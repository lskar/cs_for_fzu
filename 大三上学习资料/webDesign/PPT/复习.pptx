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4965" y="7257756"/>
            <a:ext cx="1474996" cy="28139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16149" y="7326534"/>
            <a:ext cx="94488" cy="131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41117" y="7268527"/>
            <a:ext cx="105251" cy="18611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5324" y="7326534"/>
            <a:ext cx="109823" cy="13115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15627" y="7326534"/>
            <a:ext cx="103727" cy="12811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39167" y="7329582"/>
            <a:ext cx="118967" cy="18459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77946" y="7329582"/>
            <a:ext cx="103727" cy="12811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22821" y="7276147"/>
            <a:ext cx="199834" cy="20135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866852" y="7277163"/>
            <a:ext cx="237934" cy="1778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130694" y="7277671"/>
            <a:ext cx="131159" cy="180022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812673" y="1430845"/>
            <a:ext cx="8973820" cy="0"/>
          </a:xfrm>
          <a:custGeom>
            <a:avLst/>
            <a:gdLst/>
            <a:ahLst/>
            <a:cxnLst/>
            <a:rect l="l" t="t" r="r" b="b"/>
            <a:pathLst>
              <a:path w="8973820" h="0">
                <a:moveTo>
                  <a:pt x="0" y="0"/>
                </a:moveTo>
                <a:lnTo>
                  <a:pt x="8973407" y="0"/>
                </a:lnTo>
              </a:path>
            </a:pathLst>
          </a:custGeom>
          <a:ln w="7629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Relationship Id="rId4" Type="http://schemas.openxmlformats.org/officeDocument/2006/relationships/image" Target="../media/image53.jpg"/><Relationship Id="rId5" Type="http://schemas.openxmlformats.org/officeDocument/2006/relationships/image" Target="../media/image54.png"/><Relationship Id="rId6" Type="http://schemas.openxmlformats.org/officeDocument/2006/relationships/image" Target="../media/image55.jpg"/><Relationship Id="rId7" Type="http://schemas.openxmlformats.org/officeDocument/2006/relationships/image" Target="../media/image56.png"/><Relationship Id="rId8" Type="http://schemas.openxmlformats.org/officeDocument/2006/relationships/image" Target="../media/image57.jpg"/><Relationship Id="rId9" Type="http://schemas.openxmlformats.org/officeDocument/2006/relationships/image" Target="../media/image58.png"/><Relationship Id="rId10" Type="http://schemas.openxmlformats.org/officeDocument/2006/relationships/image" Target="../media/image59.jpg"/><Relationship Id="rId11" Type="http://schemas.openxmlformats.org/officeDocument/2006/relationships/image" Target="../media/image60.jpg"/><Relationship Id="rId12" Type="http://schemas.openxmlformats.org/officeDocument/2006/relationships/image" Target="../media/image61.png"/><Relationship Id="rId13" Type="http://schemas.openxmlformats.org/officeDocument/2006/relationships/image" Target="../media/image62.jpg"/><Relationship Id="rId14" Type="http://schemas.openxmlformats.org/officeDocument/2006/relationships/image" Target="../media/image6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25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80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Relationship Id="rId20" Type="http://schemas.openxmlformats.org/officeDocument/2006/relationships/image" Target="../media/image128.png"/><Relationship Id="rId21" Type="http://schemas.openxmlformats.org/officeDocument/2006/relationships/image" Target="../media/image129.png"/><Relationship Id="rId22" Type="http://schemas.openxmlformats.org/officeDocument/2006/relationships/image" Target="../media/image130.png"/><Relationship Id="rId23" Type="http://schemas.openxmlformats.org/officeDocument/2006/relationships/image" Target="../media/image131.png"/><Relationship Id="rId24" Type="http://schemas.openxmlformats.org/officeDocument/2006/relationships/image" Target="../media/image132.png"/><Relationship Id="rId25" Type="http://schemas.openxmlformats.org/officeDocument/2006/relationships/image" Target="../media/image133.png"/><Relationship Id="rId26" Type="http://schemas.openxmlformats.org/officeDocument/2006/relationships/image" Target="../media/image134.png"/><Relationship Id="rId27" Type="http://schemas.openxmlformats.org/officeDocument/2006/relationships/image" Target="../media/image135.png"/><Relationship Id="rId28" Type="http://schemas.openxmlformats.org/officeDocument/2006/relationships/image" Target="../media/image136.png"/><Relationship Id="rId29" Type="http://schemas.openxmlformats.org/officeDocument/2006/relationships/image" Target="../media/image137.png"/><Relationship Id="rId30" Type="http://schemas.openxmlformats.org/officeDocument/2006/relationships/image" Target="../media/image138.png"/><Relationship Id="rId31" Type="http://schemas.openxmlformats.org/officeDocument/2006/relationships/image" Target="../media/image139.png"/><Relationship Id="rId32" Type="http://schemas.openxmlformats.org/officeDocument/2006/relationships/image" Target="../media/image140.png"/><Relationship Id="rId33" Type="http://schemas.openxmlformats.org/officeDocument/2006/relationships/image" Target="../media/image141.png"/><Relationship Id="rId34" Type="http://schemas.openxmlformats.org/officeDocument/2006/relationships/image" Target="../media/image42.png"/><Relationship Id="rId35" Type="http://schemas.openxmlformats.org/officeDocument/2006/relationships/image" Target="../media/image142.png"/><Relationship Id="rId36" Type="http://schemas.openxmlformats.org/officeDocument/2006/relationships/image" Target="../media/image143.png"/><Relationship Id="rId37" Type="http://schemas.openxmlformats.org/officeDocument/2006/relationships/image" Target="../media/image14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image" Target="../media/image159.png"/><Relationship Id="rId19" Type="http://schemas.openxmlformats.org/officeDocument/2006/relationships/image" Target="../media/image160.png"/><Relationship Id="rId20" Type="http://schemas.openxmlformats.org/officeDocument/2006/relationships/image" Target="../media/image124.png"/><Relationship Id="rId21" Type="http://schemas.openxmlformats.org/officeDocument/2006/relationships/image" Target="../media/image161.png"/><Relationship Id="rId22" Type="http://schemas.openxmlformats.org/officeDocument/2006/relationships/image" Target="../media/image11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24.png"/><Relationship Id="rId7" Type="http://schemas.openxmlformats.org/officeDocument/2006/relationships/image" Target="../media/image110.png"/><Relationship Id="rId8" Type="http://schemas.openxmlformats.org/officeDocument/2006/relationships/image" Target="../media/image164.png"/><Relationship Id="rId9" Type="http://schemas.openxmlformats.org/officeDocument/2006/relationships/image" Target="../media/image165.png"/><Relationship Id="rId10" Type="http://schemas.openxmlformats.org/officeDocument/2006/relationships/image" Target="../media/image166.pn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7.png"/><Relationship Id="rId12" Type="http://schemas.openxmlformats.org/officeDocument/2006/relationships/image" Target="../media/image178.png"/><Relationship Id="rId13" Type="http://schemas.openxmlformats.org/officeDocument/2006/relationships/image" Target="../media/image179.png"/><Relationship Id="rId14" Type="http://schemas.openxmlformats.org/officeDocument/2006/relationships/image" Target="../media/image180.png"/><Relationship Id="rId15" Type="http://schemas.openxmlformats.org/officeDocument/2006/relationships/image" Target="../media/image181.png"/><Relationship Id="rId16" Type="http://schemas.openxmlformats.org/officeDocument/2006/relationships/image" Target="../media/image182.png"/><Relationship Id="rId17" Type="http://schemas.openxmlformats.org/officeDocument/2006/relationships/image" Target="../media/image183.png"/><Relationship Id="rId18" Type="http://schemas.openxmlformats.org/officeDocument/2006/relationships/image" Target="../media/image10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192.png"/><Relationship Id="rId12" Type="http://schemas.openxmlformats.org/officeDocument/2006/relationships/image" Target="../media/image124.png"/><Relationship Id="rId13" Type="http://schemas.openxmlformats.org/officeDocument/2006/relationships/image" Target="../media/image193.png"/><Relationship Id="rId14" Type="http://schemas.openxmlformats.org/officeDocument/2006/relationships/image" Target="../media/image194.png"/><Relationship Id="rId15" Type="http://schemas.openxmlformats.org/officeDocument/2006/relationships/image" Target="../media/image195.png"/><Relationship Id="rId16" Type="http://schemas.openxmlformats.org/officeDocument/2006/relationships/image" Target="../media/image196.png"/><Relationship Id="rId17" Type="http://schemas.openxmlformats.org/officeDocument/2006/relationships/image" Target="../media/image197.png"/><Relationship Id="rId18" Type="http://schemas.openxmlformats.org/officeDocument/2006/relationships/image" Target="../media/image19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80.png"/><Relationship Id="rId4" Type="http://schemas.openxmlformats.org/officeDocument/2006/relationships/image" Target="../media/image19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2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Relationship Id="rId8" Type="http://schemas.openxmlformats.org/officeDocument/2006/relationships/image" Target="../media/image172.png"/><Relationship Id="rId9" Type="http://schemas.openxmlformats.org/officeDocument/2006/relationships/image" Target="../media/image204.png"/><Relationship Id="rId10" Type="http://schemas.openxmlformats.org/officeDocument/2006/relationships/image" Target="../media/image124.png"/><Relationship Id="rId11" Type="http://schemas.openxmlformats.org/officeDocument/2006/relationships/image" Target="../media/image109.png"/><Relationship Id="rId12" Type="http://schemas.openxmlformats.org/officeDocument/2006/relationships/image" Target="../media/image205.png"/><Relationship Id="rId13" Type="http://schemas.openxmlformats.org/officeDocument/2006/relationships/image" Target="../media/image206.png"/><Relationship Id="rId14" Type="http://schemas.openxmlformats.org/officeDocument/2006/relationships/image" Target="../media/image207.png"/><Relationship Id="rId15" Type="http://schemas.openxmlformats.org/officeDocument/2006/relationships/image" Target="../media/image208.png"/><Relationship Id="rId16" Type="http://schemas.openxmlformats.org/officeDocument/2006/relationships/image" Target="../media/image209.png"/><Relationship Id="rId17" Type="http://schemas.openxmlformats.org/officeDocument/2006/relationships/image" Target="../media/image210.png"/><Relationship Id="rId18" Type="http://schemas.openxmlformats.org/officeDocument/2006/relationships/image" Target="../media/image110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Relationship Id="rId7" Type="http://schemas.openxmlformats.org/officeDocument/2006/relationships/image" Target="../media/image216.png"/><Relationship Id="rId8" Type="http://schemas.openxmlformats.org/officeDocument/2006/relationships/image" Target="../media/image217.png"/><Relationship Id="rId9" Type="http://schemas.openxmlformats.org/officeDocument/2006/relationships/image" Target="../media/image218.png"/><Relationship Id="rId10" Type="http://schemas.openxmlformats.org/officeDocument/2006/relationships/image" Target="../media/image219.png"/><Relationship Id="rId11" Type="http://schemas.openxmlformats.org/officeDocument/2006/relationships/image" Target="../media/image220.png"/><Relationship Id="rId12" Type="http://schemas.openxmlformats.org/officeDocument/2006/relationships/image" Target="../media/image221.png"/><Relationship Id="rId13" Type="http://schemas.openxmlformats.org/officeDocument/2006/relationships/image" Target="../media/image222.png"/><Relationship Id="rId14" Type="http://schemas.openxmlformats.org/officeDocument/2006/relationships/image" Target="../media/image44.png"/><Relationship Id="rId15" Type="http://schemas.openxmlformats.org/officeDocument/2006/relationships/image" Target="../media/image223.png"/><Relationship Id="rId16" Type="http://schemas.openxmlformats.org/officeDocument/2006/relationships/image" Target="../media/image224.png"/><Relationship Id="rId17" Type="http://schemas.openxmlformats.org/officeDocument/2006/relationships/image" Target="../media/image225.png"/><Relationship Id="rId18" Type="http://schemas.openxmlformats.org/officeDocument/2006/relationships/image" Target="../media/image226.png"/><Relationship Id="rId19" Type="http://schemas.openxmlformats.org/officeDocument/2006/relationships/image" Target="../media/image227.png"/><Relationship Id="rId20" Type="http://schemas.openxmlformats.org/officeDocument/2006/relationships/image" Target="../media/image22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Relationship Id="rId8" Type="http://schemas.openxmlformats.org/officeDocument/2006/relationships/image" Target="../media/image234.png"/><Relationship Id="rId9" Type="http://schemas.openxmlformats.org/officeDocument/2006/relationships/image" Target="../media/image235.png"/><Relationship Id="rId10" Type="http://schemas.openxmlformats.org/officeDocument/2006/relationships/image" Target="../media/image236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Relationship Id="rId13" Type="http://schemas.openxmlformats.org/officeDocument/2006/relationships/image" Target="../media/image239.png"/><Relationship Id="rId14" Type="http://schemas.openxmlformats.org/officeDocument/2006/relationships/image" Target="../media/image240.png"/><Relationship Id="rId15" Type="http://schemas.openxmlformats.org/officeDocument/2006/relationships/image" Target="../media/image241.png"/><Relationship Id="rId16" Type="http://schemas.openxmlformats.org/officeDocument/2006/relationships/image" Target="../media/image242.png"/><Relationship Id="rId17" Type="http://schemas.openxmlformats.org/officeDocument/2006/relationships/image" Target="../media/image243.png"/><Relationship Id="rId18" Type="http://schemas.openxmlformats.org/officeDocument/2006/relationships/image" Target="../media/image244.png"/><Relationship Id="rId19" Type="http://schemas.openxmlformats.org/officeDocument/2006/relationships/image" Target="../media/image245.png"/><Relationship Id="rId20" Type="http://schemas.openxmlformats.org/officeDocument/2006/relationships/image" Target="../media/image124.png"/><Relationship Id="rId21" Type="http://schemas.openxmlformats.org/officeDocument/2006/relationships/image" Target="../media/image26.png"/><Relationship Id="rId22" Type="http://schemas.openxmlformats.org/officeDocument/2006/relationships/image" Target="../media/image246.png"/><Relationship Id="rId23" Type="http://schemas.openxmlformats.org/officeDocument/2006/relationships/image" Target="../media/image247.png"/><Relationship Id="rId24" Type="http://schemas.openxmlformats.org/officeDocument/2006/relationships/image" Target="../media/image248.png"/><Relationship Id="rId25" Type="http://schemas.openxmlformats.org/officeDocument/2006/relationships/image" Target="../media/image249.png"/><Relationship Id="rId26" Type="http://schemas.openxmlformats.org/officeDocument/2006/relationships/image" Target="../media/image250.png"/><Relationship Id="rId27" Type="http://schemas.openxmlformats.org/officeDocument/2006/relationships/image" Target="../media/image251.png"/><Relationship Id="rId28" Type="http://schemas.openxmlformats.org/officeDocument/2006/relationships/image" Target="../media/image252.png"/><Relationship Id="rId29" Type="http://schemas.openxmlformats.org/officeDocument/2006/relationships/image" Target="../media/image253.png"/><Relationship Id="rId30" Type="http://schemas.openxmlformats.org/officeDocument/2006/relationships/image" Target="../media/image25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5.png"/><Relationship Id="rId4" Type="http://schemas.openxmlformats.org/officeDocument/2006/relationships/image" Target="../media/image80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80.png"/><Relationship Id="rId9" Type="http://schemas.openxmlformats.org/officeDocument/2006/relationships/image" Target="../media/image124.png"/><Relationship Id="rId10" Type="http://schemas.openxmlformats.org/officeDocument/2006/relationships/image" Target="../media/image263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Relationship Id="rId13" Type="http://schemas.openxmlformats.org/officeDocument/2006/relationships/image" Target="../media/image266.png"/><Relationship Id="rId14" Type="http://schemas.openxmlformats.org/officeDocument/2006/relationships/image" Target="../media/image267.png"/><Relationship Id="rId15" Type="http://schemas.openxmlformats.org/officeDocument/2006/relationships/image" Target="../media/image268.png"/><Relationship Id="rId16" Type="http://schemas.openxmlformats.org/officeDocument/2006/relationships/image" Target="../media/image269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70.png"/><Relationship Id="rId4" Type="http://schemas.openxmlformats.org/officeDocument/2006/relationships/image" Target="../media/image26.png"/><Relationship Id="rId5" Type="http://schemas.openxmlformats.org/officeDocument/2006/relationships/image" Target="../media/image27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2.png"/><Relationship Id="rId3" Type="http://schemas.openxmlformats.org/officeDocument/2006/relationships/image" Target="../media/image24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Relationship Id="rId6" Type="http://schemas.openxmlformats.org/officeDocument/2006/relationships/image" Target="../media/image275.png"/><Relationship Id="rId7" Type="http://schemas.openxmlformats.org/officeDocument/2006/relationships/image" Target="../media/image75.png"/><Relationship Id="rId8" Type="http://schemas.openxmlformats.org/officeDocument/2006/relationships/image" Target="../media/image276.png"/><Relationship Id="rId9" Type="http://schemas.openxmlformats.org/officeDocument/2006/relationships/image" Target="../media/image277.png"/><Relationship Id="rId10" Type="http://schemas.openxmlformats.org/officeDocument/2006/relationships/image" Target="../media/image278.png"/><Relationship Id="rId11" Type="http://schemas.openxmlformats.org/officeDocument/2006/relationships/image" Target="../media/image279.png"/><Relationship Id="rId12" Type="http://schemas.openxmlformats.org/officeDocument/2006/relationships/image" Target="../media/image280.png"/><Relationship Id="rId13" Type="http://schemas.openxmlformats.org/officeDocument/2006/relationships/image" Target="../media/image281.png"/><Relationship Id="rId14" Type="http://schemas.openxmlformats.org/officeDocument/2006/relationships/image" Target="../media/image282.png"/><Relationship Id="rId15" Type="http://schemas.openxmlformats.org/officeDocument/2006/relationships/image" Target="../media/image283.png"/><Relationship Id="rId16" Type="http://schemas.openxmlformats.org/officeDocument/2006/relationships/image" Target="../media/image284.png"/><Relationship Id="rId17" Type="http://schemas.openxmlformats.org/officeDocument/2006/relationships/image" Target="../media/image285.png"/><Relationship Id="rId18" Type="http://schemas.openxmlformats.org/officeDocument/2006/relationships/image" Target="../media/image286.png"/><Relationship Id="rId19" Type="http://schemas.openxmlformats.org/officeDocument/2006/relationships/image" Target="../media/image287.png"/><Relationship Id="rId20" Type="http://schemas.openxmlformats.org/officeDocument/2006/relationships/image" Target="../media/image288.png"/><Relationship Id="rId21" Type="http://schemas.openxmlformats.org/officeDocument/2006/relationships/image" Target="../media/image289.png"/><Relationship Id="rId22" Type="http://schemas.openxmlformats.org/officeDocument/2006/relationships/image" Target="../media/image290.png"/><Relationship Id="rId23" Type="http://schemas.openxmlformats.org/officeDocument/2006/relationships/image" Target="../media/image291.png"/><Relationship Id="rId24" Type="http://schemas.openxmlformats.org/officeDocument/2006/relationships/image" Target="../media/image292.png"/><Relationship Id="rId25" Type="http://schemas.openxmlformats.org/officeDocument/2006/relationships/image" Target="../media/image293.png"/><Relationship Id="rId26" Type="http://schemas.openxmlformats.org/officeDocument/2006/relationships/image" Target="../media/image294.png"/><Relationship Id="rId27" Type="http://schemas.openxmlformats.org/officeDocument/2006/relationships/image" Target="../media/image295.png"/><Relationship Id="rId28" Type="http://schemas.openxmlformats.org/officeDocument/2006/relationships/image" Target="../media/image296.png"/><Relationship Id="rId29" Type="http://schemas.openxmlformats.org/officeDocument/2006/relationships/image" Target="../media/image297.png"/><Relationship Id="rId30" Type="http://schemas.openxmlformats.org/officeDocument/2006/relationships/image" Target="../media/image29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9.png"/><Relationship Id="rId3" Type="http://schemas.openxmlformats.org/officeDocument/2006/relationships/image" Target="../media/image300.png"/><Relationship Id="rId4" Type="http://schemas.openxmlformats.org/officeDocument/2006/relationships/image" Target="../media/image301.png"/><Relationship Id="rId5" Type="http://schemas.openxmlformats.org/officeDocument/2006/relationships/image" Target="../media/image302.png"/><Relationship Id="rId6" Type="http://schemas.openxmlformats.org/officeDocument/2006/relationships/image" Target="../media/image303.png"/><Relationship Id="rId7" Type="http://schemas.openxmlformats.org/officeDocument/2006/relationships/image" Target="../media/image304.png"/><Relationship Id="rId8" Type="http://schemas.openxmlformats.org/officeDocument/2006/relationships/image" Target="../media/image305.png"/><Relationship Id="rId9" Type="http://schemas.openxmlformats.org/officeDocument/2006/relationships/image" Target="../media/image306.png"/><Relationship Id="rId10" Type="http://schemas.openxmlformats.org/officeDocument/2006/relationships/image" Target="../media/image307.png"/><Relationship Id="rId11" Type="http://schemas.openxmlformats.org/officeDocument/2006/relationships/image" Target="../media/image308.png"/><Relationship Id="rId12" Type="http://schemas.openxmlformats.org/officeDocument/2006/relationships/image" Target="../media/image309.png"/><Relationship Id="rId13" Type="http://schemas.openxmlformats.org/officeDocument/2006/relationships/image" Target="../media/image310.png"/><Relationship Id="rId14" Type="http://schemas.openxmlformats.org/officeDocument/2006/relationships/image" Target="../media/image311.png"/><Relationship Id="rId15" Type="http://schemas.openxmlformats.org/officeDocument/2006/relationships/image" Target="../media/image312.png"/><Relationship Id="rId16" Type="http://schemas.openxmlformats.org/officeDocument/2006/relationships/image" Target="../media/image313.png"/><Relationship Id="rId17" Type="http://schemas.openxmlformats.org/officeDocument/2006/relationships/image" Target="../media/image314.png"/><Relationship Id="rId18" Type="http://schemas.openxmlformats.org/officeDocument/2006/relationships/image" Target="../media/image315.png"/><Relationship Id="rId19" Type="http://schemas.openxmlformats.org/officeDocument/2006/relationships/image" Target="../media/image316.png"/><Relationship Id="rId20" Type="http://schemas.openxmlformats.org/officeDocument/2006/relationships/image" Target="../media/image317.png"/><Relationship Id="rId21" Type="http://schemas.openxmlformats.org/officeDocument/2006/relationships/image" Target="../media/image31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2.pn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19.png"/><Relationship Id="rId6" Type="http://schemas.openxmlformats.org/officeDocument/2006/relationships/image" Target="../media/image320.png"/><Relationship Id="rId7" Type="http://schemas.openxmlformats.org/officeDocument/2006/relationships/image" Target="../media/image321.png"/><Relationship Id="rId8" Type="http://schemas.openxmlformats.org/officeDocument/2006/relationships/image" Target="../media/image271.png"/><Relationship Id="rId9" Type="http://schemas.openxmlformats.org/officeDocument/2006/relationships/image" Target="../media/image322.png"/><Relationship Id="rId10" Type="http://schemas.openxmlformats.org/officeDocument/2006/relationships/image" Target="../media/image323.png"/><Relationship Id="rId11" Type="http://schemas.openxmlformats.org/officeDocument/2006/relationships/image" Target="../media/image324.png"/><Relationship Id="rId12" Type="http://schemas.openxmlformats.org/officeDocument/2006/relationships/image" Target="../media/image124.png"/><Relationship Id="rId13" Type="http://schemas.openxmlformats.org/officeDocument/2006/relationships/image" Target="../media/image325.png"/><Relationship Id="rId14" Type="http://schemas.openxmlformats.org/officeDocument/2006/relationships/image" Target="../media/image326.png"/><Relationship Id="rId15" Type="http://schemas.openxmlformats.org/officeDocument/2006/relationships/image" Target="../media/image327.png"/><Relationship Id="rId16" Type="http://schemas.openxmlformats.org/officeDocument/2006/relationships/image" Target="../media/image32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9.png"/><Relationship Id="rId3" Type="http://schemas.openxmlformats.org/officeDocument/2006/relationships/image" Target="../media/image329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0.png"/><Relationship Id="rId3" Type="http://schemas.openxmlformats.org/officeDocument/2006/relationships/image" Target="../media/image24.png"/><Relationship Id="rId4" Type="http://schemas.openxmlformats.org/officeDocument/2006/relationships/image" Target="../media/image331.png"/><Relationship Id="rId5" Type="http://schemas.openxmlformats.org/officeDocument/2006/relationships/image" Target="../media/image270.png"/><Relationship Id="rId6" Type="http://schemas.openxmlformats.org/officeDocument/2006/relationships/image" Target="../media/image26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271.png"/><Relationship Id="rId13" Type="http://schemas.openxmlformats.org/officeDocument/2006/relationships/image" Target="../media/image337.png"/><Relationship Id="rId14" Type="http://schemas.openxmlformats.org/officeDocument/2006/relationships/image" Target="../media/image338.png"/><Relationship Id="rId15" Type="http://schemas.openxmlformats.org/officeDocument/2006/relationships/image" Target="../media/image33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40.png"/><Relationship Id="rId4" Type="http://schemas.openxmlformats.org/officeDocument/2006/relationships/image" Target="../media/image26.png"/><Relationship Id="rId5" Type="http://schemas.openxmlformats.org/officeDocument/2006/relationships/image" Target="../media/image271.png"/><Relationship Id="rId6" Type="http://schemas.openxmlformats.org/officeDocument/2006/relationships/image" Target="../media/image341.png"/><Relationship Id="rId7" Type="http://schemas.openxmlformats.org/officeDocument/2006/relationships/image" Target="../media/image342.png"/><Relationship Id="rId8" Type="http://schemas.openxmlformats.org/officeDocument/2006/relationships/image" Target="../media/image343.png"/><Relationship Id="rId9" Type="http://schemas.openxmlformats.org/officeDocument/2006/relationships/image" Target="../media/image344.png"/><Relationship Id="rId10" Type="http://schemas.openxmlformats.org/officeDocument/2006/relationships/image" Target="../media/image345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46.png"/><Relationship Id="rId4" Type="http://schemas.openxmlformats.org/officeDocument/2006/relationships/image" Target="../media/image347.png"/><Relationship Id="rId5" Type="http://schemas.openxmlformats.org/officeDocument/2006/relationships/image" Target="../media/image26.png"/><Relationship Id="rId6" Type="http://schemas.openxmlformats.org/officeDocument/2006/relationships/image" Target="../media/image348.png"/><Relationship Id="rId7" Type="http://schemas.openxmlformats.org/officeDocument/2006/relationships/image" Target="../media/image349.png"/><Relationship Id="rId8" Type="http://schemas.openxmlformats.org/officeDocument/2006/relationships/image" Target="../media/image350.png"/><Relationship Id="rId9" Type="http://schemas.openxmlformats.org/officeDocument/2006/relationships/image" Target="../media/image351.png"/><Relationship Id="rId10" Type="http://schemas.openxmlformats.org/officeDocument/2006/relationships/image" Target="../media/image352.png"/><Relationship Id="rId11" Type="http://schemas.openxmlformats.org/officeDocument/2006/relationships/image" Target="../media/image271.png"/><Relationship Id="rId12" Type="http://schemas.openxmlformats.org/officeDocument/2006/relationships/image" Target="../media/image353.png"/><Relationship Id="rId13" Type="http://schemas.openxmlformats.org/officeDocument/2006/relationships/image" Target="../media/image354.png"/><Relationship Id="rId14" Type="http://schemas.openxmlformats.org/officeDocument/2006/relationships/image" Target="../media/image124.png"/><Relationship Id="rId15" Type="http://schemas.openxmlformats.org/officeDocument/2006/relationships/image" Target="../media/image355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80.png"/><Relationship Id="rId4" Type="http://schemas.openxmlformats.org/officeDocument/2006/relationships/image" Target="../media/image356.png"/><Relationship Id="rId5" Type="http://schemas.openxmlformats.org/officeDocument/2006/relationships/image" Target="../media/image357.png"/><Relationship Id="rId6" Type="http://schemas.openxmlformats.org/officeDocument/2006/relationships/image" Target="../media/image358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361.png"/><Relationship Id="rId10" Type="http://schemas.openxmlformats.org/officeDocument/2006/relationships/image" Target="../media/image362.png"/><Relationship Id="rId11" Type="http://schemas.openxmlformats.org/officeDocument/2006/relationships/image" Target="../media/image363.png"/><Relationship Id="rId12" Type="http://schemas.openxmlformats.org/officeDocument/2006/relationships/image" Target="../media/image364.png"/><Relationship Id="rId13" Type="http://schemas.openxmlformats.org/officeDocument/2006/relationships/image" Target="../media/image365.png"/><Relationship Id="rId14" Type="http://schemas.openxmlformats.org/officeDocument/2006/relationships/image" Target="../media/image366.png"/><Relationship Id="rId15" Type="http://schemas.openxmlformats.org/officeDocument/2006/relationships/image" Target="../media/image367.png"/><Relationship Id="rId16" Type="http://schemas.openxmlformats.org/officeDocument/2006/relationships/image" Target="../media/image368.png"/><Relationship Id="rId17" Type="http://schemas.openxmlformats.org/officeDocument/2006/relationships/image" Target="../media/image369.png"/><Relationship Id="rId18" Type="http://schemas.openxmlformats.org/officeDocument/2006/relationships/image" Target="../media/image370.png"/><Relationship Id="rId19" Type="http://schemas.openxmlformats.org/officeDocument/2006/relationships/image" Target="../media/image371.png"/><Relationship Id="rId20" Type="http://schemas.openxmlformats.org/officeDocument/2006/relationships/image" Target="../media/image372.png"/><Relationship Id="rId21" Type="http://schemas.openxmlformats.org/officeDocument/2006/relationships/image" Target="../media/image373.png"/><Relationship Id="rId22" Type="http://schemas.openxmlformats.org/officeDocument/2006/relationships/image" Target="../media/image374.png"/><Relationship Id="rId23" Type="http://schemas.openxmlformats.org/officeDocument/2006/relationships/image" Target="../media/image375.png"/><Relationship Id="rId24" Type="http://schemas.openxmlformats.org/officeDocument/2006/relationships/image" Target="../media/image376.png"/><Relationship Id="rId25" Type="http://schemas.openxmlformats.org/officeDocument/2006/relationships/image" Target="../media/image377.png"/><Relationship Id="rId26" Type="http://schemas.openxmlformats.org/officeDocument/2006/relationships/image" Target="../media/image378.png"/><Relationship Id="rId27" Type="http://schemas.openxmlformats.org/officeDocument/2006/relationships/image" Target="../media/image379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Relationship Id="rId10" Type="http://schemas.openxmlformats.org/officeDocument/2006/relationships/image" Target="../media/image124.png"/><Relationship Id="rId11" Type="http://schemas.openxmlformats.org/officeDocument/2006/relationships/image" Target="../media/image387.png"/><Relationship Id="rId12" Type="http://schemas.openxmlformats.org/officeDocument/2006/relationships/image" Target="../media/image388.png"/><Relationship Id="rId13" Type="http://schemas.openxmlformats.org/officeDocument/2006/relationships/image" Target="../media/image38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40.png"/><Relationship Id="rId4" Type="http://schemas.openxmlformats.org/officeDocument/2006/relationships/image" Target="../media/image374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Relationship Id="rId10" Type="http://schemas.openxmlformats.org/officeDocument/2006/relationships/image" Target="../media/image395.png"/><Relationship Id="rId11" Type="http://schemas.openxmlformats.org/officeDocument/2006/relationships/image" Target="../media/image396.png"/><Relationship Id="rId12" Type="http://schemas.openxmlformats.org/officeDocument/2006/relationships/image" Target="../media/image397.png"/><Relationship Id="rId13" Type="http://schemas.openxmlformats.org/officeDocument/2006/relationships/image" Target="../media/image398.png"/><Relationship Id="rId14" Type="http://schemas.openxmlformats.org/officeDocument/2006/relationships/image" Target="../media/image399.png"/><Relationship Id="rId15" Type="http://schemas.openxmlformats.org/officeDocument/2006/relationships/image" Target="../media/image400.png"/><Relationship Id="rId16" Type="http://schemas.openxmlformats.org/officeDocument/2006/relationships/image" Target="../media/image401.png"/><Relationship Id="rId17" Type="http://schemas.openxmlformats.org/officeDocument/2006/relationships/image" Target="../media/image26.png"/><Relationship Id="rId18" Type="http://schemas.openxmlformats.org/officeDocument/2006/relationships/image" Target="../media/image402.png"/><Relationship Id="rId19" Type="http://schemas.openxmlformats.org/officeDocument/2006/relationships/image" Target="../media/image403.png"/><Relationship Id="rId20" Type="http://schemas.openxmlformats.org/officeDocument/2006/relationships/image" Target="../media/image40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1.png"/><Relationship Id="rId3" Type="http://schemas.openxmlformats.org/officeDocument/2006/relationships/image" Target="../media/image405.png"/><Relationship Id="rId4" Type="http://schemas.openxmlformats.org/officeDocument/2006/relationships/image" Target="../media/image406.png"/><Relationship Id="rId5" Type="http://schemas.openxmlformats.org/officeDocument/2006/relationships/image" Target="../media/image407.png"/><Relationship Id="rId6" Type="http://schemas.openxmlformats.org/officeDocument/2006/relationships/image" Target="../media/image408.png"/><Relationship Id="rId7" Type="http://schemas.openxmlformats.org/officeDocument/2006/relationships/image" Target="../media/image409.png"/><Relationship Id="rId8" Type="http://schemas.openxmlformats.org/officeDocument/2006/relationships/image" Target="../media/image410.png"/><Relationship Id="rId9" Type="http://schemas.openxmlformats.org/officeDocument/2006/relationships/image" Target="../media/image411.png"/><Relationship Id="rId10" Type="http://schemas.openxmlformats.org/officeDocument/2006/relationships/image" Target="../media/image412.png"/><Relationship Id="rId11" Type="http://schemas.openxmlformats.org/officeDocument/2006/relationships/image" Target="../media/image413.png"/><Relationship Id="rId12" Type="http://schemas.openxmlformats.org/officeDocument/2006/relationships/image" Target="../media/image414.png"/><Relationship Id="rId13" Type="http://schemas.openxmlformats.org/officeDocument/2006/relationships/image" Target="../media/image415.png"/><Relationship Id="rId14" Type="http://schemas.openxmlformats.org/officeDocument/2006/relationships/image" Target="../media/image416.png"/><Relationship Id="rId15" Type="http://schemas.openxmlformats.org/officeDocument/2006/relationships/image" Target="../media/image417.png"/><Relationship Id="rId16" Type="http://schemas.openxmlformats.org/officeDocument/2006/relationships/image" Target="../media/image418.png"/><Relationship Id="rId17" Type="http://schemas.openxmlformats.org/officeDocument/2006/relationships/image" Target="../media/image419.png"/><Relationship Id="rId18" Type="http://schemas.openxmlformats.org/officeDocument/2006/relationships/image" Target="../media/image420.png"/><Relationship Id="rId19" Type="http://schemas.openxmlformats.org/officeDocument/2006/relationships/image" Target="../media/image421.png"/><Relationship Id="rId20" Type="http://schemas.openxmlformats.org/officeDocument/2006/relationships/image" Target="../media/image422.png"/><Relationship Id="rId21" Type="http://schemas.openxmlformats.org/officeDocument/2006/relationships/image" Target="../media/image423.png"/><Relationship Id="rId22" Type="http://schemas.openxmlformats.org/officeDocument/2006/relationships/image" Target="../media/image424.png"/><Relationship Id="rId23" Type="http://schemas.openxmlformats.org/officeDocument/2006/relationships/image" Target="../media/image425.png"/><Relationship Id="rId24" Type="http://schemas.openxmlformats.org/officeDocument/2006/relationships/image" Target="../media/image426.png"/><Relationship Id="rId25" Type="http://schemas.openxmlformats.org/officeDocument/2006/relationships/image" Target="../media/image427.png"/><Relationship Id="rId26" Type="http://schemas.openxmlformats.org/officeDocument/2006/relationships/image" Target="../media/image428.png"/><Relationship Id="rId27" Type="http://schemas.openxmlformats.org/officeDocument/2006/relationships/image" Target="../media/image429.png"/><Relationship Id="rId28" Type="http://schemas.openxmlformats.org/officeDocument/2006/relationships/image" Target="../media/image430.png"/><Relationship Id="rId29" Type="http://schemas.openxmlformats.org/officeDocument/2006/relationships/image" Target="../media/image431.png"/><Relationship Id="rId30" Type="http://schemas.openxmlformats.org/officeDocument/2006/relationships/image" Target="../media/image432.png"/><Relationship Id="rId31" Type="http://schemas.openxmlformats.org/officeDocument/2006/relationships/image" Target="../media/image433.png"/><Relationship Id="rId32" Type="http://schemas.openxmlformats.org/officeDocument/2006/relationships/image" Target="../media/image434.png"/><Relationship Id="rId33" Type="http://schemas.openxmlformats.org/officeDocument/2006/relationships/image" Target="../media/image435.png"/><Relationship Id="rId34" Type="http://schemas.openxmlformats.org/officeDocument/2006/relationships/image" Target="../media/image436.png"/><Relationship Id="rId35" Type="http://schemas.openxmlformats.org/officeDocument/2006/relationships/image" Target="../media/image437.png"/><Relationship Id="rId36" Type="http://schemas.openxmlformats.org/officeDocument/2006/relationships/image" Target="../media/image438.png"/><Relationship Id="rId37" Type="http://schemas.openxmlformats.org/officeDocument/2006/relationships/image" Target="../media/image439.png"/><Relationship Id="rId38" Type="http://schemas.openxmlformats.org/officeDocument/2006/relationships/image" Target="../media/image440.png"/><Relationship Id="rId39" Type="http://schemas.openxmlformats.org/officeDocument/2006/relationships/image" Target="../media/image441.png"/><Relationship Id="rId40" Type="http://schemas.openxmlformats.org/officeDocument/2006/relationships/image" Target="../media/image442.png"/><Relationship Id="rId41" Type="http://schemas.openxmlformats.org/officeDocument/2006/relationships/image" Target="../media/image443.png"/><Relationship Id="rId42" Type="http://schemas.openxmlformats.org/officeDocument/2006/relationships/image" Target="../media/image444.png"/><Relationship Id="rId43" Type="http://schemas.openxmlformats.org/officeDocument/2006/relationships/image" Target="../media/image445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6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447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340.png"/><Relationship Id="rId4" Type="http://schemas.openxmlformats.org/officeDocument/2006/relationships/image" Target="../media/image448.png"/><Relationship Id="rId5" Type="http://schemas.openxmlformats.org/officeDocument/2006/relationships/image" Target="../media/image449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452.png"/><Relationship Id="rId9" Type="http://schemas.openxmlformats.org/officeDocument/2006/relationships/image" Target="../media/image453.png"/><Relationship Id="rId10" Type="http://schemas.openxmlformats.org/officeDocument/2006/relationships/image" Target="../media/image454.png"/><Relationship Id="rId11" Type="http://schemas.openxmlformats.org/officeDocument/2006/relationships/image" Target="../media/image455.png"/><Relationship Id="rId12" Type="http://schemas.openxmlformats.org/officeDocument/2006/relationships/image" Target="../media/image456.png"/><Relationship Id="rId13" Type="http://schemas.openxmlformats.org/officeDocument/2006/relationships/image" Target="../media/image457.png"/><Relationship Id="rId14" Type="http://schemas.openxmlformats.org/officeDocument/2006/relationships/image" Target="../media/image458.png"/><Relationship Id="rId15" Type="http://schemas.openxmlformats.org/officeDocument/2006/relationships/image" Target="../media/image459.png"/><Relationship Id="rId16" Type="http://schemas.openxmlformats.org/officeDocument/2006/relationships/image" Target="../media/image460.png"/><Relationship Id="rId17" Type="http://schemas.openxmlformats.org/officeDocument/2006/relationships/image" Target="../media/image461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8.png"/><Relationship Id="rId3" Type="http://schemas.openxmlformats.org/officeDocument/2006/relationships/image" Target="../media/image462.png"/><Relationship Id="rId4" Type="http://schemas.openxmlformats.org/officeDocument/2006/relationships/image" Target="../media/image463.png"/><Relationship Id="rId5" Type="http://schemas.openxmlformats.org/officeDocument/2006/relationships/image" Target="../media/image464.png"/><Relationship Id="rId6" Type="http://schemas.openxmlformats.org/officeDocument/2006/relationships/image" Target="../media/image465.png"/><Relationship Id="rId7" Type="http://schemas.openxmlformats.org/officeDocument/2006/relationships/image" Target="../media/image124.png"/><Relationship Id="rId8" Type="http://schemas.openxmlformats.org/officeDocument/2006/relationships/image" Target="../media/image466.png"/><Relationship Id="rId9" Type="http://schemas.openxmlformats.org/officeDocument/2006/relationships/image" Target="../media/image467.png"/><Relationship Id="rId10" Type="http://schemas.openxmlformats.org/officeDocument/2006/relationships/image" Target="../media/image468.png"/><Relationship Id="rId11" Type="http://schemas.openxmlformats.org/officeDocument/2006/relationships/image" Target="../media/image469.png"/><Relationship Id="rId12" Type="http://schemas.openxmlformats.org/officeDocument/2006/relationships/image" Target="../media/image80.png"/><Relationship Id="rId13" Type="http://schemas.openxmlformats.org/officeDocument/2006/relationships/image" Target="../media/image470.png"/><Relationship Id="rId14" Type="http://schemas.openxmlformats.org/officeDocument/2006/relationships/image" Target="../media/image471.png"/><Relationship Id="rId15" Type="http://schemas.openxmlformats.org/officeDocument/2006/relationships/image" Target="../media/image472.png"/><Relationship Id="rId16" Type="http://schemas.openxmlformats.org/officeDocument/2006/relationships/image" Target="../media/image473.png"/><Relationship Id="rId17" Type="http://schemas.openxmlformats.org/officeDocument/2006/relationships/image" Target="../media/image474.png"/><Relationship Id="rId18" Type="http://schemas.openxmlformats.org/officeDocument/2006/relationships/image" Target="../media/image475.png"/><Relationship Id="rId19" Type="http://schemas.openxmlformats.org/officeDocument/2006/relationships/image" Target="../media/image476.png"/><Relationship Id="rId20" Type="http://schemas.openxmlformats.org/officeDocument/2006/relationships/image" Target="../media/image477.png"/><Relationship Id="rId21" Type="http://schemas.openxmlformats.org/officeDocument/2006/relationships/image" Target="../media/image478.png"/><Relationship Id="rId22" Type="http://schemas.openxmlformats.org/officeDocument/2006/relationships/image" Target="../media/image479.png"/><Relationship Id="rId23" Type="http://schemas.openxmlformats.org/officeDocument/2006/relationships/image" Target="../media/image480.png"/><Relationship Id="rId24" Type="http://schemas.openxmlformats.org/officeDocument/2006/relationships/image" Target="../media/image481.png"/><Relationship Id="rId25" Type="http://schemas.openxmlformats.org/officeDocument/2006/relationships/image" Target="../media/image482.png"/><Relationship Id="rId26" Type="http://schemas.openxmlformats.org/officeDocument/2006/relationships/image" Target="../media/image483.png"/><Relationship Id="rId27" Type="http://schemas.openxmlformats.org/officeDocument/2006/relationships/image" Target="../media/image484.png"/><Relationship Id="rId28" Type="http://schemas.openxmlformats.org/officeDocument/2006/relationships/image" Target="../media/image485.png"/><Relationship Id="rId29" Type="http://schemas.openxmlformats.org/officeDocument/2006/relationships/image" Target="../media/image486.png"/><Relationship Id="rId30" Type="http://schemas.openxmlformats.org/officeDocument/2006/relationships/image" Target="../media/image487.png"/><Relationship Id="rId31" Type="http://schemas.openxmlformats.org/officeDocument/2006/relationships/image" Target="../media/image488.png"/><Relationship Id="rId32" Type="http://schemas.openxmlformats.org/officeDocument/2006/relationships/image" Target="../media/image489.png"/><Relationship Id="rId33" Type="http://schemas.openxmlformats.org/officeDocument/2006/relationships/image" Target="../media/image490.png"/><Relationship Id="rId34" Type="http://schemas.openxmlformats.org/officeDocument/2006/relationships/image" Target="../media/image491.png"/><Relationship Id="rId35" Type="http://schemas.openxmlformats.org/officeDocument/2006/relationships/image" Target="../media/image492.png"/><Relationship Id="rId36" Type="http://schemas.openxmlformats.org/officeDocument/2006/relationships/image" Target="../media/image493.png"/><Relationship Id="rId37" Type="http://schemas.openxmlformats.org/officeDocument/2006/relationships/image" Target="../media/image494.png"/><Relationship Id="rId38" Type="http://schemas.openxmlformats.org/officeDocument/2006/relationships/image" Target="../media/image495.png"/><Relationship Id="rId39" Type="http://schemas.openxmlformats.org/officeDocument/2006/relationships/image" Target="../media/image496.png"/><Relationship Id="rId40" Type="http://schemas.openxmlformats.org/officeDocument/2006/relationships/image" Target="../media/image497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498.png"/><Relationship Id="rId4" Type="http://schemas.openxmlformats.org/officeDocument/2006/relationships/image" Target="../media/image26.png"/><Relationship Id="rId5" Type="http://schemas.openxmlformats.org/officeDocument/2006/relationships/image" Target="../media/image499.png"/><Relationship Id="rId6" Type="http://schemas.openxmlformats.org/officeDocument/2006/relationships/image" Target="../media/image500.png"/><Relationship Id="rId7" Type="http://schemas.openxmlformats.org/officeDocument/2006/relationships/image" Target="../media/image501.png"/><Relationship Id="rId8" Type="http://schemas.openxmlformats.org/officeDocument/2006/relationships/image" Target="../media/image502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3.png"/><Relationship Id="rId3" Type="http://schemas.openxmlformats.org/officeDocument/2006/relationships/image" Target="../media/image374.png"/><Relationship Id="rId4" Type="http://schemas.openxmlformats.org/officeDocument/2006/relationships/image" Target="../media/image80.png"/><Relationship Id="rId5" Type="http://schemas.openxmlformats.org/officeDocument/2006/relationships/image" Target="../media/image483.png"/><Relationship Id="rId6" Type="http://schemas.openxmlformats.org/officeDocument/2006/relationships/image" Target="../media/image504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0.png"/><Relationship Id="rId3" Type="http://schemas.openxmlformats.org/officeDocument/2006/relationships/image" Target="../media/image24.png"/><Relationship Id="rId4" Type="http://schemas.openxmlformats.org/officeDocument/2006/relationships/image" Target="../media/image505.png"/><Relationship Id="rId5" Type="http://schemas.openxmlformats.org/officeDocument/2006/relationships/image" Target="../media/image2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64520" y="1780117"/>
            <a:ext cx="4083050" cy="4007485"/>
            <a:chOff x="5764520" y="1780117"/>
            <a:chExt cx="4083050" cy="4007485"/>
          </a:xfrm>
        </p:grpSpPr>
        <p:sp>
          <p:nvSpPr>
            <p:cNvPr id="3" name="object 3" descr=""/>
            <p:cNvSpPr/>
            <p:nvPr/>
          </p:nvSpPr>
          <p:spPr>
            <a:xfrm>
              <a:off x="8716994" y="2828067"/>
              <a:ext cx="468630" cy="1146175"/>
            </a:xfrm>
            <a:custGeom>
              <a:avLst/>
              <a:gdLst/>
              <a:ahLst/>
              <a:cxnLst/>
              <a:rect l="l" t="t" r="r" b="b"/>
              <a:pathLst>
                <a:path w="468629" h="1146175">
                  <a:moveTo>
                    <a:pt x="12192" y="681894"/>
                  </a:moveTo>
                  <a:lnTo>
                    <a:pt x="375189" y="1145571"/>
                  </a:lnTo>
                  <a:lnTo>
                    <a:pt x="468153" y="506444"/>
                  </a:lnTo>
                  <a:lnTo>
                    <a:pt x="0" y="0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448169" y="1877758"/>
              <a:ext cx="1424940" cy="3327400"/>
            </a:xfrm>
            <a:custGeom>
              <a:avLst/>
              <a:gdLst/>
              <a:ahLst/>
              <a:cxnLst/>
              <a:rect l="l" t="t" r="r" b="b"/>
              <a:pathLst>
                <a:path w="1424940" h="3327400">
                  <a:moveTo>
                    <a:pt x="1393888" y="3326891"/>
                  </a:moveTo>
                  <a:lnTo>
                    <a:pt x="817435" y="2606897"/>
                  </a:lnTo>
                  <a:lnTo>
                    <a:pt x="433101" y="2812827"/>
                  </a:lnTo>
                  <a:lnTo>
                    <a:pt x="367474" y="2869310"/>
                  </a:lnTo>
                  <a:lnTo>
                    <a:pt x="395001" y="3302507"/>
                  </a:lnTo>
                  <a:lnTo>
                    <a:pt x="1424368" y="3302507"/>
                  </a:lnTo>
                  <a:lnTo>
                    <a:pt x="805243" y="1914429"/>
                  </a:lnTo>
                  <a:lnTo>
                    <a:pt x="1224629" y="869537"/>
                  </a:lnTo>
                  <a:lnTo>
                    <a:pt x="1261205" y="1609343"/>
                  </a:lnTo>
                  <a:lnTo>
                    <a:pt x="814387" y="1848802"/>
                  </a:lnTo>
                  <a:lnTo>
                    <a:pt x="724376" y="1299686"/>
                  </a:lnTo>
                  <a:lnTo>
                    <a:pt x="1184910" y="874109"/>
                  </a:lnTo>
                  <a:lnTo>
                    <a:pt x="0" y="0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41140" y="2570321"/>
              <a:ext cx="1003935" cy="691515"/>
            </a:xfrm>
            <a:custGeom>
              <a:avLst/>
              <a:gdLst/>
              <a:ahLst/>
              <a:cxnLst/>
              <a:rect l="l" t="t" r="r" b="b"/>
              <a:pathLst>
                <a:path w="1003934" h="691514">
                  <a:moveTo>
                    <a:pt x="1003553" y="0"/>
                  </a:moveTo>
                  <a:lnTo>
                    <a:pt x="0" y="690943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81878" y="1906714"/>
              <a:ext cx="3808095" cy="3723640"/>
            </a:xfrm>
            <a:custGeom>
              <a:avLst/>
              <a:gdLst/>
              <a:ahLst/>
              <a:cxnLst/>
              <a:rect l="l" t="t" r="r" b="b"/>
              <a:pathLst>
                <a:path w="3808095" h="3723640">
                  <a:moveTo>
                    <a:pt x="1590675" y="0"/>
                  </a:moveTo>
                  <a:lnTo>
                    <a:pt x="2581941" y="132778"/>
                  </a:lnTo>
                  <a:lnTo>
                    <a:pt x="3362801" y="588835"/>
                  </a:lnTo>
                  <a:lnTo>
                    <a:pt x="3808095" y="1340834"/>
                  </a:lnTo>
                  <a:lnTo>
                    <a:pt x="3672363" y="2806827"/>
                  </a:lnTo>
                  <a:lnTo>
                    <a:pt x="2697861" y="3723513"/>
                  </a:lnTo>
                  <a:lnTo>
                    <a:pt x="1166717" y="3723513"/>
                  </a:lnTo>
                  <a:lnTo>
                    <a:pt x="93059" y="2693860"/>
                  </a:lnTo>
                  <a:lnTo>
                    <a:pt x="0" y="1580388"/>
                  </a:lnTo>
                  <a:lnTo>
                    <a:pt x="361473" y="732186"/>
                  </a:lnTo>
                  <a:lnTo>
                    <a:pt x="1590675" y="0"/>
                  </a:lnTo>
                  <a:close/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41827" y="2323147"/>
              <a:ext cx="3524885" cy="3307079"/>
            </a:xfrm>
            <a:custGeom>
              <a:avLst/>
              <a:gdLst/>
              <a:ahLst/>
              <a:cxnLst/>
              <a:rect l="l" t="t" r="r" b="b"/>
              <a:pathLst>
                <a:path w="3524884" h="3307079">
                  <a:moveTo>
                    <a:pt x="0" y="315753"/>
                  </a:moveTo>
                  <a:lnTo>
                    <a:pt x="1062989" y="0"/>
                  </a:lnTo>
                  <a:lnTo>
                    <a:pt x="1601343" y="245649"/>
                  </a:lnTo>
                  <a:lnTo>
                    <a:pt x="2371439" y="463772"/>
                  </a:lnTo>
                  <a:lnTo>
                    <a:pt x="3524345" y="942784"/>
                  </a:lnTo>
                  <a:lnTo>
                    <a:pt x="2850356" y="1577340"/>
                  </a:lnTo>
                  <a:lnTo>
                    <a:pt x="3362706" y="2390394"/>
                  </a:lnTo>
                  <a:lnTo>
                    <a:pt x="2641377" y="2815971"/>
                  </a:lnTo>
                  <a:lnTo>
                    <a:pt x="861631" y="3307080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41827" y="1912810"/>
              <a:ext cx="2852420" cy="3759200"/>
            </a:xfrm>
            <a:custGeom>
              <a:avLst/>
              <a:gdLst/>
              <a:ahLst/>
              <a:cxnLst/>
              <a:rect l="l" t="t" r="r" b="b"/>
              <a:pathLst>
                <a:path w="2852420" h="3759200">
                  <a:moveTo>
                    <a:pt x="0" y="765810"/>
                  </a:moveTo>
                  <a:lnTo>
                    <a:pt x="314134" y="1206627"/>
                  </a:lnTo>
                  <a:lnTo>
                    <a:pt x="1543335" y="680370"/>
                  </a:lnTo>
                  <a:lnTo>
                    <a:pt x="1450276" y="1206627"/>
                  </a:lnTo>
                  <a:lnTo>
                    <a:pt x="1602867" y="2823591"/>
                  </a:lnTo>
                  <a:lnTo>
                    <a:pt x="2642901" y="3224784"/>
                  </a:lnTo>
                  <a:lnTo>
                    <a:pt x="2851880" y="2018157"/>
                  </a:lnTo>
                  <a:lnTo>
                    <a:pt x="2371439" y="874109"/>
                  </a:lnTo>
                  <a:lnTo>
                    <a:pt x="1467135" y="1229487"/>
                  </a:lnTo>
                  <a:lnTo>
                    <a:pt x="1993201" y="1856422"/>
                  </a:lnTo>
                  <a:lnTo>
                    <a:pt x="1550955" y="2803779"/>
                  </a:lnTo>
                  <a:lnTo>
                    <a:pt x="1543335" y="2823591"/>
                  </a:lnTo>
                  <a:lnTo>
                    <a:pt x="785431" y="3758660"/>
                  </a:lnTo>
                  <a:lnTo>
                    <a:pt x="390429" y="1856422"/>
                  </a:lnTo>
                  <a:lnTo>
                    <a:pt x="1543335" y="649890"/>
                  </a:lnTo>
                  <a:lnTo>
                    <a:pt x="1264253" y="0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81878" y="3142297"/>
              <a:ext cx="1861185" cy="1792605"/>
            </a:xfrm>
            <a:custGeom>
              <a:avLst/>
              <a:gdLst/>
              <a:ahLst/>
              <a:cxnLst/>
              <a:rect l="l" t="t" r="r" b="b"/>
              <a:pathLst>
                <a:path w="1861184" h="1792604">
                  <a:moveTo>
                    <a:pt x="765619" y="533876"/>
                  </a:moveTo>
                  <a:lnTo>
                    <a:pt x="959262" y="85439"/>
                  </a:lnTo>
                  <a:lnTo>
                    <a:pt x="634460" y="0"/>
                  </a:lnTo>
                  <a:lnTo>
                    <a:pt x="0" y="344805"/>
                  </a:lnTo>
                  <a:lnTo>
                    <a:pt x="430148" y="739806"/>
                  </a:lnTo>
                  <a:lnTo>
                    <a:pt x="115919" y="1478184"/>
                  </a:lnTo>
                  <a:lnTo>
                    <a:pt x="883062" y="1548288"/>
                  </a:lnTo>
                  <a:lnTo>
                    <a:pt x="1256633" y="1792414"/>
                  </a:lnTo>
                  <a:lnTo>
                    <a:pt x="1860613" y="1606296"/>
                  </a:lnTo>
                  <a:lnTo>
                    <a:pt x="883062" y="1497996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12453" y="3072193"/>
              <a:ext cx="664845" cy="697230"/>
            </a:xfrm>
            <a:custGeom>
              <a:avLst/>
              <a:gdLst/>
              <a:ahLst/>
              <a:cxnLst/>
              <a:rect l="l" t="t" r="r" b="b"/>
              <a:pathLst>
                <a:path w="664845" h="697229">
                  <a:moveTo>
                    <a:pt x="611504" y="0"/>
                  </a:moveTo>
                  <a:lnTo>
                    <a:pt x="664845" y="697039"/>
                  </a:lnTo>
                  <a:lnTo>
                    <a:pt x="0" y="448437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77298" y="1906714"/>
              <a:ext cx="2607945" cy="1165860"/>
            </a:xfrm>
            <a:custGeom>
              <a:avLst/>
              <a:gdLst/>
              <a:ahLst/>
              <a:cxnLst/>
              <a:rect l="l" t="t" r="r" b="b"/>
              <a:pathLst>
                <a:path w="2607945" h="1165860">
                  <a:moveTo>
                    <a:pt x="0" y="1165478"/>
                  </a:moveTo>
                  <a:lnTo>
                    <a:pt x="692372" y="427196"/>
                  </a:lnTo>
                  <a:lnTo>
                    <a:pt x="893730" y="0"/>
                  </a:lnTo>
                  <a:lnTo>
                    <a:pt x="924210" y="16859"/>
                  </a:lnTo>
                  <a:lnTo>
                    <a:pt x="1726406" y="414908"/>
                  </a:lnTo>
                  <a:lnTo>
                    <a:pt x="1884997" y="132778"/>
                  </a:lnTo>
                  <a:lnTo>
                    <a:pt x="2066448" y="817625"/>
                  </a:lnTo>
                  <a:lnTo>
                    <a:pt x="2607849" y="585787"/>
                  </a:lnTo>
                </a:path>
              </a:pathLst>
            </a:custGeom>
            <a:ln w="1524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5786" y="2296472"/>
              <a:ext cx="143360" cy="14183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0600" y="3434424"/>
              <a:ext cx="141836" cy="14183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4520" y="2972266"/>
              <a:ext cx="4082529" cy="281513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494299" y="2608421"/>
              <a:ext cx="319405" cy="321945"/>
            </a:xfrm>
            <a:custGeom>
              <a:avLst/>
              <a:gdLst/>
              <a:ahLst/>
              <a:cxnLst/>
              <a:rect l="l" t="t" r="r" b="b"/>
              <a:pathLst>
                <a:path w="319404" h="321944">
                  <a:moveTo>
                    <a:pt x="160115" y="321849"/>
                  </a:moveTo>
                  <a:lnTo>
                    <a:pt x="109520" y="313692"/>
                  </a:lnTo>
                  <a:lnTo>
                    <a:pt x="65569" y="290973"/>
                  </a:lnTo>
                  <a:lnTo>
                    <a:pt x="30903" y="256321"/>
                  </a:lnTo>
                  <a:lnTo>
                    <a:pt x="8166" y="212365"/>
                  </a:lnTo>
                  <a:lnTo>
                    <a:pt x="0" y="161734"/>
                  </a:lnTo>
                  <a:lnTo>
                    <a:pt x="8166" y="110935"/>
                  </a:lnTo>
                  <a:lnTo>
                    <a:pt x="30903" y="66577"/>
                  </a:lnTo>
                  <a:lnTo>
                    <a:pt x="65569" y="31446"/>
                  </a:lnTo>
                  <a:lnTo>
                    <a:pt x="109520" y="8325"/>
                  </a:lnTo>
                  <a:lnTo>
                    <a:pt x="160115" y="0"/>
                  </a:lnTo>
                  <a:lnTo>
                    <a:pt x="210597" y="8325"/>
                  </a:lnTo>
                  <a:lnTo>
                    <a:pt x="254199" y="31446"/>
                  </a:lnTo>
                  <a:lnTo>
                    <a:pt x="288428" y="66577"/>
                  </a:lnTo>
                  <a:lnTo>
                    <a:pt x="310793" y="110935"/>
                  </a:lnTo>
                  <a:lnTo>
                    <a:pt x="318801" y="161734"/>
                  </a:lnTo>
                  <a:lnTo>
                    <a:pt x="310793" y="212365"/>
                  </a:lnTo>
                  <a:lnTo>
                    <a:pt x="288428" y="256321"/>
                  </a:lnTo>
                  <a:lnTo>
                    <a:pt x="254199" y="290973"/>
                  </a:lnTo>
                  <a:lnTo>
                    <a:pt x="210597" y="313692"/>
                  </a:lnTo>
                  <a:lnTo>
                    <a:pt x="160115" y="321849"/>
                  </a:lnTo>
                  <a:close/>
                </a:path>
              </a:pathLst>
            </a:custGeom>
            <a:solidFill>
              <a:srgbClr val="629C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94299" y="2608421"/>
              <a:ext cx="319405" cy="321945"/>
            </a:xfrm>
            <a:custGeom>
              <a:avLst/>
              <a:gdLst/>
              <a:ahLst/>
              <a:cxnLst/>
              <a:rect l="l" t="t" r="r" b="b"/>
              <a:pathLst>
                <a:path w="319404" h="321944">
                  <a:moveTo>
                    <a:pt x="0" y="161734"/>
                  </a:moveTo>
                  <a:lnTo>
                    <a:pt x="8166" y="110935"/>
                  </a:lnTo>
                  <a:lnTo>
                    <a:pt x="30903" y="66577"/>
                  </a:lnTo>
                  <a:lnTo>
                    <a:pt x="65569" y="31446"/>
                  </a:lnTo>
                  <a:lnTo>
                    <a:pt x="109520" y="8325"/>
                  </a:lnTo>
                  <a:lnTo>
                    <a:pt x="160115" y="0"/>
                  </a:lnTo>
                  <a:lnTo>
                    <a:pt x="210597" y="8325"/>
                  </a:lnTo>
                  <a:lnTo>
                    <a:pt x="254199" y="31446"/>
                  </a:lnTo>
                  <a:lnTo>
                    <a:pt x="288428" y="66577"/>
                  </a:lnTo>
                  <a:lnTo>
                    <a:pt x="310793" y="110935"/>
                  </a:lnTo>
                  <a:lnTo>
                    <a:pt x="318801" y="161734"/>
                  </a:lnTo>
                  <a:lnTo>
                    <a:pt x="310793" y="212365"/>
                  </a:lnTo>
                  <a:lnTo>
                    <a:pt x="288428" y="256321"/>
                  </a:lnTo>
                  <a:lnTo>
                    <a:pt x="254199" y="290973"/>
                  </a:lnTo>
                  <a:lnTo>
                    <a:pt x="210597" y="313692"/>
                  </a:lnTo>
                  <a:lnTo>
                    <a:pt x="160115" y="321849"/>
                  </a:lnTo>
                  <a:lnTo>
                    <a:pt x="109520" y="313692"/>
                  </a:lnTo>
                  <a:lnTo>
                    <a:pt x="65569" y="290973"/>
                  </a:lnTo>
                  <a:lnTo>
                    <a:pt x="30903" y="256321"/>
                  </a:lnTo>
                  <a:lnTo>
                    <a:pt x="8166" y="212365"/>
                  </a:lnTo>
                  <a:lnTo>
                    <a:pt x="0" y="161734"/>
                  </a:lnTo>
                  <a:close/>
                </a:path>
              </a:pathLst>
            </a:custGeom>
            <a:ln w="289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8215" y="2693860"/>
              <a:ext cx="149447" cy="14944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08954" y="2443724"/>
              <a:ext cx="222618" cy="22271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30274" y="2376573"/>
              <a:ext cx="222618" cy="22271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78380" y="1919001"/>
              <a:ext cx="199834" cy="20278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1196" y="1780117"/>
              <a:ext cx="222713" cy="22271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16755" y="2524496"/>
              <a:ext cx="234905" cy="2365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0225" y="2201122"/>
              <a:ext cx="222713" cy="224237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638555" y="3864864"/>
            <a:ext cx="4863465" cy="56515"/>
          </a:xfrm>
          <a:custGeom>
            <a:avLst/>
            <a:gdLst/>
            <a:ahLst/>
            <a:cxnLst/>
            <a:rect l="l" t="t" r="r" b="b"/>
            <a:pathLst>
              <a:path w="4863465" h="56514">
                <a:moveTo>
                  <a:pt x="4863084" y="56387"/>
                </a:moveTo>
                <a:lnTo>
                  <a:pt x="0" y="56387"/>
                </a:lnTo>
                <a:lnTo>
                  <a:pt x="0" y="0"/>
                </a:lnTo>
                <a:lnTo>
                  <a:pt x="4863084" y="0"/>
                </a:lnTo>
                <a:lnTo>
                  <a:pt x="4863084" y="56387"/>
                </a:lnTo>
                <a:close/>
              </a:path>
            </a:pathLst>
          </a:custGeom>
          <a:solidFill>
            <a:srgbClr val="49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640365" y="2155412"/>
            <a:ext cx="5701030" cy="0"/>
          </a:xfrm>
          <a:custGeom>
            <a:avLst/>
            <a:gdLst/>
            <a:ahLst/>
            <a:cxnLst/>
            <a:rect l="l" t="t" r="r" b="b"/>
            <a:pathLst>
              <a:path w="5701030" h="0">
                <a:moveTo>
                  <a:pt x="0" y="0"/>
                </a:moveTo>
                <a:lnTo>
                  <a:pt x="5700617" y="0"/>
                </a:lnTo>
              </a:path>
            </a:pathLst>
          </a:custGeom>
          <a:ln w="10677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640365" y="3836384"/>
            <a:ext cx="4863465" cy="0"/>
          </a:xfrm>
          <a:custGeom>
            <a:avLst/>
            <a:gdLst/>
            <a:ahLst/>
            <a:cxnLst/>
            <a:rect l="l" t="t" r="r" b="b"/>
            <a:pathLst>
              <a:path w="4863465" h="0">
                <a:moveTo>
                  <a:pt x="0" y="0"/>
                </a:moveTo>
                <a:lnTo>
                  <a:pt x="4863369" y="0"/>
                </a:lnTo>
              </a:path>
            </a:pathLst>
          </a:custGeom>
          <a:ln w="10677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45515" y="2835693"/>
            <a:ext cx="932180" cy="439420"/>
          </a:xfrm>
          <a:custGeom>
            <a:avLst/>
            <a:gdLst/>
            <a:ahLst/>
            <a:cxnLst/>
            <a:rect l="l" t="t" r="r" b="b"/>
            <a:pathLst>
              <a:path w="932180" h="439420">
                <a:moveTo>
                  <a:pt x="608558" y="0"/>
                </a:moveTo>
                <a:lnTo>
                  <a:pt x="510921" y="0"/>
                </a:lnTo>
                <a:lnTo>
                  <a:pt x="451485" y="288315"/>
                </a:lnTo>
                <a:lnTo>
                  <a:pt x="449249" y="299986"/>
                </a:lnTo>
                <a:lnTo>
                  <a:pt x="447294" y="311950"/>
                </a:lnTo>
                <a:lnTo>
                  <a:pt x="445909" y="323938"/>
                </a:lnTo>
                <a:lnTo>
                  <a:pt x="445389" y="335661"/>
                </a:lnTo>
                <a:lnTo>
                  <a:pt x="443865" y="335661"/>
                </a:lnTo>
                <a:lnTo>
                  <a:pt x="440055" y="309283"/>
                </a:lnTo>
                <a:lnTo>
                  <a:pt x="438289" y="298704"/>
                </a:lnTo>
                <a:lnTo>
                  <a:pt x="366052" y="0"/>
                </a:lnTo>
                <a:lnTo>
                  <a:pt x="262318" y="0"/>
                </a:lnTo>
                <a:lnTo>
                  <a:pt x="183070" y="286791"/>
                </a:lnTo>
                <a:lnTo>
                  <a:pt x="175361" y="325412"/>
                </a:lnTo>
                <a:lnTo>
                  <a:pt x="173926" y="337185"/>
                </a:lnTo>
                <a:lnTo>
                  <a:pt x="172402" y="337185"/>
                </a:lnTo>
                <a:lnTo>
                  <a:pt x="170116" y="308521"/>
                </a:lnTo>
                <a:lnTo>
                  <a:pt x="167830" y="286791"/>
                </a:lnTo>
                <a:lnTo>
                  <a:pt x="106781" y="0"/>
                </a:lnTo>
                <a:lnTo>
                  <a:pt x="0" y="0"/>
                </a:lnTo>
                <a:lnTo>
                  <a:pt x="112877" y="431761"/>
                </a:lnTo>
                <a:lnTo>
                  <a:pt x="225742" y="431761"/>
                </a:lnTo>
                <a:lnTo>
                  <a:pt x="298996" y="154114"/>
                </a:lnTo>
                <a:lnTo>
                  <a:pt x="301891" y="144132"/>
                </a:lnTo>
                <a:lnTo>
                  <a:pt x="303949" y="132575"/>
                </a:lnTo>
                <a:lnTo>
                  <a:pt x="305422" y="119570"/>
                </a:lnTo>
                <a:lnTo>
                  <a:pt x="306616" y="105244"/>
                </a:lnTo>
                <a:lnTo>
                  <a:pt x="308140" y="105244"/>
                </a:lnTo>
                <a:lnTo>
                  <a:pt x="309321" y="118706"/>
                </a:lnTo>
                <a:lnTo>
                  <a:pt x="310807" y="131432"/>
                </a:lnTo>
                <a:lnTo>
                  <a:pt x="312851" y="143281"/>
                </a:lnTo>
                <a:lnTo>
                  <a:pt x="315760" y="154114"/>
                </a:lnTo>
                <a:lnTo>
                  <a:pt x="387388" y="431761"/>
                </a:lnTo>
                <a:lnTo>
                  <a:pt x="494157" y="431761"/>
                </a:lnTo>
                <a:lnTo>
                  <a:pt x="608558" y="0"/>
                </a:lnTo>
                <a:close/>
              </a:path>
              <a:path w="932180" h="439420">
                <a:moveTo>
                  <a:pt x="931837" y="263931"/>
                </a:moveTo>
                <a:lnTo>
                  <a:pt x="922680" y="202323"/>
                </a:lnTo>
                <a:lnTo>
                  <a:pt x="895248" y="155638"/>
                </a:lnTo>
                <a:lnTo>
                  <a:pt x="850633" y="125488"/>
                </a:lnTo>
                <a:lnTo>
                  <a:pt x="843343" y="123634"/>
                </a:lnTo>
                <a:lnTo>
                  <a:pt x="843343" y="245643"/>
                </a:lnTo>
                <a:lnTo>
                  <a:pt x="730567" y="245643"/>
                </a:lnTo>
                <a:lnTo>
                  <a:pt x="743000" y="208927"/>
                </a:lnTo>
                <a:lnTo>
                  <a:pt x="778878" y="181165"/>
                </a:lnTo>
                <a:lnTo>
                  <a:pt x="790003" y="180022"/>
                </a:lnTo>
                <a:lnTo>
                  <a:pt x="813130" y="184048"/>
                </a:lnTo>
                <a:lnTo>
                  <a:pt x="829818" y="196227"/>
                </a:lnTo>
                <a:lnTo>
                  <a:pt x="839939" y="216712"/>
                </a:lnTo>
                <a:lnTo>
                  <a:pt x="843343" y="245643"/>
                </a:lnTo>
                <a:lnTo>
                  <a:pt x="843343" y="123634"/>
                </a:lnTo>
                <a:lnTo>
                  <a:pt x="822312" y="118262"/>
                </a:lnTo>
                <a:lnTo>
                  <a:pt x="790003" y="115912"/>
                </a:lnTo>
                <a:lnTo>
                  <a:pt x="759142" y="118770"/>
                </a:lnTo>
                <a:lnTo>
                  <a:pt x="704240" y="141071"/>
                </a:lnTo>
                <a:lnTo>
                  <a:pt x="661060" y="184848"/>
                </a:lnTo>
                <a:lnTo>
                  <a:pt x="638822" y="245592"/>
                </a:lnTo>
                <a:lnTo>
                  <a:pt x="635977" y="282219"/>
                </a:lnTo>
                <a:lnTo>
                  <a:pt x="638556" y="317093"/>
                </a:lnTo>
                <a:lnTo>
                  <a:pt x="659130" y="375335"/>
                </a:lnTo>
                <a:lnTo>
                  <a:pt x="699960" y="416166"/>
                </a:lnTo>
                <a:lnTo>
                  <a:pt x="758228" y="436803"/>
                </a:lnTo>
                <a:lnTo>
                  <a:pt x="793051" y="439394"/>
                </a:lnTo>
                <a:lnTo>
                  <a:pt x="825665" y="437959"/>
                </a:lnTo>
                <a:lnTo>
                  <a:pt x="855014" y="433666"/>
                </a:lnTo>
                <a:lnTo>
                  <a:pt x="881214" y="426491"/>
                </a:lnTo>
                <a:lnTo>
                  <a:pt x="904392" y="416433"/>
                </a:lnTo>
                <a:lnTo>
                  <a:pt x="904392" y="372237"/>
                </a:lnTo>
                <a:lnTo>
                  <a:pt x="904392" y="347853"/>
                </a:lnTo>
                <a:lnTo>
                  <a:pt x="884351" y="358089"/>
                </a:lnTo>
                <a:lnTo>
                  <a:pt x="862863" y="365760"/>
                </a:lnTo>
                <a:lnTo>
                  <a:pt x="839635" y="370573"/>
                </a:lnTo>
                <a:lnTo>
                  <a:pt x="814387" y="372237"/>
                </a:lnTo>
                <a:lnTo>
                  <a:pt x="779856" y="367969"/>
                </a:lnTo>
                <a:lnTo>
                  <a:pt x="754189" y="355269"/>
                </a:lnTo>
                <a:lnTo>
                  <a:pt x="737666" y="334264"/>
                </a:lnTo>
                <a:lnTo>
                  <a:pt x="730567" y="305079"/>
                </a:lnTo>
                <a:lnTo>
                  <a:pt x="931837" y="305079"/>
                </a:lnTo>
                <a:lnTo>
                  <a:pt x="931837" y="263931"/>
                </a:lnTo>
                <a:close/>
              </a:path>
            </a:pathLst>
          </a:custGeom>
          <a:solidFill>
            <a:srgbClr val="2433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733835" y="2809779"/>
            <a:ext cx="320675" cy="465455"/>
          </a:xfrm>
          <a:custGeom>
            <a:avLst/>
            <a:gdLst/>
            <a:ahLst/>
            <a:cxnLst/>
            <a:rect l="l" t="t" r="r" b="b"/>
            <a:pathLst>
              <a:path w="320675" h="465454">
                <a:moveTo>
                  <a:pt x="96012" y="457676"/>
                </a:moveTo>
                <a:lnTo>
                  <a:pt x="0" y="457676"/>
                </a:lnTo>
                <a:lnTo>
                  <a:pt x="0" y="0"/>
                </a:lnTo>
                <a:lnTo>
                  <a:pt x="96012" y="0"/>
                </a:lnTo>
                <a:lnTo>
                  <a:pt x="96012" y="195262"/>
                </a:lnTo>
                <a:lnTo>
                  <a:pt x="296099" y="195262"/>
                </a:lnTo>
                <a:lnTo>
                  <a:pt x="302228" y="204754"/>
                </a:lnTo>
                <a:lnTo>
                  <a:pt x="306199" y="215074"/>
                </a:lnTo>
                <a:lnTo>
                  <a:pt x="160115" y="215074"/>
                </a:lnTo>
                <a:lnTo>
                  <a:pt x="146717" y="216265"/>
                </a:lnTo>
                <a:lnTo>
                  <a:pt x="112776" y="236410"/>
                </a:lnTo>
                <a:lnTo>
                  <a:pt x="95631" y="275080"/>
                </a:lnTo>
                <a:lnTo>
                  <a:pt x="94488" y="291369"/>
                </a:lnTo>
                <a:lnTo>
                  <a:pt x="94488" y="323373"/>
                </a:lnTo>
                <a:lnTo>
                  <a:pt x="103489" y="362244"/>
                </a:lnTo>
                <a:lnTo>
                  <a:pt x="142367" y="390882"/>
                </a:lnTo>
                <a:lnTo>
                  <a:pt x="155543" y="392049"/>
                </a:lnTo>
                <a:lnTo>
                  <a:pt x="300065" y="392049"/>
                </a:lnTo>
                <a:lnTo>
                  <a:pt x="299656" y="393081"/>
                </a:lnTo>
                <a:lnTo>
                  <a:pt x="283654" y="417957"/>
                </a:lnTo>
                <a:lnTo>
                  <a:pt x="280604" y="421005"/>
                </a:lnTo>
                <a:lnTo>
                  <a:pt x="96012" y="421005"/>
                </a:lnTo>
                <a:lnTo>
                  <a:pt x="96012" y="457676"/>
                </a:lnTo>
                <a:close/>
              </a:path>
              <a:path w="320675" h="465454">
                <a:moveTo>
                  <a:pt x="296099" y="195262"/>
                </a:moveTo>
                <a:lnTo>
                  <a:pt x="96012" y="195262"/>
                </a:lnTo>
                <a:lnTo>
                  <a:pt x="116029" y="172125"/>
                </a:lnTo>
                <a:lnTo>
                  <a:pt x="139493" y="155400"/>
                </a:lnTo>
                <a:lnTo>
                  <a:pt x="166386" y="145247"/>
                </a:lnTo>
                <a:lnTo>
                  <a:pt x="196691" y="141827"/>
                </a:lnTo>
                <a:lnTo>
                  <a:pt x="224696" y="144413"/>
                </a:lnTo>
                <a:lnTo>
                  <a:pt x="249281" y="152161"/>
                </a:lnTo>
                <a:lnTo>
                  <a:pt x="270454" y="165053"/>
                </a:lnTo>
                <a:lnTo>
                  <a:pt x="288226" y="183070"/>
                </a:lnTo>
                <a:lnTo>
                  <a:pt x="296099" y="195262"/>
                </a:lnTo>
                <a:close/>
              </a:path>
              <a:path w="320675" h="465454">
                <a:moveTo>
                  <a:pt x="300065" y="392049"/>
                </a:moveTo>
                <a:lnTo>
                  <a:pt x="155543" y="392049"/>
                </a:lnTo>
                <a:lnTo>
                  <a:pt x="170688" y="390596"/>
                </a:lnTo>
                <a:lnTo>
                  <a:pt x="184118" y="386143"/>
                </a:lnTo>
                <a:lnTo>
                  <a:pt x="213598" y="353672"/>
                </a:lnTo>
                <a:lnTo>
                  <a:pt x="222599" y="295941"/>
                </a:lnTo>
                <a:lnTo>
                  <a:pt x="221718" y="277652"/>
                </a:lnTo>
                <a:lnTo>
                  <a:pt x="207359" y="236410"/>
                </a:lnTo>
                <a:lnTo>
                  <a:pt x="174355" y="216265"/>
                </a:lnTo>
                <a:lnTo>
                  <a:pt x="160115" y="215074"/>
                </a:lnTo>
                <a:lnTo>
                  <a:pt x="306199" y="215074"/>
                </a:lnTo>
                <a:lnTo>
                  <a:pt x="312229" y="230743"/>
                </a:lnTo>
                <a:lnTo>
                  <a:pt x="318183" y="260496"/>
                </a:lnTo>
                <a:lnTo>
                  <a:pt x="318284" y="261639"/>
                </a:lnTo>
                <a:lnTo>
                  <a:pt x="320230" y="294417"/>
                </a:lnTo>
                <a:lnTo>
                  <a:pt x="317944" y="331294"/>
                </a:lnTo>
                <a:lnTo>
                  <a:pt x="311086" y="364188"/>
                </a:lnTo>
                <a:lnTo>
                  <a:pt x="300065" y="392049"/>
                </a:lnTo>
                <a:close/>
              </a:path>
              <a:path w="320675" h="465454">
                <a:moveTo>
                  <a:pt x="182975" y="465296"/>
                </a:moveTo>
                <a:lnTo>
                  <a:pt x="156099" y="462447"/>
                </a:lnTo>
                <a:lnTo>
                  <a:pt x="132635" y="454009"/>
                </a:lnTo>
                <a:lnTo>
                  <a:pt x="112600" y="440141"/>
                </a:lnTo>
                <a:lnTo>
                  <a:pt x="96012" y="421005"/>
                </a:lnTo>
                <a:lnTo>
                  <a:pt x="280604" y="421005"/>
                </a:lnTo>
                <a:lnTo>
                  <a:pt x="262739" y="438855"/>
                </a:lnTo>
                <a:lnTo>
                  <a:pt x="238994" y="453628"/>
                </a:lnTo>
                <a:lnTo>
                  <a:pt x="212408" y="462400"/>
                </a:lnTo>
                <a:lnTo>
                  <a:pt x="182975" y="465296"/>
                </a:lnTo>
                <a:close/>
              </a:path>
            </a:pathLst>
          </a:custGeom>
          <a:solidFill>
            <a:srgbClr val="2433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252268" y="2751873"/>
            <a:ext cx="2449830" cy="599440"/>
          </a:xfrm>
          <a:custGeom>
            <a:avLst/>
            <a:gdLst/>
            <a:ahLst/>
            <a:cxnLst/>
            <a:rect l="l" t="t" r="r" b="b"/>
            <a:pathLst>
              <a:path w="2449829" h="599439">
                <a:moveTo>
                  <a:pt x="256235" y="372148"/>
                </a:moveTo>
                <a:lnTo>
                  <a:pt x="249809" y="366052"/>
                </a:lnTo>
                <a:lnTo>
                  <a:pt x="233375" y="350443"/>
                </a:lnTo>
                <a:lnTo>
                  <a:pt x="212801" y="331177"/>
                </a:lnTo>
                <a:lnTo>
                  <a:pt x="197599" y="317284"/>
                </a:lnTo>
                <a:lnTo>
                  <a:pt x="194513" y="314452"/>
                </a:lnTo>
                <a:lnTo>
                  <a:pt x="178511" y="300418"/>
                </a:lnTo>
                <a:lnTo>
                  <a:pt x="161645" y="317284"/>
                </a:lnTo>
                <a:lnTo>
                  <a:pt x="161645" y="251650"/>
                </a:lnTo>
                <a:lnTo>
                  <a:pt x="230327" y="251650"/>
                </a:lnTo>
                <a:lnTo>
                  <a:pt x="230327" y="179920"/>
                </a:lnTo>
                <a:lnTo>
                  <a:pt x="161645" y="179920"/>
                </a:lnTo>
                <a:lnTo>
                  <a:pt x="161645" y="112864"/>
                </a:lnTo>
                <a:lnTo>
                  <a:pt x="161645" y="103720"/>
                </a:lnTo>
                <a:lnTo>
                  <a:pt x="179984" y="101168"/>
                </a:lnTo>
                <a:lnTo>
                  <a:pt x="198310" y="98158"/>
                </a:lnTo>
                <a:lnTo>
                  <a:pt x="234899" y="91440"/>
                </a:lnTo>
                <a:lnTo>
                  <a:pt x="216611" y="16764"/>
                </a:lnTo>
                <a:lnTo>
                  <a:pt x="158546" y="26174"/>
                </a:lnTo>
                <a:lnTo>
                  <a:pt x="103352" y="33718"/>
                </a:lnTo>
                <a:lnTo>
                  <a:pt x="51015" y="39268"/>
                </a:lnTo>
                <a:lnTo>
                  <a:pt x="1524" y="42672"/>
                </a:lnTo>
                <a:lnTo>
                  <a:pt x="4699" y="58648"/>
                </a:lnTo>
                <a:lnTo>
                  <a:pt x="7442" y="76784"/>
                </a:lnTo>
                <a:lnTo>
                  <a:pt x="9893" y="96939"/>
                </a:lnTo>
                <a:lnTo>
                  <a:pt x="12204" y="118960"/>
                </a:lnTo>
                <a:lnTo>
                  <a:pt x="48666" y="116484"/>
                </a:lnTo>
                <a:lnTo>
                  <a:pt x="66509" y="114896"/>
                </a:lnTo>
                <a:lnTo>
                  <a:pt x="83921" y="112864"/>
                </a:lnTo>
                <a:lnTo>
                  <a:pt x="83921" y="179920"/>
                </a:lnTo>
                <a:lnTo>
                  <a:pt x="4572" y="179920"/>
                </a:lnTo>
                <a:lnTo>
                  <a:pt x="4572" y="251650"/>
                </a:lnTo>
                <a:lnTo>
                  <a:pt x="73253" y="251650"/>
                </a:lnTo>
                <a:lnTo>
                  <a:pt x="56019" y="293382"/>
                </a:lnTo>
                <a:lnTo>
                  <a:pt x="38341" y="331368"/>
                </a:lnTo>
                <a:lnTo>
                  <a:pt x="19812" y="365328"/>
                </a:lnTo>
                <a:lnTo>
                  <a:pt x="0" y="395008"/>
                </a:lnTo>
                <a:lnTo>
                  <a:pt x="8597" y="419341"/>
                </a:lnTo>
                <a:lnTo>
                  <a:pt x="16205" y="444233"/>
                </a:lnTo>
                <a:lnTo>
                  <a:pt x="22936" y="469671"/>
                </a:lnTo>
                <a:lnTo>
                  <a:pt x="28968" y="495681"/>
                </a:lnTo>
                <a:lnTo>
                  <a:pt x="44450" y="464515"/>
                </a:lnTo>
                <a:lnTo>
                  <a:pt x="58762" y="432612"/>
                </a:lnTo>
                <a:lnTo>
                  <a:pt x="71920" y="399846"/>
                </a:lnTo>
                <a:lnTo>
                  <a:pt x="83921" y="366052"/>
                </a:lnTo>
                <a:lnTo>
                  <a:pt x="83921" y="599414"/>
                </a:lnTo>
                <a:lnTo>
                  <a:pt x="161645" y="599414"/>
                </a:lnTo>
                <a:lnTo>
                  <a:pt x="161645" y="373672"/>
                </a:lnTo>
                <a:lnTo>
                  <a:pt x="171983" y="385381"/>
                </a:lnTo>
                <a:lnTo>
                  <a:pt x="182308" y="397675"/>
                </a:lnTo>
                <a:lnTo>
                  <a:pt x="192595" y="410565"/>
                </a:lnTo>
                <a:lnTo>
                  <a:pt x="202895" y="424053"/>
                </a:lnTo>
                <a:lnTo>
                  <a:pt x="254660" y="373672"/>
                </a:lnTo>
                <a:lnTo>
                  <a:pt x="256235" y="372148"/>
                </a:lnTo>
                <a:close/>
              </a:path>
              <a:path w="2449829" h="599439">
                <a:moveTo>
                  <a:pt x="564273" y="27432"/>
                </a:moveTo>
                <a:lnTo>
                  <a:pt x="485025" y="27432"/>
                </a:lnTo>
                <a:lnTo>
                  <a:pt x="485025" y="97624"/>
                </a:lnTo>
                <a:lnTo>
                  <a:pt x="485025" y="160108"/>
                </a:lnTo>
                <a:lnTo>
                  <a:pt x="331000" y="160108"/>
                </a:lnTo>
                <a:lnTo>
                  <a:pt x="331000" y="97624"/>
                </a:lnTo>
                <a:lnTo>
                  <a:pt x="485025" y="97624"/>
                </a:lnTo>
                <a:lnTo>
                  <a:pt x="485025" y="27432"/>
                </a:lnTo>
                <a:lnTo>
                  <a:pt x="251663" y="27432"/>
                </a:lnTo>
                <a:lnTo>
                  <a:pt x="251663" y="228790"/>
                </a:lnTo>
                <a:lnTo>
                  <a:pt x="564273" y="228790"/>
                </a:lnTo>
                <a:lnTo>
                  <a:pt x="564273" y="160108"/>
                </a:lnTo>
                <a:lnTo>
                  <a:pt x="564273" y="97624"/>
                </a:lnTo>
                <a:lnTo>
                  <a:pt x="564273" y="27432"/>
                </a:lnTo>
                <a:close/>
              </a:path>
              <a:path w="2449829" h="599439">
                <a:moveTo>
                  <a:pt x="599414" y="510921"/>
                </a:moveTo>
                <a:lnTo>
                  <a:pt x="449872" y="510921"/>
                </a:lnTo>
                <a:lnTo>
                  <a:pt x="449872" y="459105"/>
                </a:lnTo>
                <a:lnTo>
                  <a:pt x="568845" y="459105"/>
                </a:lnTo>
                <a:lnTo>
                  <a:pt x="568845" y="390436"/>
                </a:lnTo>
                <a:lnTo>
                  <a:pt x="449872" y="390436"/>
                </a:lnTo>
                <a:lnTo>
                  <a:pt x="449872" y="341668"/>
                </a:lnTo>
                <a:lnTo>
                  <a:pt x="584085" y="341668"/>
                </a:lnTo>
                <a:lnTo>
                  <a:pt x="584085" y="271462"/>
                </a:lnTo>
                <a:lnTo>
                  <a:pt x="237947" y="271462"/>
                </a:lnTo>
                <a:lnTo>
                  <a:pt x="237947" y="341668"/>
                </a:lnTo>
                <a:lnTo>
                  <a:pt x="366052" y="341668"/>
                </a:lnTo>
                <a:lnTo>
                  <a:pt x="366052" y="390436"/>
                </a:lnTo>
                <a:lnTo>
                  <a:pt x="248615" y="390436"/>
                </a:lnTo>
                <a:lnTo>
                  <a:pt x="248615" y="459105"/>
                </a:lnTo>
                <a:lnTo>
                  <a:pt x="366052" y="459105"/>
                </a:lnTo>
                <a:lnTo>
                  <a:pt x="366052" y="510921"/>
                </a:lnTo>
                <a:lnTo>
                  <a:pt x="207467" y="510921"/>
                </a:lnTo>
                <a:lnTo>
                  <a:pt x="207467" y="579602"/>
                </a:lnTo>
                <a:lnTo>
                  <a:pt x="599414" y="579602"/>
                </a:lnTo>
                <a:lnTo>
                  <a:pt x="599414" y="510921"/>
                </a:lnTo>
                <a:close/>
              </a:path>
              <a:path w="2449829" h="599439">
                <a:moveTo>
                  <a:pt x="1209395" y="338620"/>
                </a:moveTo>
                <a:lnTo>
                  <a:pt x="1040142" y="338620"/>
                </a:lnTo>
                <a:lnTo>
                  <a:pt x="1097775" y="298894"/>
                </a:lnTo>
                <a:lnTo>
                  <a:pt x="1177391" y="244030"/>
                </a:lnTo>
                <a:lnTo>
                  <a:pt x="1177391" y="169252"/>
                </a:lnTo>
                <a:lnTo>
                  <a:pt x="1064526" y="169252"/>
                </a:lnTo>
                <a:lnTo>
                  <a:pt x="1064526" y="240982"/>
                </a:lnTo>
                <a:lnTo>
                  <a:pt x="977557" y="298894"/>
                </a:lnTo>
                <a:lnTo>
                  <a:pt x="892213" y="240982"/>
                </a:lnTo>
                <a:lnTo>
                  <a:pt x="1064526" y="240982"/>
                </a:lnTo>
                <a:lnTo>
                  <a:pt x="1064526" y="169252"/>
                </a:lnTo>
                <a:lnTo>
                  <a:pt x="785444" y="169252"/>
                </a:lnTo>
                <a:lnTo>
                  <a:pt x="785444" y="240982"/>
                </a:lnTo>
                <a:lnTo>
                  <a:pt x="867829" y="240982"/>
                </a:lnTo>
                <a:lnTo>
                  <a:pt x="825068" y="280606"/>
                </a:lnTo>
                <a:lnTo>
                  <a:pt x="847940" y="293738"/>
                </a:lnTo>
                <a:lnTo>
                  <a:pt x="870826" y="307898"/>
                </a:lnTo>
                <a:lnTo>
                  <a:pt x="893724" y="322910"/>
                </a:lnTo>
                <a:lnTo>
                  <a:pt x="916597" y="338620"/>
                </a:lnTo>
                <a:lnTo>
                  <a:pt x="762584" y="338620"/>
                </a:lnTo>
                <a:lnTo>
                  <a:pt x="762584" y="410337"/>
                </a:lnTo>
                <a:lnTo>
                  <a:pt x="940981" y="410337"/>
                </a:lnTo>
                <a:lnTo>
                  <a:pt x="940981" y="475869"/>
                </a:lnTo>
                <a:lnTo>
                  <a:pt x="938936" y="493890"/>
                </a:lnTo>
                <a:lnTo>
                  <a:pt x="932599" y="506780"/>
                </a:lnTo>
                <a:lnTo>
                  <a:pt x="921689" y="514527"/>
                </a:lnTo>
                <a:lnTo>
                  <a:pt x="906208" y="517080"/>
                </a:lnTo>
                <a:lnTo>
                  <a:pt x="893673" y="517067"/>
                </a:lnTo>
                <a:lnTo>
                  <a:pt x="875398" y="516737"/>
                </a:lnTo>
                <a:lnTo>
                  <a:pt x="851408" y="515823"/>
                </a:lnTo>
                <a:lnTo>
                  <a:pt x="822020" y="514070"/>
                </a:lnTo>
                <a:lnTo>
                  <a:pt x="826566" y="532879"/>
                </a:lnTo>
                <a:lnTo>
                  <a:pt x="830973" y="552551"/>
                </a:lnTo>
                <a:lnTo>
                  <a:pt x="835088" y="572782"/>
                </a:lnTo>
                <a:lnTo>
                  <a:pt x="838784" y="593318"/>
                </a:lnTo>
                <a:lnTo>
                  <a:pt x="883666" y="593026"/>
                </a:lnTo>
                <a:lnTo>
                  <a:pt x="947102" y="590740"/>
                </a:lnTo>
                <a:lnTo>
                  <a:pt x="989761" y="580555"/>
                </a:lnTo>
                <a:lnTo>
                  <a:pt x="1016774" y="553161"/>
                </a:lnTo>
                <a:lnTo>
                  <a:pt x="1026312" y="508063"/>
                </a:lnTo>
                <a:lnTo>
                  <a:pt x="1026426" y="410337"/>
                </a:lnTo>
                <a:lnTo>
                  <a:pt x="1123962" y="410337"/>
                </a:lnTo>
                <a:lnTo>
                  <a:pt x="1087386" y="486537"/>
                </a:lnTo>
                <a:lnTo>
                  <a:pt x="1160627" y="506349"/>
                </a:lnTo>
                <a:lnTo>
                  <a:pt x="1209395" y="404152"/>
                </a:lnTo>
                <a:lnTo>
                  <a:pt x="1209395" y="338620"/>
                </a:lnTo>
                <a:close/>
              </a:path>
              <a:path w="2449829" h="599439">
                <a:moveTo>
                  <a:pt x="1209395" y="57912"/>
                </a:moveTo>
                <a:lnTo>
                  <a:pt x="995845" y="57912"/>
                </a:lnTo>
                <a:lnTo>
                  <a:pt x="972985" y="0"/>
                </a:lnTo>
                <a:lnTo>
                  <a:pt x="875449" y="22860"/>
                </a:lnTo>
                <a:lnTo>
                  <a:pt x="878230" y="29413"/>
                </a:lnTo>
                <a:lnTo>
                  <a:pt x="881735" y="37528"/>
                </a:lnTo>
                <a:lnTo>
                  <a:pt x="885520" y="47078"/>
                </a:lnTo>
                <a:lnTo>
                  <a:pt x="889165" y="57912"/>
                </a:lnTo>
                <a:lnTo>
                  <a:pt x="667994" y="57912"/>
                </a:lnTo>
                <a:lnTo>
                  <a:pt x="667994" y="263842"/>
                </a:lnTo>
                <a:lnTo>
                  <a:pt x="666597" y="323697"/>
                </a:lnTo>
                <a:lnTo>
                  <a:pt x="662406" y="378129"/>
                </a:lnTo>
                <a:lnTo>
                  <a:pt x="655421" y="427050"/>
                </a:lnTo>
                <a:lnTo>
                  <a:pt x="645642" y="470395"/>
                </a:lnTo>
                <a:lnTo>
                  <a:pt x="633069" y="508063"/>
                </a:lnTo>
                <a:lnTo>
                  <a:pt x="617702" y="539978"/>
                </a:lnTo>
                <a:lnTo>
                  <a:pt x="686282" y="597890"/>
                </a:lnTo>
                <a:lnTo>
                  <a:pt x="715721" y="532206"/>
                </a:lnTo>
                <a:lnTo>
                  <a:pt x="726948" y="491299"/>
                </a:lnTo>
                <a:lnTo>
                  <a:pt x="735787" y="445058"/>
                </a:lnTo>
                <a:lnTo>
                  <a:pt x="742162" y="393484"/>
                </a:lnTo>
                <a:lnTo>
                  <a:pt x="746036" y="336626"/>
                </a:lnTo>
                <a:lnTo>
                  <a:pt x="747344" y="274510"/>
                </a:lnTo>
                <a:lnTo>
                  <a:pt x="747344" y="131152"/>
                </a:lnTo>
                <a:lnTo>
                  <a:pt x="1209395" y="131152"/>
                </a:lnTo>
                <a:lnTo>
                  <a:pt x="1209395" y="57912"/>
                </a:lnTo>
                <a:close/>
              </a:path>
              <a:path w="2449829" h="599439">
                <a:moveTo>
                  <a:pt x="1416761" y="108305"/>
                </a:moveTo>
                <a:lnTo>
                  <a:pt x="1397635" y="83413"/>
                </a:lnTo>
                <a:lnTo>
                  <a:pt x="1376946" y="56972"/>
                </a:lnTo>
                <a:lnTo>
                  <a:pt x="1354823" y="29121"/>
                </a:lnTo>
                <a:lnTo>
                  <a:pt x="1331417" y="0"/>
                </a:lnTo>
                <a:lnTo>
                  <a:pt x="1264259" y="45720"/>
                </a:lnTo>
                <a:lnTo>
                  <a:pt x="1282026" y="68287"/>
                </a:lnTo>
                <a:lnTo>
                  <a:pt x="1300924" y="94729"/>
                </a:lnTo>
                <a:lnTo>
                  <a:pt x="1320927" y="124879"/>
                </a:lnTo>
                <a:lnTo>
                  <a:pt x="1342085" y="158597"/>
                </a:lnTo>
                <a:lnTo>
                  <a:pt x="1416761" y="108305"/>
                </a:lnTo>
                <a:close/>
              </a:path>
              <a:path w="2449829" h="599439">
                <a:moveTo>
                  <a:pt x="1447330" y="457581"/>
                </a:moveTo>
                <a:lnTo>
                  <a:pt x="1441919" y="434708"/>
                </a:lnTo>
                <a:lnTo>
                  <a:pt x="1439430" y="422529"/>
                </a:lnTo>
                <a:lnTo>
                  <a:pt x="1437233" y="411810"/>
                </a:lnTo>
                <a:lnTo>
                  <a:pt x="1433398" y="388924"/>
                </a:lnTo>
                <a:lnTo>
                  <a:pt x="1430566" y="366052"/>
                </a:lnTo>
                <a:lnTo>
                  <a:pt x="1396568" y="399427"/>
                </a:lnTo>
                <a:lnTo>
                  <a:pt x="1383753" y="412203"/>
                </a:lnTo>
                <a:lnTo>
                  <a:pt x="1374089" y="422529"/>
                </a:lnTo>
                <a:lnTo>
                  <a:pt x="1374089" y="202882"/>
                </a:lnTo>
                <a:lnTo>
                  <a:pt x="1233779" y="202882"/>
                </a:lnTo>
                <a:lnTo>
                  <a:pt x="1233779" y="285178"/>
                </a:lnTo>
                <a:lnTo>
                  <a:pt x="1293304" y="285178"/>
                </a:lnTo>
                <a:lnTo>
                  <a:pt x="1293304" y="465201"/>
                </a:lnTo>
                <a:lnTo>
                  <a:pt x="1291805" y="480085"/>
                </a:lnTo>
                <a:lnTo>
                  <a:pt x="1289304" y="492836"/>
                </a:lnTo>
                <a:lnTo>
                  <a:pt x="1285341" y="503605"/>
                </a:lnTo>
                <a:lnTo>
                  <a:pt x="1279499" y="512546"/>
                </a:lnTo>
                <a:lnTo>
                  <a:pt x="1323784" y="576554"/>
                </a:lnTo>
                <a:lnTo>
                  <a:pt x="1346085" y="552818"/>
                </a:lnTo>
                <a:lnTo>
                  <a:pt x="1374089" y="525068"/>
                </a:lnTo>
                <a:lnTo>
                  <a:pt x="1407845" y="493318"/>
                </a:lnTo>
                <a:lnTo>
                  <a:pt x="1447330" y="457581"/>
                </a:lnTo>
                <a:close/>
              </a:path>
              <a:path w="2449829" h="599439">
                <a:moveTo>
                  <a:pt x="1833092" y="509397"/>
                </a:moveTo>
                <a:lnTo>
                  <a:pt x="1792795" y="501637"/>
                </a:lnTo>
                <a:lnTo>
                  <a:pt x="1754212" y="491871"/>
                </a:lnTo>
                <a:lnTo>
                  <a:pt x="1717319" y="479818"/>
                </a:lnTo>
                <a:lnTo>
                  <a:pt x="1682127" y="465201"/>
                </a:lnTo>
                <a:lnTo>
                  <a:pt x="1711896" y="433158"/>
                </a:lnTo>
                <a:lnTo>
                  <a:pt x="1721573" y="421005"/>
                </a:lnTo>
                <a:lnTo>
                  <a:pt x="1739353" y="398665"/>
                </a:lnTo>
                <a:lnTo>
                  <a:pt x="1764512" y="361607"/>
                </a:lnTo>
                <a:lnTo>
                  <a:pt x="1787372" y="321856"/>
                </a:lnTo>
                <a:lnTo>
                  <a:pt x="1787372" y="250126"/>
                </a:lnTo>
                <a:lnTo>
                  <a:pt x="1692795" y="250126"/>
                </a:lnTo>
                <a:lnTo>
                  <a:pt x="1692795" y="324904"/>
                </a:lnTo>
                <a:lnTo>
                  <a:pt x="1676501" y="351472"/>
                </a:lnTo>
                <a:lnTo>
                  <a:pt x="1657362" y="376339"/>
                </a:lnTo>
                <a:lnTo>
                  <a:pt x="1635442" y="399427"/>
                </a:lnTo>
                <a:lnTo>
                  <a:pt x="1610499" y="421005"/>
                </a:lnTo>
                <a:lnTo>
                  <a:pt x="1585048" y="400380"/>
                </a:lnTo>
                <a:lnTo>
                  <a:pt x="1561299" y="377482"/>
                </a:lnTo>
                <a:lnTo>
                  <a:pt x="1539265" y="352336"/>
                </a:lnTo>
                <a:lnTo>
                  <a:pt x="1518958" y="324904"/>
                </a:lnTo>
                <a:lnTo>
                  <a:pt x="1692795" y="324904"/>
                </a:lnTo>
                <a:lnTo>
                  <a:pt x="1692795" y="250126"/>
                </a:lnTo>
                <a:lnTo>
                  <a:pt x="1482382" y="250126"/>
                </a:lnTo>
                <a:lnTo>
                  <a:pt x="1517307" y="214909"/>
                </a:lnTo>
                <a:lnTo>
                  <a:pt x="1542249" y="177673"/>
                </a:lnTo>
                <a:lnTo>
                  <a:pt x="1557477" y="138137"/>
                </a:lnTo>
                <a:lnTo>
                  <a:pt x="1563255" y="96012"/>
                </a:lnTo>
                <a:lnTo>
                  <a:pt x="1665363" y="96012"/>
                </a:lnTo>
                <a:lnTo>
                  <a:pt x="1665363" y="157073"/>
                </a:lnTo>
                <a:lnTo>
                  <a:pt x="1669643" y="185089"/>
                </a:lnTo>
                <a:lnTo>
                  <a:pt x="1682508" y="205117"/>
                </a:lnTo>
                <a:lnTo>
                  <a:pt x="1703971" y="217157"/>
                </a:lnTo>
                <a:lnTo>
                  <a:pt x="1734032" y="221170"/>
                </a:lnTo>
                <a:lnTo>
                  <a:pt x="1816328" y="221170"/>
                </a:lnTo>
                <a:lnTo>
                  <a:pt x="1818259" y="206273"/>
                </a:lnTo>
                <a:lnTo>
                  <a:pt x="1821472" y="188925"/>
                </a:lnTo>
                <a:lnTo>
                  <a:pt x="1825548" y="169011"/>
                </a:lnTo>
                <a:lnTo>
                  <a:pt x="1829917" y="147015"/>
                </a:lnTo>
                <a:lnTo>
                  <a:pt x="1830044" y="146405"/>
                </a:lnTo>
                <a:lnTo>
                  <a:pt x="1805190" y="147015"/>
                </a:lnTo>
                <a:lnTo>
                  <a:pt x="1785467" y="146786"/>
                </a:lnTo>
                <a:lnTo>
                  <a:pt x="1770900" y="145973"/>
                </a:lnTo>
                <a:lnTo>
                  <a:pt x="1747748" y="118973"/>
                </a:lnTo>
                <a:lnTo>
                  <a:pt x="1747748" y="96012"/>
                </a:lnTo>
                <a:lnTo>
                  <a:pt x="1747748" y="22860"/>
                </a:lnTo>
                <a:lnTo>
                  <a:pt x="1480858" y="22860"/>
                </a:lnTo>
                <a:lnTo>
                  <a:pt x="1480858" y="62484"/>
                </a:lnTo>
                <a:lnTo>
                  <a:pt x="1476616" y="99402"/>
                </a:lnTo>
                <a:lnTo>
                  <a:pt x="1464081" y="132295"/>
                </a:lnTo>
                <a:lnTo>
                  <a:pt x="1443532" y="161163"/>
                </a:lnTo>
                <a:lnTo>
                  <a:pt x="1415237" y="186029"/>
                </a:lnTo>
                <a:lnTo>
                  <a:pt x="1432953" y="203796"/>
                </a:lnTo>
                <a:lnTo>
                  <a:pt x="1449222" y="220395"/>
                </a:lnTo>
                <a:lnTo>
                  <a:pt x="1463763" y="235839"/>
                </a:lnTo>
                <a:lnTo>
                  <a:pt x="1476286" y="250126"/>
                </a:lnTo>
                <a:lnTo>
                  <a:pt x="1435138" y="250126"/>
                </a:lnTo>
                <a:lnTo>
                  <a:pt x="1435138" y="324904"/>
                </a:lnTo>
                <a:lnTo>
                  <a:pt x="1500670" y="324904"/>
                </a:lnTo>
                <a:lnTo>
                  <a:pt x="1447330" y="358432"/>
                </a:lnTo>
                <a:lnTo>
                  <a:pt x="1467624" y="388416"/>
                </a:lnTo>
                <a:lnTo>
                  <a:pt x="1489621" y="416572"/>
                </a:lnTo>
                <a:lnTo>
                  <a:pt x="1513344" y="442734"/>
                </a:lnTo>
                <a:lnTo>
                  <a:pt x="1538770" y="466725"/>
                </a:lnTo>
                <a:lnTo>
                  <a:pt x="1504454" y="482777"/>
                </a:lnTo>
                <a:lnTo>
                  <a:pt x="1467700" y="496836"/>
                </a:lnTo>
                <a:lnTo>
                  <a:pt x="1428356" y="509193"/>
                </a:lnTo>
                <a:lnTo>
                  <a:pt x="1386281" y="520166"/>
                </a:lnTo>
                <a:lnTo>
                  <a:pt x="1400505" y="539800"/>
                </a:lnTo>
                <a:lnTo>
                  <a:pt x="1413179" y="559600"/>
                </a:lnTo>
                <a:lnTo>
                  <a:pt x="1423860" y="579094"/>
                </a:lnTo>
                <a:lnTo>
                  <a:pt x="1432090" y="597890"/>
                </a:lnTo>
                <a:lnTo>
                  <a:pt x="1481201" y="584479"/>
                </a:lnTo>
                <a:lnTo>
                  <a:pt x="1527771" y="567220"/>
                </a:lnTo>
                <a:lnTo>
                  <a:pt x="1571472" y="546239"/>
                </a:lnTo>
                <a:lnTo>
                  <a:pt x="1612023" y="521690"/>
                </a:lnTo>
                <a:lnTo>
                  <a:pt x="1652066" y="544880"/>
                </a:lnTo>
                <a:lnTo>
                  <a:pt x="1694548" y="564362"/>
                </a:lnTo>
                <a:lnTo>
                  <a:pt x="1739607" y="580402"/>
                </a:lnTo>
                <a:lnTo>
                  <a:pt x="1787372" y="593318"/>
                </a:lnTo>
                <a:lnTo>
                  <a:pt x="1798802" y="570788"/>
                </a:lnTo>
                <a:lnTo>
                  <a:pt x="1810232" y="549109"/>
                </a:lnTo>
                <a:lnTo>
                  <a:pt x="1821662" y="528548"/>
                </a:lnTo>
                <a:lnTo>
                  <a:pt x="1825764" y="521690"/>
                </a:lnTo>
                <a:lnTo>
                  <a:pt x="1833092" y="509397"/>
                </a:lnTo>
                <a:close/>
              </a:path>
              <a:path w="2449829" h="599439">
                <a:moveTo>
                  <a:pt x="2035975" y="112877"/>
                </a:moveTo>
                <a:lnTo>
                  <a:pt x="2019096" y="87718"/>
                </a:lnTo>
                <a:lnTo>
                  <a:pt x="2000338" y="60591"/>
                </a:lnTo>
                <a:lnTo>
                  <a:pt x="1979574" y="31762"/>
                </a:lnTo>
                <a:lnTo>
                  <a:pt x="1956625" y="1524"/>
                </a:lnTo>
                <a:lnTo>
                  <a:pt x="1886521" y="41148"/>
                </a:lnTo>
                <a:lnTo>
                  <a:pt x="1907387" y="73456"/>
                </a:lnTo>
                <a:lnTo>
                  <a:pt x="1926526" y="104063"/>
                </a:lnTo>
                <a:lnTo>
                  <a:pt x="1943963" y="132956"/>
                </a:lnTo>
                <a:lnTo>
                  <a:pt x="1959686" y="160121"/>
                </a:lnTo>
                <a:lnTo>
                  <a:pt x="2035975" y="112877"/>
                </a:lnTo>
                <a:close/>
              </a:path>
              <a:path w="2449829" h="599439">
                <a:moveTo>
                  <a:pt x="2090839" y="475869"/>
                </a:moveTo>
                <a:lnTo>
                  <a:pt x="2086267" y="436613"/>
                </a:lnTo>
                <a:lnTo>
                  <a:pt x="2081695" y="385864"/>
                </a:lnTo>
                <a:lnTo>
                  <a:pt x="2053120" y="404799"/>
                </a:lnTo>
                <a:lnTo>
                  <a:pt x="2009686" y="432892"/>
                </a:lnTo>
                <a:lnTo>
                  <a:pt x="1994827" y="442341"/>
                </a:lnTo>
                <a:lnTo>
                  <a:pt x="1994827" y="202882"/>
                </a:lnTo>
                <a:lnTo>
                  <a:pt x="1852993" y="202882"/>
                </a:lnTo>
                <a:lnTo>
                  <a:pt x="1852993" y="282130"/>
                </a:lnTo>
                <a:lnTo>
                  <a:pt x="1915477" y="282130"/>
                </a:lnTo>
                <a:lnTo>
                  <a:pt x="1915477" y="475869"/>
                </a:lnTo>
                <a:lnTo>
                  <a:pt x="1914385" y="491032"/>
                </a:lnTo>
                <a:lnTo>
                  <a:pt x="1911286" y="504494"/>
                </a:lnTo>
                <a:lnTo>
                  <a:pt x="1906485" y="516242"/>
                </a:lnTo>
                <a:lnTo>
                  <a:pt x="1900237" y="526262"/>
                </a:lnTo>
                <a:lnTo>
                  <a:pt x="1944433" y="585698"/>
                </a:lnTo>
                <a:lnTo>
                  <a:pt x="1965604" y="565975"/>
                </a:lnTo>
                <a:lnTo>
                  <a:pt x="1997062" y="541108"/>
                </a:lnTo>
                <a:lnTo>
                  <a:pt x="2038819" y="511073"/>
                </a:lnTo>
                <a:lnTo>
                  <a:pt x="2090839" y="475869"/>
                </a:lnTo>
                <a:close/>
              </a:path>
              <a:path w="2449829" h="599439">
                <a:moveTo>
                  <a:pt x="2449271" y="184505"/>
                </a:moveTo>
                <a:lnTo>
                  <a:pt x="2295245" y="184505"/>
                </a:lnTo>
                <a:lnTo>
                  <a:pt x="2295245" y="1524"/>
                </a:lnTo>
                <a:lnTo>
                  <a:pt x="2205240" y="1524"/>
                </a:lnTo>
                <a:lnTo>
                  <a:pt x="2205240" y="184505"/>
                </a:lnTo>
                <a:lnTo>
                  <a:pt x="2051215" y="184505"/>
                </a:lnTo>
                <a:lnTo>
                  <a:pt x="2051215" y="265366"/>
                </a:lnTo>
                <a:lnTo>
                  <a:pt x="2205240" y="265366"/>
                </a:lnTo>
                <a:lnTo>
                  <a:pt x="2205240" y="596366"/>
                </a:lnTo>
                <a:lnTo>
                  <a:pt x="2295245" y="596366"/>
                </a:lnTo>
                <a:lnTo>
                  <a:pt x="2295245" y="265366"/>
                </a:lnTo>
                <a:lnTo>
                  <a:pt x="2449271" y="265366"/>
                </a:lnTo>
                <a:lnTo>
                  <a:pt x="2449271" y="184505"/>
                </a:lnTo>
                <a:close/>
              </a:path>
            </a:pathLst>
          </a:custGeom>
          <a:solidFill>
            <a:srgbClr val="2433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47039" y="4830991"/>
            <a:ext cx="1517650" cy="381635"/>
          </a:xfrm>
          <a:custGeom>
            <a:avLst/>
            <a:gdLst/>
            <a:ahLst/>
            <a:cxnLst/>
            <a:rect l="l" t="t" r="r" b="b"/>
            <a:pathLst>
              <a:path w="1517650" h="381635">
                <a:moveTo>
                  <a:pt x="99148" y="71628"/>
                </a:moveTo>
                <a:lnTo>
                  <a:pt x="86893" y="57391"/>
                </a:lnTo>
                <a:lnTo>
                  <a:pt x="73050" y="42291"/>
                </a:lnTo>
                <a:lnTo>
                  <a:pt x="57797" y="26619"/>
                </a:lnTo>
                <a:lnTo>
                  <a:pt x="41236" y="10668"/>
                </a:lnTo>
                <a:lnTo>
                  <a:pt x="21424" y="28956"/>
                </a:lnTo>
                <a:lnTo>
                  <a:pt x="34912" y="43002"/>
                </a:lnTo>
                <a:lnTo>
                  <a:pt x="48094" y="57924"/>
                </a:lnTo>
                <a:lnTo>
                  <a:pt x="61290" y="74002"/>
                </a:lnTo>
                <a:lnTo>
                  <a:pt x="74764" y="91528"/>
                </a:lnTo>
                <a:lnTo>
                  <a:pt x="99148" y="71628"/>
                </a:lnTo>
                <a:close/>
              </a:path>
              <a:path w="1517650" h="381635">
                <a:moveTo>
                  <a:pt x="120484" y="282130"/>
                </a:moveTo>
                <a:lnTo>
                  <a:pt x="118440" y="273888"/>
                </a:lnTo>
                <a:lnTo>
                  <a:pt x="114922" y="256844"/>
                </a:lnTo>
                <a:lnTo>
                  <a:pt x="112864" y="248602"/>
                </a:lnTo>
                <a:lnTo>
                  <a:pt x="101701" y="259727"/>
                </a:lnTo>
                <a:lnTo>
                  <a:pt x="90957" y="270129"/>
                </a:lnTo>
                <a:lnTo>
                  <a:pt x="80505" y="279679"/>
                </a:lnTo>
                <a:lnTo>
                  <a:pt x="70192" y="288226"/>
                </a:lnTo>
                <a:lnTo>
                  <a:pt x="70192" y="129628"/>
                </a:lnTo>
                <a:lnTo>
                  <a:pt x="0" y="129628"/>
                </a:lnTo>
                <a:lnTo>
                  <a:pt x="0" y="157060"/>
                </a:lnTo>
                <a:lnTo>
                  <a:pt x="42760" y="157060"/>
                </a:lnTo>
                <a:lnTo>
                  <a:pt x="42672" y="292468"/>
                </a:lnTo>
                <a:lnTo>
                  <a:pt x="41935" y="301929"/>
                </a:lnTo>
                <a:lnTo>
                  <a:pt x="39522" y="310984"/>
                </a:lnTo>
                <a:lnTo>
                  <a:pt x="35699" y="318592"/>
                </a:lnTo>
                <a:lnTo>
                  <a:pt x="30568" y="324891"/>
                </a:lnTo>
                <a:lnTo>
                  <a:pt x="51904" y="349288"/>
                </a:lnTo>
                <a:lnTo>
                  <a:pt x="82562" y="317373"/>
                </a:lnTo>
                <a:lnTo>
                  <a:pt x="113868" y="288226"/>
                </a:lnTo>
                <a:lnTo>
                  <a:pt x="120484" y="282130"/>
                </a:lnTo>
                <a:close/>
              </a:path>
              <a:path w="1517650" h="381635">
                <a:moveTo>
                  <a:pt x="379768" y="327939"/>
                </a:moveTo>
                <a:lnTo>
                  <a:pt x="315937" y="292468"/>
                </a:lnTo>
                <a:lnTo>
                  <a:pt x="273507" y="253174"/>
                </a:lnTo>
                <a:lnTo>
                  <a:pt x="262318" y="240982"/>
                </a:lnTo>
                <a:lnTo>
                  <a:pt x="369087" y="240982"/>
                </a:lnTo>
                <a:lnTo>
                  <a:pt x="369087" y="216598"/>
                </a:lnTo>
                <a:lnTo>
                  <a:pt x="248602" y="216598"/>
                </a:lnTo>
                <a:lnTo>
                  <a:pt x="248602" y="173824"/>
                </a:lnTo>
                <a:lnTo>
                  <a:pt x="320319" y="173824"/>
                </a:lnTo>
                <a:lnTo>
                  <a:pt x="320319" y="186016"/>
                </a:lnTo>
                <a:lnTo>
                  <a:pt x="347751" y="186016"/>
                </a:lnTo>
                <a:lnTo>
                  <a:pt x="347751" y="18288"/>
                </a:lnTo>
                <a:lnTo>
                  <a:pt x="320319" y="18288"/>
                </a:lnTo>
                <a:lnTo>
                  <a:pt x="320319" y="42672"/>
                </a:lnTo>
                <a:lnTo>
                  <a:pt x="320319" y="83820"/>
                </a:lnTo>
                <a:lnTo>
                  <a:pt x="320319" y="108292"/>
                </a:lnTo>
                <a:lnTo>
                  <a:pt x="320319" y="149440"/>
                </a:lnTo>
                <a:lnTo>
                  <a:pt x="248602" y="149440"/>
                </a:lnTo>
                <a:lnTo>
                  <a:pt x="248602" y="108292"/>
                </a:lnTo>
                <a:lnTo>
                  <a:pt x="320319" y="108292"/>
                </a:lnTo>
                <a:lnTo>
                  <a:pt x="320319" y="83820"/>
                </a:lnTo>
                <a:lnTo>
                  <a:pt x="248602" y="83820"/>
                </a:lnTo>
                <a:lnTo>
                  <a:pt x="248602" y="42672"/>
                </a:lnTo>
                <a:lnTo>
                  <a:pt x="320319" y="42672"/>
                </a:lnTo>
                <a:lnTo>
                  <a:pt x="320319" y="18288"/>
                </a:lnTo>
                <a:lnTo>
                  <a:pt x="221170" y="18288"/>
                </a:lnTo>
                <a:lnTo>
                  <a:pt x="221170" y="42672"/>
                </a:lnTo>
                <a:lnTo>
                  <a:pt x="221170" y="83820"/>
                </a:lnTo>
                <a:lnTo>
                  <a:pt x="221170" y="108292"/>
                </a:lnTo>
                <a:lnTo>
                  <a:pt x="221170" y="149440"/>
                </a:lnTo>
                <a:lnTo>
                  <a:pt x="150964" y="149440"/>
                </a:lnTo>
                <a:lnTo>
                  <a:pt x="150964" y="108292"/>
                </a:lnTo>
                <a:lnTo>
                  <a:pt x="221170" y="108292"/>
                </a:lnTo>
                <a:lnTo>
                  <a:pt x="221170" y="83820"/>
                </a:lnTo>
                <a:lnTo>
                  <a:pt x="150964" y="83820"/>
                </a:lnTo>
                <a:lnTo>
                  <a:pt x="150964" y="42672"/>
                </a:lnTo>
                <a:lnTo>
                  <a:pt x="221170" y="42672"/>
                </a:lnTo>
                <a:lnTo>
                  <a:pt x="221170" y="18288"/>
                </a:lnTo>
                <a:lnTo>
                  <a:pt x="123532" y="18288"/>
                </a:lnTo>
                <a:lnTo>
                  <a:pt x="123532" y="186016"/>
                </a:lnTo>
                <a:lnTo>
                  <a:pt x="150964" y="186016"/>
                </a:lnTo>
                <a:lnTo>
                  <a:pt x="150964" y="173824"/>
                </a:lnTo>
                <a:lnTo>
                  <a:pt x="221170" y="173824"/>
                </a:lnTo>
                <a:lnTo>
                  <a:pt x="221170" y="216598"/>
                </a:lnTo>
                <a:lnTo>
                  <a:pt x="103720" y="216598"/>
                </a:lnTo>
                <a:lnTo>
                  <a:pt x="103720" y="240982"/>
                </a:lnTo>
                <a:lnTo>
                  <a:pt x="207454" y="240982"/>
                </a:lnTo>
                <a:lnTo>
                  <a:pt x="183121" y="268427"/>
                </a:lnTo>
                <a:lnTo>
                  <a:pt x="155778" y="293611"/>
                </a:lnTo>
                <a:lnTo>
                  <a:pt x="125298" y="316496"/>
                </a:lnTo>
                <a:lnTo>
                  <a:pt x="91528" y="337096"/>
                </a:lnTo>
                <a:lnTo>
                  <a:pt x="97243" y="342823"/>
                </a:lnTo>
                <a:lnTo>
                  <a:pt x="102958" y="348716"/>
                </a:lnTo>
                <a:lnTo>
                  <a:pt x="108673" y="354876"/>
                </a:lnTo>
                <a:lnTo>
                  <a:pt x="114388" y="361480"/>
                </a:lnTo>
                <a:lnTo>
                  <a:pt x="143332" y="340309"/>
                </a:lnTo>
                <a:lnTo>
                  <a:pt x="170675" y="315556"/>
                </a:lnTo>
                <a:lnTo>
                  <a:pt x="196570" y="287070"/>
                </a:lnTo>
                <a:lnTo>
                  <a:pt x="221170" y="254698"/>
                </a:lnTo>
                <a:lnTo>
                  <a:pt x="221170" y="376720"/>
                </a:lnTo>
                <a:lnTo>
                  <a:pt x="248602" y="376720"/>
                </a:lnTo>
                <a:lnTo>
                  <a:pt x="248602" y="254698"/>
                </a:lnTo>
                <a:lnTo>
                  <a:pt x="248602" y="253174"/>
                </a:lnTo>
                <a:lnTo>
                  <a:pt x="272021" y="284632"/>
                </a:lnTo>
                <a:lnTo>
                  <a:pt x="298754" y="312508"/>
                </a:lnTo>
                <a:lnTo>
                  <a:pt x="328625" y="336638"/>
                </a:lnTo>
                <a:lnTo>
                  <a:pt x="361467" y="356908"/>
                </a:lnTo>
                <a:lnTo>
                  <a:pt x="365975" y="349288"/>
                </a:lnTo>
                <a:lnTo>
                  <a:pt x="370611" y="341858"/>
                </a:lnTo>
                <a:lnTo>
                  <a:pt x="375183" y="334822"/>
                </a:lnTo>
                <a:lnTo>
                  <a:pt x="379768" y="327939"/>
                </a:lnTo>
                <a:close/>
              </a:path>
              <a:path w="1517650" h="381635">
                <a:moveTo>
                  <a:pt x="538353" y="228790"/>
                </a:moveTo>
                <a:lnTo>
                  <a:pt x="524370" y="212775"/>
                </a:lnTo>
                <a:lnTo>
                  <a:pt x="514299" y="201358"/>
                </a:lnTo>
                <a:lnTo>
                  <a:pt x="508927" y="195262"/>
                </a:lnTo>
                <a:lnTo>
                  <a:pt x="506158" y="192125"/>
                </a:lnTo>
                <a:lnTo>
                  <a:pt x="502132" y="187566"/>
                </a:lnTo>
                <a:lnTo>
                  <a:pt x="494157" y="178409"/>
                </a:lnTo>
                <a:lnTo>
                  <a:pt x="478917" y="192125"/>
                </a:lnTo>
                <a:lnTo>
                  <a:pt x="478917" y="141833"/>
                </a:lnTo>
                <a:lnTo>
                  <a:pt x="532257" y="141833"/>
                </a:lnTo>
                <a:lnTo>
                  <a:pt x="532257" y="115925"/>
                </a:lnTo>
                <a:lnTo>
                  <a:pt x="478917" y="115925"/>
                </a:lnTo>
                <a:lnTo>
                  <a:pt x="478917" y="56388"/>
                </a:lnTo>
                <a:lnTo>
                  <a:pt x="478917" y="51816"/>
                </a:lnTo>
                <a:lnTo>
                  <a:pt x="533781" y="42672"/>
                </a:lnTo>
                <a:lnTo>
                  <a:pt x="524637" y="15240"/>
                </a:lnTo>
                <a:lnTo>
                  <a:pt x="491731" y="22428"/>
                </a:lnTo>
                <a:lnTo>
                  <a:pt x="459092" y="28194"/>
                </a:lnTo>
                <a:lnTo>
                  <a:pt x="426440" y="32816"/>
                </a:lnTo>
                <a:lnTo>
                  <a:pt x="393471" y="36576"/>
                </a:lnTo>
                <a:lnTo>
                  <a:pt x="396405" y="43192"/>
                </a:lnTo>
                <a:lnTo>
                  <a:pt x="398614" y="49530"/>
                </a:lnTo>
                <a:lnTo>
                  <a:pt x="400545" y="55867"/>
                </a:lnTo>
                <a:lnTo>
                  <a:pt x="402615" y="62484"/>
                </a:lnTo>
                <a:lnTo>
                  <a:pt x="414972" y="61099"/>
                </a:lnTo>
                <a:lnTo>
                  <a:pt x="439140" y="57772"/>
                </a:lnTo>
                <a:lnTo>
                  <a:pt x="451485" y="56388"/>
                </a:lnTo>
                <a:lnTo>
                  <a:pt x="451485" y="115925"/>
                </a:lnTo>
                <a:lnTo>
                  <a:pt x="391947" y="115925"/>
                </a:lnTo>
                <a:lnTo>
                  <a:pt x="391947" y="141833"/>
                </a:lnTo>
                <a:lnTo>
                  <a:pt x="445389" y="141833"/>
                </a:lnTo>
                <a:lnTo>
                  <a:pt x="433971" y="178155"/>
                </a:lnTo>
                <a:lnTo>
                  <a:pt x="420382" y="211785"/>
                </a:lnTo>
                <a:lnTo>
                  <a:pt x="404799" y="242849"/>
                </a:lnTo>
                <a:lnTo>
                  <a:pt x="387375" y="271462"/>
                </a:lnTo>
                <a:lnTo>
                  <a:pt x="394042" y="288810"/>
                </a:lnTo>
                <a:lnTo>
                  <a:pt x="397027" y="297002"/>
                </a:lnTo>
                <a:lnTo>
                  <a:pt x="399567" y="305092"/>
                </a:lnTo>
                <a:lnTo>
                  <a:pt x="414756" y="281889"/>
                </a:lnTo>
                <a:lnTo>
                  <a:pt x="428383" y="255854"/>
                </a:lnTo>
                <a:lnTo>
                  <a:pt x="440588" y="226987"/>
                </a:lnTo>
                <a:lnTo>
                  <a:pt x="451485" y="195262"/>
                </a:lnTo>
                <a:lnTo>
                  <a:pt x="451485" y="378244"/>
                </a:lnTo>
                <a:lnTo>
                  <a:pt x="478917" y="378244"/>
                </a:lnTo>
                <a:lnTo>
                  <a:pt x="478917" y="201358"/>
                </a:lnTo>
                <a:lnTo>
                  <a:pt x="486346" y="211074"/>
                </a:lnTo>
                <a:lnTo>
                  <a:pt x="494919" y="221932"/>
                </a:lnTo>
                <a:lnTo>
                  <a:pt x="504634" y="233934"/>
                </a:lnTo>
                <a:lnTo>
                  <a:pt x="515493" y="247078"/>
                </a:lnTo>
                <a:lnTo>
                  <a:pt x="538353" y="228790"/>
                </a:lnTo>
                <a:close/>
              </a:path>
              <a:path w="1517650" h="381635">
                <a:moveTo>
                  <a:pt x="742759" y="19812"/>
                </a:moveTo>
                <a:lnTo>
                  <a:pt x="713803" y="19812"/>
                </a:lnTo>
                <a:lnTo>
                  <a:pt x="713803" y="45720"/>
                </a:lnTo>
                <a:lnTo>
                  <a:pt x="713803" y="109829"/>
                </a:lnTo>
                <a:lnTo>
                  <a:pt x="582650" y="109829"/>
                </a:lnTo>
                <a:lnTo>
                  <a:pt x="582650" y="45720"/>
                </a:lnTo>
                <a:lnTo>
                  <a:pt x="713803" y="45720"/>
                </a:lnTo>
                <a:lnTo>
                  <a:pt x="713803" y="19812"/>
                </a:lnTo>
                <a:lnTo>
                  <a:pt x="552069" y="19812"/>
                </a:lnTo>
                <a:lnTo>
                  <a:pt x="552069" y="150977"/>
                </a:lnTo>
                <a:lnTo>
                  <a:pt x="582650" y="150977"/>
                </a:lnTo>
                <a:lnTo>
                  <a:pt x="582650" y="135737"/>
                </a:lnTo>
                <a:lnTo>
                  <a:pt x="713803" y="135737"/>
                </a:lnTo>
                <a:lnTo>
                  <a:pt x="713803" y="150977"/>
                </a:lnTo>
                <a:lnTo>
                  <a:pt x="742759" y="150977"/>
                </a:lnTo>
                <a:lnTo>
                  <a:pt x="742759" y="135737"/>
                </a:lnTo>
                <a:lnTo>
                  <a:pt x="742759" y="109829"/>
                </a:lnTo>
                <a:lnTo>
                  <a:pt x="742759" y="45720"/>
                </a:lnTo>
                <a:lnTo>
                  <a:pt x="742759" y="19812"/>
                </a:lnTo>
                <a:close/>
              </a:path>
              <a:path w="1517650" h="381635">
                <a:moveTo>
                  <a:pt x="771715" y="332524"/>
                </a:moveTo>
                <a:lnTo>
                  <a:pt x="661898" y="332524"/>
                </a:lnTo>
                <a:lnTo>
                  <a:pt x="661898" y="276034"/>
                </a:lnTo>
                <a:lnTo>
                  <a:pt x="748855" y="276034"/>
                </a:lnTo>
                <a:lnTo>
                  <a:pt x="748855" y="250126"/>
                </a:lnTo>
                <a:lnTo>
                  <a:pt x="661898" y="250126"/>
                </a:lnTo>
                <a:lnTo>
                  <a:pt x="661898" y="198310"/>
                </a:lnTo>
                <a:lnTo>
                  <a:pt x="757999" y="198310"/>
                </a:lnTo>
                <a:lnTo>
                  <a:pt x="757999" y="172313"/>
                </a:lnTo>
                <a:lnTo>
                  <a:pt x="535305" y="172313"/>
                </a:lnTo>
                <a:lnTo>
                  <a:pt x="535305" y="198310"/>
                </a:lnTo>
                <a:lnTo>
                  <a:pt x="631418" y="198310"/>
                </a:lnTo>
                <a:lnTo>
                  <a:pt x="631418" y="250126"/>
                </a:lnTo>
                <a:lnTo>
                  <a:pt x="544449" y="250126"/>
                </a:lnTo>
                <a:lnTo>
                  <a:pt x="544449" y="276034"/>
                </a:lnTo>
                <a:lnTo>
                  <a:pt x="631418" y="276034"/>
                </a:lnTo>
                <a:lnTo>
                  <a:pt x="631418" y="332524"/>
                </a:lnTo>
                <a:lnTo>
                  <a:pt x="521589" y="332524"/>
                </a:lnTo>
                <a:lnTo>
                  <a:pt x="521589" y="358432"/>
                </a:lnTo>
                <a:lnTo>
                  <a:pt x="771715" y="358432"/>
                </a:lnTo>
                <a:lnTo>
                  <a:pt x="771715" y="332524"/>
                </a:lnTo>
                <a:close/>
              </a:path>
              <a:path w="1517650" h="381635">
                <a:moveTo>
                  <a:pt x="1156055" y="30480"/>
                </a:moveTo>
                <a:lnTo>
                  <a:pt x="886117" y="30480"/>
                </a:lnTo>
                <a:lnTo>
                  <a:pt x="896023" y="15811"/>
                </a:lnTo>
                <a:lnTo>
                  <a:pt x="901115" y="7975"/>
                </a:lnTo>
                <a:lnTo>
                  <a:pt x="905929" y="0"/>
                </a:lnTo>
                <a:lnTo>
                  <a:pt x="870877" y="0"/>
                </a:lnTo>
                <a:lnTo>
                  <a:pt x="852309" y="31724"/>
                </a:lnTo>
                <a:lnTo>
                  <a:pt x="831011" y="60591"/>
                </a:lnTo>
                <a:lnTo>
                  <a:pt x="807135" y="86626"/>
                </a:lnTo>
                <a:lnTo>
                  <a:pt x="780859" y="109816"/>
                </a:lnTo>
                <a:lnTo>
                  <a:pt x="786295" y="116420"/>
                </a:lnTo>
                <a:lnTo>
                  <a:pt x="791146" y="122593"/>
                </a:lnTo>
                <a:lnTo>
                  <a:pt x="795439" y="128473"/>
                </a:lnTo>
                <a:lnTo>
                  <a:pt x="799147" y="134213"/>
                </a:lnTo>
                <a:lnTo>
                  <a:pt x="809409" y="123926"/>
                </a:lnTo>
                <a:lnTo>
                  <a:pt x="819531" y="113639"/>
                </a:lnTo>
                <a:lnTo>
                  <a:pt x="829360" y="103339"/>
                </a:lnTo>
                <a:lnTo>
                  <a:pt x="838771" y="93052"/>
                </a:lnTo>
                <a:lnTo>
                  <a:pt x="838771" y="227266"/>
                </a:lnTo>
                <a:lnTo>
                  <a:pt x="864781" y="227266"/>
                </a:lnTo>
                <a:lnTo>
                  <a:pt x="864781" y="213550"/>
                </a:lnTo>
                <a:lnTo>
                  <a:pt x="1090422" y="213550"/>
                </a:lnTo>
                <a:lnTo>
                  <a:pt x="1090422" y="224218"/>
                </a:lnTo>
                <a:lnTo>
                  <a:pt x="1117854" y="224218"/>
                </a:lnTo>
                <a:lnTo>
                  <a:pt x="1117854" y="213550"/>
                </a:lnTo>
                <a:lnTo>
                  <a:pt x="1117854" y="190601"/>
                </a:lnTo>
                <a:lnTo>
                  <a:pt x="1117854" y="82296"/>
                </a:lnTo>
                <a:lnTo>
                  <a:pt x="1090422" y="82296"/>
                </a:lnTo>
                <a:lnTo>
                  <a:pt x="1090422" y="106768"/>
                </a:lnTo>
                <a:lnTo>
                  <a:pt x="1090422" y="137261"/>
                </a:lnTo>
                <a:lnTo>
                  <a:pt x="1090422" y="158597"/>
                </a:lnTo>
                <a:lnTo>
                  <a:pt x="1090422" y="190601"/>
                </a:lnTo>
                <a:lnTo>
                  <a:pt x="864781" y="190601"/>
                </a:lnTo>
                <a:lnTo>
                  <a:pt x="864781" y="158597"/>
                </a:lnTo>
                <a:lnTo>
                  <a:pt x="1090422" y="158597"/>
                </a:lnTo>
                <a:lnTo>
                  <a:pt x="1090422" y="137261"/>
                </a:lnTo>
                <a:lnTo>
                  <a:pt x="864781" y="137261"/>
                </a:lnTo>
                <a:lnTo>
                  <a:pt x="864781" y="106768"/>
                </a:lnTo>
                <a:lnTo>
                  <a:pt x="1090422" y="106768"/>
                </a:lnTo>
                <a:lnTo>
                  <a:pt x="1090422" y="82296"/>
                </a:lnTo>
                <a:lnTo>
                  <a:pt x="848017" y="82296"/>
                </a:lnTo>
                <a:lnTo>
                  <a:pt x="853490" y="76288"/>
                </a:lnTo>
                <a:lnTo>
                  <a:pt x="858685" y="69723"/>
                </a:lnTo>
                <a:lnTo>
                  <a:pt x="863866" y="62572"/>
                </a:lnTo>
                <a:lnTo>
                  <a:pt x="869353" y="54864"/>
                </a:lnTo>
                <a:lnTo>
                  <a:pt x="1156055" y="54864"/>
                </a:lnTo>
                <a:lnTo>
                  <a:pt x="1156055" y="30480"/>
                </a:lnTo>
                <a:close/>
              </a:path>
              <a:path w="1517650" h="381635">
                <a:moveTo>
                  <a:pt x="1162151" y="344716"/>
                </a:moveTo>
                <a:lnTo>
                  <a:pt x="1124127" y="340944"/>
                </a:lnTo>
                <a:lnTo>
                  <a:pt x="1054468" y="330568"/>
                </a:lnTo>
                <a:lnTo>
                  <a:pt x="1023366" y="323380"/>
                </a:lnTo>
                <a:lnTo>
                  <a:pt x="1045591" y="312712"/>
                </a:lnTo>
                <a:lnTo>
                  <a:pt x="1050772" y="310210"/>
                </a:lnTo>
                <a:lnTo>
                  <a:pt x="1075753" y="295897"/>
                </a:lnTo>
                <a:lnTo>
                  <a:pt x="1098156" y="280428"/>
                </a:lnTo>
                <a:lnTo>
                  <a:pt x="1116050" y="265366"/>
                </a:lnTo>
                <a:lnTo>
                  <a:pt x="1117854" y="263842"/>
                </a:lnTo>
                <a:lnTo>
                  <a:pt x="1117854" y="244030"/>
                </a:lnTo>
                <a:lnTo>
                  <a:pt x="1073658" y="244030"/>
                </a:lnTo>
                <a:lnTo>
                  <a:pt x="1073658" y="265366"/>
                </a:lnTo>
                <a:lnTo>
                  <a:pt x="1055344" y="277901"/>
                </a:lnTo>
                <a:lnTo>
                  <a:pt x="1034592" y="290182"/>
                </a:lnTo>
                <a:lnTo>
                  <a:pt x="1011250" y="301879"/>
                </a:lnTo>
                <a:lnTo>
                  <a:pt x="985177" y="312712"/>
                </a:lnTo>
                <a:lnTo>
                  <a:pt x="960259" y="302742"/>
                </a:lnTo>
                <a:lnTo>
                  <a:pt x="937933" y="291325"/>
                </a:lnTo>
                <a:lnTo>
                  <a:pt x="917879" y="278765"/>
                </a:lnTo>
                <a:lnTo>
                  <a:pt x="914196" y="276034"/>
                </a:lnTo>
                <a:lnTo>
                  <a:pt x="899833" y="265366"/>
                </a:lnTo>
                <a:lnTo>
                  <a:pt x="1073658" y="265366"/>
                </a:lnTo>
                <a:lnTo>
                  <a:pt x="1073658" y="244030"/>
                </a:lnTo>
                <a:lnTo>
                  <a:pt x="910501" y="244030"/>
                </a:lnTo>
                <a:lnTo>
                  <a:pt x="915073" y="238556"/>
                </a:lnTo>
                <a:lnTo>
                  <a:pt x="924217" y="228168"/>
                </a:lnTo>
                <a:lnTo>
                  <a:pt x="928789" y="222694"/>
                </a:lnTo>
                <a:lnTo>
                  <a:pt x="893737" y="222694"/>
                </a:lnTo>
                <a:lnTo>
                  <a:pt x="871169" y="247840"/>
                </a:lnTo>
                <a:lnTo>
                  <a:pt x="844727" y="270713"/>
                </a:lnTo>
                <a:lnTo>
                  <a:pt x="814565" y="291312"/>
                </a:lnTo>
                <a:lnTo>
                  <a:pt x="780859" y="309664"/>
                </a:lnTo>
                <a:lnTo>
                  <a:pt x="786295" y="314490"/>
                </a:lnTo>
                <a:lnTo>
                  <a:pt x="791146" y="319760"/>
                </a:lnTo>
                <a:lnTo>
                  <a:pt x="795439" y="325297"/>
                </a:lnTo>
                <a:lnTo>
                  <a:pt x="799147" y="331000"/>
                </a:lnTo>
                <a:lnTo>
                  <a:pt x="820331" y="318985"/>
                </a:lnTo>
                <a:lnTo>
                  <a:pt x="840536" y="305841"/>
                </a:lnTo>
                <a:lnTo>
                  <a:pt x="859878" y="291515"/>
                </a:lnTo>
                <a:lnTo>
                  <a:pt x="878497" y="276034"/>
                </a:lnTo>
                <a:lnTo>
                  <a:pt x="894181" y="289217"/>
                </a:lnTo>
                <a:lnTo>
                  <a:pt x="911453" y="301421"/>
                </a:lnTo>
                <a:lnTo>
                  <a:pt x="930046" y="312712"/>
                </a:lnTo>
                <a:lnTo>
                  <a:pt x="950125" y="323380"/>
                </a:lnTo>
                <a:lnTo>
                  <a:pt x="921232" y="331381"/>
                </a:lnTo>
                <a:lnTo>
                  <a:pt x="887056" y="339382"/>
                </a:lnTo>
                <a:lnTo>
                  <a:pt x="847420" y="347383"/>
                </a:lnTo>
                <a:lnTo>
                  <a:pt x="802195" y="355384"/>
                </a:lnTo>
                <a:lnTo>
                  <a:pt x="807631" y="362000"/>
                </a:lnTo>
                <a:lnTo>
                  <a:pt x="812482" y="368338"/>
                </a:lnTo>
                <a:lnTo>
                  <a:pt x="816775" y="374662"/>
                </a:lnTo>
                <a:lnTo>
                  <a:pt x="820483" y="381292"/>
                </a:lnTo>
                <a:lnTo>
                  <a:pt x="866825" y="370979"/>
                </a:lnTo>
                <a:lnTo>
                  <a:pt x="909726" y="360527"/>
                </a:lnTo>
                <a:lnTo>
                  <a:pt x="949159" y="349783"/>
                </a:lnTo>
                <a:lnTo>
                  <a:pt x="985177" y="338620"/>
                </a:lnTo>
                <a:lnTo>
                  <a:pt x="1020089" y="350354"/>
                </a:lnTo>
                <a:lnTo>
                  <a:pt x="1058418" y="360527"/>
                </a:lnTo>
                <a:lnTo>
                  <a:pt x="1100175" y="369265"/>
                </a:lnTo>
                <a:lnTo>
                  <a:pt x="1145387" y="376720"/>
                </a:lnTo>
                <a:lnTo>
                  <a:pt x="1149070" y="368922"/>
                </a:lnTo>
                <a:lnTo>
                  <a:pt x="1153198" y="361289"/>
                </a:lnTo>
                <a:lnTo>
                  <a:pt x="1157592" y="353352"/>
                </a:lnTo>
                <a:lnTo>
                  <a:pt x="1162151" y="344716"/>
                </a:lnTo>
                <a:close/>
              </a:path>
              <a:path w="1517650" h="381635">
                <a:moveTo>
                  <a:pt x="1386268" y="158597"/>
                </a:moveTo>
                <a:lnTo>
                  <a:pt x="1358265" y="144322"/>
                </a:lnTo>
                <a:lnTo>
                  <a:pt x="1326819" y="129070"/>
                </a:lnTo>
                <a:lnTo>
                  <a:pt x="1291932" y="112941"/>
                </a:lnTo>
                <a:lnTo>
                  <a:pt x="1253591" y="96113"/>
                </a:lnTo>
                <a:lnTo>
                  <a:pt x="1236827" y="120497"/>
                </a:lnTo>
                <a:lnTo>
                  <a:pt x="1266571" y="134823"/>
                </a:lnTo>
                <a:lnTo>
                  <a:pt x="1298435" y="150596"/>
                </a:lnTo>
                <a:lnTo>
                  <a:pt x="1332280" y="168071"/>
                </a:lnTo>
                <a:lnTo>
                  <a:pt x="1367980" y="187553"/>
                </a:lnTo>
                <a:lnTo>
                  <a:pt x="1386268" y="158597"/>
                </a:lnTo>
                <a:close/>
              </a:path>
              <a:path w="1517650" h="381635">
                <a:moveTo>
                  <a:pt x="1454950" y="189077"/>
                </a:moveTo>
                <a:lnTo>
                  <a:pt x="1408442" y="205765"/>
                </a:lnTo>
                <a:lnTo>
                  <a:pt x="1358671" y="222796"/>
                </a:lnTo>
                <a:lnTo>
                  <a:pt x="1305598" y="240182"/>
                </a:lnTo>
                <a:lnTo>
                  <a:pt x="1249248" y="257924"/>
                </a:lnTo>
                <a:lnTo>
                  <a:pt x="1189570" y="276034"/>
                </a:lnTo>
                <a:lnTo>
                  <a:pt x="1201775" y="309664"/>
                </a:lnTo>
                <a:lnTo>
                  <a:pt x="1454950" y="222694"/>
                </a:lnTo>
                <a:lnTo>
                  <a:pt x="1454086" y="217881"/>
                </a:lnTo>
                <a:lnTo>
                  <a:pt x="1453807" y="210489"/>
                </a:lnTo>
                <a:lnTo>
                  <a:pt x="1454086" y="200799"/>
                </a:lnTo>
                <a:lnTo>
                  <a:pt x="1454950" y="189077"/>
                </a:lnTo>
                <a:close/>
              </a:path>
              <a:path w="1517650" h="381635">
                <a:moveTo>
                  <a:pt x="1517434" y="33528"/>
                </a:moveTo>
                <a:lnTo>
                  <a:pt x="1198727" y="33528"/>
                </a:lnTo>
                <a:lnTo>
                  <a:pt x="1198727" y="64008"/>
                </a:lnTo>
                <a:lnTo>
                  <a:pt x="1483906" y="64008"/>
                </a:lnTo>
                <a:lnTo>
                  <a:pt x="1482737" y="120497"/>
                </a:lnTo>
                <a:lnTo>
                  <a:pt x="1481429" y="174053"/>
                </a:lnTo>
                <a:lnTo>
                  <a:pt x="1479829" y="224269"/>
                </a:lnTo>
                <a:lnTo>
                  <a:pt x="1477810" y="271462"/>
                </a:lnTo>
                <a:lnTo>
                  <a:pt x="1470088" y="310553"/>
                </a:lnTo>
                <a:lnTo>
                  <a:pt x="1433868" y="330377"/>
                </a:lnTo>
                <a:lnTo>
                  <a:pt x="1420837" y="330962"/>
                </a:lnTo>
                <a:lnTo>
                  <a:pt x="1405851" y="330949"/>
                </a:lnTo>
                <a:lnTo>
                  <a:pt x="1388795" y="330619"/>
                </a:lnTo>
                <a:lnTo>
                  <a:pt x="1368590" y="329704"/>
                </a:lnTo>
                <a:lnTo>
                  <a:pt x="1345120" y="327952"/>
                </a:lnTo>
                <a:lnTo>
                  <a:pt x="1347355" y="337921"/>
                </a:lnTo>
                <a:lnTo>
                  <a:pt x="1349311" y="347192"/>
                </a:lnTo>
                <a:lnTo>
                  <a:pt x="1350695" y="355587"/>
                </a:lnTo>
                <a:lnTo>
                  <a:pt x="1351216" y="363004"/>
                </a:lnTo>
                <a:lnTo>
                  <a:pt x="1370342" y="363880"/>
                </a:lnTo>
                <a:lnTo>
                  <a:pt x="1388757" y="364337"/>
                </a:lnTo>
                <a:lnTo>
                  <a:pt x="1422946" y="364528"/>
                </a:lnTo>
                <a:lnTo>
                  <a:pt x="1460106" y="359333"/>
                </a:lnTo>
                <a:lnTo>
                  <a:pt x="1487144" y="343560"/>
                </a:lnTo>
                <a:lnTo>
                  <a:pt x="1495158" y="331000"/>
                </a:lnTo>
                <a:lnTo>
                  <a:pt x="1504162" y="316903"/>
                </a:lnTo>
                <a:lnTo>
                  <a:pt x="1511338" y="279082"/>
                </a:lnTo>
                <a:lnTo>
                  <a:pt x="1513649" y="210489"/>
                </a:lnTo>
                <a:lnTo>
                  <a:pt x="1515059" y="159727"/>
                </a:lnTo>
                <a:lnTo>
                  <a:pt x="1516354" y="101231"/>
                </a:lnTo>
                <a:lnTo>
                  <a:pt x="1517434" y="33528"/>
                </a:lnTo>
                <a:close/>
              </a:path>
            </a:pathLst>
          </a:custGeom>
          <a:solidFill>
            <a:srgbClr val="364D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743997" y="6122955"/>
            <a:ext cx="999490" cy="244475"/>
            <a:chOff x="743997" y="6122955"/>
            <a:chExt cx="999490" cy="244475"/>
          </a:xfrm>
        </p:grpSpPr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3997" y="6122955"/>
              <a:ext cx="475869" cy="24250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7298" y="6122955"/>
              <a:ext cx="495681" cy="244030"/>
            </a:xfrm>
            <a:prstGeom prst="rect">
              <a:avLst/>
            </a:prstGeom>
          </p:spPr>
        </p:pic>
      </p:grpSp>
      <p:pic>
        <p:nvPicPr>
          <p:cNvPr id="34" name="object 3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20703" y="6122955"/>
            <a:ext cx="2261616" cy="247078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743991" y="6505867"/>
            <a:ext cx="1247775" cy="245745"/>
          </a:xfrm>
          <a:custGeom>
            <a:avLst/>
            <a:gdLst/>
            <a:ahLst/>
            <a:cxnLst/>
            <a:rect l="l" t="t" r="r" b="b"/>
            <a:pathLst>
              <a:path w="1247775" h="245745">
                <a:moveTo>
                  <a:pt x="112877" y="166217"/>
                </a:moveTo>
                <a:lnTo>
                  <a:pt x="73253" y="170789"/>
                </a:lnTo>
                <a:lnTo>
                  <a:pt x="73253" y="134213"/>
                </a:lnTo>
                <a:lnTo>
                  <a:pt x="106781" y="134213"/>
                </a:lnTo>
                <a:lnTo>
                  <a:pt x="106781" y="117436"/>
                </a:lnTo>
                <a:lnTo>
                  <a:pt x="73253" y="117436"/>
                </a:lnTo>
                <a:lnTo>
                  <a:pt x="73253" y="67056"/>
                </a:lnTo>
                <a:lnTo>
                  <a:pt x="56489" y="67056"/>
                </a:lnTo>
                <a:lnTo>
                  <a:pt x="56489" y="117436"/>
                </a:lnTo>
                <a:lnTo>
                  <a:pt x="26009" y="117436"/>
                </a:lnTo>
                <a:lnTo>
                  <a:pt x="31724" y="102323"/>
                </a:lnTo>
                <a:lnTo>
                  <a:pt x="37439" y="86766"/>
                </a:lnTo>
                <a:lnTo>
                  <a:pt x="43154" y="70891"/>
                </a:lnTo>
                <a:lnTo>
                  <a:pt x="48869" y="54864"/>
                </a:lnTo>
                <a:lnTo>
                  <a:pt x="105257" y="54864"/>
                </a:lnTo>
                <a:lnTo>
                  <a:pt x="105257" y="39624"/>
                </a:lnTo>
                <a:lnTo>
                  <a:pt x="54965" y="39624"/>
                </a:lnTo>
                <a:lnTo>
                  <a:pt x="57480" y="30480"/>
                </a:lnTo>
                <a:lnTo>
                  <a:pt x="63106" y="12192"/>
                </a:lnTo>
                <a:lnTo>
                  <a:pt x="65633" y="3048"/>
                </a:lnTo>
                <a:lnTo>
                  <a:pt x="45821" y="0"/>
                </a:lnTo>
                <a:lnTo>
                  <a:pt x="44145" y="8547"/>
                </a:lnTo>
                <a:lnTo>
                  <a:pt x="41630" y="18097"/>
                </a:lnTo>
                <a:lnTo>
                  <a:pt x="38582" y="28308"/>
                </a:lnTo>
                <a:lnTo>
                  <a:pt x="35153" y="39624"/>
                </a:lnTo>
                <a:lnTo>
                  <a:pt x="4572" y="39624"/>
                </a:lnTo>
                <a:lnTo>
                  <a:pt x="4572" y="54864"/>
                </a:lnTo>
                <a:lnTo>
                  <a:pt x="30581" y="54864"/>
                </a:lnTo>
                <a:lnTo>
                  <a:pt x="25704" y="69176"/>
                </a:lnTo>
                <a:lnTo>
                  <a:pt x="20307" y="84289"/>
                </a:lnTo>
                <a:lnTo>
                  <a:pt x="14211" y="100609"/>
                </a:lnTo>
                <a:lnTo>
                  <a:pt x="7620" y="117436"/>
                </a:lnTo>
                <a:lnTo>
                  <a:pt x="7620" y="134213"/>
                </a:lnTo>
                <a:lnTo>
                  <a:pt x="56489" y="134213"/>
                </a:lnTo>
                <a:lnTo>
                  <a:pt x="56489" y="172313"/>
                </a:lnTo>
                <a:lnTo>
                  <a:pt x="42748" y="173697"/>
                </a:lnTo>
                <a:lnTo>
                  <a:pt x="14655" y="177101"/>
                </a:lnTo>
                <a:lnTo>
                  <a:pt x="0" y="178498"/>
                </a:lnTo>
                <a:lnTo>
                  <a:pt x="3048" y="196786"/>
                </a:lnTo>
                <a:lnTo>
                  <a:pt x="16789" y="194741"/>
                </a:lnTo>
                <a:lnTo>
                  <a:pt x="43649" y="191211"/>
                </a:lnTo>
                <a:lnTo>
                  <a:pt x="56489" y="189166"/>
                </a:lnTo>
                <a:lnTo>
                  <a:pt x="56489" y="242506"/>
                </a:lnTo>
                <a:lnTo>
                  <a:pt x="73253" y="242506"/>
                </a:lnTo>
                <a:lnTo>
                  <a:pt x="73253" y="189166"/>
                </a:lnTo>
                <a:lnTo>
                  <a:pt x="73253" y="187642"/>
                </a:lnTo>
                <a:lnTo>
                  <a:pt x="111353" y="183070"/>
                </a:lnTo>
                <a:lnTo>
                  <a:pt x="111353" y="178498"/>
                </a:lnTo>
                <a:lnTo>
                  <a:pt x="112877" y="172313"/>
                </a:lnTo>
                <a:lnTo>
                  <a:pt x="112877" y="170789"/>
                </a:lnTo>
                <a:lnTo>
                  <a:pt x="112877" y="166217"/>
                </a:lnTo>
                <a:close/>
              </a:path>
              <a:path w="1247775" h="245745">
                <a:moveTo>
                  <a:pt x="242506" y="41148"/>
                </a:moveTo>
                <a:lnTo>
                  <a:pt x="144881" y="41148"/>
                </a:lnTo>
                <a:lnTo>
                  <a:pt x="148513" y="32004"/>
                </a:lnTo>
                <a:lnTo>
                  <a:pt x="152311" y="22860"/>
                </a:lnTo>
                <a:lnTo>
                  <a:pt x="155841" y="13716"/>
                </a:lnTo>
                <a:lnTo>
                  <a:pt x="158686" y="4572"/>
                </a:lnTo>
                <a:lnTo>
                  <a:pt x="140309" y="0"/>
                </a:lnTo>
                <a:lnTo>
                  <a:pt x="130594" y="28308"/>
                </a:lnTo>
                <a:lnTo>
                  <a:pt x="119735" y="53924"/>
                </a:lnTo>
                <a:lnTo>
                  <a:pt x="107734" y="76974"/>
                </a:lnTo>
                <a:lnTo>
                  <a:pt x="94589" y="97624"/>
                </a:lnTo>
                <a:lnTo>
                  <a:pt x="100685" y="100672"/>
                </a:lnTo>
                <a:lnTo>
                  <a:pt x="106781" y="105244"/>
                </a:lnTo>
                <a:lnTo>
                  <a:pt x="111353" y="108292"/>
                </a:lnTo>
                <a:lnTo>
                  <a:pt x="118186" y="96583"/>
                </a:lnTo>
                <a:lnTo>
                  <a:pt x="124764" y="84480"/>
                </a:lnTo>
                <a:lnTo>
                  <a:pt x="131279" y="71399"/>
                </a:lnTo>
                <a:lnTo>
                  <a:pt x="137261" y="57912"/>
                </a:lnTo>
                <a:lnTo>
                  <a:pt x="219646" y="57912"/>
                </a:lnTo>
                <a:lnTo>
                  <a:pt x="196786" y="100672"/>
                </a:lnTo>
                <a:lnTo>
                  <a:pt x="216598" y="105244"/>
                </a:lnTo>
                <a:lnTo>
                  <a:pt x="242506" y="57912"/>
                </a:lnTo>
                <a:lnTo>
                  <a:pt x="242506" y="41148"/>
                </a:lnTo>
                <a:close/>
              </a:path>
              <a:path w="1247775" h="245745">
                <a:moveTo>
                  <a:pt x="247078" y="225742"/>
                </a:moveTo>
                <a:lnTo>
                  <a:pt x="202501" y="187020"/>
                </a:lnTo>
                <a:lnTo>
                  <a:pt x="173926" y="117436"/>
                </a:lnTo>
                <a:lnTo>
                  <a:pt x="174802" y="106629"/>
                </a:lnTo>
                <a:lnTo>
                  <a:pt x="175260" y="94957"/>
                </a:lnTo>
                <a:lnTo>
                  <a:pt x="175374" y="86766"/>
                </a:lnTo>
                <a:lnTo>
                  <a:pt x="175450" y="70104"/>
                </a:lnTo>
                <a:lnTo>
                  <a:pt x="157162" y="70104"/>
                </a:lnTo>
                <a:lnTo>
                  <a:pt x="156933" y="84480"/>
                </a:lnTo>
                <a:lnTo>
                  <a:pt x="156870" y="86766"/>
                </a:lnTo>
                <a:lnTo>
                  <a:pt x="156413" y="97624"/>
                </a:lnTo>
                <a:lnTo>
                  <a:pt x="155790" y="110058"/>
                </a:lnTo>
                <a:lnTo>
                  <a:pt x="155549" y="118973"/>
                </a:lnTo>
                <a:lnTo>
                  <a:pt x="149491" y="153276"/>
                </a:lnTo>
                <a:lnTo>
                  <a:pt x="135737" y="183019"/>
                </a:lnTo>
                <a:lnTo>
                  <a:pt x="113969" y="208203"/>
                </a:lnTo>
                <a:lnTo>
                  <a:pt x="83921" y="228790"/>
                </a:lnTo>
                <a:lnTo>
                  <a:pt x="88493" y="234886"/>
                </a:lnTo>
                <a:lnTo>
                  <a:pt x="93065" y="239458"/>
                </a:lnTo>
                <a:lnTo>
                  <a:pt x="97637" y="245554"/>
                </a:lnTo>
                <a:lnTo>
                  <a:pt x="123393" y="226974"/>
                </a:lnTo>
                <a:lnTo>
                  <a:pt x="143586" y="205536"/>
                </a:lnTo>
                <a:lnTo>
                  <a:pt x="158356" y="181216"/>
                </a:lnTo>
                <a:lnTo>
                  <a:pt x="167830" y="154025"/>
                </a:lnTo>
                <a:lnTo>
                  <a:pt x="179552" y="183743"/>
                </a:lnTo>
                <a:lnTo>
                  <a:pt x="194119" y="208584"/>
                </a:lnTo>
                <a:lnTo>
                  <a:pt x="211556" y="228269"/>
                </a:lnTo>
                <a:lnTo>
                  <a:pt x="231838" y="242506"/>
                </a:lnTo>
                <a:lnTo>
                  <a:pt x="242506" y="231838"/>
                </a:lnTo>
                <a:lnTo>
                  <a:pt x="247078" y="225742"/>
                </a:lnTo>
                <a:close/>
              </a:path>
              <a:path w="1247775" h="245745">
                <a:moveTo>
                  <a:pt x="324891" y="9144"/>
                </a:moveTo>
                <a:lnTo>
                  <a:pt x="305079" y="3048"/>
                </a:lnTo>
                <a:lnTo>
                  <a:pt x="293890" y="37325"/>
                </a:lnTo>
                <a:lnTo>
                  <a:pt x="281000" y="69202"/>
                </a:lnTo>
                <a:lnTo>
                  <a:pt x="266420" y="98501"/>
                </a:lnTo>
                <a:lnTo>
                  <a:pt x="250126" y="125056"/>
                </a:lnTo>
                <a:lnTo>
                  <a:pt x="254698" y="131152"/>
                </a:lnTo>
                <a:lnTo>
                  <a:pt x="257746" y="138772"/>
                </a:lnTo>
                <a:lnTo>
                  <a:pt x="259270" y="146405"/>
                </a:lnTo>
                <a:lnTo>
                  <a:pt x="266128" y="136093"/>
                </a:lnTo>
                <a:lnTo>
                  <a:pt x="272986" y="125628"/>
                </a:lnTo>
                <a:lnTo>
                  <a:pt x="279844" y="114896"/>
                </a:lnTo>
                <a:lnTo>
                  <a:pt x="286702" y="103720"/>
                </a:lnTo>
                <a:lnTo>
                  <a:pt x="286702" y="242506"/>
                </a:lnTo>
                <a:lnTo>
                  <a:pt x="306603" y="242506"/>
                </a:lnTo>
                <a:lnTo>
                  <a:pt x="306603" y="103720"/>
                </a:lnTo>
                <a:lnTo>
                  <a:pt x="306603" y="62484"/>
                </a:lnTo>
                <a:lnTo>
                  <a:pt x="311175" y="49644"/>
                </a:lnTo>
                <a:lnTo>
                  <a:pt x="315747" y="36385"/>
                </a:lnTo>
                <a:lnTo>
                  <a:pt x="320319" y="22834"/>
                </a:lnTo>
                <a:lnTo>
                  <a:pt x="324891" y="9144"/>
                </a:lnTo>
                <a:close/>
              </a:path>
              <a:path w="1247775" h="245745">
                <a:moveTo>
                  <a:pt x="497205" y="138772"/>
                </a:moveTo>
                <a:lnTo>
                  <a:pt x="430060" y="138772"/>
                </a:lnTo>
                <a:lnTo>
                  <a:pt x="430060" y="77812"/>
                </a:lnTo>
                <a:lnTo>
                  <a:pt x="488061" y="77812"/>
                </a:lnTo>
                <a:lnTo>
                  <a:pt x="488061" y="59436"/>
                </a:lnTo>
                <a:lnTo>
                  <a:pt x="430060" y="59436"/>
                </a:lnTo>
                <a:lnTo>
                  <a:pt x="430060" y="3048"/>
                </a:lnTo>
                <a:lnTo>
                  <a:pt x="410248" y="3048"/>
                </a:lnTo>
                <a:lnTo>
                  <a:pt x="410248" y="59436"/>
                </a:lnTo>
                <a:lnTo>
                  <a:pt x="369100" y="59436"/>
                </a:lnTo>
                <a:lnTo>
                  <a:pt x="372262" y="51168"/>
                </a:lnTo>
                <a:lnTo>
                  <a:pt x="375005" y="42481"/>
                </a:lnTo>
                <a:lnTo>
                  <a:pt x="377456" y="33502"/>
                </a:lnTo>
                <a:lnTo>
                  <a:pt x="379768" y="24384"/>
                </a:lnTo>
                <a:lnTo>
                  <a:pt x="359956" y="19812"/>
                </a:lnTo>
                <a:lnTo>
                  <a:pt x="353402" y="44399"/>
                </a:lnTo>
                <a:lnTo>
                  <a:pt x="345287" y="67868"/>
                </a:lnTo>
                <a:lnTo>
                  <a:pt x="335762" y="90131"/>
                </a:lnTo>
                <a:lnTo>
                  <a:pt x="324891" y="111340"/>
                </a:lnTo>
                <a:lnTo>
                  <a:pt x="337096" y="120484"/>
                </a:lnTo>
                <a:lnTo>
                  <a:pt x="363004" y="77812"/>
                </a:lnTo>
                <a:lnTo>
                  <a:pt x="410248" y="77812"/>
                </a:lnTo>
                <a:lnTo>
                  <a:pt x="410248" y="138772"/>
                </a:lnTo>
                <a:lnTo>
                  <a:pt x="324891" y="138772"/>
                </a:lnTo>
                <a:lnTo>
                  <a:pt x="324891" y="157073"/>
                </a:lnTo>
                <a:lnTo>
                  <a:pt x="410248" y="157073"/>
                </a:lnTo>
                <a:lnTo>
                  <a:pt x="410248" y="242506"/>
                </a:lnTo>
                <a:lnTo>
                  <a:pt x="430060" y="242506"/>
                </a:lnTo>
                <a:lnTo>
                  <a:pt x="430060" y="157073"/>
                </a:lnTo>
                <a:lnTo>
                  <a:pt x="497205" y="157073"/>
                </a:lnTo>
                <a:lnTo>
                  <a:pt x="497205" y="138772"/>
                </a:lnTo>
                <a:close/>
              </a:path>
              <a:path w="1247775" h="245745">
                <a:moveTo>
                  <a:pt x="744283" y="207454"/>
                </a:moveTo>
                <a:lnTo>
                  <a:pt x="635990" y="207454"/>
                </a:lnTo>
                <a:lnTo>
                  <a:pt x="635990" y="42354"/>
                </a:lnTo>
                <a:lnTo>
                  <a:pt x="730567" y="42354"/>
                </a:lnTo>
                <a:lnTo>
                  <a:pt x="730567" y="23304"/>
                </a:lnTo>
                <a:lnTo>
                  <a:pt x="521589" y="23304"/>
                </a:lnTo>
                <a:lnTo>
                  <a:pt x="521589" y="42354"/>
                </a:lnTo>
                <a:lnTo>
                  <a:pt x="614654" y="42354"/>
                </a:lnTo>
                <a:lnTo>
                  <a:pt x="614654" y="207454"/>
                </a:lnTo>
                <a:lnTo>
                  <a:pt x="507873" y="207454"/>
                </a:lnTo>
                <a:lnTo>
                  <a:pt x="507873" y="225234"/>
                </a:lnTo>
                <a:lnTo>
                  <a:pt x="744283" y="225234"/>
                </a:lnTo>
                <a:lnTo>
                  <a:pt x="744283" y="207454"/>
                </a:lnTo>
                <a:close/>
              </a:path>
              <a:path w="1247775" h="245745">
                <a:moveTo>
                  <a:pt x="851052" y="147929"/>
                </a:moveTo>
                <a:lnTo>
                  <a:pt x="842403" y="137350"/>
                </a:lnTo>
                <a:lnTo>
                  <a:pt x="835761" y="129641"/>
                </a:lnTo>
                <a:lnTo>
                  <a:pt x="834783" y="128498"/>
                </a:lnTo>
                <a:lnTo>
                  <a:pt x="832980" y="126593"/>
                </a:lnTo>
                <a:lnTo>
                  <a:pt x="830097" y="123545"/>
                </a:lnTo>
                <a:lnTo>
                  <a:pt x="828027" y="121348"/>
                </a:lnTo>
                <a:lnTo>
                  <a:pt x="822007" y="115925"/>
                </a:lnTo>
                <a:lnTo>
                  <a:pt x="812863" y="123545"/>
                </a:lnTo>
                <a:lnTo>
                  <a:pt x="812863" y="91541"/>
                </a:lnTo>
                <a:lnTo>
                  <a:pt x="846391" y="91541"/>
                </a:lnTo>
                <a:lnTo>
                  <a:pt x="846391" y="74777"/>
                </a:lnTo>
                <a:lnTo>
                  <a:pt x="812863" y="74777"/>
                </a:lnTo>
                <a:lnTo>
                  <a:pt x="812863" y="36576"/>
                </a:lnTo>
                <a:lnTo>
                  <a:pt x="812863" y="33528"/>
                </a:lnTo>
                <a:lnTo>
                  <a:pt x="821982" y="32143"/>
                </a:lnTo>
                <a:lnTo>
                  <a:pt x="839647" y="28816"/>
                </a:lnTo>
                <a:lnTo>
                  <a:pt x="847915" y="27432"/>
                </a:lnTo>
                <a:lnTo>
                  <a:pt x="843343" y="10668"/>
                </a:lnTo>
                <a:lnTo>
                  <a:pt x="821651" y="14935"/>
                </a:lnTo>
                <a:lnTo>
                  <a:pt x="800100" y="18478"/>
                </a:lnTo>
                <a:lnTo>
                  <a:pt x="778840" y="21170"/>
                </a:lnTo>
                <a:lnTo>
                  <a:pt x="757999" y="22860"/>
                </a:lnTo>
                <a:lnTo>
                  <a:pt x="761047" y="28956"/>
                </a:lnTo>
                <a:lnTo>
                  <a:pt x="762571" y="35052"/>
                </a:lnTo>
                <a:lnTo>
                  <a:pt x="764095" y="39624"/>
                </a:lnTo>
                <a:lnTo>
                  <a:pt x="772071" y="39357"/>
                </a:lnTo>
                <a:lnTo>
                  <a:pt x="779907" y="38671"/>
                </a:lnTo>
                <a:lnTo>
                  <a:pt x="787450" y="37693"/>
                </a:lnTo>
                <a:lnTo>
                  <a:pt x="794575" y="36576"/>
                </a:lnTo>
                <a:lnTo>
                  <a:pt x="794575" y="74777"/>
                </a:lnTo>
                <a:lnTo>
                  <a:pt x="756475" y="74777"/>
                </a:lnTo>
                <a:lnTo>
                  <a:pt x="756475" y="91541"/>
                </a:lnTo>
                <a:lnTo>
                  <a:pt x="791527" y="91541"/>
                </a:lnTo>
                <a:lnTo>
                  <a:pt x="784072" y="114706"/>
                </a:lnTo>
                <a:lnTo>
                  <a:pt x="775335" y="136309"/>
                </a:lnTo>
                <a:lnTo>
                  <a:pt x="765162" y="156476"/>
                </a:lnTo>
                <a:lnTo>
                  <a:pt x="753427" y="175361"/>
                </a:lnTo>
                <a:lnTo>
                  <a:pt x="756475" y="183070"/>
                </a:lnTo>
                <a:lnTo>
                  <a:pt x="759523" y="189166"/>
                </a:lnTo>
                <a:lnTo>
                  <a:pt x="762571" y="196786"/>
                </a:lnTo>
                <a:lnTo>
                  <a:pt x="771639" y="181965"/>
                </a:lnTo>
                <a:lnTo>
                  <a:pt x="780288" y="165112"/>
                </a:lnTo>
                <a:lnTo>
                  <a:pt x="788073" y="146558"/>
                </a:lnTo>
                <a:lnTo>
                  <a:pt x="794575" y="126593"/>
                </a:lnTo>
                <a:lnTo>
                  <a:pt x="794575" y="244030"/>
                </a:lnTo>
                <a:lnTo>
                  <a:pt x="812863" y="244030"/>
                </a:lnTo>
                <a:lnTo>
                  <a:pt x="812863" y="129641"/>
                </a:lnTo>
                <a:lnTo>
                  <a:pt x="817714" y="135902"/>
                </a:lnTo>
                <a:lnTo>
                  <a:pt x="823150" y="143167"/>
                </a:lnTo>
                <a:lnTo>
                  <a:pt x="835723" y="160121"/>
                </a:lnTo>
                <a:lnTo>
                  <a:pt x="851052" y="147929"/>
                </a:lnTo>
                <a:close/>
              </a:path>
              <a:path w="1247775" h="245745">
                <a:moveTo>
                  <a:pt x="982129" y="12192"/>
                </a:moveTo>
                <a:lnTo>
                  <a:pt x="963841" y="12192"/>
                </a:lnTo>
                <a:lnTo>
                  <a:pt x="963841" y="28956"/>
                </a:lnTo>
                <a:lnTo>
                  <a:pt x="963841" y="70104"/>
                </a:lnTo>
                <a:lnTo>
                  <a:pt x="878497" y="70104"/>
                </a:lnTo>
                <a:lnTo>
                  <a:pt x="878497" y="28956"/>
                </a:lnTo>
                <a:lnTo>
                  <a:pt x="963841" y="28956"/>
                </a:lnTo>
                <a:lnTo>
                  <a:pt x="963841" y="12192"/>
                </a:lnTo>
                <a:lnTo>
                  <a:pt x="860209" y="12192"/>
                </a:lnTo>
                <a:lnTo>
                  <a:pt x="860209" y="97637"/>
                </a:lnTo>
                <a:lnTo>
                  <a:pt x="878497" y="97637"/>
                </a:lnTo>
                <a:lnTo>
                  <a:pt x="878497" y="86969"/>
                </a:lnTo>
                <a:lnTo>
                  <a:pt x="963841" y="86969"/>
                </a:lnTo>
                <a:lnTo>
                  <a:pt x="963841" y="97637"/>
                </a:lnTo>
                <a:lnTo>
                  <a:pt x="982129" y="97637"/>
                </a:lnTo>
                <a:lnTo>
                  <a:pt x="982129" y="86969"/>
                </a:lnTo>
                <a:lnTo>
                  <a:pt x="982129" y="70104"/>
                </a:lnTo>
                <a:lnTo>
                  <a:pt x="982129" y="28956"/>
                </a:lnTo>
                <a:lnTo>
                  <a:pt x="982129" y="12192"/>
                </a:lnTo>
                <a:close/>
              </a:path>
              <a:path w="1247775" h="245745">
                <a:moveTo>
                  <a:pt x="1000506" y="213550"/>
                </a:moveTo>
                <a:lnTo>
                  <a:pt x="930313" y="213550"/>
                </a:lnTo>
                <a:lnTo>
                  <a:pt x="930313" y="178498"/>
                </a:lnTo>
                <a:lnTo>
                  <a:pt x="986701" y="178498"/>
                </a:lnTo>
                <a:lnTo>
                  <a:pt x="986701" y="161645"/>
                </a:lnTo>
                <a:lnTo>
                  <a:pt x="930313" y="161645"/>
                </a:lnTo>
                <a:lnTo>
                  <a:pt x="930313" y="128117"/>
                </a:lnTo>
                <a:lnTo>
                  <a:pt x="992886" y="128117"/>
                </a:lnTo>
                <a:lnTo>
                  <a:pt x="992886" y="111353"/>
                </a:lnTo>
                <a:lnTo>
                  <a:pt x="849439" y="111353"/>
                </a:lnTo>
                <a:lnTo>
                  <a:pt x="849439" y="128117"/>
                </a:lnTo>
                <a:lnTo>
                  <a:pt x="910501" y="128117"/>
                </a:lnTo>
                <a:lnTo>
                  <a:pt x="910501" y="161645"/>
                </a:lnTo>
                <a:lnTo>
                  <a:pt x="855624" y="161645"/>
                </a:lnTo>
                <a:lnTo>
                  <a:pt x="855624" y="178498"/>
                </a:lnTo>
                <a:lnTo>
                  <a:pt x="910501" y="178498"/>
                </a:lnTo>
                <a:lnTo>
                  <a:pt x="910501" y="213550"/>
                </a:lnTo>
                <a:lnTo>
                  <a:pt x="840295" y="213550"/>
                </a:lnTo>
                <a:lnTo>
                  <a:pt x="840295" y="230314"/>
                </a:lnTo>
                <a:lnTo>
                  <a:pt x="1000506" y="230314"/>
                </a:lnTo>
                <a:lnTo>
                  <a:pt x="1000506" y="213550"/>
                </a:lnTo>
                <a:close/>
              </a:path>
              <a:path w="1247775" h="245745">
                <a:moveTo>
                  <a:pt x="1085850" y="183070"/>
                </a:moveTo>
                <a:lnTo>
                  <a:pt x="1070610" y="170789"/>
                </a:lnTo>
                <a:lnTo>
                  <a:pt x="1054608" y="185153"/>
                </a:lnTo>
                <a:lnTo>
                  <a:pt x="1038606" y="198488"/>
                </a:lnTo>
                <a:lnTo>
                  <a:pt x="1022604" y="210959"/>
                </a:lnTo>
                <a:lnTo>
                  <a:pt x="1006602" y="222694"/>
                </a:lnTo>
                <a:lnTo>
                  <a:pt x="1011174" y="227266"/>
                </a:lnTo>
                <a:lnTo>
                  <a:pt x="1015746" y="233362"/>
                </a:lnTo>
                <a:lnTo>
                  <a:pt x="1020318" y="237934"/>
                </a:lnTo>
                <a:lnTo>
                  <a:pt x="1037412" y="224218"/>
                </a:lnTo>
                <a:lnTo>
                  <a:pt x="1054227" y="210502"/>
                </a:lnTo>
                <a:lnTo>
                  <a:pt x="1070470" y="196786"/>
                </a:lnTo>
                <a:lnTo>
                  <a:pt x="1085850" y="183070"/>
                </a:lnTo>
                <a:close/>
              </a:path>
              <a:path w="1247775" h="245745">
                <a:moveTo>
                  <a:pt x="1245971" y="158597"/>
                </a:moveTo>
                <a:lnTo>
                  <a:pt x="1240751" y="154025"/>
                </a:lnTo>
                <a:lnTo>
                  <a:pt x="1226870" y="141833"/>
                </a:lnTo>
                <a:lnTo>
                  <a:pt x="1212634" y="129260"/>
                </a:lnTo>
                <a:lnTo>
                  <a:pt x="1196454" y="115303"/>
                </a:lnTo>
                <a:lnTo>
                  <a:pt x="1180439" y="102196"/>
                </a:lnTo>
                <a:lnTo>
                  <a:pt x="1168234" y="115925"/>
                </a:lnTo>
                <a:lnTo>
                  <a:pt x="1174191" y="120751"/>
                </a:lnTo>
                <a:lnTo>
                  <a:pt x="1180439" y="126022"/>
                </a:lnTo>
                <a:lnTo>
                  <a:pt x="1186675" y="131559"/>
                </a:lnTo>
                <a:lnTo>
                  <a:pt x="1192631" y="137261"/>
                </a:lnTo>
                <a:lnTo>
                  <a:pt x="1159459" y="139255"/>
                </a:lnTo>
                <a:lnTo>
                  <a:pt x="1128572" y="140690"/>
                </a:lnTo>
                <a:lnTo>
                  <a:pt x="1099959" y="141541"/>
                </a:lnTo>
                <a:lnTo>
                  <a:pt x="1073658" y="141833"/>
                </a:lnTo>
                <a:lnTo>
                  <a:pt x="1113459" y="122961"/>
                </a:lnTo>
                <a:lnTo>
                  <a:pt x="1150518" y="102958"/>
                </a:lnTo>
                <a:lnTo>
                  <a:pt x="1161656" y="96100"/>
                </a:lnTo>
                <a:lnTo>
                  <a:pt x="1179017" y="85432"/>
                </a:lnTo>
                <a:lnTo>
                  <a:pt x="1184910" y="81813"/>
                </a:lnTo>
                <a:lnTo>
                  <a:pt x="1217015" y="59436"/>
                </a:lnTo>
                <a:lnTo>
                  <a:pt x="1201775" y="47244"/>
                </a:lnTo>
                <a:lnTo>
                  <a:pt x="1191196" y="55245"/>
                </a:lnTo>
                <a:lnTo>
                  <a:pt x="1180045" y="63258"/>
                </a:lnTo>
                <a:lnTo>
                  <a:pt x="1168336" y="71285"/>
                </a:lnTo>
                <a:lnTo>
                  <a:pt x="1156042" y="79336"/>
                </a:lnTo>
                <a:lnTo>
                  <a:pt x="1090815" y="83413"/>
                </a:lnTo>
                <a:lnTo>
                  <a:pt x="1064514" y="85432"/>
                </a:lnTo>
                <a:lnTo>
                  <a:pt x="1081062" y="75730"/>
                </a:lnTo>
                <a:lnTo>
                  <a:pt x="1098626" y="65011"/>
                </a:lnTo>
                <a:lnTo>
                  <a:pt x="1117066" y="53428"/>
                </a:lnTo>
                <a:lnTo>
                  <a:pt x="1136230" y="41148"/>
                </a:lnTo>
                <a:lnTo>
                  <a:pt x="1127620" y="35052"/>
                </a:lnTo>
                <a:lnTo>
                  <a:pt x="1125474" y="33528"/>
                </a:lnTo>
                <a:lnTo>
                  <a:pt x="1152931" y="32118"/>
                </a:lnTo>
                <a:lnTo>
                  <a:pt x="1180236" y="30289"/>
                </a:lnTo>
                <a:lnTo>
                  <a:pt x="1233779" y="25908"/>
                </a:lnTo>
                <a:lnTo>
                  <a:pt x="1230731" y="9144"/>
                </a:lnTo>
                <a:lnTo>
                  <a:pt x="1183513" y="13423"/>
                </a:lnTo>
                <a:lnTo>
                  <a:pt x="1133144" y="17145"/>
                </a:lnTo>
                <a:lnTo>
                  <a:pt x="1079334" y="20281"/>
                </a:lnTo>
                <a:lnTo>
                  <a:pt x="1021842" y="22860"/>
                </a:lnTo>
                <a:lnTo>
                  <a:pt x="1024890" y="27432"/>
                </a:lnTo>
                <a:lnTo>
                  <a:pt x="1026414" y="33528"/>
                </a:lnTo>
                <a:lnTo>
                  <a:pt x="1026414" y="39624"/>
                </a:lnTo>
                <a:lnTo>
                  <a:pt x="1111758" y="35052"/>
                </a:lnTo>
                <a:lnTo>
                  <a:pt x="1065898" y="66814"/>
                </a:lnTo>
                <a:lnTo>
                  <a:pt x="1027938" y="83908"/>
                </a:lnTo>
                <a:lnTo>
                  <a:pt x="1035558" y="105257"/>
                </a:lnTo>
                <a:lnTo>
                  <a:pt x="1040130" y="103733"/>
                </a:lnTo>
                <a:lnTo>
                  <a:pt x="1047750" y="103733"/>
                </a:lnTo>
                <a:lnTo>
                  <a:pt x="1055370" y="102196"/>
                </a:lnTo>
                <a:lnTo>
                  <a:pt x="1088326" y="99720"/>
                </a:lnTo>
                <a:lnTo>
                  <a:pt x="1107020" y="98132"/>
                </a:lnTo>
                <a:lnTo>
                  <a:pt x="1126998" y="96100"/>
                </a:lnTo>
                <a:lnTo>
                  <a:pt x="1110729" y="105257"/>
                </a:lnTo>
                <a:lnTo>
                  <a:pt x="1056894" y="134213"/>
                </a:lnTo>
                <a:lnTo>
                  <a:pt x="1026414" y="143357"/>
                </a:lnTo>
                <a:lnTo>
                  <a:pt x="1035558" y="164693"/>
                </a:lnTo>
                <a:lnTo>
                  <a:pt x="1042416" y="163563"/>
                </a:lnTo>
                <a:lnTo>
                  <a:pt x="1049274" y="162598"/>
                </a:lnTo>
                <a:lnTo>
                  <a:pt x="1056132" y="161899"/>
                </a:lnTo>
                <a:lnTo>
                  <a:pt x="1062990" y="161645"/>
                </a:lnTo>
                <a:lnTo>
                  <a:pt x="1123950" y="157073"/>
                </a:lnTo>
                <a:lnTo>
                  <a:pt x="1123950" y="216598"/>
                </a:lnTo>
                <a:lnTo>
                  <a:pt x="1119390" y="221157"/>
                </a:lnTo>
                <a:lnTo>
                  <a:pt x="1103947" y="221145"/>
                </a:lnTo>
                <a:lnTo>
                  <a:pt x="1096518" y="220980"/>
                </a:lnTo>
                <a:lnTo>
                  <a:pt x="1087945" y="220522"/>
                </a:lnTo>
                <a:lnTo>
                  <a:pt x="1078230" y="219646"/>
                </a:lnTo>
                <a:lnTo>
                  <a:pt x="1079754" y="227266"/>
                </a:lnTo>
                <a:lnTo>
                  <a:pt x="1081278" y="233362"/>
                </a:lnTo>
                <a:lnTo>
                  <a:pt x="1081278" y="239458"/>
                </a:lnTo>
                <a:lnTo>
                  <a:pt x="1113282" y="239458"/>
                </a:lnTo>
                <a:lnTo>
                  <a:pt x="1126223" y="237744"/>
                </a:lnTo>
                <a:lnTo>
                  <a:pt x="1135278" y="232600"/>
                </a:lnTo>
                <a:lnTo>
                  <a:pt x="1140599" y="224028"/>
                </a:lnTo>
                <a:lnTo>
                  <a:pt x="1141006" y="221170"/>
                </a:lnTo>
                <a:lnTo>
                  <a:pt x="1142326" y="212026"/>
                </a:lnTo>
                <a:lnTo>
                  <a:pt x="1142326" y="157073"/>
                </a:lnTo>
                <a:lnTo>
                  <a:pt x="1176426" y="154978"/>
                </a:lnTo>
                <a:lnTo>
                  <a:pt x="1193126" y="154279"/>
                </a:lnTo>
                <a:lnTo>
                  <a:pt x="1209395" y="154025"/>
                </a:lnTo>
                <a:lnTo>
                  <a:pt x="1214843" y="158597"/>
                </a:lnTo>
                <a:lnTo>
                  <a:pt x="1220063" y="163360"/>
                </a:lnTo>
                <a:lnTo>
                  <a:pt x="1225245" y="168376"/>
                </a:lnTo>
                <a:lnTo>
                  <a:pt x="1230731" y="173837"/>
                </a:lnTo>
                <a:lnTo>
                  <a:pt x="1235303" y="169265"/>
                </a:lnTo>
                <a:lnTo>
                  <a:pt x="1239875" y="163169"/>
                </a:lnTo>
                <a:lnTo>
                  <a:pt x="1245971" y="158597"/>
                </a:lnTo>
                <a:close/>
              </a:path>
              <a:path w="1247775" h="245745">
                <a:moveTo>
                  <a:pt x="1247495" y="219646"/>
                </a:moveTo>
                <a:lnTo>
                  <a:pt x="1229487" y="205600"/>
                </a:lnTo>
                <a:lnTo>
                  <a:pt x="1212062" y="192963"/>
                </a:lnTo>
                <a:lnTo>
                  <a:pt x="1195197" y="181457"/>
                </a:lnTo>
                <a:lnTo>
                  <a:pt x="1178902" y="170789"/>
                </a:lnTo>
                <a:lnTo>
                  <a:pt x="1166710" y="183070"/>
                </a:lnTo>
                <a:lnTo>
                  <a:pt x="1215009" y="221145"/>
                </a:lnTo>
                <a:lnTo>
                  <a:pt x="1232255" y="234886"/>
                </a:lnTo>
                <a:lnTo>
                  <a:pt x="1247495" y="219646"/>
                </a:lnTo>
                <a:close/>
              </a:path>
            </a:pathLst>
          </a:custGeom>
          <a:solidFill>
            <a:srgbClr val="24335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0596" y="643699"/>
            <a:ext cx="525145" cy="593725"/>
          </a:xfrm>
          <a:custGeom>
            <a:avLst/>
            <a:gdLst/>
            <a:ahLst/>
            <a:cxnLst/>
            <a:rect l="l" t="t" r="r" b="b"/>
            <a:pathLst>
              <a:path w="525144" h="593725">
                <a:moveTo>
                  <a:pt x="82391" y="593407"/>
                </a:moveTo>
                <a:lnTo>
                  <a:pt x="0" y="593407"/>
                </a:lnTo>
                <a:lnTo>
                  <a:pt x="0" y="97631"/>
                </a:lnTo>
                <a:lnTo>
                  <a:pt x="224218" y="97631"/>
                </a:lnTo>
                <a:lnTo>
                  <a:pt x="224456" y="71888"/>
                </a:lnTo>
                <a:lnTo>
                  <a:pt x="225504" y="23224"/>
                </a:lnTo>
                <a:lnTo>
                  <a:pt x="225742" y="0"/>
                </a:lnTo>
                <a:lnTo>
                  <a:pt x="303466" y="0"/>
                </a:lnTo>
                <a:lnTo>
                  <a:pt x="303466" y="97631"/>
                </a:lnTo>
                <a:lnTo>
                  <a:pt x="524637" y="97631"/>
                </a:lnTo>
                <a:lnTo>
                  <a:pt x="524637" y="491204"/>
                </a:lnTo>
                <a:lnTo>
                  <a:pt x="519112" y="531221"/>
                </a:lnTo>
                <a:lnTo>
                  <a:pt x="491792" y="571023"/>
                </a:lnTo>
                <a:lnTo>
                  <a:pt x="442245" y="587311"/>
                </a:lnTo>
                <a:lnTo>
                  <a:pt x="395561" y="589216"/>
                </a:lnTo>
                <a:lnTo>
                  <a:pt x="366553" y="589454"/>
                </a:lnTo>
                <a:lnTo>
                  <a:pt x="333946" y="588835"/>
                </a:lnTo>
                <a:lnTo>
                  <a:pt x="330231" y="571080"/>
                </a:lnTo>
                <a:lnTo>
                  <a:pt x="325945" y="552021"/>
                </a:lnTo>
                <a:lnTo>
                  <a:pt x="315658" y="509492"/>
                </a:lnTo>
                <a:lnTo>
                  <a:pt x="335961" y="511254"/>
                </a:lnTo>
                <a:lnTo>
                  <a:pt x="355711" y="512159"/>
                </a:lnTo>
                <a:lnTo>
                  <a:pt x="374889" y="512492"/>
                </a:lnTo>
                <a:lnTo>
                  <a:pt x="403145" y="512516"/>
                </a:lnTo>
                <a:lnTo>
                  <a:pt x="411384" y="512349"/>
                </a:lnTo>
                <a:lnTo>
                  <a:pt x="436149" y="498824"/>
                </a:lnTo>
                <a:lnTo>
                  <a:pt x="440721" y="492728"/>
                </a:lnTo>
                <a:lnTo>
                  <a:pt x="442245" y="485108"/>
                </a:lnTo>
                <a:lnTo>
                  <a:pt x="442245" y="176974"/>
                </a:lnTo>
                <a:lnTo>
                  <a:pt x="300418" y="176974"/>
                </a:lnTo>
                <a:lnTo>
                  <a:pt x="298989" y="200121"/>
                </a:lnTo>
                <a:lnTo>
                  <a:pt x="296989" y="221563"/>
                </a:lnTo>
                <a:lnTo>
                  <a:pt x="294417" y="241308"/>
                </a:lnTo>
                <a:lnTo>
                  <a:pt x="291274" y="259365"/>
                </a:lnTo>
                <a:lnTo>
                  <a:pt x="323579" y="283655"/>
                </a:lnTo>
                <a:lnTo>
                  <a:pt x="358759" y="310812"/>
                </a:lnTo>
                <a:lnTo>
                  <a:pt x="396796" y="340844"/>
                </a:lnTo>
                <a:lnTo>
                  <a:pt x="437673" y="373761"/>
                </a:lnTo>
                <a:lnTo>
                  <a:pt x="376713" y="434721"/>
                </a:lnTo>
                <a:lnTo>
                  <a:pt x="354941" y="412692"/>
                </a:lnTo>
                <a:lnTo>
                  <a:pt x="328624" y="387655"/>
                </a:lnTo>
                <a:lnTo>
                  <a:pt x="297752" y="359457"/>
                </a:lnTo>
                <a:lnTo>
                  <a:pt x="262318" y="327945"/>
                </a:lnTo>
                <a:lnTo>
                  <a:pt x="240562" y="359171"/>
                </a:lnTo>
                <a:lnTo>
                  <a:pt x="214074" y="388798"/>
                </a:lnTo>
                <a:lnTo>
                  <a:pt x="182728" y="416979"/>
                </a:lnTo>
                <a:lnTo>
                  <a:pt x="146399" y="443865"/>
                </a:lnTo>
                <a:lnTo>
                  <a:pt x="131302" y="426148"/>
                </a:lnTo>
                <a:lnTo>
                  <a:pt x="115919" y="409575"/>
                </a:lnTo>
                <a:lnTo>
                  <a:pt x="100536" y="394144"/>
                </a:lnTo>
                <a:lnTo>
                  <a:pt x="85439" y="379857"/>
                </a:lnTo>
                <a:lnTo>
                  <a:pt x="131879" y="346879"/>
                </a:lnTo>
                <a:lnTo>
                  <a:pt x="168741" y="310184"/>
                </a:lnTo>
                <a:lnTo>
                  <a:pt x="195955" y="269690"/>
                </a:lnTo>
                <a:lnTo>
                  <a:pt x="213455" y="225314"/>
                </a:lnTo>
                <a:lnTo>
                  <a:pt x="221170" y="176974"/>
                </a:lnTo>
                <a:lnTo>
                  <a:pt x="82391" y="176974"/>
                </a:lnTo>
                <a:lnTo>
                  <a:pt x="82391" y="59340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40090" y="645223"/>
            <a:ext cx="1830070" cy="601345"/>
          </a:xfrm>
          <a:custGeom>
            <a:avLst/>
            <a:gdLst/>
            <a:ahLst/>
            <a:cxnLst/>
            <a:rect l="l" t="t" r="r" b="b"/>
            <a:pathLst>
              <a:path w="1830070" h="601344">
                <a:moveTo>
                  <a:pt x="266890" y="187642"/>
                </a:moveTo>
                <a:lnTo>
                  <a:pt x="219646" y="132778"/>
                </a:lnTo>
                <a:lnTo>
                  <a:pt x="173304" y="161353"/>
                </a:lnTo>
                <a:lnTo>
                  <a:pt x="125831" y="187642"/>
                </a:lnTo>
                <a:lnTo>
                  <a:pt x="77203" y="211645"/>
                </a:lnTo>
                <a:lnTo>
                  <a:pt x="27432" y="233362"/>
                </a:lnTo>
                <a:lnTo>
                  <a:pt x="40335" y="253136"/>
                </a:lnTo>
                <a:lnTo>
                  <a:pt x="51676" y="271170"/>
                </a:lnTo>
                <a:lnTo>
                  <a:pt x="61582" y="287464"/>
                </a:lnTo>
                <a:lnTo>
                  <a:pt x="70192" y="302044"/>
                </a:lnTo>
                <a:lnTo>
                  <a:pt x="125361" y="273456"/>
                </a:lnTo>
                <a:lnTo>
                  <a:pt x="176542" y="244843"/>
                </a:lnTo>
                <a:lnTo>
                  <a:pt x="223723" y="216242"/>
                </a:lnTo>
                <a:lnTo>
                  <a:pt x="266890" y="187642"/>
                </a:lnTo>
                <a:close/>
              </a:path>
              <a:path w="1830070" h="601344">
                <a:moveTo>
                  <a:pt x="570357" y="234886"/>
                </a:moveTo>
                <a:lnTo>
                  <a:pt x="520573" y="208267"/>
                </a:lnTo>
                <a:lnTo>
                  <a:pt x="471627" y="183070"/>
                </a:lnTo>
                <a:lnTo>
                  <a:pt x="423252" y="159029"/>
                </a:lnTo>
                <a:lnTo>
                  <a:pt x="375196" y="135826"/>
                </a:lnTo>
                <a:lnTo>
                  <a:pt x="337096" y="190690"/>
                </a:lnTo>
                <a:lnTo>
                  <a:pt x="389369" y="219049"/>
                </a:lnTo>
                <a:lnTo>
                  <a:pt x="438670" y="247129"/>
                </a:lnTo>
                <a:lnTo>
                  <a:pt x="484835" y="275221"/>
                </a:lnTo>
                <a:lnTo>
                  <a:pt x="527685" y="303568"/>
                </a:lnTo>
                <a:lnTo>
                  <a:pt x="570357" y="234886"/>
                </a:lnTo>
                <a:close/>
              </a:path>
              <a:path w="1830070" h="601344">
                <a:moveTo>
                  <a:pt x="573405" y="54965"/>
                </a:moveTo>
                <a:lnTo>
                  <a:pt x="356908" y="54965"/>
                </a:lnTo>
                <a:lnTo>
                  <a:pt x="350570" y="38658"/>
                </a:lnTo>
                <a:lnTo>
                  <a:pt x="345097" y="24053"/>
                </a:lnTo>
                <a:lnTo>
                  <a:pt x="340182" y="11163"/>
                </a:lnTo>
                <a:lnTo>
                  <a:pt x="335572" y="0"/>
                </a:lnTo>
                <a:lnTo>
                  <a:pt x="236410" y="12192"/>
                </a:lnTo>
                <a:lnTo>
                  <a:pt x="240131" y="21666"/>
                </a:lnTo>
                <a:lnTo>
                  <a:pt x="244411" y="31864"/>
                </a:lnTo>
                <a:lnTo>
                  <a:pt x="249275" y="42926"/>
                </a:lnTo>
                <a:lnTo>
                  <a:pt x="254698" y="54965"/>
                </a:lnTo>
                <a:lnTo>
                  <a:pt x="24384" y="54965"/>
                </a:lnTo>
                <a:lnTo>
                  <a:pt x="24384" y="187642"/>
                </a:lnTo>
                <a:lnTo>
                  <a:pt x="111353" y="187642"/>
                </a:lnTo>
                <a:lnTo>
                  <a:pt x="111353" y="125069"/>
                </a:lnTo>
                <a:lnTo>
                  <a:pt x="486537" y="125069"/>
                </a:lnTo>
                <a:lnTo>
                  <a:pt x="486537" y="187642"/>
                </a:lnTo>
                <a:lnTo>
                  <a:pt x="573405" y="187642"/>
                </a:lnTo>
                <a:lnTo>
                  <a:pt x="573405" y="125069"/>
                </a:lnTo>
                <a:lnTo>
                  <a:pt x="573405" y="54965"/>
                </a:lnTo>
                <a:close/>
              </a:path>
              <a:path w="1830070" h="601344">
                <a:moveTo>
                  <a:pt x="599313" y="366141"/>
                </a:moveTo>
                <a:lnTo>
                  <a:pt x="589013" y="363093"/>
                </a:lnTo>
                <a:lnTo>
                  <a:pt x="549529" y="351409"/>
                </a:lnTo>
                <a:lnTo>
                  <a:pt x="502323" y="333095"/>
                </a:lnTo>
                <a:lnTo>
                  <a:pt x="457720" y="311226"/>
                </a:lnTo>
                <a:lnTo>
                  <a:pt x="420916" y="288899"/>
                </a:lnTo>
                <a:lnTo>
                  <a:pt x="420916" y="430149"/>
                </a:lnTo>
                <a:lnTo>
                  <a:pt x="420916" y="500354"/>
                </a:lnTo>
                <a:lnTo>
                  <a:pt x="176885" y="500354"/>
                </a:lnTo>
                <a:lnTo>
                  <a:pt x="176885" y="430149"/>
                </a:lnTo>
                <a:lnTo>
                  <a:pt x="420916" y="430149"/>
                </a:lnTo>
                <a:lnTo>
                  <a:pt x="420916" y="288899"/>
                </a:lnTo>
                <a:lnTo>
                  <a:pt x="415798" y="285788"/>
                </a:lnTo>
                <a:lnTo>
                  <a:pt x="406869" y="279184"/>
                </a:lnTo>
                <a:lnTo>
                  <a:pt x="399580" y="273799"/>
                </a:lnTo>
                <a:lnTo>
                  <a:pt x="399580" y="363093"/>
                </a:lnTo>
                <a:lnTo>
                  <a:pt x="195262" y="363093"/>
                </a:lnTo>
                <a:lnTo>
                  <a:pt x="224955" y="343306"/>
                </a:lnTo>
                <a:lnTo>
                  <a:pt x="252222" y="322821"/>
                </a:lnTo>
                <a:lnTo>
                  <a:pt x="276910" y="301498"/>
                </a:lnTo>
                <a:lnTo>
                  <a:pt x="298894" y="279184"/>
                </a:lnTo>
                <a:lnTo>
                  <a:pt x="320624" y="301713"/>
                </a:lnTo>
                <a:lnTo>
                  <a:pt x="344665" y="323392"/>
                </a:lnTo>
                <a:lnTo>
                  <a:pt x="370979" y="343941"/>
                </a:lnTo>
                <a:lnTo>
                  <a:pt x="399580" y="363093"/>
                </a:lnTo>
                <a:lnTo>
                  <a:pt x="399580" y="273799"/>
                </a:lnTo>
                <a:lnTo>
                  <a:pt x="376593" y="256781"/>
                </a:lnTo>
                <a:lnTo>
                  <a:pt x="340144" y="224218"/>
                </a:lnTo>
                <a:lnTo>
                  <a:pt x="347764" y="213550"/>
                </a:lnTo>
                <a:lnTo>
                  <a:pt x="269938" y="213550"/>
                </a:lnTo>
                <a:lnTo>
                  <a:pt x="231952" y="248399"/>
                </a:lnTo>
                <a:lnTo>
                  <a:pt x="191173" y="279717"/>
                </a:lnTo>
                <a:lnTo>
                  <a:pt x="147574" y="307568"/>
                </a:lnTo>
                <a:lnTo>
                  <a:pt x="101180" y="331978"/>
                </a:lnTo>
                <a:lnTo>
                  <a:pt x="51993" y="353021"/>
                </a:lnTo>
                <a:lnTo>
                  <a:pt x="0" y="370713"/>
                </a:lnTo>
                <a:lnTo>
                  <a:pt x="11099" y="388962"/>
                </a:lnTo>
                <a:lnTo>
                  <a:pt x="21336" y="406908"/>
                </a:lnTo>
                <a:lnTo>
                  <a:pt x="30429" y="424294"/>
                </a:lnTo>
                <a:lnTo>
                  <a:pt x="38100" y="440817"/>
                </a:lnTo>
                <a:lnTo>
                  <a:pt x="53898" y="434848"/>
                </a:lnTo>
                <a:lnTo>
                  <a:pt x="69240" y="428434"/>
                </a:lnTo>
                <a:lnTo>
                  <a:pt x="84277" y="421754"/>
                </a:lnTo>
                <a:lnTo>
                  <a:pt x="99148" y="414909"/>
                </a:lnTo>
                <a:lnTo>
                  <a:pt x="99148" y="597979"/>
                </a:lnTo>
                <a:lnTo>
                  <a:pt x="176885" y="597979"/>
                </a:lnTo>
                <a:lnTo>
                  <a:pt x="176885" y="567499"/>
                </a:lnTo>
                <a:lnTo>
                  <a:pt x="420916" y="567499"/>
                </a:lnTo>
                <a:lnTo>
                  <a:pt x="420916" y="597979"/>
                </a:lnTo>
                <a:lnTo>
                  <a:pt x="500253" y="597979"/>
                </a:lnTo>
                <a:lnTo>
                  <a:pt x="500253" y="567499"/>
                </a:lnTo>
                <a:lnTo>
                  <a:pt x="500253" y="500354"/>
                </a:lnTo>
                <a:lnTo>
                  <a:pt x="500253" y="430149"/>
                </a:lnTo>
                <a:lnTo>
                  <a:pt x="500253" y="416433"/>
                </a:lnTo>
                <a:lnTo>
                  <a:pt x="514489" y="423037"/>
                </a:lnTo>
                <a:lnTo>
                  <a:pt x="529590" y="429196"/>
                </a:lnTo>
                <a:lnTo>
                  <a:pt x="545261" y="435089"/>
                </a:lnTo>
                <a:lnTo>
                  <a:pt x="561213" y="440817"/>
                </a:lnTo>
                <a:lnTo>
                  <a:pt x="573278" y="416433"/>
                </a:lnTo>
                <a:lnTo>
                  <a:pt x="574040" y="414909"/>
                </a:lnTo>
                <a:lnTo>
                  <a:pt x="579691" y="403479"/>
                </a:lnTo>
                <a:lnTo>
                  <a:pt x="589292" y="384670"/>
                </a:lnTo>
                <a:lnTo>
                  <a:pt x="599313" y="366141"/>
                </a:lnTo>
                <a:close/>
              </a:path>
              <a:path w="1830070" h="601344">
                <a:moveTo>
                  <a:pt x="803719" y="114401"/>
                </a:moveTo>
                <a:lnTo>
                  <a:pt x="754951" y="114401"/>
                </a:lnTo>
                <a:lnTo>
                  <a:pt x="754951" y="9144"/>
                </a:lnTo>
                <a:lnTo>
                  <a:pt x="677138" y="9144"/>
                </a:lnTo>
                <a:lnTo>
                  <a:pt x="677138" y="114401"/>
                </a:lnTo>
                <a:lnTo>
                  <a:pt x="619213" y="114401"/>
                </a:lnTo>
                <a:lnTo>
                  <a:pt x="619213" y="189179"/>
                </a:lnTo>
                <a:lnTo>
                  <a:pt x="677138" y="189179"/>
                </a:lnTo>
                <a:lnTo>
                  <a:pt x="677138" y="294424"/>
                </a:lnTo>
                <a:lnTo>
                  <a:pt x="616165" y="306616"/>
                </a:lnTo>
                <a:lnTo>
                  <a:pt x="622274" y="395109"/>
                </a:lnTo>
                <a:lnTo>
                  <a:pt x="677138" y="379869"/>
                </a:lnTo>
                <a:lnTo>
                  <a:pt x="677138" y="507974"/>
                </a:lnTo>
                <a:lnTo>
                  <a:pt x="672566" y="514070"/>
                </a:lnTo>
                <a:lnTo>
                  <a:pt x="616165" y="514070"/>
                </a:lnTo>
                <a:lnTo>
                  <a:pt x="621334" y="536092"/>
                </a:lnTo>
                <a:lnTo>
                  <a:pt x="625513" y="556412"/>
                </a:lnTo>
                <a:lnTo>
                  <a:pt x="628815" y="575017"/>
                </a:lnTo>
                <a:lnTo>
                  <a:pt x="631418" y="591896"/>
                </a:lnTo>
                <a:lnTo>
                  <a:pt x="667727" y="591896"/>
                </a:lnTo>
                <a:lnTo>
                  <a:pt x="718642" y="585038"/>
                </a:lnTo>
                <a:lnTo>
                  <a:pt x="749414" y="554164"/>
                </a:lnTo>
                <a:lnTo>
                  <a:pt x="754951" y="514070"/>
                </a:lnTo>
                <a:lnTo>
                  <a:pt x="754951" y="379869"/>
                </a:lnTo>
                <a:lnTo>
                  <a:pt x="754951" y="358533"/>
                </a:lnTo>
                <a:lnTo>
                  <a:pt x="800671" y="344817"/>
                </a:lnTo>
                <a:lnTo>
                  <a:pt x="799795" y="327660"/>
                </a:lnTo>
                <a:lnTo>
                  <a:pt x="799338" y="308533"/>
                </a:lnTo>
                <a:lnTo>
                  <a:pt x="799274" y="300520"/>
                </a:lnTo>
                <a:lnTo>
                  <a:pt x="799160" y="276136"/>
                </a:lnTo>
                <a:lnTo>
                  <a:pt x="799147" y="265468"/>
                </a:lnTo>
                <a:lnTo>
                  <a:pt x="754951" y="276136"/>
                </a:lnTo>
                <a:lnTo>
                  <a:pt x="754951" y="189179"/>
                </a:lnTo>
                <a:lnTo>
                  <a:pt x="803719" y="189179"/>
                </a:lnTo>
                <a:lnTo>
                  <a:pt x="803719" y="114401"/>
                </a:lnTo>
                <a:close/>
              </a:path>
              <a:path w="1830070" h="601344">
                <a:moveTo>
                  <a:pt x="1174343" y="19812"/>
                </a:moveTo>
                <a:lnTo>
                  <a:pt x="1096518" y="19812"/>
                </a:lnTo>
                <a:lnTo>
                  <a:pt x="1096518" y="86969"/>
                </a:lnTo>
                <a:lnTo>
                  <a:pt x="1096518" y="118973"/>
                </a:lnTo>
                <a:lnTo>
                  <a:pt x="1096518" y="172415"/>
                </a:lnTo>
                <a:lnTo>
                  <a:pt x="1096518" y="204419"/>
                </a:lnTo>
                <a:lnTo>
                  <a:pt x="922693" y="204419"/>
                </a:lnTo>
                <a:lnTo>
                  <a:pt x="922693" y="172415"/>
                </a:lnTo>
                <a:lnTo>
                  <a:pt x="1096518" y="172415"/>
                </a:lnTo>
                <a:lnTo>
                  <a:pt x="1096518" y="118973"/>
                </a:lnTo>
                <a:lnTo>
                  <a:pt x="922693" y="118973"/>
                </a:lnTo>
                <a:lnTo>
                  <a:pt x="922693" y="86969"/>
                </a:lnTo>
                <a:lnTo>
                  <a:pt x="1096518" y="86969"/>
                </a:lnTo>
                <a:lnTo>
                  <a:pt x="1096518" y="19812"/>
                </a:lnTo>
                <a:lnTo>
                  <a:pt x="846391" y="19812"/>
                </a:lnTo>
                <a:lnTo>
                  <a:pt x="846391" y="271564"/>
                </a:lnTo>
                <a:lnTo>
                  <a:pt x="1174343" y="271564"/>
                </a:lnTo>
                <a:lnTo>
                  <a:pt x="1174343" y="204419"/>
                </a:lnTo>
                <a:lnTo>
                  <a:pt x="1174343" y="172415"/>
                </a:lnTo>
                <a:lnTo>
                  <a:pt x="1174343" y="118973"/>
                </a:lnTo>
                <a:lnTo>
                  <a:pt x="1174343" y="86969"/>
                </a:lnTo>
                <a:lnTo>
                  <a:pt x="1174343" y="19812"/>
                </a:lnTo>
                <a:close/>
              </a:path>
              <a:path w="1830070" h="601344">
                <a:moveTo>
                  <a:pt x="1217015" y="511022"/>
                </a:moveTo>
                <a:lnTo>
                  <a:pt x="1134440" y="512356"/>
                </a:lnTo>
                <a:lnTo>
                  <a:pt x="1055370" y="512546"/>
                </a:lnTo>
                <a:lnTo>
                  <a:pt x="1055370" y="501878"/>
                </a:lnTo>
                <a:lnTo>
                  <a:pt x="1055370" y="472922"/>
                </a:lnTo>
                <a:lnTo>
                  <a:pt x="1192631" y="472922"/>
                </a:lnTo>
                <a:lnTo>
                  <a:pt x="1192631" y="407301"/>
                </a:lnTo>
                <a:lnTo>
                  <a:pt x="1055370" y="407301"/>
                </a:lnTo>
                <a:lnTo>
                  <a:pt x="1055370" y="370725"/>
                </a:lnTo>
                <a:lnTo>
                  <a:pt x="1213967" y="370725"/>
                </a:lnTo>
                <a:lnTo>
                  <a:pt x="1213967" y="300520"/>
                </a:lnTo>
                <a:lnTo>
                  <a:pt x="812863" y="300520"/>
                </a:lnTo>
                <a:lnTo>
                  <a:pt x="812863" y="370725"/>
                </a:lnTo>
                <a:lnTo>
                  <a:pt x="979081" y="370725"/>
                </a:lnTo>
                <a:lnTo>
                  <a:pt x="979081" y="501878"/>
                </a:lnTo>
                <a:lnTo>
                  <a:pt x="965669" y="495642"/>
                </a:lnTo>
                <a:lnTo>
                  <a:pt x="950696" y="483971"/>
                </a:lnTo>
                <a:lnTo>
                  <a:pt x="934288" y="467156"/>
                </a:lnTo>
                <a:lnTo>
                  <a:pt x="916597" y="445490"/>
                </a:lnTo>
                <a:lnTo>
                  <a:pt x="921169" y="420065"/>
                </a:lnTo>
                <a:lnTo>
                  <a:pt x="923404" y="407301"/>
                </a:lnTo>
                <a:lnTo>
                  <a:pt x="925741" y="393585"/>
                </a:lnTo>
                <a:lnTo>
                  <a:pt x="854011" y="379869"/>
                </a:lnTo>
                <a:lnTo>
                  <a:pt x="845159" y="431304"/>
                </a:lnTo>
                <a:lnTo>
                  <a:pt x="830008" y="477875"/>
                </a:lnTo>
                <a:lnTo>
                  <a:pt x="808583" y="519303"/>
                </a:lnTo>
                <a:lnTo>
                  <a:pt x="780859" y="555320"/>
                </a:lnTo>
                <a:lnTo>
                  <a:pt x="790879" y="561606"/>
                </a:lnTo>
                <a:lnTo>
                  <a:pt x="805053" y="571322"/>
                </a:lnTo>
                <a:lnTo>
                  <a:pt x="823506" y="584466"/>
                </a:lnTo>
                <a:lnTo>
                  <a:pt x="846391" y="601040"/>
                </a:lnTo>
                <a:lnTo>
                  <a:pt x="859777" y="582168"/>
                </a:lnTo>
                <a:lnTo>
                  <a:pt x="872312" y="562165"/>
                </a:lnTo>
                <a:lnTo>
                  <a:pt x="883716" y="540981"/>
                </a:lnTo>
                <a:lnTo>
                  <a:pt x="893737" y="518642"/>
                </a:lnTo>
                <a:lnTo>
                  <a:pt x="918311" y="544106"/>
                </a:lnTo>
                <a:lnTo>
                  <a:pt x="977747" y="575525"/>
                </a:lnTo>
                <a:lnTo>
                  <a:pt x="1051801" y="582955"/>
                </a:lnTo>
                <a:lnTo>
                  <a:pt x="1096137" y="583704"/>
                </a:lnTo>
                <a:lnTo>
                  <a:pt x="1145616" y="583577"/>
                </a:lnTo>
                <a:lnTo>
                  <a:pt x="1200251" y="582752"/>
                </a:lnTo>
                <a:lnTo>
                  <a:pt x="1204734" y="562165"/>
                </a:lnTo>
                <a:lnTo>
                  <a:pt x="1209205" y="542886"/>
                </a:lnTo>
                <a:lnTo>
                  <a:pt x="1213319" y="525868"/>
                </a:lnTo>
                <a:lnTo>
                  <a:pt x="1215110" y="518642"/>
                </a:lnTo>
                <a:lnTo>
                  <a:pt x="1216634" y="512546"/>
                </a:lnTo>
                <a:lnTo>
                  <a:pt x="1217015" y="511022"/>
                </a:lnTo>
                <a:close/>
              </a:path>
              <a:path w="1830070" h="601344">
                <a:moveTo>
                  <a:pt x="1830044" y="347853"/>
                </a:moveTo>
                <a:lnTo>
                  <a:pt x="1624203" y="347853"/>
                </a:lnTo>
                <a:lnTo>
                  <a:pt x="1624203" y="410349"/>
                </a:lnTo>
                <a:lnTo>
                  <a:pt x="1609864" y="425792"/>
                </a:lnTo>
                <a:lnTo>
                  <a:pt x="1594091" y="440105"/>
                </a:lnTo>
                <a:lnTo>
                  <a:pt x="1576590" y="453288"/>
                </a:lnTo>
                <a:lnTo>
                  <a:pt x="1557058" y="465302"/>
                </a:lnTo>
                <a:lnTo>
                  <a:pt x="1521040" y="456971"/>
                </a:lnTo>
                <a:lnTo>
                  <a:pt x="1488465" y="450049"/>
                </a:lnTo>
                <a:lnTo>
                  <a:pt x="1433512" y="439305"/>
                </a:lnTo>
                <a:lnTo>
                  <a:pt x="1439252" y="432422"/>
                </a:lnTo>
                <a:lnTo>
                  <a:pt x="1444840" y="425399"/>
                </a:lnTo>
                <a:lnTo>
                  <a:pt x="1450111" y="418084"/>
                </a:lnTo>
                <a:lnTo>
                  <a:pt x="1454950" y="410349"/>
                </a:lnTo>
                <a:lnTo>
                  <a:pt x="1624203" y="410349"/>
                </a:lnTo>
                <a:lnTo>
                  <a:pt x="1624203" y="347853"/>
                </a:lnTo>
                <a:lnTo>
                  <a:pt x="1499146" y="347853"/>
                </a:lnTo>
                <a:lnTo>
                  <a:pt x="1505762" y="337756"/>
                </a:lnTo>
                <a:lnTo>
                  <a:pt x="1518424" y="318185"/>
                </a:lnTo>
                <a:lnTo>
                  <a:pt x="1525054" y="308140"/>
                </a:lnTo>
                <a:lnTo>
                  <a:pt x="1801088" y="308140"/>
                </a:lnTo>
                <a:lnTo>
                  <a:pt x="1801088" y="245656"/>
                </a:lnTo>
                <a:lnTo>
                  <a:pt x="1801088" y="192214"/>
                </a:lnTo>
                <a:lnTo>
                  <a:pt x="1801088" y="129641"/>
                </a:lnTo>
                <a:lnTo>
                  <a:pt x="1724888" y="129641"/>
                </a:lnTo>
                <a:lnTo>
                  <a:pt x="1724888" y="192214"/>
                </a:lnTo>
                <a:lnTo>
                  <a:pt x="1724888" y="245656"/>
                </a:lnTo>
                <a:lnTo>
                  <a:pt x="1645539" y="245656"/>
                </a:lnTo>
                <a:lnTo>
                  <a:pt x="1645539" y="192214"/>
                </a:lnTo>
                <a:lnTo>
                  <a:pt x="1724888" y="192214"/>
                </a:lnTo>
                <a:lnTo>
                  <a:pt x="1724888" y="129641"/>
                </a:lnTo>
                <a:lnTo>
                  <a:pt x="1645539" y="129641"/>
                </a:lnTo>
                <a:lnTo>
                  <a:pt x="1645539" y="88493"/>
                </a:lnTo>
                <a:lnTo>
                  <a:pt x="1820900" y="88493"/>
                </a:lnTo>
                <a:lnTo>
                  <a:pt x="1820900" y="24384"/>
                </a:lnTo>
                <a:lnTo>
                  <a:pt x="1572298" y="24384"/>
                </a:lnTo>
                <a:lnTo>
                  <a:pt x="1572298" y="88493"/>
                </a:lnTo>
                <a:lnTo>
                  <a:pt x="1572298" y="129641"/>
                </a:lnTo>
                <a:lnTo>
                  <a:pt x="1572298" y="192214"/>
                </a:lnTo>
                <a:lnTo>
                  <a:pt x="1572298" y="245656"/>
                </a:lnTo>
                <a:lnTo>
                  <a:pt x="1493050" y="245656"/>
                </a:lnTo>
                <a:lnTo>
                  <a:pt x="1493050" y="192214"/>
                </a:lnTo>
                <a:lnTo>
                  <a:pt x="1572298" y="192214"/>
                </a:lnTo>
                <a:lnTo>
                  <a:pt x="1572298" y="129641"/>
                </a:lnTo>
                <a:lnTo>
                  <a:pt x="1493050" y="129641"/>
                </a:lnTo>
                <a:lnTo>
                  <a:pt x="1493050" y="88493"/>
                </a:lnTo>
                <a:lnTo>
                  <a:pt x="1572298" y="88493"/>
                </a:lnTo>
                <a:lnTo>
                  <a:pt x="1572298" y="24384"/>
                </a:lnTo>
                <a:lnTo>
                  <a:pt x="1245971" y="24384"/>
                </a:lnTo>
                <a:lnTo>
                  <a:pt x="1245971" y="88493"/>
                </a:lnTo>
                <a:lnTo>
                  <a:pt x="1419796" y="88493"/>
                </a:lnTo>
                <a:lnTo>
                  <a:pt x="1419796" y="129641"/>
                </a:lnTo>
                <a:lnTo>
                  <a:pt x="1419796" y="192214"/>
                </a:lnTo>
                <a:lnTo>
                  <a:pt x="1419796" y="245656"/>
                </a:lnTo>
                <a:lnTo>
                  <a:pt x="1340548" y="245656"/>
                </a:lnTo>
                <a:lnTo>
                  <a:pt x="1340548" y="192214"/>
                </a:lnTo>
                <a:lnTo>
                  <a:pt x="1419796" y="192214"/>
                </a:lnTo>
                <a:lnTo>
                  <a:pt x="1419796" y="129641"/>
                </a:lnTo>
                <a:lnTo>
                  <a:pt x="1264259" y="129641"/>
                </a:lnTo>
                <a:lnTo>
                  <a:pt x="1264259" y="308140"/>
                </a:lnTo>
                <a:lnTo>
                  <a:pt x="1436560" y="308140"/>
                </a:lnTo>
                <a:lnTo>
                  <a:pt x="1430820" y="317550"/>
                </a:lnTo>
                <a:lnTo>
                  <a:pt x="1424940" y="327393"/>
                </a:lnTo>
                <a:lnTo>
                  <a:pt x="1418767" y="337540"/>
                </a:lnTo>
                <a:lnTo>
                  <a:pt x="1412176" y="347853"/>
                </a:lnTo>
                <a:lnTo>
                  <a:pt x="1235303" y="347853"/>
                </a:lnTo>
                <a:lnTo>
                  <a:pt x="1235303" y="410349"/>
                </a:lnTo>
                <a:lnTo>
                  <a:pt x="1364932" y="410349"/>
                </a:lnTo>
                <a:lnTo>
                  <a:pt x="1353223" y="425221"/>
                </a:lnTo>
                <a:lnTo>
                  <a:pt x="1340929" y="440105"/>
                </a:lnTo>
                <a:lnTo>
                  <a:pt x="1328077" y="455002"/>
                </a:lnTo>
                <a:lnTo>
                  <a:pt x="1314640" y="469874"/>
                </a:lnTo>
                <a:lnTo>
                  <a:pt x="1347508" y="476161"/>
                </a:lnTo>
                <a:lnTo>
                  <a:pt x="1382090" y="483590"/>
                </a:lnTo>
                <a:lnTo>
                  <a:pt x="1418412" y="492163"/>
                </a:lnTo>
                <a:lnTo>
                  <a:pt x="1456474" y="501878"/>
                </a:lnTo>
                <a:lnTo>
                  <a:pt x="1411859" y="511289"/>
                </a:lnTo>
                <a:lnTo>
                  <a:pt x="1362837" y="518833"/>
                </a:lnTo>
                <a:lnTo>
                  <a:pt x="1309535" y="524383"/>
                </a:lnTo>
                <a:lnTo>
                  <a:pt x="1252067" y="527786"/>
                </a:lnTo>
                <a:lnTo>
                  <a:pt x="1260640" y="546747"/>
                </a:lnTo>
                <a:lnTo>
                  <a:pt x="1268069" y="564832"/>
                </a:lnTo>
                <a:lnTo>
                  <a:pt x="1274356" y="582320"/>
                </a:lnTo>
                <a:lnTo>
                  <a:pt x="1279499" y="599516"/>
                </a:lnTo>
                <a:lnTo>
                  <a:pt x="1334401" y="593801"/>
                </a:lnTo>
                <a:lnTo>
                  <a:pt x="1386205" y="585851"/>
                </a:lnTo>
                <a:lnTo>
                  <a:pt x="1434884" y="575691"/>
                </a:lnTo>
                <a:lnTo>
                  <a:pt x="1480375" y="563359"/>
                </a:lnTo>
                <a:lnTo>
                  <a:pt x="1522628" y="548906"/>
                </a:lnTo>
                <a:lnTo>
                  <a:pt x="1561630" y="532358"/>
                </a:lnTo>
                <a:lnTo>
                  <a:pt x="1609661" y="546963"/>
                </a:lnTo>
                <a:lnTo>
                  <a:pt x="1659826" y="563118"/>
                </a:lnTo>
                <a:lnTo>
                  <a:pt x="1711985" y="580669"/>
                </a:lnTo>
                <a:lnTo>
                  <a:pt x="1766036" y="599516"/>
                </a:lnTo>
                <a:lnTo>
                  <a:pt x="1799564" y="532358"/>
                </a:lnTo>
                <a:lnTo>
                  <a:pt x="1802612" y="526262"/>
                </a:lnTo>
                <a:lnTo>
                  <a:pt x="1640967" y="485114"/>
                </a:lnTo>
                <a:lnTo>
                  <a:pt x="1661845" y="468287"/>
                </a:lnTo>
                <a:lnTo>
                  <a:pt x="1665008" y="465302"/>
                </a:lnTo>
                <a:lnTo>
                  <a:pt x="1681124" y="450049"/>
                </a:lnTo>
                <a:lnTo>
                  <a:pt x="1699044" y="430593"/>
                </a:lnTo>
                <a:lnTo>
                  <a:pt x="1715643" y="410349"/>
                </a:lnTo>
                <a:lnTo>
                  <a:pt x="1830044" y="410349"/>
                </a:lnTo>
                <a:lnTo>
                  <a:pt x="1830044" y="34785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300632" y="1876234"/>
            <a:ext cx="1771014" cy="431800"/>
          </a:xfrm>
          <a:custGeom>
            <a:avLst/>
            <a:gdLst/>
            <a:ahLst/>
            <a:cxnLst/>
            <a:rect l="l" t="t" r="r" b="b"/>
            <a:pathLst>
              <a:path w="1771014" h="431800">
                <a:moveTo>
                  <a:pt x="112864" y="79349"/>
                </a:moveTo>
                <a:lnTo>
                  <a:pt x="99199" y="63042"/>
                </a:lnTo>
                <a:lnTo>
                  <a:pt x="83527" y="46151"/>
                </a:lnTo>
                <a:lnTo>
                  <a:pt x="66154" y="28689"/>
                </a:lnTo>
                <a:lnTo>
                  <a:pt x="47332" y="10668"/>
                </a:lnTo>
                <a:lnTo>
                  <a:pt x="24472" y="30480"/>
                </a:lnTo>
                <a:lnTo>
                  <a:pt x="39357" y="47091"/>
                </a:lnTo>
                <a:lnTo>
                  <a:pt x="54381" y="64668"/>
                </a:lnTo>
                <a:lnTo>
                  <a:pt x="69697" y="83083"/>
                </a:lnTo>
                <a:lnTo>
                  <a:pt x="85432" y="102209"/>
                </a:lnTo>
                <a:lnTo>
                  <a:pt x="112864" y="79349"/>
                </a:lnTo>
                <a:close/>
              </a:path>
              <a:path w="1771014" h="431800">
                <a:moveTo>
                  <a:pt x="137248" y="320332"/>
                </a:moveTo>
                <a:lnTo>
                  <a:pt x="134988" y="311162"/>
                </a:lnTo>
                <a:lnTo>
                  <a:pt x="132867" y="301853"/>
                </a:lnTo>
                <a:lnTo>
                  <a:pt x="131038" y="292252"/>
                </a:lnTo>
                <a:lnTo>
                  <a:pt x="129628" y="282232"/>
                </a:lnTo>
                <a:lnTo>
                  <a:pt x="116230" y="295376"/>
                </a:lnTo>
                <a:lnTo>
                  <a:pt x="103530" y="307378"/>
                </a:lnTo>
                <a:lnTo>
                  <a:pt x="91706" y="318236"/>
                </a:lnTo>
                <a:lnTo>
                  <a:pt x="80860" y="327952"/>
                </a:lnTo>
                <a:lnTo>
                  <a:pt x="80860" y="146494"/>
                </a:lnTo>
                <a:lnTo>
                  <a:pt x="0" y="146494"/>
                </a:lnTo>
                <a:lnTo>
                  <a:pt x="0" y="178498"/>
                </a:lnTo>
                <a:lnTo>
                  <a:pt x="47332" y="178498"/>
                </a:lnTo>
                <a:lnTo>
                  <a:pt x="47332" y="331000"/>
                </a:lnTo>
                <a:lnTo>
                  <a:pt x="46507" y="342963"/>
                </a:lnTo>
                <a:lnTo>
                  <a:pt x="44094" y="353529"/>
                </a:lnTo>
                <a:lnTo>
                  <a:pt x="40271" y="362369"/>
                </a:lnTo>
                <a:lnTo>
                  <a:pt x="35140" y="369189"/>
                </a:lnTo>
                <a:lnTo>
                  <a:pt x="59524" y="398157"/>
                </a:lnTo>
                <a:lnTo>
                  <a:pt x="93751" y="361137"/>
                </a:lnTo>
                <a:lnTo>
                  <a:pt x="129044" y="327952"/>
                </a:lnTo>
                <a:lnTo>
                  <a:pt x="137248" y="320332"/>
                </a:lnTo>
                <a:close/>
              </a:path>
              <a:path w="1771014" h="431800">
                <a:moveTo>
                  <a:pt x="434721" y="373761"/>
                </a:moveTo>
                <a:lnTo>
                  <a:pt x="396354" y="356349"/>
                </a:lnTo>
                <a:lnTo>
                  <a:pt x="361289" y="333908"/>
                </a:lnTo>
                <a:lnTo>
                  <a:pt x="329399" y="306603"/>
                </a:lnTo>
                <a:lnTo>
                  <a:pt x="312902" y="288328"/>
                </a:lnTo>
                <a:lnTo>
                  <a:pt x="300507" y="274612"/>
                </a:lnTo>
                <a:lnTo>
                  <a:pt x="422427" y="274612"/>
                </a:lnTo>
                <a:lnTo>
                  <a:pt x="422427" y="245554"/>
                </a:lnTo>
                <a:lnTo>
                  <a:pt x="285178" y="245554"/>
                </a:lnTo>
                <a:lnTo>
                  <a:pt x="285178" y="196786"/>
                </a:lnTo>
                <a:lnTo>
                  <a:pt x="366039" y="196786"/>
                </a:lnTo>
                <a:lnTo>
                  <a:pt x="366039" y="212026"/>
                </a:lnTo>
                <a:lnTo>
                  <a:pt x="396519" y="212026"/>
                </a:lnTo>
                <a:lnTo>
                  <a:pt x="396519" y="18288"/>
                </a:lnTo>
                <a:lnTo>
                  <a:pt x="366039" y="18288"/>
                </a:lnTo>
                <a:lnTo>
                  <a:pt x="366039" y="47345"/>
                </a:lnTo>
                <a:lnTo>
                  <a:pt x="366039" y="94589"/>
                </a:lnTo>
                <a:lnTo>
                  <a:pt x="366039" y="122021"/>
                </a:lnTo>
                <a:lnTo>
                  <a:pt x="366039" y="169354"/>
                </a:lnTo>
                <a:lnTo>
                  <a:pt x="285178" y="169354"/>
                </a:lnTo>
                <a:lnTo>
                  <a:pt x="285178" y="122021"/>
                </a:lnTo>
                <a:lnTo>
                  <a:pt x="366039" y="122021"/>
                </a:lnTo>
                <a:lnTo>
                  <a:pt x="366039" y="94589"/>
                </a:lnTo>
                <a:lnTo>
                  <a:pt x="285178" y="94589"/>
                </a:lnTo>
                <a:lnTo>
                  <a:pt x="285178" y="47345"/>
                </a:lnTo>
                <a:lnTo>
                  <a:pt x="366039" y="47345"/>
                </a:lnTo>
                <a:lnTo>
                  <a:pt x="366039" y="18288"/>
                </a:lnTo>
                <a:lnTo>
                  <a:pt x="253174" y="18288"/>
                </a:lnTo>
                <a:lnTo>
                  <a:pt x="253174" y="47345"/>
                </a:lnTo>
                <a:lnTo>
                  <a:pt x="253174" y="94589"/>
                </a:lnTo>
                <a:lnTo>
                  <a:pt x="253174" y="122021"/>
                </a:lnTo>
                <a:lnTo>
                  <a:pt x="253174" y="169354"/>
                </a:lnTo>
                <a:lnTo>
                  <a:pt x="172402" y="169354"/>
                </a:lnTo>
                <a:lnTo>
                  <a:pt x="172402" y="122021"/>
                </a:lnTo>
                <a:lnTo>
                  <a:pt x="253174" y="122021"/>
                </a:lnTo>
                <a:lnTo>
                  <a:pt x="253174" y="94589"/>
                </a:lnTo>
                <a:lnTo>
                  <a:pt x="172402" y="94589"/>
                </a:lnTo>
                <a:lnTo>
                  <a:pt x="172402" y="47345"/>
                </a:lnTo>
                <a:lnTo>
                  <a:pt x="253174" y="47345"/>
                </a:lnTo>
                <a:lnTo>
                  <a:pt x="253174" y="18288"/>
                </a:lnTo>
                <a:lnTo>
                  <a:pt x="141820" y="18288"/>
                </a:lnTo>
                <a:lnTo>
                  <a:pt x="141820" y="212026"/>
                </a:lnTo>
                <a:lnTo>
                  <a:pt x="172402" y="212026"/>
                </a:lnTo>
                <a:lnTo>
                  <a:pt x="172402" y="196786"/>
                </a:lnTo>
                <a:lnTo>
                  <a:pt x="253174" y="196786"/>
                </a:lnTo>
                <a:lnTo>
                  <a:pt x="253174" y="245554"/>
                </a:lnTo>
                <a:lnTo>
                  <a:pt x="118960" y="245554"/>
                </a:lnTo>
                <a:lnTo>
                  <a:pt x="118960" y="274612"/>
                </a:lnTo>
                <a:lnTo>
                  <a:pt x="237934" y="274612"/>
                </a:lnTo>
                <a:lnTo>
                  <a:pt x="209905" y="306108"/>
                </a:lnTo>
                <a:lnTo>
                  <a:pt x="178295" y="334479"/>
                </a:lnTo>
                <a:lnTo>
                  <a:pt x="142951" y="359994"/>
                </a:lnTo>
                <a:lnTo>
                  <a:pt x="103720" y="382917"/>
                </a:lnTo>
                <a:lnTo>
                  <a:pt x="110566" y="389788"/>
                </a:lnTo>
                <a:lnTo>
                  <a:pt x="117246" y="396824"/>
                </a:lnTo>
                <a:lnTo>
                  <a:pt x="123659" y="404126"/>
                </a:lnTo>
                <a:lnTo>
                  <a:pt x="129628" y="411873"/>
                </a:lnTo>
                <a:lnTo>
                  <a:pt x="163118" y="387870"/>
                </a:lnTo>
                <a:lnTo>
                  <a:pt x="194868" y="359435"/>
                </a:lnTo>
                <a:lnTo>
                  <a:pt x="224878" y="326707"/>
                </a:lnTo>
                <a:lnTo>
                  <a:pt x="253174" y="289852"/>
                </a:lnTo>
                <a:lnTo>
                  <a:pt x="253174" y="430161"/>
                </a:lnTo>
                <a:lnTo>
                  <a:pt x="285178" y="430161"/>
                </a:lnTo>
                <a:lnTo>
                  <a:pt x="285178" y="289852"/>
                </a:lnTo>
                <a:lnTo>
                  <a:pt x="285178" y="288328"/>
                </a:lnTo>
                <a:lnTo>
                  <a:pt x="311238" y="324040"/>
                </a:lnTo>
                <a:lnTo>
                  <a:pt x="341274" y="355625"/>
                </a:lnTo>
                <a:lnTo>
                  <a:pt x="375272" y="382917"/>
                </a:lnTo>
                <a:lnTo>
                  <a:pt x="413283" y="405777"/>
                </a:lnTo>
                <a:lnTo>
                  <a:pt x="418769" y="397776"/>
                </a:lnTo>
                <a:lnTo>
                  <a:pt x="429183" y="381774"/>
                </a:lnTo>
                <a:lnTo>
                  <a:pt x="434721" y="373761"/>
                </a:lnTo>
                <a:close/>
              </a:path>
              <a:path w="1771014" h="431800">
                <a:moveTo>
                  <a:pt x="616165" y="260896"/>
                </a:moveTo>
                <a:lnTo>
                  <a:pt x="600811" y="241935"/>
                </a:lnTo>
                <a:lnTo>
                  <a:pt x="589330" y="228803"/>
                </a:lnTo>
                <a:lnTo>
                  <a:pt x="587019" y="226136"/>
                </a:lnTo>
                <a:lnTo>
                  <a:pt x="583869" y="222707"/>
                </a:lnTo>
                <a:lnTo>
                  <a:pt x="579678" y="218135"/>
                </a:lnTo>
                <a:lnTo>
                  <a:pt x="565785" y="202895"/>
                </a:lnTo>
                <a:lnTo>
                  <a:pt x="549021" y="218135"/>
                </a:lnTo>
                <a:lnTo>
                  <a:pt x="549021" y="160223"/>
                </a:lnTo>
                <a:lnTo>
                  <a:pt x="608545" y="160223"/>
                </a:lnTo>
                <a:lnTo>
                  <a:pt x="608545" y="131165"/>
                </a:lnTo>
                <a:lnTo>
                  <a:pt x="549021" y="131165"/>
                </a:lnTo>
                <a:lnTo>
                  <a:pt x="549021" y="62585"/>
                </a:lnTo>
                <a:lnTo>
                  <a:pt x="549021" y="58013"/>
                </a:lnTo>
                <a:lnTo>
                  <a:pt x="564794" y="55460"/>
                </a:lnTo>
                <a:lnTo>
                  <a:pt x="580313" y="52489"/>
                </a:lnTo>
                <a:lnTo>
                  <a:pt x="611593" y="45821"/>
                </a:lnTo>
                <a:lnTo>
                  <a:pt x="600925" y="15240"/>
                </a:lnTo>
                <a:lnTo>
                  <a:pt x="563181" y="23558"/>
                </a:lnTo>
                <a:lnTo>
                  <a:pt x="525602" y="30302"/>
                </a:lnTo>
                <a:lnTo>
                  <a:pt x="488327" y="35610"/>
                </a:lnTo>
                <a:lnTo>
                  <a:pt x="451485" y="39636"/>
                </a:lnTo>
                <a:lnTo>
                  <a:pt x="453771" y="47447"/>
                </a:lnTo>
                <a:lnTo>
                  <a:pt x="458343" y="62445"/>
                </a:lnTo>
                <a:lnTo>
                  <a:pt x="460629" y="70205"/>
                </a:lnTo>
                <a:lnTo>
                  <a:pt x="474586" y="68160"/>
                </a:lnTo>
                <a:lnTo>
                  <a:pt x="503059" y="64630"/>
                </a:lnTo>
                <a:lnTo>
                  <a:pt x="517017" y="62585"/>
                </a:lnTo>
                <a:lnTo>
                  <a:pt x="517017" y="131165"/>
                </a:lnTo>
                <a:lnTo>
                  <a:pt x="448437" y="131165"/>
                </a:lnTo>
                <a:lnTo>
                  <a:pt x="448437" y="160223"/>
                </a:lnTo>
                <a:lnTo>
                  <a:pt x="509397" y="160223"/>
                </a:lnTo>
                <a:lnTo>
                  <a:pt x="496798" y="201993"/>
                </a:lnTo>
                <a:lnTo>
                  <a:pt x="481774" y="240652"/>
                </a:lnTo>
                <a:lnTo>
                  <a:pt x="464172" y="276453"/>
                </a:lnTo>
                <a:lnTo>
                  <a:pt x="443865" y="309664"/>
                </a:lnTo>
                <a:lnTo>
                  <a:pt x="447294" y="319049"/>
                </a:lnTo>
                <a:lnTo>
                  <a:pt x="454152" y="338378"/>
                </a:lnTo>
                <a:lnTo>
                  <a:pt x="457581" y="347764"/>
                </a:lnTo>
                <a:lnTo>
                  <a:pt x="475005" y="320954"/>
                </a:lnTo>
                <a:lnTo>
                  <a:pt x="490728" y="290982"/>
                </a:lnTo>
                <a:lnTo>
                  <a:pt x="504723" y="258140"/>
                </a:lnTo>
                <a:lnTo>
                  <a:pt x="517017" y="222707"/>
                </a:lnTo>
                <a:lnTo>
                  <a:pt x="517017" y="431685"/>
                </a:lnTo>
                <a:lnTo>
                  <a:pt x="549021" y="431685"/>
                </a:lnTo>
                <a:lnTo>
                  <a:pt x="549021" y="228803"/>
                </a:lnTo>
                <a:lnTo>
                  <a:pt x="567359" y="252082"/>
                </a:lnTo>
                <a:lnTo>
                  <a:pt x="578243" y="266166"/>
                </a:lnTo>
                <a:lnTo>
                  <a:pt x="590257" y="282232"/>
                </a:lnTo>
                <a:lnTo>
                  <a:pt x="616165" y="260896"/>
                </a:lnTo>
                <a:close/>
              </a:path>
              <a:path w="1771014" h="431800">
                <a:moveTo>
                  <a:pt x="849541" y="19812"/>
                </a:moveTo>
                <a:lnTo>
                  <a:pt x="817435" y="19812"/>
                </a:lnTo>
                <a:lnTo>
                  <a:pt x="817435" y="50393"/>
                </a:lnTo>
                <a:lnTo>
                  <a:pt x="817435" y="123545"/>
                </a:lnTo>
                <a:lnTo>
                  <a:pt x="666470" y="123545"/>
                </a:lnTo>
                <a:lnTo>
                  <a:pt x="666470" y="50393"/>
                </a:lnTo>
                <a:lnTo>
                  <a:pt x="817435" y="50393"/>
                </a:lnTo>
                <a:lnTo>
                  <a:pt x="817435" y="19812"/>
                </a:lnTo>
                <a:lnTo>
                  <a:pt x="632942" y="19812"/>
                </a:lnTo>
                <a:lnTo>
                  <a:pt x="632942" y="170891"/>
                </a:lnTo>
                <a:lnTo>
                  <a:pt x="666470" y="170891"/>
                </a:lnTo>
                <a:lnTo>
                  <a:pt x="666470" y="152603"/>
                </a:lnTo>
                <a:lnTo>
                  <a:pt x="817435" y="152603"/>
                </a:lnTo>
                <a:lnTo>
                  <a:pt x="817435" y="170891"/>
                </a:lnTo>
                <a:lnTo>
                  <a:pt x="849541" y="170891"/>
                </a:lnTo>
                <a:lnTo>
                  <a:pt x="849541" y="152603"/>
                </a:lnTo>
                <a:lnTo>
                  <a:pt x="849541" y="123545"/>
                </a:lnTo>
                <a:lnTo>
                  <a:pt x="849541" y="50393"/>
                </a:lnTo>
                <a:lnTo>
                  <a:pt x="849541" y="19812"/>
                </a:lnTo>
                <a:close/>
              </a:path>
              <a:path w="1771014" h="431800">
                <a:moveTo>
                  <a:pt x="883069" y="378345"/>
                </a:moveTo>
                <a:lnTo>
                  <a:pt x="757999" y="378345"/>
                </a:lnTo>
                <a:lnTo>
                  <a:pt x="757999" y="314236"/>
                </a:lnTo>
                <a:lnTo>
                  <a:pt x="857161" y="314236"/>
                </a:lnTo>
                <a:lnTo>
                  <a:pt x="857161" y="285280"/>
                </a:lnTo>
                <a:lnTo>
                  <a:pt x="757999" y="285280"/>
                </a:lnTo>
                <a:lnTo>
                  <a:pt x="757999" y="225755"/>
                </a:lnTo>
                <a:lnTo>
                  <a:pt x="869353" y="225755"/>
                </a:lnTo>
                <a:lnTo>
                  <a:pt x="869353" y="195275"/>
                </a:lnTo>
                <a:lnTo>
                  <a:pt x="613117" y="195275"/>
                </a:lnTo>
                <a:lnTo>
                  <a:pt x="613117" y="225755"/>
                </a:lnTo>
                <a:lnTo>
                  <a:pt x="722947" y="225755"/>
                </a:lnTo>
                <a:lnTo>
                  <a:pt x="722947" y="285280"/>
                </a:lnTo>
                <a:lnTo>
                  <a:pt x="623785" y="285280"/>
                </a:lnTo>
                <a:lnTo>
                  <a:pt x="623785" y="314236"/>
                </a:lnTo>
                <a:lnTo>
                  <a:pt x="722947" y="314236"/>
                </a:lnTo>
                <a:lnTo>
                  <a:pt x="722947" y="378345"/>
                </a:lnTo>
                <a:lnTo>
                  <a:pt x="597877" y="378345"/>
                </a:lnTo>
                <a:lnTo>
                  <a:pt x="597877" y="408825"/>
                </a:lnTo>
                <a:lnTo>
                  <a:pt x="883069" y="408825"/>
                </a:lnTo>
                <a:lnTo>
                  <a:pt x="883069" y="378345"/>
                </a:lnTo>
                <a:close/>
              </a:path>
              <a:path w="1771014" h="431800">
                <a:moveTo>
                  <a:pt x="1020318" y="10668"/>
                </a:moveTo>
                <a:lnTo>
                  <a:pt x="986790" y="0"/>
                </a:lnTo>
                <a:lnTo>
                  <a:pt x="973404" y="46520"/>
                </a:lnTo>
                <a:lnTo>
                  <a:pt x="957186" y="90919"/>
                </a:lnTo>
                <a:lnTo>
                  <a:pt x="938199" y="133261"/>
                </a:lnTo>
                <a:lnTo>
                  <a:pt x="916520" y="173609"/>
                </a:lnTo>
                <a:lnTo>
                  <a:pt x="892200" y="212026"/>
                </a:lnTo>
                <a:lnTo>
                  <a:pt x="896518" y="221183"/>
                </a:lnTo>
                <a:lnTo>
                  <a:pt x="900391" y="230327"/>
                </a:lnTo>
                <a:lnTo>
                  <a:pt x="903998" y="239509"/>
                </a:lnTo>
                <a:lnTo>
                  <a:pt x="907440" y="248704"/>
                </a:lnTo>
                <a:lnTo>
                  <a:pt x="918616" y="232384"/>
                </a:lnTo>
                <a:lnTo>
                  <a:pt x="929347" y="215658"/>
                </a:lnTo>
                <a:lnTo>
                  <a:pt x="939812" y="198678"/>
                </a:lnTo>
                <a:lnTo>
                  <a:pt x="950112" y="181546"/>
                </a:lnTo>
                <a:lnTo>
                  <a:pt x="950112" y="430161"/>
                </a:lnTo>
                <a:lnTo>
                  <a:pt x="982116" y="430161"/>
                </a:lnTo>
                <a:lnTo>
                  <a:pt x="982116" y="181546"/>
                </a:lnTo>
                <a:lnTo>
                  <a:pt x="982116" y="114401"/>
                </a:lnTo>
                <a:lnTo>
                  <a:pt x="992416" y="89852"/>
                </a:lnTo>
                <a:lnTo>
                  <a:pt x="1002398" y="64287"/>
                </a:lnTo>
                <a:lnTo>
                  <a:pt x="1011796" y="37846"/>
                </a:lnTo>
                <a:lnTo>
                  <a:pt x="1020318" y="10668"/>
                </a:lnTo>
                <a:close/>
              </a:path>
              <a:path w="1771014" h="431800">
                <a:moveTo>
                  <a:pt x="1334452" y="318808"/>
                </a:moveTo>
                <a:lnTo>
                  <a:pt x="1302270" y="291909"/>
                </a:lnTo>
                <a:lnTo>
                  <a:pt x="1273429" y="258787"/>
                </a:lnTo>
                <a:lnTo>
                  <a:pt x="1248029" y="219417"/>
                </a:lnTo>
                <a:lnTo>
                  <a:pt x="1226146" y="173837"/>
                </a:lnTo>
                <a:lnTo>
                  <a:pt x="1207858" y="122021"/>
                </a:lnTo>
                <a:lnTo>
                  <a:pt x="1319212" y="122021"/>
                </a:lnTo>
                <a:lnTo>
                  <a:pt x="1319212" y="91541"/>
                </a:lnTo>
                <a:lnTo>
                  <a:pt x="1178902" y="91541"/>
                </a:lnTo>
                <a:lnTo>
                  <a:pt x="1178902" y="1524"/>
                </a:lnTo>
                <a:lnTo>
                  <a:pt x="1146898" y="1524"/>
                </a:lnTo>
                <a:lnTo>
                  <a:pt x="1146898" y="91541"/>
                </a:lnTo>
                <a:lnTo>
                  <a:pt x="1011174" y="91541"/>
                </a:lnTo>
                <a:lnTo>
                  <a:pt x="1011174" y="122021"/>
                </a:lnTo>
                <a:lnTo>
                  <a:pt x="1114806" y="122021"/>
                </a:lnTo>
                <a:lnTo>
                  <a:pt x="1096530" y="172173"/>
                </a:lnTo>
                <a:lnTo>
                  <a:pt x="1074674" y="218224"/>
                </a:lnTo>
                <a:lnTo>
                  <a:pt x="1049299" y="260096"/>
                </a:lnTo>
                <a:lnTo>
                  <a:pt x="1020483" y="297713"/>
                </a:lnTo>
                <a:lnTo>
                  <a:pt x="988314" y="331000"/>
                </a:lnTo>
                <a:lnTo>
                  <a:pt x="994879" y="337858"/>
                </a:lnTo>
                <a:lnTo>
                  <a:pt x="1000887" y="344728"/>
                </a:lnTo>
                <a:lnTo>
                  <a:pt x="1006309" y="351612"/>
                </a:lnTo>
                <a:lnTo>
                  <a:pt x="1011174" y="358533"/>
                </a:lnTo>
                <a:lnTo>
                  <a:pt x="1040904" y="328498"/>
                </a:lnTo>
                <a:lnTo>
                  <a:pt x="1067625" y="294817"/>
                </a:lnTo>
                <a:lnTo>
                  <a:pt x="1091387" y="257416"/>
                </a:lnTo>
                <a:lnTo>
                  <a:pt x="1112240" y="216204"/>
                </a:lnTo>
                <a:lnTo>
                  <a:pt x="1130223" y="171107"/>
                </a:lnTo>
                <a:lnTo>
                  <a:pt x="1145374" y="122021"/>
                </a:lnTo>
                <a:lnTo>
                  <a:pt x="1146898" y="122021"/>
                </a:lnTo>
                <a:lnTo>
                  <a:pt x="1146898" y="308140"/>
                </a:lnTo>
                <a:lnTo>
                  <a:pt x="1082802" y="308140"/>
                </a:lnTo>
                <a:lnTo>
                  <a:pt x="1082802" y="338620"/>
                </a:lnTo>
                <a:lnTo>
                  <a:pt x="1146898" y="338620"/>
                </a:lnTo>
                <a:lnTo>
                  <a:pt x="1146898" y="430161"/>
                </a:lnTo>
                <a:lnTo>
                  <a:pt x="1178902" y="430161"/>
                </a:lnTo>
                <a:lnTo>
                  <a:pt x="1178902" y="338620"/>
                </a:lnTo>
                <a:lnTo>
                  <a:pt x="1242910" y="338620"/>
                </a:lnTo>
                <a:lnTo>
                  <a:pt x="1242910" y="308140"/>
                </a:lnTo>
                <a:lnTo>
                  <a:pt x="1178902" y="308140"/>
                </a:lnTo>
                <a:lnTo>
                  <a:pt x="1178902" y="122021"/>
                </a:lnTo>
                <a:lnTo>
                  <a:pt x="1197216" y="183159"/>
                </a:lnTo>
                <a:lnTo>
                  <a:pt x="1219250" y="236613"/>
                </a:lnTo>
                <a:lnTo>
                  <a:pt x="1245095" y="282371"/>
                </a:lnTo>
                <a:lnTo>
                  <a:pt x="1274838" y="320446"/>
                </a:lnTo>
                <a:lnTo>
                  <a:pt x="1308544" y="350812"/>
                </a:lnTo>
                <a:lnTo>
                  <a:pt x="1313662" y="343674"/>
                </a:lnTo>
                <a:lnTo>
                  <a:pt x="1319784" y="335953"/>
                </a:lnTo>
                <a:lnTo>
                  <a:pt x="1326756" y="327672"/>
                </a:lnTo>
                <a:lnTo>
                  <a:pt x="1334452" y="318808"/>
                </a:lnTo>
                <a:close/>
              </a:path>
              <a:path w="1771014" h="431800">
                <a:moveTo>
                  <a:pt x="1483893" y="323380"/>
                </a:moveTo>
                <a:lnTo>
                  <a:pt x="1454937" y="300520"/>
                </a:lnTo>
                <a:lnTo>
                  <a:pt x="1426591" y="326847"/>
                </a:lnTo>
                <a:lnTo>
                  <a:pt x="1398511" y="351053"/>
                </a:lnTo>
                <a:lnTo>
                  <a:pt x="1370418" y="373253"/>
                </a:lnTo>
                <a:lnTo>
                  <a:pt x="1342072" y="393585"/>
                </a:lnTo>
                <a:lnTo>
                  <a:pt x="1348663" y="400443"/>
                </a:lnTo>
                <a:lnTo>
                  <a:pt x="1354836" y="407301"/>
                </a:lnTo>
                <a:lnTo>
                  <a:pt x="1360716" y="414159"/>
                </a:lnTo>
                <a:lnTo>
                  <a:pt x="1366456" y="421017"/>
                </a:lnTo>
                <a:lnTo>
                  <a:pt x="1396847" y="396989"/>
                </a:lnTo>
                <a:lnTo>
                  <a:pt x="1426362" y="372808"/>
                </a:lnTo>
                <a:lnTo>
                  <a:pt x="1455280" y="348322"/>
                </a:lnTo>
                <a:lnTo>
                  <a:pt x="1483893" y="323380"/>
                </a:lnTo>
                <a:close/>
              </a:path>
              <a:path w="1771014" h="431800">
                <a:moveTo>
                  <a:pt x="1767560" y="279184"/>
                </a:moveTo>
                <a:lnTo>
                  <a:pt x="1757210" y="270040"/>
                </a:lnTo>
                <a:lnTo>
                  <a:pt x="1738096" y="253149"/>
                </a:lnTo>
                <a:lnTo>
                  <a:pt x="1736496" y="251752"/>
                </a:lnTo>
                <a:lnTo>
                  <a:pt x="1709064" y="227850"/>
                </a:lnTo>
                <a:lnTo>
                  <a:pt x="1680286" y="203441"/>
                </a:lnTo>
                <a:lnTo>
                  <a:pt x="1651635" y="180022"/>
                </a:lnTo>
                <a:lnTo>
                  <a:pt x="1628775" y="202895"/>
                </a:lnTo>
                <a:lnTo>
                  <a:pt x="1640179" y="212293"/>
                </a:lnTo>
                <a:lnTo>
                  <a:pt x="1651444" y="222135"/>
                </a:lnTo>
                <a:lnTo>
                  <a:pt x="1662417" y="232244"/>
                </a:lnTo>
                <a:lnTo>
                  <a:pt x="1672971" y="242519"/>
                </a:lnTo>
                <a:lnTo>
                  <a:pt x="1508302" y="250304"/>
                </a:lnTo>
                <a:lnTo>
                  <a:pt x="1462557" y="251752"/>
                </a:lnTo>
                <a:lnTo>
                  <a:pt x="1509712" y="228600"/>
                </a:lnTo>
                <a:lnTo>
                  <a:pt x="1555038" y="204939"/>
                </a:lnTo>
                <a:lnTo>
                  <a:pt x="1598485" y="180797"/>
                </a:lnTo>
                <a:lnTo>
                  <a:pt x="1617738" y="169354"/>
                </a:lnTo>
                <a:lnTo>
                  <a:pt x="1640027" y="156133"/>
                </a:lnTo>
                <a:lnTo>
                  <a:pt x="1652778" y="148018"/>
                </a:lnTo>
                <a:lnTo>
                  <a:pt x="1679638" y="130949"/>
                </a:lnTo>
                <a:lnTo>
                  <a:pt x="1717268" y="105257"/>
                </a:lnTo>
                <a:lnTo>
                  <a:pt x="1688312" y="80873"/>
                </a:lnTo>
                <a:lnTo>
                  <a:pt x="1669415" y="95465"/>
                </a:lnTo>
                <a:lnTo>
                  <a:pt x="1649552" y="109639"/>
                </a:lnTo>
                <a:lnTo>
                  <a:pt x="1607439" y="137261"/>
                </a:lnTo>
                <a:lnTo>
                  <a:pt x="1534617" y="143217"/>
                </a:lnTo>
                <a:lnTo>
                  <a:pt x="1445793" y="148018"/>
                </a:lnTo>
                <a:lnTo>
                  <a:pt x="1475206" y="131965"/>
                </a:lnTo>
                <a:lnTo>
                  <a:pt x="1506194" y="113652"/>
                </a:lnTo>
                <a:lnTo>
                  <a:pt x="1538643" y="93065"/>
                </a:lnTo>
                <a:lnTo>
                  <a:pt x="1572387" y="70205"/>
                </a:lnTo>
                <a:lnTo>
                  <a:pt x="1556385" y="59537"/>
                </a:lnTo>
                <a:lnTo>
                  <a:pt x="1554099" y="58013"/>
                </a:lnTo>
                <a:lnTo>
                  <a:pt x="1747748" y="44297"/>
                </a:lnTo>
                <a:lnTo>
                  <a:pt x="1741652" y="13716"/>
                </a:lnTo>
                <a:lnTo>
                  <a:pt x="1694294" y="18110"/>
                </a:lnTo>
                <a:lnTo>
                  <a:pt x="1645056" y="22123"/>
                </a:lnTo>
                <a:lnTo>
                  <a:pt x="1540776" y="29019"/>
                </a:lnTo>
                <a:lnTo>
                  <a:pt x="1428610" y="34442"/>
                </a:lnTo>
                <a:lnTo>
                  <a:pt x="1369504" y="36576"/>
                </a:lnTo>
                <a:lnTo>
                  <a:pt x="1371676" y="44297"/>
                </a:lnTo>
                <a:lnTo>
                  <a:pt x="1373886" y="52476"/>
                </a:lnTo>
                <a:lnTo>
                  <a:pt x="1375714" y="60032"/>
                </a:lnTo>
                <a:lnTo>
                  <a:pt x="1377124" y="67157"/>
                </a:lnTo>
                <a:lnTo>
                  <a:pt x="1415783" y="65747"/>
                </a:lnTo>
                <a:lnTo>
                  <a:pt x="1529613" y="59537"/>
                </a:lnTo>
                <a:lnTo>
                  <a:pt x="1502181" y="79540"/>
                </a:lnTo>
                <a:lnTo>
                  <a:pt x="1474749" y="98399"/>
                </a:lnTo>
                <a:lnTo>
                  <a:pt x="1419885" y="132689"/>
                </a:lnTo>
                <a:lnTo>
                  <a:pt x="1380172" y="148018"/>
                </a:lnTo>
                <a:lnTo>
                  <a:pt x="1393888" y="184607"/>
                </a:lnTo>
                <a:lnTo>
                  <a:pt x="1520799" y="171881"/>
                </a:lnTo>
                <a:lnTo>
                  <a:pt x="1557147" y="169354"/>
                </a:lnTo>
                <a:lnTo>
                  <a:pt x="1527924" y="185597"/>
                </a:lnTo>
                <a:lnTo>
                  <a:pt x="1465541" y="218655"/>
                </a:lnTo>
                <a:lnTo>
                  <a:pt x="1419212" y="240309"/>
                </a:lnTo>
                <a:lnTo>
                  <a:pt x="1377124" y="251752"/>
                </a:lnTo>
                <a:lnTo>
                  <a:pt x="1392364" y="289852"/>
                </a:lnTo>
                <a:lnTo>
                  <a:pt x="1441221" y="283756"/>
                </a:lnTo>
                <a:lnTo>
                  <a:pt x="1495907" y="281279"/>
                </a:lnTo>
                <a:lnTo>
                  <a:pt x="1522920" y="279679"/>
                </a:lnTo>
                <a:lnTo>
                  <a:pt x="1549527" y="277660"/>
                </a:lnTo>
                <a:lnTo>
                  <a:pt x="1549527" y="369201"/>
                </a:lnTo>
                <a:lnTo>
                  <a:pt x="1548079" y="379196"/>
                </a:lnTo>
                <a:lnTo>
                  <a:pt x="1543608" y="386346"/>
                </a:lnTo>
                <a:lnTo>
                  <a:pt x="1535988" y="390626"/>
                </a:lnTo>
                <a:lnTo>
                  <a:pt x="1525041" y="392061"/>
                </a:lnTo>
                <a:lnTo>
                  <a:pt x="1514525" y="391769"/>
                </a:lnTo>
                <a:lnTo>
                  <a:pt x="1501419" y="390918"/>
                </a:lnTo>
                <a:lnTo>
                  <a:pt x="1486039" y="389483"/>
                </a:lnTo>
                <a:lnTo>
                  <a:pt x="1468653" y="387489"/>
                </a:lnTo>
                <a:lnTo>
                  <a:pt x="1470685" y="397484"/>
                </a:lnTo>
                <a:lnTo>
                  <a:pt x="1472272" y="406920"/>
                </a:lnTo>
                <a:lnTo>
                  <a:pt x="1473593" y="415772"/>
                </a:lnTo>
                <a:lnTo>
                  <a:pt x="1474749" y="424065"/>
                </a:lnTo>
                <a:lnTo>
                  <a:pt x="1491284" y="424294"/>
                </a:lnTo>
                <a:lnTo>
                  <a:pt x="1519758" y="425348"/>
                </a:lnTo>
                <a:lnTo>
                  <a:pt x="1531137" y="425589"/>
                </a:lnTo>
                <a:lnTo>
                  <a:pt x="1554314" y="422440"/>
                </a:lnTo>
                <a:lnTo>
                  <a:pt x="1571040" y="413016"/>
                </a:lnTo>
                <a:lnTo>
                  <a:pt x="1581175" y="397294"/>
                </a:lnTo>
                <a:lnTo>
                  <a:pt x="1581988" y="392061"/>
                </a:lnTo>
                <a:lnTo>
                  <a:pt x="1584579" y="375297"/>
                </a:lnTo>
                <a:lnTo>
                  <a:pt x="1584579" y="277660"/>
                </a:lnTo>
                <a:lnTo>
                  <a:pt x="1584579" y="276136"/>
                </a:lnTo>
                <a:lnTo>
                  <a:pt x="1703552" y="270040"/>
                </a:lnTo>
                <a:lnTo>
                  <a:pt x="1740128" y="306616"/>
                </a:lnTo>
                <a:lnTo>
                  <a:pt x="1746770" y="299758"/>
                </a:lnTo>
                <a:lnTo>
                  <a:pt x="1753273" y="292900"/>
                </a:lnTo>
                <a:lnTo>
                  <a:pt x="1760054" y="286042"/>
                </a:lnTo>
                <a:lnTo>
                  <a:pt x="1767560" y="279184"/>
                </a:lnTo>
                <a:close/>
              </a:path>
              <a:path w="1771014" h="431800">
                <a:moveTo>
                  <a:pt x="1770608" y="389013"/>
                </a:moveTo>
                <a:lnTo>
                  <a:pt x="1738045" y="363816"/>
                </a:lnTo>
                <a:lnTo>
                  <a:pt x="1706778" y="340766"/>
                </a:lnTo>
                <a:lnTo>
                  <a:pt x="1676908" y="319709"/>
                </a:lnTo>
                <a:lnTo>
                  <a:pt x="1648587" y="300520"/>
                </a:lnTo>
                <a:lnTo>
                  <a:pt x="1627251" y="324904"/>
                </a:lnTo>
                <a:lnTo>
                  <a:pt x="1655241" y="346100"/>
                </a:lnTo>
                <a:lnTo>
                  <a:pt x="1684261" y="368427"/>
                </a:lnTo>
                <a:lnTo>
                  <a:pt x="1714004" y="391769"/>
                </a:lnTo>
                <a:lnTo>
                  <a:pt x="1744700" y="416445"/>
                </a:lnTo>
                <a:lnTo>
                  <a:pt x="1770608" y="3890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297584" y="2519933"/>
            <a:ext cx="845185" cy="436880"/>
          </a:xfrm>
          <a:custGeom>
            <a:avLst/>
            <a:gdLst/>
            <a:ahLst/>
            <a:cxnLst/>
            <a:rect l="l" t="t" r="r" b="b"/>
            <a:pathLst>
              <a:path w="845185" h="436880">
                <a:moveTo>
                  <a:pt x="428536" y="35153"/>
                </a:moveTo>
                <a:lnTo>
                  <a:pt x="120497" y="35153"/>
                </a:lnTo>
                <a:lnTo>
                  <a:pt x="126187" y="26873"/>
                </a:lnTo>
                <a:lnTo>
                  <a:pt x="131737" y="18148"/>
                </a:lnTo>
                <a:lnTo>
                  <a:pt x="136994" y="9144"/>
                </a:lnTo>
                <a:lnTo>
                  <a:pt x="141833" y="0"/>
                </a:lnTo>
                <a:lnTo>
                  <a:pt x="103733" y="0"/>
                </a:lnTo>
                <a:lnTo>
                  <a:pt x="81749" y="36309"/>
                </a:lnTo>
                <a:lnTo>
                  <a:pt x="57048" y="69443"/>
                </a:lnTo>
                <a:lnTo>
                  <a:pt x="29743" y="99148"/>
                </a:lnTo>
                <a:lnTo>
                  <a:pt x="0" y="125158"/>
                </a:lnTo>
                <a:lnTo>
                  <a:pt x="6311" y="132880"/>
                </a:lnTo>
                <a:lnTo>
                  <a:pt x="11633" y="140030"/>
                </a:lnTo>
                <a:lnTo>
                  <a:pt x="16116" y="146596"/>
                </a:lnTo>
                <a:lnTo>
                  <a:pt x="19913" y="152603"/>
                </a:lnTo>
                <a:lnTo>
                  <a:pt x="32219" y="141808"/>
                </a:lnTo>
                <a:lnTo>
                  <a:pt x="44107" y="130302"/>
                </a:lnTo>
                <a:lnTo>
                  <a:pt x="67157" y="106781"/>
                </a:lnTo>
                <a:lnTo>
                  <a:pt x="67157" y="259372"/>
                </a:lnTo>
                <a:lnTo>
                  <a:pt x="97637" y="259372"/>
                </a:lnTo>
                <a:lnTo>
                  <a:pt x="97637" y="244132"/>
                </a:lnTo>
                <a:lnTo>
                  <a:pt x="355384" y="244132"/>
                </a:lnTo>
                <a:lnTo>
                  <a:pt x="355384" y="256324"/>
                </a:lnTo>
                <a:lnTo>
                  <a:pt x="385864" y="256324"/>
                </a:lnTo>
                <a:lnTo>
                  <a:pt x="385864" y="244132"/>
                </a:lnTo>
                <a:lnTo>
                  <a:pt x="385864" y="216611"/>
                </a:lnTo>
                <a:lnTo>
                  <a:pt x="385864" y="94589"/>
                </a:lnTo>
                <a:lnTo>
                  <a:pt x="355384" y="94589"/>
                </a:lnTo>
                <a:lnTo>
                  <a:pt x="355384" y="122110"/>
                </a:lnTo>
                <a:lnTo>
                  <a:pt x="355384" y="155651"/>
                </a:lnTo>
                <a:lnTo>
                  <a:pt x="355384" y="181559"/>
                </a:lnTo>
                <a:lnTo>
                  <a:pt x="355384" y="216611"/>
                </a:lnTo>
                <a:lnTo>
                  <a:pt x="97637" y="216611"/>
                </a:lnTo>
                <a:lnTo>
                  <a:pt x="97637" y="181559"/>
                </a:lnTo>
                <a:lnTo>
                  <a:pt x="355384" y="181559"/>
                </a:lnTo>
                <a:lnTo>
                  <a:pt x="355384" y="155651"/>
                </a:lnTo>
                <a:lnTo>
                  <a:pt x="97637" y="155651"/>
                </a:lnTo>
                <a:lnTo>
                  <a:pt x="97637" y="122110"/>
                </a:lnTo>
                <a:lnTo>
                  <a:pt x="355384" y="122110"/>
                </a:lnTo>
                <a:lnTo>
                  <a:pt x="355384" y="94589"/>
                </a:lnTo>
                <a:lnTo>
                  <a:pt x="76301" y="94589"/>
                </a:lnTo>
                <a:lnTo>
                  <a:pt x="82892" y="86829"/>
                </a:lnTo>
                <a:lnTo>
                  <a:pt x="89065" y="79349"/>
                </a:lnTo>
                <a:lnTo>
                  <a:pt x="94945" y="71869"/>
                </a:lnTo>
                <a:lnTo>
                  <a:pt x="100685" y="64109"/>
                </a:lnTo>
                <a:lnTo>
                  <a:pt x="428536" y="64109"/>
                </a:lnTo>
                <a:lnTo>
                  <a:pt x="428536" y="35153"/>
                </a:lnTo>
                <a:close/>
              </a:path>
              <a:path w="845185" h="436880">
                <a:moveTo>
                  <a:pt x="437769" y="395109"/>
                </a:moveTo>
                <a:lnTo>
                  <a:pt x="393420" y="390842"/>
                </a:lnTo>
                <a:lnTo>
                  <a:pt x="351955" y="385013"/>
                </a:lnTo>
                <a:lnTo>
                  <a:pt x="313334" y="377748"/>
                </a:lnTo>
                <a:lnTo>
                  <a:pt x="277558" y="369201"/>
                </a:lnTo>
                <a:lnTo>
                  <a:pt x="303009" y="357009"/>
                </a:lnTo>
                <a:lnTo>
                  <a:pt x="309308" y="353987"/>
                </a:lnTo>
                <a:lnTo>
                  <a:pt x="338035" y="337908"/>
                </a:lnTo>
                <a:lnTo>
                  <a:pt x="363588" y="320675"/>
                </a:lnTo>
                <a:lnTo>
                  <a:pt x="384035" y="303568"/>
                </a:lnTo>
                <a:lnTo>
                  <a:pt x="385864" y="302044"/>
                </a:lnTo>
                <a:lnTo>
                  <a:pt x="385864" y="279184"/>
                </a:lnTo>
                <a:lnTo>
                  <a:pt x="335572" y="279184"/>
                </a:lnTo>
                <a:lnTo>
                  <a:pt x="335572" y="303568"/>
                </a:lnTo>
                <a:lnTo>
                  <a:pt x="314693" y="318135"/>
                </a:lnTo>
                <a:lnTo>
                  <a:pt x="290944" y="332003"/>
                </a:lnTo>
                <a:lnTo>
                  <a:pt x="264337" y="345008"/>
                </a:lnTo>
                <a:lnTo>
                  <a:pt x="234886" y="357009"/>
                </a:lnTo>
                <a:lnTo>
                  <a:pt x="206336" y="345871"/>
                </a:lnTo>
                <a:lnTo>
                  <a:pt x="180200" y="333146"/>
                </a:lnTo>
                <a:lnTo>
                  <a:pt x="156616" y="318985"/>
                </a:lnTo>
                <a:lnTo>
                  <a:pt x="152247" y="315760"/>
                </a:lnTo>
                <a:lnTo>
                  <a:pt x="135737" y="303568"/>
                </a:lnTo>
                <a:lnTo>
                  <a:pt x="335572" y="303568"/>
                </a:lnTo>
                <a:lnTo>
                  <a:pt x="335572" y="279184"/>
                </a:lnTo>
                <a:lnTo>
                  <a:pt x="149453" y="279184"/>
                </a:lnTo>
                <a:lnTo>
                  <a:pt x="154266" y="273227"/>
                </a:lnTo>
                <a:lnTo>
                  <a:pt x="164528" y="260756"/>
                </a:lnTo>
                <a:lnTo>
                  <a:pt x="169354" y="254800"/>
                </a:lnTo>
                <a:lnTo>
                  <a:pt x="129641" y="254800"/>
                </a:lnTo>
                <a:lnTo>
                  <a:pt x="103390" y="283349"/>
                </a:lnTo>
                <a:lnTo>
                  <a:pt x="72859" y="309486"/>
                </a:lnTo>
                <a:lnTo>
                  <a:pt x="38303" y="333070"/>
                </a:lnTo>
                <a:lnTo>
                  <a:pt x="0" y="353961"/>
                </a:lnTo>
                <a:lnTo>
                  <a:pt x="5689" y="359905"/>
                </a:lnTo>
                <a:lnTo>
                  <a:pt x="11252" y="366153"/>
                </a:lnTo>
                <a:lnTo>
                  <a:pt x="16548" y="372389"/>
                </a:lnTo>
                <a:lnTo>
                  <a:pt x="21437" y="378345"/>
                </a:lnTo>
                <a:lnTo>
                  <a:pt x="45796" y="364934"/>
                </a:lnTo>
                <a:lnTo>
                  <a:pt x="68872" y="349948"/>
                </a:lnTo>
                <a:lnTo>
                  <a:pt x="91084" y="333502"/>
                </a:lnTo>
                <a:lnTo>
                  <a:pt x="112877" y="315760"/>
                </a:lnTo>
                <a:lnTo>
                  <a:pt x="130035" y="331241"/>
                </a:lnTo>
                <a:lnTo>
                  <a:pt x="149491" y="345567"/>
                </a:lnTo>
                <a:lnTo>
                  <a:pt x="171246" y="358711"/>
                </a:lnTo>
                <a:lnTo>
                  <a:pt x="195262" y="370725"/>
                </a:lnTo>
                <a:lnTo>
                  <a:pt x="161467" y="379628"/>
                </a:lnTo>
                <a:lnTo>
                  <a:pt x="121831" y="388251"/>
                </a:lnTo>
                <a:lnTo>
                  <a:pt x="76225" y="396862"/>
                </a:lnTo>
                <a:lnTo>
                  <a:pt x="24485" y="405777"/>
                </a:lnTo>
                <a:lnTo>
                  <a:pt x="30810" y="413537"/>
                </a:lnTo>
                <a:lnTo>
                  <a:pt x="36296" y="421017"/>
                </a:lnTo>
                <a:lnTo>
                  <a:pt x="41198" y="428523"/>
                </a:lnTo>
                <a:lnTo>
                  <a:pt x="45821" y="436346"/>
                </a:lnTo>
                <a:lnTo>
                  <a:pt x="98691" y="424815"/>
                </a:lnTo>
                <a:lnTo>
                  <a:pt x="147586" y="413016"/>
                </a:lnTo>
                <a:lnTo>
                  <a:pt x="192481" y="400672"/>
                </a:lnTo>
                <a:lnTo>
                  <a:pt x="233362" y="387489"/>
                </a:lnTo>
                <a:lnTo>
                  <a:pt x="273951" y="400583"/>
                </a:lnTo>
                <a:lnTo>
                  <a:pt x="317995" y="412254"/>
                </a:lnTo>
                <a:lnTo>
                  <a:pt x="365455" y="422198"/>
                </a:lnTo>
                <a:lnTo>
                  <a:pt x="416344" y="430161"/>
                </a:lnTo>
                <a:lnTo>
                  <a:pt x="421170" y="421894"/>
                </a:lnTo>
                <a:lnTo>
                  <a:pt x="426440" y="413207"/>
                </a:lnTo>
                <a:lnTo>
                  <a:pt x="432028" y="404228"/>
                </a:lnTo>
                <a:lnTo>
                  <a:pt x="437769" y="395109"/>
                </a:lnTo>
                <a:close/>
              </a:path>
              <a:path w="845185" h="436880">
                <a:moveTo>
                  <a:pt x="692378" y="180035"/>
                </a:moveTo>
                <a:lnTo>
                  <a:pt x="660654" y="164579"/>
                </a:lnTo>
                <a:lnTo>
                  <a:pt x="624928" y="147828"/>
                </a:lnTo>
                <a:lnTo>
                  <a:pt x="541401" y="109829"/>
                </a:lnTo>
                <a:lnTo>
                  <a:pt x="523113" y="138887"/>
                </a:lnTo>
                <a:lnTo>
                  <a:pt x="556539" y="154622"/>
                </a:lnTo>
                <a:lnTo>
                  <a:pt x="592696" y="172224"/>
                </a:lnTo>
                <a:lnTo>
                  <a:pt x="631418" y="191820"/>
                </a:lnTo>
                <a:lnTo>
                  <a:pt x="672566" y="213563"/>
                </a:lnTo>
                <a:lnTo>
                  <a:pt x="692378" y="180035"/>
                </a:lnTo>
                <a:close/>
              </a:path>
              <a:path w="845185" h="436880">
                <a:moveTo>
                  <a:pt x="771715" y="216611"/>
                </a:moveTo>
                <a:lnTo>
                  <a:pt x="681164" y="248107"/>
                </a:lnTo>
                <a:lnTo>
                  <a:pt x="580136" y="281266"/>
                </a:lnTo>
                <a:lnTo>
                  <a:pt x="468249" y="315760"/>
                </a:lnTo>
                <a:lnTo>
                  <a:pt x="481965" y="353961"/>
                </a:lnTo>
                <a:lnTo>
                  <a:pt x="771715" y="254800"/>
                </a:lnTo>
                <a:lnTo>
                  <a:pt x="770864" y="249059"/>
                </a:lnTo>
                <a:lnTo>
                  <a:pt x="770572" y="240880"/>
                </a:lnTo>
                <a:lnTo>
                  <a:pt x="770864" y="230111"/>
                </a:lnTo>
                <a:lnTo>
                  <a:pt x="771715" y="216611"/>
                </a:lnTo>
                <a:close/>
              </a:path>
              <a:path w="845185" h="436880">
                <a:moveTo>
                  <a:pt x="844867" y="38201"/>
                </a:moveTo>
                <a:lnTo>
                  <a:pt x="478917" y="38201"/>
                </a:lnTo>
                <a:lnTo>
                  <a:pt x="478917" y="73253"/>
                </a:lnTo>
                <a:lnTo>
                  <a:pt x="805243" y="73253"/>
                </a:lnTo>
                <a:lnTo>
                  <a:pt x="804316" y="125247"/>
                </a:lnTo>
                <a:lnTo>
                  <a:pt x="803376" y="172224"/>
                </a:lnTo>
                <a:lnTo>
                  <a:pt x="802170" y="222631"/>
                </a:lnTo>
                <a:lnTo>
                  <a:pt x="800811" y="268020"/>
                </a:lnTo>
                <a:lnTo>
                  <a:pt x="799147" y="311188"/>
                </a:lnTo>
                <a:lnTo>
                  <a:pt x="789292" y="355219"/>
                </a:lnTo>
                <a:lnTo>
                  <a:pt x="748309" y="378764"/>
                </a:lnTo>
                <a:lnTo>
                  <a:pt x="732091" y="379869"/>
                </a:lnTo>
                <a:lnTo>
                  <a:pt x="715695" y="379577"/>
                </a:lnTo>
                <a:lnTo>
                  <a:pt x="696188" y="378726"/>
                </a:lnTo>
                <a:lnTo>
                  <a:pt x="673277" y="377291"/>
                </a:lnTo>
                <a:lnTo>
                  <a:pt x="646658" y="375297"/>
                </a:lnTo>
                <a:lnTo>
                  <a:pt x="649554" y="386435"/>
                </a:lnTo>
                <a:lnTo>
                  <a:pt x="651611" y="397014"/>
                </a:lnTo>
                <a:lnTo>
                  <a:pt x="653084" y="407009"/>
                </a:lnTo>
                <a:lnTo>
                  <a:pt x="654278" y="416445"/>
                </a:lnTo>
                <a:lnTo>
                  <a:pt x="675703" y="417322"/>
                </a:lnTo>
                <a:lnTo>
                  <a:pt x="696569" y="417779"/>
                </a:lnTo>
                <a:lnTo>
                  <a:pt x="736663" y="417969"/>
                </a:lnTo>
                <a:lnTo>
                  <a:pt x="778929" y="411721"/>
                </a:lnTo>
                <a:lnTo>
                  <a:pt x="817905" y="379869"/>
                </a:lnTo>
                <a:lnTo>
                  <a:pt x="835723" y="320332"/>
                </a:lnTo>
                <a:lnTo>
                  <a:pt x="838771" y="255333"/>
                </a:lnTo>
                <a:lnTo>
                  <a:pt x="840232" y="213563"/>
                </a:lnTo>
                <a:lnTo>
                  <a:pt x="841717" y="164579"/>
                </a:lnTo>
                <a:lnTo>
                  <a:pt x="843343" y="103263"/>
                </a:lnTo>
                <a:lnTo>
                  <a:pt x="844867" y="382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197404" y="2519933"/>
            <a:ext cx="876935" cy="430530"/>
          </a:xfrm>
          <a:custGeom>
            <a:avLst/>
            <a:gdLst/>
            <a:ahLst/>
            <a:cxnLst/>
            <a:rect l="l" t="t" r="r" b="b"/>
            <a:pathLst>
              <a:path w="876935" h="430530">
                <a:moveTo>
                  <a:pt x="431584" y="85445"/>
                </a:moveTo>
                <a:lnTo>
                  <a:pt x="231851" y="85445"/>
                </a:lnTo>
                <a:lnTo>
                  <a:pt x="231851" y="51917"/>
                </a:lnTo>
                <a:lnTo>
                  <a:pt x="231851" y="50393"/>
                </a:lnTo>
                <a:lnTo>
                  <a:pt x="395008" y="44297"/>
                </a:lnTo>
                <a:lnTo>
                  <a:pt x="388912" y="13716"/>
                </a:lnTo>
                <a:lnTo>
                  <a:pt x="303669" y="18605"/>
                </a:lnTo>
                <a:lnTo>
                  <a:pt x="204558" y="22479"/>
                </a:lnTo>
                <a:lnTo>
                  <a:pt x="91147" y="25171"/>
                </a:lnTo>
                <a:lnTo>
                  <a:pt x="28968" y="26009"/>
                </a:lnTo>
                <a:lnTo>
                  <a:pt x="30988" y="33985"/>
                </a:lnTo>
                <a:lnTo>
                  <a:pt x="32588" y="41821"/>
                </a:lnTo>
                <a:lnTo>
                  <a:pt x="33832" y="49009"/>
                </a:lnTo>
                <a:lnTo>
                  <a:pt x="35064" y="56489"/>
                </a:lnTo>
                <a:lnTo>
                  <a:pt x="199745" y="51917"/>
                </a:lnTo>
                <a:lnTo>
                  <a:pt x="199745" y="85445"/>
                </a:lnTo>
                <a:lnTo>
                  <a:pt x="3060" y="85445"/>
                </a:lnTo>
                <a:lnTo>
                  <a:pt x="3060" y="112877"/>
                </a:lnTo>
                <a:lnTo>
                  <a:pt x="199745" y="112877"/>
                </a:lnTo>
                <a:lnTo>
                  <a:pt x="199745" y="144970"/>
                </a:lnTo>
                <a:lnTo>
                  <a:pt x="199745" y="170878"/>
                </a:lnTo>
                <a:lnTo>
                  <a:pt x="199745" y="207454"/>
                </a:lnTo>
                <a:lnTo>
                  <a:pt x="199745" y="230416"/>
                </a:lnTo>
                <a:lnTo>
                  <a:pt x="199745" y="268516"/>
                </a:lnTo>
                <a:lnTo>
                  <a:pt x="82308" y="268516"/>
                </a:lnTo>
                <a:lnTo>
                  <a:pt x="82308" y="230416"/>
                </a:lnTo>
                <a:lnTo>
                  <a:pt x="199745" y="230416"/>
                </a:lnTo>
                <a:lnTo>
                  <a:pt x="199745" y="207454"/>
                </a:lnTo>
                <a:lnTo>
                  <a:pt x="82308" y="207454"/>
                </a:lnTo>
                <a:lnTo>
                  <a:pt x="82308" y="170878"/>
                </a:lnTo>
                <a:lnTo>
                  <a:pt x="199745" y="170878"/>
                </a:lnTo>
                <a:lnTo>
                  <a:pt x="199745" y="144970"/>
                </a:lnTo>
                <a:lnTo>
                  <a:pt x="51828" y="144970"/>
                </a:lnTo>
                <a:lnTo>
                  <a:pt x="51828" y="309664"/>
                </a:lnTo>
                <a:lnTo>
                  <a:pt x="82308" y="309664"/>
                </a:lnTo>
                <a:lnTo>
                  <a:pt x="82308" y="294424"/>
                </a:lnTo>
                <a:lnTo>
                  <a:pt x="199745" y="294424"/>
                </a:lnTo>
                <a:lnTo>
                  <a:pt x="199745" y="331089"/>
                </a:lnTo>
                <a:lnTo>
                  <a:pt x="33540" y="331089"/>
                </a:lnTo>
                <a:lnTo>
                  <a:pt x="33540" y="356997"/>
                </a:lnTo>
                <a:lnTo>
                  <a:pt x="199745" y="356997"/>
                </a:lnTo>
                <a:lnTo>
                  <a:pt x="199745" y="389001"/>
                </a:lnTo>
                <a:lnTo>
                  <a:pt x="0" y="389001"/>
                </a:lnTo>
                <a:lnTo>
                  <a:pt x="0" y="416445"/>
                </a:lnTo>
                <a:lnTo>
                  <a:pt x="431584" y="416445"/>
                </a:lnTo>
                <a:lnTo>
                  <a:pt x="431584" y="389001"/>
                </a:lnTo>
                <a:lnTo>
                  <a:pt x="231851" y="389001"/>
                </a:lnTo>
                <a:lnTo>
                  <a:pt x="231851" y="356997"/>
                </a:lnTo>
                <a:lnTo>
                  <a:pt x="399580" y="356997"/>
                </a:lnTo>
                <a:lnTo>
                  <a:pt x="399580" y="331089"/>
                </a:lnTo>
                <a:lnTo>
                  <a:pt x="231851" y="331089"/>
                </a:lnTo>
                <a:lnTo>
                  <a:pt x="231851" y="294424"/>
                </a:lnTo>
                <a:lnTo>
                  <a:pt x="352247" y="294424"/>
                </a:lnTo>
                <a:lnTo>
                  <a:pt x="352247" y="309664"/>
                </a:lnTo>
                <a:lnTo>
                  <a:pt x="382816" y="309664"/>
                </a:lnTo>
                <a:lnTo>
                  <a:pt x="382816" y="144970"/>
                </a:lnTo>
                <a:lnTo>
                  <a:pt x="352247" y="144970"/>
                </a:lnTo>
                <a:lnTo>
                  <a:pt x="352247" y="170878"/>
                </a:lnTo>
                <a:lnTo>
                  <a:pt x="352247" y="207454"/>
                </a:lnTo>
                <a:lnTo>
                  <a:pt x="352247" y="230416"/>
                </a:lnTo>
                <a:lnTo>
                  <a:pt x="352247" y="268516"/>
                </a:lnTo>
                <a:lnTo>
                  <a:pt x="231851" y="268516"/>
                </a:lnTo>
                <a:lnTo>
                  <a:pt x="231851" y="230416"/>
                </a:lnTo>
                <a:lnTo>
                  <a:pt x="352247" y="230416"/>
                </a:lnTo>
                <a:lnTo>
                  <a:pt x="352247" y="207454"/>
                </a:lnTo>
                <a:lnTo>
                  <a:pt x="231851" y="207454"/>
                </a:lnTo>
                <a:lnTo>
                  <a:pt x="231851" y="170878"/>
                </a:lnTo>
                <a:lnTo>
                  <a:pt x="352247" y="170878"/>
                </a:lnTo>
                <a:lnTo>
                  <a:pt x="352247" y="144970"/>
                </a:lnTo>
                <a:lnTo>
                  <a:pt x="231851" y="144970"/>
                </a:lnTo>
                <a:lnTo>
                  <a:pt x="231851" y="112877"/>
                </a:lnTo>
                <a:lnTo>
                  <a:pt x="431584" y="112877"/>
                </a:lnTo>
                <a:lnTo>
                  <a:pt x="431584" y="85445"/>
                </a:lnTo>
                <a:close/>
              </a:path>
              <a:path w="876935" h="430530">
                <a:moveTo>
                  <a:pt x="536841" y="335673"/>
                </a:moveTo>
                <a:lnTo>
                  <a:pt x="506361" y="318808"/>
                </a:lnTo>
                <a:lnTo>
                  <a:pt x="491464" y="344055"/>
                </a:lnTo>
                <a:lnTo>
                  <a:pt x="476745" y="367284"/>
                </a:lnTo>
                <a:lnTo>
                  <a:pt x="462330" y="388772"/>
                </a:lnTo>
                <a:lnTo>
                  <a:pt x="448348" y="408825"/>
                </a:lnTo>
                <a:lnTo>
                  <a:pt x="477304" y="430161"/>
                </a:lnTo>
                <a:lnTo>
                  <a:pt x="490461" y="411314"/>
                </a:lnTo>
                <a:lnTo>
                  <a:pt x="504786" y="389204"/>
                </a:lnTo>
                <a:lnTo>
                  <a:pt x="520242" y="363931"/>
                </a:lnTo>
                <a:lnTo>
                  <a:pt x="536841" y="335673"/>
                </a:lnTo>
                <a:close/>
              </a:path>
              <a:path w="876935" h="430530">
                <a:moveTo>
                  <a:pt x="645134" y="410349"/>
                </a:moveTo>
                <a:lnTo>
                  <a:pt x="637032" y="385749"/>
                </a:lnTo>
                <a:lnTo>
                  <a:pt x="628662" y="362140"/>
                </a:lnTo>
                <a:lnTo>
                  <a:pt x="619747" y="339369"/>
                </a:lnTo>
                <a:lnTo>
                  <a:pt x="609993" y="317284"/>
                </a:lnTo>
                <a:lnTo>
                  <a:pt x="577989" y="327952"/>
                </a:lnTo>
                <a:lnTo>
                  <a:pt x="586841" y="351129"/>
                </a:lnTo>
                <a:lnTo>
                  <a:pt x="595134" y="374713"/>
                </a:lnTo>
                <a:lnTo>
                  <a:pt x="602843" y="398551"/>
                </a:lnTo>
                <a:lnTo>
                  <a:pt x="609993" y="422541"/>
                </a:lnTo>
                <a:lnTo>
                  <a:pt x="645134" y="410349"/>
                </a:lnTo>
                <a:close/>
              </a:path>
              <a:path w="876935" h="430530">
                <a:moveTo>
                  <a:pt x="751814" y="404253"/>
                </a:moveTo>
                <a:lnTo>
                  <a:pt x="743508" y="380771"/>
                </a:lnTo>
                <a:lnTo>
                  <a:pt x="734479" y="358140"/>
                </a:lnTo>
                <a:lnTo>
                  <a:pt x="724598" y="336054"/>
                </a:lnTo>
                <a:lnTo>
                  <a:pt x="713714" y="314236"/>
                </a:lnTo>
                <a:lnTo>
                  <a:pt x="681710" y="326428"/>
                </a:lnTo>
                <a:lnTo>
                  <a:pt x="693216" y="351917"/>
                </a:lnTo>
                <a:lnTo>
                  <a:pt x="702856" y="375666"/>
                </a:lnTo>
                <a:lnTo>
                  <a:pt x="711073" y="397675"/>
                </a:lnTo>
                <a:lnTo>
                  <a:pt x="718286" y="417969"/>
                </a:lnTo>
                <a:lnTo>
                  <a:pt x="751814" y="404253"/>
                </a:lnTo>
                <a:close/>
              </a:path>
              <a:path w="876935" h="430530">
                <a:moveTo>
                  <a:pt x="873836" y="53441"/>
                </a:moveTo>
                <a:lnTo>
                  <a:pt x="678662" y="53441"/>
                </a:lnTo>
                <a:lnTo>
                  <a:pt x="678662" y="0"/>
                </a:lnTo>
                <a:lnTo>
                  <a:pt x="640473" y="0"/>
                </a:lnTo>
                <a:lnTo>
                  <a:pt x="640473" y="137350"/>
                </a:lnTo>
                <a:lnTo>
                  <a:pt x="503212" y="137350"/>
                </a:lnTo>
                <a:lnTo>
                  <a:pt x="503212" y="305092"/>
                </a:lnTo>
                <a:lnTo>
                  <a:pt x="539889" y="305092"/>
                </a:lnTo>
                <a:lnTo>
                  <a:pt x="539889" y="286804"/>
                </a:lnTo>
                <a:lnTo>
                  <a:pt x="797636" y="286804"/>
                </a:lnTo>
                <a:lnTo>
                  <a:pt x="797636" y="305092"/>
                </a:lnTo>
                <a:lnTo>
                  <a:pt x="832688" y="305092"/>
                </a:lnTo>
                <a:lnTo>
                  <a:pt x="832688" y="286804"/>
                </a:lnTo>
                <a:lnTo>
                  <a:pt x="832688" y="254800"/>
                </a:lnTo>
                <a:lnTo>
                  <a:pt x="832688" y="169367"/>
                </a:lnTo>
                <a:lnTo>
                  <a:pt x="832688" y="137350"/>
                </a:lnTo>
                <a:lnTo>
                  <a:pt x="797636" y="137350"/>
                </a:lnTo>
                <a:lnTo>
                  <a:pt x="797636" y="169367"/>
                </a:lnTo>
                <a:lnTo>
                  <a:pt x="797636" y="254800"/>
                </a:lnTo>
                <a:lnTo>
                  <a:pt x="539889" y="254800"/>
                </a:lnTo>
                <a:lnTo>
                  <a:pt x="539889" y="169367"/>
                </a:lnTo>
                <a:lnTo>
                  <a:pt x="797636" y="169367"/>
                </a:lnTo>
                <a:lnTo>
                  <a:pt x="797636" y="137350"/>
                </a:lnTo>
                <a:lnTo>
                  <a:pt x="678662" y="137350"/>
                </a:lnTo>
                <a:lnTo>
                  <a:pt x="678662" y="83921"/>
                </a:lnTo>
                <a:lnTo>
                  <a:pt x="873836" y="83921"/>
                </a:lnTo>
                <a:lnTo>
                  <a:pt x="873836" y="53441"/>
                </a:lnTo>
                <a:close/>
              </a:path>
              <a:path w="876935" h="430530">
                <a:moveTo>
                  <a:pt x="876884" y="410349"/>
                </a:moveTo>
                <a:lnTo>
                  <a:pt x="865708" y="388937"/>
                </a:lnTo>
                <a:lnTo>
                  <a:pt x="852690" y="365950"/>
                </a:lnTo>
                <a:lnTo>
                  <a:pt x="837653" y="341503"/>
                </a:lnTo>
                <a:lnTo>
                  <a:pt x="820496" y="315760"/>
                </a:lnTo>
                <a:lnTo>
                  <a:pt x="790016" y="331101"/>
                </a:lnTo>
                <a:lnTo>
                  <a:pt x="805421" y="357047"/>
                </a:lnTo>
                <a:lnTo>
                  <a:pt x="819543" y="382155"/>
                </a:lnTo>
                <a:lnTo>
                  <a:pt x="832231" y="406107"/>
                </a:lnTo>
                <a:lnTo>
                  <a:pt x="843356" y="428637"/>
                </a:lnTo>
                <a:lnTo>
                  <a:pt x="876884" y="4103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297584" y="3174402"/>
            <a:ext cx="882015" cy="427355"/>
          </a:xfrm>
          <a:custGeom>
            <a:avLst/>
            <a:gdLst/>
            <a:ahLst/>
            <a:cxnLst/>
            <a:rect l="l" t="t" r="r" b="b"/>
            <a:pathLst>
              <a:path w="882014" h="427354">
                <a:moveTo>
                  <a:pt x="186118" y="12192"/>
                </a:moveTo>
                <a:lnTo>
                  <a:pt x="157073" y="12192"/>
                </a:lnTo>
                <a:lnTo>
                  <a:pt x="157073" y="38100"/>
                </a:lnTo>
                <a:lnTo>
                  <a:pt x="157073" y="76200"/>
                </a:lnTo>
                <a:lnTo>
                  <a:pt x="157073" y="102196"/>
                </a:lnTo>
                <a:lnTo>
                  <a:pt x="157073" y="141820"/>
                </a:lnTo>
                <a:lnTo>
                  <a:pt x="59537" y="141820"/>
                </a:lnTo>
                <a:lnTo>
                  <a:pt x="59537" y="102196"/>
                </a:lnTo>
                <a:lnTo>
                  <a:pt x="157073" y="102196"/>
                </a:lnTo>
                <a:lnTo>
                  <a:pt x="157073" y="76200"/>
                </a:lnTo>
                <a:lnTo>
                  <a:pt x="59537" y="76200"/>
                </a:lnTo>
                <a:lnTo>
                  <a:pt x="59537" y="38100"/>
                </a:lnTo>
                <a:lnTo>
                  <a:pt x="157073" y="38100"/>
                </a:lnTo>
                <a:lnTo>
                  <a:pt x="157073" y="12192"/>
                </a:lnTo>
                <a:lnTo>
                  <a:pt x="32105" y="12192"/>
                </a:lnTo>
                <a:lnTo>
                  <a:pt x="32105" y="181444"/>
                </a:lnTo>
                <a:lnTo>
                  <a:pt x="59537" y="181444"/>
                </a:lnTo>
                <a:lnTo>
                  <a:pt x="59537" y="167728"/>
                </a:lnTo>
                <a:lnTo>
                  <a:pt x="157073" y="167728"/>
                </a:lnTo>
                <a:lnTo>
                  <a:pt x="157073" y="181444"/>
                </a:lnTo>
                <a:lnTo>
                  <a:pt x="186118" y="181444"/>
                </a:lnTo>
                <a:lnTo>
                  <a:pt x="186118" y="167728"/>
                </a:lnTo>
                <a:lnTo>
                  <a:pt x="186118" y="141820"/>
                </a:lnTo>
                <a:lnTo>
                  <a:pt x="186118" y="102196"/>
                </a:lnTo>
                <a:lnTo>
                  <a:pt x="186118" y="76200"/>
                </a:lnTo>
                <a:lnTo>
                  <a:pt x="186118" y="38100"/>
                </a:lnTo>
                <a:lnTo>
                  <a:pt x="186118" y="12192"/>
                </a:lnTo>
                <a:close/>
              </a:path>
              <a:path w="882014" h="427354">
                <a:moveTo>
                  <a:pt x="417868" y="346227"/>
                </a:moveTo>
                <a:lnTo>
                  <a:pt x="399808" y="331114"/>
                </a:lnTo>
                <a:lnTo>
                  <a:pt x="377482" y="313270"/>
                </a:lnTo>
                <a:lnTo>
                  <a:pt x="356666" y="297459"/>
                </a:lnTo>
                <a:lnTo>
                  <a:pt x="350570" y="292823"/>
                </a:lnTo>
                <a:lnTo>
                  <a:pt x="318808" y="269938"/>
                </a:lnTo>
                <a:lnTo>
                  <a:pt x="322808" y="253365"/>
                </a:lnTo>
                <a:lnTo>
                  <a:pt x="325666" y="235648"/>
                </a:lnTo>
                <a:lnTo>
                  <a:pt x="327380" y="216789"/>
                </a:lnTo>
                <a:lnTo>
                  <a:pt x="327952" y="196786"/>
                </a:lnTo>
                <a:lnTo>
                  <a:pt x="327952" y="141820"/>
                </a:lnTo>
                <a:lnTo>
                  <a:pt x="298996" y="141820"/>
                </a:lnTo>
                <a:lnTo>
                  <a:pt x="298919" y="196786"/>
                </a:lnTo>
                <a:lnTo>
                  <a:pt x="297548" y="225526"/>
                </a:lnTo>
                <a:lnTo>
                  <a:pt x="286054" y="275196"/>
                </a:lnTo>
                <a:lnTo>
                  <a:pt x="261416" y="309778"/>
                </a:lnTo>
                <a:lnTo>
                  <a:pt x="219024" y="336638"/>
                </a:lnTo>
                <a:lnTo>
                  <a:pt x="190690" y="347751"/>
                </a:lnTo>
                <a:lnTo>
                  <a:pt x="197269" y="354380"/>
                </a:lnTo>
                <a:lnTo>
                  <a:pt x="203263" y="360705"/>
                </a:lnTo>
                <a:lnTo>
                  <a:pt x="208699" y="367042"/>
                </a:lnTo>
                <a:lnTo>
                  <a:pt x="213550" y="373659"/>
                </a:lnTo>
                <a:lnTo>
                  <a:pt x="243027" y="360184"/>
                </a:lnTo>
                <a:lnTo>
                  <a:pt x="267665" y="344703"/>
                </a:lnTo>
                <a:lnTo>
                  <a:pt x="287743" y="326948"/>
                </a:lnTo>
                <a:lnTo>
                  <a:pt x="303568" y="306603"/>
                </a:lnTo>
                <a:lnTo>
                  <a:pt x="308140" y="297459"/>
                </a:lnTo>
                <a:lnTo>
                  <a:pt x="333286" y="316585"/>
                </a:lnTo>
                <a:lnTo>
                  <a:pt x="356146" y="334987"/>
                </a:lnTo>
                <a:lnTo>
                  <a:pt x="376720" y="352539"/>
                </a:lnTo>
                <a:lnTo>
                  <a:pt x="395008" y="369087"/>
                </a:lnTo>
                <a:lnTo>
                  <a:pt x="417868" y="346227"/>
                </a:lnTo>
                <a:close/>
              </a:path>
              <a:path w="882014" h="427354">
                <a:moveTo>
                  <a:pt x="427012" y="15240"/>
                </a:moveTo>
                <a:lnTo>
                  <a:pt x="207454" y="15240"/>
                </a:lnTo>
                <a:lnTo>
                  <a:pt x="207454" y="44196"/>
                </a:lnTo>
                <a:lnTo>
                  <a:pt x="294322" y="44196"/>
                </a:lnTo>
                <a:lnTo>
                  <a:pt x="292912" y="55918"/>
                </a:lnTo>
                <a:lnTo>
                  <a:pt x="291084" y="68211"/>
                </a:lnTo>
                <a:lnTo>
                  <a:pt x="288963" y="81102"/>
                </a:lnTo>
                <a:lnTo>
                  <a:pt x="286702" y="94576"/>
                </a:lnTo>
                <a:lnTo>
                  <a:pt x="222694" y="94576"/>
                </a:lnTo>
                <a:lnTo>
                  <a:pt x="222694" y="279082"/>
                </a:lnTo>
                <a:lnTo>
                  <a:pt x="251650" y="279082"/>
                </a:lnTo>
                <a:lnTo>
                  <a:pt x="251650" y="122008"/>
                </a:lnTo>
                <a:lnTo>
                  <a:pt x="375196" y="122008"/>
                </a:lnTo>
                <a:lnTo>
                  <a:pt x="375196" y="279082"/>
                </a:lnTo>
                <a:lnTo>
                  <a:pt x="404152" y="279082"/>
                </a:lnTo>
                <a:lnTo>
                  <a:pt x="404152" y="122008"/>
                </a:lnTo>
                <a:lnTo>
                  <a:pt x="404152" y="94576"/>
                </a:lnTo>
                <a:lnTo>
                  <a:pt x="317284" y="94576"/>
                </a:lnTo>
                <a:lnTo>
                  <a:pt x="320205" y="81953"/>
                </a:lnTo>
                <a:lnTo>
                  <a:pt x="322427" y="69354"/>
                </a:lnTo>
                <a:lnTo>
                  <a:pt x="324345" y="56769"/>
                </a:lnTo>
                <a:lnTo>
                  <a:pt x="326428" y="44196"/>
                </a:lnTo>
                <a:lnTo>
                  <a:pt x="427012" y="44196"/>
                </a:lnTo>
                <a:lnTo>
                  <a:pt x="427012" y="15240"/>
                </a:lnTo>
                <a:close/>
              </a:path>
              <a:path w="882014" h="427354">
                <a:moveTo>
                  <a:pt x="436245" y="376707"/>
                </a:moveTo>
                <a:lnTo>
                  <a:pt x="375475" y="379666"/>
                </a:lnTo>
                <a:lnTo>
                  <a:pt x="321284" y="381292"/>
                </a:lnTo>
                <a:lnTo>
                  <a:pt x="273697" y="381762"/>
                </a:lnTo>
                <a:lnTo>
                  <a:pt x="232702" y="381203"/>
                </a:lnTo>
                <a:lnTo>
                  <a:pt x="179679" y="378929"/>
                </a:lnTo>
                <a:lnTo>
                  <a:pt x="162445" y="376516"/>
                </a:lnTo>
                <a:lnTo>
                  <a:pt x="146367" y="372694"/>
                </a:lnTo>
                <a:lnTo>
                  <a:pt x="131165" y="367563"/>
                </a:lnTo>
                <a:lnTo>
                  <a:pt x="131165" y="350799"/>
                </a:lnTo>
                <a:lnTo>
                  <a:pt x="131165" y="306603"/>
                </a:lnTo>
                <a:lnTo>
                  <a:pt x="201358" y="306603"/>
                </a:lnTo>
                <a:lnTo>
                  <a:pt x="201358" y="277558"/>
                </a:lnTo>
                <a:lnTo>
                  <a:pt x="131165" y="277558"/>
                </a:lnTo>
                <a:lnTo>
                  <a:pt x="131165" y="231838"/>
                </a:lnTo>
                <a:lnTo>
                  <a:pt x="205930" y="231838"/>
                </a:lnTo>
                <a:lnTo>
                  <a:pt x="205930" y="202882"/>
                </a:lnTo>
                <a:lnTo>
                  <a:pt x="4572" y="202882"/>
                </a:lnTo>
                <a:lnTo>
                  <a:pt x="4572" y="231838"/>
                </a:lnTo>
                <a:lnTo>
                  <a:pt x="102209" y="231838"/>
                </a:lnTo>
                <a:lnTo>
                  <a:pt x="102209" y="350799"/>
                </a:lnTo>
                <a:lnTo>
                  <a:pt x="90932" y="341655"/>
                </a:lnTo>
                <a:lnTo>
                  <a:pt x="90208" y="341071"/>
                </a:lnTo>
                <a:lnTo>
                  <a:pt x="79349" y="330034"/>
                </a:lnTo>
                <a:lnTo>
                  <a:pt x="69634" y="317588"/>
                </a:lnTo>
                <a:lnTo>
                  <a:pt x="61061" y="303555"/>
                </a:lnTo>
                <a:lnTo>
                  <a:pt x="64490" y="265099"/>
                </a:lnTo>
                <a:lnTo>
                  <a:pt x="65633" y="251650"/>
                </a:lnTo>
                <a:lnTo>
                  <a:pt x="35153" y="251650"/>
                </a:lnTo>
                <a:lnTo>
                  <a:pt x="32029" y="294322"/>
                </a:lnTo>
                <a:lnTo>
                  <a:pt x="25044" y="330796"/>
                </a:lnTo>
                <a:lnTo>
                  <a:pt x="14312" y="361264"/>
                </a:lnTo>
                <a:lnTo>
                  <a:pt x="0" y="385851"/>
                </a:lnTo>
                <a:lnTo>
                  <a:pt x="5448" y="396201"/>
                </a:lnTo>
                <a:lnTo>
                  <a:pt x="10490" y="406514"/>
                </a:lnTo>
                <a:lnTo>
                  <a:pt x="15252" y="416814"/>
                </a:lnTo>
                <a:lnTo>
                  <a:pt x="19913" y="427101"/>
                </a:lnTo>
                <a:lnTo>
                  <a:pt x="30505" y="408178"/>
                </a:lnTo>
                <a:lnTo>
                  <a:pt x="39535" y="387807"/>
                </a:lnTo>
                <a:lnTo>
                  <a:pt x="47129" y="365721"/>
                </a:lnTo>
                <a:lnTo>
                  <a:pt x="53441" y="341655"/>
                </a:lnTo>
                <a:lnTo>
                  <a:pt x="80340" y="370827"/>
                </a:lnTo>
                <a:lnTo>
                  <a:pt x="113258" y="391998"/>
                </a:lnTo>
                <a:lnTo>
                  <a:pt x="152488" y="405180"/>
                </a:lnTo>
                <a:lnTo>
                  <a:pt x="198310" y="410337"/>
                </a:lnTo>
                <a:lnTo>
                  <a:pt x="238074" y="412927"/>
                </a:lnTo>
                <a:lnTo>
                  <a:pt x="288848" y="413956"/>
                </a:lnTo>
                <a:lnTo>
                  <a:pt x="350761" y="413550"/>
                </a:lnTo>
                <a:lnTo>
                  <a:pt x="423964" y="411861"/>
                </a:lnTo>
                <a:lnTo>
                  <a:pt x="427367" y="402043"/>
                </a:lnTo>
                <a:lnTo>
                  <a:pt x="430631" y="393103"/>
                </a:lnTo>
                <a:lnTo>
                  <a:pt x="433641" y="384759"/>
                </a:lnTo>
                <a:lnTo>
                  <a:pt x="434606" y="381762"/>
                </a:lnTo>
                <a:lnTo>
                  <a:pt x="436245" y="376707"/>
                </a:lnTo>
                <a:close/>
              </a:path>
              <a:path w="882014" h="427354">
                <a:moveTo>
                  <a:pt x="715327" y="120484"/>
                </a:moveTo>
                <a:lnTo>
                  <a:pt x="652754" y="120484"/>
                </a:lnTo>
                <a:lnTo>
                  <a:pt x="652754" y="47244"/>
                </a:lnTo>
                <a:lnTo>
                  <a:pt x="699998" y="47244"/>
                </a:lnTo>
                <a:lnTo>
                  <a:pt x="699998" y="18288"/>
                </a:lnTo>
                <a:lnTo>
                  <a:pt x="620750" y="18288"/>
                </a:lnTo>
                <a:lnTo>
                  <a:pt x="620750" y="47244"/>
                </a:lnTo>
                <a:lnTo>
                  <a:pt x="620750" y="120484"/>
                </a:lnTo>
                <a:lnTo>
                  <a:pt x="552069" y="120484"/>
                </a:lnTo>
                <a:lnTo>
                  <a:pt x="552069" y="47244"/>
                </a:lnTo>
                <a:lnTo>
                  <a:pt x="620750" y="47244"/>
                </a:lnTo>
                <a:lnTo>
                  <a:pt x="620750" y="18288"/>
                </a:lnTo>
                <a:lnTo>
                  <a:pt x="472821" y="18288"/>
                </a:lnTo>
                <a:lnTo>
                  <a:pt x="472821" y="47244"/>
                </a:lnTo>
                <a:lnTo>
                  <a:pt x="520065" y="47244"/>
                </a:lnTo>
                <a:lnTo>
                  <a:pt x="520065" y="120484"/>
                </a:lnTo>
                <a:lnTo>
                  <a:pt x="453009" y="120484"/>
                </a:lnTo>
                <a:lnTo>
                  <a:pt x="453009" y="149453"/>
                </a:lnTo>
                <a:lnTo>
                  <a:pt x="518541" y="149453"/>
                </a:lnTo>
                <a:lnTo>
                  <a:pt x="513397" y="171132"/>
                </a:lnTo>
                <a:lnTo>
                  <a:pt x="502539" y="192544"/>
                </a:lnTo>
                <a:lnTo>
                  <a:pt x="485965" y="213398"/>
                </a:lnTo>
                <a:lnTo>
                  <a:pt x="463677" y="233362"/>
                </a:lnTo>
                <a:lnTo>
                  <a:pt x="470268" y="239318"/>
                </a:lnTo>
                <a:lnTo>
                  <a:pt x="476440" y="245554"/>
                </a:lnTo>
                <a:lnTo>
                  <a:pt x="482320" y="251790"/>
                </a:lnTo>
                <a:lnTo>
                  <a:pt x="488061" y="257746"/>
                </a:lnTo>
                <a:lnTo>
                  <a:pt x="513257" y="233756"/>
                </a:lnTo>
                <a:lnTo>
                  <a:pt x="531876" y="207594"/>
                </a:lnTo>
                <a:lnTo>
                  <a:pt x="544207" y="179438"/>
                </a:lnTo>
                <a:lnTo>
                  <a:pt x="550545" y="149453"/>
                </a:lnTo>
                <a:lnTo>
                  <a:pt x="620750" y="149453"/>
                </a:lnTo>
                <a:lnTo>
                  <a:pt x="620750" y="244030"/>
                </a:lnTo>
                <a:lnTo>
                  <a:pt x="652754" y="244030"/>
                </a:lnTo>
                <a:lnTo>
                  <a:pt x="652754" y="149453"/>
                </a:lnTo>
                <a:lnTo>
                  <a:pt x="715327" y="149453"/>
                </a:lnTo>
                <a:lnTo>
                  <a:pt x="715327" y="120484"/>
                </a:lnTo>
                <a:close/>
              </a:path>
              <a:path w="882014" h="427354">
                <a:moveTo>
                  <a:pt x="764095" y="25908"/>
                </a:moveTo>
                <a:lnTo>
                  <a:pt x="733615" y="25908"/>
                </a:lnTo>
                <a:lnTo>
                  <a:pt x="733615" y="176885"/>
                </a:lnTo>
                <a:lnTo>
                  <a:pt x="764095" y="176885"/>
                </a:lnTo>
                <a:lnTo>
                  <a:pt x="764095" y="25908"/>
                </a:lnTo>
                <a:close/>
              </a:path>
              <a:path w="882014" h="427354">
                <a:moveTo>
                  <a:pt x="854113" y="0"/>
                </a:moveTo>
                <a:lnTo>
                  <a:pt x="822007" y="0"/>
                </a:lnTo>
                <a:lnTo>
                  <a:pt x="822007" y="189077"/>
                </a:lnTo>
                <a:lnTo>
                  <a:pt x="820318" y="201129"/>
                </a:lnTo>
                <a:lnTo>
                  <a:pt x="815340" y="209727"/>
                </a:lnTo>
                <a:lnTo>
                  <a:pt x="807224" y="214884"/>
                </a:lnTo>
                <a:lnTo>
                  <a:pt x="796226" y="216585"/>
                </a:lnTo>
                <a:lnTo>
                  <a:pt x="785812" y="216573"/>
                </a:lnTo>
                <a:lnTo>
                  <a:pt x="773239" y="216408"/>
                </a:lnTo>
                <a:lnTo>
                  <a:pt x="758380" y="215950"/>
                </a:lnTo>
                <a:lnTo>
                  <a:pt x="741235" y="215074"/>
                </a:lnTo>
                <a:lnTo>
                  <a:pt x="743254" y="223977"/>
                </a:lnTo>
                <a:lnTo>
                  <a:pt x="744855" y="232600"/>
                </a:lnTo>
                <a:lnTo>
                  <a:pt x="746163" y="241223"/>
                </a:lnTo>
                <a:lnTo>
                  <a:pt x="747331" y="250126"/>
                </a:lnTo>
                <a:lnTo>
                  <a:pt x="808291" y="250126"/>
                </a:lnTo>
                <a:lnTo>
                  <a:pt x="851230" y="222910"/>
                </a:lnTo>
                <a:lnTo>
                  <a:pt x="854113" y="202882"/>
                </a:lnTo>
                <a:lnTo>
                  <a:pt x="854113" y="0"/>
                </a:lnTo>
                <a:close/>
              </a:path>
              <a:path w="882014" h="427354">
                <a:moveTo>
                  <a:pt x="881545" y="373672"/>
                </a:moveTo>
                <a:lnTo>
                  <a:pt x="683234" y="373672"/>
                </a:lnTo>
                <a:lnTo>
                  <a:pt x="683234" y="314236"/>
                </a:lnTo>
                <a:lnTo>
                  <a:pt x="843343" y="314236"/>
                </a:lnTo>
                <a:lnTo>
                  <a:pt x="843343" y="283654"/>
                </a:lnTo>
                <a:lnTo>
                  <a:pt x="683234" y="283654"/>
                </a:lnTo>
                <a:lnTo>
                  <a:pt x="683234" y="250126"/>
                </a:lnTo>
                <a:lnTo>
                  <a:pt x="649706" y="250126"/>
                </a:lnTo>
                <a:lnTo>
                  <a:pt x="649706" y="283654"/>
                </a:lnTo>
                <a:lnTo>
                  <a:pt x="492633" y="283654"/>
                </a:lnTo>
                <a:lnTo>
                  <a:pt x="492633" y="314236"/>
                </a:lnTo>
                <a:lnTo>
                  <a:pt x="649706" y="314236"/>
                </a:lnTo>
                <a:lnTo>
                  <a:pt x="649706" y="373672"/>
                </a:lnTo>
                <a:lnTo>
                  <a:pt x="453009" y="373672"/>
                </a:lnTo>
                <a:lnTo>
                  <a:pt x="453009" y="402717"/>
                </a:lnTo>
                <a:lnTo>
                  <a:pt x="881545" y="402717"/>
                </a:lnTo>
                <a:lnTo>
                  <a:pt x="881545" y="3736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256853" y="3485578"/>
            <a:ext cx="69215" cy="117475"/>
          </a:xfrm>
          <a:custGeom>
            <a:avLst/>
            <a:gdLst/>
            <a:ahLst/>
            <a:cxnLst/>
            <a:rect l="l" t="t" r="r" b="b"/>
            <a:pathLst>
              <a:path w="69214" h="117475">
                <a:moveTo>
                  <a:pt x="30575" y="117443"/>
                </a:moveTo>
                <a:lnTo>
                  <a:pt x="0" y="117443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642704" y="3165258"/>
            <a:ext cx="1334770" cy="436245"/>
          </a:xfrm>
          <a:custGeom>
            <a:avLst/>
            <a:gdLst/>
            <a:ahLst/>
            <a:cxnLst/>
            <a:rect l="l" t="t" r="r" b="b"/>
            <a:pathLst>
              <a:path w="1334770" h="436245">
                <a:moveTo>
                  <a:pt x="160121" y="227266"/>
                </a:moveTo>
                <a:lnTo>
                  <a:pt x="149301" y="213537"/>
                </a:lnTo>
                <a:lnTo>
                  <a:pt x="137629" y="199783"/>
                </a:lnTo>
                <a:lnTo>
                  <a:pt x="133527" y="195160"/>
                </a:lnTo>
                <a:lnTo>
                  <a:pt x="132168" y="193636"/>
                </a:lnTo>
                <a:lnTo>
                  <a:pt x="125387" y="186016"/>
                </a:lnTo>
                <a:lnTo>
                  <a:pt x="112864" y="172300"/>
                </a:lnTo>
                <a:lnTo>
                  <a:pt x="96100" y="186016"/>
                </a:lnTo>
                <a:lnTo>
                  <a:pt x="96100" y="129628"/>
                </a:lnTo>
                <a:lnTo>
                  <a:pt x="154025" y="129628"/>
                </a:lnTo>
                <a:lnTo>
                  <a:pt x="154025" y="100672"/>
                </a:lnTo>
                <a:lnTo>
                  <a:pt x="96100" y="100672"/>
                </a:lnTo>
                <a:lnTo>
                  <a:pt x="96100" y="3048"/>
                </a:lnTo>
                <a:lnTo>
                  <a:pt x="65620" y="3048"/>
                </a:lnTo>
                <a:lnTo>
                  <a:pt x="65620" y="100672"/>
                </a:lnTo>
                <a:lnTo>
                  <a:pt x="4572" y="100672"/>
                </a:lnTo>
                <a:lnTo>
                  <a:pt x="4572" y="129628"/>
                </a:lnTo>
                <a:lnTo>
                  <a:pt x="59436" y="129628"/>
                </a:lnTo>
                <a:lnTo>
                  <a:pt x="47790" y="169659"/>
                </a:lnTo>
                <a:lnTo>
                  <a:pt x="33718" y="207403"/>
                </a:lnTo>
                <a:lnTo>
                  <a:pt x="17640" y="242874"/>
                </a:lnTo>
                <a:lnTo>
                  <a:pt x="0" y="276034"/>
                </a:lnTo>
                <a:lnTo>
                  <a:pt x="4305" y="286054"/>
                </a:lnTo>
                <a:lnTo>
                  <a:pt x="8191" y="295668"/>
                </a:lnTo>
                <a:lnTo>
                  <a:pt x="11785" y="305003"/>
                </a:lnTo>
                <a:lnTo>
                  <a:pt x="15240" y="314236"/>
                </a:lnTo>
                <a:lnTo>
                  <a:pt x="28676" y="291934"/>
                </a:lnTo>
                <a:lnTo>
                  <a:pt x="41541" y="264223"/>
                </a:lnTo>
                <a:lnTo>
                  <a:pt x="53860" y="231368"/>
                </a:lnTo>
                <a:lnTo>
                  <a:pt x="65620" y="193636"/>
                </a:lnTo>
                <a:lnTo>
                  <a:pt x="65620" y="433197"/>
                </a:lnTo>
                <a:lnTo>
                  <a:pt x="96100" y="433197"/>
                </a:lnTo>
                <a:lnTo>
                  <a:pt x="96100" y="195160"/>
                </a:lnTo>
                <a:lnTo>
                  <a:pt x="106159" y="206959"/>
                </a:lnTo>
                <a:lnTo>
                  <a:pt x="115912" y="219443"/>
                </a:lnTo>
                <a:lnTo>
                  <a:pt x="125679" y="232765"/>
                </a:lnTo>
                <a:lnTo>
                  <a:pt x="135724" y="247078"/>
                </a:lnTo>
                <a:lnTo>
                  <a:pt x="160121" y="227266"/>
                </a:lnTo>
                <a:close/>
              </a:path>
              <a:path w="1334770" h="436245">
                <a:moveTo>
                  <a:pt x="431584" y="45720"/>
                </a:moveTo>
                <a:lnTo>
                  <a:pt x="356908" y="45720"/>
                </a:lnTo>
                <a:lnTo>
                  <a:pt x="356908" y="3048"/>
                </a:lnTo>
                <a:lnTo>
                  <a:pt x="326326" y="3048"/>
                </a:lnTo>
                <a:lnTo>
                  <a:pt x="326326" y="45720"/>
                </a:lnTo>
                <a:lnTo>
                  <a:pt x="247078" y="45720"/>
                </a:lnTo>
                <a:lnTo>
                  <a:pt x="247078" y="3048"/>
                </a:lnTo>
                <a:lnTo>
                  <a:pt x="216598" y="3048"/>
                </a:lnTo>
                <a:lnTo>
                  <a:pt x="216598" y="45720"/>
                </a:lnTo>
                <a:lnTo>
                  <a:pt x="147929" y="45720"/>
                </a:lnTo>
                <a:lnTo>
                  <a:pt x="147929" y="73152"/>
                </a:lnTo>
                <a:lnTo>
                  <a:pt x="216598" y="73152"/>
                </a:lnTo>
                <a:lnTo>
                  <a:pt x="216598" y="108292"/>
                </a:lnTo>
                <a:lnTo>
                  <a:pt x="247078" y="108292"/>
                </a:lnTo>
                <a:lnTo>
                  <a:pt x="247078" y="73152"/>
                </a:lnTo>
                <a:lnTo>
                  <a:pt x="326326" y="73152"/>
                </a:lnTo>
                <a:lnTo>
                  <a:pt x="326326" y="108292"/>
                </a:lnTo>
                <a:lnTo>
                  <a:pt x="356908" y="108292"/>
                </a:lnTo>
                <a:lnTo>
                  <a:pt x="356908" y="73152"/>
                </a:lnTo>
                <a:lnTo>
                  <a:pt x="431584" y="73152"/>
                </a:lnTo>
                <a:lnTo>
                  <a:pt x="431584" y="45720"/>
                </a:lnTo>
                <a:close/>
              </a:path>
              <a:path w="1334770" h="436245">
                <a:moveTo>
                  <a:pt x="437680" y="399580"/>
                </a:moveTo>
                <a:lnTo>
                  <a:pt x="367753" y="376529"/>
                </a:lnTo>
                <a:lnTo>
                  <a:pt x="320890" y="341668"/>
                </a:lnTo>
                <a:lnTo>
                  <a:pt x="312610" y="334048"/>
                </a:lnTo>
                <a:lnTo>
                  <a:pt x="433108" y="334048"/>
                </a:lnTo>
                <a:lnTo>
                  <a:pt x="433108" y="306603"/>
                </a:lnTo>
                <a:lnTo>
                  <a:pt x="295846" y="306603"/>
                </a:lnTo>
                <a:lnTo>
                  <a:pt x="296989" y="298005"/>
                </a:lnTo>
                <a:lnTo>
                  <a:pt x="298132" y="288429"/>
                </a:lnTo>
                <a:lnTo>
                  <a:pt x="299161" y="279082"/>
                </a:lnTo>
                <a:lnTo>
                  <a:pt x="300418" y="266890"/>
                </a:lnTo>
                <a:lnTo>
                  <a:pt x="373672" y="266890"/>
                </a:lnTo>
                <a:lnTo>
                  <a:pt x="373672" y="279082"/>
                </a:lnTo>
                <a:lnTo>
                  <a:pt x="405676" y="279082"/>
                </a:lnTo>
                <a:lnTo>
                  <a:pt x="405676" y="266890"/>
                </a:lnTo>
                <a:lnTo>
                  <a:pt x="405676" y="239458"/>
                </a:lnTo>
                <a:lnTo>
                  <a:pt x="405676" y="205930"/>
                </a:lnTo>
                <a:lnTo>
                  <a:pt x="405676" y="179920"/>
                </a:lnTo>
                <a:lnTo>
                  <a:pt x="405676" y="147916"/>
                </a:lnTo>
                <a:lnTo>
                  <a:pt x="405676" y="120484"/>
                </a:lnTo>
                <a:lnTo>
                  <a:pt x="373672" y="120484"/>
                </a:lnTo>
                <a:lnTo>
                  <a:pt x="373672" y="147916"/>
                </a:lnTo>
                <a:lnTo>
                  <a:pt x="373672" y="179920"/>
                </a:lnTo>
                <a:lnTo>
                  <a:pt x="373672" y="205930"/>
                </a:lnTo>
                <a:lnTo>
                  <a:pt x="373672" y="239458"/>
                </a:lnTo>
                <a:lnTo>
                  <a:pt x="202882" y="239458"/>
                </a:lnTo>
                <a:lnTo>
                  <a:pt x="202882" y="205930"/>
                </a:lnTo>
                <a:lnTo>
                  <a:pt x="373672" y="205930"/>
                </a:lnTo>
                <a:lnTo>
                  <a:pt x="373672" y="179920"/>
                </a:lnTo>
                <a:lnTo>
                  <a:pt x="202882" y="179920"/>
                </a:lnTo>
                <a:lnTo>
                  <a:pt x="202882" y="147916"/>
                </a:lnTo>
                <a:lnTo>
                  <a:pt x="373672" y="147916"/>
                </a:lnTo>
                <a:lnTo>
                  <a:pt x="373672" y="120484"/>
                </a:lnTo>
                <a:lnTo>
                  <a:pt x="170789" y="120484"/>
                </a:lnTo>
                <a:lnTo>
                  <a:pt x="170789" y="279082"/>
                </a:lnTo>
                <a:lnTo>
                  <a:pt x="202882" y="279082"/>
                </a:lnTo>
                <a:lnTo>
                  <a:pt x="202882" y="266890"/>
                </a:lnTo>
                <a:lnTo>
                  <a:pt x="269938" y="266890"/>
                </a:lnTo>
                <a:lnTo>
                  <a:pt x="269011" y="278015"/>
                </a:lnTo>
                <a:lnTo>
                  <a:pt x="268224" y="288429"/>
                </a:lnTo>
                <a:lnTo>
                  <a:pt x="267157" y="298005"/>
                </a:lnTo>
                <a:lnTo>
                  <a:pt x="265366" y="306603"/>
                </a:lnTo>
                <a:lnTo>
                  <a:pt x="138785" y="306603"/>
                </a:lnTo>
                <a:lnTo>
                  <a:pt x="138785" y="334048"/>
                </a:lnTo>
                <a:lnTo>
                  <a:pt x="256222" y="334048"/>
                </a:lnTo>
                <a:lnTo>
                  <a:pt x="236778" y="356565"/>
                </a:lnTo>
                <a:lnTo>
                  <a:pt x="208165" y="375958"/>
                </a:lnTo>
                <a:lnTo>
                  <a:pt x="170421" y="391909"/>
                </a:lnTo>
                <a:lnTo>
                  <a:pt x="123532" y="404152"/>
                </a:lnTo>
                <a:lnTo>
                  <a:pt x="128092" y="411962"/>
                </a:lnTo>
                <a:lnTo>
                  <a:pt x="132486" y="419468"/>
                </a:lnTo>
                <a:lnTo>
                  <a:pt x="136613" y="426961"/>
                </a:lnTo>
                <a:lnTo>
                  <a:pt x="140309" y="434721"/>
                </a:lnTo>
                <a:lnTo>
                  <a:pt x="192125" y="417817"/>
                </a:lnTo>
                <a:lnTo>
                  <a:pt x="233349" y="396760"/>
                </a:lnTo>
                <a:lnTo>
                  <a:pt x="264274" y="371424"/>
                </a:lnTo>
                <a:lnTo>
                  <a:pt x="285178" y="341668"/>
                </a:lnTo>
                <a:lnTo>
                  <a:pt x="310603" y="372008"/>
                </a:lnTo>
                <a:lnTo>
                  <a:pt x="341045" y="396951"/>
                </a:lnTo>
                <a:lnTo>
                  <a:pt x="376339" y="416750"/>
                </a:lnTo>
                <a:lnTo>
                  <a:pt x="416344" y="431673"/>
                </a:lnTo>
                <a:lnTo>
                  <a:pt x="421170" y="423672"/>
                </a:lnTo>
                <a:lnTo>
                  <a:pt x="426440" y="415658"/>
                </a:lnTo>
                <a:lnTo>
                  <a:pt x="431977" y="407631"/>
                </a:lnTo>
                <a:lnTo>
                  <a:pt x="437680" y="399580"/>
                </a:lnTo>
                <a:close/>
              </a:path>
              <a:path w="1334770" h="436245">
                <a:moveTo>
                  <a:pt x="594741" y="190588"/>
                </a:moveTo>
                <a:lnTo>
                  <a:pt x="567499" y="199593"/>
                </a:lnTo>
                <a:lnTo>
                  <a:pt x="554240" y="203746"/>
                </a:lnTo>
                <a:lnTo>
                  <a:pt x="541401" y="207454"/>
                </a:lnTo>
                <a:lnTo>
                  <a:pt x="541401" y="118960"/>
                </a:lnTo>
                <a:lnTo>
                  <a:pt x="593217" y="118960"/>
                </a:lnTo>
                <a:lnTo>
                  <a:pt x="593217" y="89916"/>
                </a:lnTo>
                <a:lnTo>
                  <a:pt x="541401" y="89916"/>
                </a:lnTo>
                <a:lnTo>
                  <a:pt x="541401" y="6096"/>
                </a:lnTo>
                <a:lnTo>
                  <a:pt x="509397" y="6096"/>
                </a:lnTo>
                <a:lnTo>
                  <a:pt x="509397" y="89916"/>
                </a:lnTo>
                <a:lnTo>
                  <a:pt x="454444" y="89916"/>
                </a:lnTo>
                <a:lnTo>
                  <a:pt x="454444" y="118960"/>
                </a:lnTo>
                <a:lnTo>
                  <a:pt x="509397" y="118960"/>
                </a:lnTo>
                <a:lnTo>
                  <a:pt x="509397" y="218122"/>
                </a:lnTo>
                <a:lnTo>
                  <a:pt x="492810" y="223316"/>
                </a:lnTo>
                <a:lnTo>
                  <a:pt x="477342" y="227647"/>
                </a:lnTo>
                <a:lnTo>
                  <a:pt x="449872" y="234886"/>
                </a:lnTo>
                <a:lnTo>
                  <a:pt x="454444" y="271462"/>
                </a:lnTo>
                <a:lnTo>
                  <a:pt x="509397" y="253174"/>
                </a:lnTo>
                <a:lnTo>
                  <a:pt x="509397" y="373672"/>
                </a:lnTo>
                <a:lnTo>
                  <a:pt x="508012" y="382549"/>
                </a:lnTo>
                <a:lnTo>
                  <a:pt x="504063" y="388721"/>
                </a:lnTo>
                <a:lnTo>
                  <a:pt x="497827" y="392315"/>
                </a:lnTo>
                <a:lnTo>
                  <a:pt x="489737" y="393471"/>
                </a:lnTo>
                <a:lnTo>
                  <a:pt x="482168" y="393458"/>
                </a:lnTo>
                <a:lnTo>
                  <a:pt x="473722" y="393293"/>
                </a:lnTo>
                <a:lnTo>
                  <a:pt x="464426" y="392836"/>
                </a:lnTo>
                <a:lnTo>
                  <a:pt x="454444" y="391960"/>
                </a:lnTo>
                <a:lnTo>
                  <a:pt x="456463" y="401116"/>
                </a:lnTo>
                <a:lnTo>
                  <a:pt x="458063" y="410286"/>
                </a:lnTo>
                <a:lnTo>
                  <a:pt x="459371" y="419468"/>
                </a:lnTo>
                <a:lnTo>
                  <a:pt x="460540" y="428625"/>
                </a:lnTo>
                <a:lnTo>
                  <a:pt x="471716" y="428599"/>
                </a:lnTo>
                <a:lnTo>
                  <a:pt x="520179" y="423379"/>
                </a:lnTo>
                <a:lnTo>
                  <a:pt x="541401" y="381292"/>
                </a:lnTo>
                <a:lnTo>
                  <a:pt x="541401" y="253174"/>
                </a:lnTo>
                <a:lnTo>
                  <a:pt x="541401" y="240982"/>
                </a:lnTo>
                <a:lnTo>
                  <a:pt x="554875" y="236651"/>
                </a:lnTo>
                <a:lnTo>
                  <a:pt x="581266" y="228549"/>
                </a:lnTo>
                <a:lnTo>
                  <a:pt x="594741" y="224218"/>
                </a:lnTo>
                <a:lnTo>
                  <a:pt x="594741" y="207454"/>
                </a:lnTo>
                <a:lnTo>
                  <a:pt x="594741" y="190588"/>
                </a:lnTo>
                <a:close/>
              </a:path>
              <a:path w="1334770" h="436245">
                <a:moveTo>
                  <a:pt x="724382" y="277558"/>
                </a:moveTo>
                <a:lnTo>
                  <a:pt x="720966" y="269532"/>
                </a:lnTo>
                <a:lnTo>
                  <a:pt x="717715" y="261366"/>
                </a:lnTo>
                <a:lnTo>
                  <a:pt x="714730" y="252907"/>
                </a:lnTo>
                <a:lnTo>
                  <a:pt x="712190" y="244030"/>
                </a:lnTo>
                <a:lnTo>
                  <a:pt x="693394" y="262559"/>
                </a:lnTo>
                <a:lnTo>
                  <a:pt x="676186" y="279095"/>
                </a:lnTo>
                <a:lnTo>
                  <a:pt x="660958" y="293357"/>
                </a:lnTo>
                <a:lnTo>
                  <a:pt x="648182" y="305092"/>
                </a:lnTo>
                <a:lnTo>
                  <a:pt x="648182" y="38100"/>
                </a:lnTo>
                <a:lnTo>
                  <a:pt x="614553" y="38100"/>
                </a:lnTo>
                <a:lnTo>
                  <a:pt x="614553" y="308140"/>
                </a:lnTo>
                <a:lnTo>
                  <a:pt x="613702" y="320141"/>
                </a:lnTo>
                <a:lnTo>
                  <a:pt x="611124" y="331000"/>
                </a:lnTo>
                <a:lnTo>
                  <a:pt x="606844" y="340715"/>
                </a:lnTo>
                <a:lnTo>
                  <a:pt x="600837" y="349288"/>
                </a:lnTo>
                <a:lnTo>
                  <a:pt x="623798" y="378244"/>
                </a:lnTo>
                <a:lnTo>
                  <a:pt x="628599" y="370763"/>
                </a:lnTo>
                <a:lnTo>
                  <a:pt x="633704" y="364147"/>
                </a:lnTo>
                <a:lnTo>
                  <a:pt x="638797" y="358089"/>
                </a:lnTo>
                <a:lnTo>
                  <a:pt x="643610" y="352336"/>
                </a:lnTo>
                <a:lnTo>
                  <a:pt x="684568" y="313804"/>
                </a:lnTo>
                <a:lnTo>
                  <a:pt x="694016" y="305092"/>
                </a:lnTo>
                <a:lnTo>
                  <a:pt x="704684" y="295236"/>
                </a:lnTo>
                <a:lnTo>
                  <a:pt x="724382" y="277558"/>
                </a:lnTo>
                <a:close/>
              </a:path>
              <a:path w="1334770" h="436245">
                <a:moveTo>
                  <a:pt x="753338" y="108292"/>
                </a:moveTo>
                <a:lnTo>
                  <a:pt x="741311" y="82550"/>
                </a:lnTo>
                <a:lnTo>
                  <a:pt x="728002" y="55829"/>
                </a:lnTo>
                <a:lnTo>
                  <a:pt x="713257" y="28270"/>
                </a:lnTo>
                <a:lnTo>
                  <a:pt x="696950" y="0"/>
                </a:lnTo>
                <a:lnTo>
                  <a:pt x="669518" y="13716"/>
                </a:lnTo>
                <a:lnTo>
                  <a:pt x="682129" y="37744"/>
                </a:lnTo>
                <a:lnTo>
                  <a:pt x="695045" y="64211"/>
                </a:lnTo>
                <a:lnTo>
                  <a:pt x="708520" y="93268"/>
                </a:lnTo>
                <a:lnTo>
                  <a:pt x="722858" y="125056"/>
                </a:lnTo>
                <a:lnTo>
                  <a:pt x="753338" y="108292"/>
                </a:lnTo>
                <a:close/>
              </a:path>
              <a:path w="1334770" h="436245">
                <a:moveTo>
                  <a:pt x="887539" y="402628"/>
                </a:moveTo>
                <a:lnTo>
                  <a:pt x="868413" y="378333"/>
                </a:lnTo>
                <a:lnTo>
                  <a:pt x="847725" y="353466"/>
                </a:lnTo>
                <a:lnTo>
                  <a:pt x="830846" y="334048"/>
                </a:lnTo>
                <a:lnTo>
                  <a:pt x="825601" y="328002"/>
                </a:lnTo>
                <a:lnTo>
                  <a:pt x="802195" y="301942"/>
                </a:lnTo>
                <a:lnTo>
                  <a:pt x="811339" y="271348"/>
                </a:lnTo>
                <a:lnTo>
                  <a:pt x="818197" y="234302"/>
                </a:lnTo>
                <a:lnTo>
                  <a:pt x="822769" y="190677"/>
                </a:lnTo>
                <a:lnTo>
                  <a:pt x="825055" y="140296"/>
                </a:lnTo>
                <a:lnTo>
                  <a:pt x="826528" y="82550"/>
                </a:lnTo>
                <a:lnTo>
                  <a:pt x="827201" y="45707"/>
                </a:lnTo>
                <a:lnTo>
                  <a:pt x="828103" y="9144"/>
                </a:lnTo>
                <a:lnTo>
                  <a:pt x="794575" y="9144"/>
                </a:lnTo>
                <a:lnTo>
                  <a:pt x="793673" y="42049"/>
                </a:lnTo>
                <a:lnTo>
                  <a:pt x="792429" y="107340"/>
                </a:lnTo>
                <a:lnTo>
                  <a:pt x="791527" y="140296"/>
                </a:lnTo>
                <a:lnTo>
                  <a:pt x="789482" y="187502"/>
                </a:lnTo>
                <a:lnTo>
                  <a:pt x="785431" y="228396"/>
                </a:lnTo>
                <a:lnTo>
                  <a:pt x="770191" y="291274"/>
                </a:lnTo>
                <a:lnTo>
                  <a:pt x="750989" y="325310"/>
                </a:lnTo>
                <a:lnTo>
                  <a:pt x="725525" y="356336"/>
                </a:lnTo>
                <a:lnTo>
                  <a:pt x="693801" y="384200"/>
                </a:lnTo>
                <a:lnTo>
                  <a:pt x="655802" y="408813"/>
                </a:lnTo>
                <a:lnTo>
                  <a:pt x="662393" y="414820"/>
                </a:lnTo>
                <a:lnTo>
                  <a:pt x="668566" y="421386"/>
                </a:lnTo>
                <a:lnTo>
                  <a:pt x="674446" y="428536"/>
                </a:lnTo>
                <a:lnTo>
                  <a:pt x="680186" y="436245"/>
                </a:lnTo>
                <a:lnTo>
                  <a:pt x="714222" y="413588"/>
                </a:lnTo>
                <a:lnTo>
                  <a:pt x="743280" y="389102"/>
                </a:lnTo>
                <a:lnTo>
                  <a:pt x="767486" y="362635"/>
                </a:lnTo>
                <a:lnTo>
                  <a:pt x="786955" y="334048"/>
                </a:lnTo>
                <a:lnTo>
                  <a:pt x="805218" y="356920"/>
                </a:lnTo>
                <a:lnTo>
                  <a:pt x="823341" y="379958"/>
                </a:lnTo>
                <a:lnTo>
                  <a:pt x="841171" y="403301"/>
                </a:lnTo>
                <a:lnTo>
                  <a:pt x="858583" y="427101"/>
                </a:lnTo>
                <a:lnTo>
                  <a:pt x="887539" y="402628"/>
                </a:lnTo>
                <a:close/>
              </a:path>
              <a:path w="1334770" h="436245">
                <a:moveTo>
                  <a:pt x="1084326" y="21336"/>
                </a:moveTo>
                <a:lnTo>
                  <a:pt x="1055370" y="21336"/>
                </a:lnTo>
                <a:lnTo>
                  <a:pt x="1055370" y="47244"/>
                </a:lnTo>
                <a:lnTo>
                  <a:pt x="1055370" y="85344"/>
                </a:lnTo>
                <a:lnTo>
                  <a:pt x="1055370" y="111340"/>
                </a:lnTo>
                <a:lnTo>
                  <a:pt x="1055370" y="150964"/>
                </a:lnTo>
                <a:lnTo>
                  <a:pt x="957745" y="150964"/>
                </a:lnTo>
                <a:lnTo>
                  <a:pt x="957745" y="111340"/>
                </a:lnTo>
                <a:lnTo>
                  <a:pt x="1055370" y="111340"/>
                </a:lnTo>
                <a:lnTo>
                  <a:pt x="1055370" y="85344"/>
                </a:lnTo>
                <a:lnTo>
                  <a:pt x="957745" y="85344"/>
                </a:lnTo>
                <a:lnTo>
                  <a:pt x="957745" y="47244"/>
                </a:lnTo>
                <a:lnTo>
                  <a:pt x="1055370" y="47244"/>
                </a:lnTo>
                <a:lnTo>
                  <a:pt x="1055370" y="21336"/>
                </a:lnTo>
                <a:lnTo>
                  <a:pt x="928789" y="21336"/>
                </a:lnTo>
                <a:lnTo>
                  <a:pt x="928789" y="190588"/>
                </a:lnTo>
                <a:lnTo>
                  <a:pt x="957745" y="190588"/>
                </a:lnTo>
                <a:lnTo>
                  <a:pt x="957745" y="176872"/>
                </a:lnTo>
                <a:lnTo>
                  <a:pt x="1055370" y="176872"/>
                </a:lnTo>
                <a:lnTo>
                  <a:pt x="1055370" y="190588"/>
                </a:lnTo>
                <a:lnTo>
                  <a:pt x="1084326" y="190588"/>
                </a:lnTo>
                <a:lnTo>
                  <a:pt x="1084326" y="176872"/>
                </a:lnTo>
                <a:lnTo>
                  <a:pt x="1084326" y="150964"/>
                </a:lnTo>
                <a:lnTo>
                  <a:pt x="1084326" y="111340"/>
                </a:lnTo>
                <a:lnTo>
                  <a:pt x="1084326" y="85344"/>
                </a:lnTo>
                <a:lnTo>
                  <a:pt x="1084326" y="47244"/>
                </a:lnTo>
                <a:lnTo>
                  <a:pt x="1084326" y="21336"/>
                </a:lnTo>
                <a:close/>
              </a:path>
              <a:path w="1334770" h="436245">
                <a:moveTo>
                  <a:pt x="1316164" y="355371"/>
                </a:moveTo>
                <a:lnTo>
                  <a:pt x="1275689" y="322414"/>
                </a:lnTo>
                <a:lnTo>
                  <a:pt x="1217015" y="279082"/>
                </a:lnTo>
                <a:lnTo>
                  <a:pt x="1221016" y="262509"/>
                </a:lnTo>
                <a:lnTo>
                  <a:pt x="1223873" y="244792"/>
                </a:lnTo>
                <a:lnTo>
                  <a:pt x="1225588" y="225933"/>
                </a:lnTo>
                <a:lnTo>
                  <a:pt x="1226159" y="205930"/>
                </a:lnTo>
                <a:lnTo>
                  <a:pt x="1226159" y="150964"/>
                </a:lnTo>
                <a:lnTo>
                  <a:pt x="1197203" y="150964"/>
                </a:lnTo>
                <a:lnTo>
                  <a:pt x="1197127" y="205930"/>
                </a:lnTo>
                <a:lnTo>
                  <a:pt x="1195743" y="234670"/>
                </a:lnTo>
                <a:lnTo>
                  <a:pt x="1183690" y="284340"/>
                </a:lnTo>
                <a:lnTo>
                  <a:pt x="1158798" y="318922"/>
                </a:lnTo>
                <a:lnTo>
                  <a:pt x="1116571" y="345782"/>
                </a:lnTo>
                <a:lnTo>
                  <a:pt x="1088898" y="356895"/>
                </a:lnTo>
                <a:lnTo>
                  <a:pt x="1095476" y="363524"/>
                </a:lnTo>
                <a:lnTo>
                  <a:pt x="1101471" y="369849"/>
                </a:lnTo>
                <a:lnTo>
                  <a:pt x="1106906" y="376186"/>
                </a:lnTo>
                <a:lnTo>
                  <a:pt x="1111758" y="382803"/>
                </a:lnTo>
                <a:lnTo>
                  <a:pt x="1141247" y="369328"/>
                </a:lnTo>
                <a:lnTo>
                  <a:pt x="1165910" y="353847"/>
                </a:lnTo>
                <a:lnTo>
                  <a:pt x="1185989" y="336092"/>
                </a:lnTo>
                <a:lnTo>
                  <a:pt x="1201775" y="315747"/>
                </a:lnTo>
                <a:lnTo>
                  <a:pt x="1206347" y="306603"/>
                </a:lnTo>
                <a:lnTo>
                  <a:pt x="1231493" y="325729"/>
                </a:lnTo>
                <a:lnTo>
                  <a:pt x="1254353" y="344131"/>
                </a:lnTo>
                <a:lnTo>
                  <a:pt x="1274927" y="361683"/>
                </a:lnTo>
                <a:lnTo>
                  <a:pt x="1293215" y="378231"/>
                </a:lnTo>
                <a:lnTo>
                  <a:pt x="1316164" y="355371"/>
                </a:lnTo>
                <a:close/>
              </a:path>
              <a:path w="1334770" h="436245">
                <a:moveTo>
                  <a:pt x="1325308" y="24384"/>
                </a:moveTo>
                <a:lnTo>
                  <a:pt x="1105662" y="24384"/>
                </a:lnTo>
                <a:lnTo>
                  <a:pt x="1105662" y="53340"/>
                </a:lnTo>
                <a:lnTo>
                  <a:pt x="1192631" y="53340"/>
                </a:lnTo>
                <a:lnTo>
                  <a:pt x="1190574" y="65062"/>
                </a:lnTo>
                <a:lnTo>
                  <a:pt x="1188821" y="77355"/>
                </a:lnTo>
                <a:lnTo>
                  <a:pt x="1187056" y="90246"/>
                </a:lnTo>
                <a:lnTo>
                  <a:pt x="1185011" y="103720"/>
                </a:lnTo>
                <a:lnTo>
                  <a:pt x="1120902" y="103720"/>
                </a:lnTo>
                <a:lnTo>
                  <a:pt x="1120902" y="288226"/>
                </a:lnTo>
                <a:lnTo>
                  <a:pt x="1149858" y="288226"/>
                </a:lnTo>
                <a:lnTo>
                  <a:pt x="1149858" y="131152"/>
                </a:lnTo>
                <a:lnTo>
                  <a:pt x="1273403" y="131152"/>
                </a:lnTo>
                <a:lnTo>
                  <a:pt x="1273403" y="288226"/>
                </a:lnTo>
                <a:lnTo>
                  <a:pt x="1302359" y="288226"/>
                </a:lnTo>
                <a:lnTo>
                  <a:pt x="1302359" y="131152"/>
                </a:lnTo>
                <a:lnTo>
                  <a:pt x="1302359" y="103720"/>
                </a:lnTo>
                <a:lnTo>
                  <a:pt x="1215491" y="103720"/>
                </a:lnTo>
                <a:lnTo>
                  <a:pt x="1224635" y="53340"/>
                </a:lnTo>
                <a:lnTo>
                  <a:pt x="1325308" y="53340"/>
                </a:lnTo>
                <a:lnTo>
                  <a:pt x="1325308" y="24384"/>
                </a:lnTo>
                <a:close/>
              </a:path>
              <a:path w="1334770" h="436245">
                <a:moveTo>
                  <a:pt x="1334452" y="385851"/>
                </a:moveTo>
                <a:lnTo>
                  <a:pt x="1273683" y="388810"/>
                </a:lnTo>
                <a:lnTo>
                  <a:pt x="1219492" y="390436"/>
                </a:lnTo>
                <a:lnTo>
                  <a:pt x="1171905" y="390906"/>
                </a:lnTo>
                <a:lnTo>
                  <a:pt x="1130909" y="390347"/>
                </a:lnTo>
                <a:lnTo>
                  <a:pt x="1077899" y="388073"/>
                </a:lnTo>
                <a:lnTo>
                  <a:pt x="1060691" y="385660"/>
                </a:lnTo>
                <a:lnTo>
                  <a:pt x="1044613" y="381838"/>
                </a:lnTo>
                <a:lnTo>
                  <a:pt x="1029373" y="376707"/>
                </a:lnTo>
                <a:lnTo>
                  <a:pt x="1029373" y="359943"/>
                </a:lnTo>
                <a:lnTo>
                  <a:pt x="1029373" y="315747"/>
                </a:lnTo>
                <a:lnTo>
                  <a:pt x="1099566" y="315747"/>
                </a:lnTo>
                <a:lnTo>
                  <a:pt x="1099566" y="286702"/>
                </a:lnTo>
                <a:lnTo>
                  <a:pt x="1029373" y="286702"/>
                </a:lnTo>
                <a:lnTo>
                  <a:pt x="1029373" y="240982"/>
                </a:lnTo>
                <a:lnTo>
                  <a:pt x="1104138" y="240982"/>
                </a:lnTo>
                <a:lnTo>
                  <a:pt x="1104138" y="212026"/>
                </a:lnTo>
                <a:lnTo>
                  <a:pt x="902881" y="212026"/>
                </a:lnTo>
                <a:lnTo>
                  <a:pt x="902881" y="240982"/>
                </a:lnTo>
                <a:lnTo>
                  <a:pt x="1000417" y="240982"/>
                </a:lnTo>
                <a:lnTo>
                  <a:pt x="1000417" y="359943"/>
                </a:lnTo>
                <a:lnTo>
                  <a:pt x="989139" y="350799"/>
                </a:lnTo>
                <a:lnTo>
                  <a:pt x="988415" y="350215"/>
                </a:lnTo>
                <a:lnTo>
                  <a:pt x="977557" y="339178"/>
                </a:lnTo>
                <a:lnTo>
                  <a:pt x="967841" y="326732"/>
                </a:lnTo>
                <a:lnTo>
                  <a:pt x="959269" y="312699"/>
                </a:lnTo>
                <a:lnTo>
                  <a:pt x="962698" y="274243"/>
                </a:lnTo>
                <a:lnTo>
                  <a:pt x="963841" y="260794"/>
                </a:lnTo>
                <a:lnTo>
                  <a:pt x="933361" y="260794"/>
                </a:lnTo>
                <a:lnTo>
                  <a:pt x="930236" y="303466"/>
                </a:lnTo>
                <a:lnTo>
                  <a:pt x="923264" y="339940"/>
                </a:lnTo>
                <a:lnTo>
                  <a:pt x="912571" y="370408"/>
                </a:lnTo>
                <a:lnTo>
                  <a:pt x="898309" y="394995"/>
                </a:lnTo>
                <a:lnTo>
                  <a:pt x="903757" y="405345"/>
                </a:lnTo>
                <a:lnTo>
                  <a:pt x="908786" y="415658"/>
                </a:lnTo>
                <a:lnTo>
                  <a:pt x="913523" y="425958"/>
                </a:lnTo>
                <a:lnTo>
                  <a:pt x="918121" y="436245"/>
                </a:lnTo>
                <a:lnTo>
                  <a:pt x="928712" y="417322"/>
                </a:lnTo>
                <a:lnTo>
                  <a:pt x="937742" y="396951"/>
                </a:lnTo>
                <a:lnTo>
                  <a:pt x="945337" y="374865"/>
                </a:lnTo>
                <a:lnTo>
                  <a:pt x="951649" y="350799"/>
                </a:lnTo>
                <a:lnTo>
                  <a:pt x="978560" y="379971"/>
                </a:lnTo>
                <a:lnTo>
                  <a:pt x="1011504" y="401142"/>
                </a:lnTo>
                <a:lnTo>
                  <a:pt x="1050734" y="414324"/>
                </a:lnTo>
                <a:lnTo>
                  <a:pt x="1096518" y="419481"/>
                </a:lnTo>
                <a:lnTo>
                  <a:pt x="1136281" y="422071"/>
                </a:lnTo>
                <a:lnTo>
                  <a:pt x="1187069" y="423100"/>
                </a:lnTo>
                <a:lnTo>
                  <a:pt x="1249019" y="422694"/>
                </a:lnTo>
                <a:lnTo>
                  <a:pt x="1322260" y="421005"/>
                </a:lnTo>
                <a:lnTo>
                  <a:pt x="1325664" y="411187"/>
                </a:lnTo>
                <a:lnTo>
                  <a:pt x="1328928" y="402247"/>
                </a:lnTo>
                <a:lnTo>
                  <a:pt x="1331899" y="393903"/>
                </a:lnTo>
                <a:lnTo>
                  <a:pt x="1332852" y="390906"/>
                </a:lnTo>
                <a:lnTo>
                  <a:pt x="1334452" y="38585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4013" y="643699"/>
            <a:ext cx="3658870" cy="600075"/>
          </a:xfrm>
          <a:custGeom>
            <a:avLst/>
            <a:gdLst/>
            <a:ahLst/>
            <a:cxnLst/>
            <a:rect l="l" t="t" r="r" b="b"/>
            <a:pathLst>
              <a:path w="3658870" h="600075">
                <a:moveTo>
                  <a:pt x="163156" y="117449"/>
                </a:moveTo>
                <a:lnTo>
                  <a:pt x="146583" y="89992"/>
                </a:lnTo>
                <a:lnTo>
                  <a:pt x="128866" y="62382"/>
                </a:lnTo>
                <a:lnTo>
                  <a:pt x="109969" y="34467"/>
                </a:lnTo>
                <a:lnTo>
                  <a:pt x="89916" y="6096"/>
                </a:lnTo>
                <a:lnTo>
                  <a:pt x="19812" y="47345"/>
                </a:lnTo>
                <a:lnTo>
                  <a:pt x="40627" y="77851"/>
                </a:lnTo>
                <a:lnTo>
                  <a:pt x="59436" y="107365"/>
                </a:lnTo>
                <a:lnTo>
                  <a:pt x="75958" y="135470"/>
                </a:lnTo>
                <a:lnTo>
                  <a:pt x="89916" y="161747"/>
                </a:lnTo>
                <a:lnTo>
                  <a:pt x="163156" y="117449"/>
                </a:lnTo>
                <a:close/>
              </a:path>
              <a:path w="3658870" h="600075">
                <a:moveTo>
                  <a:pt x="186016" y="480542"/>
                </a:moveTo>
                <a:lnTo>
                  <a:pt x="184645" y="463689"/>
                </a:lnTo>
                <a:lnTo>
                  <a:pt x="182968" y="445249"/>
                </a:lnTo>
                <a:lnTo>
                  <a:pt x="182346" y="437781"/>
                </a:lnTo>
                <a:lnTo>
                  <a:pt x="181317" y="425450"/>
                </a:lnTo>
                <a:lnTo>
                  <a:pt x="179920" y="404253"/>
                </a:lnTo>
                <a:lnTo>
                  <a:pt x="158965" y="420446"/>
                </a:lnTo>
                <a:lnTo>
                  <a:pt x="147777" y="428891"/>
                </a:lnTo>
                <a:lnTo>
                  <a:pt x="135724" y="437781"/>
                </a:lnTo>
                <a:lnTo>
                  <a:pt x="135724" y="205943"/>
                </a:lnTo>
                <a:lnTo>
                  <a:pt x="0" y="205943"/>
                </a:lnTo>
                <a:lnTo>
                  <a:pt x="0" y="283756"/>
                </a:lnTo>
                <a:lnTo>
                  <a:pt x="56388" y="283756"/>
                </a:lnTo>
                <a:lnTo>
                  <a:pt x="56388" y="466826"/>
                </a:lnTo>
                <a:lnTo>
                  <a:pt x="55270" y="481711"/>
                </a:lnTo>
                <a:lnTo>
                  <a:pt x="52006" y="494449"/>
                </a:lnTo>
                <a:lnTo>
                  <a:pt x="46748" y="505193"/>
                </a:lnTo>
                <a:lnTo>
                  <a:pt x="39624" y="514070"/>
                </a:lnTo>
                <a:lnTo>
                  <a:pt x="82296" y="564464"/>
                </a:lnTo>
                <a:lnTo>
                  <a:pt x="104076" y="545299"/>
                </a:lnTo>
                <a:lnTo>
                  <a:pt x="128447" y="524751"/>
                </a:lnTo>
                <a:lnTo>
                  <a:pt x="155676" y="503072"/>
                </a:lnTo>
                <a:lnTo>
                  <a:pt x="186016" y="480542"/>
                </a:lnTo>
                <a:close/>
              </a:path>
              <a:path w="3658870" h="600075">
                <a:moveTo>
                  <a:pt x="602361" y="486638"/>
                </a:moveTo>
                <a:lnTo>
                  <a:pt x="561835" y="470928"/>
                </a:lnTo>
                <a:lnTo>
                  <a:pt x="525157" y="451345"/>
                </a:lnTo>
                <a:lnTo>
                  <a:pt x="510527" y="440829"/>
                </a:lnTo>
                <a:lnTo>
                  <a:pt x="504164" y="436257"/>
                </a:lnTo>
                <a:lnTo>
                  <a:pt x="492772" y="428053"/>
                </a:lnTo>
                <a:lnTo>
                  <a:pt x="465112" y="401205"/>
                </a:lnTo>
                <a:lnTo>
                  <a:pt x="590169" y="401205"/>
                </a:lnTo>
                <a:lnTo>
                  <a:pt x="590169" y="338620"/>
                </a:lnTo>
                <a:lnTo>
                  <a:pt x="417868" y="338620"/>
                </a:lnTo>
                <a:lnTo>
                  <a:pt x="417868" y="297472"/>
                </a:lnTo>
                <a:lnTo>
                  <a:pt x="565785" y="297472"/>
                </a:lnTo>
                <a:lnTo>
                  <a:pt x="565785" y="234899"/>
                </a:lnTo>
                <a:lnTo>
                  <a:pt x="565785" y="190703"/>
                </a:lnTo>
                <a:lnTo>
                  <a:pt x="565785" y="131165"/>
                </a:lnTo>
                <a:lnTo>
                  <a:pt x="565785" y="86969"/>
                </a:lnTo>
                <a:lnTo>
                  <a:pt x="565785" y="25908"/>
                </a:lnTo>
                <a:lnTo>
                  <a:pt x="489496" y="25908"/>
                </a:lnTo>
                <a:lnTo>
                  <a:pt x="489496" y="86969"/>
                </a:lnTo>
                <a:lnTo>
                  <a:pt x="489496" y="131165"/>
                </a:lnTo>
                <a:lnTo>
                  <a:pt x="489496" y="190703"/>
                </a:lnTo>
                <a:lnTo>
                  <a:pt x="489496" y="234899"/>
                </a:lnTo>
                <a:lnTo>
                  <a:pt x="417868" y="234899"/>
                </a:lnTo>
                <a:lnTo>
                  <a:pt x="417868" y="190703"/>
                </a:lnTo>
                <a:lnTo>
                  <a:pt x="489496" y="190703"/>
                </a:lnTo>
                <a:lnTo>
                  <a:pt x="489496" y="131165"/>
                </a:lnTo>
                <a:lnTo>
                  <a:pt x="417868" y="131165"/>
                </a:lnTo>
                <a:lnTo>
                  <a:pt x="417868" y="86969"/>
                </a:lnTo>
                <a:lnTo>
                  <a:pt x="489496" y="86969"/>
                </a:lnTo>
                <a:lnTo>
                  <a:pt x="489496" y="25908"/>
                </a:lnTo>
                <a:lnTo>
                  <a:pt x="340042" y="25908"/>
                </a:lnTo>
                <a:lnTo>
                  <a:pt x="340042" y="86969"/>
                </a:lnTo>
                <a:lnTo>
                  <a:pt x="340042" y="131165"/>
                </a:lnTo>
                <a:lnTo>
                  <a:pt x="340042" y="190703"/>
                </a:lnTo>
                <a:lnTo>
                  <a:pt x="340042" y="234899"/>
                </a:lnTo>
                <a:lnTo>
                  <a:pt x="268414" y="234899"/>
                </a:lnTo>
                <a:lnTo>
                  <a:pt x="268414" y="190703"/>
                </a:lnTo>
                <a:lnTo>
                  <a:pt x="340042" y="190703"/>
                </a:lnTo>
                <a:lnTo>
                  <a:pt x="340042" y="131165"/>
                </a:lnTo>
                <a:lnTo>
                  <a:pt x="268414" y="131165"/>
                </a:lnTo>
                <a:lnTo>
                  <a:pt x="268414" y="86969"/>
                </a:lnTo>
                <a:lnTo>
                  <a:pt x="340042" y="86969"/>
                </a:lnTo>
                <a:lnTo>
                  <a:pt x="340042" y="25908"/>
                </a:lnTo>
                <a:lnTo>
                  <a:pt x="193649" y="25908"/>
                </a:lnTo>
                <a:lnTo>
                  <a:pt x="193649" y="297472"/>
                </a:lnTo>
                <a:lnTo>
                  <a:pt x="340042" y="297472"/>
                </a:lnTo>
                <a:lnTo>
                  <a:pt x="340042" y="338620"/>
                </a:lnTo>
                <a:lnTo>
                  <a:pt x="167728" y="338620"/>
                </a:lnTo>
                <a:lnTo>
                  <a:pt x="167728" y="401205"/>
                </a:lnTo>
                <a:lnTo>
                  <a:pt x="300418" y="401205"/>
                </a:lnTo>
                <a:lnTo>
                  <a:pt x="275920" y="425386"/>
                </a:lnTo>
                <a:lnTo>
                  <a:pt x="243408" y="452297"/>
                </a:lnTo>
                <a:lnTo>
                  <a:pt x="203250" y="481431"/>
                </a:lnTo>
                <a:lnTo>
                  <a:pt x="155536" y="512546"/>
                </a:lnTo>
                <a:lnTo>
                  <a:pt x="170065" y="528510"/>
                </a:lnTo>
                <a:lnTo>
                  <a:pt x="183730" y="544220"/>
                </a:lnTo>
                <a:lnTo>
                  <a:pt x="196265" y="559346"/>
                </a:lnTo>
                <a:lnTo>
                  <a:pt x="207365" y="573608"/>
                </a:lnTo>
                <a:lnTo>
                  <a:pt x="246557" y="542683"/>
                </a:lnTo>
                <a:lnTo>
                  <a:pt x="281736" y="509498"/>
                </a:lnTo>
                <a:lnTo>
                  <a:pt x="312889" y="474027"/>
                </a:lnTo>
                <a:lnTo>
                  <a:pt x="340042" y="436257"/>
                </a:lnTo>
                <a:lnTo>
                  <a:pt x="340042" y="596468"/>
                </a:lnTo>
                <a:lnTo>
                  <a:pt x="417868" y="596468"/>
                </a:lnTo>
                <a:lnTo>
                  <a:pt x="417868" y="440829"/>
                </a:lnTo>
                <a:lnTo>
                  <a:pt x="446417" y="477735"/>
                </a:lnTo>
                <a:lnTo>
                  <a:pt x="479399" y="510641"/>
                </a:lnTo>
                <a:lnTo>
                  <a:pt x="516699" y="539546"/>
                </a:lnTo>
                <a:lnTo>
                  <a:pt x="558165" y="564464"/>
                </a:lnTo>
                <a:lnTo>
                  <a:pt x="570433" y="542404"/>
                </a:lnTo>
                <a:lnTo>
                  <a:pt x="581977" y="522084"/>
                </a:lnTo>
                <a:lnTo>
                  <a:pt x="602361" y="486638"/>
                </a:lnTo>
                <a:close/>
              </a:path>
              <a:path w="3658870" h="600075">
                <a:moveTo>
                  <a:pt x="870775" y="372249"/>
                </a:moveTo>
                <a:lnTo>
                  <a:pt x="827328" y="332003"/>
                </a:lnTo>
                <a:lnTo>
                  <a:pt x="792962" y="302044"/>
                </a:lnTo>
                <a:lnTo>
                  <a:pt x="776198" y="318808"/>
                </a:lnTo>
                <a:lnTo>
                  <a:pt x="776198" y="251752"/>
                </a:lnTo>
                <a:lnTo>
                  <a:pt x="844867" y="251752"/>
                </a:lnTo>
                <a:lnTo>
                  <a:pt x="844867" y="180022"/>
                </a:lnTo>
                <a:lnTo>
                  <a:pt x="776198" y="180022"/>
                </a:lnTo>
                <a:lnTo>
                  <a:pt x="776198" y="114401"/>
                </a:lnTo>
                <a:lnTo>
                  <a:pt x="776198" y="105257"/>
                </a:lnTo>
                <a:lnTo>
                  <a:pt x="794499" y="102704"/>
                </a:lnTo>
                <a:lnTo>
                  <a:pt x="812812" y="99733"/>
                </a:lnTo>
                <a:lnTo>
                  <a:pt x="849439" y="93065"/>
                </a:lnTo>
                <a:lnTo>
                  <a:pt x="831151" y="18288"/>
                </a:lnTo>
                <a:lnTo>
                  <a:pt x="773087" y="27520"/>
                </a:lnTo>
                <a:lnTo>
                  <a:pt x="717905" y="34569"/>
                </a:lnTo>
                <a:lnTo>
                  <a:pt x="665568" y="39611"/>
                </a:lnTo>
                <a:lnTo>
                  <a:pt x="616077" y="42773"/>
                </a:lnTo>
                <a:lnTo>
                  <a:pt x="619239" y="59626"/>
                </a:lnTo>
                <a:lnTo>
                  <a:pt x="621982" y="78206"/>
                </a:lnTo>
                <a:lnTo>
                  <a:pt x="624433" y="98488"/>
                </a:lnTo>
                <a:lnTo>
                  <a:pt x="626745" y="120497"/>
                </a:lnTo>
                <a:lnTo>
                  <a:pt x="663181" y="118021"/>
                </a:lnTo>
                <a:lnTo>
                  <a:pt x="681050" y="116420"/>
                </a:lnTo>
                <a:lnTo>
                  <a:pt x="698474" y="114401"/>
                </a:lnTo>
                <a:lnTo>
                  <a:pt x="698474" y="180022"/>
                </a:lnTo>
                <a:lnTo>
                  <a:pt x="619125" y="180022"/>
                </a:lnTo>
                <a:lnTo>
                  <a:pt x="619125" y="251752"/>
                </a:lnTo>
                <a:lnTo>
                  <a:pt x="687806" y="251752"/>
                </a:lnTo>
                <a:lnTo>
                  <a:pt x="671169" y="294081"/>
                </a:lnTo>
                <a:lnTo>
                  <a:pt x="653427" y="332003"/>
                </a:lnTo>
                <a:lnTo>
                  <a:pt x="634555" y="365633"/>
                </a:lnTo>
                <a:lnTo>
                  <a:pt x="614553" y="395109"/>
                </a:lnTo>
                <a:lnTo>
                  <a:pt x="623150" y="420293"/>
                </a:lnTo>
                <a:lnTo>
                  <a:pt x="630745" y="445630"/>
                </a:lnTo>
                <a:lnTo>
                  <a:pt x="637489" y="471258"/>
                </a:lnTo>
                <a:lnTo>
                  <a:pt x="643509" y="497306"/>
                </a:lnTo>
                <a:lnTo>
                  <a:pt x="659815" y="466115"/>
                </a:lnTo>
                <a:lnTo>
                  <a:pt x="674420" y="434200"/>
                </a:lnTo>
                <a:lnTo>
                  <a:pt x="687311" y="401434"/>
                </a:lnTo>
                <a:lnTo>
                  <a:pt x="698474" y="367677"/>
                </a:lnTo>
                <a:lnTo>
                  <a:pt x="698474" y="599516"/>
                </a:lnTo>
                <a:lnTo>
                  <a:pt x="776198" y="599516"/>
                </a:lnTo>
                <a:lnTo>
                  <a:pt x="776198" y="375297"/>
                </a:lnTo>
                <a:lnTo>
                  <a:pt x="786485" y="386981"/>
                </a:lnTo>
                <a:lnTo>
                  <a:pt x="796772" y="399110"/>
                </a:lnTo>
                <a:lnTo>
                  <a:pt x="807097" y="411505"/>
                </a:lnTo>
                <a:lnTo>
                  <a:pt x="817435" y="424065"/>
                </a:lnTo>
                <a:lnTo>
                  <a:pt x="867638" y="375297"/>
                </a:lnTo>
                <a:lnTo>
                  <a:pt x="870775" y="372249"/>
                </a:lnTo>
                <a:close/>
              </a:path>
              <a:path w="3658870" h="600075">
                <a:moveTo>
                  <a:pt x="1178814" y="28956"/>
                </a:moveTo>
                <a:lnTo>
                  <a:pt x="1099566" y="28956"/>
                </a:lnTo>
                <a:lnTo>
                  <a:pt x="1099566" y="97637"/>
                </a:lnTo>
                <a:lnTo>
                  <a:pt x="1099566" y="160210"/>
                </a:lnTo>
                <a:lnTo>
                  <a:pt x="945451" y="160210"/>
                </a:lnTo>
                <a:lnTo>
                  <a:pt x="945451" y="97637"/>
                </a:lnTo>
                <a:lnTo>
                  <a:pt x="1099566" y="97637"/>
                </a:lnTo>
                <a:lnTo>
                  <a:pt x="1099566" y="28956"/>
                </a:lnTo>
                <a:lnTo>
                  <a:pt x="866203" y="28956"/>
                </a:lnTo>
                <a:lnTo>
                  <a:pt x="866203" y="230327"/>
                </a:lnTo>
                <a:lnTo>
                  <a:pt x="1178814" y="230327"/>
                </a:lnTo>
                <a:lnTo>
                  <a:pt x="1178814" y="160210"/>
                </a:lnTo>
                <a:lnTo>
                  <a:pt x="1178814" y="97637"/>
                </a:lnTo>
                <a:lnTo>
                  <a:pt x="1178814" y="28956"/>
                </a:lnTo>
                <a:close/>
              </a:path>
              <a:path w="3658870" h="600075">
                <a:moveTo>
                  <a:pt x="1213866" y="511022"/>
                </a:moveTo>
                <a:lnTo>
                  <a:pt x="1064425" y="511022"/>
                </a:lnTo>
                <a:lnTo>
                  <a:pt x="1064425" y="459206"/>
                </a:lnTo>
                <a:lnTo>
                  <a:pt x="1183386" y="459206"/>
                </a:lnTo>
                <a:lnTo>
                  <a:pt x="1183386" y="392061"/>
                </a:lnTo>
                <a:lnTo>
                  <a:pt x="1064425" y="392061"/>
                </a:lnTo>
                <a:lnTo>
                  <a:pt x="1064425" y="341769"/>
                </a:lnTo>
                <a:lnTo>
                  <a:pt x="1198626" y="341769"/>
                </a:lnTo>
                <a:lnTo>
                  <a:pt x="1198626" y="271564"/>
                </a:lnTo>
                <a:lnTo>
                  <a:pt x="852487" y="271564"/>
                </a:lnTo>
                <a:lnTo>
                  <a:pt x="852487" y="341769"/>
                </a:lnTo>
                <a:lnTo>
                  <a:pt x="980605" y="341769"/>
                </a:lnTo>
                <a:lnTo>
                  <a:pt x="980605" y="392061"/>
                </a:lnTo>
                <a:lnTo>
                  <a:pt x="863155" y="392061"/>
                </a:lnTo>
                <a:lnTo>
                  <a:pt x="863155" y="459206"/>
                </a:lnTo>
                <a:lnTo>
                  <a:pt x="980605" y="459206"/>
                </a:lnTo>
                <a:lnTo>
                  <a:pt x="980605" y="511022"/>
                </a:lnTo>
                <a:lnTo>
                  <a:pt x="822007" y="511022"/>
                </a:lnTo>
                <a:lnTo>
                  <a:pt x="822007" y="581228"/>
                </a:lnTo>
                <a:lnTo>
                  <a:pt x="1213866" y="581228"/>
                </a:lnTo>
                <a:lnTo>
                  <a:pt x="1213866" y="511022"/>
                </a:lnTo>
                <a:close/>
              </a:path>
              <a:path w="3658870" h="600075">
                <a:moveTo>
                  <a:pt x="1831568" y="404253"/>
                </a:moveTo>
                <a:lnTo>
                  <a:pt x="1797367" y="370560"/>
                </a:lnTo>
                <a:lnTo>
                  <a:pt x="1766531" y="335140"/>
                </a:lnTo>
                <a:lnTo>
                  <a:pt x="1739087" y="298043"/>
                </a:lnTo>
                <a:lnTo>
                  <a:pt x="1724787" y="274967"/>
                </a:lnTo>
                <a:lnTo>
                  <a:pt x="1724787" y="421017"/>
                </a:lnTo>
                <a:lnTo>
                  <a:pt x="1634782" y="421017"/>
                </a:lnTo>
                <a:lnTo>
                  <a:pt x="1634782" y="215087"/>
                </a:lnTo>
                <a:lnTo>
                  <a:pt x="1653374" y="273443"/>
                </a:lnTo>
                <a:lnTo>
                  <a:pt x="1674672" y="327228"/>
                </a:lnTo>
                <a:lnTo>
                  <a:pt x="1698523" y="376415"/>
                </a:lnTo>
                <a:lnTo>
                  <a:pt x="1724787" y="421017"/>
                </a:lnTo>
                <a:lnTo>
                  <a:pt x="1724787" y="274967"/>
                </a:lnTo>
                <a:lnTo>
                  <a:pt x="1715084" y="259295"/>
                </a:lnTo>
                <a:lnTo>
                  <a:pt x="1694548" y="218922"/>
                </a:lnTo>
                <a:lnTo>
                  <a:pt x="1692998" y="215087"/>
                </a:lnTo>
                <a:lnTo>
                  <a:pt x="1691754" y="212039"/>
                </a:lnTo>
                <a:lnTo>
                  <a:pt x="1677543" y="176987"/>
                </a:lnTo>
                <a:lnTo>
                  <a:pt x="1807184" y="176987"/>
                </a:lnTo>
                <a:lnTo>
                  <a:pt x="1807184" y="102209"/>
                </a:lnTo>
                <a:lnTo>
                  <a:pt x="1634782" y="102209"/>
                </a:lnTo>
                <a:lnTo>
                  <a:pt x="1634782" y="4572"/>
                </a:lnTo>
                <a:lnTo>
                  <a:pt x="1555534" y="4572"/>
                </a:lnTo>
                <a:lnTo>
                  <a:pt x="1555534" y="102209"/>
                </a:lnTo>
                <a:lnTo>
                  <a:pt x="1555534" y="212039"/>
                </a:lnTo>
                <a:lnTo>
                  <a:pt x="1555534" y="421017"/>
                </a:lnTo>
                <a:lnTo>
                  <a:pt x="1465516" y="421017"/>
                </a:lnTo>
                <a:lnTo>
                  <a:pt x="1470025" y="413397"/>
                </a:lnTo>
                <a:lnTo>
                  <a:pt x="1488224" y="382612"/>
                </a:lnTo>
                <a:lnTo>
                  <a:pt x="1508658" y="342430"/>
                </a:lnTo>
                <a:lnTo>
                  <a:pt x="1526730" y="300558"/>
                </a:lnTo>
                <a:lnTo>
                  <a:pt x="1542376" y="257060"/>
                </a:lnTo>
                <a:lnTo>
                  <a:pt x="1555534" y="212039"/>
                </a:lnTo>
                <a:lnTo>
                  <a:pt x="1555534" y="102209"/>
                </a:lnTo>
                <a:lnTo>
                  <a:pt x="1398460" y="102209"/>
                </a:lnTo>
                <a:lnTo>
                  <a:pt x="1398460" y="176987"/>
                </a:lnTo>
                <a:lnTo>
                  <a:pt x="1506766" y="176987"/>
                </a:lnTo>
                <a:lnTo>
                  <a:pt x="1489443" y="221615"/>
                </a:lnTo>
                <a:lnTo>
                  <a:pt x="1469555" y="264058"/>
                </a:lnTo>
                <a:lnTo>
                  <a:pt x="1447050" y="304368"/>
                </a:lnTo>
                <a:lnTo>
                  <a:pt x="1421892" y="342633"/>
                </a:lnTo>
                <a:lnTo>
                  <a:pt x="1394028" y="378955"/>
                </a:lnTo>
                <a:lnTo>
                  <a:pt x="1363408" y="413397"/>
                </a:lnTo>
                <a:lnTo>
                  <a:pt x="1363408" y="331000"/>
                </a:lnTo>
                <a:lnTo>
                  <a:pt x="1363408" y="167843"/>
                </a:lnTo>
                <a:lnTo>
                  <a:pt x="1374813" y="134035"/>
                </a:lnTo>
                <a:lnTo>
                  <a:pt x="1386078" y="98971"/>
                </a:lnTo>
                <a:lnTo>
                  <a:pt x="1397050" y="62471"/>
                </a:lnTo>
                <a:lnTo>
                  <a:pt x="1407604" y="24396"/>
                </a:lnTo>
                <a:lnTo>
                  <a:pt x="1329791" y="4572"/>
                </a:lnTo>
                <a:lnTo>
                  <a:pt x="1313141" y="64439"/>
                </a:lnTo>
                <a:lnTo>
                  <a:pt x="1296708" y="118922"/>
                </a:lnTo>
                <a:lnTo>
                  <a:pt x="1280490" y="167843"/>
                </a:lnTo>
                <a:lnTo>
                  <a:pt x="1264310" y="211582"/>
                </a:lnTo>
                <a:lnTo>
                  <a:pt x="1248257" y="249682"/>
                </a:lnTo>
                <a:lnTo>
                  <a:pt x="1232242" y="282232"/>
                </a:lnTo>
                <a:lnTo>
                  <a:pt x="1237703" y="311658"/>
                </a:lnTo>
                <a:lnTo>
                  <a:pt x="1242720" y="340385"/>
                </a:lnTo>
                <a:lnTo>
                  <a:pt x="1247470" y="368249"/>
                </a:lnTo>
                <a:lnTo>
                  <a:pt x="1252054" y="395109"/>
                </a:lnTo>
                <a:lnTo>
                  <a:pt x="1262113" y="379958"/>
                </a:lnTo>
                <a:lnTo>
                  <a:pt x="1271866" y="364236"/>
                </a:lnTo>
                <a:lnTo>
                  <a:pt x="1281633" y="347916"/>
                </a:lnTo>
                <a:lnTo>
                  <a:pt x="1291678" y="331000"/>
                </a:lnTo>
                <a:lnTo>
                  <a:pt x="1291678" y="596468"/>
                </a:lnTo>
                <a:lnTo>
                  <a:pt x="1363408" y="596468"/>
                </a:lnTo>
                <a:lnTo>
                  <a:pt x="1363408" y="430161"/>
                </a:lnTo>
                <a:lnTo>
                  <a:pt x="1387221" y="466813"/>
                </a:lnTo>
                <a:lnTo>
                  <a:pt x="1397914" y="483400"/>
                </a:lnTo>
                <a:lnTo>
                  <a:pt x="1407604" y="498830"/>
                </a:lnTo>
                <a:lnTo>
                  <a:pt x="1421041" y="482561"/>
                </a:lnTo>
                <a:lnTo>
                  <a:pt x="1433893" y="465861"/>
                </a:lnTo>
                <a:lnTo>
                  <a:pt x="1446187" y="448856"/>
                </a:lnTo>
                <a:lnTo>
                  <a:pt x="1457896" y="431685"/>
                </a:lnTo>
                <a:lnTo>
                  <a:pt x="1457896" y="495782"/>
                </a:lnTo>
                <a:lnTo>
                  <a:pt x="1555534" y="495782"/>
                </a:lnTo>
                <a:lnTo>
                  <a:pt x="1555534" y="597992"/>
                </a:lnTo>
                <a:lnTo>
                  <a:pt x="1634782" y="597992"/>
                </a:lnTo>
                <a:lnTo>
                  <a:pt x="1634782" y="495782"/>
                </a:lnTo>
                <a:lnTo>
                  <a:pt x="1733931" y="495782"/>
                </a:lnTo>
                <a:lnTo>
                  <a:pt x="1733931" y="434733"/>
                </a:lnTo>
                <a:lnTo>
                  <a:pt x="1745145" y="449351"/>
                </a:lnTo>
                <a:lnTo>
                  <a:pt x="1756232" y="463384"/>
                </a:lnTo>
                <a:lnTo>
                  <a:pt x="1767624" y="476821"/>
                </a:lnTo>
                <a:lnTo>
                  <a:pt x="1779752" y="489686"/>
                </a:lnTo>
                <a:lnTo>
                  <a:pt x="1806232" y="445249"/>
                </a:lnTo>
                <a:lnTo>
                  <a:pt x="1812607" y="434733"/>
                </a:lnTo>
                <a:lnTo>
                  <a:pt x="1814461" y="431685"/>
                </a:lnTo>
                <a:lnTo>
                  <a:pt x="1815376" y="430161"/>
                </a:lnTo>
                <a:lnTo>
                  <a:pt x="1818970" y="424243"/>
                </a:lnTo>
                <a:lnTo>
                  <a:pt x="1821002" y="421017"/>
                </a:lnTo>
                <a:lnTo>
                  <a:pt x="1831568" y="404253"/>
                </a:lnTo>
                <a:close/>
              </a:path>
              <a:path w="3658870" h="600075">
                <a:moveTo>
                  <a:pt x="2052637" y="465302"/>
                </a:moveTo>
                <a:lnTo>
                  <a:pt x="1991677" y="411873"/>
                </a:lnTo>
                <a:lnTo>
                  <a:pt x="1958581" y="441642"/>
                </a:lnTo>
                <a:lnTo>
                  <a:pt x="1923618" y="469099"/>
                </a:lnTo>
                <a:lnTo>
                  <a:pt x="1887232" y="494258"/>
                </a:lnTo>
                <a:lnTo>
                  <a:pt x="1849843" y="517118"/>
                </a:lnTo>
                <a:lnTo>
                  <a:pt x="1875955" y="548030"/>
                </a:lnTo>
                <a:lnTo>
                  <a:pt x="1889493" y="564349"/>
                </a:lnTo>
                <a:lnTo>
                  <a:pt x="1903196" y="581228"/>
                </a:lnTo>
                <a:lnTo>
                  <a:pt x="1943303" y="554278"/>
                </a:lnTo>
                <a:lnTo>
                  <a:pt x="1981377" y="526084"/>
                </a:lnTo>
                <a:lnTo>
                  <a:pt x="2017725" y="496468"/>
                </a:lnTo>
                <a:lnTo>
                  <a:pt x="2052637" y="465302"/>
                </a:lnTo>
                <a:close/>
              </a:path>
              <a:path w="3658870" h="600075">
                <a:moveTo>
                  <a:pt x="2444597" y="375297"/>
                </a:moveTo>
                <a:lnTo>
                  <a:pt x="2404643" y="335572"/>
                </a:lnTo>
                <a:lnTo>
                  <a:pt x="2357488" y="289471"/>
                </a:lnTo>
                <a:lnTo>
                  <a:pt x="2323858" y="257708"/>
                </a:lnTo>
                <a:lnTo>
                  <a:pt x="2296668" y="233375"/>
                </a:lnTo>
                <a:lnTo>
                  <a:pt x="2241804" y="279184"/>
                </a:lnTo>
                <a:lnTo>
                  <a:pt x="2252116" y="288620"/>
                </a:lnTo>
                <a:lnTo>
                  <a:pt x="2262568" y="298615"/>
                </a:lnTo>
                <a:lnTo>
                  <a:pt x="2273312" y="309194"/>
                </a:lnTo>
                <a:lnTo>
                  <a:pt x="2284476" y="320332"/>
                </a:lnTo>
                <a:lnTo>
                  <a:pt x="2023681" y="335572"/>
                </a:lnTo>
                <a:lnTo>
                  <a:pt x="2070862" y="317436"/>
                </a:lnTo>
                <a:lnTo>
                  <a:pt x="2117433" y="298475"/>
                </a:lnTo>
                <a:lnTo>
                  <a:pt x="2163356" y="278777"/>
                </a:lnTo>
                <a:lnTo>
                  <a:pt x="2208606" y="258368"/>
                </a:lnTo>
                <a:lnTo>
                  <a:pt x="2253145" y="237324"/>
                </a:lnTo>
                <a:lnTo>
                  <a:pt x="2296934" y="215696"/>
                </a:lnTo>
                <a:lnTo>
                  <a:pt x="2339924" y="193522"/>
                </a:lnTo>
                <a:lnTo>
                  <a:pt x="2370747" y="176987"/>
                </a:lnTo>
                <a:lnTo>
                  <a:pt x="2382113" y="170891"/>
                </a:lnTo>
                <a:lnTo>
                  <a:pt x="2325624" y="114401"/>
                </a:lnTo>
                <a:lnTo>
                  <a:pt x="2279904" y="141693"/>
                </a:lnTo>
                <a:lnTo>
                  <a:pt x="2257044" y="154990"/>
                </a:lnTo>
                <a:lnTo>
                  <a:pt x="2234184" y="167843"/>
                </a:lnTo>
                <a:lnTo>
                  <a:pt x="2035873" y="176987"/>
                </a:lnTo>
                <a:lnTo>
                  <a:pt x="2069934" y="159537"/>
                </a:lnTo>
                <a:lnTo>
                  <a:pt x="2103399" y="141503"/>
                </a:lnTo>
                <a:lnTo>
                  <a:pt x="2136267" y="122897"/>
                </a:lnTo>
                <a:lnTo>
                  <a:pt x="2158288" y="109829"/>
                </a:lnTo>
                <a:lnTo>
                  <a:pt x="2168563" y="103733"/>
                </a:lnTo>
                <a:lnTo>
                  <a:pt x="2220531" y="100812"/>
                </a:lnTo>
                <a:lnTo>
                  <a:pt x="2322766" y="93853"/>
                </a:lnTo>
                <a:lnTo>
                  <a:pt x="2421737" y="85445"/>
                </a:lnTo>
                <a:lnTo>
                  <a:pt x="2413838" y="42926"/>
                </a:lnTo>
                <a:lnTo>
                  <a:pt x="2409545" y="19812"/>
                </a:lnTo>
                <a:lnTo>
                  <a:pt x="2320391" y="27546"/>
                </a:lnTo>
                <a:lnTo>
                  <a:pt x="2227605" y="33870"/>
                </a:lnTo>
                <a:lnTo>
                  <a:pt x="2131199" y="38658"/>
                </a:lnTo>
                <a:lnTo>
                  <a:pt x="2031136" y="41732"/>
                </a:lnTo>
                <a:lnTo>
                  <a:pt x="1939086" y="42799"/>
                </a:lnTo>
                <a:lnTo>
                  <a:pt x="1874227" y="42773"/>
                </a:lnTo>
                <a:lnTo>
                  <a:pt x="1878495" y="61683"/>
                </a:lnTo>
                <a:lnTo>
                  <a:pt x="1882051" y="79730"/>
                </a:lnTo>
                <a:lnTo>
                  <a:pt x="1884730" y="97205"/>
                </a:lnTo>
                <a:lnTo>
                  <a:pt x="1886432" y="114401"/>
                </a:lnTo>
                <a:lnTo>
                  <a:pt x="2040445" y="109829"/>
                </a:lnTo>
                <a:lnTo>
                  <a:pt x="2005291" y="130225"/>
                </a:lnTo>
                <a:lnTo>
                  <a:pt x="1970709" y="148018"/>
                </a:lnTo>
                <a:lnTo>
                  <a:pt x="1936673" y="163499"/>
                </a:lnTo>
                <a:lnTo>
                  <a:pt x="1903196" y="176987"/>
                </a:lnTo>
                <a:lnTo>
                  <a:pt x="1926145" y="250228"/>
                </a:lnTo>
                <a:lnTo>
                  <a:pt x="1961819" y="245897"/>
                </a:lnTo>
                <a:lnTo>
                  <a:pt x="2004644" y="241833"/>
                </a:lnTo>
                <a:lnTo>
                  <a:pt x="2110651" y="233375"/>
                </a:lnTo>
                <a:lnTo>
                  <a:pt x="2063775" y="257175"/>
                </a:lnTo>
                <a:lnTo>
                  <a:pt x="2018398" y="279069"/>
                </a:lnTo>
                <a:lnTo>
                  <a:pt x="1974469" y="298970"/>
                </a:lnTo>
                <a:lnTo>
                  <a:pt x="1932012" y="316814"/>
                </a:lnTo>
                <a:lnTo>
                  <a:pt x="1891004" y="332524"/>
                </a:lnTo>
                <a:lnTo>
                  <a:pt x="1912340" y="407301"/>
                </a:lnTo>
                <a:lnTo>
                  <a:pt x="1999297" y="399681"/>
                </a:lnTo>
                <a:lnTo>
                  <a:pt x="2054771" y="395719"/>
                </a:lnTo>
                <a:lnTo>
                  <a:pt x="2118271" y="392061"/>
                </a:lnTo>
                <a:lnTo>
                  <a:pt x="2118271" y="500354"/>
                </a:lnTo>
                <a:lnTo>
                  <a:pt x="2078647" y="515594"/>
                </a:lnTo>
                <a:lnTo>
                  <a:pt x="2061756" y="515327"/>
                </a:lnTo>
                <a:lnTo>
                  <a:pt x="2045601" y="514642"/>
                </a:lnTo>
                <a:lnTo>
                  <a:pt x="2030323" y="513664"/>
                </a:lnTo>
                <a:lnTo>
                  <a:pt x="2016061" y="512546"/>
                </a:lnTo>
                <a:lnTo>
                  <a:pt x="2020366" y="532282"/>
                </a:lnTo>
                <a:lnTo>
                  <a:pt x="2024253" y="552602"/>
                </a:lnTo>
                <a:lnTo>
                  <a:pt x="2027847" y="573493"/>
                </a:lnTo>
                <a:lnTo>
                  <a:pt x="2031301" y="594944"/>
                </a:lnTo>
                <a:lnTo>
                  <a:pt x="2085873" y="594753"/>
                </a:lnTo>
                <a:lnTo>
                  <a:pt x="2128939" y="593420"/>
                </a:lnTo>
                <a:lnTo>
                  <a:pt x="2172220" y="583768"/>
                </a:lnTo>
                <a:lnTo>
                  <a:pt x="2199500" y="544245"/>
                </a:lnTo>
                <a:lnTo>
                  <a:pt x="2200656" y="529310"/>
                </a:lnTo>
                <a:lnTo>
                  <a:pt x="2200656" y="515594"/>
                </a:lnTo>
                <a:lnTo>
                  <a:pt x="2200656" y="392061"/>
                </a:lnTo>
                <a:lnTo>
                  <a:pt x="2200656" y="389013"/>
                </a:lnTo>
                <a:lnTo>
                  <a:pt x="2345537" y="382917"/>
                </a:lnTo>
                <a:lnTo>
                  <a:pt x="2355824" y="393458"/>
                </a:lnTo>
                <a:lnTo>
                  <a:pt x="2366111" y="404444"/>
                </a:lnTo>
                <a:lnTo>
                  <a:pt x="2376398" y="415696"/>
                </a:lnTo>
                <a:lnTo>
                  <a:pt x="2386685" y="427113"/>
                </a:lnTo>
                <a:lnTo>
                  <a:pt x="2436076" y="382917"/>
                </a:lnTo>
                <a:lnTo>
                  <a:pt x="2444597" y="375297"/>
                </a:lnTo>
                <a:close/>
              </a:path>
              <a:path w="3658870" h="600075">
                <a:moveTo>
                  <a:pt x="2447645" y="517118"/>
                </a:moveTo>
                <a:lnTo>
                  <a:pt x="2406700" y="485355"/>
                </a:lnTo>
                <a:lnTo>
                  <a:pt x="2368194" y="456298"/>
                </a:lnTo>
                <a:lnTo>
                  <a:pt x="2331656" y="429818"/>
                </a:lnTo>
                <a:lnTo>
                  <a:pt x="2296668" y="405777"/>
                </a:lnTo>
                <a:lnTo>
                  <a:pt x="2246376" y="457682"/>
                </a:lnTo>
                <a:lnTo>
                  <a:pt x="2285517" y="488238"/>
                </a:lnTo>
                <a:lnTo>
                  <a:pt x="2322817" y="518083"/>
                </a:lnTo>
                <a:lnTo>
                  <a:pt x="2358110" y="547090"/>
                </a:lnTo>
                <a:lnTo>
                  <a:pt x="2391257" y="575132"/>
                </a:lnTo>
                <a:lnTo>
                  <a:pt x="2447645" y="517118"/>
                </a:lnTo>
                <a:close/>
              </a:path>
              <a:path w="3658870" h="600075">
                <a:moveTo>
                  <a:pt x="2690139" y="450062"/>
                </a:moveTo>
                <a:lnTo>
                  <a:pt x="2519413" y="474929"/>
                </a:lnTo>
                <a:lnTo>
                  <a:pt x="2465921" y="482066"/>
                </a:lnTo>
                <a:lnTo>
                  <a:pt x="2479738" y="565988"/>
                </a:lnTo>
                <a:lnTo>
                  <a:pt x="2687091" y="533882"/>
                </a:lnTo>
                <a:lnTo>
                  <a:pt x="2686507" y="516496"/>
                </a:lnTo>
                <a:lnTo>
                  <a:pt x="2686901" y="496544"/>
                </a:lnTo>
                <a:lnTo>
                  <a:pt x="2688171" y="474306"/>
                </a:lnTo>
                <a:lnTo>
                  <a:pt x="2690139" y="450062"/>
                </a:lnTo>
                <a:close/>
              </a:path>
              <a:path w="3658870" h="600075">
                <a:moveTo>
                  <a:pt x="3037903" y="338620"/>
                </a:moveTo>
                <a:lnTo>
                  <a:pt x="2957042" y="338620"/>
                </a:lnTo>
                <a:lnTo>
                  <a:pt x="2957042" y="411873"/>
                </a:lnTo>
                <a:lnTo>
                  <a:pt x="2957042" y="488162"/>
                </a:lnTo>
                <a:lnTo>
                  <a:pt x="2787777" y="488162"/>
                </a:lnTo>
                <a:lnTo>
                  <a:pt x="2787777" y="411873"/>
                </a:lnTo>
                <a:lnTo>
                  <a:pt x="2957042" y="411873"/>
                </a:lnTo>
                <a:lnTo>
                  <a:pt x="2957042" y="338620"/>
                </a:lnTo>
                <a:lnTo>
                  <a:pt x="2706916" y="338620"/>
                </a:lnTo>
                <a:lnTo>
                  <a:pt x="2706916" y="597992"/>
                </a:lnTo>
                <a:lnTo>
                  <a:pt x="2787777" y="597992"/>
                </a:lnTo>
                <a:lnTo>
                  <a:pt x="2787777" y="561416"/>
                </a:lnTo>
                <a:lnTo>
                  <a:pt x="2957042" y="561416"/>
                </a:lnTo>
                <a:lnTo>
                  <a:pt x="2957042" y="597992"/>
                </a:lnTo>
                <a:lnTo>
                  <a:pt x="3037903" y="597992"/>
                </a:lnTo>
                <a:lnTo>
                  <a:pt x="3037903" y="561416"/>
                </a:lnTo>
                <a:lnTo>
                  <a:pt x="3037903" y="488162"/>
                </a:lnTo>
                <a:lnTo>
                  <a:pt x="3037903" y="411873"/>
                </a:lnTo>
                <a:lnTo>
                  <a:pt x="3037903" y="338620"/>
                </a:lnTo>
                <a:close/>
              </a:path>
              <a:path w="3658870" h="600075">
                <a:moveTo>
                  <a:pt x="3063811" y="77825"/>
                </a:moveTo>
                <a:lnTo>
                  <a:pt x="2912846" y="77825"/>
                </a:lnTo>
                <a:lnTo>
                  <a:pt x="2912846" y="1524"/>
                </a:lnTo>
                <a:lnTo>
                  <a:pt x="2828925" y="1524"/>
                </a:lnTo>
                <a:lnTo>
                  <a:pt x="2828925" y="77825"/>
                </a:lnTo>
                <a:lnTo>
                  <a:pt x="2684043" y="77825"/>
                </a:lnTo>
                <a:lnTo>
                  <a:pt x="2684043" y="143446"/>
                </a:lnTo>
                <a:lnTo>
                  <a:pt x="2644419" y="125069"/>
                </a:lnTo>
                <a:lnTo>
                  <a:pt x="2607754" y="186118"/>
                </a:lnTo>
                <a:lnTo>
                  <a:pt x="2552890" y="189166"/>
                </a:lnTo>
                <a:lnTo>
                  <a:pt x="2576030" y="152577"/>
                </a:lnTo>
                <a:lnTo>
                  <a:pt x="2599613" y="113677"/>
                </a:lnTo>
                <a:lnTo>
                  <a:pt x="2623477" y="72466"/>
                </a:lnTo>
                <a:lnTo>
                  <a:pt x="2647467" y="28956"/>
                </a:lnTo>
                <a:lnTo>
                  <a:pt x="2566606" y="0"/>
                </a:lnTo>
                <a:lnTo>
                  <a:pt x="2539479" y="63779"/>
                </a:lnTo>
                <a:lnTo>
                  <a:pt x="2513063" y="117678"/>
                </a:lnTo>
                <a:lnTo>
                  <a:pt x="2487485" y="161556"/>
                </a:lnTo>
                <a:lnTo>
                  <a:pt x="2462873" y="195262"/>
                </a:lnTo>
                <a:lnTo>
                  <a:pt x="2485834" y="263944"/>
                </a:lnTo>
                <a:lnTo>
                  <a:pt x="2502687" y="261899"/>
                </a:lnTo>
                <a:lnTo>
                  <a:pt x="2563558" y="256324"/>
                </a:lnTo>
                <a:lnTo>
                  <a:pt x="2538120" y="292608"/>
                </a:lnTo>
                <a:lnTo>
                  <a:pt x="2514396" y="323621"/>
                </a:lnTo>
                <a:lnTo>
                  <a:pt x="2492362" y="349199"/>
                </a:lnTo>
                <a:lnTo>
                  <a:pt x="2472017" y="369201"/>
                </a:lnTo>
                <a:lnTo>
                  <a:pt x="2496502" y="436257"/>
                </a:lnTo>
                <a:lnTo>
                  <a:pt x="2525674" y="429399"/>
                </a:lnTo>
                <a:lnTo>
                  <a:pt x="2565285" y="422541"/>
                </a:lnTo>
                <a:lnTo>
                  <a:pt x="2615488" y="415683"/>
                </a:lnTo>
                <a:lnTo>
                  <a:pt x="2676423" y="408825"/>
                </a:lnTo>
                <a:lnTo>
                  <a:pt x="2676715" y="391363"/>
                </a:lnTo>
                <a:lnTo>
                  <a:pt x="2677566" y="373189"/>
                </a:lnTo>
                <a:lnTo>
                  <a:pt x="2679001" y="354126"/>
                </a:lnTo>
                <a:lnTo>
                  <a:pt x="2679928" y="344817"/>
                </a:lnTo>
                <a:lnTo>
                  <a:pt x="2680995" y="334048"/>
                </a:lnTo>
                <a:lnTo>
                  <a:pt x="2656408" y="336359"/>
                </a:lnTo>
                <a:lnTo>
                  <a:pt x="2632799" y="338823"/>
                </a:lnTo>
                <a:lnTo>
                  <a:pt x="2610027" y="341591"/>
                </a:lnTo>
                <a:lnTo>
                  <a:pt x="2587942" y="344817"/>
                </a:lnTo>
                <a:lnTo>
                  <a:pt x="2615717" y="305828"/>
                </a:lnTo>
                <a:lnTo>
                  <a:pt x="2646324" y="262001"/>
                </a:lnTo>
                <a:lnTo>
                  <a:pt x="2650198" y="256324"/>
                </a:lnTo>
                <a:lnTo>
                  <a:pt x="2679763" y="213055"/>
                </a:lnTo>
                <a:lnTo>
                  <a:pt x="2695702" y="189166"/>
                </a:lnTo>
                <a:lnTo>
                  <a:pt x="2716060" y="158686"/>
                </a:lnTo>
                <a:lnTo>
                  <a:pt x="2696235" y="149542"/>
                </a:lnTo>
                <a:lnTo>
                  <a:pt x="2828925" y="149542"/>
                </a:lnTo>
                <a:lnTo>
                  <a:pt x="2828925" y="215074"/>
                </a:lnTo>
                <a:lnTo>
                  <a:pt x="2702344" y="215074"/>
                </a:lnTo>
                <a:lnTo>
                  <a:pt x="2702344" y="286804"/>
                </a:lnTo>
                <a:lnTo>
                  <a:pt x="3045523" y="286804"/>
                </a:lnTo>
                <a:lnTo>
                  <a:pt x="3045523" y="215074"/>
                </a:lnTo>
                <a:lnTo>
                  <a:pt x="2912846" y="215074"/>
                </a:lnTo>
                <a:lnTo>
                  <a:pt x="2912846" y="149542"/>
                </a:lnTo>
                <a:lnTo>
                  <a:pt x="3063811" y="149542"/>
                </a:lnTo>
                <a:lnTo>
                  <a:pt x="3063811" y="143446"/>
                </a:lnTo>
                <a:lnTo>
                  <a:pt x="3063811" y="77825"/>
                </a:lnTo>
                <a:close/>
              </a:path>
              <a:path w="3658870" h="600075">
                <a:moveTo>
                  <a:pt x="3658552" y="71729"/>
                </a:moveTo>
                <a:lnTo>
                  <a:pt x="3432810" y="71729"/>
                </a:lnTo>
                <a:lnTo>
                  <a:pt x="3439426" y="57746"/>
                </a:lnTo>
                <a:lnTo>
                  <a:pt x="3445624" y="43332"/>
                </a:lnTo>
                <a:lnTo>
                  <a:pt x="3451529" y="28613"/>
                </a:lnTo>
                <a:lnTo>
                  <a:pt x="3457295" y="13716"/>
                </a:lnTo>
                <a:lnTo>
                  <a:pt x="3373374" y="7620"/>
                </a:lnTo>
                <a:lnTo>
                  <a:pt x="3358464" y="47688"/>
                </a:lnTo>
                <a:lnTo>
                  <a:pt x="3340976" y="85445"/>
                </a:lnTo>
                <a:lnTo>
                  <a:pt x="3320618" y="120916"/>
                </a:lnTo>
                <a:lnTo>
                  <a:pt x="3297085" y="154114"/>
                </a:lnTo>
                <a:lnTo>
                  <a:pt x="3297085" y="122021"/>
                </a:lnTo>
                <a:lnTo>
                  <a:pt x="3239173" y="122021"/>
                </a:lnTo>
                <a:lnTo>
                  <a:pt x="3239173" y="6096"/>
                </a:lnTo>
                <a:lnTo>
                  <a:pt x="3161347" y="6096"/>
                </a:lnTo>
                <a:lnTo>
                  <a:pt x="3161347" y="122021"/>
                </a:lnTo>
                <a:lnTo>
                  <a:pt x="3088195" y="122021"/>
                </a:lnTo>
                <a:lnTo>
                  <a:pt x="3088195" y="193738"/>
                </a:lnTo>
                <a:lnTo>
                  <a:pt x="3153727" y="193738"/>
                </a:lnTo>
                <a:lnTo>
                  <a:pt x="3139744" y="236359"/>
                </a:lnTo>
                <a:lnTo>
                  <a:pt x="3123057" y="277088"/>
                </a:lnTo>
                <a:lnTo>
                  <a:pt x="3103791" y="315823"/>
                </a:lnTo>
                <a:lnTo>
                  <a:pt x="3082099" y="352425"/>
                </a:lnTo>
                <a:lnTo>
                  <a:pt x="3088411" y="385013"/>
                </a:lnTo>
                <a:lnTo>
                  <a:pt x="3093720" y="414159"/>
                </a:lnTo>
                <a:lnTo>
                  <a:pt x="3101911" y="462254"/>
                </a:lnTo>
                <a:lnTo>
                  <a:pt x="3119132" y="433311"/>
                </a:lnTo>
                <a:lnTo>
                  <a:pt x="3134487" y="403682"/>
                </a:lnTo>
                <a:lnTo>
                  <a:pt x="3148419" y="373214"/>
                </a:lnTo>
                <a:lnTo>
                  <a:pt x="3161347" y="341757"/>
                </a:lnTo>
                <a:lnTo>
                  <a:pt x="3161347" y="596455"/>
                </a:lnTo>
                <a:lnTo>
                  <a:pt x="3239173" y="596455"/>
                </a:lnTo>
                <a:lnTo>
                  <a:pt x="3239173" y="312712"/>
                </a:lnTo>
                <a:lnTo>
                  <a:pt x="3247148" y="323024"/>
                </a:lnTo>
                <a:lnTo>
                  <a:pt x="3254984" y="333489"/>
                </a:lnTo>
                <a:lnTo>
                  <a:pt x="3262528" y="344258"/>
                </a:lnTo>
                <a:lnTo>
                  <a:pt x="3269653" y="355473"/>
                </a:lnTo>
                <a:lnTo>
                  <a:pt x="3323082" y="305092"/>
                </a:lnTo>
                <a:lnTo>
                  <a:pt x="3281654" y="266407"/>
                </a:lnTo>
                <a:lnTo>
                  <a:pt x="3260623" y="247396"/>
                </a:lnTo>
                <a:lnTo>
                  <a:pt x="3239173" y="228790"/>
                </a:lnTo>
                <a:lnTo>
                  <a:pt x="3239173" y="193738"/>
                </a:lnTo>
                <a:lnTo>
                  <a:pt x="3274225" y="193738"/>
                </a:lnTo>
                <a:lnTo>
                  <a:pt x="3286595" y="204812"/>
                </a:lnTo>
                <a:lnTo>
                  <a:pt x="3298837" y="217182"/>
                </a:lnTo>
                <a:lnTo>
                  <a:pt x="3324606" y="244132"/>
                </a:lnTo>
                <a:lnTo>
                  <a:pt x="3343465" y="220903"/>
                </a:lnTo>
                <a:lnTo>
                  <a:pt x="3361182" y="196989"/>
                </a:lnTo>
                <a:lnTo>
                  <a:pt x="3377755" y="172237"/>
                </a:lnTo>
                <a:lnTo>
                  <a:pt x="3393186" y="146494"/>
                </a:lnTo>
                <a:lnTo>
                  <a:pt x="3579215" y="146494"/>
                </a:lnTo>
                <a:lnTo>
                  <a:pt x="3578949" y="212255"/>
                </a:lnTo>
                <a:lnTo>
                  <a:pt x="3578263" y="272135"/>
                </a:lnTo>
                <a:lnTo>
                  <a:pt x="3577285" y="326009"/>
                </a:lnTo>
                <a:lnTo>
                  <a:pt x="3576167" y="373761"/>
                </a:lnTo>
                <a:lnTo>
                  <a:pt x="3559924" y="343395"/>
                </a:lnTo>
                <a:lnTo>
                  <a:pt x="3543401" y="314058"/>
                </a:lnTo>
                <a:lnTo>
                  <a:pt x="3510635" y="257848"/>
                </a:lnTo>
                <a:lnTo>
                  <a:pt x="3448151" y="289852"/>
                </a:lnTo>
                <a:lnTo>
                  <a:pt x="3459315" y="310184"/>
                </a:lnTo>
                <a:lnTo>
                  <a:pt x="3490823" y="369189"/>
                </a:lnTo>
                <a:lnTo>
                  <a:pt x="3384042" y="376809"/>
                </a:lnTo>
                <a:lnTo>
                  <a:pt x="3478631" y="215074"/>
                </a:lnTo>
                <a:lnTo>
                  <a:pt x="3400806" y="183070"/>
                </a:lnTo>
                <a:lnTo>
                  <a:pt x="3374275" y="246062"/>
                </a:lnTo>
                <a:lnTo>
                  <a:pt x="3349498" y="297865"/>
                </a:lnTo>
                <a:lnTo>
                  <a:pt x="3326384" y="338607"/>
                </a:lnTo>
                <a:lnTo>
                  <a:pt x="3284893" y="387477"/>
                </a:lnTo>
                <a:lnTo>
                  <a:pt x="3310890" y="456158"/>
                </a:lnTo>
                <a:lnTo>
                  <a:pt x="3349129" y="449541"/>
                </a:lnTo>
                <a:lnTo>
                  <a:pt x="3397389" y="443344"/>
                </a:lnTo>
                <a:lnTo>
                  <a:pt x="3455378" y="437438"/>
                </a:lnTo>
                <a:lnTo>
                  <a:pt x="3522827" y="431673"/>
                </a:lnTo>
                <a:lnTo>
                  <a:pt x="3535019" y="457682"/>
                </a:lnTo>
                <a:lnTo>
                  <a:pt x="3574643" y="437769"/>
                </a:lnTo>
                <a:lnTo>
                  <a:pt x="3565639" y="488442"/>
                </a:lnTo>
                <a:lnTo>
                  <a:pt x="3530257" y="508660"/>
                </a:lnTo>
                <a:lnTo>
                  <a:pt x="3518255" y="509498"/>
                </a:lnTo>
                <a:lnTo>
                  <a:pt x="3496221" y="509206"/>
                </a:lnTo>
                <a:lnTo>
                  <a:pt x="3471189" y="508355"/>
                </a:lnTo>
                <a:lnTo>
                  <a:pt x="3442982" y="506920"/>
                </a:lnTo>
                <a:lnTo>
                  <a:pt x="3411474" y="504926"/>
                </a:lnTo>
                <a:lnTo>
                  <a:pt x="3416020" y="523824"/>
                </a:lnTo>
                <a:lnTo>
                  <a:pt x="3420427" y="544029"/>
                </a:lnTo>
                <a:lnTo>
                  <a:pt x="3424542" y="565658"/>
                </a:lnTo>
                <a:lnTo>
                  <a:pt x="3428238" y="588835"/>
                </a:lnTo>
                <a:lnTo>
                  <a:pt x="3472586" y="589432"/>
                </a:lnTo>
                <a:lnTo>
                  <a:pt x="3538918" y="587768"/>
                </a:lnTo>
                <a:lnTo>
                  <a:pt x="3579545" y="582701"/>
                </a:lnTo>
                <a:lnTo>
                  <a:pt x="3625024" y="552259"/>
                </a:lnTo>
                <a:lnTo>
                  <a:pt x="3645217" y="514083"/>
                </a:lnTo>
                <a:lnTo>
                  <a:pt x="3653980" y="462254"/>
                </a:lnTo>
                <a:lnTo>
                  <a:pt x="3656126" y="350469"/>
                </a:lnTo>
                <a:lnTo>
                  <a:pt x="3657028" y="303568"/>
                </a:lnTo>
                <a:lnTo>
                  <a:pt x="3657181" y="262166"/>
                </a:lnTo>
                <a:lnTo>
                  <a:pt x="3658400" y="123367"/>
                </a:lnTo>
                <a:lnTo>
                  <a:pt x="3658552" y="7172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00673" y="1850326"/>
            <a:ext cx="541655" cy="274955"/>
          </a:xfrm>
          <a:custGeom>
            <a:avLst/>
            <a:gdLst/>
            <a:ahLst/>
            <a:cxnLst/>
            <a:rect l="l" t="t" r="r" b="b"/>
            <a:pathLst>
              <a:path w="541654" h="274955">
                <a:moveTo>
                  <a:pt x="221081" y="274612"/>
                </a:moveTo>
                <a:lnTo>
                  <a:pt x="145288" y="155549"/>
                </a:lnTo>
                <a:lnTo>
                  <a:pt x="132676" y="135737"/>
                </a:lnTo>
                <a:lnTo>
                  <a:pt x="145364" y="115925"/>
                </a:lnTo>
                <a:lnTo>
                  <a:pt x="219544" y="0"/>
                </a:lnTo>
                <a:lnTo>
                  <a:pt x="182968" y="0"/>
                </a:lnTo>
                <a:lnTo>
                  <a:pt x="123532" y="96113"/>
                </a:lnTo>
                <a:lnTo>
                  <a:pt x="120484" y="100685"/>
                </a:lnTo>
                <a:lnTo>
                  <a:pt x="112864" y="115925"/>
                </a:lnTo>
                <a:lnTo>
                  <a:pt x="109816" y="109829"/>
                </a:lnTo>
                <a:lnTo>
                  <a:pt x="106680" y="103733"/>
                </a:lnTo>
                <a:lnTo>
                  <a:pt x="102108" y="96113"/>
                </a:lnTo>
                <a:lnTo>
                  <a:pt x="47244" y="0"/>
                </a:lnTo>
                <a:lnTo>
                  <a:pt x="7620" y="0"/>
                </a:lnTo>
                <a:lnTo>
                  <a:pt x="91440" y="137261"/>
                </a:lnTo>
                <a:lnTo>
                  <a:pt x="0" y="274612"/>
                </a:lnTo>
                <a:lnTo>
                  <a:pt x="39624" y="274612"/>
                </a:lnTo>
                <a:lnTo>
                  <a:pt x="105156" y="169265"/>
                </a:lnTo>
                <a:lnTo>
                  <a:pt x="108292" y="163169"/>
                </a:lnTo>
                <a:lnTo>
                  <a:pt x="109816" y="158597"/>
                </a:lnTo>
                <a:lnTo>
                  <a:pt x="111340" y="155549"/>
                </a:lnTo>
                <a:lnTo>
                  <a:pt x="114388" y="161645"/>
                </a:lnTo>
                <a:lnTo>
                  <a:pt x="115912" y="166217"/>
                </a:lnTo>
                <a:lnTo>
                  <a:pt x="117436" y="169265"/>
                </a:lnTo>
                <a:lnTo>
                  <a:pt x="181444" y="274612"/>
                </a:lnTo>
                <a:lnTo>
                  <a:pt x="221081" y="274612"/>
                </a:lnTo>
                <a:close/>
              </a:path>
              <a:path w="541654" h="274955">
                <a:moveTo>
                  <a:pt x="541401" y="0"/>
                </a:moveTo>
                <a:lnTo>
                  <a:pt x="501688" y="0"/>
                </a:lnTo>
                <a:lnTo>
                  <a:pt x="416344" y="190690"/>
                </a:lnTo>
                <a:lnTo>
                  <a:pt x="412915" y="197002"/>
                </a:lnTo>
                <a:lnTo>
                  <a:pt x="409486" y="204597"/>
                </a:lnTo>
                <a:lnTo>
                  <a:pt x="406057" y="213626"/>
                </a:lnTo>
                <a:lnTo>
                  <a:pt x="402628" y="224218"/>
                </a:lnTo>
                <a:lnTo>
                  <a:pt x="401104" y="224218"/>
                </a:lnTo>
                <a:lnTo>
                  <a:pt x="399402" y="217932"/>
                </a:lnTo>
                <a:lnTo>
                  <a:pt x="396722" y="210502"/>
                </a:lnTo>
                <a:lnTo>
                  <a:pt x="393166" y="201930"/>
                </a:lnTo>
                <a:lnTo>
                  <a:pt x="304990" y="0"/>
                </a:lnTo>
                <a:lnTo>
                  <a:pt x="262318" y="0"/>
                </a:lnTo>
                <a:lnTo>
                  <a:pt x="262318" y="274612"/>
                </a:lnTo>
                <a:lnTo>
                  <a:pt x="292798" y="274612"/>
                </a:lnTo>
                <a:lnTo>
                  <a:pt x="292798" y="91541"/>
                </a:lnTo>
                <a:lnTo>
                  <a:pt x="292608" y="58877"/>
                </a:lnTo>
                <a:lnTo>
                  <a:pt x="292150" y="46659"/>
                </a:lnTo>
                <a:lnTo>
                  <a:pt x="291274" y="36576"/>
                </a:lnTo>
                <a:lnTo>
                  <a:pt x="292798" y="36576"/>
                </a:lnTo>
                <a:lnTo>
                  <a:pt x="296608" y="53911"/>
                </a:lnTo>
                <a:lnTo>
                  <a:pt x="298373" y="60375"/>
                </a:lnTo>
                <a:lnTo>
                  <a:pt x="300418" y="65532"/>
                </a:lnTo>
                <a:lnTo>
                  <a:pt x="393484" y="274612"/>
                </a:lnTo>
                <a:lnTo>
                  <a:pt x="410248" y="274612"/>
                </a:lnTo>
                <a:lnTo>
                  <a:pt x="503212" y="64008"/>
                </a:lnTo>
                <a:lnTo>
                  <a:pt x="505256" y="59080"/>
                </a:lnTo>
                <a:lnTo>
                  <a:pt x="507022" y="53149"/>
                </a:lnTo>
                <a:lnTo>
                  <a:pt x="510832" y="36576"/>
                </a:lnTo>
                <a:lnTo>
                  <a:pt x="512356" y="36576"/>
                </a:lnTo>
                <a:lnTo>
                  <a:pt x="510260" y="66154"/>
                </a:lnTo>
                <a:lnTo>
                  <a:pt x="509562" y="78879"/>
                </a:lnTo>
                <a:lnTo>
                  <a:pt x="509308" y="90017"/>
                </a:lnTo>
                <a:lnTo>
                  <a:pt x="509308" y="274612"/>
                </a:lnTo>
                <a:lnTo>
                  <a:pt x="541401" y="274612"/>
                </a:lnTo>
                <a:lnTo>
                  <a:pt x="54140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13702" y="1850389"/>
            <a:ext cx="142240" cy="274320"/>
          </a:xfrm>
          <a:custGeom>
            <a:avLst/>
            <a:gdLst/>
            <a:ahLst/>
            <a:cxnLst/>
            <a:rect l="l" t="t" r="r" b="b"/>
            <a:pathLst>
              <a:path w="142240" h="274319">
                <a:moveTo>
                  <a:pt x="141833" y="245110"/>
                </a:moveTo>
                <a:lnTo>
                  <a:pt x="32004" y="245110"/>
                </a:lnTo>
                <a:lnTo>
                  <a:pt x="32004" y="0"/>
                </a:lnTo>
                <a:lnTo>
                  <a:pt x="0" y="0"/>
                </a:lnTo>
                <a:lnTo>
                  <a:pt x="0" y="245110"/>
                </a:lnTo>
                <a:lnTo>
                  <a:pt x="0" y="274320"/>
                </a:lnTo>
                <a:lnTo>
                  <a:pt x="141833" y="274320"/>
                </a:lnTo>
                <a:lnTo>
                  <a:pt x="141833" y="2451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074496" y="1796897"/>
            <a:ext cx="770255" cy="380365"/>
          </a:xfrm>
          <a:custGeom>
            <a:avLst/>
            <a:gdLst/>
            <a:ahLst/>
            <a:cxnLst/>
            <a:rect l="l" t="t" r="r" b="b"/>
            <a:pathLst>
              <a:path w="770254" h="380364">
                <a:moveTo>
                  <a:pt x="146405" y="195262"/>
                </a:moveTo>
                <a:lnTo>
                  <a:pt x="136944" y="185851"/>
                </a:lnTo>
                <a:lnTo>
                  <a:pt x="126784" y="176022"/>
                </a:lnTo>
                <a:lnTo>
                  <a:pt x="126149" y="175450"/>
                </a:lnTo>
                <a:lnTo>
                  <a:pt x="122834" y="172402"/>
                </a:lnTo>
                <a:lnTo>
                  <a:pt x="115747" y="165900"/>
                </a:lnTo>
                <a:lnTo>
                  <a:pt x="103733" y="155638"/>
                </a:lnTo>
                <a:lnTo>
                  <a:pt x="86969" y="172402"/>
                </a:lnTo>
                <a:lnTo>
                  <a:pt x="86969" y="169354"/>
                </a:lnTo>
                <a:lnTo>
                  <a:pt x="86969" y="105244"/>
                </a:lnTo>
                <a:lnTo>
                  <a:pt x="138785" y="105244"/>
                </a:lnTo>
                <a:lnTo>
                  <a:pt x="138785" y="79336"/>
                </a:lnTo>
                <a:lnTo>
                  <a:pt x="86969" y="79336"/>
                </a:lnTo>
                <a:lnTo>
                  <a:pt x="86969" y="4572"/>
                </a:lnTo>
                <a:lnTo>
                  <a:pt x="60960" y="4572"/>
                </a:lnTo>
                <a:lnTo>
                  <a:pt x="60960" y="79336"/>
                </a:lnTo>
                <a:lnTo>
                  <a:pt x="3048" y="79336"/>
                </a:lnTo>
                <a:lnTo>
                  <a:pt x="3048" y="105244"/>
                </a:lnTo>
                <a:lnTo>
                  <a:pt x="57912" y="105244"/>
                </a:lnTo>
                <a:lnTo>
                  <a:pt x="48221" y="140436"/>
                </a:lnTo>
                <a:lnTo>
                  <a:pt x="35242" y="174879"/>
                </a:lnTo>
                <a:lnTo>
                  <a:pt x="19126" y="208470"/>
                </a:lnTo>
                <a:lnTo>
                  <a:pt x="0" y="241071"/>
                </a:lnTo>
                <a:lnTo>
                  <a:pt x="3403" y="249986"/>
                </a:lnTo>
                <a:lnTo>
                  <a:pt x="6667" y="258610"/>
                </a:lnTo>
                <a:lnTo>
                  <a:pt x="9639" y="267220"/>
                </a:lnTo>
                <a:lnTo>
                  <a:pt x="12192" y="276136"/>
                </a:lnTo>
                <a:lnTo>
                  <a:pt x="25603" y="254088"/>
                </a:lnTo>
                <a:lnTo>
                  <a:pt x="38290" y="229031"/>
                </a:lnTo>
                <a:lnTo>
                  <a:pt x="50126" y="200825"/>
                </a:lnTo>
                <a:lnTo>
                  <a:pt x="60960" y="169354"/>
                </a:lnTo>
                <a:lnTo>
                  <a:pt x="60960" y="376809"/>
                </a:lnTo>
                <a:lnTo>
                  <a:pt x="86969" y="376809"/>
                </a:lnTo>
                <a:lnTo>
                  <a:pt x="86969" y="175450"/>
                </a:lnTo>
                <a:lnTo>
                  <a:pt x="97231" y="185737"/>
                </a:lnTo>
                <a:lnTo>
                  <a:pt x="107353" y="196024"/>
                </a:lnTo>
                <a:lnTo>
                  <a:pt x="117182" y="206311"/>
                </a:lnTo>
                <a:lnTo>
                  <a:pt x="126593" y="216598"/>
                </a:lnTo>
                <a:lnTo>
                  <a:pt x="146405" y="195262"/>
                </a:lnTo>
                <a:close/>
              </a:path>
              <a:path w="770254" h="380364">
                <a:moveTo>
                  <a:pt x="202793" y="213550"/>
                </a:moveTo>
                <a:lnTo>
                  <a:pt x="173837" y="201358"/>
                </a:lnTo>
                <a:lnTo>
                  <a:pt x="158737" y="236537"/>
                </a:lnTo>
                <a:lnTo>
                  <a:pt x="143357" y="268693"/>
                </a:lnTo>
                <a:lnTo>
                  <a:pt x="127965" y="297675"/>
                </a:lnTo>
                <a:lnTo>
                  <a:pt x="112877" y="323380"/>
                </a:lnTo>
                <a:lnTo>
                  <a:pt x="120586" y="326859"/>
                </a:lnTo>
                <a:lnTo>
                  <a:pt x="127736" y="330314"/>
                </a:lnTo>
                <a:lnTo>
                  <a:pt x="134302" y="333756"/>
                </a:lnTo>
                <a:lnTo>
                  <a:pt x="140309" y="337185"/>
                </a:lnTo>
                <a:lnTo>
                  <a:pt x="156286" y="308838"/>
                </a:lnTo>
                <a:lnTo>
                  <a:pt x="172123" y="278803"/>
                </a:lnTo>
                <a:lnTo>
                  <a:pt x="187667" y="247040"/>
                </a:lnTo>
                <a:lnTo>
                  <a:pt x="202793" y="213550"/>
                </a:lnTo>
                <a:close/>
              </a:path>
              <a:path w="770254" h="380364">
                <a:moveTo>
                  <a:pt x="359956" y="25996"/>
                </a:moveTo>
                <a:lnTo>
                  <a:pt x="157073" y="25996"/>
                </a:lnTo>
                <a:lnTo>
                  <a:pt x="157073" y="53428"/>
                </a:lnTo>
                <a:lnTo>
                  <a:pt x="359956" y="53428"/>
                </a:lnTo>
                <a:lnTo>
                  <a:pt x="359956" y="25996"/>
                </a:lnTo>
                <a:close/>
              </a:path>
              <a:path w="770254" h="380364">
                <a:moveTo>
                  <a:pt x="376720" y="138874"/>
                </a:moveTo>
                <a:lnTo>
                  <a:pt x="138785" y="138874"/>
                </a:lnTo>
                <a:lnTo>
                  <a:pt x="138785" y="164782"/>
                </a:lnTo>
                <a:lnTo>
                  <a:pt x="242506" y="164782"/>
                </a:lnTo>
                <a:lnTo>
                  <a:pt x="242506" y="315760"/>
                </a:lnTo>
                <a:lnTo>
                  <a:pt x="241084" y="327812"/>
                </a:lnTo>
                <a:lnTo>
                  <a:pt x="236791" y="336410"/>
                </a:lnTo>
                <a:lnTo>
                  <a:pt x="229654" y="341566"/>
                </a:lnTo>
                <a:lnTo>
                  <a:pt x="219887" y="343242"/>
                </a:lnTo>
                <a:lnTo>
                  <a:pt x="208826" y="343230"/>
                </a:lnTo>
                <a:lnTo>
                  <a:pt x="197116" y="342900"/>
                </a:lnTo>
                <a:lnTo>
                  <a:pt x="184848" y="341998"/>
                </a:lnTo>
                <a:lnTo>
                  <a:pt x="172313" y="340233"/>
                </a:lnTo>
                <a:lnTo>
                  <a:pt x="173456" y="349097"/>
                </a:lnTo>
                <a:lnTo>
                  <a:pt x="204355" y="373380"/>
                </a:lnTo>
                <a:lnTo>
                  <a:pt x="216395" y="373100"/>
                </a:lnTo>
                <a:lnTo>
                  <a:pt x="260794" y="360603"/>
                </a:lnTo>
                <a:lnTo>
                  <a:pt x="269163" y="343281"/>
                </a:lnTo>
                <a:lnTo>
                  <a:pt x="271462" y="324904"/>
                </a:lnTo>
                <a:lnTo>
                  <a:pt x="271462" y="164782"/>
                </a:lnTo>
                <a:lnTo>
                  <a:pt x="376720" y="164782"/>
                </a:lnTo>
                <a:lnTo>
                  <a:pt x="376720" y="138874"/>
                </a:lnTo>
                <a:close/>
              </a:path>
              <a:path w="770254" h="380364">
                <a:moveTo>
                  <a:pt x="384340" y="323380"/>
                </a:moveTo>
                <a:lnTo>
                  <a:pt x="371830" y="296176"/>
                </a:lnTo>
                <a:lnTo>
                  <a:pt x="357581" y="267220"/>
                </a:lnTo>
                <a:lnTo>
                  <a:pt x="341642" y="235470"/>
                </a:lnTo>
                <a:lnTo>
                  <a:pt x="324802" y="201358"/>
                </a:lnTo>
                <a:lnTo>
                  <a:pt x="297370" y="215074"/>
                </a:lnTo>
                <a:lnTo>
                  <a:pt x="312826" y="245973"/>
                </a:lnTo>
                <a:lnTo>
                  <a:pt x="327291" y="276707"/>
                </a:lnTo>
                <a:lnTo>
                  <a:pt x="340918" y="307149"/>
                </a:lnTo>
                <a:lnTo>
                  <a:pt x="353860" y="337185"/>
                </a:lnTo>
                <a:lnTo>
                  <a:pt x="384340" y="323380"/>
                </a:lnTo>
                <a:close/>
              </a:path>
              <a:path w="770254" h="380364">
                <a:moveTo>
                  <a:pt x="481965" y="192214"/>
                </a:moveTo>
                <a:lnTo>
                  <a:pt x="475030" y="189661"/>
                </a:lnTo>
                <a:lnTo>
                  <a:pt x="467969" y="186690"/>
                </a:lnTo>
                <a:lnTo>
                  <a:pt x="452907" y="180022"/>
                </a:lnTo>
                <a:lnTo>
                  <a:pt x="439813" y="222389"/>
                </a:lnTo>
                <a:lnTo>
                  <a:pt x="425856" y="262610"/>
                </a:lnTo>
                <a:lnTo>
                  <a:pt x="411340" y="300812"/>
                </a:lnTo>
                <a:lnTo>
                  <a:pt x="396519" y="337185"/>
                </a:lnTo>
                <a:lnTo>
                  <a:pt x="428523" y="350901"/>
                </a:lnTo>
                <a:lnTo>
                  <a:pt x="442010" y="311073"/>
                </a:lnTo>
                <a:lnTo>
                  <a:pt x="468426" y="232041"/>
                </a:lnTo>
                <a:lnTo>
                  <a:pt x="481965" y="192214"/>
                </a:lnTo>
                <a:close/>
              </a:path>
              <a:path w="770254" h="380364">
                <a:moveTo>
                  <a:pt x="483489" y="100672"/>
                </a:moveTo>
                <a:lnTo>
                  <a:pt x="467436" y="80391"/>
                </a:lnTo>
                <a:lnTo>
                  <a:pt x="451396" y="60667"/>
                </a:lnTo>
                <a:lnTo>
                  <a:pt x="435394" y="41529"/>
                </a:lnTo>
                <a:lnTo>
                  <a:pt x="419379" y="22948"/>
                </a:lnTo>
                <a:lnTo>
                  <a:pt x="394995" y="42760"/>
                </a:lnTo>
                <a:lnTo>
                  <a:pt x="411619" y="63106"/>
                </a:lnTo>
                <a:lnTo>
                  <a:pt x="427380" y="83159"/>
                </a:lnTo>
                <a:lnTo>
                  <a:pt x="442582" y="103238"/>
                </a:lnTo>
                <a:lnTo>
                  <a:pt x="457479" y="123634"/>
                </a:lnTo>
                <a:lnTo>
                  <a:pt x="467766" y="114439"/>
                </a:lnTo>
                <a:lnTo>
                  <a:pt x="480923" y="102971"/>
                </a:lnTo>
                <a:lnTo>
                  <a:pt x="483489" y="100672"/>
                </a:lnTo>
                <a:close/>
              </a:path>
              <a:path w="770254" h="380364">
                <a:moveTo>
                  <a:pt x="686282" y="45808"/>
                </a:moveTo>
                <a:lnTo>
                  <a:pt x="667613" y="20624"/>
                </a:lnTo>
                <a:lnTo>
                  <a:pt x="659269" y="9728"/>
                </a:lnTo>
                <a:lnTo>
                  <a:pt x="651230" y="0"/>
                </a:lnTo>
                <a:lnTo>
                  <a:pt x="626846" y="15240"/>
                </a:lnTo>
                <a:lnTo>
                  <a:pt x="633984" y="25895"/>
                </a:lnTo>
                <a:lnTo>
                  <a:pt x="649986" y="49415"/>
                </a:lnTo>
                <a:lnTo>
                  <a:pt x="658850" y="62572"/>
                </a:lnTo>
                <a:lnTo>
                  <a:pt x="686282" y="45808"/>
                </a:lnTo>
                <a:close/>
              </a:path>
              <a:path w="770254" h="380364">
                <a:moveTo>
                  <a:pt x="770191" y="323380"/>
                </a:moveTo>
                <a:lnTo>
                  <a:pt x="672566" y="323380"/>
                </a:lnTo>
                <a:lnTo>
                  <a:pt x="672566" y="260896"/>
                </a:lnTo>
                <a:lnTo>
                  <a:pt x="756386" y="260896"/>
                </a:lnTo>
                <a:lnTo>
                  <a:pt x="756386" y="234988"/>
                </a:lnTo>
                <a:lnTo>
                  <a:pt x="672566" y="234988"/>
                </a:lnTo>
                <a:lnTo>
                  <a:pt x="672566" y="176974"/>
                </a:lnTo>
                <a:lnTo>
                  <a:pt x="754862" y="176974"/>
                </a:lnTo>
                <a:lnTo>
                  <a:pt x="754862" y="151066"/>
                </a:lnTo>
                <a:lnTo>
                  <a:pt x="672566" y="151066"/>
                </a:lnTo>
                <a:lnTo>
                  <a:pt x="672566" y="94576"/>
                </a:lnTo>
                <a:lnTo>
                  <a:pt x="765619" y="94576"/>
                </a:lnTo>
                <a:lnTo>
                  <a:pt x="765619" y="67144"/>
                </a:lnTo>
                <a:lnTo>
                  <a:pt x="643610" y="67144"/>
                </a:lnTo>
                <a:lnTo>
                  <a:pt x="643610" y="94576"/>
                </a:lnTo>
                <a:lnTo>
                  <a:pt x="643610" y="151066"/>
                </a:lnTo>
                <a:lnTo>
                  <a:pt x="643610" y="176974"/>
                </a:lnTo>
                <a:lnTo>
                  <a:pt x="643610" y="234988"/>
                </a:lnTo>
                <a:lnTo>
                  <a:pt x="643610" y="260896"/>
                </a:lnTo>
                <a:lnTo>
                  <a:pt x="643610" y="323380"/>
                </a:lnTo>
                <a:lnTo>
                  <a:pt x="556641" y="323380"/>
                </a:lnTo>
                <a:lnTo>
                  <a:pt x="556641" y="260896"/>
                </a:lnTo>
                <a:lnTo>
                  <a:pt x="643610" y="260896"/>
                </a:lnTo>
                <a:lnTo>
                  <a:pt x="643610" y="234988"/>
                </a:lnTo>
                <a:lnTo>
                  <a:pt x="556641" y="234988"/>
                </a:lnTo>
                <a:lnTo>
                  <a:pt x="556641" y="176974"/>
                </a:lnTo>
                <a:lnTo>
                  <a:pt x="643610" y="176974"/>
                </a:lnTo>
                <a:lnTo>
                  <a:pt x="643610" y="151066"/>
                </a:lnTo>
                <a:lnTo>
                  <a:pt x="556641" y="151066"/>
                </a:lnTo>
                <a:lnTo>
                  <a:pt x="556641" y="135826"/>
                </a:lnTo>
                <a:lnTo>
                  <a:pt x="556641" y="94576"/>
                </a:lnTo>
                <a:lnTo>
                  <a:pt x="643610" y="94576"/>
                </a:lnTo>
                <a:lnTo>
                  <a:pt x="643610" y="67144"/>
                </a:lnTo>
                <a:lnTo>
                  <a:pt x="564261" y="67144"/>
                </a:lnTo>
                <a:lnTo>
                  <a:pt x="571093" y="54076"/>
                </a:lnTo>
                <a:lnTo>
                  <a:pt x="577786" y="40284"/>
                </a:lnTo>
                <a:lnTo>
                  <a:pt x="584187" y="26174"/>
                </a:lnTo>
                <a:lnTo>
                  <a:pt x="590169" y="12192"/>
                </a:lnTo>
                <a:lnTo>
                  <a:pt x="562737" y="1524"/>
                </a:lnTo>
                <a:lnTo>
                  <a:pt x="544182" y="44970"/>
                </a:lnTo>
                <a:lnTo>
                  <a:pt x="522909" y="85813"/>
                </a:lnTo>
                <a:lnTo>
                  <a:pt x="499046" y="123812"/>
                </a:lnTo>
                <a:lnTo>
                  <a:pt x="472732" y="158686"/>
                </a:lnTo>
                <a:lnTo>
                  <a:pt x="479348" y="164401"/>
                </a:lnTo>
                <a:lnTo>
                  <a:pt x="485381" y="170116"/>
                </a:lnTo>
                <a:lnTo>
                  <a:pt x="490816" y="175831"/>
                </a:lnTo>
                <a:lnTo>
                  <a:pt x="495681" y="181546"/>
                </a:lnTo>
                <a:lnTo>
                  <a:pt x="503656" y="170980"/>
                </a:lnTo>
                <a:lnTo>
                  <a:pt x="511492" y="159829"/>
                </a:lnTo>
                <a:lnTo>
                  <a:pt x="519036" y="148107"/>
                </a:lnTo>
                <a:lnTo>
                  <a:pt x="526161" y="135826"/>
                </a:lnTo>
                <a:lnTo>
                  <a:pt x="526161" y="379857"/>
                </a:lnTo>
                <a:lnTo>
                  <a:pt x="556641" y="379857"/>
                </a:lnTo>
                <a:lnTo>
                  <a:pt x="556641" y="349377"/>
                </a:lnTo>
                <a:lnTo>
                  <a:pt x="770191" y="349377"/>
                </a:lnTo>
                <a:lnTo>
                  <a:pt x="770191" y="3233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35488" y="2368968"/>
            <a:ext cx="294640" cy="273685"/>
          </a:xfrm>
          <a:custGeom>
            <a:avLst/>
            <a:gdLst/>
            <a:ahLst/>
            <a:cxnLst/>
            <a:rect l="l" t="t" r="r" b="b"/>
            <a:pathLst>
              <a:path w="294639" h="273685">
                <a:moveTo>
                  <a:pt x="219646" y="0"/>
                </a:moveTo>
                <a:lnTo>
                  <a:pt x="181546" y="0"/>
                </a:lnTo>
                <a:lnTo>
                  <a:pt x="123532" y="94576"/>
                </a:lnTo>
                <a:lnTo>
                  <a:pt x="120484" y="99148"/>
                </a:lnTo>
                <a:lnTo>
                  <a:pt x="117436" y="106768"/>
                </a:lnTo>
                <a:lnTo>
                  <a:pt x="112864" y="114388"/>
                </a:lnTo>
                <a:lnTo>
                  <a:pt x="106768" y="102196"/>
                </a:lnTo>
                <a:lnTo>
                  <a:pt x="102196" y="96100"/>
                </a:lnTo>
                <a:lnTo>
                  <a:pt x="47332" y="0"/>
                </a:lnTo>
                <a:lnTo>
                  <a:pt x="7620" y="0"/>
                </a:lnTo>
                <a:lnTo>
                  <a:pt x="91528" y="135724"/>
                </a:lnTo>
                <a:lnTo>
                  <a:pt x="0" y="273075"/>
                </a:lnTo>
                <a:lnTo>
                  <a:pt x="39712" y="273075"/>
                </a:lnTo>
                <a:lnTo>
                  <a:pt x="103720" y="169354"/>
                </a:lnTo>
                <a:lnTo>
                  <a:pt x="106768" y="163156"/>
                </a:lnTo>
                <a:lnTo>
                  <a:pt x="109816" y="158584"/>
                </a:lnTo>
                <a:lnTo>
                  <a:pt x="111340" y="155536"/>
                </a:lnTo>
                <a:lnTo>
                  <a:pt x="115912" y="164680"/>
                </a:lnTo>
                <a:lnTo>
                  <a:pt x="117436" y="169354"/>
                </a:lnTo>
                <a:lnTo>
                  <a:pt x="181546" y="273075"/>
                </a:lnTo>
                <a:lnTo>
                  <a:pt x="219646" y="273075"/>
                </a:lnTo>
                <a:lnTo>
                  <a:pt x="145224" y="155536"/>
                </a:lnTo>
                <a:lnTo>
                  <a:pt x="132676" y="135724"/>
                </a:lnTo>
                <a:lnTo>
                  <a:pt x="146354" y="114388"/>
                </a:lnTo>
                <a:lnTo>
                  <a:pt x="219646" y="0"/>
                </a:lnTo>
                <a:close/>
              </a:path>
              <a:path w="294639" h="273685">
                <a:moveTo>
                  <a:pt x="294322" y="25"/>
                </a:moveTo>
                <a:lnTo>
                  <a:pt x="262318" y="25"/>
                </a:lnTo>
                <a:lnTo>
                  <a:pt x="262318" y="119405"/>
                </a:lnTo>
                <a:lnTo>
                  <a:pt x="294322" y="119405"/>
                </a:lnTo>
                <a:lnTo>
                  <a:pt x="294322" y="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97806" y="2368714"/>
            <a:ext cx="761365" cy="273685"/>
          </a:xfrm>
          <a:custGeom>
            <a:avLst/>
            <a:gdLst/>
            <a:ahLst/>
            <a:cxnLst/>
            <a:rect l="l" t="t" r="r" b="b"/>
            <a:pathLst>
              <a:path w="761364" h="273685">
                <a:moveTo>
                  <a:pt x="205930" y="279"/>
                </a:moveTo>
                <a:lnTo>
                  <a:pt x="173837" y="279"/>
                </a:lnTo>
                <a:lnTo>
                  <a:pt x="173837" y="119659"/>
                </a:lnTo>
                <a:lnTo>
                  <a:pt x="0" y="119659"/>
                </a:lnTo>
                <a:lnTo>
                  <a:pt x="0" y="147599"/>
                </a:lnTo>
                <a:lnTo>
                  <a:pt x="0" y="273329"/>
                </a:lnTo>
                <a:lnTo>
                  <a:pt x="32004" y="273329"/>
                </a:lnTo>
                <a:lnTo>
                  <a:pt x="32004" y="147599"/>
                </a:lnTo>
                <a:lnTo>
                  <a:pt x="173837" y="147599"/>
                </a:lnTo>
                <a:lnTo>
                  <a:pt x="173837" y="273329"/>
                </a:lnTo>
                <a:lnTo>
                  <a:pt x="205930" y="273329"/>
                </a:lnTo>
                <a:lnTo>
                  <a:pt x="205930" y="147599"/>
                </a:lnTo>
                <a:lnTo>
                  <a:pt x="205930" y="119659"/>
                </a:lnTo>
                <a:lnTo>
                  <a:pt x="205930" y="279"/>
                </a:lnTo>
                <a:close/>
              </a:path>
              <a:path w="761364" h="273685">
                <a:moveTo>
                  <a:pt x="437680" y="0"/>
                </a:moveTo>
                <a:lnTo>
                  <a:pt x="248602" y="0"/>
                </a:lnTo>
                <a:lnTo>
                  <a:pt x="248602" y="29210"/>
                </a:lnTo>
                <a:lnTo>
                  <a:pt x="326428" y="29210"/>
                </a:lnTo>
                <a:lnTo>
                  <a:pt x="326428" y="273050"/>
                </a:lnTo>
                <a:lnTo>
                  <a:pt x="358432" y="273050"/>
                </a:lnTo>
                <a:lnTo>
                  <a:pt x="358432" y="29210"/>
                </a:lnTo>
                <a:lnTo>
                  <a:pt x="437680" y="29210"/>
                </a:lnTo>
                <a:lnTo>
                  <a:pt x="437680" y="0"/>
                </a:lnTo>
                <a:close/>
              </a:path>
              <a:path w="761364" h="273685">
                <a:moveTo>
                  <a:pt x="761047" y="254"/>
                </a:moveTo>
                <a:lnTo>
                  <a:pt x="719797" y="254"/>
                </a:lnTo>
                <a:lnTo>
                  <a:pt x="634453" y="189420"/>
                </a:lnTo>
                <a:lnTo>
                  <a:pt x="631888" y="195973"/>
                </a:lnTo>
                <a:lnTo>
                  <a:pt x="625030" y="213639"/>
                </a:lnTo>
                <a:lnTo>
                  <a:pt x="620737" y="224472"/>
                </a:lnTo>
                <a:lnTo>
                  <a:pt x="618388" y="218160"/>
                </a:lnTo>
                <a:lnTo>
                  <a:pt x="615594" y="210566"/>
                </a:lnTo>
                <a:lnTo>
                  <a:pt x="611962" y="201536"/>
                </a:lnTo>
                <a:lnTo>
                  <a:pt x="607021" y="190944"/>
                </a:lnTo>
                <a:lnTo>
                  <a:pt x="539203" y="36830"/>
                </a:lnTo>
                <a:lnTo>
                  <a:pt x="523113" y="254"/>
                </a:lnTo>
                <a:lnTo>
                  <a:pt x="480441" y="254"/>
                </a:lnTo>
                <a:lnTo>
                  <a:pt x="480441" y="273329"/>
                </a:lnTo>
                <a:lnTo>
                  <a:pt x="512445" y="273329"/>
                </a:lnTo>
                <a:lnTo>
                  <a:pt x="512445" y="90258"/>
                </a:lnTo>
                <a:lnTo>
                  <a:pt x="512203" y="73126"/>
                </a:lnTo>
                <a:lnTo>
                  <a:pt x="511708" y="59118"/>
                </a:lnTo>
                <a:lnTo>
                  <a:pt x="511162" y="46253"/>
                </a:lnTo>
                <a:lnTo>
                  <a:pt x="510921" y="36830"/>
                </a:lnTo>
                <a:lnTo>
                  <a:pt x="513194" y="45377"/>
                </a:lnTo>
                <a:lnTo>
                  <a:pt x="515429" y="52641"/>
                </a:lnTo>
                <a:lnTo>
                  <a:pt x="517779" y="59118"/>
                </a:lnTo>
                <a:lnTo>
                  <a:pt x="613117" y="273329"/>
                </a:lnTo>
                <a:lnTo>
                  <a:pt x="628357" y="273329"/>
                </a:lnTo>
                <a:lnTo>
                  <a:pt x="650290" y="224472"/>
                </a:lnTo>
                <a:lnTo>
                  <a:pt x="722845" y="62738"/>
                </a:lnTo>
                <a:lnTo>
                  <a:pt x="730465" y="36830"/>
                </a:lnTo>
                <a:lnTo>
                  <a:pt x="731989" y="36830"/>
                </a:lnTo>
                <a:lnTo>
                  <a:pt x="730237" y="52031"/>
                </a:lnTo>
                <a:lnTo>
                  <a:pt x="729322" y="65836"/>
                </a:lnTo>
                <a:lnTo>
                  <a:pt x="728992" y="78486"/>
                </a:lnTo>
                <a:lnTo>
                  <a:pt x="728941" y="273329"/>
                </a:lnTo>
                <a:lnTo>
                  <a:pt x="761047" y="273329"/>
                </a:lnTo>
                <a:lnTo>
                  <a:pt x="761047" y="36830"/>
                </a:lnTo>
                <a:lnTo>
                  <a:pt x="761047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30482" y="2368549"/>
            <a:ext cx="369570" cy="319405"/>
          </a:xfrm>
          <a:custGeom>
            <a:avLst/>
            <a:gdLst/>
            <a:ahLst/>
            <a:cxnLst/>
            <a:rect l="l" t="t" r="r" b="b"/>
            <a:pathLst>
              <a:path w="369570" h="319405">
                <a:moveTo>
                  <a:pt x="141833" y="243840"/>
                </a:moveTo>
                <a:lnTo>
                  <a:pt x="32004" y="243840"/>
                </a:lnTo>
                <a:lnTo>
                  <a:pt x="32004" y="0"/>
                </a:lnTo>
                <a:lnTo>
                  <a:pt x="0" y="0"/>
                </a:lnTo>
                <a:lnTo>
                  <a:pt x="0" y="243840"/>
                </a:lnTo>
                <a:lnTo>
                  <a:pt x="0" y="273050"/>
                </a:lnTo>
                <a:lnTo>
                  <a:pt x="141833" y="273050"/>
                </a:lnTo>
                <a:lnTo>
                  <a:pt x="141833" y="243840"/>
                </a:lnTo>
                <a:close/>
              </a:path>
              <a:path w="369570" h="319405">
                <a:moveTo>
                  <a:pt x="303466" y="419"/>
                </a:moveTo>
                <a:lnTo>
                  <a:pt x="274510" y="419"/>
                </a:lnTo>
                <a:lnTo>
                  <a:pt x="143344" y="319214"/>
                </a:lnTo>
                <a:lnTo>
                  <a:pt x="172313" y="319214"/>
                </a:lnTo>
                <a:lnTo>
                  <a:pt x="303466" y="419"/>
                </a:lnTo>
                <a:close/>
              </a:path>
              <a:path w="369570" h="319405">
                <a:moveTo>
                  <a:pt x="368998" y="444"/>
                </a:moveTo>
                <a:lnTo>
                  <a:pt x="336994" y="444"/>
                </a:lnTo>
                <a:lnTo>
                  <a:pt x="336994" y="119824"/>
                </a:lnTo>
                <a:lnTo>
                  <a:pt x="368998" y="119824"/>
                </a:lnTo>
                <a:lnTo>
                  <a:pt x="368998" y="4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767476" y="2368714"/>
            <a:ext cx="762635" cy="273685"/>
          </a:xfrm>
          <a:custGeom>
            <a:avLst/>
            <a:gdLst/>
            <a:ahLst/>
            <a:cxnLst/>
            <a:rect l="l" t="t" r="r" b="b"/>
            <a:pathLst>
              <a:path w="762634" h="273685">
                <a:moveTo>
                  <a:pt x="205930" y="279"/>
                </a:moveTo>
                <a:lnTo>
                  <a:pt x="173824" y="279"/>
                </a:lnTo>
                <a:lnTo>
                  <a:pt x="173824" y="119659"/>
                </a:lnTo>
                <a:lnTo>
                  <a:pt x="0" y="119659"/>
                </a:lnTo>
                <a:lnTo>
                  <a:pt x="0" y="147599"/>
                </a:lnTo>
                <a:lnTo>
                  <a:pt x="0" y="273329"/>
                </a:lnTo>
                <a:lnTo>
                  <a:pt x="32004" y="273329"/>
                </a:lnTo>
                <a:lnTo>
                  <a:pt x="32004" y="147599"/>
                </a:lnTo>
                <a:lnTo>
                  <a:pt x="173824" y="147599"/>
                </a:lnTo>
                <a:lnTo>
                  <a:pt x="173824" y="273329"/>
                </a:lnTo>
                <a:lnTo>
                  <a:pt x="205930" y="273329"/>
                </a:lnTo>
                <a:lnTo>
                  <a:pt x="205930" y="147599"/>
                </a:lnTo>
                <a:lnTo>
                  <a:pt x="205930" y="119659"/>
                </a:lnTo>
                <a:lnTo>
                  <a:pt x="205930" y="279"/>
                </a:lnTo>
                <a:close/>
              </a:path>
              <a:path w="762634" h="273685">
                <a:moveTo>
                  <a:pt x="440817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9476" y="29210"/>
                </a:lnTo>
                <a:lnTo>
                  <a:pt x="329476" y="273050"/>
                </a:lnTo>
                <a:lnTo>
                  <a:pt x="361480" y="273050"/>
                </a:lnTo>
                <a:lnTo>
                  <a:pt x="361480" y="29210"/>
                </a:lnTo>
                <a:lnTo>
                  <a:pt x="440817" y="29210"/>
                </a:lnTo>
                <a:lnTo>
                  <a:pt x="440817" y="0"/>
                </a:lnTo>
                <a:close/>
              </a:path>
              <a:path w="762634" h="273685">
                <a:moveTo>
                  <a:pt x="762571" y="254"/>
                </a:moveTo>
                <a:lnTo>
                  <a:pt x="722947" y="254"/>
                </a:lnTo>
                <a:lnTo>
                  <a:pt x="635990" y="189420"/>
                </a:lnTo>
                <a:lnTo>
                  <a:pt x="630466" y="204089"/>
                </a:lnTo>
                <a:lnTo>
                  <a:pt x="627202" y="213639"/>
                </a:lnTo>
                <a:lnTo>
                  <a:pt x="623798" y="224472"/>
                </a:lnTo>
                <a:lnTo>
                  <a:pt x="622274" y="224472"/>
                </a:lnTo>
                <a:lnTo>
                  <a:pt x="620572" y="218160"/>
                </a:lnTo>
                <a:lnTo>
                  <a:pt x="617893" y="210566"/>
                </a:lnTo>
                <a:lnTo>
                  <a:pt x="610082" y="190944"/>
                </a:lnTo>
                <a:lnTo>
                  <a:pt x="526161" y="254"/>
                </a:lnTo>
                <a:lnTo>
                  <a:pt x="483489" y="254"/>
                </a:lnTo>
                <a:lnTo>
                  <a:pt x="483489" y="273329"/>
                </a:lnTo>
                <a:lnTo>
                  <a:pt x="513969" y="273329"/>
                </a:lnTo>
                <a:lnTo>
                  <a:pt x="513969" y="90258"/>
                </a:lnTo>
                <a:lnTo>
                  <a:pt x="513778" y="58407"/>
                </a:lnTo>
                <a:lnTo>
                  <a:pt x="513321" y="46253"/>
                </a:lnTo>
                <a:lnTo>
                  <a:pt x="512445" y="36830"/>
                </a:lnTo>
                <a:lnTo>
                  <a:pt x="513969" y="36830"/>
                </a:lnTo>
                <a:lnTo>
                  <a:pt x="517779" y="52832"/>
                </a:lnTo>
                <a:lnTo>
                  <a:pt x="519544" y="59118"/>
                </a:lnTo>
                <a:lnTo>
                  <a:pt x="521589" y="64262"/>
                </a:lnTo>
                <a:lnTo>
                  <a:pt x="614654" y="273329"/>
                </a:lnTo>
                <a:lnTo>
                  <a:pt x="631418" y="273329"/>
                </a:lnTo>
                <a:lnTo>
                  <a:pt x="724471" y="62738"/>
                </a:lnTo>
                <a:lnTo>
                  <a:pt x="726516" y="58470"/>
                </a:lnTo>
                <a:lnTo>
                  <a:pt x="728281" y="52641"/>
                </a:lnTo>
                <a:lnTo>
                  <a:pt x="732091" y="36830"/>
                </a:lnTo>
                <a:lnTo>
                  <a:pt x="733615" y="36830"/>
                </a:lnTo>
                <a:lnTo>
                  <a:pt x="731520" y="65836"/>
                </a:lnTo>
                <a:lnTo>
                  <a:pt x="730834" y="78486"/>
                </a:lnTo>
                <a:lnTo>
                  <a:pt x="730567" y="90258"/>
                </a:lnTo>
                <a:lnTo>
                  <a:pt x="730567" y="273329"/>
                </a:lnTo>
                <a:lnTo>
                  <a:pt x="762571" y="273329"/>
                </a:lnTo>
                <a:lnTo>
                  <a:pt x="762571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601777" y="2368549"/>
            <a:ext cx="334010" cy="278130"/>
          </a:xfrm>
          <a:custGeom>
            <a:avLst/>
            <a:gdLst/>
            <a:ahLst/>
            <a:cxnLst/>
            <a:rect l="l" t="t" r="r" b="b"/>
            <a:pathLst>
              <a:path w="334009" h="278130">
                <a:moveTo>
                  <a:pt x="143344" y="243840"/>
                </a:moveTo>
                <a:lnTo>
                  <a:pt x="32004" y="243840"/>
                </a:lnTo>
                <a:lnTo>
                  <a:pt x="32004" y="0"/>
                </a:lnTo>
                <a:lnTo>
                  <a:pt x="0" y="0"/>
                </a:lnTo>
                <a:lnTo>
                  <a:pt x="0" y="243840"/>
                </a:lnTo>
                <a:lnTo>
                  <a:pt x="0" y="273050"/>
                </a:lnTo>
                <a:lnTo>
                  <a:pt x="143344" y="273050"/>
                </a:lnTo>
                <a:lnTo>
                  <a:pt x="143344" y="243840"/>
                </a:lnTo>
                <a:close/>
              </a:path>
              <a:path w="334009" h="278130">
                <a:moveTo>
                  <a:pt x="333946" y="189585"/>
                </a:moveTo>
                <a:lnTo>
                  <a:pt x="324129" y="148272"/>
                </a:lnTo>
                <a:lnTo>
                  <a:pt x="296799" y="120523"/>
                </a:lnTo>
                <a:lnTo>
                  <a:pt x="252653" y="107721"/>
                </a:lnTo>
                <a:lnTo>
                  <a:pt x="242404" y="107188"/>
                </a:lnTo>
                <a:lnTo>
                  <a:pt x="228688" y="107188"/>
                </a:lnTo>
                <a:lnTo>
                  <a:pt x="224116" y="108712"/>
                </a:lnTo>
                <a:lnTo>
                  <a:pt x="216496" y="108712"/>
                </a:lnTo>
                <a:lnTo>
                  <a:pt x="222592" y="27851"/>
                </a:lnTo>
                <a:lnTo>
                  <a:pt x="321754" y="27851"/>
                </a:lnTo>
                <a:lnTo>
                  <a:pt x="321754" y="419"/>
                </a:lnTo>
                <a:lnTo>
                  <a:pt x="195160" y="419"/>
                </a:lnTo>
                <a:lnTo>
                  <a:pt x="186016" y="137668"/>
                </a:lnTo>
                <a:lnTo>
                  <a:pt x="189064" y="136144"/>
                </a:lnTo>
                <a:lnTo>
                  <a:pt x="211924" y="136144"/>
                </a:lnTo>
                <a:lnTo>
                  <a:pt x="216496" y="134620"/>
                </a:lnTo>
                <a:lnTo>
                  <a:pt x="231736" y="134620"/>
                </a:lnTo>
                <a:lnTo>
                  <a:pt x="273608" y="143624"/>
                </a:lnTo>
                <a:lnTo>
                  <a:pt x="300799" y="179730"/>
                </a:lnTo>
                <a:lnTo>
                  <a:pt x="301942" y="192633"/>
                </a:lnTo>
                <a:lnTo>
                  <a:pt x="301942" y="200253"/>
                </a:lnTo>
                <a:lnTo>
                  <a:pt x="285178" y="235305"/>
                </a:lnTo>
                <a:lnTo>
                  <a:pt x="244665" y="251777"/>
                </a:lnTo>
                <a:lnTo>
                  <a:pt x="237832" y="252069"/>
                </a:lnTo>
                <a:lnTo>
                  <a:pt x="222999" y="250926"/>
                </a:lnTo>
                <a:lnTo>
                  <a:pt x="208305" y="247497"/>
                </a:lnTo>
                <a:lnTo>
                  <a:pt x="193903" y="241782"/>
                </a:lnTo>
                <a:lnTo>
                  <a:pt x="179920" y="233781"/>
                </a:lnTo>
                <a:lnTo>
                  <a:pt x="179920" y="267309"/>
                </a:lnTo>
                <a:lnTo>
                  <a:pt x="190449" y="272249"/>
                </a:lnTo>
                <a:lnTo>
                  <a:pt x="203542" y="275590"/>
                </a:lnTo>
                <a:lnTo>
                  <a:pt x="218922" y="277482"/>
                </a:lnTo>
                <a:lnTo>
                  <a:pt x="236308" y="278066"/>
                </a:lnTo>
                <a:lnTo>
                  <a:pt x="247472" y="277761"/>
                </a:lnTo>
                <a:lnTo>
                  <a:pt x="286169" y="269049"/>
                </a:lnTo>
                <a:lnTo>
                  <a:pt x="319087" y="241211"/>
                </a:lnTo>
                <a:lnTo>
                  <a:pt x="333629" y="199580"/>
                </a:lnTo>
                <a:lnTo>
                  <a:pt x="333946" y="1895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076021" y="2314003"/>
            <a:ext cx="767715" cy="380365"/>
          </a:xfrm>
          <a:custGeom>
            <a:avLst/>
            <a:gdLst/>
            <a:ahLst/>
            <a:cxnLst/>
            <a:rect l="l" t="t" r="r" b="b"/>
            <a:pathLst>
              <a:path w="767715" h="380364">
                <a:moveTo>
                  <a:pt x="99148" y="73253"/>
                </a:moveTo>
                <a:lnTo>
                  <a:pt x="88557" y="60896"/>
                </a:lnTo>
                <a:lnTo>
                  <a:pt x="74955" y="46380"/>
                </a:lnTo>
                <a:lnTo>
                  <a:pt x="58178" y="29273"/>
                </a:lnTo>
                <a:lnTo>
                  <a:pt x="38100" y="9144"/>
                </a:lnTo>
                <a:lnTo>
                  <a:pt x="15240" y="29057"/>
                </a:lnTo>
                <a:lnTo>
                  <a:pt x="30911" y="45935"/>
                </a:lnTo>
                <a:lnTo>
                  <a:pt x="45732" y="62395"/>
                </a:lnTo>
                <a:lnTo>
                  <a:pt x="59423" y="78562"/>
                </a:lnTo>
                <a:lnTo>
                  <a:pt x="71716" y="94589"/>
                </a:lnTo>
                <a:lnTo>
                  <a:pt x="99148" y="73253"/>
                </a:lnTo>
                <a:close/>
              </a:path>
              <a:path w="767715" h="380364">
                <a:moveTo>
                  <a:pt x="125069" y="317284"/>
                </a:moveTo>
                <a:lnTo>
                  <a:pt x="123939" y="310781"/>
                </a:lnTo>
                <a:lnTo>
                  <a:pt x="122974" y="302996"/>
                </a:lnTo>
                <a:lnTo>
                  <a:pt x="122275" y="294347"/>
                </a:lnTo>
                <a:lnTo>
                  <a:pt x="122021" y="285280"/>
                </a:lnTo>
                <a:lnTo>
                  <a:pt x="98005" y="302044"/>
                </a:lnTo>
                <a:lnTo>
                  <a:pt x="85153" y="310565"/>
                </a:lnTo>
                <a:lnTo>
                  <a:pt x="71716" y="318808"/>
                </a:lnTo>
                <a:lnTo>
                  <a:pt x="71716" y="134302"/>
                </a:lnTo>
                <a:lnTo>
                  <a:pt x="0" y="134302"/>
                </a:lnTo>
                <a:lnTo>
                  <a:pt x="0" y="161734"/>
                </a:lnTo>
                <a:lnTo>
                  <a:pt x="42672" y="161734"/>
                </a:lnTo>
                <a:lnTo>
                  <a:pt x="42672" y="312712"/>
                </a:lnTo>
                <a:lnTo>
                  <a:pt x="41833" y="323392"/>
                </a:lnTo>
                <a:lnTo>
                  <a:pt x="39433" y="332613"/>
                </a:lnTo>
                <a:lnTo>
                  <a:pt x="35598" y="340664"/>
                </a:lnTo>
                <a:lnTo>
                  <a:pt x="30480" y="347865"/>
                </a:lnTo>
                <a:lnTo>
                  <a:pt x="47244" y="372249"/>
                </a:lnTo>
                <a:lnTo>
                  <a:pt x="66725" y="357670"/>
                </a:lnTo>
                <a:lnTo>
                  <a:pt x="86194" y="343662"/>
                </a:lnTo>
                <a:lnTo>
                  <a:pt x="105625" y="330200"/>
                </a:lnTo>
                <a:lnTo>
                  <a:pt x="122770" y="318808"/>
                </a:lnTo>
                <a:lnTo>
                  <a:pt x="125069" y="317284"/>
                </a:lnTo>
                <a:close/>
              </a:path>
              <a:path w="767715" h="380364">
                <a:moveTo>
                  <a:pt x="343192" y="239560"/>
                </a:moveTo>
                <a:lnTo>
                  <a:pt x="314134" y="239560"/>
                </a:lnTo>
                <a:lnTo>
                  <a:pt x="314134" y="265468"/>
                </a:lnTo>
                <a:lnTo>
                  <a:pt x="314134" y="328053"/>
                </a:lnTo>
                <a:lnTo>
                  <a:pt x="167741" y="328053"/>
                </a:lnTo>
                <a:lnTo>
                  <a:pt x="167741" y="265468"/>
                </a:lnTo>
                <a:lnTo>
                  <a:pt x="314134" y="265468"/>
                </a:lnTo>
                <a:lnTo>
                  <a:pt x="314134" y="239560"/>
                </a:lnTo>
                <a:lnTo>
                  <a:pt x="138785" y="239560"/>
                </a:lnTo>
                <a:lnTo>
                  <a:pt x="138785" y="378345"/>
                </a:lnTo>
                <a:lnTo>
                  <a:pt x="167741" y="378345"/>
                </a:lnTo>
                <a:lnTo>
                  <a:pt x="167741" y="355485"/>
                </a:lnTo>
                <a:lnTo>
                  <a:pt x="314134" y="355485"/>
                </a:lnTo>
                <a:lnTo>
                  <a:pt x="314134" y="378345"/>
                </a:lnTo>
                <a:lnTo>
                  <a:pt x="343192" y="378345"/>
                </a:lnTo>
                <a:lnTo>
                  <a:pt x="343192" y="355485"/>
                </a:lnTo>
                <a:lnTo>
                  <a:pt x="343192" y="328053"/>
                </a:lnTo>
                <a:lnTo>
                  <a:pt x="343192" y="265468"/>
                </a:lnTo>
                <a:lnTo>
                  <a:pt x="343192" y="239560"/>
                </a:lnTo>
                <a:close/>
              </a:path>
              <a:path w="767715" h="380364">
                <a:moveTo>
                  <a:pt x="378244" y="172402"/>
                </a:moveTo>
                <a:lnTo>
                  <a:pt x="330898" y="172402"/>
                </a:lnTo>
                <a:lnTo>
                  <a:pt x="330898" y="93065"/>
                </a:lnTo>
                <a:lnTo>
                  <a:pt x="301942" y="93065"/>
                </a:lnTo>
                <a:lnTo>
                  <a:pt x="301942" y="118973"/>
                </a:lnTo>
                <a:lnTo>
                  <a:pt x="301942" y="172402"/>
                </a:lnTo>
                <a:lnTo>
                  <a:pt x="199745" y="172402"/>
                </a:lnTo>
                <a:lnTo>
                  <a:pt x="205930" y="118973"/>
                </a:lnTo>
                <a:lnTo>
                  <a:pt x="301942" y="118973"/>
                </a:lnTo>
                <a:lnTo>
                  <a:pt x="301942" y="93065"/>
                </a:lnTo>
                <a:lnTo>
                  <a:pt x="210502" y="93065"/>
                </a:lnTo>
                <a:lnTo>
                  <a:pt x="216598" y="47345"/>
                </a:lnTo>
                <a:lnTo>
                  <a:pt x="361480" y="47345"/>
                </a:lnTo>
                <a:lnTo>
                  <a:pt x="361480" y="21437"/>
                </a:lnTo>
                <a:lnTo>
                  <a:pt x="114401" y="21437"/>
                </a:lnTo>
                <a:lnTo>
                  <a:pt x="114401" y="47345"/>
                </a:lnTo>
                <a:lnTo>
                  <a:pt x="187553" y="47345"/>
                </a:lnTo>
                <a:lnTo>
                  <a:pt x="181457" y="93065"/>
                </a:lnTo>
                <a:lnTo>
                  <a:pt x="123545" y="93065"/>
                </a:lnTo>
                <a:lnTo>
                  <a:pt x="123545" y="118973"/>
                </a:lnTo>
                <a:lnTo>
                  <a:pt x="176885" y="118973"/>
                </a:lnTo>
                <a:lnTo>
                  <a:pt x="169265" y="172402"/>
                </a:lnTo>
                <a:lnTo>
                  <a:pt x="105257" y="172402"/>
                </a:lnTo>
                <a:lnTo>
                  <a:pt x="105257" y="199847"/>
                </a:lnTo>
                <a:lnTo>
                  <a:pt x="378244" y="199847"/>
                </a:lnTo>
                <a:lnTo>
                  <a:pt x="378244" y="172402"/>
                </a:lnTo>
                <a:close/>
              </a:path>
              <a:path w="767715" h="380364">
                <a:moveTo>
                  <a:pt x="721334" y="238036"/>
                </a:moveTo>
                <a:lnTo>
                  <a:pt x="690854" y="238036"/>
                </a:lnTo>
                <a:lnTo>
                  <a:pt x="690854" y="263944"/>
                </a:lnTo>
                <a:lnTo>
                  <a:pt x="690854" y="331101"/>
                </a:lnTo>
                <a:lnTo>
                  <a:pt x="471208" y="331101"/>
                </a:lnTo>
                <a:lnTo>
                  <a:pt x="471208" y="263944"/>
                </a:lnTo>
                <a:lnTo>
                  <a:pt x="690854" y="263944"/>
                </a:lnTo>
                <a:lnTo>
                  <a:pt x="690854" y="238036"/>
                </a:lnTo>
                <a:lnTo>
                  <a:pt x="440728" y="238036"/>
                </a:lnTo>
                <a:lnTo>
                  <a:pt x="440728" y="379869"/>
                </a:lnTo>
                <a:lnTo>
                  <a:pt x="471208" y="379869"/>
                </a:lnTo>
                <a:lnTo>
                  <a:pt x="471208" y="358533"/>
                </a:lnTo>
                <a:lnTo>
                  <a:pt x="690854" y="358533"/>
                </a:lnTo>
                <a:lnTo>
                  <a:pt x="690854" y="379869"/>
                </a:lnTo>
                <a:lnTo>
                  <a:pt x="721334" y="379869"/>
                </a:lnTo>
                <a:lnTo>
                  <a:pt x="721334" y="358533"/>
                </a:lnTo>
                <a:lnTo>
                  <a:pt x="721334" y="331101"/>
                </a:lnTo>
                <a:lnTo>
                  <a:pt x="721334" y="263944"/>
                </a:lnTo>
                <a:lnTo>
                  <a:pt x="721334" y="238036"/>
                </a:lnTo>
                <a:close/>
              </a:path>
              <a:path w="767715" h="380364">
                <a:moveTo>
                  <a:pt x="730478" y="176974"/>
                </a:moveTo>
                <a:lnTo>
                  <a:pt x="433095" y="176974"/>
                </a:lnTo>
                <a:lnTo>
                  <a:pt x="433095" y="204406"/>
                </a:lnTo>
                <a:lnTo>
                  <a:pt x="730478" y="204406"/>
                </a:lnTo>
                <a:lnTo>
                  <a:pt x="730478" y="176974"/>
                </a:lnTo>
                <a:close/>
              </a:path>
              <a:path w="767715" h="380364">
                <a:moveTo>
                  <a:pt x="730478" y="117449"/>
                </a:moveTo>
                <a:lnTo>
                  <a:pt x="433095" y="117449"/>
                </a:lnTo>
                <a:lnTo>
                  <a:pt x="433095" y="144970"/>
                </a:lnTo>
                <a:lnTo>
                  <a:pt x="730478" y="144970"/>
                </a:lnTo>
                <a:lnTo>
                  <a:pt x="730478" y="117449"/>
                </a:lnTo>
                <a:close/>
              </a:path>
              <a:path w="767715" h="380364">
                <a:moveTo>
                  <a:pt x="767143" y="56489"/>
                </a:moveTo>
                <a:lnTo>
                  <a:pt x="590169" y="56489"/>
                </a:lnTo>
                <a:lnTo>
                  <a:pt x="608457" y="47345"/>
                </a:lnTo>
                <a:lnTo>
                  <a:pt x="601573" y="35890"/>
                </a:lnTo>
                <a:lnTo>
                  <a:pt x="594550" y="24282"/>
                </a:lnTo>
                <a:lnTo>
                  <a:pt x="587235" y="12369"/>
                </a:lnTo>
                <a:lnTo>
                  <a:pt x="579501" y="0"/>
                </a:lnTo>
                <a:lnTo>
                  <a:pt x="550545" y="13716"/>
                </a:lnTo>
                <a:lnTo>
                  <a:pt x="557136" y="24942"/>
                </a:lnTo>
                <a:lnTo>
                  <a:pt x="563308" y="35712"/>
                </a:lnTo>
                <a:lnTo>
                  <a:pt x="569188" y="46177"/>
                </a:lnTo>
                <a:lnTo>
                  <a:pt x="574929" y="56489"/>
                </a:lnTo>
                <a:lnTo>
                  <a:pt x="394995" y="56489"/>
                </a:lnTo>
                <a:lnTo>
                  <a:pt x="394995" y="83921"/>
                </a:lnTo>
                <a:lnTo>
                  <a:pt x="767143" y="83921"/>
                </a:lnTo>
                <a:lnTo>
                  <a:pt x="767143" y="564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146827" y="2881502"/>
            <a:ext cx="622300" cy="283845"/>
          </a:xfrm>
          <a:custGeom>
            <a:avLst/>
            <a:gdLst/>
            <a:ahLst/>
            <a:cxnLst/>
            <a:rect l="l" t="t" r="r" b="b"/>
            <a:pathLst>
              <a:path w="622300" h="283844">
                <a:moveTo>
                  <a:pt x="204406" y="10668"/>
                </a:moveTo>
                <a:lnTo>
                  <a:pt x="190919" y="5791"/>
                </a:lnTo>
                <a:lnTo>
                  <a:pt x="175742" y="2476"/>
                </a:lnTo>
                <a:lnTo>
                  <a:pt x="158877" y="596"/>
                </a:lnTo>
                <a:lnTo>
                  <a:pt x="140296" y="0"/>
                </a:lnTo>
                <a:lnTo>
                  <a:pt x="110871" y="2552"/>
                </a:lnTo>
                <a:lnTo>
                  <a:pt x="60540" y="22504"/>
                </a:lnTo>
                <a:lnTo>
                  <a:pt x="21856" y="61671"/>
                </a:lnTo>
                <a:lnTo>
                  <a:pt x="2336" y="114935"/>
                </a:lnTo>
                <a:lnTo>
                  <a:pt x="0" y="146405"/>
                </a:lnTo>
                <a:lnTo>
                  <a:pt x="2260" y="175869"/>
                </a:lnTo>
                <a:lnTo>
                  <a:pt x="19926" y="225577"/>
                </a:lnTo>
                <a:lnTo>
                  <a:pt x="53924" y="261810"/>
                </a:lnTo>
                <a:lnTo>
                  <a:pt x="100723" y="281216"/>
                </a:lnTo>
                <a:lnTo>
                  <a:pt x="128104" y="283756"/>
                </a:lnTo>
                <a:lnTo>
                  <a:pt x="150088" y="282625"/>
                </a:lnTo>
                <a:lnTo>
                  <a:pt x="170218" y="279323"/>
                </a:lnTo>
                <a:lnTo>
                  <a:pt x="188379" y="274027"/>
                </a:lnTo>
                <a:lnTo>
                  <a:pt x="204406" y="266890"/>
                </a:lnTo>
                <a:lnTo>
                  <a:pt x="204406" y="236410"/>
                </a:lnTo>
                <a:lnTo>
                  <a:pt x="188658" y="244411"/>
                </a:lnTo>
                <a:lnTo>
                  <a:pt x="171361" y="250126"/>
                </a:lnTo>
                <a:lnTo>
                  <a:pt x="152666" y="253555"/>
                </a:lnTo>
                <a:lnTo>
                  <a:pt x="132676" y="254698"/>
                </a:lnTo>
                <a:lnTo>
                  <a:pt x="111848" y="252730"/>
                </a:lnTo>
                <a:lnTo>
                  <a:pt x="75895" y="237350"/>
                </a:lnTo>
                <a:lnTo>
                  <a:pt x="48996" y="208203"/>
                </a:lnTo>
                <a:lnTo>
                  <a:pt x="35242" y="168681"/>
                </a:lnTo>
                <a:lnTo>
                  <a:pt x="33528" y="144881"/>
                </a:lnTo>
                <a:lnTo>
                  <a:pt x="35267" y="119786"/>
                </a:lnTo>
                <a:lnTo>
                  <a:pt x="49644" y="77546"/>
                </a:lnTo>
                <a:lnTo>
                  <a:pt x="78562" y="46964"/>
                </a:lnTo>
                <a:lnTo>
                  <a:pt x="116801" y="30962"/>
                </a:lnTo>
                <a:lnTo>
                  <a:pt x="138772" y="28956"/>
                </a:lnTo>
                <a:lnTo>
                  <a:pt x="156514" y="29870"/>
                </a:lnTo>
                <a:lnTo>
                  <a:pt x="173266" y="32766"/>
                </a:lnTo>
                <a:lnTo>
                  <a:pt x="189179" y="37960"/>
                </a:lnTo>
                <a:lnTo>
                  <a:pt x="204406" y="45720"/>
                </a:lnTo>
                <a:lnTo>
                  <a:pt x="204406" y="10668"/>
                </a:lnTo>
                <a:close/>
              </a:path>
              <a:path w="622300" h="283844">
                <a:moveTo>
                  <a:pt x="413296" y="208978"/>
                </a:moveTo>
                <a:lnTo>
                  <a:pt x="400723" y="170802"/>
                </a:lnTo>
                <a:lnTo>
                  <a:pt x="369100" y="143357"/>
                </a:lnTo>
                <a:lnTo>
                  <a:pt x="362242" y="139052"/>
                </a:lnTo>
                <a:lnTo>
                  <a:pt x="355384" y="135166"/>
                </a:lnTo>
                <a:lnTo>
                  <a:pt x="341668" y="128117"/>
                </a:lnTo>
                <a:lnTo>
                  <a:pt x="334175" y="124040"/>
                </a:lnTo>
                <a:lnTo>
                  <a:pt x="321437" y="117614"/>
                </a:lnTo>
                <a:lnTo>
                  <a:pt x="315658" y="114401"/>
                </a:lnTo>
                <a:lnTo>
                  <a:pt x="308038" y="109829"/>
                </a:lnTo>
                <a:lnTo>
                  <a:pt x="301942" y="106781"/>
                </a:lnTo>
                <a:lnTo>
                  <a:pt x="297370" y="102209"/>
                </a:lnTo>
                <a:lnTo>
                  <a:pt x="291274" y="97637"/>
                </a:lnTo>
                <a:lnTo>
                  <a:pt x="285178" y="88493"/>
                </a:lnTo>
                <a:lnTo>
                  <a:pt x="282130" y="82397"/>
                </a:lnTo>
                <a:lnTo>
                  <a:pt x="282130" y="62484"/>
                </a:lnTo>
                <a:lnTo>
                  <a:pt x="300418" y="38100"/>
                </a:lnTo>
                <a:lnTo>
                  <a:pt x="304990" y="35052"/>
                </a:lnTo>
                <a:lnTo>
                  <a:pt x="311086" y="32004"/>
                </a:lnTo>
                <a:lnTo>
                  <a:pt x="326326" y="28956"/>
                </a:lnTo>
                <a:lnTo>
                  <a:pt x="340144" y="28956"/>
                </a:lnTo>
                <a:lnTo>
                  <a:pt x="358470" y="30086"/>
                </a:lnTo>
                <a:lnTo>
                  <a:pt x="374815" y="33337"/>
                </a:lnTo>
                <a:lnTo>
                  <a:pt x="389432" y="38608"/>
                </a:lnTo>
                <a:lnTo>
                  <a:pt x="402628" y="45720"/>
                </a:lnTo>
                <a:lnTo>
                  <a:pt x="402628" y="9144"/>
                </a:lnTo>
                <a:lnTo>
                  <a:pt x="392049" y="5143"/>
                </a:lnTo>
                <a:lnTo>
                  <a:pt x="378625" y="2286"/>
                </a:lnTo>
                <a:lnTo>
                  <a:pt x="362331" y="571"/>
                </a:lnTo>
                <a:lnTo>
                  <a:pt x="343192" y="0"/>
                </a:lnTo>
                <a:lnTo>
                  <a:pt x="334264" y="292"/>
                </a:lnTo>
                <a:lnTo>
                  <a:pt x="292227" y="10096"/>
                </a:lnTo>
                <a:lnTo>
                  <a:pt x="260197" y="33058"/>
                </a:lnTo>
                <a:lnTo>
                  <a:pt x="247078" y="73253"/>
                </a:lnTo>
                <a:lnTo>
                  <a:pt x="247599" y="80733"/>
                </a:lnTo>
                <a:lnTo>
                  <a:pt x="266890" y="120497"/>
                </a:lnTo>
                <a:lnTo>
                  <a:pt x="289750" y="135737"/>
                </a:lnTo>
                <a:lnTo>
                  <a:pt x="295732" y="140042"/>
                </a:lnTo>
                <a:lnTo>
                  <a:pt x="302133" y="143929"/>
                </a:lnTo>
                <a:lnTo>
                  <a:pt x="308825" y="147523"/>
                </a:lnTo>
                <a:lnTo>
                  <a:pt x="335673" y="161264"/>
                </a:lnTo>
                <a:lnTo>
                  <a:pt x="341668" y="164693"/>
                </a:lnTo>
                <a:lnTo>
                  <a:pt x="372148" y="187642"/>
                </a:lnTo>
                <a:lnTo>
                  <a:pt x="379768" y="204406"/>
                </a:lnTo>
                <a:lnTo>
                  <a:pt x="379768" y="212026"/>
                </a:lnTo>
                <a:lnTo>
                  <a:pt x="357212" y="248272"/>
                </a:lnTo>
                <a:lnTo>
                  <a:pt x="321754" y="254698"/>
                </a:lnTo>
                <a:lnTo>
                  <a:pt x="315658" y="254698"/>
                </a:lnTo>
                <a:lnTo>
                  <a:pt x="309562" y="253174"/>
                </a:lnTo>
                <a:lnTo>
                  <a:pt x="301942" y="253174"/>
                </a:lnTo>
                <a:lnTo>
                  <a:pt x="295846" y="251650"/>
                </a:lnTo>
                <a:lnTo>
                  <a:pt x="288226" y="250126"/>
                </a:lnTo>
                <a:lnTo>
                  <a:pt x="282130" y="247078"/>
                </a:lnTo>
                <a:lnTo>
                  <a:pt x="276034" y="245554"/>
                </a:lnTo>
                <a:lnTo>
                  <a:pt x="268414" y="242506"/>
                </a:lnTo>
                <a:lnTo>
                  <a:pt x="256222" y="236410"/>
                </a:lnTo>
                <a:lnTo>
                  <a:pt x="247078" y="230314"/>
                </a:lnTo>
                <a:lnTo>
                  <a:pt x="247078" y="266890"/>
                </a:lnTo>
                <a:lnTo>
                  <a:pt x="251650" y="269938"/>
                </a:lnTo>
                <a:lnTo>
                  <a:pt x="256222" y="271462"/>
                </a:lnTo>
                <a:lnTo>
                  <a:pt x="262318" y="274510"/>
                </a:lnTo>
                <a:lnTo>
                  <a:pt x="266890" y="276034"/>
                </a:lnTo>
                <a:lnTo>
                  <a:pt x="274510" y="277558"/>
                </a:lnTo>
                <a:lnTo>
                  <a:pt x="286702" y="280708"/>
                </a:lnTo>
                <a:lnTo>
                  <a:pt x="294322" y="282232"/>
                </a:lnTo>
                <a:lnTo>
                  <a:pt x="300418" y="282232"/>
                </a:lnTo>
                <a:lnTo>
                  <a:pt x="306514" y="283756"/>
                </a:lnTo>
                <a:lnTo>
                  <a:pt x="344690" y="281178"/>
                </a:lnTo>
                <a:lnTo>
                  <a:pt x="384340" y="266890"/>
                </a:lnTo>
                <a:lnTo>
                  <a:pt x="409435" y="236626"/>
                </a:lnTo>
                <a:lnTo>
                  <a:pt x="412953" y="218960"/>
                </a:lnTo>
                <a:lnTo>
                  <a:pt x="413296" y="208978"/>
                </a:lnTo>
                <a:close/>
              </a:path>
              <a:path w="622300" h="283844">
                <a:moveTo>
                  <a:pt x="622274" y="208978"/>
                </a:moveTo>
                <a:lnTo>
                  <a:pt x="609117" y="170802"/>
                </a:lnTo>
                <a:lnTo>
                  <a:pt x="576453" y="143357"/>
                </a:lnTo>
                <a:lnTo>
                  <a:pt x="570242" y="139052"/>
                </a:lnTo>
                <a:lnTo>
                  <a:pt x="563308" y="135166"/>
                </a:lnTo>
                <a:lnTo>
                  <a:pt x="549021" y="128117"/>
                </a:lnTo>
                <a:lnTo>
                  <a:pt x="542188" y="124040"/>
                </a:lnTo>
                <a:lnTo>
                  <a:pt x="529094" y="117614"/>
                </a:lnTo>
                <a:lnTo>
                  <a:pt x="523113" y="114401"/>
                </a:lnTo>
                <a:lnTo>
                  <a:pt x="517017" y="109829"/>
                </a:lnTo>
                <a:lnTo>
                  <a:pt x="510921" y="106781"/>
                </a:lnTo>
                <a:lnTo>
                  <a:pt x="504825" y="102209"/>
                </a:lnTo>
                <a:lnTo>
                  <a:pt x="495681" y="93065"/>
                </a:lnTo>
                <a:lnTo>
                  <a:pt x="494157" y="88493"/>
                </a:lnTo>
                <a:lnTo>
                  <a:pt x="491109" y="82397"/>
                </a:lnTo>
                <a:lnTo>
                  <a:pt x="489585" y="77825"/>
                </a:lnTo>
                <a:lnTo>
                  <a:pt x="489585" y="62484"/>
                </a:lnTo>
                <a:lnTo>
                  <a:pt x="520065" y="32004"/>
                </a:lnTo>
                <a:lnTo>
                  <a:pt x="533781" y="28956"/>
                </a:lnTo>
                <a:lnTo>
                  <a:pt x="547497" y="28956"/>
                </a:lnTo>
                <a:lnTo>
                  <a:pt x="566051" y="30086"/>
                </a:lnTo>
                <a:lnTo>
                  <a:pt x="582752" y="33337"/>
                </a:lnTo>
                <a:lnTo>
                  <a:pt x="597471" y="38608"/>
                </a:lnTo>
                <a:lnTo>
                  <a:pt x="610082" y="45720"/>
                </a:lnTo>
                <a:lnTo>
                  <a:pt x="610082" y="9144"/>
                </a:lnTo>
                <a:lnTo>
                  <a:pt x="599452" y="5143"/>
                </a:lnTo>
                <a:lnTo>
                  <a:pt x="585990" y="2286"/>
                </a:lnTo>
                <a:lnTo>
                  <a:pt x="569696" y="571"/>
                </a:lnTo>
                <a:lnTo>
                  <a:pt x="550545" y="0"/>
                </a:lnTo>
                <a:lnTo>
                  <a:pt x="542302" y="292"/>
                </a:lnTo>
                <a:lnTo>
                  <a:pt x="500062" y="10096"/>
                </a:lnTo>
                <a:lnTo>
                  <a:pt x="468490" y="33058"/>
                </a:lnTo>
                <a:lnTo>
                  <a:pt x="455968" y="73253"/>
                </a:lnTo>
                <a:lnTo>
                  <a:pt x="456247" y="80733"/>
                </a:lnTo>
                <a:lnTo>
                  <a:pt x="471538" y="115658"/>
                </a:lnTo>
                <a:lnTo>
                  <a:pt x="497205" y="135737"/>
                </a:lnTo>
                <a:lnTo>
                  <a:pt x="503212" y="140042"/>
                </a:lnTo>
                <a:lnTo>
                  <a:pt x="509778" y="143929"/>
                </a:lnTo>
                <a:lnTo>
                  <a:pt x="516928" y="147523"/>
                </a:lnTo>
                <a:lnTo>
                  <a:pt x="524637" y="150977"/>
                </a:lnTo>
                <a:lnTo>
                  <a:pt x="531228" y="154406"/>
                </a:lnTo>
                <a:lnTo>
                  <a:pt x="537400" y="157835"/>
                </a:lnTo>
                <a:lnTo>
                  <a:pt x="549021" y="164693"/>
                </a:lnTo>
                <a:lnTo>
                  <a:pt x="556641" y="167741"/>
                </a:lnTo>
                <a:lnTo>
                  <a:pt x="582549" y="192214"/>
                </a:lnTo>
                <a:lnTo>
                  <a:pt x="587121" y="198310"/>
                </a:lnTo>
                <a:lnTo>
                  <a:pt x="588645" y="204406"/>
                </a:lnTo>
                <a:lnTo>
                  <a:pt x="588645" y="212026"/>
                </a:lnTo>
                <a:lnTo>
                  <a:pt x="565429" y="248272"/>
                </a:lnTo>
                <a:lnTo>
                  <a:pt x="529209" y="254698"/>
                </a:lnTo>
                <a:lnTo>
                  <a:pt x="523113" y="254698"/>
                </a:lnTo>
                <a:lnTo>
                  <a:pt x="517017" y="253174"/>
                </a:lnTo>
                <a:lnTo>
                  <a:pt x="510921" y="253174"/>
                </a:lnTo>
                <a:lnTo>
                  <a:pt x="503301" y="251650"/>
                </a:lnTo>
                <a:lnTo>
                  <a:pt x="497205" y="250126"/>
                </a:lnTo>
                <a:lnTo>
                  <a:pt x="489585" y="247078"/>
                </a:lnTo>
                <a:lnTo>
                  <a:pt x="483489" y="245554"/>
                </a:lnTo>
                <a:lnTo>
                  <a:pt x="465112" y="236410"/>
                </a:lnTo>
                <a:lnTo>
                  <a:pt x="455968" y="230314"/>
                </a:lnTo>
                <a:lnTo>
                  <a:pt x="455968" y="266890"/>
                </a:lnTo>
                <a:lnTo>
                  <a:pt x="459016" y="269938"/>
                </a:lnTo>
                <a:lnTo>
                  <a:pt x="463588" y="271462"/>
                </a:lnTo>
                <a:lnTo>
                  <a:pt x="469773" y="274510"/>
                </a:lnTo>
                <a:lnTo>
                  <a:pt x="488061" y="279184"/>
                </a:lnTo>
                <a:lnTo>
                  <a:pt x="495681" y="280708"/>
                </a:lnTo>
                <a:lnTo>
                  <a:pt x="501777" y="282232"/>
                </a:lnTo>
                <a:lnTo>
                  <a:pt x="507873" y="282232"/>
                </a:lnTo>
                <a:lnTo>
                  <a:pt x="513969" y="283756"/>
                </a:lnTo>
                <a:lnTo>
                  <a:pt x="533781" y="283464"/>
                </a:lnTo>
                <a:lnTo>
                  <a:pt x="578167" y="274142"/>
                </a:lnTo>
                <a:lnTo>
                  <a:pt x="609130" y="250609"/>
                </a:lnTo>
                <a:lnTo>
                  <a:pt x="621703" y="218960"/>
                </a:lnTo>
                <a:lnTo>
                  <a:pt x="622274" y="2089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898731" y="2831121"/>
            <a:ext cx="1949450" cy="382905"/>
          </a:xfrm>
          <a:custGeom>
            <a:avLst/>
            <a:gdLst/>
            <a:ahLst/>
            <a:cxnLst/>
            <a:rect l="l" t="t" r="r" b="b"/>
            <a:pathLst>
              <a:path w="1949450" h="382905">
                <a:moveTo>
                  <a:pt x="347662" y="169354"/>
                </a:moveTo>
                <a:lnTo>
                  <a:pt x="108204" y="169354"/>
                </a:lnTo>
                <a:lnTo>
                  <a:pt x="108204" y="196786"/>
                </a:lnTo>
                <a:lnTo>
                  <a:pt x="347662" y="196786"/>
                </a:lnTo>
                <a:lnTo>
                  <a:pt x="347662" y="169354"/>
                </a:lnTo>
                <a:close/>
              </a:path>
              <a:path w="1949450" h="382905">
                <a:moveTo>
                  <a:pt x="361378" y="21424"/>
                </a:moveTo>
                <a:lnTo>
                  <a:pt x="332422" y="21424"/>
                </a:lnTo>
                <a:lnTo>
                  <a:pt x="332422" y="48856"/>
                </a:lnTo>
                <a:lnTo>
                  <a:pt x="332422" y="100672"/>
                </a:lnTo>
                <a:lnTo>
                  <a:pt x="76200" y="100672"/>
                </a:lnTo>
                <a:lnTo>
                  <a:pt x="76200" y="48856"/>
                </a:lnTo>
                <a:lnTo>
                  <a:pt x="332422" y="48856"/>
                </a:lnTo>
                <a:lnTo>
                  <a:pt x="332422" y="21424"/>
                </a:lnTo>
                <a:lnTo>
                  <a:pt x="47244" y="21424"/>
                </a:lnTo>
                <a:lnTo>
                  <a:pt x="47244" y="163258"/>
                </a:lnTo>
                <a:lnTo>
                  <a:pt x="44145" y="221589"/>
                </a:lnTo>
                <a:lnTo>
                  <a:pt x="35052" y="272884"/>
                </a:lnTo>
                <a:lnTo>
                  <a:pt x="20243" y="317055"/>
                </a:lnTo>
                <a:lnTo>
                  <a:pt x="0" y="353949"/>
                </a:lnTo>
                <a:lnTo>
                  <a:pt x="4813" y="359943"/>
                </a:lnTo>
                <a:lnTo>
                  <a:pt x="9906" y="366522"/>
                </a:lnTo>
                <a:lnTo>
                  <a:pt x="14998" y="373659"/>
                </a:lnTo>
                <a:lnTo>
                  <a:pt x="19812" y="381381"/>
                </a:lnTo>
                <a:lnTo>
                  <a:pt x="44691" y="337083"/>
                </a:lnTo>
                <a:lnTo>
                  <a:pt x="62293" y="286791"/>
                </a:lnTo>
                <a:lnTo>
                  <a:pt x="72745" y="230797"/>
                </a:lnTo>
                <a:lnTo>
                  <a:pt x="76200" y="169354"/>
                </a:lnTo>
                <a:lnTo>
                  <a:pt x="76200" y="128206"/>
                </a:lnTo>
                <a:lnTo>
                  <a:pt x="332422" y="128206"/>
                </a:lnTo>
                <a:lnTo>
                  <a:pt x="332422" y="141922"/>
                </a:lnTo>
                <a:lnTo>
                  <a:pt x="361378" y="141922"/>
                </a:lnTo>
                <a:lnTo>
                  <a:pt x="361378" y="128206"/>
                </a:lnTo>
                <a:lnTo>
                  <a:pt x="361378" y="100672"/>
                </a:lnTo>
                <a:lnTo>
                  <a:pt x="361378" y="48856"/>
                </a:lnTo>
                <a:lnTo>
                  <a:pt x="361378" y="21424"/>
                </a:lnTo>
                <a:close/>
              </a:path>
              <a:path w="1949450" h="382905">
                <a:moveTo>
                  <a:pt x="381190" y="239547"/>
                </a:moveTo>
                <a:lnTo>
                  <a:pt x="80772" y="239547"/>
                </a:lnTo>
                <a:lnTo>
                  <a:pt x="80772" y="265455"/>
                </a:lnTo>
                <a:lnTo>
                  <a:pt x="173837" y="265455"/>
                </a:lnTo>
                <a:lnTo>
                  <a:pt x="161544" y="281533"/>
                </a:lnTo>
                <a:lnTo>
                  <a:pt x="128016" y="320319"/>
                </a:lnTo>
                <a:lnTo>
                  <a:pt x="91440" y="340233"/>
                </a:lnTo>
                <a:lnTo>
                  <a:pt x="105156" y="367665"/>
                </a:lnTo>
                <a:lnTo>
                  <a:pt x="112877" y="365658"/>
                </a:lnTo>
                <a:lnTo>
                  <a:pt x="120027" y="364236"/>
                </a:lnTo>
                <a:lnTo>
                  <a:pt x="126631" y="363372"/>
                </a:lnTo>
                <a:lnTo>
                  <a:pt x="132689" y="363093"/>
                </a:lnTo>
                <a:lnTo>
                  <a:pt x="172097" y="360210"/>
                </a:lnTo>
                <a:lnTo>
                  <a:pt x="217081" y="358330"/>
                </a:lnTo>
                <a:lnTo>
                  <a:pt x="267525" y="357301"/>
                </a:lnTo>
                <a:lnTo>
                  <a:pt x="323278" y="356997"/>
                </a:lnTo>
                <a:lnTo>
                  <a:pt x="328993" y="362978"/>
                </a:lnTo>
                <a:lnTo>
                  <a:pt x="334708" y="369379"/>
                </a:lnTo>
                <a:lnTo>
                  <a:pt x="340423" y="376072"/>
                </a:lnTo>
                <a:lnTo>
                  <a:pt x="346138" y="382905"/>
                </a:lnTo>
                <a:lnTo>
                  <a:pt x="370522" y="361569"/>
                </a:lnTo>
                <a:lnTo>
                  <a:pt x="366039" y="356997"/>
                </a:lnTo>
                <a:lnTo>
                  <a:pt x="351967" y="342646"/>
                </a:lnTo>
                <a:lnTo>
                  <a:pt x="341503" y="332613"/>
                </a:lnTo>
                <a:lnTo>
                  <a:pt x="330708" y="322275"/>
                </a:lnTo>
                <a:lnTo>
                  <a:pt x="306870" y="300189"/>
                </a:lnTo>
                <a:lnTo>
                  <a:pt x="280606" y="276123"/>
                </a:lnTo>
                <a:lnTo>
                  <a:pt x="259181" y="294411"/>
                </a:lnTo>
                <a:lnTo>
                  <a:pt x="269252" y="303568"/>
                </a:lnTo>
                <a:lnTo>
                  <a:pt x="278879" y="312712"/>
                </a:lnTo>
                <a:lnTo>
                  <a:pt x="288201" y="321894"/>
                </a:lnTo>
                <a:lnTo>
                  <a:pt x="297370" y="331089"/>
                </a:lnTo>
                <a:lnTo>
                  <a:pt x="261645" y="331965"/>
                </a:lnTo>
                <a:lnTo>
                  <a:pt x="154025" y="332613"/>
                </a:lnTo>
                <a:lnTo>
                  <a:pt x="168021" y="318008"/>
                </a:lnTo>
                <a:lnTo>
                  <a:pt x="182600" y="301853"/>
                </a:lnTo>
                <a:lnTo>
                  <a:pt x="197739" y="284302"/>
                </a:lnTo>
                <a:lnTo>
                  <a:pt x="213461" y="265455"/>
                </a:lnTo>
                <a:lnTo>
                  <a:pt x="381190" y="265455"/>
                </a:lnTo>
                <a:lnTo>
                  <a:pt x="381190" y="239547"/>
                </a:lnTo>
                <a:close/>
              </a:path>
              <a:path w="1949450" h="382905">
                <a:moveTo>
                  <a:pt x="570357" y="109816"/>
                </a:moveTo>
                <a:lnTo>
                  <a:pt x="408622" y="109816"/>
                </a:lnTo>
                <a:lnTo>
                  <a:pt x="408622" y="126682"/>
                </a:lnTo>
                <a:lnTo>
                  <a:pt x="541312" y="126682"/>
                </a:lnTo>
                <a:lnTo>
                  <a:pt x="530758" y="133273"/>
                </a:lnTo>
                <a:lnTo>
                  <a:pt x="519785" y="139446"/>
                </a:lnTo>
                <a:lnTo>
                  <a:pt x="508520" y="145326"/>
                </a:lnTo>
                <a:lnTo>
                  <a:pt x="497116" y="151066"/>
                </a:lnTo>
                <a:lnTo>
                  <a:pt x="475945" y="145618"/>
                </a:lnTo>
                <a:lnTo>
                  <a:pt x="417868" y="131254"/>
                </a:lnTo>
                <a:lnTo>
                  <a:pt x="410248" y="148018"/>
                </a:lnTo>
                <a:lnTo>
                  <a:pt x="423976" y="150583"/>
                </a:lnTo>
                <a:lnTo>
                  <a:pt x="437870" y="153733"/>
                </a:lnTo>
                <a:lnTo>
                  <a:pt x="452031" y="157441"/>
                </a:lnTo>
                <a:lnTo>
                  <a:pt x="466636" y="161734"/>
                </a:lnTo>
                <a:lnTo>
                  <a:pt x="450342" y="166014"/>
                </a:lnTo>
                <a:lnTo>
                  <a:pt x="433476" y="169735"/>
                </a:lnTo>
                <a:lnTo>
                  <a:pt x="416013" y="172872"/>
                </a:lnTo>
                <a:lnTo>
                  <a:pt x="397954" y="175450"/>
                </a:lnTo>
                <a:lnTo>
                  <a:pt x="407098" y="187642"/>
                </a:lnTo>
                <a:lnTo>
                  <a:pt x="410248" y="193738"/>
                </a:lnTo>
                <a:lnTo>
                  <a:pt x="433031" y="189496"/>
                </a:lnTo>
                <a:lnTo>
                  <a:pt x="455396" y="183832"/>
                </a:lnTo>
                <a:lnTo>
                  <a:pt x="476897" y="177025"/>
                </a:lnTo>
                <a:lnTo>
                  <a:pt x="497116" y="169354"/>
                </a:lnTo>
                <a:lnTo>
                  <a:pt x="546658" y="185216"/>
                </a:lnTo>
                <a:lnTo>
                  <a:pt x="562737" y="190690"/>
                </a:lnTo>
                <a:lnTo>
                  <a:pt x="570357" y="172402"/>
                </a:lnTo>
                <a:lnTo>
                  <a:pt x="559968" y="169354"/>
                </a:lnTo>
                <a:lnTo>
                  <a:pt x="523024" y="158686"/>
                </a:lnTo>
                <a:lnTo>
                  <a:pt x="535559" y="151561"/>
                </a:lnTo>
                <a:lnTo>
                  <a:pt x="536371" y="151066"/>
                </a:lnTo>
                <a:lnTo>
                  <a:pt x="547827" y="144018"/>
                </a:lnTo>
                <a:lnTo>
                  <a:pt x="559536" y="136182"/>
                </a:lnTo>
                <a:lnTo>
                  <a:pt x="570357" y="128206"/>
                </a:lnTo>
                <a:lnTo>
                  <a:pt x="570357" y="109816"/>
                </a:lnTo>
                <a:close/>
              </a:path>
              <a:path w="1949450" h="382905">
                <a:moveTo>
                  <a:pt x="733526" y="83908"/>
                </a:moveTo>
                <a:lnTo>
                  <a:pt x="700011" y="77812"/>
                </a:lnTo>
                <a:lnTo>
                  <a:pt x="659930" y="70840"/>
                </a:lnTo>
                <a:lnTo>
                  <a:pt x="635889" y="67144"/>
                </a:lnTo>
                <a:lnTo>
                  <a:pt x="655955" y="60274"/>
                </a:lnTo>
                <a:lnTo>
                  <a:pt x="657974" y="59524"/>
                </a:lnTo>
                <a:lnTo>
                  <a:pt x="675182" y="53238"/>
                </a:lnTo>
                <a:lnTo>
                  <a:pt x="693839" y="45935"/>
                </a:lnTo>
                <a:lnTo>
                  <a:pt x="712190" y="38188"/>
                </a:lnTo>
                <a:lnTo>
                  <a:pt x="712190" y="16764"/>
                </a:lnTo>
                <a:lnTo>
                  <a:pt x="440728" y="16764"/>
                </a:lnTo>
                <a:lnTo>
                  <a:pt x="440728" y="35140"/>
                </a:lnTo>
                <a:lnTo>
                  <a:pt x="666369" y="35140"/>
                </a:lnTo>
                <a:lnTo>
                  <a:pt x="648322" y="42595"/>
                </a:lnTo>
                <a:lnTo>
                  <a:pt x="630555" y="49047"/>
                </a:lnTo>
                <a:lnTo>
                  <a:pt x="612787" y="54648"/>
                </a:lnTo>
                <a:lnTo>
                  <a:pt x="594741" y="59524"/>
                </a:lnTo>
                <a:lnTo>
                  <a:pt x="520547" y="49237"/>
                </a:lnTo>
                <a:lnTo>
                  <a:pt x="454444" y="41236"/>
                </a:lnTo>
                <a:lnTo>
                  <a:pt x="446824" y="58000"/>
                </a:lnTo>
                <a:lnTo>
                  <a:pt x="524433" y="67005"/>
                </a:lnTo>
                <a:lnTo>
                  <a:pt x="549021" y="70192"/>
                </a:lnTo>
                <a:lnTo>
                  <a:pt x="517817" y="76225"/>
                </a:lnTo>
                <a:lnTo>
                  <a:pt x="486067" y="80670"/>
                </a:lnTo>
                <a:lnTo>
                  <a:pt x="453771" y="83705"/>
                </a:lnTo>
                <a:lnTo>
                  <a:pt x="420916" y="85432"/>
                </a:lnTo>
                <a:lnTo>
                  <a:pt x="425488" y="91528"/>
                </a:lnTo>
                <a:lnTo>
                  <a:pt x="431584" y="103720"/>
                </a:lnTo>
                <a:lnTo>
                  <a:pt x="475297" y="99682"/>
                </a:lnTo>
                <a:lnTo>
                  <a:pt x="517309" y="94195"/>
                </a:lnTo>
                <a:lnTo>
                  <a:pt x="557631" y="87007"/>
                </a:lnTo>
                <a:lnTo>
                  <a:pt x="596265" y="77812"/>
                </a:lnTo>
                <a:lnTo>
                  <a:pt x="628294" y="83820"/>
                </a:lnTo>
                <a:lnTo>
                  <a:pt x="660476" y="90385"/>
                </a:lnTo>
                <a:lnTo>
                  <a:pt x="692962" y="97536"/>
                </a:lnTo>
                <a:lnTo>
                  <a:pt x="725906" y="105244"/>
                </a:lnTo>
                <a:lnTo>
                  <a:pt x="733526" y="83908"/>
                </a:lnTo>
                <a:close/>
              </a:path>
              <a:path w="1949450" h="382905">
                <a:moveTo>
                  <a:pt x="756386" y="196786"/>
                </a:moveTo>
                <a:lnTo>
                  <a:pt x="410248" y="196786"/>
                </a:lnTo>
                <a:lnTo>
                  <a:pt x="410248" y="247167"/>
                </a:lnTo>
                <a:lnTo>
                  <a:pt x="437680" y="247167"/>
                </a:lnTo>
                <a:lnTo>
                  <a:pt x="437680" y="215074"/>
                </a:lnTo>
                <a:lnTo>
                  <a:pt x="730478" y="215074"/>
                </a:lnTo>
                <a:lnTo>
                  <a:pt x="730478" y="247167"/>
                </a:lnTo>
                <a:lnTo>
                  <a:pt x="756386" y="247167"/>
                </a:lnTo>
                <a:lnTo>
                  <a:pt x="756386" y="215074"/>
                </a:lnTo>
                <a:lnTo>
                  <a:pt x="756386" y="196786"/>
                </a:lnTo>
                <a:close/>
              </a:path>
              <a:path w="1949450" h="382905">
                <a:moveTo>
                  <a:pt x="767054" y="176974"/>
                </a:moveTo>
                <a:lnTo>
                  <a:pt x="740384" y="169354"/>
                </a:lnTo>
                <a:lnTo>
                  <a:pt x="703046" y="158686"/>
                </a:lnTo>
                <a:lnTo>
                  <a:pt x="716445" y="151561"/>
                </a:lnTo>
                <a:lnTo>
                  <a:pt x="717283" y="151066"/>
                </a:lnTo>
                <a:lnTo>
                  <a:pt x="729145" y="144018"/>
                </a:lnTo>
                <a:lnTo>
                  <a:pt x="740968" y="136182"/>
                </a:lnTo>
                <a:lnTo>
                  <a:pt x="751814" y="128206"/>
                </a:lnTo>
                <a:lnTo>
                  <a:pt x="751814" y="109816"/>
                </a:lnTo>
                <a:lnTo>
                  <a:pt x="593217" y="109816"/>
                </a:lnTo>
                <a:lnTo>
                  <a:pt x="593217" y="126682"/>
                </a:lnTo>
                <a:lnTo>
                  <a:pt x="719810" y="126682"/>
                </a:lnTo>
                <a:lnTo>
                  <a:pt x="709231" y="133273"/>
                </a:lnTo>
                <a:lnTo>
                  <a:pt x="698080" y="139446"/>
                </a:lnTo>
                <a:lnTo>
                  <a:pt x="686333" y="145326"/>
                </a:lnTo>
                <a:lnTo>
                  <a:pt x="673989" y="151066"/>
                </a:lnTo>
                <a:lnTo>
                  <a:pt x="655421" y="145630"/>
                </a:lnTo>
                <a:lnTo>
                  <a:pt x="636270" y="140779"/>
                </a:lnTo>
                <a:lnTo>
                  <a:pt x="616559" y="136486"/>
                </a:lnTo>
                <a:lnTo>
                  <a:pt x="596265" y="132778"/>
                </a:lnTo>
                <a:lnTo>
                  <a:pt x="588645" y="149542"/>
                </a:lnTo>
                <a:lnTo>
                  <a:pt x="603224" y="152069"/>
                </a:lnTo>
                <a:lnTo>
                  <a:pt x="643509" y="160210"/>
                </a:lnTo>
                <a:lnTo>
                  <a:pt x="628599" y="164477"/>
                </a:lnTo>
                <a:lnTo>
                  <a:pt x="613410" y="168021"/>
                </a:lnTo>
                <a:lnTo>
                  <a:pt x="597649" y="170713"/>
                </a:lnTo>
                <a:lnTo>
                  <a:pt x="581025" y="172402"/>
                </a:lnTo>
                <a:lnTo>
                  <a:pt x="585597" y="180022"/>
                </a:lnTo>
                <a:lnTo>
                  <a:pt x="591693" y="192214"/>
                </a:lnTo>
                <a:lnTo>
                  <a:pt x="614883" y="187350"/>
                </a:lnTo>
                <a:lnTo>
                  <a:pt x="636651" y="181927"/>
                </a:lnTo>
                <a:lnTo>
                  <a:pt x="657275" y="175920"/>
                </a:lnTo>
                <a:lnTo>
                  <a:pt x="677037" y="169354"/>
                </a:lnTo>
                <a:lnTo>
                  <a:pt x="696760" y="175336"/>
                </a:lnTo>
                <a:lnTo>
                  <a:pt x="716749" y="181737"/>
                </a:lnTo>
                <a:lnTo>
                  <a:pt x="736714" y="188429"/>
                </a:lnTo>
                <a:lnTo>
                  <a:pt x="756386" y="195262"/>
                </a:lnTo>
                <a:lnTo>
                  <a:pt x="767054" y="176974"/>
                </a:lnTo>
                <a:close/>
              </a:path>
              <a:path w="1949450" h="382905">
                <a:moveTo>
                  <a:pt x="771626" y="347853"/>
                </a:moveTo>
                <a:lnTo>
                  <a:pt x="706094" y="347853"/>
                </a:lnTo>
                <a:lnTo>
                  <a:pt x="706094" y="327939"/>
                </a:lnTo>
                <a:lnTo>
                  <a:pt x="706094" y="311175"/>
                </a:lnTo>
                <a:lnTo>
                  <a:pt x="706094" y="291363"/>
                </a:lnTo>
                <a:lnTo>
                  <a:pt x="706094" y="273075"/>
                </a:lnTo>
                <a:lnTo>
                  <a:pt x="706094" y="253263"/>
                </a:lnTo>
                <a:lnTo>
                  <a:pt x="706094" y="234975"/>
                </a:lnTo>
                <a:lnTo>
                  <a:pt x="681609" y="234975"/>
                </a:lnTo>
                <a:lnTo>
                  <a:pt x="681609" y="347853"/>
                </a:lnTo>
                <a:lnTo>
                  <a:pt x="486448" y="347853"/>
                </a:lnTo>
                <a:lnTo>
                  <a:pt x="486448" y="327939"/>
                </a:lnTo>
                <a:lnTo>
                  <a:pt x="681609" y="327939"/>
                </a:lnTo>
                <a:lnTo>
                  <a:pt x="681609" y="311175"/>
                </a:lnTo>
                <a:lnTo>
                  <a:pt x="486448" y="311175"/>
                </a:lnTo>
                <a:lnTo>
                  <a:pt x="486448" y="291363"/>
                </a:lnTo>
                <a:lnTo>
                  <a:pt x="681609" y="291363"/>
                </a:lnTo>
                <a:lnTo>
                  <a:pt x="681609" y="273075"/>
                </a:lnTo>
                <a:lnTo>
                  <a:pt x="486448" y="273075"/>
                </a:lnTo>
                <a:lnTo>
                  <a:pt x="486448" y="253263"/>
                </a:lnTo>
                <a:lnTo>
                  <a:pt x="681609" y="253263"/>
                </a:lnTo>
                <a:lnTo>
                  <a:pt x="681609" y="234975"/>
                </a:lnTo>
                <a:lnTo>
                  <a:pt x="460540" y="234975"/>
                </a:lnTo>
                <a:lnTo>
                  <a:pt x="460540" y="347853"/>
                </a:lnTo>
                <a:lnTo>
                  <a:pt x="396430" y="347853"/>
                </a:lnTo>
                <a:lnTo>
                  <a:pt x="396430" y="367665"/>
                </a:lnTo>
                <a:lnTo>
                  <a:pt x="771626" y="367665"/>
                </a:lnTo>
                <a:lnTo>
                  <a:pt x="771626" y="347853"/>
                </a:lnTo>
                <a:close/>
              </a:path>
              <a:path w="1949450" h="382905">
                <a:moveTo>
                  <a:pt x="937831" y="205930"/>
                </a:moveTo>
                <a:lnTo>
                  <a:pt x="926134" y="192481"/>
                </a:lnTo>
                <a:lnTo>
                  <a:pt x="914019" y="179451"/>
                </a:lnTo>
                <a:lnTo>
                  <a:pt x="911606" y="176974"/>
                </a:lnTo>
                <a:lnTo>
                  <a:pt x="907161" y="172402"/>
                </a:lnTo>
                <a:lnTo>
                  <a:pt x="902703" y="167830"/>
                </a:lnTo>
                <a:lnTo>
                  <a:pt x="901611" y="166712"/>
                </a:lnTo>
                <a:lnTo>
                  <a:pt x="889063" y="154114"/>
                </a:lnTo>
                <a:lnTo>
                  <a:pt x="873823" y="167830"/>
                </a:lnTo>
                <a:lnTo>
                  <a:pt x="873823" y="108292"/>
                </a:lnTo>
                <a:lnTo>
                  <a:pt x="918019" y="108292"/>
                </a:lnTo>
                <a:lnTo>
                  <a:pt x="918019" y="82384"/>
                </a:lnTo>
                <a:lnTo>
                  <a:pt x="873823" y="82384"/>
                </a:lnTo>
                <a:lnTo>
                  <a:pt x="873823" y="7620"/>
                </a:lnTo>
                <a:lnTo>
                  <a:pt x="846391" y="7620"/>
                </a:lnTo>
                <a:lnTo>
                  <a:pt x="846391" y="82384"/>
                </a:lnTo>
                <a:lnTo>
                  <a:pt x="789901" y="82384"/>
                </a:lnTo>
                <a:lnTo>
                  <a:pt x="789901" y="108292"/>
                </a:lnTo>
                <a:lnTo>
                  <a:pt x="843343" y="108292"/>
                </a:lnTo>
                <a:lnTo>
                  <a:pt x="831926" y="146697"/>
                </a:lnTo>
                <a:lnTo>
                  <a:pt x="818337" y="181927"/>
                </a:lnTo>
                <a:lnTo>
                  <a:pt x="802754" y="214299"/>
                </a:lnTo>
                <a:lnTo>
                  <a:pt x="785329" y="244119"/>
                </a:lnTo>
                <a:lnTo>
                  <a:pt x="788758" y="253009"/>
                </a:lnTo>
                <a:lnTo>
                  <a:pt x="792187" y="261467"/>
                </a:lnTo>
                <a:lnTo>
                  <a:pt x="795616" y="269633"/>
                </a:lnTo>
                <a:lnTo>
                  <a:pt x="799045" y="277660"/>
                </a:lnTo>
                <a:lnTo>
                  <a:pt x="811593" y="254774"/>
                </a:lnTo>
                <a:lnTo>
                  <a:pt x="823861" y="229603"/>
                </a:lnTo>
                <a:lnTo>
                  <a:pt x="835571" y="202133"/>
                </a:lnTo>
                <a:lnTo>
                  <a:pt x="846391" y="172402"/>
                </a:lnTo>
                <a:lnTo>
                  <a:pt x="846391" y="382905"/>
                </a:lnTo>
                <a:lnTo>
                  <a:pt x="873823" y="382905"/>
                </a:lnTo>
                <a:lnTo>
                  <a:pt x="873823" y="176974"/>
                </a:lnTo>
                <a:lnTo>
                  <a:pt x="881557" y="185242"/>
                </a:lnTo>
                <a:lnTo>
                  <a:pt x="891159" y="196227"/>
                </a:lnTo>
                <a:lnTo>
                  <a:pt x="916495" y="225831"/>
                </a:lnTo>
                <a:lnTo>
                  <a:pt x="937831" y="205930"/>
                </a:lnTo>
                <a:close/>
              </a:path>
              <a:path w="1949450" h="382905">
                <a:moveTo>
                  <a:pt x="1018705" y="54952"/>
                </a:moveTo>
                <a:lnTo>
                  <a:pt x="1010958" y="44932"/>
                </a:lnTo>
                <a:lnTo>
                  <a:pt x="1001369" y="33045"/>
                </a:lnTo>
                <a:lnTo>
                  <a:pt x="989761" y="19126"/>
                </a:lnTo>
                <a:lnTo>
                  <a:pt x="976033" y="3048"/>
                </a:lnTo>
                <a:lnTo>
                  <a:pt x="953071" y="19900"/>
                </a:lnTo>
                <a:lnTo>
                  <a:pt x="961669" y="31026"/>
                </a:lnTo>
                <a:lnTo>
                  <a:pt x="971257" y="43713"/>
                </a:lnTo>
                <a:lnTo>
                  <a:pt x="981671" y="57835"/>
                </a:lnTo>
                <a:lnTo>
                  <a:pt x="992797" y="73240"/>
                </a:lnTo>
                <a:lnTo>
                  <a:pt x="1018705" y="54952"/>
                </a:lnTo>
                <a:close/>
              </a:path>
              <a:path w="1949450" h="382905">
                <a:moveTo>
                  <a:pt x="1163574" y="256311"/>
                </a:moveTo>
                <a:lnTo>
                  <a:pt x="1052233" y="256311"/>
                </a:lnTo>
                <a:lnTo>
                  <a:pt x="1052233" y="193738"/>
                </a:lnTo>
                <a:lnTo>
                  <a:pt x="1140714" y="193738"/>
                </a:lnTo>
                <a:lnTo>
                  <a:pt x="1140714" y="166306"/>
                </a:lnTo>
                <a:lnTo>
                  <a:pt x="1052233" y="166306"/>
                </a:lnTo>
                <a:lnTo>
                  <a:pt x="1052233" y="106768"/>
                </a:lnTo>
                <a:lnTo>
                  <a:pt x="1151382" y="106768"/>
                </a:lnTo>
                <a:lnTo>
                  <a:pt x="1151382" y="79336"/>
                </a:lnTo>
                <a:lnTo>
                  <a:pt x="1081189" y="79336"/>
                </a:lnTo>
                <a:lnTo>
                  <a:pt x="1093241" y="64503"/>
                </a:lnTo>
                <a:lnTo>
                  <a:pt x="1104468" y="49809"/>
                </a:lnTo>
                <a:lnTo>
                  <a:pt x="1125474" y="21424"/>
                </a:lnTo>
                <a:lnTo>
                  <a:pt x="1096429" y="3048"/>
                </a:lnTo>
                <a:lnTo>
                  <a:pt x="1087539" y="19075"/>
                </a:lnTo>
                <a:lnTo>
                  <a:pt x="1076807" y="37236"/>
                </a:lnTo>
                <a:lnTo>
                  <a:pt x="1064056" y="57365"/>
                </a:lnTo>
                <a:lnTo>
                  <a:pt x="1049185" y="79336"/>
                </a:lnTo>
                <a:lnTo>
                  <a:pt x="930211" y="79336"/>
                </a:lnTo>
                <a:lnTo>
                  <a:pt x="930211" y="106768"/>
                </a:lnTo>
                <a:lnTo>
                  <a:pt x="1023277" y="106768"/>
                </a:lnTo>
                <a:lnTo>
                  <a:pt x="1023277" y="166306"/>
                </a:lnTo>
                <a:lnTo>
                  <a:pt x="939355" y="166306"/>
                </a:lnTo>
                <a:lnTo>
                  <a:pt x="939355" y="193738"/>
                </a:lnTo>
                <a:lnTo>
                  <a:pt x="1023277" y="193738"/>
                </a:lnTo>
                <a:lnTo>
                  <a:pt x="1023277" y="256311"/>
                </a:lnTo>
                <a:lnTo>
                  <a:pt x="910399" y="256311"/>
                </a:lnTo>
                <a:lnTo>
                  <a:pt x="910399" y="282232"/>
                </a:lnTo>
                <a:lnTo>
                  <a:pt x="1023277" y="282232"/>
                </a:lnTo>
                <a:lnTo>
                  <a:pt x="1023277" y="382905"/>
                </a:lnTo>
                <a:lnTo>
                  <a:pt x="1052233" y="382905"/>
                </a:lnTo>
                <a:lnTo>
                  <a:pt x="1052233" y="282232"/>
                </a:lnTo>
                <a:lnTo>
                  <a:pt x="1163574" y="282232"/>
                </a:lnTo>
                <a:lnTo>
                  <a:pt x="1163574" y="256311"/>
                </a:lnTo>
                <a:close/>
              </a:path>
              <a:path w="1949450" h="382905">
                <a:moveTo>
                  <a:pt x="1389316" y="289852"/>
                </a:moveTo>
                <a:lnTo>
                  <a:pt x="1297787" y="303568"/>
                </a:lnTo>
                <a:lnTo>
                  <a:pt x="1297787" y="201358"/>
                </a:lnTo>
                <a:lnTo>
                  <a:pt x="1372463" y="201358"/>
                </a:lnTo>
                <a:lnTo>
                  <a:pt x="1372463" y="172402"/>
                </a:lnTo>
                <a:lnTo>
                  <a:pt x="1192530" y="172402"/>
                </a:lnTo>
                <a:lnTo>
                  <a:pt x="1192530" y="201358"/>
                </a:lnTo>
                <a:lnTo>
                  <a:pt x="1267307" y="201358"/>
                </a:lnTo>
                <a:lnTo>
                  <a:pt x="1267307" y="308140"/>
                </a:lnTo>
                <a:lnTo>
                  <a:pt x="1244434" y="311302"/>
                </a:lnTo>
                <a:lnTo>
                  <a:pt x="1178814" y="318808"/>
                </a:lnTo>
                <a:lnTo>
                  <a:pt x="1186434" y="350901"/>
                </a:lnTo>
                <a:lnTo>
                  <a:pt x="1231658" y="344017"/>
                </a:lnTo>
                <a:lnTo>
                  <a:pt x="1389316" y="321856"/>
                </a:lnTo>
                <a:lnTo>
                  <a:pt x="1389316" y="303568"/>
                </a:lnTo>
                <a:lnTo>
                  <a:pt x="1389316" y="289852"/>
                </a:lnTo>
                <a:close/>
              </a:path>
              <a:path w="1949450" h="382905">
                <a:moveTo>
                  <a:pt x="1523530" y="50380"/>
                </a:moveTo>
                <a:lnTo>
                  <a:pt x="1508874" y="38100"/>
                </a:lnTo>
                <a:lnTo>
                  <a:pt x="1494675" y="26377"/>
                </a:lnTo>
                <a:lnTo>
                  <a:pt x="1480781" y="15201"/>
                </a:lnTo>
                <a:lnTo>
                  <a:pt x="1467040" y="4572"/>
                </a:lnTo>
                <a:lnTo>
                  <a:pt x="1448752" y="24472"/>
                </a:lnTo>
                <a:lnTo>
                  <a:pt x="1462443" y="36144"/>
                </a:lnTo>
                <a:lnTo>
                  <a:pt x="1475994" y="48094"/>
                </a:lnTo>
                <a:lnTo>
                  <a:pt x="1502092" y="71716"/>
                </a:lnTo>
                <a:lnTo>
                  <a:pt x="1523530" y="50380"/>
                </a:lnTo>
                <a:close/>
              </a:path>
              <a:path w="1949450" h="382905">
                <a:moveTo>
                  <a:pt x="1557058" y="280708"/>
                </a:moveTo>
                <a:lnTo>
                  <a:pt x="1549933" y="279273"/>
                </a:lnTo>
                <a:lnTo>
                  <a:pt x="1542389" y="277279"/>
                </a:lnTo>
                <a:lnTo>
                  <a:pt x="1534553" y="274701"/>
                </a:lnTo>
                <a:lnTo>
                  <a:pt x="1526578" y="271564"/>
                </a:lnTo>
                <a:lnTo>
                  <a:pt x="1524050" y="289852"/>
                </a:lnTo>
                <a:lnTo>
                  <a:pt x="1515808" y="331089"/>
                </a:lnTo>
                <a:lnTo>
                  <a:pt x="1504188" y="345948"/>
                </a:lnTo>
                <a:lnTo>
                  <a:pt x="1496301" y="345668"/>
                </a:lnTo>
                <a:lnTo>
                  <a:pt x="1465999" y="317538"/>
                </a:lnTo>
                <a:lnTo>
                  <a:pt x="1449184" y="282549"/>
                </a:lnTo>
                <a:lnTo>
                  <a:pt x="1436382" y="235419"/>
                </a:lnTo>
                <a:lnTo>
                  <a:pt x="1427594" y="176276"/>
                </a:lnTo>
                <a:lnTo>
                  <a:pt x="1422844" y="105257"/>
                </a:lnTo>
                <a:lnTo>
                  <a:pt x="1552486" y="105257"/>
                </a:lnTo>
                <a:lnTo>
                  <a:pt x="1552486" y="76288"/>
                </a:lnTo>
                <a:lnTo>
                  <a:pt x="1421320" y="76288"/>
                </a:lnTo>
                <a:lnTo>
                  <a:pt x="1420444" y="57988"/>
                </a:lnTo>
                <a:lnTo>
                  <a:pt x="1419999" y="40093"/>
                </a:lnTo>
                <a:lnTo>
                  <a:pt x="1419872" y="26377"/>
                </a:lnTo>
                <a:lnTo>
                  <a:pt x="1419796" y="1524"/>
                </a:lnTo>
                <a:lnTo>
                  <a:pt x="1387792" y="1524"/>
                </a:lnTo>
                <a:lnTo>
                  <a:pt x="1387983" y="40093"/>
                </a:lnTo>
                <a:lnTo>
                  <a:pt x="1389316" y="76288"/>
                </a:lnTo>
                <a:lnTo>
                  <a:pt x="1177290" y="76288"/>
                </a:lnTo>
                <a:lnTo>
                  <a:pt x="1177290" y="105257"/>
                </a:lnTo>
                <a:lnTo>
                  <a:pt x="1390840" y="105257"/>
                </a:lnTo>
                <a:lnTo>
                  <a:pt x="1396174" y="175945"/>
                </a:lnTo>
                <a:lnTo>
                  <a:pt x="1404937" y="236080"/>
                </a:lnTo>
                <a:lnTo>
                  <a:pt x="1417281" y="285737"/>
                </a:lnTo>
                <a:lnTo>
                  <a:pt x="1433360" y="324993"/>
                </a:lnTo>
                <a:lnTo>
                  <a:pt x="1466799" y="365074"/>
                </a:lnTo>
                <a:lnTo>
                  <a:pt x="1506664" y="379857"/>
                </a:lnTo>
                <a:lnTo>
                  <a:pt x="1518412" y="378167"/>
                </a:lnTo>
                <a:lnTo>
                  <a:pt x="1543786" y="345948"/>
                </a:lnTo>
                <a:lnTo>
                  <a:pt x="1553387" y="302437"/>
                </a:lnTo>
                <a:lnTo>
                  <a:pt x="1557058" y="280708"/>
                </a:lnTo>
                <a:close/>
              </a:path>
              <a:path w="1949450" h="382905">
                <a:moveTo>
                  <a:pt x="1949005" y="331089"/>
                </a:moveTo>
                <a:lnTo>
                  <a:pt x="1916112" y="323634"/>
                </a:lnTo>
                <a:lnTo>
                  <a:pt x="1886242" y="312902"/>
                </a:lnTo>
                <a:lnTo>
                  <a:pt x="1859546" y="299059"/>
                </a:lnTo>
                <a:lnTo>
                  <a:pt x="1836140" y="282219"/>
                </a:lnTo>
                <a:lnTo>
                  <a:pt x="1921484" y="239547"/>
                </a:lnTo>
                <a:lnTo>
                  <a:pt x="1900148" y="213550"/>
                </a:lnTo>
                <a:lnTo>
                  <a:pt x="1877834" y="228752"/>
                </a:lnTo>
                <a:lnTo>
                  <a:pt x="1856524" y="242214"/>
                </a:lnTo>
                <a:lnTo>
                  <a:pt x="1836064" y="253936"/>
                </a:lnTo>
                <a:lnTo>
                  <a:pt x="1816328" y="263931"/>
                </a:lnTo>
                <a:lnTo>
                  <a:pt x="1804301" y="249631"/>
                </a:lnTo>
                <a:lnTo>
                  <a:pt x="1793417" y="234175"/>
                </a:lnTo>
                <a:lnTo>
                  <a:pt x="1783664" y="217563"/>
                </a:lnTo>
                <a:lnTo>
                  <a:pt x="1775079" y="199834"/>
                </a:lnTo>
                <a:lnTo>
                  <a:pt x="1944433" y="199834"/>
                </a:lnTo>
                <a:lnTo>
                  <a:pt x="1944433" y="172402"/>
                </a:lnTo>
                <a:lnTo>
                  <a:pt x="1773555" y="172402"/>
                </a:lnTo>
                <a:lnTo>
                  <a:pt x="1773555" y="134302"/>
                </a:lnTo>
                <a:lnTo>
                  <a:pt x="1916912" y="134302"/>
                </a:lnTo>
                <a:lnTo>
                  <a:pt x="1916912" y="106768"/>
                </a:lnTo>
                <a:lnTo>
                  <a:pt x="1773555" y="106768"/>
                </a:lnTo>
                <a:lnTo>
                  <a:pt x="1773555" y="70192"/>
                </a:lnTo>
                <a:lnTo>
                  <a:pt x="1933676" y="70192"/>
                </a:lnTo>
                <a:lnTo>
                  <a:pt x="1933676" y="42760"/>
                </a:lnTo>
                <a:lnTo>
                  <a:pt x="1773555" y="42760"/>
                </a:lnTo>
                <a:lnTo>
                  <a:pt x="1773555" y="0"/>
                </a:lnTo>
                <a:lnTo>
                  <a:pt x="1743075" y="0"/>
                </a:lnTo>
                <a:lnTo>
                  <a:pt x="1743075" y="42760"/>
                </a:lnTo>
                <a:lnTo>
                  <a:pt x="1584490" y="42760"/>
                </a:lnTo>
                <a:lnTo>
                  <a:pt x="1584490" y="70192"/>
                </a:lnTo>
                <a:lnTo>
                  <a:pt x="1743075" y="70192"/>
                </a:lnTo>
                <a:lnTo>
                  <a:pt x="1743075" y="106768"/>
                </a:lnTo>
                <a:lnTo>
                  <a:pt x="1599730" y="106768"/>
                </a:lnTo>
                <a:lnTo>
                  <a:pt x="1599730" y="134302"/>
                </a:lnTo>
                <a:lnTo>
                  <a:pt x="1743075" y="134302"/>
                </a:lnTo>
                <a:lnTo>
                  <a:pt x="1743075" y="172402"/>
                </a:lnTo>
                <a:lnTo>
                  <a:pt x="1572298" y="172402"/>
                </a:lnTo>
                <a:lnTo>
                  <a:pt x="1572298" y="199834"/>
                </a:lnTo>
                <a:lnTo>
                  <a:pt x="1723263" y="199834"/>
                </a:lnTo>
                <a:lnTo>
                  <a:pt x="1692097" y="231584"/>
                </a:lnTo>
                <a:lnTo>
                  <a:pt x="1655775" y="260311"/>
                </a:lnTo>
                <a:lnTo>
                  <a:pt x="1614309" y="285864"/>
                </a:lnTo>
                <a:lnTo>
                  <a:pt x="1567726" y="308127"/>
                </a:lnTo>
                <a:lnTo>
                  <a:pt x="1573174" y="314109"/>
                </a:lnTo>
                <a:lnTo>
                  <a:pt x="1578203" y="320522"/>
                </a:lnTo>
                <a:lnTo>
                  <a:pt x="1582940" y="327253"/>
                </a:lnTo>
                <a:lnTo>
                  <a:pt x="1587538" y="334137"/>
                </a:lnTo>
                <a:lnTo>
                  <a:pt x="1611871" y="322110"/>
                </a:lnTo>
                <a:lnTo>
                  <a:pt x="1634782" y="309092"/>
                </a:lnTo>
                <a:lnTo>
                  <a:pt x="1656575" y="295249"/>
                </a:lnTo>
                <a:lnTo>
                  <a:pt x="1677543" y="280695"/>
                </a:lnTo>
                <a:lnTo>
                  <a:pt x="1677543" y="341757"/>
                </a:lnTo>
                <a:lnTo>
                  <a:pt x="1672971" y="349377"/>
                </a:lnTo>
                <a:lnTo>
                  <a:pt x="1666875" y="353949"/>
                </a:lnTo>
                <a:lnTo>
                  <a:pt x="1685163" y="382905"/>
                </a:lnTo>
                <a:lnTo>
                  <a:pt x="1728952" y="363143"/>
                </a:lnTo>
                <a:lnTo>
                  <a:pt x="1776387" y="346087"/>
                </a:lnTo>
                <a:lnTo>
                  <a:pt x="1799564" y="338709"/>
                </a:lnTo>
                <a:lnTo>
                  <a:pt x="1799564" y="305079"/>
                </a:lnTo>
                <a:lnTo>
                  <a:pt x="1777238" y="313969"/>
                </a:lnTo>
                <a:lnTo>
                  <a:pt x="1753946" y="322427"/>
                </a:lnTo>
                <a:lnTo>
                  <a:pt x="1729816" y="330631"/>
                </a:lnTo>
                <a:lnTo>
                  <a:pt x="1704975" y="338709"/>
                </a:lnTo>
                <a:lnTo>
                  <a:pt x="1704975" y="257835"/>
                </a:lnTo>
                <a:lnTo>
                  <a:pt x="1717268" y="246392"/>
                </a:lnTo>
                <a:lnTo>
                  <a:pt x="1728978" y="234784"/>
                </a:lnTo>
                <a:lnTo>
                  <a:pt x="1740128" y="222872"/>
                </a:lnTo>
                <a:lnTo>
                  <a:pt x="1750695" y="210502"/>
                </a:lnTo>
                <a:lnTo>
                  <a:pt x="1774647" y="255358"/>
                </a:lnTo>
                <a:lnTo>
                  <a:pt x="1804403" y="292912"/>
                </a:lnTo>
                <a:lnTo>
                  <a:pt x="1839861" y="323126"/>
                </a:lnTo>
                <a:lnTo>
                  <a:pt x="1880946" y="346011"/>
                </a:lnTo>
                <a:lnTo>
                  <a:pt x="1927580" y="361569"/>
                </a:lnTo>
                <a:lnTo>
                  <a:pt x="1931568" y="354444"/>
                </a:lnTo>
                <a:lnTo>
                  <a:pt x="1936572" y="346900"/>
                </a:lnTo>
                <a:lnTo>
                  <a:pt x="1942439" y="339064"/>
                </a:lnTo>
                <a:lnTo>
                  <a:pt x="1949005" y="331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256657" y="3403187"/>
            <a:ext cx="102235" cy="279400"/>
          </a:xfrm>
          <a:custGeom>
            <a:avLst/>
            <a:gdLst/>
            <a:ahLst/>
            <a:cxnLst/>
            <a:rect l="l" t="t" r="r" b="b"/>
            <a:pathLst>
              <a:path w="102235" h="279400">
                <a:moveTo>
                  <a:pt x="27432" y="279177"/>
                </a:moveTo>
                <a:lnTo>
                  <a:pt x="19716" y="278892"/>
                </a:lnTo>
                <a:lnTo>
                  <a:pt x="12573" y="278034"/>
                </a:lnTo>
                <a:lnTo>
                  <a:pt x="6000" y="276606"/>
                </a:lnTo>
                <a:lnTo>
                  <a:pt x="0" y="274605"/>
                </a:lnTo>
                <a:lnTo>
                  <a:pt x="0" y="242506"/>
                </a:lnTo>
                <a:lnTo>
                  <a:pt x="6000" y="246268"/>
                </a:lnTo>
                <a:lnTo>
                  <a:pt x="12573" y="248602"/>
                </a:lnTo>
                <a:lnTo>
                  <a:pt x="19716" y="249793"/>
                </a:lnTo>
                <a:lnTo>
                  <a:pt x="27432" y="250126"/>
                </a:lnTo>
                <a:lnTo>
                  <a:pt x="46315" y="245554"/>
                </a:lnTo>
                <a:lnTo>
                  <a:pt x="59626" y="231838"/>
                </a:lnTo>
                <a:lnTo>
                  <a:pt x="67508" y="208978"/>
                </a:lnTo>
                <a:lnTo>
                  <a:pt x="70104" y="176974"/>
                </a:lnTo>
                <a:lnTo>
                  <a:pt x="70104" y="0"/>
                </a:lnTo>
                <a:lnTo>
                  <a:pt x="102203" y="0"/>
                </a:lnTo>
                <a:lnTo>
                  <a:pt x="102203" y="176974"/>
                </a:lnTo>
                <a:lnTo>
                  <a:pt x="101036" y="199810"/>
                </a:lnTo>
                <a:lnTo>
                  <a:pt x="91273" y="238053"/>
                </a:lnTo>
                <a:lnTo>
                  <a:pt x="58304" y="272462"/>
                </a:lnTo>
                <a:lnTo>
                  <a:pt x="43721" y="277472"/>
                </a:lnTo>
                <a:lnTo>
                  <a:pt x="27432" y="2791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5410676" y="3477958"/>
            <a:ext cx="541655" cy="204470"/>
            <a:chOff x="5410676" y="3477958"/>
            <a:chExt cx="541655" cy="20447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676" y="3477958"/>
              <a:ext cx="154019" cy="20440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5175" y="3477958"/>
              <a:ext cx="356901" cy="20440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6003893" y="3398615"/>
            <a:ext cx="349885" cy="283845"/>
            <a:chOff x="6003893" y="3398615"/>
            <a:chExt cx="349885" cy="283845"/>
          </a:xfrm>
        </p:grpSpPr>
        <p:sp>
          <p:nvSpPr>
            <p:cNvPr id="19" name="object 19" descr=""/>
            <p:cNvSpPr/>
            <p:nvPr/>
          </p:nvSpPr>
          <p:spPr>
            <a:xfrm>
              <a:off x="6003893" y="3398615"/>
              <a:ext cx="166370" cy="283845"/>
            </a:xfrm>
            <a:custGeom>
              <a:avLst/>
              <a:gdLst/>
              <a:ahLst/>
              <a:cxnLst/>
              <a:rect l="l" t="t" r="r" b="b"/>
              <a:pathLst>
                <a:path w="166370" h="283845">
                  <a:moveTo>
                    <a:pt x="51911" y="283749"/>
                  </a:moveTo>
                  <a:lnTo>
                    <a:pt x="39719" y="280701"/>
                  </a:lnTo>
                  <a:lnTo>
                    <a:pt x="32099" y="280701"/>
                  </a:lnTo>
                  <a:lnTo>
                    <a:pt x="19812" y="277558"/>
                  </a:lnTo>
                  <a:lnTo>
                    <a:pt x="13716" y="274510"/>
                  </a:lnTo>
                  <a:lnTo>
                    <a:pt x="7620" y="272986"/>
                  </a:lnTo>
                  <a:lnTo>
                    <a:pt x="3048" y="271462"/>
                  </a:lnTo>
                  <a:lnTo>
                    <a:pt x="0" y="268414"/>
                  </a:lnTo>
                  <a:lnTo>
                    <a:pt x="0" y="230314"/>
                  </a:lnTo>
                  <a:lnTo>
                    <a:pt x="3048" y="234886"/>
                  </a:lnTo>
                  <a:lnTo>
                    <a:pt x="27527" y="247078"/>
                  </a:lnTo>
                  <a:lnTo>
                    <a:pt x="33623" y="248602"/>
                  </a:lnTo>
                  <a:lnTo>
                    <a:pt x="41243" y="250126"/>
                  </a:lnTo>
                  <a:lnTo>
                    <a:pt x="47339" y="251650"/>
                  </a:lnTo>
                  <a:lnTo>
                    <a:pt x="54959" y="253174"/>
                  </a:lnTo>
                  <a:lnTo>
                    <a:pt x="61055" y="254698"/>
                  </a:lnTo>
                  <a:lnTo>
                    <a:pt x="73247" y="254698"/>
                  </a:lnTo>
                  <a:lnTo>
                    <a:pt x="117443" y="244030"/>
                  </a:lnTo>
                  <a:lnTo>
                    <a:pt x="132683" y="212026"/>
                  </a:lnTo>
                  <a:lnTo>
                    <a:pt x="132683" y="205930"/>
                  </a:lnTo>
                  <a:lnTo>
                    <a:pt x="129635" y="198310"/>
                  </a:lnTo>
                  <a:lnTo>
                    <a:pt x="126587" y="193738"/>
                  </a:lnTo>
                  <a:lnTo>
                    <a:pt x="123539" y="187642"/>
                  </a:lnTo>
                  <a:lnTo>
                    <a:pt x="118967" y="183070"/>
                  </a:lnTo>
                  <a:lnTo>
                    <a:pt x="112871" y="178498"/>
                  </a:lnTo>
                  <a:lnTo>
                    <a:pt x="108299" y="173831"/>
                  </a:lnTo>
                  <a:lnTo>
                    <a:pt x="93059" y="164687"/>
                  </a:lnTo>
                  <a:lnTo>
                    <a:pt x="87106" y="162139"/>
                  </a:lnTo>
                  <a:lnTo>
                    <a:pt x="80867" y="159162"/>
                  </a:lnTo>
                  <a:lnTo>
                    <a:pt x="74628" y="155900"/>
                  </a:lnTo>
                  <a:lnTo>
                    <a:pt x="68675" y="152495"/>
                  </a:lnTo>
                  <a:lnTo>
                    <a:pt x="60960" y="148828"/>
                  </a:lnTo>
                  <a:lnTo>
                    <a:pt x="24660" y="125039"/>
                  </a:lnTo>
                  <a:lnTo>
                    <a:pt x="1142" y="88106"/>
                  </a:lnTo>
                  <a:lnTo>
                    <a:pt x="0" y="73247"/>
                  </a:lnTo>
                  <a:lnTo>
                    <a:pt x="547" y="64333"/>
                  </a:lnTo>
                  <a:lnTo>
                    <a:pt x="17728" y="28574"/>
                  </a:lnTo>
                  <a:lnTo>
                    <a:pt x="51554" y="7143"/>
                  </a:lnTo>
                  <a:lnTo>
                    <a:pt x="94583" y="0"/>
                  </a:lnTo>
                  <a:lnTo>
                    <a:pt x="113728" y="809"/>
                  </a:lnTo>
                  <a:lnTo>
                    <a:pt x="130016" y="3047"/>
                  </a:lnTo>
                  <a:lnTo>
                    <a:pt x="143446" y="6429"/>
                  </a:lnTo>
                  <a:lnTo>
                    <a:pt x="154019" y="10667"/>
                  </a:lnTo>
                  <a:lnTo>
                    <a:pt x="154019" y="47243"/>
                  </a:lnTo>
                  <a:lnTo>
                    <a:pt x="140827" y="39481"/>
                  </a:lnTo>
                  <a:lnTo>
                    <a:pt x="126206" y="34289"/>
                  </a:lnTo>
                  <a:lnTo>
                    <a:pt x="109870" y="31384"/>
                  </a:lnTo>
                  <a:lnTo>
                    <a:pt x="91535" y="30479"/>
                  </a:lnTo>
                  <a:lnTo>
                    <a:pt x="77819" y="30479"/>
                  </a:lnTo>
                  <a:lnTo>
                    <a:pt x="70199" y="32003"/>
                  </a:lnTo>
                  <a:lnTo>
                    <a:pt x="58007" y="35051"/>
                  </a:lnTo>
                  <a:lnTo>
                    <a:pt x="51911" y="39623"/>
                  </a:lnTo>
                  <a:lnTo>
                    <a:pt x="47339" y="42671"/>
                  </a:lnTo>
                  <a:lnTo>
                    <a:pt x="38195" y="51815"/>
                  </a:lnTo>
                  <a:lnTo>
                    <a:pt x="35147" y="56387"/>
                  </a:lnTo>
                  <a:lnTo>
                    <a:pt x="33623" y="64007"/>
                  </a:lnTo>
                  <a:lnTo>
                    <a:pt x="33623" y="77819"/>
                  </a:lnTo>
                  <a:lnTo>
                    <a:pt x="35147" y="83915"/>
                  </a:lnTo>
                  <a:lnTo>
                    <a:pt x="38195" y="90011"/>
                  </a:lnTo>
                  <a:lnTo>
                    <a:pt x="39719" y="94583"/>
                  </a:lnTo>
                  <a:lnTo>
                    <a:pt x="48863" y="103727"/>
                  </a:lnTo>
                  <a:lnTo>
                    <a:pt x="53435" y="106775"/>
                  </a:lnTo>
                  <a:lnTo>
                    <a:pt x="59531" y="111347"/>
                  </a:lnTo>
                  <a:lnTo>
                    <a:pt x="67151" y="115919"/>
                  </a:lnTo>
                  <a:lnTo>
                    <a:pt x="73128" y="118467"/>
                  </a:lnTo>
                  <a:lnTo>
                    <a:pt x="93059" y="128111"/>
                  </a:lnTo>
                  <a:lnTo>
                    <a:pt x="99917" y="131778"/>
                  </a:lnTo>
                  <a:lnTo>
                    <a:pt x="113633" y="139684"/>
                  </a:lnTo>
                  <a:lnTo>
                    <a:pt x="120491" y="143351"/>
                  </a:lnTo>
                  <a:lnTo>
                    <a:pt x="152876" y="171783"/>
                  </a:lnTo>
                  <a:lnTo>
                    <a:pt x="166306" y="210502"/>
                  </a:lnTo>
                  <a:lnTo>
                    <a:pt x="165720" y="220241"/>
                  </a:lnTo>
                  <a:lnTo>
                    <a:pt x="148113" y="256603"/>
                  </a:lnTo>
                  <a:lnTo>
                    <a:pt x="113871" y="278074"/>
                  </a:lnTo>
                  <a:lnTo>
                    <a:pt x="77819" y="283487"/>
                  </a:lnTo>
                  <a:lnTo>
                    <a:pt x="51911" y="28374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6775" y="3477958"/>
              <a:ext cx="146399" cy="204406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6400419" y="3392519"/>
            <a:ext cx="173990" cy="285750"/>
            <a:chOff x="6400419" y="3392519"/>
            <a:chExt cx="173990" cy="285750"/>
          </a:xfrm>
        </p:grpSpPr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419" y="3479482"/>
              <a:ext cx="102203" cy="19831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533102" y="3392519"/>
              <a:ext cx="41275" cy="285750"/>
            </a:xfrm>
            <a:custGeom>
              <a:avLst/>
              <a:gdLst/>
              <a:ahLst/>
              <a:cxnLst/>
              <a:rect l="l" t="t" r="r" b="b"/>
              <a:pathLst>
                <a:path w="41275" h="285750">
                  <a:moveTo>
                    <a:pt x="25908" y="39624"/>
                  </a:moveTo>
                  <a:lnTo>
                    <a:pt x="13716" y="39624"/>
                  </a:lnTo>
                  <a:lnTo>
                    <a:pt x="9144" y="38100"/>
                  </a:lnTo>
                  <a:lnTo>
                    <a:pt x="1524" y="30480"/>
                  </a:lnTo>
                  <a:lnTo>
                    <a:pt x="0" y="25908"/>
                  </a:lnTo>
                  <a:lnTo>
                    <a:pt x="0" y="13716"/>
                  </a:lnTo>
                  <a:lnTo>
                    <a:pt x="1524" y="9144"/>
                  </a:lnTo>
                  <a:lnTo>
                    <a:pt x="9144" y="1524"/>
                  </a:lnTo>
                  <a:lnTo>
                    <a:pt x="13716" y="0"/>
                  </a:lnTo>
                  <a:lnTo>
                    <a:pt x="25908" y="0"/>
                  </a:lnTo>
                  <a:lnTo>
                    <a:pt x="30480" y="1524"/>
                  </a:lnTo>
                  <a:lnTo>
                    <a:pt x="35052" y="4572"/>
                  </a:lnTo>
                  <a:lnTo>
                    <a:pt x="41148" y="13716"/>
                  </a:lnTo>
                  <a:lnTo>
                    <a:pt x="41148" y="25908"/>
                  </a:lnTo>
                  <a:lnTo>
                    <a:pt x="38100" y="30480"/>
                  </a:lnTo>
                  <a:lnTo>
                    <a:pt x="30480" y="38100"/>
                  </a:lnTo>
                  <a:lnTo>
                    <a:pt x="25908" y="39624"/>
                  </a:lnTo>
                  <a:close/>
                </a:path>
                <a:path w="41275" h="285750">
                  <a:moveTo>
                    <a:pt x="35052" y="285273"/>
                  </a:moveTo>
                  <a:lnTo>
                    <a:pt x="4572" y="285273"/>
                  </a:lnTo>
                  <a:lnTo>
                    <a:pt x="4572" y="90011"/>
                  </a:lnTo>
                  <a:lnTo>
                    <a:pt x="35052" y="90011"/>
                  </a:lnTo>
                  <a:lnTo>
                    <a:pt x="35052" y="28527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/>
          <p:nvPr/>
        </p:nvSpPr>
        <p:spPr>
          <a:xfrm>
            <a:off x="6632244" y="3424529"/>
            <a:ext cx="320675" cy="343535"/>
          </a:xfrm>
          <a:custGeom>
            <a:avLst/>
            <a:gdLst/>
            <a:ahLst/>
            <a:cxnLst/>
            <a:rect l="l" t="t" r="r" b="b"/>
            <a:pathLst>
              <a:path w="320675" h="343535">
                <a:moveTo>
                  <a:pt x="179933" y="149542"/>
                </a:moveTo>
                <a:lnTo>
                  <a:pt x="174409" y="110401"/>
                </a:lnTo>
                <a:lnTo>
                  <a:pt x="147929" y="68973"/>
                </a:lnTo>
                <a:lnTo>
                  <a:pt x="147929" y="149542"/>
                </a:lnTo>
                <a:lnTo>
                  <a:pt x="146812" y="167855"/>
                </a:lnTo>
                <a:lnTo>
                  <a:pt x="131165" y="210502"/>
                </a:lnTo>
                <a:lnTo>
                  <a:pt x="86880" y="231838"/>
                </a:lnTo>
                <a:lnTo>
                  <a:pt x="74891" y="230720"/>
                </a:lnTo>
                <a:lnTo>
                  <a:pt x="64211" y="227457"/>
                </a:lnTo>
                <a:lnTo>
                  <a:pt x="61188" y="225742"/>
                </a:lnTo>
                <a:lnTo>
                  <a:pt x="54940" y="222199"/>
                </a:lnTo>
                <a:lnTo>
                  <a:pt x="31610" y="185064"/>
                </a:lnTo>
                <a:lnTo>
                  <a:pt x="30480" y="173926"/>
                </a:lnTo>
                <a:lnTo>
                  <a:pt x="30480" y="146392"/>
                </a:lnTo>
                <a:lnTo>
                  <a:pt x="40132" y="108889"/>
                </a:lnTo>
                <a:lnTo>
                  <a:pt x="78371" y="80505"/>
                </a:lnTo>
                <a:lnTo>
                  <a:pt x="91541" y="79336"/>
                </a:lnTo>
                <a:lnTo>
                  <a:pt x="103543" y="80479"/>
                </a:lnTo>
                <a:lnTo>
                  <a:pt x="138925" y="107873"/>
                </a:lnTo>
                <a:lnTo>
                  <a:pt x="147929" y="149542"/>
                </a:lnTo>
                <a:lnTo>
                  <a:pt x="147929" y="68973"/>
                </a:lnTo>
                <a:lnTo>
                  <a:pt x="147167" y="68224"/>
                </a:lnTo>
                <a:lnTo>
                  <a:pt x="133451" y="60096"/>
                </a:lnTo>
                <a:lnTo>
                  <a:pt x="117449" y="55130"/>
                </a:lnTo>
                <a:lnTo>
                  <a:pt x="99161" y="53428"/>
                </a:lnTo>
                <a:lnTo>
                  <a:pt x="78562" y="55740"/>
                </a:lnTo>
                <a:lnTo>
                  <a:pt x="60401" y="62763"/>
                </a:lnTo>
                <a:lnTo>
                  <a:pt x="44843" y="74650"/>
                </a:lnTo>
                <a:lnTo>
                  <a:pt x="32016" y="91528"/>
                </a:lnTo>
                <a:lnTo>
                  <a:pt x="30480" y="91528"/>
                </a:lnTo>
                <a:lnTo>
                  <a:pt x="30480" y="58000"/>
                </a:lnTo>
                <a:lnTo>
                  <a:pt x="0" y="58000"/>
                </a:lnTo>
                <a:lnTo>
                  <a:pt x="0" y="343192"/>
                </a:lnTo>
                <a:lnTo>
                  <a:pt x="30480" y="343192"/>
                </a:lnTo>
                <a:lnTo>
                  <a:pt x="30480" y="225742"/>
                </a:lnTo>
                <a:lnTo>
                  <a:pt x="32016" y="225742"/>
                </a:lnTo>
                <a:lnTo>
                  <a:pt x="43421" y="239763"/>
                </a:lnTo>
                <a:lnTo>
                  <a:pt x="56972" y="249796"/>
                </a:lnTo>
                <a:lnTo>
                  <a:pt x="72517" y="255828"/>
                </a:lnTo>
                <a:lnTo>
                  <a:pt x="89928" y="257848"/>
                </a:lnTo>
                <a:lnTo>
                  <a:pt x="109651" y="256082"/>
                </a:lnTo>
                <a:lnTo>
                  <a:pt x="152527" y="231838"/>
                </a:lnTo>
                <a:lnTo>
                  <a:pt x="174028" y="194310"/>
                </a:lnTo>
                <a:lnTo>
                  <a:pt x="178485" y="173278"/>
                </a:lnTo>
                <a:lnTo>
                  <a:pt x="179933" y="149542"/>
                </a:lnTo>
                <a:close/>
              </a:path>
              <a:path w="320675" h="343535">
                <a:moveTo>
                  <a:pt x="320230" y="58000"/>
                </a:moveTo>
                <a:lnTo>
                  <a:pt x="271462" y="58000"/>
                </a:lnTo>
                <a:lnTo>
                  <a:pt x="271462" y="0"/>
                </a:lnTo>
                <a:lnTo>
                  <a:pt x="239458" y="10668"/>
                </a:lnTo>
                <a:lnTo>
                  <a:pt x="239458" y="58000"/>
                </a:lnTo>
                <a:lnTo>
                  <a:pt x="205841" y="58000"/>
                </a:lnTo>
                <a:lnTo>
                  <a:pt x="205841" y="83908"/>
                </a:lnTo>
                <a:lnTo>
                  <a:pt x="239458" y="83908"/>
                </a:lnTo>
                <a:lnTo>
                  <a:pt x="239458" y="199834"/>
                </a:lnTo>
                <a:lnTo>
                  <a:pt x="242849" y="224967"/>
                </a:lnTo>
                <a:lnTo>
                  <a:pt x="252793" y="243128"/>
                </a:lnTo>
                <a:lnTo>
                  <a:pt x="269036" y="254139"/>
                </a:lnTo>
                <a:lnTo>
                  <a:pt x="291274" y="257835"/>
                </a:lnTo>
                <a:lnTo>
                  <a:pt x="299872" y="257530"/>
                </a:lnTo>
                <a:lnTo>
                  <a:pt x="307467" y="256501"/>
                </a:lnTo>
                <a:lnTo>
                  <a:pt x="314210" y="254584"/>
                </a:lnTo>
                <a:lnTo>
                  <a:pt x="320230" y="251650"/>
                </a:lnTo>
                <a:lnTo>
                  <a:pt x="320230" y="224218"/>
                </a:lnTo>
                <a:lnTo>
                  <a:pt x="314134" y="228790"/>
                </a:lnTo>
                <a:lnTo>
                  <a:pt x="308038" y="231838"/>
                </a:lnTo>
                <a:lnTo>
                  <a:pt x="289750" y="231838"/>
                </a:lnTo>
                <a:lnTo>
                  <a:pt x="282130" y="228790"/>
                </a:lnTo>
                <a:lnTo>
                  <a:pt x="271462" y="195262"/>
                </a:lnTo>
                <a:lnTo>
                  <a:pt x="271462" y="83908"/>
                </a:lnTo>
                <a:lnTo>
                  <a:pt x="320230" y="83908"/>
                </a:lnTo>
                <a:lnTo>
                  <a:pt x="320230" y="580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076021" y="3349751"/>
            <a:ext cx="767715" cy="380365"/>
          </a:xfrm>
          <a:custGeom>
            <a:avLst/>
            <a:gdLst/>
            <a:ahLst/>
            <a:cxnLst/>
            <a:rect l="l" t="t" r="r" b="b"/>
            <a:pathLst>
              <a:path w="767715" h="380364">
                <a:moveTo>
                  <a:pt x="99148" y="71729"/>
                </a:moveTo>
                <a:lnTo>
                  <a:pt x="88557" y="60032"/>
                </a:lnTo>
                <a:lnTo>
                  <a:pt x="74955" y="45618"/>
                </a:lnTo>
                <a:lnTo>
                  <a:pt x="58178" y="28613"/>
                </a:lnTo>
                <a:lnTo>
                  <a:pt x="38100" y="9144"/>
                </a:lnTo>
                <a:lnTo>
                  <a:pt x="15240" y="29057"/>
                </a:lnTo>
                <a:lnTo>
                  <a:pt x="30911" y="45935"/>
                </a:lnTo>
                <a:lnTo>
                  <a:pt x="45732" y="62395"/>
                </a:lnTo>
                <a:lnTo>
                  <a:pt x="59423" y="78562"/>
                </a:lnTo>
                <a:lnTo>
                  <a:pt x="71716" y="94589"/>
                </a:lnTo>
                <a:lnTo>
                  <a:pt x="99148" y="71729"/>
                </a:lnTo>
                <a:close/>
              </a:path>
              <a:path w="767715" h="380364">
                <a:moveTo>
                  <a:pt x="125069" y="317284"/>
                </a:moveTo>
                <a:lnTo>
                  <a:pt x="124015" y="310565"/>
                </a:lnTo>
                <a:lnTo>
                  <a:pt x="122974" y="302425"/>
                </a:lnTo>
                <a:lnTo>
                  <a:pt x="122275" y="294144"/>
                </a:lnTo>
                <a:lnTo>
                  <a:pt x="122021" y="285280"/>
                </a:lnTo>
                <a:lnTo>
                  <a:pt x="98005" y="302044"/>
                </a:lnTo>
                <a:lnTo>
                  <a:pt x="85153" y="310565"/>
                </a:lnTo>
                <a:lnTo>
                  <a:pt x="71716" y="318808"/>
                </a:lnTo>
                <a:lnTo>
                  <a:pt x="71716" y="134302"/>
                </a:lnTo>
                <a:lnTo>
                  <a:pt x="0" y="134302"/>
                </a:lnTo>
                <a:lnTo>
                  <a:pt x="0" y="161734"/>
                </a:lnTo>
                <a:lnTo>
                  <a:pt x="42672" y="161734"/>
                </a:lnTo>
                <a:lnTo>
                  <a:pt x="42672" y="312712"/>
                </a:lnTo>
                <a:lnTo>
                  <a:pt x="41833" y="323367"/>
                </a:lnTo>
                <a:lnTo>
                  <a:pt x="39433" y="332422"/>
                </a:lnTo>
                <a:lnTo>
                  <a:pt x="35598" y="340029"/>
                </a:lnTo>
                <a:lnTo>
                  <a:pt x="30480" y="346341"/>
                </a:lnTo>
                <a:lnTo>
                  <a:pt x="47244" y="372249"/>
                </a:lnTo>
                <a:lnTo>
                  <a:pt x="66725" y="357670"/>
                </a:lnTo>
                <a:lnTo>
                  <a:pt x="86194" y="343662"/>
                </a:lnTo>
                <a:lnTo>
                  <a:pt x="105625" y="330200"/>
                </a:lnTo>
                <a:lnTo>
                  <a:pt x="122770" y="318808"/>
                </a:lnTo>
                <a:lnTo>
                  <a:pt x="125069" y="317284"/>
                </a:lnTo>
                <a:close/>
              </a:path>
              <a:path w="767715" h="380364">
                <a:moveTo>
                  <a:pt x="343192" y="238036"/>
                </a:moveTo>
                <a:lnTo>
                  <a:pt x="314134" y="238036"/>
                </a:lnTo>
                <a:lnTo>
                  <a:pt x="314134" y="265468"/>
                </a:lnTo>
                <a:lnTo>
                  <a:pt x="314134" y="328053"/>
                </a:lnTo>
                <a:lnTo>
                  <a:pt x="167741" y="328053"/>
                </a:lnTo>
                <a:lnTo>
                  <a:pt x="167741" y="265468"/>
                </a:lnTo>
                <a:lnTo>
                  <a:pt x="314134" y="265468"/>
                </a:lnTo>
                <a:lnTo>
                  <a:pt x="314134" y="238036"/>
                </a:lnTo>
                <a:lnTo>
                  <a:pt x="138785" y="238036"/>
                </a:lnTo>
                <a:lnTo>
                  <a:pt x="138785" y="378345"/>
                </a:lnTo>
                <a:lnTo>
                  <a:pt x="167741" y="378345"/>
                </a:lnTo>
                <a:lnTo>
                  <a:pt x="167741" y="355485"/>
                </a:lnTo>
                <a:lnTo>
                  <a:pt x="314134" y="355485"/>
                </a:lnTo>
                <a:lnTo>
                  <a:pt x="314134" y="378345"/>
                </a:lnTo>
                <a:lnTo>
                  <a:pt x="343192" y="378345"/>
                </a:lnTo>
                <a:lnTo>
                  <a:pt x="343192" y="355485"/>
                </a:lnTo>
                <a:lnTo>
                  <a:pt x="343192" y="328053"/>
                </a:lnTo>
                <a:lnTo>
                  <a:pt x="343192" y="265468"/>
                </a:lnTo>
                <a:lnTo>
                  <a:pt x="343192" y="238036"/>
                </a:lnTo>
                <a:close/>
              </a:path>
              <a:path w="767715" h="380364">
                <a:moveTo>
                  <a:pt x="378244" y="172402"/>
                </a:moveTo>
                <a:lnTo>
                  <a:pt x="330898" y="172402"/>
                </a:lnTo>
                <a:lnTo>
                  <a:pt x="330898" y="91541"/>
                </a:lnTo>
                <a:lnTo>
                  <a:pt x="301942" y="91541"/>
                </a:lnTo>
                <a:lnTo>
                  <a:pt x="301942" y="118973"/>
                </a:lnTo>
                <a:lnTo>
                  <a:pt x="301942" y="172402"/>
                </a:lnTo>
                <a:lnTo>
                  <a:pt x="199745" y="172402"/>
                </a:lnTo>
                <a:lnTo>
                  <a:pt x="205930" y="118973"/>
                </a:lnTo>
                <a:lnTo>
                  <a:pt x="301942" y="118973"/>
                </a:lnTo>
                <a:lnTo>
                  <a:pt x="301942" y="91541"/>
                </a:lnTo>
                <a:lnTo>
                  <a:pt x="210502" y="91541"/>
                </a:lnTo>
                <a:lnTo>
                  <a:pt x="216598" y="47345"/>
                </a:lnTo>
                <a:lnTo>
                  <a:pt x="361480" y="47345"/>
                </a:lnTo>
                <a:lnTo>
                  <a:pt x="361480" y="21437"/>
                </a:lnTo>
                <a:lnTo>
                  <a:pt x="114401" y="21437"/>
                </a:lnTo>
                <a:lnTo>
                  <a:pt x="114401" y="47345"/>
                </a:lnTo>
                <a:lnTo>
                  <a:pt x="187553" y="47345"/>
                </a:lnTo>
                <a:lnTo>
                  <a:pt x="181457" y="91541"/>
                </a:lnTo>
                <a:lnTo>
                  <a:pt x="123545" y="91541"/>
                </a:lnTo>
                <a:lnTo>
                  <a:pt x="123545" y="118973"/>
                </a:lnTo>
                <a:lnTo>
                  <a:pt x="176885" y="118973"/>
                </a:lnTo>
                <a:lnTo>
                  <a:pt x="169265" y="172402"/>
                </a:lnTo>
                <a:lnTo>
                  <a:pt x="105257" y="172402"/>
                </a:lnTo>
                <a:lnTo>
                  <a:pt x="105257" y="199847"/>
                </a:lnTo>
                <a:lnTo>
                  <a:pt x="378244" y="199847"/>
                </a:lnTo>
                <a:lnTo>
                  <a:pt x="378244" y="172402"/>
                </a:lnTo>
                <a:close/>
              </a:path>
              <a:path w="767715" h="380364">
                <a:moveTo>
                  <a:pt x="721334" y="236512"/>
                </a:moveTo>
                <a:lnTo>
                  <a:pt x="690854" y="236512"/>
                </a:lnTo>
                <a:lnTo>
                  <a:pt x="690854" y="263944"/>
                </a:lnTo>
                <a:lnTo>
                  <a:pt x="690854" y="331101"/>
                </a:lnTo>
                <a:lnTo>
                  <a:pt x="471208" y="331101"/>
                </a:lnTo>
                <a:lnTo>
                  <a:pt x="471208" y="263944"/>
                </a:lnTo>
                <a:lnTo>
                  <a:pt x="690854" y="263944"/>
                </a:lnTo>
                <a:lnTo>
                  <a:pt x="690854" y="236512"/>
                </a:lnTo>
                <a:lnTo>
                  <a:pt x="440728" y="236512"/>
                </a:lnTo>
                <a:lnTo>
                  <a:pt x="440728" y="379869"/>
                </a:lnTo>
                <a:lnTo>
                  <a:pt x="471208" y="379869"/>
                </a:lnTo>
                <a:lnTo>
                  <a:pt x="471208" y="357009"/>
                </a:lnTo>
                <a:lnTo>
                  <a:pt x="690854" y="357009"/>
                </a:lnTo>
                <a:lnTo>
                  <a:pt x="690854" y="379869"/>
                </a:lnTo>
                <a:lnTo>
                  <a:pt x="721334" y="379869"/>
                </a:lnTo>
                <a:lnTo>
                  <a:pt x="721334" y="357009"/>
                </a:lnTo>
                <a:lnTo>
                  <a:pt x="721334" y="331101"/>
                </a:lnTo>
                <a:lnTo>
                  <a:pt x="721334" y="263944"/>
                </a:lnTo>
                <a:lnTo>
                  <a:pt x="721334" y="236512"/>
                </a:lnTo>
                <a:close/>
              </a:path>
              <a:path w="767715" h="380364">
                <a:moveTo>
                  <a:pt x="730478" y="176974"/>
                </a:moveTo>
                <a:lnTo>
                  <a:pt x="433095" y="176974"/>
                </a:lnTo>
                <a:lnTo>
                  <a:pt x="433095" y="204406"/>
                </a:lnTo>
                <a:lnTo>
                  <a:pt x="730478" y="204406"/>
                </a:lnTo>
                <a:lnTo>
                  <a:pt x="730478" y="176974"/>
                </a:lnTo>
                <a:close/>
              </a:path>
              <a:path w="767715" h="380364">
                <a:moveTo>
                  <a:pt x="730478" y="117449"/>
                </a:moveTo>
                <a:lnTo>
                  <a:pt x="433095" y="117449"/>
                </a:lnTo>
                <a:lnTo>
                  <a:pt x="433095" y="144970"/>
                </a:lnTo>
                <a:lnTo>
                  <a:pt x="730478" y="144970"/>
                </a:lnTo>
                <a:lnTo>
                  <a:pt x="730478" y="117449"/>
                </a:lnTo>
                <a:close/>
              </a:path>
              <a:path w="767715" h="380364">
                <a:moveTo>
                  <a:pt x="767143" y="56489"/>
                </a:moveTo>
                <a:lnTo>
                  <a:pt x="590169" y="56489"/>
                </a:lnTo>
                <a:lnTo>
                  <a:pt x="608457" y="47345"/>
                </a:lnTo>
                <a:lnTo>
                  <a:pt x="601573" y="35877"/>
                </a:lnTo>
                <a:lnTo>
                  <a:pt x="594550" y="24244"/>
                </a:lnTo>
                <a:lnTo>
                  <a:pt x="587235" y="12331"/>
                </a:lnTo>
                <a:lnTo>
                  <a:pt x="579501" y="0"/>
                </a:lnTo>
                <a:lnTo>
                  <a:pt x="550545" y="13716"/>
                </a:lnTo>
                <a:lnTo>
                  <a:pt x="557136" y="24942"/>
                </a:lnTo>
                <a:lnTo>
                  <a:pt x="563308" y="35712"/>
                </a:lnTo>
                <a:lnTo>
                  <a:pt x="569188" y="46177"/>
                </a:lnTo>
                <a:lnTo>
                  <a:pt x="574929" y="56489"/>
                </a:lnTo>
                <a:lnTo>
                  <a:pt x="394995" y="56489"/>
                </a:lnTo>
                <a:lnTo>
                  <a:pt x="394995" y="83921"/>
                </a:lnTo>
                <a:lnTo>
                  <a:pt x="767143" y="83921"/>
                </a:lnTo>
                <a:lnTo>
                  <a:pt x="767143" y="564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510938" y="3917251"/>
            <a:ext cx="515620" cy="283845"/>
          </a:xfrm>
          <a:custGeom>
            <a:avLst/>
            <a:gdLst/>
            <a:ahLst/>
            <a:cxnLst/>
            <a:rect l="l" t="t" r="r" b="b"/>
            <a:pathLst>
              <a:path w="515620" h="283845">
                <a:moveTo>
                  <a:pt x="221081" y="137261"/>
                </a:moveTo>
                <a:lnTo>
                  <a:pt x="215239" y="89484"/>
                </a:lnTo>
                <a:lnTo>
                  <a:pt x="197764" y="52336"/>
                </a:lnTo>
                <a:lnTo>
                  <a:pt x="187553" y="43014"/>
                </a:lnTo>
                <a:lnTo>
                  <a:pt x="187553" y="138785"/>
                </a:lnTo>
                <a:lnTo>
                  <a:pt x="185572" y="163664"/>
                </a:lnTo>
                <a:lnTo>
                  <a:pt x="170192" y="204876"/>
                </a:lnTo>
                <a:lnTo>
                  <a:pt x="140525" y="233413"/>
                </a:lnTo>
                <a:lnTo>
                  <a:pt x="98259" y="248183"/>
                </a:lnTo>
                <a:lnTo>
                  <a:pt x="73152" y="250126"/>
                </a:lnTo>
                <a:lnTo>
                  <a:pt x="32004" y="250126"/>
                </a:lnTo>
                <a:lnTo>
                  <a:pt x="32004" y="33528"/>
                </a:lnTo>
                <a:lnTo>
                  <a:pt x="74676" y="33528"/>
                </a:lnTo>
                <a:lnTo>
                  <a:pt x="123850" y="40106"/>
                </a:lnTo>
                <a:lnTo>
                  <a:pt x="159156" y="59829"/>
                </a:lnTo>
                <a:lnTo>
                  <a:pt x="180428" y="92722"/>
                </a:lnTo>
                <a:lnTo>
                  <a:pt x="187553" y="138785"/>
                </a:lnTo>
                <a:lnTo>
                  <a:pt x="187553" y="43014"/>
                </a:lnTo>
                <a:lnTo>
                  <a:pt x="177177" y="33528"/>
                </a:lnTo>
                <a:lnTo>
                  <a:pt x="168719" y="25793"/>
                </a:lnTo>
                <a:lnTo>
                  <a:pt x="128168" y="9880"/>
                </a:lnTo>
                <a:lnTo>
                  <a:pt x="76200" y="4572"/>
                </a:lnTo>
                <a:lnTo>
                  <a:pt x="0" y="4572"/>
                </a:lnTo>
                <a:lnTo>
                  <a:pt x="0" y="279184"/>
                </a:lnTo>
                <a:lnTo>
                  <a:pt x="73152" y="279184"/>
                </a:lnTo>
                <a:lnTo>
                  <a:pt x="104838" y="276618"/>
                </a:lnTo>
                <a:lnTo>
                  <a:pt x="133400" y="269036"/>
                </a:lnTo>
                <a:lnTo>
                  <a:pt x="158534" y="256603"/>
                </a:lnTo>
                <a:lnTo>
                  <a:pt x="166611" y="250126"/>
                </a:lnTo>
                <a:lnTo>
                  <a:pt x="179933" y="239458"/>
                </a:lnTo>
                <a:lnTo>
                  <a:pt x="197929" y="218579"/>
                </a:lnTo>
                <a:lnTo>
                  <a:pt x="210794" y="194691"/>
                </a:lnTo>
                <a:lnTo>
                  <a:pt x="218503" y="167627"/>
                </a:lnTo>
                <a:lnTo>
                  <a:pt x="221081" y="137261"/>
                </a:lnTo>
                <a:close/>
              </a:path>
              <a:path w="515620" h="283845">
                <a:moveTo>
                  <a:pt x="515404" y="137261"/>
                </a:moveTo>
                <a:lnTo>
                  <a:pt x="513346" y="108051"/>
                </a:lnTo>
                <a:lnTo>
                  <a:pt x="507022" y="81965"/>
                </a:lnTo>
                <a:lnTo>
                  <a:pt x="496112" y="58737"/>
                </a:lnTo>
                <a:lnTo>
                  <a:pt x="481876" y="40106"/>
                </a:lnTo>
                <a:lnTo>
                  <a:pt x="481876" y="141833"/>
                </a:lnTo>
                <a:lnTo>
                  <a:pt x="480174" y="167601"/>
                </a:lnTo>
                <a:lnTo>
                  <a:pt x="467080" y="208788"/>
                </a:lnTo>
                <a:lnTo>
                  <a:pt x="425284" y="246888"/>
                </a:lnTo>
                <a:lnTo>
                  <a:pt x="384238" y="254698"/>
                </a:lnTo>
                <a:lnTo>
                  <a:pt x="364515" y="252704"/>
                </a:lnTo>
                <a:lnTo>
                  <a:pt x="315658" y="222694"/>
                </a:lnTo>
                <a:lnTo>
                  <a:pt x="296418" y="187452"/>
                </a:lnTo>
                <a:lnTo>
                  <a:pt x="289750" y="141833"/>
                </a:lnTo>
                <a:lnTo>
                  <a:pt x="291465" y="117830"/>
                </a:lnTo>
                <a:lnTo>
                  <a:pt x="305181" y="76644"/>
                </a:lnTo>
                <a:lnTo>
                  <a:pt x="331774" y="46316"/>
                </a:lnTo>
                <a:lnTo>
                  <a:pt x="366687" y="30937"/>
                </a:lnTo>
                <a:lnTo>
                  <a:pt x="387286" y="28956"/>
                </a:lnTo>
                <a:lnTo>
                  <a:pt x="408152" y="30695"/>
                </a:lnTo>
                <a:lnTo>
                  <a:pt x="443534" y="45034"/>
                </a:lnTo>
                <a:lnTo>
                  <a:pt x="468363" y="74498"/>
                </a:lnTo>
                <a:lnTo>
                  <a:pt x="480415" y="116738"/>
                </a:lnTo>
                <a:lnTo>
                  <a:pt x="481876" y="141833"/>
                </a:lnTo>
                <a:lnTo>
                  <a:pt x="481876" y="40106"/>
                </a:lnTo>
                <a:lnTo>
                  <a:pt x="480352" y="38100"/>
                </a:lnTo>
                <a:lnTo>
                  <a:pt x="470281" y="28956"/>
                </a:lnTo>
                <a:lnTo>
                  <a:pt x="461772" y="21221"/>
                </a:lnTo>
                <a:lnTo>
                  <a:pt x="440334" y="9334"/>
                </a:lnTo>
                <a:lnTo>
                  <a:pt x="416013" y="2311"/>
                </a:lnTo>
                <a:lnTo>
                  <a:pt x="388810" y="0"/>
                </a:lnTo>
                <a:lnTo>
                  <a:pt x="359664" y="2336"/>
                </a:lnTo>
                <a:lnTo>
                  <a:pt x="311658" y="21869"/>
                </a:lnTo>
                <a:lnTo>
                  <a:pt x="276745" y="60794"/>
                </a:lnTo>
                <a:lnTo>
                  <a:pt x="258419" y="113436"/>
                </a:lnTo>
                <a:lnTo>
                  <a:pt x="256120" y="144881"/>
                </a:lnTo>
                <a:lnTo>
                  <a:pt x="258394" y="174345"/>
                </a:lnTo>
                <a:lnTo>
                  <a:pt x="276098" y="224053"/>
                </a:lnTo>
                <a:lnTo>
                  <a:pt x="310730" y="261175"/>
                </a:lnTo>
                <a:lnTo>
                  <a:pt x="357073" y="281190"/>
                </a:lnTo>
                <a:lnTo>
                  <a:pt x="384238" y="283756"/>
                </a:lnTo>
                <a:lnTo>
                  <a:pt x="412584" y="281190"/>
                </a:lnTo>
                <a:lnTo>
                  <a:pt x="438048" y="273608"/>
                </a:lnTo>
                <a:lnTo>
                  <a:pt x="460629" y="261175"/>
                </a:lnTo>
                <a:lnTo>
                  <a:pt x="468071" y="254698"/>
                </a:lnTo>
                <a:lnTo>
                  <a:pt x="480352" y="244030"/>
                </a:lnTo>
                <a:lnTo>
                  <a:pt x="495465" y="222872"/>
                </a:lnTo>
                <a:lnTo>
                  <a:pt x="506450" y="198120"/>
                </a:lnTo>
                <a:lnTo>
                  <a:pt x="513130" y="169633"/>
                </a:lnTo>
                <a:lnTo>
                  <a:pt x="515404" y="1372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081301" y="3921823"/>
            <a:ext cx="279400" cy="274955"/>
          </a:xfrm>
          <a:custGeom>
            <a:avLst/>
            <a:gdLst/>
            <a:ahLst/>
            <a:cxnLst/>
            <a:rect l="l" t="t" r="r" b="b"/>
            <a:pathLst>
              <a:path w="279400" h="274954">
                <a:moveTo>
                  <a:pt x="30480" y="274605"/>
                </a:moveTo>
                <a:lnTo>
                  <a:pt x="0" y="274605"/>
                </a:lnTo>
                <a:lnTo>
                  <a:pt x="0" y="0"/>
                </a:lnTo>
                <a:lnTo>
                  <a:pt x="41148" y="0"/>
                </a:lnTo>
                <a:lnTo>
                  <a:pt x="57243" y="36576"/>
                </a:lnTo>
                <a:lnTo>
                  <a:pt x="28956" y="36576"/>
                </a:lnTo>
                <a:lnTo>
                  <a:pt x="29194" y="45983"/>
                </a:lnTo>
                <a:lnTo>
                  <a:pt x="29744" y="58864"/>
                </a:lnTo>
                <a:lnTo>
                  <a:pt x="30241" y="72834"/>
                </a:lnTo>
                <a:lnTo>
                  <a:pt x="30480" y="90011"/>
                </a:lnTo>
                <a:lnTo>
                  <a:pt x="30480" y="274605"/>
                </a:lnTo>
                <a:close/>
              </a:path>
              <a:path w="279400" h="274954">
                <a:moveTo>
                  <a:pt x="168843" y="224218"/>
                </a:moveTo>
                <a:lnTo>
                  <a:pt x="140303" y="224218"/>
                </a:lnTo>
                <a:lnTo>
                  <a:pt x="143708" y="213621"/>
                </a:lnTo>
                <a:lnTo>
                  <a:pt x="146970" y="204597"/>
                </a:lnTo>
                <a:lnTo>
                  <a:pt x="149947" y="197000"/>
                </a:lnTo>
                <a:lnTo>
                  <a:pt x="152495" y="190690"/>
                </a:lnTo>
                <a:lnTo>
                  <a:pt x="237839" y="0"/>
                </a:lnTo>
                <a:lnTo>
                  <a:pt x="279082" y="0"/>
                </a:lnTo>
                <a:lnTo>
                  <a:pt x="279082" y="36576"/>
                </a:lnTo>
                <a:lnTo>
                  <a:pt x="248507" y="36576"/>
                </a:lnTo>
                <a:lnTo>
                  <a:pt x="246238" y="45148"/>
                </a:lnTo>
                <a:lnTo>
                  <a:pt x="244065" y="52578"/>
                </a:lnTo>
                <a:lnTo>
                  <a:pt x="242292" y="58221"/>
                </a:lnTo>
                <a:lnTo>
                  <a:pt x="240887" y="62484"/>
                </a:lnTo>
                <a:lnTo>
                  <a:pt x="168843" y="224218"/>
                </a:lnTo>
                <a:close/>
              </a:path>
              <a:path w="279400" h="274954">
                <a:moveTo>
                  <a:pt x="146399" y="274605"/>
                </a:moveTo>
                <a:lnTo>
                  <a:pt x="131159" y="274605"/>
                </a:lnTo>
                <a:lnTo>
                  <a:pt x="35814" y="58864"/>
                </a:lnTo>
                <a:lnTo>
                  <a:pt x="33469" y="52387"/>
                </a:lnTo>
                <a:lnTo>
                  <a:pt x="31235" y="45124"/>
                </a:lnTo>
                <a:lnTo>
                  <a:pt x="28956" y="36576"/>
                </a:lnTo>
                <a:lnTo>
                  <a:pt x="57243" y="36576"/>
                </a:lnTo>
                <a:lnTo>
                  <a:pt x="125063" y="190690"/>
                </a:lnTo>
                <a:lnTo>
                  <a:pt x="130206" y="201287"/>
                </a:lnTo>
                <a:lnTo>
                  <a:pt x="134207" y="210312"/>
                </a:lnTo>
                <a:lnTo>
                  <a:pt x="137064" y="217908"/>
                </a:lnTo>
                <a:lnTo>
                  <a:pt x="138779" y="224218"/>
                </a:lnTo>
                <a:lnTo>
                  <a:pt x="168843" y="224218"/>
                </a:lnTo>
                <a:lnTo>
                  <a:pt x="146399" y="274605"/>
                </a:lnTo>
                <a:close/>
              </a:path>
              <a:path w="279400" h="274954">
                <a:moveTo>
                  <a:pt x="279082" y="274605"/>
                </a:moveTo>
                <a:lnTo>
                  <a:pt x="246983" y="274605"/>
                </a:lnTo>
                <a:lnTo>
                  <a:pt x="247030" y="78232"/>
                </a:lnTo>
                <a:lnTo>
                  <a:pt x="247364" y="65579"/>
                </a:lnTo>
                <a:lnTo>
                  <a:pt x="248269" y="51783"/>
                </a:lnTo>
                <a:lnTo>
                  <a:pt x="250031" y="36576"/>
                </a:lnTo>
                <a:lnTo>
                  <a:pt x="279082" y="36576"/>
                </a:lnTo>
                <a:lnTo>
                  <a:pt x="279082" y="2746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511343" y="3868394"/>
            <a:ext cx="2332355" cy="380365"/>
          </a:xfrm>
          <a:custGeom>
            <a:avLst/>
            <a:gdLst/>
            <a:ahLst/>
            <a:cxnLst/>
            <a:rect l="l" t="t" r="r" b="b"/>
            <a:pathLst>
              <a:path w="2332354" h="380364">
                <a:moveTo>
                  <a:pt x="373583" y="338709"/>
                </a:moveTo>
                <a:lnTo>
                  <a:pt x="322402" y="323253"/>
                </a:lnTo>
                <a:lnTo>
                  <a:pt x="278511" y="306806"/>
                </a:lnTo>
                <a:lnTo>
                  <a:pt x="241731" y="289534"/>
                </a:lnTo>
                <a:lnTo>
                  <a:pt x="211937" y="271564"/>
                </a:lnTo>
                <a:lnTo>
                  <a:pt x="229235" y="251752"/>
                </a:lnTo>
                <a:lnTo>
                  <a:pt x="243166" y="235800"/>
                </a:lnTo>
                <a:lnTo>
                  <a:pt x="268224" y="194729"/>
                </a:lnTo>
                <a:lnTo>
                  <a:pt x="287261" y="148209"/>
                </a:lnTo>
                <a:lnTo>
                  <a:pt x="300431" y="96113"/>
                </a:lnTo>
                <a:lnTo>
                  <a:pt x="370535" y="96113"/>
                </a:lnTo>
                <a:lnTo>
                  <a:pt x="370535" y="67144"/>
                </a:lnTo>
                <a:lnTo>
                  <a:pt x="268427" y="67144"/>
                </a:lnTo>
                <a:lnTo>
                  <a:pt x="268427" y="96113"/>
                </a:lnTo>
                <a:lnTo>
                  <a:pt x="256667" y="142735"/>
                </a:lnTo>
                <a:lnTo>
                  <a:pt x="239610" y="184213"/>
                </a:lnTo>
                <a:lnTo>
                  <a:pt x="217119" y="220548"/>
                </a:lnTo>
                <a:lnTo>
                  <a:pt x="189077" y="251752"/>
                </a:lnTo>
                <a:lnTo>
                  <a:pt x="159283" y="218833"/>
                </a:lnTo>
                <a:lnTo>
                  <a:pt x="135928" y="181927"/>
                </a:lnTo>
                <a:lnTo>
                  <a:pt x="118567" y="141020"/>
                </a:lnTo>
                <a:lnTo>
                  <a:pt x="106781" y="96113"/>
                </a:lnTo>
                <a:lnTo>
                  <a:pt x="268427" y="96113"/>
                </a:lnTo>
                <a:lnTo>
                  <a:pt x="268427" y="67144"/>
                </a:lnTo>
                <a:lnTo>
                  <a:pt x="192125" y="67144"/>
                </a:lnTo>
                <a:lnTo>
                  <a:pt x="219557" y="53428"/>
                </a:lnTo>
                <a:lnTo>
                  <a:pt x="208991" y="36512"/>
                </a:lnTo>
                <a:lnTo>
                  <a:pt x="200126" y="22148"/>
                </a:lnTo>
                <a:lnTo>
                  <a:pt x="192989" y="10058"/>
                </a:lnTo>
                <a:lnTo>
                  <a:pt x="187553" y="0"/>
                </a:lnTo>
                <a:lnTo>
                  <a:pt x="157073" y="13716"/>
                </a:lnTo>
                <a:lnTo>
                  <a:pt x="163334" y="23825"/>
                </a:lnTo>
                <a:lnTo>
                  <a:pt x="170599" y="35902"/>
                </a:lnTo>
                <a:lnTo>
                  <a:pt x="178714" y="50241"/>
                </a:lnTo>
                <a:lnTo>
                  <a:pt x="187553" y="67144"/>
                </a:lnTo>
                <a:lnTo>
                  <a:pt x="4584" y="67144"/>
                </a:lnTo>
                <a:lnTo>
                  <a:pt x="4584" y="96113"/>
                </a:lnTo>
                <a:lnTo>
                  <a:pt x="76212" y="96113"/>
                </a:lnTo>
                <a:lnTo>
                  <a:pt x="88747" y="144767"/>
                </a:lnTo>
                <a:lnTo>
                  <a:pt x="107873" y="190119"/>
                </a:lnTo>
                <a:lnTo>
                  <a:pt x="133299" y="232333"/>
                </a:lnTo>
                <a:lnTo>
                  <a:pt x="164693" y="271564"/>
                </a:lnTo>
                <a:lnTo>
                  <a:pt x="133819" y="291566"/>
                </a:lnTo>
                <a:lnTo>
                  <a:pt x="96062" y="310426"/>
                </a:lnTo>
                <a:lnTo>
                  <a:pt x="51460" y="328180"/>
                </a:lnTo>
                <a:lnTo>
                  <a:pt x="0" y="344805"/>
                </a:lnTo>
                <a:lnTo>
                  <a:pt x="6565" y="352767"/>
                </a:lnTo>
                <a:lnTo>
                  <a:pt x="12585" y="360616"/>
                </a:lnTo>
                <a:lnTo>
                  <a:pt x="18008" y="368160"/>
                </a:lnTo>
                <a:lnTo>
                  <a:pt x="22872" y="375285"/>
                </a:lnTo>
                <a:lnTo>
                  <a:pt x="76034" y="354698"/>
                </a:lnTo>
                <a:lnTo>
                  <a:pt x="121208" y="334086"/>
                </a:lnTo>
                <a:lnTo>
                  <a:pt x="158394" y="313486"/>
                </a:lnTo>
                <a:lnTo>
                  <a:pt x="187553" y="292900"/>
                </a:lnTo>
                <a:lnTo>
                  <a:pt x="217284" y="313220"/>
                </a:lnTo>
                <a:lnTo>
                  <a:pt x="253898" y="333133"/>
                </a:lnTo>
                <a:lnTo>
                  <a:pt x="297357" y="352767"/>
                </a:lnTo>
                <a:lnTo>
                  <a:pt x="347675" y="372237"/>
                </a:lnTo>
                <a:lnTo>
                  <a:pt x="352793" y="364858"/>
                </a:lnTo>
                <a:lnTo>
                  <a:pt x="358914" y="356616"/>
                </a:lnTo>
                <a:lnTo>
                  <a:pt x="365887" y="347802"/>
                </a:lnTo>
                <a:lnTo>
                  <a:pt x="373583" y="338709"/>
                </a:lnTo>
                <a:close/>
              </a:path>
              <a:path w="2332354" h="380364">
                <a:moveTo>
                  <a:pt x="542937" y="210502"/>
                </a:moveTo>
                <a:lnTo>
                  <a:pt x="530910" y="198259"/>
                </a:lnTo>
                <a:lnTo>
                  <a:pt x="513321" y="180022"/>
                </a:lnTo>
                <a:lnTo>
                  <a:pt x="503415" y="169786"/>
                </a:lnTo>
                <a:lnTo>
                  <a:pt x="499986" y="166306"/>
                </a:lnTo>
                <a:lnTo>
                  <a:pt x="487972" y="154114"/>
                </a:lnTo>
                <a:lnTo>
                  <a:pt x="475780" y="166306"/>
                </a:lnTo>
                <a:lnTo>
                  <a:pt x="475780" y="108292"/>
                </a:lnTo>
                <a:lnTo>
                  <a:pt x="529221" y="108292"/>
                </a:lnTo>
                <a:lnTo>
                  <a:pt x="529221" y="82384"/>
                </a:lnTo>
                <a:lnTo>
                  <a:pt x="475780" y="82384"/>
                </a:lnTo>
                <a:lnTo>
                  <a:pt x="475780" y="6096"/>
                </a:lnTo>
                <a:lnTo>
                  <a:pt x="446824" y="6096"/>
                </a:lnTo>
                <a:lnTo>
                  <a:pt x="446824" y="82384"/>
                </a:lnTo>
                <a:lnTo>
                  <a:pt x="388912" y="82384"/>
                </a:lnTo>
                <a:lnTo>
                  <a:pt x="388912" y="108292"/>
                </a:lnTo>
                <a:lnTo>
                  <a:pt x="446824" y="108292"/>
                </a:lnTo>
                <a:lnTo>
                  <a:pt x="435152" y="146951"/>
                </a:lnTo>
                <a:lnTo>
                  <a:pt x="420916" y="182880"/>
                </a:lnTo>
                <a:lnTo>
                  <a:pt x="404393" y="216230"/>
                </a:lnTo>
                <a:lnTo>
                  <a:pt x="385864" y="247167"/>
                </a:lnTo>
                <a:lnTo>
                  <a:pt x="392531" y="264502"/>
                </a:lnTo>
                <a:lnTo>
                  <a:pt x="395503" y="272681"/>
                </a:lnTo>
                <a:lnTo>
                  <a:pt x="398056" y="280695"/>
                </a:lnTo>
                <a:lnTo>
                  <a:pt x="412102" y="259829"/>
                </a:lnTo>
                <a:lnTo>
                  <a:pt x="424726" y="236080"/>
                </a:lnTo>
                <a:lnTo>
                  <a:pt x="436206" y="209473"/>
                </a:lnTo>
                <a:lnTo>
                  <a:pt x="446824" y="180022"/>
                </a:lnTo>
                <a:lnTo>
                  <a:pt x="446824" y="376809"/>
                </a:lnTo>
                <a:lnTo>
                  <a:pt x="475780" y="376809"/>
                </a:lnTo>
                <a:lnTo>
                  <a:pt x="475780" y="180022"/>
                </a:lnTo>
                <a:lnTo>
                  <a:pt x="487184" y="193471"/>
                </a:lnTo>
                <a:lnTo>
                  <a:pt x="509473" y="219278"/>
                </a:lnTo>
                <a:lnTo>
                  <a:pt x="520077" y="231927"/>
                </a:lnTo>
                <a:lnTo>
                  <a:pt x="542937" y="210502"/>
                </a:lnTo>
                <a:close/>
              </a:path>
              <a:path w="2332354" h="380364">
                <a:moveTo>
                  <a:pt x="600849" y="105244"/>
                </a:moveTo>
                <a:lnTo>
                  <a:pt x="587768" y="84912"/>
                </a:lnTo>
                <a:lnTo>
                  <a:pt x="573989" y="64858"/>
                </a:lnTo>
                <a:lnTo>
                  <a:pt x="559904" y="44818"/>
                </a:lnTo>
                <a:lnTo>
                  <a:pt x="545985" y="24472"/>
                </a:lnTo>
                <a:lnTo>
                  <a:pt x="521601" y="39712"/>
                </a:lnTo>
                <a:lnTo>
                  <a:pt x="535266" y="60312"/>
                </a:lnTo>
                <a:lnTo>
                  <a:pt x="548652" y="81064"/>
                </a:lnTo>
                <a:lnTo>
                  <a:pt x="561454" y="102120"/>
                </a:lnTo>
                <a:lnTo>
                  <a:pt x="573417" y="123634"/>
                </a:lnTo>
                <a:lnTo>
                  <a:pt x="600849" y="105244"/>
                </a:lnTo>
                <a:close/>
              </a:path>
              <a:path w="2332354" h="380364">
                <a:moveTo>
                  <a:pt x="753338" y="144970"/>
                </a:moveTo>
                <a:lnTo>
                  <a:pt x="655713" y="144970"/>
                </a:lnTo>
                <a:lnTo>
                  <a:pt x="655713" y="6096"/>
                </a:lnTo>
                <a:lnTo>
                  <a:pt x="626757" y="6096"/>
                </a:lnTo>
                <a:lnTo>
                  <a:pt x="626757" y="144970"/>
                </a:lnTo>
                <a:lnTo>
                  <a:pt x="529221" y="144970"/>
                </a:lnTo>
                <a:lnTo>
                  <a:pt x="529221" y="170878"/>
                </a:lnTo>
                <a:lnTo>
                  <a:pt x="724382" y="170878"/>
                </a:lnTo>
                <a:lnTo>
                  <a:pt x="724382" y="236499"/>
                </a:lnTo>
                <a:lnTo>
                  <a:pt x="536841" y="236499"/>
                </a:lnTo>
                <a:lnTo>
                  <a:pt x="536841" y="262407"/>
                </a:lnTo>
                <a:lnTo>
                  <a:pt x="724382" y="262407"/>
                </a:lnTo>
                <a:lnTo>
                  <a:pt x="724382" y="329565"/>
                </a:lnTo>
                <a:lnTo>
                  <a:pt x="520077" y="329565"/>
                </a:lnTo>
                <a:lnTo>
                  <a:pt x="520077" y="356997"/>
                </a:lnTo>
                <a:lnTo>
                  <a:pt x="724382" y="356997"/>
                </a:lnTo>
                <a:lnTo>
                  <a:pt x="724382" y="378333"/>
                </a:lnTo>
                <a:lnTo>
                  <a:pt x="753338" y="378333"/>
                </a:lnTo>
                <a:lnTo>
                  <a:pt x="753338" y="144970"/>
                </a:lnTo>
                <a:close/>
              </a:path>
              <a:path w="2332354" h="380364">
                <a:moveTo>
                  <a:pt x="765530" y="41236"/>
                </a:moveTo>
                <a:lnTo>
                  <a:pt x="738098" y="24472"/>
                </a:lnTo>
                <a:lnTo>
                  <a:pt x="725500" y="46761"/>
                </a:lnTo>
                <a:lnTo>
                  <a:pt x="712762" y="67906"/>
                </a:lnTo>
                <a:lnTo>
                  <a:pt x="699731" y="87909"/>
                </a:lnTo>
                <a:lnTo>
                  <a:pt x="686282" y="106768"/>
                </a:lnTo>
                <a:lnTo>
                  <a:pt x="710666" y="125158"/>
                </a:lnTo>
                <a:lnTo>
                  <a:pt x="724382" y="106006"/>
                </a:lnTo>
                <a:lnTo>
                  <a:pt x="738098" y="85445"/>
                </a:lnTo>
                <a:lnTo>
                  <a:pt x="751814" y="63766"/>
                </a:lnTo>
                <a:lnTo>
                  <a:pt x="765530" y="41236"/>
                </a:lnTo>
                <a:close/>
              </a:path>
              <a:path w="2332354" h="380364">
                <a:moveTo>
                  <a:pt x="960793" y="312712"/>
                </a:moveTo>
                <a:lnTo>
                  <a:pt x="946772" y="290728"/>
                </a:lnTo>
                <a:lnTo>
                  <a:pt x="932167" y="268312"/>
                </a:lnTo>
                <a:lnTo>
                  <a:pt x="923137" y="254800"/>
                </a:lnTo>
                <a:lnTo>
                  <a:pt x="916990" y="245579"/>
                </a:lnTo>
                <a:lnTo>
                  <a:pt x="901268" y="222694"/>
                </a:lnTo>
                <a:lnTo>
                  <a:pt x="912241" y="195262"/>
                </a:lnTo>
                <a:lnTo>
                  <a:pt x="914984" y="188404"/>
                </a:lnTo>
                <a:lnTo>
                  <a:pt x="926414" y="151815"/>
                </a:lnTo>
                <a:lnTo>
                  <a:pt x="935596" y="112928"/>
                </a:lnTo>
                <a:lnTo>
                  <a:pt x="942505" y="71716"/>
                </a:lnTo>
                <a:lnTo>
                  <a:pt x="942505" y="44284"/>
                </a:lnTo>
                <a:lnTo>
                  <a:pt x="789914" y="44284"/>
                </a:lnTo>
                <a:lnTo>
                  <a:pt x="789914" y="73240"/>
                </a:lnTo>
                <a:lnTo>
                  <a:pt x="910412" y="73240"/>
                </a:lnTo>
                <a:lnTo>
                  <a:pt x="906094" y="105600"/>
                </a:lnTo>
                <a:lnTo>
                  <a:pt x="899934" y="136537"/>
                </a:lnTo>
                <a:lnTo>
                  <a:pt x="891755" y="166344"/>
                </a:lnTo>
                <a:lnTo>
                  <a:pt x="881456" y="195262"/>
                </a:lnTo>
                <a:lnTo>
                  <a:pt x="866305" y="172161"/>
                </a:lnTo>
                <a:lnTo>
                  <a:pt x="850595" y="148767"/>
                </a:lnTo>
                <a:lnTo>
                  <a:pt x="834301" y="125361"/>
                </a:lnTo>
                <a:lnTo>
                  <a:pt x="817448" y="102196"/>
                </a:lnTo>
                <a:lnTo>
                  <a:pt x="794486" y="117449"/>
                </a:lnTo>
                <a:lnTo>
                  <a:pt x="867740" y="227368"/>
                </a:lnTo>
                <a:lnTo>
                  <a:pt x="849439" y="257365"/>
                </a:lnTo>
                <a:lnTo>
                  <a:pt x="828865" y="285661"/>
                </a:lnTo>
                <a:lnTo>
                  <a:pt x="805967" y="312267"/>
                </a:lnTo>
                <a:lnTo>
                  <a:pt x="780770" y="337185"/>
                </a:lnTo>
                <a:lnTo>
                  <a:pt x="785558" y="344919"/>
                </a:lnTo>
                <a:lnTo>
                  <a:pt x="790498" y="352234"/>
                </a:lnTo>
                <a:lnTo>
                  <a:pt x="795172" y="359257"/>
                </a:lnTo>
                <a:lnTo>
                  <a:pt x="799147" y="366141"/>
                </a:lnTo>
                <a:lnTo>
                  <a:pt x="824306" y="341033"/>
                </a:lnTo>
                <a:lnTo>
                  <a:pt x="847166" y="313893"/>
                </a:lnTo>
                <a:lnTo>
                  <a:pt x="867740" y="285051"/>
                </a:lnTo>
                <a:lnTo>
                  <a:pt x="886028" y="254800"/>
                </a:lnTo>
                <a:lnTo>
                  <a:pt x="897686" y="273989"/>
                </a:lnTo>
                <a:lnTo>
                  <a:pt x="921600" y="311835"/>
                </a:lnTo>
                <a:lnTo>
                  <a:pt x="933272" y="331089"/>
                </a:lnTo>
                <a:lnTo>
                  <a:pt x="960793" y="312712"/>
                </a:lnTo>
                <a:close/>
              </a:path>
              <a:path w="2332354" h="380364">
                <a:moveTo>
                  <a:pt x="1043089" y="236512"/>
                </a:moveTo>
                <a:lnTo>
                  <a:pt x="1031087" y="214706"/>
                </a:lnTo>
                <a:lnTo>
                  <a:pt x="1017943" y="192798"/>
                </a:lnTo>
                <a:lnTo>
                  <a:pt x="1003655" y="170611"/>
                </a:lnTo>
                <a:lnTo>
                  <a:pt x="988225" y="148018"/>
                </a:lnTo>
                <a:lnTo>
                  <a:pt x="963841" y="163258"/>
                </a:lnTo>
                <a:lnTo>
                  <a:pt x="978154" y="186105"/>
                </a:lnTo>
                <a:lnTo>
                  <a:pt x="991463" y="208838"/>
                </a:lnTo>
                <a:lnTo>
                  <a:pt x="1003922" y="231279"/>
                </a:lnTo>
                <a:lnTo>
                  <a:pt x="1015657" y="253276"/>
                </a:lnTo>
                <a:lnTo>
                  <a:pt x="1043089" y="236512"/>
                </a:lnTo>
                <a:close/>
              </a:path>
              <a:path w="2332354" h="380364">
                <a:moveTo>
                  <a:pt x="1162062" y="86956"/>
                </a:moveTo>
                <a:lnTo>
                  <a:pt x="1114818" y="86956"/>
                </a:lnTo>
                <a:lnTo>
                  <a:pt x="1114818" y="4572"/>
                </a:lnTo>
                <a:lnTo>
                  <a:pt x="1084338" y="4572"/>
                </a:lnTo>
                <a:lnTo>
                  <a:pt x="1084338" y="86956"/>
                </a:lnTo>
                <a:lnTo>
                  <a:pt x="957745" y="86956"/>
                </a:lnTo>
                <a:lnTo>
                  <a:pt x="957745" y="115925"/>
                </a:lnTo>
                <a:lnTo>
                  <a:pt x="1084338" y="115925"/>
                </a:lnTo>
                <a:lnTo>
                  <a:pt x="1084338" y="309664"/>
                </a:lnTo>
                <a:lnTo>
                  <a:pt x="1082598" y="322592"/>
                </a:lnTo>
                <a:lnTo>
                  <a:pt x="1077277" y="331647"/>
                </a:lnTo>
                <a:lnTo>
                  <a:pt x="1068222" y="336969"/>
                </a:lnTo>
                <a:lnTo>
                  <a:pt x="1055585" y="338670"/>
                </a:lnTo>
                <a:lnTo>
                  <a:pt x="1044752" y="338658"/>
                </a:lnTo>
                <a:lnTo>
                  <a:pt x="1031659" y="338328"/>
                </a:lnTo>
                <a:lnTo>
                  <a:pt x="1016279" y="337426"/>
                </a:lnTo>
                <a:lnTo>
                  <a:pt x="998893" y="335661"/>
                </a:lnTo>
                <a:lnTo>
                  <a:pt x="1000277" y="345643"/>
                </a:lnTo>
                <a:lnTo>
                  <a:pt x="1001941" y="354901"/>
                </a:lnTo>
                <a:lnTo>
                  <a:pt x="1003604" y="363308"/>
                </a:lnTo>
                <a:lnTo>
                  <a:pt x="1004989" y="370713"/>
                </a:lnTo>
                <a:lnTo>
                  <a:pt x="1061377" y="370713"/>
                </a:lnTo>
                <a:lnTo>
                  <a:pt x="1085202" y="367284"/>
                </a:lnTo>
                <a:lnTo>
                  <a:pt x="1101852" y="356984"/>
                </a:lnTo>
                <a:lnTo>
                  <a:pt x="1111618" y="339813"/>
                </a:lnTo>
                <a:lnTo>
                  <a:pt x="1111770" y="338709"/>
                </a:lnTo>
                <a:lnTo>
                  <a:pt x="1114818" y="315760"/>
                </a:lnTo>
                <a:lnTo>
                  <a:pt x="1114818" y="115925"/>
                </a:lnTo>
                <a:lnTo>
                  <a:pt x="1162062" y="115925"/>
                </a:lnTo>
                <a:lnTo>
                  <a:pt x="1162062" y="86956"/>
                </a:lnTo>
                <a:close/>
              </a:path>
              <a:path w="2332354" h="380364">
                <a:moveTo>
                  <a:pt x="1554010" y="334137"/>
                </a:moveTo>
                <a:lnTo>
                  <a:pt x="1519135" y="319798"/>
                </a:lnTo>
                <a:lnTo>
                  <a:pt x="1489951" y="299758"/>
                </a:lnTo>
                <a:lnTo>
                  <a:pt x="1466494" y="274040"/>
                </a:lnTo>
                <a:lnTo>
                  <a:pt x="1453057" y="250228"/>
                </a:lnTo>
                <a:lnTo>
                  <a:pt x="1448752" y="242608"/>
                </a:lnTo>
                <a:lnTo>
                  <a:pt x="1465427" y="236512"/>
                </a:lnTo>
                <a:lnTo>
                  <a:pt x="1466799" y="236004"/>
                </a:lnTo>
                <a:lnTo>
                  <a:pt x="1484426" y="229831"/>
                </a:lnTo>
                <a:lnTo>
                  <a:pt x="1518958" y="218122"/>
                </a:lnTo>
                <a:lnTo>
                  <a:pt x="1503718" y="192214"/>
                </a:lnTo>
                <a:lnTo>
                  <a:pt x="1478800" y="203619"/>
                </a:lnTo>
                <a:lnTo>
                  <a:pt x="1452194" y="214896"/>
                </a:lnTo>
                <a:lnTo>
                  <a:pt x="1423898" y="225907"/>
                </a:lnTo>
                <a:lnTo>
                  <a:pt x="1393888" y="236512"/>
                </a:lnTo>
                <a:lnTo>
                  <a:pt x="1391881" y="233464"/>
                </a:lnTo>
                <a:lnTo>
                  <a:pt x="1385011" y="223024"/>
                </a:lnTo>
                <a:lnTo>
                  <a:pt x="1374267" y="210134"/>
                </a:lnTo>
                <a:lnTo>
                  <a:pt x="1365148" y="201358"/>
                </a:lnTo>
                <a:lnTo>
                  <a:pt x="1361490" y="197840"/>
                </a:lnTo>
                <a:lnTo>
                  <a:pt x="1346555" y="186118"/>
                </a:lnTo>
                <a:lnTo>
                  <a:pt x="1351216" y="183070"/>
                </a:lnTo>
                <a:lnTo>
                  <a:pt x="1354264" y="180022"/>
                </a:lnTo>
                <a:lnTo>
                  <a:pt x="1357312" y="175450"/>
                </a:lnTo>
                <a:lnTo>
                  <a:pt x="1496098" y="175450"/>
                </a:lnTo>
                <a:lnTo>
                  <a:pt x="1496098" y="184594"/>
                </a:lnTo>
                <a:lnTo>
                  <a:pt x="1523530" y="184594"/>
                </a:lnTo>
                <a:lnTo>
                  <a:pt x="1523530" y="175450"/>
                </a:lnTo>
                <a:lnTo>
                  <a:pt x="1523530" y="151066"/>
                </a:lnTo>
                <a:lnTo>
                  <a:pt x="1523530" y="114388"/>
                </a:lnTo>
                <a:lnTo>
                  <a:pt x="1523530" y="90004"/>
                </a:lnTo>
                <a:lnTo>
                  <a:pt x="1496098" y="90004"/>
                </a:lnTo>
                <a:lnTo>
                  <a:pt x="1496098" y="114388"/>
                </a:lnTo>
                <a:lnTo>
                  <a:pt x="1496098" y="151066"/>
                </a:lnTo>
                <a:lnTo>
                  <a:pt x="1372552" y="151066"/>
                </a:lnTo>
                <a:lnTo>
                  <a:pt x="1376603" y="142773"/>
                </a:lnTo>
                <a:lnTo>
                  <a:pt x="1379791" y="133908"/>
                </a:lnTo>
                <a:lnTo>
                  <a:pt x="1382420" y="124447"/>
                </a:lnTo>
                <a:lnTo>
                  <a:pt x="1384744" y="114388"/>
                </a:lnTo>
                <a:lnTo>
                  <a:pt x="1496098" y="114388"/>
                </a:lnTo>
                <a:lnTo>
                  <a:pt x="1496098" y="90004"/>
                </a:lnTo>
                <a:lnTo>
                  <a:pt x="1428940" y="90004"/>
                </a:lnTo>
                <a:lnTo>
                  <a:pt x="1463865" y="58000"/>
                </a:lnTo>
                <a:lnTo>
                  <a:pt x="1465516" y="56476"/>
                </a:lnTo>
                <a:lnTo>
                  <a:pt x="1465516" y="33616"/>
                </a:lnTo>
                <a:lnTo>
                  <a:pt x="1425892" y="33616"/>
                </a:lnTo>
                <a:lnTo>
                  <a:pt x="1425892" y="58000"/>
                </a:lnTo>
                <a:lnTo>
                  <a:pt x="1392364" y="90004"/>
                </a:lnTo>
                <a:lnTo>
                  <a:pt x="1355788" y="90004"/>
                </a:lnTo>
                <a:lnTo>
                  <a:pt x="1355788" y="114388"/>
                </a:lnTo>
                <a:lnTo>
                  <a:pt x="1353210" y="124447"/>
                </a:lnTo>
                <a:lnTo>
                  <a:pt x="1350035" y="133908"/>
                </a:lnTo>
                <a:lnTo>
                  <a:pt x="1346288" y="142773"/>
                </a:lnTo>
                <a:lnTo>
                  <a:pt x="1341983" y="151066"/>
                </a:lnTo>
                <a:lnTo>
                  <a:pt x="1238351" y="151066"/>
                </a:lnTo>
                <a:lnTo>
                  <a:pt x="1238351" y="114388"/>
                </a:lnTo>
                <a:lnTo>
                  <a:pt x="1355788" y="114388"/>
                </a:lnTo>
                <a:lnTo>
                  <a:pt x="1355788" y="90004"/>
                </a:lnTo>
                <a:lnTo>
                  <a:pt x="1245971" y="90004"/>
                </a:lnTo>
                <a:lnTo>
                  <a:pt x="1256207" y="82003"/>
                </a:lnTo>
                <a:lnTo>
                  <a:pt x="1266164" y="74002"/>
                </a:lnTo>
                <a:lnTo>
                  <a:pt x="1275549" y="66001"/>
                </a:lnTo>
                <a:lnTo>
                  <a:pt x="1284071" y="58000"/>
                </a:lnTo>
                <a:lnTo>
                  <a:pt x="1425892" y="58000"/>
                </a:lnTo>
                <a:lnTo>
                  <a:pt x="1425892" y="33616"/>
                </a:lnTo>
                <a:lnTo>
                  <a:pt x="1308455" y="33616"/>
                </a:lnTo>
                <a:lnTo>
                  <a:pt x="1315021" y="26517"/>
                </a:lnTo>
                <a:lnTo>
                  <a:pt x="1321028" y="19100"/>
                </a:lnTo>
                <a:lnTo>
                  <a:pt x="1326451" y="11684"/>
                </a:lnTo>
                <a:lnTo>
                  <a:pt x="1331315" y="4572"/>
                </a:lnTo>
                <a:lnTo>
                  <a:pt x="1297787" y="0"/>
                </a:lnTo>
                <a:lnTo>
                  <a:pt x="1272692" y="29794"/>
                </a:lnTo>
                <a:lnTo>
                  <a:pt x="1243291" y="57429"/>
                </a:lnTo>
                <a:lnTo>
                  <a:pt x="1209878" y="83032"/>
                </a:lnTo>
                <a:lnTo>
                  <a:pt x="1172718" y="106768"/>
                </a:lnTo>
                <a:lnTo>
                  <a:pt x="1179385" y="119773"/>
                </a:lnTo>
                <a:lnTo>
                  <a:pt x="1182370" y="126149"/>
                </a:lnTo>
                <a:lnTo>
                  <a:pt x="1184910" y="132778"/>
                </a:lnTo>
                <a:lnTo>
                  <a:pt x="1212443" y="114388"/>
                </a:lnTo>
                <a:lnTo>
                  <a:pt x="1212443" y="187642"/>
                </a:lnTo>
                <a:lnTo>
                  <a:pt x="1238351" y="187642"/>
                </a:lnTo>
                <a:lnTo>
                  <a:pt x="1238351" y="175450"/>
                </a:lnTo>
                <a:lnTo>
                  <a:pt x="1320647" y="175450"/>
                </a:lnTo>
                <a:lnTo>
                  <a:pt x="1296047" y="191744"/>
                </a:lnTo>
                <a:lnTo>
                  <a:pt x="1263294" y="206324"/>
                </a:lnTo>
                <a:lnTo>
                  <a:pt x="1222235" y="219214"/>
                </a:lnTo>
                <a:lnTo>
                  <a:pt x="1172718" y="230416"/>
                </a:lnTo>
                <a:lnTo>
                  <a:pt x="1180909" y="245084"/>
                </a:lnTo>
                <a:lnTo>
                  <a:pt x="1184516" y="251193"/>
                </a:lnTo>
                <a:lnTo>
                  <a:pt x="1187958" y="256324"/>
                </a:lnTo>
                <a:lnTo>
                  <a:pt x="1232001" y="244297"/>
                </a:lnTo>
                <a:lnTo>
                  <a:pt x="1270152" y="231127"/>
                </a:lnTo>
                <a:lnTo>
                  <a:pt x="1302283" y="216801"/>
                </a:lnTo>
                <a:lnTo>
                  <a:pt x="1328267" y="201358"/>
                </a:lnTo>
                <a:lnTo>
                  <a:pt x="1334363" y="205930"/>
                </a:lnTo>
                <a:lnTo>
                  <a:pt x="1273581" y="254977"/>
                </a:lnTo>
                <a:lnTo>
                  <a:pt x="1228813" y="271957"/>
                </a:lnTo>
                <a:lnTo>
                  <a:pt x="1177290" y="286804"/>
                </a:lnTo>
                <a:lnTo>
                  <a:pt x="1181608" y="294487"/>
                </a:lnTo>
                <a:lnTo>
                  <a:pt x="1185481" y="301472"/>
                </a:lnTo>
                <a:lnTo>
                  <a:pt x="1189088" y="307581"/>
                </a:lnTo>
                <a:lnTo>
                  <a:pt x="1192530" y="312712"/>
                </a:lnTo>
                <a:lnTo>
                  <a:pt x="1245768" y="295605"/>
                </a:lnTo>
                <a:lnTo>
                  <a:pt x="1291120" y="276517"/>
                </a:lnTo>
                <a:lnTo>
                  <a:pt x="1328762" y="255701"/>
                </a:lnTo>
                <a:lnTo>
                  <a:pt x="1358836" y="233464"/>
                </a:lnTo>
                <a:lnTo>
                  <a:pt x="1367980" y="245656"/>
                </a:lnTo>
                <a:lnTo>
                  <a:pt x="1333588" y="278460"/>
                </a:lnTo>
                <a:lnTo>
                  <a:pt x="1287881" y="303568"/>
                </a:lnTo>
                <a:lnTo>
                  <a:pt x="1234173" y="325272"/>
                </a:lnTo>
                <a:lnTo>
                  <a:pt x="1172718" y="343281"/>
                </a:lnTo>
                <a:lnTo>
                  <a:pt x="1176388" y="351002"/>
                </a:lnTo>
                <a:lnTo>
                  <a:pt x="1180338" y="358140"/>
                </a:lnTo>
                <a:lnTo>
                  <a:pt x="1184300" y="364718"/>
                </a:lnTo>
                <a:lnTo>
                  <a:pt x="1187958" y="370713"/>
                </a:lnTo>
                <a:lnTo>
                  <a:pt x="1250594" y="350151"/>
                </a:lnTo>
                <a:lnTo>
                  <a:pt x="1303502" y="327418"/>
                </a:lnTo>
                <a:lnTo>
                  <a:pt x="1346695" y="302691"/>
                </a:lnTo>
                <a:lnTo>
                  <a:pt x="1380172" y="276136"/>
                </a:lnTo>
                <a:lnTo>
                  <a:pt x="1381302" y="283006"/>
                </a:lnTo>
                <a:lnTo>
                  <a:pt x="1382268" y="290042"/>
                </a:lnTo>
                <a:lnTo>
                  <a:pt x="1382966" y="297345"/>
                </a:lnTo>
                <a:lnTo>
                  <a:pt x="1383220" y="305092"/>
                </a:lnTo>
                <a:lnTo>
                  <a:pt x="1380388" y="324256"/>
                </a:lnTo>
                <a:lnTo>
                  <a:pt x="1371981" y="338124"/>
                </a:lnTo>
                <a:lnTo>
                  <a:pt x="1358112" y="346544"/>
                </a:lnTo>
                <a:lnTo>
                  <a:pt x="1338935" y="349377"/>
                </a:lnTo>
                <a:lnTo>
                  <a:pt x="1327213" y="349110"/>
                </a:lnTo>
                <a:lnTo>
                  <a:pt x="1314932" y="348424"/>
                </a:lnTo>
                <a:lnTo>
                  <a:pt x="1288643" y="346329"/>
                </a:lnTo>
                <a:lnTo>
                  <a:pt x="1290612" y="354926"/>
                </a:lnTo>
                <a:lnTo>
                  <a:pt x="1292263" y="363093"/>
                </a:lnTo>
                <a:lnTo>
                  <a:pt x="1293571" y="369900"/>
                </a:lnTo>
                <a:lnTo>
                  <a:pt x="1294739" y="375285"/>
                </a:lnTo>
                <a:lnTo>
                  <a:pt x="1308163" y="375526"/>
                </a:lnTo>
                <a:lnTo>
                  <a:pt x="1333309" y="376567"/>
                </a:lnTo>
                <a:lnTo>
                  <a:pt x="1345031" y="376809"/>
                </a:lnTo>
                <a:lnTo>
                  <a:pt x="1373327" y="372516"/>
                </a:lnTo>
                <a:lnTo>
                  <a:pt x="1393888" y="359651"/>
                </a:lnTo>
                <a:lnTo>
                  <a:pt x="1399882" y="349377"/>
                </a:lnTo>
                <a:lnTo>
                  <a:pt x="1406423" y="338188"/>
                </a:lnTo>
                <a:lnTo>
                  <a:pt x="1410652" y="308140"/>
                </a:lnTo>
                <a:lnTo>
                  <a:pt x="1410106" y="293852"/>
                </a:lnTo>
                <a:lnTo>
                  <a:pt x="1408557" y="280708"/>
                </a:lnTo>
                <a:lnTo>
                  <a:pt x="1407642" y="276136"/>
                </a:lnTo>
                <a:lnTo>
                  <a:pt x="1406156" y="268706"/>
                </a:lnTo>
                <a:lnTo>
                  <a:pt x="1403032" y="257848"/>
                </a:lnTo>
                <a:lnTo>
                  <a:pt x="1410652" y="254800"/>
                </a:lnTo>
                <a:lnTo>
                  <a:pt x="1416748" y="253276"/>
                </a:lnTo>
                <a:lnTo>
                  <a:pt x="1424368" y="250228"/>
                </a:lnTo>
                <a:lnTo>
                  <a:pt x="1444929" y="287096"/>
                </a:lnTo>
                <a:lnTo>
                  <a:pt x="1469910" y="317703"/>
                </a:lnTo>
                <a:lnTo>
                  <a:pt x="1499209" y="342023"/>
                </a:lnTo>
                <a:lnTo>
                  <a:pt x="1532674" y="360045"/>
                </a:lnTo>
                <a:lnTo>
                  <a:pt x="1536649" y="354926"/>
                </a:lnTo>
                <a:lnTo>
                  <a:pt x="1541627" y="348805"/>
                </a:lnTo>
                <a:lnTo>
                  <a:pt x="1547456" y="341833"/>
                </a:lnTo>
                <a:lnTo>
                  <a:pt x="1554010" y="334137"/>
                </a:lnTo>
                <a:close/>
              </a:path>
              <a:path w="2332354" h="380364">
                <a:moveTo>
                  <a:pt x="1701939" y="198310"/>
                </a:moveTo>
                <a:lnTo>
                  <a:pt x="1692503" y="186004"/>
                </a:lnTo>
                <a:lnTo>
                  <a:pt x="1682496" y="174117"/>
                </a:lnTo>
                <a:lnTo>
                  <a:pt x="1679549" y="170878"/>
                </a:lnTo>
                <a:lnTo>
                  <a:pt x="1678165" y="169354"/>
                </a:lnTo>
                <a:lnTo>
                  <a:pt x="1672602" y="163258"/>
                </a:lnTo>
                <a:lnTo>
                  <a:pt x="1671929" y="162521"/>
                </a:lnTo>
                <a:lnTo>
                  <a:pt x="1660779" y="151066"/>
                </a:lnTo>
                <a:lnTo>
                  <a:pt x="1647063" y="163258"/>
                </a:lnTo>
                <a:lnTo>
                  <a:pt x="1647063" y="112864"/>
                </a:lnTo>
                <a:lnTo>
                  <a:pt x="1695843" y="112864"/>
                </a:lnTo>
                <a:lnTo>
                  <a:pt x="1695843" y="86956"/>
                </a:lnTo>
                <a:lnTo>
                  <a:pt x="1647063" y="86956"/>
                </a:lnTo>
                <a:lnTo>
                  <a:pt x="1647063" y="3048"/>
                </a:lnTo>
                <a:lnTo>
                  <a:pt x="1619542" y="3048"/>
                </a:lnTo>
                <a:lnTo>
                  <a:pt x="1619542" y="86956"/>
                </a:lnTo>
                <a:lnTo>
                  <a:pt x="1566202" y="86956"/>
                </a:lnTo>
                <a:lnTo>
                  <a:pt x="1566202" y="112864"/>
                </a:lnTo>
                <a:lnTo>
                  <a:pt x="1614970" y="112864"/>
                </a:lnTo>
                <a:lnTo>
                  <a:pt x="1604060" y="148361"/>
                </a:lnTo>
                <a:lnTo>
                  <a:pt x="1591729" y="181546"/>
                </a:lnTo>
                <a:lnTo>
                  <a:pt x="1577682" y="212445"/>
                </a:lnTo>
                <a:lnTo>
                  <a:pt x="1561630" y="241071"/>
                </a:lnTo>
                <a:lnTo>
                  <a:pt x="1565706" y="249961"/>
                </a:lnTo>
                <a:lnTo>
                  <a:pt x="1569059" y="258406"/>
                </a:lnTo>
                <a:lnTo>
                  <a:pt x="1572133" y="266585"/>
                </a:lnTo>
                <a:lnTo>
                  <a:pt x="1575346" y="274612"/>
                </a:lnTo>
                <a:lnTo>
                  <a:pt x="1586750" y="255155"/>
                </a:lnTo>
                <a:lnTo>
                  <a:pt x="1598015" y="231127"/>
                </a:lnTo>
                <a:lnTo>
                  <a:pt x="1608988" y="202514"/>
                </a:lnTo>
                <a:lnTo>
                  <a:pt x="1619542" y="169354"/>
                </a:lnTo>
                <a:lnTo>
                  <a:pt x="1619542" y="378333"/>
                </a:lnTo>
                <a:lnTo>
                  <a:pt x="1647063" y="378333"/>
                </a:lnTo>
                <a:lnTo>
                  <a:pt x="1647063" y="170878"/>
                </a:lnTo>
                <a:lnTo>
                  <a:pt x="1655305" y="180568"/>
                </a:lnTo>
                <a:lnTo>
                  <a:pt x="1663827" y="191262"/>
                </a:lnTo>
                <a:lnTo>
                  <a:pt x="1672361" y="202806"/>
                </a:lnTo>
                <a:lnTo>
                  <a:pt x="1680591" y="215074"/>
                </a:lnTo>
                <a:lnTo>
                  <a:pt x="1701939" y="198310"/>
                </a:lnTo>
                <a:close/>
              </a:path>
              <a:path w="2332354" h="380364">
                <a:moveTo>
                  <a:pt x="1938350" y="39712"/>
                </a:moveTo>
                <a:lnTo>
                  <a:pt x="1872716" y="39712"/>
                </a:lnTo>
                <a:lnTo>
                  <a:pt x="1872716" y="3048"/>
                </a:lnTo>
                <a:lnTo>
                  <a:pt x="1846808" y="3048"/>
                </a:lnTo>
                <a:lnTo>
                  <a:pt x="1846808" y="39712"/>
                </a:lnTo>
                <a:lnTo>
                  <a:pt x="1778228" y="39712"/>
                </a:lnTo>
                <a:lnTo>
                  <a:pt x="1778228" y="3048"/>
                </a:lnTo>
                <a:lnTo>
                  <a:pt x="1752231" y="3048"/>
                </a:lnTo>
                <a:lnTo>
                  <a:pt x="1752231" y="39712"/>
                </a:lnTo>
                <a:lnTo>
                  <a:pt x="1691271" y="39712"/>
                </a:lnTo>
                <a:lnTo>
                  <a:pt x="1691271" y="64096"/>
                </a:lnTo>
                <a:lnTo>
                  <a:pt x="1752231" y="64096"/>
                </a:lnTo>
                <a:lnTo>
                  <a:pt x="1752231" y="94576"/>
                </a:lnTo>
                <a:lnTo>
                  <a:pt x="1778228" y="94576"/>
                </a:lnTo>
                <a:lnTo>
                  <a:pt x="1778228" y="64096"/>
                </a:lnTo>
                <a:lnTo>
                  <a:pt x="1846808" y="64096"/>
                </a:lnTo>
                <a:lnTo>
                  <a:pt x="1846808" y="94576"/>
                </a:lnTo>
                <a:lnTo>
                  <a:pt x="1872716" y="94576"/>
                </a:lnTo>
                <a:lnTo>
                  <a:pt x="1872716" y="64096"/>
                </a:lnTo>
                <a:lnTo>
                  <a:pt x="1938350" y="64096"/>
                </a:lnTo>
                <a:lnTo>
                  <a:pt x="1938350" y="39712"/>
                </a:lnTo>
                <a:close/>
              </a:path>
              <a:path w="2332354" h="380364">
                <a:moveTo>
                  <a:pt x="1944446" y="347853"/>
                </a:moveTo>
                <a:lnTo>
                  <a:pt x="1882635" y="328752"/>
                </a:lnTo>
                <a:lnTo>
                  <a:pt x="1842770" y="298996"/>
                </a:lnTo>
                <a:lnTo>
                  <a:pt x="1834616" y="291376"/>
                </a:lnTo>
                <a:lnTo>
                  <a:pt x="1939874" y="291376"/>
                </a:lnTo>
                <a:lnTo>
                  <a:pt x="1939874" y="266979"/>
                </a:lnTo>
                <a:lnTo>
                  <a:pt x="1820900" y="266979"/>
                </a:lnTo>
                <a:lnTo>
                  <a:pt x="1822018" y="259816"/>
                </a:lnTo>
                <a:lnTo>
                  <a:pt x="1822996" y="251929"/>
                </a:lnTo>
                <a:lnTo>
                  <a:pt x="1823681" y="243192"/>
                </a:lnTo>
                <a:lnTo>
                  <a:pt x="1823948" y="233451"/>
                </a:lnTo>
                <a:lnTo>
                  <a:pt x="1887956" y="233451"/>
                </a:lnTo>
                <a:lnTo>
                  <a:pt x="1887956" y="244119"/>
                </a:lnTo>
                <a:lnTo>
                  <a:pt x="1915490" y="244119"/>
                </a:lnTo>
                <a:lnTo>
                  <a:pt x="1915490" y="233451"/>
                </a:lnTo>
                <a:lnTo>
                  <a:pt x="1915490" y="208978"/>
                </a:lnTo>
                <a:lnTo>
                  <a:pt x="1915490" y="180022"/>
                </a:lnTo>
                <a:lnTo>
                  <a:pt x="1915490" y="157162"/>
                </a:lnTo>
                <a:lnTo>
                  <a:pt x="1915490" y="128206"/>
                </a:lnTo>
                <a:lnTo>
                  <a:pt x="1915490" y="105244"/>
                </a:lnTo>
                <a:lnTo>
                  <a:pt x="1887956" y="105244"/>
                </a:lnTo>
                <a:lnTo>
                  <a:pt x="1887956" y="128206"/>
                </a:lnTo>
                <a:lnTo>
                  <a:pt x="1887956" y="157162"/>
                </a:lnTo>
                <a:lnTo>
                  <a:pt x="1887956" y="180022"/>
                </a:lnTo>
                <a:lnTo>
                  <a:pt x="1887956" y="208978"/>
                </a:lnTo>
                <a:lnTo>
                  <a:pt x="1738515" y="208978"/>
                </a:lnTo>
                <a:lnTo>
                  <a:pt x="1738515" y="180022"/>
                </a:lnTo>
                <a:lnTo>
                  <a:pt x="1887956" y="180022"/>
                </a:lnTo>
                <a:lnTo>
                  <a:pt x="1887956" y="157162"/>
                </a:lnTo>
                <a:lnTo>
                  <a:pt x="1738515" y="157162"/>
                </a:lnTo>
                <a:lnTo>
                  <a:pt x="1738515" y="128206"/>
                </a:lnTo>
                <a:lnTo>
                  <a:pt x="1887956" y="128206"/>
                </a:lnTo>
                <a:lnTo>
                  <a:pt x="1887956" y="105244"/>
                </a:lnTo>
                <a:lnTo>
                  <a:pt x="1711083" y="105244"/>
                </a:lnTo>
                <a:lnTo>
                  <a:pt x="1711083" y="244119"/>
                </a:lnTo>
                <a:lnTo>
                  <a:pt x="1738515" y="244119"/>
                </a:lnTo>
                <a:lnTo>
                  <a:pt x="1738515" y="233451"/>
                </a:lnTo>
                <a:lnTo>
                  <a:pt x="1798040" y="233451"/>
                </a:lnTo>
                <a:lnTo>
                  <a:pt x="1797138" y="242557"/>
                </a:lnTo>
                <a:lnTo>
                  <a:pt x="1796618" y="249961"/>
                </a:lnTo>
                <a:lnTo>
                  <a:pt x="1795868" y="259816"/>
                </a:lnTo>
                <a:lnTo>
                  <a:pt x="1794992" y="266979"/>
                </a:lnTo>
                <a:lnTo>
                  <a:pt x="1683651" y="266979"/>
                </a:lnTo>
                <a:lnTo>
                  <a:pt x="1683651" y="291376"/>
                </a:lnTo>
                <a:lnTo>
                  <a:pt x="1785848" y="291376"/>
                </a:lnTo>
                <a:lnTo>
                  <a:pt x="1769237" y="311416"/>
                </a:lnTo>
                <a:lnTo>
                  <a:pt x="1744459" y="328180"/>
                </a:lnTo>
                <a:lnTo>
                  <a:pt x="1711401" y="341807"/>
                </a:lnTo>
                <a:lnTo>
                  <a:pt x="1669923" y="352425"/>
                </a:lnTo>
                <a:lnTo>
                  <a:pt x="1674241" y="359283"/>
                </a:lnTo>
                <a:lnTo>
                  <a:pt x="1678114" y="366141"/>
                </a:lnTo>
                <a:lnTo>
                  <a:pt x="1681721" y="372999"/>
                </a:lnTo>
                <a:lnTo>
                  <a:pt x="1685175" y="379857"/>
                </a:lnTo>
                <a:lnTo>
                  <a:pt x="1729790" y="364667"/>
                </a:lnTo>
                <a:lnTo>
                  <a:pt x="1765414" y="346316"/>
                </a:lnTo>
                <a:lnTo>
                  <a:pt x="1792185" y="324523"/>
                </a:lnTo>
                <a:lnTo>
                  <a:pt x="1810232" y="298996"/>
                </a:lnTo>
                <a:lnTo>
                  <a:pt x="1833041" y="325335"/>
                </a:lnTo>
                <a:lnTo>
                  <a:pt x="1860156" y="347078"/>
                </a:lnTo>
                <a:lnTo>
                  <a:pt x="1891284" y="364236"/>
                </a:lnTo>
                <a:lnTo>
                  <a:pt x="1926158" y="376809"/>
                </a:lnTo>
                <a:lnTo>
                  <a:pt x="1930082" y="369709"/>
                </a:lnTo>
                <a:lnTo>
                  <a:pt x="1934730" y="362331"/>
                </a:lnTo>
                <a:lnTo>
                  <a:pt x="1939658" y="354952"/>
                </a:lnTo>
                <a:lnTo>
                  <a:pt x="1944446" y="347853"/>
                </a:lnTo>
                <a:close/>
              </a:path>
              <a:path w="2332354" h="380364">
                <a:moveTo>
                  <a:pt x="2186952" y="112864"/>
                </a:moveTo>
                <a:lnTo>
                  <a:pt x="2133511" y="112864"/>
                </a:lnTo>
                <a:lnTo>
                  <a:pt x="2133511" y="48856"/>
                </a:lnTo>
                <a:lnTo>
                  <a:pt x="2174659" y="48856"/>
                </a:lnTo>
                <a:lnTo>
                  <a:pt x="2174659" y="24472"/>
                </a:lnTo>
                <a:lnTo>
                  <a:pt x="2104555" y="24472"/>
                </a:lnTo>
                <a:lnTo>
                  <a:pt x="2104555" y="48856"/>
                </a:lnTo>
                <a:lnTo>
                  <a:pt x="2104555" y="112864"/>
                </a:lnTo>
                <a:lnTo>
                  <a:pt x="2045119" y="112864"/>
                </a:lnTo>
                <a:lnTo>
                  <a:pt x="2045119" y="48856"/>
                </a:lnTo>
                <a:lnTo>
                  <a:pt x="2104555" y="48856"/>
                </a:lnTo>
                <a:lnTo>
                  <a:pt x="2104555" y="24472"/>
                </a:lnTo>
                <a:lnTo>
                  <a:pt x="1974926" y="24472"/>
                </a:lnTo>
                <a:lnTo>
                  <a:pt x="1974926" y="48856"/>
                </a:lnTo>
                <a:lnTo>
                  <a:pt x="2017598" y="48856"/>
                </a:lnTo>
                <a:lnTo>
                  <a:pt x="2017598" y="112864"/>
                </a:lnTo>
                <a:lnTo>
                  <a:pt x="1959686" y="112864"/>
                </a:lnTo>
                <a:lnTo>
                  <a:pt x="1959686" y="138874"/>
                </a:lnTo>
                <a:lnTo>
                  <a:pt x="2014550" y="138874"/>
                </a:lnTo>
                <a:lnTo>
                  <a:pt x="2010587" y="158000"/>
                </a:lnTo>
                <a:lnTo>
                  <a:pt x="2001215" y="176403"/>
                </a:lnTo>
                <a:lnTo>
                  <a:pt x="1986686" y="193954"/>
                </a:lnTo>
                <a:lnTo>
                  <a:pt x="1967306" y="210502"/>
                </a:lnTo>
                <a:lnTo>
                  <a:pt x="1972995" y="216230"/>
                </a:lnTo>
                <a:lnTo>
                  <a:pt x="1978545" y="221983"/>
                </a:lnTo>
                <a:lnTo>
                  <a:pt x="1983803" y="227723"/>
                </a:lnTo>
                <a:lnTo>
                  <a:pt x="1988642" y="233464"/>
                </a:lnTo>
                <a:lnTo>
                  <a:pt x="2010930" y="212204"/>
                </a:lnTo>
                <a:lnTo>
                  <a:pt x="2027504" y="189560"/>
                </a:lnTo>
                <a:lnTo>
                  <a:pt x="2038362" y="165214"/>
                </a:lnTo>
                <a:lnTo>
                  <a:pt x="2043506" y="138874"/>
                </a:lnTo>
                <a:lnTo>
                  <a:pt x="2104555" y="138874"/>
                </a:lnTo>
                <a:lnTo>
                  <a:pt x="2104555" y="221170"/>
                </a:lnTo>
                <a:lnTo>
                  <a:pt x="2133511" y="221170"/>
                </a:lnTo>
                <a:lnTo>
                  <a:pt x="2133511" y="138874"/>
                </a:lnTo>
                <a:lnTo>
                  <a:pt x="2186952" y="138874"/>
                </a:lnTo>
                <a:lnTo>
                  <a:pt x="2186952" y="112864"/>
                </a:lnTo>
                <a:close/>
              </a:path>
              <a:path w="2332354" h="380364">
                <a:moveTo>
                  <a:pt x="2231148" y="30568"/>
                </a:moveTo>
                <a:lnTo>
                  <a:pt x="2202192" y="30568"/>
                </a:lnTo>
                <a:lnTo>
                  <a:pt x="2202192" y="161734"/>
                </a:lnTo>
                <a:lnTo>
                  <a:pt x="2231148" y="161734"/>
                </a:lnTo>
                <a:lnTo>
                  <a:pt x="2231148" y="30568"/>
                </a:lnTo>
                <a:close/>
              </a:path>
              <a:path w="2332354" h="380364">
                <a:moveTo>
                  <a:pt x="2307348" y="9144"/>
                </a:moveTo>
                <a:lnTo>
                  <a:pt x="2279916" y="9144"/>
                </a:lnTo>
                <a:lnTo>
                  <a:pt x="2279916" y="173926"/>
                </a:lnTo>
                <a:lnTo>
                  <a:pt x="2278507" y="183934"/>
                </a:lnTo>
                <a:lnTo>
                  <a:pt x="2274392" y="191071"/>
                </a:lnTo>
                <a:lnTo>
                  <a:pt x="2267699" y="195364"/>
                </a:lnTo>
                <a:lnTo>
                  <a:pt x="2258707" y="196773"/>
                </a:lnTo>
                <a:lnTo>
                  <a:pt x="2249449" y="196761"/>
                </a:lnTo>
                <a:lnTo>
                  <a:pt x="2238197" y="196596"/>
                </a:lnTo>
                <a:lnTo>
                  <a:pt x="2224925" y="196138"/>
                </a:lnTo>
                <a:lnTo>
                  <a:pt x="2209812" y="195262"/>
                </a:lnTo>
                <a:lnTo>
                  <a:pt x="2211806" y="203238"/>
                </a:lnTo>
                <a:lnTo>
                  <a:pt x="2213241" y="211086"/>
                </a:lnTo>
                <a:lnTo>
                  <a:pt x="2214092" y="218668"/>
                </a:lnTo>
                <a:lnTo>
                  <a:pt x="2214384" y="225844"/>
                </a:lnTo>
                <a:lnTo>
                  <a:pt x="2267724" y="225844"/>
                </a:lnTo>
                <a:lnTo>
                  <a:pt x="2285479" y="223253"/>
                </a:lnTo>
                <a:lnTo>
                  <a:pt x="2297823" y="215506"/>
                </a:lnTo>
                <a:lnTo>
                  <a:pt x="2305012" y="202615"/>
                </a:lnTo>
                <a:lnTo>
                  <a:pt x="2305761" y="196786"/>
                </a:lnTo>
                <a:lnTo>
                  <a:pt x="2307348" y="184594"/>
                </a:lnTo>
                <a:lnTo>
                  <a:pt x="2307348" y="9144"/>
                </a:lnTo>
                <a:close/>
              </a:path>
              <a:path w="2332354" h="380364">
                <a:moveTo>
                  <a:pt x="2331821" y="334137"/>
                </a:moveTo>
                <a:lnTo>
                  <a:pt x="2159419" y="334137"/>
                </a:lnTo>
                <a:lnTo>
                  <a:pt x="2159419" y="282232"/>
                </a:lnTo>
                <a:lnTo>
                  <a:pt x="2299728" y="282232"/>
                </a:lnTo>
                <a:lnTo>
                  <a:pt x="2299728" y="256324"/>
                </a:lnTo>
                <a:lnTo>
                  <a:pt x="2159419" y="256324"/>
                </a:lnTo>
                <a:lnTo>
                  <a:pt x="2159419" y="225844"/>
                </a:lnTo>
                <a:lnTo>
                  <a:pt x="2128939" y="225844"/>
                </a:lnTo>
                <a:lnTo>
                  <a:pt x="2128939" y="256324"/>
                </a:lnTo>
                <a:lnTo>
                  <a:pt x="1993214" y="256324"/>
                </a:lnTo>
                <a:lnTo>
                  <a:pt x="1993214" y="282232"/>
                </a:lnTo>
                <a:lnTo>
                  <a:pt x="2128939" y="282232"/>
                </a:lnTo>
                <a:lnTo>
                  <a:pt x="2128939" y="334137"/>
                </a:lnTo>
                <a:lnTo>
                  <a:pt x="1958149" y="334137"/>
                </a:lnTo>
                <a:lnTo>
                  <a:pt x="1958149" y="360045"/>
                </a:lnTo>
                <a:lnTo>
                  <a:pt x="2331821" y="360045"/>
                </a:lnTo>
                <a:lnTo>
                  <a:pt x="2331821" y="33413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6240303" y="4426743"/>
            <a:ext cx="716915" cy="378460"/>
            <a:chOff x="6240303" y="4426743"/>
            <a:chExt cx="716915" cy="378460"/>
          </a:xfrm>
        </p:grpSpPr>
        <p:sp>
          <p:nvSpPr>
            <p:cNvPr id="30" name="object 30" descr=""/>
            <p:cNvSpPr/>
            <p:nvPr/>
          </p:nvSpPr>
          <p:spPr>
            <a:xfrm>
              <a:off x="6240297" y="4426749"/>
              <a:ext cx="317500" cy="378460"/>
            </a:xfrm>
            <a:custGeom>
              <a:avLst/>
              <a:gdLst/>
              <a:ahLst/>
              <a:cxnLst/>
              <a:rect l="l" t="t" r="r" b="b"/>
              <a:pathLst>
                <a:path w="317500" h="378460">
                  <a:moveTo>
                    <a:pt x="244030" y="286791"/>
                  </a:moveTo>
                  <a:lnTo>
                    <a:pt x="214198" y="208978"/>
                  </a:lnTo>
                  <a:lnTo>
                    <a:pt x="203657" y="181444"/>
                  </a:lnTo>
                  <a:lnTo>
                    <a:pt x="169252" y="91706"/>
                  </a:lnTo>
                  <a:lnTo>
                    <a:pt x="169252" y="181444"/>
                  </a:lnTo>
                  <a:lnTo>
                    <a:pt x="73240" y="181444"/>
                  </a:lnTo>
                  <a:lnTo>
                    <a:pt x="115912" y="64008"/>
                  </a:lnTo>
                  <a:lnTo>
                    <a:pt x="118960" y="59436"/>
                  </a:lnTo>
                  <a:lnTo>
                    <a:pt x="120484" y="53340"/>
                  </a:lnTo>
                  <a:lnTo>
                    <a:pt x="120484" y="45720"/>
                  </a:lnTo>
                  <a:lnTo>
                    <a:pt x="122008" y="45720"/>
                  </a:lnTo>
                  <a:lnTo>
                    <a:pt x="123532" y="53340"/>
                  </a:lnTo>
                  <a:lnTo>
                    <a:pt x="125056" y="59436"/>
                  </a:lnTo>
                  <a:lnTo>
                    <a:pt x="126580" y="64008"/>
                  </a:lnTo>
                  <a:lnTo>
                    <a:pt x="169252" y="181444"/>
                  </a:lnTo>
                  <a:lnTo>
                    <a:pt x="169252" y="91706"/>
                  </a:lnTo>
                  <a:lnTo>
                    <a:pt x="151625" y="45720"/>
                  </a:lnTo>
                  <a:lnTo>
                    <a:pt x="138772" y="12192"/>
                  </a:lnTo>
                  <a:lnTo>
                    <a:pt x="105244" y="12192"/>
                  </a:lnTo>
                  <a:lnTo>
                    <a:pt x="0" y="286791"/>
                  </a:lnTo>
                  <a:lnTo>
                    <a:pt x="36576" y="286791"/>
                  </a:lnTo>
                  <a:lnTo>
                    <a:pt x="62484" y="208978"/>
                  </a:lnTo>
                  <a:lnTo>
                    <a:pt x="179920" y="208978"/>
                  </a:lnTo>
                  <a:lnTo>
                    <a:pt x="208978" y="286791"/>
                  </a:lnTo>
                  <a:lnTo>
                    <a:pt x="244030" y="286791"/>
                  </a:lnTo>
                  <a:close/>
                </a:path>
                <a:path w="317500" h="378460">
                  <a:moveTo>
                    <a:pt x="311086" y="90004"/>
                  </a:moveTo>
                  <a:lnTo>
                    <a:pt x="280606" y="90004"/>
                  </a:lnTo>
                  <a:lnTo>
                    <a:pt x="280606" y="283654"/>
                  </a:lnTo>
                  <a:lnTo>
                    <a:pt x="277799" y="313715"/>
                  </a:lnTo>
                  <a:lnTo>
                    <a:pt x="269557" y="335178"/>
                  </a:lnTo>
                  <a:lnTo>
                    <a:pt x="256171" y="348043"/>
                  </a:lnTo>
                  <a:lnTo>
                    <a:pt x="237934" y="352336"/>
                  </a:lnTo>
                  <a:lnTo>
                    <a:pt x="231076" y="351764"/>
                  </a:lnTo>
                  <a:lnTo>
                    <a:pt x="224218" y="350050"/>
                  </a:lnTo>
                  <a:lnTo>
                    <a:pt x="217360" y="347192"/>
                  </a:lnTo>
                  <a:lnTo>
                    <a:pt x="210502" y="343192"/>
                  </a:lnTo>
                  <a:lnTo>
                    <a:pt x="210502" y="372148"/>
                  </a:lnTo>
                  <a:lnTo>
                    <a:pt x="217119" y="375018"/>
                  </a:lnTo>
                  <a:lnTo>
                    <a:pt x="223456" y="376910"/>
                  </a:lnTo>
                  <a:lnTo>
                    <a:pt x="229793" y="377926"/>
                  </a:lnTo>
                  <a:lnTo>
                    <a:pt x="236410" y="378244"/>
                  </a:lnTo>
                  <a:lnTo>
                    <a:pt x="253580" y="376758"/>
                  </a:lnTo>
                  <a:lnTo>
                    <a:pt x="292798" y="352336"/>
                  </a:lnTo>
                  <a:lnTo>
                    <a:pt x="309943" y="301713"/>
                  </a:lnTo>
                  <a:lnTo>
                    <a:pt x="311086" y="279082"/>
                  </a:lnTo>
                  <a:lnTo>
                    <a:pt x="311086" y="90004"/>
                  </a:lnTo>
                  <a:close/>
                </a:path>
                <a:path w="317500" h="378460">
                  <a:moveTo>
                    <a:pt x="317182" y="15240"/>
                  </a:moveTo>
                  <a:lnTo>
                    <a:pt x="315658" y="9144"/>
                  </a:lnTo>
                  <a:lnTo>
                    <a:pt x="311086" y="6096"/>
                  </a:lnTo>
                  <a:lnTo>
                    <a:pt x="306514" y="1524"/>
                  </a:lnTo>
                  <a:lnTo>
                    <a:pt x="301942" y="0"/>
                  </a:lnTo>
                  <a:lnTo>
                    <a:pt x="291274" y="0"/>
                  </a:lnTo>
                  <a:lnTo>
                    <a:pt x="286702" y="1524"/>
                  </a:lnTo>
                  <a:lnTo>
                    <a:pt x="277558" y="10668"/>
                  </a:lnTo>
                  <a:lnTo>
                    <a:pt x="276034" y="15240"/>
                  </a:lnTo>
                  <a:lnTo>
                    <a:pt x="276034" y="25908"/>
                  </a:lnTo>
                  <a:lnTo>
                    <a:pt x="277558" y="32004"/>
                  </a:lnTo>
                  <a:lnTo>
                    <a:pt x="282130" y="35052"/>
                  </a:lnTo>
                  <a:lnTo>
                    <a:pt x="286702" y="39624"/>
                  </a:lnTo>
                  <a:lnTo>
                    <a:pt x="291274" y="41148"/>
                  </a:lnTo>
                  <a:lnTo>
                    <a:pt x="301942" y="41148"/>
                  </a:lnTo>
                  <a:lnTo>
                    <a:pt x="306514" y="39624"/>
                  </a:lnTo>
                  <a:lnTo>
                    <a:pt x="315658" y="30480"/>
                  </a:lnTo>
                  <a:lnTo>
                    <a:pt x="317182" y="25908"/>
                  </a:lnTo>
                  <a:lnTo>
                    <a:pt x="317182" y="1524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8729" y="4512182"/>
              <a:ext cx="155543" cy="20593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6276" y="4516755"/>
              <a:ext cx="170783" cy="196786"/>
            </a:xfrm>
            <a:prstGeom prst="rect">
              <a:avLst/>
            </a:prstGeom>
          </p:spPr>
        </p:pic>
      </p:grpSp>
      <p:sp>
        <p:nvSpPr>
          <p:cNvPr id="33" name="object 33" descr=""/>
          <p:cNvSpPr/>
          <p:nvPr/>
        </p:nvSpPr>
        <p:spPr>
          <a:xfrm>
            <a:off x="7074496" y="4387024"/>
            <a:ext cx="776605" cy="381635"/>
          </a:xfrm>
          <a:custGeom>
            <a:avLst/>
            <a:gdLst/>
            <a:ahLst/>
            <a:cxnLst/>
            <a:rect l="l" t="t" r="r" b="b"/>
            <a:pathLst>
              <a:path w="776604" h="381635">
                <a:moveTo>
                  <a:pt x="129628" y="77825"/>
                </a:moveTo>
                <a:lnTo>
                  <a:pt x="85432" y="77825"/>
                </a:lnTo>
                <a:lnTo>
                  <a:pt x="85432" y="4572"/>
                </a:lnTo>
                <a:lnTo>
                  <a:pt x="54864" y="4572"/>
                </a:lnTo>
                <a:lnTo>
                  <a:pt x="54864" y="77825"/>
                </a:lnTo>
                <a:lnTo>
                  <a:pt x="4572" y="77825"/>
                </a:lnTo>
                <a:lnTo>
                  <a:pt x="4572" y="105257"/>
                </a:lnTo>
                <a:lnTo>
                  <a:pt x="54864" y="105257"/>
                </a:lnTo>
                <a:lnTo>
                  <a:pt x="54864" y="187655"/>
                </a:lnTo>
                <a:lnTo>
                  <a:pt x="13931" y="199224"/>
                </a:lnTo>
                <a:lnTo>
                  <a:pt x="0" y="202895"/>
                </a:lnTo>
                <a:lnTo>
                  <a:pt x="3048" y="234988"/>
                </a:lnTo>
                <a:lnTo>
                  <a:pt x="29527" y="226021"/>
                </a:lnTo>
                <a:lnTo>
                  <a:pt x="42265" y="221869"/>
                </a:lnTo>
                <a:lnTo>
                  <a:pt x="54864" y="218135"/>
                </a:lnTo>
                <a:lnTo>
                  <a:pt x="54864" y="335673"/>
                </a:lnTo>
                <a:lnTo>
                  <a:pt x="50292" y="341757"/>
                </a:lnTo>
                <a:lnTo>
                  <a:pt x="33070" y="341744"/>
                </a:lnTo>
                <a:lnTo>
                  <a:pt x="24955" y="341579"/>
                </a:lnTo>
                <a:lnTo>
                  <a:pt x="15405" y="341122"/>
                </a:lnTo>
                <a:lnTo>
                  <a:pt x="4572" y="340245"/>
                </a:lnTo>
                <a:lnTo>
                  <a:pt x="5956" y="348246"/>
                </a:lnTo>
                <a:lnTo>
                  <a:pt x="9283" y="364248"/>
                </a:lnTo>
                <a:lnTo>
                  <a:pt x="10668" y="372249"/>
                </a:lnTo>
                <a:lnTo>
                  <a:pt x="47244" y="372249"/>
                </a:lnTo>
                <a:lnTo>
                  <a:pt x="82918" y="349097"/>
                </a:lnTo>
                <a:lnTo>
                  <a:pt x="85432" y="331101"/>
                </a:lnTo>
                <a:lnTo>
                  <a:pt x="85432" y="218135"/>
                </a:lnTo>
                <a:lnTo>
                  <a:pt x="85432" y="207467"/>
                </a:lnTo>
                <a:lnTo>
                  <a:pt x="95846" y="204076"/>
                </a:lnTo>
                <a:lnTo>
                  <a:pt x="128104" y="193751"/>
                </a:lnTo>
                <a:lnTo>
                  <a:pt x="128104" y="178511"/>
                </a:lnTo>
                <a:lnTo>
                  <a:pt x="128104" y="163258"/>
                </a:lnTo>
                <a:lnTo>
                  <a:pt x="106768" y="170307"/>
                </a:lnTo>
                <a:lnTo>
                  <a:pt x="95961" y="174193"/>
                </a:lnTo>
                <a:lnTo>
                  <a:pt x="85432" y="178511"/>
                </a:lnTo>
                <a:lnTo>
                  <a:pt x="85432" y="105257"/>
                </a:lnTo>
                <a:lnTo>
                  <a:pt x="129628" y="105257"/>
                </a:lnTo>
                <a:lnTo>
                  <a:pt x="129628" y="77825"/>
                </a:lnTo>
                <a:close/>
              </a:path>
              <a:path w="776604" h="381635">
                <a:moveTo>
                  <a:pt x="381292" y="347865"/>
                </a:moveTo>
                <a:lnTo>
                  <a:pt x="351294" y="338467"/>
                </a:lnTo>
                <a:lnTo>
                  <a:pt x="323481" y="326478"/>
                </a:lnTo>
                <a:lnTo>
                  <a:pt x="304546" y="315760"/>
                </a:lnTo>
                <a:lnTo>
                  <a:pt x="298246" y="312204"/>
                </a:lnTo>
                <a:lnTo>
                  <a:pt x="276034" y="295948"/>
                </a:lnTo>
                <a:lnTo>
                  <a:pt x="292836" y="277660"/>
                </a:lnTo>
                <a:lnTo>
                  <a:pt x="298831" y="271132"/>
                </a:lnTo>
                <a:lnTo>
                  <a:pt x="319290" y="242214"/>
                </a:lnTo>
                <a:lnTo>
                  <a:pt x="337159" y="209321"/>
                </a:lnTo>
                <a:lnTo>
                  <a:pt x="352336" y="172402"/>
                </a:lnTo>
                <a:lnTo>
                  <a:pt x="352336" y="149542"/>
                </a:lnTo>
                <a:lnTo>
                  <a:pt x="318706" y="149542"/>
                </a:lnTo>
                <a:lnTo>
                  <a:pt x="318706" y="175450"/>
                </a:lnTo>
                <a:lnTo>
                  <a:pt x="307009" y="204038"/>
                </a:lnTo>
                <a:lnTo>
                  <a:pt x="292417" y="230555"/>
                </a:lnTo>
                <a:lnTo>
                  <a:pt x="274993" y="255041"/>
                </a:lnTo>
                <a:lnTo>
                  <a:pt x="254698" y="277660"/>
                </a:lnTo>
                <a:lnTo>
                  <a:pt x="235572" y="255041"/>
                </a:lnTo>
                <a:lnTo>
                  <a:pt x="219443" y="230555"/>
                </a:lnTo>
                <a:lnTo>
                  <a:pt x="206438" y="204076"/>
                </a:lnTo>
                <a:lnTo>
                  <a:pt x="196697" y="175450"/>
                </a:lnTo>
                <a:lnTo>
                  <a:pt x="318706" y="175450"/>
                </a:lnTo>
                <a:lnTo>
                  <a:pt x="318706" y="149542"/>
                </a:lnTo>
                <a:lnTo>
                  <a:pt x="269938" y="149542"/>
                </a:lnTo>
                <a:lnTo>
                  <a:pt x="269938" y="91541"/>
                </a:lnTo>
                <a:lnTo>
                  <a:pt x="375196" y="91541"/>
                </a:lnTo>
                <a:lnTo>
                  <a:pt x="375196" y="62585"/>
                </a:lnTo>
                <a:lnTo>
                  <a:pt x="269938" y="62585"/>
                </a:lnTo>
                <a:lnTo>
                  <a:pt x="269938" y="1524"/>
                </a:lnTo>
                <a:lnTo>
                  <a:pt x="239458" y="1524"/>
                </a:lnTo>
                <a:lnTo>
                  <a:pt x="239458" y="62585"/>
                </a:lnTo>
                <a:lnTo>
                  <a:pt x="140296" y="62585"/>
                </a:lnTo>
                <a:lnTo>
                  <a:pt x="140296" y="91541"/>
                </a:lnTo>
                <a:lnTo>
                  <a:pt x="239458" y="91541"/>
                </a:lnTo>
                <a:lnTo>
                  <a:pt x="239458" y="149542"/>
                </a:lnTo>
                <a:lnTo>
                  <a:pt x="141833" y="149542"/>
                </a:lnTo>
                <a:lnTo>
                  <a:pt x="141833" y="175450"/>
                </a:lnTo>
                <a:lnTo>
                  <a:pt x="167741" y="175450"/>
                </a:lnTo>
                <a:lnTo>
                  <a:pt x="179425" y="210616"/>
                </a:lnTo>
                <a:lnTo>
                  <a:pt x="193840" y="242595"/>
                </a:lnTo>
                <a:lnTo>
                  <a:pt x="210820" y="271081"/>
                </a:lnTo>
                <a:lnTo>
                  <a:pt x="230314" y="295948"/>
                </a:lnTo>
                <a:lnTo>
                  <a:pt x="205092" y="313156"/>
                </a:lnTo>
                <a:lnTo>
                  <a:pt x="177457" y="328383"/>
                </a:lnTo>
                <a:lnTo>
                  <a:pt x="147281" y="341896"/>
                </a:lnTo>
                <a:lnTo>
                  <a:pt x="114388" y="353961"/>
                </a:lnTo>
                <a:lnTo>
                  <a:pt x="120065" y="360819"/>
                </a:lnTo>
                <a:lnTo>
                  <a:pt x="125437" y="367677"/>
                </a:lnTo>
                <a:lnTo>
                  <a:pt x="130251" y="374535"/>
                </a:lnTo>
                <a:lnTo>
                  <a:pt x="134200" y="381393"/>
                </a:lnTo>
                <a:lnTo>
                  <a:pt x="167132" y="367080"/>
                </a:lnTo>
                <a:lnTo>
                  <a:pt x="197497" y="351472"/>
                </a:lnTo>
                <a:lnTo>
                  <a:pt x="225590" y="334416"/>
                </a:lnTo>
                <a:lnTo>
                  <a:pt x="251650" y="315760"/>
                </a:lnTo>
                <a:lnTo>
                  <a:pt x="274510" y="333502"/>
                </a:lnTo>
                <a:lnTo>
                  <a:pt x="299669" y="349948"/>
                </a:lnTo>
                <a:lnTo>
                  <a:pt x="327126" y="364934"/>
                </a:lnTo>
                <a:lnTo>
                  <a:pt x="356908" y="378345"/>
                </a:lnTo>
                <a:lnTo>
                  <a:pt x="362635" y="371436"/>
                </a:lnTo>
                <a:lnTo>
                  <a:pt x="368528" y="364248"/>
                </a:lnTo>
                <a:lnTo>
                  <a:pt x="374688" y="356476"/>
                </a:lnTo>
                <a:lnTo>
                  <a:pt x="381292" y="347865"/>
                </a:lnTo>
                <a:close/>
              </a:path>
              <a:path w="776604" h="381635">
                <a:moveTo>
                  <a:pt x="721321" y="56489"/>
                </a:moveTo>
                <a:lnTo>
                  <a:pt x="705091" y="43053"/>
                </a:lnTo>
                <a:lnTo>
                  <a:pt x="688555" y="30187"/>
                </a:lnTo>
                <a:lnTo>
                  <a:pt x="672033" y="17868"/>
                </a:lnTo>
                <a:lnTo>
                  <a:pt x="655789" y="6096"/>
                </a:lnTo>
                <a:lnTo>
                  <a:pt x="635977" y="27533"/>
                </a:lnTo>
                <a:lnTo>
                  <a:pt x="651979" y="39484"/>
                </a:lnTo>
                <a:lnTo>
                  <a:pt x="667981" y="52298"/>
                </a:lnTo>
                <a:lnTo>
                  <a:pt x="683983" y="65684"/>
                </a:lnTo>
                <a:lnTo>
                  <a:pt x="699985" y="79349"/>
                </a:lnTo>
                <a:lnTo>
                  <a:pt x="721321" y="56489"/>
                </a:lnTo>
                <a:close/>
              </a:path>
              <a:path w="776604" h="381635">
                <a:moveTo>
                  <a:pt x="776287" y="300520"/>
                </a:moveTo>
                <a:lnTo>
                  <a:pt x="737476" y="275805"/>
                </a:lnTo>
                <a:lnTo>
                  <a:pt x="701687" y="245529"/>
                </a:lnTo>
                <a:lnTo>
                  <a:pt x="668972" y="209600"/>
                </a:lnTo>
                <a:lnTo>
                  <a:pt x="639394" y="167982"/>
                </a:lnTo>
                <a:lnTo>
                  <a:pt x="624052" y="140398"/>
                </a:lnTo>
                <a:lnTo>
                  <a:pt x="613029" y="120586"/>
                </a:lnTo>
                <a:lnTo>
                  <a:pt x="765619" y="120586"/>
                </a:lnTo>
                <a:lnTo>
                  <a:pt x="765619" y="93065"/>
                </a:lnTo>
                <a:lnTo>
                  <a:pt x="597789" y="93065"/>
                </a:lnTo>
                <a:lnTo>
                  <a:pt x="597789" y="0"/>
                </a:lnTo>
                <a:lnTo>
                  <a:pt x="567309" y="0"/>
                </a:lnTo>
                <a:lnTo>
                  <a:pt x="567309" y="93065"/>
                </a:lnTo>
                <a:lnTo>
                  <a:pt x="401091" y="93065"/>
                </a:lnTo>
                <a:lnTo>
                  <a:pt x="401091" y="120586"/>
                </a:lnTo>
                <a:lnTo>
                  <a:pt x="553593" y="120586"/>
                </a:lnTo>
                <a:lnTo>
                  <a:pt x="527253" y="163944"/>
                </a:lnTo>
                <a:lnTo>
                  <a:pt x="497598" y="204381"/>
                </a:lnTo>
                <a:lnTo>
                  <a:pt x="464654" y="241909"/>
                </a:lnTo>
                <a:lnTo>
                  <a:pt x="428421" y="276491"/>
                </a:lnTo>
                <a:lnTo>
                  <a:pt x="388899" y="308140"/>
                </a:lnTo>
                <a:lnTo>
                  <a:pt x="395478" y="315899"/>
                </a:lnTo>
                <a:lnTo>
                  <a:pt x="401472" y="323240"/>
                </a:lnTo>
                <a:lnTo>
                  <a:pt x="406908" y="330288"/>
                </a:lnTo>
                <a:lnTo>
                  <a:pt x="411759" y="337197"/>
                </a:lnTo>
                <a:lnTo>
                  <a:pt x="450900" y="302945"/>
                </a:lnTo>
                <a:lnTo>
                  <a:pt x="486054" y="266128"/>
                </a:lnTo>
                <a:lnTo>
                  <a:pt x="517169" y="226758"/>
                </a:lnTo>
                <a:lnTo>
                  <a:pt x="544258" y="184861"/>
                </a:lnTo>
                <a:lnTo>
                  <a:pt x="567309" y="140398"/>
                </a:lnTo>
                <a:lnTo>
                  <a:pt x="567309" y="378345"/>
                </a:lnTo>
                <a:lnTo>
                  <a:pt x="597789" y="378345"/>
                </a:lnTo>
                <a:lnTo>
                  <a:pt x="597789" y="140398"/>
                </a:lnTo>
                <a:lnTo>
                  <a:pt x="622909" y="187629"/>
                </a:lnTo>
                <a:lnTo>
                  <a:pt x="650722" y="230466"/>
                </a:lnTo>
                <a:lnTo>
                  <a:pt x="681380" y="268897"/>
                </a:lnTo>
                <a:lnTo>
                  <a:pt x="715010" y="302933"/>
                </a:lnTo>
                <a:lnTo>
                  <a:pt x="751801" y="332625"/>
                </a:lnTo>
                <a:lnTo>
                  <a:pt x="756920" y="324561"/>
                </a:lnTo>
                <a:lnTo>
                  <a:pt x="762901" y="316534"/>
                </a:lnTo>
                <a:lnTo>
                  <a:pt x="769467" y="308521"/>
                </a:lnTo>
                <a:lnTo>
                  <a:pt x="776287" y="3005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976657" y="4957857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99" y="0"/>
                </a:lnTo>
                <a:lnTo>
                  <a:pt x="3209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2976651" y="4957317"/>
            <a:ext cx="855980" cy="274955"/>
          </a:xfrm>
          <a:custGeom>
            <a:avLst/>
            <a:gdLst/>
            <a:ahLst/>
            <a:cxnLst/>
            <a:rect l="l" t="t" r="r" b="b"/>
            <a:pathLst>
              <a:path w="855979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105" y="274866"/>
                </a:lnTo>
                <a:lnTo>
                  <a:pt x="32105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855979" h="274954">
                <a:moveTo>
                  <a:pt x="439293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7939" y="29210"/>
                </a:lnTo>
                <a:lnTo>
                  <a:pt x="327939" y="274320"/>
                </a:lnTo>
                <a:lnTo>
                  <a:pt x="359943" y="274320"/>
                </a:lnTo>
                <a:lnTo>
                  <a:pt x="359943" y="29210"/>
                </a:lnTo>
                <a:lnTo>
                  <a:pt x="439293" y="29210"/>
                </a:lnTo>
                <a:lnTo>
                  <a:pt x="439293" y="0"/>
                </a:lnTo>
                <a:close/>
              </a:path>
              <a:path w="855979" h="274954">
                <a:moveTo>
                  <a:pt x="645134" y="0"/>
                </a:moveTo>
                <a:lnTo>
                  <a:pt x="455968" y="0"/>
                </a:lnTo>
                <a:lnTo>
                  <a:pt x="455968" y="29210"/>
                </a:lnTo>
                <a:lnTo>
                  <a:pt x="533781" y="29210"/>
                </a:lnTo>
                <a:lnTo>
                  <a:pt x="533781" y="274320"/>
                </a:lnTo>
                <a:lnTo>
                  <a:pt x="565785" y="274320"/>
                </a:lnTo>
                <a:lnTo>
                  <a:pt x="565785" y="29210"/>
                </a:lnTo>
                <a:lnTo>
                  <a:pt x="645134" y="29210"/>
                </a:lnTo>
                <a:lnTo>
                  <a:pt x="645134" y="0"/>
                </a:lnTo>
                <a:close/>
              </a:path>
              <a:path w="855979" h="274954">
                <a:moveTo>
                  <a:pt x="855637" y="81127"/>
                </a:moveTo>
                <a:lnTo>
                  <a:pt x="842086" y="33032"/>
                </a:lnTo>
                <a:lnTo>
                  <a:pt x="822007" y="14655"/>
                </a:lnTo>
                <a:lnTo>
                  <a:pt x="822007" y="82651"/>
                </a:lnTo>
                <a:lnTo>
                  <a:pt x="820864" y="96418"/>
                </a:lnTo>
                <a:lnTo>
                  <a:pt x="794575" y="133083"/>
                </a:lnTo>
                <a:lnTo>
                  <a:pt x="753427" y="142087"/>
                </a:lnTo>
                <a:lnTo>
                  <a:pt x="719899" y="142087"/>
                </a:lnTo>
                <a:lnTo>
                  <a:pt x="719899" y="29210"/>
                </a:lnTo>
                <a:lnTo>
                  <a:pt x="757999" y="29210"/>
                </a:lnTo>
                <a:lnTo>
                  <a:pt x="786003" y="32626"/>
                </a:lnTo>
                <a:lnTo>
                  <a:pt x="806005" y="42748"/>
                </a:lnTo>
                <a:lnTo>
                  <a:pt x="818007" y="59474"/>
                </a:lnTo>
                <a:lnTo>
                  <a:pt x="822007" y="82651"/>
                </a:lnTo>
                <a:lnTo>
                  <a:pt x="822007" y="14655"/>
                </a:lnTo>
                <a:lnTo>
                  <a:pt x="818299" y="11836"/>
                </a:lnTo>
                <a:lnTo>
                  <a:pt x="802576" y="5207"/>
                </a:lnTo>
                <a:lnTo>
                  <a:pt x="784009" y="1447"/>
                </a:lnTo>
                <a:lnTo>
                  <a:pt x="762571" y="254"/>
                </a:lnTo>
                <a:lnTo>
                  <a:pt x="687793" y="254"/>
                </a:lnTo>
                <a:lnTo>
                  <a:pt x="687793" y="274866"/>
                </a:lnTo>
                <a:lnTo>
                  <a:pt x="719899" y="274866"/>
                </a:lnTo>
                <a:lnTo>
                  <a:pt x="719899" y="171132"/>
                </a:lnTo>
                <a:lnTo>
                  <a:pt x="756475" y="171132"/>
                </a:lnTo>
                <a:lnTo>
                  <a:pt x="797433" y="164426"/>
                </a:lnTo>
                <a:lnTo>
                  <a:pt x="830834" y="142087"/>
                </a:lnTo>
                <a:lnTo>
                  <a:pt x="840155" y="131699"/>
                </a:lnTo>
                <a:lnTo>
                  <a:pt x="848766" y="116560"/>
                </a:lnTo>
                <a:lnTo>
                  <a:pt x="853909" y="99695"/>
                </a:lnTo>
                <a:lnTo>
                  <a:pt x="855637" y="811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3960393" y="4905667"/>
            <a:ext cx="770255" cy="378460"/>
          </a:xfrm>
          <a:custGeom>
            <a:avLst/>
            <a:gdLst/>
            <a:ahLst/>
            <a:cxnLst/>
            <a:rect l="l" t="t" r="r" b="b"/>
            <a:pathLst>
              <a:path w="770254" h="378460">
                <a:moveTo>
                  <a:pt x="108204" y="112877"/>
                </a:moveTo>
                <a:lnTo>
                  <a:pt x="70104" y="112877"/>
                </a:lnTo>
                <a:lnTo>
                  <a:pt x="70104" y="3048"/>
                </a:lnTo>
                <a:lnTo>
                  <a:pt x="41148" y="3048"/>
                </a:lnTo>
                <a:lnTo>
                  <a:pt x="41148" y="112877"/>
                </a:lnTo>
                <a:lnTo>
                  <a:pt x="0" y="112877"/>
                </a:lnTo>
                <a:lnTo>
                  <a:pt x="0" y="140398"/>
                </a:lnTo>
                <a:lnTo>
                  <a:pt x="41148" y="140398"/>
                </a:lnTo>
                <a:lnTo>
                  <a:pt x="41148" y="375285"/>
                </a:lnTo>
                <a:lnTo>
                  <a:pt x="70104" y="375285"/>
                </a:lnTo>
                <a:lnTo>
                  <a:pt x="70104" y="140398"/>
                </a:lnTo>
                <a:lnTo>
                  <a:pt x="108204" y="140398"/>
                </a:lnTo>
                <a:lnTo>
                  <a:pt x="108204" y="112877"/>
                </a:lnTo>
                <a:close/>
              </a:path>
              <a:path w="770254" h="378460">
                <a:moveTo>
                  <a:pt x="166217" y="157162"/>
                </a:moveTo>
                <a:lnTo>
                  <a:pt x="140309" y="148018"/>
                </a:lnTo>
                <a:lnTo>
                  <a:pt x="129908" y="176022"/>
                </a:lnTo>
                <a:lnTo>
                  <a:pt x="119265" y="202895"/>
                </a:lnTo>
                <a:lnTo>
                  <a:pt x="108064" y="228638"/>
                </a:lnTo>
                <a:lnTo>
                  <a:pt x="96012" y="253276"/>
                </a:lnTo>
                <a:lnTo>
                  <a:pt x="102628" y="255816"/>
                </a:lnTo>
                <a:lnTo>
                  <a:pt x="108966" y="258800"/>
                </a:lnTo>
                <a:lnTo>
                  <a:pt x="121920" y="265468"/>
                </a:lnTo>
                <a:lnTo>
                  <a:pt x="134023" y="236537"/>
                </a:lnTo>
                <a:lnTo>
                  <a:pt x="145249" y="209029"/>
                </a:lnTo>
                <a:lnTo>
                  <a:pt x="155790" y="182880"/>
                </a:lnTo>
                <a:lnTo>
                  <a:pt x="166217" y="157162"/>
                </a:lnTo>
                <a:close/>
              </a:path>
              <a:path w="770254" h="378460">
                <a:moveTo>
                  <a:pt x="317182" y="79336"/>
                </a:moveTo>
                <a:lnTo>
                  <a:pt x="224129" y="79336"/>
                </a:lnTo>
                <a:lnTo>
                  <a:pt x="225005" y="59080"/>
                </a:lnTo>
                <a:lnTo>
                  <a:pt x="225463" y="39522"/>
                </a:lnTo>
                <a:lnTo>
                  <a:pt x="225615" y="21653"/>
                </a:lnTo>
                <a:lnTo>
                  <a:pt x="225653" y="3048"/>
                </a:lnTo>
                <a:lnTo>
                  <a:pt x="196697" y="3048"/>
                </a:lnTo>
                <a:lnTo>
                  <a:pt x="196469" y="20789"/>
                </a:lnTo>
                <a:lnTo>
                  <a:pt x="195427" y="59080"/>
                </a:lnTo>
                <a:lnTo>
                  <a:pt x="195173" y="79336"/>
                </a:lnTo>
                <a:lnTo>
                  <a:pt x="128016" y="79336"/>
                </a:lnTo>
                <a:lnTo>
                  <a:pt x="128016" y="109829"/>
                </a:lnTo>
                <a:lnTo>
                  <a:pt x="193649" y="109829"/>
                </a:lnTo>
                <a:lnTo>
                  <a:pt x="192798" y="148018"/>
                </a:lnTo>
                <a:lnTo>
                  <a:pt x="185928" y="212178"/>
                </a:lnTo>
                <a:lnTo>
                  <a:pt x="168516" y="268516"/>
                </a:lnTo>
                <a:lnTo>
                  <a:pt x="132524" y="325704"/>
                </a:lnTo>
                <a:lnTo>
                  <a:pt x="108204" y="350901"/>
                </a:lnTo>
                <a:lnTo>
                  <a:pt x="113893" y="356616"/>
                </a:lnTo>
                <a:lnTo>
                  <a:pt x="119456" y="362331"/>
                </a:lnTo>
                <a:lnTo>
                  <a:pt x="124752" y="368046"/>
                </a:lnTo>
                <a:lnTo>
                  <a:pt x="129641" y="373761"/>
                </a:lnTo>
                <a:lnTo>
                  <a:pt x="157683" y="346024"/>
                </a:lnTo>
                <a:lnTo>
                  <a:pt x="197789" y="281952"/>
                </a:lnTo>
                <a:lnTo>
                  <a:pt x="210413" y="245656"/>
                </a:lnTo>
                <a:lnTo>
                  <a:pt x="219557" y="186309"/>
                </a:lnTo>
                <a:lnTo>
                  <a:pt x="224129" y="109829"/>
                </a:lnTo>
                <a:lnTo>
                  <a:pt x="286702" y="109829"/>
                </a:lnTo>
                <a:lnTo>
                  <a:pt x="285292" y="162496"/>
                </a:lnTo>
                <a:lnTo>
                  <a:pt x="283489" y="212178"/>
                </a:lnTo>
                <a:lnTo>
                  <a:pt x="281457" y="258800"/>
                </a:lnTo>
                <a:lnTo>
                  <a:pt x="279082" y="308140"/>
                </a:lnTo>
                <a:lnTo>
                  <a:pt x="250037" y="337185"/>
                </a:lnTo>
                <a:lnTo>
                  <a:pt x="240576" y="336918"/>
                </a:lnTo>
                <a:lnTo>
                  <a:pt x="230416" y="336232"/>
                </a:lnTo>
                <a:lnTo>
                  <a:pt x="207365" y="334137"/>
                </a:lnTo>
                <a:lnTo>
                  <a:pt x="208737" y="342163"/>
                </a:lnTo>
                <a:lnTo>
                  <a:pt x="210413" y="350329"/>
                </a:lnTo>
                <a:lnTo>
                  <a:pt x="212077" y="358787"/>
                </a:lnTo>
                <a:lnTo>
                  <a:pt x="213461" y="367665"/>
                </a:lnTo>
                <a:lnTo>
                  <a:pt x="256133" y="367665"/>
                </a:lnTo>
                <a:lnTo>
                  <a:pt x="294119" y="354888"/>
                </a:lnTo>
                <a:lnTo>
                  <a:pt x="308038" y="315760"/>
                </a:lnTo>
                <a:lnTo>
                  <a:pt x="310603" y="275666"/>
                </a:lnTo>
                <a:lnTo>
                  <a:pt x="312788" y="232130"/>
                </a:lnTo>
                <a:lnTo>
                  <a:pt x="314566" y="186309"/>
                </a:lnTo>
                <a:lnTo>
                  <a:pt x="316090" y="134099"/>
                </a:lnTo>
                <a:lnTo>
                  <a:pt x="317182" y="79336"/>
                </a:lnTo>
                <a:close/>
              </a:path>
              <a:path w="770254" h="378460">
                <a:moveTo>
                  <a:pt x="379666" y="247180"/>
                </a:moveTo>
                <a:lnTo>
                  <a:pt x="371640" y="223685"/>
                </a:lnTo>
                <a:lnTo>
                  <a:pt x="363474" y="199085"/>
                </a:lnTo>
                <a:lnTo>
                  <a:pt x="355015" y="173355"/>
                </a:lnTo>
                <a:lnTo>
                  <a:pt x="346138" y="146494"/>
                </a:lnTo>
                <a:lnTo>
                  <a:pt x="320230" y="155638"/>
                </a:lnTo>
                <a:lnTo>
                  <a:pt x="328231" y="178447"/>
                </a:lnTo>
                <a:lnTo>
                  <a:pt x="336232" y="203276"/>
                </a:lnTo>
                <a:lnTo>
                  <a:pt x="344233" y="229831"/>
                </a:lnTo>
                <a:lnTo>
                  <a:pt x="352234" y="257848"/>
                </a:lnTo>
                <a:lnTo>
                  <a:pt x="379666" y="247180"/>
                </a:lnTo>
                <a:close/>
              </a:path>
              <a:path w="770254" h="378460">
                <a:moveTo>
                  <a:pt x="489483" y="68681"/>
                </a:moveTo>
                <a:lnTo>
                  <a:pt x="460717" y="37807"/>
                </a:lnTo>
                <a:lnTo>
                  <a:pt x="446836" y="23202"/>
                </a:lnTo>
                <a:lnTo>
                  <a:pt x="433095" y="9144"/>
                </a:lnTo>
                <a:lnTo>
                  <a:pt x="411759" y="27520"/>
                </a:lnTo>
                <a:lnTo>
                  <a:pt x="423506" y="41821"/>
                </a:lnTo>
                <a:lnTo>
                  <a:pt x="452564" y="77901"/>
                </a:lnTo>
                <a:lnTo>
                  <a:pt x="463575" y="91541"/>
                </a:lnTo>
                <a:lnTo>
                  <a:pt x="489483" y="68681"/>
                </a:lnTo>
                <a:close/>
              </a:path>
              <a:path w="770254" h="378460">
                <a:moveTo>
                  <a:pt x="523011" y="283756"/>
                </a:moveTo>
                <a:lnTo>
                  <a:pt x="521233" y="275755"/>
                </a:lnTo>
                <a:lnTo>
                  <a:pt x="520153" y="267754"/>
                </a:lnTo>
                <a:lnTo>
                  <a:pt x="519379" y="259753"/>
                </a:lnTo>
                <a:lnTo>
                  <a:pt x="518439" y="251752"/>
                </a:lnTo>
                <a:lnTo>
                  <a:pt x="505853" y="262013"/>
                </a:lnTo>
                <a:lnTo>
                  <a:pt x="493102" y="272135"/>
                </a:lnTo>
                <a:lnTo>
                  <a:pt x="480085" y="281965"/>
                </a:lnTo>
                <a:lnTo>
                  <a:pt x="466623" y="291376"/>
                </a:lnTo>
                <a:lnTo>
                  <a:pt x="466623" y="128206"/>
                </a:lnTo>
                <a:lnTo>
                  <a:pt x="390334" y="128206"/>
                </a:lnTo>
                <a:lnTo>
                  <a:pt x="390334" y="155638"/>
                </a:lnTo>
                <a:lnTo>
                  <a:pt x="437667" y="155638"/>
                </a:lnTo>
                <a:lnTo>
                  <a:pt x="437667" y="285280"/>
                </a:lnTo>
                <a:lnTo>
                  <a:pt x="436841" y="297014"/>
                </a:lnTo>
                <a:lnTo>
                  <a:pt x="434428" y="307187"/>
                </a:lnTo>
                <a:lnTo>
                  <a:pt x="430606" y="315925"/>
                </a:lnTo>
                <a:lnTo>
                  <a:pt x="425475" y="323380"/>
                </a:lnTo>
                <a:lnTo>
                  <a:pt x="448335" y="346329"/>
                </a:lnTo>
                <a:lnTo>
                  <a:pt x="452907" y="340233"/>
                </a:lnTo>
                <a:lnTo>
                  <a:pt x="465099" y="328041"/>
                </a:lnTo>
                <a:lnTo>
                  <a:pt x="480580" y="316585"/>
                </a:lnTo>
                <a:lnTo>
                  <a:pt x="509257" y="294297"/>
                </a:lnTo>
                <a:lnTo>
                  <a:pt x="513080" y="291376"/>
                </a:lnTo>
                <a:lnTo>
                  <a:pt x="523011" y="283756"/>
                </a:lnTo>
                <a:close/>
              </a:path>
              <a:path w="770254" h="378460">
                <a:moveTo>
                  <a:pt x="655701" y="79349"/>
                </a:moveTo>
                <a:lnTo>
                  <a:pt x="644245" y="59029"/>
                </a:lnTo>
                <a:lnTo>
                  <a:pt x="632650" y="39141"/>
                </a:lnTo>
                <a:lnTo>
                  <a:pt x="620763" y="19507"/>
                </a:lnTo>
                <a:lnTo>
                  <a:pt x="608457" y="0"/>
                </a:lnTo>
                <a:lnTo>
                  <a:pt x="584073" y="13716"/>
                </a:lnTo>
                <a:lnTo>
                  <a:pt x="593763" y="30911"/>
                </a:lnTo>
                <a:lnTo>
                  <a:pt x="604456" y="50380"/>
                </a:lnTo>
                <a:lnTo>
                  <a:pt x="616000" y="72097"/>
                </a:lnTo>
                <a:lnTo>
                  <a:pt x="628269" y="96113"/>
                </a:lnTo>
                <a:lnTo>
                  <a:pt x="655701" y="79349"/>
                </a:lnTo>
                <a:close/>
              </a:path>
              <a:path w="770254" h="378460">
                <a:moveTo>
                  <a:pt x="770102" y="341757"/>
                </a:moveTo>
                <a:lnTo>
                  <a:pt x="703948" y="310997"/>
                </a:lnTo>
                <a:lnTo>
                  <a:pt x="648081" y="270040"/>
                </a:lnTo>
                <a:lnTo>
                  <a:pt x="665645" y="245656"/>
                </a:lnTo>
                <a:lnTo>
                  <a:pt x="674471" y="233387"/>
                </a:lnTo>
                <a:lnTo>
                  <a:pt x="696899" y="191122"/>
                </a:lnTo>
                <a:lnTo>
                  <a:pt x="715429" y="143078"/>
                </a:lnTo>
                <a:lnTo>
                  <a:pt x="730148" y="89103"/>
                </a:lnTo>
                <a:lnTo>
                  <a:pt x="741146" y="29044"/>
                </a:lnTo>
                <a:lnTo>
                  <a:pt x="710653" y="24472"/>
                </a:lnTo>
                <a:lnTo>
                  <a:pt x="701497" y="77901"/>
                </a:lnTo>
                <a:lnTo>
                  <a:pt x="688581" y="126669"/>
                </a:lnTo>
                <a:lnTo>
                  <a:pt x="671868" y="170827"/>
                </a:lnTo>
                <a:lnTo>
                  <a:pt x="651268" y="210464"/>
                </a:lnTo>
                <a:lnTo>
                  <a:pt x="626745" y="245656"/>
                </a:lnTo>
                <a:lnTo>
                  <a:pt x="600925" y="211048"/>
                </a:lnTo>
                <a:lnTo>
                  <a:pt x="579996" y="171488"/>
                </a:lnTo>
                <a:lnTo>
                  <a:pt x="563740" y="127101"/>
                </a:lnTo>
                <a:lnTo>
                  <a:pt x="551929" y="78054"/>
                </a:lnTo>
                <a:lnTo>
                  <a:pt x="544347" y="24472"/>
                </a:lnTo>
                <a:lnTo>
                  <a:pt x="515391" y="29044"/>
                </a:lnTo>
                <a:lnTo>
                  <a:pt x="524014" y="87795"/>
                </a:lnTo>
                <a:lnTo>
                  <a:pt x="537108" y="141325"/>
                </a:lnTo>
                <a:lnTo>
                  <a:pt x="554736" y="189585"/>
                </a:lnTo>
                <a:lnTo>
                  <a:pt x="576973" y="232511"/>
                </a:lnTo>
                <a:lnTo>
                  <a:pt x="603885" y="270040"/>
                </a:lnTo>
                <a:lnTo>
                  <a:pt x="577557" y="292912"/>
                </a:lnTo>
                <a:lnTo>
                  <a:pt x="548779" y="313512"/>
                </a:lnTo>
                <a:lnTo>
                  <a:pt x="517436" y="331838"/>
                </a:lnTo>
                <a:lnTo>
                  <a:pt x="483387" y="347853"/>
                </a:lnTo>
                <a:lnTo>
                  <a:pt x="489966" y="356476"/>
                </a:lnTo>
                <a:lnTo>
                  <a:pt x="495960" y="364236"/>
                </a:lnTo>
                <a:lnTo>
                  <a:pt x="501396" y="371424"/>
                </a:lnTo>
                <a:lnTo>
                  <a:pt x="506247" y="378333"/>
                </a:lnTo>
                <a:lnTo>
                  <a:pt x="539483" y="360311"/>
                </a:lnTo>
                <a:lnTo>
                  <a:pt x="570534" y="340410"/>
                </a:lnTo>
                <a:lnTo>
                  <a:pt x="599579" y="318503"/>
                </a:lnTo>
                <a:lnTo>
                  <a:pt x="626745" y="294424"/>
                </a:lnTo>
                <a:lnTo>
                  <a:pt x="651548" y="316458"/>
                </a:lnTo>
                <a:lnTo>
                  <a:pt x="679945" y="336943"/>
                </a:lnTo>
                <a:lnTo>
                  <a:pt x="711479" y="356006"/>
                </a:lnTo>
                <a:lnTo>
                  <a:pt x="745718" y="373761"/>
                </a:lnTo>
                <a:lnTo>
                  <a:pt x="750811" y="366623"/>
                </a:lnTo>
                <a:lnTo>
                  <a:pt x="756767" y="358902"/>
                </a:lnTo>
                <a:lnTo>
                  <a:pt x="763282" y="350621"/>
                </a:lnTo>
                <a:lnTo>
                  <a:pt x="770102" y="3417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4870793" y="4957571"/>
            <a:ext cx="1185545" cy="335915"/>
          </a:xfrm>
          <a:custGeom>
            <a:avLst/>
            <a:gdLst/>
            <a:ahLst/>
            <a:cxnLst/>
            <a:rect l="l" t="t" r="r" b="b"/>
            <a:pathLst>
              <a:path w="1185545" h="335914">
                <a:moveTo>
                  <a:pt x="88493" y="0"/>
                </a:moveTo>
                <a:lnTo>
                  <a:pt x="59537" y="0"/>
                </a:lnTo>
                <a:lnTo>
                  <a:pt x="33477" y="36309"/>
                </a:lnTo>
                <a:lnTo>
                  <a:pt x="14871" y="76631"/>
                </a:lnTo>
                <a:lnTo>
                  <a:pt x="3721" y="120954"/>
                </a:lnTo>
                <a:lnTo>
                  <a:pt x="0" y="169265"/>
                </a:lnTo>
                <a:lnTo>
                  <a:pt x="3721" y="216725"/>
                </a:lnTo>
                <a:lnTo>
                  <a:pt x="14871" y="260451"/>
                </a:lnTo>
                <a:lnTo>
                  <a:pt x="33477" y="300164"/>
                </a:lnTo>
                <a:lnTo>
                  <a:pt x="59537" y="335572"/>
                </a:lnTo>
                <a:lnTo>
                  <a:pt x="88493" y="335572"/>
                </a:lnTo>
                <a:lnTo>
                  <a:pt x="61544" y="298665"/>
                </a:lnTo>
                <a:lnTo>
                  <a:pt x="42494" y="258737"/>
                </a:lnTo>
                <a:lnTo>
                  <a:pt x="31165" y="215646"/>
                </a:lnTo>
                <a:lnTo>
                  <a:pt x="27432" y="169265"/>
                </a:lnTo>
                <a:lnTo>
                  <a:pt x="31381" y="122034"/>
                </a:lnTo>
                <a:lnTo>
                  <a:pt x="43065" y="78346"/>
                </a:lnTo>
                <a:lnTo>
                  <a:pt x="62191" y="37807"/>
                </a:lnTo>
                <a:lnTo>
                  <a:pt x="88493" y="0"/>
                </a:lnTo>
                <a:close/>
              </a:path>
              <a:path w="1185545" h="335914">
                <a:moveTo>
                  <a:pt x="452907" y="0"/>
                </a:moveTo>
                <a:lnTo>
                  <a:pt x="417855" y="0"/>
                </a:lnTo>
                <a:lnTo>
                  <a:pt x="361467" y="210515"/>
                </a:lnTo>
                <a:lnTo>
                  <a:pt x="360133" y="218135"/>
                </a:lnTo>
                <a:lnTo>
                  <a:pt x="358609" y="225183"/>
                </a:lnTo>
                <a:lnTo>
                  <a:pt x="357403" y="231292"/>
                </a:lnTo>
                <a:lnTo>
                  <a:pt x="356895" y="236423"/>
                </a:lnTo>
                <a:lnTo>
                  <a:pt x="353872" y="218224"/>
                </a:lnTo>
                <a:lnTo>
                  <a:pt x="352323" y="212039"/>
                </a:lnTo>
                <a:lnTo>
                  <a:pt x="305638" y="45732"/>
                </a:lnTo>
                <a:lnTo>
                  <a:pt x="292798" y="0"/>
                </a:lnTo>
                <a:lnTo>
                  <a:pt x="262318" y="0"/>
                </a:lnTo>
                <a:lnTo>
                  <a:pt x="202882" y="210515"/>
                </a:lnTo>
                <a:lnTo>
                  <a:pt x="200037" y="218135"/>
                </a:lnTo>
                <a:lnTo>
                  <a:pt x="198120" y="225374"/>
                </a:lnTo>
                <a:lnTo>
                  <a:pt x="197091" y="231940"/>
                </a:lnTo>
                <a:lnTo>
                  <a:pt x="196786" y="237947"/>
                </a:lnTo>
                <a:lnTo>
                  <a:pt x="195262" y="237947"/>
                </a:lnTo>
                <a:lnTo>
                  <a:pt x="194970" y="230225"/>
                </a:lnTo>
                <a:lnTo>
                  <a:pt x="194119" y="223088"/>
                </a:lnTo>
                <a:lnTo>
                  <a:pt x="192684" y="216509"/>
                </a:lnTo>
                <a:lnTo>
                  <a:pt x="190690" y="210515"/>
                </a:lnTo>
                <a:lnTo>
                  <a:pt x="132676" y="0"/>
                </a:lnTo>
                <a:lnTo>
                  <a:pt x="97624" y="0"/>
                </a:lnTo>
                <a:lnTo>
                  <a:pt x="176872" y="274612"/>
                </a:lnTo>
                <a:lnTo>
                  <a:pt x="215074" y="274612"/>
                </a:lnTo>
                <a:lnTo>
                  <a:pt x="225348" y="237947"/>
                </a:lnTo>
                <a:lnTo>
                  <a:pt x="271462" y="73253"/>
                </a:lnTo>
                <a:lnTo>
                  <a:pt x="273456" y="66344"/>
                </a:lnTo>
                <a:lnTo>
                  <a:pt x="274891" y="59448"/>
                </a:lnTo>
                <a:lnTo>
                  <a:pt x="275742" y="52590"/>
                </a:lnTo>
                <a:lnTo>
                  <a:pt x="276034" y="45732"/>
                </a:lnTo>
                <a:lnTo>
                  <a:pt x="277558" y="45732"/>
                </a:lnTo>
                <a:lnTo>
                  <a:pt x="277837" y="53441"/>
                </a:lnTo>
                <a:lnTo>
                  <a:pt x="278701" y="60591"/>
                </a:lnTo>
                <a:lnTo>
                  <a:pt x="280123" y="67195"/>
                </a:lnTo>
                <a:lnTo>
                  <a:pt x="282130" y="73253"/>
                </a:lnTo>
                <a:lnTo>
                  <a:pt x="338607" y="274612"/>
                </a:lnTo>
                <a:lnTo>
                  <a:pt x="375183" y="274612"/>
                </a:lnTo>
                <a:lnTo>
                  <a:pt x="386003" y="236423"/>
                </a:lnTo>
                <a:lnTo>
                  <a:pt x="452907" y="0"/>
                </a:lnTo>
                <a:close/>
              </a:path>
              <a:path w="1185545" h="335914">
                <a:moveTo>
                  <a:pt x="818959" y="0"/>
                </a:moveTo>
                <a:lnTo>
                  <a:pt x="783907" y="0"/>
                </a:lnTo>
                <a:lnTo>
                  <a:pt x="727417" y="210515"/>
                </a:lnTo>
                <a:lnTo>
                  <a:pt x="725436" y="218135"/>
                </a:lnTo>
                <a:lnTo>
                  <a:pt x="723988" y="225183"/>
                </a:lnTo>
                <a:lnTo>
                  <a:pt x="723138" y="231292"/>
                </a:lnTo>
                <a:lnTo>
                  <a:pt x="722845" y="236423"/>
                </a:lnTo>
                <a:lnTo>
                  <a:pt x="721321" y="236423"/>
                </a:lnTo>
                <a:lnTo>
                  <a:pt x="721321" y="227279"/>
                </a:lnTo>
                <a:lnTo>
                  <a:pt x="719797" y="218135"/>
                </a:lnTo>
                <a:lnTo>
                  <a:pt x="716749" y="212039"/>
                </a:lnTo>
                <a:lnTo>
                  <a:pt x="671334" y="45732"/>
                </a:lnTo>
                <a:lnTo>
                  <a:pt x="658837" y="0"/>
                </a:lnTo>
                <a:lnTo>
                  <a:pt x="628357" y="0"/>
                </a:lnTo>
                <a:lnTo>
                  <a:pt x="567309" y="210515"/>
                </a:lnTo>
                <a:lnTo>
                  <a:pt x="561213" y="237947"/>
                </a:lnTo>
                <a:lnTo>
                  <a:pt x="560324" y="231940"/>
                </a:lnTo>
                <a:lnTo>
                  <a:pt x="558927" y="223088"/>
                </a:lnTo>
                <a:lnTo>
                  <a:pt x="557784" y="216509"/>
                </a:lnTo>
                <a:lnTo>
                  <a:pt x="556641" y="210515"/>
                </a:lnTo>
                <a:lnTo>
                  <a:pt x="498729" y="0"/>
                </a:lnTo>
                <a:lnTo>
                  <a:pt x="462051" y="0"/>
                </a:lnTo>
                <a:lnTo>
                  <a:pt x="542925" y="274612"/>
                </a:lnTo>
                <a:lnTo>
                  <a:pt x="579501" y="274612"/>
                </a:lnTo>
                <a:lnTo>
                  <a:pt x="590067" y="237947"/>
                </a:lnTo>
                <a:lnTo>
                  <a:pt x="637501" y="73253"/>
                </a:lnTo>
                <a:lnTo>
                  <a:pt x="642073" y="45732"/>
                </a:lnTo>
                <a:lnTo>
                  <a:pt x="643216" y="53441"/>
                </a:lnTo>
                <a:lnTo>
                  <a:pt x="644359" y="60591"/>
                </a:lnTo>
                <a:lnTo>
                  <a:pt x="645502" y="67195"/>
                </a:lnTo>
                <a:lnTo>
                  <a:pt x="646645" y="73253"/>
                </a:lnTo>
                <a:lnTo>
                  <a:pt x="703033" y="274612"/>
                </a:lnTo>
                <a:lnTo>
                  <a:pt x="741133" y="274612"/>
                </a:lnTo>
                <a:lnTo>
                  <a:pt x="751967" y="236423"/>
                </a:lnTo>
                <a:lnTo>
                  <a:pt x="818959" y="0"/>
                </a:lnTo>
                <a:close/>
              </a:path>
              <a:path w="1185545" h="335914">
                <a:moveTo>
                  <a:pt x="1185011" y="0"/>
                </a:moveTo>
                <a:lnTo>
                  <a:pt x="1149858" y="0"/>
                </a:lnTo>
                <a:lnTo>
                  <a:pt x="1093470" y="210515"/>
                </a:lnTo>
                <a:lnTo>
                  <a:pt x="1091488" y="218135"/>
                </a:lnTo>
                <a:lnTo>
                  <a:pt x="1090041" y="225183"/>
                </a:lnTo>
                <a:lnTo>
                  <a:pt x="1089177" y="231292"/>
                </a:lnTo>
                <a:lnTo>
                  <a:pt x="1088898" y="236423"/>
                </a:lnTo>
                <a:lnTo>
                  <a:pt x="1087374" y="236423"/>
                </a:lnTo>
                <a:lnTo>
                  <a:pt x="1084338" y="218224"/>
                </a:lnTo>
                <a:lnTo>
                  <a:pt x="1082802" y="212039"/>
                </a:lnTo>
                <a:lnTo>
                  <a:pt x="1037374" y="45732"/>
                </a:lnTo>
                <a:lnTo>
                  <a:pt x="1024890" y="0"/>
                </a:lnTo>
                <a:lnTo>
                  <a:pt x="994308" y="0"/>
                </a:lnTo>
                <a:lnTo>
                  <a:pt x="933348" y="210515"/>
                </a:lnTo>
                <a:lnTo>
                  <a:pt x="931354" y="218135"/>
                </a:lnTo>
                <a:lnTo>
                  <a:pt x="929779" y="225183"/>
                </a:lnTo>
                <a:lnTo>
                  <a:pt x="928420" y="231940"/>
                </a:lnTo>
                <a:lnTo>
                  <a:pt x="927252" y="237947"/>
                </a:lnTo>
                <a:lnTo>
                  <a:pt x="926363" y="231940"/>
                </a:lnTo>
                <a:lnTo>
                  <a:pt x="924966" y="223088"/>
                </a:lnTo>
                <a:lnTo>
                  <a:pt x="923823" y="216509"/>
                </a:lnTo>
                <a:lnTo>
                  <a:pt x="922680" y="210515"/>
                </a:lnTo>
                <a:lnTo>
                  <a:pt x="863155" y="0"/>
                </a:lnTo>
                <a:lnTo>
                  <a:pt x="828103" y="0"/>
                </a:lnTo>
                <a:lnTo>
                  <a:pt x="908964" y="274612"/>
                </a:lnTo>
                <a:lnTo>
                  <a:pt x="945540" y="274612"/>
                </a:lnTo>
                <a:lnTo>
                  <a:pt x="955814" y="237947"/>
                </a:lnTo>
                <a:lnTo>
                  <a:pt x="1001928" y="73253"/>
                </a:lnTo>
                <a:lnTo>
                  <a:pt x="1003960" y="66344"/>
                </a:lnTo>
                <a:lnTo>
                  <a:pt x="1005547" y="59448"/>
                </a:lnTo>
                <a:lnTo>
                  <a:pt x="1006868" y="52590"/>
                </a:lnTo>
                <a:lnTo>
                  <a:pt x="1008024" y="45732"/>
                </a:lnTo>
                <a:lnTo>
                  <a:pt x="1009053" y="52590"/>
                </a:lnTo>
                <a:lnTo>
                  <a:pt x="1010310" y="60591"/>
                </a:lnTo>
                <a:lnTo>
                  <a:pt x="1011453" y="67195"/>
                </a:lnTo>
                <a:lnTo>
                  <a:pt x="1012596" y="73253"/>
                </a:lnTo>
                <a:lnTo>
                  <a:pt x="1069086" y="274612"/>
                </a:lnTo>
                <a:lnTo>
                  <a:pt x="1107186" y="274612"/>
                </a:lnTo>
                <a:lnTo>
                  <a:pt x="1118006" y="236423"/>
                </a:lnTo>
                <a:lnTo>
                  <a:pt x="118501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6173241" y="4905667"/>
            <a:ext cx="1654810" cy="387985"/>
          </a:xfrm>
          <a:custGeom>
            <a:avLst/>
            <a:gdLst/>
            <a:ahLst/>
            <a:cxnLst/>
            <a:rect l="l" t="t" r="r" b="b"/>
            <a:pathLst>
              <a:path w="1654809" h="387985">
                <a:moveTo>
                  <a:pt x="190588" y="320332"/>
                </a:moveTo>
                <a:lnTo>
                  <a:pt x="158153" y="294424"/>
                </a:lnTo>
                <a:lnTo>
                  <a:pt x="141693" y="281101"/>
                </a:lnTo>
                <a:lnTo>
                  <a:pt x="126492" y="268516"/>
                </a:lnTo>
                <a:lnTo>
                  <a:pt x="136702" y="248704"/>
                </a:lnTo>
                <a:lnTo>
                  <a:pt x="142265" y="237921"/>
                </a:lnTo>
                <a:lnTo>
                  <a:pt x="155155" y="201015"/>
                </a:lnTo>
                <a:lnTo>
                  <a:pt x="165163" y="157810"/>
                </a:lnTo>
                <a:lnTo>
                  <a:pt x="172300" y="108305"/>
                </a:lnTo>
                <a:lnTo>
                  <a:pt x="172300" y="79349"/>
                </a:lnTo>
                <a:lnTo>
                  <a:pt x="141820" y="79349"/>
                </a:lnTo>
                <a:lnTo>
                  <a:pt x="141820" y="109829"/>
                </a:lnTo>
                <a:lnTo>
                  <a:pt x="136067" y="151053"/>
                </a:lnTo>
                <a:lnTo>
                  <a:pt x="127876" y="187833"/>
                </a:lnTo>
                <a:lnTo>
                  <a:pt x="117106" y="220332"/>
                </a:lnTo>
                <a:lnTo>
                  <a:pt x="103632" y="248704"/>
                </a:lnTo>
                <a:lnTo>
                  <a:pt x="90436" y="238671"/>
                </a:lnTo>
                <a:lnTo>
                  <a:pt x="78105" y="229069"/>
                </a:lnTo>
                <a:lnTo>
                  <a:pt x="66344" y="219722"/>
                </a:lnTo>
                <a:lnTo>
                  <a:pt x="54864" y="210502"/>
                </a:lnTo>
                <a:lnTo>
                  <a:pt x="61696" y="186207"/>
                </a:lnTo>
                <a:lnTo>
                  <a:pt x="68389" y="161340"/>
                </a:lnTo>
                <a:lnTo>
                  <a:pt x="74790" y="135877"/>
                </a:lnTo>
                <a:lnTo>
                  <a:pt x="80772" y="109829"/>
                </a:lnTo>
                <a:lnTo>
                  <a:pt x="141820" y="109829"/>
                </a:lnTo>
                <a:lnTo>
                  <a:pt x="141820" y="79349"/>
                </a:lnTo>
                <a:lnTo>
                  <a:pt x="86868" y="79349"/>
                </a:lnTo>
                <a:lnTo>
                  <a:pt x="90297" y="61912"/>
                </a:lnTo>
                <a:lnTo>
                  <a:pt x="93726" y="43903"/>
                </a:lnTo>
                <a:lnTo>
                  <a:pt x="97155" y="25298"/>
                </a:lnTo>
                <a:lnTo>
                  <a:pt x="100584" y="6096"/>
                </a:lnTo>
                <a:lnTo>
                  <a:pt x="68580" y="1524"/>
                </a:lnTo>
                <a:lnTo>
                  <a:pt x="65366" y="21221"/>
                </a:lnTo>
                <a:lnTo>
                  <a:pt x="62293" y="41046"/>
                </a:lnTo>
                <a:lnTo>
                  <a:pt x="58940" y="60553"/>
                </a:lnTo>
                <a:lnTo>
                  <a:pt x="54864" y="79349"/>
                </a:lnTo>
                <a:lnTo>
                  <a:pt x="1524" y="79349"/>
                </a:lnTo>
                <a:lnTo>
                  <a:pt x="1524" y="109829"/>
                </a:lnTo>
                <a:lnTo>
                  <a:pt x="48768" y="109829"/>
                </a:lnTo>
                <a:lnTo>
                  <a:pt x="42760" y="138163"/>
                </a:lnTo>
                <a:lnTo>
                  <a:pt x="36195" y="165912"/>
                </a:lnTo>
                <a:lnTo>
                  <a:pt x="29044" y="193065"/>
                </a:lnTo>
                <a:lnTo>
                  <a:pt x="21336" y="219646"/>
                </a:lnTo>
                <a:lnTo>
                  <a:pt x="37363" y="232562"/>
                </a:lnTo>
                <a:lnTo>
                  <a:pt x="53530" y="246024"/>
                </a:lnTo>
                <a:lnTo>
                  <a:pt x="69989" y="260032"/>
                </a:lnTo>
                <a:lnTo>
                  <a:pt x="86868" y="274612"/>
                </a:lnTo>
                <a:lnTo>
                  <a:pt x="68580" y="295503"/>
                </a:lnTo>
                <a:lnTo>
                  <a:pt x="48006" y="314845"/>
                </a:lnTo>
                <a:lnTo>
                  <a:pt x="25146" y="332765"/>
                </a:lnTo>
                <a:lnTo>
                  <a:pt x="0" y="349377"/>
                </a:lnTo>
                <a:lnTo>
                  <a:pt x="5448" y="356235"/>
                </a:lnTo>
                <a:lnTo>
                  <a:pt x="10477" y="363093"/>
                </a:lnTo>
                <a:lnTo>
                  <a:pt x="15214" y="369951"/>
                </a:lnTo>
                <a:lnTo>
                  <a:pt x="19812" y="376809"/>
                </a:lnTo>
                <a:lnTo>
                  <a:pt x="45224" y="358800"/>
                </a:lnTo>
                <a:lnTo>
                  <a:pt x="68770" y="339077"/>
                </a:lnTo>
                <a:lnTo>
                  <a:pt x="90322" y="317614"/>
                </a:lnTo>
                <a:lnTo>
                  <a:pt x="109728" y="294424"/>
                </a:lnTo>
                <a:lnTo>
                  <a:pt x="166204" y="346329"/>
                </a:lnTo>
                <a:lnTo>
                  <a:pt x="190588" y="320332"/>
                </a:lnTo>
                <a:close/>
              </a:path>
              <a:path w="1654809" h="387985">
                <a:moveTo>
                  <a:pt x="356806" y="45808"/>
                </a:moveTo>
                <a:lnTo>
                  <a:pt x="327850" y="45808"/>
                </a:lnTo>
                <a:lnTo>
                  <a:pt x="327850" y="74777"/>
                </a:lnTo>
                <a:lnTo>
                  <a:pt x="327850" y="302044"/>
                </a:lnTo>
                <a:lnTo>
                  <a:pt x="236321" y="302044"/>
                </a:lnTo>
                <a:lnTo>
                  <a:pt x="236321" y="74777"/>
                </a:lnTo>
                <a:lnTo>
                  <a:pt x="327850" y="74777"/>
                </a:lnTo>
                <a:lnTo>
                  <a:pt x="327850" y="45808"/>
                </a:lnTo>
                <a:lnTo>
                  <a:pt x="207352" y="45808"/>
                </a:lnTo>
                <a:lnTo>
                  <a:pt x="207352" y="363093"/>
                </a:lnTo>
                <a:lnTo>
                  <a:pt x="236321" y="363093"/>
                </a:lnTo>
                <a:lnTo>
                  <a:pt x="236321" y="329565"/>
                </a:lnTo>
                <a:lnTo>
                  <a:pt x="327850" y="329565"/>
                </a:lnTo>
                <a:lnTo>
                  <a:pt x="327850" y="360045"/>
                </a:lnTo>
                <a:lnTo>
                  <a:pt x="356806" y="360045"/>
                </a:lnTo>
                <a:lnTo>
                  <a:pt x="356806" y="329565"/>
                </a:lnTo>
                <a:lnTo>
                  <a:pt x="356806" y="302044"/>
                </a:lnTo>
                <a:lnTo>
                  <a:pt x="356806" y="74777"/>
                </a:lnTo>
                <a:lnTo>
                  <a:pt x="356806" y="45808"/>
                </a:lnTo>
                <a:close/>
              </a:path>
              <a:path w="1654809" h="387985">
                <a:moveTo>
                  <a:pt x="504723" y="10668"/>
                </a:moveTo>
                <a:lnTo>
                  <a:pt x="474243" y="1524"/>
                </a:lnTo>
                <a:lnTo>
                  <a:pt x="458800" y="51650"/>
                </a:lnTo>
                <a:lnTo>
                  <a:pt x="439762" y="99187"/>
                </a:lnTo>
                <a:lnTo>
                  <a:pt x="416991" y="144424"/>
                </a:lnTo>
                <a:lnTo>
                  <a:pt x="390334" y="187642"/>
                </a:lnTo>
                <a:lnTo>
                  <a:pt x="394614" y="195643"/>
                </a:lnTo>
                <a:lnTo>
                  <a:pt x="398335" y="203644"/>
                </a:lnTo>
                <a:lnTo>
                  <a:pt x="401472" y="211645"/>
                </a:lnTo>
                <a:lnTo>
                  <a:pt x="404050" y="219646"/>
                </a:lnTo>
                <a:lnTo>
                  <a:pt x="415036" y="205143"/>
                </a:lnTo>
                <a:lnTo>
                  <a:pt x="425284" y="189357"/>
                </a:lnTo>
                <a:lnTo>
                  <a:pt x="435216" y="172707"/>
                </a:lnTo>
                <a:lnTo>
                  <a:pt x="445287" y="155638"/>
                </a:lnTo>
                <a:lnTo>
                  <a:pt x="445287" y="376809"/>
                </a:lnTo>
                <a:lnTo>
                  <a:pt x="474243" y="376809"/>
                </a:lnTo>
                <a:lnTo>
                  <a:pt x="474243" y="155638"/>
                </a:lnTo>
                <a:lnTo>
                  <a:pt x="474243" y="93052"/>
                </a:lnTo>
                <a:lnTo>
                  <a:pt x="482231" y="73342"/>
                </a:lnTo>
                <a:lnTo>
                  <a:pt x="490054" y="53047"/>
                </a:lnTo>
                <a:lnTo>
                  <a:pt x="497611" y="32156"/>
                </a:lnTo>
                <a:lnTo>
                  <a:pt x="504723" y="10668"/>
                </a:lnTo>
                <a:close/>
              </a:path>
              <a:path w="1654809" h="387985">
                <a:moveTo>
                  <a:pt x="657225" y="111340"/>
                </a:moveTo>
                <a:lnTo>
                  <a:pt x="629793" y="111340"/>
                </a:lnTo>
                <a:lnTo>
                  <a:pt x="629793" y="138874"/>
                </a:lnTo>
                <a:lnTo>
                  <a:pt x="629793" y="236512"/>
                </a:lnTo>
                <a:lnTo>
                  <a:pt x="555117" y="236512"/>
                </a:lnTo>
                <a:lnTo>
                  <a:pt x="555117" y="138874"/>
                </a:lnTo>
                <a:lnTo>
                  <a:pt x="629793" y="138874"/>
                </a:lnTo>
                <a:lnTo>
                  <a:pt x="629793" y="111340"/>
                </a:lnTo>
                <a:lnTo>
                  <a:pt x="527596" y="111340"/>
                </a:lnTo>
                <a:lnTo>
                  <a:pt x="527596" y="282232"/>
                </a:lnTo>
                <a:lnTo>
                  <a:pt x="555117" y="282232"/>
                </a:lnTo>
                <a:lnTo>
                  <a:pt x="555117" y="263944"/>
                </a:lnTo>
                <a:lnTo>
                  <a:pt x="657225" y="263944"/>
                </a:lnTo>
                <a:lnTo>
                  <a:pt x="657225" y="236512"/>
                </a:lnTo>
                <a:lnTo>
                  <a:pt x="657225" y="138874"/>
                </a:lnTo>
                <a:lnTo>
                  <a:pt x="657225" y="111340"/>
                </a:lnTo>
                <a:close/>
              </a:path>
              <a:path w="1654809" h="387985">
                <a:moveTo>
                  <a:pt x="773150" y="29044"/>
                </a:moveTo>
                <a:lnTo>
                  <a:pt x="516915" y="29044"/>
                </a:lnTo>
                <a:lnTo>
                  <a:pt x="516915" y="58000"/>
                </a:lnTo>
                <a:lnTo>
                  <a:pt x="709142" y="58000"/>
                </a:lnTo>
                <a:lnTo>
                  <a:pt x="709142" y="311188"/>
                </a:lnTo>
                <a:lnTo>
                  <a:pt x="707402" y="325234"/>
                </a:lnTo>
                <a:lnTo>
                  <a:pt x="702081" y="335267"/>
                </a:lnTo>
                <a:lnTo>
                  <a:pt x="693026" y="341274"/>
                </a:lnTo>
                <a:lnTo>
                  <a:pt x="680085" y="343281"/>
                </a:lnTo>
                <a:lnTo>
                  <a:pt x="666089" y="343014"/>
                </a:lnTo>
                <a:lnTo>
                  <a:pt x="651510" y="342328"/>
                </a:lnTo>
                <a:lnTo>
                  <a:pt x="620649" y="340233"/>
                </a:lnTo>
                <a:lnTo>
                  <a:pt x="622668" y="349110"/>
                </a:lnTo>
                <a:lnTo>
                  <a:pt x="624268" y="357568"/>
                </a:lnTo>
                <a:lnTo>
                  <a:pt x="625576" y="365734"/>
                </a:lnTo>
                <a:lnTo>
                  <a:pt x="626745" y="373761"/>
                </a:lnTo>
                <a:lnTo>
                  <a:pt x="687705" y="373761"/>
                </a:lnTo>
                <a:lnTo>
                  <a:pt x="726274" y="359079"/>
                </a:lnTo>
                <a:lnTo>
                  <a:pt x="739622" y="315760"/>
                </a:lnTo>
                <a:lnTo>
                  <a:pt x="739622" y="58000"/>
                </a:lnTo>
                <a:lnTo>
                  <a:pt x="773150" y="58000"/>
                </a:lnTo>
                <a:lnTo>
                  <a:pt x="773150" y="29044"/>
                </a:lnTo>
                <a:close/>
              </a:path>
              <a:path w="1654809" h="387985">
                <a:moveTo>
                  <a:pt x="1159002" y="320319"/>
                </a:moveTo>
                <a:lnTo>
                  <a:pt x="991273" y="320319"/>
                </a:lnTo>
                <a:lnTo>
                  <a:pt x="991273" y="63779"/>
                </a:lnTo>
                <a:lnTo>
                  <a:pt x="1137666" y="63779"/>
                </a:lnTo>
                <a:lnTo>
                  <a:pt x="1137666" y="33299"/>
                </a:lnTo>
                <a:lnTo>
                  <a:pt x="811250" y="33299"/>
                </a:lnTo>
                <a:lnTo>
                  <a:pt x="811250" y="63779"/>
                </a:lnTo>
                <a:lnTo>
                  <a:pt x="957643" y="63779"/>
                </a:lnTo>
                <a:lnTo>
                  <a:pt x="957643" y="320319"/>
                </a:lnTo>
                <a:lnTo>
                  <a:pt x="789914" y="320319"/>
                </a:lnTo>
                <a:lnTo>
                  <a:pt x="789914" y="349529"/>
                </a:lnTo>
                <a:lnTo>
                  <a:pt x="1159002" y="349529"/>
                </a:lnTo>
                <a:lnTo>
                  <a:pt x="1159002" y="320319"/>
                </a:lnTo>
                <a:close/>
              </a:path>
              <a:path w="1654809" h="387985">
                <a:moveTo>
                  <a:pt x="1291691" y="10668"/>
                </a:moveTo>
                <a:lnTo>
                  <a:pt x="1259674" y="1524"/>
                </a:lnTo>
                <a:lnTo>
                  <a:pt x="1242466" y="54381"/>
                </a:lnTo>
                <a:lnTo>
                  <a:pt x="1222641" y="103568"/>
                </a:lnTo>
                <a:lnTo>
                  <a:pt x="1200010" y="148932"/>
                </a:lnTo>
                <a:lnTo>
                  <a:pt x="1174242" y="190690"/>
                </a:lnTo>
                <a:lnTo>
                  <a:pt x="1178547" y="199555"/>
                </a:lnTo>
                <a:lnTo>
                  <a:pt x="1186027" y="215595"/>
                </a:lnTo>
                <a:lnTo>
                  <a:pt x="1189482" y="222796"/>
                </a:lnTo>
                <a:lnTo>
                  <a:pt x="1199743" y="207568"/>
                </a:lnTo>
                <a:lnTo>
                  <a:pt x="1209865" y="191655"/>
                </a:lnTo>
                <a:lnTo>
                  <a:pt x="1219695" y="174904"/>
                </a:lnTo>
                <a:lnTo>
                  <a:pt x="1229106" y="157162"/>
                </a:lnTo>
                <a:lnTo>
                  <a:pt x="1229106" y="376809"/>
                </a:lnTo>
                <a:lnTo>
                  <a:pt x="1259674" y="376809"/>
                </a:lnTo>
                <a:lnTo>
                  <a:pt x="1259674" y="157162"/>
                </a:lnTo>
                <a:lnTo>
                  <a:pt x="1259674" y="94576"/>
                </a:lnTo>
                <a:lnTo>
                  <a:pt x="1267675" y="74841"/>
                </a:lnTo>
                <a:lnTo>
                  <a:pt x="1275638" y="54483"/>
                </a:lnTo>
                <a:lnTo>
                  <a:pt x="1283690" y="33032"/>
                </a:lnTo>
                <a:lnTo>
                  <a:pt x="1291691" y="10668"/>
                </a:lnTo>
                <a:close/>
              </a:path>
              <a:path w="1654809" h="387985">
                <a:moveTo>
                  <a:pt x="1555534" y="62572"/>
                </a:moveTo>
                <a:lnTo>
                  <a:pt x="1366367" y="62572"/>
                </a:lnTo>
                <a:lnTo>
                  <a:pt x="1372057" y="48844"/>
                </a:lnTo>
                <a:lnTo>
                  <a:pt x="1377607" y="34950"/>
                </a:lnTo>
                <a:lnTo>
                  <a:pt x="1382903" y="20751"/>
                </a:lnTo>
                <a:lnTo>
                  <a:pt x="1387792" y="6096"/>
                </a:lnTo>
                <a:lnTo>
                  <a:pt x="1355699" y="0"/>
                </a:lnTo>
                <a:lnTo>
                  <a:pt x="1341666" y="42138"/>
                </a:lnTo>
                <a:lnTo>
                  <a:pt x="1324648" y="81813"/>
                </a:lnTo>
                <a:lnTo>
                  <a:pt x="1304467" y="119507"/>
                </a:lnTo>
                <a:lnTo>
                  <a:pt x="1281023" y="155638"/>
                </a:lnTo>
                <a:lnTo>
                  <a:pt x="1287614" y="161328"/>
                </a:lnTo>
                <a:lnTo>
                  <a:pt x="1299667" y="172135"/>
                </a:lnTo>
                <a:lnTo>
                  <a:pt x="1305407" y="176974"/>
                </a:lnTo>
                <a:lnTo>
                  <a:pt x="1318831" y="156108"/>
                </a:lnTo>
                <a:lnTo>
                  <a:pt x="1331696" y="134670"/>
                </a:lnTo>
                <a:lnTo>
                  <a:pt x="1343977" y="112636"/>
                </a:lnTo>
                <a:lnTo>
                  <a:pt x="1355699" y="90004"/>
                </a:lnTo>
                <a:lnTo>
                  <a:pt x="1386268" y="90004"/>
                </a:lnTo>
                <a:lnTo>
                  <a:pt x="1386268" y="376809"/>
                </a:lnTo>
                <a:lnTo>
                  <a:pt x="1416748" y="376809"/>
                </a:lnTo>
                <a:lnTo>
                  <a:pt x="1416748" y="279184"/>
                </a:lnTo>
                <a:lnTo>
                  <a:pt x="1544866" y="279184"/>
                </a:lnTo>
                <a:lnTo>
                  <a:pt x="1544866" y="253276"/>
                </a:lnTo>
                <a:lnTo>
                  <a:pt x="1416748" y="253276"/>
                </a:lnTo>
                <a:lnTo>
                  <a:pt x="1416748" y="183070"/>
                </a:lnTo>
                <a:lnTo>
                  <a:pt x="1540294" y="183070"/>
                </a:lnTo>
                <a:lnTo>
                  <a:pt x="1540294" y="157162"/>
                </a:lnTo>
                <a:lnTo>
                  <a:pt x="1416748" y="157162"/>
                </a:lnTo>
                <a:lnTo>
                  <a:pt x="1416748" y="90004"/>
                </a:lnTo>
                <a:lnTo>
                  <a:pt x="1555534" y="90004"/>
                </a:lnTo>
                <a:lnTo>
                  <a:pt x="1555534" y="62572"/>
                </a:lnTo>
                <a:close/>
              </a:path>
              <a:path w="1654809" h="387985">
                <a:moveTo>
                  <a:pt x="1654594" y="221170"/>
                </a:moveTo>
                <a:lnTo>
                  <a:pt x="1650873" y="172859"/>
                </a:lnTo>
                <a:lnTo>
                  <a:pt x="1639735" y="128536"/>
                </a:lnTo>
                <a:lnTo>
                  <a:pt x="1621155" y="88214"/>
                </a:lnTo>
                <a:lnTo>
                  <a:pt x="1595158" y="51904"/>
                </a:lnTo>
                <a:lnTo>
                  <a:pt x="1566202" y="51904"/>
                </a:lnTo>
                <a:lnTo>
                  <a:pt x="1592199" y="89928"/>
                </a:lnTo>
                <a:lnTo>
                  <a:pt x="1610779" y="130822"/>
                </a:lnTo>
                <a:lnTo>
                  <a:pt x="1621917" y="174574"/>
                </a:lnTo>
                <a:lnTo>
                  <a:pt x="1625638" y="221170"/>
                </a:lnTo>
                <a:lnTo>
                  <a:pt x="1621917" y="267550"/>
                </a:lnTo>
                <a:lnTo>
                  <a:pt x="1610779" y="310642"/>
                </a:lnTo>
                <a:lnTo>
                  <a:pt x="1592199" y="350570"/>
                </a:lnTo>
                <a:lnTo>
                  <a:pt x="1566202" y="387477"/>
                </a:lnTo>
                <a:lnTo>
                  <a:pt x="1595158" y="387477"/>
                </a:lnTo>
                <a:lnTo>
                  <a:pt x="1621155" y="352069"/>
                </a:lnTo>
                <a:lnTo>
                  <a:pt x="1639735" y="312356"/>
                </a:lnTo>
                <a:lnTo>
                  <a:pt x="1650873" y="268630"/>
                </a:lnTo>
                <a:lnTo>
                  <a:pt x="1654594" y="2211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40089" y="5419725"/>
            <a:ext cx="3118770" cy="384429"/>
          </a:xfrm>
          <a:prstGeom prst="rect">
            <a:avLst/>
          </a:prstGeom>
        </p:spPr>
      </p:pic>
      <p:sp>
        <p:nvSpPr>
          <p:cNvPr id="40" name="object 40" descr=""/>
          <p:cNvSpPr/>
          <p:nvPr/>
        </p:nvSpPr>
        <p:spPr>
          <a:xfrm>
            <a:off x="5503735" y="5474690"/>
            <a:ext cx="294640" cy="337185"/>
          </a:xfrm>
          <a:custGeom>
            <a:avLst/>
            <a:gdLst/>
            <a:ahLst/>
            <a:cxnLst/>
            <a:rect l="l" t="t" r="r" b="b"/>
            <a:pathLst>
              <a:path w="294639" h="337185">
                <a:moveTo>
                  <a:pt x="86868" y="0"/>
                </a:moveTo>
                <a:lnTo>
                  <a:pt x="59436" y="0"/>
                </a:lnTo>
                <a:lnTo>
                  <a:pt x="33426" y="37160"/>
                </a:lnTo>
                <a:lnTo>
                  <a:pt x="14859" y="77774"/>
                </a:lnTo>
                <a:lnTo>
                  <a:pt x="3708" y="121805"/>
                </a:lnTo>
                <a:lnTo>
                  <a:pt x="0" y="169252"/>
                </a:lnTo>
                <a:lnTo>
                  <a:pt x="3708" y="217385"/>
                </a:lnTo>
                <a:lnTo>
                  <a:pt x="14859" y="261213"/>
                </a:lnTo>
                <a:lnTo>
                  <a:pt x="33426" y="301015"/>
                </a:lnTo>
                <a:lnTo>
                  <a:pt x="59436" y="337083"/>
                </a:lnTo>
                <a:lnTo>
                  <a:pt x="86868" y="337083"/>
                </a:lnTo>
                <a:lnTo>
                  <a:pt x="60858" y="299300"/>
                </a:lnTo>
                <a:lnTo>
                  <a:pt x="42291" y="258927"/>
                </a:lnTo>
                <a:lnTo>
                  <a:pt x="31140" y="215671"/>
                </a:lnTo>
                <a:lnTo>
                  <a:pt x="27432" y="169252"/>
                </a:lnTo>
                <a:lnTo>
                  <a:pt x="31140" y="122669"/>
                </a:lnTo>
                <a:lnTo>
                  <a:pt x="42291" y="78917"/>
                </a:lnTo>
                <a:lnTo>
                  <a:pt x="60858" y="38023"/>
                </a:lnTo>
                <a:lnTo>
                  <a:pt x="86868" y="0"/>
                </a:lnTo>
                <a:close/>
              </a:path>
              <a:path w="294639" h="337185">
                <a:moveTo>
                  <a:pt x="294322" y="82384"/>
                </a:moveTo>
                <a:lnTo>
                  <a:pt x="292862" y="64020"/>
                </a:lnTo>
                <a:lnTo>
                  <a:pt x="288417" y="47828"/>
                </a:lnTo>
                <a:lnTo>
                  <a:pt x="280809" y="33642"/>
                </a:lnTo>
                <a:lnTo>
                  <a:pt x="276669" y="28956"/>
                </a:lnTo>
                <a:lnTo>
                  <a:pt x="269938" y="21336"/>
                </a:lnTo>
                <a:lnTo>
                  <a:pt x="260794" y="14859"/>
                </a:lnTo>
                <a:lnTo>
                  <a:pt x="260794" y="83908"/>
                </a:lnTo>
                <a:lnTo>
                  <a:pt x="259664" y="96799"/>
                </a:lnTo>
                <a:lnTo>
                  <a:pt x="233908" y="133464"/>
                </a:lnTo>
                <a:lnTo>
                  <a:pt x="192112" y="141820"/>
                </a:lnTo>
                <a:lnTo>
                  <a:pt x="158584" y="141820"/>
                </a:lnTo>
                <a:lnTo>
                  <a:pt x="158584" y="28956"/>
                </a:lnTo>
                <a:lnTo>
                  <a:pt x="196684" y="28956"/>
                </a:lnTo>
                <a:lnTo>
                  <a:pt x="224701" y="32385"/>
                </a:lnTo>
                <a:lnTo>
                  <a:pt x="244741" y="42684"/>
                </a:lnTo>
                <a:lnTo>
                  <a:pt x="256768" y="59855"/>
                </a:lnTo>
                <a:lnTo>
                  <a:pt x="260794" y="83908"/>
                </a:lnTo>
                <a:lnTo>
                  <a:pt x="260794" y="14859"/>
                </a:lnTo>
                <a:lnTo>
                  <a:pt x="257086" y="12217"/>
                </a:lnTo>
                <a:lnTo>
                  <a:pt x="241503" y="5524"/>
                </a:lnTo>
                <a:lnTo>
                  <a:pt x="223342" y="1409"/>
                </a:lnTo>
                <a:lnTo>
                  <a:pt x="202780" y="0"/>
                </a:lnTo>
                <a:lnTo>
                  <a:pt x="126580" y="0"/>
                </a:lnTo>
                <a:lnTo>
                  <a:pt x="126580" y="274510"/>
                </a:lnTo>
                <a:lnTo>
                  <a:pt x="158584" y="274510"/>
                </a:lnTo>
                <a:lnTo>
                  <a:pt x="158584" y="170776"/>
                </a:lnTo>
                <a:lnTo>
                  <a:pt x="195160" y="170776"/>
                </a:lnTo>
                <a:lnTo>
                  <a:pt x="236359" y="164871"/>
                </a:lnTo>
                <a:lnTo>
                  <a:pt x="272199" y="141820"/>
                </a:lnTo>
                <a:lnTo>
                  <a:pt x="279527" y="132969"/>
                </a:lnTo>
                <a:lnTo>
                  <a:pt x="287655" y="117817"/>
                </a:lnTo>
                <a:lnTo>
                  <a:pt x="292620" y="100965"/>
                </a:lnTo>
                <a:lnTo>
                  <a:pt x="294322" y="82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5848350" y="5476144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5" h="119379">
                <a:moveTo>
                  <a:pt x="0" y="0"/>
                </a:moveTo>
                <a:lnTo>
                  <a:pt x="32003" y="0"/>
                </a:lnTo>
                <a:lnTo>
                  <a:pt x="32003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5848350" y="5476151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24" y="0"/>
                </a:lnTo>
                <a:lnTo>
                  <a:pt x="173824" y="119380"/>
                </a:lnTo>
                <a:lnTo>
                  <a:pt x="0" y="119380"/>
                </a:lnTo>
                <a:lnTo>
                  <a:pt x="0" y="14732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7320"/>
                </a:lnTo>
                <a:lnTo>
                  <a:pt x="173824" y="147320"/>
                </a:lnTo>
                <a:lnTo>
                  <a:pt x="173824" y="273050"/>
                </a:lnTo>
                <a:lnTo>
                  <a:pt x="205930" y="273050"/>
                </a:lnTo>
                <a:lnTo>
                  <a:pt x="205930" y="147320"/>
                </a:lnTo>
                <a:lnTo>
                  <a:pt x="205930" y="11938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6125896" y="5474690"/>
            <a:ext cx="242570" cy="325120"/>
          </a:xfrm>
          <a:custGeom>
            <a:avLst/>
            <a:gdLst/>
            <a:ahLst/>
            <a:cxnLst/>
            <a:rect l="l" t="t" r="r" b="b"/>
            <a:pathLst>
              <a:path w="242570" h="325120">
                <a:moveTo>
                  <a:pt x="167741" y="82384"/>
                </a:moveTo>
                <a:lnTo>
                  <a:pt x="166293" y="64020"/>
                </a:lnTo>
                <a:lnTo>
                  <a:pt x="161836" y="47828"/>
                </a:lnTo>
                <a:lnTo>
                  <a:pt x="154241" y="33642"/>
                </a:lnTo>
                <a:lnTo>
                  <a:pt x="150088" y="28956"/>
                </a:lnTo>
                <a:lnTo>
                  <a:pt x="143357" y="21336"/>
                </a:lnTo>
                <a:lnTo>
                  <a:pt x="134213" y="14846"/>
                </a:lnTo>
                <a:lnTo>
                  <a:pt x="134213" y="83908"/>
                </a:lnTo>
                <a:lnTo>
                  <a:pt x="133096" y="96799"/>
                </a:lnTo>
                <a:lnTo>
                  <a:pt x="107454" y="133464"/>
                </a:lnTo>
                <a:lnTo>
                  <a:pt x="67157" y="141820"/>
                </a:lnTo>
                <a:lnTo>
                  <a:pt x="32016" y="141820"/>
                </a:lnTo>
                <a:lnTo>
                  <a:pt x="32016" y="28956"/>
                </a:lnTo>
                <a:lnTo>
                  <a:pt x="70205" y="28956"/>
                </a:lnTo>
                <a:lnTo>
                  <a:pt x="98209" y="32385"/>
                </a:lnTo>
                <a:lnTo>
                  <a:pt x="118211" y="42684"/>
                </a:lnTo>
                <a:lnTo>
                  <a:pt x="130213" y="59855"/>
                </a:lnTo>
                <a:lnTo>
                  <a:pt x="134213" y="83908"/>
                </a:lnTo>
                <a:lnTo>
                  <a:pt x="134213" y="14846"/>
                </a:lnTo>
                <a:lnTo>
                  <a:pt x="130517" y="12217"/>
                </a:lnTo>
                <a:lnTo>
                  <a:pt x="114973" y="5524"/>
                </a:lnTo>
                <a:lnTo>
                  <a:pt x="96850" y="1409"/>
                </a:lnTo>
                <a:lnTo>
                  <a:pt x="76301" y="0"/>
                </a:lnTo>
                <a:lnTo>
                  <a:pt x="0" y="0"/>
                </a:lnTo>
                <a:lnTo>
                  <a:pt x="0" y="274510"/>
                </a:lnTo>
                <a:lnTo>
                  <a:pt x="32016" y="274510"/>
                </a:lnTo>
                <a:lnTo>
                  <a:pt x="32016" y="170776"/>
                </a:lnTo>
                <a:lnTo>
                  <a:pt x="68681" y="170776"/>
                </a:lnTo>
                <a:lnTo>
                  <a:pt x="109829" y="164871"/>
                </a:lnTo>
                <a:lnTo>
                  <a:pt x="145618" y="141820"/>
                </a:lnTo>
                <a:lnTo>
                  <a:pt x="152958" y="132969"/>
                </a:lnTo>
                <a:lnTo>
                  <a:pt x="161074" y="117817"/>
                </a:lnTo>
                <a:lnTo>
                  <a:pt x="166052" y="100965"/>
                </a:lnTo>
                <a:lnTo>
                  <a:pt x="167741" y="82384"/>
                </a:lnTo>
                <a:close/>
              </a:path>
              <a:path w="242570" h="325120">
                <a:moveTo>
                  <a:pt x="242519" y="230314"/>
                </a:moveTo>
                <a:lnTo>
                  <a:pt x="212039" y="230314"/>
                </a:lnTo>
                <a:lnTo>
                  <a:pt x="189179" y="324891"/>
                </a:lnTo>
                <a:lnTo>
                  <a:pt x="212039" y="324891"/>
                </a:lnTo>
                <a:lnTo>
                  <a:pt x="242519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6540716" y="5470118"/>
            <a:ext cx="1285875" cy="370840"/>
          </a:xfrm>
          <a:custGeom>
            <a:avLst/>
            <a:gdLst/>
            <a:ahLst/>
            <a:cxnLst/>
            <a:rect l="l" t="t" r="r" b="b"/>
            <a:pathLst>
              <a:path w="1285875" h="370839">
                <a:moveTo>
                  <a:pt x="279082" y="4572"/>
                </a:moveTo>
                <a:lnTo>
                  <a:pt x="239458" y="4572"/>
                </a:lnTo>
                <a:lnTo>
                  <a:pt x="152501" y="195262"/>
                </a:lnTo>
                <a:lnTo>
                  <a:pt x="146977" y="209169"/>
                </a:lnTo>
                <a:lnTo>
                  <a:pt x="143713" y="218198"/>
                </a:lnTo>
                <a:lnTo>
                  <a:pt x="140309" y="228790"/>
                </a:lnTo>
                <a:lnTo>
                  <a:pt x="138785" y="228790"/>
                </a:lnTo>
                <a:lnTo>
                  <a:pt x="137083" y="222478"/>
                </a:lnTo>
                <a:lnTo>
                  <a:pt x="134404" y="214884"/>
                </a:lnTo>
                <a:lnTo>
                  <a:pt x="126593" y="195262"/>
                </a:lnTo>
                <a:lnTo>
                  <a:pt x="42672" y="4572"/>
                </a:lnTo>
                <a:lnTo>
                  <a:pt x="0" y="4572"/>
                </a:lnTo>
                <a:lnTo>
                  <a:pt x="0" y="279082"/>
                </a:lnTo>
                <a:lnTo>
                  <a:pt x="30480" y="279082"/>
                </a:lnTo>
                <a:lnTo>
                  <a:pt x="30480" y="96100"/>
                </a:lnTo>
                <a:lnTo>
                  <a:pt x="30289" y="62877"/>
                </a:lnTo>
                <a:lnTo>
                  <a:pt x="29832" y="50584"/>
                </a:lnTo>
                <a:lnTo>
                  <a:pt x="28956" y="41148"/>
                </a:lnTo>
                <a:lnTo>
                  <a:pt x="30480" y="41148"/>
                </a:lnTo>
                <a:lnTo>
                  <a:pt x="31889" y="50596"/>
                </a:lnTo>
                <a:lnTo>
                  <a:pt x="33718" y="58483"/>
                </a:lnTo>
                <a:lnTo>
                  <a:pt x="35839" y="64935"/>
                </a:lnTo>
                <a:lnTo>
                  <a:pt x="131165" y="279082"/>
                </a:lnTo>
                <a:lnTo>
                  <a:pt x="147929" y="279082"/>
                </a:lnTo>
                <a:lnTo>
                  <a:pt x="240982" y="68580"/>
                </a:lnTo>
                <a:lnTo>
                  <a:pt x="243027" y="63436"/>
                </a:lnTo>
                <a:lnTo>
                  <a:pt x="244792" y="57150"/>
                </a:lnTo>
                <a:lnTo>
                  <a:pt x="248602" y="41148"/>
                </a:lnTo>
                <a:lnTo>
                  <a:pt x="250126" y="41148"/>
                </a:lnTo>
                <a:lnTo>
                  <a:pt x="248031" y="70726"/>
                </a:lnTo>
                <a:lnTo>
                  <a:pt x="247345" y="83451"/>
                </a:lnTo>
                <a:lnTo>
                  <a:pt x="247078" y="94576"/>
                </a:lnTo>
                <a:lnTo>
                  <a:pt x="247078" y="279082"/>
                </a:lnTo>
                <a:lnTo>
                  <a:pt x="279082" y="279082"/>
                </a:lnTo>
                <a:lnTo>
                  <a:pt x="279082" y="4572"/>
                </a:lnTo>
                <a:close/>
              </a:path>
              <a:path w="1285875" h="370839">
                <a:moveTo>
                  <a:pt x="503301" y="83908"/>
                </a:moveTo>
                <a:lnTo>
                  <a:pt x="469773" y="83908"/>
                </a:lnTo>
                <a:lnTo>
                  <a:pt x="414807" y="234886"/>
                </a:lnTo>
                <a:lnTo>
                  <a:pt x="413283" y="240982"/>
                </a:lnTo>
                <a:lnTo>
                  <a:pt x="411759" y="245554"/>
                </a:lnTo>
                <a:lnTo>
                  <a:pt x="410235" y="248602"/>
                </a:lnTo>
                <a:lnTo>
                  <a:pt x="407187" y="240982"/>
                </a:lnTo>
                <a:lnTo>
                  <a:pt x="405663" y="236410"/>
                </a:lnTo>
                <a:lnTo>
                  <a:pt x="405663" y="233362"/>
                </a:lnTo>
                <a:lnTo>
                  <a:pt x="352323" y="83908"/>
                </a:lnTo>
                <a:lnTo>
                  <a:pt x="317182" y="83908"/>
                </a:lnTo>
                <a:lnTo>
                  <a:pt x="394995" y="279082"/>
                </a:lnTo>
                <a:lnTo>
                  <a:pt x="378231" y="315760"/>
                </a:lnTo>
                <a:lnTo>
                  <a:pt x="371690" y="327990"/>
                </a:lnTo>
                <a:lnTo>
                  <a:pt x="363562" y="337096"/>
                </a:lnTo>
                <a:lnTo>
                  <a:pt x="354025" y="342760"/>
                </a:lnTo>
                <a:lnTo>
                  <a:pt x="343179" y="344716"/>
                </a:lnTo>
                <a:lnTo>
                  <a:pt x="337083" y="344716"/>
                </a:lnTo>
                <a:lnTo>
                  <a:pt x="330987" y="343192"/>
                </a:lnTo>
                <a:lnTo>
                  <a:pt x="324891" y="340144"/>
                </a:lnTo>
                <a:lnTo>
                  <a:pt x="324891" y="369100"/>
                </a:lnTo>
                <a:lnTo>
                  <a:pt x="329463" y="370624"/>
                </a:lnTo>
                <a:lnTo>
                  <a:pt x="344703" y="370624"/>
                </a:lnTo>
                <a:lnTo>
                  <a:pt x="383565" y="355574"/>
                </a:lnTo>
                <a:lnTo>
                  <a:pt x="413283" y="309664"/>
                </a:lnTo>
                <a:lnTo>
                  <a:pt x="437629" y="248602"/>
                </a:lnTo>
                <a:lnTo>
                  <a:pt x="503301" y="83908"/>
                </a:lnTo>
                <a:close/>
              </a:path>
              <a:path w="1285875" h="370839">
                <a:moveTo>
                  <a:pt x="693902" y="210502"/>
                </a:moveTo>
                <a:lnTo>
                  <a:pt x="681329" y="171742"/>
                </a:lnTo>
                <a:lnTo>
                  <a:pt x="642823" y="139039"/>
                </a:lnTo>
                <a:lnTo>
                  <a:pt x="620750" y="128104"/>
                </a:lnTo>
                <a:lnTo>
                  <a:pt x="614146" y="124675"/>
                </a:lnTo>
                <a:lnTo>
                  <a:pt x="607974" y="121246"/>
                </a:lnTo>
                <a:lnTo>
                  <a:pt x="596265" y="114388"/>
                </a:lnTo>
                <a:lnTo>
                  <a:pt x="588645" y="111340"/>
                </a:lnTo>
                <a:lnTo>
                  <a:pt x="582549" y="106768"/>
                </a:lnTo>
                <a:lnTo>
                  <a:pt x="577977" y="102196"/>
                </a:lnTo>
                <a:lnTo>
                  <a:pt x="571881" y="99148"/>
                </a:lnTo>
                <a:lnTo>
                  <a:pt x="568833" y="93052"/>
                </a:lnTo>
                <a:lnTo>
                  <a:pt x="562737" y="83908"/>
                </a:lnTo>
                <a:lnTo>
                  <a:pt x="561213" y="77812"/>
                </a:lnTo>
                <a:lnTo>
                  <a:pt x="561213" y="62484"/>
                </a:lnTo>
                <a:lnTo>
                  <a:pt x="564261" y="56388"/>
                </a:lnTo>
                <a:lnTo>
                  <a:pt x="567309" y="51816"/>
                </a:lnTo>
                <a:lnTo>
                  <a:pt x="570357" y="45720"/>
                </a:lnTo>
                <a:lnTo>
                  <a:pt x="574929" y="41148"/>
                </a:lnTo>
                <a:lnTo>
                  <a:pt x="581025" y="38100"/>
                </a:lnTo>
                <a:lnTo>
                  <a:pt x="585597" y="35052"/>
                </a:lnTo>
                <a:lnTo>
                  <a:pt x="591693" y="33528"/>
                </a:lnTo>
                <a:lnTo>
                  <a:pt x="607034" y="30480"/>
                </a:lnTo>
                <a:lnTo>
                  <a:pt x="613130" y="28956"/>
                </a:lnTo>
                <a:lnTo>
                  <a:pt x="620750" y="28956"/>
                </a:lnTo>
                <a:lnTo>
                  <a:pt x="638441" y="30073"/>
                </a:lnTo>
                <a:lnTo>
                  <a:pt x="654850" y="33337"/>
                </a:lnTo>
                <a:lnTo>
                  <a:pt x="669823" y="38595"/>
                </a:lnTo>
                <a:lnTo>
                  <a:pt x="683234" y="45720"/>
                </a:lnTo>
                <a:lnTo>
                  <a:pt x="683234" y="10668"/>
                </a:lnTo>
                <a:lnTo>
                  <a:pt x="671804" y="5791"/>
                </a:lnTo>
                <a:lnTo>
                  <a:pt x="658088" y="2476"/>
                </a:lnTo>
                <a:lnTo>
                  <a:pt x="642086" y="596"/>
                </a:lnTo>
                <a:lnTo>
                  <a:pt x="623798" y="0"/>
                </a:lnTo>
                <a:lnTo>
                  <a:pt x="614667" y="279"/>
                </a:lnTo>
                <a:lnTo>
                  <a:pt x="572262" y="10287"/>
                </a:lnTo>
                <a:lnTo>
                  <a:pt x="540804" y="34569"/>
                </a:lnTo>
                <a:lnTo>
                  <a:pt x="527685" y="73240"/>
                </a:lnTo>
                <a:lnTo>
                  <a:pt x="528205" y="80962"/>
                </a:lnTo>
                <a:lnTo>
                  <a:pt x="547497" y="120484"/>
                </a:lnTo>
                <a:lnTo>
                  <a:pt x="596265" y="150964"/>
                </a:lnTo>
                <a:lnTo>
                  <a:pt x="622274" y="164680"/>
                </a:lnTo>
                <a:lnTo>
                  <a:pt x="652754" y="187642"/>
                </a:lnTo>
                <a:lnTo>
                  <a:pt x="660374" y="204406"/>
                </a:lnTo>
                <a:lnTo>
                  <a:pt x="660374" y="212026"/>
                </a:lnTo>
                <a:lnTo>
                  <a:pt x="637146" y="248907"/>
                </a:lnTo>
                <a:lnTo>
                  <a:pt x="600938" y="254698"/>
                </a:lnTo>
                <a:lnTo>
                  <a:pt x="588645" y="254698"/>
                </a:lnTo>
                <a:lnTo>
                  <a:pt x="576453" y="251650"/>
                </a:lnTo>
                <a:lnTo>
                  <a:pt x="568833" y="250126"/>
                </a:lnTo>
                <a:lnTo>
                  <a:pt x="562737" y="248602"/>
                </a:lnTo>
                <a:lnTo>
                  <a:pt x="555117" y="245554"/>
                </a:lnTo>
                <a:lnTo>
                  <a:pt x="549021" y="244030"/>
                </a:lnTo>
                <a:lnTo>
                  <a:pt x="536829" y="237934"/>
                </a:lnTo>
                <a:lnTo>
                  <a:pt x="532257" y="233362"/>
                </a:lnTo>
                <a:lnTo>
                  <a:pt x="527685" y="230314"/>
                </a:lnTo>
                <a:lnTo>
                  <a:pt x="527685" y="268414"/>
                </a:lnTo>
                <a:lnTo>
                  <a:pt x="532257" y="269938"/>
                </a:lnTo>
                <a:lnTo>
                  <a:pt x="536829" y="272986"/>
                </a:lnTo>
                <a:lnTo>
                  <a:pt x="541401" y="274510"/>
                </a:lnTo>
                <a:lnTo>
                  <a:pt x="553593" y="277558"/>
                </a:lnTo>
                <a:lnTo>
                  <a:pt x="561213" y="279082"/>
                </a:lnTo>
                <a:lnTo>
                  <a:pt x="573405" y="282219"/>
                </a:lnTo>
                <a:lnTo>
                  <a:pt x="581025" y="282219"/>
                </a:lnTo>
                <a:lnTo>
                  <a:pt x="587121" y="283743"/>
                </a:lnTo>
                <a:lnTo>
                  <a:pt x="606323" y="283464"/>
                </a:lnTo>
                <a:lnTo>
                  <a:pt x="615784" y="282600"/>
                </a:lnTo>
                <a:lnTo>
                  <a:pt x="624649" y="281139"/>
                </a:lnTo>
                <a:lnTo>
                  <a:pt x="632942" y="279082"/>
                </a:lnTo>
                <a:lnTo>
                  <a:pt x="641794" y="277393"/>
                </a:lnTo>
                <a:lnTo>
                  <a:pt x="676757" y="256603"/>
                </a:lnTo>
                <a:lnTo>
                  <a:pt x="693343" y="219595"/>
                </a:lnTo>
                <a:lnTo>
                  <a:pt x="693902" y="210502"/>
                </a:lnTo>
                <a:close/>
              </a:path>
              <a:path w="1285875" h="370839">
                <a:moveTo>
                  <a:pt x="1012609" y="315760"/>
                </a:moveTo>
                <a:lnTo>
                  <a:pt x="959650" y="277558"/>
                </a:lnTo>
                <a:lnTo>
                  <a:pt x="936409" y="260794"/>
                </a:lnTo>
                <a:lnTo>
                  <a:pt x="942505" y="256222"/>
                </a:lnTo>
                <a:lnTo>
                  <a:pt x="944029" y="254698"/>
                </a:lnTo>
                <a:lnTo>
                  <a:pt x="954697" y="244030"/>
                </a:lnTo>
                <a:lnTo>
                  <a:pt x="969810" y="222885"/>
                </a:lnTo>
                <a:lnTo>
                  <a:pt x="980795" y="198297"/>
                </a:lnTo>
                <a:lnTo>
                  <a:pt x="987475" y="170268"/>
                </a:lnTo>
                <a:lnTo>
                  <a:pt x="989749" y="138772"/>
                </a:lnTo>
                <a:lnTo>
                  <a:pt x="987475" y="109334"/>
                </a:lnTo>
                <a:lnTo>
                  <a:pt x="980795" y="82727"/>
                </a:lnTo>
                <a:lnTo>
                  <a:pt x="969810" y="58978"/>
                </a:lnTo>
                <a:lnTo>
                  <a:pt x="956119" y="40068"/>
                </a:lnTo>
                <a:lnTo>
                  <a:pt x="956119" y="141820"/>
                </a:lnTo>
                <a:lnTo>
                  <a:pt x="956106" y="144868"/>
                </a:lnTo>
                <a:lnTo>
                  <a:pt x="949553" y="190296"/>
                </a:lnTo>
                <a:lnTo>
                  <a:pt x="930313" y="225742"/>
                </a:lnTo>
                <a:lnTo>
                  <a:pt x="880325" y="252958"/>
                </a:lnTo>
                <a:lnTo>
                  <a:pt x="858583" y="254698"/>
                </a:lnTo>
                <a:lnTo>
                  <a:pt x="838860" y="252717"/>
                </a:lnTo>
                <a:lnTo>
                  <a:pt x="790003" y="224218"/>
                </a:lnTo>
                <a:lnTo>
                  <a:pt x="770763" y="187591"/>
                </a:lnTo>
                <a:lnTo>
                  <a:pt x="764095" y="141820"/>
                </a:lnTo>
                <a:lnTo>
                  <a:pt x="765810" y="117843"/>
                </a:lnTo>
                <a:lnTo>
                  <a:pt x="779526" y="77279"/>
                </a:lnTo>
                <a:lnTo>
                  <a:pt x="806119" y="46951"/>
                </a:lnTo>
                <a:lnTo>
                  <a:pt x="841032" y="30949"/>
                </a:lnTo>
                <a:lnTo>
                  <a:pt x="861631" y="28956"/>
                </a:lnTo>
                <a:lnTo>
                  <a:pt x="882256" y="30937"/>
                </a:lnTo>
                <a:lnTo>
                  <a:pt x="930313" y="59436"/>
                </a:lnTo>
                <a:lnTo>
                  <a:pt x="949553" y="95148"/>
                </a:lnTo>
                <a:lnTo>
                  <a:pt x="956119" y="141820"/>
                </a:lnTo>
                <a:lnTo>
                  <a:pt x="956119" y="40068"/>
                </a:lnTo>
                <a:lnTo>
                  <a:pt x="954697" y="38100"/>
                </a:lnTo>
                <a:lnTo>
                  <a:pt x="944626" y="28956"/>
                </a:lnTo>
                <a:lnTo>
                  <a:pt x="936117" y="21221"/>
                </a:lnTo>
                <a:lnTo>
                  <a:pt x="914679" y="9334"/>
                </a:lnTo>
                <a:lnTo>
                  <a:pt x="890358" y="2311"/>
                </a:lnTo>
                <a:lnTo>
                  <a:pt x="863155" y="0"/>
                </a:lnTo>
                <a:lnTo>
                  <a:pt x="833983" y="2552"/>
                </a:lnTo>
                <a:lnTo>
                  <a:pt x="785355" y="22504"/>
                </a:lnTo>
                <a:lnTo>
                  <a:pt x="750481" y="60782"/>
                </a:lnTo>
                <a:lnTo>
                  <a:pt x="732751" y="113423"/>
                </a:lnTo>
                <a:lnTo>
                  <a:pt x="730465" y="144868"/>
                </a:lnTo>
                <a:lnTo>
                  <a:pt x="732751" y="174358"/>
                </a:lnTo>
                <a:lnTo>
                  <a:pt x="750481" y="224688"/>
                </a:lnTo>
                <a:lnTo>
                  <a:pt x="784428" y="262458"/>
                </a:lnTo>
                <a:lnTo>
                  <a:pt x="831202" y="281419"/>
                </a:lnTo>
                <a:lnTo>
                  <a:pt x="858583" y="283743"/>
                </a:lnTo>
                <a:lnTo>
                  <a:pt x="870864" y="283438"/>
                </a:lnTo>
                <a:lnTo>
                  <a:pt x="882446" y="282409"/>
                </a:lnTo>
                <a:lnTo>
                  <a:pt x="893165" y="280492"/>
                </a:lnTo>
                <a:lnTo>
                  <a:pt x="902881" y="277558"/>
                </a:lnTo>
                <a:lnTo>
                  <a:pt x="954697" y="315760"/>
                </a:lnTo>
                <a:lnTo>
                  <a:pt x="1012609" y="315760"/>
                </a:lnTo>
                <a:close/>
              </a:path>
              <a:path w="1285875" h="370839">
                <a:moveTo>
                  <a:pt x="1186535" y="249961"/>
                </a:moveTo>
                <a:lnTo>
                  <a:pt x="1075182" y="249961"/>
                </a:lnTo>
                <a:lnTo>
                  <a:pt x="1075182" y="4851"/>
                </a:lnTo>
                <a:lnTo>
                  <a:pt x="1043178" y="4851"/>
                </a:lnTo>
                <a:lnTo>
                  <a:pt x="1043178" y="249961"/>
                </a:lnTo>
                <a:lnTo>
                  <a:pt x="1043178" y="279171"/>
                </a:lnTo>
                <a:lnTo>
                  <a:pt x="1186535" y="279171"/>
                </a:lnTo>
                <a:lnTo>
                  <a:pt x="1186535" y="249961"/>
                </a:lnTo>
                <a:close/>
              </a:path>
              <a:path w="1285875" h="370839">
                <a:moveTo>
                  <a:pt x="1285582" y="173824"/>
                </a:moveTo>
                <a:lnTo>
                  <a:pt x="1281874" y="126377"/>
                </a:lnTo>
                <a:lnTo>
                  <a:pt x="1270723" y="82346"/>
                </a:lnTo>
                <a:lnTo>
                  <a:pt x="1252156" y="41732"/>
                </a:lnTo>
                <a:lnTo>
                  <a:pt x="1226146" y="4572"/>
                </a:lnTo>
                <a:lnTo>
                  <a:pt x="1197190" y="4572"/>
                </a:lnTo>
                <a:lnTo>
                  <a:pt x="1224076" y="42595"/>
                </a:lnTo>
                <a:lnTo>
                  <a:pt x="1243101" y="83489"/>
                </a:lnTo>
                <a:lnTo>
                  <a:pt x="1254417" y="127241"/>
                </a:lnTo>
                <a:lnTo>
                  <a:pt x="1258150" y="173824"/>
                </a:lnTo>
                <a:lnTo>
                  <a:pt x="1254442" y="220459"/>
                </a:lnTo>
                <a:lnTo>
                  <a:pt x="1243291" y="264071"/>
                </a:lnTo>
                <a:lnTo>
                  <a:pt x="1224724" y="304520"/>
                </a:lnTo>
                <a:lnTo>
                  <a:pt x="1198714" y="341655"/>
                </a:lnTo>
                <a:lnTo>
                  <a:pt x="1226146" y="341655"/>
                </a:lnTo>
                <a:lnTo>
                  <a:pt x="1252156" y="305587"/>
                </a:lnTo>
                <a:lnTo>
                  <a:pt x="1270723" y="265785"/>
                </a:lnTo>
                <a:lnTo>
                  <a:pt x="1281874" y="221957"/>
                </a:lnTo>
                <a:lnTo>
                  <a:pt x="1285582" y="1738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611314" y="5993320"/>
            <a:ext cx="651510" cy="363220"/>
            <a:chOff x="611314" y="5993320"/>
            <a:chExt cx="651510" cy="363220"/>
          </a:xfrm>
        </p:grpSpPr>
        <p:sp>
          <p:nvSpPr>
            <p:cNvPr id="46" name="object 46" descr=""/>
            <p:cNvSpPr/>
            <p:nvPr/>
          </p:nvSpPr>
          <p:spPr>
            <a:xfrm>
              <a:off x="611301" y="5993320"/>
              <a:ext cx="461009" cy="363220"/>
            </a:xfrm>
            <a:custGeom>
              <a:avLst/>
              <a:gdLst/>
              <a:ahLst/>
              <a:cxnLst/>
              <a:rect l="l" t="t" r="r" b="b"/>
              <a:pathLst>
                <a:path w="461009" h="363220">
                  <a:moveTo>
                    <a:pt x="244043" y="272986"/>
                  </a:moveTo>
                  <a:lnTo>
                    <a:pt x="214655" y="196786"/>
                  </a:lnTo>
                  <a:lnTo>
                    <a:pt x="203454" y="167741"/>
                  </a:lnTo>
                  <a:lnTo>
                    <a:pt x="169354" y="79286"/>
                  </a:lnTo>
                  <a:lnTo>
                    <a:pt x="169354" y="167741"/>
                  </a:lnTo>
                  <a:lnTo>
                    <a:pt x="74777" y="167741"/>
                  </a:lnTo>
                  <a:lnTo>
                    <a:pt x="117449" y="51816"/>
                  </a:lnTo>
                  <a:lnTo>
                    <a:pt x="118973" y="47244"/>
                  </a:lnTo>
                  <a:lnTo>
                    <a:pt x="120497" y="41148"/>
                  </a:lnTo>
                  <a:lnTo>
                    <a:pt x="122021" y="32004"/>
                  </a:lnTo>
                  <a:lnTo>
                    <a:pt x="123545" y="41148"/>
                  </a:lnTo>
                  <a:lnTo>
                    <a:pt x="125069" y="47244"/>
                  </a:lnTo>
                  <a:lnTo>
                    <a:pt x="126593" y="51816"/>
                  </a:lnTo>
                  <a:lnTo>
                    <a:pt x="169354" y="167741"/>
                  </a:lnTo>
                  <a:lnTo>
                    <a:pt x="169354" y="79286"/>
                  </a:lnTo>
                  <a:lnTo>
                    <a:pt x="151130" y="32004"/>
                  </a:lnTo>
                  <a:lnTo>
                    <a:pt x="138785" y="0"/>
                  </a:lnTo>
                  <a:lnTo>
                    <a:pt x="105257" y="0"/>
                  </a:lnTo>
                  <a:lnTo>
                    <a:pt x="0" y="272986"/>
                  </a:lnTo>
                  <a:lnTo>
                    <a:pt x="36677" y="272986"/>
                  </a:lnTo>
                  <a:lnTo>
                    <a:pt x="64109" y="196786"/>
                  </a:lnTo>
                  <a:lnTo>
                    <a:pt x="180022" y="196786"/>
                  </a:lnTo>
                  <a:lnTo>
                    <a:pt x="208978" y="272986"/>
                  </a:lnTo>
                  <a:lnTo>
                    <a:pt x="244043" y="272986"/>
                  </a:lnTo>
                  <a:close/>
                </a:path>
                <a:path w="461009" h="363220">
                  <a:moveTo>
                    <a:pt x="460641" y="169265"/>
                  </a:moveTo>
                  <a:lnTo>
                    <a:pt x="455688" y="130213"/>
                  </a:lnTo>
                  <a:lnTo>
                    <a:pt x="428637" y="88823"/>
                  </a:lnTo>
                  <a:lnTo>
                    <a:pt x="428637" y="169265"/>
                  </a:lnTo>
                  <a:lnTo>
                    <a:pt x="427736" y="187629"/>
                  </a:lnTo>
                  <a:lnTo>
                    <a:pt x="413296" y="230314"/>
                  </a:lnTo>
                  <a:lnTo>
                    <a:pt x="367576" y="251663"/>
                  </a:lnTo>
                  <a:lnTo>
                    <a:pt x="356450" y="250532"/>
                  </a:lnTo>
                  <a:lnTo>
                    <a:pt x="346049" y="247281"/>
                  </a:lnTo>
                  <a:lnTo>
                    <a:pt x="342938" y="245554"/>
                  </a:lnTo>
                  <a:lnTo>
                    <a:pt x="336499" y="242011"/>
                  </a:lnTo>
                  <a:lnTo>
                    <a:pt x="313588" y="205740"/>
                  </a:lnTo>
                  <a:lnTo>
                    <a:pt x="312712" y="193738"/>
                  </a:lnTo>
                  <a:lnTo>
                    <a:pt x="312712" y="166217"/>
                  </a:lnTo>
                  <a:lnTo>
                    <a:pt x="321691" y="128968"/>
                  </a:lnTo>
                  <a:lnTo>
                    <a:pt x="335381" y="112877"/>
                  </a:lnTo>
                  <a:lnTo>
                    <a:pt x="338074" y="110096"/>
                  </a:lnTo>
                  <a:lnTo>
                    <a:pt x="347954" y="103924"/>
                  </a:lnTo>
                  <a:lnTo>
                    <a:pt x="359270" y="100330"/>
                  </a:lnTo>
                  <a:lnTo>
                    <a:pt x="372148" y="99161"/>
                  </a:lnTo>
                  <a:lnTo>
                    <a:pt x="385013" y="100330"/>
                  </a:lnTo>
                  <a:lnTo>
                    <a:pt x="420154" y="128930"/>
                  </a:lnTo>
                  <a:lnTo>
                    <a:pt x="428637" y="169265"/>
                  </a:lnTo>
                  <a:lnTo>
                    <a:pt x="428637" y="88823"/>
                  </a:lnTo>
                  <a:lnTo>
                    <a:pt x="427837" y="88036"/>
                  </a:lnTo>
                  <a:lnTo>
                    <a:pt x="414261" y="79921"/>
                  </a:lnTo>
                  <a:lnTo>
                    <a:pt x="398703" y="74942"/>
                  </a:lnTo>
                  <a:lnTo>
                    <a:pt x="381292" y="73253"/>
                  </a:lnTo>
                  <a:lnTo>
                    <a:pt x="359867" y="75806"/>
                  </a:lnTo>
                  <a:lnTo>
                    <a:pt x="341287" y="83350"/>
                  </a:lnTo>
                  <a:lnTo>
                    <a:pt x="325577" y="95758"/>
                  </a:lnTo>
                  <a:lnTo>
                    <a:pt x="312712" y="112877"/>
                  </a:lnTo>
                  <a:lnTo>
                    <a:pt x="312712" y="77825"/>
                  </a:lnTo>
                  <a:lnTo>
                    <a:pt x="280606" y="77825"/>
                  </a:lnTo>
                  <a:lnTo>
                    <a:pt x="280606" y="363004"/>
                  </a:lnTo>
                  <a:lnTo>
                    <a:pt x="312712" y="363004"/>
                  </a:lnTo>
                  <a:lnTo>
                    <a:pt x="312712" y="245554"/>
                  </a:lnTo>
                  <a:lnTo>
                    <a:pt x="324142" y="259575"/>
                  </a:lnTo>
                  <a:lnTo>
                    <a:pt x="337858" y="269608"/>
                  </a:lnTo>
                  <a:lnTo>
                    <a:pt x="353860" y="275640"/>
                  </a:lnTo>
                  <a:lnTo>
                    <a:pt x="372148" y="277660"/>
                  </a:lnTo>
                  <a:lnTo>
                    <a:pt x="391604" y="275907"/>
                  </a:lnTo>
                  <a:lnTo>
                    <a:pt x="408927" y="270560"/>
                  </a:lnTo>
                  <a:lnTo>
                    <a:pt x="424268" y="261505"/>
                  </a:lnTo>
                  <a:lnTo>
                    <a:pt x="434581" y="251663"/>
                  </a:lnTo>
                  <a:lnTo>
                    <a:pt x="437781" y="248615"/>
                  </a:lnTo>
                  <a:lnTo>
                    <a:pt x="447776" y="232587"/>
                  </a:lnTo>
                  <a:lnTo>
                    <a:pt x="454926" y="214122"/>
                  </a:lnTo>
                  <a:lnTo>
                    <a:pt x="459206" y="193065"/>
                  </a:lnTo>
                  <a:lnTo>
                    <a:pt x="460641" y="1692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8519" y="6066567"/>
              <a:ext cx="154019" cy="204406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8258" y="6066567"/>
            <a:ext cx="146399" cy="204406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1501997" y="5976556"/>
            <a:ext cx="163195" cy="290195"/>
          </a:xfrm>
          <a:custGeom>
            <a:avLst/>
            <a:gdLst/>
            <a:ahLst/>
            <a:cxnLst/>
            <a:rect l="l" t="t" r="r" b="b"/>
            <a:pathLst>
              <a:path w="163194" h="290195">
                <a:moveTo>
                  <a:pt x="32004" y="289750"/>
                </a:moveTo>
                <a:lnTo>
                  <a:pt x="0" y="289750"/>
                </a:lnTo>
                <a:lnTo>
                  <a:pt x="0" y="0"/>
                </a:lnTo>
                <a:lnTo>
                  <a:pt x="32004" y="0"/>
                </a:lnTo>
                <a:lnTo>
                  <a:pt x="32004" y="126587"/>
                </a:lnTo>
                <a:lnTo>
                  <a:pt x="55158" y="126587"/>
                </a:lnTo>
                <a:lnTo>
                  <a:pt x="32885" y="166782"/>
                </a:lnTo>
                <a:lnTo>
                  <a:pt x="32004" y="179927"/>
                </a:lnTo>
                <a:lnTo>
                  <a:pt x="32004" y="289750"/>
                </a:lnTo>
                <a:close/>
              </a:path>
              <a:path w="163194" h="290195">
                <a:moveTo>
                  <a:pt x="55158" y="126587"/>
                </a:moveTo>
                <a:lnTo>
                  <a:pt x="32004" y="126587"/>
                </a:lnTo>
                <a:lnTo>
                  <a:pt x="44602" y="110585"/>
                </a:lnTo>
                <a:lnTo>
                  <a:pt x="59638" y="99155"/>
                </a:lnTo>
                <a:lnTo>
                  <a:pt x="77264" y="92297"/>
                </a:lnTo>
                <a:lnTo>
                  <a:pt x="97631" y="90011"/>
                </a:lnTo>
                <a:lnTo>
                  <a:pt x="125872" y="94892"/>
                </a:lnTo>
                <a:lnTo>
                  <a:pt x="146399" y="109632"/>
                </a:lnTo>
                <a:lnTo>
                  <a:pt x="149581" y="115919"/>
                </a:lnTo>
                <a:lnTo>
                  <a:pt x="85344" y="115919"/>
                </a:lnTo>
                <a:lnTo>
                  <a:pt x="74461" y="117062"/>
                </a:lnTo>
                <a:lnTo>
                  <a:pt x="64579" y="120491"/>
                </a:lnTo>
                <a:lnTo>
                  <a:pt x="55554" y="126206"/>
                </a:lnTo>
                <a:lnTo>
                  <a:pt x="55158" y="126587"/>
                </a:lnTo>
                <a:close/>
              </a:path>
              <a:path w="163194" h="290195">
                <a:moveTo>
                  <a:pt x="163163" y="289750"/>
                </a:moveTo>
                <a:lnTo>
                  <a:pt x="131159" y="289750"/>
                </a:lnTo>
                <a:lnTo>
                  <a:pt x="131159" y="176879"/>
                </a:lnTo>
                <a:lnTo>
                  <a:pt x="128300" y="150637"/>
                </a:lnTo>
                <a:lnTo>
                  <a:pt x="119717" y="131540"/>
                </a:lnTo>
                <a:lnTo>
                  <a:pt x="105401" y="119872"/>
                </a:lnTo>
                <a:lnTo>
                  <a:pt x="85344" y="115919"/>
                </a:lnTo>
                <a:lnTo>
                  <a:pt x="149581" y="115919"/>
                </a:lnTo>
                <a:lnTo>
                  <a:pt x="158924" y="134373"/>
                </a:lnTo>
                <a:lnTo>
                  <a:pt x="163163" y="169259"/>
                </a:lnTo>
                <a:lnTo>
                  <a:pt x="163163" y="2897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1710880" y="6066567"/>
            <a:ext cx="247650" cy="252095"/>
            <a:chOff x="1710880" y="6066567"/>
            <a:chExt cx="247650" cy="252095"/>
          </a:xfrm>
        </p:grpSpPr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10880" y="6066567"/>
              <a:ext cx="170878" cy="20440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906142" y="6223634"/>
              <a:ext cx="52069" cy="94615"/>
            </a:xfrm>
            <a:custGeom>
              <a:avLst/>
              <a:gdLst/>
              <a:ahLst/>
              <a:cxnLst/>
              <a:rect l="l" t="t" r="r" b="b"/>
              <a:pathLst>
                <a:path w="52069" h="94614">
                  <a:moveTo>
                    <a:pt x="21336" y="94583"/>
                  </a:moveTo>
                  <a:lnTo>
                    <a:pt x="0" y="94583"/>
                  </a:lnTo>
                  <a:lnTo>
                    <a:pt x="21336" y="0"/>
                  </a:lnTo>
                  <a:lnTo>
                    <a:pt x="51816" y="0"/>
                  </a:lnTo>
                  <a:lnTo>
                    <a:pt x="21336" y="9458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2125694" y="5988748"/>
            <a:ext cx="1254125" cy="370840"/>
            <a:chOff x="2125694" y="5988748"/>
            <a:chExt cx="1254125" cy="370840"/>
          </a:xfrm>
        </p:grpSpPr>
        <p:sp>
          <p:nvSpPr>
            <p:cNvPr id="54" name="object 54" descr=""/>
            <p:cNvSpPr/>
            <p:nvPr/>
          </p:nvSpPr>
          <p:spPr>
            <a:xfrm>
              <a:off x="2125688" y="5988748"/>
              <a:ext cx="1014730" cy="370840"/>
            </a:xfrm>
            <a:custGeom>
              <a:avLst/>
              <a:gdLst/>
              <a:ahLst/>
              <a:cxnLst/>
              <a:rect l="l" t="t" r="r" b="b"/>
              <a:pathLst>
                <a:path w="1014730" h="370839">
                  <a:moveTo>
                    <a:pt x="279082" y="4572"/>
                  </a:moveTo>
                  <a:lnTo>
                    <a:pt x="239458" y="4572"/>
                  </a:lnTo>
                  <a:lnTo>
                    <a:pt x="154012" y="195262"/>
                  </a:lnTo>
                  <a:lnTo>
                    <a:pt x="151447" y="200939"/>
                  </a:lnTo>
                  <a:lnTo>
                    <a:pt x="148297" y="208597"/>
                  </a:lnTo>
                  <a:lnTo>
                    <a:pt x="140296" y="228790"/>
                  </a:lnTo>
                  <a:lnTo>
                    <a:pt x="138772" y="228790"/>
                  </a:lnTo>
                  <a:lnTo>
                    <a:pt x="58839" y="41148"/>
                  </a:lnTo>
                  <a:lnTo>
                    <a:pt x="42760" y="4572"/>
                  </a:lnTo>
                  <a:lnTo>
                    <a:pt x="0" y="4572"/>
                  </a:lnTo>
                  <a:lnTo>
                    <a:pt x="0" y="277558"/>
                  </a:lnTo>
                  <a:lnTo>
                    <a:pt x="32092" y="277558"/>
                  </a:lnTo>
                  <a:lnTo>
                    <a:pt x="32092" y="94589"/>
                  </a:lnTo>
                  <a:lnTo>
                    <a:pt x="31864" y="77419"/>
                  </a:lnTo>
                  <a:lnTo>
                    <a:pt x="31369" y="63436"/>
                  </a:lnTo>
                  <a:lnTo>
                    <a:pt x="30810" y="50558"/>
                  </a:lnTo>
                  <a:lnTo>
                    <a:pt x="30568" y="41148"/>
                  </a:lnTo>
                  <a:lnTo>
                    <a:pt x="32829" y="49707"/>
                  </a:lnTo>
                  <a:lnTo>
                    <a:pt x="34899" y="56959"/>
                  </a:lnTo>
                  <a:lnTo>
                    <a:pt x="36576" y="62687"/>
                  </a:lnTo>
                  <a:lnTo>
                    <a:pt x="38188" y="68580"/>
                  </a:lnTo>
                  <a:lnTo>
                    <a:pt x="132676" y="277558"/>
                  </a:lnTo>
                  <a:lnTo>
                    <a:pt x="147916" y="277558"/>
                  </a:lnTo>
                  <a:lnTo>
                    <a:pt x="169481" y="228790"/>
                  </a:lnTo>
                  <a:lnTo>
                    <a:pt x="240982" y="67056"/>
                  </a:lnTo>
                  <a:lnTo>
                    <a:pt x="243268" y="62801"/>
                  </a:lnTo>
                  <a:lnTo>
                    <a:pt x="245554" y="56959"/>
                  </a:lnTo>
                  <a:lnTo>
                    <a:pt x="247827" y="49720"/>
                  </a:lnTo>
                  <a:lnTo>
                    <a:pt x="250126" y="41148"/>
                  </a:lnTo>
                  <a:lnTo>
                    <a:pt x="249250" y="56362"/>
                  </a:lnTo>
                  <a:lnTo>
                    <a:pt x="248793" y="70154"/>
                  </a:lnTo>
                  <a:lnTo>
                    <a:pt x="248691" y="77419"/>
                  </a:lnTo>
                  <a:lnTo>
                    <a:pt x="248602" y="277558"/>
                  </a:lnTo>
                  <a:lnTo>
                    <a:pt x="279082" y="277558"/>
                  </a:lnTo>
                  <a:lnTo>
                    <a:pt x="279082" y="41148"/>
                  </a:lnTo>
                  <a:lnTo>
                    <a:pt x="279082" y="4572"/>
                  </a:lnTo>
                  <a:close/>
                </a:path>
                <a:path w="1014730" h="370839">
                  <a:moveTo>
                    <a:pt x="503301" y="82397"/>
                  </a:moveTo>
                  <a:lnTo>
                    <a:pt x="471297" y="82397"/>
                  </a:lnTo>
                  <a:lnTo>
                    <a:pt x="414820" y="233362"/>
                  </a:lnTo>
                  <a:lnTo>
                    <a:pt x="411772" y="245554"/>
                  </a:lnTo>
                  <a:lnTo>
                    <a:pt x="411772" y="248602"/>
                  </a:lnTo>
                  <a:lnTo>
                    <a:pt x="410248" y="248602"/>
                  </a:lnTo>
                  <a:lnTo>
                    <a:pt x="408724" y="239458"/>
                  </a:lnTo>
                  <a:lnTo>
                    <a:pt x="407200" y="234886"/>
                  </a:lnTo>
                  <a:lnTo>
                    <a:pt x="405676" y="233362"/>
                  </a:lnTo>
                  <a:lnTo>
                    <a:pt x="353860" y="82397"/>
                  </a:lnTo>
                  <a:lnTo>
                    <a:pt x="318808" y="82397"/>
                  </a:lnTo>
                  <a:lnTo>
                    <a:pt x="395008" y="277558"/>
                  </a:lnTo>
                  <a:lnTo>
                    <a:pt x="379768" y="314236"/>
                  </a:lnTo>
                  <a:lnTo>
                    <a:pt x="373189" y="327113"/>
                  </a:lnTo>
                  <a:lnTo>
                    <a:pt x="364909" y="336143"/>
                  </a:lnTo>
                  <a:lnTo>
                    <a:pt x="354901" y="341452"/>
                  </a:lnTo>
                  <a:lnTo>
                    <a:pt x="343192" y="343192"/>
                  </a:lnTo>
                  <a:lnTo>
                    <a:pt x="338620" y="343192"/>
                  </a:lnTo>
                  <a:lnTo>
                    <a:pt x="332524" y="341668"/>
                  </a:lnTo>
                  <a:lnTo>
                    <a:pt x="324904" y="340144"/>
                  </a:lnTo>
                  <a:lnTo>
                    <a:pt x="324904" y="367576"/>
                  </a:lnTo>
                  <a:lnTo>
                    <a:pt x="337096" y="370624"/>
                  </a:lnTo>
                  <a:lnTo>
                    <a:pt x="346240" y="370624"/>
                  </a:lnTo>
                  <a:lnTo>
                    <a:pt x="366788" y="366890"/>
                  </a:lnTo>
                  <a:lnTo>
                    <a:pt x="384911" y="355574"/>
                  </a:lnTo>
                  <a:lnTo>
                    <a:pt x="400456" y="336550"/>
                  </a:lnTo>
                  <a:lnTo>
                    <a:pt x="413296" y="309664"/>
                  </a:lnTo>
                  <a:lnTo>
                    <a:pt x="503301" y="82397"/>
                  </a:lnTo>
                  <a:close/>
                </a:path>
                <a:path w="1014730" h="370839">
                  <a:moveTo>
                    <a:pt x="695426" y="208978"/>
                  </a:moveTo>
                  <a:lnTo>
                    <a:pt x="682091" y="170230"/>
                  </a:lnTo>
                  <a:lnTo>
                    <a:pt x="649706" y="141833"/>
                  </a:lnTo>
                  <a:lnTo>
                    <a:pt x="635990" y="134785"/>
                  </a:lnTo>
                  <a:lnTo>
                    <a:pt x="629132" y="130898"/>
                  </a:lnTo>
                  <a:lnTo>
                    <a:pt x="622274" y="126593"/>
                  </a:lnTo>
                  <a:lnTo>
                    <a:pt x="602335" y="116954"/>
                  </a:lnTo>
                  <a:lnTo>
                    <a:pt x="596366" y="114401"/>
                  </a:lnTo>
                  <a:lnTo>
                    <a:pt x="588746" y="109829"/>
                  </a:lnTo>
                  <a:lnTo>
                    <a:pt x="582650" y="106781"/>
                  </a:lnTo>
                  <a:lnTo>
                    <a:pt x="568833" y="93065"/>
                  </a:lnTo>
                  <a:lnTo>
                    <a:pt x="565785" y="88493"/>
                  </a:lnTo>
                  <a:lnTo>
                    <a:pt x="562737" y="76301"/>
                  </a:lnTo>
                  <a:lnTo>
                    <a:pt x="562737" y="62484"/>
                  </a:lnTo>
                  <a:lnTo>
                    <a:pt x="593318" y="32004"/>
                  </a:lnTo>
                  <a:lnTo>
                    <a:pt x="607034" y="28956"/>
                  </a:lnTo>
                  <a:lnTo>
                    <a:pt x="620750" y="28956"/>
                  </a:lnTo>
                  <a:lnTo>
                    <a:pt x="639076" y="29870"/>
                  </a:lnTo>
                  <a:lnTo>
                    <a:pt x="655421" y="32766"/>
                  </a:lnTo>
                  <a:lnTo>
                    <a:pt x="670039" y="37960"/>
                  </a:lnTo>
                  <a:lnTo>
                    <a:pt x="683234" y="45720"/>
                  </a:lnTo>
                  <a:lnTo>
                    <a:pt x="683234" y="9144"/>
                  </a:lnTo>
                  <a:lnTo>
                    <a:pt x="672655" y="5143"/>
                  </a:lnTo>
                  <a:lnTo>
                    <a:pt x="659231" y="2286"/>
                  </a:lnTo>
                  <a:lnTo>
                    <a:pt x="642937" y="571"/>
                  </a:lnTo>
                  <a:lnTo>
                    <a:pt x="623798" y="0"/>
                  </a:lnTo>
                  <a:lnTo>
                    <a:pt x="615530" y="292"/>
                  </a:lnTo>
                  <a:lnTo>
                    <a:pt x="572884" y="8953"/>
                  </a:lnTo>
                  <a:lnTo>
                    <a:pt x="541667" y="33058"/>
                  </a:lnTo>
                  <a:lnTo>
                    <a:pt x="529209" y="73253"/>
                  </a:lnTo>
                  <a:lnTo>
                    <a:pt x="529501" y="80086"/>
                  </a:lnTo>
                  <a:lnTo>
                    <a:pt x="544715" y="115658"/>
                  </a:lnTo>
                  <a:lnTo>
                    <a:pt x="570357" y="135737"/>
                  </a:lnTo>
                  <a:lnTo>
                    <a:pt x="576389" y="140042"/>
                  </a:lnTo>
                  <a:lnTo>
                    <a:pt x="582828" y="143929"/>
                  </a:lnTo>
                  <a:lnTo>
                    <a:pt x="589521" y="147523"/>
                  </a:lnTo>
                  <a:lnTo>
                    <a:pt x="616292" y="161264"/>
                  </a:lnTo>
                  <a:lnTo>
                    <a:pt x="622274" y="164693"/>
                  </a:lnTo>
                  <a:lnTo>
                    <a:pt x="629894" y="167741"/>
                  </a:lnTo>
                  <a:lnTo>
                    <a:pt x="637514" y="172313"/>
                  </a:lnTo>
                  <a:lnTo>
                    <a:pt x="642086" y="176974"/>
                  </a:lnTo>
                  <a:lnTo>
                    <a:pt x="648182" y="181546"/>
                  </a:lnTo>
                  <a:lnTo>
                    <a:pt x="652754" y="186118"/>
                  </a:lnTo>
                  <a:lnTo>
                    <a:pt x="658850" y="198310"/>
                  </a:lnTo>
                  <a:lnTo>
                    <a:pt x="660374" y="204406"/>
                  </a:lnTo>
                  <a:lnTo>
                    <a:pt x="660374" y="212026"/>
                  </a:lnTo>
                  <a:lnTo>
                    <a:pt x="638670" y="247637"/>
                  </a:lnTo>
                  <a:lnTo>
                    <a:pt x="602462" y="254698"/>
                  </a:lnTo>
                  <a:lnTo>
                    <a:pt x="596366" y="254698"/>
                  </a:lnTo>
                  <a:lnTo>
                    <a:pt x="584174" y="251650"/>
                  </a:lnTo>
                  <a:lnTo>
                    <a:pt x="576453" y="251650"/>
                  </a:lnTo>
                  <a:lnTo>
                    <a:pt x="570357" y="250126"/>
                  </a:lnTo>
                  <a:lnTo>
                    <a:pt x="562737" y="247078"/>
                  </a:lnTo>
                  <a:lnTo>
                    <a:pt x="556641" y="245554"/>
                  </a:lnTo>
                  <a:lnTo>
                    <a:pt x="532257" y="233362"/>
                  </a:lnTo>
                  <a:lnTo>
                    <a:pt x="529209" y="228790"/>
                  </a:lnTo>
                  <a:lnTo>
                    <a:pt x="529209" y="266890"/>
                  </a:lnTo>
                  <a:lnTo>
                    <a:pt x="532257" y="269938"/>
                  </a:lnTo>
                  <a:lnTo>
                    <a:pt x="536829" y="271462"/>
                  </a:lnTo>
                  <a:lnTo>
                    <a:pt x="542925" y="272986"/>
                  </a:lnTo>
                  <a:lnTo>
                    <a:pt x="549021" y="276034"/>
                  </a:lnTo>
                  <a:lnTo>
                    <a:pt x="561213" y="279184"/>
                  </a:lnTo>
                  <a:lnTo>
                    <a:pt x="568833" y="280708"/>
                  </a:lnTo>
                  <a:lnTo>
                    <a:pt x="574929" y="280708"/>
                  </a:lnTo>
                  <a:lnTo>
                    <a:pt x="581126" y="282232"/>
                  </a:lnTo>
                  <a:lnTo>
                    <a:pt x="625322" y="280949"/>
                  </a:lnTo>
                  <a:lnTo>
                    <a:pt x="664946" y="266890"/>
                  </a:lnTo>
                  <a:lnTo>
                    <a:pt x="690283" y="235991"/>
                  </a:lnTo>
                  <a:lnTo>
                    <a:pt x="694855" y="218744"/>
                  </a:lnTo>
                  <a:lnTo>
                    <a:pt x="695426" y="208978"/>
                  </a:lnTo>
                  <a:close/>
                </a:path>
                <a:path w="1014730" h="370839">
                  <a:moveTo>
                    <a:pt x="1014222" y="315760"/>
                  </a:moveTo>
                  <a:lnTo>
                    <a:pt x="959497" y="276034"/>
                  </a:lnTo>
                  <a:lnTo>
                    <a:pt x="936409" y="259270"/>
                  </a:lnTo>
                  <a:lnTo>
                    <a:pt x="944029" y="254698"/>
                  </a:lnTo>
                  <a:lnTo>
                    <a:pt x="950125" y="250126"/>
                  </a:lnTo>
                  <a:lnTo>
                    <a:pt x="954697" y="244030"/>
                  </a:lnTo>
                  <a:lnTo>
                    <a:pt x="970699" y="222872"/>
                  </a:lnTo>
                  <a:lnTo>
                    <a:pt x="982129" y="198120"/>
                  </a:lnTo>
                  <a:lnTo>
                    <a:pt x="988987" y="169633"/>
                  </a:lnTo>
                  <a:lnTo>
                    <a:pt x="991273" y="137261"/>
                  </a:lnTo>
                  <a:lnTo>
                    <a:pt x="988999" y="107835"/>
                  </a:lnTo>
                  <a:lnTo>
                    <a:pt x="982319" y="81394"/>
                  </a:lnTo>
                  <a:lnTo>
                    <a:pt x="971334" y="58102"/>
                  </a:lnTo>
                  <a:lnTo>
                    <a:pt x="956221" y="38100"/>
                  </a:lnTo>
                  <a:lnTo>
                    <a:pt x="956221" y="141833"/>
                  </a:lnTo>
                  <a:lnTo>
                    <a:pt x="954735" y="166751"/>
                  </a:lnTo>
                  <a:lnTo>
                    <a:pt x="942073" y="207937"/>
                  </a:lnTo>
                  <a:lnTo>
                    <a:pt x="916355" y="237350"/>
                  </a:lnTo>
                  <a:lnTo>
                    <a:pt x="881011" y="252730"/>
                  </a:lnTo>
                  <a:lnTo>
                    <a:pt x="860209" y="254698"/>
                  </a:lnTo>
                  <a:lnTo>
                    <a:pt x="839571" y="252704"/>
                  </a:lnTo>
                  <a:lnTo>
                    <a:pt x="791527" y="222694"/>
                  </a:lnTo>
                  <a:lnTo>
                    <a:pt x="771715" y="187452"/>
                  </a:lnTo>
                  <a:lnTo>
                    <a:pt x="765619" y="141833"/>
                  </a:lnTo>
                  <a:lnTo>
                    <a:pt x="767308" y="117830"/>
                  </a:lnTo>
                  <a:lnTo>
                    <a:pt x="780402" y="76644"/>
                  </a:lnTo>
                  <a:lnTo>
                    <a:pt x="806119" y="45681"/>
                  </a:lnTo>
                  <a:lnTo>
                    <a:pt x="861733" y="28956"/>
                  </a:lnTo>
                  <a:lnTo>
                    <a:pt x="883183" y="30695"/>
                  </a:lnTo>
                  <a:lnTo>
                    <a:pt x="931837" y="57912"/>
                  </a:lnTo>
                  <a:lnTo>
                    <a:pt x="950315" y="93624"/>
                  </a:lnTo>
                  <a:lnTo>
                    <a:pt x="956221" y="141833"/>
                  </a:lnTo>
                  <a:lnTo>
                    <a:pt x="956221" y="38100"/>
                  </a:lnTo>
                  <a:lnTo>
                    <a:pt x="945692" y="28956"/>
                  </a:lnTo>
                  <a:lnTo>
                    <a:pt x="936790" y="21221"/>
                  </a:lnTo>
                  <a:lnTo>
                    <a:pt x="915073" y="9334"/>
                  </a:lnTo>
                  <a:lnTo>
                    <a:pt x="891070" y="2311"/>
                  </a:lnTo>
                  <a:lnTo>
                    <a:pt x="864781" y="0"/>
                  </a:lnTo>
                  <a:lnTo>
                    <a:pt x="835545" y="2311"/>
                  </a:lnTo>
                  <a:lnTo>
                    <a:pt x="786879" y="21221"/>
                  </a:lnTo>
                  <a:lnTo>
                    <a:pt x="751382" y="60147"/>
                  </a:lnTo>
                  <a:lnTo>
                    <a:pt x="734136" y="113411"/>
                  </a:lnTo>
                  <a:lnTo>
                    <a:pt x="732091" y="144881"/>
                  </a:lnTo>
                  <a:lnTo>
                    <a:pt x="734110" y="174129"/>
                  </a:lnTo>
                  <a:lnTo>
                    <a:pt x="750735" y="223418"/>
                  </a:lnTo>
                  <a:lnTo>
                    <a:pt x="785101" y="260934"/>
                  </a:lnTo>
                  <a:lnTo>
                    <a:pt x="832091" y="279908"/>
                  </a:lnTo>
                  <a:lnTo>
                    <a:pt x="860209" y="282232"/>
                  </a:lnTo>
                  <a:lnTo>
                    <a:pt x="871613" y="281927"/>
                  </a:lnTo>
                  <a:lnTo>
                    <a:pt x="882878" y="280885"/>
                  </a:lnTo>
                  <a:lnTo>
                    <a:pt x="893851" y="278980"/>
                  </a:lnTo>
                  <a:lnTo>
                    <a:pt x="904405" y="276034"/>
                  </a:lnTo>
                  <a:lnTo>
                    <a:pt x="956221" y="315760"/>
                  </a:lnTo>
                  <a:lnTo>
                    <a:pt x="1014222" y="31576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70396" y="5993129"/>
              <a:ext cx="208883" cy="325088"/>
            </a:xfrm>
            <a:prstGeom prst="rect">
              <a:avLst/>
            </a:prstGeom>
          </p:spPr>
        </p:pic>
      </p:grpSp>
      <p:sp>
        <p:nvSpPr>
          <p:cNvPr id="56" name="object 56" descr=""/>
          <p:cNvSpPr/>
          <p:nvPr/>
        </p:nvSpPr>
        <p:spPr>
          <a:xfrm>
            <a:off x="3547109" y="5993320"/>
            <a:ext cx="168275" cy="273050"/>
          </a:xfrm>
          <a:custGeom>
            <a:avLst/>
            <a:gdLst/>
            <a:ahLst/>
            <a:cxnLst/>
            <a:rect l="l" t="t" r="r" b="b"/>
            <a:pathLst>
              <a:path w="168275" h="273050">
                <a:moveTo>
                  <a:pt x="32004" y="272986"/>
                </a:moveTo>
                <a:lnTo>
                  <a:pt x="0" y="272986"/>
                </a:lnTo>
                <a:lnTo>
                  <a:pt x="0" y="0"/>
                </a:lnTo>
                <a:lnTo>
                  <a:pt x="74676" y="0"/>
                </a:lnTo>
                <a:lnTo>
                  <a:pt x="95264" y="1190"/>
                </a:lnTo>
                <a:lnTo>
                  <a:pt x="113585" y="4953"/>
                </a:lnTo>
                <a:lnTo>
                  <a:pt x="129620" y="11572"/>
                </a:lnTo>
                <a:lnTo>
                  <a:pt x="143351" y="21336"/>
                </a:lnTo>
                <a:lnTo>
                  <a:pt x="150176" y="28956"/>
                </a:lnTo>
                <a:lnTo>
                  <a:pt x="32004" y="28956"/>
                </a:lnTo>
                <a:lnTo>
                  <a:pt x="32004" y="140303"/>
                </a:lnTo>
                <a:lnTo>
                  <a:pt x="144388" y="140303"/>
                </a:lnTo>
                <a:lnTo>
                  <a:pt x="140303" y="144875"/>
                </a:lnTo>
                <a:lnTo>
                  <a:pt x="125389" y="155757"/>
                </a:lnTo>
                <a:lnTo>
                  <a:pt x="108215" y="163353"/>
                </a:lnTo>
                <a:lnTo>
                  <a:pt x="88774" y="167806"/>
                </a:lnTo>
                <a:lnTo>
                  <a:pt x="67056" y="169259"/>
                </a:lnTo>
                <a:lnTo>
                  <a:pt x="32004" y="169259"/>
                </a:lnTo>
                <a:lnTo>
                  <a:pt x="32004" y="272986"/>
                </a:lnTo>
                <a:close/>
              </a:path>
              <a:path w="168275" h="273050">
                <a:moveTo>
                  <a:pt x="144388" y="140303"/>
                </a:moveTo>
                <a:lnTo>
                  <a:pt x="65532" y="140303"/>
                </a:lnTo>
                <a:lnTo>
                  <a:pt x="80676" y="139422"/>
                </a:lnTo>
                <a:lnTo>
                  <a:pt x="94107" y="136683"/>
                </a:lnTo>
                <a:lnTo>
                  <a:pt x="128861" y="107156"/>
                </a:lnTo>
                <a:lnTo>
                  <a:pt x="132683" y="82391"/>
                </a:lnTo>
                <a:lnTo>
                  <a:pt x="128667" y="59214"/>
                </a:lnTo>
                <a:lnTo>
                  <a:pt x="116633" y="42493"/>
                </a:lnTo>
                <a:lnTo>
                  <a:pt x="96598" y="32362"/>
                </a:lnTo>
                <a:lnTo>
                  <a:pt x="68580" y="28956"/>
                </a:lnTo>
                <a:lnTo>
                  <a:pt x="150176" y="28956"/>
                </a:lnTo>
                <a:lnTo>
                  <a:pt x="153590" y="32767"/>
                </a:lnTo>
                <a:lnTo>
                  <a:pt x="161258" y="46493"/>
                </a:lnTo>
                <a:lnTo>
                  <a:pt x="166068" y="62524"/>
                </a:lnTo>
                <a:lnTo>
                  <a:pt x="167735" y="80867"/>
                </a:lnTo>
                <a:lnTo>
                  <a:pt x="166020" y="99441"/>
                </a:lnTo>
                <a:lnTo>
                  <a:pt x="160877" y="116300"/>
                </a:lnTo>
                <a:lnTo>
                  <a:pt x="152304" y="131445"/>
                </a:lnTo>
                <a:lnTo>
                  <a:pt x="144388" y="1403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3765137" y="5993257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03" y="0"/>
                </a:lnTo>
                <a:lnTo>
                  <a:pt x="32003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3765131" y="5993257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37" y="0"/>
                </a:lnTo>
                <a:lnTo>
                  <a:pt x="173837" y="120650"/>
                </a:lnTo>
                <a:lnTo>
                  <a:pt x="0" y="120650"/>
                </a:lnTo>
                <a:lnTo>
                  <a:pt x="0" y="14859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8590"/>
                </a:lnTo>
                <a:lnTo>
                  <a:pt x="173837" y="148590"/>
                </a:lnTo>
                <a:lnTo>
                  <a:pt x="173837" y="273050"/>
                </a:lnTo>
                <a:lnTo>
                  <a:pt x="205930" y="273050"/>
                </a:lnTo>
                <a:lnTo>
                  <a:pt x="205930" y="148590"/>
                </a:lnTo>
                <a:lnTo>
                  <a:pt x="205930" y="12065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042695" y="5993320"/>
            <a:ext cx="168275" cy="273050"/>
          </a:xfrm>
          <a:custGeom>
            <a:avLst/>
            <a:gdLst/>
            <a:ahLst/>
            <a:cxnLst/>
            <a:rect l="l" t="t" r="r" b="b"/>
            <a:pathLst>
              <a:path w="168275" h="273050">
                <a:moveTo>
                  <a:pt x="32004" y="272986"/>
                </a:moveTo>
                <a:lnTo>
                  <a:pt x="0" y="272986"/>
                </a:lnTo>
                <a:lnTo>
                  <a:pt x="0" y="0"/>
                </a:lnTo>
                <a:lnTo>
                  <a:pt x="74676" y="0"/>
                </a:lnTo>
                <a:lnTo>
                  <a:pt x="95264" y="1190"/>
                </a:lnTo>
                <a:lnTo>
                  <a:pt x="113585" y="4953"/>
                </a:lnTo>
                <a:lnTo>
                  <a:pt x="129620" y="11572"/>
                </a:lnTo>
                <a:lnTo>
                  <a:pt x="143351" y="21336"/>
                </a:lnTo>
                <a:lnTo>
                  <a:pt x="150176" y="28956"/>
                </a:lnTo>
                <a:lnTo>
                  <a:pt x="32004" y="28956"/>
                </a:lnTo>
                <a:lnTo>
                  <a:pt x="32004" y="140303"/>
                </a:lnTo>
                <a:lnTo>
                  <a:pt x="144388" y="140303"/>
                </a:lnTo>
                <a:lnTo>
                  <a:pt x="140303" y="144875"/>
                </a:lnTo>
                <a:lnTo>
                  <a:pt x="125389" y="155757"/>
                </a:lnTo>
                <a:lnTo>
                  <a:pt x="108215" y="163353"/>
                </a:lnTo>
                <a:lnTo>
                  <a:pt x="88774" y="167806"/>
                </a:lnTo>
                <a:lnTo>
                  <a:pt x="67056" y="169259"/>
                </a:lnTo>
                <a:lnTo>
                  <a:pt x="32004" y="169259"/>
                </a:lnTo>
                <a:lnTo>
                  <a:pt x="32004" y="272986"/>
                </a:lnTo>
                <a:close/>
              </a:path>
              <a:path w="168275" h="273050">
                <a:moveTo>
                  <a:pt x="144388" y="140303"/>
                </a:moveTo>
                <a:lnTo>
                  <a:pt x="65532" y="140303"/>
                </a:lnTo>
                <a:lnTo>
                  <a:pt x="80676" y="139422"/>
                </a:lnTo>
                <a:lnTo>
                  <a:pt x="94107" y="136683"/>
                </a:lnTo>
                <a:lnTo>
                  <a:pt x="128861" y="107156"/>
                </a:lnTo>
                <a:lnTo>
                  <a:pt x="132683" y="82391"/>
                </a:lnTo>
                <a:lnTo>
                  <a:pt x="128667" y="59214"/>
                </a:lnTo>
                <a:lnTo>
                  <a:pt x="116633" y="42493"/>
                </a:lnTo>
                <a:lnTo>
                  <a:pt x="96598" y="32362"/>
                </a:lnTo>
                <a:lnTo>
                  <a:pt x="68580" y="28956"/>
                </a:lnTo>
                <a:lnTo>
                  <a:pt x="150176" y="28956"/>
                </a:lnTo>
                <a:lnTo>
                  <a:pt x="153590" y="32767"/>
                </a:lnTo>
                <a:lnTo>
                  <a:pt x="161258" y="46493"/>
                </a:lnTo>
                <a:lnTo>
                  <a:pt x="166068" y="62524"/>
                </a:lnTo>
                <a:lnTo>
                  <a:pt x="167735" y="80867"/>
                </a:lnTo>
                <a:lnTo>
                  <a:pt x="166020" y="99441"/>
                </a:lnTo>
                <a:lnTo>
                  <a:pt x="160877" y="116300"/>
                </a:lnTo>
                <a:lnTo>
                  <a:pt x="152304" y="131445"/>
                </a:lnTo>
                <a:lnTo>
                  <a:pt x="144388" y="1403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4359872" y="5993320"/>
            <a:ext cx="659130" cy="335915"/>
          </a:xfrm>
          <a:custGeom>
            <a:avLst/>
            <a:gdLst/>
            <a:ahLst/>
            <a:cxnLst/>
            <a:rect l="l" t="t" r="r" b="b"/>
            <a:pathLst>
              <a:path w="659129" h="335914">
                <a:moveTo>
                  <a:pt x="86969" y="0"/>
                </a:moveTo>
                <a:lnTo>
                  <a:pt x="59537" y="0"/>
                </a:lnTo>
                <a:lnTo>
                  <a:pt x="33515" y="36309"/>
                </a:lnTo>
                <a:lnTo>
                  <a:pt x="14909" y="76631"/>
                </a:lnTo>
                <a:lnTo>
                  <a:pt x="3733" y="120954"/>
                </a:lnTo>
                <a:lnTo>
                  <a:pt x="0" y="169265"/>
                </a:lnTo>
                <a:lnTo>
                  <a:pt x="3733" y="216725"/>
                </a:lnTo>
                <a:lnTo>
                  <a:pt x="14909" y="260451"/>
                </a:lnTo>
                <a:lnTo>
                  <a:pt x="33515" y="300164"/>
                </a:lnTo>
                <a:lnTo>
                  <a:pt x="59537" y="335572"/>
                </a:lnTo>
                <a:lnTo>
                  <a:pt x="86969" y="335572"/>
                </a:lnTo>
                <a:lnTo>
                  <a:pt x="60960" y="298450"/>
                </a:lnTo>
                <a:lnTo>
                  <a:pt x="42392" y="258165"/>
                </a:lnTo>
                <a:lnTo>
                  <a:pt x="31242" y="215011"/>
                </a:lnTo>
                <a:lnTo>
                  <a:pt x="27533" y="169265"/>
                </a:lnTo>
                <a:lnTo>
                  <a:pt x="31242" y="121818"/>
                </a:lnTo>
                <a:lnTo>
                  <a:pt x="42392" y="77774"/>
                </a:lnTo>
                <a:lnTo>
                  <a:pt x="60960" y="37172"/>
                </a:lnTo>
                <a:lnTo>
                  <a:pt x="86969" y="0"/>
                </a:lnTo>
                <a:close/>
              </a:path>
              <a:path w="659129" h="335914">
                <a:moveTo>
                  <a:pt x="338620" y="272986"/>
                </a:moveTo>
                <a:lnTo>
                  <a:pt x="309232" y="196786"/>
                </a:lnTo>
                <a:lnTo>
                  <a:pt x="298030" y="167741"/>
                </a:lnTo>
                <a:lnTo>
                  <a:pt x="263931" y="79286"/>
                </a:lnTo>
                <a:lnTo>
                  <a:pt x="263931" y="167741"/>
                </a:lnTo>
                <a:lnTo>
                  <a:pt x="169354" y="167741"/>
                </a:lnTo>
                <a:lnTo>
                  <a:pt x="212026" y="51816"/>
                </a:lnTo>
                <a:lnTo>
                  <a:pt x="213550" y="47244"/>
                </a:lnTo>
                <a:lnTo>
                  <a:pt x="215074" y="41148"/>
                </a:lnTo>
                <a:lnTo>
                  <a:pt x="216598" y="32004"/>
                </a:lnTo>
                <a:lnTo>
                  <a:pt x="218122" y="41148"/>
                </a:lnTo>
                <a:lnTo>
                  <a:pt x="219646" y="47244"/>
                </a:lnTo>
                <a:lnTo>
                  <a:pt x="221170" y="51816"/>
                </a:lnTo>
                <a:lnTo>
                  <a:pt x="263931" y="167741"/>
                </a:lnTo>
                <a:lnTo>
                  <a:pt x="263931" y="79286"/>
                </a:lnTo>
                <a:lnTo>
                  <a:pt x="245706" y="32004"/>
                </a:lnTo>
                <a:lnTo>
                  <a:pt x="233362" y="0"/>
                </a:lnTo>
                <a:lnTo>
                  <a:pt x="199834" y="0"/>
                </a:lnTo>
                <a:lnTo>
                  <a:pt x="94576" y="272986"/>
                </a:lnTo>
                <a:lnTo>
                  <a:pt x="131254" y="272986"/>
                </a:lnTo>
                <a:lnTo>
                  <a:pt x="158686" y="196786"/>
                </a:lnTo>
                <a:lnTo>
                  <a:pt x="274599" y="196786"/>
                </a:lnTo>
                <a:lnTo>
                  <a:pt x="303555" y="272986"/>
                </a:lnTo>
                <a:lnTo>
                  <a:pt x="338620" y="272986"/>
                </a:lnTo>
                <a:close/>
              </a:path>
              <a:path w="659129" h="335914">
                <a:moveTo>
                  <a:pt x="658837" y="0"/>
                </a:moveTo>
                <a:lnTo>
                  <a:pt x="619213" y="0"/>
                </a:lnTo>
                <a:lnTo>
                  <a:pt x="529704" y="196367"/>
                </a:lnTo>
                <a:lnTo>
                  <a:pt x="526732" y="204025"/>
                </a:lnTo>
                <a:lnTo>
                  <a:pt x="523468" y="213410"/>
                </a:lnTo>
                <a:lnTo>
                  <a:pt x="520065" y="224218"/>
                </a:lnTo>
                <a:lnTo>
                  <a:pt x="518541" y="224218"/>
                </a:lnTo>
                <a:lnTo>
                  <a:pt x="516851" y="217919"/>
                </a:lnTo>
                <a:lnTo>
                  <a:pt x="514159" y="210312"/>
                </a:lnTo>
                <a:lnTo>
                  <a:pt x="506349" y="190690"/>
                </a:lnTo>
                <a:lnTo>
                  <a:pt x="422427" y="0"/>
                </a:lnTo>
                <a:lnTo>
                  <a:pt x="379755" y="0"/>
                </a:lnTo>
                <a:lnTo>
                  <a:pt x="379755" y="272986"/>
                </a:lnTo>
                <a:lnTo>
                  <a:pt x="410235" y="272986"/>
                </a:lnTo>
                <a:lnTo>
                  <a:pt x="410235" y="90017"/>
                </a:lnTo>
                <a:lnTo>
                  <a:pt x="410044" y="58115"/>
                </a:lnTo>
                <a:lnTo>
                  <a:pt x="409600" y="45986"/>
                </a:lnTo>
                <a:lnTo>
                  <a:pt x="408711" y="36576"/>
                </a:lnTo>
                <a:lnTo>
                  <a:pt x="410235" y="36576"/>
                </a:lnTo>
                <a:lnTo>
                  <a:pt x="414045" y="52578"/>
                </a:lnTo>
                <a:lnTo>
                  <a:pt x="415810" y="58864"/>
                </a:lnTo>
                <a:lnTo>
                  <a:pt x="417855" y="64008"/>
                </a:lnTo>
                <a:lnTo>
                  <a:pt x="510921" y="272986"/>
                </a:lnTo>
                <a:lnTo>
                  <a:pt x="527685" y="272986"/>
                </a:lnTo>
                <a:lnTo>
                  <a:pt x="620737" y="62484"/>
                </a:lnTo>
                <a:lnTo>
                  <a:pt x="622795" y="58229"/>
                </a:lnTo>
                <a:lnTo>
                  <a:pt x="624547" y="52387"/>
                </a:lnTo>
                <a:lnTo>
                  <a:pt x="628357" y="36576"/>
                </a:lnTo>
                <a:lnTo>
                  <a:pt x="629881" y="36576"/>
                </a:lnTo>
                <a:lnTo>
                  <a:pt x="627786" y="65582"/>
                </a:lnTo>
                <a:lnTo>
                  <a:pt x="627100" y="78244"/>
                </a:lnTo>
                <a:lnTo>
                  <a:pt x="626833" y="90017"/>
                </a:lnTo>
                <a:lnTo>
                  <a:pt x="626833" y="272986"/>
                </a:lnTo>
                <a:lnTo>
                  <a:pt x="658837" y="272986"/>
                </a:lnTo>
                <a:lnTo>
                  <a:pt x="658837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5090439" y="5993320"/>
            <a:ext cx="276225" cy="335915"/>
          </a:xfrm>
          <a:custGeom>
            <a:avLst/>
            <a:gdLst/>
            <a:ahLst/>
            <a:cxnLst/>
            <a:rect l="l" t="t" r="r" b="b"/>
            <a:pathLst>
              <a:path w="276225" h="335914">
                <a:moveTo>
                  <a:pt x="167741" y="80873"/>
                </a:moveTo>
                <a:lnTo>
                  <a:pt x="154228" y="32778"/>
                </a:lnTo>
                <a:lnTo>
                  <a:pt x="134213" y="14401"/>
                </a:lnTo>
                <a:lnTo>
                  <a:pt x="134213" y="82397"/>
                </a:lnTo>
                <a:lnTo>
                  <a:pt x="133083" y="95491"/>
                </a:lnTo>
                <a:lnTo>
                  <a:pt x="107365" y="131953"/>
                </a:lnTo>
                <a:lnTo>
                  <a:pt x="65532" y="140309"/>
                </a:lnTo>
                <a:lnTo>
                  <a:pt x="32004" y="140309"/>
                </a:lnTo>
                <a:lnTo>
                  <a:pt x="32004" y="28956"/>
                </a:lnTo>
                <a:lnTo>
                  <a:pt x="70104" y="28956"/>
                </a:lnTo>
                <a:lnTo>
                  <a:pt x="98158" y="32372"/>
                </a:lnTo>
                <a:lnTo>
                  <a:pt x="118198" y="42494"/>
                </a:lnTo>
                <a:lnTo>
                  <a:pt x="130200" y="59220"/>
                </a:lnTo>
                <a:lnTo>
                  <a:pt x="134213" y="82397"/>
                </a:lnTo>
                <a:lnTo>
                  <a:pt x="134213" y="14401"/>
                </a:lnTo>
                <a:lnTo>
                  <a:pt x="130505" y="11582"/>
                </a:lnTo>
                <a:lnTo>
                  <a:pt x="114922" y="4953"/>
                </a:lnTo>
                <a:lnTo>
                  <a:pt x="96761" y="1193"/>
                </a:lnTo>
                <a:lnTo>
                  <a:pt x="76200" y="0"/>
                </a:lnTo>
                <a:lnTo>
                  <a:pt x="0" y="0"/>
                </a:lnTo>
                <a:lnTo>
                  <a:pt x="0" y="272999"/>
                </a:lnTo>
                <a:lnTo>
                  <a:pt x="32004" y="272999"/>
                </a:lnTo>
                <a:lnTo>
                  <a:pt x="32004" y="169265"/>
                </a:lnTo>
                <a:lnTo>
                  <a:pt x="68580" y="169265"/>
                </a:lnTo>
                <a:lnTo>
                  <a:pt x="109778" y="163360"/>
                </a:lnTo>
                <a:lnTo>
                  <a:pt x="145618" y="140309"/>
                </a:lnTo>
                <a:lnTo>
                  <a:pt x="166039" y="99441"/>
                </a:lnTo>
                <a:lnTo>
                  <a:pt x="167741" y="80873"/>
                </a:lnTo>
                <a:close/>
              </a:path>
              <a:path w="276225" h="335914">
                <a:moveTo>
                  <a:pt x="276034" y="169265"/>
                </a:moveTo>
                <a:lnTo>
                  <a:pt x="272313" y="120954"/>
                </a:lnTo>
                <a:lnTo>
                  <a:pt x="261162" y="76631"/>
                </a:lnTo>
                <a:lnTo>
                  <a:pt x="242557" y="36309"/>
                </a:lnTo>
                <a:lnTo>
                  <a:pt x="216509" y="0"/>
                </a:lnTo>
                <a:lnTo>
                  <a:pt x="187553" y="0"/>
                </a:lnTo>
                <a:lnTo>
                  <a:pt x="214452" y="37172"/>
                </a:lnTo>
                <a:lnTo>
                  <a:pt x="233502" y="77774"/>
                </a:lnTo>
                <a:lnTo>
                  <a:pt x="244843" y="121818"/>
                </a:lnTo>
                <a:lnTo>
                  <a:pt x="248602" y="169265"/>
                </a:lnTo>
                <a:lnTo>
                  <a:pt x="244868" y="215011"/>
                </a:lnTo>
                <a:lnTo>
                  <a:pt x="233692" y="258165"/>
                </a:lnTo>
                <a:lnTo>
                  <a:pt x="215087" y="298450"/>
                </a:lnTo>
                <a:lnTo>
                  <a:pt x="189077" y="335572"/>
                </a:lnTo>
                <a:lnTo>
                  <a:pt x="216509" y="335572"/>
                </a:lnTo>
                <a:lnTo>
                  <a:pt x="242557" y="300164"/>
                </a:lnTo>
                <a:lnTo>
                  <a:pt x="261162" y="260451"/>
                </a:lnTo>
                <a:lnTo>
                  <a:pt x="272313" y="216725"/>
                </a:lnTo>
                <a:lnTo>
                  <a:pt x="276034" y="1692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5511343" y="5936843"/>
            <a:ext cx="2338070" cy="384810"/>
          </a:xfrm>
          <a:custGeom>
            <a:avLst/>
            <a:gdLst/>
            <a:ahLst/>
            <a:cxnLst/>
            <a:rect l="l" t="t" r="r" b="b"/>
            <a:pathLst>
              <a:path w="2338070" h="384810">
                <a:moveTo>
                  <a:pt x="132689" y="25996"/>
                </a:moveTo>
                <a:lnTo>
                  <a:pt x="105257" y="25996"/>
                </a:lnTo>
                <a:lnTo>
                  <a:pt x="105257" y="51917"/>
                </a:lnTo>
                <a:lnTo>
                  <a:pt x="105257" y="125158"/>
                </a:lnTo>
                <a:lnTo>
                  <a:pt x="105257" y="148018"/>
                </a:lnTo>
                <a:lnTo>
                  <a:pt x="105257" y="222694"/>
                </a:lnTo>
                <a:lnTo>
                  <a:pt x="51816" y="222694"/>
                </a:lnTo>
                <a:lnTo>
                  <a:pt x="51816" y="148018"/>
                </a:lnTo>
                <a:lnTo>
                  <a:pt x="105257" y="148018"/>
                </a:lnTo>
                <a:lnTo>
                  <a:pt x="105257" y="125158"/>
                </a:lnTo>
                <a:lnTo>
                  <a:pt x="51816" y="125158"/>
                </a:lnTo>
                <a:lnTo>
                  <a:pt x="51816" y="51917"/>
                </a:lnTo>
                <a:lnTo>
                  <a:pt x="105257" y="51917"/>
                </a:lnTo>
                <a:lnTo>
                  <a:pt x="105257" y="25996"/>
                </a:lnTo>
                <a:lnTo>
                  <a:pt x="24384" y="25996"/>
                </a:lnTo>
                <a:lnTo>
                  <a:pt x="24384" y="247180"/>
                </a:lnTo>
                <a:lnTo>
                  <a:pt x="22936" y="280860"/>
                </a:lnTo>
                <a:lnTo>
                  <a:pt x="18478" y="310845"/>
                </a:lnTo>
                <a:lnTo>
                  <a:pt x="10883" y="336842"/>
                </a:lnTo>
                <a:lnTo>
                  <a:pt x="0" y="358521"/>
                </a:lnTo>
                <a:lnTo>
                  <a:pt x="11049" y="369189"/>
                </a:lnTo>
                <a:lnTo>
                  <a:pt x="15862" y="374383"/>
                </a:lnTo>
                <a:lnTo>
                  <a:pt x="19812" y="379857"/>
                </a:lnTo>
                <a:lnTo>
                  <a:pt x="34671" y="354380"/>
                </a:lnTo>
                <a:lnTo>
                  <a:pt x="44958" y="323608"/>
                </a:lnTo>
                <a:lnTo>
                  <a:pt x="50673" y="287413"/>
                </a:lnTo>
                <a:lnTo>
                  <a:pt x="51816" y="245656"/>
                </a:lnTo>
                <a:lnTo>
                  <a:pt x="105257" y="245656"/>
                </a:lnTo>
                <a:lnTo>
                  <a:pt x="105257" y="344805"/>
                </a:lnTo>
                <a:lnTo>
                  <a:pt x="100584" y="349377"/>
                </a:lnTo>
                <a:lnTo>
                  <a:pt x="89916" y="349377"/>
                </a:lnTo>
                <a:lnTo>
                  <a:pt x="82753" y="349110"/>
                </a:lnTo>
                <a:lnTo>
                  <a:pt x="74866" y="348424"/>
                </a:lnTo>
                <a:lnTo>
                  <a:pt x="56388" y="346329"/>
                </a:lnTo>
                <a:lnTo>
                  <a:pt x="57442" y="353428"/>
                </a:lnTo>
                <a:lnTo>
                  <a:pt x="58674" y="361188"/>
                </a:lnTo>
                <a:lnTo>
                  <a:pt x="59817" y="367766"/>
                </a:lnTo>
                <a:lnTo>
                  <a:pt x="60960" y="373761"/>
                </a:lnTo>
                <a:lnTo>
                  <a:pt x="69253" y="374002"/>
                </a:lnTo>
                <a:lnTo>
                  <a:pt x="87541" y="375043"/>
                </a:lnTo>
                <a:lnTo>
                  <a:pt x="130429" y="353428"/>
                </a:lnTo>
                <a:lnTo>
                  <a:pt x="130987" y="349377"/>
                </a:lnTo>
                <a:lnTo>
                  <a:pt x="132689" y="337185"/>
                </a:lnTo>
                <a:lnTo>
                  <a:pt x="132689" y="51917"/>
                </a:lnTo>
                <a:lnTo>
                  <a:pt x="132689" y="25996"/>
                </a:lnTo>
                <a:close/>
              </a:path>
              <a:path w="2338070" h="384810">
                <a:moveTo>
                  <a:pt x="381292" y="352425"/>
                </a:moveTo>
                <a:lnTo>
                  <a:pt x="336054" y="331419"/>
                </a:lnTo>
                <a:lnTo>
                  <a:pt x="298907" y="303568"/>
                </a:lnTo>
                <a:lnTo>
                  <a:pt x="314375" y="282232"/>
                </a:lnTo>
                <a:lnTo>
                  <a:pt x="317779" y="277533"/>
                </a:lnTo>
                <a:lnTo>
                  <a:pt x="333387" y="249643"/>
                </a:lnTo>
                <a:lnTo>
                  <a:pt x="345833" y="219722"/>
                </a:lnTo>
                <a:lnTo>
                  <a:pt x="354838" y="189166"/>
                </a:lnTo>
                <a:lnTo>
                  <a:pt x="355295" y="187642"/>
                </a:lnTo>
                <a:lnTo>
                  <a:pt x="355295" y="164782"/>
                </a:lnTo>
                <a:lnTo>
                  <a:pt x="324815" y="164782"/>
                </a:lnTo>
                <a:lnTo>
                  <a:pt x="324815" y="189166"/>
                </a:lnTo>
                <a:lnTo>
                  <a:pt x="316826" y="215493"/>
                </a:lnTo>
                <a:lnTo>
                  <a:pt x="306717" y="239699"/>
                </a:lnTo>
                <a:lnTo>
                  <a:pt x="294589" y="261899"/>
                </a:lnTo>
                <a:lnTo>
                  <a:pt x="280619" y="282232"/>
                </a:lnTo>
                <a:lnTo>
                  <a:pt x="266014" y="262547"/>
                </a:lnTo>
                <a:lnTo>
                  <a:pt x="254127" y="240271"/>
                </a:lnTo>
                <a:lnTo>
                  <a:pt x="244779" y="215709"/>
                </a:lnTo>
                <a:lnTo>
                  <a:pt x="237845" y="189166"/>
                </a:lnTo>
                <a:lnTo>
                  <a:pt x="324815" y="189166"/>
                </a:lnTo>
                <a:lnTo>
                  <a:pt x="324815" y="164782"/>
                </a:lnTo>
                <a:lnTo>
                  <a:pt x="193649" y="164782"/>
                </a:lnTo>
                <a:lnTo>
                  <a:pt x="193649" y="54965"/>
                </a:lnTo>
                <a:lnTo>
                  <a:pt x="324815" y="54965"/>
                </a:lnTo>
                <a:lnTo>
                  <a:pt x="323291" y="62585"/>
                </a:lnTo>
                <a:lnTo>
                  <a:pt x="323291" y="70205"/>
                </a:lnTo>
                <a:lnTo>
                  <a:pt x="321767" y="76301"/>
                </a:lnTo>
                <a:lnTo>
                  <a:pt x="318643" y="90271"/>
                </a:lnTo>
                <a:lnTo>
                  <a:pt x="311670" y="100114"/>
                </a:lnTo>
                <a:lnTo>
                  <a:pt x="300977" y="105651"/>
                </a:lnTo>
                <a:lnTo>
                  <a:pt x="286715" y="106781"/>
                </a:lnTo>
                <a:lnTo>
                  <a:pt x="274993" y="106514"/>
                </a:lnTo>
                <a:lnTo>
                  <a:pt x="262699" y="105829"/>
                </a:lnTo>
                <a:lnTo>
                  <a:pt x="236321" y="103733"/>
                </a:lnTo>
                <a:lnTo>
                  <a:pt x="237464" y="110832"/>
                </a:lnTo>
                <a:lnTo>
                  <a:pt x="269938" y="134112"/>
                </a:lnTo>
                <a:lnTo>
                  <a:pt x="289763" y="134302"/>
                </a:lnTo>
                <a:lnTo>
                  <a:pt x="314921" y="131457"/>
                </a:lnTo>
                <a:lnTo>
                  <a:pt x="345262" y="102285"/>
                </a:lnTo>
                <a:lnTo>
                  <a:pt x="350977" y="66535"/>
                </a:lnTo>
                <a:lnTo>
                  <a:pt x="351701" y="54965"/>
                </a:lnTo>
                <a:lnTo>
                  <a:pt x="353771" y="27520"/>
                </a:lnTo>
                <a:lnTo>
                  <a:pt x="164693" y="27520"/>
                </a:lnTo>
                <a:lnTo>
                  <a:pt x="164693" y="379857"/>
                </a:lnTo>
                <a:lnTo>
                  <a:pt x="193649" y="379857"/>
                </a:lnTo>
                <a:lnTo>
                  <a:pt x="193649" y="189166"/>
                </a:lnTo>
                <a:lnTo>
                  <a:pt x="211937" y="189166"/>
                </a:lnTo>
                <a:lnTo>
                  <a:pt x="219341" y="222110"/>
                </a:lnTo>
                <a:lnTo>
                  <a:pt x="230047" y="252310"/>
                </a:lnTo>
                <a:lnTo>
                  <a:pt x="243916" y="279920"/>
                </a:lnTo>
                <a:lnTo>
                  <a:pt x="260807" y="305092"/>
                </a:lnTo>
                <a:lnTo>
                  <a:pt x="246265" y="317601"/>
                </a:lnTo>
                <a:lnTo>
                  <a:pt x="230276" y="329704"/>
                </a:lnTo>
                <a:lnTo>
                  <a:pt x="213144" y="340956"/>
                </a:lnTo>
                <a:lnTo>
                  <a:pt x="195173" y="350901"/>
                </a:lnTo>
                <a:lnTo>
                  <a:pt x="198843" y="357517"/>
                </a:lnTo>
                <a:lnTo>
                  <a:pt x="206743" y="370192"/>
                </a:lnTo>
                <a:lnTo>
                  <a:pt x="210413" y="376809"/>
                </a:lnTo>
                <a:lnTo>
                  <a:pt x="229285" y="365074"/>
                </a:lnTo>
                <a:lnTo>
                  <a:pt x="247040" y="352602"/>
                </a:lnTo>
                <a:lnTo>
                  <a:pt x="263639" y="339267"/>
                </a:lnTo>
                <a:lnTo>
                  <a:pt x="279095" y="324904"/>
                </a:lnTo>
                <a:lnTo>
                  <a:pt x="296189" y="341236"/>
                </a:lnTo>
                <a:lnTo>
                  <a:pt x="315290" y="355841"/>
                </a:lnTo>
                <a:lnTo>
                  <a:pt x="336092" y="368706"/>
                </a:lnTo>
                <a:lnTo>
                  <a:pt x="358343" y="379857"/>
                </a:lnTo>
                <a:lnTo>
                  <a:pt x="363194" y="373862"/>
                </a:lnTo>
                <a:lnTo>
                  <a:pt x="368630" y="367284"/>
                </a:lnTo>
                <a:lnTo>
                  <a:pt x="374662" y="360146"/>
                </a:lnTo>
                <a:lnTo>
                  <a:pt x="381292" y="352425"/>
                </a:lnTo>
                <a:close/>
              </a:path>
              <a:path w="2338070" h="384810">
                <a:moveTo>
                  <a:pt x="715238" y="224218"/>
                </a:moveTo>
                <a:lnTo>
                  <a:pt x="561225" y="224218"/>
                </a:lnTo>
                <a:lnTo>
                  <a:pt x="562368" y="214795"/>
                </a:lnTo>
                <a:lnTo>
                  <a:pt x="563511" y="204787"/>
                </a:lnTo>
                <a:lnTo>
                  <a:pt x="564578" y="194881"/>
                </a:lnTo>
                <a:lnTo>
                  <a:pt x="565797" y="183070"/>
                </a:lnTo>
                <a:lnTo>
                  <a:pt x="535317" y="183070"/>
                </a:lnTo>
                <a:lnTo>
                  <a:pt x="534174" y="194221"/>
                </a:lnTo>
                <a:lnTo>
                  <a:pt x="533234" y="202882"/>
                </a:lnTo>
                <a:lnTo>
                  <a:pt x="531888" y="214795"/>
                </a:lnTo>
                <a:lnTo>
                  <a:pt x="530745" y="224218"/>
                </a:lnTo>
                <a:lnTo>
                  <a:pt x="419392" y="224218"/>
                </a:lnTo>
                <a:lnTo>
                  <a:pt x="419392" y="251752"/>
                </a:lnTo>
                <a:lnTo>
                  <a:pt x="526173" y="251752"/>
                </a:lnTo>
                <a:lnTo>
                  <a:pt x="510133" y="285165"/>
                </a:lnTo>
                <a:lnTo>
                  <a:pt x="482841" y="314464"/>
                </a:lnTo>
                <a:lnTo>
                  <a:pt x="444423" y="339483"/>
                </a:lnTo>
                <a:lnTo>
                  <a:pt x="395008" y="360045"/>
                </a:lnTo>
                <a:lnTo>
                  <a:pt x="400443" y="365975"/>
                </a:lnTo>
                <a:lnTo>
                  <a:pt x="405485" y="372237"/>
                </a:lnTo>
                <a:lnTo>
                  <a:pt x="410222" y="378472"/>
                </a:lnTo>
                <a:lnTo>
                  <a:pt x="414820" y="384429"/>
                </a:lnTo>
                <a:lnTo>
                  <a:pt x="469125" y="360692"/>
                </a:lnTo>
                <a:lnTo>
                  <a:pt x="510882" y="330657"/>
                </a:lnTo>
                <a:lnTo>
                  <a:pt x="540054" y="294335"/>
                </a:lnTo>
                <a:lnTo>
                  <a:pt x="556653" y="251752"/>
                </a:lnTo>
                <a:lnTo>
                  <a:pt x="684758" y="251752"/>
                </a:lnTo>
                <a:lnTo>
                  <a:pt x="680681" y="297827"/>
                </a:lnTo>
                <a:lnTo>
                  <a:pt x="668553" y="336981"/>
                </a:lnTo>
                <a:lnTo>
                  <a:pt x="643521" y="346329"/>
                </a:lnTo>
                <a:lnTo>
                  <a:pt x="627799" y="345186"/>
                </a:lnTo>
                <a:lnTo>
                  <a:pt x="570369" y="341757"/>
                </a:lnTo>
                <a:lnTo>
                  <a:pt x="572389" y="350405"/>
                </a:lnTo>
                <a:lnTo>
                  <a:pt x="573989" y="358330"/>
                </a:lnTo>
                <a:lnTo>
                  <a:pt x="575297" y="365975"/>
                </a:lnTo>
                <a:lnTo>
                  <a:pt x="576465" y="373761"/>
                </a:lnTo>
                <a:lnTo>
                  <a:pt x="597865" y="374637"/>
                </a:lnTo>
                <a:lnTo>
                  <a:pt x="616280" y="375094"/>
                </a:lnTo>
                <a:lnTo>
                  <a:pt x="643521" y="375285"/>
                </a:lnTo>
                <a:lnTo>
                  <a:pt x="669861" y="371208"/>
                </a:lnTo>
                <a:lnTo>
                  <a:pt x="700290" y="346329"/>
                </a:lnTo>
                <a:lnTo>
                  <a:pt x="709879" y="304038"/>
                </a:lnTo>
                <a:lnTo>
                  <a:pt x="713828" y="255993"/>
                </a:lnTo>
                <a:lnTo>
                  <a:pt x="715238" y="224218"/>
                </a:lnTo>
                <a:close/>
              </a:path>
              <a:path w="2338070" h="384810">
                <a:moveTo>
                  <a:pt x="773150" y="170878"/>
                </a:moveTo>
                <a:lnTo>
                  <a:pt x="730262" y="166573"/>
                </a:lnTo>
                <a:lnTo>
                  <a:pt x="690651" y="160401"/>
                </a:lnTo>
                <a:lnTo>
                  <a:pt x="676186" y="157162"/>
                </a:lnTo>
                <a:lnTo>
                  <a:pt x="654164" y="152234"/>
                </a:lnTo>
                <a:lnTo>
                  <a:pt x="620661" y="141922"/>
                </a:lnTo>
                <a:lnTo>
                  <a:pt x="646036" y="126682"/>
                </a:lnTo>
                <a:lnTo>
                  <a:pt x="649859" y="124383"/>
                </a:lnTo>
                <a:lnTo>
                  <a:pt x="675601" y="106019"/>
                </a:lnTo>
                <a:lnTo>
                  <a:pt x="697903" y="86537"/>
                </a:lnTo>
                <a:lnTo>
                  <a:pt x="716762" y="65633"/>
                </a:lnTo>
                <a:lnTo>
                  <a:pt x="716762" y="39725"/>
                </a:lnTo>
                <a:lnTo>
                  <a:pt x="677138" y="39725"/>
                </a:lnTo>
                <a:lnTo>
                  <a:pt x="677138" y="65633"/>
                </a:lnTo>
                <a:lnTo>
                  <a:pt x="657656" y="82219"/>
                </a:lnTo>
                <a:lnTo>
                  <a:pt x="635901" y="97828"/>
                </a:lnTo>
                <a:lnTo>
                  <a:pt x="611898" y="112598"/>
                </a:lnTo>
                <a:lnTo>
                  <a:pt x="585609" y="126682"/>
                </a:lnTo>
                <a:lnTo>
                  <a:pt x="561860" y="113461"/>
                </a:lnTo>
                <a:lnTo>
                  <a:pt x="540829" y="98971"/>
                </a:lnTo>
                <a:lnTo>
                  <a:pt x="522338" y="83083"/>
                </a:lnTo>
                <a:lnTo>
                  <a:pt x="517486" y="77825"/>
                </a:lnTo>
                <a:lnTo>
                  <a:pt x="506260" y="65633"/>
                </a:lnTo>
                <a:lnTo>
                  <a:pt x="677138" y="65633"/>
                </a:lnTo>
                <a:lnTo>
                  <a:pt x="677138" y="39725"/>
                </a:lnTo>
                <a:lnTo>
                  <a:pt x="510832" y="39725"/>
                </a:lnTo>
                <a:lnTo>
                  <a:pt x="524624" y="19100"/>
                </a:lnTo>
                <a:lnTo>
                  <a:pt x="529221" y="12192"/>
                </a:lnTo>
                <a:lnTo>
                  <a:pt x="500164" y="0"/>
                </a:lnTo>
                <a:lnTo>
                  <a:pt x="480733" y="32600"/>
                </a:lnTo>
                <a:lnTo>
                  <a:pt x="456730" y="63906"/>
                </a:lnTo>
                <a:lnTo>
                  <a:pt x="428155" y="93751"/>
                </a:lnTo>
                <a:lnTo>
                  <a:pt x="395008" y="122021"/>
                </a:lnTo>
                <a:lnTo>
                  <a:pt x="400481" y="126669"/>
                </a:lnTo>
                <a:lnTo>
                  <a:pt x="405676" y="131432"/>
                </a:lnTo>
                <a:lnTo>
                  <a:pt x="410870" y="136474"/>
                </a:lnTo>
                <a:lnTo>
                  <a:pt x="416344" y="141922"/>
                </a:lnTo>
                <a:lnTo>
                  <a:pt x="434086" y="126720"/>
                </a:lnTo>
                <a:lnTo>
                  <a:pt x="450824" y="110972"/>
                </a:lnTo>
                <a:lnTo>
                  <a:pt x="466712" y="94678"/>
                </a:lnTo>
                <a:lnTo>
                  <a:pt x="481876" y="77825"/>
                </a:lnTo>
                <a:lnTo>
                  <a:pt x="496493" y="95300"/>
                </a:lnTo>
                <a:lnTo>
                  <a:pt x="512978" y="111353"/>
                </a:lnTo>
                <a:lnTo>
                  <a:pt x="531456" y="126288"/>
                </a:lnTo>
                <a:lnTo>
                  <a:pt x="552081" y="140398"/>
                </a:lnTo>
                <a:lnTo>
                  <a:pt x="515137" y="153263"/>
                </a:lnTo>
                <a:lnTo>
                  <a:pt x="475221" y="164401"/>
                </a:lnTo>
                <a:lnTo>
                  <a:pt x="432181" y="173837"/>
                </a:lnTo>
                <a:lnTo>
                  <a:pt x="385864" y="181546"/>
                </a:lnTo>
                <a:lnTo>
                  <a:pt x="390169" y="189268"/>
                </a:lnTo>
                <a:lnTo>
                  <a:pt x="397598" y="202882"/>
                </a:lnTo>
                <a:lnTo>
                  <a:pt x="401104" y="208978"/>
                </a:lnTo>
                <a:lnTo>
                  <a:pt x="452843" y="198742"/>
                </a:lnTo>
                <a:lnTo>
                  <a:pt x="500595" y="186499"/>
                </a:lnTo>
                <a:lnTo>
                  <a:pt x="544347" y="172542"/>
                </a:lnTo>
                <a:lnTo>
                  <a:pt x="584085" y="157162"/>
                </a:lnTo>
                <a:lnTo>
                  <a:pt x="620356" y="172021"/>
                </a:lnTo>
                <a:lnTo>
                  <a:pt x="660514" y="184594"/>
                </a:lnTo>
                <a:lnTo>
                  <a:pt x="704392" y="194881"/>
                </a:lnTo>
                <a:lnTo>
                  <a:pt x="751814" y="202882"/>
                </a:lnTo>
                <a:lnTo>
                  <a:pt x="756653" y="194881"/>
                </a:lnTo>
                <a:lnTo>
                  <a:pt x="761911" y="186880"/>
                </a:lnTo>
                <a:lnTo>
                  <a:pt x="767461" y="178879"/>
                </a:lnTo>
                <a:lnTo>
                  <a:pt x="773150" y="170878"/>
                </a:lnTo>
                <a:close/>
              </a:path>
              <a:path w="2338070" h="384810">
                <a:moveTo>
                  <a:pt x="948601" y="25996"/>
                </a:moveTo>
                <a:lnTo>
                  <a:pt x="921080" y="25996"/>
                </a:lnTo>
                <a:lnTo>
                  <a:pt x="921080" y="50380"/>
                </a:lnTo>
                <a:lnTo>
                  <a:pt x="921080" y="102196"/>
                </a:lnTo>
                <a:lnTo>
                  <a:pt x="840308" y="102196"/>
                </a:lnTo>
                <a:lnTo>
                  <a:pt x="840308" y="50380"/>
                </a:lnTo>
                <a:lnTo>
                  <a:pt x="921080" y="50380"/>
                </a:lnTo>
                <a:lnTo>
                  <a:pt x="921080" y="25996"/>
                </a:lnTo>
                <a:lnTo>
                  <a:pt x="814400" y="25996"/>
                </a:lnTo>
                <a:lnTo>
                  <a:pt x="814400" y="141922"/>
                </a:lnTo>
                <a:lnTo>
                  <a:pt x="840308" y="141922"/>
                </a:lnTo>
                <a:lnTo>
                  <a:pt x="840308" y="125158"/>
                </a:lnTo>
                <a:lnTo>
                  <a:pt x="921080" y="125158"/>
                </a:lnTo>
                <a:lnTo>
                  <a:pt x="921080" y="137350"/>
                </a:lnTo>
                <a:lnTo>
                  <a:pt x="948601" y="137350"/>
                </a:lnTo>
                <a:lnTo>
                  <a:pt x="948601" y="125158"/>
                </a:lnTo>
                <a:lnTo>
                  <a:pt x="948601" y="102196"/>
                </a:lnTo>
                <a:lnTo>
                  <a:pt x="948601" y="50380"/>
                </a:lnTo>
                <a:lnTo>
                  <a:pt x="948601" y="25996"/>
                </a:lnTo>
                <a:close/>
              </a:path>
              <a:path w="2338070" h="384810">
                <a:moveTo>
                  <a:pt x="1125486" y="25996"/>
                </a:moveTo>
                <a:lnTo>
                  <a:pt x="1098054" y="25996"/>
                </a:lnTo>
                <a:lnTo>
                  <a:pt x="1098054" y="50380"/>
                </a:lnTo>
                <a:lnTo>
                  <a:pt x="1098054" y="102196"/>
                </a:lnTo>
                <a:lnTo>
                  <a:pt x="1017181" y="102196"/>
                </a:lnTo>
                <a:lnTo>
                  <a:pt x="1017181" y="50380"/>
                </a:lnTo>
                <a:lnTo>
                  <a:pt x="1098054" y="50380"/>
                </a:lnTo>
                <a:lnTo>
                  <a:pt x="1098054" y="25996"/>
                </a:lnTo>
                <a:lnTo>
                  <a:pt x="989749" y="25996"/>
                </a:lnTo>
                <a:lnTo>
                  <a:pt x="989749" y="137350"/>
                </a:lnTo>
                <a:lnTo>
                  <a:pt x="1017181" y="137350"/>
                </a:lnTo>
                <a:lnTo>
                  <a:pt x="1017181" y="125158"/>
                </a:lnTo>
                <a:lnTo>
                  <a:pt x="1098054" y="125158"/>
                </a:lnTo>
                <a:lnTo>
                  <a:pt x="1098054" y="138874"/>
                </a:lnTo>
                <a:lnTo>
                  <a:pt x="1125486" y="138874"/>
                </a:lnTo>
                <a:lnTo>
                  <a:pt x="1125486" y="125158"/>
                </a:lnTo>
                <a:lnTo>
                  <a:pt x="1125486" y="102196"/>
                </a:lnTo>
                <a:lnTo>
                  <a:pt x="1125486" y="50380"/>
                </a:lnTo>
                <a:lnTo>
                  <a:pt x="1125486" y="25996"/>
                </a:lnTo>
                <a:close/>
              </a:path>
              <a:path w="2338070" h="384810">
                <a:moveTo>
                  <a:pt x="1160538" y="231940"/>
                </a:moveTo>
                <a:lnTo>
                  <a:pt x="1108773" y="230200"/>
                </a:lnTo>
                <a:lnTo>
                  <a:pt x="1065428" y="222745"/>
                </a:lnTo>
                <a:lnTo>
                  <a:pt x="1030363" y="209562"/>
                </a:lnTo>
                <a:lnTo>
                  <a:pt x="1003465" y="190690"/>
                </a:lnTo>
                <a:lnTo>
                  <a:pt x="1151394" y="190690"/>
                </a:lnTo>
                <a:lnTo>
                  <a:pt x="1151394" y="166306"/>
                </a:lnTo>
                <a:lnTo>
                  <a:pt x="1079766" y="166306"/>
                </a:lnTo>
                <a:lnTo>
                  <a:pt x="1088910" y="155638"/>
                </a:lnTo>
                <a:lnTo>
                  <a:pt x="1067142" y="141160"/>
                </a:lnTo>
                <a:lnTo>
                  <a:pt x="1055395" y="133781"/>
                </a:lnTo>
                <a:lnTo>
                  <a:pt x="1043089" y="126682"/>
                </a:lnTo>
                <a:lnTo>
                  <a:pt x="1027849" y="143446"/>
                </a:lnTo>
                <a:lnTo>
                  <a:pt x="1059853" y="166306"/>
                </a:lnTo>
                <a:lnTo>
                  <a:pt x="976033" y="166306"/>
                </a:lnTo>
                <a:lnTo>
                  <a:pt x="978293" y="159181"/>
                </a:lnTo>
                <a:lnTo>
                  <a:pt x="980414" y="151638"/>
                </a:lnTo>
                <a:lnTo>
                  <a:pt x="982243" y="143802"/>
                </a:lnTo>
                <a:lnTo>
                  <a:pt x="983653" y="135826"/>
                </a:lnTo>
                <a:lnTo>
                  <a:pt x="956221" y="132778"/>
                </a:lnTo>
                <a:lnTo>
                  <a:pt x="954811" y="141655"/>
                </a:lnTo>
                <a:lnTo>
                  <a:pt x="952982" y="150114"/>
                </a:lnTo>
                <a:lnTo>
                  <a:pt x="950861" y="158280"/>
                </a:lnTo>
                <a:lnTo>
                  <a:pt x="948601" y="166306"/>
                </a:lnTo>
                <a:lnTo>
                  <a:pt x="792962" y="166306"/>
                </a:lnTo>
                <a:lnTo>
                  <a:pt x="792962" y="190690"/>
                </a:lnTo>
                <a:lnTo>
                  <a:pt x="931748" y="190690"/>
                </a:lnTo>
                <a:lnTo>
                  <a:pt x="912647" y="204698"/>
                </a:lnTo>
                <a:lnTo>
                  <a:pt x="880681" y="216992"/>
                </a:lnTo>
                <a:lnTo>
                  <a:pt x="836117" y="227596"/>
                </a:lnTo>
                <a:lnTo>
                  <a:pt x="779246" y="236512"/>
                </a:lnTo>
                <a:lnTo>
                  <a:pt x="783526" y="244221"/>
                </a:lnTo>
                <a:lnTo>
                  <a:pt x="787247" y="251371"/>
                </a:lnTo>
                <a:lnTo>
                  <a:pt x="790346" y="257848"/>
                </a:lnTo>
                <a:lnTo>
                  <a:pt x="792962" y="263944"/>
                </a:lnTo>
                <a:lnTo>
                  <a:pt x="808304" y="260896"/>
                </a:lnTo>
                <a:lnTo>
                  <a:pt x="814400" y="259372"/>
                </a:lnTo>
                <a:lnTo>
                  <a:pt x="814400" y="376809"/>
                </a:lnTo>
                <a:lnTo>
                  <a:pt x="841832" y="376809"/>
                </a:lnTo>
                <a:lnTo>
                  <a:pt x="841832" y="355473"/>
                </a:lnTo>
                <a:lnTo>
                  <a:pt x="922604" y="355473"/>
                </a:lnTo>
                <a:lnTo>
                  <a:pt x="922604" y="375285"/>
                </a:lnTo>
                <a:lnTo>
                  <a:pt x="948601" y="375285"/>
                </a:lnTo>
                <a:lnTo>
                  <a:pt x="948601" y="257848"/>
                </a:lnTo>
                <a:lnTo>
                  <a:pt x="922604" y="257848"/>
                </a:lnTo>
                <a:lnTo>
                  <a:pt x="922604" y="280708"/>
                </a:lnTo>
                <a:lnTo>
                  <a:pt x="922604" y="331089"/>
                </a:lnTo>
                <a:lnTo>
                  <a:pt x="841832" y="331089"/>
                </a:lnTo>
                <a:lnTo>
                  <a:pt x="841832" y="280708"/>
                </a:lnTo>
                <a:lnTo>
                  <a:pt x="922604" y="280708"/>
                </a:lnTo>
                <a:lnTo>
                  <a:pt x="922604" y="257848"/>
                </a:lnTo>
                <a:lnTo>
                  <a:pt x="826592" y="257848"/>
                </a:lnTo>
                <a:lnTo>
                  <a:pt x="879132" y="245846"/>
                </a:lnTo>
                <a:lnTo>
                  <a:pt x="919975" y="230555"/>
                </a:lnTo>
                <a:lnTo>
                  <a:pt x="948829" y="212115"/>
                </a:lnTo>
                <a:lnTo>
                  <a:pt x="965365" y="190690"/>
                </a:lnTo>
                <a:lnTo>
                  <a:pt x="971461" y="190690"/>
                </a:lnTo>
                <a:lnTo>
                  <a:pt x="992085" y="214680"/>
                </a:lnTo>
                <a:lnTo>
                  <a:pt x="1022146" y="233984"/>
                </a:lnTo>
                <a:lnTo>
                  <a:pt x="1061935" y="248424"/>
                </a:lnTo>
                <a:lnTo>
                  <a:pt x="1111770" y="257848"/>
                </a:lnTo>
                <a:lnTo>
                  <a:pt x="1098054" y="257848"/>
                </a:lnTo>
                <a:lnTo>
                  <a:pt x="1098054" y="280708"/>
                </a:lnTo>
                <a:lnTo>
                  <a:pt x="1098054" y="331089"/>
                </a:lnTo>
                <a:lnTo>
                  <a:pt x="1017181" y="331089"/>
                </a:lnTo>
                <a:lnTo>
                  <a:pt x="1017181" y="280708"/>
                </a:lnTo>
                <a:lnTo>
                  <a:pt x="1098054" y="280708"/>
                </a:lnTo>
                <a:lnTo>
                  <a:pt x="1098054" y="257848"/>
                </a:lnTo>
                <a:lnTo>
                  <a:pt x="989749" y="257848"/>
                </a:lnTo>
                <a:lnTo>
                  <a:pt x="989749" y="375285"/>
                </a:lnTo>
                <a:lnTo>
                  <a:pt x="1017181" y="375285"/>
                </a:lnTo>
                <a:lnTo>
                  <a:pt x="1017181" y="355473"/>
                </a:lnTo>
                <a:lnTo>
                  <a:pt x="1098054" y="355473"/>
                </a:lnTo>
                <a:lnTo>
                  <a:pt x="1098054" y="376809"/>
                </a:lnTo>
                <a:lnTo>
                  <a:pt x="1125486" y="376809"/>
                </a:lnTo>
                <a:lnTo>
                  <a:pt x="1125486" y="355473"/>
                </a:lnTo>
                <a:lnTo>
                  <a:pt x="1125486" y="331089"/>
                </a:lnTo>
                <a:lnTo>
                  <a:pt x="1125486" y="280708"/>
                </a:lnTo>
                <a:lnTo>
                  <a:pt x="1125486" y="259372"/>
                </a:lnTo>
                <a:lnTo>
                  <a:pt x="1131582" y="259372"/>
                </a:lnTo>
                <a:lnTo>
                  <a:pt x="1137678" y="260896"/>
                </a:lnTo>
                <a:lnTo>
                  <a:pt x="1145298" y="260896"/>
                </a:lnTo>
                <a:lnTo>
                  <a:pt x="1146060" y="259372"/>
                </a:lnTo>
                <a:lnTo>
                  <a:pt x="1148740" y="254012"/>
                </a:lnTo>
                <a:lnTo>
                  <a:pt x="1152347" y="246989"/>
                </a:lnTo>
                <a:lnTo>
                  <a:pt x="1156220" y="239674"/>
                </a:lnTo>
                <a:lnTo>
                  <a:pt x="1160538" y="231940"/>
                </a:lnTo>
                <a:close/>
              </a:path>
              <a:path w="2338070" h="384810">
                <a:moveTo>
                  <a:pt x="1335887" y="68668"/>
                </a:moveTo>
                <a:lnTo>
                  <a:pt x="1305407" y="68668"/>
                </a:lnTo>
                <a:lnTo>
                  <a:pt x="1305407" y="96113"/>
                </a:lnTo>
                <a:lnTo>
                  <a:pt x="1305407" y="189166"/>
                </a:lnTo>
                <a:lnTo>
                  <a:pt x="1305407" y="216598"/>
                </a:lnTo>
                <a:lnTo>
                  <a:pt x="1305407" y="314236"/>
                </a:lnTo>
                <a:lnTo>
                  <a:pt x="1218539" y="314236"/>
                </a:lnTo>
                <a:lnTo>
                  <a:pt x="1218539" y="216598"/>
                </a:lnTo>
                <a:lnTo>
                  <a:pt x="1305407" y="216598"/>
                </a:lnTo>
                <a:lnTo>
                  <a:pt x="1305407" y="189166"/>
                </a:lnTo>
                <a:lnTo>
                  <a:pt x="1218539" y="189166"/>
                </a:lnTo>
                <a:lnTo>
                  <a:pt x="1218539" y="96113"/>
                </a:lnTo>
                <a:lnTo>
                  <a:pt x="1305407" y="96113"/>
                </a:lnTo>
                <a:lnTo>
                  <a:pt x="1305407" y="68668"/>
                </a:lnTo>
                <a:lnTo>
                  <a:pt x="1259687" y="68668"/>
                </a:lnTo>
                <a:lnTo>
                  <a:pt x="1265402" y="55816"/>
                </a:lnTo>
                <a:lnTo>
                  <a:pt x="1271117" y="42379"/>
                </a:lnTo>
                <a:lnTo>
                  <a:pt x="1276832" y="28346"/>
                </a:lnTo>
                <a:lnTo>
                  <a:pt x="1282547" y="13716"/>
                </a:lnTo>
                <a:lnTo>
                  <a:pt x="1250543" y="4572"/>
                </a:lnTo>
                <a:lnTo>
                  <a:pt x="1245692" y="18910"/>
                </a:lnTo>
                <a:lnTo>
                  <a:pt x="1240256" y="34378"/>
                </a:lnTo>
                <a:lnTo>
                  <a:pt x="1234262" y="50952"/>
                </a:lnTo>
                <a:lnTo>
                  <a:pt x="1227683" y="68668"/>
                </a:lnTo>
                <a:lnTo>
                  <a:pt x="1187970" y="68668"/>
                </a:lnTo>
                <a:lnTo>
                  <a:pt x="1187970" y="375285"/>
                </a:lnTo>
                <a:lnTo>
                  <a:pt x="1218539" y="375285"/>
                </a:lnTo>
                <a:lnTo>
                  <a:pt x="1218539" y="343281"/>
                </a:lnTo>
                <a:lnTo>
                  <a:pt x="1305407" y="343281"/>
                </a:lnTo>
                <a:lnTo>
                  <a:pt x="1305407" y="372237"/>
                </a:lnTo>
                <a:lnTo>
                  <a:pt x="1335887" y="372237"/>
                </a:lnTo>
                <a:lnTo>
                  <a:pt x="1335887" y="343281"/>
                </a:lnTo>
                <a:lnTo>
                  <a:pt x="1335887" y="314236"/>
                </a:lnTo>
                <a:lnTo>
                  <a:pt x="1335887" y="216598"/>
                </a:lnTo>
                <a:lnTo>
                  <a:pt x="1335887" y="189166"/>
                </a:lnTo>
                <a:lnTo>
                  <a:pt x="1335887" y="96113"/>
                </a:lnTo>
                <a:lnTo>
                  <a:pt x="1335887" y="68668"/>
                </a:lnTo>
                <a:close/>
              </a:path>
              <a:path w="2338070" h="384810">
                <a:moveTo>
                  <a:pt x="1465529" y="242608"/>
                </a:moveTo>
                <a:lnTo>
                  <a:pt x="1452041" y="223405"/>
                </a:lnTo>
                <a:lnTo>
                  <a:pt x="1436573" y="202514"/>
                </a:lnTo>
                <a:lnTo>
                  <a:pt x="1418805" y="179933"/>
                </a:lnTo>
                <a:lnTo>
                  <a:pt x="1398473" y="155638"/>
                </a:lnTo>
                <a:lnTo>
                  <a:pt x="1375613" y="172402"/>
                </a:lnTo>
                <a:lnTo>
                  <a:pt x="1392440" y="195033"/>
                </a:lnTo>
                <a:lnTo>
                  <a:pt x="1408569" y="217411"/>
                </a:lnTo>
                <a:lnTo>
                  <a:pt x="1423822" y="239776"/>
                </a:lnTo>
                <a:lnTo>
                  <a:pt x="1438097" y="262420"/>
                </a:lnTo>
                <a:lnTo>
                  <a:pt x="1465529" y="242608"/>
                </a:lnTo>
                <a:close/>
              </a:path>
              <a:path w="2338070" h="384810">
                <a:moveTo>
                  <a:pt x="1537246" y="67144"/>
                </a:moveTo>
                <a:lnTo>
                  <a:pt x="1415237" y="67144"/>
                </a:lnTo>
                <a:lnTo>
                  <a:pt x="1419821" y="54292"/>
                </a:lnTo>
                <a:lnTo>
                  <a:pt x="1424571" y="40855"/>
                </a:lnTo>
                <a:lnTo>
                  <a:pt x="1429588" y="26822"/>
                </a:lnTo>
                <a:lnTo>
                  <a:pt x="1435049" y="12192"/>
                </a:lnTo>
                <a:lnTo>
                  <a:pt x="1401521" y="4572"/>
                </a:lnTo>
                <a:lnTo>
                  <a:pt x="1389011" y="45199"/>
                </a:lnTo>
                <a:lnTo>
                  <a:pt x="1374648" y="82397"/>
                </a:lnTo>
                <a:lnTo>
                  <a:pt x="1358823" y="116154"/>
                </a:lnTo>
                <a:lnTo>
                  <a:pt x="1341983" y="146494"/>
                </a:lnTo>
                <a:lnTo>
                  <a:pt x="1349514" y="149923"/>
                </a:lnTo>
                <a:lnTo>
                  <a:pt x="1356169" y="153352"/>
                </a:lnTo>
                <a:lnTo>
                  <a:pt x="1362227" y="156781"/>
                </a:lnTo>
                <a:lnTo>
                  <a:pt x="1367993" y="160210"/>
                </a:lnTo>
                <a:lnTo>
                  <a:pt x="1376870" y="145910"/>
                </a:lnTo>
                <a:lnTo>
                  <a:pt x="1385328" y="130441"/>
                </a:lnTo>
                <a:lnTo>
                  <a:pt x="1393494" y="113842"/>
                </a:lnTo>
                <a:lnTo>
                  <a:pt x="1401521" y="96113"/>
                </a:lnTo>
                <a:lnTo>
                  <a:pt x="1505242" y="96113"/>
                </a:lnTo>
                <a:lnTo>
                  <a:pt x="1503857" y="166763"/>
                </a:lnTo>
                <a:lnTo>
                  <a:pt x="1502194" y="225399"/>
                </a:lnTo>
                <a:lnTo>
                  <a:pt x="1500530" y="272021"/>
                </a:lnTo>
                <a:lnTo>
                  <a:pt x="1495107" y="322668"/>
                </a:lnTo>
                <a:lnTo>
                  <a:pt x="1460957" y="343281"/>
                </a:lnTo>
                <a:lnTo>
                  <a:pt x="1444637" y="343001"/>
                </a:lnTo>
                <a:lnTo>
                  <a:pt x="1427619" y="342138"/>
                </a:lnTo>
                <a:lnTo>
                  <a:pt x="1409725" y="340715"/>
                </a:lnTo>
                <a:lnTo>
                  <a:pt x="1390853" y="338709"/>
                </a:lnTo>
                <a:lnTo>
                  <a:pt x="1389329" y="338709"/>
                </a:lnTo>
                <a:lnTo>
                  <a:pt x="1391348" y="346087"/>
                </a:lnTo>
                <a:lnTo>
                  <a:pt x="1392948" y="354330"/>
                </a:lnTo>
                <a:lnTo>
                  <a:pt x="1394256" y="363143"/>
                </a:lnTo>
                <a:lnTo>
                  <a:pt x="1395425" y="372237"/>
                </a:lnTo>
                <a:lnTo>
                  <a:pt x="1413687" y="373113"/>
                </a:lnTo>
                <a:lnTo>
                  <a:pt x="1431810" y="373570"/>
                </a:lnTo>
                <a:lnTo>
                  <a:pt x="1467053" y="373761"/>
                </a:lnTo>
                <a:lnTo>
                  <a:pt x="1493367" y="370039"/>
                </a:lnTo>
                <a:lnTo>
                  <a:pt x="1522844" y="343281"/>
                </a:lnTo>
                <a:lnTo>
                  <a:pt x="1531302" y="288251"/>
                </a:lnTo>
                <a:lnTo>
                  <a:pt x="1534083" y="202514"/>
                </a:lnTo>
                <a:lnTo>
                  <a:pt x="1535099" y="160210"/>
                </a:lnTo>
                <a:lnTo>
                  <a:pt x="1536585" y="96113"/>
                </a:lnTo>
                <a:lnTo>
                  <a:pt x="1537246" y="67144"/>
                </a:lnTo>
                <a:close/>
              </a:path>
              <a:path w="2338070" h="384810">
                <a:moveTo>
                  <a:pt x="1744599" y="47332"/>
                </a:moveTo>
                <a:lnTo>
                  <a:pt x="1659255" y="47332"/>
                </a:lnTo>
                <a:lnTo>
                  <a:pt x="1659255" y="3048"/>
                </a:lnTo>
                <a:lnTo>
                  <a:pt x="1631823" y="3048"/>
                </a:lnTo>
                <a:lnTo>
                  <a:pt x="1631810" y="14465"/>
                </a:lnTo>
                <a:lnTo>
                  <a:pt x="1631632" y="25768"/>
                </a:lnTo>
                <a:lnTo>
                  <a:pt x="1631188" y="36664"/>
                </a:lnTo>
                <a:lnTo>
                  <a:pt x="1630299" y="47332"/>
                </a:lnTo>
                <a:lnTo>
                  <a:pt x="1575346" y="47332"/>
                </a:lnTo>
                <a:lnTo>
                  <a:pt x="1575346" y="73240"/>
                </a:lnTo>
                <a:lnTo>
                  <a:pt x="1628775" y="73240"/>
                </a:lnTo>
                <a:lnTo>
                  <a:pt x="1622132" y="107010"/>
                </a:lnTo>
                <a:lnTo>
                  <a:pt x="1609077" y="137490"/>
                </a:lnTo>
                <a:lnTo>
                  <a:pt x="1589468" y="164833"/>
                </a:lnTo>
                <a:lnTo>
                  <a:pt x="1563154" y="189166"/>
                </a:lnTo>
                <a:lnTo>
                  <a:pt x="1569720" y="193979"/>
                </a:lnTo>
                <a:lnTo>
                  <a:pt x="1575727" y="199072"/>
                </a:lnTo>
                <a:lnTo>
                  <a:pt x="1581150" y="204165"/>
                </a:lnTo>
                <a:lnTo>
                  <a:pt x="1586014" y="208978"/>
                </a:lnTo>
                <a:lnTo>
                  <a:pt x="1616125" y="179857"/>
                </a:lnTo>
                <a:lnTo>
                  <a:pt x="1637919" y="147434"/>
                </a:lnTo>
                <a:lnTo>
                  <a:pt x="1651685" y="111848"/>
                </a:lnTo>
                <a:lnTo>
                  <a:pt x="1657731" y="73240"/>
                </a:lnTo>
                <a:lnTo>
                  <a:pt x="1715643" y="73240"/>
                </a:lnTo>
                <a:lnTo>
                  <a:pt x="1713077" y="121716"/>
                </a:lnTo>
                <a:lnTo>
                  <a:pt x="1697355" y="161823"/>
                </a:lnTo>
                <a:lnTo>
                  <a:pt x="1688350" y="163245"/>
                </a:lnTo>
                <a:lnTo>
                  <a:pt x="1681022" y="163233"/>
                </a:lnTo>
                <a:lnTo>
                  <a:pt x="1672971" y="163068"/>
                </a:lnTo>
                <a:lnTo>
                  <a:pt x="1663788" y="162610"/>
                </a:lnTo>
                <a:lnTo>
                  <a:pt x="1653159" y="161734"/>
                </a:lnTo>
                <a:lnTo>
                  <a:pt x="1654543" y="168617"/>
                </a:lnTo>
                <a:lnTo>
                  <a:pt x="1656207" y="175641"/>
                </a:lnTo>
                <a:lnTo>
                  <a:pt x="1657883" y="182956"/>
                </a:lnTo>
                <a:lnTo>
                  <a:pt x="1659255" y="190690"/>
                </a:lnTo>
                <a:lnTo>
                  <a:pt x="1689735" y="190690"/>
                </a:lnTo>
                <a:lnTo>
                  <a:pt x="1727835" y="178498"/>
                </a:lnTo>
                <a:lnTo>
                  <a:pt x="1740027" y="132778"/>
                </a:lnTo>
                <a:lnTo>
                  <a:pt x="1742313" y="94589"/>
                </a:lnTo>
                <a:lnTo>
                  <a:pt x="1743405" y="73240"/>
                </a:lnTo>
                <a:lnTo>
                  <a:pt x="1744599" y="47332"/>
                </a:lnTo>
                <a:close/>
              </a:path>
              <a:path w="2338070" h="384810">
                <a:moveTo>
                  <a:pt x="1917001" y="36664"/>
                </a:moveTo>
                <a:lnTo>
                  <a:pt x="1887956" y="36664"/>
                </a:lnTo>
                <a:lnTo>
                  <a:pt x="1887956" y="62572"/>
                </a:lnTo>
                <a:lnTo>
                  <a:pt x="1887956" y="141922"/>
                </a:lnTo>
                <a:lnTo>
                  <a:pt x="1805660" y="141922"/>
                </a:lnTo>
                <a:lnTo>
                  <a:pt x="1805660" y="62572"/>
                </a:lnTo>
                <a:lnTo>
                  <a:pt x="1887956" y="62572"/>
                </a:lnTo>
                <a:lnTo>
                  <a:pt x="1887956" y="36664"/>
                </a:lnTo>
                <a:lnTo>
                  <a:pt x="1778228" y="36664"/>
                </a:lnTo>
                <a:lnTo>
                  <a:pt x="1778228" y="189166"/>
                </a:lnTo>
                <a:lnTo>
                  <a:pt x="1805660" y="189166"/>
                </a:lnTo>
                <a:lnTo>
                  <a:pt x="1805660" y="167830"/>
                </a:lnTo>
                <a:lnTo>
                  <a:pt x="1887956" y="167830"/>
                </a:lnTo>
                <a:lnTo>
                  <a:pt x="1887956" y="187642"/>
                </a:lnTo>
                <a:lnTo>
                  <a:pt x="1917001" y="187642"/>
                </a:lnTo>
                <a:lnTo>
                  <a:pt x="1917001" y="167830"/>
                </a:lnTo>
                <a:lnTo>
                  <a:pt x="1917001" y="141922"/>
                </a:lnTo>
                <a:lnTo>
                  <a:pt x="1917001" y="62572"/>
                </a:lnTo>
                <a:lnTo>
                  <a:pt x="1917001" y="36664"/>
                </a:lnTo>
                <a:close/>
              </a:path>
              <a:path w="2338070" h="384810">
                <a:moveTo>
                  <a:pt x="1944433" y="335661"/>
                </a:moveTo>
                <a:lnTo>
                  <a:pt x="1899526" y="323011"/>
                </a:lnTo>
                <a:lnTo>
                  <a:pt x="1858632" y="305663"/>
                </a:lnTo>
                <a:lnTo>
                  <a:pt x="1821764" y="283489"/>
                </a:lnTo>
                <a:lnTo>
                  <a:pt x="1796275" y="262407"/>
                </a:lnTo>
                <a:lnTo>
                  <a:pt x="1788896" y="256311"/>
                </a:lnTo>
                <a:lnTo>
                  <a:pt x="1939861" y="256311"/>
                </a:lnTo>
                <a:lnTo>
                  <a:pt x="1939861" y="228879"/>
                </a:lnTo>
                <a:lnTo>
                  <a:pt x="1769084" y="228879"/>
                </a:lnTo>
                <a:lnTo>
                  <a:pt x="1769084" y="186118"/>
                </a:lnTo>
                <a:lnTo>
                  <a:pt x="1740027" y="186118"/>
                </a:lnTo>
                <a:lnTo>
                  <a:pt x="1740027" y="228879"/>
                </a:lnTo>
                <a:lnTo>
                  <a:pt x="1570774" y="228879"/>
                </a:lnTo>
                <a:lnTo>
                  <a:pt x="1570774" y="256311"/>
                </a:lnTo>
                <a:lnTo>
                  <a:pt x="1717167" y="256311"/>
                </a:lnTo>
                <a:lnTo>
                  <a:pt x="1682610" y="283184"/>
                </a:lnTo>
                <a:lnTo>
                  <a:pt x="1645310" y="306616"/>
                </a:lnTo>
                <a:lnTo>
                  <a:pt x="1605432" y="326656"/>
                </a:lnTo>
                <a:lnTo>
                  <a:pt x="1563154" y="343281"/>
                </a:lnTo>
                <a:lnTo>
                  <a:pt x="1569720" y="350113"/>
                </a:lnTo>
                <a:lnTo>
                  <a:pt x="1575727" y="356806"/>
                </a:lnTo>
                <a:lnTo>
                  <a:pt x="1581150" y="363207"/>
                </a:lnTo>
                <a:lnTo>
                  <a:pt x="1586014" y="369189"/>
                </a:lnTo>
                <a:lnTo>
                  <a:pt x="1629194" y="348856"/>
                </a:lnTo>
                <a:lnTo>
                  <a:pt x="1669351" y="324370"/>
                </a:lnTo>
                <a:lnTo>
                  <a:pt x="1706333" y="295605"/>
                </a:lnTo>
                <a:lnTo>
                  <a:pt x="1740027" y="262407"/>
                </a:lnTo>
                <a:lnTo>
                  <a:pt x="1740027" y="382905"/>
                </a:lnTo>
                <a:lnTo>
                  <a:pt x="1769084" y="382905"/>
                </a:lnTo>
                <a:lnTo>
                  <a:pt x="1769084" y="263931"/>
                </a:lnTo>
                <a:lnTo>
                  <a:pt x="1799945" y="295960"/>
                </a:lnTo>
                <a:lnTo>
                  <a:pt x="1835391" y="323418"/>
                </a:lnTo>
                <a:lnTo>
                  <a:pt x="1875421" y="346316"/>
                </a:lnTo>
                <a:lnTo>
                  <a:pt x="1920049" y="364617"/>
                </a:lnTo>
                <a:lnTo>
                  <a:pt x="1931670" y="350710"/>
                </a:lnTo>
                <a:lnTo>
                  <a:pt x="1937842" y="343395"/>
                </a:lnTo>
                <a:lnTo>
                  <a:pt x="1944433" y="335661"/>
                </a:lnTo>
                <a:close/>
              </a:path>
              <a:path w="2338070" h="384810">
                <a:moveTo>
                  <a:pt x="2066455" y="74764"/>
                </a:moveTo>
                <a:lnTo>
                  <a:pt x="2052701" y="59931"/>
                </a:lnTo>
                <a:lnTo>
                  <a:pt x="2038781" y="45237"/>
                </a:lnTo>
                <a:lnTo>
                  <a:pt x="2024583" y="30797"/>
                </a:lnTo>
                <a:lnTo>
                  <a:pt x="2009965" y="16764"/>
                </a:lnTo>
                <a:lnTo>
                  <a:pt x="1987105" y="36664"/>
                </a:lnTo>
                <a:lnTo>
                  <a:pt x="1999703" y="49834"/>
                </a:lnTo>
                <a:lnTo>
                  <a:pt x="2012442" y="64287"/>
                </a:lnTo>
                <a:lnTo>
                  <a:pt x="2025472" y="80175"/>
                </a:lnTo>
                <a:lnTo>
                  <a:pt x="2038921" y="97624"/>
                </a:lnTo>
                <a:lnTo>
                  <a:pt x="2066455" y="74764"/>
                </a:lnTo>
                <a:close/>
              </a:path>
              <a:path w="2338070" h="384810">
                <a:moveTo>
                  <a:pt x="2090839" y="302044"/>
                </a:moveTo>
                <a:lnTo>
                  <a:pt x="2089797" y="293776"/>
                </a:lnTo>
                <a:lnTo>
                  <a:pt x="2088718" y="284175"/>
                </a:lnTo>
                <a:lnTo>
                  <a:pt x="2088070" y="276110"/>
                </a:lnTo>
                <a:lnTo>
                  <a:pt x="2087791" y="266992"/>
                </a:lnTo>
                <a:lnTo>
                  <a:pt x="2074341" y="276110"/>
                </a:lnTo>
                <a:lnTo>
                  <a:pt x="2048535" y="293776"/>
                </a:lnTo>
                <a:lnTo>
                  <a:pt x="2035873" y="302044"/>
                </a:lnTo>
                <a:lnTo>
                  <a:pt x="2035873" y="132778"/>
                </a:lnTo>
                <a:lnTo>
                  <a:pt x="1958149" y="132778"/>
                </a:lnTo>
                <a:lnTo>
                  <a:pt x="1958149" y="160210"/>
                </a:lnTo>
                <a:lnTo>
                  <a:pt x="2006917" y="160210"/>
                </a:lnTo>
                <a:lnTo>
                  <a:pt x="2006917" y="295948"/>
                </a:lnTo>
                <a:lnTo>
                  <a:pt x="2006066" y="306565"/>
                </a:lnTo>
                <a:lnTo>
                  <a:pt x="2003488" y="315760"/>
                </a:lnTo>
                <a:lnTo>
                  <a:pt x="1999208" y="323837"/>
                </a:lnTo>
                <a:lnTo>
                  <a:pt x="1993201" y="331089"/>
                </a:lnTo>
                <a:lnTo>
                  <a:pt x="2011489" y="355473"/>
                </a:lnTo>
                <a:lnTo>
                  <a:pt x="2026678" y="344335"/>
                </a:lnTo>
                <a:lnTo>
                  <a:pt x="2044877" y="331609"/>
                </a:lnTo>
                <a:lnTo>
                  <a:pt x="2066226" y="317461"/>
                </a:lnTo>
                <a:lnTo>
                  <a:pt x="2090839" y="302044"/>
                </a:lnTo>
                <a:close/>
              </a:path>
              <a:path w="2338070" h="384810">
                <a:moveTo>
                  <a:pt x="2336393" y="118960"/>
                </a:moveTo>
                <a:lnTo>
                  <a:pt x="2282964" y="118960"/>
                </a:lnTo>
                <a:lnTo>
                  <a:pt x="2276868" y="112864"/>
                </a:lnTo>
                <a:lnTo>
                  <a:pt x="2276868" y="51904"/>
                </a:lnTo>
                <a:lnTo>
                  <a:pt x="2276868" y="22948"/>
                </a:lnTo>
                <a:lnTo>
                  <a:pt x="2121319" y="22948"/>
                </a:lnTo>
                <a:lnTo>
                  <a:pt x="2121293" y="64287"/>
                </a:lnTo>
                <a:lnTo>
                  <a:pt x="2117864" y="88074"/>
                </a:lnTo>
                <a:lnTo>
                  <a:pt x="2107412" y="109486"/>
                </a:lnTo>
                <a:lnTo>
                  <a:pt x="2089810" y="128054"/>
                </a:lnTo>
                <a:lnTo>
                  <a:pt x="2064931" y="143446"/>
                </a:lnTo>
                <a:lnTo>
                  <a:pt x="2070646" y="149186"/>
                </a:lnTo>
                <a:lnTo>
                  <a:pt x="2076361" y="155067"/>
                </a:lnTo>
                <a:lnTo>
                  <a:pt x="2082076" y="161239"/>
                </a:lnTo>
                <a:lnTo>
                  <a:pt x="2087791" y="167830"/>
                </a:lnTo>
                <a:lnTo>
                  <a:pt x="2115794" y="148386"/>
                </a:lnTo>
                <a:lnTo>
                  <a:pt x="2135797" y="124345"/>
                </a:lnTo>
                <a:lnTo>
                  <a:pt x="2147798" y="95745"/>
                </a:lnTo>
                <a:lnTo>
                  <a:pt x="2151799" y="62572"/>
                </a:lnTo>
                <a:lnTo>
                  <a:pt x="2151799" y="51904"/>
                </a:lnTo>
                <a:lnTo>
                  <a:pt x="2246388" y="51904"/>
                </a:lnTo>
                <a:lnTo>
                  <a:pt x="2246388" y="106768"/>
                </a:lnTo>
                <a:lnTo>
                  <a:pt x="2248674" y="124599"/>
                </a:lnTo>
                <a:lnTo>
                  <a:pt x="2255532" y="136956"/>
                </a:lnTo>
                <a:lnTo>
                  <a:pt x="2266962" y="144157"/>
                </a:lnTo>
                <a:lnTo>
                  <a:pt x="2282964" y="146494"/>
                </a:lnTo>
                <a:lnTo>
                  <a:pt x="2333345" y="146494"/>
                </a:lnTo>
                <a:lnTo>
                  <a:pt x="2333612" y="140284"/>
                </a:lnTo>
                <a:lnTo>
                  <a:pt x="2334298" y="133337"/>
                </a:lnTo>
                <a:lnTo>
                  <a:pt x="2335276" y="126098"/>
                </a:lnTo>
                <a:lnTo>
                  <a:pt x="2336393" y="118960"/>
                </a:lnTo>
                <a:close/>
              </a:path>
              <a:path w="2338070" h="384810">
                <a:moveTo>
                  <a:pt x="2337917" y="349377"/>
                </a:moveTo>
                <a:lnTo>
                  <a:pt x="2274011" y="332371"/>
                </a:lnTo>
                <a:lnTo>
                  <a:pt x="2220480" y="305092"/>
                </a:lnTo>
                <a:lnTo>
                  <a:pt x="2238743" y="286804"/>
                </a:lnTo>
                <a:lnTo>
                  <a:pt x="2241359" y="284175"/>
                </a:lnTo>
                <a:lnTo>
                  <a:pt x="2260676" y="260121"/>
                </a:lnTo>
                <a:lnTo>
                  <a:pt x="2278557" y="232613"/>
                </a:lnTo>
                <a:lnTo>
                  <a:pt x="2295156" y="201358"/>
                </a:lnTo>
                <a:lnTo>
                  <a:pt x="2295156" y="173926"/>
                </a:lnTo>
                <a:lnTo>
                  <a:pt x="2260104" y="173926"/>
                </a:lnTo>
                <a:lnTo>
                  <a:pt x="2260104" y="201358"/>
                </a:lnTo>
                <a:lnTo>
                  <a:pt x="2247531" y="226529"/>
                </a:lnTo>
                <a:lnTo>
                  <a:pt x="2232672" y="249262"/>
                </a:lnTo>
                <a:lnTo>
                  <a:pt x="2215527" y="269392"/>
                </a:lnTo>
                <a:lnTo>
                  <a:pt x="2196096" y="286804"/>
                </a:lnTo>
                <a:lnTo>
                  <a:pt x="2176653" y="267677"/>
                </a:lnTo>
                <a:lnTo>
                  <a:pt x="2159812" y="246976"/>
                </a:lnTo>
                <a:lnTo>
                  <a:pt x="2145842" y="224815"/>
                </a:lnTo>
                <a:lnTo>
                  <a:pt x="2135035" y="201358"/>
                </a:lnTo>
                <a:lnTo>
                  <a:pt x="2260104" y="201358"/>
                </a:lnTo>
                <a:lnTo>
                  <a:pt x="2260104" y="173926"/>
                </a:lnTo>
                <a:lnTo>
                  <a:pt x="2086267" y="173926"/>
                </a:lnTo>
                <a:lnTo>
                  <a:pt x="2086267" y="201358"/>
                </a:lnTo>
                <a:lnTo>
                  <a:pt x="2106079" y="201358"/>
                </a:lnTo>
                <a:lnTo>
                  <a:pt x="2117801" y="230009"/>
                </a:lnTo>
                <a:lnTo>
                  <a:pt x="2132368" y="256501"/>
                </a:lnTo>
                <a:lnTo>
                  <a:pt x="2149805" y="280962"/>
                </a:lnTo>
                <a:lnTo>
                  <a:pt x="2170087" y="303568"/>
                </a:lnTo>
                <a:lnTo>
                  <a:pt x="2143252" y="318744"/>
                </a:lnTo>
                <a:lnTo>
                  <a:pt x="2113115" y="332371"/>
                </a:lnTo>
                <a:lnTo>
                  <a:pt x="2079815" y="344576"/>
                </a:lnTo>
                <a:lnTo>
                  <a:pt x="2043493" y="355473"/>
                </a:lnTo>
                <a:lnTo>
                  <a:pt x="2049005" y="362331"/>
                </a:lnTo>
                <a:lnTo>
                  <a:pt x="2054059" y="369189"/>
                </a:lnTo>
                <a:lnTo>
                  <a:pt x="2058809" y="376047"/>
                </a:lnTo>
                <a:lnTo>
                  <a:pt x="2063407" y="382905"/>
                </a:lnTo>
                <a:lnTo>
                  <a:pt x="2101672" y="369760"/>
                </a:lnTo>
                <a:lnTo>
                  <a:pt x="2136356" y="355473"/>
                </a:lnTo>
                <a:lnTo>
                  <a:pt x="2167394" y="340004"/>
                </a:lnTo>
                <a:lnTo>
                  <a:pt x="2194572" y="323380"/>
                </a:lnTo>
                <a:lnTo>
                  <a:pt x="2221712" y="340817"/>
                </a:lnTo>
                <a:lnTo>
                  <a:pt x="2250579" y="356222"/>
                </a:lnTo>
                <a:lnTo>
                  <a:pt x="2281148" y="369328"/>
                </a:lnTo>
                <a:lnTo>
                  <a:pt x="2313444" y="379857"/>
                </a:lnTo>
                <a:lnTo>
                  <a:pt x="2319197" y="372948"/>
                </a:lnTo>
                <a:lnTo>
                  <a:pt x="2325103" y="365760"/>
                </a:lnTo>
                <a:lnTo>
                  <a:pt x="2331301" y="358000"/>
                </a:lnTo>
                <a:lnTo>
                  <a:pt x="2337917" y="3493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2717482" y="6513480"/>
            <a:ext cx="549275" cy="279400"/>
            <a:chOff x="2717482" y="6513480"/>
            <a:chExt cx="549275" cy="279400"/>
          </a:xfrm>
        </p:grpSpPr>
        <p:sp>
          <p:nvSpPr>
            <p:cNvPr id="64" name="object 64" descr=""/>
            <p:cNvSpPr/>
            <p:nvPr/>
          </p:nvSpPr>
          <p:spPr>
            <a:xfrm>
              <a:off x="2717482" y="6513480"/>
              <a:ext cx="355600" cy="274955"/>
            </a:xfrm>
            <a:custGeom>
              <a:avLst/>
              <a:gdLst/>
              <a:ahLst/>
              <a:cxnLst/>
              <a:rect l="l" t="t" r="r" b="b"/>
              <a:pathLst>
                <a:path w="355600" h="274954">
                  <a:moveTo>
                    <a:pt x="117348" y="274605"/>
                  </a:moveTo>
                  <a:lnTo>
                    <a:pt x="79248" y="274605"/>
                  </a:lnTo>
                  <a:lnTo>
                    <a:pt x="0" y="0"/>
                  </a:lnTo>
                  <a:lnTo>
                    <a:pt x="35052" y="0"/>
                  </a:lnTo>
                  <a:lnTo>
                    <a:pt x="92964" y="210502"/>
                  </a:lnTo>
                  <a:lnTo>
                    <a:pt x="94964" y="217360"/>
                  </a:lnTo>
                  <a:lnTo>
                    <a:pt x="96393" y="224218"/>
                  </a:lnTo>
                  <a:lnTo>
                    <a:pt x="97250" y="231076"/>
                  </a:lnTo>
                  <a:lnTo>
                    <a:pt x="97536" y="237934"/>
                  </a:lnTo>
                  <a:lnTo>
                    <a:pt x="127634" y="237934"/>
                  </a:lnTo>
                  <a:lnTo>
                    <a:pt x="117348" y="274605"/>
                  </a:lnTo>
                  <a:close/>
                </a:path>
                <a:path w="355600" h="274954">
                  <a:moveTo>
                    <a:pt x="127634" y="237934"/>
                  </a:moveTo>
                  <a:lnTo>
                    <a:pt x="99060" y="237934"/>
                  </a:lnTo>
                  <a:lnTo>
                    <a:pt x="99369" y="232791"/>
                  </a:lnTo>
                  <a:lnTo>
                    <a:pt x="100393" y="226504"/>
                  </a:lnTo>
                  <a:lnTo>
                    <a:pt x="102274" y="219075"/>
                  </a:lnTo>
                  <a:lnTo>
                    <a:pt x="105156" y="210502"/>
                  </a:lnTo>
                  <a:lnTo>
                    <a:pt x="164687" y="0"/>
                  </a:lnTo>
                  <a:lnTo>
                    <a:pt x="195167" y="0"/>
                  </a:lnTo>
                  <a:lnTo>
                    <a:pt x="207983" y="45720"/>
                  </a:lnTo>
                  <a:lnTo>
                    <a:pt x="178403" y="45720"/>
                  </a:lnTo>
                  <a:lnTo>
                    <a:pt x="178117" y="52579"/>
                  </a:lnTo>
                  <a:lnTo>
                    <a:pt x="177260" y="59447"/>
                  </a:lnTo>
                  <a:lnTo>
                    <a:pt x="175831" y="66334"/>
                  </a:lnTo>
                  <a:lnTo>
                    <a:pt x="173831" y="73247"/>
                  </a:lnTo>
                  <a:lnTo>
                    <a:pt x="127634" y="237934"/>
                  </a:lnTo>
                  <a:close/>
                </a:path>
                <a:path w="355600" h="274954">
                  <a:moveTo>
                    <a:pt x="287937" y="237934"/>
                  </a:moveTo>
                  <a:lnTo>
                    <a:pt x="259175" y="237934"/>
                  </a:lnTo>
                  <a:lnTo>
                    <a:pt x="259681" y="232791"/>
                  </a:lnTo>
                  <a:lnTo>
                    <a:pt x="260943" y="226504"/>
                  </a:lnTo>
                  <a:lnTo>
                    <a:pt x="262430" y="219717"/>
                  </a:lnTo>
                  <a:lnTo>
                    <a:pt x="263842" y="212026"/>
                  </a:lnTo>
                  <a:lnTo>
                    <a:pt x="320230" y="0"/>
                  </a:lnTo>
                  <a:lnTo>
                    <a:pt x="355282" y="0"/>
                  </a:lnTo>
                  <a:lnTo>
                    <a:pt x="287937" y="237934"/>
                  </a:lnTo>
                  <a:close/>
                </a:path>
                <a:path w="355600" h="274954">
                  <a:moveTo>
                    <a:pt x="277558" y="274605"/>
                  </a:moveTo>
                  <a:lnTo>
                    <a:pt x="240887" y="274605"/>
                  </a:lnTo>
                  <a:lnTo>
                    <a:pt x="184499" y="74771"/>
                  </a:lnTo>
                  <a:lnTo>
                    <a:pt x="182499" y="67874"/>
                  </a:lnTo>
                  <a:lnTo>
                    <a:pt x="181070" y="60817"/>
                  </a:lnTo>
                  <a:lnTo>
                    <a:pt x="180213" y="53473"/>
                  </a:lnTo>
                  <a:lnTo>
                    <a:pt x="179927" y="45720"/>
                  </a:lnTo>
                  <a:lnTo>
                    <a:pt x="207983" y="45720"/>
                  </a:lnTo>
                  <a:lnTo>
                    <a:pt x="254603" y="212026"/>
                  </a:lnTo>
                  <a:lnTo>
                    <a:pt x="259175" y="237934"/>
                  </a:lnTo>
                  <a:lnTo>
                    <a:pt x="287937" y="237934"/>
                  </a:lnTo>
                  <a:lnTo>
                    <a:pt x="277558" y="27460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5625" y="6588251"/>
              <a:ext cx="170878" cy="204406"/>
            </a:xfrm>
            <a:prstGeom prst="rect">
              <a:avLst/>
            </a:prstGeom>
          </p:spPr>
        </p:pic>
      </p:grpSp>
      <p:sp>
        <p:nvSpPr>
          <p:cNvPr id="66" name="object 66" descr=""/>
          <p:cNvSpPr/>
          <p:nvPr/>
        </p:nvSpPr>
        <p:spPr>
          <a:xfrm>
            <a:off x="3313747" y="6498240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40">
                <a:moveTo>
                  <a:pt x="32004" y="289845"/>
                </a:moveTo>
                <a:lnTo>
                  <a:pt x="0" y="289845"/>
                </a:lnTo>
                <a:lnTo>
                  <a:pt x="0" y="0"/>
                </a:lnTo>
                <a:lnTo>
                  <a:pt x="32004" y="0"/>
                </a:lnTo>
                <a:lnTo>
                  <a:pt x="32004" y="128111"/>
                </a:lnTo>
                <a:lnTo>
                  <a:pt x="55500" y="128111"/>
                </a:lnTo>
                <a:lnTo>
                  <a:pt x="32908" y="168925"/>
                </a:lnTo>
                <a:lnTo>
                  <a:pt x="32004" y="182975"/>
                </a:lnTo>
                <a:lnTo>
                  <a:pt x="32004" y="210502"/>
                </a:lnTo>
                <a:lnTo>
                  <a:pt x="47244" y="251650"/>
                </a:lnTo>
                <a:lnTo>
                  <a:pt x="59470" y="260794"/>
                </a:lnTo>
                <a:lnTo>
                  <a:pt x="32004" y="260794"/>
                </a:lnTo>
                <a:lnTo>
                  <a:pt x="32004" y="289845"/>
                </a:lnTo>
                <a:close/>
              </a:path>
              <a:path w="180339" h="294640">
                <a:moveTo>
                  <a:pt x="55500" y="128111"/>
                </a:moveTo>
                <a:lnTo>
                  <a:pt x="32004" y="128111"/>
                </a:lnTo>
                <a:lnTo>
                  <a:pt x="44864" y="111228"/>
                </a:lnTo>
                <a:lnTo>
                  <a:pt x="60590" y="99345"/>
                </a:lnTo>
                <a:lnTo>
                  <a:pt x="79192" y="92321"/>
                </a:lnTo>
                <a:lnTo>
                  <a:pt x="100679" y="90011"/>
                </a:lnTo>
                <a:lnTo>
                  <a:pt x="118086" y="91487"/>
                </a:lnTo>
                <a:lnTo>
                  <a:pt x="133635" y="96107"/>
                </a:lnTo>
                <a:lnTo>
                  <a:pt x="147185" y="104155"/>
                </a:lnTo>
                <a:lnTo>
                  <a:pt x="158591" y="115919"/>
                </a:lnTo>
                <a:lnTo>
                  <a:pt x="93059" y="115919"/>
                </a:lnTo>
                <a:lnTo>
                  <a:pt x="79883" y="117062"/>
                </a:lnTo>
                <a:lnTo>
                  <a:pt x="68020" y="120491"/>
                </a:lnTo>
                <a:lnTo>
                  <a:pt x="57603" y="126206"/>
                </a:lnTo>
                <a:lnTo>
                  <a:pt x="55500" y="128111"/>
                </a:lnTo>
                <a:close/>
              </a:path>
              <a:path w="180339" h="294640">
                <a:moveTo>
                  <a:pt x="153887" y="268414"/>
                </a:moveTo>
                <a:lnTo>
                  <a:pt x="86963" y="268414"/>
                </a:lnTo>
                <a:lnTo>
                  <a:pt x="100965" y="266985"/>
                </a:lnTo>
                <a:lnTo>
                  <a:pt x="113252" y="262699"/>
                </a:lnTo>
                <a:lnTo>
                  <a:pt x="139565" y="234124"/>
                </a:lnTo>
                <a:lnTo>
                  <a:pt x="147923" y="186118"/>
                </a:lnTo>
                <a:lnTo>
                  <a:pt x="147042" y="170037"/>
                </a:lnTo>
                <a:lnTo>
                  <a:pt x="132683" y="134207"/>
                </a:lnTo>
                <a:lnTo>
                  <a:pt x="93059" y="115919"/>
                </a:lnTo>
                <a:lnTo>
                  <a:pt x="158591" y="115919"/>
                </a:lnTo>
                <a:lnTo>
                  <a:pt x="168354" y="129874"/>
                </a:lnTo>
                <a:lnTo>
                  <a:pt x="174974" y="146411"/>
                </a:lnTo>
                <a:lnTo>
                  <a:pt x="178736" y="165251"/>
                </a:lnTo>
                <a:lnTo>
                  <a:pt x="179927" y="186118"/>
                </a:lnTo>
                <a:lnTo>
                  <a:pt x="178498" y="209216"/>
                </a:lnTo>
                <a:lnTo>
                  <a:pt x="174212" y="230314"/>
                </a:lnTo>
                <a:lnTo>
                  <a:pt x="167068" y="249126"/>
                </a:lnTo>
                <a:lnTo>
                  <a:pt x="157067" y="265366"/>
                </a:lnTo>
                <a:lnTo>
                  <a:pt x="153887" y="268414"/>
                </a:lnTo>
                <a:close/>
              </a:path>
              <a:path w="180339" h="294640">
                <a:moveTo>
                  <a:pt x="91535" y="294417"/>
                </a:moveTo>
                <a:lnTo>
                  <a:pt x="73192" y="292378"/>
                </a:lnTo>
                <a:lnTo>
                  <a:pt x="57161" y="286178"/>
                </a:lnTo>
                <a:lnTo>
                  <a:pt x="43435" y="275692"/>
                </a:lnTo>
                <a:lnTo>
                  <a:pt x="32004" y="260794"/>
                </a:lnTo>
                <a:lnTo>
                  <a:pt x="59470" y="260794"/>
                </a:lnTo>
                <a:lnTo>
                  <a:pt x="65353" y="264033"/>
                </a:lnTo>
                <a:lnTo>
                  <a:pt x="75787" y="267295"/>
                </a:lnTo>
                <a:lnTo>
                  <a:pt x="86963" y="268414"/>
                </a:lnTo>
                <a:lnTo>
                  <a:pt x="153887" y="268414"/>
                </a:lnTo>
                <a:lnTo>
                  <a:pt x="143613" y="278263"/>
                </a:lnTo>
                <a:lnTo>
                  <a:pt x="128301" y="287321"/>
                </a:lnTo>
                <a:lnTo>
                  <a:pt x="110990" y="292664"/>
                </a:lnTo>
                <a:lnTo>
                  <a:pt x="91535" y="2944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3643121" y="6508908"/>
            <a:ext cx="375285" cy="283845"/>
            <a:chOff x="3643121" y="6508908"/>
            <a:chExt cx="375285" cy="283845"/>
          </a:xfrm>
        </p:grpSpPr>
        <p:sp>
          <p:nvSpPr>
            <p:cNvPr id="68" name="object 68" descr=""/>
            <p:cNvSpPr/>
            <p:nvPr/>
          </p:nvSpPr>
          <p:spPr>
            <a:xfrm>
              <a:off x="3643121" y="6508908"/>
              <a:ext cx="166370" cy="283845"/>
            </a:xfrm>
            <a:custGeom>
              <a:avLst/>
              <a:gdLst/>
              <a:ahLst/>
              <a:cxnLst/>
              <a:rect l="l" t="t" r="r" b="b"/>
              <a:pathLst>
                <a:path w="166370" h="283845">
                  <a:moveTo>
                    <a:pt x="59531" y="283749"/>
                  </a:moveTo>
                  <a:lnTo>
                    <a:pt x="51911" y="282225"/>
                  </a:lnTo>
                  <a:lnTo>
                    <a:pt x="45815" y="282225"/>
                  </a:lnTo>
                  <a:lnTo>
                    <a:pt x="33623" y="279177"/>
                  </a:lnTo>
                  <a:lnTo>
                    <a:pt x="25908" y="277653"/>
                  </a:lnTo>
                  <a:lnTo>
                    <a:pt x="7620" y="272986"/>
                  </a:lnTo>
                  <a:lnTo>
                    <a:pt x="3048" y="269938"/>
                  </a:lnTo>
                  <a:lnTo>
                    <a:pt x="0" y="268414"/>
                  </a:lnTo>
                  <a:lnTo>
                    <a:pt x="0" y="230314"/>
                  </a:lnTo>
                  <a:lnTo>
                    <a:pt x="4572" y="233362"/>
                  </a:lnTo>
                  <a:lnTo>
                    <a:pt x="9144" y="237934"/>
                  </a:lnTo>
                  <a:lnTo>
                    <a:pt x="21336" y="244030"/>
                  </a:lnTo>
                  <a:lnTo>
                    <a:pt x="27432" y="245554"/>
                  </a:lnTo>
                  <a:lnTo>
                    <a:pt x="35147" y="248602"/>
                  </a:lnTo>
                  <a:lnTo>
                    <a:pt x="47339" y="251650"/>
                  </a:lnTo>
                  <a:lnTo>
                    <a:pt x="54959" y="253174"/>
                  </a:lnTo>
                  <a:lnTo>
                    <a:pt x="61055" y="254698"/>
                  </a:lnTo>
                  <a:lnTo>
                    <a:pt x="73247" y="254698"/>
                  </a:lnTo>
                  <a:lnTo>
                    <a:pt x="117443" y="244030"/>
                  </a:lnTo>
                  <a:lnTo>
                    <a:pt x="132683" y="212026"/>
                  </a:lnTo>
                  <a:lnTo>
                    <a:pt x="132683" y="204406"/>
                  </a:lnTo>
                  <a:lnTo>
                    <a:pt x="98750" y="168131"/>
                  </a:lnTo>
                  <a:lnTo>
                    <a:pt x="75271" y="155043"/>
                  </a:lnTo>
                  <a:lnTo>
                    <a:pt x="68675" y="150971"/>
                  </a:lnTo>
                  <a:lnTo>
                    <a:pt x="29956" y="129444"/>
                  </a:lnTo>
                  <a:lnTo>
                    <a:pt x="6096" y="100679"/>
                  </a:lnTo>
                  <a:lnTo>
                    <a:pt x="3214" y="94678"/>
                  </a:lnTo>
                  <a:lnTo>
                    <a:pt x="1333" y="88106"/>
                  </a:lnTo>
                  <a:lnTo>
                    <a:pt x="309" y="80962"/>
                  </a:lnTo>
                  <a:lnTo>
                    <a:pt x="0" y="73247"/>
                  </a:lnTo>
                  <a:lnTo>
                    <a:pt x="547" y="64333"/>
                  </a:lnTo>
                  <a:lnTo>
                    <a:pt x="17918" y="28574"/>
                  </a:lnTo>
                  <a:lnTo>
                    <a:pt x="52220" y="7143"/>
                  </a:lnTo>
                  <a:lnTo>
                    <a:pt x="96107" y="0"/>
                  </a:lnTo>
                  <a:lnTo>
                    <a:pt x="114371" y="595"/>
                  </a:lnTo>
                  <a:lnTo>
                    <a:pt x="130206" y="2476"/>
                  </a:lnTo>
                  <a:lnTo>
                    <a:pt x="143470" y="5786"/>
                  </a:lnTo>
                  <a:lnTo>
                    <a:pt x="154019" y="10667"/>
                  </a:lnTo>
                  <a:lnTo>
                    <a:pt x="154019" y="45719"/>
                  </a:lnTo>
                  <a:lnTo>
                    <a:pt x="141470" y="38600"/>
                  </a:lnTo>
                  <a:lnTo>
                    <a:pt x="126777" y="33337"/>
                  </a:lnTo>
                  <a:lnTo>
                    <a:pt x="110085" y="30075"/>
                  </a:lnTo>
                  <a:lnTo>
                    <a:pt x="91535" y="28955"/>
                  </a:lnTo>
                  <a:lnTo>
                    <a:pt x="85439" y="28955"/>
                  </a:lnTo>
                  <a:lnTo>
                    <a:pt x="77819" y="30479"/>
                  </a:lnTo>
                  <a:lnTo>
                    <a:pt x="71723" y="32003"/>
                  </a:lnTo>
                  <a:lnTo>
                    <a:pt x="64103" y="33527"/>
                  </a:lnTo>
                  <a:lnTo>
                    <a:pt x="58007" y="35051"/>
                  </a:lnTo>
                  <a:lnTo>
                    <a:pt x="51911" y="38099"/>
                  </a:lnTo>
                  <a:lnTo>
                    <a:pt x="47339" y="42671"/>
                  </a:lnTo>
                  <a:lnTo>
                    <a:pt x="42767" y="45719"/>
                  </a:lnTo>
                  <a:lnTo>
                    <a:pt x="39719" y="51815"/>
                  </a:lnTo>
                  <a:lnTo>
                    <a:pt x="35147" y="56387"/>
                  </a:lnTo>
                  <a:lnTo>
                    <a:pt x="33623" y="62483"/>
                  </a:lnTo>
                  <a:lnTo>
                    <a:pt x="33623" y="77819"/>
                  </a:lnTo>
                  <a:lnTo>
                    <a:pt x="35147" y="83915"/>
                  </a:lnTo>
                  <a:lnTo>
                    <a:pt x="38195" y="88487"/>
                  </a:lnTo>
                  <a:lnTo>
                    <a:pt x="39719" y="94583"/>
                  </a:lnTo>
                  <a:lnTo>
                    <a:pt x="44291" y="99155"/>
                  </a:lnTo>
                  <a:lnTo>
                    <a:pt x="48863" y="102203"/>
                  </a:lnTo>
                  <a:lnTo>
                    <a:pt x="61055" y="111347"/>
                  </a:lnTo>
                  <a:lnTo>
                    <a:pt x="68675" y="114395"/>
                  </a:lnTo>
                  <a:lnTo>
                    <a:pt x="73771" y="117824"/>
                  </a:lnTo>
                  <a:lnTo>
                    <a:pt x="79724" y="121253"/>
                  </a:lnTo>
                  <a:lnTo>
                    <a:pt x="93059" y="128111"/>
                  </a:lnTo>
                  <a:lnTo>
                    <a:pt x="100774" y="131564"/>
                  </a:lnTo>
                  <a:lnTo>
                    <a:pt x="107918" y="135159"/>
                  </a:lnTo>
                  <a:lnTo>
                    <a:pt x="114490" y="139041"/>
                  </a:lnTo>
                  <a:lnTo>
                    <a:pt x="120491" y="143351"/>
                  </a:lnTo>
                  <a:lnTo>
                    <a:pt x="127087" y="147065"/>
                  </a:lnTo>
                  <a:lnTo>
                    <a:pt x="160115" y="183070"/>
                  </a:lnTo>
                  <a:lnTo>
                    <a:pt x="166211" y="210502"/>
                  </a:lnTo>
                  <a:lnTo>
                    <a:pt x="165663" y="219598"/>
                  </a:lnTo>
                  <a:lnTo>
                    <a:pt x="148494" y="256603"/>
                  </a:lnTo>
                  <a:lnTo>
                    <a:pt x="114109" y="277472"/>
                  </a:lnTo>
                  <a:lnTo>
                    <a:pt x="105251" y="279177"/>
                  </a:lnTo>
                  <a:lnTo>
                    <a:pt x="96750" y="281177"/>
                  </a:lnTo>
                  <a:lnTo>
                    <a:pt x="87534" y="282606"/>
                  </a:lnTo>
                  <a:lnTo>
                    <a:pt x="78033" y="283463"/>
                  </a:lnTo>
                  <a:lnTo>
                    <a:pt x="59531" y="28374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7528" y="6588252"/>
              <a:ext cx="170783" cy="204406"/>
            </a:xfrm>
            <a:prstGeom prst="rect">
              <a:avLst/>
            </a:prstGeom>
          </p:spPr>
        </p:pic>
      </p:grpSp>
      <p:grpSp>
        <p:nvGrpSpPr>
          <p:cNvPr id="70" name="object 70" descr=""/>
          <p:cNvGrpSpPr/>
          <p:nvPr/>
        </p:nvGrpSpPr>
        <p:grpSpPr>
          <a:xfrm>
            <a:off x="4065555" y="6501288"/>
            <a:ext cx="360045" cy="287020"/>
            <a:chOff x="4065555" y="6501288"/>
            <a:chExt cx="360045" cy="287020"/>
          </a:xfrm>
        </p:grpSpPr>
        <p:pic>
          <p:nvPicPr>
            <p:cNvPr id="71" name="object 7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65555" y="6588252"/>
              <a:ext cx="289750" cy="199834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4384357" y="6501288"/>
              <a:ext cx="41275" cy="287020"/>
            </a:xfrm>
            <a:custGeom>
              <a:avLst/>
              <a:gdLst/>
              <a:ahLst/>
              <a:cxnLst/>
              <a:rect l="l" t="t" r="r" b="b"/>
              <a:pathLst>
                <a:path w="41275" h="287020">
                  <a:moveTo>
                    <a:pt x="25908" y="41148"/>
                  </a:moveTo>
                  <a:lnTo>
                    <a:pt x="15240" y="41148"/>
                  </a:lnTo>
                  <a:lnTo>
                    <a:pt x="10668" y="39624"/>
                  </a:lnTo>
                  <a:lnTo>
                    <a:pt x="3048" y="32004"/>
                  </a:lnTo>
                  <a:lnTo>
                    <a:pt x="0" y="27432"/>
                  </a:lnTo>
                  <a:lnTo>
                    <a:pt x="0" y="15240"/>
                  </a:lnTo>
                  <a:lnTo>
                    <a:pt x="6096" y="6096"/>
                  </a:lnTo>
                  <a:lnTo>
                    <a:pt x="15240" y="0"/>
                  </a:lnTo>
                  <a:lnTo>
                    <a:pt x="25908" y="0"/>
                  </a:lnTo>
                  <a:lnTo>
                    <a:pt x="32004" y="3048"/>
                  </a:lnTo>
                  <a:lnTo>
                    <a:pt x="39624" y="10668"/>
                  </a:lnTo>
                  <a:lnTo>
                    <a:pt x="41148" y="15240"/>
                  </a:lnTo>
                  <a:lnTo>
                    <a:pt x="41148" y="25908"/>
                  </a:lnTo>
                  <a:lnTo>
                    <a:pt x="39624" y="32004"/>
                  </a:lnTo>
                  <a:lnTo>
                    <a:pt x="35052" y="35052"/>
                  </a:lnTo>
                  <a:lnTo>
                    <a:pt x="32004" y="39624"/>
                  </a:lnTo>
                  <a:lnTo>
                    <a:pt x="25908" y="41148"/>
                  </a:lnTo>
                  <a:close/>
                </a:path>
                <a:path w="41275" h="287020">
                  <a:moveTo>
                    <a:pt x="36576" y="286797"/>
                  </a:moveTo>
                  <a:lnTo>
                    <a:pt x="4572" y="286797"/>
                  </a:lnTo>
                  <a:lnTo>
                    <a:pt x="4572" y="91535"/>
                  </a:lnTo>
                  <a:lnTo>
                    <a:pt x="36576" y="91535"/>
                  </a:lnTo>
                  <a:lnTo>
                    <a:pt x="36576" y="2867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4471225" y="6588252"/>
            <a:ext cx="427355" cy="250190"/>
            <a:chOff x="4471225" y="6588252"/>
            <a:chExt cx="427355" cy="250190"/>
          </a:xfrm>
        </p:grpSpPr>
        <p:pic>
          <p:nvPicPr>
            <p:cNvPr id="74" name="object 7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71225" y="6588252"/>
              <a:ext cx="146399" cy="204406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51248" y="6588252"/>
              <a:ext cx="170783" cy="204406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4844891" y="6743795"/>
              <a:ext cx="53340" cy="94615"/>
            </a:xfrm>
            <a:custGeom>
              <a:avLst/>
              <a:gdLst/>
              <a:ahLst/>
              <a:cxnLst/>
              <a:rect l="l" t="t" r="r" b="b"/>
              <a:pathLst>
                <a:path w="53339" h="94615">
                  <a:moveTo>
                    <a:pt x="22860" y="94583"/>
                  </a:moveTo>
                  <a:lnTo>
                    <a:pt x="0" y="94583"/>
                  </a:lnTo>
                  <a:lnTo>
                    <a:pt x="22860" y="0"/>
                  </a:lnTo>
                  <a:lnTo>
                    <a:pt x="53340" y="0"/>
                  </a:lnTo>
                  <a:lnTo>
                    <a:pt x="22860" y="9458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5032438" y="6513480"/>
            <a:ext cx="550545" cy="279400"/>
            <a:chOff x="5032438" y="6513480"/>
            <a:chExt cx="550545" cy="279400"/>
          </a:xfrm>
        </p:grpSpPr>
        <p:sp>
          <p:nvSpPr>
            <p:cNvPr id="78" name="object 78" descr=""/>
            <p:cNvSpPr/>
            <p:nvPr/>
          </p:nvSpPr>
          <p:spPr>
            <a:xfrm>
              <a:off x="5032438" y="6513480"/>
              <a:ext cx="357505" cy="274955"/>
            </a:xfrm>
            <a:custGeom>
              <a:avLst/>
              <a:gdLst/>
              <a:ahLst/>
              <a:cxnLst/>
              <a:rect l="l" t="t" r="r" b="b"/>
              <a:pathLst>
                <a:path w="357504" h="274954">
                  <a:moveTo>
                    <a:pt x="117443" y="274605"/>
                  </a:moveTo>
                  <a:lnTo>
                    <a:pt x="80867" y="274605"/>
                  </a:lnTo>
                  <a:lnTo>
                    <a:pt x="0" y="0"/>
                  </a:lnTo>
                  <a:lnTo>
                    <a:pt x="36671" y="0"/>
                  </a:lnTo>
                  <a:lnTo>
                    <a:pt x="94583" y="210502"/>
                  </a:lnTo>
                  <a:lnTo>
                    <a:pt x="99155" y="237934"/>
                  </a:lnTo>
                  <a:lnTo>
                    <a:pt x="128007" y="237934"/>
                  </a:lnTo>
                  <a:lnTo>
                    <a:pt x="117443" y="274605"/>
                  </a:lnTo>
                  <a:close/>
                </a:path>
                <a:path w="357504" h="274954">
                  <a:moveTo>
                    <a:pt x="128007" y="237934"/>
                  </a:moveTo>
                  <a:lnTo>
                    <a:pt x="99155" y="237934"/>
                  </a:lnTo>
                  <a:lnTo>
                    <a:pt x="100322" y="232791"/>
                  </a:lnTo>
                  <a:lnTo>
                    <a:pt x="101631" y="226504"/>
                  </a:lnTo>
                  <a:lnTo>
                    <a:pt x="103227" y="219075"/>
                  </a:lnTo>
                  <a:lnTo>
                    <a:pt x="105251" y="210502"/>
                  </a:lnTo>
                  <a:lnTo>
                    <a:pt x="166211" y="0"/>
                  </a:lnTo>
                  <a:lnTo>
                    <a:pt x="196786" y="0"/>
                  </a:lnTo>
                  <a:lnTo>
                    <a:pt x="209274" y="45720"/>
                  </a:lnTo>
                  <a:lnTo>
                    <a:pt x="180022" y="45720"/>
                  </a:lnTo>
                  <a:lnTo>
                    <a:pt x="175450" y="73247"/>
                  </a:lnTo>
                  <a:lnTo>
                    <a:pt x="128007" y="237934"/>
                  </a:lnTo>
                  <a:close/>
                </a:path>
                <a:path w="357504" h="274954">
                  <a:moveTo>
                    <a:pt x="289474" y="237934"/>
                  </a:moveTo>
                  <a:lnTo>
                    <a:pt x="260794" y="237934"/>
                  </a:lnTo>
                  <a:lnTo>
                    <a:pt x="261083" y="232791"/>
                  </a:lnTo>
                  <a:lnTo>
                    <a:pt x="261976" y="226504"/>
                  </a:lnTo>
                  <a:lnTo>
                    <a:pt x="263366" y="219717"/>
                  </a:lnTo>
                  <a:lnTo>
                    <a:pt x="265366" y="212026"/>
                  </a:lnTo>
                  <a:lnTo>
                    <a:pt x="321849" y="0"/>
                  </a:lnTo>
                  <a:lnTo>
                    <a:pt x="356901" y="0"/>
                  </a:lnTo>
                  <a:lnTo>
                    <a:pt x="289474" y="237934"/>
                  </a:lnTo>
                  <a:close/>
                </a:path>
                <a:path w="357504" h="274954">
                  <a:moveTo>
                    <a:pt x="279082" y="274605"/>
                  </a:moveTo>
                  <a:lnTo>
                    <a:pt x="240982" y="274605"/>
                  </a:lnTo>
                  <a:lnTo>
                    <a:pt x="184594" y="74771"/>
                  </a:lnTo>
                  <a:lnTo>
                    <a:pt x="183451" y="67874"/>
                  </a:lnTo>
                  <a:lnTo>
                    <a:pt x="182308" y="60817"/>
                  </a:lnTo>
                  <a:lnTo>
                    <a:pt x="181165" y="53473"/>
                  </a:lnTo>
                  <a:lnTo>
                    <a:pt x="180022" y="45720"/>
                  </a:lnTo>
                  <a:lnTo>
                    <a:pt x="209274" y="45720"/>
                  </a:lnTo>
                  <a:lnTo>
                    <a:pt x="254698" y="212026"/>
                  </a:lnTo>
                  <a:lnTo>
                    <a:pt x="256698" y="217789"/>
                  </a:lnTo>
                  <a:lnTo>
                    <a:pt x="258127" y="223837"/>
                  </a:lnTo>
                  <a:lnTo>
                    <a:pt x="258984" y="230457"/>
                  </a:lnTo>
                  <a:lnTo>
                    <a:pt x="259270" y="237934"/>
                  </a:lnTo>
                  <a:lnTo>
                    <a:pt x="289474" y="237934"/>
                  </a:lnTo>
                  <a:lnTo>
                    <a:pt x="279082" y="27460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12200" y="6588251"/>
              <a:ext cx="170783" cy="204406"/>
            </a:xfrm>
            <a:prstGeom prst="rect">
              <a:avLst/>
            </a:prstGeom>
          </p:spPr>
        </p:pic>
      </p:grpSp>
      <p:sp>
        <p:nvSpPr>
          <p:cNvPr id="80" name="object 80" descr=""/>
          <p:cNvSpPr/>
          <p:nvPr/>
        </p:nvSpPr>
        <p:spPr>
          <a:xfrm>
            <a:off x="5630322" y="6498240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40">
                <a:moveTo>
                  <a:pt x="32004" y="289845"/>
                </a:moveTo>
                <a:lnTo>
                  <a:pt x="0" y="289845"/>
                </a:lnTo>
                <a:lnTo>
                  <a:pt x="0" y="0"/>
                </a:lnTo>
                <a:lnTo>
                  <a:pt x="32004" y="0"/>
                </a:lnTo>
                <a:lnTo>
                  <a:pt x="32004" y="128111"/>
                </a:lnTo>
                <a:lnTo>
                  <a:pt x="54464" y="128111"/>
                </a:lnTo>
                <a:lnTo>
                  <a:pt x="32885" y="168925"/>
                </a:lnTo>
                <a:lnTo>
                  <a:pt x="32004" y="182975"/>
                </a:lnTo>
                <a:lnTo>
                  <a:pt x="32004" y="210502"/>
                </a:lnTo>
                <a:lnTo>
                  <a:pt x="47244" y="251650"/>
                </a:lnTo>
                <a:lnTo>
                  <a:pt x="59113" y="260794"/>
                </a:lnTo>
                <a:lnTo>
                  <a:pt x="32004" y="260794"/>
                </a:lnTo>
                <a:lnTo>
                  <a:pt x="32004" y="289845"/>
                </a:lnTo>
                <a:close/>
              </a:path>
              <a:path w="180339" h="294640">
                <a:moveTo>
                  <a:pt x="54464" y="128111"/>
                </a:moveTo>
                <a:lnTo>
                  <a:pt x="32004" y="128111"/>
                </a:lnTo>
                <a:lnTo>
                  <a:pt x="44838" y="111228"/>
                </a:lnTo>
                <a:lnTo>
                  <a:pt x="60388" y="99345"/>
                </a:lnTo>
                <a:lnTo>
                  <a:pt x="78509" y="92321"/>
                </a:lnTo>
                <a:lnTo>
                  <a:pt x="99060" y="90011"/>
                </a:lnTo>
                <a:lnTo>
                  <a:pt x="117403" y="91487"/>
                </a:lnTo>
                <a:lnTo>
                  <a:pt x="133433" y="96107"/>
                </a:lnTo>
                <a:lnTo>
                  <a:pt x="147159" y="104155"/>
                </a:lnTo>
                <a:lnTo>
                  <a:pt x="158591" y="115919"/>
                </a:lnTo>
                <a:lnTo>
                  <a:pt x="91440" y="115919"/>
                </a:lnTo>
                <a:lnTo>
                  <a:pt x="78533" y="117062"/>
                </a:lnTo>
                <a:lnTo>
                  <a:pt x="67056" y="120491"/>
                </a:lnTo>
                <a:lnTo>
                  <a:pt x="56721" y="126206"/>
                </a:lnTo>
                <a:lnTo>
                  <a:pt x="54464" y="128111"/>
                </a:lnTo>
                <a:close/>
              </a:path>
              <a:path w="180339" h="294640">
                <a:moveTo>
                  <a:pt x="152562" y="268414"/>
                </a:moveTo>
                <a:lnTo>
                  <a:pt x="86868" y="268414"/>
                </a:lnTo>
                <a:lnTo>
                  <a:pt x="100633" y="266985"/>
                </a:lnTo>
                <a:lnTo>
                  <a:pt x="112406" y="262699"/>
                </a:lnTo>
                <a:lnTo>
                  <a:pt x="138279" y="234124"/>
                </a:lnTo>
                <a:lnTo>
                  <a:pt x="147923" y="186118"/>
                </a:lnTo>
                <a:lnTo>
                  <a:pt x="147042" y="170037"/>
                </a:lnTo>
                <a:lnTo>
                  <a:pt x="132683" y="134207"/>
                </a:lnTo>
                <a:lnTo>
                  <a:pt x="91440" y="115919"/>
                </a:lnTo>
                <a:lnTo>
                  <a:pt x="158591" y="115919"/>
                </a:lnTo>
                <a:lnTo>
                  <a:pt x="167711" y="129874"/>
                </a:lnTo>
                <a:lnTo>
                  <a:pt x="174402" y="146411"/>
                </a:lnTo>
                <a:lnTo>
                  <a:pt x="178522" y="165251"/>
                </a:lnTo>
                <a:lnTo>
                  <a:pt x="179927" y="186118"/>
                </a:lnTo>
                <a:lnTo>
                  <a:pt x="178474" y="209216"/>
                </a:lnTo>
                <a:lnTo>
                  <a:pt x="174021" y="230314"/>
                </a:lnTo>
                <a:lnTo>
                  <a:pt x="166425" y="249126"/>
                </a:lnTo>
                <a:lnTo>
                  <a:pt x="155543" y="265366"/>
                </a:lnTo>
                <a:lnTo>
                  <a:pt x="152562" y="268414"/>
                </a:lnTo>
                <a:close/>
              </a:path>
              <a:path w="180339" h="294640">
                <a:moveTo>
                  <a:pt x="89916" y="294417"/>
                </a:moveTo>
                <a:lnTo>
                  <a:pt x="72509" y="292378"/>
                </a:lnTo>
                <a:lnTo>
                  <a:pt x="56959" y="286178"/>
                </a:lnTo>
                <a:lnTo>
                  <a:pt x="43410" y="275692"/>
                </a:lnTo>
                <a:lnTo>
                  <a:pt x="32004" y="260794"/>
                </a:lnTo>
                <a:lnTo>
                  <a:pt x="59113" y="260794"/>
                </a:lnTo>
                <a:lnTo>
                  <a:pt x="64770" y="264033"/>
                </a:lnTo>
                <a:lnTo>
                  <a:pt x="75104" y="267295"/>
                </a:lnTo>
                <a:lnTo>
                  <a:pt x="86868" y="268414"/>
                </a:lnTo>
                <a:lnTo>
                  <a:pt x="152562" y="268414"/>
                </a:lnTo>
                <a:lnTo>
                  <a:pt x="142931" y="278263"/>
                </a:lnTo>
                <a:lnTo>
                  <a:pt x="127873" y="287321"/>
                </a:lnTo>
                <a:lnTo>
                  <a:pt x="110242" y="292664"/>
                </a:lnTo>
                <a:lnTo>
                  <a:pt x="89916" y="2944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5971883" y="6513233"/>
            <a:ext cx="139065" cy="274320"/>
          </a:xfrm>
          <a:custGeom>
            <a:avLst/>
            <a:gdLst/>
            <a:ahLst/>
            <a:cxnLst/>
            <a:rect l="l" t="t" r="r" b="b"/>
            <a:pathLst>
              <a:path w="139064" h="274320">
                <a:moveTo>
                  <a:pt x="138785" y="0"/>
                </a:moveTo>
                <a:lnTo>
                  <a:pt x="0" y="0"/>
                </a:lnTo>
                <a:lnTo>
                  <a:pt x="0" y="29210"/>
                </a:lnTo>
                <a:lnTo>
                  <a:pt x="0" y="123190"/>
                </a:lnTo>
                <a:lnTo>
                  <a:pt x="0" y="152400"/>
                </a:lnTo>
                <a:lnTo>
                  <a:pt x="0" y="274320"/>
                </a:lnTo>
                <a:lnTo>
                  <a:pt x="32004" y="274320"/>
                </a:lnTo>
                <a:lnTo>
                  <a:pt x="32004" y="152400"/>
                </a:lnTo>
                <a:lnTo>
                  <a:pt x="131165" y="152400"/>
                </a:lnTo>
                <a:lnTo>
                  <a:pt x="131165" y="123190"/>
                </a:lnTo>
                <a:lnTo>
                  <a:pt x="32004" y="123190"/>
                </a:lnTo>
                <a:lnTo>
                  <a:pt x="32004" y="29210"/>
                </a:lnTo>
                <a:lnTo>
                  <a:pt x="138785" y="29210"/>
                </a:lnTo>
                <a:lnTo>
                  <a:pt x="138785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6159436" y="6588252"/>
            <a:ext cx="278130" cy="204470"/>
            <a:chOff x="6159436" y="6588252"/>
            <a:chExt cx="278130" cy="204470"/>
          </a:xfrm>
        </p:grpSpPr>
        <p:pic>
          <p:nvPicPr>
            <p:cNvPr id="83" name="object 8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59436" y="6588252"/>
              <a:ext cx="102203" cy="199834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81451" y="6588252"/>
              <a:ext cx="155543" cy="204406"/>
            </a:xfrm>
            <a:prstGeom prst="rect">
              <a:avLst/>
            </a:prstGeom>
          </p:spPr>
        </p:pic>
      </p:grpSp>
      <p:sp>
        <p:nvSpPr>
          <p:cNvPr id="85" name="object 85" descr=""/>
          <p:cNvSpPr/>
          <p:nvPr/>
        </p:nvSpPr>
        <p:spPr>
          <a:xfrm>
            <a:off x="6495002" y="6588252"/>
            <a:ext cx="279400" cy="200025"/>
          </a:xfrm>
          <a:custGeom>
            <a:avLst/>
            <a:gdLst/>
            <a:ahLst/>
            <a:cxnLst/>
            <a:rect l="l" t="t" r="r" b="b"/>
            <a:pathLst>
              <a:path w="279400" h="200025">
                <a:moveTo>
                  <a:pt x="53636" y="35052"/>
                </a:moveTo>
                <a:lnTo>
                  <a:pt x="32004" y="35052"/>
                </a:lnTo>
                <a:lnTo>
                  <a:pt x="43673" y="19288"/>
                </a:lnTo>
                <a:lnTo>
                  <a:pt x="57923" y="8382"/>
                </a:lnTo>
                <a:lnTo>
                  <a:pt x="74478" y="2047"/>
                </a:lnTo>
                <a:lnTo>
                  <a:pt x="93059" y="0"/>
                </a:lnTo>
                <a:lnTo>
                  <a:pt x="103036" y="595"/>
                </a:lnTo>
                <a:lnTo>
                  <a:pt x="141065" y="23431"/>
                </a:lnTo>
                <a:lnTo>
                  <a:pt x="142571" y="25908"/>
                </a:lnTo>
                <a:lnTo>
                  <a:pt x="79248" y="25908"/>
                </a:lnTo>
                <a:lnTo>
                  <a:pt x="69508" y="27027"/>
                </a:lnTo>
                <a:lnTo>
                  <a:pt x="60769" y="30289"/>
                </a:lnTo>
                <a:lnTo>
                  <a:pt x="53636" y="35052"/>
                </a:lnTo>
                <a:close/>
              </a:path>
              <a:path w="279400" h="200025">
                <a:moveTo>
                  <a:pt x="173477" y="39624"/>
                </a:moveTo>
                <a:lnTo>
                  <a:pt x="149447" y="39624"/>
                </a:lnTo>
                <a:lnTo>
                  <a:pt x="161163" y="22502"/>
                </a:lnTo>
                <a:lnTo>
                  <a:pt x="175736" y="10096"/>
                </a:lnTo>
                <a:lnTo>
                  <a:pt x="193167" y="2547"/>
                </a:lnTo>
                <a:lnTo>
                  <a:pt x="213455" y="0"/>
                </a:lnTo>
                <a:lnTo>
                  <a:pt x="241751" y="4881"/>
                </a:lnTo>
                <a:lnTo>
                  <a:pt x="262306" y="19621"/>
                </a:lnTo>
                <a:lnTo>
                  <a:pt x="265491" y="25908"/>
                </a:lnTo>
                <a:lnTo>
                  <a:pt x="202787" y="25908"/>
                </a:lnTo>
                <a:lnTo>
                  <a:pt x="193690" y="27051"/>
                </a:lnTo>
                <a:lnTo>
                  <a:pt x="184880" y="30480"/>
                </a:lnTo>
                <a:lnTo>
                  <a:pt x="176641" y="36195"/>
                </a:lnTo>
                <a:lnTo>
                  <a:pt x="173477" y="39624"/>
                </a:lnTo>
                <a:close/>
              </a:path>
              <a:path w="279400" h="200025">
                <a:moveTo>
                  <a:pt x="32004" y="199834"/>
                </a:moveTo>
                <a:lnTo>
                  <a:pt x="0" y="199834"/>
                </a:lnTo>
                <a:lnTo>
                  <a:pt x="0" y="4572"/>
                </a:lnTo>
                <a:lnTo>
                  <a:pt x="32004" y="4572"/>
                </a:lnTo>
                <a:lnTo>
                  <a:pt x="32004" y="35052"/>
                </a:lnTo>
                <a:lnTo>
                  <a:pt x="53636" y="35052"/>
                </a:lnTo>
                <a:lnTo>
                  <a:pt x="32861" y="75247"/>
                </a:lnTo>
                <a:lnTo>
                  <a:pt x="32103" y="86868"/>
                </a:lnTo>
                <a:lnTo>
                  <a:pt x="32004" y="199834"/>
                </a:lnTo>
                <a:close/>
              </a:path>
              <a:path w="279400" h="200025">
                <a:moveTo>
                  <a:pt x="155543" y="199834"/>
                </a:moveTo>
                <a:lnTo>
                  <a:pt x="123539" y="199834"/>
                </a:lnTo>
                <a:lnTo>
                  <a:pt x="123539" y="83820"/>
                </a:lnTo>
                <a:lnTo>
                  <a:pt x="120704" y="58697"/>
                </a:lnTo>
                <a:lnTo>
                  <a:pt x="112287" y="40576"/>
                </a:lnTo>
                <a:lnTo>
                  <a:pt x="98424" y="29598"/>
                </a:lnTo>
                <a:lnTo>
                  <a:pt x="79248" y="25908"/>
                </a:lnTo>
                <a:lnTo>
                  <a:pt x="142571" y="25908"/>
                </a:lnTo>
                <a:lnTo>
                  <a:pt x="145684" y="31027"/>
                </a:lnTo>
                <a:lnTo>
                  <a:pt x="149447" y="39624"/>
                </a:lnTo>
                <a:lnTo>
                  <a:pt x="173477" y="39624"/>
                </a:lnTo>
                <a:lnTo>
                  <a:pt x="156400" y="76128"/>
                </a:lnTo>
                <a:lnTo>
                  <a:pt x="155649" y="86868"/>
                </a:lnTo>
                <a:lnTo>
                  <a:pt x="155543" y="199834"/>
                </a:lnTo>
                <a:close/>
              </a:path>
              <a:path w="279400" h="200025">
                <a:moveTo>
                  <a:pt x="279082" y="199834"/>
                </a:moveTo>
                <a:lnTo>
                  <a:pt x="247078" y="199834"/>
                </a:lnTo>
                <a:lnTo>
                  <a:pt x="246956" y="83820"/>
                </a:lnTo>
                <a:lnTo>
                  <a:pt x="246483" y="71985"/>
                </a:lnTo>
                <a:lnTo>
                  <a:pt x="230942" y="33623"/>
                </a:lnTo>
                <a:lnTo>
                  <a:pt x="202787" y="25908"/>
                </a:lnTo>
                <a:lnTo>
                  <a:pt x="265491" y="25908"/>
                </a:lnTo>
                <a:lnTo>
                  <a:pt x="274842" y="44362"/>
                </a:lnTo>
                <a:lnTo>
                  <a:pt x="279082" y="79248"/>
                </a:lnTo>
                <a:lnTo>
                  <a:pt x="279082" y="1998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6" name="object 86" descr=""/>
          <p:cNvGrpSpPr/>
          <p:nvPr/>
        </p:nvGrpSpPr>
        <p:grpSpPr>
          <a:xfrm>
            <a:off x="6819709" y="6588252"/>
            <a:ext cx="680720" cy="204470"/>
            <a:chOff x="6819709" y="6588252"/>
            <a:chExt cx="680720" cy="204470"/>
          </a:xfrm>
        </p:grpSpPr>
        <p:pic>
          <p:nvPicPr>
            <p:cNvPr id="87" name="object 8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19709" y="6588252"/>
              <a:ext cx="170878" cy="204406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010495" y="6592824"/>
              <a:ext cx="274955" cy="195580"/>
            </a:xfrm>
            <a:custGeom>
              <a:avLst/>
              <a:gdLst/>
              <a:ahLst/>
              <a:cxnLst/>
              <a:rect l="l" t="t" r="r" b="b"/>
              <a:pathLst>
                <a:path w="274954" h="195579">
                  <a:moveTo>
                    <a:pt x="214979" y="195262"/>
                  </a:moveTo>
                  <a:lnTo>
                    <a:pt x="182975" y="195262"/>
                  </a:lnTo>
                  <a:lnTo>
                    <a:pt x="143351" y="54864"/>
                  </a:lnTo>
                  <a:lnTo>
                    <a:pt x="141827" y="50292"/>
                  </a:lnTo>
                  <a:lnTo>
                    <a:pt x="140303" y="44195"/>
                  </a:lnTo>
                  <a:lnTo>
                    <a:pt x="140303" y="36576"/>
                  </a:lnTo>
                  <a:lnTo>
                    <a:pt x="138779" y="36576"/>
                  </a:lnTo>
                  <a:lnTo>
                    <a:pt x="138779" y="41148"/>
                  </a:lnTo>
                  <a:lnTo>
                    <a:pt x="137255" y="47244"/>
                  </a:lnTo>
                  <a:lnTo>
                    <a:pt x="134207" y="54864"/>
                  </a:lnTo>
                  <a:lnTo>
                    <a:pt x="91440" y="195262"/>
                  </a:lnTo>
                  <a:lnTo>
                    <a:pt x="59436" y="195262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73152" y="146399"/>
                  </a:lnTo>
                  <a:lnTo>
                    <a:pt x="74676" y="150971"/>
                  </a:lnTo>
                  <a:lnTo>
                    <a:pt x="76200" y="157067"/>
                  </a:lnTo>
                  <a:lnTo>
                    <a:pt x="76200" y="164687"/>
                  </a:lnTo>
                  <a:lnTo>
                    <a:pt x="77724" y="164687"/>
                  </a:lnTo>
                  <a:lnTo>
                    <a:pt x="77724" y="158591"/>
                  </a:lnTo>
                  <a:lnTo>
                    <a:pt x="80772" y="146399"/>
                  </a:lnTo>
                  <a:lnTo>
                    <a:pt x="126492" y="0"/>
                  </a:lnTo>
                  <a:lnTo>
                    <a:pt x="155543" y="0"/>
                  </a:lnTo>
                  <a:lnTo>
                    <a:pt x="195167" y="146399"/>
                  </a:lnTo>
                  <a:lnTo>
                    <a:pt x="196691" y="150971"/>
                  </a:lnTo>
                  <a:lnTo>
                    <a:pt x="198215" y="157067"/>
                  </a:lnTo>
                  <a:lnTo>
                    <a:pt x="198215" y="164687"/>
                  </a:lnTo>
                  <a:lnTo>
                    <a:pt x="199739" y="164687"/>
                  </a:lnTo>
                  <a:lnTo>
                    <a:pt x="199739" y="160115"/>
                  </a:lnTo>
                  <a:lnTo>
                    <a:pt x="201263" y="154019"/>
                  </a:lnTo>
                  <a:lnTo>
                    <a:pt x="202787" y="146399"/>
                  </a:lnTo>
                  <a:lnTo>
                    <a:pt x="243935" y="0"/>
                  </a:lnTo>
                  <a:lnTo>
                    <a:pt x="274510" y="0"/>
                  </a:lnTo>
                  <a:lnTo>
                    <a:pt x="214979" y="19526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07865" y="6588252"/>
              <a:ext cx="192119" cy="204406"/>
            </a:xfrm>
            <a:prstGeom prst="rect">
              <a:avLst/>
            </a:prstGeom>
          </p:spPr>
        </p:pic>
      </p:grpSp>
      <p:grpSp>
        <p:nvGrpSpPr>
          <p:cNvPr id="90" name="object 90" descr=""/>
          <p:cNvGrpSpPr/>
          <p:nvPr/>
        </p:nvGrpSpPr>
        <p:grpSpPr>
          <a:xfrm>
            <a:off x="7550277" y="6498240"/>
            <a:ext cx="299085" cy="290195"/>
            <a:chOff x="7550277" y="6498240"/>
            <a:chExt cx="299085" cy="290195"/>
          </a:xfrm>
        </p:grpSpPr>
        <p:pic>
          <p:nvPicPr>
            <p:cNvPr id="91" name="object 9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50277" y="6588252"/>
              <a:ext cx="102203" cy="199834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7687532" y="6498240"/>
              <a:ext cx="161925" cy="290195"/>
            </a:xfrm>
            <a:custGeom>
              <a:avLst/>
              <a:gdLst/>
              <a:ahLst/>
              <a:cxnLst/>
              <a:rect l="l" t="t" r="r" b="b"/>
              <a:pathLst>
                <a:path w="161925" h="290195">
                  <a:moveTo>
                    <a:pt x="161734" y="289845"/>
                  </a:moveTo>
                  <a:lnTo>
                    <a:pt x="117443" y="289845"/>
                  </a:lnTo>
                  <a:lnTo>
                    <a:pt x="32099" y="195262"/>
                  </a:lnTo>
                  <a:lnTo>
                    <a:pt x="30575" y="195262"/>
                  </a:lnTo>
                  <a:lnTo>
                    <a:pt x="30575" y="289845"/>
                  </a:lnTo>
                  <a:lnTo>
                    <a:pt x="0" y="289845"/>
                  </a:lnTo>
                  <a:lnTo>
                    <a:pt x="0" y="0"/>
                  </a:lnTo>
                  <a:lnTo>
                    <a:pt x="30575" y="0"/>
                  </a:lnTo>
                  <a:lnTo>
                    <a:pt x="30575" y="182975"/>
                  </a:lnTo>
                  <a:lnTo>
                    <a:pt x="32099" y="182975"/>
                  </a:lnTo>
                  <a:lnTo>
                    <a:pt x="112871" y="94583"/>
                  </a:lnTo>
                  <a:lnTo>
                    <a:pt x="154114" y="94583"/>
                  </a:lnTo>
                  <a:lnTo>
                    <a:pt x="64103" y="189166"/>
                  </a:lnTo>
                  <a:lnTo>
                    <a:pt x="161734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/>
          <p:nvPr/>
        </p:nvSpPr>
        <p:spPr>
          <a:xfrm>
            <a:off x="8123777" y="1851850"/>
            <a:ext cx="419734" cy="2941320"/>
          </a:xfrm>
          <a:custGeom>
            <a:avLst/>
            <a:gdLst/>
            <a:ahLst/>
            <a:cxnLst/>
            <a:rect l="l" t="t" r="r" b="b"/>
            <a:pathLst>
              <a:path w="419734" h="2941320">
                <a:moveTo>
                  <a:pt x="0" y="0"/>
                </a:moveTo>
                <a:lnTo>
                  <a:pt x="55689" y="5969"/>
                </a:lnTo>
                <a:lnTo>
                  <a:pt x="105632" y="22828"/>
                </a:lnTo>
                <a:lnTo>
                  <a:pt x="147875" y="49006"/>
                </a:lnTo>
                <a:lnTo>
                  <a:pt x="180467" y="82930"/>
                </a:lnTo>
                <a:lnTo>
                  <a:pt x="201453" y="123031"/>
                </a:lnTo>
                <a:lnTo>
                  <a:pt x="208883" y="167735"/>
                </a:lnTo>
                <a:lnTo>
                  <a:pt x="208883" y="1301114"/>
                </a:lnTo>
                <a:lnTo>
                  <a:pt x="214460" y="1339797"/>
                </a:lnTo>
                <a:lnTo>
                  <a:pt x="230338" y="1375386"/>
                </a:lnTo>
                <a:lnTo>
                  <a:pt x="255234" y="1406839"/>
                </a:lnTo>
                <a:lnTo>
                  <a:pt x="287869" y="1433115"/>
                </a:lnTo>
                <a:lnTo>
                  <a:pt x="326959" y="1453173"/>
                </a:lnTo>
                <a:lnTo>
                  <a:pt x="371225" y="1465971"/>
                </a:lnTo>
                <a:lnTo>
                  <a:pt x="419385" y="1470469"/>
                </a:lnTo>
                <a:lnTo>
                  <a:pt x="363543" y="1476438"/>
                </a:lnTo>
                <a:lnTo>
                  <a:pt x="313291" y="1493301"/>
                </a:lnTo>
                <a:lnTo>
                  <a:pt x="270664" y="1519487"/>
                </a:lnTo>
                <a:lnTo>
                  <a:pt x="237698" y="1553428"/>
                </a:lnTo>
                <a:lnTo>
                  <a:pt x="216426" y="1593555"/>
                </a:lnTo>
                <a:lnTo>
                  <a:pt x="208883" y="1638300"/>
                </a:lnTo>
                <a:lnTo>
                  <a:pt x="208883" y="2771679"/>
                </a:lnTo>
                <a:lnTo>
                  <a:pt x="201453" y="2816529"/>
                </a:lnTo>
                <a:lnTo>
                  <a:pt x="180467" y="2856921"/>
                </a:lnTo>
                <a:lnTo>
                  <a:pt x="147875" y="2891206"/>
                </a:lnTo>
                <a:lnTo>
                  <a:pt x="105632" y="2917736"/>
                </a:lnTo>
                <a:lnTo>
                  <a:pt x="55689" y="2934863"/>
                </a:lnTo>
                <a:lnTo>
                  <a:pt x="0" y="2940939"/>
                </a:lnTo>
              </a:path>
            </a:pathLst>
          </a:custGeom>
          <a:ln w="350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8662022" y="2896742"/>
            <a:ext cx="1167130" cy="386080"/>
          </a:xfrm>
          <a:custGeom>
            <a:avLst/>
            <a:gdLst/>
            <a:ahLst/>
            <a:cxnLst/>
            <a:rect l="l" t="t" r="r" b="b"/>
            <a:pathLst>
              <a:path w="1167129" h="386079">
                <a:moveTo>
                  <a:pt x="318808" y="259283"/>
                </a:moveTo>
                <a:lnTo>
                  <a:pt x="291376" y="259283"/>
                </a:lnTo>
                <a:lnTo>
                  <a:pt x="291376" y="283756"/>
                </a:lnTo>
                <a:lnTo>
                  <a:pt x="291376" y="340144"/>
                </a:lnTo>
                <a:lnTo>
                  <a:pt x="97637" y="340144"/>
                </a:lnTo>
                <a:lnTo>
                  <a:pt x="97637" y="283756"/>
                </a:lnTo>
                <a:lnTo>
                  <a:pt x="291376" y="283756"/>
                </a:lnTo>
                <a:lnTo>
                  <a:pt x="291376" y="259283"/>
                </a:lnTo>
                <a:lnTo>
                  <a:pt x="70205" y="259283"/>
                </a:lnTo>
                <a:lnTo>
                  <a:pt x="70205" y="381393"/>
                </a:lnTo>
                <a:lnTo>
                  <a:pt x="97637" y="381393"/>
                </a:lnTo>
                <a:lnTo>
                  <a:pt x="97637" y="364528"/>
                </a:lnTo>
                <a:lnTo>
                  <a:pt x="291376" y="364528"/>
                </a:lnTo>
                <a:lnTo>
                  <a:pt x="291376" y="381393"/>
                </a:lnTo>
                <a:lnTo>
                  <a:pt x="318808" y="381393"/>
                </a:lnTo>
                <a:lnTo>
                  <a:pt x="318808" y="364528"/>
                </a:lnTo>
                <a:lnTo>
                  <a:pt x="318808" y="340144"/>
                </a:lnTo>
                <a:lnTo>
                  <a:pt x="318808" y="283756"/>
                </a:lnTo>
                <a:lnTo>
                  <a:pt x="318808" y="259283"/>
                </a:lnTo>
                <a:close/>
              </a:path>
              <a:path w="1167129" h="386079">
                <a:moveTo>
                  <a:pt x="366052" y="50292"/>
                </a:moveTo>
                <a:lnTo>
                  <a:pt x="204419" y="50292"/>
                </a:lnTo>
                <a:lnTo>
                  <a:pt x="221183" y="39624"/>
                </a:lnTo>
                <a:lnTo>
                  <a:pt x="213194" y="28727"/>
                </a:lnTo>
                <a:lnTo>
                  <a:pt x="205371" y="18669"/>
                </a:lnTo>
                <a:lnTo>
                  <a:pt x="197815" y="9194"/>
                </a:lnTo>
                <a:lnTo>
                  <a:pt x="190703" y="0"/>
                </a:lnTo>
                <a:lnTo>
                  <a:pt x="163271" y="16764"/>
                </a:lnTo>
                <a:lnTo>
                  <a:pt x="170738" y="25654"/>
                </a:lnTo>
                <a:lnTo>
                  <a:pt x="177368" y="34099"/>
                </a:lnTo>
                <a:lnTo>
                  <a:pt x="183413" y="42278"/>
                </a:lnTo>
                <a:lnTo>
                  <a:pt x="189179" y="50292"/>
                </a:lnTo>
                <a:lnTo>
                  <a:pt x="24485" y="50292"/>
                </a:lnTo>
                <a:lnTo>
                  <a:pt x="24485" y="122021"/>
                </a:lnTo>
                <a:lnTo>
                  <a:pt x="51917" y="122021"/>
                </a:lnTo>
                <a:lnTo>
                  <a:pt x="51917" y="76301"/>
                </a:lnTo>
                <a:lnTo>
                  <a:pt x="337096" y="76301"/>
                </a:lnTo>
                <a:lnTo>
                  <a:pt x="337096" y="122021"/>
                </a:lnTo>
                <a:lnTo>
                  <a:pt x="366052" y="122021"/>
                </a:lnTo>
                <a:lnTo>
                  <a:pt x="366052" y="76301"/>
                </a:lnTo>
                <a:lnTo>
                  <a:pt x="366052" y="50292"/>
                </a:lnTo>
                <a:close/>
              </a:path>
              <a:path w="1167129" h="386079">
                <a:moveTo>
                  <a:pt x="385864" y="218135"/>
                </a:moveTo>
                <a:lnTo>
                  <a:pt x="341871" y="216750"/>
                </a:lnTo>
                <a:lnTo>
                  <a:pt x="301421" y="212801"/>
                </a:lnTo>
                <a:lnTo>
                  <a:pt x="231851" y="198323"/>
                </a:lnTo>
                <a:lnTo>
                  <a:pt x="255727" y="184607"/>
                </a:lnTo>
                <a:lnTo>
                  <a:pt x="256743" y="184010"/>
                </a:lnTo>
                <a:lnTo>
                  <a:pt x="278942" y="168554"/>
                </a:lnTo>
                <a:lnTo>
                  <a:pt x="298488" y="152019"/>
                </a:lnTo>
                <a:lnTo>
                  <a:pt x="315760" y="134213"/>
                </a:lnTo>
                <a:lnTo>
                  <a:pt x="315760" y="109829"/>
                </a:lnTo>
                <a:lnTo>
                  <a:pt x="274523" y="109829"/>
                </a:lnTo>
                <a:lnTo>
                  <a:pt x="274523" y="134213"/>
                </a:lnTo>
                <a:lnTo>
                  <a:pt x="258521" y="148513"/>
                </a:lnTo>
                <a:lnTo>
                  <a:pt x="240233" y="161696"/>
                </a:lnTo>
                <a:lnTo>
                  <a:pt x="219659" y="173723"/>
                </a:lnTo>
                <a:lnTo>
                  <a:pt x="196799" y="184607"/>
                </a:lnTo>
                <a:lnTo>
                  <a:pt x="176428" y="173939"/>
                </a:lnTo>
                <a:lnTo>
                  <a:pt x="158496" y="162267"/>
                </a:lnTo>
                <a:lnTo>
                  <a:pt x="142532" y="149161"/>
                </a:lnTo>
                <a:lnTo>
                  <a:pt x="139877" y="146405"/>
                </a:lnTo>
                <a:lnTo>
                  <a:pt x="128117" y="134213"/>
                </a:lnTo>
                <a:lnTo>
                  <a:pt x="274523" y="134213"/>
                </a:lnTo>
                <a:lnTo>
                  <a:pt x="274523" y="109829"/>
                </a:lnTo>
                <a:lnTo>
                  <a:pt x="138785" y="109829"/>
                </a:lnTo>
                <a:lnTo>
                  <a:pt x="143408" y="104990"/>
                </a:lnTo>
                <a:lnTo>
                  <a:pt x="148018" y="99733"/>
                </a:lnTo>
                <a:lnTo>
                  <a:pt x="152590" y="94183"/>
                </a:lnTo>
                <a:lnTo>
                  <a:pt x="157175" y="88493"/>
                </a:lnTo>
                <a:lnTo>
                  <a:pt x="128117" y="77825"/>
                </a:lnTo>
                <a:lnTo>
                  <a:pt x="108064" y="102920"/>
                </a:lnTo>
                <a:lnTo>
                  <a:pt x="84302" y="127749"/>
                </a:lnTo>
                <a:lnTo>
                  <a:pt x="56616" y="151942"/>
                </a:lnTo>
                <a:lnTo>
                  <a:pt x="24485" y="175463"/>
                </a:lnTo>
                <a:lnTo>
                  <a:pt x="35534" y="186131"/>
                </a:lnTo>
                <a:lnTo>
                  <a:pt x="40347" y="191312"/>
                </a:lnTo>
                <a:lnTo>
                  <a:pt x="44297" y="196799"/>
                </a:lnTo>
                <a:lnTo>
                  <a:pt x="60007" y="185077"/>
                </a:lnTo>
                <a:lnTo>
                  <a:pt x="75158" y="172783"/>
                </a:lnTo>
                <a:lnTo>
                  <a:pt x="89725" y="159893"/>
                </a:lnTo>
                <a:lnTo>
                  <a:pt x="103733" y="146405"/>
                </a:lnTo>
                <a:lnTo>
                  <a:pt x="116027" y="160743"/>
                </a:lnTo>
                <a:lnTo>
                  <a:pt x="130035" y="173926"/>
                </a:lnTo>
                <a:lnTo>
                  <a:pt x="145783" y="185928"/>
                </a:lnTo>
                <a:lnTo>
                  <a:pt x="163271" y="196799"/>
                </a:lnTo>
                <a:lnTo>
                  <a:pt x="128079" y="207365"/>
                </a:lnTo>
                <a:lnTo>
                  <a:pt x="89065" y="216230"/>
                </a:lnTo>
                <a:lnTo>
                  <a:pt x="46329" y="223367"/>
                </a:lnTo>
                <a:lnTo>
                  <a:pt x="0" y="228803"/>
                </a:lnTo>
                <a:lnTo>
                  <a:pt x="4368" y="235661"/>
                </a:lnTo>
                <a:lnTo>
                  <a:pt x="8280" y="242519"/>
                </a:lnTo>
                <a:lnTo>
                  <a:pt x="11887" y="249377"/>
                </a:lnTo>
                <a:lnTo>
                  <a:pt x="15341" y="256235"/>
                </a:lnTo>
                <a:lnTo>
                  <a:pt x="67056" y="248488"/>
                </a:lnTo>
                <a:lnTo>
                  <a:pt x="114642" y="238899"/>
                </a:lnTo>
                <a:lnTo>
                  <a:pt x="157937" y="227291"/>
                </a:lnTo>
                <a:lnTo>
                  <a:pt x="196799" y="213563"/>
                </a:lnTo>
                <a:lnTo>
                  <a:pt x="233121" y="226110"/>
                </a:lnTo>
                <a:lnTo>
                  <a:pt x="273608" y="236232"/>
                </a:lnTo>
                <a:lnTo>
                  <a:pt x="318389" y="243776"/>
                </a:lnTo>
                <a:lnTo>
                  <a:pt x="367576" y="248615"/>
                </a:lnTo>
                <a:lnTo>
                  <a:pt x="372148" y="240626"/>
                </a:lnTo>
                <a:lnTo>
                  <a:pt x="376720" y="232803"/>
                </a:lnTo>
                <a:lnTo>
                  <a:pt x="381292" y="225247"/>
                </a:lnTo>
                <a:lnTo>
                  <a:pt x="385864" y="218135"/>
                </a:lnTo>
                <a:close/>
              </a:path>
              <a:path w="1167129" h="386079">
                <a:moveTo>
                  <a:pt x="744296" y="61061"/>
                </a:moveTo>
                <a:lnTo>
                  <a:pt x="713816" y="61061"/>
                </a:lnTo>
                <a:lnTo>
                  <a:pt x="713816" y="88493"/>
                </a:lnTo>
                <a:lnTo>
                  <a:pt x="713816" y="183083"/>
                </a:lnTo>
                <a:lnTo>
                  <a:pt x="472821" y="183083"/>
                </a:lnTo>
                <a:lnTo>
                  <a:pt x="472821" y="88493"/>
                </a:lnTo>
                <a:lnTo>
                  <a:pt x="713816" y="88493"/>
                </a:lnTo>
                <a:lnTo>
                  <a:pt x="713816" y="61061"/>
                </a:lnTo>
                <a:lnTo>
                  <a:pt x="600938" y="61061"/>
                </a:lnTo>
                <a:lnTo>
                  <a:pt x="620750" y="48780"/>
                </a:lnTo>
                <a:lnTo>
                  <a:pt x="611606" y="35610"/>
                </a:lnTo>
                <a:lnTo>
                  <a:pt x="602462" y="23444"/>
                </a:lnTo>
                <a:lnTo>
                  <a:pt x="593318" y="12128"/>
                </a:lnTo>
                <a:lnTo>
                  <a:pt x="584174" y="1524"/>
                </a:lnTo>
                <a:lnTo>
                  <a:pt x="556653" y="16764"/>
                </a:lnTo>
                <a:lnTo>
                  <a:pt x="572541" y="38874"/>
                </a:lnTo>
                <a:lnTo>
                  <a:pt x="580097" y="49809"/>
                </a:lnTo>
                <a:lnTo>
                  <a:pt x="587222" y="61061"/>
                </a:lnTo>
                <a:lnTo>
                  <a:pt x="442341" y="61061"/>
                </a:lnTo>
                <a:lnTo>
                  <a:pt x="442264" y="183083"/>
                </a:lnTo>
                <a:lnTo>
                  <a:pt x="439229" y="237286"/>
                </a:lnTo>
                <a:lnTo>
                  <a:pt x="429958" y="285610"/>
                </a:lnTo>
                <a:lnTo>
                  <a:pt x="414655" y="326504"/>
                </a:lnTo>
                <a:lnTo>
                  <a:pt x="393484" y="359956"/>
                </a:lnTo>
                <a:lnTo>
                  <a:pt x="409981" y="379984"/>
                </a:lnTo>
                <a:lnTo>
                  <a:pt x="438048" y="350164"/>
                </a:lnTo>
                <a:lnTo>
                  <a:pt x="455104" y="309092"/>
                </a:lnTo>
                <a:lnTo>
                  <a:pt x="466140" y="262597"/>
                </a:lnTo>
                <a:lnTo>
                  <a:pt x="471297" y="210515"/>
                </a:lnTo>
                <a:lnTo>
                  <a:pt x="713816" y="210515"/>
                </a:lnTo>
                <a:lnTo>
                  <a:pt x="713816" y="230327"/>
                </a:lnTo>
                <a:lnTo>
                  <a:pt x="744296" y="230327"/>
                </a:lnTo>
                <a:lnTo>
                  <a:pt x="744296" y="210515"/>
                </a:lnTo>
                <a:lnTo>
                  <a:pt x="744296" y="183083"/>
                </a:lnTo>
                <a:lnTo>
                  <a:pt x="744296" y="88493"/>
                </a:lnTo>
                <a:lnTo>
                  <a:pt x="744296" y="61061"/>
                </a:lnTo>
                <a:close/>
              </a:path>
              <a:path w="1167129" h="386079">
                <a:moveTo>
                  <a:pt x="846493" y="270040"/>
                </a:moveTo>
                <a:lnTo>
                  <a:pt x="840524" y="231673"/>
                </a:lnTo>
                <a:lnTo>
                  <a:pt x="834250" y="196608"/>
                </a:lnTo>
                <a:lnTo>
                  <a:pt x="827976" y="164680"/>
                </a:lnTo>
                <a:lnTo>
                  <a:pt x="822007" y="135737"/>
                </a:lnTo>
                <a:lnTo>
                  <a:pt x="796099" y="141833"/>
                </a:lnTo>
                <a:lnTo>
                  <a:pt x="802703" y="171869"/>
                </a:lnTo>
                <a:lnTo>
                  <a:pt x="808799" y="204228"/>
                </a:lnTo>
                <a:lnTo>
                  <a:pt x="814755" y="239903"/>
                </a:lnTo>
                <a:lnTo>
                  <a:pt x="820483" y="277660"/>
                </a:lnTo>
                <a:lnTo>
                  <a:pt x="846493" y="270040"/>
                </a:lnTo>
                <a:close/>
              </a:path>
              <a:path w="1167129" h="386079">
                <a:moveTo>
                  <a:pt x="883069" y="62585"/>
                </a:moveTo>
                <a:lnTo>
                  <a:pt x="874763" y="47904"/>
                </a:lnTo>
                <a:lnTo>
                  <a:pt x="865733" y="33540"/>
                </a:lnTo>
                <a:lnTo>
                  <a:pt x="855853" y="19202"/>
                </a:lnTo>
                <a:lnTo>
                  <a:pt x="844969" y="4572"/>
                </a:lnTo>
                <a:lnTo>
                  <a:pt x="822007" y="18288"/>
                </a:lnTo>
                <a:lnTo>
                  <a:pt x="832929" y="34023"/>
                </a:lnTo>
                <a:lnTo>
                  <a:pt x="842670" y="49199"/>
                </a:lnTo>
                <a:lnTo>
                  <a:pt x="851255" y="63804"/>
                </a:lnTo>
                <a:lnTo>
                  <a:pt x="858685" y="77825"/>
                </a:lnTo>
                <a:lnTo>
                  <a:pt x="883069" y="62585"/>
                </a:lnTo>
                <a:close/>
              </a:path>
              <a:path w="1167129" h="386079">
                <a:moveTo>
                  <a:pt x="918121" y="286804"/>
                </a:moveTo>
                <a:lnTo>
                  <a:pt x="909828" y="288848"/>
                </a:lnTo>
                <a:lnTo>
                  <a:pt x="900976" y="290614"/>
                </a:lnTo>
                <a:lnTo>
                  <a:pt x="891540" y="292379"/>
                </a:lnTo>
                <a:lnTo>
                  <a:pt x="881545" y="294424"/>
                </a:lnTo>
                <a:lnTo>
                  <a:pt x="890968" y="246672"/>
                </a:lnTo>
                <a:lnTo>
                  <a:pt x="898626" y="204609"/>
                </a:lnTo>
                <a:lnTo>
                  <a:pt x="904684" y="167208"/>
                </a:lnTo>
                <a:lnTo>
                  <a:pt x="908977" y="135737"/>
                </a:lnTo>
                <a:lnTo>
                  <a:pt x="881545" y="131165"/>
                </a:lnTo>
                <a:lnTo>
                  <a:pt x="877493" y="162153"/>
                </a:lnTo>
                <a:lnTo>
                  <a:pt x="872020" y="200418"/>
                </a:lnTo>
                <a:lnTo>
                  <a:pt x="864831" y="246380"/>
                </a:lnTo>
                <a:lnTo>
                  <a:pt x="855637" y="300520"/>
                </a:lnTo>
                <a:lnTo>
                  <a:pt x="839952" y="303072"/>
                </a:lnTo>
                <a:lnTo>
                  <a:pt x="785431" y="312712"/>
                </a:lnTo>
                <a:lnTo>
                  <a:pt x="791527" y="341668"/>
                </a:lnTo>
                <a:lnTo>
                  <a:pt x="918121" y="314236"/>
                </a:lnTo>
                <a:lnTo>
                  <a:pt x="918121" y="294424"/>
                </a:lnTo>
                <a:lnTo>
                  <a:pt x="918121" y="286804"/>
                </a:lnTo>
                <a:close/>
              </a:path>
              <a:path w="1167129" h="386079">
                <a:moveTo>
                  <a:pt x="921169" y="80873"/>
                </a:moveTo>
                <a:lnTo>
                  <a:pt x="790003" y="80873"/>
                </a:lnTo>
                <a:lnTo>
                  <a:pt x="790003" y="106781"/>
                </a:lnTo>
                <a:lnTo>
                  <a:pt x="921169" y="106781"/>
                </a:lnTo>
                <a:lnTo>
                  <a:pt x="921169" y="80873"/>
                </a:lnTo>
                <a:close/>
              </a:path>
              <a:path w="1167129" h="386079">
                <a:moveTo>
                  <a:pt x="1139291" y="27432"/>
                </a:moveTo>
                <a:lnTo>
                  <a:pt x="1111859" y="27432"/>
                </a:lnTo>
                <a:lnTo>
                  <a:pt x="1111859" y="90017"/>
                </a:lnTo>
                <a:lnTo>
                  <a:pt x="1052334" y="90017"/>
                </a:lnTo>
                <a:lnTo>
                  <a:pt x="1052334" y="3048"/>
                </a:lnTo>
                <a:lnTo>
                  <a:pt x="1024902" y="3048"/>
                </a:lnTo>
                <a:lnTo>
                  <a:pt x="1024902" y="90017"/>
                </a:lnTo>
                <a:lnTo>
                  <a:pt x="965365" y="90017"/>
                </a:lnTo>
                <a:lnTo>
                  <a:pt x="965365" y="27432"/>
                </a:lnTo>
                <a:lnTo>
                  <a:pt x="939457" y="27432"/>
                </a:lnTo>
                <a:lnTo>
                  <a:pt x="939457" y="112877"/>
                </a:lnTo>
                <a:lnTo>
                  <a:pt x="1111859" y="112877"/>
                </a:lnTo>
                <a:lnTo>
                  <a:pt x="1111859" y="125069"/>
                </a:lnTo>
                <a:lnTo>
                  <a:pt x="1139291" y="125069"/>
                </a:lnTo>
                <a:lnTo>
                  <a:pt x="1139291" y="90017"/>
                </a:lnTo>
                <a:lnTo>
                  <a:pt x="1139291" y="27432"/>
                </a:lnTo>
                <a:close/>
              </a:path>
              <a:path w="1167129" h="386079">
                <a:moveTo>
                  <a:pt x="1166723" y="149453"/>
                </a:moveTo>
                <a:lnTo>
                  <a:pt x="919645" y="149453"/>
                </a:lnTo>
                <a:lnTo>
                  <a:pt x="919645" y="175463"/>
                </a:lnTo>
                <a:lnTo>
                  <a:pt x="1023378" y="175463"/>
                </a:lnTo>
                <a:lnTo>
                  <a:pt x="1014234" y="216611"/>
                </a:lnTo>
                <a:lnTo>
                  <a:pt x="928789" y="216611"/>
                </a:lnTo>
                <a:lnTo>
                  <a:pt x="928789" y="379869"/>
                </a:lnTo>
                <a:lnTo>
                  <a:pt x="954697" y="379869"/>
                </a:lnTo>
                <a:lnTo>
                  <a:pt x="954697" y="239471"/>
                </a:lnTo>
                <a:lnTo>
                  <a:pt x="992898" y="239471"/>
                </a:lnTo>
                <a:lnTo>
                  <a:pt x="992898" y="358432"/>
                </a:lnTo>
                <a:lnTo>
                  <a:pt x="1018806" y="358432"/>
                </a:lnTo>
                <a:lnTo>
                  <a:pt x="1018806" y="239471"/>
                </a:lnTo>
                <a:lnTo>
                  <a:pt x="1056906" y="239471"/>
                </a:lnTo>
                <a:lnTo>
                  <a:pt x="1056906" y="359956"/>
                </a:lnTo>
                <a:lnTo>
                  <a:pt x="1082814" y="359956"/>
                </a:lnTo>
                <a:lnTo>
                  <a:pt x="1082814" y="239471"/>
                </a:lnTo>
                <a:lnTo>
                  <a:pt x="1122527" y="239471"/>
                </a:lnTo>
                <a:lnTo>
                  <a:pt x="1122527" y="344716"/>
                </a:lnTo>
                <a:lnTo>
                  <a:pt x="1117955" y="349288"/>
                </a:lnTo>
                <a:lnTo>
                  <a:pt x="1110246" y="349288"/>
                </a:lnTo>
                <a:lnTo>
                  <a:pt x="1103617" y="349046"/>
                </a:lnTo>
                <a:lnTo>
                  <a:pt x="1090955" y="348005"/>
                </a:lnTo>
                <a:lnTo>
                  <a:pt x="1084338" y="347764"/>
                </a:lnTo>
                <a:lnTo>
                  <a:pt x="1086599" y="353999"/>
                </a:lnTo>
                <a:lnTo>
                  <a:pt x="1088720" y="361111"/>
                </a:lnTo>
                <a:lnTo>
                  <a:pt x="1090549" y="368808"/>
                </a:lnTo>
                <a:lnTo>
                  <a:pt x="1091958" y="376821"/>
                </a:lnTo>
                <a:lnTo>
                  <a:pt x="1119479" y="376821"/>
                </a:lnTo>
                <a:lnTo>
                  <a:pt x="1147724" y="349288"/>
                </a:lnTo>
                <a:lnTo>
                  <a:pt x="1148435" y="343192"/>
                </a:lnTo>
                <a:lnTo>
                  <a:pt x="1148435" y="239471"/>
                </a:lnTo>
                <a:lnTo>
                  <a:pt x="1148435" y="216611"/>
                </a:lnTo>
                <a:lnTo>
                  <a:pt x="1041666" y="216611"/>
                </a:lnTo>
                <a:lnTo>
                  <a:pt x="1052334" y="175463"/>
                </a:lnTo>
                <a:lnTo>
                  <a:pt x="1166723" y="175463"/>
                </a:lnTo>
                <a:lnTo>
                  <a:pt x="1166723" y="1494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8665172" y="3372713"/>
            <a:ext cx="774700" cy="380365"/>
          </a:xfrm>
          <a:custGeom>
            <a:avLst/>
            <a:gdLst/>
            <a:ahLst/>
            <a:cxnLst/>
            <a:rect l="l" t="t" r="r" b="b"/>
            <a:pathLst>
              <a:path w="774700" h="380364">
                <a:moveTo>
                  <a:pt x="129540" y="77724"/>
                </a:moveTo>
                <a:lnTo>
                  <a:pt x="83820" y="77724"/>
                </a:lnTo>
                <a:lnTo>
                  <a:pt x="83820" y="3048"/>
                </a:lnTo>
                <a:lnTo>
                  <a:pt x="54864" y="3048"/>
                </a:lnTo>
                <a:lnTo>
                  <a:pt x="54864" y="77724"/>
                </a:lnTo>
                <a:lnTo>
                  <a:pt x="4572" y="77724"/>
                </a:lnTo>
                <a:lnTo>
                  <a:pt x="4572" y="103720"/>
                </a:lnTo>
                <a:lnTo>
                  <a:pt x="54864" y="103720"/>
                </a:lnTo>
                <a:lnTo>
                  <a:pt x="54864" y="186029"/>
                </a:lnTo>
                <a:lnTo>
                  <a:pt x="41148" y="190360"/>
                </a:lnTo>
                <a:lnTo>
                  <a:pt x="13716" y="198488"/>
                </a:lnTo>
                <a:lnTo>
                  <a:pt x="0" y="202882"/>
                </a:lnTo>
                <a:lnTo>
                  <a:pt x="3048" y="234886"/>
                </a:lnTo>
                <a:lnTo>
                  <a:pt x="16497" y="230314"/>
                </a:lnTo>
                <a:lnTo>
                  <a:pt x="54864" y="216598"/>
                </a:lnTo>
                <a:lnTo>
                  <a:pt x="54864" y="335572"/>
                </a:lnTo>
                <a:lnTo>
                  <a:pt x="50292" y="341668"/>
                </a:lnTo>
                <a:lnTo>
                  <a:pt x="38100" y="341668"/>
                </a:lnTo>
                <a:lnTo>
                  <a:pt x="31788" y="341401"/>
                </a:lnTo>
                <a:lnTo>
                  <a:pt x="24193" y="340715"/>
                </a:lnTo>
                <a:lnTo>
                  <a:pt x="4572" y="338620"/>
                </a:lnTo>
                <a:lnTo>
                  <a:pt x="9144" y="370624"/>
                </a:lnTo>
                <a:lnTo>
                  <a:pt x="20002" y="371475"/>
                </a:lnTo>
                <a:lnTo>
                  <a:pt x="29718" y="371767"/>
                </a:lnTo>
                <a:lnTo>
                  <a:pt x="38290" y="371475"/>
                </a:lnTo>
                <a:lnTo>
                  <a:pt x="81508" y="348119"/>
                </a:lnTo>
                <a:lnTo>
                  <a:pt x="83820" y="331000"/>
                </a:lnTo>
                <a:lnTo>
                  <a:pt x="83820" y="216598"/>
                </a:lnTo>
                <a:lnTo>
                  <a:pt x="83820" y="207454"/>
                </a:lnTo>
                <a:lnTo>
                  <a:pt x="117462" y="197091"/>
                </a:lnTo>
                <a:lnTo>
                  <a:pt x="128016" y="193649"/>
                </a:lnTo>
                <a:lnTo>
                  <a:pt x="128016" y="176885"/>
                </a:lnTo>
                <a:lnTo>
                  <a:pt x="128016" y="163156"/>
                </a:lnTo>
                <a:lnTo>
                  <a:pt x="83820" y="176885"/>
                </a:lnTo>
                <a:lnTo>
                  <a:pt x="83820" y="103720"/>
                </a:lnTo>
                <a:lnTo>
                  <a:pt x="129540" y="103720"/>
                </a:lnTo>
                <a:lnTo>
                  <a:pt x="129540" y="77724"/>
                </a:lnTo>
                <a:close/>
              </a:path>
              <a:path w="774700" h="380364">
                <a:moveTo>
                  <a:pt x="381190" y="347764"/>
                </a:moveTo>
                <a:lnTo>
                  <a:pt x="322694" y="325843"/>
                </a:lnTo>
                <a:lnTo>
                  <a:pt x="274421" y="295846"/>
                </a:lnTo>
                <a:lnTo>
                  <a:pt x="292709" y="276034"/>
                </a:lnTo>
                <a:lnTo>
                  <a:pt x="298157" y="270129"/>
                </a:lnTo>
                <a:lnTo>
                  <a:pt x="318884" y="240969"/>
                </a:lnTo>
                <a:lnTo>
                  <a:pt x="336448" y="208368"/>
                </a:lnTo>
                <a:lnTo>
                  <a:pt x="350710" y="172300"/>
                </a:lnTo>
                <a:lnTo>
                  <a:pt x="350710" y="149440"/>
                </a:lnTo>
                <a:lnTo>
                  <a:pt x="318706" y="149440"/>
                </a:lnTo>
                <a:lnTo>
                  <a:pt x="318706" y="173824"/>
                </a:lnTo>
                <a:lnTo>
                  <a:pt x="306971" y="202704"/>
                </a:lnTo>
                <a:lnTo>
                  <a:pt x="292214" y="229539"/>
                </a:lnTo>
                <a:lnTo>
                  <a:pt x="274307" y="254076"/>
                </a:lnTo>
                <a:lnTo>
                  <a:pt x="253085" y="276034"/>
                </a:lnTo>
                <a:lnTo>
                  <a:pt x="234835" y="254292"/>
                </a:lnTo>
                <a:lnTo>
                  <a:pt x="219176" y="230111"/>
                </a:lnTo>
                <a:lnTo>
                  <a:pt x="206362" y="203339"/>
                </a:lnTo>
                <a:lnTo>
                  <a:pt x="196697" y="173824"/>
                </a:lnTo>
                <a:lnTo>
                  <a:pt x="318706" y="173824"/>
                </a:lnTo>
                <a:lnTo>
                  <a:pt x="318706" y="149440"/>
                </a:lnTo>
                <a:lnTo>
                  <a:pt x="269849" y="149440"/>
                </a:lnTo>
                <a:lnTo>
                  <a:pt x="269849" y="89916"/>
                </a:lnTo>
                <a:lnTo>
                  <a:pt x="373570" y="89916"/>
                </a:lnTo>
                <a:lnTo>
                  <a:pt x="373570" y="62484"/>
                </a:lnTo>
                <a:lnTo>
                  <a:pt x="269849" y="62484"/>
                </a:lnTo>
                <a:lnTo>
                  <a:pt x="269849" y="1524"/>
                </a:lnTo>
                <a:lnTo>
                  <a:pt x="239369" y="1524"/>
                </a:lnTo>
                <a:lnTo>
                  <a:pt x="239369" y="62484"/>
                </a:lnTo>
                <a:lnTo>
                  <a:pt x="140296" y="62484"/>
                </a:lnTo>
                <a:lnTo>
                  <a:pt x="140296" y="89916"/>
                </a:lnTo>
                <a:lnTo>
                  <a:pt x="239369" y="89916"/>
                </a:lnTo>
                <a:lnTo>
                  <a:pt x="239369" y="149440"/>
                </a:lnTo>
                <a:lnTo>
                  <a:pt x="141833" y="149440"/>
                </a:lnTo>
                <a:lnTo>
                  <a:pt x="141833" y="173824"/>
                </a:lnTo>
                <a:lnTo>
                  <a:pt x="166217" y="173824"/>
                </a:lnTo>
                <a:lnTo>
                  <a:pt x="178574" y="209867"/>
                </a:lnTo>
                <a:lnTo>
                  <a:pt x="193078" y="242303"/>
                </a:lnTo>
                <a:lnTo>
                  <a:pt x="210146" y="271005"/>
                </a:lnTo>
                <a:lnTo>
                  <a:pt x="230225" y="295846"/>
                </a:lnTo>
                <a:lnTo>
                  <a:pt x="204838" y="312432"/>
                </a:lnTo>
                <a:lnTo>
                  <a:pt x="176872" y="327558"/>
                </a:lnTo>
                <a:lnTo>
                  <a:pt x="146596" y="340944"/>
                </a:lnTo>
                <a:lnTo>
                  <a:pt x="114300" y="352336"/>
                </a:lnTo>
                <a:lnTo>
                  <a:pt x="124777" y="367195"/>
                </a:lnTo>
                <a:lnTo>
                  <a:pt x="129514" y="373761"/>
                </a:lnTo>
                <a:lnTo>
                  <a:pt x="134112" y="379768"/>
                </a:lnTo>
                <a:lnTo>
                  <a:pt x="166433" y="366115"/>
                </a:lnTo>
                <a:lnTo>
                  <a:pt x="196875" y="350621"/>
                </a:lnTo>
                <a:lnTo>
                  <a:pt x="225285" y="333679"/>
                </a:lnTo>
                <a:lnTo>
                  <a:pt x="251561" y="315760"/>
                </a:lnTo>
                <a:lnTo>
                  <a:pt x="274472" y="333209"/>
                </a:lnTo>
                <a:lnTo>
                  <a:pt x="299643" y="349097"/>
                </a:lnTo>
                <a:lnTo>
                  <a:pt x="327088" y="363550"/>
                </a:lnTo>
                <a:lnTo>
                  <a:pt x="356806" y="376720"/>
                </a:lnTo>
                <a:lnTo>
                  <a:pt x="361784" y="370624"/>
                </a:lnTo>
                <a:lnTo>
                  <a:pt x="367855" y="363385"/>
                </a:lnTo>
                <a:lnTo>
                  <a:pt x="381190" y="347764"/>
                </a:lnTo>
                <a:close/>
              </a:path>
              <a:path w="774700" h="380364">
                <a:moveTo>
                  <a:pt x="719797" y="54864"/>
                </a:moveTo>
                <a:lnTo>
                  <a:pt x="703757" y="41427"/>
                </a:lnTo>
                <a:lnTo>
                  <a:pt x="687565" y="28575"/>
                </a:lnTo>
                <a:lnTo>
                  <a:pt x="671080" y="16281"/>
                </a:lnTo>
                <a:lnTo>
                  <a:pt x="654177" y="4572"/>
                </a:lnTo>
                <a:lnTo>
                  <a:pt x="634365" y="27432"/>
                </a:lnTo>
                <a:lnTo>
                  <a:pt x="651014" y="39382"/>
                </a:lnTo>
                <a:lnTo>
                  <a:pt x="666953" y="52197"/>
                </a:lnTo>
                <a:lnTo>
                  <a:pt x="698461" y="79248"/>
                </a:lnTo>
                <a:lnTo>
                  <a:pt x="719797" y="54864"/>
                </a:lnTo>
                <a:close/>
              </a:path>
              <a:path w="774700" h="380364">
                <a:moveTo>
                  <a:pt x="774674" y="300418"/>
                </a:moveTo>
                <a:lnTo>
                  <a:pt x="736041" y="275564"/>
                </a:lnTo>
                <a:lnTo>
                  <a:pt x="700557" y="245008"/>
                </a:lnTo>
                <a:lnTo>
                  <a:pt x="668058" y="208889"/>
                </a:lnTo>
                <a:lnTo>
                  <a:pt x="638416" y="167335"/>
                </a:lnTo>
                <a:lnTo>
                  <a:pt x="622896" y="140296"/>
                </a:lnTo>
                <a:lnTo>
                  <a:pt x="611505" y="120484"/>
                </a:lnTo>
                <a:lnTo>
                  <a:pt x="763993" y="120484"/>
                </a:lnTo>
                <a:lnTo>
                  <a:pt x="763993" y="91440"/>
                </a:lnTo>
                <a:lnTo>
                  <a:pt x="597789" y="91440"/>
                </a:lnTo>
                <a:lnTo>
                  <a:pt x="597789" y="0"/>
                </a:lnTo>
                <a:lnTo>
                  <a:pt x="567309" y="0"/>
                </a:lnTo>
                <a:lnTo>
                  <a:pt x="567309" y="91440"/>
                </a:lnTo>
                <a:lnTo>
                  <a:pt x="401002" y="91440"/>
                </a:lnTo>
                <a:lnTo>
                  <a:pt x="401002" y="120484"/>
                </a:lnTo>
                <a:lnTo>
                  <a:pt x="551967" y="120484"/>
                </a:lnTo>
                <a:lnTo>
                  <a:pt x="525792" y="163830"/>
                </a:lnTo>
                <a:lnTo>
                  <a:pt x="496544" y="204190"/>
                </a:lnTo>
                <a:lnTo>
                  <a:pt x="464058" y="241490"/>
                </a:lnTo>
                <a:lnTo>
                  <a:pt x="428294" y="275564"/>
                </a:lnTo>
                <a:lnTo>
                  <a:pt x="388810" y="306616"/>
                </a:lnTo>
                <a:lnTo>
                  <a:pt x="395147" y="315201"/>
                </a:lnTo>
                <a:lnTo>
                  <a:pt x="400621" y="322808"/>
                </a:lnTo>
                <a:lnTo>
                  <a:pt x="405523" y="329539"/>
                </a:lnTo>
                <a:lnTo>
                  <a:pt x="410146" y="335572"/>
                </a:lnTo>
                <a:lnTo>
                  <a:pt x="449338" y="302069"/>
                </a:lnTo>
                <a:lnTo>
                  <a:pt x="484568" y="265722"/>
                </a:lnTo>
                <a:lnTo>
                  <a:pt x="515924" y="226606"/>
                </a:lnTo>
                <a:lnTo>
                  <a:pt x="543471" y="184772"/>
                </a:lnTo>
                <a:lnTo>
                  <a:pt x="567309" y="140296"/>
                </a:lnTo>
                <a:lnTo>
                  <a:pt x="567309" y="376720"/>
                </a:lnTo>
                <a:lnTo>
                  <a:pt x="597789" y="376720"/>
                </a:lnTo>
                <a:lnTo>
                  <a:pt x="597789" y="140296"/>
                </a:lnTo>
                <a:lnTo>
                  <a:pt x="622122" y="187515"/>
                </a:lnTo>
                <a:lnTo>
                  <a:pt x="649465" y="230263"/>
                </a:lnTo>
                <a:lnTo>
                  <a:pt x="679881" y="268465"/>
                </a:lnTo>
                <a:lnTo>
                  <a:pt x="713460" y="302069"/>
                </a:lnTo>
                <a:lnTo>
                  <a:pt x="750277" y="331000"/>
                </a:lnTo>
                <a:lnTo>
                  <a:pt x="756018" y="323875"/>
                </a:lnTo>
                <a:lnTo>
                  <a:pt x="761898" y="316318"/>
                </a:lnTo>
                <a:lnTo>
                  <a:pt x="768070" y="308444"/>
                </a:lnTo>
                <a:lnTo>
                  <a:pt x="774674" y="300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8123777" y="4960620"/>
            <a:ext cx="419734" cy="1849120"/>
          </a:xfrm>
          <a:custGeom>
            <a:avLst/>
            <a:gdLst/>
            <a:ahLst/>
            <a:cxnLst/>
            <a:rect l="l" t="t" r="r" b="b"/>
            <a:pathLst>
              <a:path w="419734" h="1849120">
                <a:moveTo>
                  <a:pt x="0" y="0"/>
                </a:moveTo>
                <a:lnTo>
                  <a:pt x="55689" y="4494"/>
                </a:lnTo>
                <a:lnTo>
                  <a:pt x="105632" y="17162"/>
                </a:lnTo>
                <a:lnTo>
                  <a:pt x="147875" y="36778"/>
                </a:lnTo>
                <a:lnTo>
                  <a:pt x="180467" y="62117"/>
                </a:lnTo>
                <a:lnTo>
                  <a:pt x="208883" y="125063"/>
                </a:lnTo>
                <a:lnTo>
                  <a:pt x="208883" y="797814"/>
                </a:lnTo>
                <a:lnTo>
                  <a:pt x="216426" y="831532"/>
                </a:lnTo>
                <a:lnTo>
                  <a:pt x="270664" y="887396"/>
                </a:lnTo>
                <a:lnTo>
                  <a:pt x="313291" y="907160"/>
                </a:lnTo>
                <a:lnTo>
                  <a:pt x="363543" y="919892"/>
                </a:lnTo>
                <a:lnTo>
                  <a:pt x="419385" y="924401"/>
                </a:lnTo>
                <a:lnTo>
                  <a:pt x="363543" y="928896"/>
                </a:lnTo>
                <a:lnTo>
                  <a:pt x="313291" y="941563"/>
                </a:lnTo>
                <a:lnTo>
                  <a:pt x="270664" y="961179"/>
                </a:lnTo>
                <a:lnTo>
                  <a:pt x="237698" y="986518"/>
                </a:lnTo>
                <a:lnTo>
                  <a:pt x="208883" y="1049464"/>
                </a:lnTo>
                <a:lnTo>
                  <a:pt x="208883" y="1722215"/>
                </a:lnTo>
                <a:lnTo>
                  <a:pt x="201453" y="1755933"/>
                </a:lnTo>
                <a:lnTo>
                  <a:pt x="180467" y="1786191"/>
                </a:lnTo>
                <a:lnTo>
                  <a:pt x="147875" y="1811797"/>
                </a:lnTo>
                <a:lnTo>
                  <a:pt x="105632" y="1831562"/>
                </a:lnTo>
                <a:lnTo>
                  <a:pt x="55689" y="1844294"/>
                </a:lnTo>
                <a:lnTo>
                  <a:pt x="0" y="1848802"/>
                </a:lnTo>
              </a:path>
            </a:pathLst>
          </a:custGeom>
          <a:ln w="350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8666696" y="5460974"/>
            <a:ext cx="1162050" cy="384810"/>
          </a:xfrm>
          <a:custGeom>
            <a:avLst/>
            <a:gdLst/>
            <a:ahLst/>
            <a:cxnLst/>
            <a:rect l="l" t="t" r="r" b="b"/>
            <a:pathLst>
              <a:path w="1162050" h="384810">
                <a:moveTo>
                  <a:pt x="134112" y="25908"/>
                </a:moveTo>
                <a:lnTo>
                  <a:pt x="106680" y="25908"/>
                </a:lnTo>
                <a:lnTo>
                  <a:pt x="106680" y="50292"/>
                </a:lnTo>
                <a:lnTo>
                  <a:pt x="106680" y="125069"/>
                </a:lnTo>
                <a:lnTo>
                  <a:pt x="106680" y="147929"/>
                </a:lnTo>
                <a:lnTo>
                  <a:pt x="106680" y="222694"/>
                </a:lnTo>
                <a:lnTo>
                  <a:pt x="53340" y="222694"/>
                </a:lnTo>
                <a:lnTo>
                  <a:pt x="53340" y="147929"/>
                </a:lnTo>
                <a:lnTo>
                  <a:pt x="106680" y="147929"/>
                </a:lnTo>
                <a:lnTo>
                  <a:pt x="106680" y="125069"/>
                </a:lnTo>
                <a:lnTo>
                  <a:pt x="53340" y="125069"/>
                </a:lnTo>
                <a:lnTo>
                  <a:pt x="53340" y="50292"/>
                </a:lnTo>
                <a:lnTo>
                  <a:pt x="106680" y="50292"/>
                </a:lnTo>
                <a:lnTo>
                  <a:pt x="106680" y="25908"/>
                </a:lnTo>
                <a:lnTo>
                  <a:pt x="25908" y="25908"/>
                </a:lnTo>
                <a:lnTo>
                  <a:pt x="25908" y="247078"/>
                </a:lnTo>
                <a:lnTo>
                  <a:pt x="24218" y="280809"/>
                </a:lnTo>
                <a:lnTo>
                  <a:pt x="19240" y="310794"/>
                </a:lnTo>
                <a:lnTo>
                  <a:pt x="11125" y="336753"/>
                </a:lnTo>
                <a:lnTo>
                  <a:pt x="0" y="358432"/>
                </a:lnTo>
                <a:lnTo>
                  <a:pt x="6337" y="363905"/>
                </a:lnTo>
                <a:lnTo>
                  <a:pt x="11811" y="369100"/>
                </a:lnTo>
                <a:lnTo>
                  <a:pt x="16713" y="374281"/>
                </a:lnTo>
                <a:lnTo>
                  <a:pt x="21336" y="379768"/>
                </a:lnTo>
                <a:lnTo>
                  <a:pt x="35979" y="354304"/>
                </a:lnTo>
                <a:lnTo>
                  <a:pt x="45910" y="323557"/>
                </a:lnTo>
                <a:lnTo>
                  <a:pt x="51549" y="287350"/>
                </a:lnTo>
                <a:lnTo>
                  <a:pt x="53340" y="245554"/>
                </a:lnTo>
                <a:lnTo>
                  <a:pt x="106680" y="245554"/>
                </a:lnTo>
                <a:lnTo>
                  <a:pt x="106680" y="344716"/>
                </a:lnTo>
                <a:lnTo>
                  <a:pt x="102108" y="349288"/>
                </a:lnTo>
                <a:lnTo>
                  <a:pt x="91440" y="349288"/>
                </a:lnTo>
                <a:lnTo>
                  <a:pt x="84061" y="349021"/>
                </a:lnTo>
                <a:lnTo>
                  <a:pt x="75819" y="348335"/>
                </a:lnTo>
                <a:lnTo>
                  <a:pt x="67005" y="347357"/>
                </a:lnTo>
                <a:lnTo>
                  <a:pt x="57912" y="346240"/>
                </a:lnTo>
                <a:lnTo>
                  <a:pt x="58966" y="353326"/>
                </a:lnTo>
                <a:lnTo>
                  <a:pt x="60198" y="361099"/>
                </a:lnTo>
                <a:lnTo>
                  <a:pt x="61341" y="367665"/>
                </a:lnTo>
                <a:lnTo>
                  <a:pt x="62484" y="373672"/>
                </a:lnTo>
                <a:lnTo>
                  <a:pt x="70764" y="373900"/>
                </a:lnTo>
                <a:lnTo>
                  <a:pt x="89052" y="374954"/>
                </a:lnTo>
                <a:lnTo>
                  <a:pt x="131851" y="353326"/>
                </a:lnTo>
                <a:lnTo>
                  <a:pt x="132410" y="349288"/>
                </a:lnTo>
                <a:lnTo>
                  <a:pt x="134112" y="337096"/>
                </a:lnTo>
                <a:lnTo>
                  <a:pt x="134112" y="50292"/>
                </a:lnTo>
                <a:lnTo>
                  <a:pt x="134112" y="25908"/>
                </a:lnTo>
                <a:close/>
              </a:path>
              <a:path w="1162050" h="384810">
                <a:moveTo>
                  <a:pt x="382714" y="352336"/>
                </a:moveTo>
                <a:lnTo>
                  <a:pt x="336994" y="331381"/>
                </a:lnTo>
                <a:lnTo>
                  <a:pt x="300418" y="303568"/>
                </a:lnTo>
                <a:lnTo>
                  <a:pt x="315925" y="282130"/>
                </a:lnTo>
                <a:lnTo>
                  <a:pt x="319303" y="277456"/>
                </a:lnTo>
                <a:lnTo>
                  <a:pt x="334899" y="249377"/>
                </a:lnTo>
                <a:lnTo>
                  <a:pt x="347357" y="219024"/>
                </a:lnTo>
                <a:lnTo>
                  <a:pt x="355930" y="189166"/>
                </a:lnTo>
                <a:lnTo>
                  <a:pt x="356806" y="186118"/>
                </a:lnTo>
                <a:lnTo>
                  <a:pt x="356806" y="164693"/>
                </a:lnTo>
                <a:lnTo>
                  <a:pt x="326326" y="164693"/>
                </a:lnTo>
                <a:lnTo>
                  <a:pt x="326326" y="189166"/>
                </a:lnTo>
                <a:lnTo>
                  <a:pt x="318325" y="215480"/>
                </a:lnTo>
                <a:lnTo>
                  <a:pt x="308038" y="239649"/>
                </a:lnTo>
                <a:lnTo>
                  <a:pt x="295465" y="261823"/>
                </a:lnTo>
                <a:lnTo>
                  <a:pt x="280606" y="282130"/>
                </a:lnTo>
                <a:lnTo>
                  <a:pt x="266839" y="262458"/>
                </a:lnTo>
                <a:lnTo>
                  <a:pt x="255371" y="240220"/>
                </a:lnTo>
                <a:lnTo>
                  <a:pt x="246227" y="215696"/>
                </a:lnTo>
                <a:lnTo>
                  <a:pt x="239369" y="189166"/>
                </a:lnTo>
                <a:lnTo>
                  <a:pt x="326326" y="189166"/>
                </a:lnTo>
                <a:lnTo>
                  <a:pt x="326326" y="164693"/>
                </a:lnTo>
                <a:lnTo>
                  <a:pt x="195173" y="164693"/>
                </a:lnTo>
                <a:lnTo>
                  <a:pt x="195173" y="53340"/>
                </a:lnTo>
                <a:lnTo>
                  <a:pt x="324802" y="53340"/>
                </a:lnTo>
                <a:lnTo>
                  <a:pt x="324802" y="68580"/>
                </a:lnTo>
                <a:lnTo>
                  <a:pt x="302488" y="105651"/>
                </a:lnTo>
                <a:lnTo>
                  <a:pt x="263944" y="105829"/>
                </a:lnTo>
                <a:lnTo>
                  <a:pt x="236321" y="103733"/>
                </a:lnTo>
                <a:lnTo>
                  <a:pt x="238340" y="110820"/>
                </a:lnTo>
                <a:lnTo>
                  <a:pt x="239941" y="118211"/>
                </a:lnTo>
                <a:lnTo>
                  <a:pt x="241249" y="125590"/>
                </a:lnTo>
                <a:lnTo>
                  <a:pt x="242417" y="132689"/>
                </a:lnTo>
                <a:lnTo>
                  <a:pt x="257543" y="133565"/>
                </a:lnTo>
                <a:lnTo>
                  <a:pt x="270840" y="134023"/>
                </a:lnTo>
                <a:lnTo>
                  <a:pt x="282143" y="134188"/>
                </a:lnTo>
                <a:lnTo>
                  <a:pt x="291274" y="134213"/>
                </a:lnTo>
                <a:lnTo>
                  <a:pt x="316445" y="131368"/>
                </a:lnTo>
                <a:lnTo>
                  <a:pt x="334899" y="120675"/>
                </a:lnTo>
                <a:lnTo>
                  <a:pt x="343852" y="106781"/>
                </a:lnTo>
                <a:lnTo>
                  <a:pt x="346786" y="102235"/>
                </a:lnTo>
                <a:lnTo>
                  <a:pt x="352234" y="76200"/>
                </a:lnTo>
                <a:lnTo>
                  <a:pt x="352501" y="66433"/>
                </a:lnTo>
                <a:lnTo>
                  <a:pt x="353187" y="55245"/>
                </a:lnTo>
                <a:lnTo>
                  <a:pt x="353326" y="53340"/>
                </a:lnTo>
                <a:lnTo>
                  <a:pt x="355282" y="27432"/>
                </a:lnTo>
                <a:lnTo>
                  <a:pt x="166217" y="27432"/>
                </a:lnTo>
                <a:lnTo>
                  <a:pt x="166217" y="379768"/>
                </a:lnTo>
                <a:lnTo>
                  <a:pt x="195173" y="379768"/>
                </a:lnTo>
                <a:lnTo>
                  <a:pt x="195173" y="189166"/>
                </a:lnTo>
                <a:lnTo>
                  <a:pt x="213461" y="189166"/>
                </a:lnTo>
                <a:lnTo>
                  <a:pt x="220865" y="221411"/>
                </a:lnTo>
                <a:lnTo>
                  <a:pt x="231559" y="251663"/>
                </a:lnTo>
                <a:lnTo>
                  <a:pt x="245389" y="279641"/>
                </a:lnTo>
                <a:lnTo>
                  <a:pt x="262229" y="305092"/>
                </a:lnTo>
                <a:lnTo>
                  <a:pt x="247700" y="317588"/>
                </a:lnTo>
                <a:lnTo>
                  <a:pt x="231749" y="329666"/>
                </a:lnTo>
                <a:lnTo>
                  <a:pt x="214642" y="340880"/>
                </a:lnTo>
                <a:lnTo>
                  <a:pt x="196697" y="350812"/>
                </a:lnTo>
                <a:lnTo>
                  <a:pt x="200355" y="357428"/>
                </a:lnTo>
                <a:lnTo>
                  <a:pt x="208267" y="370090"/>
                </a:lnTo>
                <a:lnTo>
                  <a:pt x="211937" y="376720"/>
                </a:lnTo>
                <a:lnTo>
                  <a:pt x="230797" y="364972"/>
                </a:lnTo>
                <a:lnTo>
                  <a:pt x="248513" y="352526"/>
                </a:lnTo>
                <a:lnTo>
                  <a:pt x="265125" y="339204"/>
                </a:lnTo>
                <a:lnTo>
                  <a:pt x="280606" y="324904"/>
                </a:lnTo>
                <a:lnTo>
                  <a:pt x="297700" y="341185"/>
                </a:lnTo>
                <a:lnTo>
                  <a:pt x="316801" y="355765"/>
                </a:lnTo>
                <a:lnTo>
                  <a:pt x="337616" y="368617"/>
                </a:lnTo>
                <a:lnTo>
                  <a:pt x="359854" y="379768"/>
                </a:lnTo>
                <a:lnTo>
                  <a:pt x="364718" y="373761"/>
                </a:lnTo>
                <a:lnTo>
                  <a:pt x="370141" y="367195"/>
                </a:lnTo>
                <a:lnTo>
                  <a:pt x="376148" y="360045"/>
                </a:lnTo>
                <a:lnTo>
                  <a:pt x="382714" y="352336"/>
                </a:lnTo>
                <a:close/>
              </a:path>
              <a:path w="1162050" h="384810">
                <a:moveTo>
                  <a:pt x="716762" y="224218"/>
                </a:moveTo>
                <a:lnTo>
                  <a:pt x="562737" y="224218"/>
                </a:lnTo>
                <a:lnTo>
                  <a:pt x="563880" y="214782"/>
                </a:lnTo>
                <a:lnTo>
                  <a:pt x="565023" y="204774"/>
                </a:lnTo>
                <a:lnTo>
                  <a:pt x="566089" y="194868"/>
                </a:lnTo>
                <a:lnTo>
                  <a:pt x="567309" y="182981"/>
                </a:lnTo>
                <a:lnTo>
                  <a:pt x="536740" y="182981"/>
                </a:lnTo>
                <a:lnTo>
                  <a:pt x="535597" y="194170"/>
                </a:lnTo>
                <a:lnTo>
                  <a:pt x="534657" y="202882"/>
                </a:lnTo>
                <a:lnTo>
                  <a:pt x="533311" y="214782"/>
                </a:lnTo>
                <a:lnTo>
                  <a:pt x="532168" y="224218"/>
                </a:lnTo>
                <a:lnTo>
                  <a:pt x="420903" y="224218"/>
                </a:lnTo>
                <a:lnTo>
                  <a:pt x="420903" y="251650"/>
                </a:lnTo>
                <a:lnTo>
                  <a:pt x="526072" y="251650"/>
                </a:lnTo>
                <a:lnTo>
                  <a:pt x="510324" y="285115"/>
                </a:lnTo>
                <a:lnTo>
                  <a:pt x="483577" y="314413"/>
                </a:lnTo>
                <a:lnTo>
                  <a:pt x="445655" y="339394"/>
                </a:lnTo>
                <a:lnTo>
                  <a:pt x="396430" y="359956"/>
                </a:lnTo>
                <a:lnTo>
                  <a:pt x="401218" y="365899"/>
                </a:lnTo>
                <a:lnTo>
                  <a:pt x="406158" y="372148"/>
                </a:lnTo>
                <a:lnTo>
                  <a:pt x="410832" y="378383"/>
                </a:lnTo>
                <a:lnTo>
                  <a:pt x="414807" y="384340"/>
                </a:lnTo>
                <a:lnTo>
                  <a:pt x="469988" y="360616"/>
                </a:lnTo>
                <a:lnTo>
                  <a:pt x="512165" y="330606"/>
                </a:lnTo>
                <a:lnTo>
                  <a:pt x="541515" y="294284"/>
                </a:lnTo>
                <a:lnTo>
                  <a:pt x="558165" y="251650"/>
                </a:lnTo>
                <a:lnTo>
                  <a:pt x="684657" y="251650"/>
                </a:lnTo>
                <a:lnTo>
                  <a:pt x="682091" y="297802"/>
                </a:lnTo>
                <a:lnTo>
                  <a:pt x="669988" y="336905"/>
                </a:lnTo>
                <a:lnTo>
                  <a:pt x="645033" y="346240"/>
                </a:lnTo>
                <a:lnTo>
                  <a:pt x="629323" y="345097"/>
                </a:lnTo>
                <a:lnTo>
                  <a:pt x="571881" y="341668"/>
                </a:lnTo>
                <a:lnTo>
                  <a:pt x="573265" y="350520"/>
                </a:lnTo>
                <a:lnTo>
                  <a:pt x="574929" y="358813"/>
                </a:lnTo>
                <a:lnTo>
                  <a:pt x="576592" y="366522"/>
                </a:lnTo>
                <a:lnTo>
                  <a:pt x="577977" y="373672"/>
                </a:lnTo>
                <a:lnTo>
                  <a:pt x="598525" y="374548"/>
                </a:lnTo>
                <a:lnTo>
                  <a:pt x="616648" y="375005"/>
                </a:lnTo>
                <a:lnTo>
                  <a:pt x="645033" y="375196"/>
                </a:lnTo>
                <a:lnTo>
                  <a:pt x="671334" y="371119"/>
                </a:lnTo>
                <a:lnTo>
                  <a:pt x="701814" y="346240"/>
                </a:lnTo>
                <a:lnTo>
                  <a:pt x="711187" y="304025"/>
                </a:lnTo>
                <a:lnTo>
                  <a:pt x="714705" y="255955"/>
                </a:lnTo>
                <a:lnTo>
                  <a:pt x="716762" y="224218"/>
                </a:lnTo>
                <a:close/>
              </a:path>
              <a:path w="1162050" h="384810">
                <a:moveTo>
                  <a:pt x="774674" y="169265"/>
                </a:moveTo>
                <a:lnTo>
                  <a:pt x="731748" y="165811"/>
                </a:lnTo>
                <a:lnTo>
                  <a:pt x="691946" y="159931"/>
                </a:lnTo>
                <a:lnTo>
                  <a:pt x="620649" y="140309"/>
                </a:lnTo>
                <a:lnTo>
                  <a:pt x="644944" y="126593"/>
                </a:lnTo>
                <a:lnTo>
                  <a:pt x="650049" y="123710"/>
                </a:lnTo>
                <a:lnTo>
                  <a:pt x="676325" y="105816"/>
                </a:lnTo>
                <a:lnTo>
                  <a:pt x="699173" y="86474"/>
                </a:lnTo>
                <a:lnTo>
                  <a:pt x="718286" y="65532"/>
                </a:lnTo>
                <a:lnTo>
                  <a:pt x="718286" y="39624"/>
                </a:lnTo>
                <a:lnTo>
                  <a:pt x="677037" y="39624"/>
                </a:lnTo>
                <a:lnTo>
                  <a:pt x="677037" y="65532"/>
                </a:lnTo>
                <a:lnTo>
                  <a:pt x="658469" y="82181"/>
                </a:lnTo>
                <a:lnTo>
                  <a:pt x="637032" y="97815"/>
                </a:lnTo>
                <a:lnTo>
                  <a:pt x="612749" y="112560"/>
                </a:lnTo>
                <a:lnTo>
                  <a:pt x="585597" y="126593"/>
                </a:lnTo>
                <a:lnTo>
                  <a:pt x="562698" y="113423"/>
                </a:lnTo>
                <a:lnTo>
                  <a:pt x="541921" y="98958"/>
                </a:lnTo>
                <a:lnTo>
                  <a:pt x="523151" y="83045"/>
                </a:lnTo>
                <a:lnTo>
                  <a:pt x="518020" y="77724"/>
                </a:lnTo>
                <a:lnTo>
                  <a:pt x="506260" y="65532"/>
                </a:lnTo>
                <a:lnTo>
                  <a:pt x="677037" y="65532"/>
                </a:lnTo>
                <a:lnTo>
                  <a:pt x="677037" y="39624"/>
                </a:lnTo>
                <a:lnTo>
                  <a:pt x="512356" y="39624"/>
                </a:lnTo>
                <a:lnTo>
                  <a:pt x="516902" y="32766"/>
                </a:lnTo>
                <a:lnTo>
                  <a:pt x="521309" y="25908"/>
                </a:lnTo>
                <a:lnTo>
                  <a:pt x="525424" y="19050"/>
                </a:lnTo>
                <a:lnTo>
                  <a:pt x="529120" y="12192"/>
                </a:lnTo>
                <a:lnTo>
                  <a:pt x="501688" y="0"/>
                </a:lnTo>
                <a:lnTo>
                  <a:pt x="482244" y="32346"/>
                </a:lnTo>
                <a:lnTo>
                  <a:pt x="458241" y="63296"/>
                </a:lnTo>
                <a:lnTo>
                  <a:pt x="429628" y="93091"/>
                </a:lnTo>
                <a:lnTo>
                  <a:pt x="396430" y="122021"/>
                </a:lnTo>
                <a:lnTo>
                  <a:pt x="401243" y="126593"/>
                </a:lnTo>
                <a:lnTo>
                  <a:pt x="412115" y="136372"/>
                </a:lnTo>
                <a:lnTo>
                  <a:pt x="417855" y="141833"/>
                </a:lnTo>
                <a:lnTo>
                  <a:pt x="435597" y="126682"/>
                </a:lnTo>
                <a:lnTo>
                  <a:pt x="452335" y="110959"/>
                </a:lnTo>
                <a:lnTo>
                  <a:pt x="468223" y="94640"/>
                </a:lnTo>
                <a:lnTo>
                  <a:pt x="483387" y="77724"/>
                </a:lnTo>
                <a:lnTo>
                  <a:pt x="497344" y="95262"/>
                </a:lnTo>
                <a:lnTo>
                  <a:pt x="513880" y="111340"/>
                </a:lnTo>
                <a:lnTo>
                  <a:pt x="532726" y="126250"/>
                </a:lnTo>
                <a:lnTo>
                  <a:pt x="553593" y="140309"/>
                </a:lnTo>
                <a:lnTo>
                  <a:pt x="516432" y="153162"/>
                </a:lnTo>
                <a:lnTo>
                  <a:pt x="476148" y="164312"/>
                </a:lnTo>
                <a:lnTo>
                  <a:pt x="433019" y="173736"/>
                </a:lnTo>
                <a:lnTo>
                  <a:pt x="387286" y="181457"/>
                </a:lnTo>
                <a:lnTo>
                  <a:pt x="391591" y="189217"/>
                </a:lnTo>
                <a:lnTo>
                  <a:pt x="399021" y="202882"/>
                </a:lnTo>
                <a:lnTo>
                  <a:pt x="402526" y="208978"/>
                </a:lnTo>
                <a:lnTo>
                  <a:pt x="454304" y="198729"/>
                </a:lnTo>
                <a:lnTo>
                  <a:pt x="502069" y="186448"/>
                </a:lnTo>
                <a:lnTo>
                  <a:pt x="545820" y="172466"/>
                </a:lnTo>
                <a:lnTo>
                  <a:pt x="585597" y="157073"/>
                </a:lnTo>
                <a:lnTo>
                  <a:pt x="621652" y="171945"/>
                </a:lnTo>
                <a:lnTo>
                  <a:pt x="661428" y="184543"/>
                </a:lnTo>
                <a:lnTo>
                  <a:pt x="705116" y="194843"/>
                </a:lnTo>
                <a:lnTo>
                  <a:pt x="753338" y="202882"/>
                </a:lnTo>
                <a:lnTo>
                  <a:pt x="758151" y="194868"/>
                </a:lnTo>
                <a:lnTo>
                  <a:pt x="763435" y="186639"/>
                </a:lnTo>
                <a:lnTo>
                  <a:pt x="768972" y="178155"/>
                </a:lnTo>
                <a:lnTo>
                  <a:pt x="774674" y="169265"/>
                </a:lnTo>
                <a:close/>
              </a:path>
              <a:path w="1162050" h="384810">
                <a:moveTo>
                  <a:pt x="950023" y="25908"/>
                </a:moveTo>
                <a:lnTo>
                  <a:pt x="922591" y="25908"/>
                </a:lnTo>
                <a:lnTo>
                  <a:pt x="922591" y="50292"/>
                </a:lnTo>
                <a:lnTo>
                  <a:pt x="922591" y="102196"/>
                </a:lnTo>
                <a:lnTo>
                  <a:pt x="841819" y="102196"/>
                </a:lnTo>
                <a:lnTo>
                  <a:pt x="841819" y="50292"/>
                </a:lnTo>
                <a:lnTo>
                  <a:pt x="922591" y="50292"/>
                </a:lnTo>
                <a:lnTo>
                  <a:pt x="922591" y="25908"/>
                </a:lnTo>
                <a:lnTo>
                  <a:pt x="815822" y="25908"/>
                </a:lnTo>
                <a:lnTo>
                  <a:pt x="815822" y="141820"/>
                </a:lnTo>
                <a:lnTo>
                  <a:pt x="841819" y="141820"/>
                </a:lnTo>
                <a:lnTo>
                  <a:pt x="841819" y="125056"/>
                </a:lnTo>
                <a:lnTo>
                  <a:pt x="922591" y="125056"/>
                </a:lnTo>
                <a:lnTo>
                  <a:pt x="922591" y="137248"/>
                </a:lnTo>
                <a:lnTo>
                  <a:pt x="950023" y="137248"/>
                </a:lnTo>
                <a:lnTo>
                  <a:pt x="950023" y="125056"/>
                </a:lnTo>
                <a:lnTo>
                  <a:pt x="950023" y="102196"/>
                </a:lnTo>
                <a:lnTo>
                  <a:pt x="950023" y="50292"/>
                </a:lnTo>
                <a:lnTo>
                  <a:pt x="950023" y="25908"/>
                </a:lnTo>
                <a:close/>
              </a:path>
              <a:path w="1162050" h="384810">
                <a:moveTo>
                  <a:pt x="1126998" y="25908"/>
                </a:moveTo>
                <a:lnTo>
                  <a:pt x="1099477" y="25908"/>
                </a:lnTo>
                <a:lnTo>
                  <a:pt x="1099477" y="50292"/>
                </a:lnTo>
                <a:lnTo>
                  <a:pt x="1099477" y="102196"/>
                </a:lnTo>
                <a:lnTo>
                  <a:pt x="1017181" y="102196"/>
                </a:lnTo>
                <a:lnTo>
                  <a:pt x="1017181" y="50292"/>
                </a:lnTo>
                <a:lnTo>
                  <a:pt x="1099477" y="50292"/>
                </a:lnTo>
                <a:lnTo>
                  <a:pt x="1099477" y="25908"/>
                </a:lnTo>
                <a:lnTo>
                  <a:pt x="991273" y="25908"/>
                </a:lnTo>
                <a:lnTo>
                  <a:pt x="991273" y="137248"/>
                </a:lnTo>
                <a:lnTo>
                  <a:pt x="1017181" y="137248"/>
                </a:lnTo>
                <a:lnTo>
                  <a:pt x="1017181" y="125056"/>
                </a:lnTo>
                <a:lnTo>
                  <a:pt x="1099477" y="125056"/>
                </a:lnTo>
                <a:lnTo>
                  <a:pt x="1099477" y="138772"/>
                </a:lnTo>
                <a:lnTo>
                  <a:pt x="1126998" y="138772"/>
                </a:lnTo>
                <a:lnTo>
                  <a:pt x="1126998" y="125056"/>
                </a:lnTo>
                <a:lnTo>
                  <a:pt x="1126998" y="102196"/>
                </a:lnTo>
                <a:lnTo>
                  <a:pt x="1126998" y="50292"/>
                </a:lnTo>
                <a:lnTo>
                  <a:pt x="1126998" y="25908"/>
                </a:lnTo>
                <a:close/>
              </a:path>
              <a:path w="1162050" h="384810">
                <a:moveTo>
                  <a:pt x="1162050" y="231838"/>
                </a:moveTo>
                <a:lnTo>
                  <a:pt x="1110030" y="230124"/>
                </a:lnTo>
                <a:lnTo>
                  <a:pt x="1066330" y="222694"/>
                </a:lnTo>
                <a:lnTo>
                  <a:pt x="1031227" y="209550"/>
                </a:lnTo>
                <a:lnTo>
                  <a:pt x="1004989" y="190690"/>
                </a:lnTo>
                <a:lnTo>
                  <a:pt x="1152906" y="190690"/>
                </a:lnTo>
                <a:lnTo>
                  <a:pt x="1152906" y="164680"/>
                </a:lnTo>
                <a:lnTo>
                  <a:pt x="1081189" y="164680"/>
                </a:lnTo>
                <a:lnTo>
                  <a:pt x="1090333" y="155536"/>
                </a:lnTo>
                <a:lnTo>
                  <a:pt x="1068616" y="141058"/>
                </a:lnTo>
                <a:lnTo>
                  <a:pt x="1056894" y="133680"/>
                </a:lnTo>
                <a:lnTo>
                  <a:pt x="1044613" y="126580"/>
                </a:lnTo>
                <a:lnTo>
                  <a:pt x="1029373" y="143344"/>
                </a:lnTo>
                <a:lnTo>
                  <a:pt x="1037374" y="149047"/>
                </a:lnTo>
                <a:lnTo>
                  <a:pt x="1045375" y="154584"/>
                </a:lnTo>
                <a:lnTo>
                  <a:pt x="1053376" y="159854"/>
                </a:lnTo>
                <a:lnTo>
                  <a:pt x="1061377" y="164680"/>
                </a:lnTo>
                <a:lnTo>
                  <a:pt x="977557" y="164680"/>
                </a:lnTo>
                <a:lnTo>
                  <a:pt x="979576" y="158445"/>
                </a:lnTo>
                <a:lnTo>
                  <a:pt x="981176" y="151345"/>
                </a:lnTo>
                <a:lnTo>
                  <a:pt x="982484" y="143687"/>
                </a:lnTo>
                <a:lnTo>
                  <a:pt x="983653" y="135724"/>
                </a:lnTo>
                <a:lnTo>
                  <a:pt x="956119" y="132676"/>
                </a:lnTo>
                <a:lnTo>
                  <a:pt x="955598" y="141058"/>
                </a:lnTo>
                <a:lnTo>
                  <a:pt x="955522" y="141820"/>
                </a:lnTo>
                <a:lnTo>
                  <a:pt x="954024" y="149821"/>
                </a:lnTo>
                <a:lnTo>
                  <a:pt x="951623" y="157543"/>
                </a:lnTo>
                <a:lnTo>
                  <a:pt x="948499" y="164680"/>
                </a:lnTo>
                <a:lnTo>
                  <a:pt x="794473" y="164680"/>
                </a:lnTo>
                <a:lnTo>
                  <a:pt x="794473" y="190690"/>
                </a:lnTo>
                <a:lnTo>
                  <a:pt x="933259" y="190690"/>
                </a:lnTo>
                <a:lnTo>
                  <a:pt x="914133" y="204698"/>
                </a:lnTo>
                <a:lnTo>
                  <a:pt x="882002" y="216979"/>
                </a:lnTo>
                <a:lnTo>
                  <a:pt x="836993" y="227558"/>
                </a:lnTo>
                <a:lnTo>
                  <a:pt x="779233" y="236410"/>
                </a:lnTo>
                <a:lnTo>
                  <a:pt x="783767" y="244132"/>
                </a:lnTo>
                <a:lnTo>
                  <a:pt x="787996" y="251269"/>
                </a:lnTo>
                <a:lnTo>
                  <a:pt x="791616" y="257746"/>
                </a:lnTo>
                <a:lnTo>
                  <a:pt x="794473" y="263842"/>
                </a:lnTo>
                <a:lnTo>
                  <a:pt x="802106" y="262318"/>
                </a:lnTo>
                <a:lnTo>
                  <a:pt x="808202" y="260794"/>
                </a:lnTo>
                <a:lnTo>
                  <a:pt x="815822" y="259270"/>
                </a:lnTo>
                <a:lnTo>
                  <a:pt x="815822" y="376720"/>
                </a:lnTo>
                <a:lnTo>
                  <a:pt x="841819" y="376720"/>
                </a:lnTo>
                <a:lnTo>
                  <a:pt x="841819" y="355384"/>
                </a:lnTo>
                <a:lnTo>
                  <a:pt x="922591" y="355384"/>
                </a:lnTo>
                <a:lnTo>
                  <a:pt x="922591" y="375196"/>
                </a:lnTo>
                <a:lnTo>
                  <a:pt x="950023" y="375196"/>
                </a:lnTo>
                <a:lnTo>
                  <a:pt x="950023" y="257746"/>
                </a:lnTo>
                <a:lnTo>
                  <a:pt x="922591" y="257746"/>
                </a:lnTo>
                <a:lnTo>
                  <a:pt x="922591" y="280606"/>
                </a:lnTo>
                <a:lnTo>
                  <a:pt x="922591" y="331000"/>
                </a:lnTo>
                <a:lnTo>
                  <a:pt x="841819" y="331000"/>
                </a:lnTo>
                <a:lnTo>
                  <a:pt x="841819" y="280606"/>
                </a:lnTo>
                <a:lnTo>
                  <a:pt x="922591" y="280606"/>
                </a:lnTo>
                <a:lnTo>
                  <a:pt x="922591" y="257746"/>
                </a:lnTo>
                <a:lnTo>
                  <a:pt x="828014" y="257746"/>
                </a:lnTo>
                <a:lnTo>
                  <a:pt x="880376" y="245122"/>
                </a:lnTo>
                <a:lnTo>
                  <a:pt x="920864" y="229933"/>
                </a:lnTo>
                <a:lnTo>
                  <a:pt x="949617" y="211886"/>
                </a:lnTo>
                <a:lnTo>
                  <a:pt x="966787" y="190690"/>
                </a:lnTo>
                <a:lnTo>
                  <a:pt x="972985" y="190690"/>
                </a:lnTo>
                <a:lnTo>
                  <a:pt x="993597" y="214452"/>
                </a:lnTo>
                <a:lnTo>
                  <a:pt x="1023658" y="233362"/>
                </a:lnTo>
                <a:lnTo>
                  <a:pt x="1063459" y="247700"/>
                </a:lnTo>
                <a:lnTo>
                  <a:pt x="1113282" y="257746"/>
                </a:lnTo>
                <a:lnTo>
                  <a:pt x="1099477" y="257746"/>
                </a:lnTo>
                <a:lnTo>
                  <a:pt x="1099477" y="280606"/>
                </a:lnTo>
                <a:lnTo>
                  <a:pt x="1099477" y="331000"/>
                </a:lnTo>
                <a:lnTo>
                  <a:pt x="1018705" y="331000"/>
                </a:lnTo>
                <a:lnTo>
                  <a:pt x="1018705" y="280606"/>
                </a:lnTo>
                <a:lnTo>
                  <a:pt x="1099477" y="280606"/>
                </a:lnTo>
                <a:lnTo>
                  <a:pt x="1099477" y="257746"/>
                </a:lnTo>
                <a:lnTo>
                  <a:pt x="991273" y="257746"/>
                </a:lnTo>
                <a:lnTo>
                  <a:pt x="991273" y="375196"/>
                </a:lnTo>
                <a:lnTo>
                  <a:pt x="1018705" y="375196"/>
                </a:lnTo>
                <a:lnTo>
                  <a:pt x="1018705" y="355384"/>
                </a:lnTo>
                <a:lnTo>
                  <a:pt x="1099477" y="355384"/>
                </a:lnTo>
                <a:lnTo>
                  <a:pt x="1099477" y="376720"/>
                </a:lnTo>
                <a:lnTo>
                  <a:pt x="1126998" y="376720"/>
                </a:lnTo>
                <a:lnTo>
                  <a:pt x="1126998" y="355384"/>
                </a:lnTo>
                <a:lnTo>
                  <a:pt x="1126998" y="331000"/>
                </a:lnTo>
                <a:lnTo>
                  <a:pt x="1126998" y="280606"/>
                </a:lnTo>
                <a:lnTo>
                  <a:pt x="1126998" y="259270"/>
                </a:lnTo>
                <a:lnTo>
                  <a:pt x="1133094" y="259270"/>
                </a:lnTo>
                <a:lnTo>
                  <a:pt x="1139190" y="260794"/>
                </a:lnTo>
                <a:lnTo>
                  <a:pt x="1146810" y="260794"/>
                </a:lnTo>
                <a:lnTo>
                  <a:pt x="1147572" y="259270"/>
                </a:lnTo>
                <a:lnTo>
                  <a:pt x="1150264" y="253911"/>
                </a:lnTo>
                <a:lnTo>
                  <a:pt x="1153858" y="246888"/>
                </a:lnTo>
                <a:lnTo>
                  <a:pt x="1157744" y="239572"/>
                </a:lnTo>
                <a:lnTo>
                  <a:pt x="1162050" y="231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8665172" y="5933795"/>
            <a:ext cx="1167130" cy="382905"/>
          </a:xfrm>
          <a:custGeom>
            <a:avLst/>
            <a:gdLst/>
            <a:ahLst/>
            <a:cxnLst/>
            <a:rect l="l" t="t" r="r" b="b"/>
            <a:pathLst>
              <a:path w="1167129" h="382904">
                <a:moveTo>
                  <a:pt x="60960" y="266992"/>
                </a:moveTo>
                <a:lnTo>
                  <a:pt x="54343" y="229260"/>
                </a:lnTo>
                <a:lnTo>
                  <a:pt x="48006" y="194132"/>
                </a:lnTo>
                <a:lnTo>
                  <a:pt x="41668" y="161874"/>
                </a:lnTo>
                <a:lnTo>
                  <a:pt x="35052" y="132778"/>
                </a:lnTo>
                <a:lnTo>
                  <a:pt x="9144" y="138874"/>
                </a:lnTo>
                <a:lnTo>
                  <a:pt x="15951" y="169494"/>
                </a:lnTo>
                <a:lnTo>
                  <a:pt x="22479" y="202133"/>
                </a:lnTo>
                <a:lnTo>
                  <a:pt x="28435" y="237070"/>
                </a:lnTo>
                <a:lnTo>
                  <a:pt x="33528" y="274612"/>
                </a:lnTo>
                <a:lnTo>
                  <a:pt x="60960" y="266992"/>
                </a:lnTo>
                <a:close/>
              </a:path>
              <a:path w="1167129" h="382904">
                <a:moveTo>
                  <a:pt x="97536" y="61048"/>
                </a:moveTo>
                <a:lnTo>
                  <a:pt x="89230" y="46202"/>
                </a:lnTo>
                <a:lnTo>
                  <a:pt x="80200" y="31483"/>
                </a:lnTo>
                <a:lnTo>
                  <a:pt x="70319" y="17043"/>
                </a:lnTo>
                <a:lnTo>
                  <a:pt x="59436" y="3048"/>
                </a:lnTo>
                <a:lnTo>
                  <a:pt x="35052" y="16764"/>
                </a:lnTo>
                <a:lnTo>
                  <a:pt x="45910" y="32537"/>
                </a:lnTo>
                <a:lnTo>
                  <a:pt x="55626" y="47713"/>
                </a:lnTo>
                <a:lnTo>
                  <a:pt x="64198" y="62293"/>
                </a:lnTo>
                <a:lnTo>
                  <a:pt x="71628" y="76288"/>
                </a:lnTo>
                <a:lnTo>
                  <a:pt x="97536" y="61048"/>
                </a:lnTo>
                <a:close/>
              </a:path>
              <a:path w="1167129" h="382904">
                <a:moveTo>
                  <a:pt x="132588" y="311188"/>
                </a:moveTo>
                <a:lnTo>
                  <a:pt x="131711" y="305181"/>
                </a:lnTo>
                <a:lnTo>
                  <a:pt x="131254" y="298615"/>
                </a:lnTo>
                <a:lnTo>
                  <a:pt x="131114" y="292900"/>
                </a:lnTo>
                <a:lnTo>
                  <a:pt x="131064" y="283756"/>
                </a:lnTo>
                <a:lnTo>
                  <a:pt x="122770" y="286042"/>
                </a:lnTo>
                <a:lnTo>
                  <a:pt x="113919" y="288328"/>
                </a:lnTo>
                <a:lnTo>
                  <a:pt x="104482" y="290614"/>
                </a:lnTo>
                <a:lnTo>
                  <a:pt x="94488" y="292900"/>
                </a:lnTo>
                <a:lnTo>
                  <a:pt x="103911" y="244284"/>
                </a:lnTo>
                <a:lnTo>
                  <a:pt x="111531" y="202133"/>
                </a:lnTo>
                <a:lnTo>
                  <a:pt x="117627" y="164858"/>
                </a:lnTo>
                <a:lnTo>
                  <a:pt x="121920" y="134302"/>
                </a:lnTo>
                <a:lnTo>
                  <a:pt x="94488" y="128206"/>
                </a:lnTo>
                <a:lnTo>
                  <a:pt x="91109" y="159359"/>
                </a:lnTo>
                <a:lnTo>
                  <a:pt x="85725" y="197942"/>
                </a:lnTo>
                <a:lnTo>
                  <a:pt x="78625" y="243979"/>
                </a:lnTo>
                <a:lnTo>
                  <a:pt x="70104" y="297472"/>
                </a:lnTo>
                <a:lnTo>
                  <a:pt x="53797" y="300659"/>
                </a:lnTo>
                <a:lnTo>
                  <a:pt x="0" y="309664"/>
                </a:lnTo>
                <a:lnTo>
                  <a:pt x="6096" y="338709"/>
                </a:lnTo>
                <a:lnTo>
                  <a:pt x="44932" y="330936"/>
                </a:lnTo>
                <a:lnTo>
                  <a:pt x="79057" y="323761"/>
                </a:lnTo>
                <a:lnTo>
                  <a:pt x="108318" y="317182"/>
                </a:lnTo>
                <a:lnTo>
                  <a:pt x="132588" y="311188"/>
                </a:lnTo>
                <a:close/>
              </a:path>
              <a:path w="1167129" h="382904">
                <a:moveTo>
                  <a:pt x="135636" y="79336"/>
                </a:moveTo>
                <a:lnTo>
                  <a:pt x="4572" y="79336"/>
                </a:lnTo>
                <a:lnTo>
                  <a:pt x="4572" y="103720"/>
                </a:lnTo>
                <a:lnTo>
                  <a:pt x="135636" y="103720"/>
                </a:lnTo>
                <a:lnTo>
                  <a:pt x="135636" y="79336"/>
                </a:lnTo>
                <a:close/>
              </a:path>
              <a:path w="1167129" h="382904">
                <a:moveTo>
                  <a:pt x="352234" y="24472"/>
                </a:moveTo>
                <a:lnTo>
                  <a:pt x="324802" y="24472"/>
                </a:lnTo>
                <a:lnTo>
                  <a:pt x="324802" y="86956"/>
                </a:lnTo>
                <a:lnTo>
                  <a:pt x="266801" y="86956"/>
                </a:lnTo>
                <a:lnTo>
                  <a:pt x="266801" y="0"/>
                </a:lnTo>
                <a:lnTo>
                  <a:pt x="237845" y="0"/>
                </a:lnTo>
                <a:lnTo>
                  <a:pt x="237845" y="86956"/>
                </a:lnTo>
                <a:lnTo>
                  <a:pt x="179933" y="86956"/>
                </a:lnTo>
                <a:lnTo>
                  <a:pt x="179933" y="24472"/>
                </a:lnTo>
                <a:lnTo>
                  <a:pt x="152501" y="24472"/>
                </a:lnTo>
                <a:lnTo>
                  <a:pt x="152501" y="111340"/>
                </a:lnTo>
                <a:lnTo>
                  <a:pt x="324802" y="111340"/>
                </a:lnTo>
                <a:lnTo>
                  <a:pt x="324802" y="122008"/>
                </a:lnTo>
                <a:lnTo>
                  <a:pt x="352234" y="122008"/>
                </a:lnTo>
                <a:lnTo>
                  <a:pt x="352234" y="86956"/>
                </a:lnTo>
                <a:lnTo>
                  <a:pt x="352234" y="24472"/>
                </a:lnTo>
                <a:close/>
              </a:path>
              <a:path w="1167129" h="382904">
                <a:moveTo>
                  <a:pt x="381190" y="148018"/>
                </a:moveTo>
                <a:lnTo>
                  <a:pt x="132588" y="148018"/>
                </a:lnTo>
                <a:lnTo>
                  <a:pt x="132588" y="172402"/>
                </a:lnTo>
                <a:lnTo>
                  <a:pt x="236321" y="172402"/>
                </a:lnTo>
                <a:lnTo>
                  <a:pt x="227177" y="213550"/>
                </a:lnTo>
                <a:lnTo>
                  <a:pt x="141833" y="213550"/>
                </a:lnTo>
                <a:lnTo>
                  <a:pt x="141833" y="376809"/>
                </a:lnTo>
                <a:lnTo>
                  <a:pt x="169265" y="376809"/>
                </a:lnTo>
                <a:lnTo>
                  <a:pt x="169265" y="238036"/>
                </a:lnTo>
                <a:lnTo>
                  <a:pt x="207365" y="238036"/>
                </a:lnTo>
                <a:lnTo>
                  <a:pt x="207365" y="355473"/>
                </a:lnTo>
                <a:lnTo>
                  <a:pt x="233273" y="355473"/>
                </a:lnTo>
                <a:lnTo>
                  <a:pt x="233273" y="238036"/>
                </a:lnTo>
                <a:lnTo>
                  <a:pt x="271373" y="238036"/>
                </a:lnTo>
                <a:lnTo>
                  <a:pt x="271373" y="358521"/>
                </a:lnTo>
                <a:lnTo>
                  <a:pt x="295846" y="358521"/>
                </a:lnTo>
                <a:lnTo>
                  <a:pt x="295846" y="238036"/>
                </a:lnTo>
                <a:lnTo>
                  <a:pt x="335470" y="238036"/>
                </a:lnTo>
                <a:lnTo>
                  <a:pt x="335470" y="341757"/>
                </a:lnTo>
                <a:lnTo>
                  <a:pt x="332422" y="346316"/>
                </a:lnTo>
                <a:lnTo>
                  <a:pt x="317944" y="346303"/>
                </a:lnTo>
                <a:lnTo>
                  <a:pt x="311086" y="346138"/>
                </a:lnTo>
                <a:lnTo>
                  <a:pt x="304228" y="345681"/>
                </a:lnTo>
                <a:lnTo>
                  <a:pt x="297370" y="344805"/>
                </a:lnTo>
                <a:lnTo>
                  <a:pt x="300278" y="351688"/>
                </a:lnTo>
                <a:lnTo>
                  <a:pt x="302323" y="358711"/>
                </a:lnTo>
                <a:lnTo>
                  <a:pt x="303745" y="365760"/>
                </a:lnTo>
                <a:lnTo>
                  <a:pt x="304990" y="373761"/>
                </a:lnTo>
                <a:lnTo>
                  <a:pt x="333946" y="373761"/>
                </a:lnTo>
                <a:lnTo>
                  <a:pt x="362267" y="346329"/>
                </a:lnTo>
                <a:lnTo>
                  <a:pt x="362902" y="341757"/>
                </a:lnTo>
                <a:lnTo>
                  <a:pt x="362902" y="238036"/>
                </a:lnTo>
                <a:lnTo>
                  <a:pt x="362902" y="213550"/>
                </a:lnTo>
                <a:lnTo>
                  <a:pt x="254609" y="213550"/>
                </a:lnTo>
                <a:lnTo>
                  <a:pt x="265277" y="172402"/>
                </a:lnTo>
                <a:lnTo>
                  <a:pt x="381190" y="172402"/>
                </a:lnTo>
                <a:lnTo>
                  <a:pt x="381190" y="148018"/>
                </a:lnTo>
                <a:close/>
              </a:path>
              <a:path w="1167129" h="382904">
                <a:moveTo>
                  <a:pt x="521487" y="80860"/>
                </a:moveTo>
                <a:lnTo>
                  <a:pt x="475767" y="80860"/>
                </a:lnTo>
                <a:lnTo>
                  <a:pt x="475767" y="6096"/>
                </a:lnTo>
                <a:lnTo>
                  <a:pt x="446811" y="6096"/>
                </a:lnTo>
                <a:lnTo>
                  <a:pt x="446811" y="80860"/>
                </a:lnTo>
                <a:lnTo>
                  <a:pt x="396430" y="80860"/>
                </a:lnTo>
                <a:lnTo>
                  <a:pt x="396430" y="106768"/>
                </a:lnTo>
                <a:lnTo>
                  <a:pt x="446811" y="106768"/>
                </a:lnTo>
                <a:lnTo>
                  <a:pt x="446811" y="189166"/>
                </a:lnTo>
                <a:lnTo>
                  <a:pt x="433057" y="192862"/>
                </a:lnTo>
                <a:lnTo>
                  <a:pt x="419150" y="196977"/>
                </a:lnTo>
                <a:lnTo>
                  <a:pt x="390334" y="205930"/>
                </a:lnTo>
                <a:lnTo>
                  <a:pt x="394906" y="236512"/>
                </a:lnTo>
                <a:lnTo>
                  <a:pt x="407733" y="232156"/>
                </a:lnTo>
                <a:lnTo>
                  <a:pt x="433997" y="223989"/>
                </a:lnTo>
                <a:lnTo>
                  <a:pt x="446811" y="219646"/>
                </a:lnTo>
                <a:lnTo>
                  <a:pt x="446811" y="338709"/>
                </a:lnTo>
                <a:lnTo>
                  <a:pt x="440728" y="343268"/>
                </a:lnTo>
                <a:lnTo>
                  <a:pt x="423722" y="343255"/>
                </a:lnTo>
                <a:lnTo>
                  <a:pt x="416102" y="343090"/>
                </a:lnTo>
                <a:lnTo>
                  <a:pt x="407047" y="342633"/>
                </a:lnTo>
                <a:lnTo>
                  <a:pt x="396430" y="341757"/>
                </a:lnTo>
                <a:lnTo>
                  <a:pt x="401002" y="373761"/>
                </a:lnTo>
                <a:lnTo>
                  <a:pt x="437667" y="373761"/>
                </a:lnTo>
                <a:lnTo>
                  <a:pt x="454558" y="371182"/>
                </a:lnTo>
                <a:lnTo>
                  <a:pt x="466432" y="363461"/>
                </a:lnTo>
                <a:lnTo>
                  <a:pt x="473468" y="350570"/>
                </a:lnTo>
                <a:lnTo>
                  <a:pt x="474395" y="343281"/>
                </a:lnTo>
                <a:lnTo>
                  <a:pt x="475767" y="332524"/>
                </a:lnTo>
                <a:lnTo>
                  <a:pt x="475767" y="219646"/>
                </a:lnTo>
                <a:lnTo>
                  <a:pt x="475767" y="208978"/>
                </a:lnTo>
                <a:lnTo>
                  <a:pt x="486841" y="205587"/>
                </a:lnTo>
                <a:lnTo>
                  <a:pt x="519963" y="195262"/>
                </a:lnTo>
                <a:lnTo>
                  <a:pt x="519087" y="189242"/>
                </a:lnTo>
                <a:lnTo>
                  <a:pt x="518629" y="182499"/>
                </a:lnTo>
                <a:lnTo>
                  <a:pt x="518579" y="180022"/>
                </a:lnTo>
                <a:lnTo>
                  <a:pt x="518515" y="176974"/>
                </a:lnTo>
                <a:lnTo>
                  <a:pt x="518439" y="166306"/>
                </a:lnTo>
                <a:lnTo>
                  <a:pt x="497674" y="173164"/>
                </a:lnTo>
                <a:lnTo>
                  <a:pt x="486943" y="176593"/>
                </a:lnTo>
                <a:lnTo>
                  <a:pt x="475767" y="180022"/>
                </a:lnTo>
                <a:lnTo>
                  <a:pt x="475767" y="106768"/>
                </a:lnTo>
                <a:lnTo>
                  <a:pt x="521487" y="106768"/>
                </a:lnTo>
                <a:lnTo>
                  <a:pt x="521487" y="80860"/>
                </a:lnTo>
                <a:close/>
              </a:path>
              <a:path w="1167129" h="382904">
                <a:moveTo>
                  <a:pt x="773150" y="350901"/>
                </a:moveTo>
                <a:lnTo>
                  <a:pt x="714654" y="328371"/>
                </a:lnTo>
                <a:lnTo>
                  <a:pt x="666369" y="298996"/>
                </a:lnTo>
                <a:lnTo>
                  <a:pt x="684466" y="279184"/>
                </a:lnTo>
                <a:lnTo>
                  <a:pt x="689902" y="273227"/>
                </a:lnTo>
                <a:lnTo>
                  <a:pt x="710272" y="243890"/>
                </a:lnTo>
                <a:lnTo>
                  <a:pt x="727760" y="210832"/>
                </a:lnTo>
                <a:lnTo>
                  <a:pt x="742670" y="173926"/>
                </a:lnTo>
                <a:lnTo>
                  <a:pt x="742670" y="151066"/>
                </a:lnTo>
                <a:lnTo>
                  <a:pt x="709142" y="151066"/>
                </a:lnTo>
                <a:lnTo>
                  <a:pt x="709142" y="176974"/>
                </a:lnTo>
                <a:lnTo>
                  <a:pt x="698271" y="205549"/>
                </a:lnTo>
                <a:lnTo>
                  <a:pt x="683945" y="232079"/>
                </a:lnTo>
                <a:lnTo>
                  <a:pt x="666191" y="256565"/>
                </a:lnTo>
                <a:lnTo>
                  <a:pt x="645033" y="279184"/>
                </a:lnTo>
                <a:lnTo>
                  <a:pt x="626122" y="257213"/>
                </a:lnTo>
                <a:lnTo>
                  <a:pt x="610362" y="232651"/>
                </a:lnTo>
                <a:lnTo>
                  <a:pt x="597458" y="205803"/>
                </a:lnTo>
                <a:lnTo>
                  <a:pt x="587121" y="176974"/>
                </a:lnTo>
                <a:lnTo>
                  <a:pt x="709142" y="176974"/>
                </a:lnTo>
                <a:lnTo>
                  <a:pt x="709142" y="151066"/>
                </a:lnTo>
                <a:lnTo>
                  <a:pt x="661797" y="151066"/>
                </a:lnTo>
                <a:lnTo>
                  <a:pt x="661797" y="93052"/>
                </a:lnTo>
                <a:lnTo>
                  <a:pt x="765530" y="93052"/>
                </a:lnTo>
                <a:lnTo>
                  <a:pt x="765530" y="65620"/>
                </a:lnTo>
                <a:lnTo>
                  <a:pt x="661797" y="65620"/>
                </a:lnTo>
                <a:lnTo>
                  <a:pt x="661797" y="3048"/>
                </a:lnTo>
                <a:lnTo>
                  <a:pt x="631317" y="3048"/>
                </a:lnTo>
                <a:lnTo>
                  <a:pt x="631317" y="65620"/>
                </a:lnTo>
                <a:lnTo>
                  <a:pt x="530631" y="65620"/>
                </a:lnTo>
                <a:lnTo>
                  <a:pt x="530631" y="93052"/>
                </a:lnTo>
                <a:lnTo>
                  <a:pt x="631317" y="93052"/>
                </a:lnTo>
                <a:lnTo>
                  <a:pt x="631317" y="151066"/>
                </a:lnTo>
                <a:lnTo>
                  <a:pt x="532168" y="151066"/>
                </a:lnTo>
                <a:lnTo>
                  <a:pt x="532168" y="176974"/>
                </a:lnTo>
                <a:lnTo>
                  <a:pt x="558165" y="176974"/>
                </a:lnTo>
                <a:lnTo>
                  <a:pt x="569887" y="212737"/>
                </a:lnTo>
                <a:lnTo>
                  <a:pt x="584454" y="244652"/>
                </a:lnTo>
                <a:lnTo>
                  <a:pt x="601891" y="272846"/>
                </a:lnTo>
                <a:lnTo>
                  <a:pt x="622173" y="297472"/>
                </a:lnTo>
                <a:lnTo>
                  <a:pt x="596747" y="314667"/>
                </a:lnTo>
                <a:lnTo>
                  <a:pt x="568591" y="329895"/>
                </a:lnTo>
                <a:lnTo>
                  <a:pt x="537870" y="343408"/>
                </a:lnTo>
                <a:lnTo>
                  <a:pt x="504723" y="355473"/>
                </a:lnTo>
                <a:lnTo>
                  <a:pt x="511060" y="363194"/>
                </a:lnTo>
                <a:lnTo>
                  <a:pt x="516534" y="370332"/>
                </a:lnTo>
                <a:lnTo>
                  <a:pt x="521449" y="376910"/>
                </a:lnTo>
                <a:lnTo>
                  <a:pt x="526059" y="382905"/>
                </a:lnTo>
                <a:lnTo>
                  <a:pt x="558380" y="368617"/>
                </a:lnTo>
                <a:lnTo>
                  <a:pt x="588822" y="353174"/>
                </a:lnTo>
                <a:lnTo>
                  <a:pt x="617245" y="336575"/>
                </a:lnTo>
                <a:lnTo>
                  <a:pt x="643509" y="318808"/>
                </a:lnTo>
                <a:lnTo>
                  <a:pt x="666381" y="335673"/>
                </a:lnTo>
                <a:lnTo>
                  <a:pt x="691565" y="351650"/>
                </a:lnTo>
                <a:lnTo>
                  <a:pt x="719023" y="366471"/>
                </a:lnTo>
                <a:lnTo>
                  <a:pt x="748766" y="379857"/>
                </a:lnTo>
                <a:lnTo>
                  <a:pt x="753643" y="372973"/>
                </a:lnTo>
                <a:lnTo>
                  <a:pt x="759244" y="365950"/>
                </a:lnTo>
                <a:lnTo>
                  <a:pt x="765695" y="358635"/>
                </a:lnTo>
                <a:lnTo>
                  <a:pt x="773150" y="350901"/>
                </a:lnTo>
                <a:close/>
              </a:path>
              <a:path w="1167129" h="382904">
                <a:moveTo>
                  <a:pt x="1111758" y="58000"/>
                </a:moveTo>
                <a:lnTo>
                  <a:pt x="1095679" y="44577"/>
                </a:lnTo>
                <a:lnTo>
                  <a:pt x="1079474" y="31711"/>
                </a:lnTo>
                <a:lnTo>
                  <a:pt x="1063015" y="19392"/>
                </a:lnTo>
                <a:lnTo>
                  <a:pt x="1046124" y="7620"/>
                </a:lnTo>
                <a:lnTo>
                  <a:pt x="1026312" y="29044"/>
                </a:lnTo>
                <a:lnTo>
                  <a:pt x="1042314" y="41668"/>
                </a:lnTo>
                <a:lnTo>
                  <a:pt x="1058316" y="54571"/>
                </a:lnTo>
                <a:lnTo>
                  <a:pt x="1074318" y="68059"/>
                </a:lnTo>
                <a:lnTo>
                  <a:pt x="1090320" y="82384"/>
                </a:lnTo>
                <a:lnTo>
                  <a:pt x="1111758" y="58000"/>
                </a:lnTo>
                <a:close/>
              </a:path>
              <a:path w="1167129" h="382904">
                <a:moveTo>
                  <a:pt x="1166622" y="303555"/>
                </a:moveTo>
                <a:lnTo>
                  <a:pt x="1128039" y="278168"/>
                </a:lnTo>
                <a:lnTo>
                  <a:pt x="1092466" y="247459"/>
                </a:lnTo>
                <a:lnTo>
                  <a:pt x="1059992" y="211531"/>
                </a:lnTo>
                <a:lnTo>
                  <a:pt x="1030363" y="170243"/>
                </a:lnTo>
                <a:lnTo>
                  <a:pt x="1014933" y="143446"/>
                </a:lnTo>
                <a:lnTo>
                  <a:pt x="1014044" y="141922"/>
                </a:lnTo>
                <a:lnTo>
                  <a:pt x="1003452" y="123532"/>
                </a:lnTo>
                <a:lnTo>
                  <a:pt x="1155954" y="123532"/>
                </a:lnTo>
                <a:lnTo>
                  <a:pt x="1155954" y="94576"/>
                </a:lnTo>
                <a:lnTo>
                  <a:pt x="989736" y="94576"/>
                </a:lnTo>
                <a:lnTo>
                  <a:pt x="989736" y="1524"/>
                </a:lnTo>
                <a:lnTo>
                  <a:pt x="959167" y="1524"/>
                </a:lnTo>
                <a:lnTo>
                  <a:pt x="959167" y="94576"/>
                </a:lnTo>
                <a:lnTo>
                  <a:pt x="792949" y="94576"/>
                </a:lnTo>
                <a:lnTo>
                  <a:pt x="792949" y="123532"/>
                </a:lnTo>
                <a:lnTo>
                  <a:pt x="943927" y="123532"/>
                </a:lnTo>
                <a:lnTo>
                  <a:pt x="917587" y="166776"/>
                </a:lnTo>
                <a:lnTo>
                  <a:pt x="887958" y="206870"/>
                </a:lnTo>
                <a:lnTo>
                  <a:pt x="855027" y="243954"/>
                </a:lnTo>
                <a:lnTo>
                  <a:pt x="818845" y="278117"/>
                </a:lnTo>
                <a:lnTo>
                  <a:pt x="779233" y="309664"/>
                </a:lnTo>
                <a:lnTo>
                  <a:pt x="785812" y="317614"/>
                </a:lnTo>
                <a:lnTo>
                  <a:pt x="791806" y="325285"/>
                </a:lnTo>
                <a:lnTo>
                  <a:pt x="797242" y="332409"/>
                </a:lnTo>
                <a:lnTo>
                  <a:pt x="802093" y="338709"/>
                </a:lnTo>
                <a:lnTo>
                  <a:pt x="841298" y="304457"/>
                </a:lnTo>
                <a:lnTo>
                  <a:pt x="876515" y="267639"/>
                </a:lnTo>
                <a:lnTo>
                  <a:pt x="907859" y="228282"/>
                </a:lnTo>
                <a:lnTo>
                  <a:pt x="935380" y="186372"/>
                </a:lnTo>
                <a:lnTo>
                  <a:pt x="959167" y="141922"/>
                </a:lnTo>
                <a:lnTo>
                  <a:pt x="959167" y="379857"/>
                </a:lnTo>
                <a:lnTo>
                  <a:pt x="989736" y="379857"/>
                </a:lnTo>
                <a:lnTo>
                  <a:pt x="989736" y="143446"/>
                </a:lnTo>
                <a:lnTo>
                  <a:pt x="1014082" y="190487"/>
                </a:lnTo>
                <a:lnTo>
                  <a:pt x="1041412" y="232930"/>
                </a:lnTo>
                <a:lnTo>
                  <a:pt x="1071841" y="270929"/>
                </a:lnTo>
                <a:lnTo>
                  <a:pt x="1105420" y="304609"/>
                </a:lnTo>
                <a:lnTo>
                  <a:pt x="1142238" y="334137"/>
                </a:lnTo>
                <a:lnTo>
                  <a:pt x="1147330" y="326313"/>
                </a:lnTo>
                <a:lnTo>
                  <a:pt x="1153287" y="318808"/>
                </a:lnTo>
                <a:lnTo>
                  <a:pt x="1166622" y="303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489" y="643699"/>
            <a:ext cx="1180465" cy="600075"/>
          </a:xfrm>
          <a:custGeom>
            <a:avLst/>
            <a:gdLst/>
            <a:ahLst/>
            <a:cxnLst/>
            <a:rect l="l" t="t" r="r" b="b"/>
            <a:pathLst>
              <a:path w="1180464" h="600075">
                <a:moveTo>
                  <a:pt x="599313" y="327952"/>
                </a:moveTo>
                <a:lnTo>
                  <a:pt x="540943" y="323659"/>
                </a:lnTo>
                <a:lnTo>
                  <a:pt x="487972" y="317779"/>
                </a:lnTo>
                <a:lnTo>
                  <a:pt x="487972" y="389001"/>
                </a:lnTo>
                <a:lnTo>
                  <a:pt x="431584" y="389001"/>
                </a:lnTo>
                <a:lnTo>
                  <a:pt x="431584" y="457682"/>
                </a:lnTo>
                <a:lnTo>
                  <a:pt x="431584" y="501878"/>
                </a:lnTo>
                <a:lnTo>
                  <a:pt x="167741" y="501878"/>
                </a:lnTo>
                <a:lnTo>
                  <a:pt x="167741" y="457682"/>
                </a:lnTo>
                <a:lnTo>
                  <a:pt x="431584" y="457682"/>
                </a:lnTo>
                <a:lnTo>
                  <a:pt x="431584" y="389001"/>
                </a:lnTo>
                <a:lnTo>
                  <a:pt x="128117" y="389001"/>
                </a:lnTo>
                <a:lnTo>
                  <a:pt x="176669" y="378193"/>
                </a:lnTo>
                <a:lnTo>
                  <a:pt x="221653" y="366522"/>
                </a:lnTo>
                <a:lnTo>
                  <a:pt x="262953" y="354291"/>
                </a:lnTo>
                <a:lnTo>
                  <a:pt x="300418" y="341757"/>
                </a:lnTo>
                <a:lnTo>
                  <a:pt x="341299" y="354926"/>
                </a:lnTo>
                <a:lnTo>
                  <a:pt x="386194" y="367093"/>
                </a:lnTo>
                <a:lnTo>
                  <a:pt x="435089" y="378409"/>
                </a:lnTo>
                <a:lnTo>
                  <a:pt x="487972" y="389001"/>
                </a:lnTo>
                <a:lnTo>
                  <a:pt x="487972" y="317779"/>
                </a:lnTo>
                <a:lnTo>
                  <a:pt x="487019" y="317665"/>
                </a:lnTo>
                <a:lnTo>
                  <a:pt x="437375" y="309943"/>
                </a:lnTo>
                <a:lnTo>
                  <a:pt x="391858" y="300520"/>
                </a:lnTo>
                <a:lnTo>
                  <a:pt x="423011" y="281635"/>
                </a:lnTo>
                <a:lnTo>
                  <a:pt x="435356" y="273088"/>
                </a:lnTo>
                <a:lnTo>
                  <a:pt x="452145" y="261454"/>
                </a:lnTo>
                <a:lnTo>
                  <a:pt x="478967" y="239826"/>
                </a:lnTo>
                <a:lnTo>
                  <a:pt x="498436" y="221170"/>
                </a:lnTo>
                <a:lnTo>
                  <a:pt x="503212" y="216598"/>
                </a:lnTo>
                <a:lnTo>
                  <a:pt x="503212" y="196786"/>
                </a:lnTo>
                <a:lnTo>
                  <a:pt x="574929" y="196786"/>
                </a:lnTo>
                <a:lnTo>
                  <a:pt x="574929" y="160210"/>
                </a:lnTo>
                <a:lnTo>
                  <a:pt x="574929" y="122021"/>
                </a:lnTo>
                <a:lnTo>
                  <a:pt x="574929" y="54965"/>
                </a:lnTo>
                <a:lnTo>
                  <a:pt x="361378" y="54965"/>
                </a:lnTo>
                <a:lnTo>
                  <a:pt x="355930" y="38874"/>
                </a:lnTo>
                <a:lnTo>
                  <a:pt x="350901" y="24625"/>
                </a:lnTo>
                <a:lnTo>
                  <a:pt x="346163" y="11811"/>
                </a:lnTo>
                <a:lnTo>
                  <a:pt x="341566" y="0"/>
                </a:lnTo>
                <a:lnTo>
                  <a:pt x="239369" y="10668"/>
                </a:lnTo>
                <a:lnTo>
                  <a:pt x="257746" y="54965"/>
                </a:lnTo>
                <a:lnTo>
                  <a:pt x="24384" y="54965"/>
                </a:lnTo>
                <a:lnTo>
                  <a:pt x="24384" y="196786"/>
                </a:lnTo>
                <a:lnTo>
                  <a:pt x="106680" y="196786"/>
                </a:lnTo>
                <a:lnTo>
                  <a:pt x="106680" y="122021"/>
                </a:lnTo>
                <a:lnTo>
                  <a:pt x="492544" y="122021"/>
                </a:lnTo>
                <a:lnTo>
                  <a:pt x="492544" y="160210"/>
                </a:lnTo>
                <a:lnTo>
                  <a:pt x="393382" y="160210"/>
                </a:lnTo>
                <a:lnTo>
                  <a:pt x="393382" y="221170"/>
                </a:lnTo>
                <a:lnTo>
                  <a:pt x="372237" y="236397"/>
                </a:lnTo>
                <a:lnTo>
                  <a:pt x="349948" y="250024"/>
                </a:lnTo>
                <a:lnTo>
                  <a:pt x="326517" y="262204"/>
                </a:lnTo>
                <a:lnTo>
                  <a:pt x="301942" y="273088"/>
                </a:lnTo>
                <a:lnTo>
                  <a:pt x="277380" y="262204"/>
                </a:lnTo>
                <a:lnTo>
                  <a:pt x="266128" y="256324"/>
                </a:lnTo>
                <a:lnTo>
                  <a:pt x="254076" y="250024"/>
                </a:lnTo>
                <a:lnTo>
                  <a:pt x="232206" y="236397"/>
                </a:lnTo>
                <a:lnTo>
                  <a:pt x="211937" y="221170"/>
                </a:lnTo>
                <a:lnTo>
                  <a:pt x="393382" y="221170"/>
                </a:lnTo>
                <a:lnTo>
                  <a:pt x="393382" y="160210"/>
                </a:lnTo>
                <a:lnTo>
                  <a:pt x="266890" y="160210"/>
                </a:lnTo>
                <a:lnTo>
                  <a:pt x="272364" y="153619"/>
                </a:lnTo>
                <a:lnTo>
                  <a:pt x="277558" y="147447"/>
                </a:lnTo>
                <a:lnTo>
                  <a:pt x="282752" y="141566"/>
                </a:lnTo>
                <a:lnTo>
                  <a:pt x="288226" y="135826"/>
                </a:lnTo>
                <a:lnTo>
                  <a:pt x="193649" y="135826"/>
                </a:lnTo>
                <a:lnTo>
                  <a:pt x="159308" y="167551"/>
                </a:lnTo>
                <a:lnTo>
                  <a:pt x="120256" y="196418"/>
                </a:lnTo>
                <a:lnTo>
                  <a:pt x="76339" y="222453"/>
                </a:lnTo>
                <a:lnTo>
                  <a:pt x="27432" y="245656"/>
                </a:lnTo>
                <a:lnTo>
                  <a:pt x="38862" y="258533"/>
                </a:lnTo>
                <a:lnTo>
                  <a:pt x="50292" y="272135"/>
                </a:lnTo>
                <a:lnTo>
                  <a:pt x="61722" y="286588"/>
                </a:lnTo>
                <a:lnTo>
                  <a:pt x="73152" y="302044"/>
                </a:lnTo>
                <a:lnTo>
                  <a:pt x="113969" y="279184"/>
                </a:lnTo>
                <a:lnTo>
                  <a:pt x="133667" y="267754"/>
                </a:lnTo>
                <a:lnTo>
                  <a:pt x="152501" y="256324"/>
                </a:lnTo>
                <a:lnTo>
                  <a:pt x="166497" y="268605"/>
                </a:lnTo>
                <a:lnTo>
                  <a:pt x="181076" y="280327"/>
                </a:lnTo>
                <a:lnTo>
                  <a:pt x="196215" y="291465"/>
                </a:lnTo>
                <a:lnTo>
                  <a:pt x="211937" y="302044"/>
                </a:lnTo>
                <a:lnTo>
                  <a:pt x="166166" y="312039"/>
                </a:lnTo>
                <a:lnTo>
                  <a:pt x="115684" y="321475"/>
                </a:lnTo>
                <a:lnTo>
                  <a:pt x="60337" y="330327"/>
                </a:lnTo>
                <a:lnTo>
                  <a:pt x="0" y="338620"/>
                </a:lnTo>
                <a:lnTo>
                  <a:pt x="7962" y="354926"/>
                </a:lnTo>
                <a:lnTo>
                  <a:pt x="15811" y="371856"/>
                </a:lnTo>
                <a:lnTo>
                  <a:pt x="23241" y="389001"/>
                </a:lnTo>
                <a:lnTo>
                  <a:pt x="30480" y="407289"/>
                </a:lnTo>
                <a:lnTo>
                  <a:pt x="85344" y="398145"/>
                </a:lnTo>
                <a:lnTo>
                  <a:pt x="85344" y="599503"/>
                </a:lnTo>
                <a:lnTo>
                  <a:pt x="167741" y="599503"/>
                </a:lnTo>
                <a:lnTo>
                  <a:pt x="167741" y="570547"/>
                </a:lnTo>
                <a:lnTo>
                  <a:pt x="431584" y="570547"/>
                </a:lnTo>
                <a:lnTo>
                  <a:pt x="431584" y="599503"/>
                </a:lnTo>
                <a:lnTo>
                  <a:pt x="513880" y="599503"/>
                </a:lnTo>
                <a:lnTo>
                  <a:pt x="513880" y="570547"/>
                </a:lnTo>
                <a:lnTo>
                  <a:pt x="513880" y="501878"/>
                </a:lnTo>
                <a:lnTo>
                  <a:pt x="513880" y="457682"/>
                </a:lnTo>
                <a:lnTo>
                  <a:pt x="513880" y="398145"/>
                </a:lnTo>
                <a:lnTo>
                  <a:pt x="513880" y="393573"/>
                </a:lnTo>
                <a:lnTo>
                  <a:pt x="568833" y="402717"/>
                </a:lnTo>
                <a:lnTo>
                  <a:pt x="572566" y="393573"/>
                </a:lnTo>
                <a:lnTo>
                  <a:pt x="574421" y="389001"/>
                </a:lnTo>
                <a:lnTo>
                  <a:pt x="593686" y="341757"/>
                </a:lnTo>
                <a:lnTo>
                  <a:pt x="599313" y="327952"/>
                </a:lnTo>
                <a:close/>
              </a:path>
              <a:path w="1180464" h="600075">
                <a:moveTo>
                  <a:pt x="1180338" y="91541"/>
                </a:moveTo>
                <a:lnTo>
                  <a:pt x="1096518" y="91541"/>
                </a:lnTo>
                <a:lnTo>
                  <a:pt x="1096518" y="172415"/>
                </a:lnTo>
                <a:lnTo>
                  <a:pt x="1096518" y="289852"/>
                </a:lnTo>
                <a:lnTo>
                  <a:pt x="767054" y="289852"/>
                </a:lnTo>
                <a:lnTo>
                  <a:pt x="767054" y="172415"/>
                </a:lnTo>
                <a:lnTo>
                  <a:pt x="1096518" y="172415"/>
                </a:lnTo>
                <a:lnTo>
                  <a:pt x="1096518" y="91541"/>
                </a:lnTo>
                <a:lnTo>
                  <a:pt x="988225" y="91541"/>
                </a:lnTo>
                <a:lnTo>
                  <a:pt x="975118" y="63766"/>
                </a:lnTo>
                <a:lnTo>
                  <a:pt x="953465" y="19024"/>
                </a:lnTo>
                <a:lnTo>
                  <a:pt x="945451" y="1524"/>
                </a:lnTo>
                <a:lnTo>
                  <a:pt x="857059" y="32105"/>
                </a:lnTo>
                <a:lnTo>
                  <a:pt x="863066" y="44386"/>
                </a:lnTo>
                <a:lnTo>
                  <a:pt x="869632" y="58394"/>
                </a:lnTo>
                <a:lnTo>
                  <a:pt x="876782" y="74104"/>
                </a:lnTo>
                <a:lnTo>
                  <a:pt x="884491" y="91541"/>
                </a:lnTo>
                <a:lnTo>
                  <a:pt x="683234" y="91541"/>
                </a:lnTo>
                <a:lnTo>
                  <a:pt x="683234" y="298996"/>
                </a:lnTo>
                <a:lnTo>
                  <a:pt x="680834" y="352793"/>
                </a:lnTo>
                <a:lnTo>
                  <a:pt x="673582" y="402424"/>
                </a:lnTo>
                <a:lnTo>
                  <a:pt x="661441" y="447713"/>
                </a:lnTo>
                <a:lnTo>
                  <a:pt x="644321" y="488543"/>
                </a:lnTo>
                <a:lnTo>
                  <a:pt x="622173" y="524738"/>
                </a:lnTo>
                <a:lnTo>
                  <a:pt x="636219" y="540473"/>
                </a:lnTo>
                <a:lnTo>
                  <a:pt x="651141" y="557936"/>
                </a:lnTo>
                <a:lnTo>
                  <a:pt x="684758" y="597992"/>
                </a:lnTo>
                <a:lnTo>
                  <a:pt x="708342" y="562483"/>
                </a:lnTo>
                <a:lnTo>
                  <a:pt x="727913" y="522020"/>
                </a:lnTo>
                <a:lnTo>
                  <a:pt x="743458" y="476732"/>
                </a:lnTo>
                <a:lnTo>
                  <a:pt x="754976" y="426770"/>
                </a:lnTo>
                <a:lnTo>
                  <a:pt x="762482" y="372249"/>
                </a:lnTo>
                <a:lnTo>
                  <a:pt x="1096518" y="372249"/>
                </a:lnTo>
                <a:lnTo>
                  <a:pt x="1096518" y="402729"/>
                </a:lnTo>
                <a:lnTo>
                  <a:pt x="1180338" y="402729"/>
                </a:lnTo>
                <a:lnTo>
                  <a:pt x="1180338" y="372249"/>
                </a:lnTo>
                <a:lnTo>
                  <a:pt x="1180338" y="289852"/>
                </a:lnTo>
                <a:lnTo>
                  <a:pt x="1180338" y="172415"/>
                </a:lnTo>
                <a:lnTo>
                  <a:pt x="1180338" y="9154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156256" y="643699"/>
            <a:ext cx="1833245" cy="600075"/>
          </a:xfrm>
          <a:custGeom>
            <a:avLst/>
            <a:gdLst/>
            <a:ahLst/>
            <a:cxnLst/>
            <a:rect l="l" t="t" r="r" b="b"/>
            <a:pathLst>
              <a:path w="1833245" h="600075">
                <a:moveTo>
                  <a:pt x="103632" y="416445"/>
                </a:moveTo>
                <a:lnTo>
                  <a:pt x="71628" y="198323"/>
                </a:lnTo>
                <a:lnTo>
                  <a:pt x="7620" y="208991"/>
                </a:lnTo>
                <a:lnTo>
                  <a:pt x="15582" y="263067"/>
                </a:lnTo>
                <a:lnTo>
                  <a:pt x="23241" y="317703"/>
                </a:lnTo>
                <a:lnTo>
                  <a:pt x="30340" y="372897"/>
                </a:lnTo>
                <a:lnTo>
                  <a:pt x="36576" y="428637"/>
                </a:lnTo>
                <a:lnTo>
                  <a:pt x="103632" y="416445"/>
                </a:lnTo>
                <a:close/>
              </a:path>
              <a:path w="1833245" h="600075">
                <a:moveTo>
                  <a:pt x="202793" y="205943"/>
                </a:moveTo>
                <a:lnTo>
                  <a:pt x="129540" y="196799"/>
                </a:lnTo>
                <a:lnTo>
                  <a:pt x="123888" y="250418"/>
                </a:lnTo>
                <a:lnTo>
                  <a:pt x="117944" y="303250"/>
                </a:lnTo>
                <a:lnTo>
                  <a:pt x="111772" y="355193"/>
                </a:lnTo>
                <a:lnTo>
                  <a:pt x="105460" y="406184"/>
                </a:lnTo>
                <a:lnTo>
                  <a:pt x="99060" y="456158"/>
                </a:lnTo>
                <a:lnTo>
                  <a:pt x="0" y="472922"/>
                </a:lnTo>
                <a:lnTo>
                  <a:pt x="13716" y="550748"/>
                </a:lnTo>
                <a:lnTo>
                  <a:pt x="109207" y="531418"/>
                </a:lnTo>
                <a:lnTo>
                  <a:pt x="154178" y="522998"/>
                </a:lnTo>
                <a:lnTo>
                  <a:pt x="196697" y="515594"/>
                </a:lnTo>
                <a:lnTo>
                  <a:pt x="198716" y="489331"/>
                </a:lnTo>
                <a:lnTo>
                  <a:pt x="200317" y="467766"/>
                </a:lnTo>
                <a:lnTo>
                  <a:pt x="201625" y="451040"/>
                </a:lnTo>
                <a:lnTo>
                  <a:pt x="202031" y="447014"/>
                </a:lnTo>
                <a:lnTo>
                  <a:pt x="202793" y="439305"/>
                </a:lnTo>
                <a:lnTo>
                  <a:pt x="161645" y="447014"/>
                </a:lnTo>
                <a:lnTo>
                  <a:pt x="202793" y="205943"/>
                </a:lnTo>
                <a:close/>
              </a:path>
              <a:path w="1833245" h="600075">
                <a:moveTo>
                  <a:pt x="205841" y="108305"/>
                </a:moveTo>
                <a:lnTo>
                  <a:pt x="103632" y="108305"/>
                </a:lnTo>
                <a:lnTo>
                  <a:pt x="158597" y="85445"/>
                </a:lnTo>
                <a:lnTo>
                  <a:pt x="145465" y="59448"/>
                </a:lnTo>
                <a:lnTo>
                  <a:pt x="133591" y="36436"/>
                </a:lnTo>
                <a:lnTo>
                  <a:pt x="123151" y="16573"/>
                </a:lnTo>
                <a:lnTo>
                  <a:pt x="114300" y="0"/>
                </a:lnTo>
                <a:lnTo>
                  <a:pt x="42672" y="28956"/>
                </a:lnTo>
                <a:lnTo>
                  <a:pt x="50965" y="45897"/>
                </a:lnTo>
                <a:lnTo>
                  <a:pt x="59817" y="64668"/>
                </a:lnTo>
                <a:lnTo>
                  <a:pt x="69253" y="85420"/>
                </a:lnTo>
                <a:lnTo>
                  <a:pt x="79248" y="108305"/>
                </a:lnTo>
                <a:lnTo>
                  <a:pt x="6096" y="108305"/>
                </a:lnTo>
                <a:lnTo>
                  <a:pt x="6096" y="183083"/>
                </a:lnTo>
                <a:lnTo>
                  <a:pt x="205841" y="183083"/>
                </a:lnTo>
                <a:lnTo>
                  <a:pt x="205841" y="108305"/>
                </a:lnTo>
                <a:close/>
              </a:path>
              <a:path w="1833245" h="600075">
                <a:moveTo>
                  <a:pt x="562749" y="38201"/>
                </a:moveTo>
                <a:lnTo>
                  <a:pt x="492544" y="38201"/>
                </a:lnTo>
                <a:lnTo>
                  <a:pt x="492544" y="105257"/>
                </a:lnTo>
                <a:lnTo>
                  <a:pt x="436156" y="105257"/>
                </a:lnTo>
                <a:lnTo>
                  <a:pt x="436156" y="0"/>
                </a:lnTo>
                <a:lnTo>
                  <a:pt x="358343" y="0"/>
                </a:lnTo>
                <a:lnTo>
                  <a:pt x="358343" y="105257"/>
                </a:lnTo>
                <a:lnTo>
                  <a:pt x="303479" y="105257"/>
                </a:lnTo>
                <a:lnTo>
                  <a:pt x="303479" y="38201"/>
                </a:lnTo>
                <a:lnTo>
                  <a:pt x="233273" y="38201"/>
                </a:lnTo>
                <a:lnTo>
                  <a:pt x="233273" y="175450"/>
                </a:lnTo>
                <a:lnTo>
                  <a:pt x="562749" y="175450"/>
                </a:lnTo>
                <a:lnTo>
                  <a:pt x="562749" y="105257"/>
                </a:lnTo>
                <a:lnTo>
                  <a:pt x="562749" y="38201"/>
                </a:lnTo>
                <a:close/>
              </a:path>
              <a:path w="1833245" h="600075">
                <a:moveTo>
                  <a:pt x="587133" y="208991"/>
                </a:moveTo>
                <a:lnTo>
                  <a:pt x="211937" y="208991"/>
                </a:lnTo>
                <a:lnTo>
                  <a:pt x="211937" y="280708"/>
                </a:lnTo>
                <a:lnTo>
                  <a:pt x="347675" y="280708"/>
                </a:lnTo>
                <a:lnTo>
                  <a:pt x="338531" y="318808"/>
                </a:lnTo>
                <a:lnTo>
                  <a:pt x="214985" y="318808"/>
                </a:lnTo>
                <a:lnTo>
                  <a:pt x="214985" y="594944"/>
                </a:lnTo>
                <a:lnTo>
                  <a:pt x="286715" y="594944"/>
                </a:lnTo>
                <a:lnTo>
                  <a:pt x="286715" y="389013"/>
                </a:lnTo>
                <a:lnTo>
                  <a:pt x="320243" y="389013"/>
                </a:lnTo>
                <a:lnTo>
                  <a:pt x="320243" y="564464"/>
                </a:lnTo>
                <a:lnTo>
                  <a:pt x="379679" y="564464"/>
                </a:lnTo>
                <a:lnTo>
                  <a:pt x="379679" y="389013"/>
                </a:lnTo>
                <a:lnTo>
                  <a:pt x="413296" y="389013"/>
                </a:lnTo>
                <a:lnTo>
                  <a:pt x="413296" y="564464"/>
                </a:lnTo>
                <a:lnTo>
                  <a:pt x="466636" y="564464"/>
                </a:lnTo>
                <a:lnTo>
                  <a:pt x="469684" y="594944"/>
                </a:lnTo>
                <a:lnTo>
                  <a:pt x="479971" y="596061"/>
                </a:lnTo>
                <a:lnTo>
                  <a:pt x="490258" y="597039"/>
                </a:lnTo>
                <a:lnTo>
                  <a:pt x="500545" y="597725"/>
                </a:lnTo>
                <a:lnTo>
                  <a:pt x="510832" y="597992"/>
                </a:lnTo>
                <a:lnTo>
                  <a:pt x="524002" y="597420"/>
                </a:lnTo>
                <a:lnTo>
                  <a:pt x="567055" y="582841"/>
                </a:lnTo>
                <a:lnTo>
                  <a:pt x="577989" y="547700"/>
                </a:lnTo>
                <a:lnTo>
                  <a:pt x="577989" y="529310"/>
                </a:lnTo>
                <a:lnTo>
                  <a:pt x="577989" y="389013"/>
                </a:lnTo>
                <a:lnTo>
                  <a:pt x="577989" y="318808"/>
                </a:lnTo>
                <a:lnTo>
                  <a:pt x="507784" y="318808"/>
                </a:lnTo>
                <a:lnTo>
                  <a:pt x="507784" y="524738"/>
                </a:lnTo>
                <a:lnTo>
                  <a:pt x="503212" y="529310"/>
                </a:lnTo>
                <a:lnTo>
                  <a:pt x="483400" y="529310"/>
                </a:lnTo>
                <a:lnTo>
                  <a:pt x="472732" y="527786"/>
                </a:lnTo>
                <a:lnTo>
                  <a:pt x="472732" y="389013"/>
                </a:lnTo>
                <a:lnTo>
                  <a:pt x="506260" y="389013"/>
                </a:lnTo>
                <a:lnTo>
                  <a:pt x="506260" y="514070"/>
                </a:lnTo>
                <a:lnTo>
                  <a:pt x="507784" y="524738"/>
                </a:lnTo>
                <a:lnTo>
                  <a:pt x="507784" y="318808"/>
                </a:lnTo>
                <a:lnTo>
                  <a:pt x="414820" y="318808"/>
                </a:lnTo>
                <a:lnTo>
                  <a:pt x="423964" y="280708"/>
                </a:lnTo>
                <a:lnTo>
                  <a:pt x="587133" y="280708"/>
                </a:lnTo>
                <a:lnTo>
                  <a:pt x="587133" y="208991"/>
                </a:lnTo>
                <a:close/>
              </a:path>
              <a:path w="1833245" h="600075">
                <a:moveTo>
                  <a:pt x="823442" y="266992"/>
                </a:moveTo>
                <a:lnTo>
                  <a:pt x="768578" y="279184"/>
                </a:lnTo>
                <a:lnTo>
                  <a:pt x="768578" y="187655"/>
                </a:lnTo>
                <a:lnTo>
                  <a:pt x="820394" y="187655"/>
                </a:lnTo>
                <a:lnTo>
                  <a:pt x="820394" y="109829"/>
                </a:lnTo>
                <a:lnTo>
                  <a:pt x="768578" y="109829"/>
                </a:lnTo>
                <a:lnTo>
                  <a:pt x="768578" y="3048"/>
                </a:lnTo>
                <a:lnTo>
                  <a:pt x="690854" y="3048"/>
                </a:lnTo>
                <a:lnTo>
                  <a:pt x="690854" y="109829"/>
                </a:lnTo>
                <a:lnTo>
                  <a:pt x="623697" y="109829"/>
                </a:lnTo>
                <a:lnTo>
                  <a:pt x="623697" y="187655"/>
                </a:lnTo>
                <a:lnTo>
                  <a:pt x="690854" y="187655"/>
                </a:lnTo>
                <a:lnTo>
                  <a:pt x="690854" y="294424"/>
                </a:lnTo>
                <a:lnTo>
                  <a:pt x="617601" y="308140"/>
                </a:lnTo>
                <a:lnTo>
                  <a:pt x="626745" y="393585"/>
                </a:lnTo>
                <a:lnTo>
                  <a:pt x="690854" y="376821"/>
                </a:lnTo>
                <a:lnTo>
                  <a:pt x="690854" y="495782"/>
                </a:lnTo>
                <a:lnTo>
                  <a:pt x="689330" y="503402"/>
                </a:lnTo>
                <a:lnTo>
                  <a:pt x="686282" y="507974"/>
                </a:lnTo>
                <a:lnTo>
                  <a:pt x="681609" y="512546"/>
                </a:lnTo>
                <a:lnTo>
                  <a:pt x="673989" y="515594"/>
                </a:lnTo>
                <a:lnTo>
                  <a:pt x="663321" y="515594"/>
                </a:lnTo>
                <a:lnTo>
                  <a:pt x="654773" y="515327"/>
                </a:lnTo>
                <a:lnTo>
                  <a:pt x="645223" y="514642"/>
                </a:lnTo>
                <a:lnTo>
                  <a:pt x="623697" y="512546"/>
                </a:lnTo>
                <a:lnTo>
                  <a:pt x="630224" y="537464"/>
                </a:lnTo>
                <a:lnTo>
                  <a:pt x="635889" y="559498"/>
                </a:lnTo>
                <a:lnTo>
                  <a:pt x="640422" y="578650"/>
                </a:lnTo>
                <a:lnTo>
                  <a:pt x="643509" y="594944"/>
                </a:lnTo>
                <a:lnTo>
                  <a:pt x="682739" y="593775"/>
                </a:lnTo>
                <a:lnTo>
                  <a:pt x="735977" y="584009"/>
                </a:lnTo>
                <a:lnTo>
                  <a:pt x="764006" y="550506"/>
                </a:lnTo>
                <a:lnTo>
                  <a:pt x="768578" y="515594"/>
                </a:lnTo>
                <a:lnTo>
                  <a:pt x="768578" y="376821"/>
                </a:lnTo>
                <a:lnTo>
                  <a:pt x="768578" y="358533"/>
                </a:lnTo>
                <a:lnTo>
                  <a:pt x="820394" y="346341"/>
                </a:lnTo>
                <a:lnTo>
                  <a:pt x="820661" y="331114"/>
                </a:lnTo>
                <a:lnTo>
                  <a:pt x="821347" y="312915"/>
                </a:lnTo>
                <a:lnTo>
                  <a:pt x="822883" y="279184"/>
                </a:lnTo>
                <a:lnTo>
                  <a:pt x="823442" y="266992"/>
                </a:lnTo>
                <a:close/>
              </a:path>
              <a:path w="1833245" h="600075">
                <a:moveTo>
                  <a:pt x="1215402" y="514070"/>
                </a:moveTo>
                <a:lnTo>
                  <a:pt x="1178801" y="502043"/>
                </a:lnTo>
                <a:lnTo>
                  <a:pt x="1144333" y="488734"/>
                </a:lnTo>
                <a:lnTo>
                  <a:pt x="1111846" y="473989"/>
                </a:lnTo>
                <a:lnTo>
                  <a:pt x="1081189" y="457682"/>
                </a:lnTo>
                <a:lnTo>
                  <a:pt x="1114412" y="422198"/>
                </a:lnTo>
                <a:lnTo>
                  <a:pt x="1124610" y="408825"/>
                </a:lnTo>
                <a:lnTo>
                  <a:pt x="1143190" y="384441"/>
                </a:lnTo>
                <a:lnTo>
                  <a:pt x="1167650" y="344385"/>
                </a:lnTo>
                <a:lnTo>
                  <a:pt x="1187958" y="302044"/>
                </a:lnTo>
                <a:lnTo>
                  <a:pt x="1187958" y="228803"/>
                </a:lnTo>
                <a:lnTo>
                  <a:pt x="1055281" y="228803"/>
                </a:lnTo>
                <a:lnTo>
                  <a:pt x="1055281" y="161734"/>
                </a:lnTo>
                <a:lnTo>
                  <a:pt x="1203210" y="161734"/>
                </a:lnTo>
                <a:lnTo>
                  <a:pt x="1203210" y="90017"/>
                </a:lnTo>
                <a:lnTo>
                  <a:pt x="1055281" y="90017"/>
                </a:lnTo>
                <a:lnTo>
                  <a:pt x="1055281" y="3048"/>
                </a:lnTo>
                <a:lnTo>
                  <a:pt x="969937" y="3048"/>
                </a:lnTo>
                <a:lnTo>
                  <a:pt x="969937" y="90017"/>
                </a:lnTo>
                <a:lnTo>
                  <a:pt x="837247" y="90017"/>
                </a:lnTo>
                <a:lnTo>
                  <a:pt x="837247" y="161734"/>
                </a:lnTo>
                <a:lnTo>
                  <a:pt x="969937" y="161734"/>
                </a:lnTo>
                <a:lnTo>
                  <a:pt x="969937" y="228803"/>
                </a:lnTo>
                <a:lnTo>
                  <a:pt x="835723" y="228803"/>
                </a:lnTo>
                <a:lnTo>
                  <a:pt x="835723" y="303568"/>
                </a:lnTo>
                <a:lnTo>
                  <a:pt x="1091857" y="303568"/>
                </a:lnTo>
                <a:lnTo>
                  <a:pt x="1076426" y="332486"/>
                </a:lnTo>
                <a:lnTo>
                  <a:pt x="1057567" y="359664"/>
                </a:lnTo>
                <a:lnTo>
                  <a:pt x="1035278" y="385102"/>
                </a:lnTo>
                <a:lnTo>
                  <a:pt x="1009561" y="408825"/>
                </a:lnTo>
                <a:lnTo>
                  <a:pt x="984135" y="386003"/>
                </a:lnTo>
                <a:lnTo>
                  <a:pt x="960551" y="361188"/>
                </a:lnTo>
                <a:lnTo>
                  <a:pt x="938974" y="334632"/>
                </a:lnTo>
                <a:lnTo>
                  <a:pt x="919543" y="306616"/>
                </a:lnTo>
                <a:lnTo>
                  <a:pt x="850963" y="346341"/>
                </a:lnTo>
                <a:lnTo>
                  <a:pt x="872109" y="376339"/>
                </a:lnTo>
                <a:lnTo>
                  <a:pt x="894397" y="404634"/>
                </a:lnTo>
                <a:lnTo>
                  <a:pt x="917829" y="431241"/>
                </a:lnTo>
                <a:lnTo>
                  <a:pt x="942403" y="456158"/>
                </a:lnTo>
                <a:lnTo>
                  <a:pt x="910120" y="473900"/>
                </a:lnTo>
                <a:lnTo>
                  <a:pt x="874966" y="490639"/>
                </a:lnTo>
                <a:lnTo>
                  <a:pt x="836930" y="506526"/>
                </a:lnTo>
                <a:lnTo>
                  <a:pt x="796010" y="521690"/>
                </a:lnTo>
                <a:lnTo>
                  <a:pt x="809409" y="542886"/>
                </a:lnTo>
                <a:lnTo>
                  <a:pt x="821969" y="562927"/>
                </a:lnTo>
                <a:lnTo>
                  <a:pt x="833386" y="581787"/>
                </a:lnTo>
                <a:lnTo>
                  <a:pt x="843343" y="599516"/>
                </a:lnTo>
                <a:lnTo>
                  <a:pt x="889939" y="580377"/>
                </a:lnTo>
                <a:lnTo>
                  <a:pt x="933691" y="559650"/>
                </a:lnTo>
                <a:lnTo>
                  <a:pt x="974585" y="537489"/>
                </a:lnTo>
                <a:lnTo>
                  <a:pt x="1012609" y="514070"/>
                </a:lnTo>
                <a:lnTo>
                  <a:pt x="1048029" y="538124"/>
                </a:lnTo>
                <a:lnTo>
                  <a:pt x="1085621" y="559879"/>
                </a:lnTo>
                <a:lnTo>
                  <a:pt x="1125207" y="579310"/>
                </a:lnTo>
                <a:lnTo>
                  <a:pt x="1166622" y="596468"/>
                </a:lnTo>
                <a:lnTo>
                  <a:pt x="1177467" y="579526"/>
                </a:lnTo>
                <a:lnTo>
                  <a:pt x="1189291" y="560451"/>
                </a:lnTo>
                <a:lnTo>
                  <a:pt x="1201991" y="538772"/>
                </a:lnTo>
                <a:lnTo>
                  <a:pt x="1215402" y="514070"/>
                </a:lnTo>
                <a:close/>
              </a:path>
              <a:path w="1833245" h="600075">
                <a:moveTo>
                  <a:pt x="1833092" y="451586"/>
                </a:moveTo>
                <a:lnTo>
                  <a:pt x="1792376" y="426720"/>
                </a:lnTo>
                <a:lnTo>
                  <a:pt x="1753946" y="399186"/>
                </a:lnTo>
                <a:lnTo>
                  <a:pt x="1717802" y="368922"/>
                </a:lnTo>
                <a:lnTo>
                  <a:pt x="1683981" y="335902"/>
                </a:lnTo>
                <a:lnTo>
                  <a:pt x="1652511" y="300050"/>
                </a:lnTo>
                <a:lnTo>
                  <a:pt x="1623402" y="261315"/>
                </a:lnTo>
                <a:lnTo>
                  <a:pt x="1596682" y="219646"/>
                </a:lnTo>
                <a:lnTo>
                  <a:pt x="1811756" y="219646"/>
                </a:lnTo>
                <a:lnTo>
                  <a:pt x="1811756" y="138874"/>
                </a:lnTo>
                <a:lnTo>
                  <a:pt x="1709547" y="138874"/>
                </a:lnTo>
                <a:lnTo>
                  <a:pt x="1762887" y="83921"/>
                </a:lnTo>
                <a:lnTo>
                  <a:pt x="1737741" y="61620"/>
                </a:lnTo>
                <a:lnTo>
                  <a:pt x="1712595" y="40436"/>
                </a:lnTo>
                <a:lnTo>
                  <a:pt x="1687449" y="20408"/>
                </a:lnTo>
                <a:lnTo>
                  <a:pt x="1662303" y="1524"/>
                </a:lnTo>
                <a:lnTo>
                  <a:pt x="1611922" y="53441"/>
                </a:lnTo>
                <a:lnTo>
                  <a:pt x="1633943" y="72567"/>
                </a:lnTo>
                <a:lnTo>
                  <a:pt x="1656549" y="93268"/>
                </a:lnTo>
                <a:lnTo>
                  <a:pt x="1679727" y="115417"/>
                </a:lnTo>
                <a:lnTo>
                  <a:pt x="1703451" y="138874"/>
                </a:lnTo>
                <a:lnTo>
                  <a:pt x="1576870" y="138874"/>
                </a:lnTo>
                <a:lnTo>
                  <a:pt x="1576870" y="4572"/>
                </a:lnTo>
                <a:lnTo>
                  <a:pt x="1489900" y="4572"/>
                </a:lnTo>
                <a:lnTo>
                  <a:pt x="1489900" y="138874"/>
                </a:lnTo>
                <a:lnTo>
                  <a:pt x="1256639" y="138874"/>
                </a:lnTo>
                <a:lnTo>
                  <a:pt x="1256639" y="219646"/>
                </a:lnTo>
                <a:lnTo>
                  <a:pt x="1460944" y="219646"/>
                </a:lnTo>
                <a:lnTo>
                  <a:pt x="1435011" y="260934"/>
                </a:lnTo>
                <a:lnTo>
                  <a:pt x="1406842" y="299796"/>
                </a:lnTo>
                <a:lnTo>
                  <a:pt x="1376489" y="336219"/>
                </a:lnTo>
                <a:lnTo>
                  <a:pt x="1343964" y="370230"/>
                </a:lnTo>
                <a:lnTo>
                  <a:pt x="1309306" y="401802"/>
                </a:lnTo>
                <a:lnTo>
                  <a:pt x="1272540" y="430961"/>
                </a:lnTo>
                <a:lnTo>
                  <a:pt x="1233678" y="457682"/>
                </a:lnTo>
                <a:lnTo>
                  <a:pt x="1264437" y="493306"/>
                </a:lnTo>
                <a:lnTo>
                  <a:pt x="1280287" y="512330"/>
                </a:lnTo>
                <a:lnTo>
                  <a:pt x="1296263" y="532358"/>
                </a:lnTo>
                <a:lnTo>
                  <a:pt x="1335900" y="499579"/>
                </a:lnTo>
                <a:lnTo>
                  <a:pt x="1372539" y="465277"/>
                </a:lnTo>
                <a:lnTo>
                  <a:pt x="1406232" y="429425"/>
                </a:lnTo>
                <a:lnTo>
                  <a:pt x="1436992" y="392049"/>
                </a:lnTo>
                <a:lnTo>
                  <a:pt x="1464868" y="353148"/>
                </a:lnTo>
                <a:lnTo>
                  <a:pt x="1489900" y="312712"/>
                </a:lnTo>
                <a:lnTo>
                  <a:pt x="1489900" y="594931"/>
                </a:lnTo>
                <a:lnTo>
                  <a:pt x="1576870" y="594931"/>
                </a:lnTo>
                <a:lnTo>
                  <a:pt x="1576870" y="318808"/>
                </a:lnTo>
                <a:lnTo>
                  <a:pt x="1602409" y="359511"/>
                </a:lnTo>
                <a:lnTo>
                  <a:pt x="1630235" y="397751"/>
                </a:lnTo>
                <a:lnTo>
                  <a:pt x="1660359" y="433616"/>
                </a:lnTo>
                <a:lnTo>
                  <a:pt x="1692770" y="467194"/>
                </a:lnTo>
                <a:lnTo>
                  <a:pt x="1727454" y="498551"/>
                </a:lnTo>
                <a:lnTo>
                  <a:pt x="1764411" y="527786"/>
                </a:lnTo>
                <a:lnTo>
                  <a:pt x="1780717" y="508381"/>
                </a:lnTo>
                <a:lnTo>
                  <a:pt x="1797608" y="489115"/>
                </a:lnTo>
                <a:lnTo>
                  <a:pt x="1815071" y="470141"/>
                </a:lnTo>
                <a:lnTo>
                  <a:pt x="1833092" y="45158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88929" y="694092"/>
            <a:ext cx="1156335" cy="570865"/>
          </a:xfrm>
          <a:custGeom>
            <a:avLst/>
            <a:gdLst/>
            <a:ahLst/>
            <a:cxnLst/>
            <a:rect l="l" t="t" r="r" b="b"/>
            <a:pathLst>
              <a:path w="1156335" h="570865">
                <a:moveTo>
                  <a:pt x="190588" y="0"/>
                </a:moveTo>
                <a:lnTo>
                  <a:pt x="111252" y="0"/>
                </a:lnTo>
                <a:lnTo>
                  <a:pt x="77609" y="40373"/>
                </a:lnTo>
                <a:lnTo>
                  <a:pt x="49885" y="83731"/>
                </a:lnTo>
                <a:lnTo>
                  <a:pt x="28194" y="129984"/>
                </a:lnTo>
                <a:lnTo>
                  <a:pt x="12585" y="179031"/>
                </a:lnTo>
                <a:lnTo>
                  <a:pt x="3149" y="230784"/>
                </a:lnTo>
                <a:lnTo>
                  <a:pt x="0" y="285178"/>
                </a:lnTo>
                <a:lnTo>
                  <a:pt x="3149" y="338302"/>
                </a:lnTo>
                <a:lnTo>
                  <a:pt x="12522" y="389305"/>
                </a:lnTo>
                <a:lnTo>
                  <a:pt x="28003" y="438099"/>
                </a:lnTo>
                <a:lnTo>
                  <a:pt x="49441" y="484619"/>
                </a:lnTo>
                <a:lnTo>
                  <a:pt x="76720" y="528764"/>
                </a:lnTo>
                <a:lnTo>
                  <a:pt x="109728" y="570445"/>
                </a:lnTo>
                <a:lnTo>
                  <a:pt x="190588" y="570445"/>
                </a:lnTo>
                <a:lnTo>
                  <a:pt x="157810" y="526326"/>
                </a:lnTo>
                <a:lnTo>
                  <a:pt x="131076" y="480834"/>
                </a:lnTo>
                <a:lnTo>
                  <a:pt x="110337" y="433908"/>
                </a:lnTo>
                <a:lnTo>
                  <a:pt x="95580" y="385457"/>
                </a:lnTo>
                <a:lnTo>
                  <a:pt x="86753" y="335407"/>
                </a:lnTo>
                <a:lnTo>
                  <a:pt x="83820" y="283654"/>
                </a:lnTo>
                <a:lnTo>
                  <a:pt x="86855" y="232562"/>
                </a:lnTo>
                <a:lnTo>
                  <a:pt x="95923" y="182994"/>
                </a:lnTo>
                <a:lnTo>
                  <a:pt x="110909" y="134962"/>
                </a:lnTo>
                <a:lnTo>
                  <a:pt x="131749" y="88468"/>
                </a:lnTo>
                <a:lnTo>
                  <a:pt x="158343" y="43472"/>
                </a:lnTo>
                <a:lnTo>
                  <a:pt x="190588" y="0"/>
                </a:lnTo>
                <a:close/>
              </a:path>
              <a:path w="1156335" h="570865">
                <a:moveTo>
                  <a:pt x="840295" y="33528"/>
                </a:moveTo>
                <a:lnTo>
                  <a:pt x="741133" y="33528"/>
                </a:lnTo>
                <a:lnTo>
                  <a:pt x="681697" y="321843"/>
                </a:lnTo>
                <a:lnTo>
                  <a:pt x="679678" y="334403"/>
                </a:lnTo>
                <a:lnTo>
                  <a:pt x="678078" y="346798"/>
                </a:lnTo>
                <a:lnTo>
                  <a:pt x="675601" y="370611"/>
                </a:lnTo>
                <a:lnTo>
                  <a:pt x="674077" y="370611"/>
                </a:lnTo>
                <a:lnTo>
                  <a:pt x="672680" y="356616"/>
                </a:lnTo>
                <a:lnTo>
                  <a:pt x="670979" y="344322"/>
                </a:lnTo>
                <a:lnTo>
                  <a:pt x="667893" y="324891"/>
                </a:lnTo>
                <a:lnTo>
                  <a:pt x="596265" y="33528"/>
                </a:lnTo>
                <a:lnTo>
                  <a:pt x="492531" y="33528"/>
                </a:lnTo>
                <a:lnTo>
                  <a:pt x="414807" y="320319"/>
                </a:lnTo>
                <a:lnTo>
                  <a:pt x="410806" y="333756"/>
                </a:lnTo>
                <a:lnTo>
                  <a:pt x="407949" y="346608"/>
                </a:lnTo>
                <a:lnTo>
                  <a:pt x="406234" y="358902"/>
                </a:lnTo>
                <a:lnTo>
                  <a:pt x="405663" y="370611"/>
                </a:lnTo>
                <a:lnTo>
                  <a:pt x="404139" y="370611"/>
                </a:lnTo>
                <a:lnTo>
                  <a:pt x="402971" y="356349"/>
                </a:lnTo>
                <a:lnTo>
                  <a:pt x="401662" y="343369"/>
                </a:lnTo>
                <a:lnTo>
                  <a:pt x="400062" y="331825"/>
                </a:lnTo>
                <a:lnTo>
                  <a:pt x="336994" y="33528"/>
                </a:lnTo>
                <a:lnTo>
                  <a:pt x="230212" y="33528"/>
                </a:lnTo>
                <a:lnTo>
                  <a:pt x="344614" y="466725"/>
                </a:lnTo>
                <a:lnTo>
                  <a:pt x="457479" y="466725"/>
                </a:lnTo>
                <a:lnTo>
                  <a:pt x="530631" y="189166"/>
                </a:lnTo>
                <a:lnTo>
                  <a:pt x="538353" y="140296"/>
                </a:lnTo>
                <a:lnTo>
                  <a:pt x="539877" y="140296"/>
                </a:lnTo>
                <a:lnTo>
                  <a:pt x="545973" y="189166"/>
                </a:lnTo>
                <a:lnTo>
                  <a:pt x="617601" y="466725"/>
                </a:lnTo>
                <a:lnTo>
                  <a:pt x="725893" y="466725"/>
                </a:lnTo>
                <a:lnTo>
                  <a:pt x="840295" y="33528"/>
                </a:lnTo>
                <a:close/>
              </a:path>
              <a:path w="1156335" h="570865">
                <a:moveTo>
                  <a:pt x="1155954" y="343179"/>
                </a:moveTo>
                <a:lnTo>
                  <a:pt x="1149096" y="305460"/>
                </a:lnTo>
                <a:lnTo>
                  <a:pt x="1114539" y="262204"/>
                </a:lnTo>
                <a:lnTo>
                  <a:pt x="1078534" y="245579"/>
                </a:lnTo>
                <a:lnTo>
                  <a:pt x="1056792" y="240982"/>
                </a:lnTo>
                <a:lnTo>
                  <a:pt x="1094613" y="225818"/>
                </a:lnTo>
                <a:lnTo>
                  <a:pt x="1121270" y="203060"/>
                </a:lnTo>
                <a:lnTo>
                  <a:pt x="1137043" y="172580"/>
                </a:lnTo>
                <a:lnTo>
                  <a:pt x="1142238" y="134200"/>
                </a:lnTo>
                <a:lnTo>
                  <a:pt x="1139952" y="111328"/>
                </a:lnTo>
                <a:lnTo>
                  <a:pt x="1121664" y="72402"/>
                </a:lnTo>
                <a:lnTo>
                  <a:pt x="1085354" y="43510"/>
                </a:lnTo>
                <a:lnTo>
                  <a:pt x="1033983" y="29171"/>
                </a:lnTo>
                <a:lnTo>
                  <a:pt x="1003452" y="27432"/>
                </a:lnTo>
                <a:lnTo>
                  <a:pt x="973696" y="28854"/>
                </a:lnTo>
                <a:lnTo>
                  <a:pt x="946061" y="33147"/>
                </a:lnTo>
                <a:lnTo>
                  <a:pt x="920432" y="40284"/>
                </a:lnTo>
                <a:lnTo>
                  <a:pt x="896683" y="50292"/>
                </a:lnTo>
                <a:lnTo>
                  <a:pt x="896683" y="128104"/>
                </a:lnTo>
                <a:lnTo>
                  <a:pt x="917295" y="115227"/>
                </a:lnTo>
                <a:lnTo>
                  <a:pt x="938060" y="106197"/>
                </a:lnTo>
                <a:lnTo>
                  <a:pt x="959116" y="100888"/>
                </a:lnTo>
                <a:lnTo>
                  <a:pt x="980592" y="99148"/>
                </a:lnTo>
                <a:lnTo>
                  <a:pt x="1009472" y="102565"/>
                </a:lnTo>
                <a:lnTo>
                  <a:pt x="1029931" y="112674"/>
                </a:lnTo>
                <a:lnTo>
                  <a:pt x="1042098" y="129374"/>
                </a:lnTo>
                <a:lnTo>
                  <a:pt x="1046124" y="152488"/>
                </a:lnTo>
                <a:lnTo>
                  <a:pt x="1040714" y="176796"/>
                </a:lnTo>
                <a:lnTo>
                  <a:pt x="1024597" y="194487"/>
                </a:lnTo>
                <a:lnTo>
                  <a:pt x="997902" y="205308"/>
                </a:lnTo>
                <a:lnTo>
                  <a:pt x="960780" y="208978"/>
                </a:lnTo>
                <a:lnTo>
                  <a:pt x="924115" y="208978"/>
                </a:lnTo>
                <a:lnTo>
                  <a:pt x="924115" y="280606"/>
                </a:lnTo>
                <a:lnTo>
                  <a:pt x="963828" y="280606"/>
                </a:lnTo>
                <a:lnTo>
                  <a:pt x="985278" y="281724"/>
                </a:lnTo>
                <a:lnTo>
                  <a:pt x="1033932" y="297459"/>
                </a:lnTo>
                <a:lnTo>
                  <a:pt x="1056868" y="327901"/>
                </a:lnTo>
                <a:lnTo>
                  <a:pt x="1058316" y="341655"/>
                </a:lnTo>
                <a:lnTo>
                  <a:pt x="1057148" y="354761"/>
                </a:lnTo>
                <a:lnTo>
                  <a:pt x="1027341" y="391502"/>
                </a:lnTo>
                <a:lnTo>
                  <a:pt x="982116" y="401193"/>
                </a:lnTo>
                <a:lnTo>
                  <a:pt x="953465" y="399173"/>
                </a:lnTo>
                <a:lnTo>
                  <a:pt x="926973" y="393141"/>
                </a:lnTo>
                <a:lnTo>
                  <a:pt x="902512" y="383108"/>
                </a:lnTo>
                <a:lnTo>
                  <a:pt x="879919" y="369087"/>
                </a:lnTo>
                <a:lnTo>
                  <a:pt x="879919" y="451485"/>
                </a:lnTo>
                <a:lnTo>
                  <a:pt x="902843" y="461479"/>
                </a:lnTo>
                <a:lnTo>
                  <a:pt x="928497" y="468630"/>
                </a:lnTo>
                <a:lnTo>
                  <a:pt x="957326" y="472909"/>
                </a:lnTo>
                <a:lnTo>
                  <a:pt x="989736" y="474345"/>
                </a:lnTo>
                <a:lnTo>
                  <a:pt x="1026363" y="472059"/>
                </a:lnTo>
                <a:lnTo>
                  <a:pt x="1087069" y="453771"/>
                </a:lnTo>
                <a:lnTo>
                  <a:pt x="1130871" y="418922"/>
                </a:lnTo>
                <a:lnTo>
                  <a:pt x="1153109" y="371462"/>
                </a:lnTo>
                <a:lnTo>
                  <a:pt x="1155954" y="34317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610415" y="721518"/>
            <a:ext cx="337185" cy="447040"/>
          </a:xfrm>
          <a:custGeom>
            <a:avLst/>
            <a:gdLst/>
            <a:ahLst/>
            <a:cxnLst/>
            <a:rect l="l" t="t" r="r" b="b"/>
            <a:pathLst>
              <a:path w="337185" h="447040">
                <a:moveTo>
                  <a:pt x="213550" y="446912"/>
                </a:moveTo>
                <a:lnTo>
                  <a:pt x="166958" y="443198"/>
                </a:lnTo>
                <a:lnTo>
                  <a:pt x="125491" y="432053"/>
                </a:lnTo>
                <a:lnTo>
                  <a:pt x="89168" y="413480"/>
                </a:lnTo>
                <a:lnTo>
                  <a:pt x="58007" y="387476"/>
                </a:lnTo>
                <a:lnTo>
                  <a:pt x="32870" y="356273"/>
                </a:lnTo>
                <a:lnTo>
                  <a:pt x="14716" y="319944"/>
                </a:lnTo>
                <a:lnTo>
                  <a:pt x="3705" y="278472"/>
                </a:lnTo>
                <a:lnTo>
                  <a:pt x="0" y="231838"/>
                </a:lnTo>
                <a:lnTo>
                  <a:pt x="4015" y="182698"/>
                </a:lnTo>
                <a:lnTo>
                  <a:pt x="16049" y="138255"/>
                </a:lnTo>
                <a:lnTo>
                  <a:pt x="36084" y="98670"/>
                </a:lnTo>
                <a:lnTo>
                  <a:pt x="64103" y="64103"/>
                </a:lnTo>
                <a:lnTo>
                  <a:pt x="98646" y="36044"/>
                </a:lnTo>
                <a:lnTo>
                  <a:pt x="138064" y="16013"/>
                </a:lnTo>
                <a:lnTo>
                  <a:pt x="182055" y="4001"/>
                </a:lnTo>
                <a:lnTo>
                  <a:pt x="230314" y="0"/>
                </a:lnTo>
                <a:lnTo>
                  <a:pt x="260928" y="881"/>
                </a:lnTo>
                <a:lnTo>
                  <a:pt x="288845" y="3619"/>
                </a:lnTo>
                <a:lnTo>
                  <a:pt x="314191" y="8358"/>
                </a:lnTo>
                <a:lnTo>
                  <a:pt x="337089" y="15239"/>
                </a:lnTo>
                <a:lnTo>
                  <a:pt x="337089" y="109823"/>
                </a:lnTo>
                <a:lnTo>
                  <a:pt x="314738" y="98059"/>
                </a:lnTo>
                <a:lnTo>
                  <a:pt x="290941" y="90011"/>
                </a:lnTo>
                <a:lnTo>
                  <a:pt x="265429" y="85391"/>
                </a:lnTo>
                <a:lnTo>
                  <a:pt x="237934" y="83915"/>
                </a:lnTo>
                <a:lnTo>
                  <a:pt x="209405" y="86225"/>
                </a:lnTo>
                <a:lnTo>
                  <a:pt x="160313" y="105132"/>
                </a:lnTo>
                <a:lnTo>
                  <a:pt x="124301" y="142294"/>
                </a:lnTo>
                <a:lnTo>
                  <a:pt x="106013" y="194318"/>
                </a:lnTo>
                <a:lnTo>
                  <a:pt x="103727" y="225742"/>
                </a:lnTo>
                <a:lnTo>
                  <a:pt x="105775" y="255206"/>
                </a:lnTo>
                <a:lnTo>
                  <a:pt x="123015" y="304917"/>
                </a:lnTo>
                <a:lnTo>
                  <a:pt x="157670" y="340899"/>
                </a:lnTo>
                <a:lnTo>
                  <a:pt x="205095" y="359187"/>
                </a:lnTo>
                <a:lnTo>
                  <a:pt x="233362" y="361473"/>
                </a:lnTo>
                <a:lnTo>
                  <a:pt x="261142" y="359759"/>
                </a:lnTo>
                <a:lnTo>
                  <a:pt x="287512" y="354615"/>
                </a:lnTo>
                <a:lnTo>
                  <a:pt x="312738" y="346043"/>
                </a:lnTo>
                <a:lnTo>
                  <a:pt x="337089" y="334041"/>
                </a:lnTo>
                <a:lnTo>
                  <a:pt x="337089" y="424052"/>
                </a:lnTo>
                <a:lnTo>
                  <a:pt x="311571" y="433411"/>
                </a:lnTo>
                <a:lnTo>
                  <a:pt x="282749" y="440626"/>
                </a:lnTo>
                <a:lnTo>
                  <a:pt x="250212" y="445269"/>
                </a:lnTo>
                <a:lnTo>
                  <a:pt x="213550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167056" y="721524"/>
            <a:ext cx="854710" cy="447040"/>
          </a:xfrm>
          <a:custGeom>
            <a:avLst/>
            <a:gdLst/>
            <a:ahLst/>
            <a:cxnLst/>
            <a:rect l="l" t="t" r="r" b="b"/>
            <a:pathLst>
              <a:path w="854709" h="447040">
                <a:moveTo>
                  <a:pt x="295935" y="317271"/>
                </a:moveTo>
                <a:lnTo>
                  <a:pt x="288315" y="271551"/>
                </a:lnTo>
                <a:lnTo>
                  <a:pt x="265366" y="236410"/>
                </a:lnTo>
                <a:lnTo>
                  <a:pt x="230314" y="208978"/>
                </a:lnTo>
                <a:lnTo>
                  <a:pt x="196227" y="191185"/>
                </a:lnTo>
                <a:lnTo>
                  <a:pt x="183070" y="186118"/>
                </a:lnTo>
                <a:lnTo>
                  <a:pt x="173964" y="181813"/>
                </a:lnTo>
                <a:lnTo>
                  <a:pt x="135356" y="163245"/>
                </a:lnTo>
                <a:lnTo>
                  <a:pt x="103720" y="132676"/>
                </a:lnTo>
                <a:lnTo>
                  <a:pt x="102196" y="126580"/>
                </a:lnTo>
                <a:lnTo>
                  <a:pt x="102196" y="112864"/>
                </a:lnTo>
                <a:lnTo>
                  <a:pt x="103720" y="106768"/>
                </a:lnTo>
                <a:lnTo>
                  <a:pt x="106768" y="102196"/>
                </a:lnTo>
                <a:lnTo>
                  <a:pt x="109816" y="96100"/>
                </a:lnTo>
                <a:lnTo>
                  <a:pt x="115912" y="91528"/>
                </a:lnTo>
                <a:lnTo>
                  <a:pt x="122008" y="88480"/>
                </a:lnTo>
                <a:lnTo>
                  <a:pt x="128104" y="83908"/>
                </a:lnTo>
                <a:lnTo>
                  <a:pt x="135724" y="80860"/>
                </a:lnTo>
                <a:lnTo>
                  <a:pt x="158877" y="77241"/>
                </a:lnTo>
                <a:lnTo>
                  <a:pt x="166179" y="76555"/>
                </a:lnTo>
                <a:lnTo>
                  <a:pt x="173926" y="76288"/>
                </a:lnTo>
                <a:lnTo>
                  <a:pt x="186880" y="76479"/>
                </a:lnTo>
                <a:lnTo>
                  <a:pt x="227266" y="83908"/>
                </a:lnTo>
                <a:lnTo>
                  <a:pt x="233883" y="85344"/>
                </a:lnTo>
                <a:lnTo>
                  <a:pt x="240220" y="87337"/>
                </a:lnTo>
                <a:lnTo>
                  <a:pt x="246545" y="89916"/>
                </a:lnTo>
                <a:lnTo>
                  <a:pt x="253174" y="93052"/>
                </a:lnTo>
                <a:lnTo>
                  <a:pt x="259740" y="95631"/>
                </a:lnTo>
                <a:lnTo>
                  <a:pt x="265747" y="98767"/>
                </a:lnTo>
                <a:lnTo>
                  <a:pt x="271170" y="102489"/>
                </a:lnTo>
                <a:lnTo>
                  <a:pt x="276034" y="106768"/>
                </a:lnTo>
                <a:lnTo>
                  <a:pt x="276034" y="16764"/>
                </a:lnTo>
                <a:lnTo>
                  <a:pt x="228790" y="3048"/>
                </a:lnTo>
                <a:lnTo>
                  <a:pt x="185280" y="266"/>
                </a:lnTo>
                <a:lnTo>
                  <a:pt x="169354" y="0"/>
                </a:lnTo>
                <a:lnTo>
                  <a:pt x="152450" y="330"/>
                </a:lnTo>
                <a:lnTo>
                  <a:pt x="103720" y="7620"/>
                </a:lnTo>
                <a:lnTo>
                  <a:pt x="62357" y="23050"/>
                </a:lnTo>
                <a:lnTo>
                  <a:pt x="28473" y="48018"/>
                </a:lnTo>
                <a:lnTo>
                  <a:pt x="7150" y="82461"/>
                </a:lnTo>
                <a:lnTo>
                  <a:pt x="0" y="128104"/>
                </a:lnTo>
                <a:lnTo>
                  <a:pt x="1460" y="148983"/>
                </a:lnTo>
                <a:lnTo>
                  <a:pt x="13576" y="185623"/>
                </a:lnTo>
                <a:lnTo>
                  <a:pt x="38493" y="215887"/>
                </a:lnTo>
                <a:lnTo>
                  <a:pt x="75692" y="242074"/>
                </a:lnTo>
                <a:lnTo>
                  <a:pt x="109169" y="256857"/>
                </a:lnTo>
                <a:lnTo>
                  <a:pt x="128079" y="264833"/>
                </a:lnTo>
                <a:lnTo>
                  <a:pt x="172605" y="289839"/>
                </a:lnTo>
                <a:lnTo>
                  <a:pt x="193738" y="317271"/>
                </a:lnTo>
                <a:lnTo>
                  <a:pt x="193738" y="332511"/>
                </a:lnTo>
                <a:lnTo>
                  <a:pt x="192214" y="338607"/>
                </a:lnTo>
                <a:lnTo>
                  <a:pt x="189166" y="343179"/>
                </a:lnTo>
                <a:lnTo>
                  <a:pt x="186118" y="349275"/>
                </a:lnTo>
                <a:lnTo>
                  <a:pt x="181546" y="353847"/>
                </a:lnTo>
                <a:lnTo>
                  <a:pt x="175450" y="356895"/>
                </a:lnTo>
                <a:lnTo>
                  <a:pt x="169354" y="361467"/>
                </a:lnTo>
                <a:lnTo>
                  <a:pt x="161734" y="364515"/>
                </a:lnTo>
                <a:lnTo>
                  <a:pt x="152590" y="366039"/>
                </a:lnTo>
                <a:lnTo>
                  <a:pt x="145427" y="367868"/>
                </a:lnTo>
                <a:lnTo>
                  <a:pt x="137680" y="368795"/>
                </a:lnTo>
                <a:lnTo>
                  <a:pt x="129362" y="369138"/>
                </a:lnTo>
                <a:lnTo>
                  <a:pt x="120484" y="369189"/>
                </a:lnTo>
                <a:lnTo>
                  <a:pt x="104724" y="368579"/>
                </a:lnTo>
                <a:lnTo>
                  <a:pt x="58000" y="358419"/>
                </a:lnTo>
                <a:lnTo>
                  <a:pt x="14668" y="336130"/>
                </a:lnTo>
                <a:lnTo>
                  <a:pt x="1524" y="326415"/>
                </a:lnTo>
                <a:lnTo>
                  <a:pt x="1524" y="422529"/>
                </a:lnTo>
                <a:lnTo>
                  <a:pt x="41046" y="437095"/>
                </a:lnTo>
                <a:lnTo>
                  <a:pt x="89623" y="445008"/>
                </a:lnTo>
                <a:lnTo>
                  <a:pt x="125056" y="446913"/>
                </a:lnTo>
                <a:lnTo>
                  <a:pt x="141998" y="446366"/>
                </a:lnTo>
                <a:lnTo>
                  <a:pt x="190690" y="439293"/>
                </a:lnTo>
                <a:lnTo>
                  <a:pt x="232689" y="424510"/>
                </a:lnTo>
                <a:lnTo>
                  <a:pt x="266128" y="399859"/>
                </a:lnTo>
                <a:lnTo>
                  <a:pt x="288226" y="365112"/>
                </a:lnTo>
                <a:lnTo>
                  <a:pt x="295084" y="334733"/>
                </a:lnTo>
                <a:lnTo>
                  <a:pt x="295935" y="317271"/>
                </a:lnTo>
                <a:close/>
              </a:path>
              <a:path w="854709" h="447040">
                <a:moveTo>
                  <a:pt x="544449" y="129628"/>
                </a:moveTo>
                <a:lnTo>
                  <a:pt x="474345" y="129628"/>
                </a:lnTo>
                <a:lnTo>
                  <a:pt x="474345" y="36576"/>
                </a:lnTo>
                <a:lnTo>
                  <a:pt x="379755" y="64096"/>
                </a:lnTo>
                <a:lnTo>
                  <a:pt x="379755" y="129628"/>
                </a:lnTo>
                <a:lnTo>
                  <a:pt x="329463" y="129628"/>
                </a:lnTo>
                <a:lnTo>
                  <a:pt x="329463" y="199834"/>
                </a:lnTo>
                <a:lnTo>
                  <a:pt x="379755" y="199834"/>
                </a:lnTo>
                <a:lnTo>
                  <a:pt x="379755" y="341655"/>
                </a:lnTo>
                <a:lnTo>
                  <a:pt x="386041" y="387718"/>
                </a:lnTo>
                <a:lnTo>
                  <a:pt x="404914" y="420611"/>
                </a:lnTo>
                <a:lnTo>
                  <a:pt x="436372" y="440334"/>
                </a:lnTo>
                <a:lnTo>
                  <a:pt x="480441" y="446913"/>
                </a:lnTo>
                <a:lnTo>
                  <a:pt x="500722" y="446074"/>
                </a:lnTo>
                <a:lnTo>
                  <a:pt x="518160" y="443674"/>
                </a:lnTo>
                <a:lnTo>
                  <a:pt x="532726" y="439839"/>
                </a:lnTo>
                <a:lnTo>
                  <a:pt x="544449" y="434721"/>
                </a:lnTo>
                <a:lnTo>
                  <a:pt x="544449" y="364515"/>
                </a:lnTo>
                <a:lnTo>
                  <a:pt x="536448" y="368579"/>
                </a:lnTo>
                <a:lnTo>
                  <a:pt x="528447" y="371462"/>
                </a:lnTo>
                <a:lnTo>
                  <a:pt x="520446" y="373189"/>
                </a:lnTo>
                <a:lnTo>
                  <a:pt x="512445" y="373761"/>
                </a:lnTo>
                <a:lnTo>
                  <a:pt x="496201" y="370624"/>
                </a:lnTo>
                <a:lnTo>
                  <a:pt x="484251" y="361327"/>
                </a:lnTo>
                <a:lnTo>
                  <a:pt x="476859" y="346036"/>
                </a:lnTo>
                <a:lnTo>
                  <a:pt x="474345" y="324891"/>
                </a:lnTo>
                <a:lnTo>
                  <a:pt x="474345" y="199834"/>
                </a:lnTo>
                <a:lnTo>
                  <a:pt x="544449" y="199834"/>
                </a:lnTo>
                <a:lnTo>
                  <a:pt x="544449" y="129628"/>
                </a:lnTo>
                <a:close/>
              </a:path>
              <a:path w="854709" h="447040">
                <a:moveTo>
                  <a:pt x="854100" y="254698"/>
                </a:moveTo>
                <a:lnTo>
                  <a:pt x="848804" y="206959"/>
                </a:lnTo>
                <a:lnTo>
                  <a:pt x="840562" y="187642"/>
                </a:lnTo>
                <a:lnTo>
                  <a:pt x="832954" y="169811"/>
                </a:lnTo>
                <a:lnTo>
                  <a:pt x="806640" y="143268"/>
                </a:lnTo>
                <a:lnTo>
                  <a:pt x="769937" y="127330"/>
                </a:lnTo>
                <a:lnTo>
                  <a:pt x="722934" y="122008"/>
                </a:lnTo>
                <a:lnTo>
                  <a:pt x="707783" y="122580"/>
                </a:lnTo>
                <a:lnTo>
                  <a:pt x="692035" y="124294"/>
                </a:lnTo>
                <a:lnTo>
                  <a:pt x="675716" y="127152"/>
                </a:lnTo>
                <a:lnTo>
                  <a:pt x="658837" y="131152"/>
                </a:lnTo>
                <a:lnTo>
                  <a:pt x="642569" y="134848"/>
                </a:lnTo>
                <a:lnTo>
                  <a:pt x="628167" y="138963"/>
                </a:lnTo>
                <a:lnTo>
                  <a:pt x="615759" y="143370"/>
                </a:lnTo>
                <a:lnTo>
                  <a:pt x="605497" y="147916"/>
                </a:lnTo>
                <a:lnTo>
                  <a:pt x="605497" y="219646"/>
                </a:lnTo>
                <a:lnTo>
                  <a:pt x="630694" y="205638"/>
                </a:lnTo>
                <a:lnTo>
                  <a:pt x="656183" y="195643"/>
                </a:lnTo>
                <a:lnTo>
                  <a:pt x="682256" y="189636"/>
                </a:lnTo>
                <a:lnTo>
                  <a:pt x="709218" y="187642"/>
                </a:lnTo>
                <a:lnTo>
                  <a:pt x="733221" y="190779"/>
                </a:lnTo>
                <a:lnTo>
                  <a:pt x="750366" y="200215"/>
                </a:lnTo>
                <a:lnTo>
                  <a:pt x="760653" y="215925"/>
                </a:lnTo>
                <a:lnTo>
                  <a:pt x="764082" y="237934"/>
                </a:lnTo>
                <a:lnTo>
                  <a:pt x="764082" y="292887"/>
                </a:lnTo>
                <a:lnTo>
                  <a:pt x="760272" y="339178"/>
                </a:lnTo>
                <a:lnTo>
                  <a:pt x="728268" y="373748"/>
                </a:lnTo>
                <a:lnTo>
                  <a:pt x="704646" y="378333"/>
                </a:lnTo>
                <a:lnTo>
                  <a:pt x="695121" y="377736"/>
                </a:lnTo>
                <a:lnTo>
                  <a:pt x="662724" y="349351"/>
                </a:lnTo>
                <a:lnTo>
                  <a:pt x="688289" y="304800"/>
                </a:lnTo>
                <a:lnTo>
                  <a:pt x="764082" y="292887"/>
                </a:lnTo>
                <a:lnTo>
                  <a:pt x="764082" y="237934"/>
                </a:lnTo>
                <a:lnTo>
                  <a:pt x="681697" y="248602"/>
                </a:lnTo>
                <a:lnTo>
                  <a:pt x="634809" y="260946"/>
                </a:lnTo>
                <a:lnTo>
                  <a:pt x="601497" y="282181"/>
                </a:lnTo>
                <a:lnTo>
                  <a:pt x="575017" y="352323"/>
                </a:lnTo>
                <a:lnTo>
                  <a:pt x="576491" y="372960"/>
                </a:lnTo>
                <a:lnTo>
                  <a:pt x="600925" y="421005"/>
                </a:lnTo>
                <a:lnTo>
                  <a:pt x="649579" y="445223"/>
                </a:lnTo>
                <a:lnTo>
                  <a:pt x="671029" y="446913"/>
                </a:lnTo>
                <a:lnTo>
                  <a:pt x="699947" y="443534"/>
                </a:lnTo>
                <a:lnTo>
                  <a:pt x="724839" y="433578"/>
                </a:lnTo>
                <a:lnTo>
                  <a:pt x="745705" y="417334"/>
                </a:lnTo>
                <a:lnTo>
                  <a:pt x="762558" y="395097"/>
                </a:lnTo>
                <a:lnTo>
                  <a:pt x="764082" y="395097"/>
                </a:lnTo>
                <a:lnTo>
                  <a:pt x="764082" y="439293"/>
                </a:lnTo>
                <a:lnTo>
                  <a:pt x="854100" y="439293"/>
                </a:lnTo>
                <a:lnTo>
                  <a:pt x="854100" y="395097"/>
                </a:lnTo>
                <a:lnTo>
                  <a:pt x="854100" y="378333"/>
                </a:lnTo>
                <a:lnTo>
                  <a:pt x="854100" y="292887"/>
                </a:lnTo>
                <a:lnTo>
                  <a:pt x="854100" y="25469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095838" y="843534"/>
            <a:ext cx="299085" cy="317500"/>
          </a:xfrm>
          <a:custGeom>
            <a:avLst/>
            <a:gdLst/>
            <a:ahLst/>
            <a:cxnLst/>
            <a:rect l="l" t="t" r="r" b="b"/>
            <a:pathLst>
              <a:path w="299084" h="317500">
                <a:moveTo>
                  <a:pt x="298894" y="317277"/>
                </a:moveTo>
                <a:lnTo>
                  <a:pt x="202882" y="317277"/>
                </a:lnTo>
                <a:lnTo>
                  <a:pt x="202882" y="144970"/>
                </a:lnTo>
                <a:lnTo>
                  <a:pt x="199737" y="113792"/>
                </a:lnTo>
                <a:lnTo>
                  <a:pt x="190297" y="91356"/>
                </a:lnTo>
                <a:lnTo>
                  <a:pt x="174553" y="77796"/>
                </a:lnTo>
                <a:lnTo>
                  <a:pt x="152495" y="73247"/>
                </a:lnTo>
                <a:lnTo>
                  <a:pt x="140493" y="74414"/>
                </a:lnTo>
                <a:lnTo>
                  <a:pt x="104465" y="102798"/>
                </a:lnTo>
                <a:lnTo>
                  <a:pt x="96107" y="140303"/>
                </a:lnTo>
                <a:lnTo>
                  <a:pt x="96107" y="317277"/>
                </a:lnTo>
                <a:lnTo>
                  <a:pt x="0" y="317277"/>
                </a:lnTo>
                <a:lnTo>
                  <a:pt x="0" y="7619"/>
                </a:lnTo>
                <a:lnTo>
                  <a:pt x="96107" y="7619"/>
                </a:lnTo>
                <a:lnTo>
                  <a:pt x="96107" y="56483"/>
                </a:lnTo>
                <a:lnTo>
                  <a:pt x="97631" y="56483"/>
                </a:lnTo>
                <a:lnTo>
                  <a:pt x="115896" y="32187"/>
                </a:lnTo>
                <a:lnTo>
                  <a:pt x="138600" y="14489"/>
                </a:lnTo>
                <a:lnTo>
                  <a:pt x="165608" y="3668"/>
                </a:lnTo>
                <a:lnTo>
                  <a:pt x="196786" y="0"/>
                </a:lnTo>
                <a:lnTo>
                  <a:pt x="241030" y="8015"/>
                </a:lnTo>
                <a:lnTo>
                  <a:pt x="272986" y="32051"/>
                </a:lnTo>
                <a:lnTo>
                  <a:pt x="292369" y="72089"/>
                </a:lnTo>
                <a:lnTo>
                  <a:pt x="298894" y="128111"/>
                </a:lnTo>
                <a:lnTo>
                  <a:pt x="298894" y="31727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451217" y="703230"/>
            <a:ext cx="320675" cy="465455"/>
          </a:xfrm>
          <a:custGeom>
            <a:avLst/>
            <a:gdLst/>
            <a:ahLst/>
            <a:cxnLst/>
            <a:rect l="l" t="t" r="r" b="b"/>
            <a:pathLst>
              <a:path w="320675" h="465455">
                <a:moveTo>
                  <a:pt x="320230" y="184594"/>
                </a:moveTo>
                <a:lnTo>
                  <a:pt x="224123" y="184594"/>
                </a:lnTo>
                <a:lnTo>
                  <a:pt x="224123" y="0"/>
                </a:lnTo>
                <a:lnTo>
                  <a:pt x="320230" y="0"/>
                </a:lnTo>
                <a:lnTo>
                  <a:pt x="320230" y="184594"/>
                </a:lnTo>
                <a:close/>
              </a:path>
              <a:path w="320675" h="465455">
                <a:moveTo>
                  <a:pt x="128111" y="465201"/>
                </a:moveTo>
                <a:lnTo>
                  <a:pt x="75830" y="454914"/>
                </a:lnTo>
                <a:lnTo>
                  <a:pt x="35052" y="424053"/>
                </a:lnTo>
                <a:lnTo>
                  <a:pt x="8953" y="374856"/>
                </a:lnTo>
                <a:lnTo>
                  <a:pt x="0" y="309657"/>
                </a:lnTo>
                <a:lnTo>
                  <a:pt x="2309" y="273622"/>
                </a:lnTo>
                <a:lnTo>
                  <a:pt x="21216" y="212480"/>
                </a:lnTo>
                <a:lnTo>
                  <a:pt x="59199" y="167346"/>
                </a:lnTo>
                <a:lnTo>
                  <a:pt x="110577" y="143400"/>
                </a:lnTo>
                <a:lnTo>
                  <a:pt x="140303" y="140303"/>
                </a:lnTo>
                <a:lnTo>
                  <a:pt x="167759" y="143138"/>
                </a:lnTo>
                <a:lnTo>
                  <a:pt x="190785" y="151554"/>
                </a:lnTo>
                <a:lnTo>
                  <a:pt x="209526" y="165418"/>
                </a:lnTo>
                <a:lnTo>
                  <a:pt x="224123" y="184594"/>
                </a:lnTo>
                <a:lnTo>
                  <a:pt x="320230" y="184594"/>
                </a:lnTo>
                <a:lnTo>
                  <a:pt x="320230" y="213550"/>
                </a:lnTo>
                <a:lnTo>
                  <a:pt x="163163" y="213550"/>
                </a:lnTo>
                <a:lnTo>
                  <a:pt x="148899" y="215241"/>
                </a:lnTo>
                <a:lnTo>
                  <a:pt x="114395" y="239458"/>
                </a:lnTo>
                <a:lnTo>
                  <a:pt x="97156" y="286004"/>
                </a:lnTo>
                <a:lnTo>
                  <a:pt x="96012" y="306609"/>
                </a:lnTo>
                <a:lnTo>
                  <a:pt x="97156" y="326016"/>
                </a:lnTo>
                <a:lnTo>
                  <a:pt x="114395" y="369093"/>
                </a:lnTo>
                <a:lnTo>
                  <a:pt x="146756" y="390605"/>
                </a:lnTo>
                <a:lnTo>
                  <a:pt x="161639" y="392049"/>
                </a:lnTo>
                <a:lnTo>
                  <a:pt x="320230" y="392049"/>
                </a:lnTo>
                <a:lnTo>
                  <a:pt x="320230" y="414909"/>
                </a:lnTo>
                <a:lnTo>
                  <a:pt x="224123" y="414909"/>
                </a:lnTo>
                <a:lnTo>
                  <a:pt x="205478" y="436911"/>
                </a:lnTo>
                <a:lnTo>
                  <a:pt x="183546" y="452628"/>
                </a:lnTo>
                <a:lnTo>
                  <a:pt x="157900" y="462057"/>
                </a:lnTo>
                <a:lnTo>
                  <a:pt x="128111" y="465201"/>
                </a:lnTo>
                <a:close/>
              </a:path>
              <a:path w="320675" h="465455">
                <a:moveTo>
                  <a:pt x="320230" y="392049"/>
                </a:moveTo>
                <a:lnTo>
                  <a:pt x="161639" y="392049"/>
                </a:lnTo>
                <a:lnTo>
                  <a:pt x="175021" y="390605"/>
                </a:lnTo>
                <a:lnTo>
                  <a:pt x="187547" y="386286"/>
                </a:lnTo>
                <a:lnTo>
                  <a:pt x="216884" y="355901"/>
                </a:lnTo>
                <a:lnTo>
                  <a:pt x="227171" y="306609"/>
                </a:lnTo>
                <a:lnTo>
                  <a:pt x="227171" y="283749"/>
                </a:lnTo>
                <a:lnTo>
                  <a:pt x="216884" y="244222"/>
                </a:lnTo>
                <a:lnTo>
                  <a:pt x="177165" y="214931"/>
                </a:lnTo>
                <a:lnTo>
                  <a:pt x="163163" y="213550"/>
                </a:lnTo>
                <a:lnTo>
                  <a:pt x="320230" y="213550"/>
                </a:lnTo>
                <a:lnTo>
                  <a:pt x="320230" y="392049"/>
                </a:lnTo>
                <a:close/>
              </a:path>
              <a:path w="320675" h="465455">
                <a:moveTo>
                  <a:pt x="320230" y="457581"/>
                </a:moveTo>
                <a:lnTo>
                  <a:pt x="224123" y="457581"/>
                </a:lnTo>
                <a:lnTo>
                  <a:pt x="224123" y="414909"/>
                </a:lnTo>
                <a:lnTo>
                  <a:pt x="320230" y="414909"/>
                </a:lnTo>
                <a:lnTo>
                  <a:pt x="320230" y="45758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827835" y="843534"/>
            <a:ext cx="280670" cy="325120"/>
          </a:xfrm>
          <a:custGeom>
            <a:avLst/>
            <a:gdLst/>
            <a:ahLst/>
            <a:cxnLst/>
            <a:rect l="l" t="t" r="r" b="b"/>
            <a:pathLst>
              <a:path w="280670" h="325119">
                <a:moveTo>
                  <a:pt x="30575" y="97631"/>
                </a:moveTo>
                <a:lnTo>
                  <a:pt x="30575" y="25908"/>
                </a:lnTo>
                <a:lnTo>
                  <a:pt x="41719" y="21359"/>
                </a:lnTo>
                <a:lnTo>
                  <a:pt x="54578" y="16954"/>
                </a:lnTo>
                <a:lnTo>
                  <a:pt x="69151" y="12834"/>
                </a:lnTo>
                <a:lnTo>
                  <a:pt x="85439" y="9144"/>
                </a:lnTo>
                <a:lnTo>
                  <a:pt x="102276" y="5143"/>
                </a:lnTo>
                <a:lnTo>
                  <a:pt x="118407" y="2286"/>
                </a:lnTo>
                <a:lnTo>
                  <a:pt x="133699" y="571"/>
                </a:lnTo>
                <a:lnTo>
                  <a:pt x="148018" y="0"/>
                </a:lnTo>
                <a:lnTo>
                  <a:pt x="195750" y="5313"/>
                </a:lnTo>
                <a:lnTo>
                  <a:pt x="232874" y="21247"/>
                </a:lnTo>
                <a:lnTo>
                  <a:pt x="259392" y="47793"/>
                </a:lnTo>
                <a:lnTo>
                  <a:pt x="267030" y="65627"/>
                </a:lnTo>
                <a:lnTo>
                  <a:pt x="135731" y="65627"/>
                </a:lnTo>
                <a:lnTo>
                  <a:pt x="108585" y="67627"/>
                </a:lnTo>
                <a:lnTo>
                  <a:pt x="82010" y="73628"/>
                </a:lnTo>
                <a:lnTo>
                  <a:pt x="56007" y="83629"/>
                </a:lnTo>
                <a:lnTo>
                  <a:pt x="30575" y="97631"/>
                </a:lnTo>
                <a:close/>
              </a:path>
              <a:path w="280670" h="325119">
                <a:moveTo>
                  <a:pt x="97631" y="324897"/>
                </a:moveTo>
                <a:lnTo>
                  <a:pt x="56673" y="318230"/>
                </a:lnTo>
                <a:lnTo>
                  <a:pt x="14867" y="285272"/>
                </a:lnTo>
                <a:lnTo>
                  <a:pt x="0" y="230314"/>
                </a:lnTo>
                <a:lnTo>
                  <a:pt x="6825" y="190532"/>
                </a:lnTo>
                <a:lnTo>
                  <a:pt x="27098" y="160162"/>
                </a:lnTo>
                <a:lnTo>
                  <a:pt x="60516" y="138937"/>
                </a:lnTo>
                <a:lnTo>
                  <a:pt x="106775" y="126587"/>
                </a:lnTo>
                <a:lnTo>
                  <a:pt x="190690" y="115919"/>
                </a:lnTo>
                <a:lnTo>
                  <a:pt x="187260" y="93916"/>
                </a:lnTo>
                <a:lnTo>
                  <a:pt x="176962" y="78200"/>
                </a:lnTo>
                <a:lnTo>
                  <a:pt x="159789" y="68770"/>
                </a:lnTo>
                <a:lnTo>
                  <a:pt x="135731" y="65627"/>
                </a:lnTo>
                <a:lnTo>
                  <a:pt x="267030" y="65627"/>
                </a:lnTo>
                <a:lnTo>
                  <a:pt x="275302" y="84941"/>
                </a:lnTo>
                <a:lnTo>
                  <a:pt x="280606" y="132683"/>
                </a:lnTo>
                <a:lnTo>
                  <a:pt x="280606" y="170878"/>
                </a:lnTo>
                <a:lnTo>
                  <a:pt x="190690" y="170878"/>
                </a:lnTo>
                <a:lnTo>
                  <a:pt x="134207" y="178498"/>
                </a:lnTo>
                <a:lnTo>
                  <a:pt x="114204" y="182784"/>
                </a:lnTo>
                <a:lnTo>
                  <a:pt x="99917" y="191071"/>
                </a:lnTo>
                <a:lnTo>
                  <a:pt x="91344" y="203358"/>
                </a:lnTo>
                <a:lnTo>
                  <a:pt x="88487" y="219646"/>
                </a:lnTo>
                <a:lnTo>
                  <a:pt x="89082" y="227339"/>
                </a:lnTo>
                <a:lnTo>
                  <a:pt x="120800" y="255722"/>
                </a:lnTo>
                <a:lnTo>
                  <a:pt x="129635" y="256317"/>
                </a:lnTo>
                <a:lnTo>
                  <a:pt x="280606" y="256317"/>
                </a:lnTo>
                <a:lnTo>
                  <a:pt x="280606" y="273081"/>
                </a:lnTo>
                <a:lnTo>
                  <a:pt x="189166" y="273081"/>
                </a:lnTo>
                <a:lnTo>
                  <a:pt x="171435" y="295322"/>
                </a:lnTo>
                <a:lnTo>
                  <a:pt x="150256" y="311562"/>
                </a:lnTo>
                <a:lnTo>
                  <a:pt x="125649" y="321516"/>
                </a:lnTo>
                <a:lnTo>
                  <a:pt x="97631" y="324897"/>
                </a:lnTo>
                <a:close/>
              </a:path>
              <a:path w="280670" h="325119">
                <a:moveTo>
                  <a:pt x="280606" y="256317"/>
                </a:moveTo>
                <a:lnTo>
                  <a:pt x="129635" y="256317"/>
                </a:lnTo>
                <a:lnTo>
                  <a:pt x="142596" y="255173"/>
                </a:lnTo>
                <a:lnTo>
                  <a:pt x="154102" y="251733"/>
                </a:lnTo>
                <a:lnTo>
                  <a:pt x="186309" y="217170"/>
                </a:lnTo>
                <a:lnTo>
                  <a:pt x="190690" y="170878"/>
                </a:lnTo>
                <a:lnTo>
                  <a:pt x="280606" y="170878"/>
                </a:lnTo>
                <a:lnTo>
                  <a:pt x="280606" y="256317"/>
                </a:lnTo>
                <a:close/>
              </a:path>
              <a:path w="280670" h="325119">
                <a:moveTo>
                  <a:pt x="280606" y="317277"/>
                </a:moveTo>
                <a:lnTo>
                  <a:pt x="190690" y="317277"/>
                </a:lnTo>
                <a:lnTo>
                  <a:pt x="190690" y="273081"/>
                </a:lnTo>
                <a:lnTo>
                  <a:pt x="280606" y="273081"/>
                </a:lnTo>
                <a:lnTo>
                  <a:pt x="280606" y="31727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183207" y="703236"/>
            <a:ext cx="548005" cy="465455"/>
          </a:xfrm>
          <a:custGeom>
            <a:avLst/>
            <a:gdLst/>
            <a:ahLst/>
            <a:cxnLst/>
            <a:rect l="l" t="t" r="r" b="b"/>
            <a:pathLst>
              <a:path w="548004" h="465455">
                <a:moveTo>
                  <a:pt x="201256" y="146392"/>
                </a:moveTo>
                <a:lnTo>
                  <a:pt x="195160" y="144868"/>
                </a:lnTo>
                <a:lnTo>
                  <a:pt x="187540" y="143344"/>
                </a:lnTo>
                <a:lnTo>
                  <a:pt x="176872" y="143344"/>
                </a:lnTo>
                <a:lnTo>
                  <a:pt x="150329" y="147332"/>
                </a:lnTo>
                <a:lnTo>
                  <a:pt x="127914" y="159169"/>
                </a:lnTo>
                <a:lnTo>
                  <a:pt x="109804" y="178752"/>
                </a:lnTo>
                <a:lnTo>
                  <a:pt x="96100" y="205930"/>
                </a:lnTo>
                <a:lnTo>
                  <a:pt x="94576" y="205930"/>
                </a:lnTo>
                <a:lnTo>
                  <a:pt x="94576" y="147916"/>
                </a:lnTo>
                <a:lnTo>
                  <a:pt x="0" y="147916"/>
                </a:lnTo>
                <a:lnTo>
                  <a:pt x="0" y="457581"/>
                </a:lnTo>
                <a:lnTo>
                  <a:pt x="94576" y="457581"/>
                </a:lnTo>
                <a:lnTo>
                  <a:pt x="94576" y="309651"/>
                </a:lnTo>
                <a:lnTo>
                  <a:pt x="95719" y="291096"/>
                </a:lnTo>
                <a:lnTo>
                  <a:pt x="112864" y="247078"/>
                </a:lnTo>
                <a:lnTo>
                  <a:pt x="146519" y="226936"/>
                </a:lnTo>
                <a:lnTo>
                  <a:pt x="161632" y="225742"/>
                </a:lnTo>
                <a:lnTo>
                  <a:pt x="172542" y="226314"/>
                </a:lnTo>
                <a:lnTo>
                  <a:pt x="182587" y="228028"/>
                </a:lnTo>
                <a:lnTo>
                  <a:pt x="192074" y="230886"/>
                </a:lnTo>
                <a:lnTo>
                  <a:pt x="201256" y="234886"/>
                </a:lnTo>
                <a:lnTo>
                  <a:pt x="201256" y="146392"/>
                </a:lnTo>
                <a:close/>
              </a:path>
              <a:path w="548004" h="465455">
                <a:moveTo>
                  <a:pt x="547497" y="0"/>
                </a:moveTo>
                <a:lnTo>
                  <a:pt x="452907" y="0"/>
                </a:lnTo>
                <a:lnTo>
                  <a:pt x="452907" y="283743"/>
                </a:lnTo>
                <a:lnTo>
                  <a:pt x="452907" y="306603"/>
                </a:lnTo>
                <a:lnTo>
                  <a:pt x="443268" y="355904"/>
                </a:lnTo>
                <a:lnTo>
                  <a:pt x="414807" y="386283"/>
                </a:lnTo>
                <a:lnTo>
                  <a:pt x="388899" y="392049"/>
                </a:lnTo>
                <a:lnTo>
                  <a:pt x="374002" y="390601"/>
                </a:lnTo>
                <a:lnTo>
                  <a:pt x="340042" y="369087"/>
                </a:lnTo>
                <a:lnTo>
                  <a:pt x="324396" y="326021"/>
                </a:lnTo>
                <a:lnTo>
                  <a:pt x="323278" y="306603"/>
                </a:lnTo>
                <a:lnTo>
                  <a:pt x="324421" y="286004"/>
                </a:lnTo>
                <a:lnTo>
                  <a:pt x="341566" y="239458"/>
                </a:lnTo>
                <a:lnTo>
                  <a:pt x="375526" y="215239"/>
                </a:lnTo>
                <a:lnTo>
                  <a:pt x="390423" y="213550"/>
                </a:lnTo>
                <a:lnTo>
                  <a:pt x="403567" y="214934"/>
                </a:lnTo>
                <a:lnTo>
                  <a:pt x="443915" y="244221"/>
                </a:lnTo>
                <a:lnTo>
                  <a:pt x="452907" y="283743"/>
                </a:lnTo>
                <a:lnTo>
                  <a:pt x="452907" y="0"/>
                </a:lnTo>
                <a:lnTo>
                  <a:pt x="451383" y="0"/>
                </a:lnTo>
                <a:lnTo>
                  <a:pt x="451383" y="184594"/>
                </a:lnTo>
                <a:lnTo>
                  <a:pt x="449859" y="184594"/>
                </a:lnTo>
                <a:lnTo>
                  <a:pt x="436143" y="165417"/>
                </a:lnTo>
                <a:lnTo>
                  <a:pt x="417855" y="151549"/>
                </a:lnTo>
                <a:lnTo>
                  <a:pt x="394995" y="143141"/>
                </a:lnTo>
                <a:lnTo>
                  <a:pt x="367563" y="140296"/>
                </a:lnTo>
                <a:lnTo>
                  <a:pt x="337197" y="143395"/>
                </a:lnTo>
                <a:lnTo>
                  <a:pt x="286245" y="167347"/>
                </a:lnTo>
                <a:lnTo>
                  <a:pt x="248488" y="212483"/>
                </a:lnTo>
                <a:lnTo>
                  <a:pt x="229577" y="273621"/>
                </a:lnTo>
                <a:lnTo>
                  <a:pt x="227266" y="309651"/>
                </a:lnTo>
                <a:lnTo>
                  <a:pt x="229311" y="344246"/>
                </a:lnTo>
                <a:lnTo>
                  <a:pt x="246557" y="401459"/>
                </a:lnTo>
                <a:lnTo>
                  <a:pt x="281127" y="442048"/>
                </a:lnTo>
                <a:lnTo>
                  <a:pt x="327939" y="462635"/>
                </a:lnTo>
                <a:lnTo>
                  <a:pt x="355371" y="465201"/>
                </a:lnTo>
                <a:lnTo>
                  <a:pt x="384505" y="462064"/>
                </a:lnTo>
                <a:lnTo>
                  <a:pt x="410044" y="452628"/>
                </a:lnTo>
                <a:lnTo>
                  <a:pt x="431888" y="436905"/>
                </a:lnTo>
                <a:lnTo>
                  <a:pt x="449859" y="414909"/>
                </a:lnTo>
                <a:lnTo>
                  <a:pt x="451383" y="414909"/>
                </a:lnTo>
                <a:lnTo>
                  <a:pt x="451383" y="457581"/>
                </a:lnTo>
                <a:lnTo>
                  <a:pt x="547497" y="457581"/>
                </a:lnTo>
                <a:lnTo>
                  <a:pt x="547497" y="414909"/>
                </a:lnTo>
                <a:lnTo>
                  <a:pt x="547497" y="392049"/>
                </a:lnTo>
                <a:lnTo>
                  <a:pt x="547497" y="213550"/>
                </a:lnTo>
                <a:lnTo>
                  <a:pt x="547497" y="184594"/>
                </a:lnTo>
                <a:lnTo>
                  <a:pt x="547497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790146" y="843534"/>
            <a:ext cx="236854" cy="325120"/>
          </a:xfrm>
          <a:custGeom>
            <a:avLst/>
            <a:gdLst/>
            <a:ahLst/>
            <a:cxnLst/>
            <a:rect l="l" t="t" r="r" b="b"/>
            <a:pathLst>
              <a:path w="236854" h="325119">
                <a:moveTo>
                  <a:pt x="94583" y="324897"/>
                </a:moveTo>
                <a:lnTo>
                  <a:pt x="69102" y="323778"/>
                </a:lnTo>
                <a:lnTo>
                  <a:pt x="45041" y="320516"/>
                </a:lnTo>
                <a:lnTo>
                  <a:pt x="22105" y="315253"/>
                </a:lnTo>
                <a:lnTo>
                  <a:pt x="0" y="308133"/>
                </a:lnTo>
                <a:lnTo>
                  <a:pt x="0" y="231838"/>
                </a:lnTo>
                <a:lnTo>
                  <a:pt x="11508" y="238187"/>
                </a:lnTo>
                <a:lnTo>
                  <a:pt x="23133" y="243697"/>
                </a:lnTo>
                <a:lnTo>
                  <a:pt x="69437" y="257460"/>
                </a:lnTo>
                <a:lnTo>
                  <a:pt x="91535" y="259365"/>
                </a:lnTo>
                <a:lnTo>
                  <a:pt x="103298" y="259056"/>
                </a:lnTo>
                <a:lnTo>
                  <a:pt x="141446" y="244268"/>
                </a:lnTo>
                <a:lnTo>
                  <a:pt x="144875" y="231838"/>
                </a:lnTo>
                <a:lnTo>
                  <a:pt x="144875" y="225742"/>
                </a:lnTo>
                <a:lnTo>
                  <a:pt x="106775" y="199834"/>
                </a:lnTo>
                <a:lnTo>
                  <a:pt x="99155" y="198310"/>
                </a:lnTo>
                <a:lnTo>
                  <a:pt x="65913" y="185713"/>
                </a:lnTo>
                <a:lnTo>
                  <a:pt x="57626" y="182118"/>
                </a:lnTo>
                <a:lnTo>
                  <a:pt x="49911" y="178236"/>
                </a:lnTo>
                <a:lnTo>
                  <a:pt x="42767" y="173926"/>
                </a:lnTo>
                <a:lnTo>
                  <a:pt x="36195" y="170211"/>
                </a:lnTo>
                <a:lnTo>
                  <a:pt x="30194" y="165925"/>
                </a:lnTo>
                <a:lnTo>
                  <a:pt x="24765" y="161067"/>
                </a:lnTo>
                <a:lnTo>
                  <a:pt x="19907" y="155638"/>
                </a:lnTo>
                <a:lnTo>
                  <a:pt x="14684" y="150527"/>
                </a:lnTo>
                <a:lnTo>
                  <a:pt x="285" y="108013"/>
                </a:lnTo>
                <a:lnTo>
                  <a:pt x="0" y="99155"/>
                </a:lnTo>
                <a:lnTo>
                  <a:pt x="595" y="86891"/>
                </a:lnTo>
                <a:lnTo>
                  <a:pt x="16985" y="46109"/>
                </a:lnTo>
                <a:lnTo>
                  <a:pt x="50911" y="18311"/>
                </a:lnTo>
                <a:lnTo>
                  <a:pt x="96488" y="3857"/>
                </a:lnTo>
                <a:lnTo>
                  <a:pt x="134207" y="0"/>
                </a:lnTo>
                <a:lnTo>
                  <a:pt x="144532" y="285"/>
                </a:lnTo>
                <a:lnTo>
                  <a:pt x="155019" y="1143"/>
                </a:lnTo>
                <a:lnTo>
                  <a:pt x="165791" y="2571"/>
                </a:lnTo>
                <a:lnTo>
                  <a:pt x="176974" y="4572"/>
                </a:lnTo>
                <a:lnTo>
                  <a:pt x="187261" y="6000"/>
                </a:lnTo>
                <a:lnTo>
                  <a:pt x="197548" y="8001"/>
                </a:lnTo>
                <a:lnTo>
                  <a:pt x="207835" y="10572"/>
                </a:lnTo>
                <a:lnTo>
                  <a:pt x="218122" y="13716"/>
                </a:lnTo>
                <a:lnTo>
                  <a:pt x="218122" y="86963"/>
                </a:lnTo>
                <a:lnTo>
                  <a:pt x="208930" y="81772"/>
                </a:lnTo>
                <a:lnTo>
                  <a:pt x="199453" y="77438"/>
                </a:lnTo>
                <a:lnTo>
                  <a:pt x="158674" y="66770"/>
                </a:lnTo>
                <a:lnTo>
                  <a:pt x="138779" y="65627"/>
                </a:lnTo>
                <a:lnTo>
                  <a:pt x="126587" y="65627"/>
                </a:lnTo>
                <a:lnTo>
                  <a:pt x="120491" y="67151"/>
                </a:lnTo>
                <a:lnTo>
                  <a:pt x="106775" y="71723"/>
                </a:lnTo>
                <a:lnTo>
                  <a:pt x="102203" y="74771"/>
                </a:lnTo>
                <a:lnTo>
                  <a:pt x="99155" y="76295"/>
                </a:lnTo>
                <a:lnTo>
                  <a:pt x="96107" y="79343"/>
                </a:lnTo>
                <a:lnTo>
                  <a:pt x="94583" y="83915"/>
                </a:lnTo>
                <a:lnTo>
                  <a:pt x="93059" y="86963"/>
                </a:lnTo>
                <a:lnTo>
                  <a:pt x="93059" y="97631"/>
                </a:lnTo>
                <a:lnTo>
                  <a:pt x="94583" y="102203"/>
                </a:lnTo>
                <a:lnTo>
                  <a:pt x="102203" y="109823"/>
                </a:lnTo>
                <a:lnTo>
                  <a:pt x="106775" y="112871"/>
                </a:lnTo>
                <a:lnTo>
                  <a:pt x="112871" y="115919"/>
                </a:lnTo>
                <a:lnTo>
                  <a:pt x="117443" y="118967"/>
                </a:lnTo>
                <a:lnTo>
                  <a:pt x="125063" y="122015"/>
                </a:lnTo>
                <a:lnTo>
                  <a:pt x="131159" y="123539"/>
                </a:lnTo>
                <a:lnTo>
                  <a:pt x="138779" y="126587"/>
                </a:lnTo>
                <a:lnTo>
                  <a:pt x="146399" y="128111"/>
                </a:lnTo>
                <a:lnTo>
                  <a:pt x="152590" y="131159"/>
                </a:lnTo>
                <a:lnTo>
                  <a:pt x="162353" y="134589"/>
                </a:lnTo>
                <a:lnTo>
                  <a:pt x="201739" y="154114"/>
                </a:lnTo>
                <a:lnTo>
                  <a:pt x="233195" y="196334"/>
                </a:lnTo>
                <a:lnTo>
                  <a:pt x="236410" y="222694"/>
                </a:lnTo>
                <a:lnTo>
                  <a:pt x="235791" y="235853"/>
                </a:lnTo>
                <a:lnTo>
                  <a:pt x="217955" y="278225"/>
                </a:lnTo>
                <a:lnTo>
                  <a:pt x="183164" y="306585"/>
                </a:lnTo>
                <a:lnTo>
                  <a:pt x="134445" y="321040"/>
                </a:lnTo>
                <a:lnTo>
                  <a:pt x="108061" y="324373"/>
                </a:lnTo>
                <a:lnTo>
                  <a:pt x="94583" y="32489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073800" y="694086"/>
            <a:ext cx="191135" cy="570865"/>
          </a:xfrm>
          <a:custGeom>
            <a:avLst/>
            <a:gdLst/>
            <a:ahLst/>
            <a:cxnLst/>
            <a:rect l="l" t="t" r="r" b="b"/>
            <a:pathLst>
              <a:path w="191134" h="570865">
                <a:moveTo>
                  <a:pt x="80867" y="570452"/>
                </a:moveTo>
                <a:lnTo>
                  <a:pt x="0" y="570452"/>
                </a:lnTo>
                <a:lnTo>
                  <a:pt x="32813" y="527499"/>
                </a:lnTo>
                <a:lnTo>
                  <a:pt x="59559" y="482642"/>
                </a:lnTo>
                <a:lnTo>
                  <a:pt x="80283" y="436006"/>
                </a:lnTo>
                <a:lnTo>
                  <a:pt x="95031" y="387720"/>
                </a:lnTo>
                <a:lnTo>
                  <a:pt x="103846" y="337909"/>
                </a:lnTo>
                <a:lnTo>
                  <a:pt x="106775" y="286702"/>
                </a:lnTo>
                <a:lnTo>
                  <a:pt x="103846" y="235487"/>
                </a:lnTo>
                <a:lnTo>
                  <a:pt x="95031" y="185596"/>
                </a:lnTo>
                <a:lnTo>
                  <a:pt x="80283" y="137064"/>
                </a:lnTo>
                <a:lnTo>
                  <a:pt x="59559" y="89930"/>
                </a:lnTo>
                <a:lnTo>
                  <a:pt x="32813" y="44229"/>
                </a:lnTo>
                <a:lnTo>
                  <a:pt x="0" y="0"/>
                </a:lnTo>
                <a:lnTo>
                  <a:pt x="80867" y="0"/>
                </a:lnTo>
                <a:lnTo>
                  <a:pt x="114435" y="41656"/>
                </a:lnTo>
                <a:lnTo>
                  <a:pt x="141894" y="85823"/>
                </a:lnTo>
                <a:lnTo>
                  <a:pt x="163246" y="132457"/>
                </a:lnTo>
                <a:lnTo>
                  <a:pt x="178494" y="181511"/>
                </a:lnTo>
                <a:lnTo>
                  <a:pt x="187642" y="232941"/>
                </a:lnTo>
                <a:lnTo>
                  <a:pt x="190690" y="286702"/>
                </a:lnTo>
                <a:lnTo>
                  <a:pt x="187642" y="341012"/>
                </a:lnTo>
                <a:lnTo>
                  <a:pt x="178494" y="392504"/>
                </a:lnTo>
                <a:lnTo>
                  <a:pt x="163246" y="441186"/>
                </a:lnTo>
                <a:lnTo>
                  <a:pt x="141894" y="487066"/>
                </a:lnTo>
                <a:lnTo>
                  <a:pt x="114435" y="530152"/>
                </a:lnTo>
                <a:lnTo>
                  <a:pt x="80867" y="57045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189" y="1650468"/>
            <a:ext cx="2417206" cy="2416254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537025" y="1650468"/>
            <a:ext cx="5530850" cy="5527040"/>
            <a:chOff x="1537025" y="1650468"/>
            <a:chExt cx="5530850" cy="5527040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7025" y="1650468"/>
              <a:ext cx="5020484" cy="552654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954303" y="2860167"/>
              <a:ext cx="3085465" cy="2247265"/>
            </a:xfrm>
            <a:custGeom>
              <a:avLst/>
              <a:gdLst/>
              <a:ahLst/>
              <a:cxnLst/>
              <a:rect l="l" t="t" r="r" b="b"/>
              <a:pathLst>
                <a:path w="3085465" h="2247265">
                  <a:moveTo>
                    <a:pt x="0" y="0"/>
                  </a:moveTo>
                  <a:lnTo>
                    <a:pt x="2709957" y="0"/>
                  </a:lnTo>
                </a:path>
                <a:path w="3085465" h="2247265">
                  <a:moveTo>
                    <a:pt x="2228088" y="2246852"/>
                  </a:moveTo>
                  <a:lnTo>
                    <a:pt x="3085147" y="863346"/>
                  </a:lnTo>
                </a:path>
              </a:pathLst>
            </a:custGeom>
            <a:ln w="56426">
              <a:solidFill>
                <a:srgbClr val="2328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9441" y="733716"/>
            <a:ext cx="932180" cy="439420"/>
          </a:xfrm>
          <a:custGeom>
            <a:avLst/>
            <a:gdLst/>
            <a:ahLst/>
            <a:cxnLst/>
            <a:rect l="l" t="t" r="r" b="b"/>
            <a:pathLst>
              <a:path w="932180" h="439419">
                <a:moveTo>
                  <a:pt x="608457" y="0"/>
                </a:moveTo>
                <a:lnTo>
                  <a:pt x="510819" y="0"/>
                </a:lnTo>
                <a:lnTo>
                  <a:pt x="451383" y="288328"/>
                </a:lnTo>
                <a:lnTo>
                  <a:pt x="448487" y="299986"/>
                </a:lnTo>
                <a:lnTo>
                  <a:pt x="446430" y="311950"/>
                </a:lnTo>
                <a:lnTo>
                  <a:pt x="444957" y="323900"/>
                </a:lnTo>
                <a:lnTo>
                  <a:pt x="443763" y="335572"/>
                </a:lnTo>
                <a:lnTo>
                  <a:pt x="441782" y="321945"/>
                </a:lnTo>
                <a:lnTo>
                  <a:pt x="439953" y="309283"/>
                </a:lnTo>
                <a:lnTo>
                  <a:pt x="438200" y="298704"/>
                </a:lnTo>
                <a:lnTo>
                  <a:pt x="436143" y="289852"/>
                </a:lnTo>
                <a:lnTo>
                  <a:pt x="391439" y="105257"/>
                </a:lnTo>
                <a:lnTo>
                  <a:pt x="365950" y="0"/>
                </a:lnTo>
                <a:lnTo>
                  <a:pt x="260692" y="0"/>
                </a:lnTo>
                <a:lnTo>
                  <a:pt x="182968" y="286804"/>
                </a:lnTo>
                <a:lnTo>
                  <a:pt x="179882" y="299986"/>
                </a:lnTo>
                <a:lnTo>
                  <a:pt x="177253" y="313093"/>
                </a:lnTo>
                <a:lnTo>
                  <a:pt x="175260" y="325374"/>
                </a:lnTo>
                <a:lnTo>
                  <a:pt x="173824" y="337096"/>
                </a:lnTo>
                <a:lnTo>
                  <a:pt x="172300" y="337096"/>
                </a:lnTo>
                <a:lnTo>
                  <a:pt x="168236" y="296799"/>
                </a:lnTo>
                <a:lnTo>
                  <a:pt x="106680" y="0"/>
                </a:lnTo>
                <a:lnTo>
                  <a:pt x="0" y="0"/>
                </a:lnTo>
                <a:lnTo>
                  <a:pt x="112776" y="431673"/>
                </a:lnTo>
                <a:lnTo>
                  <a:pt x="225640" y="431673"/>
                </a:lnTo>
                <a:lnTo>
                  <a:pt x="250609" y="337096"/>
                </a:lnTo>
                <a:lnTo>
                  <a:pt x="298894" y="154114"/>
                </a:lnTo>
                <a:lnTo>
                  <a:pt x="306514" y="105257"/>
                </a:lnTo>
                <a:lnTo>
                  <a:pt x="308038" y="105257"/>
                </a:lnTo>
                <a:lnTo>
                  <a:pt x="309232" y="118656"/>
                </a:lnTo>
                <a:lnTo>
                  <a:pt x="310705" y="131356"/>
                </a:lnTo>
                <a:lnTo>
                  <a:pt x="312750" y="143230"/>
                </a:lnTo>
                <a:lnTo>
                  <a:pt x="315658" y="154114"/>
                </a:lnTo>
                <a:lnTo>
                  <a:pt x="387286" y="431673"/>
                </a:lnTo>
                <a:lnTo>
                  <a:pt x="494055" y="431673"/>
                </a:lnTo>
                <a:lnTo>
                  <a:pt x="519531" y="335572"/>
                </a:lnTo>
                <a:lnTo>
                  <a:pt x="608457" y="0"/>
                </a:lnTo>
                <a:close/>
              </a:path>
              <a:path w="932180" h="439419">
                <a:moveTo>
                  <a:pt x="931735" y="263931"/>
                </a:moveTo>
                <a:lnTo>
                  <a:pt x="930300" y="245554"/>
                </a:lnTo>
                <a:lnTo>
                  <a:pt x="728941" y="245554"/>
                </a:lnTo>
                <a:lnTo>
                  <a:pt x="731850" y="232384"/>
                </a:lnTo>
                <a:lnTo>
                  <a:pt x="750277" y="198310"/>
                </a:lnTo>
                <a:lnTo>
                  <a:pt x="789901" y="180022"/>
                </a:lnTo>
                <a:lnTo>
                  <a:pt x="813041" y="184048"/>
                </a:lnTo>
                <a:lnTo>
                  <a:pt x="829767" y="196215"/>
                </a:lnTo>
                <a:lnTo>
                  <a:pt x="839927" y="216674"/>
                </a:lnTo>
                <a:lnTo>
                  <a:pt x="843343" y="245541"/>
                </a:lnTo>
                <a:lnTo>
                  <a:pt x="930300" y="245554"/>
                </a:lnTo>
                <a:lnTo>
                  <a:pt x="929208" y="231546"/>
                </a:lnTo>
                <a:lnTo>
                  <a:pt x="921829" y="202895"/>
                </a:lnTo>
                <a:lnTo>
                  <a:pt x="910983" y="180022"/>
                </a:lnTo>
                <a:lnTo>
                  <a:pt x="909878" y="177685"/>
                </a:lnTo>
                <a:lnTo>
                  <a:pt x="873366" y="137820"/>
                </a:lnTo>
                <a:lnTo>
                  <a:pt x="821372" y="118249"/>
                </a:lnTo>
                <a:lnTo>
                  <a:pt x="789901" y="115912"/>
                </a:lnTo>
                <a:lnTo>
                  <a:pt x="759040" y="118757"/>
                </a:lnTo>
                <a:lnTo>
                  <a:pt x="704138" y="141033"/>
                </a:lnTo>
                <a:lnTo>
                  <a:pt x="660958" y="184835"/>
                </a:lnTo>
                <a:lnTo>
                  <a:pt x="638721" y="245541"/>
                </a:lnTo>
                <a:lnTo>
                  <a:pt x="635889" y="282219"/>
                </a:lnTo>
                <a:lnTo>
                  <a:pt x="638454" y="317055"/>
                </a:lnTo>
                <a:lnTo>
                  <a:pt x="659028" y="375323"/>
                </a:lnTo>
                <a:lnTo>
                  <a:pt x="699693" y="416153"/>
                </a:lnTo>
                <a:lnTo>
                  <a:pt x="757504" y="436727"/>
                </a:lnTo>
                <a:lnTo>
                  <a:pt x="792949" y="439293"/>
                </a:lnTo>
                <a:lnTo>
                  <a:pt x="825614" y="437870"/>
                </a:lnTo>
                <a:lnTo>
                  <a:pt x="854951" y="433578"/>
                </a:lnTo>
                <a:lnTo>
                  <a:pt x="881138" y="426440"/>
                </a:lnTo>
                <a:lnTo>
                  <a:pt x="904303" y="416433"/>
                </a:lnTo>
                <a:lnTo>
                  <a:pt x="904303" y="372237"/>
                </a:lnTo>
                <a:lnTo>
                  <a:pt x="904303" y="347764"/>
                </a:lnTo>
                <a:lnTo>
                  <a:pt x="884034" y="358051"/>
                </a:lnTo>
                <a:lnTo>
                  <a:pt x="862190" y="365747"/>
                </a:lnTo>
                <a:lnTo>
                  <a:pt x="838898" y="370573"/>
                </a:lnTo>
                <a:lnTo>
                  <a:pt x="814285" y="372237"/>
                </a:lnTo>
                <a:lnTo>
                  <a:pt x="779119" y="367957"/>
                </a:lnTo>
                <a:lnTo>
                  <a:pt x="753516" y="355231"/>
                </a:lnTo>
                <a:lnTo>
                  <a:pt x="737349" y="334225"/>
                </a:lnTo>
                <a:lnTo>
                  <a:pt x="730465" y="305079"/>
                </a:lnTo>
                <a:lnTo>
                  <a:pt x="931735" y="305079"/>
                </a:lnTo>
                <a:lnTo>
                  <a:pt x="931735" y="26393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7667" y="709326"/>
            <a:ext cx="320675" cy="464184"/>
          </a:xfrm>
          <a:custGeom>
            <a:avLst/>
            <a:gdLst/>
            <a:ahLst/>
            <a:cxnLst/>
            <a:rect l="l" t="t" r="r" b="b"/>
            <a:pathLst>
              <a:path w="320675" h="464184">
                <a:moveTo>
                  <a:pt x="94488" y="456057"/>
                </a:moveTo>
                <a:lnTo>
                  <a:pt x="0" y="456057"/>
                </a:lnTo>
                <a:lnTo>
                  <a:pt x="0" y="0"/>
                </a:lnTo>
                <a:lnTo>
                  <a:pt x="94488" y="0"/>
                </a:lnTo>
                <a:lnTo>
                  <a:pt x="94488" y="193738"/>
                </a:lnTo>
                <a:lnTo>
                  <a:pt x="296103" y="193738"/>
                </a:lnTo>
                <a:lnTo>
                  <a:pt x="302228" y="203217"/>
                </a:lnTo>
                <a:lnTo>
                  <a:pt x="306208" y="213550"/>
                </a:lnTo>
                <a:lnTo>
                  <a:pt x="158591" y="213550"/>
                </a:lnTo>
                <a:lnTo>
                  <a:pt x="145421" y="214741"/>
                </a:lnTo>
                <a:lnTo>
                  <a:pt x="111252" y="234886"/>
                </a:lnTo>
                <a:lnTo>
                  <a:pt x="94107" y="273502"/>
                </a:lnTo>
                <a:lnTo>
                  <a:pt x="92964" y="289845"/>
                </a:lnTo>
                <a:lnTo>
                  <a:pt x="92964" y="321849"/>
                </a:lnTo>
                <a:lnTo>
                  <a:pt x="102608" y="360640"/>
                </a:lnTo>
                <a:lnTo>
                  <a:pt x="141097" y="389356"/>
                </a:lnTo>
                <a:lnTo>
                  <a:pt x="154019" y="390525"/>
                </a:lnTo>
                <a:lnTo>
                  <a:pt x="299438" y="390525"/>
                </a:lnTo>
                <a:lnTo>
                  <a:pt x="299013" y="391557"/>
                </a:lnTo>
                <a:lnTo>
                  <a:pt x="282130" y="416433"/>
                </a:lnTo>
                <a:lnTo>
                  <a:pt x="279203" y="419481"/>
                </a:lnTo>
                <a:lnTo>
                  <a:pt x="94488" y="419481"/>
                </a:lnTo>
                <a:lnTo>
                  <a:pt x="94488" y="456057"/>
                </a:lnTo>
                <a:close/>
              </a:path>
              <a:path w="320675" h="464184">
                <a:moveTo>
                  <a:pt x="296103" y="193738"/>
                </a:moveTo>
                <a:lnTo>
                  <a:pt x="96012" y="193738"/>
                </a:lnTo>
                <a:lnTo>
                  <a:pt x="115172" y="170561"/>
                </a:lnTo>
                <a:lnTo>
                  <a:pt x="138350" y="153840"/>
                </a:lnTo>
                <a:lnTo>
                  <a:pt x="165529" y="143709"/>
                </a:lnTo>
                <a:lnTo>
                  <a:pt x="196691" y="140303"/>
                </a:lnTo>
                <a:lnTo>
                  <a:pt x="224709" y="142876"/>
                </a:lnTo>
                <a:lnTo>
                  <a:pt x="249316" y="150602"/>
                </a:lnTo>
                <a:lnTo>
                  <a:pt x="270495" y="163489"/>
                </a:lnTo>
                <a:lnTo>
                  <a:pt x="288226" y="181546"/>
                </a:lnTo>
                <a:lnTo>
                  <a:pt x="296103" y="193738"/>
                </a:lnTo>
                <a:close/>
              </a:path>
              <a:path w="320675" h="464184">
                <a:moveTo>
                  <a:pt x="299438" y="390525"/>
                </a:moveTo>
                <a:lnTo>
                  <a:pt x="154019" y="390525"/>
                </a:lnTo>
                <a:lnTo>
                  <a:pt x="169164" y="389070"/>
                </a:lnTo>
                <a:lnTo>
                  <a:pt x="182594" y="384607"/>
                </a:lnTo>
                <a:lnTo>
                  <a:pt x="212312" y="352067"/>
                </a:lnTo>
                <a:lnTo>
                  <a:pt x="222599" y="294417"/>
                </a:lnTo>
                <a:lnTo>
                  <a:pt x="221480" y="276074"/>
                </a:lnTo>
                <a:lnTo>
                  <a:pt x="205835" y="234886"/>
                </a:lnTo>
                <a:lnTo>
                  <a:pt x="173474" y="214741"/>
                </a:lnTo>
                <a:lnTo>
                  <a:pt x="158591" y="213550"/>
                </a:lnTo>
                <a:lnTo>
                  <a:pt x="306208" y="213550"/>
                </a:lnTo>
                <a:lnTo>
                  <a:pt x="312229" y="229183"/>
                </a:lnTo>
                <a:lnTo>
                  <a:pt x="318176" y="258901"/>
                </a:lnTo>
                <a:lnTo>
                  <a:pt x="318282" y="260044"/>
                </a:lnTo>
                <a:lnTo>
                  <a:pt x="320230" y="292893"/>
                </a:lnTo>
                <a:lnTo>
                  <a:pt x="317920" y="329770"/>
                </a:lnTo>
                <a:lnTo>
                  <a:pt x="310896" y="362664"/>
                </a:lnTo>
                <a:lnTo>
                  <a:pt x="299438" y="390525"/>
                </a:lnTo>
                <a:close/>
              </a:path>
              <a:path w="320675" h="464184">
                <a:moveTo>
                  <a:pt x="181451" y="463677"/>
                </a:moveTo>
                <a:lnTo>
                  <a:pt x="154813" y="460843"/>
                </a:lnTo>
                <a:lnTo>
                  <a:pt x="131873" y="452437"/>
                </a:lnTo>
                <a:lnTo>
                  <a:pt x="112362" y="438602"/>
                </a:lnTo>
                <a:lnTo>
                  <a:pt x="96012" y="419481"/>
                </a:lnTo>
                <a:lnTo>
                  <a:pt x="279203" y="419481"/>
                </a:lnTo>
                <a:lnTo>
                  <a:pt x="262072" y="437316"/>
                </a:lnTo>
                <a:lnTo>
                  <a:pt x="238613" y="452056"/>
                </a:lnTo>
                <a:lnTo>
                  <a:pt x="211742" y="460795"/>
                </a:lnTo>
                <a:lnTo>
                  <a:pt x="181451" y="46367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45918" y="726096"/>
            <a:ext cx="635000" cy="447040"/>
          </a:xfrm>
          <a:custGeom>
            <a:avLst/>
            <a:gdLst/>
            <a:ahLst/>
            <a:cxnLst/>
            <a:rect l="l" t="t" r="r" b="b"/>
            <a:pathLst>
              <a:path w="635000" h="447040">
                <a:moveTo>
                  <a:pt x="295935" y="317271"/>
                </a:moveTo>
                <a:lnTo>
                  <a:pt x="288315" y="271551"/>
                </a:lnTo>
                <a:lnTo>
                  <a:pt x="265366" y="236410"/>
                </a:lnTo>
                <a:lnTo>
                  <a:pt x="230314" y="208978"/>
                </a:lnTo>
                <a:lnTo>
                  <a:pt x="196240" y="191833"/>
                </a:lnTo>
                <a:lnTo>
                  <a:pt x="173977" y="182448"/>
                </a:lnTo>
                <a:lnTo>
                  <a:pt x="165163" y="178498"/>
                </a:lnTo>
                <a:lnTo>
                  <a:pt x="149542" y="170878"/>
                </a:lnTo>
                <a:lnTo>
                  <a:pt x="142011" y="167424"/>
                </a:lnTo>
                <a:lnTo>
                  <a:pt x="135356" y="163830"/>
                </a:lnTo>
                <a:lnTo>
                  <a:pt x="129298" y="159943"/>
                </a:lnTo>
                <a:lnTo>
                  <a:pt x="117436" y="150964"/>
                </a:lnTo>
                <a:lnTo>
                  <a:pt x="111340" y="144868"/>
                </a:lnTo>
                <a:lnTo>
                  <a:pt x="108292" y="140296"/>
                </a:lnTo>
                <a:lnTo>
                  <a:pt x="103720" y="134200"/>
                </a:lnTo>
                <a:lnTo>
                  <a:pt x="102196" y="128104"/>
                </a:lnTo>
                <a:lnTo>
                  <a:pt x="102196" y="112864"/>
                </a:lnTo>
                <a:lnTo>
                  <a:pt x="135724" y="82384"/>
                </a:lnTo>
                <a:lnTo>
                  <a:pt x="173926" y="76288"/>
                </a:lnTo>
                <a:lnTo>
                  <a:pt x="180543" y="76530"/>
                </a:lnTo>
                <a:lnTo>
                  <a:pt x="193217" y="77584"/>
                </a:lnTo>
                <a:lnTo>
                  <a:pt x="199834" y="77812"/>
                </a:lnTo>
                <a:lnTo>
                  <a:pt x="253174" y="93052"/>
                </a:lnTo>
                <a:lnTo>
                  <a:pt x="276034" y="106768"/>
                </a:lnTo>
                <a:lnTo>
                  <a:pt x="276034" y="16764"/>
                </a:lnTo>
                <a:lnTo>
                  <a:pt x="265226" y="12496"/>
                </a:lnTo>
                <a:lnTo>
                  <a:pt x="253555" y="8953"/>
                </a:lnTo>
                <a:lnTo>
                  <a:pt x="241312" y="6261"/>
                </a:lnTo>
                <a:lnTo>
                  <a:pt x="228790" y="4572"/>
                </a:lnTo>
                <a:lnTo>
                  <a:pt x="215646" y="2565"/>
                </a:lnTo>
                <a:lnTo>
                  <a:pt x="201358" y="1143"/>
                </a:lnTo>
                <a:lnTo>
                  <a:pt x="185928" y="279"/>
                </a:lnTo>
                <a:lnTo>
                  <a:pt x="169354" y="0"/>
                </a:lnTo>
                <a:lnTo>
                  <a:pt x="152412" y="546"/>
                </a:lnTo>
                <a:lnTo>
                  <a:pt x="103720" y="7620"/>
                </a:lnTo>
                <a:lnTo>
                  <a:pt x="62369" y="23050"/>
                </a:lnTo>
                <a:lnTo>
                  <a:pt x="28663" y="48628"/>
                </a:lnTo>
                <a:lnTo>
                  <a:pt x="7759" y="83108"/>
                </a:lnTo>
                <a:lnTo>
                  <a:pt x="0" y="128104"/>
                </a:lnTo>
                <a:lnTo>
                  <a:pt x="1473" y="149021"/>
                </a:lnTo>
                <a:lnTo>
                  <a:pt x="13576" y="185635"/>
                </a:lnTo>
                <a:lnTo>
                  <a:pt x="38506" y="216522"/>
                </a:lnTo>
                <a:lnTo>
                  <a:pt x="75704" y="242290"/>
                </a:lnTo>
                <a:lnTo>
                  <a:pt x="128092" y="265696"/>
                </a:lnTo>
                <a:lnTo>
                  <a:pt x="145262" y="273697"/>
                </a:lnTo>
                <a:lnTo>
                  <a:pt x="177927" y="294411"/>
                </a:lnTo>
                <a:lnTo>
                  <a:pt x="193738" y="318795"/>
                </a:lnTo>
                <a:lnTo>
                  <a:pt x="193738" y="332511"/>
                </a:lnTo>
                <a:lnTo>
                  <a:pt x="192214" y="338607"/>
                </a:lnTo>
                <a:lnTo>
                  <a:pt x="189166" y="343179"/>
                </a:lnTo>
                <a:lnTo>
                  <a:pt x="186118" y="349275"/>
                </a:lnTo>
                <a:lnTo>
                  <a:pt x="181546" y="353847"/>
                </a:lnTo>
                <a:lnTo>
                  <a:pt x="175450" y="356895"/>
                </a:lnTo>
                <a:lnTo>
                  <a:pt x="169354" y="361467"/>
                </a:lnTo>
                <a:lnTo>
                  <a:pt x="129349" y="370446"/>
                </a:lnTo>
                <a:lnTo>
                  <a:pt x="120484" y="370713"/>
                </a:lnTo>
                <a:lnTo>
                  <a:pt x="104724" y="369874"/>
                </a:lnTo>
                <a:lnTo>
                  <a:pt x="58000" y="358419"/>
                </a:lnTo>
                <a:lnTo>
                  <a:pt x="14681" y="336346"/>
                </a:lnTo>
                <a:lnTo>
                  <a:pt x="1524" y="326415"/>
                </a:lnTo>
                <a:lnTo>
                  <a:pt x="1524" y="422529"/>
                </a:lnTo>
                <a:lnTo>
                  <a:pt x="41046" y="437095"/>
                </a:lnTo>
                <a:lnTo>
                  <a:pt x="89623" y="445579"/>
                </a:lnTo>
                <a:lnTo>
                  <a:pt x="125056" y="446913"/>
                </a:lnTo>
                <a:lnTo>
                  <a:pt x="141998" y="446366"/>
                </a:lnTo>
                <a:lnTo>
                  <a:pt x="190690" y="439293"/>
                </a:lnTo>
                <a:lnTo>
                  <a:pt x="232689" y="425361"/>
                </a:lnTo>
                <a:lnTo>
                  <a:pt x="266128" y="400431"/>
                </a:lnTo>
                <a:lnTo>
                  <a:pt x="288188" y="365112"/>
                </a:lnTo>
                <a:lnTo>
                  <a:pt x="295084" y="334733"/>
                </a:lnTo>
                <a:lnTo>
                  <a:pt x="295935" y="317271"/>
                </a:lnTo>
                <a:close/>
              </a:path>
              <a:path w="635000" h="447040">
                <a:moveTo>
                  <a:pt x="634453" y="271551"/>
                </a:moveTo>
                <a:lnTo>
                  <a:pt x="633158" y="253174"/>
                </a:lnTo>
                <a:lnTo>
                  <a:pt x="433197" y="253174"/>
                </a:lnTo>
                <a:lnTo>
                  <a:pt x="436079" y="240004"/>
                </a:lnTo>
                <a:lnTo>
                  <a:pt x="462203" y="197929"/>
                </a:lnTo>
                <a:lnTo>
                  <a:pt x="492633" y="187642"/>
                </a:lnTo>
                <a:lnTo>
                  <a:pt x="516394" y="191668"/>
                </a:lnTo>
                <a:lnTo>
                  <a:pt x="533019" y="203835"/>
                </a:lnTo>
                <a:lnTo>
                  <a:pt x="542785" y="224294"/>
                </a:lnTo>
                <a:lnTo>
                  <a:pt x="545973" y="253161"/>
                </a:lnTo>
                <a:lnTo>
                  <a:pt x="633158" y="253174"/>
                </a:lnTo>
                <a:lnTo>
                  <a:pt x="625309" y="210515"/>
                </a:lnTo>
                <a:lnTo>
                  <a:pt x="597877" y="163258"/>
                </a:lnTo>
                <a:lnTo>
                  <a:pt x="553453" y="133070"/>
                </a:lnTo>
                <a:lnTo>
                  <a:pt x="494157" y="123532"/>
                </a:lnTo>
                <a:lnTo>
                  <a:pt x="462419" y="126377"/>
                </a:lnTo>
                <a:lnTo>
                  <a:pt x="407492" y="148653"/>
                </a:lnTo>
                <a:lnTo>
                  <a:pt x="364566" y="192455"/>
                </a:lnTo>
                <a:lnTo>
                  <a:pt x="342760" y="253161"/>
                </a:lnTo>
                <a:lnTo>
                  <a:pt x="340131" y="289839"/>
                </a:lnTo>
                <a:lnTo>
                  <a:pt x="342709" y="324675"/>
                </a:lnTo>
                <a:lnTo>
                  <a:pt x="363283" y="382943"/>
                </a:lnTo>
                <a:lnTo>
                  <a:pt x="403898" y="423773"/>
                </a:lnTo>
                <a:lnTo>
                  <a:pt x="461733" y="444347"/>
                </a:lnTo>
                <a:lnTo>
                  <a:pt x="497205" y="446913"/>
                </a:lnTo>
                <a:lnTo>
                  <a:pt x="529793" y="445490"/>
                </a:lnTo>
                <a:lnTo>
                  <a:pt x="558977" y="441198"/>
                </a:lnTo>
                <a:lnTo>
                  <a:pt x="584720" y="434060"/>
                </a:lnTo>
                <a:lnTo>
                  <a:pt x="607021" y="424053"/>
                </a:lnTo>
                <a:lnTo>
                  <a:pt x="607021" y="379857"/>
                </a:lnTo>
                <a:lnTo>
                  <a:pt x="607021" y="355384"/>
                </a:lnTo>
                <a:lnTo>
                  <a:pt x="587629" y="365671"/>
                </a:lnTo>
                <a:lnTo>
                  <a:pt x="566216" y="373367"/>
                </a:lnTo>
                <a:lnTo>
                  <a:pt x="543077" y="378193"/>
                </a:lnTo>
                <a:lnTo>
                  <a:pt x="518541" y="379857"/>
                </a:lnTo>
                <a:lnTo>
                  <a:pt x="483133" y="375577"/>
                </a:lnTo>
                <a:lnTo>
                  <a:pt x="457009" y="362851"/>
                </a:lnTo>
                <a:lnTo>
                  <a:pt x="440321" y="341845"/>
                </a:lnTo>
                <a:lnTo>
                  <a:pt x="433197" y="312699"/>
                </a:lnTo>
                <a:lnTo>
                  <a:pt x="634453" y="312699"/>
                </a:lnTo>
                <a:lnTo>
                  <a:pt x="634453" y="27155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136760" y="849629"/>
            <a:ext cx="857250" cy="323850"/>
          </a:xfrm>
          <a:custGeom>
            <a:avLst/>
            <a:gdLst/>
            <a:ahLst/>
            <a:cxnLst/>
            <a:rect l="l" t="t" r="r" b="b"/>
            <a:pathLst>
              <a:path w="857250" h="323850">
                <a:moveTo>
                  <a:pt x="201358" y="6096"/>
                </a:moveTo>
                <a:lnTo>
                  <a:pt x="195262" y="3048"/>
                </a:lnTo>
                <a:lnTo>
                  <a:pt x="187642" y="1524"/>
                </a:lnTo>
                <a:lnTo>
                  <a:pt x="178498" y="1524"/>
                </a:lnTo>
                <a:lnTo>
                  <a:pt x="151041" y="5511"/>
                </a:lnTo>
                <a:lnTo>
                  <a:pt x="128320" y="17348"/>
                </a:lnTo>
                <a:lnTo>
                  <a:pt x="110477" y="36931"/>
                </a:lnTo>
                <a:lnTo>
                  <a:pt x="97637" y="64109"/>
                </a:lnTo>
                <a:lnTo>
                  <a:pt x="96113" y="64109"/>
                </a:lnTo>
                <a:lnTo>
                  <a:pt x="96113" y="7620"/>
                </a:lnTo>
                <a:lnTo>
                  <a:pt x="0" y="7620"/>
                </a:lnTo>
                <a:lnTo>
                  <a:pt x="0" y="315760"/>
                </a:lnTo>
                <a:lnTo>
                  <a:pt x="96113" y="315760"/>
                </a:lnTo>
                <a:lnTo>
                  <a:pt x="96113" y="167830"/>
                </a:lnTo>
                <a:lnTo>
                  <a:pt x="97231" y="149504"/>
                </a:lnTo>
                <a:lnTo>
                  <a:pt x="112877" y="106781"/>
                </a:lnTo>
                <a:lnTo>
                  <a:pt x="146773" y="85344"/>
                </a:lnTo>
                <a:lnTo>
                  <a:pt x="161734" y="83921"/>
                </a:lnTo>
                <a:lnTo>
                  <a:pt x="172859" y="84493"/>
                </a:lnTo>
                <a:lnTo>
                  <a:pt x="183261" y="86207"/>
                </a:lnTo>
                <a:lnTo>
                  <a:pt x="192811" y="89065"/>
                </a:lnTo>
                <a:lnTo>
                  <a:pt x="201358" y="93065"/>
                </a:lnTo>
                <a:lnTo>
                  <a:pt x="201358" y="6096"/>
                </a:lnTo>
                <a:close/>
              </a:path>
              <a:path w="857250" h="323850">
                <a:moveTo>
                  <a:pt x="539889" y="7620"/>
                </a:moveTo>
                <a:lnTo>
                  <a:pt x="440817" y="7620"/>
                </a:lnTo>
                <a:lnTo>
                  <a:pt x="385864" y="198323"/>
                </a:lnTo>
                <a:lnTo>
                  <a:pt x="381596" y="213728"/>
                </a:lnTo>
                <a:lnTo>
                  <a:pt x="378053" y="227850"/>
                </a:lnTo>
                <a:lnTo>
                  <a:pt x="375361" y="240576"/>
                </a:lnTo>
                <a:lnTo>
                  <a:pt x="373672" y="251752"/>
                </a:lnTo>
                <a:lnTo>
                  <a:pt x="372224" y="239699"/>
                </a:lnTo>
                <a:lnTo>
                  <a:pt x="370052" y="226517"/>
                </a:lnTo>
                <a:lnTo>
                  <a:pt x="367030" y="212229"/>
                </a:lnTo>
                <a:lnTo>
                  <a:pt x="363004" y="196799"/>
                </a:lnTo>
                <a:lnTo>
                  <a:pt x="309664" y="7620"/>
                </a:lnTo>
                <a:lnTo>
                  <a:pt x="207454" y="7620"/>
                </a:lnTo>
                <a:lnTo>
                  <a:pt x="315760" y="315760"/>
                </a:lnTo>
                <a:lnTo>
                  <a:pt x="425488" y="315760"/>
                </a:lnTo>
                <a:lnTo>
                  <a:pt x="449249" y="251752"/>
                </a:lnTo>
                <a:lnTo>
                  <a:pt x="539889" y="7620"/>
                </a:lnTo>
                <a:close/>
              </a:path>
              <a:path w="857250" h="323850">
                <a:moveTo>
                  <a:pt x="857072" y="148018"/>
                </a:moveTo>
                <a:lnTo>
                  <a:pt x="855764" y="129641"/>
                </a:lnTo>
                <a:lnTo>
                  <a:pt x="655802" y="129641"/>
                </a:lnTo>
                <a:lnTo>
                  <a:pt x="658037" y="116471"/>
                </a:lnTo>
                <a:lnTo>
                  <a:pt x="675614" y="82397"/>
                </a:lnTo>
                <a:lnTo>
                  <a:pt x="715238" y="64109"/>
                </a:lnTo>
                <a:lnTo>
                  <a:pt x="739063" y="68135"/>
                </a:lnTo>
                <a:lnTo>
                  <a:pt x="755713" y="80302"/>
                </a:lnTo>
                <a:lnTo>
                  <a:pt x="765479" y="100761"/>
                </a:lnTo>
                <a:lnTo>
                  <a:pt x="768667" y="129628"/>
                </a:lnTo>
                <a:lnTo>
                  <a:pt x="855764" y="129641"/>
                </a:lnTo>
                <a:lnTo>
                  <a:pt x="847915" y="86982"/>
                </a:lnTo>
                <a:lnTo>
                  <a:pt x="820483" y="39725"/>
                </a:lnTo>
                <a:lnTo>
                  <a:pt x="775906" y="9537"/>
                </a:lnTo>
                <a:lnTo>
                  <a:pt x="715238" y="0"/>
                </a:lnTo>
                <a:lnTo>
                  <a:pt x="684403" y="2844"/>
                </a:lnTo>
                <a:lnTo>
                  <a:pt x="630161" y="25120"/>
                </a:lnTo>
                <a:lnTo>
                  <a:pt x="586981" y="68922"/>
                </a:lnTo>
                <a:lnTo>
                  <a:pt x="564083" y="129628"/>
                </a:lnTo>
                <a:lnTo>
                  <a:pt x="561213" y="166306"/>
                </a:lnTo>
                <a:lnTo>
                  <a:pt x="563791" y="201142"/>
                </a:lnTo>
                <a:lnTo>
                  <a:pt x="584403" y="259410"/>
                </a:lnTo>
                <a:lnTo>
                  <a:pt x="625919" y="300240"/>
                </a:lnTo>
                <a:lnTo>
                  <a:pt x="683729" y="320814"/>
                </a:lnTo>
                <a:lnTo>
                  <a:pt x="718375" y="323380"/>
                </a:lnTo>
                <a:lnTo>
                  <a:pt x="751192" y="321957"/>
                </a:lnTo>
                <a:lnTo>
                  <a:pt x="780859" y="317665"/>
                </a:lnTo>
                <a:lnTo>
                  <a:pt x="807110" y="310527"/>
                </a:lnTo>
                <a:lnTo>
                  <a:pt x="829627" y="300520"/>
                </a:lnTo>
                <a:lnTo>
                  <a:pt x="829627" y="256324"/>
                </a:lnTo>
                <a:lnTo>
                  <a:pt x="829627" y="231851"/>
                </a:lnTo>
                <a:lnTo>
                  <a:pt x="809612" y="242138"/>
                </a:lnTo>
                <a:lnTo>
                  <a:pt x="788289" y="249834"/>
                </a:lnTo>
                <a:lnTo>
                  <a:pt x="765556" y="254660"/>
                </a:lnTo>
                <a:lnTo>
                  <a:pt x="741235" y="256324"/>
                </a:lnTo>
                <a:lnTo>
                  <a:pt x="705777" y="252044"/>
                </a:lnTo>
                <a:lnTo>
                  <a:pt x="679627" y="239318"/>
                </a:lnTo>
                <a:lnTo>
                  <a:pt x="662927" y="218313"/>
                </a:lnTo>
                <a:lnTo>
                  <a:pt x="655802" y="189166"/>
                </a:lnTo>
                <a:lnTo>
                  <a:pt x="857072" y="189166"/>
                </a:lnTo>
                <a:lnTo>
                  <a:pt x="857072" y="14801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050220" y="851154"/>
            <a:ext cx="201930" cy="314325"/>
          </a:xfrm>
          <a:custGeom>
            <a:avLst/>
            <a:gdLst/>
            <a:ahLst/>
            <a:cxnLst/>
            <a:rect l="l" t="t" r="r" b="b"/>
            <a:pathLst>
              <a:path w="201929" h="314325">
                <a:moveTo>
                  <a:pt x="96107" y="314229"/>
                </a:moveTo>
                <a:lnTo>
                  <a:pt x="0" y="314229"/>
                </a:lnTo>
                <a:lnTo>
                  <a:pt x="0" y="6095"/>
                </a:lnTo>
                <a:lnTo>
                  <a:pt x="96107" y="6095"/>
                </a:lnTo>
                <a:lnTo>
                  <a:pt x="96107" y="62579"/>
                </a:lnTo>
                <a:lnTo>
                  <a:pt x="97631" y="62579"/>
                </a:lnTo>
                <a:lnTo>
                  <a:pt x="110467" y="35401"/>
                </a:lnTo>
                <a:lnTo>
                  <a:pt x="128313" y="15823"/>
                </a:lnTo>
                <a:lnTo>
                  <a:pt x="151035" y="3978"/>
                </a:lnTo>
                <a:lnTo>
                  <a:pt x="178498" y="0"/>
                </a:lnTo>
                <a:lnTo>
                  <a:pt x="187642" y="0"/>
                </a:lnTo>
                <a:lnTo>
                  <a:pt x="195262" y="1523"/>
                </a:lnTo>
                <a:lnTo>
                  <a:pt x="201358" y="4571"/>
                </a:lnTo>
                <a:lnTo>
                  <a:pt x="201358" y="91535"/>
                </a:lnTo>
                <a:lnTo>
                  <a:pt x="192809" y="87534"/>
                </a:lnTo>
                <a:lnTo>
                  <a:pt x="183261" y="84677"/>
                </a:lnTo>
                <a:lnTo>
                  <a:pt x="172854" y="82962"/>
                </a:lnTo>
                <a:lnTo>
                  <a:pt x="161734" y="82391"/>
                </a:lnTo>
                <a:lnTo>
                  <a:pt x="146772" y="83819"/>
                </a:lnTo>
                <a:lnTo>
                  <a:pt x="112871" y="105251"/>
                </a:lnTo>
                <a:lnTo>
                  <a:pt x="97226" y="147979"/>
                </a:lnTo>
                <a:lnTo>
                  <a:pt x="96107" y="166306"/>
                </a:lnTo>
                <a:lnTo>
                  <a:pt x="96107" y="31422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454461" y="726090"/>
            <a:ext cx="296545" cy="447040"/>
          </a:xfrm>
          <a:custGeom>
            <a:avLst/>
            <a:gdLst/>
            <a:ahLst/>
            <a:cxnLst/>
            <a:rect l="l" t="t" r="r" b="b"/>
            <a:pathLst>
              <a:path w="296545" h="447040">
                <a:moveTo>
                  <a:pt x="125063" y="446912"/>
                </a:moveTo>
                <a:lnTo>
                  <a:pt x="72771" y="443698"/>
                </a:lnTo>
                <a:lnTo>
                  <a:pt x="26753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4675" y="336351"/>
                </a:lnTo>
                <a:lnTo>
                  <a:pt x="28658" y="345281"/>
                </a:lnTo>
                <a:lnTo>
                  <a:pt x="73771" y="363600"/>
                </a:lnTo>
                <a:lnTo>
                  <a:pt x="120491" y="370712"/>
                </a:lnTo>
                <a:lnTo>
                  <a:pt x="129350" y="370451"/>
                </a:lnTo>
                <a:lnTo>
                  <a:pt x="169354" y="361473"/>
                </a:lnTo>
                <a:lnTo>
                  <a:pt x="175450" y="356901"/>
                </a:lnTo>
                <a:lnTo>
                  <a:pt x="181546" y="353853"/>
                </a:lnTo>
                <a:lnTo>
                  <a:pt x="186118" y="349281"/>
                </a:lnTo>
                <a:lnTo>
                  <a:pt x="189166" y="343185"/>
                </a:lnTo>
                <a:lnTo>
                  <a:pt x="192214" y="338613"/>
                </a:lnTo>
                <a:lnTo>
                  <a:pt x="193738" y="332517"/>
                </a:lnTo>
                <a:lnTo>
                  <a:pt x="193738" y="318801"/>
                </a:lnTo>
                <a:lnTo>
                  <a:pt x="166306" y="285273"/>
                </a:lnTo>
                <a:lnTo>
                  <a:pt x="128087" y="265698"/>
                </a:lnTo>
                <a:lnTo>
                  <a:pt x="99155" y="253174"/>
                </a:lnTo>
                <a:lnTo>
                  <a:pt x="75699" y="242292"/>
                </a:lnTo>
                <a:lnTo>
                  <a:pt x="38504" y="216527"/>
                </a:lnTo>
                <a:lnTo>
                  <a:pt x="13582" y="185640"/>
                </a:lnTo>
                <a:lnTo>
                  <a:pt x="1467" y="149026"/>
                </a:lnTo>
                <a:lnTo>
                  <a:pt x="0" y="128111"/>
                </a:lnTo>
                <a:lnTo>
                  <a:pt x="858" y="111775"/>
                </a:lnTo>
                <a:lnTo>
                  <a:pt x="13811" y="70199"/>
                </a:lnTo>
                <a:lnTo>
                  <a:pt x="38671" y="39043"/>
                </a:lnTo>
                <a:lnTo>
                  <a:pt x="75342" y="16763"/>
                </a:lnTo>
                <a:lnTo>
                  <a:pt x="119754" y="4500"/>
                </a:lnTo>
                <a:lnTo>
                  <a:pt x="169354" y="0"/>
                </a:lnTo>
                <a:lnTo>
                  <a:pt x="185928" y="285"/>
                </a:lnTo>
                <a:lnTo>
                  <a:pt x="201358" y="1142"/>
                </a:lnTo>
                <a:lnTo>
                  <a:pt x="215646" y="2571"/>
                </a:lnTo>
                <a:lnTo>
                  <a:pt x="228790" y="4571"/>
                </a:lnTo>
                <a:lnTo>
                  <a:pt x="241315" y="6262"/>
                </a:lnTo>
                <a:lnTo>
                  <a:pt x="253555" y="8953"/>
                </a:lnTo>
                <a:lnTo>
                  <a:pt x="265223" y="12501"/>
                </a:lnTo>
                <a:lnTo>
                  <a:pt x="276034" y="16763"/>
                </a:lnTo>
                <a:lnTo>
                  <a:pt x="276034" y="106775"/>
                </a:lnTo>
                <a:lnTo>
                  <a:pt x="271176" y="103346"/>
                </a:lnTo>
                <a:lnTo>
                  <a:pt x="265747" y="99917"/>
                </a:lnTo>
                <a:lnTo>
                  <a:pt x="227266" y="83915"/>
                </a:lnTo>
                <a:lnTo>
                  <a:pt x="193214" y="77581"/>
                </a:lnTo>
                <a:lnTo>
                  <a:pt x="180546" y="76533"/>
                </a:lnTo>
                <a:lnTo>
                  <a:pt x="135731" y="82391"/>
                </a:lnTo>
                <a:lnTo>
                  <a:pt x="103727" y="108299"/>
                </a:lnTo>
                <a:lnTo>
                  <a:pt x="102203" y="112871"/>
                </a:lnTo>
                <a:lnTo>
                  <a:pt x="102203" y="128111"/>
                </a:lnTo>
                <a:lnTo>
                  <a:pt x="103727" y="134207"/>
                </a:lnTo>
                <a:lnTo>
                  <a:pt x="108299" y="140303"/>
                </a:lnTo>
                <a:lnTo>
                  <a:pt x="111347" y="144875"/>
                </a:lnTo>
                <a:lnTo>
                  <a:pt x="149542" y="170878"/>
                </a:lnTo>
                <a:lnTo>
                  <a:pt x="165163" y="178498"/>
                </a:lnTo>
                <a:lnTo>
                  <a:pt x="173974" y="182451"/>
                </a:lnTo>
                <a:lnTo>
                  <a:pt x="183070" y="186118"/>
                </a:lnTo>
                <a:lnTo>
                  <a:pt x="196238" y="191833"/>
                </a:lnTo>
                <a:lnTo>
                  <a:pt x="230314" y="208978"/>
                </a:lnTo>
                <a:lnTo>
                  <a:pt x="265366" y="236410"/>
                </a:lnTo>
                <a:lnTo>
                  <a:pt x="288321" y="271557"/>
                </a:lnTo>
                <a:lnTo>
                  <a:pt x="295941" y="317277"/>
                </a:lnTo>
                <a:lnTo>
                  <a:pt x="295083" y="334733"/>
                </a:lnTo>
                <a:lnTo>
                  <a:pt x="282130" y="378332"/>
                </a:lnTo>
                <a:lnTo>
                  <a:pt x="256413" y="409622"/>
                </a:lnTo>
                <a:lnTo>
                  <a:pt x="219265" y="431482"/>
                </a:lnTo>
                <a:lnTo>
                  <a:pt x="174663" y="442412"/>
                </a:lnTo>
                <a:lnTo>
                  <a:pt x="142001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05171" y="710850"/>
            <a:ext cx="109855" cy="454659"/>
          </a:xfrm>
          <a:custGeom>
            <a:avLst/>
            <a:gdLst/>
            <a:ahLst/>
            <a:cxnLst/>
            <a:rect l="l" t="t" r="r" b="b"/>
            <a:pathLst>
              <a:path w="109854" h="454659">
                <a:moveTo>
                  <a:pt x="54959" y="97631"/>
                </a:moveTo>
                <a:lnTo>
                  <a:pt x="15240" y="82391"/>
                </a:lnTo>
                <a:lnTo>
                  <a:pt x="0" y="47244"/>
                </a:lnTo>
                <a:lnTo>
                  <a:pt x="1095" y="37266"/>
                </a:lnTo>
                <a:lnTo>
                  <a:pt x="33385" y="3238"/>
                </a:lnTo>
                <a:lnTo>
                  <a:pt x="54959" y="0"/>
                </a:lnTo>
                <a:lnTo>
                  <a:pt x="66722" y="833"/>
                </a:lnTo>
                <a:lnTo>
                  <a:pt x="101465" y="19597"/>
                </a:lnTo>
                <a:lnTo>
                  <a:pt x="109823" y="47244"/>
                </a:lnTo>
                <a:lnTo>
                  <a:pt x="108942" y="58117"/>
                </a:lnTo>
                <a:lnTo>
                  <a:pt x="86891" y="89916"/>
                </a:lnTo>
                <a:lnTo>
                  <a:pt x="54959" y="97631"/>
                </a:lnTo>
                <a:close/>
              </a:path>
              <a:path w="109854" h="454659">
                <a:moveTo>
                  <a:pt x="102203" y="454533"/>
                </a:moveTo>
                <a:lnTo>
                  <a:pt x="7620" y="454533"/>
                </a:lnTo>
                <a:lnTo>
                  <a:pt x="7620" y="146399"/>
                </a:lnTo>
                <a:lnTo>
                  <a:pt x="102203" y="146399"/>
                </a:lnTo>
                <a:lnTo>
                  <a:pt x="102203" y="45453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968335" y="709326"/>
            <a:ext cx="320675" cy="464184"/>
          </a:xfrm>
          <a:custGeom>
            <a:avLst/>
            <a:gdLst/>
            <a:ahLst/>
            <a:cxnLst/>
            <a:rect l="l" t="t" r="r" b="b"/>
            <a:pathLst>
              <a:path w="320675" h="464184">
                <a:moveTo>
                  <a:pt x="320325" y="183070"/>
                </a:moveTo>
                <a:lnTo>
                  <a:pt x="225742" y="183070"/>
                </a:lnTo>
                <a:lnTo>
                  <a:pt x="225742" y="0"/>
                </a:lnTo>
                <a:lnTo>
                  <a:pt x="320325" y="0"/>
                </a:lnTo>
                <a:lnTo>
                  <a:pt x="320325" y="183070"/>
                </a:lnTo>
                <a:close/>
              </a:path>
              <a:path w="320675" h="464184">
                <a:moveTo>
                  <a:pt x="128111" y="463677"/>
                </a:moveTo>
                <a:lnTo>
                  <a:pt x="76485" y="453390"/>
                </a:lnTo>
                <a:lnTo>
                  <a:pt x="35147" y="422529"/>
                </a:lnTo>
                <a:lnTo>
                  <a:pt x="9001" y="373332"/>
                </a:lnTo>
                <a:lnTo>
                  <a:pt x="0" y="308133"/>
                </a:lnTo>
                <a:lnTo>
                  <a:pt x="2562" y="272098"/>
                </a:lnTo>
                <a:lnTo>
                  <a:pt x="22583" y="210956"/>
                </a:lnTo>
                <a:lnTo>
                  <a:pt x="60602" y="166060"/>
                </a:lnTo>
                <a:lnTo>
                  <a:pt x="111513" y="143162"/>
                </a:lnTo>
                <a:lnTo>
                  <a:pt x="141827" y="140303"/>
                </a:lnTo>
                <a:lnTo>
                  <a:pt x="169314" y="142900"/>
                </a:lnTo>
                <a:lnTo>
                  <a:pt x="192202" y="150792"/>
                </a:lnTo>
                <a:lnTo>
                  <a:pt x="210501" y="164132"/>
                </a:lnTo>
                <a:lnTo>
                  <a:pt x="224218" y="183070"/>
                </a:lnTo>
                <a:lnTo>
                  <a:pt x="320325" y="183070"/>
                </a:lnTo>
                <a:lnTo>
                  <a:pt x="320325" y="213550"/>
                </a:lnTo>
                <a:lnTo>
                  <a:pt x="164782" y="213550"/>
                </a:lnTo>
                <a:lnTo>
                  <a:pt x="149582" y="215003"/>
                </a:lnTo>
                <a:lnTo>
                  <a:pt x="114395" y="237934"/>
                </a:lnTo>
                <a:lnTo>
                  <a:pt x="98750" y="286020"/>
                </a:lnTo>
                <a:lnTo>
                  <a:pt x="97631" y="306609"/>
                </a:lnTo>
                <a:lnTo>
                  <a:pt x="98750" y="325159"/>
                </a:lnTo>
                <a:lnTo>
                  <a:pt x="114395" y="369093"/>
                </a:lnTo>
                <a:lnTo>
                  <a:pt x="147653" y="389118"/>
                </a:lnTo>
                <a:lnTo>
                  <a:pt x="161734" y="390525"/>
                </a:lnTo>
                <a:lnTo>
                  <a:pt x="320325" y="390525"/>
                </a:lnTo>
                <a:lnTo>
                  <a:pt x="320325" y="413385"/>
                </a:lnTo>
                <a:lnTo>
                  <a:pt x="224218" y="413385"/>
                </a:lnTo>
                <a:lnTo>
                  <a:pt x="206214" y="435387"/>
                </a:lnTo>
                <a:lnTo>
                  <a:pt x="184201" y="451104"/>
                </a:lnTo>
                <a:lnTo>
                  <a:pt x="158170" y="460533"/>
                </a:lnTo>
                <a:lnTo>
                  <a:pt x="128111" y="463677"/>
                </a:lnTo>
                <a:close/>
              </a:path>
              <a:path w="320675" h="464184">
                <a:moveTo>
                  <a:pt x="320325" y="390525"/>
                </a:moveTo>
                <a:lnTo>
                  <a:pt x="161734" y="390525"/>
                </a:lnTo>
                <a:lnTo>
                  <a:pt x="175760" y="389094"/>
                </a:lnTo>
                <a:lnTo>
                  <a:pt x="188214" y="384798"/>
                </a:lnTo>
                <a:lnTo>
                  <a:pt x="216979" y="355044"/>
                </a:lnTo>
                <a:lnTo>
                  <a:pt x="227167" y="308133"/>
                </a:lnTo>
                <a:lnTo>
                  <a:pt x="227266" y="282225"/>
                </a:lnTo>
                <a:lnTo>
                  <a:pt x="226147" y="267907"/>
                </a:lnTo>
                <a:lnTo>
                  <a:pt x="200787" y="224480"/>
                </a:lnTo>
                <a:lnTo>
                  <a:pt x="164782" y="213550"/>
                </a:lnTo>
                <a:lnTo>
                  <a:pt x="320325" y="213550"/>
                </a:lnTo>
                <a:lnTo>
                  <a:pt x="320325" y="390525"/>
                </a:lnTo>
                <a:close/>
              </a:path>
              <a:path w="320675" h="464184">
                <a:moveTo>
                  <a:pt x="320325" y="456057"/>
                </a:moveTo>
                <a:lnTo>
                  <a:pt x="225742" y="456057"/>
                </a:lnTo>
                <a:lnTo>
                  <a:pt x="225742" y="413385"/>
                </a:lnTo>
                <a:lnTo>
                  <a:pt x="320325" y="413385"/>
                </a:lnTo>
                <a:lnTo>
                  <a:pt x="320325" y="45605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351145" y="849630"/>
            <a:ext cx="294640" cy="323850"/>
          </a:xfrm>
          <a:custGeom>
            <a:avLst/>
            <a:gdLst/>
            <a:ahLst/>
            <a:cxnLst/>
            <a:rect l="l" t="t" r="r" b="b"/>
            <a:pathLst>
              <a:path w="294639" h="323850">
                <a:moveTo>
                  <a:pt x="157067" y="323373"/>
                </a:moveTo>
                <a:lnTo>
                  <a:pt x="90570" y="313086"/>
                </a:lnTo>
                <a:lnTo>
                  <a:pt x="41148" y="282225"/>
                </a:lnTo>
                <a:lnTo>
                  <a:pt x="10287" y="232267"/>
                </a:lnTo>
                <a:lnTo>
                  <a:pt x="0" y="166306"/>
                </a:lnTo>
                <a:lnTo>
                  <a:pt x="2619" y="129627"/>
                </a:lnTo>
                <a:lnTo>
                  <a:pt x="24431" y="68914"/>
                </a:lnTo>
                <a:lnTo>
                  <a:pt x="67396" y="25114"/>
                </a:lnTo>
                <a:lnTo>
                  <a:pt x="122299" y="2835"/>
                </a:lnTo>
                <a:lnTo>
                  <a:pt x="154019" y="0"/>
                </a:lnTo>
                <a:lnTo>
                  <a:pt x="185483" y="2335"/>
                </a:lnTo>
                <a:lnTo>
                  <a:pt x="237480" y="21900"/>
                </a:lnTo>
                <a:lnTo>
                  <a:pt x="273748" y="61771"/>
                </a:lnTo>
                <a:lnTo>
                  <a:pt x="274806" y="64103"/>
                </a:lnTo>
                <a:lnTo>
                  <a:pt x="152495" y="64103"/>
                </a:lnTo>
                <a:lnTo>
                  <a:pt x="141589" y="65246"/>
                </a:lnTo>
                <a:lnTo>
                  <a:pt x="105703" y="92987"/>
                </a:lnTo>
                <a:lnTo>
                  <a:pt x="93059" y="129635"/>
                </a:lnTo>
                <a:lnTo>
                  <a:pt x="293025" y="129635"/>
                </a:lnTo>
                <a:lnTo>
                  <a:pt x="294322" y="148018"/>
                </a:lnTo>
                <a:lnTo>
                  <a:pt x="294322" y="189166"/>
                </a:lnTo>
                <a:lnTo>
                  <a:pt x="93059" y="189166"/>
                </a:lnTo>
                <a:lnTo>
                  <a:pt x="100822" y="218304"/>
                </a:lnTo>
                <a:lnTo>
                  <a:pt x="117443" y="239315"/>
                </a:lnTo>
                <a:lnTo>
                  <a:pt x="143208" y="252040"/>
                </a:lnTo>
                <a:lnTo>
                  <a:pt x="178403" y="256317"/>
                </a:lnTo>
                <a:lnTo>
                  <a:pt x="268414" y="256317"/>
                </a:lnTo>
                <a:lnTo>
                  <a:pt x="268414" y="300513"/>
                </a:lnTo>
                <a:lnTo>
                  <a:pt x="245243" y="310515"/>
                </a:lnTo>
                <a:lnTo>
                  <a:pt x="219063" y="317658"/>
                </a:lnTo>
                <a:lnTo>
                  <a:pt x="189721" y="321945"/>
                </a:lnTo>
                <a:lnTo>
                  <a:pt x="157067" y="323373"/>
                </a:lnTo>
                <a:close/>
              </a:path>
              <a:path w="294639" h="323850">
                <a:moveTo>
                  <a:pt x="293025" y="129635"/>
                </a:moveTo>
                <a:lnTo>
                  <a:pt x="207453" y="129627"/>
                </a:lnTo>
                <a:lnTo>
                  <a:pt x="204024" y="100750"/>
                </a:lnTo>
                <a:lnTo>
                  <a:pt x="193726" y="80295"/>
                </a:lnTo>
                <a:lnTo>
                  <a:pt x="176553" y="68127"/>
                </a:lnTo>
                <a:lnTo>
                  <a:pt x="152495" y="64103"/>
                </a:lnTo>
                <a:lnTo>
                  <a:pt x="274806" y="64103"/>
                </a:lnTo>
                <a:lnTo>
                  <a:pt x="285178" y="86975"/>
                </a:lnTo>
                <a:lnTo>
                  <a:pt x="292036" y="115626"/>
                </a:lnTo>
                <a:lnTo>
                  <a:pt x="293025" y="129635"/>
                </a:lnTo>
                <a:close/>
              </a:path>
              <a:path w="294639" h="323850">
                <a:moveTo>
                  <a:pt x="268414" y="256317"/>
                </a:moveTo>
                <a:lnTo>
                  <a:pt x="178403" y="256317"/>
                </a:lnTo>
                <a:lnTo>
                  <a:pt x="203009" y="254649"/>
                </a:lnTo>
                <a:lnTo>
                  <a:pt x="226302" y="249828"/>
                </a:lnTo>
                <a:lnTo>
                  <a:pt x="248148" y="242132"/>
                </a:lnTo>
                <a:lnTo>
                  <a:pt x="268414" y="231838"/>
                </a:lnTo>
                <a:lnTo>
                  <a:pt x="268414" y="25631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34634" y="734313"/>
            <a:ext cx="960755" cy="438784"/>
          </a:xfrm>
          <a:custGeom>
            <a:avLst/>
            <a:gdLst/>
            <a:ahLst/>
            <a:cxnLst/>
            <a:rect l="l" t="t" r="r" b="b"/>
            <a:pathLst>
              <a:path w="960754" h="438784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44" y="430530"/>
                </a:lnTo>
                <a:lnTo>
                  <a:pt x="219544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  <a:path w="960754" h="438784">
                <a:moveTo>
                  <a:pt x="669417" y="263334"/>
                </a:moveTo>
                <a:lnTo>
                  <a:pt x="668108" y="244957"/>
                </a:lnTo>
                <a:lnTo>
                  <a:pt x="468147" y="244957"/>
                </a:lnTo>
                <a:lnTo>
                  <a:pt x="471030" y="231787"/>
                </a:lnTo>
                <a:lnTo>
                  <a:pt x="497154" y="189712"/>
                </a:lnTo>
                <a:lnTo>
                  <a:pt x="527583" y="179425"/>
                </a:lnTo>
                <a:lnTo>
                  <a:pt x="551345" y="183451"/>
                </a:lnTo>
                <a:lnTo>
                  <a:pt x="567969" y="195618"/>
                </a:lnTo>
                <a:lnTo>
                  <a:pt x="577735" y="216077"/>
                </a:lnTo>
                <a:lnTo>
                  <a:pt x="580923" y="244944"/>
                </a:lnTo>
                <a:lnTo>
                  <a:pt x="668108" y="244957"/>
                </a:lnTo>
                <a:lnTo>
                  <a:pt x="660260" y="202298"/>
                </a:lnTo>
                <a:lnTo>
                  <a:pt x="632828" y="155041"/>
                </a:lnTo>
                <a:lnTo>
                  <a:pt x="588403" y="124853"/>
                </a:lnTo>
                <a:lnTo>
                  <a:pt x="529107" y="115316"/>
                </a:lnTo>
                <a:lnTo>
                  <a:pt x="497370" y="118160"/>
                </a:lnTo>
                <a:lnTo>
                  <a:pt x="442442" y="140436"/>
                </a:lnTo>
                <a:lnTo>
                  <a:pt x="399516" y="184238"/>
                </a:lnTo>
                <a:lnTo>
                  <a:pt x="377710" y="244944"/>
                </a:lnTo>
                <a:lnTo>
                  <a:pt x="375081" y="281622"/>
                </a:lnTo>
                <a:lnTo>
                  <a:pt x="377659" y="316458"/>
                </a:lnTo>
                <a:lnTo>
                  <a:pt x="398233" y="374726"/>
                </a:lnTo>
                <a:lnTo>
                  <a:pt x="438848" y="415556"/>
                </a:lnTo>
                <a:lnTo>
                  <a:pt x="496684" y="436130"/>
                </a:lnTo>
                <a:lnTo>
                  <a:pt x="532155" y="438696"/>
                </a:lnTo>
                <a:lnTo>
                  <a:pt x="564743" y="437273"/>
                </a:lnTo>
                <a:lnTo>
                  <a:pt x="593928" y="432981"/>
                </a:lnTo>
                <a:lnTo>
                  <a:pt x="619671" y="425843"/>
                </a:lnTo>
                <a:lnTo>
                  <a:pt x="641972" y="415836"/>
                </a:lnTo>
                <a:lnTo>
                  <a:pt x="641972" y="371640"/>
                </a:lnTo>
                <a:lnTo>
                  <a:pt x="641972" y="347167"/>
                </a:lnTo>
                <a:lnTo>
                  <a:pt x="622579" y="357454"/>
                </a:lnTo>
                <a:lnTo>
                  <a:pt x="601167" y="365150"/>
                </a:lnTo>
                <a:lnTo>
                  <a:pt x="578027" y="369976"/>
                </a:lnTo>
                <a:lnTo>
                  <a:pt x="553491" y="371640"/>
                </a:lnTo>
                <a:lnTo>
                  <a:pt x="518083" y="367360"/>
                </a:lnTo>
                <a:lnTo>
                  <a:pt x="491959" y="354634"/>
                </a:lnTo>
                <a:lnTo>
                  <a:pt x="475272" y="333629"/>
                </a:lnTo>
                <a:lnTo>
                  <a:pt x="468147" y="304482"/>
                </a:lnTo>
                <a:lnTo>
                  <a:pt x="669417" y="304482"/>
                </a:lnTo>
                <a:lnTo>
                  <a:pt x="669417" y="263334"/>
                </a:lnTo>
                <a:close/>
              </a:path>
              <a:path w="960754" h="438784">
                <a:moveTo>
                  <a:pt x="960678" y="129032"/>
                </a:moveTo>
                <a:lnTo>
                  <a:pt x="946378" y="123037"/>
                </a:lnTo>
                <a:lnTo>
                  <a:pt x="928484" y="118745"/>
                </a:lnTo>
                <a:lnTo>
                  <a:pt x="906894" y="116179"/>
                </a:lnTo>
                <a:lnTo>
                  <a:pt x="881430" y="115316"/>
                </a:lnTo>
                <a:lnTo>
                  <a:pt x="843661" y="118160"/>
                </a:lnTo>
                <a:lnTo>
                  <a:pt x="780630" y="140436"/>
                </a:lnTo>
                <a:lnTo>
                  <a:pt x="734606" y="184492"/>
                </a:lnTo>
                <a:lnTo>
                  <a:pt x="710704" y="246875"/>
                </a:lnTo>
                <a:lnTo>
                  <a:pt x="707605" y="284670"/>
                </a:lnTo>
                <a:lnTo>
                  <a:pt x="710438" y="317296"/>
                </a:lnTo>
                <a:lnTo>
                  <a:pt x="732675" y="372833"/>
                </a:lnTo>
                <a:lnTo>
                  <a:pt x="775474" y="414261"/>
                </a:lnTo>
                <a:lnTo>
                  <a:pt x="833704" y="435889"/>
                </a:lnTo>
                <a:lnTo>
                  <a:pt x="867714" y="438696"/>
                </a:lnTo>
                <a:lnTo>
                  <a:pt x="895959" y="437553"/>
                </a:lnTo>
                <a:lnTo>
                  <a:pt x="921054" y="434124"/>
                </a:lnTo>
                <a:lnTo>
                  <a:pt x="942733" y="428409"/>
                </a:lnTo>
                <a:lnTo>
                  <a:pt x="960678" y="420408"/>
                </a:lnTo>
                <a:lnTo>
                  <a:pt x="960678" y="342582"/>
                </a:lnTo>
                <a:lnTo>
                  <a:pt x="943305" y="352640"/>
                </a:lnTo>
                <a:lnTo>
                  <a:pt x="925626" y="359816"/>
                </a:lnTo>
                <a:lnTo>
                  <a:pt x="907961" y="364109"/>
                </a:lnTo>
                <a:lnTo>
                  <a:pt x="890574" y="365544"/>
                </a:lnTo>
                <a:lnTo>
                  <a:pt x="871385" y="364109"/>
                </a:lnTo>
                <a:lnTo>
                  <a:pt x="828090" y="342582"/>
                </a:lnTo>
                <a:lnTo>
                  <a:pt x="806577" y="297154"/>
                </a:lnTo>
                <a:lnTo>
                  <a:pt x="805141" y="278574"/>
                </a:lnTo>
                <a:lnTo>
                  <a:pt x="806577" y="258191"/>
                </a:lnTo>
                <a:lnTo>
                  <a:pt x="828090" y="211429"/>
                </a:lnTo>
                <a:lnTo>
                  <a:pt x="874179" y="189992"/>
                </a:lnTo>
                <a:lnTo>
                  <a:pt x="893622" y="188569"/>
                </a:lnTo>
                <a:lnTo>
                  <a:pt x="911606" y="189763"/>
                </a:lnTo>
                <a:lnTo>
                  <a:pt x="928865" y="193522"/>
                </a:lnTo>
                <a:lnTo>
                  <a:pt x="945273" y="200139"/>
                </a:lnTo>
                <a:lnTo>
                  <a:pt x="960678" y="209905"/>
                </a:lnTo>
                <a:lnTo>
                  <a:pt x="960678" y="12903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856380" y="709326"/>
            <a:ext cx="297815" cy="456565"/>
          </a:xfrm>
          <a:custGeom>
            <a:avLst/>
            <a:gdLst/>
            <a:ahLst/>
            <a:cxnLst/>
            <a:rect l="l" t="t" r="r" b="b"/>
            <a:pathLst>
              <a:path w="297815" h="456565">
                <a:moveTo>
                  <a:pt x="297370" y="456057"/>
                </a:moveTo>
                <a:lnTo>
                  <a:pt x="201263" y="456057"/>
                </a:lnTo>
                <a:lnTo>
                  <a:pt x="201263" y="280701"/>
                </a:lnTo>
                <a:lnTo>
                  <a:pt x="198358" y="250881"/>
                </a:lnTo>
                <a:lnTo>
                  <a:pt x="189452" y="229945"/>
                </a:lnTo>
                <a:lnTo>
                  <a:pt x="174259" y="217600"/>
                </a:lnTo>
                <a:lnTo>
                  <a:pt x="152495" y="213550"/>
                </a:lnTo>
                <a:lnTo>
                  <a:pt x="140493" y="214693"/>
                </a:lnTo>
                <a:lnTo>
                  <a:pt x="104465" y="241817"/>
                </a:lnTo>
                <a:lnTo>
                  <a:pt x="96107" y="280701"/>
                </a:lnTo>
                <a:lnTo>
                  <a:pt x="96107" y="456057"/>
                </a:lnTo>
                <a:lnTo>
                  <a:pt x="0" y="456057"/>
                </a:lnTo>
                <a:lnTo>
                  <a:pt x="0" y="0"/>
                </a:lnTo>
                <a:lnTo>
                  <a:pt x="96107" y="0"/>
                </a:lnTo>
                <a:lnTo>
                  <a:pt x="96107" y="193738"/>
                </a:lnTo>
                <a:lnTo>
                  <a:pt x="97631" y="193738"/>
                </a:lnTo>
                <a:lnTo>
                  <a:pt x="116466" y="169918"/>
                </a:lnTo>
                <a:lnTo>
                  <a:pt x="138588" y="153269"/>
                </a:lnTo>
                <a:lnTo>
                  <a:pt x="163853" y="143495"/>
                </a:lnTo>
                <a:lnTo>
                  <a:pt x="192119" y="140303"/>
                </a:lnTo>
                <a:lnTo>
                  <a:pt x="238180" y="148081"/>
                </a:lnTo>
                <a:lnTo>
                  <a:pt x="271069" y="171592"/>
                </a:lnTo>
                <a:lnTo>
                  <a:pt x="290796" y="211106"/>
                </a:lnTo>
                <a:lnTo>
                  <a:pt x="297370" y="266890"/>
                </a:lnTo>
                <a:lnTo>
                  <a:pt x="297370" y="45605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28522" y="849630"/>
            <a:ext cx="297815" cy="316230"/>
          </a:xfrm>
          <a:custGeom>
            <a:avLst/>
            <a:gdLst/>
            <a:ahLst/>
            <a:cxnLst/>
            <a:rect l="l" t="t" r="r" b="b"/>
            <a:pathLst>
              <a:path w="297815" h="316230">
                <a:moveTo>
                  <a:pt x="297370" y="315753"/>
                </a:moveTo>
                <a:lnTo>
                  <a:pt x="202787" y="315753"/>
                </a:lnTo>
                <a:lnTo>
                  <a:pt x="202787" y="144970"/>
                </a:lnTo>
                <a:lnTo>
                  <a:pt x="199620" y="113149"/>
                </a:lnTo>
                <a:lnTo>
                  <a:pt x="190023" y="90785"/>
                </a:lnTo>
                <a:lnTo>
                  <a:pt x="173855" y="77582"/>
                </a:lnTo>
                <a:lnTo>
                  <a:pt x="150971" y="73247"/>
                </a:lnTo>
                <a:lnTo>
                  <a:pt x="139835" y="74390"/>
                </a:lnTo>
                <a:lnTo>
                  <a:pt x="104132" y="101514"/>
                </a:lnTo>
                <a:lnTo>
                  <a:pt x="94487" y="140398"/>
                </a:lnTo>
                <a:lnTo>
                  <a:pt x="94487" y="315753"/>
                </a:lnTo>
                <a:lnTo>
                  <a:pt x="0" y="315753"/>
                </a:lnTo>
                <a:lnTo>
                  <a:pt x="0" y="7620"/>
                </a:lnTo>
                <a:lnTo>
                  <a:pt x="94487" y="7620"/>
                </a:lnTo>
                <a:lnTo>
                  <a:pt x="94487" y="56483"/>
                </a:lnTo>
                <a:lnTo>
                  <a:pt x="96011" y="56483"/>
                </a:lnTo>
                <a:lnTo>
                  <a:pt x="115148" y="31544"/>
                </a:lnTo>
                <a:lnTo>
                  <a:pt x="138160" y="13918"/>
                </a:lnTo>
                <a:lnTo>
                  <a:pt x="164886" y="3454"/>
                </a:lnTo>
                <a:lnTo>
                  <a:pt x="195167" y="0"/>
                </a:lnTo>
                <a:lnTo>
                  <a:pt x="240068" y="7992"/>
                </a:lnTo>
                <a:lnTo>
                  <a:pt x="271986" y="31861"/>
                </a:lnTo>
                <a:lnTo>
                  <a:pt x="291045" y="71446"/>
                </a:lnTo>
                <a:lnTo>
                  <a:pt x="297370" y="126587"/>
                </a:lnTo>
                <a:lnTo>
                  <a:pt x="297370" y="31575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582281" y="849630"/>
            <a:ext cx="334010" cy="323850"/>
          </a:xfrm>
          <a:custGeom>
            <a:avLst/>
            <a:gdLst/>
            <a:ahLst/>
            <a:cxnLst/>
            <a:rect l="l" t="t" r="r" b="b"/>
            <a:pathLst>
              <a:path w="334009" h="323850">
                <a:moveTo>
                  <a:pt x="166211" y="323373"/>
                </a:moveTo>
                <a:lnTo>
                  <a:pt x="97238" y="312134"/>
                </a:lnTo>
                <a:lnTo>
                  <a:pt x="44196" y="279177"/>
                </a:lnTo>
                <a:lnTo>
                  <a:pt x="11239" y="229219"/>
                </a:lnTo>
                <a:lnTo>
                  <a:pt x="0" y="163258"/>
                </a:lnTo>
                <a:lnTo>
                  <a:pt x="2857" y="126603"/>
                </a:lnTo>
                <a:lnTo>
                  <a:pt x="25717" y="66509"/>
                </a:lnTo>
                <a:lnTo>
                  <a:pt x="70659" y="23828"/>
                </a:lnTo>
                <a:lnTo>
                  <a:pt x="133038" y="2597"/>
                </a:lnTo>
                <a:lnTo>
                  <a:pt x="170783" y="0"/>
                </a:lnTo>
                <a:lnTo>
                  <a:pt x="206580" y="2597"/>
                </a:lnTo>
                <a:lnTo>
                  <a:pt x="266674" y="23828"/>
                </a:lnTo>
                <a:lnTo>
                  <a:pt x="310157" y="66200"/>
                </a:lnTo>
                <a:lnTo>
                  <a:pt x="313648" y="73247"/>
                </a:lnTo>
                <a:lnTo>
                  <a:pt x="167735" y="73247"/>
                </a:lnTo>
                <a:lnTo>
                  <a:pt x="152352" y="74676"/>
                </a:lnTo>
                <a:lnTo>
                  <a:pt x="115919" y="96107"/>
                </a:lnTo>
                <a:lnTo>
                  <a:pt x="98774" y="141367"/>
                </a:lnTo>
                <a:lnTo>
                  <a:pt x="97631" y="161734"/>
                </a:lnTo>
                <a:lnTo>
                  <a:pt x="101965" y="200635"/>
                </a:lnTo>
                <a:lnTo>
                  <a:pt x="115157" y="228266"/>
                </a:lnTo>
                <a:lnTo>
                  <a:pt x="137493" y="244753"/>
                </a:lnTo>
                <a:lnTo>
                  <a:pt x="169259" y="250221"/>
                </a:lnTo>
                <a:lnTo>
                  <a:pt x="310978" y="250221"/>
                </a:lnTo>
                <a:lnTo>
                  <a:pt x="308871" y="254540"/>
                </a:lnTo>
                <a:lnTo>
                  <a:pt x="289750" y="279177"/>
                </a:lnTo>
                <a:lnTo>
                  <a:pt x="264888" y="298299"/>
                </a:lnTo>
                <a:lnTo>
                  <a:pt x="236017" y="312134"/>
                </a:lnTo>
                <a:lnTo>
                  <a:pt x="203128" y="320540"/>
                </a:lnTo>
                <a:lnTo>
                  <a:pt x="166211" y="323373"/>
                </a:lnTo>
                <a:close/>
              </a:path>
              <a:path w="334009" h="323850">
                <a:moveTo>
                  <a:pt x="310978" y="250221"/>
                </a:moveTo>
                <a:lnTo>
                  <a:pt x="169259" y="250221"/>
                </a:lnTo>
                <a:lnTo>
                  <a:pt x="199318" y="244491"/>
                </a:lnTo>
                <a:lnTo>
                  <a:pt x="220777" y="227314"/>
                </a:lnTo>
                <a:lnTo>
                  <a:pt x="233646" y="198706"/>
                </a:lnTo>
                <a:lnTo>
                  <a:pt x="237934" y="158686"/>
                </a:lnTo>
                <a:lnTo>
                  <a:pt x="233622" y="121507"/>
                </a:lnTo>
                <a:lnTo>
                  <a:pt x="220587" y="94785"/>
                </a:lnTo>
                <a:lnTo>
                  <a:pt x="198675" y="78654"/>
                </a:lnTo>
                <a:lnTo>
                  <a:pt x="167735" y="73247"/>
                </a:lnTo>
                <a:lnTo>
                  <a:pt x="313648" y="73247"/>
                </a:lnTo>
                <a:lnTo>
                  <a:pt x="323469" y="93071"/>
                </a:lnTo>
                <a:lnTo>
                  <a:pt x="331350" y="123388"/>
                </a:lnTo>
                <a:lnTo>
                  <a:pt x="333946" y="157162"/>
                </a:lnTo>
                <a:lnTo>
                  <a:pt x="331112" y="193801"/>
                </a:lnTo>
                <a:lnTo>
                  <a:pt x="322707" y="226171"/>
                </a:lnTo>
                <a:lnTo>
                  <a:pt x="310978" y="25022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976616" y="707136"/>
            <a:ext cx="97790" cy="459105"/>
          </a:xfrm>
          <a:custGeom>
            <a:avLst/>
            <a:gdLst/>
            <a:ahLst/>
            <a:cxnLst/>
            <a:rect l="l" t="t" r="r" b="b"/>
            <a:pathLst>
              <a:path w="97790" h="459105">
                <a:moveTo>
                  <a:pt x="97535" y="458724"/>
                </a:moveTo>
                <a:lnTo>
                  <a:pt x="0" y="458724"/>
                </a:lnTo>
                <a:lnTo>
                  <a:pt x="0" y="0"/>
                </a:lnTo>
                <a:lnTo>
                  <a:pt x="97535" y="0"/>
                </a:lnTo>
                <a:lnTo>
                  <a:pt x="97535" y="45872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134337" y="849629"/>
            <a:ext cx="698500" cy="461009"/>
          </a:xfrm>
          <a:custGeom>
            <a:avLst/>
            <a:gdLst/>
            <a:ahLst/>
            <a:cxnLst/>
            <a:rect l="l" t="t" r="r" b="b"/>
            <a:pathLst>
              <a:path w="698500" h="461009">
                <a:moveTo>
                  <a:pt x="333959" y="157162"/>
                </a:moveTo>
                <a:lnTo>
                  <a:pt x="331355" y="123393"/>
                </a:lnTo>
                <a:lnTo>
                  <a:pt x="323481" y="93078"/>
                </a:lnTo>
                <a:lnTo>
                  <a:pt x="313651" y="73253"/>
                </a:lnTo>
                <a:lnTo>
                  <a:pt x="310159" y="66205"/>
                </a:lnTo>
                <a:lnTo>
                  <a:pt x="291287" y="42773"/>
                </a:lnTo>
                <a:lnTo>
                  <a:pt x="266687" y="23837"/>
                </a:lnTo>
                <a:lnTo>
                  <a:pt x="238506" y="10490"/>
                </a:lnTo>
                <a:lnTo>
                  <a:pt x="237947" y="10363"/>
                </a:lnTo>
                <a:lnTo>
                  <a:pt x="237947" y="158686"/>
                </a:lnTo>
                <a:lnTo>
                  <a:pt x="233654" y="198716"/>
                </a:lnTo>
                <a:lnTo>
                  <a:pt x="220789" y="227317"/>
                </a:lnTo>
                <a:lnTo>
                  <a:pt x="199326" y="244500"/>
                </a:lnTo>
                <a:lnTo>
                  <a:pt x="169265" y="250228"/>
                </a:lnTo>
                <a:lnTo>
                  <a:pt x="137502" y="244754"/>
                </a:lnTo>
                <a:lnTo>
                  <a:pt x="115163" y="228269"/>
                </a:lnTo>
                <a:lnTo>
                  <a:pt x="101968" y="200647"/>
                </a:lnTo>
                <a:lnTo>
                  <a:pt x="97637" y="161734"/>
                </a:lnTo>
                <a:lnTo>
                  <a:pt x="98780" y="141376"/>
                </a:lnTo>
                <a:lnTo>
                  <a:pt x="115925" y="96113"/>
                </a:lnTo>
                <a:lnTo>
                  <a:pt x="152361" y="74676"/>
                </a:lnTo>
                <a:lnTo>
                  <a:pt x="167741" y="73253"/>
                </a:lnTo>
                <a:lnTo>
                  <a:pt x="198678" y="78663"/>
                </a:lnTo>
                <a:lnTo>
                  <a:pt x="220599" y="94792"/>
                </a:lnTo>
                <a:lnTo>
                  <a:pt x="233629" y="121513"/>
                </a:lnTo>
                <a:lnTo>
                  <a:pt x="237947" y="158686"/>
                </a:lnTo>
                <a:lnTo>
                  <a:pt x="237947" y="10363"/>
                </a:lnTo>
                <a:lnTo>
                  <a:pt x="206590" y="2603"/>
                </a:lnTo>
                <a:lnTo>
                  <a:pt x="170789" y="0"/>
                </a:lnTo>
                <a:lnTo>
                  <a:pt x="133045" y="2603"/>
                </a:lnTo>
                <a:lnTo>
                  <a:pt x="70662" y="23837"/>
                </a:lnTo>
                <a:lnTo>
                  <a:pt x="25717" y="66509"/>
                </a:lnTo>
                <a:lnTo>
                  <a:pt x="2857" y="126606"/>
                </a:lnTo>
                <a:lnTo>
                  <a:pt x="0" y="163258"/>
                </a:lnTo>
                <a:lnTo>
                  <a:pt x="2844" y="198094"/>
                </a:lnTo>
                <a:lnTo>
                  <a:pt x="25082" y="256362"/>
                </a:lnTo>
                <a:lnTo>
                  <a:pt x="68884" y="298310"/>
                </a:lnTo>
                <a:lnTo>
                  <a:pt x="129590" y="320548"/>
                </a:lnTo>
                <a:lnTo>
                  <a:pt x="166217" y="323380"/>
                </a:lnTo>
                <a:lnTo>
                  <a:pt x="203136" y="320548"/>
                </a:lnTo>
                <a:lnTo>
                  <a:pt x="264896" y="298310"/>
                </a:lnTo>
                <a:lnTo>
                  <a:pt x="308876" y="254546"/>
                </a:lnTo>
                <a:lnTo>
                  <a:pt x="331114" y="193802"/>
                </a:lnTo>
                <a:lnTo>
                  <a:pt x="333959" y="157162"/>
                </a:lnTo>
                <a:close/>
              </a:path>
              <a:path w="698500" h="461009">
                <a:moveTo>
                  <a:pt x="698474" y="7620"/>
                </a:moveTo>
                <a:lnTo>
                  <a:pt x="603885" y="7620"/>
                </a:lnTo>
                <a:lnTo>
                  <a:pt x="603885" y="143446"/>
                </a:lnTo>
                <a:lnTo>
                  <a:pt x="603885" y="167830"/>
                </a:lnTo>
                <a:lnTo>
                  <a:pt x="593610" y="214960"/>
                </a:lnTo>
                <a:lnTo>
                  <a:pt x="564832" y="244500"/>
                </a:lnTo>
                <a:lnTo>
                  <a:pt x="538353" y="250228"/>
                </a:lnTo>
                <a:lnTo>
                  <a:pt x="524332" y="248793"/>
                </a:lnTo>
                <a:lnTo>
                  <a:pt x="491109" y="227266"/>
                </a:lnTo>
                <a:lnTo>
                  <a:pt x="475373" y="184619"/>
                </a:lnTo>
                <a:lnTo>
                  <a:pt x="474256" y="166306"/>
                </a:lnTo>
                <a:lnTo>
                  <a:pt x="475399" y="145719"/>
                </a:lnTo>
                <a:lnTo>
                  <a:pt x="492633" y="97637"/>
                </a:lnTo>
                <a:lnTo>
                  <a:pt x="526503" y="74701"/>
                </a:lnTo>
                <a:lnTo>
                  <a:pt x="541401" y="73253"/>
                </a:lnTo>
                <a:lnTo>
                  <a:pt x="554545" y="74422"/>
                </a:lnTo>
                <a:lnTo>
                  <a:pt x="594245" y="103924"/>
                </a:lnTo>
                <a:lnTo>
                  <a:pt x="603885" y="143446"/>
                </a:lnTo>
                <a:lnTo>
                  <a:pt x="603885" y="7620"/>
                </a:lnTo>
                <a:lnTo>
                  <a:pt x="602361" y="7620"/>
                </a:lnTo>
                <a:lnTo>
                  <a:pt x="602361" y="42773"/>
                </a:lnTo>
                <a:lnTo>
                  <a:pt x="586028" y="23837"/>
                </a:lnTo>
                <a:lnTo>
                  <a:pt x="566547" y="10490"/>
                </a:lnTo>
                <a:lnTo>
                  <a:pt x="543648" y="2603"/>
                </a:lnTo>
                <a:lnTo>
                  <a:pt x="517017" y="0"/>
                </a:lnTo>
                <a:lnTo>
                  <a:pt x="487324" y="2870"/>
                </a:lnTo>
                <a:lnTo>
                  <a:pt x="436562" y="25768"/>
                </a:lnTo>
                <a:lnTo>
                  <a:pt x="399224" y="70700"/>
                </a:lnTo>
                <a:lnTo>
                  <a:pt x="379272" y="133083"/>
                </a:lnTo>
                <a:lnTo>
                  <a:pt x="376720" y="170878"/>
                </a:lnTo>
                <a:lnTo>
                  <a:pt x="378980" y="203504"/>
                </a:lnTo>
                <a:lnTo>
                  <a:pt x="396646" y="259041"/>
                </a:lnTo>
                <a:lnTo>
                  <a:pt x="430606" y="300240"/>
                </a:lnTo>
                <a:lnTo>
                  <a:pt x="478040" y="320814"/>
                </a:lnTo>
                <a:lnTo>
                  <a:pt x="506349" y="323380"/>
                </a:lnTo>
                <a:lnTo>
                  <a:pt x="535495" y="320001"/>
                </a:lnTo>
                <a:lnTo>
                  <a:pt x="561213" y="310045"/>
                </a:lnTo>
                <a:lnTo>
                  <a:pt x="583501" y="293801"/>
                </a:lnTo>
                <a:lnTo>
                  <a:pt x="602361" y="271564"/>
                </a:lnTo>
                <a:lnTo>
                  <a:pt x="602361" y="295948"/>
                </a:lnTo>
                <a:lnTo>
                  <a:pt x="595693" y="334860"/>
                </a:lnTo>
                <a:lnTo>
                  <a:pt x="561581" y="375742"/>
                </a:lnTo>
                <a:lnTo>
                  <a:pt x="524383" y="388835"/>
                </a:lnTo>
                <a:lnTo>
                  <a:pt x="501777" y="390537"/>
                </a:lnTo>
                <a:lnTo>
                  <a:pt x="477723" y="388823"/>
                </a:lnTo>
                <a:lnTo>
                  <a:pt x="453694" y="383679"/>
                </a:lnTo>
                <a:lnTo>
                  <a:pt x="429679" y="375107"/>
                </a:lnTo>
                <a:lnTo>
                  <a:pt x="405676" y="363105"/>
                </a:lnTo>
                <a:lnTo>
                  <a:pt x="405676" y="442353"/>
                </a:lnTo>
                <a:lnTo>
                  <a:pt x="425653" y="450405"/>
                </a:lnTo>
                <a:lnTo>
                  <a:pt x="448932" y="456145"/>
                </a:lnTo>
                <a:lnTo>
                  <a:pt x="475373" y="459587"/>
                </a:lnTo>
                <a:lnTo>
                  <a:pt x="504825" y="460730"/>
                </a:lnTo>
                <a:lnTo>
                  <a:pt x="548855" y="457619"/>
                </a:lnTo>
                <a:lnTo>
                  <a:pt x="587324" y="448487"/>
                </a:lnTo>
                <a:lnTo>
                  <a:pt x="648182" y="413397"/>
                </a:lnTo>
                <a:lnTo>
                  <a:pt x="685901" y="356196"/>
                </a:lnTo>
                <a:lnTo>
                  <a:pt x="698360" y="282232"/>
                </a:lnTo>
                <a:lnTo>
                  <a:pt x="698474" y="271564"/>
                </a:lnTo>
                <a:lnTo>
                  <a:pt x="698474" y="250228"/>
                </a:lnTo>
                <a:lnTo>
                  <a:pt x="698474" y="73253"/>
                </a:lnTo>
                <a:lnTo>
                  <a:pt x="698474" y="42773"/>
                </a:lnTo>
                <a:lnTo>
                  <a:pt x="698474" y="762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904541" y="710850"/>
            <a:ext cx="109855" cy="454659"/>
          </a:xfrm>
          <a:custGeom>
            <a:avLst/>
            <a:gdLst/>
            <a:ahLst/>
            <a:cxnLst/>
            <a:rect l="l" t="t" r="r" b="b"/>
            <a:pathLst>
              <a:path w="109854" h="454659">
                <a:moveTo>
                  <a:pt x="54864" y="97631"/>
                </a:moveTo>
                <a:lnTo>
                  <a:pt x="16764" y="82391"/>
                </a:lnTo>
                <a:lnTo>
                  <a:pt x="0" y="47244"/>
                </a:lnTo>
                <a:lnTo>
                  <a:pt x="1119" y="37266"/>
                </a:lnTo>
                <a:lnTo>
                  <a:pt x="24431" y="7072"/>
                </a:lnTo>
                <a:lnTo>
                  <a:pt x="54864" y="0"/>
                </a:lnTo>
                <a:lnTo>
                  <a:pt x="66841" y="833"/>
                </a:lnTo>
                <a:lnTo>
                  <a:pt x="101369" y="19597"/>
                </a:lnTo>
                <a:lnTo>
                  <a:pt x="109728" y="47244"/>
                </a:lnTo>
                <a:lnTo>
                  <a:pt x="108846" y="58117"/>
                </a:lnTo>
                <a:lnTo>
                  <a:pt x="86796" y="89916"/>
                </a:lnTo>
                <a:lnTo>
                  <a:pt x="54864" y="97631"/>
                </a:lnTo>
                <a:close/>
              </a:path>
              <a:path w="109854" h="454659">
                <a:moveTo>
                  <a:pt x="102108" y="454533"/>
                </a:moveTo>
                <a:lnTo>
                  <a:pt x="7620" y="454533"/>
                </a:lnTo>
                <a:lnTo>
                  <a:pt x="7620" y="146399"/>
                </a:lnTo>
                <a:lnTo>
                  <a:pt x="102108" y="146399"/>
                </a:lnTo>
                <a:lnTo>
                  <a:pt x="102108" y="45453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069223" y="849629"/>
            <a:ext cx="567690" cy="323850"/>
          </a:xfrm>
          <a:custGeom>
            <a:avLst/>
            <a:gdLst/>
            <a:ahLst/>
            <a:cxnLst/>
            <a:rect l="l" t="t" r="r" b="b"/>
            <a:pathLst>
              <a:path w="567690" h="323850">
                <a:moveTo>
                  <a:pt x="294322" y="148018"/>
                </a:moveTo>
                <a:lnTo>
                  <a:pt x="293027" y="129641"/>
                </a:lnTo>
                <a:lnTo>
                  <a:pt x="93052" y="129641"/>
                </a:lnTo>
                <a:lnTo>
                  <a:pt x="95935" y="116471"/>
                </a:lnTo>
                <a:lnTo>
                  <a:pt x="122059" y="74396"/>
                </a:lnTo>
                <a:lnTo>
                  <a:pt x="152488" y="64109"/>
                </a:lnTo>
                <a:lnTo>
                  <a:pt x="176263" y="68135"/>
                </a:lnTo>
                <a:lnTo>
                  <a:pt x="192874" y="80302"/>
                </a:lnTo>
                <a:lnTo>
                  <a:pt x="202641" y="100761"/>
                </a:lnTo>
                <a:lnTo>
                  <a:pt x="205828" y="129628"/>
                </a:lnTo>
                <a:lnTo>
                  <a:pt x="293027" y="129641"/>
                </a:lnTo>
                <a:lnTo>
                  <a:pt x="292036" y="115633"/>
                </a:lnTo>
                <a:lnTo>
                  <a:pt x="285178" y="86982"/>
                </a:lnTo>
                <a:lnTo>
                  <a:pt x="274802" y="64109"/>
                </a:lnTo>
                <a:lnTo>
                  <a:pt x="273748" y="61772"/>
                </a:lnTo>
                <a:lnTo>
                  <a:pt x="237464" y="21907"/>
                </a:lnTo>
                <a:lnTo>
                  <a:pt x="185445" y="2336"/>
                </a:lnTo>
                <a:lnTo>
                  <a:pt x="154012" y="0"/>
                </a:lnTo>
                <a:lnTo>
                  <a:pt x="122288" y="2844"/>
                </a:lnTo>
                <a:lnTo>
                  <a:pt x="67360" y="25120"/>
                </a:lnTo>
                <a:lnTo>
                  <a:pt x="24434" y="68922"/>
                </a:lnTo>
                <a:lnTo>
                  <a:pt x="2616" y="129628"/>
                </a:lnTo>
                <a:lnTo>
                  <a:pt x="0" y="166306"/>
                </a:lnTo>
                <a:lnTo>
                  <a:pt x="2565" y="201142"/>
                </a:lnTo>
                <a:lnTo>
                  <a:pt x="23139" y="259410"/>
                </a:lnTo>
                <a:lnTo>
                  <a:pt x="63766" y="300240"/>
                </a:lnTo>
                <a:lnTo>
                  <a:pt x="121589" y="320814"/>
                </a:lnTo>
                <a:lnTo>
                  <a:pt x="157060" y="323380"/>
                </a:lnTo>
                <a:lnTo>
                  <a:pt x="189661" y="321957"/>
                </a:lnTo>
                <a:lnTo>
                  <a:pt x="218833" y="317665"/>
                </a:lnTo>
                <a:lnTo>
                  <a:pt x="244589" y="310527"/>
                </a:lnTo>
                <a:lnTo>
                  <a:pt x="266890" y="300520"/>
                </a:lnTo>
                <a:lnTo>
                  <a:pt x="266890" y="256324"/>
                </a:lnTo>
                <a:lnTo>
                  <a:pt x="266890" y="231851"/>
                </a:lnTo>
                <a:lnTo>
                  <a:pt x="247497" y="242138"/>
                </a:lnTo>
                <a:lnTo>
                  <a:pt x="226072" y="249834"/>
                </a:lnTo>
                <a:lnTo>
                  <a:pt x="202946" y="254660"/>
                </a:lnTo>
                <a:lnTo>
                  <a:pt x="178396" y="256324"/>
                </a:lnTo>
                <a:lnTo>
                  <a:pt x="142989" y="252044"/>
                </a:lnTo>
                <a:lnTo>
                  <a:pt x="116865" y="239318"/>
                </a:lnTo>
                <a:lnTo>
                  <a:pt x="100177" y="218313"/>
                </a:lnTo>
                <a:lnTo>
                  <a:pt x="93052" y="189166"/>
                </a:lnTo>
                <a:lnTo>
                  <a:pt x="294322" y="189166"/>
                </a:lnTo>
                <a:lnTo>
                  <a:pt x="294322" y="148018"/>
                </a:lnTo>
                <a:close/>
              </a:path>
              <a:path w="567690" h="323850">
                <a:moveTo>
                  <a:pt x="567309" y="221170"/>
                </a:moveTo>
                <a:lnTo>
                  <a:pt x="558380" y="180835"/>
                </a:lnTo>
                <a:lnTo>
                  <a:pt x="544449" y="163258"/>
                </a:lnTo>
                <a:lnTo>
                  <a:pt x="539318" y="157835"/>
                </a:lnTo>
                <a:lnTo>
                  <a:pt x="533158" y="152971"/>
                </a:lnTo>
                <a:lnTo>
                  <a:pt x="526148" y="148691"/>
                </a:lnTo>
                <a:lnTo>
                  <a:pt x="518452" y="144970"/>
                </a:lnTo>
                <a:lnTo>
                  <a:pt x="510425" y="140652"/>
                </a:lnTo>
                <a:lnTo>
                  <a:pt x="502259" y="136740"/>
                </a:lnTo>
                <a:lnTo>
                  <a:pt x="493801" y="133108"/>
                </a:lnTo>
                <a:lnTo>
                  <a:pt x="484924" y="129641"/>
                </a:lnTo>
                <a:lnTo>
                  <a:pt x="477304" y="128117"/>
                </a:lnTo>
                <a:lnTo>
                  <a:pt x="469684" y="125069"/>
                </a:lnTo>
                <a:lnTo>
                  <a:pt x="463588" y="123545"/>
                </a:lnTo>
                <a:lnTo>
                  <a:pt x="455968" y="120497"/>
                </a:lnTo>
                <a:lnTo>
                  <a:pt x="443776" y="114401"/>
                </a:lnTo>
                <a:lnTo>
                  <a:pt x="437680" y="112877"/>
                </a:lnTo>
                <a:lnTo>
                  <a:pt x="425488" y="100685"/>
                </a:lnTo>
                <a:lnTo>
                  <a:pt x="423964" y="96113"/>
                </a:lnTo>
                <a:lnTo>
                  <a:pt x="423964" y="85445"/>
                </a:lnTo>
                <a:lnTo>
                  <a:pt x="425488" y="82397"/>
                </a:lnTo>
                <a:lnTo>
                  <a:pt x="428536" y="79349"/>
                </a:lnTo>
                <a:lnTo>
                  <a:pt x="430060" y="76301"/>
                </a:lnTo>
                <a:lnTo>
                  <a:pt x="433108" y="73253"/>
                </a:lnTo>
                <a:lnTo>
                  <a:pt x="437680" y="70205"/>
                </a:lnTo>
                <a:lnTo>
                  <a:pt x="446824" y="67157"/>
                </a:lnTo>
                <a:lnTo>
                  <a:pt x="452920" y="65633"/>
                </a:lnTo>
                <a:lnTo>
                  <a:pt x="457492" y="65633"/>
                </a:lnTo>
                <a:lnTo>
                  <a:pt x="463588" y="64109"/>
                </a:lnTo>
                <a:lnTo>
                  <a:pt x="469684" y="64109"/>
                </a:lnTo>
                <a:lnTo>
                  <a:pt x="479971" y="64414"/>
                </a:lnTo>
                <a:lnTo>
                  <a:pt x="520865" y="73012"/>
                </a:lnTo>
                <a:lnTo>
                  <a:pt x="549021" y="85445"/>
                </a:lnTo>
                <a:lnTo>
                  <a:pt x="549021" y="12192"/>
                </a:lnTo>
                <a:lnTo>
                  <a:pt x="538721" y="9055"/>
                </a:lnTo>
                <a:lnTo>
                  <a:pt x="528396" y="6477"/>
                </a:lnTo>
                <a:lnTo>
                  <a:pt x="518083" y="4483"/>
                </a:lnTo>
                <a:lnTo>
                  <a:pt x="507784" y="3048"/>
                </a:lnTo>
                <a:lnTo>
                  <a:pt x="497281" y="1295"/>
                </a:lnTo>
                <a:lnTo>
                  <a:pt x="486638" y="381"/>
                </a:lnTo>
                <a:lnTo>
                  <a:pt x="476275" y="50"/>
                </a:lnTo>
                <a:lnTo>
                  <a:pt x="466636" y="0"/>
                </a:lnTo>
                <a:lnTo>
                  <a:pt x="453199" y="292"/>
                </a:lnTo>
                <a:lnTo>
                  <a:pt x="404063" y="8293"/>
                </a:lnTo>
                <a:lnTo>
                  <a:pt x="363232" y="29146"/>
                </a:lnTo>
                <a:lnTo>
                  <a:pt x="337972" y="63131"/>
                </a:lnTo>
                <a:lnTo>
                  <a:pt x="330898" y="97637"/>
                </a:lnTo>
                <a:lnTo>
                  <a:pt x="331190" y="106730"/>
                </a:lnTo>
                <a:lnTo>
                  <a:pt x="342519" y="144018"/>
                </a:lnTo>
                <a:lnTo>
                  <a:pt x="373570" y="173926"/>
                </a:lnTo>
                <a:lnTo>
                  <a:pt x="414820" y="192214"/>
                </a:lnTo>
                <a:lnTo>
                  <a:pt x="422440" y="193738"/>
                </a:lnTo>
                <a:lnTo>
                  <a:pt x="430060" y="196786"/>
                </a:lnTo>
                <a:lnTo>
                  <a:pt x="439204" y="198310"/>
                </a:lnTo>
                <a:lnTo>
                  <a:pt x="445300" y="201358"/>
                </a:lnTo>
                <a:lnTo>
                  <a:pt x="460540" y="207454"/>
                </a:lnTo>
                <a:lnTo>
                  <a:pt x="465112" y="212026"/>
                </a:lnTo>
                <a:lnTo>
                  <a:pt x="469684" y="215074"/>
                </a:lnTo>
                <a:lnTo>
                  <a:pt x="474256" y="219646"/>
                </a:lnTo>
                <a:lnTo>
                  <a:pt x="477304" y="224218"/>
                </a:lnTo>
                <a:lnTo>
                  <a:pt x="477304" y="230314"/>
                </a:lnTo>
                <a:lnTo>
                  <a:pt x="445109" y="256514"/>
                </a:lnTo>
                <a:lnTo>
                  <a:pt x="422440" y="257848"/>
                </a:lnTo>
                <a:lnTo>
                  <a:pt x="411873" y="257543"/>
                </a:lnTo>
                <a:lnTo>
                  <a:pt x="366471" y="247777"/>
                </a:lnTo>
                <a:lnTo>
                  <a:pt x="330898" y="230314"/>
                </a:lnTo>
                <a:lnTo>
                  <a:pt x="330898" y="308140"/>
                </a:lnTo>
                <a:lnTo>
                  <a:pt x="353161" y="314375"/>
                </a:lnTo>
                <a:lnTo>
                  <a:pt x="376440" y="319189"/>
                </a:lnTo>
                <a:lnTo>
                  <a:pt x="400596" y="322287"/>
                </a:lnTo>
                <a:lnTo>
                  <a:pt x="425488" y="323380"/>
                </a:lnTo>
                <a:lnTo>
                  <a:pt x="439178" y="323075"/>
                </a:lnTo>
                <a:lnTo>
                  <a:pt x="491109" y="314452"/>
                </a:lnTo>
                <a:lnTo>
                  <a:pt x="533450" y="293370"/>
                </a:lnTo>
                <a:lnTo>
                  <a:pt x="561517" y="257924"/>
                </a:lnTo>
                <a:lnTo>
                  <a:pt x="566712" y="234403"/>
                </a:lnTo>
                <a:lnTo>
                  <a:pt x="567309" y="22117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3882575" y="2599272"/>
            <a:ext cx="1778635" cy="1360805"/>
            <a:chOff x="3882575" y="2599272"/>
            <a:chExt cx="1778635" cy="1360805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9248" y="2606040"/>
              <a:ext cx="1764792" cy="134721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890200" y="2606897"/>
              <a:ext cx="1763395" cy="1345565"/>
            </a:xfrm>
            <a:custGeom>
              <a:avLst/>
              <a:gdLst/>
              <a:ahLst/>
              <a:cxnLst/>
              <a:rect l="l" t="t" r="r" b="b"/>
              <a:pathLst>
                <a:path w="1763395" h="1345564">
                  <a:moveTo>
                    <a:pt x="0" y="1345406"/>
                  </a:moveTo>
                  <a:lnTo>
                    <a:pt x="1762887" y="1345406"/>
                  </a:lnTo>
                  <a:lnTo>
                    <a:pt x="1762887" y="0"/>
                  </a:lnTo>
                  <a:lnTo>
                    <a:pt x="0" y="0"/>
                  </a:lnTo>
                  <a:lnTo>
                    <a:pt x="0" y="1345406"/>
                  </a:lnTo>
                  <a:close/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81214" y="2916555"/>
              <a:ext cx="355600" cy="274955"/>
            </a:xfrm>
            <a:custGeom>
              <a:avLst/>
              <a:gdLst/>
              <a:ahLst/>
              <a:cxnLst/>
              <a:rect l="l" t="t" r="r" b="b"/>
              <a:pathLst>
                <a:path w="355600" h="274955">
                  <a:moveTo>
                    <a:pt x="117443" y="274605"/>
                  </a:moveTo>
                  <a:lnTo>
                    <a:pt x="80867" y="274605"/>
                  </a:lnTo>
                  <a:lnTo>
                    <a:pt x="0" y="0"/>
                  </a:lnTo>
                  <a:lnTo>
                    <a:pt x="35147" y="0"/>
                  </a:lnTo>
                  <a:lnTo>
                    <a:pt x="93059" y="210502"/>
                  </a:lnTo>
                  <a:lnTo>
                    <a:pt x="95059" y="217360"/>
                  </a:lnTo>
                  <a:lnTo>
                    <a:pt x="96488" y="224218"/>
                  </a:lnTo>
                  <a:lnTo>
                    <a:pt x="97345" y="231076"/>
                  </a:lnTo>
                  <a:lnTo>
                    <a:pt x="97631" y="237934"/>
                  </a:lnTo>
                  <a:lnTo>
                    <a:pt x="127790" y="237934"/>
                  </a:lnTo>
                  <a:lnTo>
                    <a:pt x="117443" y="274605"/>
                  </a:lnTo>
                  <a:close/>
                </a:path>
                <a:path w="355600" h="274955">
                  <a:moveTo>
                    <a:pt x="127790" y="237934"/>
                  </a:moveTo>
                  <a:lnTo>
                    <a:pt x="99155" y="237934"/>
                  </a:lnTo>
                  <a:lnTo>
                    <a:pt x="99679" y="232791"/>
                  </a:lnTo>
                  <a:lnTo>
                    <a:pt x="101060" y="226504"/>
                  </a:lnTo>
                  <a:lnTo>
                    <a:pt x="105251" y="210502"/>
                  </a:lnTo>
                  <a:lnTo>
                    <a:pt x="166211" y="0"/>
                  </a:lnTo>
                  <a:lnTo>
                    <a:pt x="196786" y="0"/>
                  </a:lnTo>
                  <a:lnTo>
                    <a:pt x="209716" y="47339"/>
                  </a:lnTo>
                  <a:lnTo>
                    <a:pt x="178498" y="47339"/>
                  </a:lnTo>
                  <a:lnTo>
                    <a:pt x="178211" y="54197"/>
                  </a:lnTo>
                  <a:lnTo>
                    <a:pt x="177343" y="61055"/>
                  </a:lnTo>
                  <a:lnTo>
                    <a:pt x="175886" y="67913"/>
                  </a:lnTo>
                  <a:lnTo>
                    <a:pt x="173831" y="74771"/>
                  </a:lnTo>
                  <a:lnTo>
                    <a:pt x="127790" y="237934"/>
                  </a:lnTo>
                  <a:close/>
                </a:path>
                <a:path w="355600" h="274955">
                  <a:moveTo>
                    <a:pt x="287950" y="237934"/>
                  </a:moveTo>
                  <a:lnTo>
                    <a:pt x="259270" y="237934"/>
                  </a:lnTo>
                  <a:lnTo>
                    <a:pt x="260442" y="232791"/>
                  </a:lnTo>
                  <a:lnTo>
                    <a:pt x="261790" y="226504"/>
                  </a:lnTo>
                  <a:lnTo>
                    <a:pt x="263342" y="219717"/>
                  </a:lnTo>
                  <a:lnTo>
                    <a:pt x="265366" y="212026"/>
                  </a:lnTo>
                  <a:lnTo>
                    <a:pt x="320325" y="0"/>
                  </a:lnTo>
                  <a:lnTo>
                    <a:pt x="355377" y="0"/>
                  </a:lnTo>
                  <a:lnTo>
                    <a:pt x="287950" y="237934"/>
                  </a:lnTo>
                  <a:close/>
                </a:path>
                <a:path w="355600" h="274955">
                  <a:moveTo>
                    <a:pt x="277558" y="274605"/>
                  </a:moveTo>
                  <a:lnTo>
                    <a:pt x="240982" y="274605"/>
                  </a:lnTo>
                  <a:lnTo>
                    <a:pt x="184594" y="74771"/>
                  </a:lnTo>
                  <a:lnTo>
                    <a:pt x="182594" y="67913"/>
                  </a:lnTo>
                  <a:lnTo>
                    <a:pt x="181165" y="61055"/>
                  </a:lnTo>
                  <a:lnTo>
                    <a:pt x="180308" y="54197"/>
                  </a:lnTo>
                  <a:lnTo>
                    <a:pt x="180022" y="47339"/>
                  </a:lnTo>
                  <a:lnTo>
                    <a:pt x="209716" y="47339"/>
                  </a:lnTo>
                  <a:lnTo>
                    <a:pt x="254698" y="212026"/>
                  </a:lnTo>
                  <a:lnTo>
                    <a:pt x="255841" y="218003"/>
                  </a:lnTo>
                  <a:lnTo>
                    <a:pt x="256984" y="224409"/>
                  </a:lnTo>
                  <a:lnTo>
                    <a:pt x="259270" y="237934"/>
                  </a:lnTo>
                  <a:lnTo>
                    <a:pt x="287950" y="237934"/>
                  </a:lnTo>
                  <a:lnTo>
                    <a:pt x="277558" y="2746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0308" y="2991326"/>
              <a:ext cx="170783" cy="20440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192130" y="2901314"/>
              <a:ext cx="1160780" cy="812165"/>
            </a:xfrm>
            <a:custGeom>
              <a:avLst/>
              <a:gdLst/>
              <a:ahLst/>
              <a:cxnLst/>
              <a:rect l="l" t="t" r="r" b="b"/>
              <a:pathLst>
                <a:path w="1160779" h="812164">
                  <a:moveTo>
                    <a:pt x="132689" y="453009"/>
                  </a:moveTo>
                  <a:lnTo>
                    <a:pt x="106781" y="453009"/>
                  </a:lnTo>
                  <a:lnTo>
                    <a:pt x="106781" y="477494"/>
                  </a:lnTo>
                  <a:lnTo>
                    <a:pt x="106781" y="552170"/>
                  </a:lnTo>
                  <a:lnTo>
                    <a:pt x="106781" y="575132"/>
                  </a:lnTo>
                  <a:lnTo>
                    <a:pt x="106781" y="649808"/>
                  </a:lnTo>
                  <a:lnTo>
                    <a:pt x="51816" y="649808"/>
                  </a:lnTo>
                  <a:lnTo>
                    <a:pt x="51816" y="575132"/>
                  </a:lnTo>
                  <a:lnTo>
                    <a:pt x="106781" y="575132"/>
                  </a:lnTo>
                  <a:lnTo>
                    <a:pt x="106781" y="552170"/>
                  </a:lnTo>
                  <a:lnTo>
                    <a:pt x="51816" y="552170"/>
                  </a:lnTo>
                  <a:lnTo>
                    <a:pt x="51816" y="477494"/>
                  </a:lnTo>
                  <a:lnTo>
                    <a:pt x="106781" y="477494"/>
                  </a:lnTo>
                  <a:lnTo>
                    <a:pt x="106781" y="453009"/>
                  </a:lnTo>
                  <a:lnTo>
                    <a:pt x="25908" y="453009"/>
                  </a:lnTo>
                  <a:lnTo>
                    <a:pt x="25908" y="674281"/>
                  </a:lnTo>
                  <a:lnTo>
                    <a:pt x="24218" y="708596"/>
                  </a:lnTo>
                  <a:lnTo>
                    <a:pt x="19240" y="738492"/>
                  </a:lnTo>
                  <a:lnTo>
                    <a:pt x="11125" y="764120"/>
                  </a:lnTo>
                  <a:lnTo>
                    <a:pt x="0" y="785634"/>
                  </a:lnTo>
                  <a:lnTo>
                    <a:pt x="5702" y="791108"/>
                  </a:lnTo>
                  <a:lnTo>
                    <a:pt x="11239" y="796302"/>
                  </a:lnTo>
                  <a:lnTo>
                    <a:pt x="16510" y="801484"/>
                  </a:lnTo>
                  <a:lnTo>
                    <a:pt x="21336" y="806970"/>
                  </a:lnTo>
                  <a:lnTo>
                    <a:pt x="35318" y="781494"/>
                  </a:lnTo>
                  <a:lnTo>
                    <a:pt x="45148" y="750722"/>
                  </a:lnTo>
                  <a:lnTo>
                    <a:pt x="50698" y="714514"/>
                  </a:lnTo>
                  <a:lnTo>
                    <a:pt x="51816" y="672757"/>
                  </a:lnTo>
                  <a:lnTo>
                    <a:pt x="106781" y="672757"/>
                  </a:lnTo>
                  <a:lnTo>
                    <a:pt x="106781" y="771817"/>
                  </a:lnTo>
                  <a:lnTo>
                    <a:pt x="100685" y="776490"/>
                  </a:lnTo>
                  <a:lnTo>
                    <a:pt x="90017" y="776490"/>
                  </a:lnTo>
                  <a:lnTo>
                    <a:pt x="82791" y="776211"/>
                  </a:lnTo>
                  <a:lnTo>
                    <a:pt x="74879" y="775487"/>
                  </a:lnTo>
                  <a:lnTo>
                    <a:pt x="56388" y="773341"/>
                  </a:lnTo>
                  <a:lnTo>
                    <a:pt x="58394" y="781113"/>
                  </a:lnTo>
                  <a:lnTo>
                    <a:pt x="59817" y="788289"/>
                  </a:lnTo>
                  <a:lnTo>
                    <a:pt x="60680" y="794867"/>
                  </a:lnTo>
                  <a:lnTo>
                    <a:pt x="60960" y="800874"/>
                  </a:lnTo>
                  <a:lnTo>
                    <a:pt x="69913" y="801103"/>
                  </a:lnTo>
                  <a:lnTo>
                    <a:pt x="87833" y="802157"/>
                  </a:lnTo>
                  <a:lnTo>
                    <a:pt x="97637" y="802398"/>
                  </a:lnTo>
                  <a:lnTo>
                    <a:pt x="113398" y="799871"/>
                  </a:lnTo>
                  <a:lnTo>
                    <a:pt x="124307" y="792480"/>
                  </a:lnTo>
                  <a:lnTo>
                    <a:pt x="130644" y="780491"/>
                  </a:lnTo>
                  <a:lnTo>
                    <a:pt x="131140" y="776490"/>
                  </a:lnTo>
                  <a:lnTo>
                    <a:pt x="132689" y="764197"/>
                  </a:lnTo>
                  <a:lnTo>
                    <a:pt x="132689" y="477494"/>
                  </a:lnTo>
                  <a:lnTo>
                    <a:pt x="132689" y="453009"/>
                  </a:lnTo>
                  <a:close/>
                </a:path>
                <a:path w="1160779" h="812164">
                  <a:moveTo>
                    <a:pt x="381292" y="779538"/>
                  </a:moveTo>
                  <a:lnTo>
                    <a:pt x="358089" y="769708"/>
                  </a:lnTo>
                  <a:lnTo>
                    <a:pt x="336626" y="758494"/>
                  </a:lnTo>
                  <a:lnTo>
                    <a:pt x="326720" y="752005"/>
                  </a:lnTo>
                  <a:lnTo>
                    <a:pt x="316903" y="745578"/>
                  </a:lnTo>
                  <a:lnTo>
                    <a:pt x="298907" y="730669"/>
                  </a:lnTo>
                  <a:lnTo>
                    <a:pt x="314375" y="709333"/>
                  </a:lnTo>
                  <a:lnTo>
                    <a:pt x="317779" y="704621"/>
                  </a:lnTo>
                  <a:lnTo>
                    <a:pt x="333387" y="676706"/>
                  </a:lnTo>
                  <a:lnTo>
                    <a:pt x="345833" y="646798"/>
                  </a:lnTo>
                  <a:lnTo>
                    <a:pt x="354838" y="616280"/>
                  </a:lnTo>
                  <a:lnTo>
                    <a:pt x="355295" y="614756"/>
                  </a:lnTo>
                  <a:lnTo>
                    <a:pt x="355295" y="591896"/>
                  </a:lnTo>
                  <a:lnTo>
                    <a:pt x="324815" y="591896"/>
                  </a:lnTo>
                  <a:lnTo>
                    <a:pt x="324815" y="616280"/>
                  </a:lnTo>
                  <a:lnTo>
                    <a:pt x="317690" y="642607"/>
                  </a:lnTo>
                  <a:lnTo>
                    <a:pt x="307860" y="666800"/>
                  </a:lnTo>
                  <a:lnTo>
                    <a:pt x="295452" y="689000"/>
                  </a:lnTo>
                  <a:lnTo>
                    <a:pt x="280619" y="709333"/>
                  </a:lnTo>
                  <a:lnTo>
                    <a:pt x="266661" y="689648"/>
                  </a:lnTo>
                  <a:lnTo>
                    <a:pt x="254711" y="667372"/>
                  </a:lnTo>
                  <a:lnTo>
                    <a:pt x="245033" y="642810"/>
                  </a:lnTo>
                  <a:lnTo>
                    <a:pt x="237947" y="616280"/>
                  </a:lnTo>
                  <a:lnTo>
                    <a:pt x="324815" y="616280"/>
                  </a:lnTo>
                  <a:lnTo>
                    <a:pt x="324815" y="591896"/>
                  </a:lnTo>
                  <a:lnTo>
                    <a:pt x="193649" y="591896"/>
                  </a:lnTo>
                  <a:lnTo>
                    <a:pt x="193649" y="480542"/>
                  </a:lnTo>
                  <a:lnTo>
                    <a:pt x="324815" y="480542"/>
                  </a:lnTo>
                  <a:lnTo>
                    <a:pt x="323291" y="489686"/>
                  </a:lnTo>
                  <a:lnTo>
                    <a:pt x="323291" y="503402"/>
                  </a:lnTo>
                  <a:lnTo>
                    <a:pt x="319493" y="517385"/>
                  </a:lnTo>
                  <a:lnTo>
                    <a:pt x="312432" y="527215"/>
                  </a:lnTo>
                  <a:lnTo>
                    <a:pt x="301637" y="532765"/>
                  </a:lnTo>
                  <a:lnTo>
                    <a:pt x="286715" y="533882"/>
                  </a:lnTo>
                  <a:lnTo>
                    <a:pt x="274993" y="533615"/>
                  </a:lnTo>
                  <a:lnTo>
                    <a:pt x="262712" y="532930"/>
                  </a:lnTo>
                  <a:lnTo>
                    <a:pt x="236423" y="530834"/>
                  </a:lnTo>
                  <a:lnTo>
                    <a:pt x="237566" y="537933"/>
                  </a:lnTo>
                  <a:lnTo>
                    <a:pt x="270522" y="561124"/>
                  </a:lnTo>
                  <a:lnTo>
                    <a:pt x="289763" y="561314"/>
                  </a:lnTo>
                  <a:lnTo>
                    <a:pt x="315785" y="558482"/>
                  </a:lnTo>
                  <a:lnTo>
                    <a:pt x="334530" y="547789"/>
                  </a:lnTo>
                  <a:lnTo>
                    <a:pt x="343281" y="533882"/>
                  </a:lnTo>
                  <a:lnTo>
                    <a:pt x="346125" y="529386"/>
                  </a:lnTo>
                  <a:lnTo>
                    <a:pt x="350723" y="503402"/>
                  </a:lnTo>
                  <a:lnTo>
                    <a:pt x="351624" y="493636"/>
                  </a:lnTo>
                  <a:lnTo>
                    <a:pt x="352336" y="480542"/>
                  </a:lnTo>
                  <a:lnTo>
                    <a:pt x="352856" y="469506"/>
                  </a:lnTo>
                  <a:lnTo>
                    <a:pt x="353771" y="454533"/>
                  </a:lnTo>
                  <a:lnTo>
                    <a:pt x="164693" y="454533"/>
                  </a:lnTo>
                  <a:lnTo>
                    <a:pt x="164693" y="806970"/>
                  </a:lnTo>
                  <a:lnTo>
                    <a:pt x="193649" y="806970"/>
                  </a:lnTo>
                  <a:lnTo>
                    <a:pt x="193649" y="616280"/>
                  </a:lnTo>
                  <a:lnTo>
                    <a:pt x="211937" y="616280"/>
                  </a:lnTo>
                  <a:lnTo>
                    <a:pt x="219354" y="648525"/>
                  </a:lnTo>
                  <a:lnTo>
                    <a:pt x="230085" y="678802"/>
                  </a:lnTo>
                  <a:lnTo>
                    <a:pt x="243954" y="706793"/>
                  </a:lnTo>
                  <a:lnTo>
                    <a:pt x="260807" y="732193"/>
                  </a:lnTo>
                  <a:lnTo>
                    <a:pt x="246468" y="744689"/>
                  </a:lnTo>
                  <a:lnTo>
                    <a:pt x="230847" y="756780"/>
                  </a:lnTo>
                  <a:lnTo>
                    <a:pt x="213791" y="768019"/>
                  </a:lnTo>
                  <a:lnTo>
                    <a:pt x="195173" y="778014"/>
                  </a:lnTo>
                  <a:lnTo>
                    <a:pt x="199478" y="784631"/>
                  </a:lnTo>
                  <a:lnTo>
                    <a:pt x="203365" y="790968"/>
                  </a:lnTo>
                  <a:lnTo>
                    <a:pt x="206959" y="797293"/>
                  </a:lnTo>
                  <a:lnTo>
                    <a:pt x="210413" y="803922"/>
                  </a:lnTo>
                  <a:lnTo>
                    <a:pt x="230187" y="792162"/>
                  </a:lnTo>
                  <a:lnTo>
                    <a:pt x="248221" y="779678"/>
                  </a:lnTo>
                  <a:lnTo>
                    <a:pt x="264515" y="766330"/>
                  </a:lnTo>
                  <a:lnTo>
                    <a:pt x="279095" y="752005"/>
                  </a:lnTo>
                  <a:lnTo>
                    <a:pt x="296849" y="768311"/>
                  </a:lnTo>
                  <a:lnTo>
                    <a:pt x="316052" y="782916"/>
                  </a:lnTo>
                  <a:lnTo>
                    <a:pt x="336956" y="795807"/>
                  </a:lnTo>
                  <a:lnTo>
                    <a:pt x="359867" y="806970"/>
                  </a:lnTo>
                  <a:lnTo>
                    <a:pt x="364744" y="800963"/>
                  </a:lnTo>
                  <a:lnTo>
                    <a:pt x="370039" y="794397"/>
                  </a:lnTo>
                  <a:lnTo>
                    <a:pt x="375602" y="787247"/>
                  </a:lnTo>
                  <a:lnTo>
                    <a:pt x="381292" y="779538"/>
                  </a:lnTo>
                  <a:close/>
                </a:path>
                <a:path w="1160779" h="812164">
                  <a:moveTo>
                    <a:pt x="716762" y="651332"/>
                  </a:moveTo>
                  <a:lnTo>
                    <a:pt x="561225" y="651332"/>
                  </a:lnTo>
                  <a:lnTo>
                    <a:pt x="562597" y="641896"/>
                  </a:lnTo>
                  <a:lnTo>
                    <a:pt x="564273" y="631901"/>
                  </a:lnTo>
                  <a:lnTo>
                    <a:pt x="565937" y="621322"/>
                  </a:lnTo>
                  <a:lnTo>
                    <a:pt x="567321" y="610184"/>
                  </a:lnTo>
                  <a:lnTo>
                    <a:pt x="535317" y="610184"/>
                  </a:lnTo>
                  <a:lnTo>
                    <a:pt x="534174" y="621322"/>
                  </a:lnTo>
                  <a:lnTo>
                    <a:pt x="533234" y="629996"/>
                  </a:lnTo>
                  <a:lnTo>
                    <a:pt x="531888" y="641896"/>
                  </a:lnTo>
                  <a:lnTo>
                    <a:pt x="530745" y="651332"/>
                  </a:lnTo>
                  <a:lnTo>
                    <a:pt x="419392" y="651332"/>
                  </a:lnTo>
                  <a:lnTo>
                    <a:pt x="419392" y="678853"/>
                  </a:lnTo>
                  <a:lnTo>
                    <a:pt x="526173" y="678853"/>
                  </a:lnTo>
                  <a:lnTo>
                    <a:pt x="510171" y="712901"/>
                  </a:lnTo>
                  <a:lnTo>
                    <a:pt x="482879" y="742111"/>
                  </a:lnTo>
                  <a:lnTo>
                    <a:pt x="444436" y="766762"/>
                  </a:lnTo>
                  <a:lnTo>
                    <a:pt x="395008" y="787158"/>
                  </a:lnTo>
                  <a:lnTo>
                    <a:pt x="400456" y="793102"/>
                  </a:lnTo>
                  <a:lnTo>
                    <a:pt x="405485" y="799350"/>
                  </a:lnTo>
                  <a:lnTo>
                    <a:pt x="410222" y="805586"/>
                  </a:lnTo>
                  <a:lnTo>
                    <a:pt x="414820" y="811542"/>
                  </a:lnTo>
                  <a:lnTo>
                    <a:pt x="469125" y="787806"/>
                  </a:lnTo>
                  <a:lnTo>
                    <a:pt x="510882" y="757770"/>
                  </a:lnTo>
                  <a:lnTo>
                    <a:pt x="540054" y="721448"/>
                  </a:lnTo>
                  <a:lnTo>
                    <a:pt x="556653" y="678853"/>
                  </a:lnTo>
                  <a:lnTo>
                    <a:pt x="684758" y="678853"/>
                  </a:lnTo>
                  <a:lnTo>
                    <a:pt x="681329" y="725576"/>
                  </a:lnTo>
                  <a:lnTo>
                    <a:pt x="668743" y="764006"/>
                  </a:lnTo>
                  <a:lnTo>
                    <a:pt x="643521" y="773341"/>
                  </a:lnTo>
                  <a:lnTo>
                    <a:pt x="628662" y="772414"/>
                  </a:lnTo>
                  <a:lnTo>
                    <a:pt x="592086" y="770559"/>
                  </a:lnTo>
                  <a:lnTo>
                    <a:pt x="570369" y="768769"/>
                  </a:lnTo>
                  <a:lnTo>
                    <a:pt x="572389" y="777684"/>
                  </a:lnTo>
                  <a:lnTo>
                    <a:pt x="573989" y="786003"/>
                  </a:lnTo>
                  <a:lnTo>
                    <a:pt x="575183" y="793102"/>
                  </a:lnTo>
                  <a:lnTo>
                    <a:pt x="576465" y="800874"/>
                  </a:lnTo>
                  <a:lnTo>
                    <a:pt x="597890" y="801751"/>
                  </a:lnTo>
                  <a:lnTo>
                    <a:pt x="616470" y="802208"/>
                  </a:lnTo>
                  <a:lnTo>
                    <a:pt x="645134" y="802398"/>
                  </a:lnTo>
                  <a:lnTo>
                    <a:pt x="670572" y="798957"/>
                  </a:lnTo>
                  <a:lnTo>
                    <a:pt x="689711" y="788670"/>
                  </a:lnTo>
                  <a:lnTo>
                    <a:pt x="701179" y="773341"/>
                  </a:lnTo>
                  <a:lnTo>
                    <a:pt x="702576" y="771486"/>
                  </a:lnTo>
                  <a:lnTo>
                    <a:pt x="709142" y="747433"/>
                  </a:lnTo>
                  <a:lnTo>
                    <a:pt x="712317" y="710476"/>
                  </a:lnTo>
                  <a:lnTo>
                    <a:pt x="714502" y="683094"/>
                  </a:lnTo>
                  <a:lnTo>
                    <a:pt x="716762" y="651332"/>
                  </a:lnTo>
                  <a:close/>
                </a:path>
                <a:path w="1160779" h="812164">
                  <a:moveTo>
                    <a:pt x="773150" y="596468"/>
                  </a:moveTo>
                  <a:lnTo>
                    <a:pt x="730910" y="593039"/>
                  </a:lnTo>
                  <a:lnTo>
                    <a:pt x="691222" y="587324"/>
                  </a:lnTo>
                  <a:lnTo>
                    <a:pt x="677189" y="584276"/>
                  </a:lnTo>
                  <a:lnTo>
                    <a:pt x="654380" y="579323"/>
                  </a:lnTo>
                  <a:lnTo>
                    <a:pt x="620661" y="569036"/>
                  </a:lnTo>
                  <a:lnTo>
                    <a:pt x="646214" y="553694"/>
                  </a:lnTo>
                  <a:lnTo>
                    <a:pt x="649884" y="551497"/>
                  </a:lnTo>
                  <a:lnTo>
                    <a:pt x="675792" y="533133"/>
                  </a:lnTo>
                  <a:lnTo>
                    <a:pt x="698550" y="513638"/>
                  </a:lnTo>
                  <a:lnTo>
                    <a:pt x="718286" y="492734"/>
                  </a:lnTo>
                  <a:lnTo>
                    <a:pt x="718286" y="466826"/>
                  </a:lnTo>
                  <a:lnTo>
                    <a:pt x="677138" y="466826"/>
                  </a:lnTo>
                  <a:lnTo>
                    <a:pt x="677138" y="492734"/>
                  </a:lnTo>
                  <a:lnTo>
                    <a:pt x="657694" y="509333"/>
                  </a:lnTo>
                  <a:lnTo>
                    <a:pt x="635939" y="524929"/>
                  </a:lnTo>
                  <a:lnTo>
                    <a:pt x="611911" y="539673"/>
                  </a:lnTo>
                  <a:lnTo>
                    <a:pt x="585609" y="553694"/>
                  </a:lnTo>
                  <a:lnTo>
                    <a:pt x="562508" y="540524"/>
                  </a:lnTo>
                  <a:lnTo>
                    <a:pt x="541413" y="526072"/>
                  </a:lnTo>
                  <a:lnTo>
                    <a:pt x="522592" y="510184"/>
                  </a:lnTo>
                  <a:lnTo>
                    <a:pt x="517702" y="504926"/>
                  </a:lnTo>
                  <a:lnTo>
                    <a:pt x="506361" y="492734"/>
                  </a:lnTo>
                  <a:lnTo>
                    <a:pt x="677138" y="492734"/>
                  </a:lnTo>
                  <a:lnTo>
                    <a:pt x="677138" y="466826"/>
                  </a:lnTo>
                  <a:lnTo>
                    <a:pt x="510933" y="466826"/>
                  </a:lnTo>
                  <a:lnTo>
                    <a:pt x="529221" y="439305"/>
                  </a:lnTo>
                  <a:lnTo>
                    <a:pt x="500164" y="427101"/>
                  </a:lnTo>
                  <a:lnTo>
                    <a:pt x="480733" y="459498"/>
                  </a:lnTo>
                  <a:lnTo>
                    <a:pt x="456730" y="490435"/>
                  </a:lnTo>
                  <a:lnTo>
                    <a:pt x="428155" y="520217"/>
                  </a:lnTo>
                  <a:lnTo>
                    <a:pt x="395008" y="549122"/>
                  </a:lnTo>
                  <a:lnTo>
                    <a:pt x="400456" y="553694"/>
                  </a:lnTo>
                  <a:lnTo>
                    <a:pt x="405676" y="558469"/>
                  </a:lnTo>
                  <a:lnTo>
                    <a:pt x="410870" y="563524"/>
                  </a:lnTo>
                  <a:lnTo>
                    <a:pt x="416344" y="569036"/>
                  </a:lnTo>
                  <a:lnTo>
                    <a:pt x="434086" y="553834"/>
                  </a:lnTo>
                  <a:lnTo>
                    <a:pt x="450824" y="538086"/>
                  </a:lnTo>
                  <a:lnTo>
                    <a:pt x="466712" y="521792"/>
                  </a:lnTo>
                  <a:lnTo>
                    <a:pt x="481876" y="504926"/>
                  </a:lnTo>
                  <a:lnTo>
                    <a:pt x="496493" y="522401"/>
                  </a:lnTo>
                  <a:lnTo>
                    <a:pt x="512978" y="538454"/>
                  </a:lnTo>
                  <a:lnTo>
                    <a:pt x="531456" y="553364"/>
                  </a:lnTo>
                  <a:lnTo>
                    <a:pt x="552081" y="567410"/>
                  </a:lnTo>
                  <a:lnTo>
                    <a:pt x="515175" y="580326"/>
                  </a:lnTo>
                  <a:lnTo>
                    <a:pt x="475259" y="591502"/>
                  </a:lnTo>
                  <a:lnTo>
                    <a:pt x="432193" y="600938"/>
                  </a:lnTo>
                  <a:lnTo>
                    <a:pt x="385864" y="608660"/>
                  </a:lnTo>
                  <a:lnTo>
                    <a:pt x="390169" y="616369"/>
                  </a:lnTo>
                  <a:lnTo>
                    <a:pt x="397598" y="629996"/>
                  </a:lnTo>
                  <a:lnTo>
                    <a:pt x="401104" y="636092"/>
                  </a:lnTo>
                  <a:lnTo>
                    <a:pt x="453072" y="625843"/>
                  </a:lnTo>
                  <a:lnTo>
                    <a:pt x="501357" y="613613"/>
                  </a:lnTo>
                  <a:lnTo>
                    <a:pt x="545630" y="599655"/>
                  </a:lnTo>
                  <a:lnTo>
                    <a:pt x="585609" y="584276"/>
                  </a:lnTo>
                  <a:lnTo>
                    <a:pt x="621004" y="599135"/>
                  </a:lnTo>
                  <a:lnTo>
                    <a:pt x="660704" y="611708"/>
                  </a:lnTo>
                  <a:lnTo>
                    <a:pt x="704316" y="621969"/>
                  </a:lnTo>
                  <a:lnTo>
                    <a:pt x="751814" y="629996"/>
                  </a:lnTo>
                  <a:lnTo>
                    <a:pt x="756627" y="621995"/>
                  </a:lnTo>
                  <a:lnTo>
                    <a:pt x="761911" y="613803"/>
                  </a:lnTo>
                  <a:lnTo>
                    <a:pt x="767461" y="605345"/>
                  </a:lnTo>
                  <a:lnTo>
                    <a:pt x="773150" y="596468"/>
                  </a:lnTo>
                  <a:close/>
                </a:path>
                <a:path w="1160779" h="812164">
                  <a:moveTo>
                    <a:pt x="948601" y="453009"/>
                  </a:moveTo>
                  <a:lnTo>
                    <a:pt x="922604" y="453009"/>
                  </a:lnTo>
                  <a:lnTo>
                    <a:pt x="922604" y="477494"/>
                  </a:lnTo>
                  <a:lnTo>
                    <a:pt x="922604" y="529310"/>
                  </a:lnTo>
                  <a:lnTo>
                    <a:pt x="841832" y="529310"/>
                  </a:lnTo>
                  <a:lnTo>
                    <a:pt x="841832" y="477494"/>
                  </a:lnTo>
                  <a:lnTo>
                    <a:pt x="922604" y="477494"/>
                  </a:lnTo>
                  <a:lnTo>
                    <a:pt x="922604" y="453009"/>
                  </a:lnTo>
                  <a:lnTo>
                    <a:pt x="814400" y="453009"/>
                  </a:lnTo>
                  <a:lnTo>
                    <a:pt x="814400" y="569023"/>
                  </a:lnTo>
                  <a:lnTo>
                    <a:pt x="841832" y="569023"/>
                  </a:lnTo>
                  <a:lnTo>
                    <a:pt x="841832" y="552170"/>
                  </a:lnTo>
                  <a:lnTo>
                    <a:pt x="922604" y="552170"/>
                  </a:lnTo>
                  <a:lnTo>
                    <a:pt x="922604" y="564362"/>
                  </a:lnTo>
                  <a:lnTo>
                    <a:pt x="948601" y="564362"/>
                  </a:lnTo>
                  <a:lnTo>
                    <a:pt x="948601" y="552170"/>
                  </a:lnTo>
                  <a:lnTo>
                    <a:pt x="948601" y="529310"/>
                  </a:lnTo>
                  <a:lnTo>
                    <a:pt x="948601" y="477494"/>
                  </a:lnTo>
                  <a:lnTo>
                    <a:pt x="948601" y="453009"/>
                  </a:lnTo>
                  <a:close/>
                </a:path>
                <a:path w="1160779" h="812164">
                  <a:moveTo>
                    <a:pt x="956221" y="186118"/>
                  </a:moveTo>
                  <a:lnTo>
                    <a:pt x="951268" y="147027"/>
                  </a:lnTo>
                  <a:lnTo>
                    <a:pt x="924128" y="105486"/>
                  </a:lnTo>
                  <a:lnTo>
                    <a:pt x="924128" y="186118"/>
                  </a:lnTo>
                  <a:lnTo>
                    <a:pt x="923239" y="204431"/>
                  </a:lnTo>
                  <a:lnTo>
                    <a:pt x="908888" y="247078"/>
                  </a:lnTo>
                  <a:lnTo>
                    <a:pt x="863168" y="268516"/>
                  </a:lnTo>
                  <a:lnTo>
                    <a:pt x="852043" y="267398"/>
                  </a:lnTo>
                  <a:lnTo>
                    <a:pt x="816660" y="242227"/>
                  </a:lnTo>
                  <a:lnTo>
                    <a:pt x="808304" y="210502"/>
                  </a:lnTo>
                  <a:lnTo>
                    <a:pt x="808304" y="183070"/>
                  </a:lnTo>
                  <a:lnTo>
                    <a:pt x="817295" y="145491"/>
                  </a:lnTo>
                  <a:lnTo>
                    <a:pt x="856132" y="117094"/>
                  </a:lnTo>
                  <a:lnTo>
                    <a:pt x="869264" y="115925"/>
                  </a:lnTo>
                  <a:lnTo>
                    <a:pt x="881240" y="117068"/>
                  </a:lnTo>
                  <a:lnTo>
                    <a:pt x="915758" y="144462"/>
                  </a:lnTo>
                  <a:lnTo>
                    <a:pt x="924128" y="186118"/>
                  </a:lnTo>
                  <a:lnTo>
                    <a:pt x="924128" y="105486"/>
                  </a:lnTo>
                  <a:lnTo>
                    <a:pt x="923429" y="104800"/>
                  </a:lnTo>
                  <a:lnTo>
                    <a:pt x="909840" y="96685"/>
                  </a:lnTo>
                  <a:lnTo>
                    <a:pt x="894283" y="91706"/>
                  </a:lnTo>
                  <a:lnTo>
                    <a:pt x="876884" y="90017"/>
                  </a:lnTo>
                  <a:lnTo>
                    <a:pt x="855446" y="92329"/>
                  </a:lnTo>
                  <a:lnTo>
                    <a:pt x="836879" y="99352"/>
                  </a:lnTo>
                  <a:lnTo>
                    <a:pt x="821156" y="111239"/>
                  </a:lnTo>
                  <a:lnTo>
                    <a:pt x="808304" y="128117"/>
                  </a:lnTo>
                  <a:lnTo>
                    <a:pt x="808304" y="0"/>
                  </a:lnTo>
                  <a:lnTo>
                    <a:pt x="776198" y="0"/>
                  </a:lnTo>
                  <a:lnTo>
                    <a:pt x="776198" y="289852"/>
                  </a:lnTo>
                  <a:lnTo>
                    <a:pt x="808304" y="289852"/>
                  </a:lnTo>
                  <a:lnTo>
                    <a:pt x="808304" y="262420"/>
                  </a:lnTo>
                  <a:lnTo>
                    <a:pt x="819734" y="276428"/>
                  </a:lnTo>
                  <a:lnTo>
                    <a:pt x="833450" y="286423"/>
                  </a:lnTo>
                  <a:lnTo>
                    <a:pt x="849452" y="292430"/>
                  </a:lnTo>
                  <a:lnTo>
                    <a:pt x="867740" y="294424"/>
                  </a:lnTo>
                  <a:lnTo>
                    <a:pt x="887183" y="292684"/>
                  </a:lnTo>
                  <a:lnTo>
                    <a:pt x="904506" y="287375"/>
                  </a:lnTo>
                  <a:lnTo>
                    <a:pt x="919848" y="278345"/>
                  </a:lnTo>
                  <a:lnTo>
                    <a:pt x="930160" y="268516"/>
                  </a:lnTo>
                  <a:lnTo>
                    <a:pt x="933361" y="265468"/>
                  </a:lnTo>
                  <a:lnTo>
                    <a:pt x="943368" y="249389"/>
                  </a:lnTo>
                  <a:lnTo>
                    <a:pt x="950506" y="230898"/>
                  </a:lnTo>
                  <a:lnTo>
                    <a:pt x="954798" y="209867"/>
                  </a:lnTo>
                  <a:lnTo>
                    <a:pt x="956221" y="186118"/>
                  </a:lnTo>
                  <a:close/>
                </a:path>
                <a:path w="1160779" h="812164">
                  <a:moveTo>
                    <a:pt x="1125486" y="453009"/>
                  </a:moveTo>
                  <a:lnTo>
                    <a:pt x="1098054" y="453009"/>
                  </a:lnTo>
                  <a:lnTo>
                    <a:pt x="1098054" y="477494"/>
                  </a:lnTo>
                  <a:lnTo>
                    <a:pt x="1098054" y="529310"/>
                  </a:lnTo>
                  <a:lnTo>
                    <a:pt x="1017181" y="529310"/>
                  </a:lnTo>
                  <a:lnTo>
                    <a:pt x="1017181" y="477494"/>
                  </a:lnTo>
                  <a:lnTo>
                    <a:pt x="1098054" y="477494"/>
                  </a:lnTo>
                  <a:lnTo>
                    <a:pt x="1098054" y="453009"/>
                  </a:lnTo>
                  <a:lnTo>
                    <a:pt x="989749" y="453009"/>
                  </a:lnTo>
                  <a:lnTo>
                    <a:pt x="989749" y="564362"/>
                  </a:lnTo>
                  <a:lnTo>
                    <a:pt x="1017181" y="564362"/>
                  </a:lnTo>
                  <a:lnTo>
                    <a:pt x="1017181" y="552170"/>
                  </a:lnTo>
                  <a:lnTo>
                    <a:pt x="1098054" y="552170"/>
                  </a:lnTo>
                  <a:lnTo>
                    <a:pt x="1098054" y="565886"/>
                  </a:lnTo>
                  <a:lnTo>
                    <a:pt x="1125486" y="565886"/>
                  </a:lnTo>
                  <a:lnTo>
                    <a:pt x="1125486" y="552170"/>
                  </a:lnTo>
                  <a:lnTo>
                    <a:pt x="1125486" y="529310"/>
                  </a:lnTo>
                  <a:lnTo>
                    <a:pt x="1125486" y="477494"/>
                  </a:lnTo>
                  <a:lnTo>
                    <a:pt x="1125486" y="453009"/>
                  </a:lnTo>
                  <a:close/>
                </a:path>
                <a:path w="1160779" h="812164">
                  <a:moveTo>
                    <a:pt x="1160538" y="658952"/>
                  </a:moveTo>
                  <a:lnTo>
                    <a:pt x="1108773" y="657237"/>
                  </a:lnTo>
                  <a:lnTo>
                    <a:pt x="1065428" y="649808"/>
                  </a:lnTo>
                  <a:lnTo>
                    <a:pt x="1030363" y="636663"/>
                  </a:lnTo>
                  <a:lnTo>
                    <a:pt x="1003465" y="617804"/>
                  </a:lnTo>
                  <a:lnTo>
                    <a:pt x="1151394" y="617804"/>
                  </a:lnTo>
                  <a:lnTo>
                    <a:pt x="1151394" y="591883"/>
                  </a:lnTo>
                  <a:lnTo>
                    <a:pt x="1081290" y="591883"/>
                  </a:lnTo>
                  <a:lnTo>
                    <a:pt x="1088910" y="582739"/>
                  </a:lnTo>
                  <a:lnTo>
                    <a:pt x="1067142" y="568223"/>
                  </a:lnTo>
                  <a:lnTo>
                    <a:pt x="1055395" y="560806"/>
                  </a:lnTo>
                  <a:lnTo>
                    <a:pt x="1043089" y="553694"/>
                  </a:lnTo>
                  <a:lnTo>
                    <a:pt x="1027849" y="570547"/>
                  </a:lnTo>
                  <a:lnTo>
                    <a:pt x="1036713" y="576249"/>
                  </a:lnTo>
                  <a:lnTo>
                    <a:pt x="1044994" y="581787"/>
                  </a:lnTo>
                  <a:lnTo>
                    <a:pt x="1059853" y="591883"/>
                  </a:lnTo>
                  <a:lnTo>
                    <a:pt x="977557" y="591883"/>
                  </a:lnTo>
                  <a:lnTo>
                    <a:pt x="978941" y="585647"/>
                  </a:lnTo>
                  <a:lnTo>
                    <a:pt x="980605" y="578548"/>
                  </a:lnTo>
                  <a:lnTo>
                    <a:pt x="982268" y="570852"/>
                  </a:lnTo>
                  <a:lnTo>
                    <a:pt x="983653" y="562838"/>
                  </a:lnTo>
                  <a:lnTo>
                    <a:pt x="956221" y="559790"/>
                  </a:lnTo>
                  <a:lnTo>
                    <a:pt x="954811" y="568706"/>
                  </a:lnTo>
                  <a:lnTo>
                    <a:pt x="952982" y="577024"/>
                  </a:lnTo>
                  <a:lnTo>
                    <a:pt x="950861" y="584746"/>
                  </a:lnTo>
                  <a:lnTo>
                    <a:pt x="948601" y="591883"/>
                  </a:lnTo>
                  <a:lnTo>
                    <a:pt x="793051" y="591883"/>
                  </a:lnTo>
                  <a:lnTo>
                    <a:pt x="793051" y="617804"/>
                  </a:lnTo>
                  <a:lnTo>
                    <a:pt x="931837" y="617804"/>
                  </a:lnTo>
                  <a:lnTo>
                    <a:pt x="912901" y="631799"/>
                  </a:lnTo>
                  <a:lnTo>
                    <a:pt x="881265" y="644093"/>
                  </a:lnTo>
                  <a:lnTo>
                    <a:pt x="836764" y="654659"/>
                  </a:lnTo>
                  <a:lnTo>
                    <a:pt x="779246" y="663524"/>
                  </a:lnTo>
                  <a:lnTo>
                    <a:pt x="783590" y="671283"/>
                  </a:lnTo>
                  <a:lnTo>
                    <a:pt x="787336" y="678459"/>
                  </a:lnTo>
                  <a:lnTo>
                    <a:pt x="790435" y="684949"/>
                  </a:lnTo>
                  <a:lnTo>
                    <a:pt x="793051" y="691045"/>
                  </a:lnTo>
                  <a:lnTo>
                    <a:pt x="808304" y="687997"/>
                  </a:lnTo>
                  <a:lnTo>
                    <a:pt x="814400" y="686473"/>
                  </a:lnTo>
                  <a:lnTo>
                    <a:pt x="814400" y="803922"/>
                  </a:lnTo>
                  <a:lnTo>
                    <a:pt x="841832" y="803922"/>
                  </a:lnTo>
                  <a:lnTo>
                    <a:pt x="841832" y="782586"/>
                  </a:lnTo>
                  <a:lnTo>
                    <a:pt x="922604" y="782586"/>
                  </a:lnTo>
                  <a:lnTo>
                    <a:pt x="922604" y="802398"/>
                  </a:lnTo>
                  <a:lnTo>
                    <a:pt x="948601" y="802398"/>
                  </a:lnTo>
                  <a:lnTo>
                    <a:pt x="948601" y="684949"/>
                  </a:lnTo>
                  <a:lnTo>
                    <a:pt x="922604" y="684949"/>
                  </a:lnTo>
                  <a:lnTo>
                    <a:pt x="922604" y="707809"/>
                  </a:lnTo>
                  <a:lnTo>
                    <a:pt x="922604" y="758101"/>
                  </a:lnTo>
                  <a:lnTo>
                    <a:pt x="841832" y="758101"/>
                  </a:lnTo>
                  <a:lnTo>
                    <a:pt x="841832" y="707809"/>
                  </a:lnTo>
                  <a:lnTo>
                    <a:pt x="922604" y="707809"/>
                  </a:lnTo>
                  <a:lnTo>
                    <a:pt x="922604" y="684949"/>
                  </a:lnTo>
                  <a:lnTo>
                    <a:pt x="826592" y="684949"/>
                  </a:lnTo>
                  <a:lnTo>
                    <a:pt x="879132" y="672922"/>
                  </a:lnTo>
                  <a:lnTo>
                    <a:pt x="919975" y="657618"/>
                  </a:lnTo>
                  <a:lnTo>
                    <a:pt x="948829" y="639203"/>
                  </a:lnTo>
                  <a:lnTo>
                    <a:pt x="965365" y="617804"/>
                  </a:lnTo>
                  <a:lnTo>
                    <a:pt x="972985" y="617804"/>
                  </a:lnTo>
                  <a:lnTo>
                    <a:pt x="992936" y="641794"/>
                  </a:lnTo>
                  <a:lnTo>
                    <a:pt x="1022908" y="661085"/>
                  </a:lnTo>
                  <a:lnTo>
                    <a:pt x="1062609" y="675525"/>
                  </a:lnTo>
                  <a:lnTo>
                    <a:pt x="1111770" y="684949"/>
                  </a:lnTo>
                  <a:lnTo>
                    <a:pt x="1099578" y="684949"/>
                  </a:lnTo>
                  <a:lnTo>
                    <a:pt x="1099578" y="707809"/>
                  </a:lnTo>
                  <a:lnTo>
                    <a:pt x="1099578" y="758101"/>
                  </a:lnTo>
                  <a:lnTo>
                    <a:pt x="1017181" y="758101"/>
                  </a:lnTo>
                  <a:lnTo>
                    <a:pt x="1017181" y="707809"/>
                  </a:lnTo>
                  <a:lnTo>
                    <a:pt x="1099578" y="707809"/>
                  </a:lnTo>
                  <a:lnTo>
                    <a:pt x="1099578" y="684949"/>
                  </a:lnTo>
                  <a:lnTo>
                    <a:pt x="989749" y="684949"/>
                  </a:lnTo>
                  <a:lnTo>
                    <a:pt x="989749" y="802398"/>
                  </a:lnTo>
                  <a:lnTo>
                    <a:pt x="1017181" y="802398"/>
                  </a:lnTo>
                  <a:lnTo>
                    <a:pt x="1017181" y="782586"/>
                  </a:lnTo>
                  <a:lnTo>
                    <a:pt x="1099578" y="782586"/>
                  </a:lnTo>
                  <a:lnTo>
                    <a:pt x="1099578" y="803922"/>
                  </a:lnTo>
                  <a:lnTo>
                    <a:pt x="1125486" y="803922"/>
                  </a:lnTo>
                  <a:lnTo>
                    <a:pt x="1125486" y="782586"/>
                  </a:lnTo>
                  <a:lnTo>
                    <a:pt x="1125486" y="758101"/>
                  </a:lnTo>
                  <a:lnTo>
                    <a:pt x="1125486" y="707809"/>
                  </a:lnTo>
                  <a:lnTo>
                    <a:pt x="1125486" y="686473"/>
                  </a:lnTo>
                  <a:lnTo>
                    <a:pt x="1131582" y="686473"/>
                  </a:lnTo>
                  <a:lnTo>
                    <a:pt x="1139202" y="687997"/>
                  </a:lnTo>
                  <a:lnTo>
                    <a:pt x="1145298" y="687997"/>
                  </a:lnTo>
                  <a:lnTo>
                    <a:pt x="1146060" y="686473"/>
                  </a:lnTo>
                  <a:lnTo>
                    <a:pt x="1148740" y="681101"/>
                  </a:lnTo>
                  <a:lnTo>
                    <a:pt x="1152347" y="674039"/>
                  </a:lnTo>
                  <a:lnTo>
                    <a:pt x="1156220" y="666699"/>
                  </a:lnTo>
                  <a:lnTo>
                    <a:pt x="1160538" y="658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69482" y="2599272"/>
            <a:ext cx="1947545" cy="1359535"/>
            <a:chOff x="469482" y="2599272"/>
            <a:chExt cx="1947545" cy="1359535"/>
          </a:xfrm>
        </p:grpSpPr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487" y="2606040"/>
              <a:ext cx="1933956" cy="134569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77107" y="2606897"/>
              <a:ext cx="1932305" cy="1344295"/>
            </a:xfrm>
            <a:custGeom>
              <a:avLst/>
              <a:gdLst/>
              <a:ahLst/>
              <a:cxnLst/>
              <a:rect l="l" t="t" r="r" b="b"/>
              <a:pathLst>
                <a:path w="1932305" h="1344295">
                  <a:moveTo>
                    <a:pt x="0" y="1343882"/>
                  </a:moveTo>
                  <a:lnTo>
                    <a:pt x="1932241" y="1343882"/>
                  </a:lnTo>
                  <a:lnTo>
                    <a:pt x="1932241" y="0"/>
                  </a:lnTo>
                  <a:lnTo>
                    <a:pt x="0" y="0"/>
                  </a:lnTo>
                  <a:lnTo>
                    <a:pt x="0" y="1343882"/>
                  </a:lnTo>
                  <a:close/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95648" y="2864739"/>
              <a:ext cx="407670" cy="314325"/>
            </a:xfrm>
            <a:custGeom>
              <a:avLst/>
              <a:gdLst/>
              <a:ahLst/>
              <a:cxnLst/>
              <a:rect l="l" t="t" r="r" b="b"/>
              <a:pathLst>
                <a:path w="407669" h="314325">
                  <a:moveTo>
                    <a:pt x="318706" y="314229"/>
                  </a:moveTo>
                  <a:lnTo>
                    <a:pt x="276034" y="314229"/>
                  </a:lnTo>
                  <a:lnTo>
                    <a:pt x="208502" y="76676"/>
                  </a:lnTo>
                  <a:lnTo>
                    <a:pt x="207073" y="68961"/>
                  </a:lnTo>
                  <a:lnTo>
                    <a:pt x="206216" y="60674"/>
                  </a:lnTo>
                  <a:lnTo>
                    <a:pt x="205930" y="51816"/>
                  </a:lnTo>
                  <a:lnTo>
                    <a:pt x="204406" y="51816"/>
                  </a:lnTo>
                  <a:lnTo>
                    <a:pt x="134207" y="314229"/>
                  </a:lnTo>
                  <a:lnTo>
                    <a:pt x="91535" y="314229"/>
                  </a:lnTo>
                  <a:lnTo>
                    <a:pt x="0" y="0"/>
                  </a:lnTo>
                  <a:lnTo>
                    <a:pt x="39623" y="0"/>
                  </a:lnTo>
                  <a:lnTo>
                    <a:pt x="108775" y="248126"/>
                  </a:lnTo>
                  <a:lnTo>
                    <a:pt x="110204" y="255841"/>
                  </a:lnTo>
                  <a:lnTo>
                    <a:pt x="111061" y="264128"/>
                  </a:lnTo>
                  <a:lnTo>
                    <a:pt x="111347" y="272986"/>
                  </a:lnTo>
                  <a:lnTo>
                    <a:pt x="112871" y="272986"/>
                  </a:lnTo>
                  <a:lnTo>
                    <a:pt x="114061" y="266057"/>
                  </a:lnTo>
                  <a:lnTo>
                    <a:pt x="115538" y="258699"/>
                  </a:lnTo>
                  <a:lnTo>
                    <a:pt x="117586" y="250483"/>
                  </a:lnTo>
                  <a:lnTo>
                    <a:pt x="120491" y="240982"/>
                  </a:lnTo>
                  <a:lnTo>
                    <a:pt x="189071" y="0"/>
                  </a:lnTo>
                  <a:lnTo>
                    <a:pt x="224218" y="0"/>
                  </a:lnTo>
                  <a:lnTo>
                    <a:pt x="291274" y="242506"/>
                  </a:lnTo>
                  <a:lnTo>
                    <a:pt x="293274" y="248745"/>
                  </a:lnTo>
                  <a:lnTo>
                    <a:pt x="294703" y="255841"/>
                  </a:lnTo>
                  <a:lnTo>
                    <a:pt x="295560" y="263509"/>
                  </a:lnTo>
                  <a:lnTo>
                    <a:pt x="295846" y="271462"/>
                  </a:lnTo>
                  <a:lnTo>
                    <a:pt x="297370" y="271462"/>
                  </a:lnTo>
                  <a:lnTo>
                    <a:pt x="297894" y="265414"/>
                  </a:lnTo>
                  <a:lnTo>
                    <a:pt x="299275" y="258508"/>
                  </a:lnTo>
                  <a:lnTo>
                    <a:pt x="303466" y="240982"/>
                  </a:lnTo>
                  <a:lnTo>
                    <a:pt x="367569" y="0"/>
                  </a:lnTo>
                  <a:lnTo>
                    <a:pt x="407193" y="0"/>
                  </a:lnTo>
                  <a:lnTo>
                    <a:pt x="318706" y="3142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8081" y="2948559"/>
              <a:ext cx="196786" cy="23498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74560" y="2846361"/>
              <a:ext cx="1332865" cy="924560"/>
            </a:xfrm>
            <a:custGeom>
              <a:avLst/>
              <a:gdLst/>
              <a:ahLst/>
              <a:cxnLst/>
              <a:rect l="l" t="t" r="r" b="b"/>
              <a:pathLst>
                <a:path w="1332864" h="924560">
                  <a:moveTo>
                    <a:pt x="88392" y="752094"/>
                  </a:moveTo>
                  <a:lnTo>
                    <a:pt x="79565" y="748665"/>
                  </a:lnTo>
                  <a:lnTo>
                    <a:pt x="71437" y="745236"/>
                  </a:lnTo>
                  <a:lnTo>
                    <a:pt x="64185" y="741807"/>
                  </a:lnTo>
                  <a:lnTo>
                    <a:pt x="57912" y="738378"/>
                  </a:lnTo>
                  <a:lnTo>
                    <a:pt x="48221" y="782396"/>
                  </a:lnTo>
                  <a:lnTo>
                    <a:pt x="37528" y="825296"/>
                  </a:lnTo>
                  <a:lnTo>
                    <a:pt x="25984" y="867041"/>
                  </a:lnTo>
                  <a:lnTo>
                    <a:pt x="13716" y="907643"/>
                  </a:lnTo>
                  <a:lnTo>
                    <a:pt x="48768" y="919835"/>
                  </a:lnTo>
                  <a:lnTo>
                    <a:pt x="59677" y="875195"/>
                  </a:lnTo>
                  <a:lnTo>
                    <a:pt x="69723" y="832535"/>
                  </a:lnTo>
                  <a:lnTo>
                    <a:pt x="79209" y="791591"/>
                  </a:lnTo>
                  <a:lnTo>
                    <a:pt x="88392" y="752094"/>
                  </a:lnTo>
                  <a:close/>
                </a:path>
                <a:path w="1332864" h="924560">
                  <a:moveTo>
                    <a:pt x="89916" y="668185"/>
                  </a:moveTo>
                  <a:lnTo>
                    <a:pt x="75323" y="656170"/>
                  </a:lnTo>
                  <a:lnTo>
                    <a:pt x="58864" y="643026"/>
                  </a:lnTo>
                  <a:lnTo>
                    <a:pt x="40411" y="628700"/>
                  </a:lnTo>
                  <a:lnTo>
                    <a:pt x="19812" y="613219"/>
                  </a:lnTo>
                  <a:lnTo>
                    <a:pt x="0" y="637705"/>
                  </a:lnTo>
                  <a:lnTo>
                    <a:pt x="16268" y="650824"/>
                  </a:lnTo>
                  <a:lnTo>
                    <a:pt x="32956" y="664946"/>
                  </a:lnTo>
                  <a:lnTo>
                    <a:pt x="49936" y="679919"/>
                  </a:lnTo>
                  <a:lnTo>
                    <a:pt x="67056" y="695617"/>
                  </a:lnTo>
                  <a:lnTo>
                    <a:pt x="71920" y="690473"/>
                  </a:lnTo>
                  <a:lnTo>
                    <a:pt x="77343" y="684187"/>
                  </a:lnTo>
                  <a:lnTo>
                    <a:pt x="83350" y="676757"/>
                  </a:lnTo>
                  <a:lnTo>
                    <a:pt x="89916" y="668185"/>
                  </a:lnTo>
                  <a:close/>
                </a:path>
                <a:path w="1332864" h="924560">
                  <a:moveTo>
                    <a:pt x="100584" y="555307"/>
                  </a:moveTo>
                  <a:lnTo>
                    <a:pt x="91465" y="546976"/>
                  </a:lnTo>
                  <a:lnTo>
                    <a:pt x="77914" y="535482"/>
                  </a:lnTo>
                  <a:lnTo>
                    <a:pt x="60083" y="520547"/>
                  </a:lnTo>
                  <a:lnTo>
                    <a:pt x="38100" y="501878"/>
                  </a:lnTo>
                  <a:lnTo>
                    <a:pt x="16764" y="524827"/>
                  </a:lnTo>
                  <a:lnTo>
                    <a:pt x="49911" y="555688"/>
                  </a:lnTo>
                  <a:lnTo>
                    <a:pt x="63919" y="568553"/>
                  </a:lnTo>
                  <a:lnTo>
                    <a:pt x="76200" y="579691"/>
                  </a:lnTo>
                  <a:lnTo>
                    <a:pt x="81940" y="573735"/>
                  </a:lnTo>
                  <a:lnTo>
                    <a:pt x="87820" y="567499"/>
                  </a:lnTo>
                  <a:lnTo>
                    <a:pt x="93992" y="561263"/>
                  </a:lnTo>
                  <a:lnTo>
                    <a:pt x="100584" y="555307"/>
                  </a:lnTo>
                  <a:close/>
                </a:path>
                <a:path w="1332864" h="924560">
                  <a:moveTo>
                    <a:pt x="224129" y="546163"/>
                  </a:moveTo>
                  <a:lnTo>
                    <a:pt x="217843" y="534149"/>
                  </a:lnTo>
                  <a:lnTo>
                    <a:pt x="210413" y="520966"/>
                  </a:lnTo>
                  <a:lnTo>
                    <a:pt x="201841" y="506653"/>
                  </a:lnTo>
                  <a:lnTo>
                    <a:pt x="192125" y="491197"/>
                  </a:lnTo>
                  <a:lnTo>
                    <a:pt x="163169" y="506450"/>
                  </a:lnTo>
                  <a:lnTo>
                    <a:pt x="171145" y="519379"/>
                  </a:lnTo>
                  <a:lnTo>
                    <a:pt x="178981" y="533006"/>
                  </a:lnTo>
                  <a:lnTo>
                    <a:pt x="186524" y="547471"/>
                  </a:lnTo>
                  <a:lnTo>
                    <a:pt x="193649" y="562927"/>
                  </a:lnTo>
                  <a:lnTo>
                    <a:pt x="224129" y="546163"/>
                  </a:lnTo>
                  <a:close/>
                </a:path>
                <a:path w="1332864" h="924560">
                  <a:moveTo>
                    <a:pt x="285178" y="569023"/>
                  </a:moveTo>
                  <a:lnTo>
                    <a:pt x="102108" y="569023"/>
                  </a:lnTo>
                  <a:lnTo>
                    <a:pt x="102108" y="599503"/>
                  </a:lnTo>
                  <a:lnTo>
                    <a:pt x="233273" y="599503"/>
                  </a:lnTo>
                  <a:lnTo>
                    <a:pt x="226961" y="635876"/>
                  </a:lnTo>
                  <a:lnTo>
                    <a:pt x="219367" y="669518"/>
                  </a:lnTo>
                  <a:lnTo>
                    <a:pt x="210337" y="700582"/>
                  </a:lnTo>
                  <a:lnTo>
                    <a:pt x="199745" y="729234"/>
                  </a:lnTo>
                  <a:lnTo>
                    <a:pt x="185762" y="705129"/>
                  </a:lnTo>
                  <a:lnTo>
                    <a:pt x="156667" y="655840"/>
                  </a:lnTo>
                  <a:lnTo>
                    <a:pt x="141833" y="630085"/>
                  </a:lnTo>
                  <a:lnTo>
                    <a:pt x="114300" y="645325"/>
                  </a:lnTo>
                  <a:lnTo>
                    <a:pt x="132359" y="676148"/>
                  </a:lnTo>
                  <a:lnTo>
                    <a:pt x="149821" y="706704"/>
                  </a:lnTo>
                  <a:lnTo>
                    <a:pt x="182981" y="765810"/>
                  </a:lnTo>
                  <a:lnTo>
                    <a:pt x="162725" y="801001"/>
                  </a:lnTo>
                  <a:lnTo>
                    <a:pt x="138734" y="833488"/>
                  </a:lnTo>
                  <a:lnTo>
                    <a:pt x="111315" y="863396"/>
                  </a:lnTo>
                  <a:lnTo>
                    <a:pt x="80772" y="890879"/>
                  </a:lnTo>
                  <a:lnTo>
                    <a:pt x="87350" y="897712"/>
                  </a:lnTo>
                  <a:lnTo>
                    <a:pt x="93345" y="904405"/>
                  </a:lnTo>
                  <a:lnTo>
                    <a:pt x="98780" y="910805"/>
                  </a:lnTo>
                  <a:lnTo>
                    <a:pt x="103632" y="916787"/>
                  </a:lnTo>
                  <a:lnTo>
                    <a:pt x="132245" y="892276"/>
                  </a:lnTo>
                  <a:lnTo>
                    <a:pt x="158394" y="864768"/>
                  </a:lnTo>
                  <a:lnTo>
                    <a:pt x="181952" y="834656"/>
                  </a:lnTo>
                  <a:lnTo>
                    <a:pt x="202793" y="802386"/>
                  </a:lnTo>
                  <a:lnTo>
                    <a:pt x="214439" y="824153"/>
                  </a:lnTo>
                  <a:lnTo>
                    <a:pt x="226225" y="845908"/>
                  </a:lnTo>
                  <a:lnTo>
                    <a:pt x="237731" y="867625"/>
                  </a:lnTo>
                  <a:lnTo>
                    <a:pt x="248513" y="889355"/>
                  </a:lnTo>
                  <a:lnTo>
                    <a:pt x="280606" y="872591"/>
                  </a:lnTo>
                  <a:lnTo>
                    <a:pt x="251955" y="820343"/>
                  </a:lnTo>
                  <a:lnTo>
                    <a:pt x="241922" y="802386"/>
                  </a:lnTo>
                  <a:lnTo>
                    <a:pt x="236804" y="793203"/>
                  </a:lnTo>
                  <a:lnTo>
                    <a:pt x="221081" y="765810"/>
                  </a:lnTo>
                  <a:lnTo>
                    <a:pt x="235077" y="730580"/>
                  </a:lnTo>
                  <a:lnTo>
                    <a:pt x="235508" y="729234"/>
                  </a:lnTo>
                  <a:lnTo>
                    <a:pt x="247370" y="691235"/>
                  </a:lnTo>
                  <a:lnTo>
                    <a:pt x="257937" y="647585"/>
                  </a:lnTo>
                  <a:lnTo>
                    <a:pt x="266801" y="599503"/>
                  </a:lnTo>
                  <a:lnTo>
                    <a:pt x="285178" y="599503"/>
                  </a:lnTo>
                  <a:lnTo>
                    <a:pt x="285178" y="569023"/>
                  </a:lnTo>
                  <a:close/>
                </a:path>
                <a:path w="1332864" h="924560">
                  <a:moveTo>
                    <a:pt x="335470" y="541591"/>
                  </a:moveTo>
                  <a:lnTo>
                    <a:pt x="303466" y="541591"/>
                  </a:lnTo>
                  <a:lnTo>
                    <a:pt x="303466" y="820674"/>
                  </a:lnTo>
                  <a:lnTo>
                    <a:pt x="335470" y="820674"/>
                  </a:lnTo>
                  <a:lnTo>
                    <a:pt x="335470" y="541591"/>
                  </a:lnTo>
                  <a:close/>
                </a:path>
                <a:path w="1332864" h="924560">
                  <a:moveTo>
                    <a:pt x="417868" y="494245"/>
                  </a:moveTo>
                  <a:lnTo>
                    <a:pt x="384251" y="494245"/>
                  </a:lnTo>
                  <a:lnTo>
                    <a:pt x="384251" y="861923"/>
                  </a:lnTo>
                  <a:lnTo>
                    <a:pt x="382841" y="871918"/>
                  </a:lnTo>
                  <a:lnTo>
                    <a:pt x="378714" y="879068"/>
                  </a:lnTo>
                  <a:lnTo>
                    <a:pt x="372033" y="883348"/>
                  </a:lnTo>
                  <a:lnTo>
                    <a:pt x="362902" y="884783"/>
                  </a:lnTo>
                  <a:lnTo>
                    <a:pt x="349148" y="884491"/>
                  </a:lnTo>
                  <a:lnTo>
                    <a:pt x="335089" y="883640"/>
                  </a:lnTo>
                  <a:lnTo>
                    <a:pt x="320471" y="882205"/>
                  </a:lnTo>
                  <a:lnTo>
                    <a:pt x="304990" y="880211"/>
                  </a:lnTo>
                  <a:lnTo>
                    <a:pt x="307022" y="889355"/>
                  </a:lnTo>
                  <a:lnTo>
                    <a:pt x="308610" y="898499"/>
                  </a:lnTo>
                  <a:lnTo>
                    <a:pt x="309816" y="906881"/>
                  </a:lnTo>
                  <a:lnTo>
                    <a:pt x="311086" y="916787"/>
                  </a:lnTo>
                  <a:lnTo>
                    <a:pt x="326834" y="917663"/>
                  </a:lnTo>
                  <a:lnTo>
                    <a:pt x="342138" y="918121"/>
                  </a:lnTo>
                  <a:lnTo>
                    <a:pt x="372046" y="918311"/>
                  </a:lnTo>
                  <a:lnTo>
                    <a:pt x="392074" y="915454"/>
                  </a:lnTo>
                  <a:lnTo>
                    <a:pt x="406387" y="906881"/>
                  </a:lnTo>
                  <a:lnTo>
                    <a:pt x="414997" y="892594"/>
                  </a:lnTo>
                  <a:lnTo>
                    <a:pt x="416115" y="884783"/>
                  </a:lnTo>
                  <a:lnTo>
                    <a:pt x="417868" y="872591"/>
                  </a:lnTo>
                  <a:lnTo>
                    <a:pt x="417868" y="494245"/>
                  </a:lnTo>
                  <a:close/>
                </a:path>
                <a:path w="1332864" h="924560">
                  <a:moveTo>
                    <a:pt x="510832" y="504913"/>
                  </a:moveTo>
                  <a:lnTo>
                    <a:pt x="477304" y="504913"/>
                  </a:lnTo>
                  <a:lnTo>
                    <a:pt x="477304" y="657504"/>
                  </a:lnTo>
                  <a:lnTo>
                    <a:pt x="510832" y="657504"/>
                  </a:lnTo>
                  <a:lnTo>
                    <a:pt x="510832" y="504913"/>
                  </a:lnTo>
                  <a:close/>
                </a:path>
                <a:path w="1332864" h="924560">
                  <a:moveTo>
                    <a:pt x="609981" y="491197"/>
                  </a:moveTo>
                  <a:lnTo>
                    <a:pt x="576453" y="491197"/>
                  </a:lnTo>
                  <a:lnTo>
                    <a:pt x="576453" y="659028"/>
                  </a:lnTo>
                  <a:lnTo>
                    <a:pt x="609981" y="659028"/>
                  </a:lnTo>
                  <a:lnTo>
                    <a:pt x="609981" y="491197"/>
                  </a:lnTo>
                  <a:close/>
                </a:path>
                <a:path w="1332864" h="924560">
                  <a:moveTo>
                    <a:pt x="814298" y="680364"/>
                  </a:moveTo>
                  <a:lnTo>
                    <a:pt x="510832" y="680364"/>
                  </a:lnTo>
                  <a:lnTo>
                    <a:pt x="510832" y="829818"/>
                  </a:lnTo>
                  <a:lnTo>
                    <a:pt x="544360" y="829818"/>
                  </a:lnTo>
                  <a:lnTo>
                    <a:pt x="544360" y="710844"/>
                  </a:lnTo>
                  <a:lnTo>
                    <a:pt x="780770" y="710844"/>
                  </a:lnTo>
                  <a:lnTo>
                    <a:pt x="780770" y="826770"/>
                  </a:lnTo>
                  <a:lnTo>
                    <a:pt x="814298" y="826770"/>
                  </a:lnTo>
                  <a:lnTo>
                    <a:pt x="814298" y="710844"/>
                  </a:lnTo>
                  <a:lnTo>
                    <a:pt x="814298" y="680364"/>
                  </a:lnTo>
                  <a:close/>
                </a:path>
                <a:path w="1332864" h="924560">
                  <a:moveTo>
                    <a:pt x="847928" y="646836"/>
                  </a:moveTo>
                  <a:lnTo>
                    <a:pt x="786307" y="616318"/>
                  </a:lnTo>
                  <a:lnTo>
                    <a:pt x="754176" y="600900"/>
                  </a:lnTo>
                  <a:lnTo>
                    <a:pt x="721334" y="585787"/>
                  </a:lnTo>
                  <a:lnTo>
                    <a:pt x="703046" y="611695"/>
                  </a:lnTo>
                  <a:lnTo>
                    <a:pt x="740194" y="628611"/>
                  </a:lnTo>
                  <a:lnTo>
                    <a:pt x="773912" y="644931"/>
                  </a:lnTo>
                  <a:lnTo>
                    <a:pt x="804202" y="660654"/>
                  </a:lnTo>
                  <a:lnTo>
                    <a:pt x="831062" y="675792"/>
                  </a:lnTo>
                  <a:lnTo>
                    <a:pt x="847928" y="646836"/>
                  </a:lnTo>
                  <a:close/>
                </a:path>
                <a:path w="1332864" h="924560">
                  <a:moveTo>
                    <a:pt x="876884" y="537019"/>
                  </a:moveTo>
                  <a:lnTo>
                    <a:pt x="715238" y="537019"/>
                  </a:lnTo>
                  <a:lnTo>
                    <a:pt x="720928" y="526427"/>
                  </a:lnTo>
                  <a:lnTo>
                    <a:pt x="726478" y="515251"/>
                  </a:lnTo>
                  <a:lnTo>
                    <a:pt x="731735" y="503504"/>
                  </a:lnTo>
                  <a:lnTo>
                    <a:pt x="736574" y="491197"/>
                  </a:lnTo>
                  <a:lnTo>
                    <a:pt x="699998" y="491197"/>
                  </a:lnTo>
                  <a:lnTo>
                    <a:pt x="683945" y="527786"/>
                  </a:lnTo>
                  <a:lnTo>
                    <a:pt x="665619" y="561771"/>
                  </a:lnTo>
                  <a:lnTo>
                    <a:pt x="645045" y="592886"/>
                  </a:lnTo>
                  <a:lnTo>
                    <a:pt x="622173" y="620839"/>
                  </a:lnTo>
                  <a:lnTo>
                    <a:pt x="629272" y="625729"/>
                  </a:lnTo>
                  <a:lnTo>
                    <a:pt x="636651" y="631024"/>
                  </a:lnTo>
                  <a:lnTo>
                    <a:pt x="644042" y="636574"/>
                  </a:lnTo>
                  <a:lnTo>
                    <a:pt x="651129" y="642264"/>
                  </a:lnTo>
                  <a:lnTo>
                    <a:pt x="663689" y="625398"/>
                  </a:lnTo>
                  <a:lnTo>
                    <a:pt x="676097" y="607136"/>
                  </a:lnTo>
                  <a:lnTo>
                    <a:pt x="688251" y="587743"/>
                  </a:lnTo>
                  <a:lnTo>
                    <a:pt x="699998" y="567499"/>
                  </a:lnTo>
                  <a:lnTo>
                    <a:pt x="876884" y="567499"/>
                  </a:lnTo>
                  <a:lnTo>
                    <a:pt x="876884" y="537019"/>
                  </a:lnTo>
                  <a:close/>
                </a:path>
                <a:path w="1332864" h="924560">
                  <a:moveTo>
                    <a:pt x="886028" y="816102"/>
                  </a:moveTo>
                  <a:lnTo>
                    <a:pt x="876896" y="812914"/>
                  </a:lnTo>
                  <a:lnTo>
                    <a:pt x="867930" y="810006"/>
                  </a:lnTo>
                  <a:lnTo>
                    <a:pt x="859231" y="807097"/>
                  </a:lnTo>
                  <a:lnTo>
                    <a:pt x="850976" y="803910"/>
                  </a:lnTo>
                  <a:lnTo>
                    <a:pt x="849807" y="819111"/>
                  </a:lnTo>
                  <a:lnTo>
                    <a:pt x="848499" y="832916"/>
                  </a:lnTo>
                  <a:lnTo>
                    <a:pt x="834732" y="875830"/>
                  </a:lnTo>
                  <a:lnTo>
                    <a:pt x="809726" y="881735"/>
                  </a:lnTo>
                  <a:lnTo>
                    <a:pt x="732002" y="881735"/>
                  </a:lnTo>
                  <a:lnTo>
                    <a:pt x="718883" y="880249"/>
                  </a:lnTo>
                  <a:lnTo>
                    <a:pt x="709333" y="875639"/>
                  </a:lnTo>
                  <a:lnTo>
                    <a:pt x="703503" y="867587"/>
                  </a:lnTo>
                  <a:lnTo>
                    <a:pt x="701522" y="855827"/>
                  </a:lnTo>
                  <a:lnTo>
                    <a:pt x="701522" y="794766"/>
                  </a:lnTo>
                  <a:lnTo>
                    <a:pt x="701522" y="779526"/>
                  </a:lnTo>
                  <a:lnTo>
                    <a:pt x="672465" y="779526"/>
                  </a:lnTo>
                  <a:lnTo>
                    <a:pt x="674471" y="766902"/>
                  </a:lnTo>
                  <a:lnTo>
                    <a:pt x="675894" y="753986"/>
                  </a:lnTo>
                  <a:lnTo>
                    <a:pt x="676757" y="740486"/>
                  </a:lnTo>
                  <a:lnTo>
                    <a:pt x="677049" y="726084"/>
                  </a:lnTo>
                  <a:lnTo>
                    <a:pt x="643509" y="726084"/>
                  </a:lnTo>
                  <a:lnTo>
                    <a:pt x="641845" y="760145"/>
                  </a:lnTo>
                  <a:lnTo>
                    <a:pt x="634746" y="789051"/>
                  </a:lnTo>
                  <a:lnTo>
                    <a:pt x="605409" y="831443"/>
                  </a:lnTo>
                  <a:lnTo>
                    <a:pt x="548411" y="863638"/>
                  </a:lnTo>
                  <a:lnTo>
                    <a:pt x="504825" y="878370"/>
                  </a:lnTo>
                  <a:lnTo>
                    <a:pt x="451396" y="892403"/>
                  </a:lnTo>
                  <a:lnTo>
                    <a:pt x="456844" y="900404"/>
                  </a:lnTo>
                  <a:lnTo>
                    <a:pt x="461873" y="908405"/>
                  </a:lnTo>
                  <a:lnTo>
                    <a:pt x="466610" y="916406"/>
                  </a:lnTo>
                  <a:lnTo>
                    <a:pt x="471208" y="924407"/>
                  </a:lnTo>
                  <a:lnTo>
                    <a:pt x="526923" y="908710"/>
                  </a:lnTo>
                  <a:lnTo>
                    <a:pt x="572795" y="891451"/>
                  </a:lnTo>
                  <a:lnTo>
                    <a:pt x="608660" y="872756"/>
                  </a:lnTo>
                  <a:lnTo>
                    <a:pt x="645210" y="841349"/>
                  </a:lnTo>
                  <a:lnTo>
                    <a:pt x="669417" y="794766"/>
                  </a:lnTo>
                  <a:lnTo>
                    <a:pt x="669417" y="858875"/>
                  </a:lnTo>
                  <a:lnTo>
                    <a:pt x="672858" y="882637"/>
                  </a:lnTo>
                  <a:lnTo>
                    <a:pt x="683145" y="899261"/>
                  </a:lnTo>
                  <a:lnTo>
                    <a:pt x="700328" y="909015"/>
                  </a:lnTo>
                  <a:lnTo>
                    <a:pt x="724382" y="912215"/>
                  </a:lnTo>
                  <a:lnTo>
                    <a:pt x="814298" y="912215"/>
                  </a:lnTo>
                  <a:lnTo>
                    <a:pt x="857631" y="900785"/>
                  </a:lnTo>
                  <a:lnTo>
                    <a:pt x="876884" y="866495"/>
                  </a:lnTo>
                  <a:lnTo>
                    <a:pt x="883691" y="829818"/>
                  </a:lnTo>
                  <a:lnTo>
                    <a:pt x="886028" y="816102"/>
                  </a:lnTo>
                  <a:close/>
                </a:path>
                <a:path w="1332864" h="924560">
                  <a:moveTo>
                    <a:pt x="1090333" y="517105"/>
                  </a:moveTo>
                  <a:lnTo>
                    <a:pt x="1059853" y="517105"/>
                  </a:lnTo>
                  <a:lnTo>
                    <a:pt x="1059853" y="544639"/>
                  </a:lnTo>
                  <a:lnTo>
                    <a:pt x="1059853" y="604075"/>
                  </a:lnTo>
                  <a:lnTo>
                    <a:pt x="966800" y="604075"/>
                  </a:lnTo>
                  <a:lnTo>
                    <a:pt x="966800" y="544639"/>
                  </a:lnTo>
                  <a:lnTo>
                    <a:pt x="1059853" y="544639"/>
                  </a:lnTo>
                  <a:lnTo>
                    <a:pt x="1059853" y="517105"/>
                  </a:lnTo>
                  <a:lnTo>
                    <a:pt x="936320" y="517105"/>
                  </a:lnTo>
                  <a:lnTo>
                    <a:pt x="936320" y="648360"/>
                  </a:lnTo>
                  <a:lnTo>
                    <a:pt x="966800" y="648360"/>
                  </a:lnTo>
                  <a:lnTo>
                    <a:pt x="966800" y="631596"/>
                  </a:lnTo>
                  <a:lnTo>
                    <a:pt x="1059853" y="631596"/>
                  </a:lnTo>
                  <a:lnTo>
                    <a:pt x="1059853" y="645312"/>
                  </a:lnTo>
                  <a:lnTo>
                    <a:pt x="1090333" y="645312"/>
                  </a:lnTo>
                  <a:lnTo>
                    <a:pt x="1090333" y="631596"/>
                  </a:lnTo>
                  <a:lnTo>
                    <a:pt x="1090333" y="604075"/>
                  </a:lnTo>
                  <a:lnTo>
                    <a:pt x="1090333" y="544639"/>
                  </a:lnTo>
                  <a:lnTo>
                    <a:pt x="1090333" y="517105"/>
                  </a:lnTo>
                  <a:close/>
                </a:path>
                <a:path w="1332864" h="924560">
                  <a:moveTo>
                    <a:pt x="1101001" y="213639"/>
                  </a:moveTo>
                  <a:lnTo>
                    <a:pt x="1094524" y="168033"/>
                  </a:lnTo>
                  <a:lnTo>
                    <a:pt x="1076617" y="132778"/>
                  </a:lnTo>
                  <a:lnTo>
                    <a:pt x="1064425" y="121107"/>
                  </a:lnTo>
                  <a:lnTo>
                    <a:pt x="1064425" y="212115"/>
                  </a:lnTo>
                  <a:lnTo>
                    <a:pt x="1063040" y="233578"/>
                  </a:lnTo>
                  <a:lnTo>
                    <a:pt x="1044613" y="282219"/>
                  </a:lnTo>
                  <a:lnTo>
                    <a:pt x="1009472" y="305155"/>
                  </a:lnTo>
                  <a:lnTo>
                    <a:pt x="994321" y="306616"/>
                  </a:lnTo>
                  <a:lnTo>
                    <a:pt x="981125" y="305473"/>
                  </a:lnTo>
                  <a:lnTo>
                    <a:pt x="969086" y="302044"/>
                  </a:lnTo>
                  <a:lnTo>
                    <a:pt x="966190" y="300507"/>
                  </a:lnTo>
                  <a:lnTo>
                    <a:pt x="958227" y="296316"/>
                  </a:lnTo>
                  <a:lnTo>
                    <a:pt x="931367" y="254241"/>
                  </a:lnTo>
                  <a:lnTo>
                    <a:pt x="930211" y="241071"/>
                  </a:lnTo>
                  <a:lnTo>
                    <a:pt x="930211" y="208978"/>
                  </a:lnTo>
                  <a:lnTo>
                    <a:pt x="940511" y="166116"/>
                  </a:lnTo>
                  <a:lnTo>
                    <a:pt x="971410" y="138303"/>
                  </a:lnTo>
                  <a:lnTo>
                    <a:pt x="998893" y="132778"/>
                  </a:lnTo>
                  <a:lnTo>
                    <a:pt x="1013129" y="134188"/>
                  </a:lnTo>
                  <a:lnTo>
                    <a:pt x="1046137" y="154114"/>
                  </a:lnTo>
                  <a:lnTo>
                    <a:pt x="1063282" y="194665"/>
                  </a:lnTo>
                  <a:lnTo>
                    <a:pt x="1064425" y="212115"/>
                  </a:lnTo>
                  <a:lnTo>
                    <a:pt x="1064425" y="121107"/>
                  </a:lnTo>
                  <a:lnTo>
                    <a:pt x="1062901" y="119646"/>
                  </a:lnTo>
                  <a:lnTo>
                    <a:pt x="1046899" y="110058"/>
                  </a:lnTo>
                  <a:lnTo>
                    <a:pt x="1028611" y="104190"/>
                  </a:lnTo>
                  <a:lnTo>
                    <a:pt x="1008037" y="102196"/>
                  </a:lnTo>
                  <a:lnTo>
                    <a:pt x="984262" y="105054"/>
                  </a:lnTo>
                  <a:lnTo>
                    <a:pt x="963371" y="113487"/>
                  </a:lnTo>
                  <a:lnTo>
                    <a:pt x="945362" y="127355"/>
                  </a:lnTo>
                  <a:lnTo>
                    <a:pt x="930211" y="146494"/>
                  </a:lnTo>
                  <a:lnTo>
                    <a:pt x="930211" y="0"/>
                  </a:lnTo>
                  <a:lnTo>
                    <a:pt x="893635" y="0"/>
                  </a:lnTo>
                  <a:lnTo>
                    <a:pt x="893635" y="332613"/>
                  </a:lnTo>
                  <a:lnTo>
                    <a:pt x="930211" y="332613"/>
                  </a:lnTo>
                  <a:lnTo>
                    <a:pt x="930211" y="300507"/>
                  </a:lnTo>
                  <a:lnTo>
                    <a:pt x="943076" y="316572"/>
                  </a:lnTo>
                  <a:lnTo>
                    <a:pt x="958799" y="328028"/>
                  </a:lnTo>
                  <a:lnTo>
                    <a:pt x="977404" y="334899"/>
                  </a:lnTo>
                  <a:lnTo>
                    <a:pt x="998893" y="337185"/>
                  </a:lnTo>
                  <a:lnTo>
                    <a:pt x="1020851" y="335165"/>
                  </a:lnTo>
                  <a:lnTo>
                    <a:pt x="1040803" y="328980"/>
                  </a:lnTo>
                  <a:lnTo>
                    <a:pt x="1058468" y="318503"/>
                  </a:lnTo>
                  <a:lnTo>
                    <a:pt x="1070483" y="306616"/>
                  </a:lnTo>
                  <a:lnTo>
                    <a:pt x="1073569" y="303568"/>
                  </a:lnTo>
                  <a:lnTo>
                    <a:pt x="1085570" y="285013"/>
                  </a:lnTo>
                  <a:lnTo>
                    <a:pt x="1094143" y="263740"/>
                  </a:lnTo>
                  <a:lnTo>
                    <a:pt x="1099286" y="239915"/>
                  </a:lnTo>
                  <a:lnTo>
                    <a:pt x="1101001" y="213639"/>
                  </a:lnTo>
                  <a:close/>
                </a:path>
                <a:path w="1332864" h="924560">
                  <a:moveTo>
                    <a:pt x="1293215" y="517105"/>
                  </a:moveTo>
                  <a:lnTo>
                    <a:pt x="1262735" y="517105"/>
                  </a:lnTo>
                  <a:lnTo>
                    <a:pt x="1262735" y="544639"/>
                  </a:lnTo>
                  <a:lnTo>
                    <a:pt x="1262735" y="604075"/>
                  </a:lnTo>
                  <a:lnTo>
                    <a:pt x="1168158" y="604075"/>
                  </a:lnTo>
                  <a:lnTo>
                    <a:pt x="1168158" y="544639"/>
                  </a:lnTo>
                  <a:lnTo>
                    <a:pt x="1262735" y="544639"/>
                  </a:lnTo>
                  <a:lnTo>
                    <a:pt x="1262735" y="517105"/>
                  </a:lnTo>
                  <a:lnTo>
                    <a:pt x="1137678" y="517105"/>
                  </a:lnTo>
                  <a:lnTo>
                    <a:pt x="1137678" y="645312"/>
                  </a:lnTo>
                  <a:lnTo>
                    <a:pt x="1168158" y="645312"/>
                  </a:lnTo>
                  <a:lnTo>
                    <a:pt x="1168158" y="631596"/>
                  </a:lnTo>
                  <a:lnTo>
                    <a:pt x="1198638" y="631596"/>
                  </a:lnTo>
                  <a:lnTo>
                    <a:pt x="1262735" y="631596"/>
                  </a:lnTo>
                  <a:lnTo>
                    <a:pt x="1262735" y="646836"/>
                  </a:lnTo>
                  <a:lnTo>
                    <a:pt x="1293215" y="646836"/>
                  </a:lnTo>
                  <a:lnTo>
                    <a:pt x="1293215" y="631596"/>
                  </a:lnTo>
                  <a:lnTo>
                    <a:pt x="1293215" y="604075"/>
                  </a:lnTo>
                  <a:lnTo>
                    <a:pt x="1293215" y="544639"/>
                  </a:lnTo>
                  <a:lnTo>
                    <a:pt x="1293215" y="517105"/>
                  </a:lnTo>
                  <a:close/>
                </a:path>
                <a:path w="1332864" h="924560">
                  <a:moveTo>
                    <a:pt x="1332839" y="752094"/>
                  </a:moveTo>
                  <a:lnTo>
                    <a:pt x="1273632" y="750087"/>
                  </a:lnTo>
                  <a:lnTo>
                    <a:pt x="1224165" y="741794"/>
                  </a:lnTo>
                  <a:lnTo>
                    <a:pt x="1184440" y="727189"/>
                  </a:lnTo>
                  <a:lnTo>
                    <a:pt x="1154442" y="706285"/>
                  </a:lnTo>
                  <a:lnTo>
                    <a:pt x="1323695" y="706285"/>
                  </a:lnTo>
                  <a:lnTo>
                    <a:pt x="1323695" y="677316"/>
                  </a:lnTo>
                  <a:lnTo>
                    <a:pt x="1241310" y="677316"/>
                  </a:lnTo>
                  <a:lnTo>
                    <a:pt x="1250454" y="666648"/>
                  </a:lnTo>
                  <a:lnTo>
                    <a:pt x="1238707" y="657745"/>
                  </a:lnTo>
                  <a:lnTo>
                    <a:pt x="1226261" y="649122"/>
                  </a:lnTo>
                  <a:lnTo>
                    <a:pt x="1212938" y="640511"/>
                  </a:lnTo>
                  <a:lnTo>
                    <a:pt x="1198638" y="631596"/>
                  </a:lnTo>
                  <a:lnTo>
                    <a:pt x="1180350" y="651408"/>
                  </a:lnTo>
                  <a:lnTo>
                    <a:pt x="1199972" y="664362"/>
                  </a:lnTo>
                  <a:lnTo>
                    <a:pt x="1209281" y="670699"/>
                  </a:lnTo>
                  <a:lnTo>
                    <a:pt x="1218450" y="677316"/>
                  </a:lnTo>
                  <a:lnTo>
                    <a:pt x="1122438" y="677316"/>
                  </a:lnTo>
                  <a:lnTo>
                    <a:pt x="1124699" y="669277"/>
                  </a:lnTo>
                  <a:lnTo>
                    <a:pt x="1126820" y="660933"/>
                  </a:lnTo>
                  <a:lnTo>
                    <a:pt x="1128649" y="652030"/>
                  </a:lnTo>
                  <a:lnTo>
                    <a:pt x="1130058" y="642264"/>
                  </a:lnTo>
                  <a:lnTo>
                    <a:pt x="1097953" y="639216"/>
                  </a:lnTo>
                  <a:lnTo>
                    <a:pt x="1097407" y="649122"/>
                  </a:lnTo>
                  <a:lnTo>
                    <a:pt x="1095857" y="658837"/>
                  </a:lnTo>
                  <a:lnTo>
                    <a:pt x="1093457" y="668159"/>
                  </a:lnTo>
                  <a:lnTo>
                    <a:pt x="1090333" y="677316"/>
                  </a:lnTo>
                  <a:lnTo>
                    <a:pt x="913460" y="677316"/>
                  </a:lnTo>
                  <a:lnTo>
                    <a:pt x="913460" y="706285"/>
                  </a:lnTo>
                  <a:lnTo>
                    <a:pt x="1072045" y="706285"/>
                  </a:lnTo>
                  <a:lnTo>
                    <a:pt x="1049782" y="721715"/>
                  </a:lnTo>
                  <a:lnTo>
                    <a:pt x="1012786" y="735698"/>
                  </a:lnTo>
                  <a:lnTo>
                    <a:pt x="961199" y="747953"/>
                  </a:lnTo>
                  <a:lnTo>
                    <a:pt x="895159" y="758190"/>
                  </a:lnTo>
                  <a:lnTo>
                    <a:pt x="900595" y="767029"/>
                  </a:lnTo>
                  <a:lnTo>
                    <a:pt x="905446" y="775144"/>
                  </a:lnTo>
                  <a:lnTo>
                    <a:pt x="913460" y="788670"/>
                  </a:lnTo>
                  <a:lnTo>
                    <a:pt x="928700" y="785622"/>
                  </a:lnTo>
                  <a:lnTo>
                    <a:pt x="936320" y="785622"/>
                  </a:lnTo>
                  <a:lnTo>
                    <a:pt x="936320" y="918311"/>
                  </a:lnTo>
                  <a:lnTo>
                    <a:pt x="968324" y="918311"/>
                  </a:lnTo>
                  <a:lnTo>
                    <a:pt x="968324" y="893927"/>
                  </a:lnTo>
                  <a:lnTo>
                    <a:pt x="1059853" y="893927"/>
                  </a:lnTo>
                  <a:lnTo>
                    <a:pt x="1059853" y="918311"/>
                  </a:lnTo>
                  <a:lnTo>
                    <a:pt x="1090333" y="918311"/>
                  </a:lnTo>
                  <a:lnTo>
                    <a:pt x="1090333" y="782574"/>
                  </a:lnTo>
                  <a:lnTo>
                    <a:pt x="1059853" y="782574"/>
                  </a:lnTo>
                  <a:lnTo>
                    <a:pt x="1059853" y="810006"/>
                  </a:lnTo>
                  <a:lnTo>
                    <a:pt x="1059853" y="866495"/>
                  </a:lnTo>
                  <a:lnTo>
                    <a:pt x="968324" y="866495"/>
                  </a:lnTo>
                  <a:lnTo>
                    <a:pt x="968324" y="810006"/>
                  </a:lnTo>
                  <a:lnTo>
                    <a:pt x="1059853" y="810006"/>
                  </a:lnTo>
                  <a:lnTo>
                    <a:pt x="1059853" y="782574"/>
                  </a:lnTo>
                  <a:lnTo>
                    <a:pt x="950036" y="782574"/>
                  </a:lnTo>
                  <a:lnTo>
                    <a:pt x="1010666" y="768311"/>
                  </a:lnTo>
                  <a:lnTo>
                    <a:pt x="1057554" y="750747"/>
                  </a:lnTo>
                  <a:lnTo>
                    <a:pt x="1090714" y="730021"/>
                  </a:lnTo>
                  <a:lnTo>
                    <a:pt x="1110145" y="706285"/>
                  </a:lnTo>
                  <a:lnTo>
                    <a:pt x="1117866" y="706285"/>
                  </a:lnTo>
                  <a:lnTo>
                    <a:pt x="1140726" y="733450"/>
                  </a:lnTo>
                  <a:lnTo>
                    <a:pt x="1175016" y="755319"/>
                  </a:lnTo>
                  <a:lnTo>
                    <a:pt x="1220774" y="771740"/>
                  </a:lnTo>
                  <a:lnTo>
                    <a:pt x="1277975" y="782574"/>
                  </a:lnTo>
                  <a:lnTo>
                    <a:pt x="1262735" y="782574"/>
                  </a:lnTo>
                  <a:lnTo>
                    <a:pt x="1262735" y="810006"/>
                  </a:lnTo>
                  <a:lnTo>
                    <a:pt x="1262735" y="866495"/>
                  </a:lnTo>
                  <a:lnTo>
                    <a:pt x="1168158" y="866495"/>
                  </a:lnTo>
                  <a:lnTo>
                    <a:pt x="1168158" y="810006"/>
                  </a:lnTo>
                  <a:lnTo>
                    <a:pt x="1262735" y="810006"/>
                  </a:lnTo>
                  <a:lnTo>
                    <a:pt x="1262735" y="782574"/>
                  </a:lnTo>
                  <a:lnTo>
                    <a:pt x="1137678" y="782574"/>
                  </a:lnTo>
                  <a:lnTo>
                    <a:pt x="1137678" y="918311"/>
                  </a:lnTo>
                  <a:lnTo>
                    <a:pt x="1168158" y="918311"/>
                  </a:lnTo>
                  <a:lnTo>
                    <a:pt x="1168158" y="893927"/>
                  </a:lnTo>
                  <a:lnTo>
                    <a:pt x="1262735" y="893927"/>
                  </a:lnTo>
                  <a:lnTo>
                    <a:pt x="1262735" y="918311"/>
                  </a:lnTo>
                  <a:lnTo>
                    <a:pt x="1293215" y="918311"/>
                  </a:lnTo>
                  <a:lnTo>
                    <a:pt x="1293215" y="893927"/>
                  </a:lnTo>
                  <a:lnTo>
                    <a:pt x="1293215" y="866495"/>
                  </a:lnTo>
                  <a:lnTo>
                    <a:pt x="1293215" y="810006"/>
                  </a:lnTo>
                  <a:lnTo>
                    <a:pt x="1293215" y="784098"/>
                  </a:lnTo>
                  <a:lnTo>
                    <a:pt x="1300835" y="785622"/>
                  </a:lnTo>
                  <a:lnTo>
                    <a:pt x="1316075" y="785622"/>
                  </a:lnTo>
                  <a:lnTo>
                    <a:pt x="1316837" y="784098"/>
                  </a:lnTo>
                  <a:lnTo>
                    <a:pt x="1332839" y="7520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2409348" y="2176738"/>
            <a:ext cx="7877175" cy="4222750"/>
            <a:chOff x="2409348" y="2176738"/>
            <a:chExt cx="7877175" cy="4222750"/>
          </a:xfrm>
        </p:grpSpPr>
        <p:sp>
          <p:nvSpPr>
            <p:cNvPr id="32" name="object 32" descr=""/>
            <p:cNvSpPr/>
            <p:nvPr/>
          </p:nvSpPr>
          <p:spPr>
            <a:xfrm>
              <a:off x="3554634" y="2187416"/>
              <a:ext cx="6720840" cy="4201160"/>
            </a:xfrm>
            <a:custGeom>
              <a:avLst/>
              <a:gdLst/>
              <a:ahLst/>
              <a:cxnLst/>
              <a:rect l="l" t="t" r="r" b="b"/>
              <a:pathLst>
                <a:path w="6720840" h="4201160">
                  <a:moveTo>
                    <a:pt x="0" y="4201001"/>
                  </a:moveTo>
                  <a:lnTo>
                    <a:pt x="6720840" y="4201001"/>
                  </a:lnTo>
                  <a:lnTo>
                    <a:pt x="6720840" y="0"/>
                  </a:lnTo>
                  <a:lnTo>
                    <a:pt x="0" y="0"/>
                  </a:lnTo>
                  <a:lnTo>
                    <a:pt x="0" y="4201001"/>
                  </a:lnTo>
                  <a:close/>
                </a:path>
              </a:pathLst>
            </a:custGeom>
            <a:ln w="2135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412396" y="2816042"/>
              <a:ext cx="1481455" cy="251460"/>
            </a:xfrm>
            <a:custGeom>
              <a:avLst/>
              <a:gdLst/>
              <a:ahLst/>
              <a:cxnLst/>
              <a:rect l="l" t="t" r="r" b="b"/>
              <a:pathLst>
                <a:path w="1481454" h="251460">
                  <a:moveTo>
                    <a:pt x="1394371" y="126408"/>
                  </a:moveTo>
                  <a:lnTo>
                    <a:pt x="1238345" y="39552"/>
                  </a:lnTo>
                  <a:lnTo>
                    <a:pt x="1232439" y="33941"/>
                  </a:lnTo>
                  <a:lnTo>
                    <a:pt x="1228820" y="26741"/>
                  </a:lnTo>
                  <a:lnTo>
                    <a:pt x="1228058" y="18683"/>
                  </a:lnTo>
                  <a:lnTo>
                    <a:pt x="1230725" y="10501"/>
                  </a:lnTo>
                  <a:lnTo>
                    <a:pt x="1236321" y="3952"/>
                  </a:lnTo>
                  <a:lnTo>
                    <a:pt x="1243488" y="404"/>
                  </a:lnTo>
                  <a:lnTo>
                    <a:pt x="1251513" y="0"/>
                  </a:lnTo>
                  <a:lnTo>
                    <a:pt x="1259681" y="2881"/>
                  </a:lnTo>
                  <a:lnTo>
                    <a:pt x="1442654" y="105084"/>
                  </a:lnTo>
                  <a:lnTo>
                    <a:pt x="1438084" y="105084"/>
                  </a:lnTo>
                  <a:lnTo>
                    <a:pt x="1438084" y="108132"/>
                  </a:lnTo>
                  <a:lnTo>
                    <a:pt x="1427416" y="108132"/>
                  </a:lnTo>
                  <a:lnTo>
                    <a:pt x="1394371" y="126408"/>
                  </a:lnTo>
                  <a:close/>
                </a:path>
                <a:path w="1481454" h="251460">
                  <a:moveTo>
                    <a:pt x="1358356" y="146327"/>
                  </a:moveTo>
                  <a:lnTo>
                    <a:pt x="0" y="146327"/>
                  </a:lnTo>
                  <a:lnTo>
                    <a:pt x="0" y="105084"/>
                  </a:lnTo>
                  <a:lnTo>
                    <a:pt x="1356065" y="105084"/>
                  </a:lnTo>
                  <a:lnTo>
                    <a:pt x="1394371" y="126408"/>
                  </a:lnTo>
                  <a:lnTo>
                    <a:pt x="1358356" y="146327"/>
                  </a:lnTo>
                  <a:close/>
                </a:path>
                <a:path w="1481454" h="251460">
                  <a:moveTo>
                    <a:pt x="1444795" y="146327"/>
                  </a:moveTo>
                  <a:lnTo>
                    <a:pt x="1438084" y="146327"/>
                  </a:lnTo>
                  <a:lnTo>
                    <a:pt x="1438084" y="105084"/>
                  </a:lnTo>
                  <a:lnTo>
                    <a:pt x="1442654" y="105084"/>
                  </a:lnTo>
                  <a:lnTo>
                    <a:pt x="1480851" y="126420"/>
                  </a:lnTo>
                  <a:lnTo>
                    <a:pt x="1444795" y="146327"/>
                  </a:lnTo>
                  <a:close/>
                </a:path>
                <a:path w="1481454" h="251460">
                  <a:moveTo>
                    <a:pt x="1427416" y="144803"/>
                  </a:moveTo>
                  <a:lnTo>
                    <a:pt x="1394371" y="126408"/>
                  </a:lnTo>
                  <a:lnTo>
                    <a:pt x="1427416" y="108132"/>
                  </a:lnTo>
                  <a:lnTo>
                    <a:pt x="1427416" y="144803"/>
                  </a:lnTo>
                  <a:close/>
                </a:path>
                <a:path w="1481454" h="251460">
                  <a:moveTo>
                    <a:pt x="1438084" y="144803"/>
                  </a:moveTo>
                  <a:lnTo>
                    <a:pt x="1427416" y="144803"/>
                  </a:lnTo>
                  <a:lnTo>
                    <a:pt x="1427416" y="108132"/>
                  </a:lnTo>
                  <a:lnTo>
                    <a:pt x="1438084" y="108132"/>
                  </a:lnTo>
                  <a:lnTo>
                    <a:pt x="1438084" y="144803"/>
                  </a:lnTo>
                  <a:close/>
                </a:path>
                <a:path w="1481454" h="251460">
                  <a:moveTo>
                    <a:pt x="1251513" y="251412"/>
                  </a:moveTo>
                  <a:lnTo>
                    <a:pt x="1243488" y="251007"/>
                  </a:lnTo>
                  <a:lnTo>
                    <a:pt x="1236321" y="247459"/>
                  </a:lnTo>
                  <a:lnTo>
                    <a:pt x="1230725" y="240911"/>
                  </a:lnTo>
                  <a:lnTo>
                    <a:pt x="1228058" y="232688"/>
                  </a:lnTo>
                  <a:lnTo>
                    <a:pt x="1228820" y="224635"/>
                  </a:lnTo>
                  <a:lnTo>
                    <a:pt x="1232439" y="217457"/>
                  </a:lnTo>
                  <a:lnTo>
                    <a:pt x="1238345" y="211859"/>
                  </a:lnTo>
                  <a:lnTo>
                    <a:pt x="1239869" y="211859"/>
                  </a:lnTo>
                  <a:lnTo>
                    <a:pt x="1394371" y="126408"/>
                  </a:lnTo>
                  <a:lnTo>
                    <a:pt x="1427416" y="144803"/>
                  </a:lnTo>
                  <a:lnTo>
                    <a:pt x="1438084" y="144803"/>
                  </a:lnTo>
                  <a:lnTo>
                    <a:pt x="1438084" y="146327"/>
                  </a:lnTo>
                  <a:lnTo>
                    <a:pt x="1444795" y="146327"/>
                  </a:lnTo>
                  <a:lnTo>
                    <a:pt x="1259681" y="248531"/>
                  </a:lnTo>
                  <a:lnTo>
                    <a:pt x="1251513" y="251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9247" y="4538472"/>
              <a:ext cx="1764792" cy="134873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890200" y="4539615"/>
              <a:ext cx="1763395" cy="1345565"/>
            </a:xfrm>
            <a:custGeom>
              <a:avLst/>
              <a:gdLst/>
              <a:ahLst/>
              <a:cxnLst/>
              <a:rect l="l" t="t" r="r" b="b"/>
              <a:pathLst>
                <a:path w="1763395" h="1345564">
                  <a:moveTo>
                    <a:pt x="0" y="1345406"/>
                  </a:moveTo>
                  <a:lnTo>
                    <a:pt x="1762887" y="1345406"/>
                  </a:lnTo>
                  <a:lnTo>
                    <a:pt x="1762887" y="0"/>
                  </a:lnTo>
                  <a:lnTo>
                    <a:pt x="0" y="0"/>
                  </a:lnTo>
                  <a:lnTo>
                    <a:pt x="0" y="1345406"/>
                  </a:lnTo>
                  <a:close/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409342" y="3489680"/>
              <a:ext cx="3141980" cy="2157730"/>
            </a:xfrm>
            <a:custGeom>
              <a:avLst/>
              <a:gdLst/>
              <a:ahLst/>
              <a:cxnLst/>
              <a:rect l="l" t="t" r="r" b="b"/>
              <a:pathLst>
                <a:path w="3141979" h="2157729">
                  <a:moveTo>
                    <a:pt x="1473238" y="105727"/>
                  </a:moveTo>
                  <a:lnTo>
                    <a:pt x="122885" y="105727"/>
                  </a:lnTo>
                  <a:lnTo>
                    <a:pt x="242506" y="40093"/>
                  </a:lnTo>
                  <a:lnTo>
                    <a:pt x="249072" y="34505"/>
                  </a:lnTo>
                  <a:lnTo>
                    <a:pt x="252793" y="27330"/>
                  </a:lnTo>
                  <a:lnTo>
                    <a:pt x="253644" y="19316"/>
                  </a:lnTo>
                  <a:lnTo>
                    <a:pt x="251650" y="11137"/>
                  </a:lnTo>
                  <a:lnTo>
                    <a:pt x="246049" y="4572"/>
                  </a:lnTo>
                  <a:lnTo>
                    <a:pt x="238887" y="850"/>
                  </a:lnTo>
                  <a:lnTo>
                    <a:pt x="230860" y="0"/>
                  </a:lnTo>
                  <a:lnTo>
                    <a:pt x="222694" y="1993"/>
                  </a:lnTo>
                  <a:lnTo>
                    <a:pt x="0" y="125539"/>
                  </a:lnTo>
                  <a:lnTo>
                    <a:pt x="222694" y="249085"/>
                  </a:lnTo>
                  <a:lnTo>
                    <a:pt x="230860" y="251955"/>
                  </a:lnTo>
                  <a:lnTo>
                    <a:pt x="238887" y="251561"/>
                  </a:lnTo>
                  <a:lnTo>
                    <a:pt x="246049" y="248005"/>
                  </a:lnTo>
                  <a:lnTo>
                    <a:pt x="251650" y="241465"/>
                  </a:lnTo>
                  <a:lnTo>
                    <a:pt x="253644" y="233286"/>
                  </a:lnTo>
                  <a:lnTo>
                    <a:pt x="252793" y="225272"/>
                  </a:lnTo>
                  <a:lnTo>
                    <a:pt x="249072" y="218097"/>
                  </a:lnTo>
                  <a:lnTo>
                    <a:pt x="242506" y="212509"/>
                  </a:lnTo>
                  <a:lnTo>
                    <a:pt x="244030" y="212509"/>
                  </a:lnTo>
                  <a:lnTo>
                    <a:pt x="125183" y="146875"/>
                  </a:lnTo>
                  <a:lnTo>
                    <a:pt x="1473238" y="146875"/>
                  </a:lnTo>
                  <a:lnTo>
                    <a:pt x="1473238" y="105727"/>
                  </a:lnTo>
                  <a:close/>
                </a:path>
                <a:path w="3141979" h="2157729">
                  <a:moveTo>
                    <a:pt x="1845284" y="1358011"/>
                  </a:moveTo>
                  <a:lnTo>
                    <a:pt x="1813179" y="1358011"/>
                  </a:lnTo>
                  <a:lnTo>
                    <a:pt x="1813179" y="1477391"/>
                  </a:lnTo>
                  <a:lnTo>
                    <a:pt x="1671358" y="1477391"/>
                  </a:lnTo>
                  <a:lnTo>
                    <a:pt x="1671358" y="1358011"/>
                  </a:lnTo>
                  <a:lnTo>
                    <a:pt x="1639354" y="1358011"/>
                  </a:lnTo>
                  <a:lnTo>
                    <a:pt x="1639354" y="1477391"/>
                  </a:lnTo>
                  <a:lnTo>
                    <a:pt x="1639354" y="1505331"/>
                  </a:lnTo>
                  <a:lnTo>
                    <a:pt x="1639354" y="1631061"/>
                  </a:lnTo>
                  <a:lnTo>
                    <a:pt x="1671358" y="1631061"/>
                  </a:lnTo>
                  <a:lnTo>
                    <a:pt x="1671358" y="1505331"/>
                  </a:lnTo>
                  <a:lnTo>
                    <a:pt x="1813179" y="1505331"/>
                  </a:lnTo>
                  <a:lnTo>
                    <a:pt x="1813179" y="1631061"/>
                  </a:lnTo>
                  <a:lnTo>
                    <a:pt x="1845284" y="1631061"/>
                  </a:lnTo>
                  <a:lnTo>
                    <a:pt x="1845284" y="1505331"/>
                  </a:lnTo>
                  <a:lnTo>
                    <a:pt x="1845284" y="1477391"/>
                  </a:lnTo>
                  <a:lnTo>
                    <a:pt x="1845284" y="1358011"/>
                  </a:lnTo>
                  <a:close/>
                </a:path>
                <a:path w="3141979" h="2157729">
                  <a:moveTo>
                    <a:pt x="1901761" y="2065883"/>
                  </a:moveTo>
                  <a:lnTo>
                    <a:pt x="1888388" y="2043341"/>
                  </a:lnTo>
                  <a:lnTo>
                    <a:pt x="1875459" y="2021217"/>
                  </a:lnTo>
                  <a:lnTo>
                    <a:pt x="1866925" y="2006346"/>
                  </a:lnTo>
                  <a:lnTo>
                    <a:pt x="1863140" y="1999780"/>
                  </a:lnTo>
                  <a:lnTo>
                    <a:pt x="1851380" y="1978914"/>
                  </a:lnTo>
                  <a:lnTo>
                    <a:pt x="1863737" y="1953425"/>
                  </a:lnTo>
                  <a:lnTo>
                    <a:pt x="1865325" y="1949958"/>
                  </a:lnTo>
                  <a:lnTo>
                    <a:pt x="1875650" y="1927390"/>
                  </a:lnTo>
                  <a:lnTo>
                    <a:pt x="1887258" y="1900809"/>
                  </a:lnTo>
                  <a:lnTo>
                    <a:pt x="1898713" y="1873656"/>
                  </a:lnTo>
                  <a:lnTo>
                    <a:pt x="1872805" y="1864512"/>
                  </a:lnTo>
                  <a:lnTo>
                    <a:pt x="1864436" y="1885353"/>
                  </a:lnTo>
                  <a:lnTo>
                    <a:pt x="1855381" y="1906625"/>
                  </a:lnTo>
                  <a:lnTo>
                    <a:pt x="1845487" y="1928215"/>
                  </a:lnTo>
                  <a:lnTo>
                    <a:pt x="1834616" y="1949958"/>
                  </a:lnTo>
                  <a:lnTo>
                    <a:pt x="1814804" y="1916531"/>
                  </a:lnTo>
                  <a:lnTo>
                    <a:pt x="1805038" y="1900351"/>
                  </a:lnTo>
                  <a:lnTo>
                    <a:pt x="1794992" y="1884337"/>
                  </a:lnTo>
                  <a:lnTo>
                    <a:pt x="1773656" y="1898053"/>
                  </a:lnTo>
                  <a:lnTo>
                    <a:pt x="1785289" y="1918614"/>
                  </a:lnTo>
                  <a:lnTo>
                    <a:pt x="1797088" y="1939048"/>
                  </a:lnTo>
                  <a:lnTo>
                    <a:pt x="1808581" y="1959203"/>
                  </a:lnTo>
                  <a:lnTo>
                    <a:pt x="1806460" y="2002040"/>
                  </a:lnTo>
                  <a:lnTo>
                    <a:pt x="1777796" y="2049462"/>
                  </a:lnTo>
                  <a:lnTo>
                    <a:pt x="1761464" y="2073503"/>
                  </a:lnTo>
                  <a:lnTo>
                    <a:pt x="1785848" y="2087219"/>
                  </a:lnTo>
                  <a:lnTo>
                    <a:pt x="1798421" y="2068360"/>
                  </a:lnTo>
                  <a:lnTo>
                    <a:pt x="1810994" y="2048497"/>
                  </a:lnTo>
                  <a:lnTo>
                    <a:pt x="1823567" y="2027770"/>
                  </a:lnTo>
                  <a:lnTo>
                    <a:pt x="1836140" y="2006346"/>
                  </a:lnTo>
                  <a:lnTo>
                    <a:pt x="1846186" y="2025535"/>
                  </a:lnTo>
                  <a:lnTo>
                    <a:pt x="1855406" y="2043252"/>
                  </a:lnTo>
                  <a:lnTo>
                    <a:pt x="1865680" y="2062670"/>
                  </a:lnTo>
                  <a:lnTo>
                    <a:pt x="1875853" y="2081123"/>
                  </a:lnTo>
                  <a:lnTo>
                    <a:pt x="1901761" y="2065883"/>
                  </a:lnTo>
                  <a:close/>
                </a:path>
                <a:path w="3141979" h="2157729">
                  <a:moveTo>
                    <a:pt x="1938337" y="1798891"/>
                  </a:moveTo>
                  <a:lnTo>
                    <a:pt x="1612011" y="1798891"/>
                  </a:lnTo>
                  <a:lnTo>
                    <a:pt x="1612011" y="2148179"/>
                  </a:lnTo>
                  <a:lnTo>
                    <a:pt x="1640967" y="2148179"/>
                  </a:lnTo>
                  <a:lnTo>
                    <a:pt x="1640967" y="2068931"/>
                  </a:lnTo>
                  <a:lnTo>
                    <a:pt x="1663827" y="2082647"/>
                  </a:lnTo>
                  <a:lnTo>
                    <a:pt x="1673072" y="2068931"/>
                  </a:lnTo>
                  <a:lnTo>
                    <a:pt x="1674088" y="2067407"/>
                  </a:lnTo>
                  <a:lnTo>
                    <a:pt x="1677200" y="2062784"/>
                  </a:lnTo>
                  <a:lnTo>
                    <a:pt x="1690306" y="2041829"/>
                  </a:lnTo>
                  <a:lnTo>
                    <a:pt x="1703044" y="2020404"/>
                  </a:lnTo>
                  <a:lnTo>
                    <a:pt x="1715643" y="1998726"/>
                  </a:lnTo>
                  <a:lnTo>
                    <a:pt x="1723694" y="2014461"/>
                  </a:lnTo>
                  <a:lnTo>
                    <a:pt x="1731733" y="2029790"/>
                  </a:lnTo>
                  <a:lnTo>
                    <a:pt x="1738896" y="2043252"/>
                  </a:lnTo>
                  <a:lnTo>
                    <a:pt x="1747748" y="2059787"/>
                  </a:lnTo>
                  <a:lnTo>
                    <a:pt x="1773656" y="2045970"/>
                  </a:lnTo>
                  <a:lnTo>
                    <a:pt x="1763102" y="2026564"/>
                  </a:lnTo>
                  <a:lnTo>
                    <a:pt x="1752130" y="2007298"/>
                  </a:lnTo>
                  <a:lnTo>
                    <a:pt x="1747037" y="1998726"/>
                  </a:lnTo>
                  <a:lnTo>
                    <a:pt x="1740865" y="1988324"/>
                  </a:lnTo>
                  <a:lnTo>
                    <a:pt x="1729460" y="1969770"/>
                  </a:lnTo>
                  <a:lnTo>
                    <a:pt x="1740839" y="1945690"/>
                  </a:lnTo>
                  <a:lnTo>
                    <a:pt x="1742414" y="1942249"/>
                  </a:lnTo>
                  <a:lnTo>
                    <a:pt x="1751939" y="1921484"/>
                  </a:lnTo>
                  <a:lnTo>
                    <a:pt x="1762455" y="1897024"/>
                  </a:lnTo>
                  <a:lnTo>
                    <a:pt x="1772132" y="1872132"/>
                  </a:lnTo>
                  <a:lnTo>
                    <a:pt x="1746224" y="1861464"/>
                  </a:lnTo>
                  <a:lnTo>
                    <a:pt x="1739074" y="1881809"/>
                  </a:lnTo>
                  <a:lnTo>
                    <a:pt x="1731352" y="1901863"/>
                  </a:lnTo>
                  <a:lnTo>
                    <a:pt x="1723034" y="1921903"/>
                  </a:lnTo>
                  <a:lnTo>
                    <a:pt x="1714119" y="1942249"/>
                  </a:lnTo>
                  <a:lnTo>
                    <a:pt x="1702689" y="1923072"/>
                  </a:lnTo>
                  <a:lnTo>
                    <a:pt x="1691259" y="1904339"/>
                  </a:lnTo>
                  <a:lnTo>
                    <a:pt x="1679829" y="1885873"/>
                  </a:lnTo>
                  <a:lnTo>
                    <a:pt x="1668399" y="1867560"/>
                  </a:lnTo>
                  <a:lnTo>
                    <a:pt x="1645539" y="1879752"/>
                  </a:lnTo>
                  <a:lnTo>
                    <a:pt x="1659877" y="1902625"/>
                  </a:lnTo>
                  <a:lnTo>
                    <a:pt x="1673352" y="1925485"/>
                  </a:lnTo>
                  <a:lnTo>
                    <a:pt x="1698879" y="1971294"/>
                  </a:lnTo>
                  <a:lnTo>
                    <a:pt x="1672209" y="2019312"/>
                  </a:lnTo>
                  <a:lnTo>
                    <a:pt x="1640967" y="2067407"/>
                  </a:lnTo>
                  <a:lnTo>
                    <a:pt x="1640967" y="1826323"/>
                  </a:lnTo>
                  <a:lnTo>
                    <a:pt x="1909381" y="1826323"/>
                  </a:lnTo>
                  <a:lnTo>
                    <a:pt x="1909381" y="2097887"/>
                  </a:lnTo>
                  <a:lnTo>
                    <a:pt x="1907933" y="2107006"/>
                  </a:lnTo>
                  <a:lnTo>
                    <a:pt x="1903476" y="2113699"/>
                  </a:lnTo>
                  <a:lnTo>
                    <a:pt x="1895881" y="2117814"/>
                  </a:lnTo>
                  <a:lnTo>
                    <a:pt x="1884997" y="2119223"/>
                  </a:lnTo>
                  <a:lnTo>
                    <a:pt x="1872983" y="2118957"/>
                  </a:lnTo>
                  <a:lnTo>
                    <a:pt x="1859800" y="2118271"/>
                  </a:lnTo>
                  <a:lnTo>
                    <a:pt x="1830044" y="2116175"/>
                  </a:lnTo>
                  <a:lnTo>
                    <a:pt x="1832063" y="2124786"/>
                  </a:lnTo>
                  <a:lnTo>
                    <a:pt x="1833664" y="2132558"/>
                  </a:lnTo>
                  <a:lnTo>
                    <a:pt x="1834972" y="2139746"/>
                  </a:lnTo>
                  <a:lnTo>
                    <a:pt x="1836140" y="2146655"/>
                  </a:lnTo>
                  <a:lnTo>
                    <a:pt x="1894141" y="2146655"/>
                  </a:lnTo>
                  <a:lnTo>
                    <a:pt x="1935721" y="2123503"/>
                  </a:lnTo>
                  <a:lnTo>
                    <a:pt x="1938337" y="2105507"/>
                  </a:lnTo>
                  <a:lnTo>
                    <a:pt x="1938337" y="1826323"/>
                  </a:lnTo>
                  <a:lnTo>
                    <a:pt x="1938337" y="1798891"/>
                  </a:lnTo>
                  <a:close/>
                </a:path>
                <a:path w="3141979" h="2157729">
                  <a:moveTo>
                    <a:pt x="2080171" y="1356296"/>
                  </a:moveTo>
                  <a:lnTo>
                    <a:pt x="1891004" y="1356296"/>
                  </a:lnTo>
                  <a:lnTo>
                    <a:pt x="1891004" y="1385506"/>
                  </a:lnTo>
                  <a:lnTo>
                    <a:pt x="1968817" y="1385506"/>
                  </a:lnTo>
                  <a:lnTo>
                    <a:pt x="1968817" y="1630616"/>
                  </a:lnTo>
                  <a:lnTo>
                    <a:pt x="2000821" y="1630616"/>
                  </a:lnTo>
                  <a:lnTo>
                    <a:pt x="2000821" y="1385506"/>
                  </a:lnTo>
                  <a:lnTo>
                    <a:pt x="2080171" y="1385506"/>
                  </a:lnTo>
                  <a:lnTo>
                    <a:pt x="2080171" y="1356296"/>
                  </a:lnTo>
                  <a:close/>
                </a:path>
                <a:path w="3141979" h="2157729">
                  <a:moveTo>
                    <a:pt x="2350109" y="2125319"/>
                  </a:moveTo>
                  <a:lnTo>
                    <a:pt x="2309850" y="2102739"/>
                  </a:lnTo>
                  <a:lnTo>
                    <a:pt x="2267000" y="2080729"/>
                  </a:lnTo>
                  <a:lnTo>
                    <a:pt x="2232571" y="2064359"/>
                  </a:lnTo>
                  <a:lnTo>
                    <a:pt x="2221865" y="2059266"/>
                  </a:lnTo>
                  <a:lnTo>
                    <a:pt x="2174748" y="2038350"/>
                  </a:lnTo>
                  <a:lnTo>
                    <a:pt x="2179624" y="2022919"/>
                  </a:lnTo>
                  <a:lnTo>
                    <a:pt x="2182939" y="2006346"/>
                  </a:lnTo>
                  <a:lnTo>
                    <a:pt x="2184819" y="1988629"/>
                  </a:lnTo>
                  <a:lnTo>
                    <a:pt x="2185416" y="1969770"/>
                  </a:lnTo>
                  <a:lnTo>
                    <a:pt x="2185416" y="1925485"/>
                  </a:lnTo>
                  <a:lnTo>
                    <a:pt x="2153412" y="1925485"/>
                  </a:lnTo>
                  <a:lnTo>
                    <a:pt x="2153297" y="1969770"/>
                  </a:lnTo>
                  <a:lnTo>
                    <a:pt x="2150821" y="2001634"/>
                  </a:lnTo>
                  <a:lnTo>
                    <a:pt x="2130183" y="2055291"/>
                  </a:lnTo>
                  <a:lnTo>
                    <a:pt x="2090140" y="2089543"/>
                  </a:lnTo>
                  <a:lnTo>
                    <a:pt x="2023186" y="2115743"/>
                  </a:lnTo>
                  <a:lnTo>
                    <a:pt x="1977961" y="2126843"/>
                  </a:lnTo>
                  <a:lnTo>
                    <a:pt x="1984273" y="2135454"/>
                  </a:lnTo>
                  <a:lnTo>
                    <a:pt x="1989582" y="2143226"/>
                  </a:lnTo>
                  <a:lnTo>
                    <a:pt x="1994039" y="2150453"/>
                  </a:lnTo>
                  <a:lnTo>
                    <a:pt x="1997773" y="2157412"/>
                  </a:lnTo>
                  <a:lnTo>
                    <a:pt x="2038451" y="2146236"/>
                  </a:lnTo>
                  <a:lnTo>
                    <a:pt x="2103742" y="2119388"/>
                  </a:lnTo>
                  <a:lnTo>
                    <a:pt x="2138921" y="2095423"/>
                  </a:lnTo>
                  <a:lnTo>
                    <a:pt x="2164080" y="2064359"/>
                  </a:lnTo>
                  <a:lnTo>
                    <a:pt x="2209558" y="2086305"/>
                  </a:lnTo>
                  <a:lnTo>
                    <a:pt x="2252484" y="2108555"/>
                  </a:lnTo>
                  <a:lnTo>
                    <a:pt x="2293137" y="2130793"/>
                  </a:lnTo>
                  <a:lnTo>
                    <a:pt x="2331821" y="2152751"/>
                  </a:lnTo>
                  <a:lnTo>
                    <a:pt x="2350109" y="2125319"/>
                  </a:lnTo>
                  <a:close/>
                </a:path>
                <a:path w="3141979" h="2157729">
                  <a:moveTo>
                    <a:pt x="2351633" y="1795843"/>
                  </a:moveTo>
                  <a:lnTo>
                    <a:pt x="1985581" y="1795843"/>
                  </a:lnTo>
                  <a:lnTo>
                    <a:pt x="1985581" y="1824799"/>
                  </a:lnTo>
                  <a:lnTo>
                    <a:pt x="2148840" y="1824799"/>
                  </a:lnTo>
                  <a:lnTo>
                    <a:pt x="2145385" y="1840001"/>
                  </a:lnTo>
                  <a:lnTo>
                    <a:pt x="2142083" y="1853463"/>
                  </a:lnTo>
                  <a:lnTo>
                    <a:pt x="2136559" y="1875180"/>
                  </a:lnTo>
                  <a:lnTo>
                    <a:pt x="2028342" y="1875180"/>
                  </a:lnTo>
                  <a:lnTo>
                    <a:pt x="2028342" y="2059787"/>
                  </a:lnTo>
                  <a:lnTo>
                    <a:pt x="2058835" y="2059787"/>
                  </a:lnTo>
                  <a:lnTo>
                    <a:pt x="2058835" y="1904149"/>
                  </a:lnTo>
                  <a:lnTo>
                    <a:pt x="2279904" y="1904149"/>
                  </a:lnTo>
                  <a:lnTo>
                    <a:pt x="2279904" y="2058263"/>
                  </a:lnTo>
                  <a:lnTo>
                    <a:pt x="2312009" y="2058263"/>
                  </a:lnTo>
                  <a:lnTo>
                    <a:pt x="2312009" y="1904149"/>
                  </a:lnTo>
                  <a:lnTo>
                    <a:pt x="2312009" y="1875180"/>
                  </a:lnTo>
                  <a:lnTo>
                    <a:pt x="2167128" y="1875180"/>
                  </a:lnTo>
                  <a:lnTo>
                    <a:pt x="2170798" y="1864309"/>
                  </a:lnTo>
                  <a:lnTo>
                    <a:pt x="2174748" y="1852282"/>
                  </a:lnTo>
                  <a:lnTo>
                    <a:pt x="2178697" y="1839099"/>
                  </a:lnTo>
                  <a:lnTo>
                    <a:pt x="2182368" y="1824799"/>
                  </a:lnTo>
                  <a:lnTo>
                    <a:pt x="2351633" y="1824799"/>
                  </a:lnTo>
                  <a:lnTo>
                    <a:pt x="2351633" y="1795843"/>
                  </a:lnTo>
                  <a:close/>
                </a:path>
                <a:path w="3141979" h="2157729">
                  <a:moveTo>
                    <a:pt x="2401925" y="1356550"/>
                  </a:moveTo>
                  <a:lnTo>
                    <a:pt x="2362301" y="1356550"/>
                  </a:lnTo>
                  <a:lnTo>
                    <a:pt x="2275332" y="1547241"/>
                  </a:lnTo>
                  <a:lnTo>
                    <a:pt x="2269807" y="1561147"/>
                  </a:lnTo>
                  <a:lnTo>
                    <a:pt x="2266543" y="1570177"/>
                  </a:lnTo>
                  <a:lnTo>
                    <a:pt x="2263140" y="1580769"/>
                  </a:lnTo>
                  <a:lnTo>
                    <a:pt x="2261616" y="1580769"/>
                  </a:lnTo>
                  <a:lnTo>
                    <a:pt x="2164080" y="1356550"/>
                  </a:lnTo>
                  <a:lnTo>
                    <a:pt x="2121319" y="1356550"/>
                  </a:lnTo>
                  <a:lnTo>
                    <a:pt x="2121319" y="1631061"/>
                  </a:lnTo>
                  <a:lnTo>
                    <a:pt x="2153412" y="1631061"/>
                  </a:lnTo>
                  <a:lnTo>
                    <a:pt x="2153412" y="1448079"/>
                  </a:lnTo>
                  <a:lnTo>
                    <a:pt x="2153170" y="1430261"/>
                  </a:lnTo>
                  <a:lnTo>
                    <a:pt x="2152129" y="1403845"/>
                  </a:lnTo>
                  <a:lnTo>
                    <a:pt x="2151888" y="1394650"/>
                  </a:lnTo>
                  <a:lnTo>
                    <a:pt x="2154174" y="1403223"/>
                  </a:lnTo>
                  <a:lnTo>
                    <a:pt x="2156460" y="1410652"/>
                  </a:lnTo>
                  <a:lnTo>
                    <a:pt x="2158746" y="1416939"/>
                  </a:lnTo>
                  <a:lnTo>
                    <a:pt x="2253996" y="1631061"/>
                  </a:lnTo>
                  <a:lnTo>
                    <a:pt x="2269236" y="1631061"/>
                  </a:lnTo>
                  <a:lnTo>
                    <a:pt x="2363825" y="1420558"/>
                  </a:lnTo>
                  <a:lnTo>
                    <a:pt x="2369172" y="1402981"/>
                  </a:lnTo>
                  <a:lnTo>
                    <a:pt x="2371445" y="1394650"/>
                  </a:lnTo>
                  <a:lnTo>
                    <a:pt x="2372969" y="1394650"/>
                  </a:lnTo>
                  <a:lnTo>
                    <a:pt x="2370874" y="1423085"/>
                  </a:lnTo>
                  <a:lnTo>
                    <a:pt x="2370175" y="1436090"/>
                  </a:lnTo>
                  <a:lnTo>
                    <a:pt x="2369921" y="1448079"/>
                  </a:lnTo>
                  <a:lnTo>
                    <a:pt x="2369921" y="1631061"/>
                  </a:lnTo>
                  <a:lnTo>
                    <a:pt x="2401925" y="1631061"/>
                  </a:lnTo>
                  <a:lnTo>
                    <a:pt x="2401925" y="1356550"/>
                  </a:lnTo>
                  <a:close/>
                </a:path>
                <a:path w="3141979" h="2157729">
                  <a:moveTo>
                    <a:pt x="2403449" y="610654"/>
                  </a:moveTo>
                  <a:lnTo>
                    <a:pt x="2400401" y="604558"/>
                  </a:lnTo>
                  <a:lnTo>
                    <a:pt x="2333066" y="483958"/>
                  </a:lnTo>
                  <a:lnTo>
                    <a:pt x="2321141" y="462622"/>
                  </a:lnTo>
                  <a:lnTo>
                    <a:pt x="2241804" y="604558"/>
                  </a:lnTo>
                  <a:lnTo>
                    <a:pt x="2238756" y="610654"/>
                  </a:lnTo>
                  <a:lnTo>
                    <a:pt x="2240280" y="616750"/>
                  </a:lnTo>
                  <a:lnTo>
                    <a:pt x="2246376" y="619798"/>
                  </a:lnTo>
                  <a:lnTo>
                    <a:pt x="2250948" y="621322"/>
                  </a:lnTo>
                  <a:lnTo>
                    <a:pt x="2257044" y="619798"/>
                  </a:lnTo>
                  <a:lnTo>
                    <a:pt x="2260092" y="615226"/>
                  </a:lnTo>
                  <a:lnTo>
                    <a:pt x="2310447" y="524344"/>
                  </a:lnTo>
                  <a:lnTo>
                    <a:pt x="2310473" y="483958"/>
                  </a:lnTo>
                  <a:lnTo>
                    <a:pt x="2310473" y="524294"/>
                  </a:lnTo>
                  <a:lnTo>
                    <a:pt x="2310473" y="1049947"/>
                  </a:lnTo>
                  <a:lnTo>
                    <a:pt x="2331821" y="1049947"/>
                  </a:lnTo>
                  <a:lnTo>
                    <a:pt x="2331783" y="524294"/>
                  </a:lnTo>
                  <a:lnTo>
                    <a:pt x="2382113" y="615226"/>
                  </a:lnTo>
                  <a:lnTo>
                    <a:pt x="2385161" y="619798"/>
                  </a:lnTo>
                  <a:lnTo>
                    <a:pt x="2391257" y="621322"/>
                  </a:lnTo>
                  <a:lnTo>
                    <a:pt x="2395829" y="619798"/>
                  </a:lnTo>
                  <a:lnTo>
                    <a:pt x="2401925" y="616750"/>
                  </a:lnTo>
                  <a:lnTo>
                    <a:pt x="2403449" y="610654"/>
                  </a:lnTo>
                  <a:close/>
                </a:path>
                <a:path w="3141979" h="2157729">
                  <a:moveTo>
                    <a:pt x="2617000" y="1601749"/>
                  </a:moveTo>
                  <a:lnTo>
                    <a:pt x="2505646" y="1601749"/>
                  </a:lnTo>
                  <a:lnTo>
                    <a:pt x="2505646" y="1356639"/>
                  </a:lnTo>
                  <a:lnTo>
                    <a:pt x="2473642" y="1356639"/>
                  </a:lnTo>
                  <a:lnTo>
                    <a:pt x="2473642" y="1601749"/>
                  </a:lnTo>
                  <a:lnTo>
                    <a:pt x="2473642" y="1630959"/>
                  </a:lnTo>
                  <a:lnTo>
                    <a:pt x="2617000" y="1630959"/>
                  </a:lnTo>
                  <a:lnTo>
                    <a:pt x="2617000" y="1601749"/>
                  </a:lnTo>
                  <a:close/>
                </a:path>
                <a:path w="3141979" h="2157729">
                  <a:moveTo>
                    <a:pt x="2745105" y="2113127"/>
                  </a:moveTo>
                  <a:lnTo>
                    <a:pt x="2693657" y="2097925"/>
                  </a:lnTo>
                  <a:lnTo>
                    <a:pt x="2649385" y="2081872"/>
                  </a:lnTo>
                  <a:lnTo>
                    <a:pt x="2612567" y="2064651"/>
                  </a:lnTo>
                  <a:lnTo>
                    <a:pt x="2583472" y="2045970"/>
                  </a:lnTo>
                  <a:lnTo>
                    <a:pt x="2600731" y="2026158"/>
                  </a:lnTo>
                  <a:lnTo>
                    <a:pt x="2614638" y="2010206"/>
                  </a:lnTo>
                  <a:lnTo>
                    <a:pt x="2639669" y="1969147"/>
                  </a:lnTo>
                  <a:lnTo>
                    <a:pt x="2658694" y="1922665"/>
                  </a:lnTo>
                  <a:lnTo>
                    <a:pt x="2671864" y="1870621"/>
                  </a:lnTo>
                  <a:lnTo>
                    <a:pt x="2742057" y="1870621"/>
                  </a:lnTo>
                  <a:lnTo>
                    <a:pt x="2742057" y="1843087"/>
                  </a:lnTo>
                  <a:lnTo>
                    <a:pt x="2638336" y="1843087"/>
                  </a:lnTo>
                  <a:lnTo>
                    <a:pt x="2638336" y="1870621"/>
                  </a:lnTo>
                  <a:lnTo>
                    <a:pt x="2627465" y="1917204"/>
                  </a:lnTo>
                  <a:lnTo>
                    <a:pt x="2610891" y="1958670"/>
                  </a:lnTo>
                  <a:lnTo>
                    <a:pt x="2588564" y="1994992"/>
                  </a:lnTo>
                  <a:lnTo>
                    <a:pt x="2560510" y="2026158"/>
                  </a:lnTo>
                  <a:lnTo>
                    <a:pt x="2530513" y="1994141"/>
                  </a:lnTo>
                  <a:lnTo>
                    <a:pt x="2506789" y="1957527"/>
                  </a:lnTo>
                  <a:lnTo>
                    <a:pt x="2489365" y="1916353"/>
                  </a:lnTo>
                  <a:lnTo>
                    <a:pt x="2478214" y="1870621"/>
                  </a:lnTo>
                  <a:lnTo>
                    <a:pt x="2638336" y="1870621"/>
                  </a:lnTo>
                  <a:lnTo>
                    <a:pt x="2638336" y="1843087"/>
                  </a:lnTo>
                  <a:lnTo>
                    <a:pt x="2562034" y="1843087"/>
                  </a:lnTo>
                  <a:lnTo>
                    <a:pt x="2589568" y="1829371"/>
                  </a:lnTo>
                  <a:lnTo>
                    <a:pt x="2579827" y="1812251"/>
                  </a:lnTo>
                  <a:lnTo>
                    <a:pt x="2571229" y="1797558"/>
                  </a:lnTo>
                  <a:lnTo>
                    <a:pt x="2563761" y="1785442"/>
                  </a:lnTo>
                  <a:lnTo>
                    <a:pt x="2557462" y="1776031"/>
                  </a:lnTo>
                  <a:lnTo>
                    <a:pt x="2528506" y="1789747"/>
                  </a:lnTo>
                  <a:lnTo>
                    <a:pt x="2534551" y="1799158"/>
                  </a:lnTo>
                  <a:lnTo>
                    <a:pt x="2541460" y="1811274"/>
                  </a:lnTo>
                  <a:lnTo>
                    <a:pt x="2549512" y="1825967"/>
                  </a:lnTo>
                  <a:lnTo>
                    <a:pt x="2558986" y="1843087"/>
                  </a:lnTo>
                  <a:lnTo>
                    <a:pt x="2374493" y="1843087"/>
                  </a:lnTo>
                  <a:lnTo>
                    <a:pt x="2374493" y="1870621"/>
                  </a:lnTo>
                  <a:lnTo>
                    <a:pt x="2447734" y="1870621"/>
                  </a:lnTo>
                  <a:lnTo>
                    <a:pt x="2460040" y="1919439"/>
                  </a:lnTo>
                  <a:lnTo>
                    <a:pt x="2478786" y="1965147"/>
                  </a:lnTo>
                  <a:lnTo>
                    <a:pt x="2504097" y="2007425"/>
                  </a:lnTo>
                  <a:lnTo>
                    <a:pt x="2536126" y="2045970"/>
                  </a:lnTo>
                  <a:lnTo>
                    <a:pt x="2505265" y="2066023"/>
                  </a:lnTo>
                  <a:lnTo>
                    <a:pt x="2467533" y="2084920"/>
                  </a:lnTo>
                  <a:lnTo>
                    <a:pt x="2422931" y="2102637"/>
                  </a:lnTo>
                  <a:lnTo>
                    <a:pt x="2371433" y="2119223"/>
                  </a:lnTo>
                  <a:lnTo>
                    <a:pt x="2378011" y="2127834"/>
                  </a:lnTo>
                  <a:lnTo>
                    <a:pt x="2384018" y="2135606"/>
                  </a:lnTo>
                  <a:lnTo>
                    <a:pt x="2389441" y="2142794"/>
                  </a:lnTo>
                  <a:lnTo>
                    <a:pt x="2394305" y="2149703"/>
                  </a:lnTo>
                  <a:lnTo>
                    <a:pt x="2447506" y="2129142"/>
                  </a:lnTo>
                  <a:lnTo>
                    <a:pt x="2492679" y="2108746"/>
                  </a:lnTo>
                  <a:lnTo>
                    <a:pt x="2529840" y="2088616"/>
                  </a:lnTo>
                  <a:lnTo>
                    <a:pt x="2558986" y="2068931"/>
                  </a:lnTo>
                  <a:lnTo>
                    <a:pt x="2588552" y="2089213"/>
                  </a:lnTo>
                  <a:lnTo>
                    <a:pt x="2624810" y="2108936"/>
                  </a:lnTo>
                  <a:lnTo>
                    <a:pt x="2668206" y="2128075"/>
                  </a:lnTo>
                  <a:lnTo>
                    <a:pt x="2719197" y="2146655"/>
                  </a:lnTo>
                  <a:lnTo>
                    <a:pt x="2724099" y="2139480"/>
                  </a:lnTo>
                  <a:lnTo>
                    <a:pt x="2729865" y="2131606"/>
                  </a:lnTo>
                  <a:lnTo>
                    <a:pt x="2736773" y="2122855"/>
                  </a:lnTo>
                  <a:lnTo>
                    <a:pt x="2745105" y="2113127"/>
                  </a:lnTo>
                  <a:close/>
                </a:path>
                <a:path w="3141979" h="2157729">
                  <a:moveTo>
                    <a:pt x="2874746" y="1788223"/>
                  </a:moveTo>
                  <a:lnTo>
                    <a:pt x="2844165" y="1779079"/>
                  </a:lnTo>
                  <a:lnTo>
                    <a:pt x="2826753" y="1832876"/>
                  </a:lnTo>
                  <a:lnTo>
                    <a:pt x="2806636" y="1882228"/>
                  </a:lnTo>
                  <a:lnTo>
                    <a:pt x="2783941" y="1927301"/>
                  </a:lnTo>
                  <a:lnTo>
                    <a:pt x="2758821" y="1968246"/>
                  </a:lnTo>
                  <a:lnTo>
                    <a:pt x="2763101" y="1976488"/>
                  </a:lnTo>
                  <a:lnTo>
                    <a:pt x="2766822" y="1985010"/>
                  </a:lnTo>
                  <a:lnTo>
                    <a:pt x="2769959" y="1993531"/>
                  </a:lnTo>
                  <a:lnTo>
                    <a:pt x="2772537" y="2001774"/>
                  </a:lnTo>
                  <a:lnTo>
                    <a:pt x="2783675" y="1986368"/>
                  </a:lnTo>
                  <a:lnTo>
                    <a:pt x="2794254" y="1969947"/>
                  </a:lnTo>
                  <a:lnTo>
                    <a:pt x="2804249" y="1952650"/>
                  </a:lnTo>
                  <a:lnTo>
                    <a:pt x="2813685" y="1934616"/>
                  </a:lnTo>
                  <a:lnTo>
                    <a:pt x="2813685" y="2152751"/>
                  </a:lnTo>
                  <a:lnTo>
                    <a:pt x="2844165" y="2152751"/>
                  </a:lnTo>
                  <a:lnTo>
                    <a:pt x="2844165" y="1934616"/>
                  </a:lnTo>
                  <a:lnTo>
                    <a:pt x="2844165" y="1872132"/>
                  </a:lnTo>
                  <a:lnTo>
                    <a:pt x="2852191" y="1852383"/>
                  </a:lnTo>
                  <a:lnTo>
                    <a:pt x="2860065" y="1831898"/>
                  </a:lnTo>
                  <a:lnTo>
                    <a:pt x="2867622" y="1810550"/>
                  </a:lnTo>
                  <a:lnTo>
                    <a:pt x="2874746" y="1788223"/>
                  </a:lnTo>
                  <a:close/>
                </a:path>
                <a:path w="3141979" h="2157729">
                  <a:moveTo>
                    <a:pt x="2876270" y="1403794"/>
                  </a:moveTo>
                  <a:lnTo>
                    <a:pt x="2868003" y="1394650"/>
                  </a:lnTo>
                  <a:lnTo>
                    <a:pt x="2859303" y="1385506"/>
                  </a:lnTo>
                  <a:lnTo>
                    <a:pt x="2850286" y="1376362"/>
                  </a:lnTo>
                  <a:lnTo>
                    <a:pt x="2841117" y="1367218"/>
                  </a:lnTo>
                  <a:lnTo>
                    <a:pt x="2821305" y="1380934"/>
                  </a:lnTo>
                  <a:lnTo>
                    <a:pt x="2830169" y="1391196"/>
                  </a:lnTo>
                  <a:lnTo>
                    <a:pt x="2838462" y="1401318"/>
                  </a:lnTo>
                  <a:lnTo>
                    <a:pt x="2846209" y="1411147"/>
                  </a:lnTo>
                  <a:lnTo>
                    <a:pt x="2853410" y="1420558"/>
                  </a:lnTo>
                  <a:lnTo>
                    <a:pt x="2876270" y="1403794"/>
                  </a:lnTo>
                  <a:close/>
                </a:path>
                <a:path w="3141979" h="2157729">
                  <a:moveTo>
                    <a:pt x="2894558" y="1629537"/>
                  </a:moveTo>
                  <a:lnTo>
                    <a:pt x="2867876" y="1604772"/>
                  </a:lnTo>
                  <a:lnTo>
                    <a:pt x="2854655" y="1593100"/>
                  </a:lnTo>
                  <a:lnTo>
                    <a:pt x="2841117" y="1582293"/>
                  </a:lnTo>
                  <a:lnTo>
                    <a:pt x="2821305" y="1602105"/>
                  </a:lnTo>
                  <a:lnTo>
                    <a:pt x="2849549" y="1627644"/>
                  </a:lnTo>
                  <a:lnTo>
                    <a:pt x="2862110" y="1639430"/>
                  </a:lnTo>
                  <a:lnTo>
                    <a:pt x="2873222" y="1650974"/>
                  </a:lnTo>
                  <a:lnTo>
                    <a:pt x="2894558" y="1629537"/>
                  </a:lnTo>
                  <a:close/>
                </a:path>
                <a:path w="3141979" h="2157729">
                  <a:moveTo>
                    <a:pt x="2932658" y="1339786"/>
                  </a:moveTo>
                  <a:lnTo>
                    <a:pt x="2822829" y="1339786"/>
                  </a:lnTo>
                  <a:lnTo>
                    <a:pt x="2827617" y="1331506"/>
                  </a:lnTo>
                  <a:lnTo>
                    <a:pt x="2832544" y="1322781"/>
                  </a:lnTo>
                  <a:lnTo>
                    <a:pt x="2837192" y="1313776"/>
                  </a:lnTo>
                  <a:lnTo>
                    <a:pt x="2841117" y="1304632"/>
                  </a:lnTo>
                  <a:lnTo>
                    <a:pt x="2809113" y="1304632"/>
                  </a:lnTo>
                  <a:lnTo>
                    <a:pt x="2794228" y="1331239"/>
                  </a:lnTo>
                  <a:lnTo>
                    <a:pt x="2776918" y="1355966"/>
                  </a:lnTo>
                  <a:lnTo>
                    <a:pt x="2757030" y="1378673"/>
                  </a:lnTo>
                  <a:lnTo>
                    <a:pt x="2734437" y="1399222"/>
                  </a:lnTo>
                  <a:lnTo>
                    <a:pt x="2739872" y="1404670"/>
                  </a:lnTo>
                  <a:lnTo>
                    <a:pt x="2744724" y="1409700"/>
                  </a:lnTo>
                  <a:lnTo>
                    <a:pt x="2749016" y="1414437"/>
                  </a:lnTo>
                  <a:lnTo>
                    <a:pt x="2752725" y="1419034"/>
                  </a:lnTo>
                  <a:lnTo>
                    <a:pt x="2767279" y="1406169"/>
                  </a:lnTo>
                  <a:lnTo>
                    <a:pt x="2781109" y="1392745"/>
                  </a:lnTo>
                  <a:lnTo>
                    <a:pt x="2794089" y="1378737"/>
                  </a:lnTo>
                  <a:lnTo>
                    <a:pt x="2806065" y="1364170"/>
                  </a:lnTo>
                  <a:lnTo>
                    <a:pt x="2932658" y="1364170"/>
                  </a:lnTo>
                  <a:lnTo>
                    <a:pt x="2932658" y="1339786"/>
                  </a:lnTo>
                  <a:close/>
                </a:path>
                <a:path w="3141979" h="2157729">
                  <a:moveTo>
                    <a:pt x="3042475" y="1403794"/>
                  </a:moveTo>
                  <a:lnTo>
                    <a:pt x="3035363" y="1395577"/>
                  </a:lnTo>
                  <a:lnTo>
                    <a:pt x="3027426" y="1386649"/>
                  </a:lnTo>
                  <a:lnTo>
                    <a:pt x="3018688" y="1377213"/>
                  </a:lnTo>
                  <a:lnTo>
                    <a:pt x="3008947" y="1367218"/>
                  </a:lnTo>
                  <a:lnTo>
                    <a:pt x="2989135" y="1380934"/>
                  </a:lnTo>
                  <a:lnTo>
                    <a:pt x="2999689" y="1394409"/>
                  </a:lnTo>
                  <a:lnTo>
                    <a:pt x="3008376" y="1405318"/>
                  </a:lnTo>
                  <a:lnTo>
                    <a:pt x="3015069" y="1413941"/>
                  </a:lnTo>
                  <a:lnTo>
                    <a:pt x="3019615" y="1420558"/>
                  </a:lnTo>
                  <a:lnTo>
                    <a:pt x="3042475" y="1403794"/>
                  </a:lnTo>
                  <a:close/>
                </a:path>
                <a:path w="3141979" h="2157729">
                  <a:moveTo>
                    <a:pt x="3101911" y="1553337"/>
                  </a:moveTo>
                  <a:lnTo>
                    <a:pt x="3019615" y="1553337"/>
                  </a:lnTo>
                  <a:lnTo>
                    <a:pt x="3019615" y="1522768"/>
                  </a:lnTo>
                  <a:lnTo>
                    <a:pt x="2989135" y="1522768"/>
                  </a:lnTo>
                  <a:lnTo>
                    <a:pt x="2989135" y="1553337"/>
                  </a:lnTo>
                  <a:lnTo>
                    <a:pt x="2749677" y="1553337"/>
                  </a:lnTo>
                  <a:lnTo>
                    <a:pt x="2749677" y="1579245"/>
                  </a:lnTo>
                  <a:lnTo>
                    <a:pt x="2989135" y="1579245"/>
                  </a:lnTo>
                  <a:lnTo>
                    <a:pt x="2989135" y="1626489"/>
                  </a:lnTo>
                  <a:lnTo>
                    <a:pt x="2987408" y="1635658"/>
                  </a:lnTo>
                  <a:lnTo>
                    <a:pt x="2982226" y="1642389"/>
                  </a:lnTo>
                  <a:lnTo>
                    <a:pt x="2973628" y="1646516"/>
                  </a:lnTo>
                  <a:lnTo>
                    <a:pt x="2961957" y="1647888"/>
                  </a:lnTo>
                  <a:lnTo>
                    <a:pt x="2948724" y="1647875"/>
                  </a:lnTo>
                  <a:lnTo>
                    <a:pt x="2935135" y="1647545"/>
                  </a:lnTo>
                  <a:lnTo>
                    <a:pt x="2920669" y="1646631"/>
                  </a:lnTo>
                  <a:lnTo>
                    <a:pt x="2905226" y="1644878"/>
                  </a:lnTo>
                  <a:lnTo>
                    <a:pt x="2907246" y="1654606"/>
                  </a:lnTo>
                  <a:lnTo>
                    <a:pt x="2908846" y="1663357"/>
                  </a:lnTo>
                  <a:lnTo>
                    <a:pt x="2911322" y="1678406"/>
                  </a:lnTo>
                  <a:lnTo>
                    <a:pt x="2969234" y="1678406"/>
                  </a:lnTo>
                  <a:lnTo>
                    <a:pt x="3007029" y="1666011"/>
                  </a:lnTo>
                  <a:lnTo>
                    <a:pt x="3019615" y="1629537"/>
                  </a:lnTo>
                  <a:lnTo>
                    <a:pt x="3019615" y="1579245"/>
                  </a:lnTo>
                  <a:lnTo>
                    <a:pt x="3101911" y="1579245"/>
                  </a:lnTo>
                  <a:lnTo>
                    <a:pt x="3101911" y="1553337"/>
                  </a:lnTo>
                  <a:close/>
                </a:path>
                <a:path w="3141979" h="2157729">
                  <a:moveTo>
                    <a:pt x="3111055" y="1339786"/>
                  </a:moveTo>
                  <a:lnTo>
                    <a:pt x="2987522" y="1339786"/>
                  </a:lnTo>
                  <a:lnTo>
                    <a:pt x="2992145" y="1331506"/>
                  </a:lnTo>
                  <a:lnTo>
                    <a:pt x="2996742" y="1322781"/>
                  </a:lnTo>
                  <a:lnTo>
                    <a:pt x="3001327" y="1313776"/>
                  </a:lnTo>
                  <a:lnTo>
                    <a:pt x="3005899" y="1304632"/>
                  </a:lnTo>
                  <a:lnTo>
                    <a:pt x="2972282" y="1304632"/>
                  </a:lnTo>
                  <a:lnTo>
                    <a:pt x="2962249" y="1326959"/>
                  </a:lnTo>
                  <a:lnTo>
                    <a:pt x="2950375" y="1347965"/>
                  </a:lnTo>
                  <a:lnTo>
                    <a:pt x="2936481" y="1367523"/>
                  </a:lnTo>
                  <a:lnTo>
                    <a:pt x="2920466" y="1385506"/>
                  </a:lnTo>
                  <a:lnTo>
                    <a:pt x="2925584" y="1388097"/>
                  </a:lnTo>
                  <a:lnTo>
                    <a:pt x="2931706" y="1391412"/>
                  </a:lnTo>
                  <a:lnTo>
                    <a:pt x="2938551" y="1395501"/>
                  </a:lnTo>
                  <a:lnTo>
                    <a:pt x="2946374" y="1400746"/>
                  </a:lnTo>
                  <a:lnTo>
                    <a:pt x="2953232" y="1392453"/>
                  </a:lnTo>
                  <a:lnTo>
                    <a:pt x="2960090" y="1383601"/>
                  </a:lnTo>
                  <a:lnTo>
                    <a:pt x="2966948" y="1374165"/>
                  </a:lnTo>
                  <a:lnTo>
                    <a:pt x="2973806" y="1364170"/>
                  </a:lnTo>
                  <a:lnTo>
                    <a:pt x="3111055" y="1364170"/>
                  </a:lnTo>
                  <a:lnTo>
                    <a:pt x="3111055" y="1339786"/>
                  </a:lnTo>
                  <a:close/>
                </a:path>
                <a:path w="3141979" h="2157729">
                  <a:moveTo>
                    <a:pt x="3114103" y="1490751"/>
                  </a:moveTo>
                  <a:lnTo>
                    <a:pt x="2937230" y="1490751"/>
                  </a:lnTo>
                  <a:lnTo>
                    <a:pt x="2937230" y="1452651"/>
                  </a:lnTo>
                  <a:lnTo>
                    <a:pt x="3088195" y="1452651"/>
                  </a:lnTo>
                  <a:lnTo>
                    <a:pt x="3088195" y="1428178"/>
                  </a:lnTo>
                  <a:lnTo>
                    <a:pt x="2937230" y="1428178"/>
                  </a:lnTo>
                  <a:lnTo>
                    <a:pt x="2937230" y="1397698"/>
                  </a:lnTo>
                  <a:lnTo>
                    <a:pt x="2908274" y="1397698"/>
                  </a:lnTo>
                  <a:lnTo>
                    <a:pt x="2908274" y="1428178"/>
                  </a:lnTo>
                  <a:lnTo>
                    <a:pt x="2763393" y="1428178"/>
                  </a:lnTo>
                  <a:lnTo>
                    <a:pt x="2763393" y="1452651"/>
                  </a:lnTo>
                  <a:lnTo>
                    <a:pt x="2908274" y="1452651"/>
                  </a:lnTo>
                  <a:lnTo>
                    <a:pt x="2908274" y="1490751"/>
                  </a:lnTo>
                  <a:lnTo>
                    <a:pt x="2737485" y="1490751"/>
                  </a:lnTo>
                  <a:lnTo>
                    <a:pt x="2737485" y="1516672"/>
                  </a:lnTo>
                  <a:lnTo>
                    <a:pt x="3114103" y="1516672"/>
                  </a:lnTo>
                  <a:lnTo>
                    <a:pt x="3114103" y="1490751"/>
                  </a:lnTo>
                  <a:close/>
                </a:path>
                <a:path w="3141979" h="2157729">
                  <a:moveTo>
                    <a:pt x="3141637" y="1991106"/>
                  </a:moveTo>
                  <a:lnTo>
                    <a:pt x="3037903" y="1991106"/>
                  </a:lnTo>
                  <a:lnTo>
                    <a:pt x="3037903" y="1894992"/>
                  </a:lnTo>
                  <a:lnTo>
                    <a:pt x="3129445" y="1894992"/>
                  </a:lnTo>
                  <a:lnTo>
                    <a:pt x="3129445" y="1867560"/>
                  </a:lnTo>
                  <a:lnTo>
                    <a:pt x="3037903" y="1867560"/>
                  </a:lnTo>
                  <a:lnTo>
                    <a:pt x="3037903" y="1779079"/>
                  </a:lnTo>
                  <a:lnTo>
                    <a:pt x="3007423" y="1779079"/>
                  </a:lnTo>
                  <a:lnTo>
                    <a:pt x="3007423" y="1867560"/>
                  </a:lnTo>
                  <a:lnTo>
                    <a:pt x="2943326" y="1867560"/>
                  </a:lnTo>
                  <a:lnTo>
                    <a:pt x="2947632" y="1854720"/>
                  </a:lnTo>
                  <a:lnTo>
                    <a:pt x="2951518" y="1841423"/>
                  </a:lnTo>
                  <a:lnTo>
                    <a:pt x="2955112" y="1827834"/>
                  </a:lnTo>
                  <a:lnTo>
                    <a:pt x="2958566" y="1814131"/>
                  </a:lnTo>
                  <a:lnTo>
                    <a:pt x="2928086" y="1804987"/>
                  </a:lnTo>
                  <a:lnTo>
                    <a:pt x="2918676" y="1843925"/>
                  </a:lnTo>
                  <a:lnTo>
                    <a:pt x="2906560" y="1880704"/>
                  </a:lnTo>
                  <a:lnTo>
                    <a:pt x="2891866" y="1915452"/>
                  </a:lnTo>
                  <a:lnTo>
                    <a:pt x="2874746" y="1948332"/>
                  </a:lnTo>
                  <a:lnTo>
                    <a:pt x="2881579" y="1952993"/>
                  </a:lnTo>
                  <a:lnTo>
                    <a:pt x="2888272" y="1957755"/>
                  </a:lnTo>
                  <a:lnTo>
                    <a:pt x="2894673" y="1962797"/>
                  </a:lnTo>
                  <a:lnTo>
                    <a:pt x="2900654" y="1968246"/>
                  </a:lnTo>
                  <a:lnTo>
                    <a:pt x="2909532" y="1951621"/>
                  </a:lnTo>
                  <a:lnTo>
                    <a:pt x="2917990" y="1933867"/>
                  </a:lnTo>
                  <a:lnTo>
                    <a:pt x="2926156" y="1915007"/>
                  </a:lnTo>
                  <a:lnTo>
                    <a:pt x="2934182" y="1894992"/>
                  </a:lnTo>
                  <a:lnTo>
                    <a:pt x="3007423" y="1894992"/>
                  </a:lnTo>
                  <a:lnTo>
                    <a:pt x="3007423" y="1991106"/>
                  </a:lnTo>
                  <a:lnTo>
                    <a:pt x="2874746" y="1991106"/>
                  </a:lnTo>
                  <a:lnTo>
                    <a:pt x="2874746" y="2018538"/>
                  </a:lnTo>
                  <a:lnTo>
                    <a:pt x="3007423" y="2018538"/>
                  </a:lnTo>
                  <a:lnTo>
                    <a:pt x="3007423" y="2151227"/>
                  </a:lnTo>
                  <a:lnTo>
                    <a:pt x="3037903" y="2151227"/>
                  </a:lnTo>
                  <a:lnTo>
                    <a:pt x="3037903" y="2018538"/>
                  </a:lnTo>
                  <a:lnTo>
                    <a:pt x="3141637" y="2018538"/>
                  </a:lnTo>
                  <a:lnTo>
                    <a:pt x="3141637" y="1991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66372" y="2599272"/>
              <a:ext cx="1863671" cy="136065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4664" y="4541520"/>
              <a:ext cx="1847088" cy="134569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073997" y="4539615"/>
              <a:ext cx="1848485" cy="1345565"/>
            </a:xfrm>
            <a:custGeom>
              <a:avLst/>
              <a:gdLst/>
              <a:ahLst/>
              <a:cxnLst/>
              <a:rect l="l" t="t" r="r" b="b"/>
              <a:pathLst>
                <a:path w="1848484" h="1345564">
                  <a:moveTo>
                    <a:pt x="0" y="1345406"/>
                  </a:moveTo>
                  <a:lnTo>
                    <a:pt x="1848421" y="1345406"/>
                  </a:lnTo>
                  <a:lnTo>
                    <a:pt x="1848421" y="0"/>
                  </a:lnTo>
                  <a:lnTo>
                    <a:pt x="0" y="0"/>
                  </a:lnTo>
                  <a:lnTo>
                    <a:pt x="0" y="1345406"/>
                  </a:lnTo>
                  <a:close/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215812" y="4792789"/>
              <a:ext cx="1557655" cy="799465"/>
            </a:xfrm>
            <a:custGeom>
              <a:avLst/>
              <a:gdLst/>
              <a:ahLst/>
              <a:cxnLst/>
              <a:rect l="l" t="t" r="r" b="b"/>
              <a:pathLst>
                <a:path w="1557654" h="799464">
                  <a:moveTo>
                    <a:pt x="329476" y="225755"/>
                  </a:moveTo>
                  <a:lnTo>
                    <a:pt x="298907" y="225755"/>
                  </a:lnTo>
                  <a:lnTo>
                    <a:pt x="298907" y="253276"/>
                  </a:lnTo>
                  <a:lnTo>
                    <a:pt x="298907" y="327952"/>
                  </a:lnTo>
                  <a:lnTo>
                    <a:pt x="97637" y="327952"/>
                  </a:lnTo>
                  <a:lnTo>
                    <a:pt x="97637" y="253276"/>
                  </a:lnTo>
                  <a:lnTo>
                    <a:pt x="298907" y="253276"/>
                  </a:lnTo>
                  <a:lnTo>
                    <a:pt x="298907" y="225755"/>
                  </a:lnTo>
                  <a:lnTo>
                    <a:pt x="68681" y="225755"/>
                  </a:lnTo>
                  <a:lnTo>
                    <a:pt x="68681" y="376821"/>
                  </a:lnTo>
                  <a:lnTo>
                    <a:pt x="97637" y="376821"/>
                  </a:lnTo>
                  <a:lnTo>
                    <a:pt x="97637" y="355485"/>
                  </a:lnTo>
                  <a:lnTo>
                    <a:pt x="298907" y="355485"/>
                  </a:lnTo>
                  <a:lnTo>
                    <a:pt x="298907" y="376821"/>
                  </a:lnTo>
                  <a:lnTo>
                    <a:pt x="329476" y="376821"/>
                  </a:lnTo>
                  <a:lnTo>
                    <a:pt x="329476" y="355485"/>
                  </a:lnTo>
                  <a:lnTo>
                    <a:pt x="329476" y="327952"/>
                  </a:lnTo>
                  <a:lnTo>
                    <a:pt x="329476" y="253276"/>
                  </a:lnTo>
                  <a:lnTo>
                    <a:pt x="329476" y="225755"/>
                  </a:lnTo>
                  <a:close/>
                </a:path>
                <a:path w="1557654" h="799464">
                  <a:moveTo>
                    <a:pt x="356908" y="524738"/>
                  </a:moveTo>
                  <a:lnTo>
                    <a:pt x="321856" y="524738"/>
                  </a:lnTo>
                  <a:lnTo>
                    <a:pt x="265366" y="736765"/>
                  </a:lnTo>
                  <a:lnTo>
                    <a:pt x="263372" y="744474"/>
                  </a:lnTo>
                  <a:lnTo>
                    <a:pt x="261988" y="751293"/>
                  </a:lnTo>
                  <a:lnTo>
                    <a:pt x="261086" y="757605"/>
                  </a:lnTo>
                  <a:lnTo>
                    <a:pt x="260794" y="762774"/>
                  </a:lnTo>
                  <a:lnTo>
                    <a:pt x="259270" y="762774"/>
                  </a:lnTo>
                  <a:lnTo>
                    <a:pt x="258991" y="755281"/>
                  </a:lnTo>
                  <a:lnTo>
                    <a:pt x="258127" y="748626"/>
                  </a:lnTo>
                  <a:lnTo>
                    <a:pt x="256705" y="742543"/>
                  </a:lnTo>
                  <a:lnTo>
                    <a:pt x="254698" y="736765"/>
                  </a:lnTo>
                  <a:lnTo>
                    <a:pt x="209308" y="570560"/>
                  </a:lnTo>
                  <a:lnTo>
                    <a:pt x="196786" y="524738"/>
                  </a:lnTo>
                  <a:lnTo>
                    <a:pt x="166306" y="524738"/>
                  </a:lnTo>
                  <a:lnTo>
                    <a:pt x="105257" y="735241"/>
                  </a:lnTo>
                  <a:lnTo>
                    <a:pt x="103238" y="743826"/>
                  </a:lnTo>
                  <a:lnTo>
                    <a:pt x="101638" y="751293"/>
                  </a:lnTo>
                  <a:lnTo>
                    <a:pt x="100330" y="757605"/>
                  </a:lnTo>
                  <a:lnTo>
                    <a:pt x="99161" y="762774"/>
                  </a:lnTo>
                  <a:lnTo>
                    <a:pt x="94589" y="735241"/>
                  </a:lnTo>
                  <a:lnTo>
                    <a:pt x="35153" y="524738"/>
                  </a:lnTo>
                  <a:lnTo>
                    <a:pt x="0" y="524738"/>
                  </a:lnTo>
                  <a:lnTo>
                    <a:pt x="80873" y="799350"/>
                  </a:lnTo>
                  <a:lnTo>
                    <a:pt x="117449" y="799350"/>
                  </a:lnTo>
                  <a:lnTo>
                    <a:pt x="127990" y="762774"/>
                  </a:lnTo>
                  <a:lnTo>
                    <a:pt x="175450" y="597992"/>
                  </a:lnTo>
                  <a:lnTo>
                    <a:pt x="180022" y="570560"/>
                  </a:lnTo>
                  <a:lnTo>
                    <a:pt x="181165" y="578294"/>
                  </a:lnTo>
                  <a:lnTo>
                    <a:pt x="182308" y="585609"/>
                  </a:lnTo>
                  <a:lnTo>
                    <a:pt x="184594" y="599516"/>
                  </a:lnTo>
                  <a:lnTo>
                    <a:pt x="240982" y="799350"/>
                  </a:lnTo>
                  <a:lnTo>
                    <a:pt x="279082" y="799350"/>
                  </a:lnTo>
                  <a:lnTo>
                    <a:pt x="289458" y="762774"/>
                  </a:lnTo>
                  <a:lnTo>
                    <a:pt x="356908" y="524738"/>
                  </a:lnTo>
                  <a:close/>
                </a:path>
                <a:path w="1557654" h="799464">
                  <a:moveTo>
                    <a:pt x="390436" y="189179"/>
                  </a:moveTo>
                  <a:lnTo>
                    <a:pt x="346392" y="185216"/>
                  </a:lnTo>
                  <a:lnTo>
                    <a:pt x="305612" y="178130"/>
                  </a:lnTo>
                  <a:lnTo>
                    <a:pt x="267982" y="168173"/>
                  </a:lnTo>
                  <a:lnTo>
                    <a:pt x="233375" y="155651"/>
                  </a:lnTo>
                  <a:lnTo>
                    <a:pt x="259156" y="138887"/>
                  </a:lnTo>
                  <a:lnTo>
                    <a:pt x="262839" y="136486"/>
                  </a:lnTo>
                  <a:lnTo>
                    <a:pt x="289610" y="115595"/>
                  </a:lnTo>
                  <a:lnTo>
                    <a:pt x="313817" y="92989"/>
                  </a:lnTo>
                  <a:lnTo>
                    <a:pt x="335572" y="68681"/>
                  </a:lnTo>
                  <a:lnTo>
                    <a:pt x="335572" y="41249"/>
                  </a:lnTo>
                  <a:lnTo>
                    <a:pt x="294335" y="41249"/>
                  </a:lnTo>
                  <a:lnTo>
                    <a:pt x="294335" y="68681"/>
                  </a:lnTo>
                  <a:lnTo>
                    <a:pt x="273799" y="88417"/>
                  </a:lnTo>
                  <a:lnTo>
                    <a:pt x="251282" y="106603"/>
                  </a:lnTo>
                  <a:lnTo>
                    <a:pt x="227037" y="123367"/>
                  </a:lnTo>
                  <a:lnTo>
                    <a:pt x="201371" y="138887"/>
                  </a:lnTo>
                  <a:lnTo>
                    <a:pt x="178460" y="124231"/>
                  </a:lnTo>
                  <a:lnTo>
                    <a:pt x="157695" y="107746"/>
                  </a:lnTo>
                  <a:lnTo>
                    <a:pt x="138925" y="89281"/>
                  </a:lnTo>
                  <a:lnTo>
                    <a:pt x="132029" y="80873"/>
                  </a:lnTo>
                  <a:lnTo>
                    <a:pt x="122021" y="68681"/>
                  </a:lnTo>
                  <a:lnTo>
                    <a:pt x="294335" y="68681"/>
                  </a:lnTo>
                  <a:lnTo>
                    <a:pt x="294335" y="41249"/>
                  </a:lnTo>
                  <a:lnTo>
                    <a:pt x="125069" y="41249"/>
                  </a:lnTo>
                  <a:lnTo>
                    <a:pt x="129641" y="33477"/>
                  </a:lnTo>
                  <a:lnTo>
                    <a:pt x="138785" y="18453"/>
                  </a:lnTo>
                  <a:lnTo>
                    <a:pt x="143357" y="10680"/>
                  </a:lnTo>
                  <a:lnTo>
                    <a:pt x="112877" y="0"/>
                  </a:lnTo>
                  <a:lnTo>
                    <a:pt x="93967" y="34632"/>
                  </a:lnTo>
                  <a:lnTo>
                    <a:pt x="71335" y="67538"/>
                  </a:lnTo>
                  <a:lnTo>
                    <a:pt x="44691" y="98729"/>
                  </a:lnTo>
                  <a:lnTo>
                    <a:pt x="13716" y="128219"/>
                  </a:lnTo>
                  <a:lnTo>
                    <a:pt x="19431" y="133045"/>
                  </a:lnTo>
                  <a:lnTo>
                    <a:pt x="25006" y="138315"/>
                  </a:lnTo>
                  <a:lnTo>
                    <a:pt x="30302" y="143852"/>
                  </a:lnTo>
                  <a:lnTo>
                    <a:pt x="35153" y="149555"/>
                  </a:lnTo>
                  <a:lnTo>
                    <a:pt x="51993" y="133248"/>
                  </a:lnTo>
                  <a:lnTo>
                    <a:pt x="68110" y="116357"/>
                  </a:lnTo>
                  <a:lnTo>
                    <a:pt x="83375" y="98894"/>
                  </a:lnTo>
                  <a:lnTo>
                    <a:pt x="97637" y="80873"/>
                  </a:lnTo>
                  <a:lnTo>
                    <a:pt x="112496" y="101752"/>
                  </a:lnTo>
                  <a:lnTo>
                    <a:pt x="129654" y="120929"/>
                  </a:lnTo>
                  <a:lnTo>
                    <a:pt x="149021" y="138315"/>
                  </a:lnTo>
                  <a:lnTo>
                    <a:pt x="170891" y="154127"/>
                  </a:lnTo>
                  <a:lnTo>
                    <a:pt x="132842" y="169887"/>
                  </a:lnTo>
                  <a:lnTo>
                    <a:pt x="92113" y="183083"/>
                  </a:lnTo>
                  <a:lnTo>
                    <a:pt x="48806" y="193979"/>
                  </a:lnTo>
                  <a:lnTo>
                    <a:pt x="3048" y="202895"/>
                  </a:lnTo>
                  <a:lnTo>
                    <a:pt x="6718" y="209765"/>
                  </a:lnTo>
                  <a:lnTo>
                    <a:pt x="10668" y="216801"/>
                  </a:lnTo>
                  <a:lnTo>
                    <a:pt x="14630" y="224142"/>
                  </a:lnTo>
                  <a:lnTo>
                    <a:pt x="18288" y="231940"/>
                  </a:lnTo>
                  <a:lnTo>
                    <a:pt x="69215" y="220459"/>
                  </a:lnTo>
                  <a:lnTo>
                    <a:pt x="116687" y="206705"/>
                  </a:lnTo>
                  <a:lnTo>
                    <a:pt x="160731" y="190703"/>
                  </a:lnTo>
                  <a:lnTo>
                    <a:pt x="201371" y="172415"/>
                  </a:lnTo>
                  <a:lnTo>
                    <a:pt x="237413" y="189293"/>
                  </a:lnTo>
                  <a:lnTo>
                    <a:pt x="277190" y="203466"/>
                  </a:lnTo>
                  <a:lnTo>
                    <a:pt x="320992" y="215061"/>
                  </a:lnTo>
                  <a:lnTo>
                    <a:pt x="369100" y="224231"/>
                  </a:lnTo>
                  <a:lnTo>
                    <a:pt x="373938" y="216179"/>
                  </a:lnTo>
                  <a:lnTo>
                    <a:pt x="379196" y="207848"/>
                  </a:lnTo>
                  <a:lnTo>
                    <a:pt x="384746" y="198932"/>
                  </a:lnTo>
                  <a:lnTo>
                    <a:pt x="390436" y="189179"/>
                  </a:lnTo>
                  <a:close/>
                </a:path>
                <a:path w="1557654" h="799464">
                  <a:moveTo>
                    <a:pt x="552069" y="234988"/>
                  </a:moveTo>
                  <a:lnTo>
                    <a:pt x="538911" y="220408"/>
                  </a:lnTo>
                  <a:lnTo>
                    <a:pt x="526732" y="206705"/>
                  </a:lnTo>
                  <a:lnTo>
                    <a:pt x="524662" y="204419"/>
                  </a:lnTo>
                  <a:lnTo>
                    <a:pt x="517791" y="196799"/>
                  </a:lnTo>
                  <a:lnTo>
                    <a:pt x="515429" y="194170"/>
                  </a:lnTo>
                  <a:lnTo>
                    <a:pt x="504825" y="183083"/>
                  </a:lnTo>
                  <a:lnTo>
                    <a:pt x="489585" y="196799"/>
                  </a:lnTo>
                  <a:lnTo>
                    <a:pt x="489585" y="146507"/>
                  </a:lnTo>
                  <a:lnTo>
                    <a:pt x="542925" y="146507"/>
                  </a:lnTo>
                  <a:lnTo>
                    <a:pt x="542925" y="118973"/>
                  </a:lnTo>
                  <a:lnTo>
                    <a:pt x="489585" y="118973"/>
                  </a:lnTo>
                  <a:lnTo>
                    <a:pt x="489585" y="56489"/>
                  </a:lnTo>
                  <a:lnTo>
                    <a:pt x="489585" y="54965"/>
                  </a:lnTo>
                  <a:lnTo>
                    <a:pt x="505929" y="52946"/>
                  </a:lnTo>
                  <a:lnTo>
                    <a:pt x="520827" y="51346"/>
                  </a:lnTo>
                  <a:lnTo>
                    <a:pt x="547497" y="48869"/>
                  </a:lnTo>
                  <a:lnTo>
                    <a:pt x="539877" y="19812"/>
                  </a:lnTo>
                  <a:lnTo>
                    <a:pt x="509905" y="24130"/>
                  </a:lnTo>
                  <a:lnTo>
                    <a:pt x="477202" y="27711"/>
                  </a:lnTo>
                  <a:lnTo>
                    <a:pt x="441896" y="30416"/>
                  </a:lnTo>
                  <a:lnTo>
                    <a:pt x="404152" y="32105"/>
                  </a:lnTo>
                  <a:lnTo>
                    <a:pt x="406171" y="39839"/>
                  </a:lnTo>
                  <a:lnTo>
                    <a:pt x="407771" y="47155"/>
                  </a:lnTo>
                  <a:lnTo>
                    <a:pt x="409079" y="54178"/>
                  </a:lnTo>
                  <a:lnTo>
                    <a:pt x="410248" y="61061"/>
                  </a:lnTo>
                  <a:lnTo>
                    <a:pt x="460629" y="56489"/>
                  </a:lnTo>
                  <a:lnTo>
                    <a:pt x="460629" y="118973"/>
                  </a:lnTo>
                  <a:lnTo>
                    <a:pt x="399580" y="118973"/>
                  </a:lnTo>
                  <a:lnTo>
                    <a:pt x="399580" y="146507"/>
                  </a:lnTo>
                  <a:lnTo>
                    <a:pt x="457581" y="146507"/>
                  </a:lnTo>
                  <a:lnTo>
                    <a:pt x="444385" y="183667"/>
                  </a:lnTo>
                  <a:lnTo>
                    <a:pt x="430072" y="217411"/>
                  </a:lnTo>
                  <a:lnTo>
                    <a:pt x="414629" y="247738"/>
                  </a:lnTo>
                  <a:lnTo>
                    <a:pt x="398056" y="274612"/>
                  </a:lnTo>
                  <a:lnTo>
                    <a:pt x="401459" y="282638"/>
                  </a:lnTo>
                  <a:lnTo>
                    <a:pt x="404723" y="290804"/>
                  </a:lnTo>
                  <a:lnTo>
                    <a:pt x="407695" y="299262"/>
                  </a:lnTo>
                  <a:lnTo>
                    <a:pt x="410248" y="308140"/>
                  </a:lnTo>
                  <a:lnTo>
                    <a:pt x="424548" y="287566"/>
                  </a:lnTo>
                  <a:lnTo>
                    <a:pt x="437730" y="264693"/>
                  </a:lnTo>
                  <a:lnTo>
                    <a:pt x="449757" y="239522"/>
                  </a:lnTo>
                  <a:lnTo>
                    <a:pt x="460629" y="212039"/>
                  </a:lnTo>
                  <a:lnTo>
                    <a:pt x="460629" y="378345"/>
                  </a:lnTo>
                  <a:lnTo>
                    <a:pt x="489585" y="378345"/>
                  </a:lnTo>
                  <a:lnTo>
                    <a:pt x="489585" y="212039"/>
                  </a:lnTo>
                  <a:lnTo>
                    <a:pt x="489585" y="204419"/>
                  </a:lnTo>
                  <a:lnTo>
                    <a:pt x="498754" y="215290"/>
                  </a:lnTo>
                  <a:lnTo>
                    <a:pt x="508063" y="227317"/>
                  </a:lnTo>
                  <a:lnTo>
                    <a:pt x="517664" y="240499"/>
                  </a:lnTo>
                  <a:lnTo>
                    <a:pt x="527685" y="254800"/>
                  </a:lnTo>
                  <a:lnTo>
                    <a:pt x="552069" y="234988"/>
                  </a:lnTo>
                  <a:close/>
                </a:path>
                <a:path w="1557654" h="799464">
                  <a:moveTo>
                    <a:pt x="759536" y="79349"/>
                  </a:moveTo>
                  <a:lnTo>
                    <a:pt x="732104" y="79349"/>
                  </a:lnTo>
                  <a:lnTo>
                    <a:pt x="732104" y="105257"/>
                  </a:lnTo>
                  <a:lnTo>
                    <a:pt x="732104" y="219659"/>
                  </a:lnTo>
                  <a:lnTo>
                    <a:pt x="672566" y="219659"/>
                  </a:lnTo>
                  <a:lnTo>
                    <a:pt x="672566" y="105257"/>
                  </a:lnTo>
                  <a:lnTo>
                    <a:pt x="732104" y="105257"/>
                  </a:lnTo>
                  <a:lnTo>
                    <a:pt x="732104" y="79349"/>
                  </a:lnTo>
                  <a:lnTo>
                    <a:pt x="672566" y="79349"/>
                  </a:lnTo>
                  <a:lnTo>
                    <a:pt x="672566" y="3048"/>
                  </a:lnTo>
                  <a:lnTo>
                    <a:pt x="643610" y="3048"/>
                  </a:lnTo>
                  <a:lnTo>
                    <a:pt x="643610" y="79349"/>
                  </a:lnTo>
                  <a:lnTo>
                    <a:pt x="643610" y="105257"/>
                  </a:lnTo>
                  <a:lnTo>
                    <a:pt x="643610" y="219659"/>
                  </a:lnTo>
                  <a:lnTo>
                    <a:pt x="585698" y="219659"/>
                  </a:lnTo>
                  <a:lnTo>
                    <a:pt x="585698" y="105257"/>
                  </a:lnTo>
                  <a:lnTo>
                    <a:pt x="643610" y="105257"/>
                  </a:lnTo>
                  <a:lnTo>
                    <a:pt x="643610" y="79349"/>
                  </a:lnTo>
                  <a:lnTo>
                    <a:pt x="556653" y="79349"/>
                  </a:lnTo>
                  <a:lnTo>
                    <a:pt x="556653" y="263944"/>
                  </a:lnTo>
                  <a:lnTo>
                    <a:pt x="585698" y="263944"/>
                  </a:lnTo>
                  <a:lnTo>
                    <a:pt x="585698" y="245656"/>
                  </a:lnTo>
                  <a:lnTo>
                    <a:pt x="643610" y="245656"/>
                  </a:lnTo>
                  <a:lnTo>
                    <a:pt x="643610" y="379869"/>
                  </a:lnTo>
                  <a:lnTo>
                    <a:pt x="672566" y="379869"/>
                  </a:lnTo>
                  <a:lnTo>
                    <a:pt x="672566" y="245656"/>
                  </a:lnTo>
                  <a:lnTo>
                    <a:pt x="732104" y="245656"/>
                  </a:lnTo>
                  <a:lnTo>
                    <a:pt x="732104" y="263944"/>
                  </a:lnTo>
                  <a:lnTo>
                    <a:pt x="759536" y="263944"/>
                  </a:lnTo>
                  <a:lnTo>
                    <a:pt x="759536" y="245656"/>
                  </a:lnTo>
                  <a:lnTo>
                    <a:pt x="759536" y="219659"/>
                  </a:lnTo>
                  <a:lnTo>
                    <a:pt x="759536" y="105257"/>
                  </a:lnTo>
                  <a:lnTo>
                    <a:pt x="759536" y="79349"/>
                  </a:lnTo>
                  <a:close/>
                </a:path>
                <a:path w="1557654" h="799464">
                  <a:moveTo>
                    <a:pt x="889165" y="71729"/>
                  </a:moveTo>
                  <a:lnTo>
                    <a:pt x="878547" y="60032"/>
                  </a:lnTo>
                  <a:lnTo>
                    <a:pt x="864920" y="45618"/>
                  </a:lnTo>
                  <a:lnTo>
                    <a:pt x="848156" y="28613"/>
                  </a:lnTo>
                  <a:lnTo>
                    <a:pt x="828103" y="9144"/>
                  </a:lnTo>
                  <a:lnTo>
                    <a:pt x="805243" y="29057"/>
                  </a:lnTo>
                  <a:lnTo>
                    <a:pt x="821563" y="45935"/>
                  </a:lnTo>
                  <a:lnTo>
                    <a:pt x="836295" y="62395"/>
                  </a:lnTo>
                  <a:lnTo>
                    <a:pt x="849617" y="78562"/>
                  </a:lnTo>
                  <a:lnTo>
                    <a:pt x="861631" y="94589"/>
                  </a:lnTo>
                  <a:lnTo>
                    <a:pt x="889165" y="71729"/>
                  </a:lnTo>
                  <a:close/>
                </a:path>
                <a:path w="1557654" h="799464">
                  <a:moveTo>
                    <a:pt x="915073" y="317284"/>
                  </a:moveTo>
                  <a:lnTo>
                    <a:pt x="913955" y="310121"/>
                  </a:lnTo>
                  <a:lnTo>
                    <a:pt x="912977" y="302234"/>
                  </a:lnTo>
                  <a:lnTo>
                    <a:pt x="912291" y="293497"/>
                  </a:lnTo>
                  <a:lnTo>
                    <a:pt x="912025" y="283756"/>
                  </a:lnTo>
                  <a:lnTo>
                    <a:pt x="900303" y="292658"/>
                  </a:lnTo>
                  <a:lnTo>
                    <a:pt x="888009" y="301282"/>
                  </a:lnTo>
                  <a:lnTo>
                    <a:pt x="861631" y="318808"/>
                  </a:lnTo>
                  <a:lnTo>
                    <a:pt x="861631" y="134302"/>
                  </a:lnTo>
                  <a:lnTo>
                    <a:pt x="790003" y="134302"/>
                  </a:lnTo>
                  <a:lnTo>
                    <a:pt x="790003" y="161734"/>
                  </a:lnTo>
                  <a:lnTo>
                    <a:pt x="832675" y="161734"/>
                  </a:lnTo>
                  <a:lnTo>
                    <a:pt x="832675" y="312712"/>
                  </a:lnTo>
                  <a:lnTo>
                    <a:pt x="831850" y="323329"/>
                  </a:lnTo>
                  <a:lnTo>
                    <a:pt x="829437" y="332384"/>
                  </a:lnTo>
                  <a:lnTo>
                    <a:pt x="825614" y="340004"/>
                  </a:lnTo>
                  <a:lnTo>
                    <a:pt x="820483" y="346341"/>
                  </a:lnTo>
                  <a:lnTo>
                    <a:pt x="837247" y="372249"/>
                  </a:lnTo>
                  <a:lnTo>
                    <a:pt x="856703" y="357657"/>
                  </a:lnTo>
                  <a:lnTo>
                    <a:pt x="876160" y="343623"/>
                  </a:lnTo>
                  <a:lnTo>
                    <a:pt x="895629" y="330161"/>
                  </a:lnTo>
                  <a:lnTo>
                    <a:pt x="912774" y="318808"/>
                  </a:lnTo>
                  <a:lnTo>
                    <a:pt x="915073" y="317284"/>
                  </a:lnTo>
                  <a:close/>
                </a:path>
                <a:path w="1557654" h="799464">
                  <a:moveTo>
                    <a:pt x="1133106" y="238036"/>
                  </a:moveTo>
                  <a:lnTo>
                    <a:pt x="1105674" y="238036"/>
                  </a:lnTo>
                  <a:lnTo>
                    <a:pt x="1105674" y="265468"/>
                  </a:lnTo>
                  <a:lnTo>
                    <a:pt x="1105674" y="327952"/>
                  </a:lnTo>
                  <a:lnTo>
                    <a:pt x="957745" y="327952"/>
                  </a:lnTo>
                  <a:lnTo>
                    <a:pt x="957745" y="265468"/>
                  </a:lnTo>
                  <a:lnTo>
                    <a:pt x="1105674" y="265468"/>
                  </a:lnTo>
                  <a:lnTo>
                    <a:pt x="1105674" y="238036"/>
                  </a:lnTo>
                  <a:lnTo>
                    <a:pt x="928789" y="238036"/>
                  </a:lnTo>
                  <a:lnTo>
                    <a:pt x="928789" y="378345"/>
                  </a:lnTo>
                  <a:lnTo>
                    <a:pt x="957745" y="378345"/>
                  </a:lnTo>
                  <a:lnTo>
                    <a:pt x="957745" y="355485"/>
                  </a:lnTo>
                  <a:lnTo>
                    <a:pt x="1105674" y="355485"/>
                  </a:lnTo>
                  <a:lnTo>
                    <a:pt x="1105674" y="378345"/>
                  </a:lnTo>
                  <a:lnTo>
                    <a:pt x="1133106" y="378345"/>
                  </a:lnTo>
                  <a:lnTo>
                    <a:pt x="1133106" y="355485"/>
                  </a:lnTo>
                  <a:lnTo>
                    <a:pt x="1133106" y="327952"/>
                  </a:lnTo>
                  <a:lnTo>
                    <a:pt x="1133106" y="265468"/>
                  </a:lnTo>
                  <a:lnTo>
                    <a:pt x="1133106" y="238036"/>
                  </a:lnTo>
                  <a:close/>
                </a:path>
                <a:path w="1557654" h="799464">
                  <a:moveTo>
                    <a:pt x="1168247" y="172402"/>
                  </a:moveTo>
                  <a:lnTo>
                    <a:pt x="1120914" y="172402"/>
                  </a:lnTo>
                  <a:lnTo>
                    <a:pt x="1120914" y="91541"/>
                  </a:lnTo>
                  <a:lnTo>
                    <a:pt x="1091958" y="91541"/>
                  </a:lnTo>
                  <a:lnTo>
                    <a:pt x="1091958" y="118973"/>
                  </a:lnTo>
                  <a:lnTo>
                    <a:pt x="1091958" y="172402"/>
                  </a:lnTo>
                  <a:lnTo>
                    <a:pt x="989749" y="172402"/>
                  </a:lnTo>
                  <a:lnTo>
                    <a:pt x="997369" y="118973"/>
                  </a:lnTo>
                  <a:lnTo>
                    <a:pt x="1091958" y="118973"/>
                  </a:lnTo>
                  <a:lnTo>
                    <a:pt x="1091958" y="91541"/>
                  </a:lnTo>
                  <a:lnTo>
                    <a:pt x="1000417" y="91541"/>
                  </a:lnTo>
                  <a:lnTo>
                    <a:pt x="1006614" y="47345"/>
                  </a:lnTo>
                  <a:lnTo>
                    <a:pt x="1153007" y="47345"/>
                  </a:lnTo>
                  <a:lnTo>
                    <a:pt x="1153007" y="21336"/>
                  </a:lnTo>
                  <a:lnTo>
                    <a:pt x="904405" y="21336"/>
                  </a:lnTo>
                  <a:lnTo>
                    <a:pt x="904405" y="47345"/>
                  </a:lnTo>
                  <a:lnTo>
                    <a:pt x="977557" y="47345"/>
                  </a:lnTo>
                  <a:lnTo>
                    <a:pt x="971461" y="91541"/>
                  </a:lnTo>
                  <a:lnTo>
                    <a:pt x="913549" y="91541"/>
                  </a:lnTo>
                  <a:lnTo>
                    <a:pt x="913549" y="118973"/>
                  </a:lnTo>
                  <a:lnTo>
                    <a:pt x="966889" y="118973"/>
                  </a:lnTo>
                  <a:lnTo>
                    <a:pt x="959269" y="172402"/>
                  </a:lnTo>
                  <a:lnTo>
                    <a:pt x="895261" y="172402"/>
                  </a:lnTo>
                  <a:lnTo>
                    <a:pt x="895261" y="199847"/>
                  </a:lnTo>
                  <a:lnTo>
                    <a:pt x="1168247" y="199847"/>
                  </a:lnTo>
                  <a:lnTo>
                    <a:pt x="1168247" y="172402"/>
                  </a:lnTo>
                  <a:close/>
                </a:path>
                <a:path w="1557654" h="799464">
                  <a:moveTo>
                    <a:pt x="1511338" y="236512"/>
                  </a:moveTo>
                  <a:lnTo>
                    <a:pt x="1480858" y="236512"/>
                  </a:lnTo>
                  <a:lnTo>
                    <a:pt x="1480858" y="263944"/>
                  </a:lnTo>
                  <a:lnTo>
                    <a:pt x="1480858" y="331000"/>
                  </a:lnTo>
                  <a:lnTo>
                    <a:pt x="1261211" y="331000"/>
                  </a:lnTo>
                  <a:lnTo>
                    <a:pt x="1261211" y="263944"/>
                  </a:lnTo>
                  <a:lnTo>
                    <a:pt x="1480858" y="263944"/>
                  </a:lnTo>
                  <a:lnTo>
                    <a:pt x="1480858" y="236512"/>
                  </a:lnTo>
                  <a:lnTo>
                    <a:pt x="1230731" y="236512"/>
                  </a:lnTo>
                  <a:lnTo>
                    <a:pt x="1230731" y="379869"/>
                  </a:lnTo>
                  <a:lnTo>
                    <a:pt x="1261211" y="379869"/>
                  </a:lnTo>
                  <a:lnTo>
                    <a:pt x="1261211" y="357009"/>
                  </a:lnTo>
                  <a:lnTo>
                    <a:pt x="1480858" y="357009"/>
                  </a:lnTo>
                  <a:lnTo>
                    <a:pt x="1480858" y="379869"/>
                  </a:lnTo>
                  <a:lnTo>
                    <a:pt x="1511338" y="379869"/>
                  </a:lnTo>
                  <a:lnTo>
                    <a:pt x="1511338" y="357009"/>
                  </a:lnTo>
                  <a:lnTo>
                    <a:pt x="1511338" y="331000"/>
                  </a:lnTo>
                  <a:lnTo>
                    <a:pt x="1511338" y="263944"/>
                  </a:lnTo>
                  <a:lnTo>
                    <a:pt x="1511338" y="236512"/>
                  </a:lnTo>
                  <a:close/>
                </a:path>
                <a:path w="1557654" h="799464">
                  <a:moveTo>
                    <a:pt x="1520482" y="176974"/>
                  </a:moveTo>
                  <a:lnTo>
                    <a:pt x="1223111" y="176974"/>
                  </a:lnTo>
                  <a:lnTo>
                    <a:pt x="1223111" y="204406"/>
                  </a:lnTo>
                  <a:lnTo>
                    <a:pt x="1520482" y="204406"/>
                  </a:lnTo>
                  <a:lnTo>
                    <a:pt x="1520482" y="176974"/>
                  </a:lnTo>
                  <a:close/>
                </a:path>
                <a:path w="1557654" h="799464">
                  <a:moveTo>
                    <a:pt x="1520482" y="117449"/>
                  </a:moveTo>
                  <a:lnTo>
                    <a:pt x="1223111" y="117449"/>
                  </a:lnTo>
                  <a:lnTo>
                    <a:pt x="1223111" y="143446"/>
                  </a:lnTo>
                  <a:lnTo>
                    <a:pt x="1520482" y="143446"/>
                  </a:lnTo>
                  <a:lnTo>
                    <a:pt x="1520482" y="117449"/>
                  </a:lnTo>
                  <a:close/>
                </a:path>
                <a:path w="1557654" h="799464">
                  <a:moveTo>
                    <a:pt x="1557058" y="54965"/>
                  </a:moveTo>
                  <a:lnTo>
                    <a:pt x="1380185" y="54965"/>
                  </a:lnTo>
                  <a:lnTo>
                    <a:pt x="1398473" y="47345"/>
                  </a:lnTo>
                  <a:lnTo>
                    <a:pt x="1391589" y="35877"/>
                  </a:lnTo>
                  <a:lnTo>
                    <a:pt x="1384566" y="24244"/>
                  </a:lnTo>
                  <a:lnTo>
                    <a:pt x="1377251" y="12331"/>
                  </a:lnTo>
                  <a:lnTo>
                    <a:pt x="1369517" y="0"/>
                  </a:lnTo>
                  <a:lnTo>
                    <a:pt x="1340561" y="13716"/>
                  </a:lnTo>
                  <a:lnTo>
                    <a:pt x="1347152" y="24917"/>
                  </a:lnTo>
                  <a:lnTo>
                    <a:pt x="1353324" y="35521"/>
                  </a:lnTo>
                  <a:lnTo>
                    <a:pt x="1359204" y="45529"/>
                  </a:lnTo>
                  <a:lnTo>
                    <a:pt x="1364945" y="54965"/>
                  </a:lnTo>
                  <a:lnTo>
                    <a:pt x="1185011" y="54965"/>
                  </a:lnTo>
                  <a:lnTo>
                    <a:pt x="1185011" y="83921"/>
                  </a:lnTo>
                  <a:lnTo>
                    <a:pt x="1557058" y="83921"/>
                  </a:lnTo>
                  <a:lnTo>
                    <a:pt x="1557058" y="549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6442" y="5392293"/>
              <a:ext cx="170783" cy="20440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654599" y="2861690"/>
              <a:ext cx="2121535" cy="2783840"/>
            </a:xfrm>
            <a:custGeom>
              <a:avLst/>
              <a:gdLst/>
              <a:ahLst/>
              <a:cxnLst/>
              <a:rect l="l" t="t" r="r" b="b"/>
              <a:pathLst>
                <a:path w="2121534" h="2783840">
                  <a:moveTo>
                    <a:pt x="419392" y="742861"/>
                  </a:moveTo>
                  <a:lnTo>
                    <a:pt x="63588" y="742861"/>
                  </a:lnTo>
                  <a:lnTo>
                    <a:pt x="152501" y="693991"/>
                  </a:lnTo>
                  <a:lnTo>
                    <a:pt x="157073" y="690943"/>
                  </a:lnTo>
                  <a:lnTo>
                    <a:pt x="160121" y="683323"/>
                  </a:lnTo>
                  <a:lnTo>
                    <a:pt x="154025" y="674179"/>
                  </a:lnTo>
                  <a:lnTo>
                    <a:pt x="147929" y="672655"/>
                  </a:lnTo>
                  <a:lnTo>
                    <a:pt x="141833" y="674179"/>
                  </a:lnTo>
                  <a:lnTo>
                    <a:pt x="0" y="753529"/>
                  </a:lnTo>
                  <a:lnTo>
                    <a:pt x="141833" y="832878"/>
                  </a:lnTo>
                  <a:lnTo>
                    <a:pt x="147929" y="835926"/>
                  </a:lnTo>
                  <a:lnTo>
                    <a:pt x="154025" y="834402"/>
                  </a:lnTo>
                  <a:lnTo>
                    <a:pt x="157073" y="829830"/>
                  </a:lnTo>
                  <a:lnTo>
                    <a:pt x="160121" y="823734"/>
                  </a:lnTo>
                  <a:lnTo>
                    <a:pt x="157073" y="817638"/>
                  </a:lnTo>
                  <a:lnTo>
                    <a:pt x="152501" y="814489"/>
                  </a:lnTo>
                  <a:lnTo>
                    <a:pt x="62852" y="764197"/>
                  </a:lnTo>
                  <a:lnTo>
                    <a:pt x="419392" y="764197"/>
                  </a:lnTo>
                  <a:lnTo>
                    <a:pt x="419392" y="742861"/>
                  </a:lnTo>
                  <a:close/>
                </a:path>
                <a:path w="2121534" h="2783840">
                  <a:moveTo>
                    <a:pt x="419392" y="82308"/>
                  </a:moveTo>
                  <a:lnTo>
                    <a:pt x="400304" y="71628"/>
                  </a:lnTo>
                  <a:lnTo>
                    <a:pt x="277571" y="3048"/>
                  </a:lnTo>
                  <a:lnTo>
                    <a:pt x="272999" y="0"/>
                  </a:lnTo>
                  <a:lnTo>
                    <a:pt x="265379" y="1524"/>
                  </a:lnTo>
                  <a:lnTo>
                    <a:pt x="263855" y="6096"/>
                  </a:lnTo>
                  <a:lnTo>
                    <a:pt x="260807" y="12192"/>
                  </a:lnTo>
                  <a:lnTo>
                    <a:pt x="262331" y="18288"/>
                  </a:lnTo>
                  <a:lnTo>
                    <a:pt x="266903" y="21336"/>
                  </a:lnTo>
                  <a:lnTo>
                    <a:pt x="357568" y="71628"/>
                  </a:lnTo>
                  <a:lnTo>
                    <a:pt x="12" y="71628"/>
                  </a:lnTo>
                  <a:lnTo>
                    <a:pt x="12" y="93065"/>
                  </a:lnTo>
                  <a:lnTo>
                    <a:pt x="358013" y="93065"/>
                  </a:lnTo>
                  <a:lnTo>
                    <a:pt x="377012" y="82410"/>
                  </a:lnTo>
                  <a:lnTo>
                    <a:pt x="268427" y="143357"/>
                  </a:lnTo>
                  <a:lnTo>
                    <a:pt x="266903" y="143357"/>
                  </a:lnTo>
                  <a:lnTo>
                    <a:pt x="262331" y="144881"/>
                  </a:lnTo>
                  <a:lnTo>
                    <a:pt x="260807" y="152501"/>
                  </a:lnTo>
                  <a:lnTo>
                    <a:pt x="263855" y="157073"/>
                  </a:lnTo>
                  <a:lnTo>
                    <a:pt x="265379" y="161645"/>
                  </a:lnTo>
                  <a:lnTo>
                    <a:pt x="272999" y="163169"/>
                  </a:lnTo>
                  <a:lnTo>
                    <a:pt x="277571" y="161645"/>
                  </a:lnTo>
                  <a:lnTo>
                    <a:pt x="400151" y="93065"/>
                  </a:lnTo>
                  <a:lnTo>
                    <a:pt x="419392" y="82308"/>
                  </a:lnTo>
                  <a:close/>
                </a:path>
                <a:path w="2121534" h="2783840">
                  <a:moveTo>
                    <a:pt x="1329893" y="2626715"/>
                  </a:moveTo>
                  <a:lnTo>
                    <a:pt x="1324368" y="2587040"/>
                  </a:lnTo>
                  <a:lnTo>
                    <a:pt x="1297889" y="2546134"/>
                  </a:lnTo>
                  <a:lnTo>
                    <a:pt x="1297889" y="2626715"/>
                  </a:lnTo>
                  <a:lnTo>
                    <a:pt x="1296758" y="2645003"/>
                  </a:lnTo>
                  <a:lnTo>
                    <a:pt x="1281023" y="2686240"/>
                  </a:lnTo>
                  <a:lnTo>
                    <a:pt x="1236827" y="2709113"/>
                  </a:lnTo>
                  <a:lnTo>
                    <a:pt x="1225067" y="2707983"/>
                  </a:lnTo>
                  <a:lnTo>
                    <a:pt x="1214729" y="2704731"/>
                  </a:lnTo>
                  <a:lnTo>
                    <a:pt x="1209078" y="2701480"/>
                  </a:lnTo>
                  <a:lnTo>
                    <a:pt x="1205534" y="2699461"/>
                  </a:lnTo>
                  <a:lnTo>
                    <a:pt x="1181557" y="2662250"/>
                  </a:lnTo>
                  <a:lnTo>
                    <a:pt x="1180439" y="2651099"/>
                  </a:lnTo>
                  <a:lnTo>
                    <a:pt x="1180439" y="2623667"/>
                  </a:lnTo>
                  <a:lnTo>
                    <a:pt x="1190078" y="2585478"/>
                  </a:lnTo>
                  <a:lnTo>
                    <a:pt x="1228280" y="2557653"/>
                  </a:lnTo>
                  <a:lnTo>
                    <a:pt x="1241399" y="2556510"/>
                  </a:lnTo>
                  <a:lnTo>
                    <a:pt x="1253401" y="2557653"/>
                  </a:lnTo>
                  <a:lnTo>
                    <a:pt x="1288846" y="2584881"/>
                  </a:lnTo>
                  <a:lnTo>
                    <a:pt x="1297889" y="2626715"/>
                  </a:lnTo>
                  <a:lnTo>
                    <a:pt x="1297889" y="2546134"/>
                  </a:lnTo>
                  <a:lnTo>
                    <a:pt x="1296466" y="2544749"/>
                  </a:lnTo>
                  <a:lnTo>
                    <a:pt x="1282788" y="2536698"/>
                  </a:lnTo>
                  <a:lnTo>
                    <a:pt x="1267104" y="2532088"/>
                  </a:lnTo>
                  <a:lnTo>
                    <a:pt x="1249019" y="2530602"/>
                  </a:lnTo>
                  <a:lnTo>
                    <a:pt x="1228471" y="2532913"/>
                  </a:lnTo>
                  <a:lnTo>
                    <a:pt x="1210348" y="2539936"/>
                  </a:lnTo>
                  <a:lnTo>
                    <a:pt x="1194803" y="2551823"/>
                  </a:lnTo>
                  <a:lnTo>
                    <a:pt x="1181963" y="2568702"/>
                  </a:lnTo>
                  <a:lnTo>
                    <a:pt x="1180439" y="2568702"/>
                  </a:lnTo>
                  <a:lnTo>
                    <a:pt x="1180439" y="2440597"/>
                  </a:lnTo>
                  <a:lnTo>
                    <a:pt x="1149959" y="2440597"/>
                  </a:lnTo>
                  <a:lnTo>
                    <a:pt x="1149959" y="2730449"/>
                  </a:lnTo>
                  <a:lnTo>
                    <a:pt x="1180439" y="2730449"/>
                  </a:lnTo>
                  <a:lnTo>
                    <a:pt x="1180439" y="2701480"/>
                  </a:lnTo>
                  <a:lnTo>
                    <a:pt x="1181963" y="2701480"/>
                  </a:lnTo>
                  <a:lnTo>
                    <a:pt x="1192517" y="2716365"/>
                  </a:lnTo>
                  <a:lnTo>
                    <a:pt x="1205776" y="2726829"/>
                  </a:lnTo>
                  <a:lnTo>
                    <a:pt x="1221613" y="2732989"/>
                  </a:lnTo>
                  <a:lnTo>
                    <a:pt x="1239875" y="2735021"/>
                  </a:lnTo>
                  <a:lnTo>
                    <a:pt x="1259560" y="2733281"/>
                  </a:lnTo>
                  <a:lnTo>
                    <a:pt x="1302473" y="2709113"/>
                  </a:lnTo>
                  <a:lnTo>
                    <a:pt x="1323987" y="2670962"/>
                  </a:lnTo>
                  <a:lnTo>
                    <a:pt x="1328432" y="2649829"/>
                  </a:lnTo>
                  <a:lnTo>
                    <a:pt x="1329893" y="2626715"/>
                  </a:lnTo>
                  <a:close/>
                </a:path>
                <a:path w="2121534" h="2783840">
                  <a:moveTo>
                    <a:pt x="1425994" y="1238643"/>
                  </a:moveTo>
                  <a:lnTo>
                    <a:pt x="1422857" y="1232547"/>
                  </a:lnTo>
                  <a:lnTo>
                    <a:pt x="1355521" y="1111948"/>
                  </a:lnTo>
                  <a:lnTo>
                    <a:pt x="1354277" y="1109726"/>
                  </a:lnTo>
                  <a:lnTo>
                    <a:pt x="1354277" y="1116533"/>
                  </a:lnTo>
                  <a:lnTo>
                    <a:pt x="1354277" y="1133221"/>
                  </a:lnTo>
                  <a:lnTo>
                    <a:pt x="1343698" y="1133221"/>
                  </a:lnTo>
                  <a:lnTo>
                    <a:pt x="1334452" y="1116533"/>
                  </a:lnTo>
                  <a:lnTo>
                    <a:pt x="1352740" y="1116533"/>
                  </a:lnTo>
                  <a:lnTo>
                    <a:pt x="1354277" y="1116533"/>
                  </a:lnTo>
                  <a:lnTo>
                    <a:pt x="1354277" y="1109726"/>
                  </a:lnTo>
                  <a:lnTo>
                    <a:pt x="1343596" y="1090612"/>
                  </a:lnTo>
                  <a:lnTo>
                    <a:pt x="1264259" y="1232547"/>
                  </a:lnTo>
                  <a:lnTo>
                    <a:pt x="1262735" y="1238643"/>
                  </a:lnTo>
                  <a:lnTo>
                    <a:pt x="1264259" y="1244739"/>
                  </a:lnTo>
                  <a:lnTo>
                    <a:pt x="1268831" y="1247787"/>
                  </a:lnTo>
                  <a:lnTo>
                    <a:pt x="1274927" y="1249311"/>
                  </a:lnTo>
                  <a:lnTo>
                    <a:pt x="1281023" y="1247787"/>
                  </a:lnTo>
                  <a:lnTo>
                    <a:pt x="1284071" y="1243215"/>
                  </a:lnTo>
                  <a:lnTo>
                    <a:pt x="1334452" y="1150264"/>
                  </a:lnTo>
                  <a:lnTo>
                    <a:pt x="1334452" y="1677936"/>
                  </a:lnTo>
                  <a:lnTo>
                    <a:pt x="1354277" y="1677936"/>
                  </a:lnTo>
                  <a:lnTo>
                    <a:pt x="1354277" y="1152334"/>
                  </a:lnTo>
                  <a:lnTo>
                    <a:pt x="1404569" y="1243215"/>
                  </a:lnTo>
                  <a:lnTo>
                    <a:pt x="1407617" y="1247787"/>
                  </a:lnTo>
                  <a:lnTo>
                    <a:pt x="1413713" y="1249311"/>
                  </a:lnTo>
                  <a:lnTo>
                    <a:pt x="1419809" y="1247787"/>
                  </a:lnTo>
                  <a:lnTo>
                    <a:pt x="1424381" y="1244739"/>
                  </a:lnTo>
                  <a:lnTo>
                    <a:pt x="1425994" y="1238643"/>
                  </a:lnTo>
                  <a:close/>
                </a:path>
                <a:path w="2121534" h="2783840">
                  <a:moveTo>
                    <a:pt x="1502194" y="2631287"/>
                  </a:moveTo>
                  <a:lnTo>
                    <a:pt x="1488211" y="2615311"/>
                  </a:lnTo>
                  <a:lnTo>
                    <a:pt x="1479334" y="2605379"/>
                  </a:lnTo>
                  <a:lnTo>
                    <a:pt x="1476095" y="2601760"/>
                  </a:lnTo>
                  <a:lnTo>
                    <a:pt x="1473809" y="2599283"/>
                  </a:lnTo>
                  <a:lnTo>
                    <a:pt x="1469593" y="2594711"/>
                  </a:lnTo>
                  <a:lnTo>
                    <a:pt x="1465973" y="2590787"/>
                  </a:lnTo>
                  <a:lnTo>
                    <a:pt x="1457998" y="2582519"/>
                  </a:lnTo>
                  <a:lnTo>
                    <a:pt x="1442758" y="2594711"/>
                  </a:lnTo>
                  <a:lnTo>
                    <a:pt x="1442758" y="2544330"/>
                  </a:lnTo>
                  <a:lnTo>
                    <a:pt x="1496098" y="2544330"/>
                  </a:lnTo>
                  <a:lnTo>
                    <a:pt x="1496098" y="2518422"/>
                  </a:lnTo>
                  <a:lnTo>
                    <a:pt x="1442758" y="2518422"/>
                  </a:lnTo>
                  <a:lnTo>
                    <a:pt x="1442758" y="2458885"/>
                  </a:lnTo>
                  <a:lnTo>
                    <a:pt x="1442758" y="2455837"/>
                  </a:lnTo>
                  <a:lnTo>
                    <a:pt x="1456474" y="2453309"/>
                  </a:lnTo>
                  <a:lnTo>
                    <a:pt x="1483906" y="2447696"/>
                  </a:lnTo>
                  <a:lnTo>
                    <a:pt x="1497622" y="2445169"/>
                  </a:lnTo>
                  <a:lnTo>
                    <a:pt x="1488478" y="2419261"/>
                  </a:lnTo>
                  <a:lnTo>
                    <a:pt x="1455559" y="2425789"/>
                  </a:lnTo>
                  <a:lnTo>
                    <a:pt x="1422895" y="2431453"/>
                  </a:lnTo>
                  <a:lnTo>
                    <a:pt x="1390243" y="2435974"/>
                  </a:lnTo>
                  <a:lnTo>
                    <a:pt x="1357312" y="2439073"/>
                  </a:lnTo>
                  <a:lnTo>
                    <a:pt x="1359598" y="2445905"/>
                  </a:lnTo>
                  <a:lnTo>
                    <a:pt x="1361884" y="2452598"/>
                  </a:lnTo>
                  <a:lnTo>
                    <a:pt x="1364132" y="2458885"/>
                  </a:lnTo>
                  <a:lnTo>
                    <a:pt x="1366456" y="2464981"/>
                  </a:lnTo>
                  <a:lnTo>
                    <a:pt x="1378800" y="2463812"/>
                  </a:lnTo>
                  <a:lnTo>
                    <a:pt x="1390840" y="2462504"/>
                  </a:lnTo>
                  <a:lnTo>
                    <a:pt x="1402892" y="2460904"/>
                  </a:lnTo>
                  <a:lnTo>
                    <a:pt x="1415224" y="2458885"/>
                  </a:lnTo>
                  <a:lnTo>
                    <a:pt x="1415224" y="2518422"/>
                  </a:lnTo>
                  <a:lnTo>
                    <a:pt x="1355788" y="2518422"/>
                  </a:lnTo>
                  <a:lnTo>
                    <a:pt x="1355788" y="2544330"/>
                  </a:lnTo>
                  <a:lnTo>
                    <a:pt x="1409128" y="2544330"/>
                  </a:lnTo>
                  <a:lnTo>
                    <a:pt x="1397723" y="2580932"/>
                  </a:lnTo>
                  <a:lnTo>
                    <a:pt x="1384173" y="2615082"/>
                  </a:lnTo>
                  <a:lnTo>
                    <a:pt x="1368628" y="2646642"/>
                  </a:lnTo>
                  <a:lnTo>
                    <a:pt x="1351216" y="2675483"/>
                  </a:lnTo>
                  <a:lnTo>
                    <a:pt x="1354632" y="2683560"/>
                  </a:lnTo>
                  <a:lnTo>
                    <a:pt x="1357884" y="2691765"/>
                  </a:lnTo>
                  <a:lnTo>
                    <a:pt x="1360868" y="2700223"/>
                  </a:lnTo>
                  <a:lnTo>
                    <a:pt x="1363408" y="2709113"/>
                  </a:lnTo>
                  <a:lnTo>
                    <a:pt x="1378585" y="2685046"/>
                  </a:lnTo>
                  <a:lnTo>
                    <a:pt x="1392174" y="2658732"/>
                  </a:lnTo>
                  <a:lnTo>
                    <a:pt x="1404353" y="2630144"/>
                  </a:lnTo>
                  <a:lnTo>
                    <a:pt x="1415224" y="2599283"/>
                  </a:lnTo>
                  <a:lnTo>
                    <a:pt x="1415224" y="2782265"/>
                  </a:lnTo>
                  <a:lnTo>
                    <a:pt x="1442758" y="2782265"/>
                  </a:lnTo>
                  <a:lnTo>
                    <a:pt x="1442758" y="2605379"/>
                  </a:lnTo>
                  <a:lnTo>
                    <a:pt x="1450187" y="2614244"/>
                  </a:lnTo>
                  <a:lnTo>
                    <a:pt x="1458760" y="2624810"/>
                  </a:lnTo>
                  <a:lnTo>
                    <a:pt x="1468475" y="2637104"/>
                  </a:lnTo>
                  <a:lnTo>
                    <a:pt x="1479334" y="2651099"/>
                  </a:lnTo>
                  <a:lnTo>
                    <a:pt x="1502194" y="2631287"/>
                  </a:lnTo>
                  <a:close/>
                </a:path>
                <a:path w="2121534" h="2783840">
                  <a:moveTo>
                    <a:pt x="1706600" y="2422309"/>
                  </a:moveTo>
                  <a:lnTo>
                    <a:pt x="1677555" y="2422309"/>
                  </a:lnTo>
                  <a:lnTo>
                    <a:pt x="1677555" y="2448217"/>
                  </a:lnTo>
                  <a:lnTo>
                    <a:pt x="1677555" y="2512326"/>
                  </a:lnTo>
                  <a:lnTo>
                    <a:pt x="1544866" y="2512326"/>
                  </a:lnTo>
                  <a:lnTo>
                    <a:pt x="1544866" y="2448217"/>
                  </a:lnTo>
                  <a:lnTo>
                    <a:pt x="1677555" y="2448217"/>
                  </a:lnTo>
                  <a:lnTo>
                    <a:pt x="1677555" y="2422309"/>
                  </a:lnTo>
                  <a:lnTo>
                    <a:pt x="1515910" y="2422309"/>
                  </a:lnTo>
                  <a:lnTo>
                    <a:pt x="1515910" y="2553474"/>
                  </a:lnTo>
                  <a:lnTo>
                    <a:pt x="1544866" y="2553474"/>
                  </a:lnTo>
                  <a:lnTo>
                    <a:pt x="1544866" y="2538234"/>
                  </a:lnTo>
                  <a:lnTo>
                    <a:pt x="1677555" y="2538234"/>
                  </a:lnTo>
                  <a:lnTo>
                    <a:pt x="1677555" y="2553474"/>
                  </a:lnTo>
                  <a:lnTo>
                    <a:pt x="1706600" y="2553474"/>
                  </a:lnTo>
                  <a:lnTo>
                    <a:pt x="1706600" y="2538234"/>
                  </a:lnTo>
                  <a:lnTo>
                    <a:pt x="1706600" y="2512326"/>
                  </a:lnTo>
                  <a:lnTo>
                    <a:pt x="1706600" y="2448217"/>
                  </a:lnTo>
                  <a:lnTo>
                    <a:pt x="1706600" y="2422309"/>
                  </a:lnTo>
                  <a:close/>
                </a:path>
                <a:path w="2121534" h="2783840">
                  <a:moveTo>
                    <a:pt x="1735556" y="2735021"/>
                  </a:moveTo>
                  <a:lnTo>
                    <a:pt x="1625739" y="2735021"/>
                  </a:lnTo>
                  <a:lnTo>
                    <a:pt x="1625739" y="2678531"/>
                  </a:lnTo>
                  <a:lnTo>
                    <a:pt x="1712696" y="2678531"/>
                  </a:lnTo>
                  <a:lnTo>
                    <a:pt x="1712696" y="2652623"/>
                  </a:lnTo>
                  <a:lnTo>
                    <a:pt x="1625739" y="2652623"/>
                  </a:lnTo>
                  <a:lnTo>
                    <a:pt x="1625739" y="2600807"/>
                  </a:lnTo>
                  <a:lnTo>
                    <a:pt x="1721840" y="2600807"/>
                  </a:lnTo>
                  <a:lnTo>
                    <a:pt x="1721840" y="2576334"/>
                  </a:lnTo>
                  <a:lnTo>
                    <a:pt x="1499146" y="2576334"/>
                  </a:lnTo>
                  <a:lnTo>
                    <a:pt x="1499146" y="2600807"/>
                  </a:lnTo>
                  <a:lnTo>
                    <a:pt x="1595259" y="2600807"/>
                  </a:lnTo>
                  <a:lnTo>
                    <a:pt x="1595259" y="2652623"/>
                  </a:lnTo>
                  <a:lnTo>
                    <a:pt x="1508290" y="2652623"/>
                  </a:lnTo>
                  <a:lnTo>
                    <a:pt x="1508290" y="2678531"/>
                  </a:lnTo>
                  <a:lnTo>
                    <a:pt x="1595259" y="2678531"/>
                  </a:lnTo>
                  <a:lnTo>
                    <a:pt x="1595259" y="2735021"/>
                  </a:lnTo>
                  <a:lnTo>
                    <a:pt x="1485430" y="2735021"/>
                  </a:lnTo>
                  <a:lnTo>
                    <a:pt x="1485430" y="2760929"/>
                  </a:lnTo>
                  <a:lnTo>
                    <a:pt x="1735556" y="2760929"/>
                  </a:lnTo>
                  <a:lnTo>
                    <a:pt x="1735556" y="2735021"/>
                  </a:lnTo>
                  <a:close/>
                </a:path>
                <a:path w="2121534" h="2783840">
                  <a:moveTo>
                    <a:pt x="2118271" y="2609951"/>
                  </a:moveTo>
                  <a:lnTo>
                    <a:pt x="1991779" y="2609951"/>
                  </a:lnTo>
                  <a:lnTo>
                    <a:pt x="2002447" y="2602331"/>
                  </a:lnTo>
                  <a:lnTo>
                    <a:pt x="1999399" y="2600807"/>
                  </a:lnTo>
                  <a:lnTo>
                    <a:pt x="1996351" y="2597759"/>
                  </a:lnTo>
                  <a:lnTo>
                    <a:pt x="1993303" y="2596235"/>
                  </a:lnTo>
                  <a:lnTo>
                    <a:pt x="2021928" y="2579471"/>
                  </a:lnTo>
                  <a:lnTo>
                    <a:pt x="2092363" y="2538222"/>
                  </a:lnTo>
                  <a:lnTo>
                    <a:pt x="2092363" y="2510790"/>
                  </a:lnTo>
                  <a:lnTo>
                    <a:pt x="1849958" y="2510790"/>
                  </a:lnTo>
                  <a:lnTo>
                    <a:pt x="1849958" y="2538222"/>
                  </a:lnTo>
                  <a:lnTo>
                    <a:pt x="2035975" y="2538222"/>
                  </a:lnTo>
                  <a:lnTo>
                    <a:pt x="1967306" y="2579471"/>
                  </a:lnTo>
                  <a:lnTo>
                    <a:pt x="1953793" y="2570505"/>
                  </a:lnTo>
                  <a:lnTo>
                    <a:pt x="1940445" y="2561856"/>
                  </a:lnTo>
                  <a:lnTo>
                    <a:pt x="1926793" y="2553233"/>
                  </a:lnTo>
                  <a:lnTo>
                    <a:pt x="1912442" y="2544318"/>
                  </a:lnTo>
                  <a:lnTo>
                    <a:pt x="1894154" y="2564130"/>
                  </a:lnTo>
                  <a:lnTo>
                    <a:pt x="1910410" y="2574760"/>
                  </a:lnTo>
                  <a:lnTo>
                    <a:pt x="1927110" y="2585936"/>
                  </a:lnTo>
                  <a:lnTo>
                    <a:pt x="1944077" y="2597658"/>
                  </a:lnTo>
                  <a:lnTo>
                    <a:pt x="1961210" y="2609951"/>
                  </a:lnTo>
                  <a:lnTo>
                    <a:pt x="1826996" y="2609951"/>
                  </a:lnTo>
                  <a:lnTo>
                    <a:pt x="1826996" y="2637383"/>
                  </a:lnTo>
                  <a:lnTo>
                    <a:pt x="1959686" y="2637383"/>
                  </a:lnTo>
                  <a:lnTo>
                    <a:pt x="1959686" y="2724353"/>
                  </a:lnTo>
                  <a:lnTo>
                    <a:pt x="1958492" y="2733471"/>
                  </a:lnTo>
                  <a:lnTo>
                    <a:pt x="1954733" y="2740164"/>
                  </a:lnTo>
                  <a:lnTo>
                    <a:pt x="1948103" y="2744279"/>
                  </a:lnTo>
                  <a:lnTo>
                    <a:pt x="1938350" y="2745689"/>
                  </a:lnTo>
                  <a:lnTo>
                    <a:pt x="1926577" y="2745397"/>
                  </a:lnTo>
                  <a:lnTo>
                    <a:pt x="1913966" y="2744546"/>
                  </a:lnTo>
                  <a:lnTo>
                    <a:pt x="1900199" y="2743111"/>
                  </a:lnTo>
                  <a:lnTo>
                    <a:pt x="1885010" y="2741117"/>
                  </a:lnTo>
                  <a:lnTo>
                    <a:pt x="1887004" y="2750845"/>
                  </a:lnTo>
                  <a:lnTo>
                    <a:pt x="1888439" y="2759595"/>
                  </a:lnTo>
                  <a:lnTo>
                    <a:pt x="1889290" y="2767469"/>
                  </a:lnTo>
                  <a:lnTo>
                    <a:pt x="1889582" y="2774645"/>
                  </a:lnTo>
                  <a:lnTo>
                    <a:pt x="1947494" y="2774645"/>
                  </a:lnTo>
                  <a:lnTo>
                    <a:pt x="1966620" y="2771787"/>
                  </a:lnTo>
                  <a:lnTo>
                    <a:pt x="1980488" y="2763215"/>
                  </a:lnTo>
                  <a:lnTo>
                    <a:pt x="1988934" y="2748927"/>
                  </a:lnTo>
                  <a:lnTo>
                    <a:pt x="1989391" y="2745689"/>
                  </a:lnTo>
                  <a:lnTo>
                    <a:pt x="1991728" y="2729306"/>
                  </a:lnTo>
                  <a:lnTo>
                    <a:pt x="1991779" y="2637383"/>
                  </a:lnTo>
                  <a:lnTo>
                    <a:pt x="2083219" y="2637383"/>
                  </a:lnTo>
                  <a:lnTo>
                    <a:pt x="2055787" y="2693873"/>
                  </a:lnTo>
                  <a:lnTo>
                    <a:pt x="2064385" y="2697302"/>
                  </a:lnTo>
                  <a:lnTo>
                    <a:pt x="2071979" y="2700731"/>
                  </a:lnTo>
                  <a:lnTo>
                    <a:pt x="2078723" y="2704160"/>
                  </a:lnTo>
                  <a:lnTo>
                    <a:pt x="2084743" y="2707589"/>
                  </a:lnTo>
                  <a:lnTo>
                    <a:pt x="2118271" y="2638907"/>
                  </a:lnTo>
                  <a:lnTo>
                    <a:pt x="2118271" y="2609951"/>
                  </a:lnTo>
                  <a:close/>
                </a:path>
                <a:path w="2121534" h="2783840">
                  <a:moveTo>
                    <a:pt x="2121319" y="2451265"/>
                  </a:moveTo>
                  <a:lnTo>
                    <a:pt x="1958162" y="2451265"/>
                  </a:lnTo>
                  <a:lnTo>
                    <a:pt x="1976450" y="2440597"/>
                  </a:lnTo>
                  <a:lnTo>
                    <a:pt x="1970443" y="2430335"/>
                  </a:lnTo>
                  <a:lnTo>
                    <a:pt x="1963877" y="2420213"/>
                  </a:lnTo>
                  <a:lnTo>
                    <a:pt x="1956727" y="2410383"/>
                  </a:lnTo>
                  <a:lnTo>
                    <a:pt x="1949018" y="2400973"/>
                  </a:lnTo>
                  <a:lnTo>
                    <a:pt x="1921586" y="2416213"/>
                  </a:lnTo>
                  <a:lnTo>
                    <a:pt x="1928177" y="2424265"/>
                  </a:lnTo>
                  <a:lnTo>
                    <a:pt x="1934349" y="2432596"/>
                  </a:lnTo>
                  <a:lnTo>
                    <a:pt x="1940229" y="2441498"/>
                  </a:lnTo>
                  <a:lnTo>
                    <a:pt x="1945970" y="2451265"/>
                  </a:lnTo>
                  <a:lnTo>
                    <a:pt x="1784324" y="2451265"/>
                  </a:lnTo>
                  <a:lnTo>
                    <a:pt x="1784324" y="2590139"/>
                  </a:lnTo>
                  <a:lnTo>
                    <a:pt x="1781746" y="2645283"/>
                  </a:lnTo>
                  <a:lnTo>
                    <a:pt x="1774037" y="2691727"/>
                  </a:lnTo>
                  <a:lnTo>
                    <a:pt x="1761172" y="2729306"/>
                  </a:lnTo>
                  <a:lnTo>
                    <a:pt x="1743176" y="2757881"/>
                  </a:lnTo>
                  <a:lnTo>
                    <a:pt x="1748866" y="2764498"/>
                  </a:lnTo>
                  <a:lnTo>
                    <a:pt x="1754416" y="2770835"/>
                  </a:lnTo>
                  <a:lnTo>
                    <a:pt x="1759673" y="2777159"/>
                  </a:lnTo>
                  <a:lnTo>
                    <a:pt x="1764512" y="2783789"/>
                  </a:lnTo>
                  <a:lnTo>
                    <a:pt x="1787398" y="2746552"/>
                  </a:lnTo>
                  <a:lnTo>
                    <a:pt x="1803565" y="2700871"/>
                  </a:lnTo>
                  <a:lnTo>
                    <a:pt x="1813166" y="2646324"/>
                  </a:lnTo>
                  <a:lnTo>
                    <a:pt x="1816328" y="2582519"/>
                  </a:lnTo>
                  <a:lnTo>
                    <a:pt x="1816328" y="2478786"/>
                  </a:lnTo>
                  <a:lnTo>
                    <a:pt x="2121319" y="2478786"/>
                  </a:lnTo>
                  <a:lnTo>
                    <a:pt x="2121319" y="24512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4379" y="2665476"/>
              <a:ext cx="1764791" cy="128777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74379" y="2606040"/>
              <a:ext cx="1764791" cy="121919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66183" y="2599272"/>
              <a:ext cx="1779660" cy="136065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4379" y="4597908"/>
              <a:ext cx="1764791" cy="128930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74379" y="4538472"/>
              <a:ext cx="1764791" cy="121919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8373808" y="4539519"/>
              <a:ext cx="1764664" cy="1345565"/>
            </a:xfrm>
            <a:custGeom>
              <a:avLst/>
              <a:gdLst/>
              <a:ahLst/>
              <a:cxnLst/>
              <a:rect l="l" t="t" r="r" b="b"/>
              <a:pathLst>
                <a:path w="1764665" h="1345564">
                  <a:moveTo>
                    <a:pt x="1764411" y="59531"/>
                  </a:moveTo>
                  <a:lnTo>
                    <a:pt x="1709234" y="80553"/>
                  </a:lnTo>
                  <a:lnTo>
                    <a:pt x="1644007" y="89841"/>
                  </a:lnTo>
                  <a:lnTo>
                    <a:pt x="1603077" y="94114"/>
                  </a:lnTo>
                  <a:lnTo>
                    <a:pt x="1557017" y="98114"/>
                  </a:lnTo>
                  <a:lnTo>
                    <a:pt x="1506140" y="101822"/>
                  </a:lnTo>
                  <a:lnTo>
                    <a:pt x="1450758" y="105219"/>
                  </a:lnTo>
                  <a:lnTo>
                    <a:pt x="1391184" y="108288"/>
                  </a:lnTo>
                  <a:lnTo>
                    <a:pt x="1327728" y="111008"/>
                  </a:lnTo>
                  <a:lnTo>
                    <a:pt x="1260703" y="113362"/>
                  </a:lnTo>
                  <a:lnTo>
                    <a:pt x="1190422" y="115329"/>
                  </a:lnTo>
                  <a:lnTo>
                    <a:pt x="1117196" y="116892"/>
                  </a:lnTo>
                  <a:lnTo>
                    <a:pt x="1041336" y="118032"/>
                  </a:lnTo>
                  <a:lnTo>
                    <a:pt x="963156" y="118730"/>
                  </a:lnTo>
                  <a:lnTo>
                    <a:pt x="882967" y="118967"/>
                  </a:lnTo>
                  <a:lnTo>
                    <a:pt x="802552" y="118730"/>
                  </a:lnTo>
                  <a:lnTo>
                    <a:pt x="724169" y="118032"/>
                  </a:lnTo>
                  <a:lnTo>
                    <a:pt x="648129" y="116892"/>
                  </a:lnTo>
                  <a:lnTo>
                    <a:pt x="574743" y="115329"/>
                  </a:lnTo>
                  <a:lnTo>
                    <a:pt x="504322" y="113362"/>
                  </a:lnTo>
                  <a:lnTo>
                    <a:pt x="437176" y="111008"/>
                  </a:lnTo>
                  <a:lnTo>
                    <a:pt x="373616" y="108288"/>
                  </a:lnTo>
                  <a:lnTo>
                    <a:pt x="313952" y="105219"/>
                  </a:lnTo>
                  <a:lnTo>
                    <a:pt x="258496" y="101822"/>
                  </a:lnTo>
                  <a:lnTo>
                    <a:pt x="207558" y="98114"/>
                  </a:lnTo>
                  <a:lnTo>
                    <a:pt x="161449" y="94114"/>
                  </a:lnTo>
                  <a:lnTo>
                    <a:pt x="120480" y="89841"/>
                  </a:lnTo>
                  <a:lnTo>
                    <a:pt x="55204" y="80553"/>
                  </a:lnTo>
                  <a:lnTo>
                    <a:pt x="14215" y="70399"/>
                  </a:lnTo>
                  <a:lnTo>
                    <a:pt x="0" y="59531"/>
                  </a:lnTo>
                  <a:lnTo>
                    <a:pt x="3605" y="54001"/>
                  </a:lnTo>
                  <a:lnTo>
                    <a:pt x="55204" y="38458"/>
                  </a:lnTo>
                  <a:lnTo>
                    <a:pt x="120480" y="29153"/>
                  </a:lnTo>
                  <a:lnTo>
                    <a:pt x="161449" y="24874"/>
                  </a:lnTo>
                  <a:lnTo>
                    <a:pt x="207558" y="20869"/>
                  </a:lnTo>
                  <a:lnTo>
                    <a:pt x="258496" y="17156"/>
                  </a:lnTo>
                  <a:lnTo>
                    <a:pt x="313952" y="13755"/>
                  </a:lnTo>
                  <a:lnTo>
                    <a:pt x="373616" y="10684"/>
                  </a:lnTo>
                  <a:lnTo>
                    <a:pt x="437176" y="7962"/>
                  </a:lnTo>
                  <a:lnTo>
                    <a:pt x="504322" y="5607"/>
                  </a:lnTo>
                  <a:lnTo>
                    <a:pt x="574743" y="3638"/>
                  </a:lnTo>
                  <a:lnTo>
                    <a:pt x="648129" y="2074"/>
                  </a:lnTo>
                  <a:lnTo>
                    <a:pt x="724169" y="934"/>
                  </a:lnTo>
                  <a:lnTo>
                    <a:pt x="802552" y="236"/>
                  </a:lnTo>
                  <a:lnTo>
                    <a:pt x="882967" y="0"/>
                  </a:lnTo>
                  <a:lnTo>
                    <a:pt x="963156" y="236"/>
                  </a:lnTo>
                  <a:lnTo>
                    <a:pt x="1041336" y="934"/>
                  </a:lnTo>
                  <a:lnTo>
                    <a:pt x="1117196" y="2074"/>
                  </a:lnTo>
                  <a:lnTo>
                    <a:pt x="1190422" y="3638"/>
                  </a:lnTo>
                  <a:lnTo>
                    <a:pt x="1260703" y="5607"/>
                  </a:lnTo>
                  <a:lnTo>
                    <a:pt x="1327728" y="7962"/>
                  </a:lnTo>
                  <a:lnTo>
                    <a:pt x="1391184" y="10684"/>
                  </a:lnTo>
                  <a:lnTo>
                    <a:pt x="1450758" y="13755"/>
                  </a:lnTo>
                  <a:lnTo>
                    <a:pt x="1506140" y="17156"/>
                  </a:lnTo>
                  <a:lnTo>
                    <a:pt x="1557017" y="20869"/>
                  </a:lnTo>
                  <a:lnTo>
                    <a:pt x="1603077" y="24874"/>
                  </a:lnTo>
                  <a:lnTo>
                    <a:pt x="1644007" y="29153"/>
                  </a:lnTo>
                  <a:lnTo>
                    <a:pt x="1709234" y="38458"/>
                  </a:lnTo>
                  <a:lnTo>
                    <a:pt x="1750200" y="48634"/>
                  </a:lnTo>
                  <a:lnTo>
                    <a:pt x="1764411" y="59531"/>
                  </a:lnTo>
                  <a:lnTo>
                    <a:pt x="1764411" y="1285970"/>
                  </a:lnTo>
                  <a:lnTo>
                    <a:pt x="1709234" y="1306992"/>
                  </a:lnTo>
                  <a:lnTo>
                    <a:pt x="1644007" y="1316280"/>
                  </a:lnTo>
                  <a:lnTo>
                    <a:pt x="1603077" y="1320553"/>
                  </a:lnTo>
                  <a:lnTo>
                    <a:pt x="1557017" y="1324553"/>
                  </a:lnTo>
                  <a:lnTo>
                    <a:pt x="1506140" y="1328261"/>
                  </a:lnTo>
                  <a:lnTo>
                    <a:pt x="1450758" y="1331658"/>
                  </a:lnTo>
                  <a:lnTo>
                    <a:pt x="1391184" y="1334727"/>
                  </a:lnTo>
                  <a:lnTo>
                    <a:pt x="1327728" y="1337447"/>
                  </a:lnTo>
                  <a:lnTo>
                    <a:pt x="1260703" y="1339801"/>
                  </a:lnTo>
                  <a:lnTo>
                    <a:pt x="1190422" y="1341768"/>
                  </a:lnTo>
                  <a:lnTo>
                    <a:pt x="1117196" y="1343331"/>
                  </a:lnTo>
                  <a:lnTo>
                    <a:pt x="1041336" y="1344471"/>
                  </a:lnTo>
                  <a:lnTo>
                    <a:pt x="963156" y="1345169"/>
                  </a:lnTo>
                  <a:lnTo>
                    <a:pt x="882967" y="1345406"/>
                  </a:lnTo>
                  <a:lnTo>
                    <a:pt x="802552" y="1345169"/>
                  </a:lnTo>
                  <a:lnTo>
                    <a:pt x="724169" y="1344471"/>
                  </a:lnTo>
                  <a:lnTo>
                    <a:pt x="648129" y="1343331"/>
                  </a:lnTo>
                  <a:lnTo>
                    <a:pt x="574743" y="1341768"/>
                  </a:lnTo>
                  <a:lnTo>
                    <a:pt x="504322" y="1339801"/>
                  </a:lnTo>
                  <a:lnTo>
                    <a:pt x="437176" y="1337447"/>
                  </a:lnTo>
                  <a:lnTo>
                    <a:pt x="373616" y="1334727"/>
                  </a:lnTo>
                  <a:lnTo>
                    <a:pt x="313952" y="1331658"/>
                  </a:lnTo>
                  <a:lnTo>
                    <a:pt x="258496" y="1328261"/>
                  </a:lnTo>
                  <a:lnTo>
                    <a:pt x="207558" y="1324553"/>
                  </a:lnTo>
                  <a:lnTo>
                    <a:pt x="161449" y="1320553"/>
                  </a:lnTo>
                  <a:lnTo>
                    <a:pt x="120480" y="1316280"/>
                  </a:lnTo>
                  <a:lnTo>
                    <a:pt x="55204" y="1306992"/>
                  </a:lnTo>
                  <a:lnTo>
                    <a:pt x="14215" y="1296838"/>
                  </a:lnTo>
                  <a:lnTo>
                    <a:pt x="0" y="1285970"/>
                  </a:lnTo>
                  <a:lnTo>
                    <a:pt x="0" y="59531"/>
                  </a:lnTo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660993" y="2468117"/>
              <a:ext cx="7373620" cy="3211195"/>
            </a:xfrm>
            <a:custGeom>
              <a:avLst/>
              <a:gdLst/>
              <a:ahLst/>
              <a:cxnLst/>
              <a:rect l="l" t="t" r="r" b="b"/>
              <a:pathLst>
                <a:path w="7373620" h="3211195">
                  <a:moveTo>
                    <a:pt x="99148" y="70205"/>
                  </a:moveTo>
                  <a:lnTo>
                    <a:pt x="86258" y="57035"/>
                  </a:lnTo>
                  <a:lnTo>
                    <a:pt x="58140" y="27889"/>
                  </a:lnTo>
                  <a:lnTo>
                    <a:pt x="42672" y="12192"/>
                  </a:lnTo>
                  <a:lnTo>
                    <a:pt x="19812" y="32004"/>
                  </a:lnTo>
                  <a:lnTo>
                    <a:pt x="32626" y="46050"/>
                  </a:lnTo>
                  <a:lnTo>
                    <a:pt x="45720" y="60820"/>
                  </a:lnTo>
                  <a:lnTo>
                    <a:pt x="58813" y="76454"/>
                  </a:lnTo>
                  <a:lnTo>
                    <a:pt x="71628" y="93065"/>
                  </a:lnTo>
                  <a:lnTo>
                    <a:pt x="99148" y="70205"/>
                  </a:lnTo>
                  <a:close/>
                </a:path>
                <a:path w="7373620" h="3211195">
                  <a:moveTo>
                    <a:pt x="120484" y="314236"/>
                  </a:moveTo>
                  <a:lnTo>
                    <a:pt x="120396" y="311188"/>
                  </a:lnTo>
                  <a:lnTo>
                    <a:pt x="120256" y="307073"/>
                  </a:lnTo>
                  <a:lnTo>
                    <a:pt x="119722" y="299186"/>
                  </a:lnTo>
                  <a:lnTo>
                    <a:pt x="119202" y="290449"/>
                  </a:lnTo>
                  <a:lnTo>
                    <a:pt x="118960" y="280708"/>
                  </a:lnTo>
                  <a:lnTo>
                    <a:pt x="107797" y="288683"/>
                  </a:lnTo>
                  <a:lnTo>
                    <a:pt x="86601" y="304063"/>
                  </a:lnTo>
                  <a:lnTo>
                    <a:pt x="76288" y="311188"/>
                  </a:lnTo>
                  <a:lnTo>
                    <a:pt x="76288" y="132689"/>
                  </a:lnTo>
                  <a:lnTo>
                    <a:pt x="0" y="132689"/>
                  </a:lnTo>
                  <a:lnTo>
                    <a:pt x="0" y="161645"/>
                  </a:lnTo>
                  <a:lnTo>
                    <a:pt x="47244" y="161645"/>
                  </a:lnTo>
                  <a:lnTo>
                    <a:pt x="47244" y="305092"/>
                  </a:lnTo>
                  <a:lnTo>
                    <a:pt x="46380" y="315683"/>
                  </a:lnTo>
                  <a:lnTo>
                    <a:pt x="43815" y="324713"/>
                  </a:lnTo>
                  <a:lnTo>
                    <a:pt x="39522" y="332308"/>
                  </a:lnTo>
                  <a:lnTo>
                    <a:pt x="33528" y="338620"/>
                  </a:lnTo>
                  <a:lnTo>
                    <a:pt x="51816" y="364528"/>
                  </a:lnTo>
                  <a:lnTo>
                    <a:pt x="66408" y="352806"/>
                  </a:lnTo>
                  <a:lnTo>
                    <a:pt x="82727" y="340525"/>
                  </a:lnTo>
                  <a:lnTo>
                    <a:pt x="100761" y="327660"/>
                  </a:lnTo>
                  <a:lnTo>
                    <a:pt x="120484" y="314236"/>
                  </a:lnTo>
                  <a:close/>
                </a:path>
                <a:path w="7373620" h="3211195">
                  <a:moveTo>
                    <a:pt x="172300" y="1322552"/>
                  </a:moveTo>
                  <a:lnTo>
                    <a:pt x="144868" y="1322552"/>
                  </a:lnTo>
                  <a:lnTo>
                    <a:pt x="144868" y="1348460"/>
                  </a:lnTo>
                  <a:lnTo>
                    <a:pt x="144868" y="1531531"/>
                  </a:lnTo>
                  <a:lnTo>
                    <a:pt x="105244" y="1531531"/>
                  </a:lnTo>
                  <a:lnTo>
                    <a:pt x="105244" y="1348460"/>
                  </a:lnTo>
                  <a:lnTo>
                    <a:pt x="144868" y="1348460"/>
                  </a:lnTo>
                  <a:lnTo>
                    <a:pt x="144868" y="1322552"/>
                  </a:lnTo>
                  <a:lnTo>
                    <a:pt x="79336" y="1322552"/>
                  </a:lnTo>
                  <a:lnTo>
                    <a:pt x="79336" y="1592491"/>
                  </a:lnTo>
                  <a:lnTo>
                    <a:pt x="105244" y="1592491"/>
                  </a:lnTo>
                  <a:lnTo>
                    <a:pt x="105244" y="1557439"/>
                  </a:lnTo>
                  <a:lnTo>
                    <a:pt x="144868" y="1557439"/>
                  </a:lnTo>
                  <a:lnTo>
                    <a:pt x="144868" y="1586395"/>
                  </a:lnTo>
                  <a:lnTo>
                    <a:pt x="172300" y="1586395"/>
                  </a:lnTo>
                  <a:lnTo>
                    <a:pt x="172300" y="1557439"/>
                  </a:lnTo>
                  <a:lnTo>
                    <a:pt x="172300" y="1531531"/>
                  </a:lnTo>
                  <a:lnTo>
                    <a:pt x="172300" y="1348460"/>
                  </a:lnTo>
                  <a:lnTo>
                    <a:pt x="172300" y="1322552"/>
                  </a:lnTo>
                  <a:close/>
                </a:path>
                <a:path w="7373620" h="3211195">
                  <a:moveTo>
                    <a:pt x="346138" y="181546"/>
                  </a:moveTo>
                  <a:lnTo>
                    <a:pt x="315658" y="181546"/>
                  </a:lnTo>
                  <a:lnTo>
                    <a:pt x="315658" y="205930"/>
                  </a:lnTo>
                  <a:lnTo>
                    <a:pt x="315658" y="233362"/>
                  </a:lnTo>
                  <a:lnTo>
                    <a:pt x="315658" y="256222"/>
                  </a:lnTo>
                  <a:lnTo>
                    <a:pt x="315658" y="282232"/>
                  </a:lnTo>
                  <a:lnTo>
                    <a:pt x="163169" y="282232"/>
                  </a:lnTo>
                  <a:lnTo>
                    <a:pt x="163169" y="256222"/>
                  </a:lnTo>
                  <a:lnTo>
                    <a:pt x="315658" y="256222"/>
                  </a:lnTo>
                  <a:lnTo>
                    <a:pt x="315658" y="233362"/>
                  </a:lnTo>
                  <a:lnTo>
                    <a:pt x="163169" y="233362"/>
                  </a:lnTo>
                  <a:lnTo>
                    <a:pt x="163169" y="205930"/>
                  </a:lnTo>
                  <a:lnTo>
                    <a:pt x="315658" y="205930"/>
                  </a:lnTo>
                  <a:lnTo>
                    <a:pt x="315658" y="181546"/>
                  </a:lnTo>
                  <a:lnTo>
                    <a:pt x="134200" y="181546"/>
                  </a:lnTo>
                  <a:lnTo>
                    <a:pt x="134200" y="375196"/>
                  </a:lnTo>
                  <a:lnTo>
                    <a:pt x="163169" y="375196"/>
                  </a:lnTo>
                  <a:lnTo>
                    <a:pt x="163169" y="306616"/>
                  </a:lnTo>
                  <a:lnTo>
                    <a:pt x="315658" y="306616"/>
                  </a:lnTo>
                  <a:lnTo>
                    <a:pt x="315658" y="324904"/>
                  </a:lnTo>
                  <a:lnTo>
                    <a:pt x="314464" y="334022"/>
                  </a:lnTo>
                  <a:lnTo>
                    <a:pt x="310705" y="340715"/>
                  </a:lnTo>
                  <a:lnTo>
                    <a:pt x="304088" y="344830"/>
                  </a:lnTo>
                  <a:lnTo>
                    <a:pt x="294322" y="346240"/>
                  </a:lnTo>
                  <a:lnTo>
                    <a:pt x="283184" y="345973"/>
                  </a:lnTo>
                  <a:lnTo>
                    <a:pt x="270319" y="345287"/>
                  </a:lnTo>
                  <a:lnTo>
                    <a:pt x="239458" y="343192"/>
                  </a:lnTo>
                  <a:lnTo>
                    <a:pt x="241477" y="351790"/>
                  </a:lnTo>
                  <a:lnTo>
                    <a:pt x="243078" y="359384"/>
                  </a:lnTo>
                  <a:lnTo>
                    <a:pt x="245554" y="372148"/>
                  </a:lnTo>
                  <a:lnTo>
                    <a:pt x="303466" y="372148"/>
                  </a:lnTo>
                  <a:lnTo>
                    <a:pt x="322351" y="369570"/>
                  </a:lnTo>
                  <a:lnTo>
                    <a:pt x="335661" y="361861"/>
                  </a:lnTo>
                  <a:lnTo>
                    <a:pt x="343547" y="348996"/>
                  </a:lnTo>
                  <a:lnTo>
                    <a:pt x="343941" y="346240"/>
                  </a:lnTo>
                  <a:lnTo>
                    <a:pt x="346138" y="331000"/>
                  </a:lnTo>
                  <a:lnTo>
                    <a:pt x="346138" y="205930"/>
                  </a:lnTo>
                  <a:lnTo>
                    <a:pt x="346138" y="181546"/>
                  </a:lnTo>
                  <a:close/>
                </a:path>
                <a:path w="7373620" h="3211195">
                  <a:moveTo>
                    <a:pt x="358432" y="1401800"/>
                  </a:moveTo>
                  <a:lnTo>
                    <a:pt x="332422" y="1401800"/>
                  </a:lnTo>
                  <a:lnTo>
                    <a:pt x="332422" y="1424762"/>
                  </a:lnTo>
                  <a:lnTo>
                    <a:pt x="332422" y="1528483"/>
                  </a:lnTo>
                  <a:lnTo>
                    <a:pt x="283654" y="1528483"/>
                  </a:lnTo>
                  <a:lnTo>
                    <a:pt x="283654" y="1424762"/>
                  </a:lnTo>
                  <a:lnTo>
                    <a:pt x="332422" y="1424762"/>
                  </a:lnTo>
                  <a:lnTo>
                    <a:pt x="332422" y="1401800"/>
                  </a:lnTo>
                  <a:lnTo>
                    <a:pt x="257746" y="1401800"/>
                  </a:lnTo>
                  <a:lnTo>
                    <a:pt x="257746" y="1568107"/>
                  </a:lnTo>
                  <a:lnTo>
                    <a:pt x="283654" y="1568107"/>
                  </a:lnTo>
                  <a:lnTo>
                    <a:pt x="283654" y="1551343"/>
                  </a:lnTo>
                  <a:lnTo>
                    <a:pt x="358432" y="1551343"/>
                  </a:lnTo>
                  <a:lnTo>
                    <a:pt x="358432" y="1528483"/>
                  </a:lnTo>
                  <a:lnTo>
                    <a:pt x="358432" y="1424762"/>
                  </a:lnTo>
                  <a:lnTo>
                    <a:pt x="358432" y="1401800"/>
                  </a:lnTo>
                  <a:close/>
                </a:path>
                <a:path w="7373620" h="3211195">
                  <a:moveTo>
                    <a:pt x="378244" y="134213"/>
                  </a:moveTo>
                  <a:lnTo>
                    <a:pt x="254698" y="134213"/>
                  </a:lnTo>
                  <a:lnTo>
                    <a:pt x="254698" y="108305"/>
                  </a:lnTo>
                  <a:lnTo>
                    <a:pt x="361480" y="108305"/>
                  </a:lnTo>
                  <a:lnTo>
                    <a:pt x="361480" y="83921"/>
                  </a:lnTo>
                  <a:lnTo>
                    <a:pt x="254698" y="83921"/>
                  </a:lnTo>
                  <a:lnTo>
                    <a:pt x="254698" y="57912"/>
                  </a:lnTo>
                  <a:lnTo>
                    <a:pt x="370624" y="57912"/>
                  </a:lnTo>
                  <a:lnTo>
                    <a:pt x="370624" y="33528"/>
                  </a:lnTo>
                  <a:lnTo>
                    <a:pt x="254698" y="33528"/>
                  </a:lnTo>
                  <a:lnTo>
                    <a:pt x="254698" y="0"/>
                  </a:lnTo>
                  <a:lnTo>
                    <a:pt x="222694" y="0"/>
                  </a:lnTo>
                  <a:lnTo>
                    <a:pt x="222694" y="33528"/>
                  </a:lnTo>
                  <a:lnTo>
                    <a:pt x="111340" y="33528"/>
                  </a:lnTo>
                  <a:lnTo>
                    <a:pt x="111340" y="57912"/>
                  </a:lnTo>
                  <a:lnTo>
                    <a:pt x="222694" y="57912"/>
                  </a:lnTo>
                  <a:lnTo>
                    <a:pt x="222694" y="83921"/>
                  </a:lnTo>
                  <a:lnTo>
                    <a:pt x="125056" y="83921"/>
                  </a:lnTo>
                  <a:lnTo>
                    <a:pt x="125056" y="108305"/>
                  </a:lnTo>
                  <a:lnTo>
                    <a:pt x="222694" y="108305"/>
                  </a:lnTo>
                  <a:lnTo>
                    <a:pt x="222694" y="134213"/>
                  </a:lnTo>
                  <a:lnTo>
                    <a:pt x="99148" y="134213"/>
                  </a:lnTo>
                  <a:lnTo>
                    <a:pt x="99148" y="158597"/>
                  </a:lnTo>
                  <a:lnTo>
                    <a:pt x="378244" y="158597"/>
                  </a:lnTo>
                  <a:lnTo>
                    <a:pt x="378244" y="134213"/>
                  </a:lnTo>
                  <a:close/>
                </a:path>
                <a:path w="7373620" h="3211195">
                  <a:moveTo>
                    <a:pt x="413296" y="1325600"/>
                  </a:moveTo>
                  <a:lnTo>
                    <a:pt x="300418" y="1325600"/>
                  </a:lnTo>
                  <a:lnTo>
                    <a:pt x="305015" y="1314094"/>
                  </a:lnTo>
                  <a:lnTo>
                    <a:pt x="309753" y="1302461"/>
                  </a:lnTo>
                  <a:lnTo>
                    <a:pt x="314782" y="1290574"/>
                  </a:lnTo>
                  <a:lnTo>
                    <a:pt x="320230" y="1278255"/>
                  </a:lnTo>
                  <a:lnTo>
                    <a:pt x="288226" y="1272159"/>
                  </a:lnTo>
                  <a:lnTo>
                    <a:pt x="284302" y="1284998"/>
                  </a:lnTo>
                  <a:lnTo>
                    <a:pt x="279654" y="1298270"/>
                  </a:lnTo>
                  <a:lnTo>
                    <a:pt x="274726" y="1311859"/>
                  </a:lnTo>
                  <a:lnTo>
                    <a:pt x="269938" y="1325600"/>
                  </a:lnTo>
                  <a:lnTo>
                    <a:pt x="202793" y="1325600"/>
                  </a:lnTo>
                  <a:lnTo>
                    <a:pt x="202793" y="1648980"/>
                  </a:lnTo>
                  <a:lnTo>
                    <a:pt x="228790" y="1648980"/>
                  </a:lnTo>
                  <a:lnTo>
                    <a:pt x="228790" y="1351508"/>
                  </a:lnTo>
                  <a:lnTo>
                    <a:pt x="385864" y="1351508"/>
                  </a:lnTo>
                  <a:lnTo>
                    <a:pt x="385864" y="1592491"/>
                  </a:lnTo>
                  <a:lnTo>
                    <a:pt x="384695" y="1603375"/>
                  </a:lnTo>
                  <a:lnTo>
                    <a:pt x="381101" y="1610969"/>
                  </a:lnTo>
                  <a:lnTo>
                    <a:pt x="374929" y="1615427"/>
                  </a:lnTo>
                  <a:lnTo>
                    <a:pt x="366052" y="1616875"/>
                  </a:lnTo>
                  <a:lnTo>
                    <a:pt x="355422" y="1616608"/>
                  </a:lnTo>
                  <a:lnTo>
                    <a:pt x="344246" y="1615922"/>
                  </a:lnTo>
                  <a:lnTo>
                    <a:pt x="320230" y="1613827"/>
                  </a:lnTo>
                  <a:lnTo>
                    <a:pt x="322249" y="1621853"/>
                  </a:lnTo>
                  <a:lnTo>
                    <a:pt x="323850" y="1629727"/>
                  </a:lnTo>
                  <a:lnTo>
                    <a:pt x="325158" y="1637284"/>
                  </a:lnTo>
                  <a:lnTo>
                    <a:pt x="326326" y="1644408"/>
                  </a:lnTo>
                  <a:lnTo>
                    <a:pt x="373672" y="1644408"/>
                  </a:lnTo>
                  <a:lnTo>
                    <a:pt x="390791" y="1641563"/>
                  </a:lnTo>
                  <a:lnTo>
                    <a:pt x="403199" y="1633156"/>
                  </a:lnTo>
                  <a:lnTo>
                    <a:pt x="410743" y="1619288"/>
                  </a:lnTo>
                  <a:lnTo>
                    <a:pt x="411060" y="1616875"/>
                  </a:lnTo>
                  <a:lnTo>
                    <a:pt x="413296" y="1600111"/>
                  </a:lnTo>
                  <a:lnTo>
                    <a:pt x="413296" y="1351508"/>
                  </a:lnTo>
                  <a:lnTo>
                    <a:pt x="413296" y="1325600"/>
                  </a:lnTo>
                  <a:close/>
                </a:path>
                <a:path w="7373620" h="3211195">
                  <a:moveTo>
                    <a:pt x="517017" y="189179"/>
                  </a:moveTo>
                  <a:lnTo>
                    <a:pt x="501027" y="171145"/>
                  </a:lnTo>
                  <a:lnTo>
                    <a:pt x="485152" y="153847"/>
                  </a:lnTo>
                  <a:lnTo>
                    <a:pt x="469569" y="137426"/>
                  </a:lnTo>
                  <a:lnTo>
                    <a:pt x="454444" y="122021"/>
                  </a:lnTo>
                  <a:lnTo>
                    <a:pt x="431584" y="140309"/>
                  </a:lnTo>
                  <a:lnTo>
                    <a:pt x="447268" y="158369"/>
                  </a:lnTo>
                  <a:lnTo>
                    <a:pt x="462254" y="176174"/>
                  </a:lnTo>
                  <a:lnTo>
                    <a:pt x="476364" y="193967"/>
                  </a:lnTo>
                  <a:lnTo>
                    <a:pt x="489496" y="212039"/>
                  </a:lnTo>
                  <a:lnTo>
                    <a:pt x="497255" y="206324"/>
                  </a:lnTo>
                  <a:lnTo>
                    <a:pt x="504431" y="200609"/>
                  </a:lnTo>
                  <a:lnTo>
                    <a:pt x="511009" y="194894"/>
                  </a:lnTo>
                  <a:lnTo>
                    <a:pt x="517017" y="189179"/>
                  </a:lnTo>
                  <a:close/>
                </a:path>
                <a:path w="7373620" h="3211195">
                  <a:moveTo>
                    <a:pt x="617601" y="1555915"/>
                  </a:moveTo>
                  <a:lnTo>
                    <a:pt x="607021" y="1513573"/>
                  </a:lnTo>
                  <a:lnTo>
                    <a:pt x="595884" y="1473530"/>
                  </a:lnTo>
                  <a:lnTo>
                    <a:pt x="584161" y="1435760"/>
                  </a:lnTo>
                  <a:lnTo>
                    <a:pt x="571881" y="1400276"/>
                  </a:lnTo>
                  <a:lnTo>
                    <a:pt x="542925" y="1409420"/>
                  </a:lnTo>
                  <a:lnTo>
                    <a:pt x="554951" y="1449197"/>
                  </a:lnTo>
                  <a:lnTo>
                    <a:pt x="565975" y="1488389"/>
                  </a:lnTo>
                  <a:lnTo>
                    <a:pt x="576148" y="1526997"/>
                  </a:lnTo>
                  <a:lnTo>
                    <a:pt x="585597" y="1565059"/>
                  </a:lnTo>
                  <a:lnTo>
                    <a:pt x="617601" y="1555915"/>
                  </a:lnTo>
                  <a:close/>
                </a:path>
                <a:path w="7373620" h="3211195">
                  <a:moveTo>
                    <a:pt x="699998" y="1536103"/>
                  </a:moveTo>
                  <a:lnTo>
                    <a:pt x="691946" y="1494637"/>
                  </a:lnTo>
                  <a:lnTo>
                    <a:pt x="683615" y="1455051"/>
                  </a:lnTo>
                  <a:lnTo>
                    <a:pt x="674700" y="1417459"/>
                  </a:lnTo>
                  <a:lnTo>
                    <a:pt x="664946" y="1381988"/>
                  </a:lnTo>
                  <a:lnTo>
                    <a:pt x="635990" y="1391132"/>
                  </a:lnTo>
                  <a:lnTo>
                    <a:pt x="644817" y="1430032"/>
                  </a:lnTo>
                  <a:lnTo>
                    <a:pt x="652945" y="1468767"/>
                  </a:lnTo>
                  <a:lnTo>
                    <a:pt x="660146" y="1506893"/>
                  </a:lnTo>
                  <a:lnTo>
                    <a:pt x="666470" y="1545247"/>
                  </a:lnTo>
                  <a:lnTo>
                    <a:pt x="699998" y="1536103"/>
                  </a:lnTo>
                  <a:close/>
                </a:path>
                <a:path w="7373620" h="3211195">
                  <a:moveTo>
                    <a:pt x="709142" y="44196"/>
                  </a:moveTo>
                  <a:lnTo>
                    <a:pt x="697725" y="34772"/>
                  </a:lnTo>
                  <a:lnTo>
                    <a:pt x="684187" y="24765"/>
                  </a:lnTo>
                  <a:lnTo>
                    <a:pt x="668629" y="14198"/>
                  </a:lnTo>
                  <a:lnTo>
                    <a:pt x="651230" y="3048"/>
                  </a:lnTo>
                  <a:lnTo>
                    <a:pt x="632841" y="22860"/>
                  </a:lnTo>
                  <a:lnTo>
                    <a:pt x="649211" y="34912"/>
                  </a:lnTo>
                  <a:lnTo>
                    <a:pt x="663981" y="46101"/>
                  </a:lnTo>
                  <a:lnTo>
                    <a:pt x="677303" y="56730"/>
                  </a:lnTo>
                  <a:lnTo>
                    <a:pt x="689330" y="67056"/>
                  </a:lnTo>
                  <a:lnTo>
                    <a:pt x="709142" y="44196"/>
                  </a:lnTo>
                  <a:close/>
                </a:path>
                <a:path w="7373620" h="3211195">
                  <a:moveTo>
                    <a:pt x="770102" y="309664"/>
                  </a:moveTo>
                  <a:lnTo>
                    <a:pt x="739444" y="292239"/>
                  </a:lnTo>
                  <a:lnTo>
                    <a:pt x="711238" y="272084"/>
                  </a:lnTo>
                  <a:lnTo>
                    <a:pt x="685012" y="249364"/>
                  </a:lnTo>
                  <a:lnTo>
                    <a:pt x="660374" y="224231"/>
                  </a:lnTo>
                  <a:lnTo>
                    <a:pt x="679462" y="208216"/>
                  </a:lnTo>
                  <a:lnTo>
                    <a:pt x="687158" y="201371"/>
                  </a:lnTo>
                  <a:lnTo>
                    <a:pt x="699998" y="189928"/>
                  </a:lnTo>
                  <a:lnTo>
                    <a:pt x="721664" y="169316"/>
                  </a:lnTo>
                  <a:lnTo>
                    <a:pt x="744194" y="146405"/>
                  </a:lnTo>
                  <a:lnTo>
                    <a:pt x="716762" y="125069"/>
                  </a:lnTo>
                  <a:lnTo>
                    <a:pt x="699300" y="145351"/>
                  </a:lnTo>
                  <a:lnTo>
                    <a:pt x="681139" y="164934"/>
                  </a:lnTo>
                  <a:lnTo>
                    <a:pt x="662101" y="183654"/>
                  </a:lnTo>
                  <a:lnTo>
                    <a:pt x="642086" y="201371"/>
                  </a:lnTo>
                  <a:lnTo>
                    <a:pt x="630974" y="184607"/>
                  </a:lnTo>
                  <a:lnTo>
                    <a:pt x="629767" y="182778"/>
                  </a:lnTo>
                  <a:lnTo>
                    <a:pt x="618185" y="163601"/>
                  </a:lnTo>
                  <a:lnTo>
                    <a:pt x="607479" y="143852"/>
                  </a:lnTo>
                  <a:lnTo>
                    <a:pt x="597789" y="123545"/>
                  </a:lnTo>
                  <a:lnTo>
                    <a:pt x="597789" y="99161"/>
                  </a:lnTo>
                  <a:lnTo>
                    <a:pt x="765530" y="99161"/>
                  </a:lnTo>
                  <a:lnTo>
                    <a:pt x="765530" y="71729"/>
                  </a:lnTo>
                  <a:lnTo>
                    <a:pt x="597789" y="71729"/>
                  </a:lnTo>
                  <a:lnTo>
                    <a:pt x="597789" y="3048"/>
                  </a:lnTo>
                  <a:lnTo>
                    <a:pt x="565785" y="3048"/>
                  </a:lnTo>
                  <a:lnTo>
                    <a:pt x="565785" y="71729"/>
                  </a:lnTo>
                  <a:lnTo>
                    <a:pt x="398056" y="71729"/>
                  </a:lnTo>
                  <a:lnTo>
                    <a:pt x="398056" y="99161"/>
                  </a:lnTo>
                  <a:lnTo>
                    <a:pt x="565785" y="99161"/>
                  </a:lnTo>
                  <a:lnTo>
                    <a:pt x="565785" y="207467"/>
                  </a:lnTo>
                  <a:lnTo>
                    <a:pt x="519760" y="232625"/>
                  </a:lnTo>
                  <a:lnTo>
                    <a:pt x="475437" y="255663"/>
                  </a:lnTo>
                  <a:lnTo>
                    <a:pt x="432828" y="276720"/>
                  </a:lnTo>
                  <a:lnTo>
                    <a:pt x="391947" y="295948"/>
                  </a:lnTo>
                  <a:lnTo>
                    <a:pt x="408724" y="327952"/>
                  </a:lnTo>
                  <a:lnTo>
                    <a:pt x="443547" y="308190"/>
                  </a:lnTo>
                  <a:lnTo>
                    <a:pt x="481533" y="287705"/>
                  </a:lnTo>
                  <a:lnTo>
                    <a:pt x="565785" y="244043"/>
                  </a:lnTo>
                  <a:lnTo>
                    <a:pt x="565785" y="315760"/>
                  </a:lnTo>
                  <a:lnTo>
                    <a:pt x="564070" y="327761"/>
                  </a:lnTo>
                  <a:lnTo>
                    <a:pt x="558927" y="336334"/>
                  </a:lnTo>
                  <a:lnTo>
                    <a:pt x="550354" y="341477"/>
                  </a:lnTo>
                  <a:lnTo>
                    <a:pt x="538645" y="343154"/>
                  </a:lnTo>
                  <a:lnTo>
                    <a:pt x="528370" y="343141"/>
                  </a:lnTo>
                  <a:lnTo>
                    <a:pt x="516813" y="342811"/>
                  </a:lnTo>
                  <a:lnTo>
                    <a:pt x="503809" y="341909"/>
                  </a:lnTo>
                  <a:lnTo>
                    <a:pt x="489496" y="340144"/>
                  </a:lnTo>
                  <a:lnTo>
                    <a:pt x="491528" y="349021"/>
                  </a:lnTo>
                  <a:lnTo>
                    <a:pt x="493153" y="357479"/>
                  </a:lnTo>
                  <a:lnTo>
                    <a:pt x="494499" y="365645"/>
                  </a:lnTo>
                  <a:lnTo>
                    <a:pt x="495681" y="373672"/>
                  </a:lnTo>
                  <a:lnTo>
                    <a:pt x="507403" y="374548"/>
                  </a:lnTo>
                  <a:lnTo>
                    <a:pt x="519684" y="375005"/>
                  </a:lnTo>
                  <a:lnTo>
                    <a:pt x="532549" y="375170"/>
                  </a:lnTo>
                  <a:lnTo>
                    <a:pt x="545973" y="375196"/>
                  </a:lnTo>
                  <a:lnTo>
                    <a:pt x="568858" y="372059"/>
                  </a:lnTo>
                  <a:lnTo>
                    <a:pt x="585025" y="362623"/>
                  </a:lnTo>
                  <a:lnTo>
                    <a:pt x="594626" y="346913"/>
                  </a:lnTo>
                  <a:lnTo>
                    <a:pt x="595160" y="343192"/>
                  </a:lnTo>
                  <a:lnTo>
                    <a:pt x="597712" y="325475"/>
                  </a:lnTo>
                  <a:lnTo>
                    <a:pt x="597789" y="244043"/>
                  </a:lnTo>
                  <a:lnTo>
                    <a:pt x="597789" y="184607"/>
                  </a:lnTo>
                  <a:lnTo>
                    <a:pt x="626706" y="231190"/>
                  </a:lnTo>
                  <a:lnTo>
                    <a:pt x="661085" y="272656"/>
                  </a:lnTo>
                  <a:lnTo>
                    <a:pt x="701167" y="308978"/>
                  </a:lnTo>
                  <a:lnTo>
                    <a:pt x="747242" y="340144"/>
                  </a:lnTo>
                  <a:lnTo>
                    <a:pt x="752094" y="333019"/>
                  </a:lnTo>
                  <a:lnTo>
                    <a:pt x="757529" y="325475"/>
                  </a:lnTo>
                  <a:lnTo>
                    <a:pt x="763524" y="317639"/>
                  </a:lnTo>
                  <a:lnTo>
                    <a:pt x="770102" y="309664"/>
                  </a:lnTo>
                  <a:close/>
                </a:path>
                <a:path w="7373620" h="3211195">
                  <a:moveTo>
                    <a:pt x="823531" y="1324076"/>
                  </a:moveTo>
                  <a:lnTo>
                    <a:pt x="667994" y="1324076"/>
                  </a:lnTo>
                  <a:lnTo>
                    <a:pt x="686282" y="1313408"/>
                  </a:lnTo>
                  <a:lnTo>
                    <a:pt x="679132" y="1301064"/>
                  </a:lnTo>
                  <a:lnTo>
                    <a:pt x="671423" y="1289316"/>
                  </a:lnTo>
                  <a:lnTo>
                    <a:pt x="663130" y="1278166"/>
                  </a:lnTo>
                  <a:lnTo>
                    <a:pt x="654278" y="1267587"/>
                  </a:lnTo>
                  <a:lnTo>
                    <a:pt x="626745" y="1282827"/>
                  </a:lnTo>
                  <a:lnTo>
                    <a:pt x="634517" y="1293126"/>
                  </a:lnTo>
                  <a:lnTo>
                    <a:pt x="641692" y="1303413"/>
                  </a:lnTo>
                  <a:lnTo>
                    <a:pt x="648271" y="1313738"/>
                  </a:lnTo>
                  <a:lnTo>
                    <a:pt x="654278" y="1324076"/>
                  </a:lnTo>
                  <a:lnTo>
                    <a:pt x="492531" y="1324076"/>
                  </a:lnTo>
                  <a:lnTo>
                    <a:pt x="492455" y="1449197"/>
                  </a:lnTo>
                  <a:lnTo>
                    <a:pt x="489673" y="1504848"/>
                  </a:lnTo>
                  <a:lnTo>
                    <a:pt x="481101" y="1553044"/>
                  </a:lnTo>
                  <a:lnTo>
                    <a:pt x="466813" y="1592376"/>
                  </a:lnTo>
                  <a:lnTo>
                    <a:pt x="446811" y="1622971"/>
                  </a:lnTo>
                  <a:lnTo>
                    <a:pt x="453390" y="1629854"/>
                  </a:lnTo>
                  <a:lnTo>
                    <a:pt x="459384" y="1636585"/>
                  </a:lnTo>
                  <a:lnTo>
                    <a:pt x="464820" y="1642999"/>
                  </a:lnTo>
                  <a:lnTo>
                    <a:pt x="469671" y="1648980"/>
                  </a:lnTo>
                  <a:lnTo>
                    <a:pt x="493737" y="1611490"/>
                  </a:lnTo>
                  <a:lnTo>
                    <a:pt x="510908" y="1565440"/>
                  </a:lnTo>
                  <a:lnTo>
                    <a:pt x="521195" y="1510893"/>
                  </a:lnTo>
                  <a:lnTo>
                    <a:pt x="524548" y="1449197"/>
                  </a:lnTo>
                  <a:lnTo>
                    <a:pt x="524637" y="1353032"/>
                  </a:lnTo>
                  <a:lnTo>
                    <a:pt x="823531" y="1353032"/>
                  </a:lnTo>
                  <a:lnTo>
                    <a:pt x="823531" y="1324076"/>
                  </a:lnTo>
                  <a:close/>
                </a:path>
                <a:path w="7373620" h="3211195">
                  <a:moveTo>
                    <a:pt x="826579" y="1597063"/>
                  </a:moveTo>
                  <a:lnTo>
                    <a:pt x="732002" y="1597063"/>
                  </a:lnTo>
                  <a:lnTo>
                    <a:pt x="746925" y="1557274"/>
                  </a:lnTo>
                  <a:lnTo>
                    <a:pt x="762292" y="1510893"/>
                  </a:lnTo>
                  <a:lnTo>
                    <a:pt x="778548" y="1457642"/>
                  </a:lnTo>
                  <a:lnTo>
                    <a:pt x="796099" y="1397228"/>
                  </a:lnTo>
                  <a:lnTo>
                    <a:pt x="762482" y="1388084"/>
                  </a:lnTo>
                  <a:lnTo>
                    <a:pt x="746493" y="1451000"/>
                  </a:lnTo>
                  <a:lnTo>
                    <a:pt x="730669" y="1506893"/>
                  </a:lnTo>
                  <a:lnTo>
                    <a:pt x="715111" y="1555635"/>
                  </a:lnTo>
                  <a:lnTo>
                    <a:pt x="699998" y="1597063"/>
                  </a:lnTo>
                  <a:lnTo>
                    <a:pt x="523113" y="1597063"/>
                  </a:lnTo>
                  <a:lnTo>
                    <a:pt x="523113" y="1626120"/>
                  </a:lnTo>
                  <a:lnTo>
                    <a:pt x="826579" y="1626120"/>
                  </a:lnTo>
                  <a:lnTo>
                    <a:pt x="826579" y="1597063"/>
                  </a:lnTo>
                  <a:close/>
                </a:path>
                <a:path w="7373620" h="3211195">
                  <a:moveTo>
                    <a:pt x="5714327" y="1136434"/>
                  </a:moveTo>
                  <a:lnTo>
                    <a:pt x="5325376" y="1136434"/>
                  </a:lnTo>
                  <a:lnTo>
                    <a:pt x="5415432" y="1087564"/>
                  </a:lnTo>
                  <a:lnTo>
                    <a:pt x="5420004" y="1084516"/>
                  </a:lnTo>
                  <a:lnTo>
                    <a:pt x="5421528" y="1076896"/>
                  </a:lnTo>
                  <a:lnTo>
                    <a:pt x="5415432" y="1067752"/>
                  </a:lnTo>
                  <a:lnTo>
                    <a:pt x="5409336" y="1066228"/>
                  </a:lnTo>
                  <a:lnTo>
                    <a:pt x="5404764" y="1067752"/>
                  </a:lnTo>
                  <a:lnTo>
                    <a:pt x="5261419" y="1147102"/>
                  </a:lnTo>
                  <a:lnTo>
                    <a:pt x="5404764" y="1226451"/>
                  </a:lnTo>
                  <a:lnTo>
                    <a:pt x="5409336" y="1229499"/>
                  </a:lnTo>
                  <a:lnTo>
                    <a:pt x="5415432" y="1227975"/>
                  </a:lnTo>
                  <a:lnTo>
                    <a:pt x="5418480" y="1223403"/>
                  </a:lnTo>
                  <a:lnTo>
                    <a:pt x="5421528" y="1217307"/>
                  </a:lnTo>
                  <a:lnTo>
                    <a:pt x="5420004" y="1211211"/>
                  </a:lnTo>
                  <a:lnTo>
                    <a:pt x="5415432" y="1208062"/>
                  </a:lnTo>
                  <a:lnTo>
                    <a:pt x="5324627" y="1157770"/>
                  </a:lnTo>
                  <a:lnTo>
                    <a:pt x="5714327" y="1157770"/>
                  </a:lnTo>
                  <a:lnTo>
                    <a:pt x="5714327" y="1136434"/>
                  </a:lnTo>
                  <a:close/>
                </a:path>
                <a:path w="7373620" h="3211195">
                  <a:moveTo>
                    <a:pt x="5714339" y="475881"/>
                  </a:moveTo>
                  <a:lnTo>
                    <a:pt x="5695035" y="465201"/>
                  </a:lnTo>
                  <a:lnTo>
                    <a:pt x="5570982" y="396621"/>
                  </a:lnTo>
                  <a:lnTo>
                    <a:pt x="5566410" y="393573"/>
                  </a:lnTo>
                  <a:lnTo>
                    <a:pt x="5560314" y="395097"/>
                  </a:lnTo>
                  <a:lnTo>
                    <a:pt x="5557266" y="399669"/>
                  </a:lnTo>
                  <a:lnTo>
                    <a:pt x="5554218" y="405765"/>
                  </a:lnTo>
                  <a:lnTo>
                    <a:pt x="5555742" y="411861"/>
                  </a:lnTo>
                  <a:lnTo>
                    <a:pt x="5561838" y="414909"/>
                  </a:lnTo>
                  <a:lnTo>
                    <a:pt x="5651424" y="465201"/>
                  </a:lnTo>
                  <a:lnTo>
                    <a:pt x="5261419" y="465201"/>
                  </a:lnTo>
                  <a:lnTo>
                    <a:pt x="5261419" y="486638"/>
                  </a:lnTo>
                  <a:lnTo>
                    <a:pt x="5651424" y="486638"/>
                  </a:lnTo>
                  <a:lnTo>
                    <a:pt x="5561838" y="536930"/>
                  </a:lnTo>
                  <a:lnTo>
                    <a:pt x="5555742" y="538454"/>
                  </a:lnTo>
                  <a:lnTo>
                    <a:pt x="5554218" y="546074"/>
                  </a:lnTo>
                  <a:lnTo>
                    <a:pt x="5560314" y="555218"/>
                  </a:lnTo>
                  <a:lnTo>
                    <a:pt x="5566410" y="556742"/>
                  </a:lnTo>
                  <a:lnTo>
                    <a:pt x="5570982" y="555218"/>
                  </a:lnTo>
                  <a:lnTo>
                    <a:pt x="5694883" y="486638"/>
                  </a:lnTo>
                  <a:lnTo>
                    <a:pt x="5714339" y="475881"/>
                  </a:lnTo>
                  <a:close/>
                </a:path>
                <a:path w="7373620" h="3211195">
                  <a:moveTo>
                    <a:pt x="6025426" y="3064484"/>
                  </a:moveTo>
                  <a:lnTo>
                    <a:pt x="5993422" y="3064484"/>
                  </a:lnTo>
                  <a:lnTo>
                    <a:pt x="5993422" y="3206407"/>
                  </a:lnTo>
                  <a:lnTo>
                    <a:pt x="6025426" y="3206407"/>
                  </a:lnTo>
                  <a:lnTo>
                    <a:pt x="6025426" y="3064484"/>
                  </a:lnTo>
                  <a:close/>
                </a:path>
                <a:path w="7373620" h="3211195">
                  <a:moveTo>
                    <a:pt x="6089421" y="2417737"/>
                  </a:moveTo>
                  <a:lnTo>
                    <a:pt x="6071324" y="2395067"/>
                  </a:lnTo>
                  <a:lnTo>
                    <a:pt x="6062637" y="2384094"/>
                  </a:lnTo>
                  <a:lnTo>
                    <a:pt x="6054369" y="2373541"/>
                  </a:lnTo>
                  <a:lnTo>
                    <a:pt x="6031509" y="2388781"/>
                  </a:lnTo>
                  <a:lnTo>
                    <a:pt x="6040399" y="2399588"/>
                  </a:lnTo>
                  <a:lnTo>
                    <a:pt x="6048845" y="2411260"/>
                  </a:lnTo>
                  <a:lnTo>
                    <a:pt x="6057023" y="2423503"/>
                  </a:lnTo>
                  <a:lnTo>
                    <a:pt x="6065037" y="2436025"/>
                  </a:lnTo>
                  <a:lnTo>
                    <a:pt x="6089421" y="2417737"/>
                  </a:lnTo>
                  <a:close/>
                </a:path>
                <a:path w="7373620" h="3211195">
                  <a:moveTo>
                    <a:pt x="6174867" y="3064484"/>
                  </a:moveTo>
                  <a:lnTo>
                    <a:pt x="6142863" y="3064484"/>
                  </a:lnTo>
                  <a:lnTo>
                    <a:pt x="6142863" y="3085922"/>
                  </a:lnTo>
                  <a:lnTo>
                    <a:pt x="6174867" y="3085922"/>
                  </a:lnTo>
                  <a:lnTo>
                    <a:pt x="6174867" y="3064484"/>
                  </a:lnTo>
                  <a:close/>
                </a:path>
                <a:path w="7373620" h="3211195">
                  <a:moveTo>
                    <a:pt x="6174867" y="2910459"/>
                  </a:moveTo>
                  <a:lnTo>
                    <a:pt x="6142863" y="2910459"/>
                  </a:lnTo>
                  <a:lnTo>
                    <a:pt x="6142863" y="2939669"/>
                  </a:lnTo>
                  <a:lnTo>
                    <a:pt x="6142863" y="3034919"/>
                  </a:lnTo>
                  <a:lnTo>
                    <a:pt x="6025426" y="3034919"/>
                  </a:lnTo>
                  <a:lnTo>
                    <a:pt x="6025426" y="2939669"/>
                  </a:lnTo>
                  <a:lnTo>
                    <a:pt x="6142863" y="2939669"/>
                  </a:lnTo>
                  <a:lnTo>
                    <a:pt x="6142863" y="2910459"/>
                  </a:lnTo>
                  <a:lnTo>
                    <a:pt x="6025426" y="2910459"/>
                  </a:lnTo>
                  <a:lnTo>
                    <a:pt x="6025426" y="2828074"/>
                  </a:lnTo>
                  <a:lnTo>
                    <a:pt x="5993422" y="2828074"/>
                  </a:lnTo>
                  <a:lnTo>
                    <a:pt x="5993422" y="2910459"/>
                  </a:lnTo>
                  <a:lnTo>
                    <a:pt x="5993422" y="2939669"/>
                  </a:lnTo>
                  <a:lnTo>
                    <a:pt x="5993422" y="3034919"/>
                  </a:lnTo>
                  <a:lnTo>
                    <a:pt x="5877496" y="3034919"/>
                  </a:lnTo>
                  <a:lnTo>
                    <a:pt x="5877496" y="2939669"/>
                  </a:lnTo>
                  <a:lnTo>
                    <a:pt x="5993422" y="2939669"/>
                  </a:lnTo>
                  <a:lnTo>
                    <a:pt x="5993422" y="2910459"/>
                  </a:lnTo>
                  <a:lnTo>
                    <a:pt x="5845492" y="2910459"/>
                  </a:lnTo>
                  <a:lnTo>
                    <a:pt x="5845492" y="2939669"/>
                  </a:lnTo>
                  <a:lnTo>
                    <a:pt x="5845492" y="3034919"/>
                  </a:lnTo>
                  <a:lnTo>
                    <a:pt x="5845492" y="3064129"/>
                  </a:lnTo>
                  <a:lnTo>
                    <a:pt x="5845492" y="3085719"/>
                  </a:lnTo>
                  <a:lnTo>
                    <a:pt x="5877496" y="3085719"/>
                  </a:lnTo>
                  <a:lnTo>
                    <a:pt x="5877496" y="3064129"/>
                  </a:lnTo>
                  <a:lnTo>
                    <a:pt x="6174867" y="3064129"/>
                  </a:lnTo>
                  <a:lnTo>
                    <a:pt x="6174867" y="3035528"/>
                  </a:lnTo>
                  <a:lnTo>
                    <a:pt x="6174867" y="3034919"/>
                  </a:lnTo>
                  <a:lnTo>
                    <a:pt x="6174867" y="2939669"/>
                  </a:lnTo>
                  <a:lnTo>
                    <a:pt x="6174867" y="2939427"/>
                  </a:lnTo>
                  <a:lnTo>
                    <a:pt x="6174867" y="2910459"/>
                  </a:lnTo>
                  <a:close/>
                </a:path>
                <a:path w="7373620" h="3211195">
                  <a:moveTo>
                    <a:pt x="6200775" y="2579471"/>
                  </a:moveTo>
                  <a:lnTo>
                    <a:pt x="6171819" y="2579471"/>
                  </a:lnTo>
                  <a:lnTo>
                    <a:pt x="6171819" y="2603855"/>
                  </a:lnTo>
                  <a:lnTo>
                    <a:pt x="6164097" y="2619044"/>
                  </a:lnTo>
                  <a:lnTo>
                    <a:pt x="6154674" y="2632811"/>
                  </a:lnTo>
                  <a:lnTo>
                    <a:pt x="6143523" y="2645435"/>
                  </a:lnTo>
                  <a:lnTo>
                    <a:pt x="6130671" y="2657195"/>
                  </a:lnTo>
                  <a:lnTo>
                    <a:pt x="6116726" y="2650579"/>
                  </a:lnTo>
                  <a:lnTo>
                    <a:pt x="6088799" y="2637904"/>
                  </a:lnTo>
                  <a:lnTo>
                    <a:pt x="6075705" y="2631287"/>
                  </a:lnTo>
                  <a:lnTo>
                    <a:pt x="6079401" y="2624429"/>
                  </a:lnTo>
                  <a:lnTo>
                    <a:pt x="6083516" y="2617571"/>
                  </a:lnTo>
                  <a:lnTo>
                    <a:pt x="6087923" y="2610713"/>
                  </a:lnTo>
                  <a:lnTo>
                    <a:pt x="6092469" y="2603855"/>
                  </a:lnTo>
                  <a:lnTo>
                    <a:pt x="6171819" y="2603855"/>
                  </a:lnTo>
                  <a:lnTo>
                    <a:pt x="6171819" y="2579471"/>
                  </a:lnTo>
                  <a:lnTo>
                    <a:pt x="6107811" y="2579471"/>
                  </a:lnTo>
                  <a:lnTo>
                    <a:pt x="6112383" y="2571851"/>
                  </a:lnTo>
                  <a:lnTo>
                    <a:pt x="6115431" y="2565755"/>
                  </a:lnTo>
                  <a:lnTo>
                    <a:pt x="6120003" y="2558135"/>
                  </a:lnTo>
                  <a:lnTo>
                    <a:pt x="6092469" y="2548902"/>
                  </a:lnTo>
                  <a:lnTo>
                    <a:pt x="6088138" y="2556713"/>
                  </a:lnTo>
                  <a:lnTo>
                    <a:pt x="6080049" y="2571712"/>
                  </a:lnTo>
                  <a:lnTo>
                    <a:pt x="6075705" y="2579471"/>
                  </a:lnTo>
                  <a:lnTo>
                    <a:pt x="6017793" y="2579471"/>
                  </a:lnTo>
                  <a:lnTo>
                    <a:pt x="6017793" y="2603855"/>
                  </a:lnTo>
                  <a:lnTo>
                    <a:pt x="6061989" y="2603855"/>
                  </a:lnTo>
                  <a:lnTo>
                    <a:pt x="6056046" y="2613647"/>
                  </a:lnTo>
                  <a:lnTo>
                    <a:pt x="6049797" y="2622715"/>
                  </a:lnTo>
                  <a:lnTo>
                    <a:pt x="6043561" y="2631503"/>
                  </a:lnTo>
                  <a:lnTo>
                    <a:pt x="6037605" y="2640431"/>
                  </a:lnTo>
                  <a:lnTo>
                    <a:pt x="6073051" y="2658008"/>
                  </a:lnTo>
                  <a:lnTo>
                    <a:pt x="6089942" y="2666657"/>
                  </a:lnTo>
                  <a:lnTo>
                    <a:pt x="6106287" y="2675585"/>
                  </a:lnTo>
                  <a:lnTo>
                    <a:pt x="6085891" y="2686443"/>
                  </a:lnTo>
                  <a:lnTo>
                    <a:pt x="6063526" y="2696159"/>
                  </a:lnTo>
                  <a:lnTo>
                    <a:pt x="6038901" y="2704731"/>
                  </a:lnTo>
                  <a:lnTo>
                    <a:pt x="6011697" y="2712161"/>
                  </a:lnTo>
                  <a:lnTo>
                    <a:pt x="6015126" y="2718993"/>
                  </a:lnTo>
                  <a:lnTo>
                    <a:pt x="6018555" y="2725686"/>
                  </a:lnTo>
                  <a:lnTo>
                    <a:pt x="6021984" y="2732087"/>
                  </a:lnTo>
                  <a:lnTo>
                    <a:pt x="6025413" y="2738069"/>
                  </a:lnTo>
                  <a:lnTo>
                    <a:pt x="6056909" y="2728303"/>
                  </a:lnTo>
                  <a:lnTo>
                    <a:pt x="6085281" y="2717114"/>
                  </a:lnTo>
                  <a:lnTo>
                    <a:pt x="6110795" y="2704198"/>
                  </a:lnTo>
                  <a:lnTo>
                    <a:pt x="6133719" y="2689301"/>
                  </a:lnTo>
                  <a:lnTo>
                    <a:pt x="6184011" y="2716733"/>
                  </a:lnTo>
                  <a:lnTo>
                    <a:pt x="6200775" y="2689301"/>
                  </a:lnTo>
                  <a:lnTo>
                    <a:pt x="6189586" y="2684703"/>
                  </a:lnTo>
                  <a:lnTo>
                    <a:pt x="6178677" y="2679966"/>
                  </a:lnTo>
                  <a:lnTo>
                    <a:pt x="6167767" y="2674937"/>
                  </a:lnTo>
                  <a:lnTo>
                    <a:pt x="6156579" y="2669489"/>
                  </a:lnTo>
                  <a:lnTo>
                    <a:pt x="6168364" y="2657195"/>
                  </a:lnTo>
                  <a:lnTo>
                    <a:pt x="6170561" y="2654897"/>
                  </a:lnTo>
                  <a:lnTo>
                    <a:pt x="6182677" y="2638920"/>
                  </a:lnTo>
                  <a:lnTo>
                    <a:pt x="6192799" y="2621813"/>
                  </a:lnTo>
                  <a:lnTo>
                    <a:pt x="6200775" y="2603855"/>
                  </a:lnTo>
                  <a:lnTo>
                    <a:pt x="6200775" y="2579471"/>
                  </a:lnTo>
                  <a:close/>
                </a:path>
                <a:path w="7373620" h="3211195">
                  <a:moveTo>
                    <a:pt x="6211443" y="2448217"/>
                  </a:moveTo>
                  <a:lnTo>
                    <a:pt x="6138291" y="2448217"/>
                  </a:lnTo>
                  <a:lnTo>
                    <a:pt x="6138291" y="2361349"/>
                  </a:lnTo>
                  <a:lnTo>
                    <a:pt x="6109335" y="2361349"/>
                  </a:lnTo>
                  <a:lnTo>
                    <a:pt x="6109335" y="2448217"/>
                  </a:lnTo>
                  <a:lnTo>
                    <a:pt x="6022365" y="2448217"/>
                  </a:lnTo>
                  <a:lnTo>
                    <a:pt x="6022365" y="2472702"/>
                  </a:lnTo>
                  <a:lnTo>
                    <a:pt x="6100089" y="2472702"/>
                  </a:lnTo>
                  <a:lnTo>
                    <a:pt x="6080074" y="2491054"/>
                  </a:lnTo>
                  <a:lnTo>
                    <a:pt x="6058751" y="2507564"/>
                  </a:lnTo>
                  <a:lnTo>
                    <a:pt x="6036018" y="2522626"/>
                  </a:lnTo>
                  <a:lnTo>
                    <a:pt x="6011697" y="2536710"/>
                  </a:lnTo>
                  <a:lnTo>
                    <a:pt x="6016256" y="2542425"/>
                  </a:lnTo>
                  <a:lnTo>
                    <a:pt x="6020651" y="2548140"/>
                  </a:lnTo>
                  <a:lnTo>
                    <a:pt x="6024778" y="2553893"/>
                  </a:lnTo>
                  <a:lnTo>
                    <a:pt x="6028461" y="2559659"/>
                  </a:lnTo>
                  <a:lnTo>
                    <a:pt x="6051372" y="2545321"/>
                  </a:lnTo>
                  <a:lnTo>
                    <a:pt x="6072289" y="2529852"/>
                  </a:lnTo>
                  <a:lnTo>
                    <a:pt x="6091517" y="2513279"/>
                  </a:lnTo>
                  <a:lnTo>
                    <a:pt x="6109335" y="2495562"/>
                  </a:lnTo>
                  <a:lnTo>
                    <a:pt x="6109335" y="2548902"/>
                  </a:lnTo>
                  <a:lnTo>
                    <a:pt x="6138291" y="2548902"/>
                  </a:lnTo>
                  <a:lnTo>
                    <a:pt x="6138291" y="2506230"/>
                  </a:lnTo>
                  <a:lnTo>
                    <a:pt x="6153480" y="2518270"/>
                  </a:lnTo>
                  <a:lnTo>
                    <a:pt x="6167247" y="2529471"/>
                  </a:lnTo>
                  <a:lnTo>
                    <a:pt x="6179871" y="2540089"/>
                  </a:lnTo>
                  <a:lnTo>
                    <a:pt x="6191631" y="2550426"/>
                  </a:lnTo>
                  <a:lnTo>
                    <a:pt x="6209919" y="2529090"/>
                  </a:lnTo>
                  <a:lnTo>
                    <a:pt x="6196749" y="2518511"/>
                  </a:lnTo>
                  <a:lnTo>
                    <a:pt x="6182296" y="2507373"/>
                  </a:lnTo>
                  <a:lnTo>
                    <a:pt x="6180747" y="2506230"/>
                  </a:lnTo>
                  <a:lnTo>
                    <a:pt x="6166409" y="2495651"/>
                  </a:lnTo>
                  <a:lnTo>
                    <a:pt x="6148959" y="2483370"/>
                  </a:lnTo>
                  <a:lnTo>
                    <a:pt x="6138291" y="2495562"/>
                  </a:lnTo>
                  <a:lnTo>
                    <a:pt x="6138291" y="2472702"/>
                  </a:lnTo>
                  <a:lnTo>
                    <a:pt x="6211443" y="2472702"/>
                  </a:lnTo>
                  <a:lnTo>
                    <a:pt x="6211443" y="2448217"/>
                  </a:lnTo>
                  <a:close/>
                </a:path>
                <a:path w="7373620" h="3211195">
                  <a:moveTo>
                    <a:pt x="6217539" y="2387257"/>
                  </a:moveTo>
                  <a:lnTo>
                    <a:pt x="6194679" y="2372017"/>
                  </a:lnTo>
                  <a:lnTo>
                    <a:pt x="6184633" y="2385453"/>
                  </a:lnTo>
                  <a:lnTo>
                    <a:pt x="6174867" y="2398306"/>
                  </a:lnTo>
                  <a:lnTo>
                    <a:pt x="6165100" y="2410599"/>
                  </a:lnTo>
                  <a:lnTo>
                    <a:pt x="6155055" y="2422309"/>
                  </a:lnTo>
                  <a:lnTo>
                    <a:pt x="6160744" y="2425979"/>
                  </a:lnTo>
                  <a:lnTo>
                    <a:pt x="6166294" y="2429929"/>
                  </a:lnTo>
                  <a:lnTo>
                    <a:pt x="6176391" y="2437549"/>
                  </a:lnTo>
                  <a:lnTo>
                    <a:pt x="6186551" y="2425979"/>
                  </a:lnTo>
                  <a:lnTo>
                    <a:pt x="6196965" y="2413546"/>
                  </a:lnTo>
                  <a:lnTo>
                    <a:pt x="6207252" y="2400693"/>
                  </a:lnTo>
                  <a:lnTo>
                    <a:pt x="6217539" y="2387257"/>
                  </a:lnTo>
                  <a:close/>
                </a:path>
                <a:path w="7373620" h="3211195">
                  <a:moveTo>
                    <a:pt x="6374612" y="2892171"/>
                  </a:moveTo>
                  <a:lnTo>
                    <a:pt x="6344132" y="2892171"/>
                  </a:lnTo>
                  <a:lnTo>
                    <a:pt x="6344132" y="2919615"/>
                  </a:lnTo>
                  <a:lnTo>
                    <a:pt x="6344132" y="3012668"/>
                  </a:lnTo>
                  <a:lnTo>
                    <a:pt x="6344132" y="3040100"/>
                  </a:lnTo>
                  <a:lnTo>
                    <a:pt x="6344132" y="3137738"/>
                  </a:lnTo>
                  <a:lnTo>
                    <a:pt x="6257264" y="3137738"/>
                  </a:lnTo>
                  <a:lnTo>
                    <a:pt x="6257264" y="3040100"/>
                  </a:lnTo>
                  <a:lnTo>
                    <a:pt x="6344132" y="3040100"/>
                  </a:lnTo>
                  <a:lnTo>
                    <a:pt x="6344132" y="3012668"/>
                  </a:lnTo>
                  <a:lnTo>
                    <a:pt x="6257264" y="3012668"/>
                  </a:lnTo>
                  <a:lnTo>
                    <a:pt x="6257264" y="2919615"/>
                  </a:lnTo>
                  <a:lnTo>
                    <a:pt x="6344132" y="2919615"/>
                  </a:lnTo>
                  <a:lnTo>
                    <a:pt x="6344132" y="2892171"/>
                  </a:lnTo>
                  <a:lnTo>
                    <a:pt x="6298412" y="2892171"/>
                  </a:lnTo>
                  <a:lnTo>
                    <a:pt x="6304127" y="2879306"/>
                  </a:lnTo>
                  <a:lnTo>
                    <a:pt x="6309842" y="2865844"/>
                  </a:lnTo>
                  <a:lnTo>
                    <a:pt x="6315557" y="2851810"/>
                  </a:lnTo>
                  <a:lnTo>
                    <a:pt x="6321272" y="2837218"/>
                  </a:lnTo>
                  <a:lnTo>
                    <a:pt x="6289268" y="2828074"/>
                  </a:lnTo>
                  <a:lnTo>
                    <a:pt x="6284379" y="2843238"/>
                  </a:lnTo>
                  <a:lnTo>
                    <a:pt x="6278791" y="2858986"/>
                  </a:lnTo>
                  <a:lnTo>
                    <a:pt x="6272327" y="2875305"/>
                  </a:lnTo>
                  <a:lnTo>
                    <a:pt x="6264884" y="2892171"/>
                  </a:lnTo>
                  <a:lnTo>
                    <a:pt x="6226683" y="2892171"/>
                  </a:lnTo>
                  <a:lnTo>
                    <a:pt x="6226683" y="3198787"/>
                  </a:lnTo>
                  <a:lnTo>
                    <a:pt x="6257264" y="3198787"/>
                  </a:lnTo>
                  <a:lnTo>
                    <a:pt x="6257264" y="3166694"/>
                  </a:lnTo>
                  <a:lnTo>
                    <a:pt x="6344132" y="3166694"/>
                  </a:lnTo>
                  <a:lnTo>
                    <a:pt x="6344132" y="3195739"/>
                  </a:lnTo>
                  <a:lnTo>
                    <a:pt x="6374612" y="3195739"/>
                  </a:lnTo>
                  <a:lnTo>
                    <a:pt x="6374612" y="3166694"/>
                  </a:lnTo>
                  <a:lnTo>
                    <a:pt x="6374612" y="3137738"/>
                  </a:lnTo>
                  <a:lnTo>
                    <a:pt x="6374612" y="3040100"/>
                  </a:lnTo>
                  <a:lnTo>
                    <a:pt x="6374612" y="3012668"/>
                  </a:lnTo>
                  <a:lnTo>
                    <a:pt x="6374612" y="2919615"/>
                  </a:lnTo>
                  <a:lnTo>
                    <a:pt x="6374612" y="2892171"/>
                  </a:lnTo>
                  <a:close/>
                </a:path>
                <a:path w="7373620" h="3211195">
                  <a:moveTo>
                    <a:pt x="6399085" y="2706065"/>
                  </a:moveTo>
                  <a:lnTo>
                    <a:pt x="6355372" y="2675191"/>
                  </a:lnTo>
                  <a:lnTo>
                    <a:pt x="6319748" y="2637383"/>
                  </a:lnTo>
                  <a:lnTo>
                    <a:pt x="6334709" y="2606903"/>
                  </a:lnTo>
                  <a:lnTo>
                    <a:pt x="6337440" y="2601366"/>
                  </a:lnTo>
                  <a:lnTo>
                    <a:pt x="6351537" y="2559659"/>
                  </a:lnTo>
                  <a:lnTo>
                    <a:pt x="6361963" y="2512149"/>
                  </a:lnTo>
                  <a:lnTo>
                    <a:pt x="6368516" y="2458986"/>
                  </a:lnTo>
                  <a:lnTo>
                    <a:pt x="6392989" y="2458986"/>
                  </a:lnTo>
                  <a:lnTo>
                    <a:pt x="6392989" y="2432977"/>
                  </a:lnTo>
                  <a:lnTo>
                    <a:pt x="6338036" y="2432977"/>
                  </a:lnTo>
                  <a:lnTo>
                    <a:pt x="6338036" y="2458986"/>
                  </a:lnTo>
                  <a:lnTo>
                    <a:pt x="6333172" y="2502458"/>
                  </a:lnTo>
                  <a:lnTo>
                    <a:pt x="6325463" y="2541511"/>
                  </a:lnTo>
                  <a:lnTo>
                    <a:pt x="6314884" y="2576284"/>
                  </a:lnTo>
                  <a:lnTo>
                    <a:pt x="6301460" y="2606903"/>
                  </a:lnTo>
                  <a:lnTo>
                    <a:pt x="6286906" y="2576652"/>
                  </a:lnTo>
                  <a:lnTo>
                    <a:pt x="6275362" y="2543225"/>
                  </a:lnTo>
                  <a:lnTo>
                    <a:pt x="6268199" y="2512326"/>
                  </a:lnTo>
                  <a:lnTo>
                    <a:pt x="6266954" y="2506954"/>
                  </a:lnTo>
                  <a:lnTo>
                    <a:pt x="6261824" y="2468130"/>
                  </a:lnTo>
                  <a:lnTo>
                    <a:pt x="6266408" y="2458986"/>
                  </a:lnTo>
                  <a:lnTo>
                    <a:pt x="6338036" y="2458986"/>
                  </a:lnTo>
                  <a:lnTo>
                    <a:pt x="6338036" y="2432977"/>
                  </a:lnTo>
                  <a:lnTo>
                    <a:pt x="6275552" y="2432977"/>
                  </a:lnTo>
                  <a:lnTo>
                    <a:pt x="6280975" y="2415806"/>
                  </a:lnTo>
                  <a:lnTo>
                    <a:pt x="6285839" y="2398496"/>
                  </a:lnTo>
                  <a:lnTo>
                    <a:pt x="6290119" y="2380894"/>
                  </a:lnTo>
                  <a:lnTo>
                    <a:pt x="6293840" y="2362873"/>
                  </a:lnTo>
                  <a:lnTo>
                    <a:pt x="6263360" y="2358301"/>
                  </a:lnTo>
                  <a:lnTo>
                    <a:pt x="6254508" y="2402319"/>
                  </a:lnTo>
                  <a:lnTo>
                    <a:pt x="6241783" y="2442934"/>
                  </a:lnTo>
                  <a:lnTo>
                    <a:pt x="6225337" y="2480106"/>
                  </a:lnTo>
                  <a:lnTo>
                    <a:pt x="6205347" y="2513850"/>
                  </a:lnTo>
                  <a:lnTo>
                    <a:pt x="6210770" y="2520442"/>
                  </a:lnTo>
                  <a:lnTo>
                    <a:pt x="6215634" y="2526614"/>
                  </a:lnTo>
                  <a:lnTo>
                    <a:pt x="6219914" y="2532494"/>
                  </a:lnTo>
                  <a:lnTo>
                    <a:pt x="6223635" y="2538234"/>
                  </a:lnTo>
                  <a:lnTo>
                    <a:pt x="6228181" y="2532253"/>
                  </a:lnTo>
                  <a:lnTo>
                    <a:pt x="6232588" y="2525852"/>
                  </a:lnTo>
                  <a:lnTo>
                    <a:pt x="6236703" y="2519159"/>
                  </a:lnTo>
                  <a:lnTo>
                    <a:pt x="6240399" y="2512326"/>
                  </a:lnTo>
                  <a:lnTo>
                    <a:pt x="6247092" y="2546019"/>
                  </a:lnTo>
                  <a:lnTo>
                    <a:pt x="6255918" y="2578125"/>
                  </a:lnTo>
                  <a:lnTo>
                    <a:pt x="6267285" y="2608211"/>
                  </a:lnTo>
                  <a:lnTo>
                    <a:pt x="6281648" y="2635859"/>
                  </a:lnTo>
                  <a:lnTo>
                    <a:pt x="6263335" y="2657297"/>
                  </a:lnTo>
                  <a:lnTo>
                    <a:pt x="6242736" y="2677858"/>
                  </a:lnTo>
                  <a:lnTo>
                    <a:pt x="6219837" y="2697251"/>
                  </a:lnTo>
                  <a:lnTo>
                    <a:pt x="6194679" y="2715209"/>
                  </a:lnTo>
                  <a:lnTo>
                    <a:pt x="6201232" y="2721800"/>
                  </a:lnTo>
                  <a:lnTo>
                    <a:pt x="6207061" y="2727972"/>
                  </a:lnTo>
                  <a:lnTo>
                    <a:pt x="6212040" y="2733852"/>
                  </a:lnTo>
                  <a:lnTo>
                    <a:pt x="6216015" y="2739593"/>
                  </a:lnTo>
                  <a:lnTo>
                    <a:pt x="6240094" y="2722753"/>
                  </a:lnTo>
                  <a:lnTo>
                    <a:pt x="6262014" y="2704350"/>
                  </a:lnTo>
                  <a:lnTo>
                    <a:pt x="6281902" y="2684513"/>
                  </a:lnTo>
                  <a:lnTo>
                    <a:pt x="6299936" y="2663393"/>
                  </a:lnTo>
                  <a:lnTo>
                    <a:pt x="6316789" y="2684030"/>
                  </a:lnTo>
                  <a:lnTo>
                    <a:pt x="6335369" y="2702826"/>
                  </a:lnTo>
                  <a:lnTo>
                    <a:pt x="6355651" y="2720175"/>
                  </a:lnTo>
                  <a:lnTo>
                    <a:pt x="6377660" y="2736545"/>
                  </a:lnTo>
                  <a:lnTo>
                    <a:pt x="6387262" y="2721876"/>
                  </a:lnTo>
                  <a:lnTo>
                    <a:pt x="6392748" y="2714040"/>
                  </a:lnTo>
                  <a:lnTo>
                    <a:pt x="6399085" y="2706065"/>
                  </a:lnTo>
                  <a:close/>
                </a:path>
                <a:path w="7373620" h="3211195">
                  <a:moveTo>
                    <a:pt x="6504241" y="3066008"/>
                  </a:moveTo>
                  <a:lnTo>
                    <a:pt x="6490551" y="3046869"/>
                  </a:lnTo>
                  <a:lnTo>
                    <a:pt x="6474714" y="3026003"/>
                  </a:lnTo>
                  <a:lnTo>
                    <a:pt x="6456883" y="3003435"/>
                  </a:lnTo>
                  <a:lnTo>
                    <a:pt x="6437185" y="2979140"/>
                  </a:lnTo>
                  <a:lnTo>
                    <a:pt x="6414325" y="2995904"/>
                  </a:lnTo>
                  <a:lnTo>
                    <a:pt x="6431166" y="3018523"/>
                  </a:lnTo>
                  <a:lnTo>
                    <a:pt x="6447282" y="3040875"/>
                  </a:lnTo>
                  <a:lnTo>
                    <a:pt x="6462547" y="3063240"/>
                  </a:lnTo>
                  <a:lnTo>
                    <a:pt x="6476809" y="3085922"/>
                  </a:lnTo>
                  <a:lnTo>
                    <a:pt x="6504241" y="3066008"/>
                  </a:lnTo>
                  <a:close/>
                </a:path>
                <a:path w="7373620" h="3211195">
                  <a:moveTo>
                    <a:pt x="6528714" y="2432977"/>
                  </a:moveTo>
                  <a:lnTo>
                    <a:pt x="6487477" y="2432977"/>
                  </a:lnTo>
                  <a:lnTo>
                    <a:pt x="6487477" y="2359825"/>
                  </a:lnTo>
                  <a:lnTo>
                    <a:pt x="6458521" y="2359825"/>
                  </a:lnTo>
                  <a:lnTo>
                    <a:pt x="6458521" y="2432977"/>
                  </a:lnTo>
                  <a:lnTo>
                    <a:pt x="6411277" y="2432977"/>
                  </a:lnTo>
                  <a:lnTo>
                    <a:pt x="6411277" y="2460498"/>
                  </a:lnTo>
                  <a:lnTo>
                    <a:pt x="6458521" y="2460498"/>
                  </a:lnTo>
                  <a:lnTo>
                    <a:pt x="6458521" y="2547366"/>
                  </a:lnTo>
                  <a:lnTo>
                    <a:pt x="6445923" y="2551049"/>
                  </a:lnTo>
                  <a:lnTo>
                    <a:pt x="6420155" y="2559024"/>
                  </a:lnTo>
                  <a:lnTo>
                    <a:pt x="6406705" y="2562707"/>
                  </a:lnTo>
                  <a:lnTo>
                    <a:pt x="6409753" y="2596235"/>
                  </a:lnTo>
                  <a:lnTo>
                    <a:pt x="6421450" y="2591689"/>
                  </a:lnTo>
                  <a:lnTo>
                    <a:pt x="6433566" y="2587282"/>
                  </a:lnTo>
                  <a:lnTo>
                    <a:pt x="6445974" y="2583167"/>
                  </a:lnTo>
                  <a:lnTo>
                    <a:pt x="6458521" y="2579471"/>
                  </a:lnTo>
                  <a:lnTo>
                    <a:pt x="6458521" y="2680157"/>
                  </a:lnTo>
                  <a:lnTo>
                    <a:pt x="6457620" y="2688386"/>
                  </a:lnTo>
                  <a:lnTo>
                    <a:pt x="6454711" y="2694635"/>
                  </a:lnTo>
                  <a:lnTo>
                    <a:pt x="6449517" y="2698585"/>
                  </a:lnTo>
                  <a:lnTo>
                    <a:pt x="6441757" y="2699969"/>
                  </a:lnTo>
                  <a:lnTo>
                    <a:pt x="6435471" y="2699702"/>
                  </a:lnTo>
                  <a:lnTo>
                    <a:pt x="6428041" y="2699016"/>
                  </a:lnTo>
                  <a:lnTo>
                    <a:pt x="6409753" y="2696921"/>
                  </a:lnTo>
                  <a:lnTo>
                    <a:pt x="6414325" y="2728925"/>
                  </a:lnTo>
                  <a:lnTo>
                    <a:pt x="6449377" y="2728925"/>
                  </a:lnTo>
                  <a:lnTo>
                    <a:pt x="6466256" y="2726080"/>
                  </a:lnTo>
                  <a:lnTo>
                    <a:pt x="6478143" y="2717685"/>
                  </a:lnTo>
                  <a:lnTo>
                    <a:pt x="6485166" y="2703842"/>
                  </a:lnTo>
                  <a:lnTo>
                    <a:pt x="6485636" y="2699969"/>
                  </a:lnTo>
                  <a:lnTo>
                    <a:pt x="6487477" y="2684729"/>
                  </a:lnTo>
                  <a:lnTo>
                    <a:pt x="6487477" y="2579471"/>
                  </a:lnTo>
                  <a:lnTo>
                    <a:pt x="6487477" y="2568803"/>
                  </a:lnTo>
                  <a:lnTo>
                    <a:pt x="6496647" y="2566251"/>
                  </a:lnTo>
                  <a:lnTo>
                    <a:pt x="6505969" y="2563279"/>
                  </a:lnTo>
                  <a:lnTo>
                    <a:pt x="6525666" y="2556611"/>
                  </a:lnTo>
                  <a:lnTo>
                    <a:pt x="6524549" y="2550312"/>
                  </a:lnTo>
                  <a:lnTo>
                    <a:pt x="6523571" y="2543187"/>
                  </a:lnTo>
                  <a:lnTo>
                    <a:pt x="6523126" y="2538222"/>
                  </a:lnTo>
                  <a:lnTo>
                    <a:pt x="6522898" y="2535707"/>
                  </a:lnTo>
                  <a:lnTo>
                    <a:pt x="6522618" y="2527554"/>
                  </a:lnTo>
                  <a:lnTo>
                    <a:pt x="6514312" y="2530081"/>
                  </a:lnTo>
                  <a:lnTo>
                    <a:pt x="6496596" y="2535707"/>
                  </a:lnTo>
                  <a:lnTo>
                    <a:pt x="6487477" y="2538222"/>
                  </a:lnTo>
                  <a:lnTo>
                    <a:pt x="6487477" y="2460498"/>
                  </a:lnTo>
                  <a:lnTo>
                    <a:pt x="6528714" y="2460498"/>
                  </a:lnTo>
                  <a:lnTo>
                    <a:pt x="6528714" y="2432977"/>
                  </a:lnTo>
                  <a:close/>
                </a:path>
                <a:path w="7373620" h="3211195">
                  <a:moveTo>
                    <a:pt x="6575971" y="2890647"/>
                  </a:moveTo>
                  <a:lnTo>
                    <a:pt x="6452425" y="2890647"/>
                  </a:lnTo>
                  <a:lnTo>
                    <a:pt x="6457874" y="2877782"/>
                  </a:lnTo>
                  <a:lnTo>
                    <a:pt x="6462903" y="2864320"/>
                  </a:lnTo>
                  <a:lnTo>
                    <a:pt x="6467640" y="2850286"/>
                  </a:lnTo>
                  <a:lnTo>
                    <a:pt x="6472237" y="2835694"/>
                  </a:lnTo>
                  <a:lnTo>
                    <a:pt x="6440233" y="2828074"/>
                  </a:lnTo>
                  <a:lnTo>
                    <a:pt x="6427063" y="2868701"/>
                  </a:lnTo>
                  <a:lnTo>
                    <a:pt x="6412598" y="2905887"/>
                  </a:lnTo>
                  <a:lnTo>
                    <a:pt x="6396685" y="2939605"/>
                  </a:lnTo>
                  <a:lnTo>
                    <a:pt x="6379184" y="2969907"/>
                  </a:lnTo>
                  <a:lnTo>
                    <a:pt x="6386944" y="2973387"/>
                  </a:lnTo>
                  <a:lnTo>
                    <a:pt x="6394120" y="2976842"/>
                  </a:lnTo>
                  <a:lnTo>
                    <a:pt x="6400698" y="2980283"/>
                  </a:lnTo>
                  <a:lnTo>
                    <a:pt x="6406705" y="2983712"/>
                  </a:lnTo>
                  <a:lnTo>
                    <a:pt x="6415583" y="2969374"/>
                  </a:lnTo>
                  <a:lnTo>
                    <a:pt x="6424041" y="2953905"/>
                  </a:lnTo>
                  <a:lnTo>
                    <a:pt x="6432207" y="2937332"/>
                  </a:lnTo>
                  <a:lnTo>
                    <a:pt x="6440233" y="2919615"/>
                  </a:lnTo>
                  <a:lnTo>
                    <a:pt x="6543967" y="2919615"/>
                  </a:lnTo>
                  <a:lnTo>
                    <a:pt x="6542557" y="2990265"/>
                  </a:lnTo>
                  <a:lnTo>
                    <a:pt x="6540728" y="3048901"/>
                  </a:lnTo>
                  <a:lnTo>
                    <a:pt x="6538608" y="3095523"/>
                  </a:lnTo>
                  <a:lnTo>
                    <a:pt x="6533197" y="3146120"/>
                  </a:lnTo>
                  <a:lnTo>
                    <a:pt x="6499669" y="3166694"/>
                  </a:lnTo>
                  <a:lnTo>
                    <a:pt x="6483363" y="3166402"/>
                  </a:lnTo>
                  <a:lnTo>
                    <a:pt x="6466332" y="3165551"/>
                  </a:lnTo>
                  <a:lnTo>
                    <a:pt x="6448450" y="3164116"/>
                  </a:lnTo>
                  <a:lnTo>
                    <a:pt x="6429565" y="3162122"/>
                  </a:lnTo>
                  <a:lnTo>
                    <a:pt x="6428041" y="3162122"/>
                  </a:lnTo>
                  <a:lnTo>
                    <a:pt x="6430061" y="3169513"/>
                  </a:lnTo>
                  <a:lnTo>
                    <a:pt x="6431661" y="3177781"/>
                  </a:lnTo>
                  <a:lnTo>
                    <a:pt x="6432969" y="3186633"/>
                  </a:lnTo>
                  <a:lnTo>
                    <a:pt x="6434137" y="3195739"/>
                  </a:lnTo>
                  <a:lnTo>
                    <a:pt x="6452400" y="3196615"/>
                  </a:lnTo>
                  <a:lnTo>
                    <a:pt x="6470523" y="3197072"/>
                  </a:lnTo>
                  <a:lnTo>
                    <a:pt x="6505765" y="3197263"/>
                  </a:lnTo>
                  <a:lnTo>
                    <a:pt x="6532080" y="3193529"/>
                  </a:lnTo>
                  <a:lnTo>
                    <a:pt x="6561595" y="3166694"/>
                  </a:lnTo>
                  <a:lnTo>
                    <a:pt x="6569430" y="3111754"/>
                  </a:lnTo>
                  <a:lnTo>
                    <a:pt x="6572364" y="3026003"/>
                  </a:lnTo>
                  <a:lnTo>
                    <a:pt x="6574142" y="2963494"/>
                  </a:lnTo>
                  <a:lnTo>
                    <a:pt x="6575247" y="2919615"/>
                  </a:lnTo>
                  <a:lnTo>
                    <a:pt x="6575971" y="2890647"/>
                  </a:lnTo>
                  <a:close/>
                </a:path>
                <a:path w="7373620" h="3211195">
                  <a:moveTo>
                    <a:pt x="6678168" y="2889135"/>
                  </a:moveTo>
                  <a:lnTo>
                    <a:pt x="6668363" y="2877705"/>
                  </a:lnTo>
                  <a:lnTo>
                    <a:pt x="6650444" y="2855404"/>
                  </a:lnTo>
                  <a:lnTo>
                    <a:pt x="6641490" y="2844838"/>
                  </a:lnTo>
                  <a:lnTo>
                    <a:pt x="6620154" y="2858554"/>
                  </a:lnTo>
                  <a:lnTo>
                    <a:pt x="6628397" y="2870060"/>
                  </a:lnTo>
                  <a:lnTo>
                    <a:pt x="6636918" y="2881693"/>
                  </a:lnTo>
                  <a:lnTo>
                    <a:pt x="6645453" y="2893580"/>
                  </a:lnTo>
                  <a:lnTo>
                    <a:pt x="6653682" y="2905899"/>
                  </a:lnTo>
                  <a:lnTo>
                    <a:pt x="6678168" y="2889135"/>
                  </a:lnTo>
                  <a:close/>
                </a:path>
                <a:path w="7373620" h="3211195">
                  <a:moveTo>
                    <a:pt x="6688836" y="1925015"/>
                  </a:moveTo>
                  <a:lnTo>
                    <a:pt x="6685788" y="1917395"/>
                  </a:lnTo>
                  <a:lnTo>
                    <a:pt x="6681216" y="1915871"/>
                  </a:lnTo>
                  <a:lnTo>
                    <a:pt x="6676644" y="1912823"/>
                  </a:lnTo>
                  <a:lnTo>
                    <a:pt x="6670548" y="1914347"/>
                  </a:lnTo>
                  <a:lnTo>
                    <a:pt x="6667500" y="1918919"/>
                  </a:lnTo>
                  <a:lnTo>
                    <a:pt x="6617144" y="2009787"/>
                  </a:lnTo>
                  <a:lnTo>
                    <a:pt x="6617119" y="2045601"/>
                  </a:lnTo>
                  <a:lnTo>
                    <a:pt x="6617119" y="2009838"/>
                  </a:lnTo>
                  <a:lnTo>
                    <a:pt x="6617119" y="1544193"/>
                  </a:lnTo>
                  <a:lnTo>
                    <a:pt x="6646075" y="1594015"/>
                  </a:lnTo>
                  <a:lnTo>
                    <a:pt x="6649123" y="1598587"/>
                  </a:lnTo>
                  <a:lnTo>
                    <a:pt x="6655219" y="1600111"/>
                  </a:lnTo>
                  <a:lnTo>
                    <a:pt x="6659791" y="1597063"/>
                  </a:lnTo>
                  <a:lnTo>
                    <a:pt x="6665976" y="1594015"/>
                  </a:lnTo>
                  <a:lnTo>
                    <a:pt x="6667500" y="1587919"/>
                  </a:lnTo>
                  <a:lnTo>
                    <a:pt x="6664452" y="1583347"/>
                  </a:lnTo>
                  <a:lnTo>
                    <a:pt x="6618033" y="1503997"/>
                  </a:lnTo>
                  <a:lnTo>
                    <a:pt x="6606438" y="1484185"/>
                  </a:lnTo>
                  <a:lnTo>
                    <a:pt x="6548526" y="1583347"/>
                  </a:lnTo>
                  <a:lnTo>
                    <a:pt x="6545478" y="1587919"/>
                  </a:lnTo>
                  <a:lnTo>
                    <a:pt x="6547002" y="1594015"/>
                  </a:lnTo>
                  <a:lnTo>
                    <a:pt x="6551574" y="1597063"/>
                  </a:lnTo>
                  <a:lnTo>
                    <a:pt x="6557670" y="1600111"/>
                  </a:lnTo>
                  <a:lnTo>
                    <a:pt x="6563766" y="1598587"/>
                  </a:lnTo>
                  <a:lnTo>
                    <a:pt x="6566814" y="1594015"/>
                  </a:lnTo>
                  <a:lnTo>
                    <a:pt x="6595770" y="1544193"/>
                  </a:lnTo>
                  <a:lnTo>
                    <a:pt x="6595808" y="2009838"/>
                  </a:lnTo>
                  <a:lnTo>
                    <a:pt x="6606451" y="2029079"/>
                  </a:lnTo>
                  <a:lnTo>
                    <a:pt x="6595770" y="2009787"/>
                  </a:lnTo>
                  <a:lnTo>
                    <a:pt x="6545478" y="1918919"/>
                  </a:lnTo>
                  <a:lnTo>
                    <a:pt x="6542430" y="1914347"/>
                  </a:lnTo>
                  <a:lnTo>
                    <a:pt x="6536334" y="1912823"/>
                  </a:lnTo>
                  <a:lnTo>
                    <a:pt x="6531762" y="1915871"/>
                  </a:lnTo>
                  <a:lnTo>
                    <a:pt x="6525666" y="1917395"/>
                  </a:lnTo>
                  <a:lnTo>
                    <a:pt x="6524142" y="1925015"/>
                  </a:lnTo>
                  <a:lnTo>
                    <a:pt x="6527190" y="1929587"/>
                  </a:lnTo>
                  <a:lnTo>
                    <a:pt x="6606438" y="2071509"/>
                  </a:lnTo>
                  <a:lnTo>
                    <a:pt x="6618376" y="2050173"/>
                  </a:lnTo>
                  <a:lnTo>
                    <a:pt x="6685788" y="1929587"/>
                  </a:lnTo>
                  <a:lnTo>
                    <a:pt x="6688836" y="1925015"/>
                  </a:lnTo>
                  <a:close/>
                </a:path>
                <a:path w="7373620" h="3211195">
                  <a:moveTo>
                    <a:pt x="6784848" y="2526030"/>
                  </a:moveTo>
                  <a:lnTo>
                    <a:pt x="6684264" y="2526030"/>
                  </a:lnTo>
                  <a:lnTo>
                    <a:pt x="6684264" y="2486406"/>
                  </a:lnTo>
                  <a:lnTo>
                    <a:pt x="6656743" y="2486406"/>
                  </a:lnTo>
                  <a:lnTo>
                    <a:pt x="6656743" y="2526030"/>
                  </a:lnTo>
                  <a:lnTo>
                    <a:pt x="6566814" y="2526030"/>
                  </a:lnTo>
                  <a:lnTo>
                    <a:pt x="6566814" y="2478786"/>
                  </a:lnTo>
                  <a:lnTo>
                    <a:pt x="6737604" y="2478786"/>
                  </a:lnTo>
                  <a:lnTo>
                    <a:pt x="6737604" y="2490978"/>
                  </a:lnTo>
                  <a:lnTo>
                    <a:pt x="6765036" y="2490978"/>
                  </a:lnTo>
                  <a:lnTo>
                    <a:pt x="6765036" y="2478786"/>
                  </a:lnTo>
                  <a:lnTo>
                    <a:pt x="6765036" y="2454402"/>
                  </a:lnTo>
                  <a:lnTo>
                    <a:pt x="6765036" y="2405545"/>
                  </a:lnTo>
                  <a:lnTo>
                    <a:pt x="6765036" y="2379637"/>
                  </a:lnTo>
                  <a:lnTo>
                    <a:pt x="6737604" y="2379637"/>
                  </a:lnTo>
                  <a:lnTo>
                    <a:pt x="6737604" y="2405545"/>
                  </a:lnTo>
                  <a:lnTo>
                    <a:pt x="6737604" y="2454402"/>
                  </a:lnTo>
                  <a:lnTo>
                    <a:pt x="6566814" y="2454402"/>
                  </a:lnTo>
                  <a:lnTo>
                    <a:pt x="6566814" y="2405545"/>
                  </a:lnTo>
                  <a:lnTo>
                    <a:pt x="6737604" y="2405545"/>
                  </a:lnTo>
                  <a:lnTo>
                    <a:pt x="6737604" y="2379637"/>
                  </a:lnTo>
                  <a:lnTo>
                    <a:pt x="6539382" y="2379637"/>
                  </a:lnTo>
                  <a:lnTo>
                    <a:pt x="6539344" y="2530081"/>
                  </a:lnTo>
                  <a:lnTo>
                    <a:pt x="6536512" y="2586634"/>
                  </a:lnTo>
                  <a:lnTo>
                    <a:pt x="6527762" y="2635897"/>
                  </a:lnTo>
                  <a:lnTo>
                    <a:pt x="6512992" y="2677134"/>
                  </a:lnTo>
                  <a:lnTo>
                    <a:pt x="6492049" y="2710637"/>
                  </a:lnTo>
                  <a:lnTo>
                    <a:pt x="6497739" y="2716365"/>
                  </a:lnTo>
                  <a:lnTo>
                    <a:pt x="6503289" y="2722257"/>
                  </a:lnTo>
                  <a:lnTo>
                    <a:pt x="6508547" y="2728417"/>
                  </a:lnTo>
                  <a:lnTo>
                    <a:pt x="6513385" y="2735021"/>
                  </a:lnTo>
                  <a:lnTo>
                    <a:pt x="6535496" y="2699562"/>
                  </a:lnTo>
                  <a:lnTo>
                    <a:pt x="6551574" y="2657233"/>
                  </a:lnTo>
                  <a:lnTo>
                    <a:pt x="6561912" y="2608021"/>
                  </a:lnTo>
                  <a:lnTo>
                    <a:pt x="6566814" y="2551938"/>
                  </a:lnTo>
                  <a:lnTo>
                    <a:pt x="6656743" y="2551938"/>
                  </a:lnTo>
                  <a:lnTo>
                    <a:pt x="6656743" y="2600807"/>
                  </a:lnTo>
                  <a:lnTo>
                    <a:pt x="6577482" y="2600807"/>
                  </a:lnTo>
                  <a:lnTo>
                    <a:pt x="6577482" y="2730449"/>
                  </a:lnTo>
                  <a:lnTo>
                    <a:pt x="6604927" y="2730449"/>
                  </a:lnTo>
                  <a:lnTo>
                    <a:pt x="6604927" y="2709113"/>
                  </a:lnTo>
                  <a:lnTo>
                    <a:pt x="6736080" y="2709113"/>
                  </a:lnTo>
                  <a:lnTo>
                    <a:pt x="6736080" y="2730449"/>
                  </a:lnTo>
                  <a:lnTo>
                    <a:pt x="6763512" y="2730449"/>
                  </a:lnTo>
                  <a:lnTo>
                    <a:pt x="6763512" y="2709113"/>
                  </a:lnTo>
                  <a:lnTo>
                    <a:pt x="6763512" y="2683205"/>
                  </a:lnTo>
                  <a:lnTo>
                    <a:pt x="6763512" y="2626715"/>
                  </a:lnTo>
                  <a:lnTo>
                    <a:pt x="6763512" y="2600807"/>
                  </a:lnTo>
                  <a:lnTo>
                    <a:pt x="6736080" y="2600807"/>
                  </a:lnTo>
                  <a:lnTo>
                    <a:pt x="6736080" y="2626715"/>
                  </a:lnTo>
                  <a:lnTo>
                    <a:pt x="6736080" y="2683205"/>
                  </a:lnTo>
                  <a:lnTo>
                    <a:pt x="6604927" y="2683205"/>
                  </a:lnTo>
                  <a:lnTo>
                    <a:pt x="6604927" y="2626715"/>
                  </a:lnTo>
                  <a:lnTo>
                    <a:pt x="6736080" y="2626715"/>
                  </a:lnTo>
                  <a:lnTo>
                    <a:pt x="6736080" y="2600807"/>
                  </a:lnTo>
                  <a:lnTo>
                    <a:pt x="6684264" y="2600807"/>
                  </a:lnTo>
                  <a:lnTo>
                    <a:pt x="6684264" y="2551938"/>
                  </a:lnTo>
                  <a:lnTo>
                    <a:pt x="6784848" y="2551938"/>
                  </a:lnTo>
                  <a:lnTo>
                    <a:pt x="6784848" y="2526030"/>
                  </a:lnTo>
                  <a:close/>
                </a:path>
                <a:path w="7373620" h="3211195">
                  <a:moveTo>
                    <a:pt x="6789420" y="3049244"/>
                  </a:moveTo>
                  <a:lnTo>
                    <a:pt x="6760464" y="3049244"/>
                  </a:lnTo>
                  <a:lnTo>
                    <a:pt x="6760464" y="3075254"/>
                  </a:lnTo>
                  <a:lnTo>
                    <a:pt x="6751891" y="3089795"/>
                  </a:lnTo>
                  <a:lnTo>
                    <a:pt x="6742176" y="3103638"/>
                  </a:lnTo>
                  <a:lnTo>
                    <a:pt x="6731317" y="3116605"/>
                  </a:lnTo>
                  <a:lnTo>
                    <a:pt x="6719316" y="3128594"/>
                  </a:lnTo>
                  <a:lnTo>
                    <a:pt x="6690550" y="3115068"/>
                  </a:lnTo>
                  <a:lnTo>
                    <a:pt x="6676669" y="3108655"/>
                  </a:lnTo>
                  <a:lnTo>
                    <a:pt x="6662928" y="3102686"/>
                  </a:lnTo>
                  <a:lnTo>
                    <a:pt x="6681216" y="3075254"/>
                  </a:lnTo>
                  <a:lnTo>
                    <a:pt x="6760464" y="3075254"/>
                  </a:lnTo>
                  <a:lnTo>
                    <a:pt x="6760464" y="3049244"/>
                  </a:lnTo>
                  <a:lnTo>
                    <a:pt x="6696456" y="3049244"/>
                  </a:lnTo>
                  <a:lnTo>
                    <a:pt x="6699504" y="3043148"/>
                  </a:lnTo>
                  <a:lnTo>
                    <a:pt x="6704076" y="3035528"/>
                  </a:lnTo>
                  <a:lnTo>
                    <a:pt x="6708648" y="3029432"/>
                  </a:lnTo>
                  <a:lnTo>
                    <a:pt x="6681216" y="3020288"/>
                  </a:lnTo>
                  <a:lnTo>
                    <a:pt x="6676669" y="3028023"/>
                  </a:lnTo>
                  <a:lnTo>
                    <a:pt x="6672262" y="3035338"/>
                  </a:lnTo>
                  <a:lnTo>
                    <a:pt x="6668148" y="3042361"/>
                  </a:lnTo>
                  <a:lnTo>
                    <a:pt x="6664452" y="3049244"/>
                  </a:lnTo>
                  <a:lnTo>
                    <a:pt x="6606438" y="3049244"/>
                  </a:lnTo>
                  <a:lnTo>
                    <a:pt x="6606438" y="3075254"/>
                  </a:lnTo>
                  <a:lnTo>
                    <a:pt x="6649110" y="3075254"/>
                  </a:lnTo>
                  <a:lnTo>
                    <a:pt x="6626250" y="3111830"/>
                  </a:lnTo>
                  <a:lnTo>
                    <a:pt x="6643421" y="3120707"/>
                  </a:lnTo>
                  <a:lnTo>
                    <a:pt x="6660591" y="3129165"/>
                  </a:lnTo>
                  <a:lnTo>
                    <a:pt x="6694932" y="3145358"/>
                  </a:lnTo>
                  <a:lnTo>
                    <a:pt x="6674371" y="3157067"/>
                  </a:lnTo>
                  <a:lnTo>
                    <a:pt x="6651638" y="3167075"/>
                  </a:lnTo>
                  <a:lnTo>
                    <a:pt x="6626911" y="3175393"/>
                  </a:lnTo>
                  <a:lnTo>
                    <a:pt x="6600342" y="3182023"/>
                  </a:lnTo>
                  <a:lnTo>
                    <a:pt x="6603759" y="3189528"/>
                  </a:lnTo>
                  <a:lnTo>
                    <a:pt x="6607010" y="3196310"/>
                  </a:lnTo>
                  <a:lnTo>
                    <a:pt x="6609994" y="3202813"/>
                  </a:lnTo>
                  <a:lnTo>
                    <a:pt x="6612534" y="3209455"/>
                  </a:lnTo>
                  <a:lnTo>
                    <a:pt x="6644195" y="3199498"/>
                  </a:lnTo>
                  <a:lnTo>
                    <a:pt x="6673164" y="3187916"/>
                  </a:lnTo>
                  <a:lnTo>
                    <a:pt x="6699199" y="3174911"/>
                  </a:lnTo>
                  <a:lnTo>
                    <a:pt x="6722364" y="3160598"/>
                  </a:lnTo>
                  <a:lnTo>
                    <a:pt x="6734911" y="3167215"/>
                  </a:lnTo>
                  <a:lnTo>
                    <a:pt x="6747319" y="3173552"/>
                  </a:lnTo>
                  <a:lnTo>
                    <a:pt x="6759435" y="3179915"/>
                  </a:lnTo>
                  <a:lnTo>
                    <a:pt x="6771132" y="3186595"/>
                  </a:lnTo>
                  <a:lnTo>
                    <a:pt x="6787896" y="3160598"/>
                  </a:lnTo>
                  <a:lnTo>
                    <a:pt x="6777456" y="3155823"/>
                  </a:lnTo>
                  <a:lnTo>
                    <a:pt x="6755752" y="3145586"/>
                  </a:lnTo>
                  <a:lnTo>
                    <a:pt x="6745224" y="3140786"/>
                  </a:lnTo>
                  <a:lnTo>
                    <a:pt x="6771322" y="3109734"/>
                  </a:lnTo>
                  <a:lnTo>
                    <a:pt x="6789420" y="3075254"/>
                  </a:lnTo>
                  <a:lnTo>
                    <a:pt x="6789420" y="3049244"/>
                  </a:lnTo>
                  <a:close/>
                </a:path>
                <a:path w="7373620" h="3211195">
                  <a:moveTo>
                    <a:pt x="6800088" y="2918091"/>
                  </a:moveTo>
                  <a:lnTo>
                    <a:pt x="6726936" y="2918091"/>
                  </a:lnTo>
                  <a:lnTo>
                    <a:pt x="6726936" y="2832646"/>
                  </a:lnTo>
                  <a:lnTo>
                    <a:pt x="6697980" y="2832646"/>
                  </a:lnTo>
                  <a:lnTo>
                    <a:pt x="6697980" y="2918091"/>
                  </a:lnTo>
                  <a:lnTo>
                    <a:pt x="6609486" y="2918091"/>
                  </a:lnTo>
                  <a:lnTo>
                    <a:pt x="6609486" y="2943999"/>
                  </a:lnTo>
                  <a:lnTo>
                    <a:pt x="6688836" y="2943999"/>
                  </a:lnTo>
                  <a:lnTo>
                    <a:pt x="6667894" y="2961703"/>
                  </a:lnTo>
                  <a:lnTo>
                    <a:pt x="6646354" y="2978073"/>
                  </a:lnTo>
                  <a:lnTo>
                    <a:pt x="6623799" y="2993148"/>
                  </a:lnTo>
                  <a:lnTo>
                    <a:pt x="6600342" y="3006572"/>
                  </a:lnTo>
                  <a:lnTo>
                    <a:pt x="6604902" y="3013164"/>
                  </a:lnTo>
                  <a:lnTo>
                    <a:pt x="6609296" y="3019336"/>
                  </a:lnTo>
                  <a:lnTo>
                    <a:pt x="6613423" y="3025216"/>
                  </a:lnTo>
                  <a:lnTo>
                    <a:pt x="6617106" y="3030956"/>
                  </a:lnTo>
                  <a:lnTo>
                    <a:pt x="6639395" y="3016669"/>
                  </a:lnTo>
                  <a:lnTo>
                    <a:pt x="6660401" y="3001226"/>
                  </a:lnTo>
                  <a:lnTo>
                    <a:pt x="6679984" y="2984627"/>
                  </a:lnTo>
                  <a:lnTo>
                    <a:pt x="6697980" y="2966859"/>
                  </a:lnTo>
                  <a:lnTo>
                    <a:pt x="6697980" y="3020288"/>
                  </a:lnTo>
                  <a:lnTo>
                    <a:pt x="6726936" y="3020288"/>
                  </a:lnTo>
                  <a:lnTo>
                    <a:pt x="6726936" y="2976092"/>
                  </a:lnTo>
                  <a:lnTo>
                    <a:pt x="6742100" y="2988386"/>
                  </a:lnTo>
                  <a:lnTo>
                    <a:pt x="6755701" y="3000095"/>
                  </a:lnTo>
                  <a:lnTo>
                    <a:pt x="6767868" y="3011246"/>
                  </a:lnTo>
                  <a:lnTo>
                    <a:pt x="6778752" y="3021812"/>
                  </a:lnTo>
                  <a:lnTo>
                    <a:pt x="6797040" y="3000476"/>
                  </a:lnTo>
                  <a:lnTo>
                    <a:pt x="6784746" y="2989897"/>
                  </a:lnTo>
                  <a:lnTo>
                    <a:pt x="6770751" y="2978747"/>
                  </a:lnTo>
                  <a:lnTo>
                    <a:pt x="6767195" y="2976092"/>
                  </a:lnTo>
                  <a:lnTo>
                    <a:pt x="6755028" y="2966999"/>
                  </a:lnTo>
                  <a:lnTo>
                    <a:pt x="6737604" y="2954667"/>
                  </a:lnTo>
                  <a:lnTo>
                    <a:pt x="6726936" y="2966859"/>
                  </a:lnTo>
                  <a:lnTo>
                    <a:pt x="6726936" y="2943999"/>
                  </a:lnTo>
                  <a:lnTo>
                    <a:pt x="6800088" y="2943999"/>
                  </a:lnTo>
                  <a:lnTo>
                    <a:pt x="6800088" y="2918091"/>
                  </a:lnTo>
                  <a:close/>
                </a:path>
                <a:path w="7373620" h="3211195">
                  <a:moveTo>
                    <a:pt x="6806273" y="2858554"/>
                  </a:moveTo>
                  <a:lnTo>
                    <a:pt x="6781800" y="2841790"/>
                  </a:lnTo>
                  <a:lnTo>
                    <a:pt x="6772630" y="2855239"/>
                  </a:lnTo>
                  <a:lnTo>
                    <a:pt x="6763321" y="2868130"/>
                  </a:lnTo>
                  <a:lnTo>
                    <a:pt x="6753720" y="2880449"/>
                  </a:lnTo>
                  <a:lnTo>
                    <a:pt x="6743700" y="2892183"/>
                  </a:lnTo>
                  <a:lnTo>
                    <a:pt x="6749364" y="2896730"/>
                  </a:lnTo>
                  <a:lnTo>
                    <a:pt x="6754749" y="2901137"/>
                  </a:lnTo>
                  <a:lnTo>
                    <a:pt x="6759562" y="2905252"/>
                  </a:lnTo>
                  <a:lnTo>
                    <a:pt x="6763512" y="2908947"/>
                  </a:lnTo>
                  <a:lnTo>
                    <a:pt x="6774675" y="2897225"/>
                  </a:lnTo>
                  <a:lnTo>
                    <a:pt x="6785432" y="2884932"/>
                  </a:lnTo>
                  <a:lnTo>
                    <a:pt x="6795910" y="2872041"/>
                  </a:lnTo>
                  <a:lnTo>
                    <a:pt x="6806273" y="2858554"/>
                  </a:lnTo>
                  <a:close/>
                </a:path>
                <a:path w="7373620" h="3211195">
                  <a:moveTo>
                    <a:pt x="6986206" y="3175838"/>
                  </a:moveTo>
                  <a:lnTo>
                    <a:pt x="6963334" y="3162122"/>
                  </a:lnTo>
                  <a:lnTo>
                    <a:pt x="6942722" y="3146120"/>
                  </a:lnTo>
                  <a:lnTo>
                    <a:pt x="6931279" y="3134690"/>
                  </a:lnTo>
                  <a:lnTo>
                    <a:pt x="6924408" y="3127832"/>
                  </a:lnTo>
                  <a:lnTo>
                    <a:pt x="6908393" y="3107258"/>
                  </a:lnTo>
                  <a:lnTo>
                    <a:pt x="6922605" y="3078302"/>
                  </a:lnTo>
                  <a:lnTo>
                    <a:pt x="6926097" y="3071190"/>
                  </a:lnTo>
                  <a:lnTo>
                    <a:pt x="6940245" y="3029432"/>
                  </a:lnTo>
                  <a:lnTo>
                    <a:pt x="6950684" y="2981960"/>
                  </a:lnTo>
                  <a:lnTo>
                    <a:pt x="6957250" y="2928759"/>
                  </a:lnTo>
                  <a:lnTo>
                    <a:pt x="6981634" y="2928759"/>
                  </a:lnTo>
                  <a:lnTo>
                    <a:pt x="6981634" y="2902851"/>
                  </a:lnTo>
                  <a:lnTo>
                    <a:pt x="6926681" y="2902851"/>
                  </a:lnTo>
                  <a:lnTo>
                    <a:pt x="6926681" y="2928759"/>
                  </a:lnTo>
                  <a:lnTo>
                    <a:pt x="6921576" y="2973146"/>
                  </a:lnTo>
                  <a:lnTo>
                    <a:pt x="6913346" y="3012668"/>
                  </a:lnTo>
                  <a:lnTo>
                    <a:pt x="6902247" y="3047619"/>
                  </a:lnTo>
                  <a:lnTo>
                    <a:pt x="6888581" y="3078302"/>
                  </a:lnTo>
                  <a:lnTo>
                    <a:pt x="6874269" y="3047352"/>
                  </a:lnTo>
                  <a:lnTo>
                    <a:pt x="6863245" y="3014002"/>
                  </a:lnTo>
                  <a:lnTo>
                    <a:pt x="6856590" y="2983712"/>
                  </a:lnTo>
                  <a:lnTo>
                    <a:pt x="6855371" y="2978137"/>
                  </a:lnTo>
                  <a:lnTo>
                    <a:pt x="6850469" y="2939427"/>
                  </a:lnTo>
                  <a:lnTo>
                    <a:pt x="6852005" y="2936379"/>
                  </a:lnTo>
                  <a:lnTo>
                    <a:pt x="6853529" y="2931807"/>
                  </a:lnTo>
                  <a:lnTo>
                    <a:pt x="6855053" y="2928759"/>
                  </a:lnTo>
                  <a:lnTo>
                    <a:pt x="6926681" y="2928759"/>
                  </a:lnTo>
                  <a:lnTo>
                    <a:pt x="6926681" y="2902851"/>
                  </a:lnTo>
                  <a:lnTo>
                    <a:pt x="6864197" y="2902851"/>
                  </a:lnTo>
                  <a:lnTo>
                    <a:pt x="6869620" y="2886545"/>
                  </a:lnTo>
                  <a:lnTo>
                    <a:pt x="6874484" y="2869654"/>
                  </a:lnTo>
                  <a:lnTo>
                    <a:pt x="6878764" y="2852191"/>
                  </a:lnTo>
                  <a:lnTo>
                    <a:pt x="6882485" y="2834170"/>
                  </a:lnTo>
                  <a:lnTo>
                    <a:pt x="6852005" y="2829598"/>
                  </a:lnTo>
                  <a:lnTo>
                    <a:pt x="6843141" y="2873654"/>
                  </a:lnTo>
                  <a:lnTo>
                    <a:pt x="6830276" y="2914281"/>
                  </a:lnTo>
                  <a:lnTo>
                    <a:pt x="6813385" y="2951467"/>
                  </a:lnTo>
                  <a:lnTo>
                    <a:pt x="6792468" y="2985236"/>
                  </a:lnTo>
                  <a:lnTo>
                    <a:pt x="6797942" y="2991828"/>
                  </a:lnTo>
                  <a:lnTo>
                    <a:pt x="6802996" y="2998000"/>
                  </a:lnTo>
                  <a:lnTo>
                    <a:pt x="6807759" y="3003880"/>
                  </a:lnTo>
                  <a:lnTo>
                    <a:pt x="6812369" y="3009620"/>
                  </a:lnTo>
                  <a:lnTo>
                    <a:pt x="6816712" y="3003639"/>
                  </a:lnTo>
                  <a:lnTo>
                    <a:pt x="6820751" y="2997238"/>
                  </a:lnTo>
                  <a:lnTo>
                    <a:pt x="6824802" y="2990545"/>
                  </a:lnTo>
                  <a:lnTo>
                    <a:pt x="6829133" y="2983712"/>
                  </a:lnTo>
                  <a:lnTo>
                    <a:pt x="6835140" y="3017151"/>
                  </a:lnTo>
                  <a:lnTo>
                    <a:pt x="6843992" y="3048876"/>
                  </a:lnTo>
                  <a:lnTo>
                    <a:pt x="6855714" y="3078911"/>
                  </a:lnTo>
                  <a:lnTo>
                    <a:pt x="6870293" y="3107258"/>
                  </a:lnTo>
                  <a:lnTo>
                    <a:pt x="6852044" y="3128594"/>
                  </a:lnTo>
                  <a:lnTo>
                    <a:pt x="6831419" y="3149168"/>
                  </a:lnTo>
                  <a:lnTo>
                    <a:pt x="6808521" y="3168586"/>
                  </a:lnTo>
                  <a:lnTo>
                    <a:pt x="6783324" y="3186595"/>
                  </a:lnTo>
                  <a:lnTo>
                    <a:pt x="6789661" y="3193186"/>
                  </a:lnTo>
                  <a:lnTo>
                    <a:pt x="6795148" y="3199358"/>
                  </a:lnTo>
                  <a:lnTo>
                    <a:pt x="6800075" y="3205238"/>
                  </a:lnTo>
                  <a:lnTo>
                    <a:pt x="6804749" y="3210979"/>
                  </a:lnTo>
                  <a:lnTo>
                    <a:pt x="6828142" y="3194126"/>
                  </a:lnTo>
                  <a:lnTo>
                    <a:pt x="6850088" y="3175685"/>
                  </a:lnTo>
                  <a:lnTo>
                    <a:pt x="6870332" y="3155823"/>
                  </a:lnTo>
                  <a:lnTo>
                    <a:pt x="6888581" y="3134690"/>
                  </a:lnTo>
                  <a:lnTo>
                    <a:pt x="6904583" y="3154680"/>
                  </a:lnTo>
                  <a:lnTo>
                    <a:pt x="6922871" y="3173399"/>
                  </a:lnTo>
                  <a:lnTo>
                    <a:pt x="6943484" y="3190697"/>
                  </a:lnTo>
                  <a:lnTo>
                    <a:pt x="6966394" y="3206407"/>
                  </a:lnTo>
                  <a:lnTo>
                    <a:pt x="6970344" y="3199498"/>
                  </a:lnTo>
                  <a:lnTo>
                    <a:pt x="6975157" y="3192297"/>
                  </a:lnTo>
                  <a:lnTo>
                    <a:pt x="6980542" y="3184512"/>
                  </a:lnTo>
                  <a:lnTo>
                    <a:pt x="6986206" y="3175838"/>
                  </a:lnTo>
                  <a:close/>
                </a:path>
                <a:path w="7373620" h="3211195">
                  <a:moveTo>
                    <a:pt x="7117359" y="2902839"/>
                  </a:moveTo>
                  <a:lnTo>
                    <a:pt x="7074598" y="2902839"/>
                  </a:lnTo>
                  <a:lnTo>
                    <a:pt x="7074598" y="2831122"/>
                  </a:lnTo>
                  <a:lnTo>
                    <a:pt x="7047166" y="2831122"/>
                  </a:lnTo>
                  <a:lnTo>
                    <a:pt x="7047166" y="2902839"/>
                  </a:lnTo>
                  <a:lnTo>
                    <a:pt x="6998398" y="2902839"/>
                  </a:lnTo>
                  <a:lnTo>
                    <a:pt x="6998398" y="2930271"/>
                  </a:lnTo>
                  <a:lnTo>
                    <a:pt x="7047166" y="2930271"/>
                  </a:lnTo>
                  <a:lnTo>
                    <a:pt x="7047166" y="3018764"/>
                  </a:lnTo>
                  <a:lnTo>
                    <a:pt x="7021068" y="3025813"/>
                  </a:lnTo>
                  <a:lnTo>
                    <a:pt x="7007517" y="3029699"/>
                  </a:lnTo>
                  <a:lnTo>
                    <a:pt x="6993826" y="3034004"/>
                  </a:lnTo>
                  <a:lnTo>
                    <a:pt x="6998398" y="3066008"/>
                  </a:lnTo>
                  <a:lnTo>
                    <a:pt x="7010095" y="3062313"/>
                  </a:lnTo>
                  <a:lnTo>
                    <a:pt x="7022211" y="3058198"/>
                  </a:lnTo>
                  <a:lnTo>
                    <a:pt x="7047166" y="3049244"/>
                  </a:lnTo>
                  <a:lnTo>
                    <a:pt x="7047166" y="3149930"/>
                  </a:lnTo>
                  <a:lnTo>
                    <a:pt x="7046049" y="3158807"/>
                  </a:lnTo>
                  <a:lnTo>
                    <a:pt x="7042785" y="3164979"/>
                  </a:lnTo>
                  <a:lnTo>
                    <a:pt x="7037527" y="3168573"/>
                  </a:lnTo>
                  <a:lnTo>
                    <a:pt x="7030529" y="3169729"/>
                  </a:lnTo>
                  <a:lnTo>
                    <a:pt x="7024116" y="3169716"/>
                  </a:lnTo>
                  <a:lnTo>
                    <a:pt x="7016686" y="3169551"/>
                  </a:lnTo>
                  <a:lnTo>
                    <a:pt x="7008114" y="3169094"/>
                  </a:lnTo>
                  <a:lnTo>
                    <a:pt x="6998398" y="3168218"/>
                  </a:lnTo>
                  <a:lnTo>
                    <a:pt x="7000684" y="3184106"/>
                  </a:lnTo>
                  <a:lnTo>
                    <a:pt x="7038022" y="3200311"/>
                  </a:lnTo>
                  <a:lnTo>
                    <a:pt x="7054024" y="3196831"/>
                  </a:lnTo>
                  <a:lnTo>
                    <a:pt x="7065454" y="3188487"/>
                  </a:lnTo>
                  <a:lnTo>
                    <a:pt x="7072312" y="3174987"/>
                  </a:lnTo>
                  <a:lnTo>
                    <a:pt x="7072947" y="3169742"/>
                  </a:lnTo>
                  <a:lnTo>
                    <a:pt x="7074598" y="3156026"/>
                  </a:lnTo>
                  <a:lnTo>
                    <a:pt x="7074598" y="3049244"/>
                  </a:lnTo>
                  <a:lnTo>
                    <a:pt x="7074598" y="3040100"/>
                  </a:lnTo>
                  <a:lnTo>
                    <a:pt x="7084034" y="3036913"/>
                  </a:lnTo>
                  <a:lnTo>
                    <a:pt x="7103415" y="3031096"/>
                  </a:lnTo>
                  <a:lnTo>
                    <a:pt x="7112787" y="3027908"/>
                  </a:lnTo>
                  <a:lnTo>
                    <a:pt x="7111911" y="3020999"/>
                  </a:lnTo>
                  <a:lnTo>
                    <a:pt x="7111454" y="3013811"/>
                  </a:lnTo>
                  <a:lnTo>
                    <a:pt x="7111365" y="3009620"/>
                  </a:lnTo>
                  <a:lnTo>
                    <a:pt x="7111263" y="2997428"/>
                  </a:lnTo>
                  <a:lnTo>
                    <a:pt x="7102119" y="3000832"/>
                  </a:lnTo>
                  <a:lnTo>
                    <a:pt x="7092975" y="3004096"/>
                  </a:lnTo>
                  <a:lnTo>
                    <a:pt x="7083793" y="3007068"/>
                  </a:lnTo>
                  <a:lnTo>
                    <a:pt x="7074598" y="3009620"/>
                  </a:lnTo>
                  <a:lnTo>
                    <a:pt x="7074598" y="2930271"/>
                  </a:lnTo>
                  <a:lnTo>
                    <a:pt x="7117359" y="2930271"/>
                  </a:lnTo>
                  <a:lnTo>
                    <a:pt x="7117359" y="2902839"/>
                  </a:lnTo>
                  <a:close/>
                </a:path>
                <a:path w="7373620" h="3211195">
                  <a:moveTo>
                    <a:pt x="7172236" y="2635859"/>
                  </a:moveTo>
                  <a:lnTo>
                    <a:pt x="7048690" y="2635859"/>
                  </a:lnTo>
                  <a:lnTo>
                    <a:pt x="7048690" y="2594711"/>
                  </a:lnTo>
                  <a:lnTo>
                    <a:pt x="7153948" y="2594711"/>
                  </a:lnTo>
                  <a:lnTo>
                    <a:pt x="7153948" y="2567279"/>
                  </a:lnTo>
                  <a:lnTo>
                    <a:pt x="7048690" y="2567279"/>
                  </a:lnTo>
                  <a:lnTo>
                    <a:pt x="7048690" y="2518410"/>
                  </a:lnTo>
                  <a:lnTo>
                    <a:pt x="7018210" y="2518410"/>
                  </a:lnTo>
                  <a:lnTo>
                    <a:pt x="7018210" y="2567279"/>
                  </a:lnTo>
                  <a:lnTo>
                    <a:pt x="6935825" y="2567279"/>
                  </a:lnTo>
                  <a:lnTo>
                    <a:pt x="6945020" y="2552319"/>
                  </a:lnTo>
                  <a:lnTo>
                    <a:pt x="6954190" y="2537091"/>
                  </a:lnTo>
                  <a:lnTo>
                    <a:pt x="6963346" y="2521318"/>
                  </a:lnTo>
                  <a:lnTo>
                    <a:pt x="6972490" y="2504694"/>
                  </a:lnTo>
                  <a:lnTo>
                    <a:pt x="7153948" y="2504694"/>
                  </a:lnTo>
                  <a:lnTo>
                    <a:pt x="7153948" y="2477262"/>
                  </a:lnTo>
                  <a:lnTo>
                    <a:pt x="6986206" y="2477262"/>
                  </a:lnTo>
                  <a:lnTo>
                    <a:pt x="6989877" y="2468359"/>
                  </a:lnTo>
                  <a:lnTo>
                    <a:pt x="6997776" y="2451087"/>
                  </a:lnTo>
                  <a:lnTo>
                    <a:pt x="7001446" y="2442121"/>
                  </a:lnTo>
                  <a:lnTo>
                    <a:pt x="6970966" y="2434501"/>
                  </a:lnTo>
                  <a:lnTo>
                    <a:pt x="6966394" y="2445042"/>
                  </a:lnTo>
                  <a:lnTo>
                    <a:pt x="6957250" y="2466733"/>
                  </a:lnTo>
                  <a:lnTo>
                    <a:pt x="6952678" y="2477262"/>
                  </a:lnTo>
                  <a:lnTo>
                    <a:pt x="6884009" y="2477262"/>
                  </a:lnTo>
                  <a:lnTo>
                    <a:pt x="6884009" y="2504694"/>
                  </a:lnTo>
                  <a:lnTo>
                    <a:pt x="6938873" y="2504694"/>
                  </a:lnTo>
                  <a:lnTo>
                    <a:pt x="6929729" y="2520683"/>
                  </a:lnTo>
                  <a:lnTo>
                    <a:pt x="6920585" y="2536520"/>
                  </a:lnTo>
                  <a:lnTo>
                    <a:pt x="6911441" y="2552103"/>
                  </a:lnTo>
                  <a:lnTo>
                    <a:pt x="6902297" y="2567279"/>
                  </a:lnTo>
                  <a:lnTo>
                    <a:pt x="6902297" y="2594711"/>
                  </a:lnTo>
                  <a:lnTo>
                    <a:pt x="7018210" y="2594711"/>
                  </a:lnTo>
                  <a:lnTo>
                    <a:pt x="7018210" y="2635859"/>
                  </a:lnTo>
                  <a:lnTo>
                    <a:pt x="6873341" y="2635859"/>
                  </a:lnTo>
                  <a:lnTo>
                    <a:pt x="6873341" y="2663393"/>
                  </a:lnTo>
                  <a:lnTo>
                    <a:pt x="7018210" y="2663393"/>
                  </a:lnTo>
                  <a:lnTo>
                    <a:pt x="7018210" y="2733497"/>
                  </a:lnTo>
                  <a:lnTo>
                    <a:pt x="7048690" y="2733497"/>
                  </a:lnTo>
                  <a:lnTo>
                    <a:pt x="7048690" y="2663393"/>
                  </a:lnTo>
                  <a:lnTo>
                    <a:pt x="7172236" y="2663393"/>
                  </a:lnTo>
                  <a:lnTo>
                    <a:pt x="7172236" y="2635859"/>
                  </a:lnTo>
                  <a:close/>
                </a:path>
                <a:path w="7373620" h="3211195">
                  <a:moveTo>
                    <a:pt x="7173760" y="2402497"/>
                  </a:moveTo>
                  <a:lnTo>
                    <a:pt x="7015162" y="2402497"/>
                  </a:lnTo>
                  <a:lnTo>
                    <a:pt x="7031926" y="2390305"/>
                  </a:lnTo>
                  <a:lnTo>
                    <a:pt x="7023659" y="2380284"/>
                  </a:lnTo>
                  <a:lnTo>
                    <a:pt x="7014972" y="2370683"/>
                  </a:lnTo>
                  <a:lnTo>
                    <a:pt x="7005993" y="2361374"/>
                  </a:lnTo>
                  <a:lnTo>
                    <a:pt x="6996874" y="2352205"/>
                  </a:lnTo>
                  <a:lnTo>
                    <a:pt x="6974014" y="2368969"/>
                  </a:lnTo>
                  <a:lnTo>
                    <a:pt x="6980847" y="2377846"/>
                  </a:lnTo>
                  <a:lnTo>
                    <a:pt x="6987540" y="2386304"/>
                  </a:lnTo>
                  <a:lnTo>
                    <a:pt x="6993941" y="2394470"/>
                  </a:lnTo>
                  <a:lnTo>
                    <a:pt x="6999922" y="2402497"/>
                  </a:lnTo>
                  <a:lnTo>
                    <a:pt x="6835229" y="2402497"/>
                  </a:lnTo>
                  <a:lnTo>
                    <a:pt x="6835229" y="2544318"/>
                  </a:lnTo>
                  <a:lnTo>
                    <a:pt x="6832663" y="2596705"/>
                  </a:lnTo>
                  <a:lnTo>
                    <a:pt x="6824942" y="2641803"/>
                  </a:lnTo>
                  <a:lnTo>
                    <a:pt x="6812051" y="2679725"/>
                  </a:lnTo>
                  <a:lnTo>
                    <a:pt x="6793992" y="2710637"/>
                  </a:lnTo>
                  <a:lnTo>
                    <a:pt x="6805282" y="2724162"/>
                  </a:lnTo>
                  <a:lnTo>
                    <a:pt x="6810578" y="2730563"/>
                  </a:lnTo>
                  <a:lnTo>
                    <a:pt x="6815417" y="2736545"/>
                  </a:lnTo>
                  <a:lnTo>
                    <a:pt x="6837426" y="2699347"/>
                  </a:lnTo>
                  <a:lnTo>
                    <a:pt x="6853136" y="2653995"/>
                  </a:lnTo>
                  <a:lnTo>
                    <a:pt x="6862572" y="2600325"/>
                  </a:lnTo>
                  <a:lnTo>
                    <a:pt x="6865709" y="2538222"/>
                  </a:lnTo>
                  <a:lnTo>
                    <a:pt x="6865709" y="2429929"/>
                  </a:lnTo>
                  <a:lnTo>
                    <a:pt x="7173760" y="2429929"/>
                  </a:lnTo>
                  <a:lnTo>
                    <a:pt x="7173760" y="2402497"/>
                  </a:lnTo>
                  <a:close/>
                </a:path>
                <a:path w="7373620" h="3211195">
                  <a:moveTo>
                    <a:pt x="7373594" y="2997428"/>
                  </a:moveTo>
                  <a:lnTo>
                    <a:pt x="7271385" y="2997428"/>
                  </a:lnTo>
                  <a:lnTo>
                    <a:pt x="7271385" y="2957703"/>
                  </a:lnTo>
                  <a:lnTo>
                    <a:pt x="7243953" y="2957703"/>
                  </a:lnTo>
                  <a:lnTo>
                    <a:pt x="7243953" y="2997428"/>
                  </a:lnTo>
                  <a:lnTo>
                    <a:pt x="7155459" y="2997428"/>
                  </a:lnTo>
                  <a:lnTo>
                    <a:pt x="7155459" y="2950083"/>
                  </a:lnTo>
                  <a:lnTo>
                    <a:pt x="7326249" y="2950083"/>
                  </a:lnTo>
                  <a:lnTo>
                    <a:pt x="7326249" y="2962275"/>
                  </a:lnTo>
                  <a:lnTo>
                    <a:pt x="7353681" y="2962275"/>
                  </a:lnTo>
                  <a:lnTo>
                    <a:pt x="7353681" y="2950083"/>
                  </a:lnTo>
                  <a:lnTo>
                    <a:pt x="7353681" y="2924175"/>
                  </a:lnTo>
                  <a:lnTo>
                    <a:pt x="7353681" y="2876931"/>
                  </a:lnTo>
                  <a:lnTo>
                    <a:pt x="7353681" y="2850934"/>
                  </a:lnTo>
                  <a:lnTo>
                    <a:pt x="7326249" y="2850934"/>
                  </a:lnTo>
                  <a:lnTo>
                    <a:pt x="7326249" y="2876931"/>
                  </a:lnTo>
                  <a:lnTo>
                    <a:pt x="7326249" y="2924175"/>
                  </a:lnTo>
                  <a:lnTo>
                    <a:pt x="7155459" y="2924175"/>
                  </a:lnTo>
                  <a:lnTo>
                    <a:pt x="7155459" y="2876931"/>
                  </a:lnTo>
                  <a:lnTo>
                    <a:pt x="7326249" y="2876931"/>
                  </a:lnTo>
                  <a:lnTo>
                    <a:pt x="7326249" y="2850934"/>
                  </a:lnTo>
                  <a:lnTo>
                    <a:pt x="7128027" y="2850934"/>
                  </a:lnTo>
                  <a:lnTo>
                    <a:pt x="7128015" y="3000832"/>
                  </a:lnTo>
                  <a:lnTo>
                    <a:pt x="7125157" y="3057347"/>
                  </a:lnTo>
                  <a:lnTo>
                    <a:pt x="7116407" y="3106496"/>
                  </a:lnTo>
                  <a:lnTo>
                    <a:pt x="7101637" y="3147631"/>
                  </a:lnTo>
                  <a:lnTo>
                    <a:pt x="7080694" y="3180499"/>
                  </a:lnTo>
                  <a:lnTo>
                    <a:pt x="7086206" y="3187090"/>
                  </a:lnTo>
                  <a:lnTo>
                    <a:pt x="7091261" y="3193262"/>
                  </a:lnTo>
                  <a:lnTo>
                    <a:pt x="7100595" y="3204883"/>
                  </a:lnTo>
                  <a:lnTo>
                    <a:pt x="7122820" y="3169742"/>
                  </a:lnTo>
                  <a:lnTo>
                    <a:pt x="7122922" y="3169551"/>
                  </a:lnTo>
                  <a:lnTo>
                    <a:pt x="7139457" y="3127832"/>
                  </a:lnTo>
                  <a:lnTo>
                    <a:pt x="7150316" y="3079165"/>
                  </a:lnTo>
                  <a:lnTo>
                    <a:pt x="7155459" y="3023336"/>
                  </a:lnTo>
                  <a:lnTo>
                    <a:pt x="7243953" y="3023336"/>
                  </a:lnTo>
                  <a:lnTo>
                    <a:pt x="7243953" y="3072104"/>
                  </a:lnTo>
                  <a:lnTo>
                    <a:pt x="7166140" y="3072104"/>
                  </a:lnTo>
                  <a:lnTo>
                    <a:pt x="7166140" y="3201835"/>
                  </a:lnTo>
                  <a:lnTo>
                    <a:pt x="7193572" y="3201835"/>
                  </a:lnTo>
                  <a:lnTo>
                    <a:pt x="7193572" y="3178975"/>
                  </a:lnTo>
                  <a:lnTo>
                    <a:pt x="7323201" y="3178975"/>
                  </a:lnTo>
                  <a:lnTo>
                    <a:pt x="7323201" y="3201835"/>
                  </a:lnTo>
                  <a:lnTo>
                    <a:pt x="7350633" y="3201835"/>
                  </a:lnTo>
                  <a:lnTo>
                    <a:pt x="7350633" y="3178975"/>
                  </a:lnTo>
                  <a:lnTo>
                    <a:pt x="7350633" y="3154502"/>
                  </a:lnTo>
                  <a:lnTo>
                    <a:pt x="7350633" y="3098114"/>
                  </a:lnTo>
                  <a:lnTo>
                    <a:pt x="7350633" y="3072104"/>
                  </a:lnTo>
                  <a:lnTo>
                    <a:pt x="7323201" y="3072104"/>
                  </a:lnTo>
                  <a:lnTo>
                    <a:pt x="7323201" y="3098114"/>
                  </a:lnTo>
                  <a:lnTo>
                    <a:pt x="7323201" y="3154502"/>
                  </a:lnTo>
                  <a:lnTo>
                    <a:pt x="7193572" y="3154502"/>
                  </a:lnTo>
                  <a:lnTo>
                    <a:pt x="7193572" y="3098114"/>
                  </a:lnTo>
                  <a:lnTo>
                    <a:pt x="7323201" y="3098114"/>
                  </a:lnTo>
                  <a:lnTo>
                    <a:pt x="7323201" y="3072104"/>
                  </a:lnTo>
                  <a:lnTo>
                    <a:pt x="7271385" y="3072104"/>
                  </a:lnTo>
                  <a:lnTo>
                    <a:pt x="7271385" y="3023336"/>
                  </a:lnTo>
                  <a:lnTo>
                    <a:pt x="7373594" y="3023336"/>
                  </a:lnTo>
                  <a:lnTo>
                    <a:pt x="7373594" y="2997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74038" y="2847886"/>
            <a:ext cx="1280160" cy="650240"/>
          </a:xfrm>
          <a:custGeom>
            <a:avLst/>
            <a:gdLst/>
            <a:ahLst/>
            <a:cxnLst/>
            <a:rect l="l" t="t" r="r" b="b"/>
            <a:pathLst>
              <a:path w="1280160" h="650239">
                <a:moveTo>
                  <a:pt x="654278" y="561403"/>
                </a:moveTo>
                <a:lnTo>
                  <a:pt x="597420" y="556234"/>
                </a:lnTo>
                <a:lnTo>
                  <a:pt x="543547" y="549783"/>
                </a:lnTo>
                <a:lnTo>
                  <a:pt x="492823" y="541896"/>
                </a:lnTo>
                <a:lnTo>
                  <a:pt x="445389" y="532447"/>
                </a:lnTo>
                <a:lnTo>
                  <a:pt x="484809" y="514680"/>
                </a:lnTo>
                <a:lnTo>
                  <a:pt x="507580" y="503402"/>
                </a:lnTo>
                <a:lnTo>
                  <a:pt x="522935" y="495782"/>
                </a:lnTo>
                <a:lnTo>
                  <a:pt x="559663" y="475780"/>
                </a:lnTo>
                <a:lnTo>
                  <a:pt x="594842" y="454634"/>
                </a:lnTo>
                <a:lnTo>
                  <a:pt x="594842" y="399669"/>
                </a:lnTo>
                <a:lnTo>
                  <a:pt x="457581" y="399669"/>
                </a:lnTo>
                <a:lnTo>
                  <a:pt x="457581" y="454634"/>
                </a:lnTo>
                <a:lnTo>
                  <a:pt x="428409" y="467182"/>
                </a:lnTo>
                <a:lnTo>
                  <a:pt x="398259" y="479590"/>
                </a:lnTo>
                <a:lnTo>
                  <a:pt x="367271" y="491705"/>
                </a:lnTo>
                <a:lnTo>
                  <a:pt x="335572" y="503402"/>
                </a:lnTo>
                <a:lnTo>
                  <a:pt x="304698" y="492556"/>
                </a:lnTo>
                <a:lnTo>
                  <a:pt x="276085" y="480733"/>
                </a:lnTo>
                <a:lnTo>
                  <a:pt x="269367" y="477494"/>
                </a:lnTo>
                <a:lnTo>
                  <a:pt x="249770" y="468033"/>
                </a:lnTo>
                <a:lnTo>
                  <a:pt x="225742" y="454634"/>
                </a:lnTo>
                <a:lnTo>
                  <a:pt x="457581" y="454634"/>
                </a:lnTo>
                <a:lnTo>
                  <a:pt x="457581" y="399669"/>
                </a:lnTo>
                <a:lnTo>
                  <a:pt x="218122" y="399669"/>
                </a:lnTo>
                <a:lnTo>
                  <a:pt x="223837" y="392544"/>
                </a:lnTo>
                <a:lnTo>
                  <a:pt x="229552" y="385000"/>
                </a:lnTo>
                <a:lnTo>
                  <a:pt x="235267" y="377164"/>
                </a:lnTo>
                <a:lnTo>
                  <a:pt x="240982" y="369189"/>
                </a:lnTo>
                <a:lnTo>
                  <a:pt x="594842" y="369189"/>
                </a:lnTo>
                <a:lnTo>
                  <a:pt x="594842" y="138874"/>
                </a:lnTo>
                <a:lnTo>
                  <a:pt x="506349" y="138874"/>
                </a:lnTo>
                <a:lnTo>
                  <a:pt x="506349" y="195262"/>
                </a:lnTo>
                <a:lnTo>
                  <a:pt x="506349" y="230403"/>
                </a:lnTo>
                <a:lnTo>
                  <a:pt x="506349" y="277647"/>
                </a:lnTo>
                <a:lnTo>
                  <a:pt x="506349" y="312801"/>
                </a:lnTo>
                <a:lnTo>
                  <a:pt x="167830" y="312801"/>
                </a:lnTo>
                <a:lnTo>
                  <a:pt x="167830" y="277647"/>
                </a:lnTo>
                <a:lnTo>
                  <a:pt x="506349" y="277647"/>
                </a:lnTo>
                <a:lnTo>
                  <a:pt x="506349" y="230403"/>
                </a:lnTo>
                <a:lnTo>
                  <a:pt x="167830" y="230403"/>
                </a:lnTo>
                <a:lnTo>
                  <a:pt x="167830" y="202882"/>
                </a:lnTo>
                <a:lnTo>
                  <a:pt x="167830" y="195262"/>
                </a:lnTo>
                <a:lnTo>
                  <a:pt x="506349" y="195262"/>
                </a:lnTo>
                <a:lnTo>
                  <a:pt x="506349" y="138874"/>
                </a:lnTo>
                <a:lnTo>
                  <a:pt x="131165" y="138874"/>
                </a:lnTo>
                <a:lnTo>
                  <a:pt x="136867" y="129997"/>
                </a:lnTo>
                <a:lnTo>
                  <a:pt x="142455" y="121539"/>
                </a:lnTo>
                <a:lnTo>
                  <a:pt x="147751" y="113372"/>
                </a:lnTo>
                <a:lnTo>
                  <a:pt x="152590" y="105346"/>
                </a:lnTo>
                <a:lnTo>
                  <a:pt x="640562" y="105346"/>
                </a:lnTo>
                <a:lnTo>
                  <a:pt x="640562" y="39712"/>
                </a:lnTo>
                <a:lnTo>
                  <a:pt x="189166" y="39712"/>
                </a:lnTo>
                <a:lnTo>
                  <a:pt x="194627" y="29667"/>
                </a:lnTo>
                <a:lnTo>
                  <a:pt x="199644" y="19900"/>
                </a:lnTo>
                <a:lnTo>
                  <a:pt x="204393" y="10109"/>
                </a:lnTo>
                <a:lnTo>
                  <a:pt x="208978" y="0"/>
                </a:lnTo>
                <a:lnTo>
                  <a:pt x="115925" y="0"/>
                </a:lnTo>
                <a:lnTo>
                  <a:pt x="95059" y="43789"/>
                </a:lnTo>
                <a:lnTo>
                  <a:pt x="69049" y="85852"/>
                </a:lnTo>
                <a:lnTo>
                  <a:pt x="37871" y="126187"/>
                </a:lnTo>
                <a:lnTo>
                  <a:pt x="1524" y="164782"/>
                </a:lnTo>
                <a:lnTo>
                  <a:pt x="9042" y="190258"/>
                </a:lnTo>
                <a:lnTo>
                  <a:pt x="15519" y="214172"/>
                </a:lnTo>
                <a:lnTo>
                  <a:pt x="21132" y="236651"/>
                </a:lnTo>
                <a:lnTo>
                  <a:pt x="26009" y="257835"/>
                </a:lnTo>
                <a:lnTo>
                  <a:pt x="40373" y="244767"/>
                </a:lnTo>
                <a:lnTo>
                  <a:pt x="54013" y="230974"/>
                </a:lnTo>
                <a:lnTo>
                  <a:pt x="67373" y="216865"/>
                </a:lnTo>
                <a:lnTo>
                  <a:pt x="80873" y="202882"/>
                </a:lnTo>
                <a:lnTo>
                  <a:pt x="80873" y="369189"/>
                </a:lnTo>
                <a:lnTo>
                  <a:pt x="144970" y="369189"/>
                </a:lnTo>
                <a:lnTo>
                  <a:pt x="114579" y="401497"/>
                </a:lnTo>
                <a:lnTo>
                  <a:pt x="80492" y="432104"/>
                </a:lnTo>
                <a:lnTo>
                  <a:pt x="42405" y="460997"/>
                </a:lnTo>
                <a:lnTo>
                  <a:pt x="0" y="488162"/>
                </a:lnTo>
                <a:lnTo>
                  <a:pt x="14605" y="503250"/>
                </a:lnTo>
                <a:lnTo>
                  <a:pt x="28473" y="518490"/>
                </a:lnTo>
                <a:lnTo>
                  <a:pt x="41465" y="533450"/>
                </a:lnTo>
                <a:lnTo>
                  <a:pt x="53441" y="547687"/>
                </a:lnTo>
                <a:lnTo>
                  <a:pt x="78257" y="531355"/>
                </a:lnTo>
                <a:lnTo>
                  <a:pt x="102222" y="514299"/>
                </a:lnTo>
                <a:lnTo>
                  <a:pt x="125056" y="496392"/>
                </a:lnTo>
                <a:lnTo>
                  <a:pt x="146494" y="477494"/>
                </a:lnTo>
                <a:lnTo>
                  <a:pt x="167640" y="492061"/>
                </a:lnTo>
                <a:lnTo>
                  <a:pt x="189928" y="506069"/>
                </a:lnTo>
                <a:lnTo>
                  <a:pt x="213360" y="519531"/>
                </a:lnTo>
                <a:lnTo>
                  <a:pt x="237934" y="532447"/>
                </a:lnTo>
                <a:lnTo>
                  <a:pt x="186728" y="545592"/>
                </a:lnTo>
                <a:lnTo>
                  <a:pt x="133502" y="557593"/>
                </a:lnTo>
                <a:lnTo>
                  <a:pt x="77978" y="568452"/>
                </a:lnTo>
                <a:lnTo>
                  <a:pt x="19913" y="578167"/>
                </a:lnTo>
                <a:lnTo>
                  <a:pt x="34201" y="597306"/>
                </a:lnTo>
                <a:lnTo>
                  <a:pt x="47345" y="615746"/>
                </a:lnTo>
                <a:lnTo>
                  <a:pt x="59232" y="633158"/>
                </a:lnTo>
                <a:lnTo>
                  <a:pt x="70205" y="649897"/>
                </a:lnTo>
                <a:lnTo>
                  <a:pt x="126949" y="636714"/>
                </a:lnTo>
                <a:lnTo>
                  <a:pt x="181838" y="622795"/>
                </a:lnTo>
                <a:lnTo>
                  <a:pt x="234911" y="608126"/>
                </a:lnTo>
                <a:lnTo>
                  <a:pt x="286143" y="592747"/>
                </a:lnTo>
                <a:lnTo>
                  <a:pt x="335572" y="576643"/>
                </a:lnTo>
                <a:lnTo>
                  <a:pt x="383654" y="593140"/>
                </a:lnTo>
                <a:lnTo>
                  <a:pt x="434543" y="607961"/>
                </a:lnTo>
                <a:lnTo>
                  <a:pt x="488061" y="621258"/>
                </a:lnTo>
                <a:lnTo>
                  <a:pt x="544093" y="633158"/>
                </a:lnTo>
                <a:lnTo>
                  <a:pt x="602462" y="643801"/>
                </a:lnTo>
                <a:lnTo>
                  <a:pt x="613346" y="624027"/>
                </a:lnTo>
                <a:lnTo>
                  <a:pt x="625513" y="603707"/>
                </a:lnTo>
                <a:lnTo>
                  <a:pt x="639114" y="582841"/>
                </a:lnTo>
                <a:lnTo>
                  <a:pt x="643496" y="576643"/>
                </a:lnTo>
                <a:lnTo>
                  <a:pt x="654278" y="561403"/>
                </a:lnTo>
                <a:close/>
              </a:path>
              <a:path w="1280160" h="650239">
                <a:moveTo>
                  <a:pt x="1030998" y="276123"/>
                </a:moveTo>
                <a:lnTo>
                  <a:pt x="993279" y="246684"/>
                </a:lnTo>
                <a:lnTo>
                  <a:pt x="951128" y="215506"/>
                </a:lnTo>
                <a:lnTo>
                  <a:pt x="904684" y="182613"/>
                </a:lnTo>
                <a:lnTo>
                  <a:pt x="854113" y="148018"/>
                </a:lnTo>
                <a:lnTo>
                  <a:pt x="800671" y="218211"/>
                </a:lnTo>
                <a:lnTo>
                  <a:pt x="842124" y="250774"/>
                </a:lnTo>
                <a:lnTo>
                  <a:pt x="883818" y="284327"/>
                </a:lnTo>
                <a:lnTo>
                  <a:pt x="925499" y="318770"/>
                </a:lnTo>
                <a:lnTo>
                  <a:pt x="966889" y="353949"/>
                </a:lnTo>
                <a:lnTo>
                  <a:pt x="1030998" y="276123"/>
                </a:lnTo>
                <a:close/>
              </a:path>
              <a:path w="1280160" h="650239">
                <a:moveTo>
                  <a:pt x="1154531" y="404241"/>
                </a:moveTo>
                <a:lnTo>
                  <a:pt x="1153274" y="353949"/>
                </a:lnTo>
                <a:lnTo>
                  <a:pt x="1153007" y="311175"/>
                </a:lnTo>
                <a:lnTo>
                  <a:pt x="1058456" y="343535"/>
                </a:lnTo>
                <a:lnTo>
                  <a:pt x="959827" y="375526"/>
                </a:lnTo>
                <a:lnTo>
                  <a:pt x="857135" y="407250"/>
                </a:lnTo>
                <a:lnTo>
                  <a:pt x="695426" y="454621"/>
                </a:lnTo>
                <a:lnTo>
                  <a:pt x="729043" y="553783"/>
                </a:lnTo>
                <a:lnTo>
                  <a:pt x="780846" y="536092"/>
                </a:lnTo>
                <a:lnTo>
                  <a:pt x="1154531" y="404241"/>
                </a:lnTo>
                <a:close/>
              </a:path>
              <a:path w="1280160" h="650239">
                <a:moveTo>
                  <a:pt x="1279601" y="44284"/>
                </a:moveTo>
                <a:lnTo>
                  <a:pt x="716851" y="44284"/>
                </a:lnTo>
                <a:lnTo>
                  <a:pt x="716851" y="132778"/>
                </a:lnTo>
                <a:lnTo>
                  <a:pt x="1181963" y="132778"/>
                </a:lnTo>
                <a:lnTo>
                  <a:pt x="1181188" y="215506"/>
                </a:lnTo>
                <a:lnTo>
                  <a:pt x="1179982" y="297434"/>
                </a:lnTo>
                <a:lnTo>
                  <a:pt x="1178560" y="361988"/>
                </a:lnTo>
                <a:lnTo>
                  <a:pt x="1176934" y="414604"/>
                </a:lnTo>
                <a:lnTo>
                  <a:pt x="1175143" y="455231"/>
                </a:lnTo>
                <a:lnTo>
                  <a:pt x="1171295" y="500341"/>
                </a:lnTo>
                <a:lnTo>
                  <a:pt x="1139583" y="537514"/>
                </a:lnTo>
                <a:lnTo>
                  <a:pt x="1121003" y="540067"/>
                </a:lnTo>
                <a:lnTo>
                  <a:pt x="1094638" y="539572"/>
                </a:lnTo>
                <a:lnTo>
                  <a:pt x="1000506" y="535495"/>
                </a:lnTo>
                <a:lnTo>
                  <a:pt x="1007960" y="561479"/>
                </a:lnTo>
                <a:lnTo>
                  <a:pt x="1014412" y="586752"/>
                </a:lnTo>
                <a:lnTo>
                  <a:pt x="1020013" y="611187"/>
                </a:lnTo>
                <a:lnTo>
                  <a:pt x="1024902" y="634644"/>
                </a:lnTo>
                <a:lnTo>
                  <a:pt x="1079233" y="634123"/>
                </a:lnTo>
                <a:lnTo>
                  <a:pt x="1123429" y="632739"/>
                </a:lnTo>
                <a:lnTo>
                  <a:pt x="1181963" y="628548"/>
                </a:lnTo>
                <a:lnTo>
                  <a:pt x="1230617" y="607263"/>
                </a:lnTo>
                <a:lnTo>
                  <a:pt x="1260348" y="563118"/>
                </a:lnTo>
                <a:lnTo>
                  <a:pt x="1265542" y="540067"/>
                </a:lnTo>
                <a:lnTo>
                  <a:pt x="1267409" y="523303"/>
                </a:lnTo>
                <a:lnTo>
                  <a:pt x="1275029" y="324993"/>
                </a:lnTo>
                <a:lnTo>
                  <a:pt x="1276375" y="276123"/>
                </a:lnTo>
                <a:lnTo>
                  <a:pt x="1277569" y="225780"/>
                </a:lnTo>
                <a:lnTo>
                  <a:pt x="1278458" y="178358"/>
                </a:lnTo>
                <a:lnTo>
                  <a:pt x="1279080" y="132778"/>
                </a:lnTo>
                <a:lnTo>
                  <a:pt x="1279474" y="87655"/>
                </a:lnTo>
                <a:lnTo>
                  <a:pt x="1279601" y="44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522220" y="2849498"/>
            <a:ext cx="1319530" cy="653415"/>
          </a:xfrm>
          <a:custGeom>
            <a:avLst/>
            <a:gdLst/>
            <a:ahLst/>
            <a:cxnLst/>
            <a:rect l="l" t="t" r="r" b="b"/>
            <a:pathLst>
              <a:path w="1319529" h="653414">
                <a:moveTo>
                  <a:pt x="651217" y="123545"/>
                </a:moveTo>
                <a:lnTo>
                  <a:pt x="367563" y="123545"/>
                </a:lnTo>
                <a:lnTo>
                  <a:pt x="367563" y="89916"/>
                </a:lnTo>
                <a:lnTo>
                  <a:pt x="367563" y="88392"/>
                </a:lnTo>
                <a:lnTo>
                  <a:pt x="602449" y="82296"/>
                </a:lnTo>
                <a:lnTo>
                  <a:pt x="597281" y="56032"/>
                </a:lnTo>
                <a:lnTo>
                  <a:pt x="590994" y="24650"/>
                </a:lnTo>
                <a:lnTo>
                  <a:pt x="590169" y="19812"/>
                </a:lnTo>
                <a:lnTo>
                  <a:pt x="395389" y="28054"/>
                </a:lnTo>
                <a:lnTo>
                  <a:pt x="146824" y="33921"/>
                </a:lnTo>
                <a:lnTo>
                  <a:pt x="45808" y="35052"/>
                </a:lnTo>
                <a:lnTo>
                  <a:pt x="52476" y="65341"/>
                </a:lnTo>
                <a:lnTo>
                  <a:pt x="55448" y="79844"/>
                </a:lnTo>
                <a:lnTo>
                  <a:pt x="58000" y="94488"/>
                </a:lnTo>
                <a:lnTo>
                  <a:pt x="280606" y="89916"/>
                </a:lnTo>
                <a:lnTo>
                  <a:pt x="280606" y="123545"/>
                </a:lnTo>
                <a:lnTo>
                  <a:pt x="1524" y="123545"/>
                </a:lnTo>
                <a:lnTo>
                  <a:pt x="1524" y="182981"/>
                </a:lnTo>
                <a:lnTo>
                  <a:pt x="280606" y="182981"/>
                </a:lnTo>
                <a:lnTo>
                  <a:pt x="280606" y="215074"/>
                </a:lnTo>
                <a:lnTo>
                  <a:pt x="280606" y="269938"/>
                </a:lnTo>
                <a:lnTo>
                  <a:pt x="280606" y="306514"/>
                </a:lnTo>
                <a:lnTo>
                  <a:pt x="280606" y="353860"/>
                </a:lnTo>
                <a:lnTo>
                  <a:pt x="280606" y="391960"/>
                </a:lnTo>
                <a:lnTo>
                  <a:pt x="149440" y="391960"/>
                </a:lnTo>
                <a:lnTo>
                  <a:pt x="149440" y="353860"/>
                </a:lnTo>
                <a:lnTo>
                  <a:pt x="280606" y="353860"/>
                </a:lnTo>
                <a:lnTo>
                  <a:pt x="280606" y="306514"/>
                </a:lnTo>
                <a:lnTo>
                  <a:pt x="149440" y="306514"/>
                </a:lnTo>
                <a:lnTo>
                  <a:pt x="149440" y="269938"/>
                </a:lnTo>
                <a:lnTo>
                  <a:pt x="280606" y="269938"/>
                </a:lnTo>
                <a:lnTo>
                  <a:pt x="280606" y="215074"/>
                </a:lnTo>
                <a:lnTo>
                  <a:pt x="65620" y="215074"/>
                </a:lnTo>
                <a:lnTo>
                  <a:pt x="65620" y="445389"/>
                </a:lnTo>
                <a:lnTo>
                  <a:pt x="280606" y="445389"/>
                </a:lnTo>
                <a:lnTo>
                  <a:pt x="280606" y="477393"/>
                </a:lnTo>
                <a:lnTo>
                  <a:pt x="42760" y="477393"/>
                </a:lnTo>
                <a:lnTo>
                  <a:pt x="42760" y="533882"/>
                </a:lnTo>
                <a:lnTo>
                  <a:pt x="280606" y="533882"/>
                </a:lnTo>
                <a:lnTo>
                  <a:pt x="280606" y="567410"/>
                </a:lnTo>
                <a:lnTo>
                  <a:pt x="0" y="567410"/>
                </a:lnTo>
                <a:lnTo>
                  <a:pt x="0" y="625424"/>
                </a:lnTo>
                <a:lnTo>
                  <a:pt x="651217" y="625424"/>
                </a:lnTo>
                <a:lnTo>
                  <a:pt x="651217" y="567410"/>
                </a:lnTo>
                <a:lnTo>
                  <a:pt x="367563" y="567410"/>
                </a:lnTo>
                <a:lnTo>
                  <a:pt x="367563" y="533882"/>
                </a:lnTo>
                <a:lnTo>
                  <a:pt x="610069" y="533882"/>
                </a:lnTo>
                <a:lnTo>
                  <a:pt x="610069" y="477393"/>
                </a:lnTo>
                <a:lnTo>
                  <a:pt x="367563" y="477393"/>
                </a:lnTo>
                <a:lnTo>
                  <a:pt x="367563" y="445389"/>
                </a:lnTo>
                <a:lnTo>
                  <a:pt x="585597" y="445389"/>
                </a:lnTo>
                <a:lnTo>
                  <a:pt x="585597" y="391960"/>
                </a:lnTo>
                <a:lnTo>
                  <a:pt x="585597" y="353860"/>
                </a:lnTo>
                <a:lnTo>
                  <a:pt x="585597" y="306514"/>
                </a:lnTo>
                <a:lnTo>
                  <a:pt x="585597" y="269938"/>
                </a:lnTo>
                <a:lnTo>
                  <a:pt x="585597" y="215074"/>
                </a:lnTo>
                <a:lnTo>
                  <a:pt x="501777" y="215074"/>
                </a:lnTo>
                <a:lnTo>
                  <a:pt x="501777" y="269938"/>
                </a:lnTo>
                <a:lnTo>
                  <a:pt x="501777" y="306514"/>
                </a:lnTo>
                <a:lnTo>
                  <a:pt x="501777" y="353860"/>
                </a:lnTo>
                <a:lnTo>
                  <a:pt x="501777" y="391960"/>
                </a:lnTo>
                <a:lnTo>
                  <a:pt x="367563" y="391960"/>
                </a:lnTo>
                <a:lnTo>
                  <a:pt x="367563" y="353860"/>
                </a:lnTo>
                <a:lnTo>
                  <a:pt x="501777" y="353860"/>
                </a:lnTo>
                <a:lnTo>
                  <a:pt x="501777" y="306514"/>
                </a:lnTo>
                <a:lnTo>
                  <a:pt x="367563" y="306514"/>
                </a:lnTo>
                <a:lnTo>
                  <a:pt x="367563" y="269938"/>
                </a:lnTo>
                <a:lnTo>
                  <a:pt x="501777" y="269938"/>
                </a:lnTo>
                <a:lnTo>
                  <a:pt x="501777" y="215074"/>
                </a:lnTo>
                <a:lnTo>
                  <a:pt x="367563" y="215074"/>
                </a:lnTo>
                <a:lnTo>
                  <a:pt x="367563" y="182981"/>
                </a:lnTo>
                <a:lnTo>
                  <a:pt x="651217" y="182981"/>
                </a:lnTo>
                <a:lnTo>
                  <a:pt x="651217" y="123545"/>
                </a:lnTo>
                <a:close/>
              </a:path>
              <a:path w="1319529" h="653414">
                <a:moveTo>
                  <a:pt x="831151" y="494169"/>
                </a:moveTo>
                <a:lnTo>
                  <a:pt x="750379" y="459117"/>
                </a:lnTo>
                <a:lnTo>
                  <a:pt x="733488" y="496252"/>
                </a:lnTo>
                <a:lnTo>
                  <a:pt x="715048" y="534403"/>
                </a:lnTo>
                <a:lnTo>
                  <a:pt x="695198" y="573417"/>
                </a:lnTo>
                <a:lnTo>
                  <a:pt x="674077" y="613130"/>
                </a:lnTo>
                <a:lnTo>
                  <a:pt x="750379" y="652856"/>
                </a:lnTo>
                <a:lnTo>
                  <a:pt x="774141" y="609384"/>
                </a:lnTo>
                <a:lnTo>
                  <a:pt x="795337" y="568363"/>
                </a:lnTo>
                <a:lnTo>
                  <a:pt x="814235" y="529920"/>
                </a:lnTo>
                <a:lnTo>
                  <a:pt x="831151" y="494169"/>
                </a:lnTo>
                <a:close/>
              </a:path>
              <a:path w="1319529" h="653414">
                <a:moveTo>
                  <a:pt x="988212" y="611606"/>
                </a:moveTo>
                <a:lnTo>
                  <a:pt x="977353" y="580478"/>
                </a:lnTo>
                <a:lnTo>
                  <a:pt x="965352" y="546633"/>
                </a:lnTo>
                <a:lnTo>
                  <a:pt x="952207" y="510197"/>
                </a:lnTo>
                <a:lnTo>
                  <a:pt x="937920" y="471309"/>
                </a:lnTo>
                <a:lnTo>
                  <a:pt x="855535" y="492645"/>
                </a:lnTo>
                <a:lnTo>
                  <a:pt x="866140" y="521893"/>
                </a:lnTo>
                <a:lnTo>
                  <a:pt x="877481" y="554837"/>
                </a:lnTo>
                <a:lnTo>
                  <a:pt x="889685" y="591781"/>
                </a:lnTo>
                <a:lnTo>
                  <a:pt x="902868" y="633044"/>
                </a:lnTo>
                <a:lnTo>
                  <a:pt x="988212" y="611606"/>
                </a:lnTo>
                <a:close/>
              </a:path>
              <a:path w="1319529" h="653414">
                <a:moveTo>
                  <a:pt x="1149858" y="602462"/>
                </a:moveTo>
                <a:lnTo>
                  <a:pt x="1135900" y="565556"/>
                </a:lnTo>
                <a:lnTo>
                  <a:pt x="1121664" y="530212"/>
                </a:lnTo>
                <a:lnTo>
                  <a:pt x="1107414" y="496303"/>
                </a:lnTo>
                <a:lnTo>
                  <a:pt x="1093470" y="463689"/>
                </a:lnTo>
                <a:lnTo>
                  <a:pt x="1012596" y="489597"/>
                </a:lnTo>
                <a:lnTo>
                  <a:pt x="1026109" y="523316"/>
                </a:lnTo>
                <a:lnTo>
                  <a:pt x="1039164" y="557885"/>
                </a:lnTo>
                <a:lnTo>
                  <a:pt x="1051915" y="593026"/>
                </a:lnTo>
                <a:lnTo>
                  <a:pt x="1064514" y="628472"/>
                </a:lnTo>
                <a:lnTo>
                  <a:pt x="1149858" y="602462"/>
                </a:lnTo>
                <a:close/>
              </a:path>
              <a:path w="1319529" h="653414">
                <a:moveTo>
                  <a:pt x="1310068" y="54864"/>
                </a:moveTo>
                <a:lnTo>
                  <a:pt x="1035558" y="54864"/>
                </a:lnTo>
                <a:lnTo>
                  <a:pt x="1035558" y="0"/>
                </a:lnTo>
                <a:lnTo>
                  <a:pt x="942492" y="0"/>
                </a:lnTo>
                <a:lnTo>
                  <a:pt x="942492" y="190601"/>
                </a:lnTo>
                <a:lnTo>
                  <a:pt x="747331" y="190601"/>
                </a:lnTo>
                <a:lnTo>
                  <a:pt x="747331" y="439305"/>
                </a:lnTo>
                <a:lnTo>
                  <a:pt x="1256626" y="439305"/>
                </a:lnTo>
                <a:lnTo>
                  <a:pt x="1256626" y="359956"/>
                </a:lnTo>
                <a:lnTo>
                  <a:pt x="1256626" y="269951"/>
                </a:lnTo>
                <a:lnTo>
                  <a:pt x="1256626" y="190601"/>
                </a:lnTo>
                <a:lnTo>
                  <a:pt x="1160614" y="190601"/>
                </a:lnTo>
                <a:lnTo>
                  <a:pt x="1160614" y="269951"/>
                </a:lnTo>
                <a:lnTo>
                  <a:pt x="1160614" y="359956"/>
                </a:lnTo>
                <a:lnTo>
                  <a:pt x="843343" y="359956"/>
                </a:lnTo>
                <a:lnTo>
                  <a:pt x="843343" y="269951"/>
                </a:lnTo>
                <a:lnTo>
                  <a:pt x="1160614" y="269951"/>
                </a:lnTo>
                <a:lnTo>
                  <a:pt x="1160614" y="190601"/>
                </a:lnTo>
                <a:lnTo>
                  <a:pt x="1035558" y="190601"/>
                </a:lnTo>
                <a:lnTo>
                  <a:pt x="1035558" y="137261"/>
                </a:lnTo>
                <a:lnTo>
                  <a:pt x="1310068" y="137261"/>
                </a:lnTo>
                <a:lnTo>
                  <a:pt x="1310068" y="54864"/>
                </a:lnTo>
                <a:close/>
              </a:path>
              <a:path w="1319529" h="653414">
                <a:moveTo>
                  <a:pt x="1319212" y="611606"/>
                </a:moveTo>
                <a:lnTo>
                  <a:pt x="1301737" y="571842"/>
                </a:lnTo>
                <a:lnTo>
                  <a:pt x="1283538" y="532498"/>
                </a:lnTo>
                <a:lnTo>
                  <a:pt x="1264475" y="493445"/>
                </a:lnTo>
                <a:lnTo>
                  <a:pt x="1244434" y="454545"/>
                </a:lnTo>
                <a:lnTo>
                  <a:pt x="1165186" y="486549"/>
                </a:lnTo>
                <a:lnTo>
                  <a:pt x="1182408" y="522058"/>
                </a:lnTo>
                <a:lnTo>
                  <a:pt x="1200048" y="559981"/>
                </a:lnTo>
                <a:lnTo>
                  <a:pt x="1238338" y="643712"/>
                </a:lnTo>
                <a:lnTo>
                  <a:pt x="1319212" y="611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9441" y="727620"/>
            <a:ext cx="932180" cy="441325"/>
          </a:xfrm>
          <a:custGeom>
            <a:avLst/>
            <a:gdLst/>
            <a:ahLst/>
            <a:cxnLst/>
            <a:rect l="l" t="t" r="r" b="b"/>
            <a:pathLst>
              <a:path w="932180" h="441325">
                <a:moveTo>
                  <a:pt x="608457" y="0"/>
                </a:moveTo>
                <a:lnTo>
                  <a:pt x="510819" y="0"/>
                </a:lnTo>
                <a:lnTo>
                  <a:pt x="451383" y="288328"/>
                </a:lnTo>
                <a:lnTo>
                  <a:pt x="448487" y="300875"/>
                </a:lnTo>
                <a:lnTo>
                  <a:pt x="446468" y="313093"/>
                </a:lnTo>
                <a:lnTo>
                  <a:pt x="444957" y="325374"/>
                </a:lnTo>
                <a:lnTo>
                  <a:pt x="443763" y="337096"/>
                </a:lnTo>
                <a:lnTo>
                  <a:pt x="442061" y="325399"/>
                </a:lnTo>
                <a:lnTo>
                  <a:pt x="391680" y="106781"/>
                </a:lnTo>
                <a:lnTo>
                  <a:pt x="365950" y="0"/>
                </a:lnTo>
                <a:lnTo>
                  <a:pt x="260794" y="0"/>
                </a:lnTo>
                <a:lnTo>
                  <a:pt x="182968" y="286804"/>
                </a:lnTo>
                <a:lnTo>
                  <a:pt x="175260" y="325374"/>
                </a:lnTo>
                <a:lnTo>
                  <a:pt x="173824" y="337096"/>
                </a:lnTo>
                <a:lnTo>
                  <a:pt x="172300" y="337096"/>
                </a:lnTo>
                <a:lnTo>
                  <a:pt x="168236" y="298297"/>
                </a:lnTo>
                <a:lnTo>
                  <a:pt x="106680" y="0"/>
                </a:lnTo>
                <a:lnTo>
                  <a:pt x="0" y="0"/>
                </a:lnTo>
                <a:lnTo>
                  <a:pt x="112776" y="433197"/>
                </a:lnTo>
                <a:lnTo>
                  <a:pt x="225640" y="433197"/>
                </a:lnTo>
                <a:lnTo>
                  <a:pt x="251015" y="337096"/>
                </a:lnTo>
                <a:lnTo>
                  <a:pt x="298894" y="155638"/>
                </a:lnTo>
                <a:lnTo>
                  <a:pt x="306514" y="106781"/>
                </a:lnTo>
                <a:lnTo>
                  <a:pt x="308038" y="106781"/>
                </a:lnTo>
                <a:lnTo>
                  <a:pt x="315658" y="155638"/>
                </a:lnTo>
                <a:lnTo>
                  <a:pt x="387286" y="433197"/>
                </a:lnTo>
                <a:lnTo>
                  <a:pt x="494055" y="433197"/>
                </a:lnTo>
                <a:lnTo>
                  <a:pt x="519442" y="337096"/>
                </a:lnTo>
                <a:lnTo>
                  <a:pt x="608457" y="0"/>
                </a:lnTo>
                <a:close/>
              </a:path>
              <a:path w="932180" h="441325">
                <a:moveTo>
                  <a:pt x="931735" y="265455"/>
                </a:moveTo>
                <a:lnTo>
                  <a:pt x="930313" y="247078"/>
                </a:lnTo>
                <a:lnTo>
                  <a:pt x="728941" y="247078"/>
                </a:lnTo>
                <a:lnTo>
                  <a:pt x="731850" y="233692"/>
                </a:lnTo>
                <a:lnTo>
                  <a:pt x="750277" y="199834"/>
                </a:lnTo>
                <a:lnTo>
                  <a:pt x="789901" y="181546"/>
                </a:lnTo>
                <a:lnTo>
                  <a:pt x="813079" y="185572"/>
                </a:lnTo>
                <a:lnTo>
                  <a:pt x="829805" y="197739"/>
                </a:lnTo>
                <a:lnTo>
                  <a:pt x="839939" y="218198"/>
                </a:lnTo>
                <a:lnTo>
                  <a:pt x="843343" y="247065"/>
                </a:lnTo>
                <a:lnTo>
                  <a:pt x="930313" y="247078"/>
                </a:lnTo>
                <a:lnTo>
                  <a:pt x="921829" y="203847"/>
                </a:lnTo>
                <a:lnTo>
                  <a:pt x="893635" y="157162"/>
                </a:lnTo>
                <a:lnTo>
                  <a:pt x="849236" y="126212"/>
                </a:lnTo>
                <a:lnTo>
                  <a:pt x="789901" y="115912"/>
                </a:lnTo>
                <a:lnTo>
                  <a:pt x="759040" y="118783"/>
                </a:lnTo>
                <a:lnTo>
                  <a:pt x="704176" y="141681"/>
                </a:lnTo>
                <a:lnTo>
                  <a:pt x="661009" y="186359"/>
                </a:lnTo>
                <a:lnTo>
                  <a:pt x="638721" y="247065"/>
                </a:lnTo>
                <a:lnTo>
                  <a:pt x="635889" y="283743"/>
                </a:lnTo>
                <a:lnTo>
                  <a:pt x="638467" y="318338"/>
                </a:lnTo>
                <a:lnTo>
                  <a:pt x="659079" y="375551"/>
                </a:lnTo>
                <a:lnTo>
                  <a:pt x="699731" y="417029"/>
                </a:lnTo>
                <a:lnTo>
                  <a:pt x="757504" y="438226"/>
                </a:lnTo>
                <a:lnTo>
                  <a:pt x="792949" y="440817"/>
                </a:lnTo>
                <a:lnTo>
                  <a:pt x="825614" y="439178"/>
                </a:lnTo>
                <a:lnTo>
                  <a:pt x="854951" y="434530"/>
                </a:lnTo>
                <a:lnTo>
                  <a:pt x="881138" y="427316"/>
                </a:lnTo>
                <a:lnTo>
                  <a:pt x="904303" y="417957"/>
                </a:lnTo>
                <a:lnTo>
                  <a:pt x="904303" y="372237"/>
                </a:lnTo>
                <a:lnTo>
                  <a:pt x="904303" y="347764"/>
                </a:lnTo>
                <a:lnTo>
                  <a:pt x="884034" y="358698"/>
                </a:lnTo>
                <a:lnTo>
                  <a:pt x="862203" y="366318"/>
                </a:lnTo>
                <a:lnTo>
                  <a:pt x="838936" y="370789"/>
                </a:lnTo>
                <a:lnTo>
                  <a:pt x="814387" y="372237"/>
                </a:lnTo>
                <a:lnTo>
                  <a:pt x="779157" y="368173"/>
                </a:lnTo>
                <a:lnTo>
                  <a:pt x="753529" y="355803"/>
                </a:lnTo>
                <a:lnTo>
                  <a:pt x="737349" y="334860"/>
                </a:lnTo>
                <a:lnTo>
                  <a:pt x="730465" y="305079"/>
                </a:lnTo>
                <a:lnTo>
                  <a:pt x="931735" y="305079"/>
                </a:lnTo>
                <a:lnTo>
                  <a:pt x="931735" y="265455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7667" y="703230"/>
            <a:ext cx="320675" cy="465455"/>
          </a:xfrm>
          <a:custGeom>
            <a:avLst/>
            <a:gdLst/>
            <a:ahLst/>
            <a:cxnLst/>
            <a:rect l="l" t="t" r="r" b="b"/>
            <a:pathLst>
              <a:path w="320675" h="465455">
                <a:moveTo>
                  <a:pt x="94488" y="457581"/>
                </a:moveTo>
                <a:lnTo>
                  <a:pt x="0" y="457581"/>
                </a:lnTo>
                <a:lnTo>
                  <a:pt x="0" y="0"/>
                </a:lnTo>
                <a:lnTo>
                  <a:pt x="94488" y="0"/>
                </a:lnTo>
                <a:lnTo>
                  <a:pt x="94488" y="195262"/>
                </a:lnTo>
                <a:lnTo>
                  <a:pt x="296742" y="195262"/>
                </a:lnTo>
                <a:lnTo>
                  <a:pt x="302228" y="204098"/>
                </a:lnTo>
                <a:lnTo>
                  <a:pt x="305806" y="213550"/>
                </a:lnTo>
                <a:lnTo>
                  <a:pt x="158591" y="213550"/>
                </a:lnTo>
                <a:lnTo>
                  <a:pt x="145422" y="214955"/>
                </a:lnTo>
                <a:lnTo>
                  <a:pt x="111347" y="234886"/>
                </a:lnTo>
                <a:lnTo>
                  <a:pt x="94108" y="275003"/>
                </a:lnTo>
                <a:lnTo>
                  <a:pt x="92964" y="291369"/>
                </a:lnTo>
                <a:lnTo>
                  <a:pt x="92964" y="323373"/>
                </a:lnTo>
                <a:lnTo>
                  <a:pt x="102648" y="361521"/>
                </a:lnTo>
                <a:lnTo>
                  <a:pt x="141112" y="390653"/>
                </a:lnTo>
                <a:lnTo>
                  <a:pt x="154019" y="392049"/>
                </a:lnTo>
                <a:lnTo>
                  <a:pt x="299085" y="392049"/>
                </a:lnTo>
                <a:lnTo>
                  <a:pt x="299013" y="392224"/>
                </a:lnTo>
                <a:lnTo>
                  <a:pt x="282130" y="417957"/>
                </a:lnTo>
                <a:lnTo>
                  <a:pt x="279116" y="421005"/>
                </a:lnTo>
                <a:lnTo>
                  <a:pt x="94488" y="421005"/>
                </a:lnTo>
                <a:lnTo>
                  <a:pt x="94488" y="457581"/>
                </a:lnTo>
                <a:close/>
              </a:path>
              <a:path w="320675" h="465455">
                <a:moveTo>
                  <a:pt x="296742" y="195262"/>
                </a:moveTo>
                <a:lnTo>
                  <a:pt x="96012" y="195262"/>
                </a:lnTo>
                <a:lnTo>
                  <a:pt x="115212" y="171204"/>
                </a:lnTo>
                <a:lnTo>
                  <a:pt x="138386" y="154031"/>
                </a:lnTo>
                <a:lnTo>
                  <a:pt x="165543" y="143733"/>
                </a:lnTo>
                <a:lnTo>
                  <a:pt x="196691" y="140303"/>
                </a:lnTo>
                <a:lnTo>
                  <a:pt x="224709" y="142876"/>
                </a:lnTo>
                <a:lnTo>
                  <a:pt x="249316" y="150602"/>
                </a:lnTo>
                <a:lnTo>
                  <a:pt x="270495" y="163489"/>
                </a:lnTo>
                <a:lnTo>
                  <a:pt x="288226" y="181546"/>
                </a:lnTo>
                <a:lnTo>
                  <a:pt x="296742" y="195262"/>
                </a:lnTo>
                <a:close/>
              </a:path>
              <a:path w="320675" h="465455">
                <a:moveTo>
                  <a:pt x="299085" y="392049"/>
                </a:moveTo>
                <a:lnTo>
                  <a:pt x="154019" y="392049"/>
                </a:lnTo>
                <a:lnTo>
                  <a:pt x="169164" y="390343"/>
                </a:lnTo>
                <a:lnTo>
                  <a:pt x="182594" y="385333"/>
                </a:lnTo>
                <a:lnTo>
                  <a:pt x="212312" y="352305"/>
                </a:lnTo>
                <a:lnTo>
                  <a:pt x="222599" y="295941"/>
                </a:lnTo>
                <a:lnTo>
                  <a:pt x="221480" y="277574"/>
                </a:lnTo>
                <a:lnTo>
                  <a:pt x="205835" y="234886"/>
                </a:lnTo>
                <a:lnTo>
                  <a:pt x="158591" y="213550"/>
                </a:lnTo>
                <a:lnTo>
                  <a:pt x="305806" y="213550"/>
                </a:lnTo>
                <a:lnTo>
                  <a:pt x="312229" y="230516"/>
                </a:lnTo>
                <a:lnTo>
                  <a:pt x="318230" y="260668"/>
                </a:lnTo>
                <a:lnTo>
                  <a:pt x="320230" y="294417"/>
                </a:lnTo>
                <a:lnTo>
                  <a:pt x="317920" y="330437"/>
                </a:lnTo>
                <a:lnTo>
                  <a:pt x="310896" y="363045"/>
                </a:lnTo>
                <a:lnTo>
                  <a:pt x="299085" y="392049"/>
                </a:lnTo>
                <a:close/>
              </a:path>
              <a:path w="320675" h="465455">
                <a:moveTo>
                  <a:pt x="181451" y="465201"/>
                </a:moveTo>
                <a:lnTo>
                  <a:pt x="154827" y="462367"/>
                </a:lnTo>
                <a:lnTo>
                  <a:pt x="131909" y="453961"/>
                </a:lnTo>
                <a:lnTo>
                  <a:pt x="112402" y="440126"/>
                </a:lnTo>
                <a:lnTo>
                  <a:pt x="96012" y="421005"/>
                </a:lnTo>
                <a:lnTo>
                  <a:pt x="279116" y="421005"/>
                </a:lnTo>
                <a:lnTo>
                  <a:pt x="262113" y="438197"/>
                </a:lnTo>
                <a:lnTo>
                  <a:pt x="238648" y="453009"/>
                </a:lnTo>
                <a:lnTo>
                  <a:pt x="211755" y="462105"/>
                </a:lnTo>
                <a:lnTo>
                  <a:pt x="181451" y="46520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24582" y="646747"/>
            <a:ext cx="1217295" cy="598170"/>
          </a:xfrm>
          <a:custGeom>
            <a:avLst/>
            <a:gdLst/>
            <a:ahLst/>
            <a:cxnLst/>
            <a:rect l="l" t="t" r="r" b="b"/>
            <a:pathLst>
              <a:path w="1217295" h="598169">
                <a:moveTo>
                  <a:pt x="600938" y="440829"/>
                </a:moveTo>
                <a:lnTo>
                  <a:pt x="589292" y="435724"/>
                </a:lnTo>
                <a:lnTo>
                  <a:pt x="577494" y="429780"/>
                </a:lnTo>
                <a:lnTo>
                  <a:pt x="565962" y="423252"/>
                </a:lnTo>
                <a:lnTo>
                  <a:pt x="555117" y="416433"/>
                </a:lnTo>
                <a:lnTo>
                  <a:pt x="554824" y="437921"/>
                </a:lnTo>
                <a:lnTo>
                  <a:pt x="550545" y="485114"/>
                </a:lnTo>
                <a:lnTo>
                  <a:pt x="535305" y="509498"/>
                </a:lnTo>
                <a:lnTo>
                  <a:pt x="529209" y="509498"/>
                </a:lnTo>
                <a:lnTo>
                  <a:pt x="526161" y="501878"/>
                </a:lnTo>
                <a:lnTo>
                  <a:pt x="526161" y="451586"/>
                </a:lnTo>
                <a:lnTo>
                  <a:pt x="526161" y="442442"/>
                </a:lnTo>
                <a:lnTo>
                  <a:pt x="526161" y="355473"/>
                </a:lnTo>
                <a:lnTo>
                  <a:pt x="492633" y="355473"/>
                </a:lnTo>
                <a:lnTo>
                  <a:pt x="501777" y="318808"/>
                </a:lnTo>
                <a:lnTo>
                  <a:pt x="590270" y="318808"/>
                </a:lnTo>
                <a:lnTo>
                  <a:pt x="590270" y="251752"/>
                </a:lnTo>
                <a:lnTo>
                  <a:pt x="515493" y="251752"/>
                </a:lnTo>
                <a:lnTo>
                  <a:pt x="520369" y="214287"/>
                </a:lnTo>
                <a:lnTo>
                  <a:pt x="523684" y="175260"/>
                </a:lnTo>
                <a:lnTo>
                  <a:pt x="525564" y="134823"/>
                </a:lnTo>
                <a:lnTo>
                  <a:pt x="526161" y="93065"/>
                </a:lnTo>
                <a:lnTo>
                  <a:pt x="581126" y="93065"/>
                </a:lnTo>
                <a:lnTo>
                  <a:pt x="581126" y="25908"/>
                </a:lnTo>
                <a:lnTo>
                  <a:pt x="369087" y="25908"/>
                </a:lnTo>
                <a:lnTo>
                  <a:pt x="369087" y="93065"/>
                </a:lnTo>
                <a:lnTo>
                  <a:pt x="456057" y="93065"/>
                </a:lnTo>
                <a:lnTo>
                  <a:pt x="455485" y="138887"/>
                </a:lnTo>
                <a:lnTo>
                  <a:pt x="453771" y="180403"/>
                </a:lnTo>
                <a:lnTo>
                  <a:pt x="450913" y="217932"/>
                </a:lnTo>
                <a:lnTo>
                  <a:pt x="446913" y="251752"/>
                </a:lnTo>
                <a:lnTo>
                  <a:pt x="421005" y="251752"/>
                </a:lnTo>
                <a:lnTo>
                  <a:pt x="430149" y="122021"/>
                </a:lnTo>
                <a:lnTo>
                  <a:pt x="372135" y="122021"/>
                </a:lnTo>
                <a:lnTo>
                  <a:pt x="356895" y="318808"/>
                </a:lnTo>
                <a:lnTo>
                  <a:pt x="433197" y="318808"/>
                </a:lnTo>
                <a:lnTo>
                  <a:pt x="423494" y="350583"/>
                </a:lnTo>
                <a:lnTo>
                  <a:pt x="410476" y="381762"/>
                </a:lnTo>
                <a:lnTo>
                  <a:pt x="394322" y="412381"/>
                </a:lnTo>
                <a:lnTo>
                  <a:pt x="375183" y="442442"/>
                </a:lnTo>
                <a:lnTo>
                  <a:pt x="371017" y="434733"/>
                </a:lnTo>
                <a:lnTo>
                  <a:pt x="360946" y="416102"/>
                </a:lnTo>
                <a:lnTo>
                  <a:pt x="345846" y="389763"/>
                </a:lnTo>
                <a:lnTo>
                  <a:pt x="330187" y="363435"/>
                </a:lnTo>
                <a:lnTo>
                  <a:pt x="314223" y="337096"/>
                </a:lnTo>
                <a:lnTo>
                  <a:pt x="259270" y="363093"/>
                </a:lnTo>
                <a:lnTo>
                  <a:pt x="282219" y="405765"/>
                </a:lnTo>
                <a:lnTo>
                  <a:pt x="272770" y="413512"/>
                </a:lnTo>
                <a:lnTo>
                  <a:pt x="262902" y="420827"/>
                </a:lnTo>
                <a:lnTo>
                  <a:pt x="252768" y="427850"/>
                </a:lnTo>
                <a:lnTo>
                  <a:pt x="242506" y="434733"/>
                </a:lnTo>
                <a:lnTo>
                  <a:pt x="242506" y="327952"/>
                </a:lnTo>
                <a:lnTo>
                  <a:pt x="346227" y="327952"/>
                </a:lnTo>
                <a:lnTo>
                  <a:pt x="346227" y="291376"/>
                </a:lnTo>
                <a:lnTo>
                  <a:pt x="346227" y="27533"/>
                </a:lnTo>
                <a:lnTo>
                  <a:pt x="286791" y="27533"/>
                </a:lnTo>
                <a:lnTo>
                  <a:pt x="286791" y="86969"/>
                </a:lnTo>
                <a:lnTo>
                  <a:pt x="286791" y="148018"/>
                </a:lnTo>
                <a:lnTo>
                  <a:pt x="286791" y="205930"/>
                </a:lnTo>
                <a:lnTo>
                  <a:pt x="286791" y="268516"/>
                </a:lnTo>
                <a:lnTo>
                  <a:pt x="242506" y="268516"/>
                </a:lnTo>
                <a:lnTo>
                  <a:pt x="242506" y="205930"/>
                </a:lnTo>
                <a:lnTo>
                  <a:pt x="286791" y="205930"/>
                </a:lnTo>
                <a:lnTo>
                  <a:pt x="286791" y="148018"/>
                </a:lnTo>
                <a:lnTo>
                  <a:pt x="242506" y="148018"/>
                </a:lnTo>
                <a:lnTo>
                  <a:pt x="242506" y="86969"/>
                </a:lnTo>
                <a:lnTo>
                  <a:pt x="286791" y="86969"/>
                </a:lnTo>
                <a:lnTo>
                  <a:pt x="286791" y="27533"/>
                </a:lnTo>
                <a:lnTo>
                  <a:pt x="181546" y="27533"/>
                </a:lnTo>
                <a:lnTo>
                  <a:pt x="181546" y="271564"/>
                </a:lnTo>
                <a:lnTo>
                  <a:pt x="137248" y="239560"/>
                </a:lnTo>
                <a:lnTo>
                  <a:pt x="137248" y="183070"/>
                </a:lnTo>
                <a:lnTo>
                  <a:pt x="170878" y="183070"/>
                </a:lnTo>
                <a:lnTo>
                  <a:pt x="170878" y="109829"/>
                </a:lnTo>
                <a:lnTo>
                  <a:pt x="137248" y="109829"/>
                </a:lnTo>
                <a:lnTo>
                  <a:pt x="137248" y="0"/>
                </a:lnTo>
                <a:lnTo>
                  <a:pt x="65620" y="0"/>
                </a:lnTo>
                <a:lnTo>
                  <a:pt x="65620" y="109829"/>
                </a:lnTo>
                <a:lnTo>
                  <a:pt x="9232" y="109829"/>
                </a:lnTo>
                <a:lnTo>
                  <a:pt x="9232" y="183070"/>
                </a:lnTo>
                <a:lnTo>
                  <a:pt x="61048" y="183070"/>
                </a:lnTo>
                <a:lnTo>
                  <a:pt x="48526" y="233705"/>
                </a:lnTo>
                <a:lnTo>
                  <a:pt x="33997" y="280327"/>
                </a:lnTo>
                <a:lnTo>
                  <a:pt x="17729" y="322948"/>
                </a:lnTo>
                <a:lnTo>
                  <a:pt x="0" y="361569"/>
                </a:lnTo>
                <a:lnTo>
                  <a:pt x="5537" y="385292"/>
                </a:lnTo>
                <a:lnTo>
                  <a:pt x="10756" y="410730"/>
                </a:lnTo>
                <a:lnTo>
                  <a:pt x="15951" y="437908"/>
                </a:lnTo>
                <a:lnTo>
                  <a:pt x="21424" y="466826"/>
                </a:lnTo>
                <a:lnTo>
                  <a:pt x="33477" y="440220"/>
                </a:lnTo>
                <a:lnTo>
                  <a:pt x="44665" y="410921"/>
                </a:lnTo>
                <a:lnTo>
                  <a:pt x="55295" y="379082"/>
                </a:lnTo>
                <a:lnTo>
                  <a:pt x="65620" y="344805"/>
                </a:lnTo>
                <a:lnTo>
                  <a:pt x="65620" y="591896"/>
                </a:lnTo>
                <a:lnTo>
                  <a:pt x="137248" y="591896"/>
                </a:lnTo>
                <a:lnTo>
                  <a:pt x="137248" y="344805"/>
                </a:lnTo>
                <a:lnTo>
                  <a:pt x="137248" y="320332"/>
                </a:lnTo>
                <a:lnTo>
                  <a:pt x="155778" y="338797"/>
                </a:lnTo>
                <a:lnTo>
                  <a:pt x="161734" y="344805"/>
                </a:lnTo>
                <a:lnTo>
                  <a:pt x="170815" y="320332"/>
                </a:lnTo>
                <a:lnTo>
                  <a:pt x="181546" y="291376"/>
                </a:lnTo>
                <a:lnTo>
                  <a:pt x="181432" y="440829"/>
                </a:lnTo>
                <a:lnTo>
                  <a:pt x="180111" y="458520"/>
                </a:lnTo>
                <a:lnTo>
                  <a:pt x="175831" y="475005"/>
                </a:lnTo>
                <a:lnTo>
                  <a:pt x="168681" y="488899"/>
                </a:lnTo>
                <a:lnTo>
                  <a:pt x="158686" y="500354"/>
                </a:lnTo>
                <a:lnTo>
                  <a:pt x="207454" y="553796"/>
                </a:lnTo>
                <a:lnTo>
                  <a:pt x="226034" y="534568"/>
                </a:lnTo>
                <a:lnTo>
                  <a:pt x="249758" y="513511"/>
                </a:lnTo>
                <a:lnTo>
                  <a:pt x="278650" y="490474"/>
                </a:lnTo>
                <a:lnTo>
                  <a:pt x="312699" y="465302"/>
                </a:lnTo>
                <a:lnTo>
                  <a:pt x="317271" y="472922"/>
                </a:lnTo>
                <a:lnTo>
                  <a:pt x="323367" y="488162"/>
                </a:lnTo>
                <a:lnTo>
                  <a:pt x="359943" y="465302"/>
                </a:lnTo>
                <a:lnTo>
                  <a:pt x="341350" y="487565"/>
                </a:lnTo>
                <a:lnTo>
                  <a:pt x="322033" y="508558"/>
                </a:lnTo>
                <a:lnTo>
                  <a:pt x="301866" y="528142"/>
                </a:lnTo>
                <a:lnTo>
                  <a:pt x="280695" y="546176"/>
                </a:lnTo>
                <a:lnTo>
                  <a:pt x="295871" y="557911"/>
                </a:lnTo>
                <a:lnTo>
                  <a:pt x="311746" y="570369"/>
                </a:lnTo>
                <a:lnTo>
                  <a:pt x="328498" y="583679"/>
                </a:lnTo>
                <a:lnTo>
                  <a:pt x="346227" y="597992"/>
                </a:lnTo>
                <a:lnTo>
                  <a:pt x="377723" y="565683"/>
                </a:lnTo>
                <a:lnTo>
                  <a:pt x="406095" y="530504"/>
                </a:lnTo>
                <a:lnTo>
                  <a:pt x="431609" y="492467"/>
                </a:lnTo>
                <a:lnTo>
                  <a:pt x="446836" y="465302"/>
                </a:lnTo>
                <a:lnTo>
                  <a:pt x="454533" y="451586"/>
                </a:lnTo>
                <a:lnTo>
                  <a:pt x="454533" y="497306"/>
                </a:lnTo>
                <a:lnTo>
                  <a:pt x="458266" y="536244"/>
                </a:lnTo>
                <a:lnTo>
                  <a:pt x="469582" y="563880"/>
                </a:lnTo>
                <a:lnTo>
                  <a:pt x="488607" y="580339"/>
                </a:lnTo>
                <a:lnTo>
                  <a:pt x="515493" y="585800"/>
                </a:lnTo>
                <a:lnTo>
                  <a:pt x="530733" y="585800"/>
                </a:lnTo>
                <a:lnTo>
                  <a:pt x="561670" y="576872"/>
                </a:lnTo>
                <a:lnTo>
                  <a:pt x="583590" y="549922"/>
                </a:lnTo>
                <a:lnTo>
                  <a:pt x="595223" y="509498"/>
                </a:lnTo>
                <a:lnTo>
                  <a:pt x="596620" y="504659"/>
                </a:lnTo>
                <a:lnTo>
                  <a:pt x="600938" y="440829"/>
                </a:lnTo>
                <a:close/>
              </a:path>
              <a:path w="1217295" h="598169">
                <a:moveTo>
                  <a:pt x="790003" y="120497"/>
                </a:moveTo>
                <a:lnTo>
                  <a:pt x="771169" y="93903"/>
                </a:lnTo>
                <a:lnTo>
                  <a:pt x="751332" y="66573"/>
                </a:lnTo>
                <a:lnTo>
                  <a:pt x="709231" y="9144"/>
                </a:lnTo>
                <a:lnTo>
                  <a:pt x="643597" y="48869"/>
                </a:lnTo>
                <a:lnTo>
                  <a:pt x="663028" y="77736"/>
                </a:lnTo>
                <a:lnTo>
                  <a:pt x="682320" y="107162"/>
                </a:lnTo>
                <a:lnTo>
                  <a:pt x="701332" y="137210"/>
                </a:lnTo>
                <a:lnTo>
                  <a:pt x="719899" y="167843"/>
                </a:lnTo>
                <a:lnTo>
                  <a:pt x="790003" y="120497"/>
                </a:lnTo>
                <a:close/>
              </a:path>
              <a:path w="1217295" h="598169">
                <a:moveTo>
                  <a:pt x="1217015" y="500354"/>
                </a:moveTo>
                <a:lnTo>
                  <a:pt x="1197051" y="501637"/>
                </a:lnTo>
                <a:lnTo>
                  <a:pt x="1164602" y="502500"/>
                </a:lnTo>
                <a:lnTo>
                  <a:pt x="908977" y="503402"/>
                </a:lnTo>
                <a:lnTo>
                  <a:pt x="862977" y="500265"/>
                </a:lnTo>
                <a:lnTo>
                  <a:pt x="823391" y="490829"/>
                </a:lnTo>
                <a:lnTo>
                  <a:pt x="790371" y="475119"/>
                </a:lnTo>
                <a:lnTo>
                  <a:pt x="764095" y="453110"/>
                </a:lnTo>
                <a:lnTo>
                  <a:pt x="764095" y="198323"/>
                </a:lnTo>
                <a:lnTo>
                  <a:pt x="622261" y="198323"/>
                </a:lnTo>
                <a:lnTo>
                  <a:pt x="622261" y="274612"/>
                </a:lnTo>
                <a:lnTo>
                  <a:pt x="684745" y="274612"/>
                </a:lnTo>
                <a:lnTo>
                  <a:pt x="684745" y="451586"/>
                </a:lnTo>
                <a:lnTo>
                  <a:pt x="625309" y="503402"/>
                </a:lnTo>
                <a:lnTo>
                  <a:pt x="658837" y="594944"/>
                </a:lnTo>
                <a:lnTo>
                  <a:pt x="674522" y="578599"/>
                </a:lnTo>
                <a:lnTo>
                  <a:pt x="709930" y="543039"/>
                </a:lnTo>
                <a:lnTo>
                  <a:pt x="729043" y="523214"/>
                </a:lnTo>
                <a:lnTo>
                  <a:pt x="744778" y="536994"/>
                </a:lnTo>
                <a:lnTo>
                  <a:pt x="762381" y="548792"/>
                </a:lnTo>
                <a:lnTo>
                  <a:pt x="803719" y="567512"/>
                </a:lnTo>
                <a:lnTo>
                  <a:pt x="852957" y="577799"/>
                </a:lnTo>
                <a:lnTo>
                  <a:pt x="908977" y="581228"/>
                </a:lnTo>
                <a:lnTo>
                  <a:pt x="1003554" y="581228"/>
                </a:lnTo>
                <a:lnTo>
                  <a:pt x="1157719" y="580580"/>
                </a:lnTo>
                <a:lnTo>
                  <a:pt x="1192631" y="579704"/>
                </a:lnTo>
                <a:lnTo>
                  <a:pt x="1197508" y="562584"/>
                </a:lnTo>
                <a:lnTo>
                  <a:pt x="1203109" y="543458"/>
                </a:lnTo>
                <a:lnTo>
                  <a:pt x="1209370" y="523214"/>
                </a:lnTo>
                <a:lnTo>
                  <a:pt x="1209560" y="522605"/>
                </a:lnTo>
                <a:lnTo>
                  <a:pt x="1215986" y="503402"/>
                </a:lnTo>
                <a:lnTo>
                  <a:pt x="1217015" y="500354"/>
                </a:lnTo>
                <a:close/>
              </a:path>
              <a:path w="1217295" h="598169">
                <a:moveTo>
                  <a:pt x="1217015" y="369201"/>
                </a:moveTo>
                <a:lnTo>
                  <a:pt x="1129423" y="277660"/>
                </a:lnTo>
                <a:lnTo>
                  <a:pt x="1116304" y="263944"/>
                </a:lnTo>
                <a:lnTo>
                  <a:pt x="1079754" y="225755"/>
                </a:lnTo>
                <a:lnTo>
                  <a:pt x="1035558" y="263944"/>
                </a:lnTo>
                <a:lnTo>
                  <a:pt x="1035558" y="192227"/>
                </a:lnTo>
                <a:lnTo>
                  <a:pt x="1197203" y="192227"/>
                </a:lnTo>
                <a:lnTo>
                  <a:pt x="1197203" y="122021"/>
                </a:lnTo>
                <a:lnTo>
                  <a:pt x="1146911" y="122021"/>
                </a:lnTo>
                <a:lnTo>
                  <a:pt x="1185011" y="85445"/>
                </a:lnTo>
                <a:lnTo>
                  <a:pt x="1169835" y="71704"/>
                </a:lnTo>
                <a:lnTo>
                  <a:pt x="1151661" y="55524"/>
                </a:lnTo>
                <a:lnTo>
                  <a:pt x="1105662" y="15240"/>
                </a:lnTo>
                <a:lnTo>
                  <a:pt x="1056894" y="62585"/>
                </a:lnTo>
                <a:lnTo>
                  <a:pt x="1073772" y="77444"/>
                </a:lnTo>
                <a:lnTo>
                  <a:pt x="1090244" y="92303"/>
                </a:lnTo>
                <a:lnTo>
                  <a:pt x="1106436" y="107162"/>
                </a:lnTo>
                <a:lnTo>
                  <a:pt x="1122527" y="122021"/>
                </a:lnTo>
                <a:lnTo>
                  <a:pt x="1035558" y="122021"/>
                </a:lnTo>
                <a:lnTo>
                  <a:pt x="1035558" y="1524"/>
                </a:lnTo>
                <a:lnTo>
                  <a:pt x="954697" y="1524"/>
                </a:lnTo>
                <a:lnTo>
                  <a:pt x="954697" y="122021"/>
                </a:lnTo>
                <a:lnTo>
                  <a:pt x="802195" y="122021"/>
                </a:lnTo>
                <a:lnTo>
                  <a:pt x="802195" y="192227"/>
                </a:lnTo>
                <a:lnTo>
                  <a:pt x="942505" y="192227"/>
                </a:lnTo>
                <a:lnTo>
                  <a:pt x="915263" y="234556"/>
                </a:lnTo>
                <a:lnTo>
                  <a:pt x="884796" y="273799"/>
                </a:lnTo>
                <a:lnTo>
                  <a:pt x="851179" y="310184"/>
                </a:lnTo>
                <a:lnTo>
                  <a:pt x="814489" y="343941"/>
                </a:lnTo>
                <a:lnTo>
                  <a:pt x="774763" y="375297"/>
                </a:lnTo>
                <a:lnTo>
                  <a:pt x="789889" y="388442"/>
                </a:lnTo>
                <a:lnTo>
                  <a:pt x="805446" y="402729"/>
                </a:lnTo>
                <a:lnTo>
                  <a:pt x="821309" y="418160"/>
                </a:lnTo>
                <a:lnTo>
                  <a:pt x="837349" y="434733"/>
                </a:lnTo>
                <a:lnTo>
                  <a:pt x="868756" y="402488"/>
                </a:lnTo>
                <a:lnTo>
                  <a:pt x="898880" y="367665"/>
                </a:lnTo>
                <a:lnTo>
                  <a:pt x="927569" y="330530"/>
                </a:lnTo>
                <a:lnTo>
                  <a:pt x="954697" y="291376"/>
                </a:lnTo>
                <a:lnTo>
                  <a:pt x="954697" y="485114"/>
                </a:lnTo>
                <a:lnTo>
                  <a:pt x="1035558" y="485114"/>
                </a:lnTo>
                <a:lnTo>
                  <a:pt x="1035558" y="291376"/>
                </a:lnTo>
                <a:lnTo>
                  <a:pt x="1035558" y="277660"/>
                </a:lnTo>
                <a:lnTo>
                  <a:pt x="1157579" y="424065"/>
                </a:lnTo>
                <a:lnTo>
                  <a:pt x="1217015" y="36920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297584" y="1929676"/>
            <a:ext cx="622300" cy="325120"/>
          </a:xfrm>
          <a:custGeom>
            <a:avLst/>
            <a:gdLst/>
            <a:ahLst/>
            <a:cxnLst/>
            <a:rect l="l" t="t" r="r" b="b"/>
            <a:pathLst>
              <a:path w="622300" h="325119">
                <a:moveTo>
                  <a:pt x="408724" y="6096"/>
                </a:moveTo>
                <a:lnTo>
                  <a:pt x="367563" y="6096"/>
                </a:lnTo>
                <a:lnTo>
                  <a:pt x="303555" y="247078"/>
                </a:lnTo>
                <a:lnTo>
                  <a:pt x="301536" y="255917"/>
                </a:lnTo>
                <a:lnTo>
                  <a:pt x="299935" y="264033"/>
                </a:lnTo>
                <a:lnTo>
                  <a:pt x="298945" y="269582"/>
                </a:lnTo>
                <a:lnTo>
                  <a:pt x="297459" y="277558"/>
                </a:lnTo>
                <a:lnTo>
                  <a:pt x="296240" y="269608"/>
                </a:lnTo>
                <a:lnTo>
                  <a:pt x="294906" y="261937"/>
                </a:lnTo>
                <a:lnTo>
                  <a:pt x="293293" y="254838"/>
                </a:lnTo>
                <a:lnTo>
                  <a:pt x="291274" y="248602"/>
                </a:lnTo>
                <a:lnTo>
                  <a:pt x="239750" y="57912"/>
                </a:lnTo>
                <a:lnTo>
                  <a:pt x="225742" y="6096"/>
                </a:lnTo>
                <a:lnTo>
                  <a:pt x="190690" y="6096"/>
                </a:lnTo>
                <a:lnTo>
                  <a:pt x="120484" y="247078"/>
                </a:lnTo>
                <a:lnTo>
                  <a:pt x="114388" y="277558"/>
                </a:lnTo>
                <a:lnTo>
                  <a:pt x="112864" y="277558"/>
                </a:lnTo>
                <a:lnTo>
                  <a:pt x="111709" y="269608"/>
                </a:lnTo>
                <a:lnTo>
                  <a:pt x="110426" y="261937"/>
                </a:lnTo>
                <a:lnTo>
                  <a:pt x="108800" y="254203"/>
                </a:lnTo>
                <a:lnTo>
                  <a:pt x="106768" y="247078"/>
                </a:lnTo>
                <a:lnTo>
                  <a:pt x="41236" y="6096"/>
                </a:lnTo>
                <a:lnTo>
                  <a:pt x="0" y="6096"/>
                </a:lnTo>
                <a:lnTo>
                  <a:pt x="91528" y="320332"/>
                </a:lnTo>
                <a:lnTo>
                  <a:pt x="134200" y="320332"/>
                </a:lnTo>
                <a:lnTo>
                  <a:pt x="146392" y="277558"/>
                </a:lnTo>
                <a:lnTo>
                  <a:pt x="199834" y="89916"/>
                </a:lnTo>
                <a:lnTo>
                  <a:pt x="205930" y="57912"/>
                </a:lnTo>
                <a:lnTo>
                  <a:pt x="207098" y="66776"/>
                </a:lnTo>
                <a:lnTo>
                  <a:pt x="208407" y="75057"/>
                </a:lnTo>
                <a:lnTo>
                  <a:pt x="210007" y="82778"/>
                </a:lnTo>
                <a:lnTo>
                  <a:pt x="212026" y="89916"/>
                </a:lnTo>
                <a:lnTo>
                  <a:pt x="276034" y="320332"/>
                </a:lnTo>
                <a:lnTo>
                  <a:pt x="318795" y="320332"/>
                </a:lnTo>
                <a:lnTo>
                  <a:pt x="331038" y="277558"/>
                </a:lnTo>
                <a:lnTo>
                  <a:pt x="408724" y="6096"/>
                </a:lnTo>
                <a:close/>
              </a:path>
              <a:path w="622300" h="325119">
                <a:moveTo>
                  <a:pt x="622274" y="230314"/>
                </a:moveTo>
                <a:lnTo>
                  <a:pt x="610260" y="189839"/>
                </a:lnTo>
                <a:lnTo>
                  <a:pt x="578065" y="163156"/>
                </a:lnTo>
                <a:lnTo>
                  <a:pt x="547497" y="155536"/>
                </a:lnTo>
                <a:lnTo>
                  <a:pt x="575551" y="143560"/>
                </a:lnTo>
                <a:lnTo>
                  <a:pt x="595591" y="126009"/>
                </a:lnTo>
                <a:lnTo>
                  <a:pt x="607593" y="102997"/>
                </a:lnTo>
                <a:lnTo>
                  <a:pt x="611593" y="74676"/>
                </a:lnTo>
                <a:lnTo>
                  <a:pt x="611047" y="66700"/>
                </a:lnTo>
                <a:lnTo>
                  <a:pt x="609498" y="58864"/>
                </a:lnTo>
                <a:lnTo>
                  <a:pt x="607098" y="51320"/>
                </a:lnTo>
                <a:lnTo>
                  <a:pt x="603973" y="44196"/>
                </a:lnTo>
                <a:lnTo>
                  <a:pt x="601141" y="37617"/>
                </a:lnTo>
                <a:lnTo>
                  <a:pt x="567423" y="8686"/>
                </a:lnTo>
                <a:lnTo>
                  <a:pt x="559689" y="6096"/>
                </a:lnTo>
                <a:lnTo>
                  <a:pt x="551421" y="3213"/>
                </a:lnTo>
                <a:lnTo>
                  <a:pt x="542734" y="1333"/>
                </a:lnTo>
                <a:lnTo>
                  <a:pt x="533755" y="304"/>
                </a:lnTo>
                <a:lnTo>
                  <a:pt x="524637" y="0"/>
                </a:lnTo>
                <a:lnTo>
                  <a:pt x="504012" y="1143"/>
                </a:lnTo>
                <a:lnTo>
                  <a:pt x="485394" y="4572"/>
                </a:lnTo>
                <a:lnTo>
                  <a:pt x="468490" y="10287"/>
                </a:lnTo>
                <a:lnTo>
                  <a:pt x="453009" y="18288"/>
                </a:lnTo>
                <a:lnTo>
                  <a:pt x="453009" y="53340"/>
                </a:lnTo>
                <a:lnTo>
                  <a:pt x="467271" y="43332"/>
                </a:lnTo>
                <a:lnTo>
                  <a:pt x="482536" y="36195"/>
                </a:lnTo>
                <a:lnTo>
                  <a:pt x="498652" y="31902"/>
                </a:lnTo>
                <a:lnTo>
                  <a:pt x="515493" y="30480"/>
                </a:lnTo>
                <a:lnTo>
                  <a:pt x="541261" y="33883"/>
                </a:lnTo>
                <a:lnTo>
                  <a:pt x="559308" y="44005"/>
                </a:lnTo>
                <a:lnTo>
                  <a:pt x="569925" y="60693"/>
                </a:lnTo>
                <a:lnTo>
                  <a:pt x="573405" y="83820"/>
                </a:lnTo>
                <a:lnTo>
                  <a:pt x="568566" y="108991"/>
                </a:lnTo>
                <a:lnTo>
                  <a:pt x="554164" y="127152"/>
                </a:lnTo>
                <a:lnTo>
                  <a:pt x="530326" y="138137"/>
                </a:lnTo>
                <a:lnTo>
                  <a:pt x="497205" y="141820"/>
                </a:lnTo>
                <a:lnTo>
                  <a:pt x="471297" y="141820"/>
                </a:lnTo>
                <a:lnTo>
                  <a:pt x="471297" y="172300"/>
                </a:lnTo>
                <a:lnTo>
                  <a:pt x="497205" y="172300"/>
                </a:lnTo>
                <a:lnTo>
                  <a:pt x="536105" y="176263"/>
                </a:lnTo>
                <a:lnTo>
                  <a:pt x="563740" y="187934"/>
                </a:lnTo>
                <a:lnTo>
                  <a:pt x="580224" y="207060"/>
                </a:lnTo>
                <a:lnTo>
                  <a:pt x="585685" y="233362"/>
                </a:lnTo>
                <a:lnTo>
                  <a:pt x="585406" y="240842"/>
                </a:lnTo>
                <a:lnTo>
                  <a:pt x="565785" y="277558"/>
                </a:lnTo>
                <a:lnTo>
                  <a:pt x="560920" y="281609"/>
                </a:lnTo>
                <a:lnTo>
                  <a:pt x="521068" y="294043"/>
                </a:lnTo>
                <a:lnTo>
                  <a:pt x="512445" y="294322"/>
                </a:lnTo>
                <a:lnTo>
                  <a:pt x="493318" y="292874"/>
                </a:lnTo>
                <a:lnTo>
                  <a:pt x="474916" y="288417"/>
                </a:lnTo>
                <a:lnTo>
                  <a:pt x="457365" y="280822"/>
                </a:lnTo>
                <a:lnTo>
                  <a:pt x="440817" y="269938"/>
                </a:lnTo>
                <a:lnTo>
                  <a:pt x="440817" y="308140"/>
                </a:lnTo>
                <a:lnTo>
                  <a:pt x="454799" y="315252"/>
                </a:lnTo>
                <a:lnTo>
                  <a:pt x="471487" y="320522"/>
                </a:lnTo>
                <a:lnTo>
                  <a:pt x="490753" y="323773"/>
                </a:lnTo>
                <a:lnTo>
                  <a:pt x="512445" y="324904"/>
                </a:lnTo>
                <a:lnTo>
                  <a:pt x="523849" y="324586"/>
                </a:lnTo>
                <a:lnTo>
                  <a:pt x="566635" y="314845"/>
                </a:lnTo>
                <a:lnTo>
                  <a:pt x="596658" y="294322"/>
                </a:lnTo>
                <a:lnTo>
                  <a:pt x="598360" y="292696"/>
                </a:lnTo>
                <a:lnTo>
                  <a:pt x="620166" y="250698"/>
                </a:lnTo>
                <a:lnTo>
                  <a:pt x="621715" y="240576"/>
                </a:lnTo>
                <a:lnTo>
                  <a:pt x="622274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73198" y="1929669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19">
                <a:moveTo>
                  <a:pt x="147923" y="324897"/>
                </a:moveTo>
                <a:lnTo>
                  <a:pt x="87725" y="314408"/>
                </a:lnTo>
                <a:lnTo>
                  <a:pt x="41243" y="282130"/>
                </a:lnTo>
                <a:lnTo>
                  <a:pt x="10298" y="231826"/>
                </a:lnTo>
                <a:lnTo>
                  <a:pt x="0" y="167735"/>
                </a:lnTo>
                <a:lnTo>
                  <a:pt x="2858" y="132620"/>
                </a:lnTo>
                <a:lnTo>
                  <a:pt x="25757" y="72071"/>
                </a:lnTo>
                <a:lnTo>
                  <a:pt x="70104" y="26360"/>
                </a:lnTo>
                <a:lnTo>
                  <a:pt x="127254" y="2881"/>
                </a:lnTo>
                <a:lnTo>
                  <a:pt x="160115" y="0"/>
                </a:lnTo>
                <a:lnTo>
                  <a:pt x="181911" y="857"/>
                </a:lnTo>
                <a:lnTo>
                  <a:pt x="201537" y="3428"/>
                </a:lnTo>
                <a:lnTo>
                  <a:pt x="219144" y="7715"/>
                </a:lnTo>
                <a:lnTo>
                  <a:pt x="234886" y="13715"/>
                </a:lnTo>
                <a:lnTo>
                  <a:pt x="234886" y="51815"/>
                </a:lnTo>
                <a:lnTo>
                  <a:pt x="217430" y="43814"/>
                </a:lnTo>
                <a:lnTo>
                  <a:pt x="199251" y="38099"/>
                </a:lnTo>
                <a:lnTo>
                  <a:pt x="180196" y="34670"/>
                </a:lnTo>
                <a:lnTo>
                  <a:pt x="160115" y="33527"/>
                </a:lnTo>
                <a:lnTo>
                  <a:pt x="134112" y="35813"/>
                </a:lnTo>
                <a:lnTo>
                  <a:pt x="90678" y="54101"/>
                </a:lnTo>
                <a:lnTo>
                  <a:pt x="58126" y="89232"/>
                </a:lnTo>
                <a:lnTo>
                  <a:pt x="40457" y="137706"/>
                </a:lnTo>
                <a:lnTo>
                  <a:pt x="38195" y="166211"/>
                </a:lnTo>
                <a:lnTo>
                  <a:pt x="40195" y="193412"/>
                </a:lnTo>
                <a:lnTo>
                  <a:pt x="56197" y="239171"/>
                </a:lnTo>
                <a:lnTo>
                  <a:pt x="87344" y="272629"/>
                </a:lnTo>
                <a:lnTo>
                  <a:pt x="128492" y="289250"/>
                </a:lnTo>
                <a:lnTo>
                  <a:pt x="152495" y="291274"/>
                </a:lnTo>
                <a:lnTo>
                  <a:pt x="175696" y="290107"/>
                </a:lnTo>
                <a:lnTo>
                  <a:pt x="197155" y="286511"/>
                </a:lnTo>
                <a:lnTo>
                  <a:pt x="216882" y="280344"/>
                </a:lnTo>
                <a:lnTo>
                  <a:pt x="234886" y="271462"/>
                </a:lnTo>
                <a:lnTo>
                  <a:pt x="234886" y="306609"/>
                </a:lnTo>
                <a:lnTo>
                  <a:pt x="216597" y="314610"/>
                </a:lnTo>
                <a:lnTo>
                  <a:pt x="196012" y="320325"/>
                </a:lnTo>
                <a:lnTo>
                  <a:pt x="173124" y="323754"/>
                </a:lnTo>
                <a:lnTo>
                  <a:pt x="14792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2359056" y="1935765"/>
            <a:ext cx="628650" cy="319405"/>
            <a:chOff x="2359056" y="1935765"/>
            <a:chExt cx="628650" cy="319405"/>
          </a:xfrm>
        </p:grpSpPr>
        <p:sp>
          <p:nvSpPr>
            <p:cNvPr id="9" name="object 9" descr=""/>
            <p:cNvSpPr/>
            <p:nvPr/>
          </p:nvSpPr>
          <p:spPr>
            <a:xfrm>
              <a:off x="2359056" y="1935765"/>
              <a:ext cx="408940" cy="314325"/>
            </a:xfrm>
            <a:custGeom>
              <a:avLst/>
              <a:gdLst/>
              <a:ahLst/>
              <a:cxnLst/>
              <a:rect l="l" t="t" r="r" b="b"/>
              <a:pathLst>
                <a:path w="408939" h="314325">
                  <a:moveTo>
                    <a:pt x="134207" y="314229"/>
                  </a:moveTo>
                  <a:lnTo>
                    <a:pt x="91535" y="314229"/>
                  </a:lnTo>
                  <a:lnTo>
                    <a:pt x="0" y="0"/>
                  </a:lnTo>
                  <a:lnTo>
                    <a:pt x="41148" y="0"/>
                  </a:lnTo>
                  <a:lnTo>
                    <a:pt x="108299" y="240982"/>
                  </a:lnTo>
                  <a:lnTo>
                    <a:pt x="109539" y="248745"/>
                  </a:lnTo>
                  <a:lnTo>
                    <a:pt x="110612" y="255841"/>
                  </a:lnTo>
                  <a:lnTo>
                    <a:pt x="112871" y="271462"/>
                  </a:lnTo>
                  <a:lnTo>
                    <a:pt x="146370" y="271462"/>
                  </a:lnTo>
                  <a:lnTo>
                    <a:pt x="134207" y="314229"/>
                  </a:lnTo>
                  <a:close/>
                </a:path>
                <a:path w="408939" h="314325">
                  <a:moveTo>
                    <a:pt x="146370" y="271462"/>
                  </a:moveTo>
                  <a:lnTo>
                    <a:pt x="114395" y="271462"/>
                  </a:lnTo>
                  <a:lnTo>
                    <a:pt x="114919" y="265199"/>
                  </a:lnTo>
                  <a:lnTo>
                    <a:pt x="116300" y="257937"/>
                  </a:lnTo>
                  <a:lnTo>
                    <a:pt x="118252" y="249816"/>
                  </a:lnTo>
                  <a:lnTo>
                    <a:pt x="120491" y="240982"/>
                  </a:lnTo>
                  <a:lnTo>
                    <a:pt x="190595" y="0"/>
                  </a:lnTo>
                  <a:lnTo>
                    <a:pt x="225742" y="0"/>
                  </a:lnTo>
                  <a:lnTo>
                    <a:pt x="239744" y="51816"/>
                  </a:lnTo>
                  <a:lnTo>
                    <a:pt x="205930" y="51816"/>
                  </a:lnTo>
                  <a:lnTo>
                    <a:pt x="204708" y="59817"/>
                  </a:lnTo>
                  <a:lnTo>
                    <a:pt x="203370" y="67818"/>
                  </a:lnTo>
                  <a:lnTo>
                    <a:pt x="201764" y="75819"/>
                  </a:lnTo>
                  <a:lnTo>
                    <a:pt x="199739" y="83820"/>
                  </a:lnTo>
                  <a:lnTo>
                    <a:pt x="146370" y="271462"/>
                  </a:lnTo>
                  <a:close/>
                </a:path>
                <a:path w="408939" h="314325">
                  <a:moveTo>
                    <a:pt x="330957" y="271462"/>
                  </a:moveTo>
                  <a:lnTo>
                    <a:pt x="297370" y="271462"/>
                  </a:lnTo>
                  <a:lnTo>
                    <a:pt x="298537" y="265199"/>
                  </a:lnTo>
                  <a:lnTo>
                    <a:pt x="299847" y="257937"/>
                  </a:lnTo>
                  <a:lnTo>
                    <a:pt x="301442" y="249816"/>
                  </a:lnTo>
                  <a:lnTo>
                    <a:pt x="303466" y="240982"/>
                  </a:lnTo>
                  <a:lnTo>
                    <a:pt x="367569" y="0"/>
                  </a:lnTo>
                  <a:lnTo>
                    <a:pt x="408717" y="0"/>
                  </a:lnTo>
                  <a:lnTo>
                    <a:pt x="330957" y="271462"/>
                  </a:lnTo>
                  <a:close/>
                </a:path>
                <a:path w="408939" h="314325">
                  <a:moveTo>
                    <a:pt x="318706" y="314229"/>
                  </a:moveTo>
                  <a:lnTo>
                    <a:pt x="276034" y="314229"/>
                  </a:lnTo>
                  <a:lnTo>
                    <a:pt x="212026" y="83820"/>
                  </a:lnTo>
                  <a:lnTo>
                    <a:pt x="210002" y="76676"/>
                  </a:lnTo>
                  <a:lnTo>
                    <a:pt x="208407" y="68961"/>
                  </a:lnTo>
                  <a:lnTo>
                    <a:pt x="207097" y="60674"/>
                  </a:lnTo>
                  <a:lnTo>
                    <a:pt x="205930" y="51816"/>
                  </a:lnTo>
                  <a:lnTo>
                    <a:pt x="239744" y="51816"/>
                  </a:lnTo>
                  <a:lnTo>
                    <a:pt x="291274" y="242506"/>
                  </a:lnTo>
                  <a:lnTo>
                    <a:pt x="293298" y="248745"/>
                  </a:lnTo>
                  <a:lnTo>
                    <a:pt x="294894" y="255841"/>
                  </a:lnTo>
                  <a:lnTo>
                    <a:pt x="296203" y="263509"/>
                  </a:lnTo>
                  <a:lnTo>
                    <a:pt x="297370" y="271462"/>
                  </a:lnTo>
                  <a:lnTo>
                    <a:pt x="330957" y="271462"/>
                  </a:lnTo>
                  <a:lnTo>
                    <a:pt x="318706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2158" y="2019585"/>
              <a:ext cx="195262" cy="234981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3042285" y="1917477"/>
            <a:ext cx="206375" cy="337185"/>
          </a:xfrm>
          <a:custGeom>
            <a:avLst/>
            <a:gdLst/>
            <a:ahLst/>
            <a:cxnLst/>
            <a:rect l="l" t="t" r="r" b="b"/>
            <a:pathLst>
              <a:path w="206375" h="337185">
                <a:moveTo>
                  <a:pt x="35052" y="332517"/>
                </a:moveTo>
                <a:lnTo>
                  <a:pt x="0" y="332517"/>
                </a:lnTo>
                <a:lnTo>
                  <a:pt x="0" y="0"/>
                </a:lnTo>
                <a:lnTo>
                  <a:pt x="35052" y="0"/>
                </a:lnTo>
                <a:lnTo>
                  <a:pt x="35052" y="146399"/>
                </a:lnTo>
                <a:lnTo>
                  <a:pt x="63232" y="146399"/>
                </a:lnTo>
                <a:lnTo>
                  <a:pt x="39814" y="179177"/>
                </a:lnTo>
                <a:lnTo>
                  <a:pt x="35052" y="208978"/>
                </a:lnTo>
                <a:lnTo>
                  <a:pt x="35081" y="239815"/>
                </a:lnTo>
                <a:lnTo>
                  <a:pt x="45339" y="276963"/>
                </a:lnTo>
                <a:lnTo>
                  <a:pt x="68915" y="298894"/>
                </a:lnTo>
                <a:lnTo>
                  <a:pt x="35052" y="298894"/>
                </a:lnTo>
                <a:lnTo>
                  <a:pt x="35052" y="332517"/>
                </a:lnTo>
                <a:close/>
              </a:path>
              <a:path w="206375" h="337185">
                <a:moveTo>
                  <a:pt x="63232" y="146399"/>
                </a:moveTo>
                <a:lnTo>
                  <a:pt x="36576" y="146399"/>
                </a:lnTo>
                <a:lnTo>
                  <a:pt x="50878" y="127262"/>
                </a:lnTo>
                <a:lnTo>
                  <a:pt x="68627" y="113395"/>
                </a:lnTo>
                <a:lnTo>
                  <a:pt x="89805" y="104956"/>
                </a:lnTo>
                <a:lnTo>
                  <a:pt x="114395" y="102108"/>
                </a:lnTo>
                <a:lnTo>
                  <a:pt x="134088" y="104099"/>
                </a:lnTo>
                <a:lnTo>
                  <a:pt x="151923" y="109966"/>
                </a:lnTo>
                <a:lnTo>
                  <a:pt x="167759" y="119547"/>
                </a:lnTo>
                <a:lnTo>
                  <a:pt x="181451" y="132683"/>
                </a:lnTo>
                <a:lnTo>
                  <a:pt x="105251" y="132683"/>
                </a:lnTo>
                <a:lnTo>
                  <a:pt x="90091" y="134088"/>
                </a:lnTo>
                <a:lnTo>
                  <a:pt x="76628" y="138207"/>
                </a:lnTo>
                <a:lnTo>
                  <a:pt x="64880" y="144899"/>
                </a:lnTo>
                <a:lnTo>
                  <a:pt x="63232" y="146399"/>
                </a:lnTo>
                <a:close/>
              </a:path>
              <a:path w="206375" h="337185">
                <a:moveTo>
                  <a:pt x="175366" y="306514"/>
                </a:moveTo>
                <a:lnTo>
                  <a:pt x="99155" y="306514"/>
                </a:lnTo>
                <a:lnTo>
                  <a:pt x="114538" y="305061"/>
                </a:lnTo>
                <a:lnTo>
                  <a:pt x="128492" y="300609"/>
                </a:lnTo>
                <a:lnTo>
                  <a:pt x="158972" y="268390"/>
                </a:lnTo>
                <a:lnTo>
                  <a:pt x="169259" y="212026"/>
                </a:lnTo>
                <a:lnTo>
                  <a:pt x="168140" y="194564"/>
                </a:lnTo>
                <a:lnTo>
                  <a:pt x="152495" y="154019"/>
                </a:lnTo>
                <a:lnTo>
                  <a:pt x="119276" y="133873"/>
                </a:lnTo>
                <a:lnTo>
                  <a:pt x="105251" y="132683"/>
                </a:lnTo>
                <a:lnTo>
                  <a:pt x="181451" y="132683"/>
                </a:lnTo>
                <a:lnTo>
                  <a:pt x="192333" y="148948"/>
                </a:lnTo>
                <a:lnTo>
                  <a:pt x="199929" y="167937"/>
                </a:lnTo>
                <a:lnTo>
                  <a:pt x="204382" y="189516"/>
                </a:lnTo>
                <a:lnTo>
                  <a:pt x="205835" y="213550"/>
                </a:lnTo>
                <a:lnTo>
                  <a:pt x="204120" y="239815"/>
                </a:lnTo>
                <a:lnTo>
                  <a:pt x="198977" y="263652"/>
                </a:lnTo>
                <a:lnTo>
                  <a:pt x="190404" y="284916"/>
                </a:lnTo>
                <a:lnTo>
                  <a:pt x="178403" y="303466"/>
                </a:lnTo>
                <a:lnTo>
                  <a:pt x="175366" y="306514"/>
                </a:lnTo>
                <a:close/>
              </a:path>
              <a:path w="206375" h="337185">
                <a:moveTo>
                  <a:pt x="103727" y="337089"/>
                </a:moveTo>
                <a:lnTo>
                  <a:pt x="83121" y="334778"/>
                </a:lnTo>
                <a:lnTo>
                  <a:pt x="64972" y="327743"/>
                </a:lnTo>
                <a:lnTo>
                  <a:pt x="49412" y="315832"/>
                </a:lnTo>
                <a:lnTo>
                  <a:pt x="36576" y="298894"/>
                </a:lnTo>
                <a:lnTo>
                  <a:pt x="68915" y="298894"/>
                </a:lnTo>
                <a:lnTo>
                  <a:pt x="73961" y="301752"/>
                </a:lnTo>
                <a:lnTo>
                  <a:pt x="85995" y="305347"/>
                </a:lnTo>
                <a:lnTo>
                  <a:pt x="99155" y="306514"/>
                </a:lnTo>
                <a:lnTo>
                  <a:pt x="175366" y="306514"/>
                </a:lnTo>
                <a:lnTo>
                  <a:pt x="163520" y="318404"/>
                </a:lnTo>
                <a:lnTo>
                  <a:pt x="146208" y="328886"/>
                </a:lnTo>
                <a:lnTo>
                  <a:pt x="126325" y="335064"/>
                </a:lnTo>
                <a:lnTo>
                  <a:pt x="103727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394507" y="1870138"/>
            <a:ext cx="852805" cy="442595"/>
          </a:xfrm>
          <a:custGeom>
            <a:avLst/>
            <a:gdLst/>
            <a:ahLst/>
            <a:cxnLst/>
            <a:rect l="l" t="t" r="r" b="b"/>
            <a:pathLst>
              <a:path w="852804" h="442594">
                <a:moveTo>
                  <a:pt x="366052" y="297472"/>
                </a:moveTo>
                <a:lnTo>
                  <a:pt x="334048" y="297472"/>
                </a:lnTo>
                <a:lnTo>
                  <a:pt x="334048" y="324904"/>
                </a:lnTo>
                <a:lnTo>
                  <a:pt x="334048" y="390537"/>
                </a:lnTo>
                <a:lnTo>
                  <a:pt x="112877" y="390537"/>
                </a:lnTo>
                <a:lnTo>
                  <a:pt x="112877" y="324904"/>
                </a:lnTo>
                <a:lnTo>
                  <a:pt x="334048" y="324904"/>
                </a:lnTo>
                <a:lnTo>
                  <a:pt x="334048" y="297472"/>
                </a:lnTo>
                <a:lnTo>
                  <a:pt x="80873" y="297472"/>
                </a:lnTo>
                <a:lnTo>
                  <a:pt x="80873" y="436257"/>
                </a:lnTo>
                <a:lnTo>
                  <a:pt x="112877" y="436257"/>
                </a:lnTo>
                <a:lnTo>
                  <a:pt x="112877" y="417969"/>
                </a:lnTo>
                <a:lnTo>
                  <a:pt x="334048" y="417969"/>
                </a:lnTo>
                <a:lnTo>
                  <a:pt x="334048" y="436257"/>
                </a:lnTo>
                <a:lnTo>
                  <a:pt x="366052" y="436257"/>
                </a:lnTo>
                <a:lnTo>
                  <a:pt x="366052" y="417969"/>
                </a:lnTo>
                <a:lnTo>
                  <a:pt x="366052" y="390537"/>
                </a:lnTo>
                <a:lnTo>
                  <a:pt x="366052" y="324904"/>
                </a:lnTo>
                <a:lnTo>
                  <a:pt x="366052" y="297472"/>
                </a:lnTo>
                <a:close/>
              </a:path>
              <a:path w="852804" h="442594">
                <a:moveTo>
                  <a:pt x="419493" y="58013"/>
                </a:moveTo>
                <a:lnTo>
                  <a:pt x="234899" y="58013"/>
                </a:lnTo>
                <a:lnTo>
                  <a:pt x="254711" y="45720"/>
                </a:lnTo>
                <a:lnTo>
                  <a:pt x="245567" y="33439"/>
                </a:lnTo>
                <a:lnTo>
                  <a:pt x="236423" y="21717"/>
                </a:lnTo>
                <a:lnTo>
                  <a:pt x="227279" y="10579"/>
                </a:lnTo>
                <a:lnTo>
                  <a:pt x="218135" y="0"/>
                </a:lnTo>
                <a:lnTo>
                  <a:pt x="189179" y="19812"/>
                </a:lnTo>
                <a:lnTo>
                  <a:pt x="196888" y="29845"/>
                </a:lnTo>
                <a:lnTo>
                  <a:pt x="204038" y="39446"/>
                </a:lnTo>
                <a:lnTo>
                  <a:pt x="210604" y="48793"/>
                </a:lnTo>
                <a:lnTo>
                  <a:pt x="216611" y="58013"/>
                </a:lnTo>
                <a:lnTo>
                  <a:pt x="27533" y="58013"/>
                </a:lnTo>
                <a:lnTo>
                  <a:pt x="27533" y="140309"/>
                </a:lnTo>
                <a:lnTo>
                  <a:pt x="61061" y="140309"/>
                </a:lnTo>
                <a:lnTo>
                  <a:pt x="61061" y="86969"/>
                </a:lnTo>
                <a:lnTo>
                  <a:pt x="387388" y="86969"/>
                </a:lnTo>
                <a:lnTo>
                  <a:pt x="387388" y="140309"/>
                </a:lnTo>
                <a:lnTo>
                  <a:pt x="419493" y="140309"/>
                </a:lnTo>
                <a:lnTo>
                  <a:pt x="419493" y="86969"/>
                </a:lnTo>
                <a:lnTo>
                  <a:pt x="419493" y="58013"/>
                </a:lnTo>
                <a:close/>
              </a:path>
              <a:path w="852804" h="442594">
                <a:moveTo>
                  <a:pt x="442353" y="250139"/>
                </a:moveTo>
                <a:lnTo>
                  <a:pt x="392595" y="248704"/>
                </a:lnTo>
                <a:lnTo>
                  <a:pt x="346430" y="244424"/>
                </a:lnTo>
                <a:lnTo>
                  <a:pt x="344170" y="244043"/>
                </a:lnTo>
                <a:lnTo>
                  <a:pt x="303987" y="237274"/>
                </a:lnTo>
                <a:lnTo>
                  <a:pt x="265379" y="227279"/>
                </a:lnTo>
                <a:lnTo>
                  <a:pt x="291439" y="212039"/>
                </a:lnTo>
                <a:lnTo>
                  <a:pt x="293712" y="210705"/>
                </a:lnTo>
                <a:lnTo>
                  <a:pt x="319176" y="192989"/>
                </a:lnTo>
                <a:lnTo>
                  <a:pt x="341757" y="174129"/>
                </a:lnTo>
                <a:lnTo>
                  <a:pt x="361480" y="154127"/>
                </a:lnTo>
                <a:lnTo>
                  <a:pt x="361480" y="126593"/>
                </a:lnTo>
                <a:lnTo>
                  <a:pt x="315760" y="126593"/>
                </a:lnTo>
                <a:lnTo>
                  <a:pt x="315760" y="154127"/>
                </a:lnTo>
                <a:lnTo>
                  <a:pt x="297192" y="170459"/>
                </a:lnTo>
                <a:lnTo>
                  <a:pt x="275894" y="185369"/>
                </a:lnTo>
                <a:lnTo>
                  <a:pt x="252031" y="199123"/>
                </a:lnTo>
                <a:lnTo>
                  <a:pt x="225755" y="212039"/>
                </a:lnTo>
                <a:lnTo>
                  <a:pt x="202895" y="199986"/>
                </a:lnTo>
                <a:lnTo>
                  <a:pt x="182321" y="186512"/>
                </a:lnTo>
                <a:lnTo>
                  <a:pt x="164033" y="171310"/>
                </a:lnTo>
                <a:lnTo>
                  <a:pt x="160794" y="167843"/>
                </a:lnTo>
                <a:lnTo>
                  <a:pt x="148031" y="154127"/>
                </a:lnTo>
                <a:lnTo>
                  <a:pt x="315760" y="154127"/>
                </a:lnTo>
                <a:lnTo>
                  <a:pt x="315760" y="126593"/>
                </a:lnTo>
                <a:lnTo>
                  <a:pt x="160223" y="126593"/>
                </a:lnTo>
                <a:lnTo>
                  <a:pt x="165023" y="120853"/>
                </a:lnTo>
                <a:lnTo>
                  <a:pt x="170129" y="114973"/>
                </a:lnTo>
                <a:lnTo>
                  <a:pt x="175221" y="108800"/>
                </a:lnTo>
                <a:lnTo>
                  <a:pt x="180035" y="102209"/>
                </a:lnTo>
                <a:lnTo>
                  <a:pt x="148031" y="88493"/>
                </a:lnTo>
                <a:lnTo>
                  <a:pt x="125107" y="117919"/>
                </a:lnTo>
                <a:lnTo>
                  <a:pt x="97650" y="146646"/>
                </a:lnTo>
                <a:lnTo>
                  <a:pt x="65633" y="174510"/>
                </a:lnTo>
                <a:lnTo>
                  <a:pt x="29057" y="201371"/>
                </a:lnTo>
                <a:lnTo>
                  <a:pt x="35623" y="207314"/>
                </a:lnTo>
                <a:lnTo>
                  <a:pt x="41567" y="213487"/>
                </a:lnTo>
                <a:lnTo>
                  <a:pt x="47053" y="219798"/>
                </a:lnTo>
                <a:lnTo>
                  <a:pt x="51917" y="225755"/>
                </a:lnTo>
                <a:lnTo>
                  <a:pt x="69062" y="212623"/>
                </a:lnTo>
                <a:lnTo>
                  <a:pt x="86207" y="198513"/>
                </a:lnTo>
                <a:lnTo>
                  <a:pt x="103352" y="183527"/>
                </a:lnTo>
                <a:lnTo>
                  <a:pt x="120497" y="167843"/>
                </a:lnTo>
                <a:lnTo>
                  <a:pt x="134200" y="184391"/>
                </a:lnTo>
                <a:lnTo>
                  <a:pt x="150075" y="199656"/>
                </a:lnTo>
                <a:lnTo>
                  <a:pt x="167944" y="213487"/>
                </a:lnTo>
                <a:lnTo>
                  <a:pt x="187655" y="225755"/>
                </a:lnTo>
                <a:lnTo>
                  <a:pt x="146735" y="237477"/>
                </a:lnTo>
                <a:lnTo>
                  <a:pt x="101828" y="247510"/>
                </a:lnTo>
                <a:lnTo>
                  <a:pt x="52920" y="255828"/>
                </a:lnTo>
                <a:lnTo>
                  <a:pt x="0" y="262420"/>
                </a:lnTo>
                <a:lnTo>
                  <a:pt x="5486" y="270408"/>
                </a:lnTo>
                <a:lnTo>
                  <a:pt x="10375" y="278422"/>
                </a:lnTo>
                <a:lnTo>
                  <a:pt x="14668" y="286423"/>
                </a:lnTo>
                <a:lnTo>
                  <a:pt x="18389" y="294424"/>
                </a:lnTo>
                <a:lnTo>
                  <a:pt x="77597" y="285280"/>
                </a:lnTo>
                <a:lnTo>
                  <a:pt x="131978" y="273837"/>
                </a:lnTo>
                <a:lnTo>
                  <a:pt x="181775" y="260096"/>
                </a:lnTo>
                <a:lnTo>
                  <a:pt x="227279" y="244043"/>
                </a:lnTo>
                <a:lnTo>
                  <a:pt x="267817" y="258660"/>
                </a:lnTo>
                <a:lnTo>
                  <a:pt x="313817" y="270408"/>
                </a:lnTo>
                <a:lnTo>
                  <a:pt x="364985" y="279273"/>
                </a:lnTo>
                <a:lnTo>
                  <a:pt x="421017" y="285280"/>
                </a:lnTo>
                <a:lnTo>
                  <a:pt x="426491" y="276161"/>
                </a:lnTo>
                <a:lnTo>
                  <a:pt x="431685" y="267169"/>
                </a:lnTo>
                <a:lnTo>
                  <a:pt x="436867" y="258445"/>
                </a:lnTo>
                <a:lnTo>
                  <a:pt x="442353" y="250139"/>
                </a:lnTo>
                <a:close/>
              </a:path>
              <a:path w="852804" h="442594">
                <a:moveTo>
                  <a:pt x="852589" y="70205"/>
                </a:moveTo>
                <a:lnTo>
                  <a:pt x="817448" y="70205"/>
                </a:lnTo>
                <a:lnTo>
                  <a:pt x="817448" y="100685"/>
                </a:lnTo>
                <a:lnTo>
                  <a:pt x="817448" y="208991"/>
                </a:lnTo>
                <a:lnTo>
                  <a:pt x="541401" y="208991"/>
                </a:lnTo>
                <a:lnTo>
                  <a:pt x="541401" y="100685"/>
                </a:lnTo>
                <a:lnTo>
                  <a:pt x="817448" y="100685"/>
                </a:lnTo>
                <a:lnTo>
                  <a:pt x="817448" y="70205"/>
                </a:lnTo>
                <a:lnTo>
                  <a:pt x="689330" y="70205"/>
                </a:lnTo>
                <a:lnTo>
                  <a:pt x="710768" y="56489"/>
                </a:lnTo>
                <a:lnTo>
                  <a:pt x="700455" y="41859"/>
                </a:lnTo>
                <a:lnTo>
                  <a:pt x="690143" y="27825"/>
                </a:lnTo>
                <a:lnTo>
                  <a:pt x="679818" y="14389"/>
                </a:lnTo>
                <a:lnTo>
                  <a:pt x="669518" y="1524"/>
                </a:lnTo>
                <a:lnTo>
                  <a:pt x="637514" y="19812"/>
                </a:lnTo>
                <a:lnTo>
                  <a:pt x="647522" y="32410"/>
                </a:lnTo>
                <a:lnTo>
                  <a:pt x="656945" y="45008"/>
                </a:lnTo>
                <a:lnTo>
                  <a:pt x="665810" y="57619"/>
                </a:lnTo>
                <a:lnTo>
                  <a:pt x="674090" y="70205"/>
                </a:lnTo>
                <a:lnTo>
                  <a:pt x="506349" y="70205"/>
                </a:lnTo>
                <a:lnTo>
                  <a:pt x="506349" y="208991"/>
                </a:lnTo>
                <a:lnTo>
                  <a:pt x="502920" y="272465"/>
                </a:lnTo>
                <a:lnTo>
                  <a:pt x="492633" y="327799"/>
                </a:lnTo>
                <a:lnTo>
                  <a:pt x="475488" y="374827"/>
                </a:lnTo>
                <a:lnTo>
                  <a:pt x="451485" y="413397"/>
                </a:lnTo>
                <a:lnTo>
                  <a:pt x="458089" y="420484"/>
                </a:lnTo>
                <a:lnTo>
                  <a:pt x="464248" y="427875"/>
                </a:lnTo>
                <a:lnTo>
                  <a:pt x="470141" y="435254"/>
                </a:lnTo>
                <a:lnTo>
                  <a:pt x="475869" y="442353"/>
                </a:lnTo>
                <a:lnTo>
                  <a:pt x="502183" y="401472"/>
                </a:lnTo>
                <a:lnTo>
                  <a:pt x="521779" y="354279"/>
                </a:lnTo>
                <a:lnTo>
                  <a:pt x="534809" y="300786"/>
                </a:lnTo>
                <a:lnTo>
                  <a:pt x="541401" y="240995"/>
                </a:lnTo>
                <a:lnTo>
                  <a:pt x="817448" y="240995"/>
                </a:lnTo>
                <a:lnTo>
                  <a:pt x="817448" y="263944"/>
                </a:lnTo>
                <a:lnTo>
                  <a:pt x="852589" y="263944"/>
                </a:lnTo>
                <a:lnTo>
                  <a:pt x="852589" y="240995"/>
                </a:lnTo>
                <a:lnTo>
                  <a:pt x="852589" y="208991"/>
                </a:lnTo>
                <a:lnTo>
                  <a:pt x="852589" y="100685"/>
                </a:lnTo>
                <a:lnTo>
                  <a:pt x="852589" y="702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295864" y="1873186"/>
            <a:ext cx="868044" cy="431800"/>
          </a:xfrm>
          <a:custGeom>
            <a:avLst/>
            <a:gdLst/>
            <a:ahLst/>
            <a:cxnLst/>
            <a:rect l="l" t="t" r="r" b="b"/>
            <a:pathLst>
              <a:path w="868045" h="431800">
                <a:moveTo>
                  <a:pt x="70104" y="306616"/>
                </a:moveTo>
                <a:lnTo>
                  <a:pt x="62369" y="262788"/>
                </a:lnTo>
                <a:lnTo>
                  <a:pt x="55054" y="222707"/>
                </a:lnTo>
                <a:lnTo>
                  <a:pt x="48031" y="186080"/>
                </a:lnTo>
                <a:lnTo>
                  <a:pt x="41148" y="152590"/>
                </a:lnTo>
                <a:lnTo>
                  <a:pt x="10668" y="158686"/>
                </a:lnTo>
                <a:lnTo>
                  <a:pt x="18618" y="194144"/>
                </a:lnTo>
                <a:lnTo>
                  <a:pt x="26289" y="231889"/>
                </a:lnTo>
                <a:lnTo>
                  <a:pt x="33388" y="271932"/>
                </a:lnTo>
                <a:lnTo>
                  <a:pt x="39624" y="314236"/>
                </a:lnTo>
                <a:lnTo>
                  <a:pt x="70104" y="306616"/>
                </a:lnTo>
                <a:close/>
              </a:path>
              <a:path w="868045" h="431800">
                <a:moveTo>
                  <a:pt x="112864" y="68681"/>
                </a:moveTo>
                <a:lnTo>
                  <a:pt x="102514" y="52425"/>
                </a:lnTo>
                <a:lnTo>
                  <a:pt x="91719" y="35864"/>
                </a:lnTo>
                <a:lnTo>
                  <a:pt x="80035" y="19304"/>
                </a:lnTo>
                <a:lnTo>
                  <a:pt x="67056" y="3048"/>
                </a:lnTo>
                <a:lnTo>
                  <a:pt x="41148" y="19812"/>
                </a:lnTo>
                <a:lnTo>
                  <a:pt x="53403" y="37642"/>
                </a:lnTo>
                <a:lnTo>
                  <a:pt x="64820" y="54571"/>
                </a:lnTo>
                <a:lnTo>
                  <a:pt x="75095" y="70916"/>
                </a:lnTo>
                <a:lnTo>
                  <a:pt x="83908" y="86969"/>
                </a:lnTo>
                <a:lnTo>
                  <a:pt x="112864" y="68681"/>
                </a:lnTo>
                <a:close/>
              </a:path>
              <a:path w="868045" h="431800">
                <a:moveTo>
                  <a:pt x="150964" y="324904"/>
                </a:moveTo>
                <a:lnTo>
                  <a:pt x="141541" y="328066"/>
                </a:lnTo>
                <a:lnTo>
                  <a:pt x="131533" y="330809"/>
                </a:lnTo>
                <a:lnTo>
                  <a:pt x="120967" y="333260"/>
                </a:lnTo>
                <a:lnTo>
                  <a:pt x="109816" y="335572"/>
                </a:lnTo>
                <a:lnTo>
                  <a:pt x="120345" y="279908"/>
                </a:lnTo>
                <a:lnTo>
                  <a:pt x="129057" y="230936"/>
                </a:lnTo>
                <a:lnTo>
                  <a:pt x="135750" y="188683"/>
                </a:lnTo>
                <a:lnTo>
                  <a:pt x="140296" y="152590"/>
                </a:lnTo>
                <a:lnTo>
                  <a:pt x="109816" y="148018"/>
                </a:lnTo>
                <a:lnTo>
                  <a:pt x="98196" y="227126"/>
                </a:lnTo>
                <a:lnTo>
                  <a:pt x="90347" y="279768"/>
                </a:lnTo>
                <a:lnTo>
                  <a:pt x="80860" y="341668"/>
                </a:lnTo>
                <a:lnTo>
                  <a:pt x="42113" y="348538"/>
                </a:lnTo>
                <a:lnTo>
                  <a:pt x="0" y="355485"/>
                </a:lnTo>
                <a:lnTo>
                  <a:pt x="7620" y="387489"/>
                </a:lnTo>
                <a:lnTo>
                  <a:pt x="90728" y="370535"/>
                </a:lnTo>
                <a:lnTo>
                  <a:pt x="123863" y="363270"/>
                </a:lnTo>
                <a:lnTo>
                  <a:pt x="150964" y="357009"/>
                </a:lnTo>
                <a:lnTo>
                  <a:pt x="150964" y="335572"/>
                </a:lnTo>
                <a:lnTo>
                  <a:pt x="150964" y="324904"/>
                </a:lnTo>
                <a:close/>
              </a:path>
              <a:path w="868045" h="431800">
                <a:moveTo>
                  <a:pt x="155549" y="90017"/>
                </a:moveTo>
                <a:lnTo>
                  <a:pt x="4572" y="90017"/>
                </a:lnTo>
                <a:lnTo>
                  <a:pt x="4572" y="118973"/>
                </a:lnTo>
                <a:lnTo>
                  <a:pt x="155549" y="118973"/>
                </a:lnTo>
                <a:lnTo>
                  <a:pt x="155549" y="90017"/>
                </a:lnTo>
                <a:close/>
              </a:path>
              <a:path w="868045" h="431800">
                <a:moveTo>
                  <a:pt x="404152" y="28956"/>
                </a:moveTo>
                <a:lnTo>
                  <a:pt x="373672" y="28956"/>
                </a:lnTo>
                <a:lnTo>
                  <a:pt x="373672" y="99161"/>
                </a:lnTo>
                <a:lnTo>
                  <a:pt x="304990" y="99161"/>
                </a:lnTo>
                <a:lnTo>
                  <a:pt x="304990" y="0"/>
                </a:lnTo>
                <a:lnTo>
                  <a:pt x="274510" y="0"/>
                </a:lnTo>
                <a:lnTo>
                  <a:pt x="274510" y="99161"/>
                </a:lnTo>
                <a:lnTo>
                  <a:pt x="205841" y="99161"/>
                </a:lnTo>
                <a:lnTo>
                  <a:pt x="205841" y="28956"/>
                </a:lnTo>
                <a:lnTo>
                  <a:pt x="175361" y="28956"/>
                </a:lnTo>
                <a:lnTo>
                  <a:pt x="175361" y="126593"/>
                </a:lnTo>
                <a:lnTo>
                  <a:pt x="373672" y="126593"/>
                </a:lnTo>
                <a:lnTo>
                  <a:pt x="373672" y="140309"/>
                </a:lnTo>
                <a:lnTo>
                  <a:pt x="404152" y="140309"/>
                </a:lnTo>
                <a:lnTo>
                  <a:pt x="404152" y="99161"/>
                </a:lnTo>
                <a:lnTo>
                  <a:pt x="404152" y="28956"/>
                </a:lnTo>
                <a:close/>
              </a:path>
              <a:path w="868045" h="431800">
                <a:moveTo>
                  <a:pt x="436156" y="169354"/>
                </a:moveTo>
                <a:lnTo>
                  <a:pt x="152501" y="169354"/>
                </a:lnTo>
                <a:lnTo>
                  <a:pt x="152501" y="196799"/>
                </a:lnTo>
                <a:lnTo>
                  <a:pt x="271462" y="196799"/>
                </a:lnTo>
                <a:lnTo>
                  <a:pt x="260794" y="245567"/>
                </a:lnTo>
                <a:lnTo>
                  <a:pt x="163169" y="245567"/>
                </a:lnTo>
                <a:lnTo>
                  <a:pt x="163169" y="431685"/>
                </a:lnTo>
                <a:lnTo>
                  <a:pt x="193649" y="431685"/>
                </a:lnTo>
                <a:lnTo>
                  <a:pt x="193649" y="273088"/>
                </a:lnTo>
                <a:lnTo>
                  <a:pt x="237934" y="273088"/>
                </a:lnTo>
                <a:lnTo>
                  <a:pt x="237934" y="407301"/>
                </a:lnTo>
                <a:lnTo>
                  <a:pt x="266890" y="407301"/>
                </a:lnTo>
                <a:lnTo>
                  <a:pt x="266890" y="273088"/>
                </a:lnTo>
                <a:lnTo>
                  <a:pt x="311086" y="273088"/>
                </a:lnTo>
                <a:lnTo>
                  <a:pt x="311086" y="410349"/>
                </a:lnTo>
                <a:lnTo>
                  <a:pt x="340042" y="410349"/>
                </a:lnTo>
                <a:lnTo>
                  <a:pt x="340042" y="273088"/>
                </a:lnTo>
                <a:lnTo>
                  <a:pt x="384340" y="273088"/>
                </a:lnTo>
                <a:lnTo>
                  <a:pt x="384340" y="392061"/>
                </a:lnTo>
                <a:lnTo>
                  <a:pt x="381292" y="396621"/>
                </a:lnTo>
                <a:lnTo>
                  <a:pt x="364375" y="396608"/>
                </a:lnTo>
                <a:lnTo>
                  <a:pt x="356895" y="396443"/>
                </a:lnTo>
                <a:lnTo>
                  <a:pt x="349389" y="395986"/>
                </a:lnTo>
                <a:lnTo>
                  <a:pt x="341566" y="395109"/>
                </a:lnTo>
                <a:lnTo>
                  <a:pt x="344500" y="403123"/>
                </a:lnTo>
                <a:lnTo>
                  <a:pt x="346722" y="411302"/>
                </a:lnTo>
                <a:lnTo>
                  <a:pt x="348576" y="419303"/>
                </a:lnTo>
                <a:lnTo>
                  <a:pt x="350812" y="428637"/>
                </a:lnTo>
                <a:lnTo>
                  <a:pt x="382816" y="428637"/>
                </a:lnTo>
                <a:lnTo>
                  <a:pt x="397052" y="426326"/>
                </a:lnTo>
                <a:lnTo>
                  <a:pt x="407581" y="419303"/>
                </a:lnTo>
                <a:lnTo>
                  <a:pt x="414096" y="407416"/>
                </a:lnTo>
                <a:lnTo>
                  <a:pt x="415531" y="396633"/>
                </a:lnTo>
                <a:lnTo>
                  <a:pt x="416344" y="390537"/>
                </a:lnTo>
                <a:lnTo>
                  <a:pt x="416344" y="273088"/>
                </a:lnTo>
                <a:lnTo>
                  <a:pt x="416344" y="245567"/>
                </a:lnTo>
                <a:lnTo>
                  <a:pt x="292798" y="245567"/>
                </a:lnTo>
                <a:lnTo>
                  <a:pt x="304990" y="196799"/>
                </a:lnTo>
                <a:lnTo>
                  <a:pt x="436156" y="196799"/>
                </a:lnTo>
                <a:lnTo>
                  <a:pt x="436156" y="169354"/>
                </a:lnTo>
                <a:close/>
              </a:path>
              <a:path w="868045" h="431800">
                <a:moveTo>
                  <a:pt x="635990" y="76301"/>
                </a:moveTo>
                <a:lnTo>
                  <a:pt x="600837" y="76301"/>
                </a:lnTo>
                <a:lnTo>
                  <a:pt x="600837" y="108305"/>
                </a:lnTo>
                <a:lnTo>
                  <a:pt x="600837" y="215087"/>
                </a:lnTo>
                <a:lnTo>
                  <a:pt x="600837" y="247091"/>
                </a:lnTo>
                <a:lnTo>
                  <a:pt x="600837" y="357009"/>
                </a:lnTo>
                <a:lnTo>
                  <a:pt x="503301" y="357009"/>
                </a:lnTo>
                <a:lnTo>
                  <a:pt x="503301" y="247091"/>
                </a:lnTo>
                <a:lnTo>
                  <a:pt x="600837" y="247091"/>
                </a:lnTo>
                <a:lnTo>
                  <a:pt x="600837" y="215087"/>
                </a:lnTo>
                <a:lnTo>
                  <a:pt x="503301" y="215087"/>
                </a:lnTo>
                <a:lnTo>
                  <a:pt x="503301" y="108305"/>
                </a:lnTo>
                <a:lnTo>
                  <a:pt x="600837" y="108305"/>
                </a:lnTo>
                <a:lnTo>
                  <a:pt x="600837" y="76301"/>
                </a:lnTo>
                <a:lnTo>
                  <a:pt x="549021" y="76301"/>
                </a:lnTo>
                <a:lnTo>
                  <a:pt x="555637" y="61163"/>
                </a:lnTo>
                <a:lnTo>
                  <a:pt x="561975" y="45580"/>
                </a:lnTo>
                <a:lnTo>
                  <a:pt x="568312" y="29718"/>
                </a:lnTo>
                <a:lnTo>
                  <a:pt x="574929" y="13716"/>
                </a:lnTo>
                <a:lnTo>
                  <a:pt x="538353" y="3048"/>
                </a:lnTo>
                <a:lnTo>
                  <a:pt x="533234" y="19646"/>
                </a:lnTo>
                <a:lnTo>
                  <a:pt x="527113" y="37388"/>
                </a:lnTo>
                <a:lnTo>
                  <a:pt x="520141" y="56286"/>
                </a:lnTo>
                <a:lnTo>
                  <a:pt x="512445" y="76301"/>
                </a:lnTo>
                <a:lnTo>
                  <a:pt x="468160" y="76301"/>
                </a:lnTo>
                <a:lnTo>
                  <a:pt x="468160" y="427113"/>
                </a:lnTo>
                <a:lnTo>
                  <a:pt x="503301" y="427113"/>
                </a:lnTo>
                <a:lnTo>
                  <a:pt x="503301" y="390537"/>
                </a:lnTo>
                <a:lnTo>
                  <a:pt x="600837" y="390537"/>
                </a:lnTo>
                <a:lnTo>
                  <a:pt x="600837" y="424065"/>
                </a:lnTo>
                <a:lnTo>
                  <a:pt x="635990" y="424065"/>
                </a:lnTo>
                <a:lnTo>
                  <a:pt x="635990" y="390537"/>
                </a:lnTo>
                <a:lnTo>
                  <a:pt x="635990" y="357009"/>
                </a:lnTo>
                <a:lnTo>
                  <a:pt x="635990" y="247091"/>
                </a:lnTo>
                <a:lnTo>
                  <a:pt x="635990" y="215087"/>
                </a:lnTo>
                <a:lnTo>
                  <a:pt x="635990" y="108305"/>
                </a:lnTo>
                <a:lnTo>
                  <a:pt x="635990" y="76301"/>
                </a:lnTo>
                <a:close/>
              </a:path>
              <a:path w="868045" h="431800">
                <a:moveTo>
                  <a:pt x="785431" y="274612"/>
                </a:moveTo>
                <a:lnTo>
                  <a:pt x="770267" y="252869"/>
                </a:lnTo>
                <a:lnTo>
                  <a:pt x="752233" y="228993"/>
                </a:lnTo>
                <a:lnTo>
                  <a:pt x="731342" y="203149"/>
                </a:lnTo>
                <a:lnTo>
                  <a:pt x="707618" y="175463"/>
                </a:lnTo>
                <a:lnTo>
                  <a:pt x="681710" y="195275"/>
                </a:lnTo>
                <a:lnTo>
                  <a:pt x="701687" y="221310"/>
                </a:lnTo>
                <a:lnTo>
                  <a:pt x="720382" y="246938"/>
                </a:lnTo>
                <a:lnTo>
                  <a:pt x="737641" y="272288"/>
                </a:lnTo>
                <a:lnTo>
                  <a:pt x="753338" y="297472"/>
                </a:lnTo>
                <a:lnTo>
                  <a:pt x="785431" y="274612"/>
                </a:lnTo>
                <a:close/>
              </a:path>
              <a:path w="868045" h="431800">
                <a:moveTo>
                  <a:pt x="867727" y="74777"/>
                </a:moveTo>
                <a:lnTo>
                  <a:pt x="727430" y="74777"/>
                </a:lnTo>
                <a:lnTo>
                  <a:pt x="733145" y="59639"/>
                </a:lnTo>
                <a:lnTo>
                  <a:pt x="738860" y="44056"/>
                </a:lnTo>
                <a:lnTo>
                  <a:pt x="744575" y="28194"/>
                </a:lnTo>
                <a:lnTo>
                  <a:pt x="750290" y="12192"/>
                </a:lnTo>
                <a:lnTo>
                  <a:pt x="712190" y="3048"/>
                </a:lnTo>
                <a:lnTo>
                  <a:pt x="697611" y="49352"/>
                </a:lnTo>
                <a:lnTo>
                  <a:pt x="681329" y="91922"/>
                </a:lnTo>
                <a:lnTo>
                  <a:pt x="663321" y="130492"/>
                </a:lnTo>
                <a:lnTo>
                  <a:pt x="643610" y="164795"/>
                </a:lnTo>
                <a:lnTo>
                  <a:pt x="652221" y="169341"/>
                </a:lnTo>
                <a:lnTo>
                  <a:pt x="667181" y="177863"/>
                </a:lnTo>
                <a:lnTo>
                  <a:pt x="674090" y="181559"/>
                </a:lnTo>
                <a:lnTo>
                  <a:pt x="683463" y="164934"/>
                </a:lnTo>
                <a:lnTo>
                  <a:pt x="693140" y="147027"/>
                </a:lnTo>
                <a:lnTo>
                  <a:pt x="702805" y="127685"/>
                </a:lnTo>
                <a:lnTo>
                  <a:pt x="712190" y="106781"/>
                </a:lnTo>
                <a:lnTo>
                  <a:pt x="829627" y="106781"/>
                </a:lnTo>
                <a:lnTo>
                  <a:pt x="828700" y="172859"/>
                </a:lnTo>
                <a:lnTo>
                  <a:pt x="827722" y="228993"/>
                </a:lnTo>
                <a:lnTo>
                  <a:pt x="826554" y="278650"/>
                </a:lnTo>
                <a:lnTo>
                  <a:pt x="825195" y="318376"/>
                </a:lnTo>
                <a:lnTo>
                  <a:pt x="819226" y="367347"/>
                </a:lnTo>
                <a:lnTo>
                  <a:pt x="780859" y="390537"/>
                </a:lnTo>
                <a:lnTo>
                  <a:pt x="761974" y="390220"/>
                </a:lnTo>
                <a:lnTo>
                  <a:pt x="742099" y="389204"/>
                </a:lnTo>
                <a:lnTo>
                  <a:pt x="721398" y="387311"/>
                </a:lnTo>
                <a:lnTo>
                  <a:pt x="699998" y="384441"/>
                </a:lnTo>
                <a:lnTo>
                  <a:pt x="698474" y="384441"/>
                </a:lnTo>
                <a:lnTo>
                  <a:pt x="700735" y="393623"/>
                </a:lnTo>
                <a:lnTo>
                  <a:pt x="702856" y="403110"/>
                </a:lnTo>
                <a:lnTo>
                  <a:pt x="704684" y="413156"/>
                </a:lnTo>
                <a:lnTo>
                  <a:pt x="706094" y="424065"/>
                </a:lnTo>
                <a:lnTo>
                  <a:pt x="747052" y="426161"/>
                </a:lnTo>
                <a:lnTo>
                  <a:pt x="767207" y="426847"/>
                </a:lnTo>
                <a:lnTo>
                  <a:pt x="786955" y="427113"/>
                </a:lnTo>
                <a:lnTo>
                  <a:pt x="817219" y="422821"/>
                </a:lnTo>
                <a:lnTo>
                  <a:pt x="851890" y="390537"/>
                </a:lnTo>
                <a:lnTo>
                  <a:pt x="860107" y="334098"/>
                </a:lnTo>
                <a:lnTo>
                  <a:pt x="863155" y="257797"/>
                </a:lnTo>
                <a:lnTo>
                  <a:pt x="864679" y="205943"/>
                </a:lnTo>
                <a:lnTo>
                  <a:pt x="866152" y="147027"/>
                </a:lnTo>
                <a:lnTo>
                  <a:pt x="867029" y="106781"/>
                </a:lnTo>
                <a:lnTo>
                  <a:pt x="867727" y="747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227701" y="1920525"/>
            <a:ext cx="367665" cy="38100"/>
          </a:xfrm>
          <a:custGeom>
            <a:avLst/>
            <a:gdLst/>
            <a:ahLst/>
            <a:cxnLst/>
            <a:rect l="l" t="t" r="r" b="b"/>
            <a:pathLst>
              <a:path w="367664" h="38100">
                <a:moveTo>
                  <a:pt x="367474" y="38100"/>
                </a:moveTo>
                <a:lnTo>
                  <a:pt x="0" y="38100"/>
                </a:lnTo>
                <a:lnTo>
                  <a:pt x="0" y="0"/>
                </a:lnTo>
                <a:lnTo>
                  <a:pt x="367474" y="0"/>
                </a:lnTo>
                <a:lnTo>
                  <a:pt x="367474" y="381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200269" y="2237803"/>
            <a:ext cx="424180" cy="36830"/>
          </a:xfrm>
          <a:custGeom>
            <a:avLst/>
            <a:gdLst/>
            <a:ahLst/>
            <a:cxnLst/>
            <a:rect l="l" t="t" r="r" b="b"/>
            <a:pathLst>
              <a:path w="424179" h="36830">
                <a:moveTo>
                  <a:pt x="423957" y="36576"/>
                </a:moveTo>
                <a:lnTo>
                  <a:pt x="0" y="36576"/>
                </a:lnTo>
                <a:lnTo>
                  <a:pt x="0" y="0"/>
                </a:lnTo>
                <a:lnTo>
                  <a:pt x="423957" y="0"/>
                </a:lnTo>
                <a:lnTo>
                  <a:pt x="423957" y="36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247513" y="2069973"/>
            <a:ext cx="328295" cy="38100"/>
          </a:xfrm>
          <a:custGeom>
            <a:avLst/>
            <a:gdLst/>
            <a:ahLst/>
            <a:cxnLst/>
            <a:rect l="l" t="t" r="r" b="b"/>
            <a:pathLst>
              <a:path w="328295" h="38100">
                <a:moveTo>
                  <a:pt x="327850" y="38100"/>
                </a:moveTo>
                <a:lnTo>
                  <a:pt x="0" y="38100"/>
                </a:lnTo>
                <a:lnTo>
                  <a:pt x="0" y="0"/>
                </a:lnTo>
                <a:lnTo>
                  <a:pt x="327850" y="0"/>
                </a:lnTo>
                <a:lnTo>
                  <a:pt x="327850" y="381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640984" y="1876234"/>
            <a:ext cx="1336040" cy="434975"/>
          </a:xfrm>
          <a:custGeom>
            <a:avLst/>
            <a:gdLst/>
            <a:ahLst/>
            <a:cxnLst/>
            <a:rect l="l" t="t" r="r" b="b"/>
            <a:pathLst>
              <a:path w="1336040" h="434975">
                <a:moveTo>
                  <a:pt x="239369" y="160210"/>
                </a:moveTo>
                <a:lnTo>
                  <a:pt x="199745" y="160210"/>
                </a:lnTo>
                <a:lnTo>
                  <a:pt x="199745" y="431685"/>
                </a:lnTo>
                <a:lnTo>
                  <a:pt x="239369" y="431685"/>
                </a:lnTo>
                <a:lnTo>
                  <a:pt x="239369" y="160210"/>
                </a:lnTo>
                <a:close/>
              </a:path>
              <a:path w="1336040" h="434975">
                <a:moveTo>
                  <a:pt x="437680" y="187655"/>
                </a:moveTo>
                <a:lnTo>
                  <a:pt x="389534" y="164795"/>
                </a:lnTo>
                <a:lnTo>
                  <a:pt x="345782" y="136499"/>
                </a:lnTo>
                <a:lnTo>
                  <a:pt x="306438" y="102857"/>
                </a:lnTo>
                <a:lnTo>
                  <a:pt x="271475" y="63931"/>
                </a:lnTo>
                <a:lnTo>
                  <a:pt x="240893" y="19812"/>
                </a:lnTo>
                <a:lnTo>
                  <a:pt x="246989" y="10668"/>
                </a:lnTo>
                <a:lnTo>
                  <a:pt x="204317" y="10668"/>
                </a:lnTo>
                <a:lnTo>
                  <a:pt x="180174" y="47040"/>
                </a:lnTo>
                <a:lnTo>
                  <a:pt x="152019" y="81381"/>
                </a:lnTo>
                <a:lnTo>
                  <a:pt x="119875" y="113677"/>
                </a:lnTo>
                <a:lnTo>
                  <a:pt x="83781" y="143929"/>
                </a:lnTo>
                <a:lnTo>
                  <a:pt x="43815" y="172148"/>
                </a:lnTo>
                <a:lnTo>
                  <a:pt x="0" y="198323"/>
                </a:lnTo>
                <a:lnTo>
                  <a:pt x="6565" y="207441"/>
                </a:lnTo>
                <a:lnTo>
                  <a:pt x="12573" y="216420"/>
                </a:lnTo>
                <a:lnTo>
                  <a:pt x="17995" y="225107"/>
                </a:lnTo>
                <a:lnTo>
                  <a:pt x="22860" y="233375"/>
                </a:lnTo>
                <a:lnTo>
                  <a:pt x="73164" y="200609"/>
                </a:lnTo>
                <a:lnTo>
                  <a:pt x="117995" y="166306"/>
                </a:lnTo>
                <a:lnTo>
                  <a:pt x="157340" y="130378"/>
                </a:lnTo>
                <a:lnTo>
                  <a:pt x="191198" y="92786"/>
                </a:lnTo>
                <a:lnTo>
                  <a:pt x="219557" y="53441"/>
                </a:lnTo>
                <a:lnTo>
                  <a:pt x="248666" y="94056"/>
                </a:lnTo>
                <a:lnTo>
                  <a:pt x="282816" y="131749"/>
                </a:lnTo>
                <a:lnTo>
                  <a:pt x="321932" y="166522"/>
                </a:lnTo>
                <a:lnTo>
                  <a:pt x="365874" y="198323"/>
                </a:lnTo>
                <a:lnTo>
                  <a:pt x="414820" y="227279"/>
                </a:lnTo>
                <a:lnTo>
                  <a:pt x="419671" y="217868"/>
                </a:lnTo>
                <a:lnTo>
                  <a:pt x="425107" y="208038"/>
                </a:lnTo>
                <a:lnTo>
                  <a:pt x="431101" y="197916"/>
                </a:lnTo>
                <a:lnTo>
                  <a:pt x="437680" y="187655"/>
                </a:lnTo>
                <a:close/>
              </a:path>
              <a:path w="1336040" h="434975">
                <a:moveTo>
                  <a:pt x="844867" y="190690"/>
                </a:moveTo>
                <a:lnTo>
                  <a:pt x="571881" y="190690"/>
                </a:lnTo>
                <a:lnTo>
                  <a:pt x="571881" y="221170"/>
                </a:lnTo>
                <a:lnTo>
                  <a:pt x="844867" y="221170"/>
                </a:lnTo>
                <a:lnTo>
                  <a:pt x="844867" y="190690"/>
                </a:lnTo>
                <a:close/>
              </a:path>
              <a:path w="1336040" h="434975">
                <a:moveTo>
                  <a:pt x="861631" y="21336"/>
                </a:moveTo>
                <a:lnTo>
                  <a:pt x="828103" y="21336"/>
                </a:lnTo>
                <a:lnTo>
                  <a:pt x="828103" y="51917"/>
                </a:lnTo>
                <a:lnTo>
                  <a:pt x="828103" y="111353"/>
                </a:lnTo>
                <a:lnTo>
                  <a:pt x="535305" y="111353"/>
                </a:lnTo>
                <a:lnTo>
                  <a:pt x="535305" y="51917"/>
                </a:lnTo>
                <a:lnTo>
                  <a:pt x="828103" y="51917"/>
                </a:lnTo>
                <a:lnTo>
                  <a:pt x="828103" y="21336"/>
                </a:lnTo>
                <a:lnTo>
                  <a:pt x="501688" y="21336"/>
                </a:lnTo>
                <a:lnTo>
                  <a:pt x="501688" y="183070"/>
                </a:lnTo>
                <a:lnTo>
                  <a:pt x="499491" y="237248"/>
                </a:lnTo>
                <a:lnTo>
                  <a:pt x="492899" y="286207"/>
                </a:lnTo>
                <a:lnTo>
                  <a:pt x="481926" y="329895"/>
                </a:lnTo>
                <a:lnTo>
                  <a:pt x="466572" y="368249"/>
                </a:lnTo>
                <a:lnTo>
                  <a:pt x="446811" y="401193"/>
                </a:lnTo>
                <a:lnTo>
                  <a:pt x="452767" y="408317"/>
                </a:lnTo>
                <a:lnTo>
                  <a:pt x="458889" y="415721"/>
                </a:lnTo>
                <a:lnTo>
                  <a:pt x="465251" y="423697"/>
                </a:lnTo>
                <a:lnTo>
                  <a:pt x="471208" y="431673"/>
                </a:lnTo>
                <a:lnTo>
                  <a:pt x="494258" y="391998"/>
                </a:lnTo>
                <a:lnTo>
                  <a:pt x="512203" y="347980"/>
                </a:lnTo>
                <a:lnTo>
                  <a:pt x="525030" y="299707"/>
                </a:lnTo>
                <a:lnTo>
                  <a:pt x="532739" y="247256"/>
                </a:lnTo>
                <a:lnTo>
                  <a:pt x="535305" y="190690"/>
                </a:lnTo>
                <a:lnTo>
                  <a:pt x="535305" y="143357"/>
                </a:lnTo>
                <a:lnTo>
                  <a:pt x="828103" y="143357"/>
                </a:lnTo>
                <a:lnTo>
                  <a:pt x="828103" y="158686"/>
                </a:lnTo>
                <a:lnTo>
                  <a:pt x="861631" y="158686"/>
                </a:lnTo>
                <a:lnTo>
                  <a:pt x="861631" y="143357"/>
                </a:lnTo>
                <a:lnTo>
                  <a:pt x="861631" y="111353"/>
                </a:lnTo>
                <a:lnTo>
                  <a:pt x="861631" y="51917"/>
                </a:lnTo>
                <a:lnTo>
                  <a:pt x="861631" y="21336"/>
                </a:lnTo>
                <a:close/>
              </a:path>
              <a:path w="1336040" h="434975">
                <a:moveTo>
                  <a:pt x="884491" y="270040"/>
                </a:moveTo>
                <a:lnTo>
                  <a:pt x="539877" y="270040"/>
                </a:lnTo>
                <a:lnTo>
                  <a:pt x="539877" y="300520"/>
                </a:lnTo>
                <a:lnTo>
                  <a:pt x="648081" y="300520"/>
                </a:lnTo>
                <a:lnTo>
                  <a:pt x="633514" y="318858"/>
                </a:lnTo>
                <a:lnTo>
                  <a:pt x="606082" y="349846"/>
                </a:lnTo>
                <a:lnTo>
                  <a:pt x="576262" y="374332"/>
                </a:lnTo>
                <a:lnTo>
                  <a:pt x="553593" y="384429"/>
                </a:lnTo>
                <a:lnTo>
                  <a:pt x="568833" y="417957"/>
                </a:lnTo>
                <a:lnTo>
                  <a:pt x="644740" y="408965"/>
                </a:lnTo>
                <a:lnTo>
                  <a:pt x="696341" y="406908"/>
                </a:lnTo>
                <a:lnTo>
                  <a:pt x="817435" y="404241"/>
                </a:lnTo>
                <a:lnTo>
                  <a:pt x="824166" y="411861"/>
                </a:lnTo>
                <a:lnTo>
                  <a:pt x="838009" y="426961"/>
                </a:lnTo>
                <a:lnTo>
                  <a:pt x="844867" y="434733"/>
                </a:lnTo>
                <a:lnTo>
                  <a:pt x="870775" y="410337"/>
                </a:lnTo>
                <a:lnTo>
                  <a:pt x="865022" y="404241"/>
                </a:lnTo>
                <a:lnTo>
                  <a:pt x="850531" y="388874"/>
                </a:lnTo>
                <a:lnTo>
                  <a:pt x="839724" y="378333"/>
                </a:lnTo>
                <a:lnTo>
                  <a:pt x="826566" y="365531"/>
                </a:lnTo>
                <a:lnTo>
                  <a:pt x="799160" y="340182"/>
                </a:lnTo>
                <a:lnTo>
                  <a:pt x="768578" y="312712"/>
                </a:lnTo>
                <a:lnTo>
                  <a:pt x="744194" y="334048"/>
                </a:lnTo>
                <a:lnTo>
                  <a:pt x="755599" y="344347"/>
                </a:lnTo>
                <a:lnTo>
                  <a:pt x="766864" y="354672"/>
                </a:lnTo>
                <a:lnTo>
                  <a:pt x="777836" y="364985"/>
                </a:lnTo>
                <a:lnTo>
                  <a:pt x="788390" y="375285"/>
                </a:lnTo>
                <a:lnTo>
                  <a:pt x="623697" y="378333"/>
                </a:lnTo>
                <a:lnTo>
                  <a:pt x="640003" y="361467"/>
                </a:lnTo>
                <a:lnTo>
                  <a:pt x="656894" y="342861"/>
                </a:lnTo>
                <a:lnTo>
                  <a:pt x="674357" y="322541"/>
                </a:lnTo>
                <a:lnTo>
                  <a:pt x="692378" y="300520"/>
                </a:lnTo>
                <a:lnTo>
                  <a:pt x="884491" y="300520"/>
                </a:lnTo>
                <a:lnTo>
                  <a:pt x="884491" y="270040"/>
                </a:lnTo>
                <a:close/>
              </a:path>
              <a:path w="1336040" h="434975">
                <a:moveTo>
                  <a:pt x="1017168" y="115925"/>
                </a:moveTo>
                <a:lnTo>
                  <a:pt x="995794" y="90779"/>
                </a:lnTo>
                <a:lnTo>
                  <a:pt x="975258" y="67906"/>
                </a:lnTo>
                <a:lnTo>
                  <a:pt x="955840" y="47307"/>
                </a:lnTo>
                <a:lnTo>
                  <a:pt x="937831" y="28956"/>
                </a:lnTo>
                <a:lnTo>
                  <a:pt x="911923" y="51917"/>
                </a:lnTo>
                <a:lnTo>
                  <a:pt x="929627" y="70472"/>
                </a:lnTo>
                <a:lnTo>
                  <a:pt x="948359" y="91732"/>
                </a:lnTo>
                <a:lnTo>
                  <a:pt x="967943" y="115570"/>
                </a:lnTo>
                <a:lnTo>
                  <a:pt x="988212" y="141833"/>
                </a:lnTo>
                <a:lnTo>
                  <a:pt x="1017168" y="115925"/>
                </a:lnTo>
                <a:close/>
              </a:path>
              <a:path w="1336040" h="434975">
                <a:moveTo>
                  <a:pt x="1023264" y="213563"/>
                </a:moveTo>
                <a:lnTo>
                  <a:pt x="1016101" y="208673"/>
                </a:lnTo>
                <a:lnTo>
                  <a:pt x="1008214" y="203085"/>
                </a:lnTo>
                <a:lnTo>
                  <a:pt x="999477" y="196621"/>
                </a:lnTo>
                <a:lnTo>
                  <a:pt x="989736" y="189179"/>
                </a:lnTo>
                <a:lnTo>
                  <a:pt x="965987" y="239496"/>
                </a:lnTo>
                <a:lnTo>
                  <a:pt x="942644" y="285089"/>
                </a:lnTo>
                <a:lnTo>
                  <a:pt x="919581" y="325818"/>
                </a:lnTo>
                <a:lnTo>
                  <a:pt x="896683" y="361581"/>
                </a:lnTo>
                <a:lnTo>
                  <a:pt x="933259" y="385965"/>
                </a:lnTo>
                <a:lnTo>
                  <a:pt x="951865" y="347637"/>
                </a:lnTo>
                <a:lnTo>
                  <a:pt x="973162" y="306044"/>
                </a:lnTo>
                <a:lnTo>
                  <a:pt x="997000" y="261315"/>
                </a:lnTo>
                <a:lnTo>
                  <a:pt x="1023264" y="213563"/>
                </a:lnTo>
                <a:close/>
              </a:path>
              <a:path w="1336040" h="434975">
                <a:moveTo>
                  <a:pt x="1311503" y="77825"/>
                </a:moveTo>
                <a:lnTo>
                  <a:pt x="1114806" y="77825"/>
                </a:lnTo>
                <a:lnTo>
                  <a:pt x="1121371" y="61544"/>
                </a:lnTo>
                <a:lnTo>
                  <a:pt x="1127315" y="44996"/>
                </a:lnTo>
                <a:lnTo>
                  <a:pt x="1132801" y="27813"/>
                </a:lnTo>
                <a:lnTo>
                  <a:pt x="1137666" y="10668"/>
                </a:lnTo>
                <a:lnTo>
                  <a:pt x="1102614" y="0"/>
                </a:lnTo>
                <a:lnTo>
                  <a:pt x="1089431" y="44996"/>
                </a:lnTo>
                <a:lnTo>
                  <a:pt x="1072654" y="88684"/>
                </a:lnTo>
                <a:lnTo>
                  <a:pt x="1052169" y="131508"/>
                </a:lnTo>
                <a:lnTo>
                  <a:pt x="1027836" y="173939"/>
                </a:lnTo>
                <a:lnTo>
                  <a:pt x="1035837" y="177647"/>
                </a:lnTo>
                <a:lnTo>
                  <a:pt x="1043838" y="181940"/>
                </a:lnTo>
                <a:lnTo>
                  <a:pt x="1051839" y="186791"/>
                </a:lnTo>
                <a:lnTo>
                  <a:pt x="1059840" y="192227"/>
                </a:lnTo>
                <a:lnTo>
                  <a:pt x="1070940" y="172415"/>
                </a:lnTo>
                <a:lnTo>
                  <a:pt x="1081684" y="151638"/>
                </a:lnTo>
                <a:lnTo>
                  <a:pt x="1092288" y="129984"/>
                </a:lnTo>
                <a:lnTo>
                  <a:pt x="1102614" y="108305"/>
                </a:lnTo>
                <a:lnTo>
                  <a:pt x="1274927" y="108305"/>
                </a:lnTo>
                <a:lnTo>
                  <a:pt x="1266634" y="129489"/>
                </a:lnTo>
                <a:lnTo>
                  <a:pt x="1257782" y="149694"/>
                </a:lnTo>
                <a:lnTo>
                  <a:pt x="1248346" y="169037"/>
                </a:lnTo>
                <a:lnTo>
                  <a:pt x="1238351" y="187655"/>
                </a:lnTo>
                <a:lnTo>
                  <a:pt x="1248079" y="190195"/>
                </a:lnTo>
                <a:lnTo>
                  <a:pt x="1256830" y="193179"/>
                </a:lnTo>
                <a:lnTo>
                  <a:pt x="1264704" y="196430"/>
                </a:lnTo>
                <a:lnTo>
                  <a:pt x="1271879" y="199847"/>
                </a:lnTo>
                <a:lnTo>
                  <a:pt x="1282992" y="178676"/>
                </a:lnTo>
                <a:lnTo>
                  <a:pt x="1293406" y="156362"/>
                </a:lnTo>
                <a:lnTo>
                  <a:pt x="1302943" y="132892"/>
                </a:lnTo>
                <a:lnTo>
                  <a:pt x="1311503" y="108305"/>
                </a:lnTo>
                <a:lnTo>
                  <a:pt x="1311503" y="77825"/>
                </a:lnTo>
                <a:close/>
              </a:path>
              <a:path w="1336040" h="434975">
                <a:moveTo>
                  <a:pt x="1335887" y="393585"/>
                </a:moveTo>
                <a:lnTo>
                  <a:pt x="1295984" y="367639"/>
                </a:lnTo>
                <a:lnTo>
                  <a:pt x="1261630" y="337235"/>
                </a:lnTo>
                <a:lnTo>
                  <a:pt x="1232776" y="302425"/>
                </a:lnTo>
                <a:lnTo>
                  <a:pt x="1209370" y="263296"/>
                </a:lnTo>
                <a:lnTo>
                  <a:pt x="1198232" y="236423"/>
                </a:lnTo>
                <a:lnTo>
                  <a:pt x="1191399" y="219938"/>
                </a:lnTo>
                <a:lnTo>
                  <a:pt x="1178814" y="172415"/>
                </a:lnTo>
                <a:lnTo>
                  <a:pt x="1179690" y="162102"/>
                </a:lnTo>
                <a:lnTo>
                  <a:pt x="1180147" y="151638"/>
                </a:lnTo>
                <a:lnTo>
                  <a:pt x="1180299" y="141833"/>
                </a:lnTo>
                <a:lnTo>
                  <a:pt x="1180338" y="129641"/>
                </a:lnTo>
                <a:lnTo>
                  <a:pt x="1145286" y="129641"/>
                </a:lnTo>
                <a:lnTo>
                  <a:pt x="1144981" y="149694"/>
                </a:lnTo>
                <a:lnTo>
                  <a:pt x="1143952" y="168592"/>
                </a:lnTo>
                <a:lnTo>
                  <a:pt x="1126375" y="251942"/>
                </a:lnTo>
                <a:lnTo>
                  <a:pt x="1104404" y="296532"/>
                </a:lnTo>
                <a:lnTo>
                  <a:pt x="1073289" y="336575"/>
                </a:lnTo>
                <a:lnTo>
                  <a:pt x="1033030" y="371995"/>
                </a:lnTo>
                <a:lnTo>
                  <a:pt x="983640" y="402729"/>
                </a:lnTo>
                <a:lnTo>
                  <a:pt x="991095" y="411340"/>
                </a:lnTo>
                <a:lnTo>
                  <a:pt x="997534" y="419087"/>
                </a:lnTo>
                <a:lnTo>
                  <a:pt x="1003147" y="426300"/>
                </a:lnTo>
                <a:lnTo>
                  <a:pt x="1008024" y="433209"/>
                </a:lnTo>
                <a:lnTo>
                  <a:pt x="1055420" y="401916"/>
                </a:lnTo>
                <a:lnTo>
                  <a:pt x="1094955" y="366598"/>
                </a:lnTo>
                <a:lnTo>
                  <a:pt x="1126515" y="327228"/>
                </a:lnTo>
                <a:lnTo>
                  <a:pt x="1149946" y="283845"/>
                </a:lnTo>
                <a:lnTo>
                  <a:pt x="1165098" y="236423"/>
                </a:lnTo>
                <a:lnTo>
                  <a:pt x="1181023" y="280568"/>
                </a:lnTo>
                <a:lnTo>
                  <a:pt x="1203172" y="321576"/>
                </a:lnTo>
                <a:lnTo>
                  <a:pt x="1231544" y="359575"/>
                </a:lnTo>
                <a:lnTo>
                  <a:pt x="1266139" y="394703"/>
                </a:lnTo>
                <a:lnTo>
                  <a:pt x="1306931" y="427113"/>
                </a:lnTo>
                <a:lnTo>
                  <a:pt x="1312291" y="419112"/>
                </a:lnTo>
                <a:lnTo>
                  <a:pt x="1319123" y="410921"/>
                </a:lnTo>
                <a:lnTo>
                  <a:pt x="1327073" y="402463"/>
                </a:lnTo>
                <a:lnTo>
                  <a:pt x="1335887" y="3935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738401" y="2498597"/>
            <a:ext cx="1163955" cy="383540"/>
          </a:xfrm>
          <a:custGeom>
            <a:avLst/>
            <a:gdLst/>
            <a:ahLst/>
            <a:cxnLst/>
            <a:rect l="l" t="t" r="r" b="b"/>
            <a:pathLst>
              <a:path w="1163955" h="383539">
                <a:moveTo>
                  <a:pt x="137248" y="99161"/>
                </a:moveTo>
                <a:lnTo>
                  <a:pt x="109728" y="83921"/>
                </a:lnTo>
                <a:lnTo>
                  <a:pt x="102870" y="97116"/>
                </a:lnTo>
                <a:lnTo>
                  <a:pt x="96012" y="109448"/>
                </a:lnTo>
                <a:lnTo>
                  <a:pt x="89154" y="121208"/>
                </a:lnTo>
                <a:lnTo>
                  <a:pt x="82296" y="132689"/>
                </a:lnTo>
                <a:lnTo>
                  <a:pt x="70002" y="132930"/>
                </a:lnTo>
                <a:lnTo>
                  <a:pt x="47142" y="133972"/>
                </a:lnTo>
                <a:lnTo>
                  <a:pt x="36576" y="134213"/>
                </a:lnTo>
                <a:lnTo>
                  <a:pt x="50266" y="111086"/>
                </a:lnTo>
                <a:lnTo>
                  <a:pt x="66103" y="82956"/>
                </a:lnTo>
                <a:lnTo>
                  <a:pt x="83934" y="49949"/>
                </a:lnTo>
                <a:lnTo>
                  <a:pt x="103632" y="12192"/>
                </a:lnTo>
                <a:lnTo>
                  <a:pt x="74676" y="0"/>
                </a:lnTo>
                <a:lnTo>
                  <a:pt x="55524" y="42037"/>
                </a:lnTo>
                <a:lnTo>
                  <a:pt x="36957" y="78765"/>
                </a:lnTo>
                <a:lnTo>
                  <a:pt x="18948" y="110045"/>
                </a:lnTo>
                <a:lnTo>
                  <a:pt x="1524" y="135737"/>
                </a:lnTo>
                <a:lnTo>
                  <a:pt x="9144" y="161734"/>
                </a:lnTo>
                <a:lnTo>
                  <a:pt x="22263" y="160616"/>
                </a:lnTo>
                <a:lnTo>
                  <a:pt x="36385" y="159639"/>
                </a:lnTo>
                <a:lnTo>
                  <a:pt x="51358" y="158953"/>
                </a:lnTo>
                <a:lnTo>
                  <a:pt x="67056" y="158686"/>
                </a:lnTo>
                <a:lnTo>
                  <a:pt x="50723" y="184175"/>
                </a:lnTo>
                <a:lnTo>
                  <a:pt x="35814" y="205930"/>
                </a:lnTo>
                <a:lnTo>
                  <a:pt x="22047" y="224269"/>
                </a:lnTo>
                <a:lnTo>
                  <a:pt x="9144" y="239471"/>
                </a:lnTo>
                <a:lnTo>
                  <a:pt x="15240" y="266992"/>
                </a:lnTo>
                <a:lnTo>
                  <a:pt x="131064" y="248704"/>
                </a:lnTo>
                <a:lnTo>
                  <a:pt x="131330" y="241769"/>
                </a:lnTo>
                <a:lnTo>
                  <a:pt x="132029" y="234708"/>
                </a:lnTo>
                <a:lnTo>
                  <a:pt x="132207" y="233375"/>
                </a:lnTo>
                <a:lnTo>
                  <a:pt x="133032" y="227393"/>
                </a:lnTo>
                <a:lnTo>
                  <a:pt x="134200" y="219646"/>
                </a:lnTo>
                <a:lnTo>
                  <a:pt x="116763" y="223075"/>
                </a:lnTo>
                <a:lnTo>
                  <a:pt x="96786" y="226517"/>
                </a:lnTo>
                <a:lnTo>
                  <a:pt x="74536" y="229946"/>
                </a:lnTo>
                <a:lnTo>
                  <a:pt x="50292" y="233375"/>
                </a:lnTo>
                <a:lnTo>
                  <a:pt x="72009" y="201701"/>
                </a:lnTo>
                <a:lnTo>
                  <a:pt x="93738" y="168592"/>
                </a:lnTo>
                <a:lnTo>
                  <a:pt x="100012" y="158686"/>
                </a:lnTo>
                <a:lnTo>
                  <a:pt x="115544" y="134213"/>
                </a:lnTo>
                <a:lnTo>
                  <a:pt x="137248" y="99161"/>
                </a:lnTo>
                <a:close/>
              </a:path>
              <a:path w="1163955" h="383539">
                <a:moveTo>
                  <a:pt x="138772" y="292900"/>
                </a:moveTo>
                <a:lnTo>
                  <a:pt x="69926" y="308711"/>
                </a:lnTo>
                <a:lnTo>
                  <a:pt x="35166" y="316255"/>
                </a:lnTo>
                <a:lnTo>
                  <a:pt x="0" y="323380"/>
                </a:lnTo>
                <a:lnTo>
                  <a:pt x="9144" y="352437"/>
                </a:lnTo>
                <a:lnTo>
                  <a:pt x="74307" y="336537"/>
                </a:lnTo>
                <a:lnTo>
                  <a:pt x="137248" y="321856"/>
                </a:lnTo>
                <a:lnTo>
                  <a:pt x="137274" y="314972"/>
                </a:lnTo>
                <a:lnTo>
                  <a:pt x="137439" y="307949"/>
                </a:lnTo>
                <a:lnTo>
                  <a:pt x="137883" y="300875"/>
                </a:lnTo>
                <a:lnTo>
                  <a:pt x="138772" y="292900"/>
                </a:lnTo>
                <a:close/>
              </a:path>
              <a:path w="1163955" h="383539">
                <a:moveTo>
                  <a:pt x="358330" y="224218"/>
                </a:moveTo>
                <a:lnTo>
                  <a:pt x="327850" y="224218"/>
                </a:lnTo>
                <a:lnTo>
                  <a:pt x="327850" y="251752"/>
                </a:lnTo>
                <a:lnTo>
                  <a:pt x="327850" y="329476"/>
                </a:lnTo>
                <a:lnTo>
                  <a:pt x="186029" y="329476"/>
                </a:lnTo>
                <a:lnTo>
                  <a:pt x="186029" y="251752"/>
                </a:lnTo>
                <a:lnTo>
                  <a:pt x="327850" y="251752"/>
                </a:lnTo>
                <a:lnTo>
                  <a:pt x="327850" y="224218"/>
                </a:lnTo>
                <a:lnTo>
                  <a:pt x="155549" y="224218"/>
                </a:lnTo>
                <a:lnTo>
                  <a:pt x="155549" y="379869"/>
                </a:lnTo>
                <a:lnTo>
                  <a:pt x="186029" y="379869"/>
                </a:lnTo>
                <a:lnTo>
                  <a:pt x="186029" y="355485"/>
                </a:lnTo>
                <a:lnTo>
                  <a:pt x="327850" y="355485"/>
                </a:lnTo>
                <a:lnTo>
                  <a:pt x="327850" y="379869"/>
                </a:lnTo>
                <a:lnTo>
                  <a:pt x="358330" y="379869"/>
                </a:lnTo>
                <a:lnTo>
                  <a:pt x="358330" y="355485"/>
                </a:lnTo>
                <a:lnTo>
                  <a:pt x="358330" y="329476"/>
                </a:lnTo>
                <a:lnTo>
                  <a:pt x="358330" y="251752"/>
                </a:lnTo>
                <a:lnTo>
                  <a:pt x="358330" y="224218"/>
                </a:lnTo>
                <a:close/>
              </a:path>
              <a:path w="1163955" h="383539">
                <a:moveTo>
                  <a:pt x="379666" y="64109"/>
                </a:moveTo>
                <a:lnTo>
                  <a:pt x="272986" y="64109"/>
                </a:lnTo>
                <a:lnTo>
                  <a:pt x="272986" y="3048"/>
                </a:lnTo>
                <a:lnTo>
                  <a:pt x="242417" y="3048"/>
                </a:lnTo>
                <a:lnTo>
                  <a:pt x="242417" y="64109"/>
                </a:lnTo>
                <a:lnTo>
                  <a:pt x="135724" y="64109"/>
                </a:lnTo>
                <a:lnTo>
                  <a:pt x="135724" y="91541"/>
                </a:lnTo>
                <a:lnTo>
                  <a:pt x="242417" y="91541"/>
                </a:lnTo>
                <a:lnTo>
                  <a:pt x="242417" y="151066"/>
                </a:lnTo>
                <a:lnTo>
                  <a:pt x="147916" y="151066"/>
                </a:lnTo>
                <a:lnTo>
                  <a:pt x="147916" y="178498"/>
                </a:lnTo>
                <a:lnTo>
                  <a:pt x="365950" y="178498"/>
                </a:lnTo>
                <a:lnTo>
                  <a:pt x="365950" y="151066"/>
                </a:lnTo>
                <a:lnTo>
                  <a:pt x="272986" y="151066"/>
                </a:lnTo>
                <a:lnTo>
                  <a:pt x="272986" y="91541"/>
                </a:lnTo>
                <a:lnTo>
                  <a:pt x="379666" y="91541"/>
                </a:lnTo>
                <a:lnTo>
                  <a:pt x="379666" y="64109"/>
                </a:lnTo>
                <a:close/>
              </a:path>
              <a:path w="1163955" h="383539">
                <a:moveTo>
                  <a:pt x="539788" y="201371"/>
                </a:moveTo>
                <a:lnTo>
                  <a:pt x="526084" y="187934"/>
                </a:lnTo>
                <a:lnTo>
                  <a:pt x="512940" y="175463"/>
                </a:lnTo>
                <a:lnTo>
                  <a:pt x="498132" y="161747"/>
                </a:lnTo>
                <a:lnTo>
                  <a:pt x="486435" y="151079"/>
                </a:lnTo>
                <a:lnTo>
                  <a:pt x="474243" y="161747"/>
                </a:lnTo>
                <a:lnTo>
                  <a:pt x="474243" y="109829"/>
                </a:lnTo>
                <a:lnTo>
                  <a:pt x="524548" y="109829"/>
                </a:lnTo>
                <a:lnTo>
                  <a:pt x="524548" y="83921"/>
                </a:lnTo>
                <a:lnTo>
                  <a:pt x="474243" y="83921"/>
                </a:lnTo>
                <a:lnTo>
                  <a:pt x="474243" y="9144"/>
                </a:lnTo>
                <a:lnTo>
                  <a:pt x="448335" y="9144"/>
                </a:lnTo>
                <a:lnTo>
                  <a:pt x="448335" y="83921"/>
                </a:lnTo>
                <a:lnTo>
                  <a:pt x="394906" y="83921"/>
                </a:lnTo>
                <a:lnTo>
                  <a:pt x="394906" y="109829"/>
                </a:lnTo>
                <a:lnTo>
                  <a:pt x="448335" y="109829"/>
                </a:lnTo>
                <a:lnTo>
                  <a:pt x="438670" y="145859"/>
                </a:lnTo>
                <a:lnTo>
                  <a:pt x="425856" y="180594"/>
                </a:lnTo>
                <a:lnTo>
                  <a:pt x="410159" y="213868"/>
                </a:lnTo>
                <a:lnTo>
                  <a:pt x="391858" y="245567"/>
                </a:lnTo>
                <a:lnTo>
                  <a:pt x="395262" y="254495"/>
                </a:lnTo>
                <a:lnTo>
                  <a:pt x="398526" y="262978"/>
                </a:lnTo>
                <a:lnTo>
                  <a:pt x="401497" y="271157"/>
                </a:lnTo>
                <a:lnTo>
                  <a:pt x="404050" y="279184"/>
                </a:lnTo>
                <a:lnTo>
                  <a:pt x="416369" y="259448"/>
                </a:lnTo>
                <a:lnTo>
                  <a:pt x="427951" y="236842"/>
                </a:lnTo>
                <a:lnTo>
                  <a:pt x="438645" y="211378"/>
                </a:lnTo>
                <a:lnTo>
                  <a:pt x="448335" y="183083"/>
                </a:lnTo>
                <a:lnTo>
                  <a:pt x="448335" y="379869"/>
                </a:lnTo>
                <a:lnTo>
                  <a:pt x="474243" y="379869"/>
                </a:lnTo>
                <a:lnTo>
                  <a:pt x="474243" y="183083"/>
                </a:lnTo>
                <a:lnTo>
                  <a:pt x="474243" y="175463"/>
                </a:lnTo>
                <a:lnTo>
                  <a:pt x="485470" y="185381"/>
                </a:lnTo>
                <a:lnTo>
                  <a:pt x="496531" y="196608"/>
                </a:lnTo>
                <a:lnTo>
                  <a:pt x="507898" y="208673"/>
                </a:lnTo>
                <a:lnTo>
                  <a:pt x="519976" y="221183"/>
                </a:lnTo>
                <a:lnTo>
                  <a:pt x="539788" y="201371"/>
                </a:lnTo>
                <a:close/>
              </a:path>
              <a:path w="1163955" h="383539">
                <a:moveTo>
                  <a:pt x="707618" y="283756"/>
                </a:moveTo>
                <a:lnTo>
                  <a:pt x="678802" y="228803"/>
                </a:lnTo>
                <a:lnTo>
                  <a:pt x="651129" y="178511"/>
                </a:lnTo>
                <a:lnTo>
                  <a:pt x="626745" y="190703"/>
                </a:lnTo>
                <a:lnTo>
                  <a:pt x="635622" y="206705"/>
                </a:lnTo>
                <a:lnTo>
                  <a:pt x="644080" y="222707"/>
                </a:lnTo>
                <a:lnTo>
                  <a:pt x="652246" y="238747"/>
                </a:lnTo>
                <a:lnTo>
                  <a:pt x="660273" y="254800"/>
                </a:lnTo>
                <a:lnTo>
                  <a:pt x="640842" y="255066"/>
                </a:lnTo>
                <a:lnTo>
                  <a:pt x="568833" y="257848"/>
                </a:lnTo>
                <a:lnTo>
                  <a:pt x="591146" y="221767"/>
                </a:lnTo>
                <a:lnTo>
                  <a:pt x="610171" y="188988"/>
                </a:lnTo>
                <a:lnTo>
                  <a:pt x="626059" y="159346"/>
                </a:lnTo>
                <a:lnTo>
                  <a:pt x="638937" y="132689"/>
                </a:lnTo>
                <a:lnTo>
                  <a:pt x="609981" y="120497"/>
                </a:lnTo>
                <a:lnTo>
                  <a:pt x="594220" y="155460"/>
                </a:lnTo>
                <a:lnTo>
                  <a:pt x="578726" y="187261"/>
                </a:lnTo>
                <a:lnTo>
                  <a:pt x="547408" y="242519"/>
                </a:lnTo>
                <a:lnTo>
                  <a:pt x="527596" y="262420"/>
                </a:lnTo>
                <a:lnTo>
                  <a:pt x="539788" y="289852"/>
                </a:lnTo>
                <a:lnTo>
                  <a:pt x="550430" y="287858"/>
                </a:lnTo>
                <a:lnTo>
                  <a:pt x="559485" y="286423"/>
                </a:lnTo>
                <a:lnTo>
                  <a:pt x="567093" y="285572"/>
                </a:lnTo>
                <a:lnTo>
                  <a:pt x="573405" y="285280"/>
                </a:lnTo>
                <a:lnTo>
                  <a:pt x="622173" y="280898"/>
                </a:lnTo>
                <a:lnTo>
                  <a:pt x="646696" y="279069"/>
                </a:lnTo>
                <a:lnTo>
                  <a:pt x="670941" y="277660"/>
                </a:lnTo>
                <a:lnTo>
                  <a:pt x="675513" y="285280"/>
                </a:lnTo>
                <a:lnTo>
                  <a:pt x="678561" y="291376"/>
                </a:lnTo>
                <a:lnTo>
                  <a:pt x="681609" y="298996"/>
                </a:lnTo>
                <a:lnTo>
                  <a:pt x="707618" y="283756"/>
                </a:lnTo>
                <a:close/>
              </a:path>
              <a:path w="1163955" h="383539">
                <a:moveTo>
                  <a:pt x="759434" y="62585"/>
                </a:moveTo>
                <a:lnTo>
                  <a:pt x="594741" y="62585"/>
                </a:lnTo>
                <a:lnTo>
                  <a:pt x="599579" y="50876"/>
                </a:lnTo>
                <a:lnTo>
                  <a:pt x="604837" y="38722"/>
                </a:lnTo>
                <a:lnTo>
                  <a:pt x="610387" y="26289"/>
                </a:lnTo>
                <a:lnTo>
                  <a:pt x="616077" y="13716"/>
                </a:lnTo>
                <a:lnTo>
                  <a:pt x="585597" y="4572"/>
                </a:lnTo>
                <a:lnTo>
                  <a:pt x="571893" y="41490"/>
                </a:lnTo>
                <a:lnTo>
                  <a:pt x="556018" y="76669"/>
                </a:lnTo>
                <a:lnTo>
                  <a:pt x="538149" y="110109"/>
                </a:lnTo>
                <a:lnTo>
                  <a:pt x="518439" y="141833"/>
                </a:lnTo>
                <a:lnTo>
                  <a:pt x="525018" y="146202"/>
                </a:lnTo>
                <a:lnTo>
                  <a:pt x="531025" y="150114"/>
                </a:lnTo>
                <a:lnTo>
                  <a:pt x="536448" y="153720"/>
                </a:lnTo>
                <a:lnTo>
                  <a:pt x="541312" y="157175"/>
                </a:lnTo>
                <a:lnTo>
                  <a:pt x="551408" y="142773"/>
                </a:lnTo>
                <a:lnTo>
                  <a:pt x="561200" y="126987"/>
                </a:lnTo>
                <a:lnTo>
                  <a:pt x="570979" y="109499"/>
                </a:lnTo>
                <a:lnTo>
                  <a:pt x="581025" y="90017"/>
                </a:lnTo>
                <a:lnTo>
                  <a:pt x="727430" y="90017"/>
                </a:lnTo>
                <a:lnTo>
                  <a:pt x="726033" y="162788"/>
                </a:lnTo>
                <a:lnTo>
                  <a:pt x="724382" y="221183"/>
                </a:lnTo>
                <a:lnTo>
                  <a:pt x="722706" y="267639"/>
                </a:lnTo>
                <a:lnTo>
                  <a:pt x="720521" y="312191"/>
                </a:lnTo>
                <a:lnTo>
                  <a:pt x="687260" y="343484"/>
                </a:lnTo>
                <a:lnTo>
                  <a:pt x="659434" y="342912"/>
                </a:lnTo>
                <a:lnTo>
                  <a:pt x="642937" y="342049"/>
                </a:lnTo>
                <a:lnTo>
                  <a:pt x="625576" y="340626"/>
                </a:lnTo>
                <a:lnTo>
                  <a:pt x="606933" y="338620"/>
                </a:lnTo>
                <a:lnTo>
                  <a:pt x="608952" y="347776"/>
                </a:lnTo>
                <a:lnTo>
                  <a:pt x="610552" y="356616"/>
                </a:lnTo>
                <a:lnTo>
                  <a:pt x="613029" y="372249"/>
                </a:lnTo>
                <a:lnTo>
                  <a:pt x="645604" y="374345"/>
                </a:lnTo>
                <a:lnTo>
                  <a:pt x="661250" y="375031"/>
                </a:lnTo>
                <a:lnTo>
                  <a:pt x="677037" y="375297"/>
                </a:lnTo>
                <a:lnTo>
                  <a:pt x="695972" y="374192"/>
                </a:lnTo>
                <a:lnTo>
                  <a:pt x="733526" y="360057"/>
                </a:lnTo>
                <a:lnTo>
                  <a:pt x="743788" y="343484"/>
                </a:lnTo>
                <a:lnTo>
                  <a:pt x="746099" y="338251"/>
                </a:lnTo>
                <a:lnTo>
                  <a:pt x="749808" y="323100"/>
                </a:lnTo>
                <a:lnTo>
                  <a:pt x="751814" y="305092"/>
                </a:lnTo>
                <a:lnTo>
                  <a:pt x="752716" y="280898"/>
                </a:lnTo>
                <a:lnTo>
                  <a:pt x="757021" y="135102"/>
                </a:lnTo>
                <a:lnTo>
                  <a:pt x="758520" y="90017"/>
                </a:lnTo>
                <a:lnTo>
                  <a:pt x="759434" y="62585"/>
                </a:lnTo>
                <a:close/>
              </a:path>
              <a:path w="1163955" h="383539">
                <a:moveTo>
                  <a:pt x="1128522" y="169354"/>
                </a:moveTo>
                <a:lnTo>
                  <a:pt x="890587" y="169354"/>
                </a:lnTo>
                <a:lnTo>
                  <a:pt x="890587" y="196786"/>
                </a:lnTo>
                <a:lnTo>
                  <a:pt x="1128522" y="196786"/>
                </a:lnTo>
                <a:lnTo>
                  <a:pt x="1128522" y="169354"/>
                </a:lnTo>
                <a:close/>
              </a:path>
              <a:path w="1163955" h="383539">
                <a:moveTo>
                  <a:pt x="1143762" y="21336"/>
                </a:moveTo>
                <a:lnTo>
                  <a:pt x="1114806" y="21336"/>
                </a:lnTo>
                <a:lnTo>
                  <a:pt x="1114806" y="48869"/>
                </a:lnTo>
                <a:lnTo>
                  <a:pt x="1114806" y="100685"/>
                </a:lnTo>
                <a:lnTo>
                  <a:pt x="858583" y="100685"/>
                </a:lnTo>
                <a:lnTo>
                  <a:pt x="858583" y="48869"/>
                </a:lnTo>
                <a:lnTo>
                  <a:pt x="1114806" y="48869"/>
                </a:lnTo>
                <a:lnTo>
                  <a:pt x="1114806" y="21336"/>
                </a:lnTo>
                <a:lnTo>
                  <a:pt x="829627" y="21336"/>
                </a:lnTo>
                <a:lnTo>
                  <a:pt x="829627" y="163258"/>
                </a:lnTo>
                <a:lnTo>
                  <a:pt x="826516" y="221551"/>
                </a:lnTo>
                <a:lnTo>
                  <a:pt x="817384" y="272859"/>
                </a:lnTo>
                <a:lnTo>
                  <a:pt x="802538" y="317042"/>
                </a:lnTo>
                <a:lnTo>
                  <a:pt x="782281" y="353949"/>
                </a:lnTo>
                <a:lnTo>
                  <a:pt x="787095" y="359956"/>
                </a:lnTo>
                <a:lnTo>
                  <a:pt x="792187" y="366522"/>
                </a:lnTo>
                <a:lnTo>
                  <a:pt x="797293" y="373672"/>
                </a:lnTo>
                <a:lnTo>
                  <a:pt x="802106" y="381381"/>
                </a:lnTo>
                <a:lnTo>
                  <a:pt x="827036" y="337083"/>
                </a:lnTo>
                <a:lnTo>
                  <a:pt x="844664" y="286804"/>
                </a:lnTo>
                <a:lnTo>
                  <a:pt x="855129" y="230809"/>
                </a:lnTo>
                <a:lnTo>
                  <a:pt x="858583" y="169354"/>
                </a:lnTo>
                <a:lnTo>
                  <a:pt x="858583" y="128117"/>
                </a:lnTo>
                <a:lnTo>
                  <a:pt x="1114806" y="128117"/>
                </a:lnTo>
                <a:lnTo>
                  <a:pt x="1114806" y="141833"/>
                </a:lnTo>
                <a:lnTo>
                  <a:pt x="1143762" y="141833"/>
                </a:lnTo>
                <a:lnTo>
                  <a:pt x="1143762" y="128117"/>
                </a:lnTo>
                <a:lnTo>
                  <a:pt x="1143762" y="100685"/>
                </a:lnTo>
                <a:lnTo>
                  <a:pt x="1143762" y="48869"/>
                </a:lnTo>
                <a:lnTo>
                  <a:pt x="1143762" y="21336"/>
                </a:lnTo>
                <a:close/>
              </a:path>
              <a:path w="1163955" h="383539">
                <a:moveTo>
                  <a:pt x="1163574" y="239458"/>
                </a:moveTo>
                <a:lnTo>
                  <a:pt x="863155" y="239458"/>
                </a:lnTo>
                <a:lnTo>
                  <a:pt x="863155" y="265468"/>
                </a:lnTo>
                <a:lnTo>
                  <a:pt x="956119" y="265468"/>
                </a:lnTo>
                <a:lnTo>
                  <a:pt x="943838" y="280898"/>
                </a:lnTo>
                <a:lnTo>
                  <a:pt x="910399" y="320332"/>
                </a:lnTo>
                <a:lnTo>
                  <a:pt x="873823" y="338620"/>
                </a:lnTo>
                <a:lnTo>
                  <a:pt x="887539" y="367665"/>
                </a:lnTo>
                <a:lnTo>
                  <a:pt x="895261" y="365671"/>
                </a:lnTo>
                <a:lnTo>
                  <a:pt x="902398" y="364236"/>
                </a:lnTo>
                <a:lnTo>
                  <a:pt x="908977" y="363385"/>
                </a:lnTo>
                <a:lnTo>
                  <a:pt x="914971" y="363093"/>
                </a:lnTo>
                <a:lnTo>
                  <a:pt x="954163" y="360222"/>
                </a:lnTo>
                <a:lnTo>
                  <a:pt x="998664" y="358330"/>
                </a:lnTo>
                <a:lnTo>
                  <a:pt x="1048613" y="357314"/>
                </a:lnTo>
                <a:lnTo>
                  <a:pt x="1104138" y="356997"/>
                </a:lnTo>
                <a:lnTo>
                  <a:pt x="1110094" y="362978"/>
                </a:lnTo>
                <a:lnTo>
                  <a:pt x="1116330" y="369379"/>
                </a:lnTo>
                <a:lnTo>
                  <a:pt x="1122565" y="376072"/>
                </a:lnTo>
                <a:lnTo>
                  <a:pt x="1128522" y="382917"/>
                </a:lnTo>
                <a:lnTo>
                  <a:pt x="1151382" y="361569"/>
                </a:lnTo>
                <a:lnTo>
                  <a:pt x="1147114" y="356997"/>
                </a:lnTo>
                <a:lnTo>
                  <a:pt x="1133678" y="342607"/>
                </a:lnTo>
                <a:lnTo>
                  <a:pt x="1123264" y="332524"/>
                </a:lnTo>
                <a:lnTo>
                  <a:pt x="1112659" y="322249"/>
                </a:lnTo>
                <a:lnTo>
                  <a:pt x="1088504" y="300189"/>
                </a:lnTo>
                <a:lnTo>
                  <a:pt x="1061377" y="276136"/>
                </a:lnTo>
                <a:lnTo>
                  <a:pt x="1041565" y="294424"/>
                </a:lnTo>
                <a:lnTo>
                  <a:pt x="1050937" y="303568"/>
                </a:lnTo>
                <a:lnTo>
                  <a:pt x="1070279" y="321856"/>
                </a:lnTo>
                <a:lnTo>
                  <a:pt x="1079665" y="331000"/>
                </a:lnTo>
                <a:lnTo>
                  <a:pt x="1043343" y="331876"/>
                </a:lnTo>
                <a:lnTo>
                  <a:pt x="936307" y="332524"/>
                </a:lnTo>
                <a:lnTo>
                  <a:pt x="950328" y="317969"/>
                </a:lnTo>
                <a:lnTo>
                  <a:pt x="964933" y="301853"/>
                </a:lnTo>
                <a:lnTo>
                  <a:pt x="980109" y="284302"/>
                </a:lnTo>
                <a:lnTo>
                  <a:pt x="995845" y="265468"/>
                </a:lnTo>
                <a:lnTo>
                  <a:pt x="1163574" y="265468"/>
                </a:lnTo>
                <a:lnTo>
                  <a:pt x="1163574" y="2394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967513" y="277929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527" y="102203"/>
                </a:moveTo>
                <a:lnTo>
                  <a:pt x="0" y="102203"/>
                </a:lnTo>
                <a:lnTo>
                  <a:pt x="22955" y="0"/>
                </a:lnTo>
                <a:lnTo>
                  <a:pt x="59531" y="0"/>
                </a:lnTo>
                <a:lnTo>
                  <a:pt x="2752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304603" y="2498597"/>
            <a:ext cx="1163955" cy="383540"/>
          </a:xfrm>
          <a:custGeom>
            <a:avLst/>
            <a:gdLst/>
            <a:ahLst/>
            <a:cxnLst/>
            <a:rect l="l" t="t" r="r" b="b"/>
            <a:pathLst>
              <a:path w="1163954" h="383539">
                <a:moveTo>
                  <a:pt x="381279" y="331000"/>
                </a:moveTo>
                <a:lnTo>
                  <a:pt x="348602" y="323596"/>
                </a:lnTo>
                <a:lnTo>
                  <a:pt x="319087" y="312902"/>
                </a:lnTo>
                <a:lnTo>
                  <a:pt x="292455" y="299072"/>
                </a:lnTo>
                <a:lnTo>
                  <a:pt x="268414" y="282232"/>
                </a:lnTo>
                <a:lnTo>
                  <a:pt x="353758" y="239458"/>
                </a:lnTo>
                <a:lnTo>
                  <a:pt x="332422" y="213550"/>
                </a:lnTo>
                <a:lnTo>
                  <a:pt x="310108" y="227863"/>
                </a:lnTo>
                <a:lnTo>
                  <a:pt x="288798" y="241033"/>
                </a:lnTo>
                <a:lnTo>
                  <a:pt x="268338" y="253072"/>
                </a:lnTo>
                <a:lnTo>
                  <a:pt x="248602" y="263944"/>
                </a:lnTo>
                <a:lnTo>
                  <a:pt x="236575" y="249580"/>
                </a:lnTo>
                <a:lnTo>
                  <a:pt x="225691" y="233946"/>
                </a:lnTo>
                <a:lnTo>
                  <a:pt x="215938" y="216916"/>
                </a:lnTo>
                <a:lnTo>
                  <a:pt x="207352" y="198310"/>
                </a:lnTo>
                <a:lnTo>
                  <a:pt x="376707" y="198310"/>
                </a:lnTo>
                <a:lnTo>
                  <a:pt x="376707" y="172402"/>
                </a:lnTo>
                <a:lnTo>
                  <a:pt x="205828" y="172402"/>
                </a:lnTo>
                <a:lnTo>
                  <a:pt x="205828" y="134213"/>
                </a:lnTo>
                <a:lnTo>
                  <a:pt x="350710" y="134213"/>
                </a:lnTo>
                <a:lnTo>
                  <a:pt x="350710" y="106781"/>
                </a:lnTo>
                <a:lnTo>
                  <a:pt x="205828" y="106781"/>
                </a:lnTo>
                <a:lnTo>
                  <a:pt x="205828" y="70205"/>
                </a:lnTo>
                <a:lnTo>
                  <a:pt x="365950" y="70205"/>
                </a:lnTo>
                <a:lnTo>
                  <a:pt x="365950" y="42773"/>
                </a:lnTo>
                <a:lnTo>
                  <a:pt x="205828" y="42773"/>
                </a:lnTo>
                <a:lnTo>
                  <a:pt x="205828" y="0"/>
                </a:lnTo>
                <a:lnTo>
                  <a:pt x="176872" y="0"/>
                </a:lnTo>
                <a:lnTo>
                  <a:pt x="176872" y="42773"/>
                </a:lnTo>
                <a:lnTo>
                  <a:pt x="16764" y="42773"/>
                </a:lnTo>
                <a:lnTo>
                  <a:pt x="16764" y="70205"/>
                </a:lnTo>
                <a:lnTo>
                  <a:pt x="176872" y="70205"/>
                </a:lnTo>
                <a:lnTo>
                  <a:pt x="176872" y="106781"/>
                </a:lnTo>
                <a:lnTo>
                  <a:pt x="32004" y="106781"/>
                </a:lnTo>
                <a:lnTo>
                  <a:pt x="32004" y="134213"/>
                </a:lnTo>
                <a:lnTo>
                  <a:pt x="176872" y="134213"/>
                </a:lnTo>
                <a:lnTo>
                  <a:pt x="176872" y="172402"/>
                </a:lnTo>
                <a:lnTo>
                  <a:pt x="4572" y="172402"/>
                </a:lnTo>
                <a:lnTo>
                  <a:pt x="4572" y="198310"/>
                </a:lnTo>
                <a:lnTo>
                  <a:pt x="155536" y="198310"/>
                </a:lnTo>
                <a:lnTo>
                  <a:pt x="125234" y="230911"/>
                </a:lnTo>
                <a:lnTo>
                  <a:pt x="89192" y="260083"/>
                </a:lnTo>
                <a:lnTo>
                  <a:pt x="47447" y="285838"/>
                </a:lnTo>
                <a:lnTo>
                  <a:pt x="0" y="308140"/>
                </a:lnTo>
                <a:lnTo>
                  <a:pt x="5664" y="314121"/>
                </a:lnTo>
                <a:lnTo>
                  <a:pt x="11049" y="320522"/>
                </a:lnTo>
                <a:lnTo>
                  <a:pt x="15849" y="327215"/>
                </a:lnTo>
                <a:lnTo>
                  <a:pt x="19812" y="334048"/>
                </a:lnTo>
                <a:lnTo>
                  <a:pt x="44361" y="321424"/>
                </a:lnTo>
                <a:lnTo>
                  <a:pt x="67627" y="308521"/>
                </a:lnTo>
                <a:lnTo>
                  <a:pt x="89496" y="295046"/>
                </a:lnTo>
                <a:lnTo>
                  <a:pt x="109816" y="280708"/>
                </a:lnTo>
                <a:lnTo>
                  <a:pt x="109816" y="341668"/>
                </a:lnTo>
                <a:lnTo>
                  <a:pt x="106768" y="349288"/>
                </a:lnTo>
                <a:lnTo>
                  <a:pt x="99148" y="353949"/>
                </a:lnTo>
                <a:lnTo>
                  <a:pt x="117436" y="382905"/>
                </a:lnTo>
                <a:lnTo>
                  <a:pt x="123532" y="378333"/>
                </a:lnTo>
                <a:lnTo>
                  <a:pt x="131152" y="375285"/>
                </a:lnTo>
                <a:lnTo>
                  <a:pt x="137248" y="372237"/>
                </a:lnTo>
                <a:lnTo>
                  <a:pt x="161874" y="363105"/>
                </a:lnTo>
                <a:lnTo>
                  <a:pt x="208864" y="345376"/>
                </a:lnTo>
                <a:lnTo>
                  <a:pt x="231838" y="337096"/>
                </a:lnTo>
                <a:lnTo>
                  <a:pt x="231838" y="305092"/>
                </a:lnTo>
                <a:lnTo>
                  <a:pt x="209753" y="313969"/>
                </a:lnTo>
                <a:lnTo>
                  <a:pt x="186982" y="322427"/>
                </a:lnTo>
                <a:lnTo>
                  <a:pt x="163372" y="330593"/>
                </a:lnTo>
                <a:lnTo>
                  <a:pt x="138772" y="338620"/>
                </a:lnTo>
                <a:lnTo>
                  <a:pt x="138772" y="257848"/>
                </a:lnTo>
                <a:lnTo>
                  <a:pt x="150825" y="246126"/>
                </a:lnTo>
                <a:lnTo>
                  <a:pt x="162013" y="234137"/>
                </a:lnTo>
                <a:lnTo>
                  <a:pt x="182968" y="210502"/>
                </a:lnTo>
                <a:lnTo>
                  <a:pt x="206921" y="255358"/>
                </a:lnTo>
                <a:lnTo>
                  <a:pt x="236677" y="292887"/>
                </a:lnTo>
                <a:lnTo>
                  <a:pt x="272135" y="323088"/>
                </a:lnTo>
                <a:lnTo>
                  <a:pt x="313220" y="345986"/>
                </a:lnTo>
                <a:lnTo>
                  <a:pt x="359854" y="361569"/>
                </a:lnTo>
                <a:lnTo>
                  <a:pt x="369417" y="346862"/>
                </a:lnTo>
                <a:lnTo>
                  <a:pt x="374929" y="338988"/>
                </a:lnTo>
                <a:lnTo>
                  <a:pt x="381279" y="331000"/>
                </a:lnTo>
                <a:close/>
              </a:path>
              <a:path w="1163954" h="383539">
                <a:moveTo>
                  <a:pt x="538340" y="291376"/>
                </a:moveTo>
                <a:lnTo>
                  <a:pt x="537438" y="284518"/>
                </a:lnTo>
                <a:lnTo>
                  <a:pt x="537095" y="280708"/>
                </a:lnTo>
                <a:lnTo>
                  <a:pt x="536206" y="270802"/>
                </a:lnTo>
                <a:lnTo>
                  <a:pt x="535292" y="263944"/>
                </a:lnTo>
                <a:lnTo>
                  <a:pt x="521335" y="268274"/>
                </a:lnTo>
                <a:lnTo>
                  <a:pt x="492785" y="276377"/>
                </a:lnTo>
                <a:lnTo>
                  <a:pt x="478815" y="280708"/>
                </a:lnTo>
                <a:lnTo>
                  <a:pt x="478815" y="178511"/>
                </a:lnTo>
                <a:lnTo>
                  <a:pt x="527672" y="178511"/>
                </a:lnTo>
                <a:lnTo>
                  <a:pt x="527672" y="151079"/>
                </a:lnTo>
                <a:lnTo>
                  <a:pt x="478815" y="151079"/>
                </a:lnTo>
                <a:lnTo>
                  <a:pt x="478815" y="61061"/>
                </a:lnTo>
                <a:lnTo>
                  <a:pt x="533768" y="61061"/>
                </a:lnTo>
                <a:lnTo>
                  <a:pt x="533768" y="33528"/>
                </a:lnTo>
                <a:lnTo>
                  <a:pt x="396519" y="33528"/>
                </a:lnTo>
                <a:lnTo>
                  <a:pt x="396519" y="61061"/>
                </a:lnTo>
                <a:lnTo>
                  <a:pt x="449859" y="61061"/>
                </a:lnTo>
                <a:lnTo>
                  <a:pt x="449859" y="151079"/>
                </a:lnTo>
                <a:lnTo>
                  <a:pt x="399567" y="151079"/>
                </a:lnTo>
                <a:lnTo>
                  <a:pt x="399567" y="178511"/>
                </a:lnTo>
                <a:lnTo>
                  <a:pt x="449859" y="178511"/>
                </a:lnTo>
                <a:lnTo>
                  <a:pt x="449859" y="289852"/>
                </a:lnTo>
                <a:lnTo>
                  <a:pt x="435025" y="293522"/>
                </a:lnTo>
                <a:lnTo>
                  <a:pt x="391947" y="305092"/>
                </a:lnTo>
                <a:lnTo>
                  <a:pt x="402615" y="334048"/>
                </a:lnTo>
                <a:lnTo>
                  <a:pt x="437527" y="323519"/>
                </a:lnTo>
                <a:lnTo>
                  <a:pt x="538340" y="291376"/>
                </a:lnTo>
                <a:close/>
              </a:path>
              <a:path w="1163954" h="383539">
                <a:moveTo>
                  <a:pt x="741133" y="21336"/>
                </a:moveTo>
                <a:lnTo>
                  <a:pt x="544436" y="21336"/>
                </a:lnTo>
                <a:lnTo>
                  <a:pt x="544436" y="256324"/>
                </a:lnTo>
                <a:lnTo>
                  <a:pt x="574916" y="256324"/>
                </a:lnTo>
                <a:lnTo>
                  <a:pt x="574916" y="48869"/>
                </a:lnTo>
                <a:lnTo>
                  <a:pt x="710653" y="48869"/>
                </a:lnTo>
                <a:lnTo>
                  <a:pt x="710653" y="250228"/>
                </a:lnTo>
                <a:lnTo>
                  <a:pt x="741133" y="250228"/>
                </a:lnTo>
                <a:lnTo>
                  <a:pt x="741133" y="48869"/>
                </a:lnTo>
                <a:lnTo>
                  <a:pt x="741133" y="21336"/>
                </a:lnTo>
                <a:close/>
              </a:path>
              <a:path w="1163954" h="383539">
                <a:moveTo>
                  <a:pt x="773137" y="283756"/>
                </a:moveTo>
                <a:lnTo>
                  <a:pt x="755992" y="277660"/>
                </a:lnTo>
                <a:lnTo>
                  <a:pt x="748284" y="274751"/>
                </a:lnTo>
                <a:lnTo>
                  <a:pt x="741133" y="271564"/>
                </a:lnTo>
                <a:lnTo>
                  <a:pt x="740918" y="284518"/>
                </a:lnTo>
                <a:lnTo>
                  <a:pt x="735533" y="330974"/>
                </a:lnTo>
                <a:lnTo>
                  <a:pt x="712177" y="343192"/>
                </a:lnTo>
                <a:lnTo>
                  <a:pt x="693889" y="343192"/>
                </a:lnTo>
                <a:lnTo>
                  <a:pt x="684771" y="341782"/>
                </a:lnTo>
                <a:lnTo>
                  <a:pt x="678078" y="337667"/>
                </a:lnTo>
                <a:lnTo>
                  <a:pt x="673963" y="330974"/>
                </a:lnTo>
                <a:lnTo>
                  <a:pt x="672553" y="321856"/>
                </a:lnTo>
                <a:lnTo>
                  <a:pt x="672553" y="240995"/>
                </a:lnTo>
                <a:lnTo>
                  <a:pt x="672553" y="225755"/>
                </a:lnTo>
                <a:lnTo>
                  <a:pt x="646645" y="225755"/>
                </a:lnTo>
                <a:lnTo>
                  <a:pt x="650646" y="206629"/>
                </a:lnTo>
                <a:lnTo>
                  <a:pt x="653503" y="185928"/>
                </a:lnTo>
                <a:lnTo>
                  <a:pt x="655218" y="163766"/>
                </a:lnTo>
                <a:lnTo>
                  <a:pt x="655751" y="141833"/>
                </a:lnTo>
                <a:lnTo>
                  <a:pt x="655789" y="74777"/>
                </a:lnTo>
                <a:lnTo>
                  <a:pt x="625221" y="74777"/>
                </a:lnTo>
                <a:lnTo>
                  <a:pt x="625221" y="141833"/>
                </a:lnTo>
                <a:lnTo>
                  <a:pt x="623493" y="182486"/>
                </a:lnTo>
                <a:lnTo>
                  <a:pt x="609777" y="247192"/>
                </a:lnTo>
                <a:lnTo>
                  <a:pt x="580301" y="294716"/>
                </a:lnTo>
                <a:lnTo>
                  <a:pt x="528739" y="335902"/>
                </a:lnTo>
                <a:lnTo>
                  <a:pt x="494055" y="353961"/>
                </a:lnTo>
                <a:lnTo>
                  <a:pt x="499541" y="359930"/>
                </a:lnTo>
                <a:lnTo>
                  <a:pt x="504774" y="366344"/>
                </a:lnTo>
                <a:lnTo>
                  <a:pt x="509993" y="373024"/>
                </a:lnTo>
                <a:lnTo>
                  <a:pt x="515480" y="379869"/>
                </a:lnTo>
                <a:lnTo>
                  <a:pt x="549732" y="359562"/>
                </a:lnTo>
                <a:lnTo>
                  <a:pt x="603351" y="313778"/>
                </a:lnTo>
                <a:lnTo>
                  <a:pt x="628497" y="278371"/>
                </a:lnTo>
                <a:lnTo>
                  <a:pt x="643509" y="240995"/>
                </a:lnTo>
                <a:lnTo>
                  <a:pt x="643509" y="326428"/>
                </a:lnTo>
                <a:lnTo>
                  <a:pt x="646379" y="345363"/>
                </a:lnTo>
                <a:lnTo>
                  <a:pt x="654977" y="358711"/>
                </a:lnTo>
                <a:lnTo>
                  <a:pt x="669302" y="366598"/>
                </a:lnTo>
                <a:lnTo>
                  <a:pt x="689317" y="369201"/>
                </a:lnTo>
                <a:lnTo>
                  <a:pt x="716749" y="369201"/>
                </a:lnTo>
                <a:lnTo>
                  <a:pt x="761326" y="349872"/>
                </a:lnTo>
                <a:lnTo>
                  <a:pt x="771753" y="299758"/>
                </a:lnTo>
                <a:lnTo>
                  <a:pt x="773137" y="283756"/>
                </a:lnTo>
                <a:close/>
              </a:path>
              <a:path w="1163954" h="383539">
                <a:moveTo>
                  <a:pt x="1128522" y="169354"/>
                </a:moveTo>
                <a:lnTo>
                  <a:pt x="889063" y="169354"/>
                </a:lnTo>
                <a:lnTo>
                  <a:pt x="889063" y="196786"/>
                </a:lnTo>
                <a:lnTo>
                  <a:pt x="1128522" y="196786"/>
                </a:lnTo>
                <a:lnTo>
                  <a:pt x="1128522" y="169354"/>
                </a:lnTo>
                <a:close/>
              </a:path>
              <a:path w="1163954" h="383539">
                <a:moveTo>
                  <a:pt x="1143762" y="21336"/>
                </a:moveTo>
                <a:lnTo>
                  <a:pt x="1114806" y="21336"/>
                </a:lnTo>
                <a:lnTo>
                  <a:pt x="1114806" y="48869"/>
                </a:lnTo>
                <a:lnTo>
                  <a:pt x="1114806" y="100685"/>
                </a:lnTo>
                <a:lnTo>
                  <a:pt x="858583" y="100685"/>
                </a:lnTo>
                <a:lnTo>
                  <a:pt x="858583" y="48869"/>
                </a:lnTo>
                <a:lnTo>
                  <a:pt x="1114806" y="48869"/>
                </a:lnTo>
                <a:lnTo>
                  <a:pt x="1114806" y="21336"/>
                </a:lnTo>
                <a:lnTo>
                  <a:pt x="829627" y="21336"/>
                </a:lnTo>
                <a:lnTo>
                  <a:pt x="829627" y="163258"/>
                </a:lnTo>
                <a:lnTo>
                  <a:pt x="826503" y="221551"/>
                </a:lnTo>
                <a:lnTo>
                  <a:pt x="817232" y="272859"/>
                </a:lnTo>
                <a:lnTo>
                  <a:pt x="801928" y="317042"/>
                </a:lnTo>
                <a:lnTo>
                  <a:pt x="780757" y="353949"/>
                </a:lnTo>
                <a:lnTo>
                  <a:pt x="786295" y="359956"/>
                </a:lnTo>
                <a:lnTo>
                  <a:pt x="791514" y="366522"/>
                </a:lnTo>
                <a:lnTo>
                  <a:pt x="796709" y="373672"/>
                </a:lnTo>
                <a:lnTo>
                  <a:pt x="802195" y="381381"/>
                </a:lnTo>
                <a:lnTo>
                  <a:pt x="826427" y="337083"/>
                </a:lnTo>
                <a:lnTo>
                  <a:pt x="844105" y="286804"/>
                </a:lnTo>
                <a:lnTo>
                  <a:pt x="854913" y="230809"/>
                </a:lnTo>
                <a:lnTo>
                  <a:pt x="858583" y="169354"/>
                </a:lnTo>
                <a:lnTo>
                  <a:pt x="858583" y="128117"/>
                </a:lnTo>
                <a:lnTo>
                  <a:pt x="1114806" y="128117"/>
                </a:lnTo>
                <a:lnTo>
                  <a:pt x="1114806" y="141833"/>
                </a:lnTo>
                <a:lnTo>
                  <a:pt x="1143762" y="141833"/>
                </a:lnTo>
                <a:lnTo>
                  <a:pt x="1143762" y="128117"/>
                </a:lnTo>
                <a:lnTo>
                  <a:pt x="1143762" y="100685"/>
                </a:lnTo>
                <a:lnTo>
                  <a:pt x="1143762" y="48869"/>
                </a:lnTo>
                <a:lnTo>
                  <a:pt x="1143762" y="21336"/>
                </a:lnTo>
                <a:close/>
              </a:path>
              <a:path w="1163954" h="383539">
                <a:moveTo>
                  <a:pt x="1163574" y="239458"/>
                </a:moveTo>
                <a:lnTo>
                  <a:pt x="863155" y="239458"/>
                </a:lnTo>
                <a:lnTo>
                  <a:pt x="863155" y="265468"/>
                </a:lnTo>
                <a:lnTo>
                  <a:pt x="956208" y="265468"/>
                </a:lnTo>
                <a:lnTo>
                  <a:pt x="943902" y="280898"/>
                </a:lnTo>
                <a:lnTo>
                  <a:pt x="908875" y="320332"/>
                </a:lnTo>
                <a:lnTo>
                  <a:pt x="873823" y="338620"/>
                </a:lnTo>
                <a:lnTo>
                  <a:pt x="887539" y="367665"/>
                </a:lnTo>
                <a:lnTo>
                  <a:pt x="895223" y="365671"/>
                </a:lnTo>
                <a:lnTo>
                  <a:pt x="902208" y="364236"/>
                </a:lnTo>
                <a:lnTo>
                  <a:pt x="908316" y="363385"/>
                </a:lnTo>
                <a:lnTo>
                  <a:pt x="913447" y="363093"/>
                </a:lnTo>
                <a:lnTo>
                  <a:pt x="953554" y="360222"/>
                </a:lnTo>
                <a:lnTo>
                  <a:pt x="998499" y="358330"/>
                </a:lnTo>
                <a:lnTo>
                  <a:pt x="1048588" y="357314"/>
                </a:lnTo>
                <a:lnTo>
                  <a:pt x="1104138" y="356997"/>
                </a:lnTo>
                <a:lnTo>
                  <a:pt x="1109865" y="362978"/>
                </a:lnTo>
                <a:lnTo>
                  <a:pt x="1121918" y="376072"/>
                </a:lnTo>
                <a:lnTo>
                  <a:pt x="1128522" y="382917"/>
                </a:lnTo>
                <a:lnTo>
                  <a:pt x="1151382" y="361569"/>
                </a:lnTo>
                <a:lnTo>
                  <a:pt x="1147114" y="356997"/>
                </a:lnTo>
                <a:lnTo>
                  <a:pt x="1133678" y="342607"/>
                </a:lnTo>
                <a:lnTo>
                  <a:pt x="1123276" y="332524"/>
                </a:lnTo>
                <a:lnTo>
                  <a:pt x="1112697" y="322249"/>
                </a:lnTo>
                <a:lnTo>
                  <a:pt x="1088542" y="300189"/>
                </a:lnTo>
                <a:lnTo>
                  <a:pt x="1061364" y="276136"/>
                </a:lnTo>
                <a:lnTo>
                  <a:pt x="1041552" y="294424"/>
                </a:lnTo>
                <a:lnTo>
                  <a:pt x="1050950" y="303568"/>
                </a:lnTo>
                <a:lnTo>
                  <a:pt x="1070356" y="321856"/>
                </a:lnTo>
                <a:lnTo>
                  <a:pt x="1079754" y="331000"/>
                </a:lnTo>
                <a:lnTo>
                  <a:pt x="1043355" y="331876"/>
                </a:lnTo>
                <a:lnTo>
                  <a:pt x="934872" y="332524"/>
                </a:lnTo>
                <a:lnTo>
                  <a:pt x="949756" y="317969"/>
                </a:lnTo>
                <a:lnTo>
                  <a:pt x="964780" y="301853"/>
                </a:lnTo>
                <a:lnTo>
                  <a:pt x="980097" y="284302"/>
                </a:lnTo>
                <a:lnTo>
                  <a:pt x="995832" y="265468"/>
                </a:lnTo>
                <a:lnTo>
                  <a:pt x="1163574" y="265468"/>
                </a:lnTo>
                <a:lnTo>
                  <a:pt x="1163574" y="2394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533804" y="277929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5907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872316" y="2500121"/>
            <a:ext cx="1162685" cy="383540"/>
          </a:xfrm>
          <a:custGeom>
            <a:avLst/>
            <a:gdLst/>
            <a:ahLst/>
            <a:cxnLst/>
            <a:rect l="l" t="t" r="r" b="b"/>
            <a:pathLst>
              <a:path w="1162685" h="383539">
                <a:moveTo>
                  <a:pt x="126580" y="16764"/>
                </a:moveTo>
                <a:lnTo>
                  <a:pt x="99148" y="0"/>
                </a:lnTo>
                <a:lnTo>
                  <a:pt x="79400" y="30060"/>
                </a:lnTo>
                <a:lnTo>
                  <a:pt x="56629" y="58381"/>
                </a:lnTo>
                <a:lnTo>
                  <a:pt x="30708" y="84963"/>
                </a:lnTo>
                <a:lnTo>
                  <a:pt x="1524" y="109829"/>
                </a:lnTo>
                <a:lnTo>
                  <a:pt x="5829" y="116928"/>
                </a:lnTo>
                <a:lnTo>
                  <a:pt x="9715" y="124307"/>
                </a:lnTo>
                <a:lnTo>
                  <a:pt x="16764" y="138785"/>
                </a:lnTo>
                <a:lnTo>
                  <a:pt x="48539" y="111379"/>
                </a:lnTo>
                <a:lnTo>
                  <a:pt x="77431" y="81813"/>
                </a:lnTo>
                <a:lnTo>
                  <a:pt x="103441" y="50228"/>
                </a:lnTo>
                <a:lnTo>
                  <a:pt x="126580" y="16764"/>
                </a:lnTo>
                <a:close/>
              </a:path>
              <a:path w="1162685" h="383539">
                <a:moveTo>
                  <a:pt x="134200" y="111353"/>
                </a:moveTo>
                <a:lnTo>
                  <a:pt x="108292" y="94589"/>
                </a:lnTo>
                <a:lnTo>
                  <a:pt x="82804" y="135763"/>
                </a:lnTo>
                <a:lnTo>
                  <a:pt x="56438" y="172212"/>
                </a:lnTo>
                <a:lnTo>
                  <a:pt x="28917" y="203771"/>
                </a:lnTo>
                <a:lnTo>
                  <a:pt x="0" y="230327"/>
                </a:lnTo>
                <a:lnTo>
                  <a:pt x="13716" y="262420"/>
                </a:lnTo>
                <a:lnTo>
                  <a:pt x="26022" y="250710"/>
                </a:lnTo>
                <a:lnTo>
                  <a:pt x="37922" y="238556"/>
                </a:lnTo>
                <a:lnTo>
                  <a:pt x="49542" y="226123"/>
                </a:lnTo>
                <a:lnTo>
                  <a:pt x="61048" y="213563"/>
                </a:lnTo>
                <a:lnTo>
                  <a:pt x="61048" y="376821"/>
                </a:lnTo>
                <a:lnTo>
                  <a:pt x="93052" y="376821"/>
                </a:lnTo>
                <a:lnTo>
                  <a:pt x="93052" y="213563"/>
                </a:lnTo>
                <a:lnTo>
                  <a:pt x="93052" y="173939"/>
                </a:lnTo>
                <a:lnTo>
                  <a:pt x="103555" y="158800"/>
                </a:lnTo>
                <a:lnTo>
                  <a:pt x="114198" y="143217"/>
                </a:lnTo>
                <a:lnTo>
                  <a:pt x="124561" y="127342"/>
                </a:lnTo>
                <a:lnTo>
                  <a:pt x="134200" y="111353"/>
                </a:lnTo>
                <a:close/>
              </a:path>
              <a:path w="1162685" h="383539">
                <a:moveTo>
                  <a:pt x="358432" y="28956"/>
                </a:moveTo>
                <a:lnTo>
                  <a:pt x="160121" y="28956"/>
                </a:lnTo>
                <a:lnTo>
                  <a:pt x="160121" y="58013"/>
                </a:lnTo>
                <a:lnTo>
                  <a:pt x="358432" y="58013"/>
                </a:lnTo>
                <a:lnTo>
                  <a:pt x="358432" y="28956"/>
                </a:lnTo>
                <a:close/>
              </a:path>
              <a:path w="1162685" h="383539">
                <a:moveTo>
                  <a:pt x="379768" y="144970"/>
                </a:moveTo>
                <a:lnTo>
                  <a:pt x="138785" y="144970"/>
                </a:lnTo>
                <a:lnTo>
                  <a:pt x="138785" y="173939"/>
                </a:lnTo>
                <a:lnTo>
                  <a:pt x="272986" y="173939"/>
                </a:lnTo>
                <a:lnTo>
                  <a:pt x="272986" y="312712"/>
                </a:lnTo>
                <a:lnTo>
                  <a:pt x="271513" y="324472"/>
                </a:lnTo>
                <a:lnTo>
                  <a:pt x="266890" y="332524"/>
                </a:lnTo>
                <a:lnTo>
                  <a:pt x="258838" y="337146"/>
                </a:lnTo>
                <a:lnTo>
                  <a:pt x="247396" y="338582"/>
                </a:lnTo>
                <a:lnTo>
                  <a:pt x="232219" y="338569"/>
                </a:lnTo>
                <a:lnTo>
                  <a:pt x="217347" y="338239"/>
                </a:lnTo>
                <a:lnTo>
                  <a:pt x="202463" y="337337"/>
                </a:lnTo>
                <a:lnTo>
                  <a:pt x="187553" y="335572"/>
                </a:lnTo>
                <a:lnTo>
                  <a:pt x="188747" y="345389"/>
                </a:lnTo>
                <a:lnTo>
                  <a:pt x="189915" y="354330"/>
                </a:lnTo>
                <a:lnTo>
                  <a:pt x="191071" y="362673"/>
                </a:lnTo>
                <a:lnTo>
                  <a:pt x="192214" y="370725"/>
                </a:lnTo>
                <a:lnTo>
                  <a:pt x="257746" y="370725"/>
                </a:lnTo>
                <a:lnTo>
                  <a:pt x="294132" y="359092"/>
                </a:lnTo>
                <a:lnTo>
                  <a:pt x="306514" y="323380"/>
                </a:lnTo>
                <a:lnTo>
                  <a:pt x="306514" y="173939"/>
                </a:lnTo>
                <a:lnTo>
                  <a:pt x="379768" y="173939"/>
                </a:lnTo>
                <a:lnTo>
                  <a:pt x="379768" y="144970"/>
                </a:lnTo>
                <a:close/>
              </a:path>
              <a:path w="1162685" h="383539">
                <a:moveTo>
                  <a:pt x="515493" y="64109"/>
                </a:moveTo>
                <a:lnTo>
                  <a:pt x="500608" y="49491"/>
                </a:lnTo>
                <a:lnTo>
                  <a:pt x="485571" y="35293"/>
                </a:lnTo>
                <a:lnTo>
                  <a:pt x="470230" y="21386"/>
                </a:lnTo>
                <a:lnTo>
                  <a:pt x="454444" y="7620"/>
                </a:lnTo>
                <a:lnTo>
                  <a:pt x="434632" y="25908"/>
                </a:lnTo>
                <a:lnTo>
                  <a:pt x="464197" y="55143"/>
                </a:lnTo>
                <a:lnTo>
                  <a:pt x="478637" y="69938"/>
                </a:lnTo>
                <a:lnTo>
                  <a:pt x="492633" y="85445"/>
                </a:lnTo>
                <a:lnTo>
                  <a:pt x="515493" y="64109"/>
                </a:lnTo>
                <a:close/>
              </a:path>
              <a:path w="1162685" h="383539">
                <a:moveTo>
                  <a:pt x="675614" y="248704"/>
                </a:moveTo>
                <a:lnTo>
                  <a:pt x="660438" y="232384"/>
                </a:lnTo>
                <a:lnTo>
                  <a:pt x="644563" y="215658"/>
                </a:lnTo>
                <a:lnTo>
                  <a:pt x="627811" y="198678"/>
                </a:lnTo>
                <a:lnTo>
                  <a:pt x="610082" y="181559"/>
                </a:lnTo>
                <a:lnTo>
                  <a:pt x="588645" y="199847"/>
                </a:lnTo>
                <a:lnTo>
                  <a:pt x="605561" y="217881"/>
                </a:lnTo>
                <a:lnTo>
                  <a:pt x="621880" y="235508"/>
                </a:lnTo>
                <a:lnTo>
                  <a:pt x="637603" y="252857"/>
                </a:lnTo>
                <a:lnTo>
                  <a:pt x="652754" y="270040"/>
                </a:lnTo>
                <a:lnTo>
                  <a:pt x="675614" y="248704"/>
                </a:lnTo>
                <a:close/>
              </a:path>
              <a:path w="1162685" h="383539">
                <a:moveTo>
                  <a:pt x="745807" y="102209"/>
                </a:moveTo>
                <a:lnTo>
                  <a:pt x="584073" y="102209"/>
                </a:lnTo>
                <a:lnTo>
                  <a:pt x="586079" y="78752"/>
                </a:lnTo>
                <a:lnTo>
                  <a:pt x="587438" y="55143"/>
                </a:lnTo>
                <a:lnTo>
                  <a:pt x="587540" y="52819"/>
                </a:lnTo>
                <a:lnTo>
                  <a:pt x="588365" y="27800"/>
                </a:lnTo>
                <a:lnTo>
                  <a:pt x="588645" y="0"/>
                </a:lnTo>
                <a:lnTo>
                  <a:pt x="556641" y="0"/>
                </a:lnTo>
                <a:lnTo>
                  <a:pt x="556120" y="26911"/>
                </a:lnTo>
                <a:lnTo>
                  <a:pt x="554736" y="52819"/>
                </a:lnTo>
                <a:lnTo>
                  <a:pt x="552780" y="77876"/>
                </a:lnTo>
                <a:lnTo>
                  <a:pt x="550545" y="102209"/>
                </a:lnTo>
                <a:lnTo>
                  <a:pt x="407200" y="102209"/>
                </a:lnTo>
                <a:lnTo>
                  <a:pt x="407200" y="131165"/>
                </a:lnTo>
                <a:lnTo>
                  <a:pt x="545973" y="131165"/>
                </a:lnTo>
                <a:lnTo>
                  <a:pt x="534289" y="179971"/>
                </a:lnTo>
                <a:lnTo>
                  <a:pt x="517525" y="224167"/>
                </a:lnTo>
                <a:lnTo>
                  <a:pt x="495668" y="263702"/>
                </a:lnTo>
                <a:lnTo>
                  <a:pt x="468731" y="298538"/>
                </a:lnTo>
                <a:lnTo>
                  <a:pt x="436702" y="328637"/>
                </a:lnTo>
                <a:lnTo>
                  <a:pt x="399567" y="353961"/>
                </a:lnTo>
                <a:lnTo>
                  <a:pt x="405282" y="361696"/>
                </a:lnTo>
                <a:lnTo>
                  <a:pt x="411010" y="369011"/>
                </a:lnTo>
                <a:lnTo>
                  <a:pt x="416725" y="376034"/>
                </a:lnTo>
                <a:lnTo>
                  <a:pt x="422440" y="382917"/>
                </a:lnTo>
                <a:lnTo>
                  <a:pt x="462470" y="353021"/>
                </a:lnTo>
                <a:lnTo>
                  <a:pt x="497065" y="318300"/>
                </a:lnTo>
                <a:lnTo>
                  <a:pt x="526148" y="278752"/>
                </a:lnTo>
                <a:lnTo>
                  <a:pt x="549643" y="234391"/>
                </a:lnTo>
                <a:lnTo>
                  <a:pt x="567448" y="185191"/>
                </a:lnTo>
                <a:lnTo>
                  <a:pt x="579501" y="131165"/>
                </a:lnTo>
                <a:lnTo>
                  <a:pt x="712190" y="131165"/>
                </a:lnTo>
                <a:lnTo>
                  <a:pt x="711657" y="172935"/>
                </a:lnTo>
                <a:lnTo>
                  <a:pt x="710285" y="213563"/>
                </a:lnTo>
                <a:lnTo>
                  <a:pt x="708329" y="252857"/>
                </a:lnTo>
                <a:lnTo>
                  <a:pt x="706094" y="291376"/>
                </a:lnTo>
                <a:lnTo>
                  <a:pt x="677583" y="332740"/>
                </a:lnTo>
                <a:lnTo>
                  <a:pt x="657326" y="335572"/>
                </a:lnTo>
                <a:lnTo>
                  <a:pt x="640156" y="335292"/>
                </a:lnTo>
                <a:lnTo>
                  <a:pt x="622833" y="334429"/>
                </a:lnTo>
                <a:lnTo>
                  <a:pt x="605205" y="333006"/>
                </a:lnTo>
                <a:lnTo>
                  <a:pt x="587121" y="331000"/>
                </a:lnTo>
                <a:lnTo>
                  <a:pt x="589140" y="340995"/>
                </a:lnTo>
                <a:lnTo>
                  <a:pt x="590740" y="350291"/>
                </a:lnTo>
                <a:lnTo>
                  <a:pt x="593217" y="366153"/>
                </a:lnTo>
                <a:lnTo>
                  <a:pt x="613016" y="367030"/>
                </a:lnTo>
                <a:lnTo>
                  <a:pt x="631215" y="367487"/>
                </a:lnTo>
                <a:lnTo>
                  <a:pt x="663422" y="367677"/>
                </a:lnTo>
                <a:lnTo>
                  <a:pt x="695464" y="363347"/>
                </a:lnTo>
                <a:lnTo>
                  <a:pt x="728484" y="335572"/>
                </a:lnTo>
                <a:lnTo>
                  <a:pt x="739622" y="297472"/>
                </a:lnTo>
                <a:lnTo>
                  <a:pt x="741692" y="256044"/>
                </a:lnTo>
                <a:lnTo>
                  <a:pt x="743318" y="209588"/>
                </a:lnTo>
                <a:lnTo>
                  <a:pt x="744639" y="158267"/>
                </a:lnTo>
                <a:lnTo>
                  <a:pt x="745807" y="102209"/>
                </a:lnTo>
                <a:close/>
              </a:path>
              <a:path w="1162685" h="383539">
                <a:moveTo>
                  <a:pt x="1126998" y="167830"/>
                </a:moveTo>
                <a:lnTo>
                  <a:pt x="887641" y="167830"/>
                </a:lnTo>
                <a:lnTo>
                  <a:pt x="887641" y="195262"/>
                </a:lnTo>
                <a:lnTo>
                  <a:pt x="1126998" y="195262"/>
                </a:lnTo>
                <a:lnTo>
                  <a:pt x="1126998" y="167830"/>
                </a:lnTo>
                <a:close/>
              </a:path>
              <a:path w="1162685" h="383539">
                <a:moveTo>
                  <a:pt x="1140714" y="19812"/>
                </a:moveTo>
                <a:lnTo>
                  <a:pt x="1111758" y="19812"/>
                </a:lnTo>
                <a:lnTo>
                  <a:pt x="1111758" y="47345"/>
                </a:lnTo>
                <a:lnTo>
                  <a:pt x="1111758" y="99161"/>
                </a:lnTo>
                <a:lnTo>
                  <a:pt x="855535" y="99161"/>
                </a:lnTo>
                <a:lnTo>
                  <a:pt x="855535" y="47345"/>
                </a:lnTo>
                <a:lnTo>
                  <a:pt x="1111758" y="47345"/>
                </a:lnTo>
                <a:lnTo>
                  <a:pt x="1111758" y="19812"/>
                </a:lnTo>
                <a:lnTo>
                  <a:pt x="826579" y="19812"/>
                </a:lnTo>
                <a:lnTo>
                  <a:pt x="826579" y="161734"/>
                </a:lnTo>
                <a:lnTo>
                  <a:pt x="823696" y="220027"/>
                </a:lnTo>
                <a:lnTo>
                  <a:pt x="814959" y="271335"/>
                </a:lnTo>
                <a:lnTo>
                  <a:pt x="800214" y="315518"/>
                </a:lnTo>
                <a:lnTo>
                  <a:pt x="779335" y="352425"/>
                </a:lnTo>
                <a:lnTo>
                  <a:pt x="784809" y="358432"/>
                </a:lnTo>
                <a:lnTo>
                  <a:pt x="790003" y="364998"/>
                </a:lnTo>
                <a:lnTo>
                  <a:pt x="795197" y="372148"/>
                </a:lnTo>
                <a:lnTo>
                  <a:pt x="800671" y="379857"/>
                </a:lnTo>
                <a:lnTo>
                  <a:pt x="824674" y="335559"/>
                </a:lnTo>
                <a:lnTo>
                  <a:pt x="841819" y="285280"/>
                </a:lnTo>
                <a:lnTo>
                  <a:pt x="852106" y="229285"/>
                </a:lnTo>
                <a:lnTo>
                  <a:pt x="855535" y="167830"/>
                </a:lnTo>
                <a:lnTo>
                  <a:pt x="855535" y="126593"/>
                </a:lnTo>
                <a:lnTo>
                  <a:pt x="1111758" y="126593"/>
                </a:lnTo>
                <a:lnTo>
                  <a:pt x="1111758" y="140309"/>
                </a:lnTo>
                <a:lnTo>
                  <a:pt x="1140714" y="140309"/>
                </a:lnTo>
                <a:lnTo>
                  <a:pt x="1140714" y="126593"/>
                </a:lnTo>
                <a:lnTo>
                  <a:pt x="1140714" y="99161"/>
                </a:lnTo>
                <a:lnTo>
                  <a:pt x="1140714" y="47345"/>
                </a:lnTo>
                <a:lnTo>
                  <a:pt x="1140714" y="19812"/>
                </a:lnTo>
                <a:close/>
              </a:path>
              <a:path w="1162685" h="383539">
                <a:moveTo>
                  <a:pt x="1162151" y="237934"/>
                </a:moveTo>
                <a:lnTo>
                  <a:pt x="860107" y="237934"/>
                </a:lnTo>
                <a:lnTo>
                  <a:pt x="860107" y="263944"/>
                </a:lnTo>
                <a:lnTo>
                  <a:pt x="954697" y="263944"/>
                </a:lnTo>
                <a:lnTo>
                  <a:pt x="942378" y="279374"/>
                </a:lnTo>
                <a:lnTo>
                  <a:pt x="907453" y="318808"/>
                </a:lnTo>
                <a:lnTo>
                  <a:pt x="872299" y="337096"/>
                </a:lnTo>
                <a:lnTo>
                  <a:pt x="886117" y="366141"/>
                </a:lnTo>
                <a:lnTo>
                  <a:pt x="893800" y="364147"/>
                </a:lnTo>
                <a:lnTo>
                  <a:pt x="900785" y="362712"/>
                </a:lnTo>
                <a:lnTo>
                  <a:pt x="906894" y="361861"/>
                </a:lnTo>
                <a:lnTo>
                  <a:pt x="912025" y="361569"/>
                </a:lnTo>
                <a:lnTo>
                  <a:pt x="952080" y="358698"/>
                </a:lnTo>
                <a:lnTo>
                  <a:pt x="997026" y="356806"/>
                </a:lnTo>
                <a:lnTo>
                  <a:pt x="1047115" y="355790"/>
                </a:lnTo>
                <a:lnTo>
                  <a:pt x="1102614" y="355473"/>
                </a:lnTo>
                <a:lnTo>
                  <a:pt x="1108329" y="361454"/>
                </a:lnTo>
                <a:lnTo>
                  <a:pt x="1114044" y="367855"/>
                </a:lnTo>
                <a:lnTo>
                  <a:pt x="1119759" y="374548"/>
                </a:lnTo>
                <a:lnTo>
                  <a:pt x="1125474" y="381393"/>
                </a:lnTo>
                <a:lnTo>
                  <a:pt x="1149858" y="360045"/>
                </a:lnTo>
                <a:lnTo>
                  <a:pt x="1121168" y="331000"/>
                </a:lnTo>
                <a:lnTo>
                  <a:pt x="1086853" y="298665"/>
                </a:lnTo>
                <a:lnTo>
                  <a:pt x="1059942" y="274612"/>
                </a:lnTo>
                <a:lnTo>
                  <a:pt x="1040130" y="292900"/>
                </a:lnTo>
                <a:lnTo>
                  <a:pt x="1049299" y="302044"/>
                </a:lnTo>
                <a:lnTo>
                  <a:pt x="1058608" y="311188"/>
                </a:lnTo>
                <a:lnTo>
                  <a:pt x="1068209" y="320332"/>
                </a:lnTo>
                <a:lnTo>
                  <a:pt x="1078230" y="329476"/>
                </a:lnTo>
                <a:lnTo>
                  <a:pt x="1041882" y="330352"/>
                </a:lnTo>
                <a:lnTo>
                  <a:pt x="933361" y="331000"/>
                </a:lnTo>
                <a:lnTo>
                  <a:pt x="948232" y="316445"/>
                </a:lnTo>
                <a:lnTo>
                  <a:pt x="963269" y="300329"/>
                </a:lnTo>
                <a:lnTo>
                  <a:pt x="978573" y="282778"/>
                </a:lnTo>
                <a:lnTo>
                  <a:pt x="994321" y="263944"/>
                </a:lnTo>
                <a:lnTo>
                  <a:pt x="1162151" y="263944"/>
                </a:lnTo>
                <a:lnTo>
                  <a:pt x="1162151" y="2379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739925" y="3064573"/>
            <a:ext cx="4297680" cy="382905"/>
          </a:xfrm>
          <a:custGeom>
            <a:avLst/>
            <a:gdLst/>
            <a:ahLst/>
            <a:cxnLst/>
            <a:rect l="l" t="t" r="r" b="b"/>
            <a:pathLst>
              <a:path w="4297680" h="382904">
                <a:moveTo>
                  <a:pt x="221081" y="263855"/>
                </a:moveTo>
                <a:lnTo>
                  <a:pt x="183565" y="233845"/>
                </a:lnTo>
                <a:lnTo>
                  <a:pt x="169265" y="222707"/>
                </a:lnTo>
                <a:lnTo>
                  <a:pt x="150977" y="242519"/>
                </a:lnTo>
                <a:lnTo>
                  <a:pt x="173075" y="262331"/>
                </a:lnTo>
                <a:lnTo>
                  <a:pt x="199745" y="286715"/>
                </a:lnTo>
                <a:lnTo>
                  <a:pt x="221081" y="263855"/>
                </a:lnTo>
                <a:close/>
              </a:path>
              <a:path w="4297680" h="382904">
                <a:moveTo>
                  <a:pt x="224129" y="167741"/>
                </a:moveTo>
                <a:lnTo>
                  <a:pt x="212382" y="157429"/>
                </a:lnTo>
                <a:lnTo>
                  <a:pt x="199936" y="146977"/>
                </a:lnTo>
                <a:lnTo>
                  <a:pt x="186613" y="136232"/>
                </a:lnTo>
                <a:lnTo>
                  <a:pt x="172313" y="125069"/>
                </a:lnTo>
                <a:lnTo>
                  <a:pt x="154025" y="144881"/>
                </a:lnTo>
                <a:lnTo>
                  <a:pt x="166573" y="156311"/>
                </a:lnTo>
                <a:lnTo>
                  <a:pt x="178981" y="167741"/>
                </a:lnTo>
                <a:lnTo>
                  <a:pt x="191096" y="179171"/>
                </a:lnTo>
                <a:lnTo>
                  <a:pt x="202793" y="190601"/>
                </a:lnTo>
                <a:lnTo>
                  <a:pt x="224129" y="167741"/>
                </a:lnTo>
                <a:close/>
              </a:path>
              <a:path w="4297680" h="382904">
                <a:moveTo>
                  <a:pt x="370522" y="33528"/>
                </a:moveTo>
                <a:lnTo>
                  <a:pt x="103632" y="33528"/>
                </a:lnTo>
                <a:lnTo>
                  <a:pt x="109080" y="25514"/>
                </a:lnTo>
                <a:lnTo>
                  <a:pt x="114109" y="17335"/>
                </a:lnTo>
                <a:lnTo>
                  <a:pt x="118846" y="8890"/>
                </a:lnTo>
                <a:lnTo>
                  <a:pt x="123444" y="0"/>
                </a:lnTo>
                <a:lnTo>
                  <a:pt x="88392" y="0"/>
                </a:lnTo>
                <a:lnTo>
                  <a:pt x="70942" y="31127"/>
                </a:lnTo>
                <a:lnTo>
                  <a:pt x="50482" y="60401"/>
                </a:lnTo>
                <a:lnTo>
                  <a:pt x="26885" y="87706"/>
                </a:lnTo>
                <a:lnTo>
                  <a:pt x="0" y="112877"/>
                </a:lnTo>
                <a:lnTo>
                  <a:pt x="5448" y="118592"/>
                </a:lnTo>
                <a:lnTo>
                  <a:pt x="10477" y="124307"/>
                </a:lnTo>
                <a:lnTo>
                  <a:pt x="15214" y="130022"/>
                </a:lnTo>
                <a:lnTo>
                  <a:pt x="19812" y="135737"/>
                </a:lnTo>
                <a:lnTo>
                  <a:pt x="37795" y="119126"/>
                </a:lnTo>
                <a:lnTo>
                  <a:pt x="55054" y="101206"/>
                </a:lnTo>
                <a:lnTo>
                  <a:pt x="71462" y="81864"/>
                </a:lnTo>
                <a:lnTo>
                  <a:pt x="86868" y="60960"/>
                </a:lnTo>
                <a:lnTo>
                  <a:pt x="370522" y="60960"/>
                </a:lnTo>
                <a:lnTo>
                  <a:pt x="370522" y="33528"/>
                </a:lnTo>
                <a:close/>
              </a:path>
              <a:path w="4297680" h="382904">
                <a:moveTo>
                  <a:pt x="379666" y="193649"/>
                </a:moveTo>
                <a:lnTo>
                  <a:pt x="323278" y="193649"/>
                </a:lnTo>
                <a:lnTo>
                  <a:pt x="324421" y="170497"/>
                </a:lnTo>
                <a:lnTo>
                  <a:pt x="326656" y="123545"/>
                </a:lnTo>
                <a:lnTo>
                  <a:pt x="327850" y="97637"/>
                </a:lnTo>
                <a:lnTo>
                  <a:pt x="295846" y="97637"/>
                </a:lnTo>
                <a:lnTo>
                  <a:pt x="295846" y="123545"/>
                </a:lnTo>
                <a:lnTo>
                  <a:pt x="294944" y="141566"/>
                </a:lnTo>
                <a:lnTo>
                  <a:pt x="293700" y="176479"/>
                </a:lnTo>
                <a:lnTo>
                  <a:pt x="292798" y="193649"/>
                </a:lnTo>
                <a:lnTo>
                  <a:pt x="291274" y="193649"/>
                </a:lnTo>
                <a:lnTo>
                  <a:pt x="291274" y="221183"/>
                </a:lnTo>
                <a:lnTo>
                  <a:pt x="289344" y="272618"/>
                </a:lnTo>
                <a:lnTo>
                  <a:pt x="288226" y="289763"/>
                </a:lnTo>
                <a:lnTo>
                  <a:pt x="71628" y="289763"/>
                </a:lnTo>
                <a:lnTo>
                  <a:pt x="83820" y="221183"/>
                </a:lnTo>
                <a:lnTo>
                  <a:pt x="291274" y="221183"/>
                </a:lnTo>
                <a:lnTo>
                  <a:pt x="291274" y="193649"/>
                </a:lnTo>
                <a:lnTo>
                  <a:pt x="88392" y="193649"/>
                </a:lnTo>
                <a:lnTo>
                  <a:pt x="100584" y="123545"/>
                </a:lnTo>
                <a:lnTo>
                  <a:pt x="295846" y="123545"/>
                </a:lnTo>
                <a:lnTo>
                  <a:pt x="295846" y="97637"/>
                </a:lnTo>
                <a:lnTo>
                  <a:pt x="74676" y="97637"/>
                </a:lnTo>
                <a:lnTo>
                  <a:pt x="57912" y="193649"/>
                </a:lnTo>
                <a:lnTo>
                  <a:pt x="1524" y="193649"/>
                </a:lnTo>
                <a:lnTo>
                  <a:pt x="1524" y="221183"/>
                </a:lnTo>
                <a:lnTo>
                  <a:pt x="53340" y="221183"/>
                </a:lnTo>
                <a:lnTo>
                  <a:pt x="41148" y="288239"/>
                </a:lnTo>
                <a:lnTo>
                  <a:pt x="41148" y="317284"/>
                </a:lnTo>
                <a:lnTo>
                  <a:pt x="285178" y="317284"/>
                </a:lnTo>
                <a:lnTo>
                  <a:pt x="283654" y="326428"/>
                </a:lnTo>
                <a:lnTo>
                  <a:pt x="245465" y="344716"/>
                </a:lnTo>
                <a:lnTo>
                  <a:pt x="235788" y="344449"/>
                </a:lnTo>
                <a:lnTo>
                  <a:pt x="189077" y="341668"/>
                </a:lnTo>
                <a:lnTo>
                  <a:pt x="191046" y="350075"/>
                </a:lnTo>
                <a:lnTo>
                  <a:pt x="192697" y="358051"/>
                </a:lnTo>
                <a:lnTo>
                  <a:pt x="193890" y="364667"/>
                </a:lnTo>
                <a:lnTo>
                  <a:pt x="195173" y="372148"/>
                </a:lnTo>
                <a:lnTo>
                  <a:pt x="211239" y="373024"/>
                </a:lnTo>
                <a:lnTo>
                  <a:pt x="225463" y="373481"/>
                </a:lnTo>
                <a:lnTo>
                  <a:pt x="238239" y="373646"/>
                </a:lnTo>
                <a:lnTo>
                  <a:pt x="250037" y="373672"/>
                </a:lnTo>
                <a:lnTo>
                  <a:pt x="266966" y="372770"/>
                </a:lnTo>
                <a:lnTo>
                  <a:pt x="301942" y="356908"/>
                </a:lnTo>
                <a:lnTo>
                  <a:pt x="317182" y="317284"/>
                </a:lnTo>
                <a:lnTo>
                  <a:pt x="365950" y="317284"/>
                </a:lnTo>
                <a:lnTo>
                  <a:pt x="365950" y="289763"/>
                </a:lnTo>
                <a:lnTo>
                  <a:pt x="318706" y="289763"/>
                </a:lnTo>
                <a:lnTo>
                  <a:pt x="319824" y="273799"/>
                </a:lnTo>
                <a:lnTo>
                  <a:pt x="320992" y="256616"/>
                </a:lnTo>
                <a:lnTo>
                  <a:pt x="323278" y="221183"/>
                </a:lnTo>
                <a:lnTo>
                  <a:pt x="379666" y="221183"/>
                </a:lnTo>
                <a:lnTo>
                  <a:pt x="379666" y="193649"/>
                </a:lnTo>
                <a:close/>
              </a:path>
              <a:path w="4297680" h="382904">
                <a:moveTo>
                  <a:pt x="597789" y="141833"/>
                </a:moveTo>
                <a:lnTo>
                  <a:pt x="564261" y="141833"/>
                </a:lnTo>
                <a:lnTo>
                  <a:pt x="564261" y="379768"/>
                </a:lnTo>
                <a:lnTo>
                  <a:pt x="597789" y="379768"/>
                </a:lnTo>
                <a:lnTo>
                  <a:pt x="597789" y="141833"/>
                </a:lnTo>
                <a:close/>
              </a:path>
              <a:path w="4297680" h="382904">
                <a:moveTo>
                  <a:pt x="771626" y="166217"/>
                </a:moveTo>
                <a:lnTo>
                  <a:pt x="729703" y="146456"/>
                </a:lnTo>
                <a:lnTo>
                  <a:pt x="691654" y="121932"/>
                </a:lnTo>
                <a:lnTo>
                  <a:pt x="657326" y="92633"/>
                </a:lnTo>
                <a:lnTo>
                  <a:pt x="626592" y="58597"/>
                </a:lnTo>
                <a:lnTo>
                  <a:pt x="619683" y="48768"/>
                </a:lnTo>
                <a:lnTo>
                  <a:pt x="599313" y="19812"/>
                </a:lnTo>
                <a:lnTo>
                  <a:pt x="605409" y="10668"/>
                </a:lnTo>
                <a:lnTo>
                  <a:pt x="567309" y="10668"/>
                </a:lnTo>
                <a:lnTo>
                  <a:pt x="541858" y="48717"/>
                </a:lnTo>
                <a:lnTo>
                  <a:pt x="511365" y="84226"/>
                </a:lnTo>
                <a:lnTo>
                  <a:pt x="475907" y="117170"/>
                </a:lnTo>
                <a:lnTo>
                  <a:pt x="435571" y="147535"/>
                </a:lnTo>
                <a:lnTo>
                  <a:pt x="390334" y="175361"/>
                </a:lnTo>
                <a:lnTo>
                  <a:pt x="395782" y="183337"/>
                </a:lnTo>
                <a:lnTo>
                  <a:pt x="400824" y="191185"/>
                </a:lnTo>
                <a:lnTo>
                  <a:pt x="405587" y="198767"/>
                </a:lnTo>
                <a:lnTo>
                  <a:pt x="410235" y="205943"/>
                </a:lnTo>
                <a:lnTo>
                  <a:pt x="453745" y="177571"/>
                </a:lnTo>
                <a:lnTo>
                  <a:pt x="492683" y="147548"/>
                </a:lnTo>
                <a:lnTo>
                  <a:pt x="527011" y="115963"/>
                </a:lnTo>
                <a:lnTo>
                  <a:pt x="556501" y="82994"/>
                </a:lnTo>
                <a:lnTo>
                  <a:pt x="581025" y="48768"/>
                </a:lnTo>
                <a:lnTo>
                  <a:pt x="606793" y="84226"/>
                </a:lnTo>
                <a:lnTo>
                  <a:pt x="636727" y="117322"/>
                </a:lnTo>
                <a:lnTo>
                  <a:pt x="670801" y="147751"/>
                </a:lnTo>
                <a:lnTo>
                  <a:pt x="709142" y="175323"/>
                </a:lnTo>
                <a:lnTo>
                  <a:pt x="751814" y="199847"/>
                </a:lnTo>
                <a:lnTo>
                  <a:pt x="756399" y="191757"/>
                </a:lnTo>
                <a:lnTo>
                  <a:pt x="761149" y="183565"/>
                </a:lnTo>
                <a:lnTo>
                  <a:pt x="766013" y="175361"/>
                </a:lnTo>
                <a:lnTo>
                  <a:pt x="771626" y="166217"/>
                </a:lnTo>
                <a:close/>
              </a:path>
              <a:path w="4297680" h="382904">
                <a:moveTo>
                  <a:pt x="1126998" y="169265"/>
                </a:moveTo>
                <a:lnTo>
                  <a:pt x="889063" y="169265"/>
                </a:lnTo>
                <a:lnTo>
                  <a:pt x="889063" y="195173"/>
                </a:lnTo>
                <a:lnTo>
                  <a:pt x="1126998" y="195173"/>
                </a:lnTo>
                <a:lnTo>
                  <a:pt x="1126998" y="169265"/>
                </a:lnTo>
                <a:close/>
              </a:path>
              <a:path w="4297680" h="382904">
                <a:moveTo>
                  <a:pt x="1142238" y="19812"/>
                </a:moveTo>
                <a:lnTo>
                  <a:pt x="1113282" y="19812"/>
                </a:lnTo>
                <a:lnTo>
                  <a:pt x="1113282" y="47244"/>
                </a:lnTo>
                <a:lnTo>
                  <a:pt x="1113282" y="100685"/>
                </a:lnTo>
                <a:lnTo>
                  <a:pt x="857059" y="100685"/>
                </a:lnTo>
                <a:lnTo>
                  <a:pt x="857059" y="47244"/>
                </a:lnTo>
                <a:lnTo>
                  <a:pt x="1113282" y="47244"/>
                </a:lnTo>
                <a:lnTo>
                  <a:pt x="1113282" y="19812"/>
                </a:lnTo>
                <a:lnTo>
                  <a:pt x="828103" y="19812"/>
                </a:lnTo>
                <a:lnTo>
                  <a:pt x="828103" y="161645"/>
                </a:lnTo>
                <a:lnTo>
                  <a:pt x="824992" y="220624"/>
                </a:lnTo>
                <a:lnTo>
                  <a:pt x="815860" y="271881"/>
                </a:lnTo>
                <a:lnTo>
                  <a:pt x="801014" y="315696"/>
                </a:lnTo>
                <a:lnTo>
                  <a:pt x="780757" y="352336"/>
                </a:lnTo>
                <a:lnTo>
                  <a:pt x="785571" y="358978"/>
                </a:lnTo>
                <a:lnTo>
                  <a:pt x="790663" y="365480"/>
                </a:lnTo>
                <a:lnTo>
                  <a:pt x="795769" y="372262"/>
                </a:lnTo>
                <a:lnTo>
                  <a:pt x="800582" y="379768"/>
                </a:lnTo>
                <a:lnTo>
                  <a:pt x="825512" y="335724"/>
                </a:lnTo>
                <a:lnTo>
                  <a:pt x="843140" y="285788"/>
                </a:lnTo>
                <a:lnTo>
                  <a:pt x="853605" y="229844"/>
                </a:lnTo>
                <a:lnTo>
                  <a:pt x="856970" y="169265"/>
                </a:lnTo>
                <a:lnTo>
                  <a:pt x="857059" y="126593"/>
                </a:lnTo>
                <a:lnTo>
                  <a:pt x="1113282" y="126593"/>
                </a:lnTo>
                <a:lnTo>
                  <a:pt x="1113282" y="140309"/>
                </a:lnTo>
                <a:lnTo>
                  <a:pt x="1142238" y="140309"/>
                </a:lnTo>
                <a:lnTo>
                  <a:pt x="1142238" y="126593"/>
                </a:lnTo>
                <a:lnTo>
                  <a:pt x="1142238" y="100685"/>
                </a:lnTo>
                <a:lnTo>
                  <a:pt x="1142238" y="47244"/>
                </a:lnTo>
                <a:lnTo>
                  <a:pt x="1142238" y="19812"/>
                </a:lnTo>
                <a:close/>
              </a:path>
              <a:path w="4297680" h="382904">
                <a:moveTo>
                  <a:pt x="1162050" y="237934"/>
                </a:moveTo>
                <a:lnTo>
                  <a:pt x="861631" y="237934"/>
                </a:lnTo>
                <a:lnTo>
                  <a:pt x="861631" y="263842"/>
                </a:lnTo>
                <a:lnTo>
                  <a:pt x="954595" y="263842"/>
                </a:lnTo>
                <a:lnTo>
                  <a:pt x="942314" y="280149"/>
                </a:lnTo>
                <a:lnTo>
                  <a:pt x="908875" y="318808"/>
                </a:lnTo>
                <a:lnTo>
                  <a:pt x="872299" y="338620"/>
                </a:lnTo>
                <a:lnTo>
                  <a:pt x="886015" y="366052"/>
                </a:lnTo>
                <a:lnTo>
                  <a:pt x="952639" y="359244"/>
                </a:lnTo>
                <a:lnTo>
                  <a:pt x="997140" y="357289"/>
                </a:lnTo>
                <a:lnTo>
                  <a:pt x="1047089" y="355904"/>
                </a:lnTo>
                <a:lnTo>
                  <a:pt x="1102614" y="355384"/>
                </a:lnTo>
                <a:lnTo>
                  <a:pt x="1108570" y="362000"/>
                </a:lnTo>
                <a:lnTo>
                  <a:pt x="1121041" y="374675"/>
                </a:lnTo>
                <a:lnTo>
                  <a:pt x="1126998" y="381292"/>
                </a:lnTo>
                <a:lnTo>
                  <a:pt x="1149858" y="359956"/>
                </a:lnTo>
                <a:lnTo>
                  <a:pt x="1145425" y="355384"/>
                </a:lnTo>
                <a:lnTo>
                  <a:pt x="1111135" y="321462"/>
                </a:lnTo>
                <a:lnTo>
                  <a:pt x="1059853" y="276034"/>
                </a:lnTo>
                <a:lnTo>
                  <a:pt x="1040041" y="292798"/>
                </a:lnTo>
                <a:lnTo>
                  <a:pt x="1049413" y="302006"/>
                </a:lnTo>
                <a:lnTo>
                  <a:pt x="1068755" y="320332"/>
                </a:lnTo>
                <a:lnTo>
                  <a:pt x="1078141" y="329476"/>
                </a:lnTo>
                <a:lnTo>
                  <a:pt x="934783" y="332524"/>
                </a:lnTo>
                <a:lnTo>
                  <a:pt x="948804" y="317296"/>
                </a:lnTo>
                <a:lnTo>
                  <a:pt x="963409" y="301040"/>
                </a:lnTo>
                <a:lnTo>
                  <a:pt x="978585" y="283362"/>
                </a:lnTo>
                <a:lnTo>
                  <a:pt x="994321" y="263842"/>
                </a:lnTo>
                <a:lnTo>
                  <a:pt x="1162050" y="263842"/>
                </a:lnTo>
                <a:lnTo>
                  <a:pt x="1162050" y="237934"/>
                </a:lnTo>
                <a:close/>
              </a:path>
              <a:path w="4297680" h="382904">
                <a:moveTo>
                  <a:pt x="1277962" y="103733"/>
                </a:moveTo>
                <a:lnTo>
                  <a:pt x="1259103" y="81737"/>
                </a:lnTo>
                <a:lnTo>
                  <a:pt x="1241158" y="61544"/>
                </a:lnTo>
                <a:lnTo>
                  <a:pt x="1224102" y="43421"/>
                </a:lnTo>
                <a:lnTo>
                  <a:pt x="1207770" y="27432"/>
                </a:lnTo>
                <a:lnTo>
                  <a:pt x="1186434" y="47244"/>
                </a:lnTo>
                <a:lnTo>
                  <a:pt x="1201597" y="63271"/>
                </a:lnTo>
                <a:lnTo>
                  <a:pt x="1217460" y="81699"/>
                </a:lnTo>
                <a:lnTo>
                  <a:pt x="1234262" y="102793"/>
                </a:lnTo>
                <a:lnTo>
                  <a:pt x="1252054" y="126593"/>
                </a:lnTo>
                <a:lnTo>
                  <a:pt x="1277962" y="103733"/>
                </a:lnTo>
                <a:close/>
              </a:path>
              <a:path w="4297680" h="382904">
                <a:moveTo>
                  <a:pt x="1282534" y="187553"/>
                </a:moveTo>
                <a:lnTo>
                  <a:pt x="1276515" y="183819"/>
                </a:lnTo>
                <a:lnTo>
                  <a:pt x="1269771" y="179362"/>
                </a:lnTo>
                <a:lnTo>
                  <a:pt x="1262176" y="174053"/>
                </a:lnTo>
                <a:lnTo>
                  <a:pt x="1253578" y="167741"/>
                </a:lnTo>
                <a:lnTo>
                  <a:pt x="1232979" y="211518"/>
                </a:lnTo>
                <a:lnTo>
                  <a:pt x="1212545" y="251282"/>
                </a:lnTo>
                <a:lnTo>
                  <a:pt x="1192415" y="287032"/>
                </a:lnTo>
                <a:lnTo>
                  <a:pt x="1172718" y="318808"/>
                </a:lnTo>
                <a:lnTo>
                  <a:pt x="1203198" y="338620"/>
                </a:lnTo>
                <a:lnTo>
                  <a:pt x="1220101" y="305130"/>
                </a:lnTo>
                <a:lnTo>
                  <a:pt x="1238872" y="268808"/>
                </a:lnTo>
                <a:lnTo>
                  <a:pt x="1259636" y="229616"/>
                </a:lnTo>
                <a:lnTo>
                  <a:pt x="1282534" y="187553"/>
                </a:lnTo>
                <a:close/>
              </a:path>
              <a:path w="4297680" h="382904">
                <a:moveTo>
                  <a:pt x="1534198" y="70104"/>
                </a:moveTo>
                <a:lnTo>
                  <a:pt x="1363306" y="70104"/>
                </a:lnTo>
                <a:lnTo>
                  <a:pt x="1368767" y="56134"/>
                </a:lnTo>
                <a:lnTo>
                  <a:pt x="1373797" y="41719"/>
                </a:lnTo>
                <a:lnTo>
                  <a:pt x="1378572" y="27038"/>
                </a:lnTo>
                <a:lnTo>
                  <a:pt x="1383220" y="12192"/>
                </a:lnTo>
                <a:lnTo>
                  <a:pt x="1352638" y="3048"/>
                </a:lnTo>
                <a:lnTo>
                  <a:pt x="1340904" y="41643"/>
                </a:lnTo>
                <a:lnTo>
                  <a:pt x="1326159" y="79679"/>
                </a:lnTo>
                <a:lnTo>
                  <a:pt x="1308277" y="117144"/>
                </a:lnTo>
                <a:lnTo>
                  <a:pt x="1287106" y="154025"/>
                </a:lnTo>
                <a:lnTo>
                  <a:pt x="1293964" y="157505"/>
                </a:lnTo>
                <a:lnTo>
                  <a:pt x="1300822" y="161264"/>
                </a:lnTo>
                <a:lnTo>
                  <a:pt x="1307680" y="165595"/>
                </a:lnTo>
                <a:lnTo>
                  <a:pt x="1314538" y="170789"/>
                </a:lnTo>
                <a:lnTo>
                  <a:pt x="1324546" y="152501"/>
                </a:lnTo>
                <a:lnTo>
                  <a:pt x="1333969" y="134213"/>
                </a:lnTo>
                <a:lnTo>
                  <a:pt x="1342834" y="115925"/>
                </a:lnTo>
                <a:lnTo>
                  <a:pt x="1351114" y="97637"/>
                </a:lnTo>
                <a:lnTo>
                  <a:pt x="1502092" y="97637"/>
                </a:lnTo>
                <a:lnTo>
                  <a:pt x="1494967" y="115633"/>
                </a:lnTo>
                <a:lnTo>
                  <a:pt x="1487424" y="133070"/>
                </a:lnTo>
                <a:lnTo>
                  <a:pt x="1479588" y="149936"/>
                </a:lnTo>
                <a:lnTo>
                  <a:pt x="1471612" y="166217"/>
                </a:lnTo>
                <a:lnTo>
                  <a:pt x="1479346" y="168529"/>
                </a:lnTo>
                <a:lnTo>
                  <a:pt x="1486662" y="170980"/>
                </a:lnTo>
                <a:lnTo>
                  <a:pt x="1493685" y="173723"/>
                </a:lnTo>
                <a:lnTo>
                  <a:pt x="1500568" y="176885"/>
                </a:lnTo>
                <a:lnTo>
                  <a:pt x="1509674" y="158076"/>
                </a:lnTo>
                <a:lnTo>
                  <a:pt x="1518526" y="138404"/>
                </a:lnTo>
                <a:lnTo>
                  <a:pt x="1526794" y="118160"/>
                </a:lnTo>
                <a:lnTo>
                  <a:pt x="1534198" y="97637"/>
                </a:lnTo>
                <a:lnTo>
                  <a:pt x="1534198" y="70104"/>
                </a:lnTo>
                <a:close/>
              </a:path>
              <a:path w="4297680" h="382904">
                <a:moveTo>
                  <a:pt x="1555534" y="344716"/>
                </a:moveTo>
                <a:lnTo>
                  <a:pt x="1514297" y="317271"/>
                </a:lnTo>
                <a:lnTo>
                  <a:pt x="1480185" y="284327"/>
                </a:lnTo>
                <a:lnTo>
                  <a:pt x="1452956" y="245884"/>
                </a:lnTo>
                <a:lnTo>
                  <a:pt x="1435684" y="208991"/>
                </a:lnTo>
                <a:lnTo>
                  <a:pt x="1418272" y="152501"/>
                </a:lnTo>
                <a:lnTo>
                  <a:pt x="1419148" y="143357"/>
                </a:lnTo>
                <a:lnTo>
                  <a:pt x="1419606" y="134213"/>
                </a:lnTo>
                <a:lnTo>
                  <a:pt x="1419745" y="126593"/>
                </a:lnTo>
                <a:lnTo>
                  <a:pt x="1419796" y="115925"/>
                </a:lnTo>
                <a:lnTo>
                  <a:pt x="1389316" y="115925"/>
                </a:lnTo>
                <a:lnTo>
                  <a:pt x="1389024" y="133426"/>
                </a:lnTo>
                <a:lnTo>
                  <a:pt x="1388173" y="149644"/>
                </a:lnTo>
                <a:lnTo>
                  <a:pt x="1373365" y="222783"/>
                </a:lnTo>
                <a:lnTo>
                  <a:pt x="1354048" y="261607"/>
                </a:lnTo>
                <a:lnTo>
                  <a:pt x="1326832" y="296392"/>
                </a:lnTo>
                <a:lnTo>
                  <a:pt x="1291793" y="327152"/>
                </a:lnTo>
                <a:lnTo>
                  <a:pt x="1249006" y="353860"/>
                </a:lnTo>
                <a:lnTo>
                  <a:pt x="1255318" y="361581"/>
                </a:lnTo>
                <a:lnTo>
                  <a:pt x="1260627" y="368719"/>
                </a:lnTo>
                <a:lnTo>
                  <a:pt x="1265021" y="375196"/>
                </a:lnTo>
                <a:lnTo>
                  <a:pt x="1268818" y="381292"/>
                </a:lnTo>
                <a:lnTo>
                  <a:pt x="1310906" y="353275"/>
                </a:lnTo>
                <a:lnTo>
                  <a:pt x="1345768" y="322173"/>
                </a:lnTo>
                <a:lnTo>
                  <a:pt x="1373454" y="287858"/>
                </a:lnTo>
                <a:lnTo>
                  <a:pt x="1394053" y="250164"/>
                </a:lnTo>
                <a:lnTo>
                  <a:pt x="1407604" y="208991"/>
                </a:lnTo>
                <a:lnTo>
                  <a:pt x="1425587" y="256171"/>
                </a:lnTo>
                <a:lnTo>
                  <a:pt x="1452003" y="299516"/>
                </a:lnTo>
                <a:lnTo>
                  <a:pt x="1486725" y="339153"/>
                </a:lnTo>
                <a:lnTo>
                  <a:pt x="1529626" y="375196"/>
                </a:lnTo>
                <a:lnTo>
                  <a:pt x="1534744" y="368287"/>
                </a:lnTo>
                <a:lnTo>
                  <a:pt x="1540865" y="361099"/>
                </a:lnTo>
                <a:lnTo>
                  <a:pt x="1547837" y="353339"/>
                </a:lnTo>
                <a:lnTo>
                  <a:pt x="1555534" y="344716"/>
                </a:lnTo>
                <a:close/>
              </a:path>
              <a:path w="4297680" h="382904">
                <a:moveTo>
                  <a:pt x="1942909" y="48768"/>
                </a:moveTo>
                <a:lnTo>
                  <a:pt x="1727835" y="48768"/>
                </a:lnTo>
                <a:lnTo>
                  <a:pt x="1732165" y="38481"/>
                </a:lnTo>
                <a:lnTo>
                  <a:pt x="1740268" y="17907"/>
                </a:lnTo>
                <a:lnTo>
                  <a:pt x="1744599" y="7620"/>
                </a:lnTo>
                <a:lnTo>
                  <a:pt x="1712595" y="0"/>
                </a:lnTo>
                <a:lnTo>
                  <a:pt x="1707997" y="12560"/>
                </a:lnTo>
                <a:lnTo>
                  <a:pt x="1703260" y="24955"/>
                </a:lnTo>
                <a:lnTo>
                  <a:pt x="1698231" y="37084"/>
                </a:lnTo>
                <a:lnTo>
                  <a:pt x="1692783" y="48768"/>
                </a:lnTo>
                <a:lnTo>
                  <a:pt x="1575333" y="48768"/>
                </a:lnTo>
                <a:lnTo>
                  <a:pt x="1575333" y="77724"/>
                </a:lnTo>
                <a:lnTo>
                  <a:pt x="1679067" y="77724"/>
                </a:lnTo>
                <a:lnTo>
                  <a:pt x="1656410" y="113766"/>
                </a:lnTo>
                <a:lnTo>
                  <a:pt x="1629638" y="148501"/>
                </a:lnTo>
                <a:lnTo>
                  <a:pt x="1598599" y="181800"/>
                </a:lnTo>
                <a:lnTo>
                  <a:pt x="1563141" y="213550"/>
                </a:lnTo>
                <a:lnTo>
                  <a:pt x="1568602" y="221297"/>
                </a:lnTo>
                <a:lnTo>
                  <a:pt x="1573618" y="228600"/>
                </a:lnTo>
                <a:lnTo>
                  <a:pt x="1578368" y="235635"/>
                </a:lnTo>
                <a:lnTo>
                  <a:pt x="1582953" y="242506"/>
                </a:lnTo>
                <a:lnTo>
                  <a:pt x="1598917" y="227393"/>
                </a:lnTo>
                <a:lnTo>
                  <a:pt x="1614576" y="211836"/>
                </a:lnTo>
                <a:lnTo>
                  <a:pt x="1629676" y="195961"/>
                </a:lnTo>
                <a:lnTo>
                  <a:pt x="1643913" y="179933"/>
                </a:lnTo>
                <a:lnTo>
                  <a:pt x="1643913" y="378244"/>
                </a:lnTo>
                <a:lnTo>
                  <a:pt x="1672971" y="378244"/>
                </a:lnTo>
                <a:lnTo>
                  <a:pt x="1672971" y="291274"/>
                </a:lnTo>
                <a:lnTo>
                  <a:pt x="1866620" y="291274"/>
                </a:lnTo>
                <a:lnTo>
                  <a:pt x="1866620" y="318808"/>
                </a:lnTo>
                <a:lnTo>
                  <a:pt x="1864918" y="329933"/>
                </a:lnTo>
                <a:lnTo>
                  <a:pt x="1859953" y="338048"/>
                </a:lnTo>
                <a:lnTo>
                  <a:pt x="1851825" y="343027"/>
                </a:lnTo>
                <a:lnTo>
                  <a:pt x="1840712" y="344716"/>
                </a:lnTo>
                <a:lnTo>
                  <a:pt x="1828660" y="344449"/>
                </a:lnTo>
                <a:lnTo>
                  <a:pt x="1815172" y="343763"/>
                </a:lnTo>
                <a:lnTo>
                  <a:pt x="1782699" y="341668"/>
                </a:lnTo>
                <a:lnTo>
                  <a:pt x="1784718" y="350520"/>
                </a:lnTo>
                <a:lnTo>
                  <a:pt x="1786318" y="358813"/>
                </a:lnTo>
                <a:lnTo>
                  <a:pt x="1787626" y="366522"/>
                </a:lnTo>
                <a:lnTo>
                  <a:pt x="1788795" y="373672"/>
                </a:lnTo>
                <a:lnTo>
                  <a:pt x="1825269" y="373481"/>
                </a:lnTo>
                <a:lnTo>
                  <a:pt x="1871383" y="369265"/>
                </a:lnTo>
                <a:lnTo>
                  <a:pt x="1894382" y="344716"/>
                </a:lnTo>
                <a:lnTo>
                  <a:pt x="1897100" y="324904"/>
                </a:lnTo>
                <a:lnTo>
                  <a:pt x="1897100" y="120497"/>
                </a:lnTo>
                <a:lnTo>
                  <a:pt x="1866620" y="120497"/>
                </a:lnTo>
                <a:lnTo>
                  <a:pt x="1866620" y="147929"/>
                </a:lnTo>
                <a:lnTo>
                  <a:pt x="1866620" y="193649"/>
                </a:lnTo>
                <a:lnTo>
                  <a:pt x="1866620" y="219646"/>
                </a:lnTo>
                <a:lnTo>
                  <a:pt x="1866620" y="265366"/>
                </a:lnTo>
                <a:lnTo>
                  <a:pt x="1672971" y="265366"/>
                </a:lnTo>
                <a:lnTo>
                  <a:pt x="1672971" y="219646"/>
                </a:lnTo>
                <a:lnTo>
                  <a:pt x="1866620" y="219646"/>
                </a:lnTo>
                <a:lnTo>
                  <a:pt x="1866620" y="193649"/>
                </a:lnTo>
                <a:lnTo>
                  <a:pt x="1672971" y="193649"/>
                </a:lnTo>
                <a:lnTo>
                  <a:pt x="1672971" y="179933"/>
                </a:lnTo>
                <a:lnTo>
                  <a:pt x="1672971" y="147929"/>
                </a:lnTo>
                <a:lnTo>
                  <a:pt x="1866620" y="147929"/>
                </a:lnTo>
                <a:lnTo>
                  <a:pt x="1866620" y="120497"/>
                </a:lnTo>
                <a:lnTo>
                  <a:pt x="1686687" y="120497"/>
                </a:lnTo>
                <a:lnTo>
                  <a:pt x="1694192" y="109956"/>
                </a:lnTo>
                <a:lnTo>
                  <a:pt x="1700974" y="99110"/>
                </a:lnTo>
                <a:lnTo>
                  <a:pt x="1707476" y="88265"/>
                </a:lnTo>
                <a:lnTo>
                  <a:pt x="1714119" y="77724"/>
                </a:lnTo>
                <a:lnTo>
                  <a:pt x="1942909" y="77724"/>
                </a:lnTo>
                <a:lnTo>
                  <a:pt x="1942909" y="48768"/>
                </a:lnTo>
                <a:close/>
              </a:path>
              <a:path w="4297680" h="382904">
                <a:moveTo>
                  <a:pt x="2057209" y="42672"/>
                </a:moveTo>
                <a:lnTo>
                  <a:pt x="2031301" y="42672"/>
                </a:lnTo>
                <a:lnTo>
                  <a:pt x="2031301" y="67056"/>
                </a:lnTo>
                <a:lnTo>
                  <a:pt x="2031301" y="257759"/>
                </a:lnTo>
                <a:lnTo>
                  <a:pt x="1999297" y="257759"/>
                </a:lnTo>
                <a:lnTo>
                  <a:pt x="1999297" y="67056"/>
                </a:lnTo>
                <a:lnTo>
                  <a:pt x="2031301" y="67056"/>
                </a:lnTo>
                <a:lnTo>
                  <a:pt x="2031301" y="42672"/>
                </a:lnTo>
                <a:lnTo>
                  <a:pt x="1973389" y="42672"/>
                </a:lnTo>
                <a:lnTo>
                  <a:pt x="1973389" y="303568"/>
                </a:lnTo>
                <a:lnTo>
                  <a:pt x="1999297" y="303568"/>
                </a:lnTo>
                <a:lnTo>
                  <a:pt x="1999297" y="282143"/>
                </a:lnTo>
                <a:lnTo>
                  <a:pt x="2057209" y="282143"/>
                </a:lnTo>
                <a:lnTo>
                  <a:pt x="2057209" y="257759"/>
                </a:lnTo>
                <a:lnTo>
                  <a:pt x="2057209" y="67056"/>
                </a:lnTo>
                <a:lnTo>
                  <a:pt x="2057209" y="42672"/>
                </a:lnTo>
                <a:close/>
              </a:path>
              <a:path w="4297680" h="382904">
                <a:moveTo>
                  <a:pt x="2188375" y="25908"/>
                </a:moveTo>
                <a:lnTo>
                  <a:pt x="2160943" y="25908"/>
                </a:lnTo>
                <a:lnTo>
                  <a:pt x="2160943" y="50292"/>
                </a:lnTo>
                <a:lnTo>
                  <a:pt x="2160943" y="120497"/>
                </a:lnTo>
                <a:lnTo>
                  <a:pt x="2160943" y="143357"/>
                </a:lnTo>
                <a:lnTo>
                  <a:pt x="2160054" y="162242"/>
                </a:lnTo>
                <a:lnTo>
                  <a:pt x="2159609" y="180136"/>
                </a:lnTo>
                <a:lnTo>
                  <a:pt x="2159431" y="197192"/>
                </a:lnTo>
                <a:lnTo>
                  <a:pt x="2159419" y="213550"/>
                </a:lnTo>
                <a:lnTo>
                  <a:pt x="2119795" y="213550"/>
                </a:lnTo>
                <a:lnTo>
                  <a:pt x="2120849" y="198043"/>
                </a:lnTo>
                <a:lnTo>
                  <a:pt x="2121890" y="180136"/>
                </a:lnTo>
                <a:lnTo>
                  <a:pt x="2122576" y="162242"/>
                </a:lnTo>
                <a:lnTo>
                  <a:pt x="2122843" y="143357"/>
                </a:lnTo>
                <a:lnTo>
                  <a:pt x="2160943" y="143357"/>
                </a:lnTo>
                <a:lnTo>
                  <a:pt x="2160943" y="120497"/>
                </a:lnTo>
                <a:lnTo>
                  <a:pt x="2122843" y="120497"/>
                </a:lnTo>
                <a:lnTo>
                  <a:pt x="2123719" y="102450"/>
                </a:lnTo>
                <a:lnTo>
                  <a:pt x="2124176" y="84823"/>
                </a:lnTo>
                <a:lnTo>
                  <a:pt x="2124329" y="68554"/>
                </a:lnTo>
                <a:lnTo>
                  <a:pt x="2124367" y="50292"/>
                </a:lnTo>
                <a:lnTo>
                  <a:pt x="2160943" y="50292"/>
                </a:lnTo>
                <a:lnTo>
                  <a:pt x="2160943" y="25908"/>
                </a:lnTo>
                <a:lnTo>
                  <a:pt x="2067877" y="25908"/>
                </a:lnTo>
                <a:lnTo>
                  <a:pt x="2067877" y="50292"/>
                </a:lnTo>
                <a:lnTo>
                  <a:pt x="2098459" y="50292"/>
                </a:lnTo>
                <a:lnTo>
                  <a:pt x="2097570" y="68554"/>
                </a:lnTo>
                <a:lnTo>
                  <a:pt x="2097163" y="84823"/>
                </a:lnTo>
                <a:lnTo>
                  <a:pt x="2097049" y="94424"/>
                </a:lnTo>
                <a:lnTo>
                  <a:pt x="2096935" y="120497"/>
                </a:lnTo>
                <a:lnTo>
                  <a:pt x="2067877" y="120497"/>
                </a:lnTo>
                <a:lnTo>
                  <a:pt x="2067877" y="143357"/>
                </a:lnTo>
                <a:lnTo>
                  <a:pt x="2096935" y="143357"/>
                </a:lnTo>
                <a:lnTo>
                  <a:pt x="2096058" y="162242"/>
                </a:lnTo>
                <a:lnTo>
                  <a:pt x="2095449" y="180136"/>
                </a:lnTo>
                <a:lnTo>
                  <a:pt x="2094788" y="198043"/>
                </a:lnTo>
                <a:lnTo>
                  <a:pt x="2093887" y="213550"/>
                </a:lnTo>
                <a:lnTo>
                  <a:pt x="2067877" y="213550"/>
                </a:lnTo>
                <a:lnTo>
                  <a:pt x="2067877" y="236423"/>
                </a:lnTo>
                <a:lnTo>
                  <a:pt x="2090839" y="236423"/>
                </a:lnTo>
                <a:lnTo>
                  <a:pt x="2083155" y="271551"/>
                </a:lnTo>
                <a:lnTo>
                  <a:pt x="2069452" y="303707"/>
                </a:lnTo>
                <a:lnTo>
                  <a:pt x="2050034" y="332727"/>
                </a:lnTo>
                <a:lnTo>
                  <a:pt x="2025205" y="358432"/>
                </a:lnTo>
                <a:lnTo>
                  <a:pt x="2030653" y="363499"/>
                </a:lnTo>
                <a:lnTo>
                  <a:pt x="2035683" y="369290"/>
                </a:lnTo>
                <a:lnTo>
                  <a:pt x="2045017" y="381292"/>
                </a:lnTo>
                <a:lnTo>
                  <a:pt x="2073643" y="350088"/>
                </a:lnTo>
                <a:lnTo>
                  <a:pt x="2095398" y="315709"/>
                </a:lnTo>
                <a:lnTo>
                  <a:pt x="2110257" y="277914"/>
                </a:lnTo>
                <a:lnTo>
                  <a:pt x="2118271" y="236423"/>
                </a:lnTo>
                <a:lnTo>
                  <a:pt x="2159419" y="236423"/>
                </a:lnTo>
                <a:lnTo>
                  <a:pt x="2158504" y="259867"/>
                </a:lnTo>
                <a:lnTo>
                  <a:pt x="2157958" y="277914"/>
                </a:lnTo>
                <a:lnTo>
                  <a:pt x="2157272" y="297103"/>
                </a:lnTo>
                <a:lnTo>
                  <a:pt x="2142007" y="336905"/>
                </a:lnTo>
                <a:lnTo>
                  <a:pt x="2131987" y="338620"/>
                </a:lnTo>
                <a:lnTo>
                  <a:pt x="2124265" y="338353"/>
                </a:lnTo>
                <a:lnTo>
                  <a:pt x="2114842" y="337667"/>
                </a:lnTo>
                <a:lnTo>
                  <a:pt x="2090839" y="335572"/>
                </a:lnTo>
                <a:lnTo>
                  <a:pt x="2092210" y="343522"/>
                </a:lnTo>
                <a:lnTo>
                  <a:pt x="2093887" y="351193"/>
                </a:lnTo>
                <a:lnTo>
                  <a:pt x="2095550" y="358292"/>
                </a:lnTo>
                <a:lnTo>
                  <a:pt x="2096935" y="364528"/>
                </a:lnTo>
                <a:lnTo>
                  <a:pt x="2108289" y="365404"/>
                </a:lnTo>
                <a:lnTo>
                  <a:pt x="2119223" y="365861"/>
                </a:lnTo>
                <a:lnTo>
                  <a:pt x="2129294" y="366026"/>
                </a:lnTo>
                <a:lnTo>
                  <a:pt x="2138083" y="366052"/>
                </a:lnTo>
                <a:lnTo>
                  <a:pt x="2156371" y="363194"/>
                </a:lnTo>
                <a:lnTo>
                  <a:pt x="2170087" y="354622"/>
                </a:lnTo>
                <a:lnTo>
                  <a:pt x="2179231" y="340334"/>
                </a:lnTo>
                <a:lnTo>
                  <a:pt x="2179612" y="338620"/>
                </a:lnTo>
                <a:lnTo>
                  <a:pt x="2183803" y="320332"/>
                </a:lnTo>
                <a:lnTo>
                  <a:pt x="2185327" y="253123"/>
                </a:lnTo>
                <a:lnTo>
                  <a:pt x="2185987" y="213550"/>
                </a:lnTo>
                <a:lnTo>
                  <a:pt x="2186851" y="155092"/>
                </a:lnTo>
                <a:lnTo>
                  <a:pt x="2187486" y="103962"/>
                </a:lnTo>
                <a:lnTo>
                  <a:pt x="2188375" y="25908"/>
                </a:lnTo>
                <a:close/>
              </a:path>
              <a:path w="4297680" h="382904">
                <a:moveTo>
                  <a:pt x="2331720" y="256235"/>
                </a:moveTo>
                <a:lnTo>
                  <a:pt x="2328862" y="229349"/>
                </a:lnTo>
                <a:lnTo>
                  <a:pt x="2320290" y="203606"/>
                </a:lnTo>
                <a:lnTo>
                  <a:pt x="2306002" y="178993"/>
                </a:lnTo>
                <a:lnTo>
                  <a:pt x="2286000" y="155549"/>
                </a:lnTo>
                <a:lnTo>
                  <a:pt x="2295410" y="133553"/>
                </a:lnTo>
                <a:lnTo>
                  <a:pt x="2305240" y="108826"/>
                </a:lnTo>
                <a:lnTo>
                  <a:pt x="2315362" y="81534"/>
                </a:lnTo>
                <a:lnTo>
                  <a:pt x="2325624" y="51816"/>
                </a:lnTo>
                <a:lnTo>
                  <a:pt x="2325624" y="25908"/>
                </a:lnTo>
                <a:lnTo>
                  <a:pt x="2214372" y="25908"/>
                </a:lnTo>
                <a:lnTo>
                  <a:pt x="2214372" y="381292"/>
                </a:lnTo>
                <a:lnTo>
                  <a:pt x="2240280" y="381292"/>
                </a:lnTo>
                <a:lnTo>
                  <a:pt x="2240280" y="51816"/>
                </a:lnTo>
                <a:lnTo>
                  <a:pt x="2296668" y="51816"/>
                </a:lnTo>
                <a:lnTo>
                  <a:pt x="2288336" y="76695"/>
                </a:lnTo>
                <a:lnTo>
                  <a:pt x="2279142" y="103301"/>
                </a:lnTo>
                <a:lnTo>
                  <a:pt x="2268804" y="131622"/>
                </a:lnTo>
                <a:lnTo>
                  <a:pt x="2257044" y="161645"/>
                </a:lnTo>
                <a:lnTo>
                  <a:pt x="2277287" y="185407"/>
                </a:lnTo>
                <a:lnTo>
                  <a:pt x="2292096" y="208749"/>
                </a:lnTo>
                <a:lnTo>
                  <a:pt x="2301189" y="231800"/>
                </a:lnTo>
                <a:lnTo>
                  <a:pt x="2304288" y="254711"/>
                </a:lnTo>
                <a:lnTo>
                  <a:pt x="2302599" y="270713"/>
                </a:lnTo>
                <a:lnTo>
                  <a:pt x="2297620" y="282143"/>
                </a:lnTo>
                <a:lnTo>
                  <a:pt x="2289505" y="289001"/>
                </a:lnTo>
                <a:lnTo>
                  <a:pt x="2278380" y="291287"/>
                </a:lnTo>
                <a:lnTo>
                  <a:pt x="2270976" y="290995"/>
                </a:lnTo>
                <a:lnTo>
                  <a:pt x="2262568" y="290144"/>
                </a:lnTo>
                <a:lnTo>
                  <a:pt x="2253310" y="288709"/>
                </a:lnTo>
                <a:lnTo>
                  <a:pt x="2243328" y="286715"/>
                </a:lnTo>
                <a:lnTo>
                  <a:pt x="2247900" y="318808"/>
                </a:lnTo>
                <a:lnTo>
                  <a:pt x="2258517" y="319049"/>
                </a:lnTo>
                <a:lnTo>
                  <a:pt x="2275763" y="320090"/>
                </a:lnTo>
                <a:lnTo>
                  <a:pt x="2282952" y="320332"/>
                </a:lnTo>
                <a:lnTo>
                  <a:pt x="2304072" y="316318"/>
                </a:lnTo>
                <a:lnTo>
                  <a:pt x="2319337" y="304279"/>
                </a:lnTo>
                <a:lnTo>
                  <a:pt x="2325344" y="291287"/>
                </a:lnTo>
                <a:lnTo>
                  <a:pt x="2328595" y="284251"/>
                </a:lnTo>
                <a:lnTo>
                  <a:pt x="2331720" y="256235"/>
                </a:lnTo>
                <a:close/>
              </a:path>
              <a:path w="4297680" h="382904">
                <a:moveTo>
                  <a:pt x="2558986" y="195173"/>
                </a:moveTo>
                <a:lnTo>
                  <a:pt x="2558402" y="190601"/>
                </a:lnTo>
                <a:lnTo>
                  <a:pt x="2558110" y="188341"/>
                </a:lnTo>
                <a:lnTo>
                  <a:pt x="2557653" y="181457"/>
                </a:lnTo>
                <a:lnTo>
                  <a:pt x="2557576" y="178409"/>
                </a:lnTo>
                <a:lnTo>
                  <a:pt x="2557462" y="167741"/>
                </a:lnTo>
                <a:lnTo>
                  <a:pt x="2524315" y="172504"/>
                </a:lnTo>
                <a:lnTo>
                  <a:pt x="2506891" y="175247"/>
                </a:lnTo>
                <a:lnTo>
                  <a:pt x="2488882" y="178409"/>
                </a:lnTo>
                <a:lnTo>
                  <a:pt x="2488882" y="103733"/>
                </a:lnTo>
                <a:lnTo>
                  <a:pt x="2554414" y="103733"/>
                </a:lnTo>
                <a:lnTo>
                  <a:pt x="2554414" y="77724"/>
                </a:lnTo>
                <a:lnTo>
                  <a:pt x="2488882" y="77724"/>
                </a:lnTo>
                <a:lnTo>
                  <a:pt x="2488882" y="4572"/>
                </a:lnTo>
                <a:lnTo>
                  <a:pt x="2461361" y="4572"/>
                </a:lnTo>
                <a:lnTo>
                  <a:pt x="2461361" y="182981"/>
                </a:lnTo>
                <a:lnTo>
                  <a:pt x="2449931" y="184391"/>
                </a:lnTo>
                <a:lnTo>
                  <a:pt x="2438501" y="186220"/>
                </a:lnTo>
                <a:lnTo>
                  <a:pt x="2427071" y="188341"/>
                </a:lnTo>
                <a:lnTo>
                  <a:pt x="2415641" y="190601"/>
                </a:lnTo>
                <a:lnTo>
                  <a:pt x="2415641" y="44196"/>
                </a:lnTo>
                <a:lnTo>
                  <a:pt x="2388209" y="44196"/>
                </a:lnTo>
                <a:lnTo>
                  <a:pt x="2388209" y="193649"/>
                </a:lnTo>
                <a:lnTo>
                  <a:pt x="2379040" y="195668"/>
                </a:lnTo>
                <a:lnTo>
                  <a:pt x="2369731" y="197281"/>
                </a:lnTo>
                <a:lnTo>
                  <a:pt x="2360130" y="198615"/>
                </a:lnTo>
                <a:lnTo>
                  <a:pt x="2350097" y="199834"/>
                </a:lnTo>
                <a:lnTo>
                  <a:pt x="2356205" y="228803"/>
                </a:lnTo>
                <a:lnTo>
                  <a:pt x="2558986" y="195173"/>
                </a:lnTo>
                <a:close/>
              </a:path>
              <a:path w="4297680" h="382904">
                <a:moveTo>
                  <a:pt x="2673388" y="256235"/>
                </a:moveTo>
                <a:lnTo>
                  <a:pt x="2400401" y="256235"/>
                </a:lnTo>
                <a:lnTo>
                  <a:pt x="2400401" y="282143"/>
                </a:lnTo>
                <a:lnTo>
                  <a:pt x="2673388" y="282143"/>
                </a:lnTo>
                <a:lnTo>
                  <a:pt x="2673388" y="256235"/>
                </a:lnTo>
                <a:close/>
              </a:path>
              <a:path w="4297680" h="382904">
                <a:moveTo>
                  <a:pt x="2717584" y="332524"/>
                </a:moveTo>
                <a:lnTo>
                  <a:pt x="2360777" y="332524"/>
                </a:lnTo>
                <a:lnTo>
                  <a:pt x="2360777" y="358432"/>
                </a:lnTo>
                <a:lnTo>
                  <a:pt x="2717584" y="358432"/>
                </a:lnTo>
                <a:lnTo>
                  <a:pt x="2717584" y="332524"/>
                </a:lnTo>
                <a:close/>
              </a:path>
              <a:path w="4297680" h="382904">
                <a:moveTo>
                  <a:pt x="2726728" y="134213"/>
                </a:moveTo>
                <a:lnTo>
                  <a:pt x="2699296" y="125069"/>
                </a:lnTo>
                <a:lnTo>
                  <a:pt x="2697911" y="137591"/>
                </a:lnTo>
                <a:lnTo>
                  <a:pt x="2696248" y="149834"/>
                </a:lnTo>
                <a:lnTo>
                  <a:pt x="2694571" y="161505"/>
                </a:lnTo>
                <a:lnTo>
                  <a:pt x="2693200" y="172313"/>
                </a:lnTo>
                <a:lnTo>
                  <a:pt x="2689479" y="182079"/>
                </a:lnTo>
                <a:lnTo>
                  <a:pt x="2682913" y="188696"/>
                </a:lnTo>
                <a:lnTo>
                  <a:pt x="2673477" y="192455"/>
                </a:lnTo>
                <a:lnTo>
                  <a:pt x="2661196" y="193649"/>
                </a:lnTo>
                <a:lnTo>
                  <a:pt x="2616898" y="193649"/>
                </a:lnTo>
                <a:lnTo>
                  <a:pt x="2609278" y="192125"/>
                </a:lnTo>
                <a:lnTo>
                  <a:pt x="2604706" y="187553"/>
                </a:lnTo>
                <a:lnTo>
                  <a:pt x="2601658" y="182981"/>
                </a:lnTo>
                <a:lnTo>
                  <a:pt x="2600134" y="176885"/>
                </a:lnTo>
                <a:lnTo>
                  <a:pt x="2600134" y="128117"/>
                </a:lnTo>
                <a:lnTo>
                  <a:pt x="2629382" y="113550"/>
                </a:lnTo>
                <a:lnTo>
                  <a:pt x="2654655" y="99161"/>
                </a:lnTo>
                <a:lnTo>
                  <a:pt x="2657754" y="97396"/>
                </a:lnTo>
                <a:lnTo>
                  <a:pt x="2685529" y="79819"/>
                </a:lnTo>
                <a:lnTo>
                  <a:pt x="2713012" y="60960"/>
                </a:lnTo>
                <a:lnTo>
                  <a:pt x="2691676" y="39624"/>
                </a:lnTo>
                <a:lnTo>
                  <a:pt x="2669667" y="57061"/>
                </a:lnTo>
                <a:lnTo>
                  <a:pt x="2647086" y="72783"/>
                </a:lnTo>
                <a:lnTo>
                  <a:pt x="2623909" y="86817"/>
                </a:lnTo>
                <a:lnTo>
                  <a:pt x="2600134" y="99161"/>
                </a:lnTo>
                <a:lnTo>
                  <a:pt x="2600134" y="4572"/>
                </a:lnTo>
                <a:lnTo>
                  <a:pt x="2572702" y="4572"/>
                </a:lnTo>
                <a:lnTo>
                  <a:pt x="2572804" y="172313"/>
                </a:lnTo>
                <a:lnTo>
                  <a:pt x="2583370" y="208991"/>
                </a:lnTo>
                <a:lnTo>
                  <a:pt x="2624518" y="219659"/>
                </a:lnTo>
                <a:lnTo>
                  <a:pt x="2665768" y="219659"/>
                </a:lnTo>
                <a:lnTo>
                  <a:pt x="2686316" y="217131"/>
                </a:lnTo>
                <a:lnTo>
                  <a:pt x="2702153" y="209740"/>
                </a:lnTo>
                <a:lnTo>
                  <a:pt x="2713126" y="197751"/>
                </a:lnTo>
                <a:lnTo>
                  <a:pt x="2714625" y="193649"/>
                </a:lnTo>
                <a:lnTo>
                  <a:pt x="2719108" y="181457"/>
                </a:lnTo>
                <a:lnTo>
                  <a:pt x="2721368" y="169151"/>
                </a:lnTo>
                <a:lnTo>
                  <a:pt x="2723489" y="157264"/>
                </a:lnTo>
                <a:lnTo>
                  <a:pt x="2725318" y="145669"/>
                </a:lnTo>
                <a:lnTo>
                  <a:pt x="2726728" y="134213"/>
                </a:lnTo>
                <a:close/>
              </a:path>
              <a:path w="4297680" h="382904">
                <a:moveTo>
                  <a:pt x="2961614" y="54864"/>
                </a:moveTo>
                <a:lnTo>
                  <a:pt x="2955302" y="43942"/>
                </a:lnTo>
                <a:lnTo>
                  <a:pt x="2947708" y="31432"/>
                </a:lnTo>
                <a:lnTo>
                  <a:pt x="2928086" y="0"/>
                </a:lnTo>
                <a:lnTo>
                  <a:pt x="2899029" y="15240"/>
                </a:lnTo>
                <a:lnTo>
                  <a:pt x="2905366" y="25527"/>
                </a:lnTo>
                <a:lnTo>
                  <a:pt x="2912834" y="38100"/>
                </a:lnTo>
                <a:lnTo>
                  <a:pt x="2921406" y="52959"/>
                </a:lnTo>
                <a:lnTo>
                  <a:pt x="2931134" y="70104"/>
                </a:lnTo>
                <a:lnTo>
                  <a:pt x="2961614" y="54864"/>
                </a:lnTo>
                <a:close/>
              </a:path>
              <a:path w="4297680" h="382904">
                <a:moveTo>
                  <a:pt x="3117151" y="327952"/>
                </a:moveTo>
                <a:lnTo>
                  <a:pt x="2946374" y="327952"/>
                </a:lnTo>
                <a:lnTo>
                  <a:pt x="2946374" y="216598"/>
                </a:lnTo>
                <a:lnTo>
                  <a:pt x="3086671" y="216598"/>
                </a:lnTo>
                <a:lnTo>
                  <a:pt x="3086671" y="187553"/>
                </a:lnTo>
                <a:lnTo>
                  <a:pt x="2946374" y="187553"/>
                </a:lnTo>
                <a:lnTo>
                  <a:pt x="2946374" y="100685"/>
                </a:lnTo>
                <a:lnTo>
                  <a:pt x="3100387" y="100685"/>
                </a:lnTo>
                <a:lnTo>
                  <a:pt x="3100387" y="71628"/>
                </a:lnTo>
                <a:lnTo>
                  <a:pt x="2758732" y="71628"/>
                </a:lnTo>
                <a:lnTo>
                  <a:pt x="2758732" y="100685"/>
                </a:lnTo>
                <a:lnTo>
                  <a:pt x="2914370" y="100685"/>
                </a:lnTo>
                <a:lnTo>
                  <a:pt x="2914370" y="187553"/>
                </a:lnTo>
                <a:lnTo>
                  <a:pt x="2774061" y="187553"/>
                </a:lnTo>
                <a:lnTo>
                  <a:pt x="2774061" y="216598"/>
                </a:lnTo>
                <a:lnTo>
                  <a:pt x="2914370" y="216598"/>
                </a:lnTo>
                <a:lnTo>
                  <a:pt x="2914370" y="327952"/>
                </a:lnTo>
                <a:lnTo>
                  <a:pt x="2743492" y="327952"/>
                </a:lnTo>
                <a:lnTo>
                  <a:pt x="2743492" y="355384"/>
                </a:lnTo>
                <a:lnTo>
                  <a:pt x="3117151" y="355384"/>
                </a:lnTo>
                <a:lnTo>
                  <a:pt x="3117151" y="327952"/>
                </a:lnTo>
                <a:close/>
              </a:path>
              <a:path w="4297680" h="382904">
                <a:moveTo>
                  <a:pt x="3498443" y="16764"/>
                </a:moveTo>
                <a:lnTo>
                  <a:pt x="3355086" y="16764"/>
                </a:lnTo>
                <a:lnTo>
                  <a:pt x="3355086" y="42672"/>
                </a:lnTo>
                <a:lnTo>
                  <a:pt x="3355086" y="83820"/>
                </a:lnTo>
                <a:lnTo>
                  <a:pt x="3355086" y="108305"/>
                </a:lnTo>
                <a:lnTo>
                  <a:pt x="3355086" y="158597"/>
                </a:lnTo>
                <a:lnTo>
                  <a:pt x="3287941" y="158597"/>
                </a:lnTo>
                <a:lnTo>
                  <a:pt x="3287941" y="108305"/>
                </a:lnTo>
                <a:lnTo>
                  <a:pt x="3355086" y="108305"/>
                </a:lnTo>
                <a:lnTo>
                  <a:pt x="3355086" y="83820"/>
                </a:lnTo>
                <a:lnTo>
                  <a:pt x="3287941" y="83820"/>
                </a:lnTo>
                <a:lnTo>
                  <a:pt x="3287941" y="42672"/>
                </a:lnTo>
                <a:lnTo>
                  <a:pt x="3355086" y="42672"/>
                </a:lnTo>
                <a:lnTo>
                  <a:pt x="3355086" y="16764"/>
                </a:lnTo>
                <a:lnTo>
                  <a:pt x="3144583" y="16764"/>
                </a:lnTo>
                <a:lnTo>
                  <a:pt x="3144583" y="42672"/>
                </a:lnTo>
                <a:lnTo>
                  <a:pt x="3258985" y="42672"/>
                </a:lnTo>
                <a:lnTo>
                  <a:pt x="3258985" y="83820"/>
                </a:lnTo>
                <a:lnTo>
                  <a:pt x="3258985" y="108305"/>
                </a:lnTo>
                <a:lnTo>
                  <a:pt x="3258985" y="158597"/>
                </a:lnTo>
                <a:lnTo>
                  <a:pt x="3191929" y="158597"/>
                </a:lnTo>
                <a:lnTo>
                  <a:pt x="3191929" y="108305"/>
                </a:lnTo>
                <a:lnTo>
                  <a:pt x="3258985" y="108305"/>
                </a:lnTo>
                <a:lnTo>
                  <a:pt x="3258985" y="83820"/>
                </a:lnTo>
                <a:lnTo>
                  <a:pt x="3162871" y="83820"/>
                </a:lnTo>
                <a:lnTo>
                  <a:pt x="3162871" y="198221"/>
                </a:lnTo>
                <a:lnTo>
                  <a:pt x="3191929" y="198221"/>
                </a:lnTo>
                <a:lnTo>
                  <a:pt x="3191929" y="184505"/>
                </a:lnTo>
                <a:lnTo>
                  <a:pt x="3268129" y="184505"/>
                </a:lnTo>
                <a:lnTo>
                  <a:pt x="3451098" y="184505"/>
                </a:lnTo>
                <a:lnTo>
                  <a:pt x="3451098" y="198221"/>
                </a:lnTo>
                <a:lnTo>
                  <a:pt x="3480155" y="198221"/>
                </a:lnTo>
                <a:lnTo>
                  <a:pt x="3480155" y="184505"/>
                </a:lnTo>
                <a:lnTo>
                  <a:pt x="3480155" y="158597"/>
                </a:lnTo>
                <a:lnTo>
                  <a:pt x="3480155" y="108305"/>
                </a:lnTo>
                <a:lnTo>
                  <a:pt x="3480155" y="83820"/>
                </a:lnTo>
                <a:lnTo>
                  <a:pt x="3451098" y="83820"/>
                </a:lnTo>
                <a:lnTo>
                  <a:pt x="3451098" y="108305"/>
                </a:lnTo>
                <a:lnTo>
                  <a:pt x="3451098" y="158597"/>
                </a:lnTo>
                <a:lnTo>
                  <a:pt x="3384042" y="158597"/>
                </a:lnTo>
                <a:lnTo>
                  <a:pt x="3384042" y="108305"/>
                </a:lnTo>
                <a:lnTo>
                  <a:pt x="3451098" y="108305"/>
                </a:lnTo>
                <a:lnTo>
                  <a:pt x="3451098" y="83820"/>
                </a:lnTo>
                <a:lnTo>
                  <a:pt x="3384042" y="83820"/>
                </a:lnTo>
                <a:lnTo>
                  <a:pt x="3384042" y="42672"/>
                </a:lnTo>
                <a:lnTo>
                  <a:pt x="3498443" y="42672"/>
                </a:lnTo>
                <a:lnTo>
                  <a:pt x="3498443" y="16764"/>
                </a:lnTo>
                <a:close/>
              </a:path>
              <a:path w="4297680" h="382904">
                <a:moveTo>
                  <a:pt x="3512159" y="221183"/>
                </a:moveTo>
                <a:lnTo>
                  <a:pt x="3387090" y="221183"/>
                </a:lnTo>
                <a:lnTo>
                  <a:pt x="3387090" y="247091"/>
                </a:lnTo>
                <a:lnTo>
                  <a:pt x="3375901" y="262521"/>
                </a:lnTo>
                <a:lnTo>
                  <a:pt x="3362706" y="276809"/>
                </a:lnTo>
                <a:lnTo>
                  <a:pt x="3347224" y="289953"/>
                </a:lnTo>
                <a:lnTo>
                  <a:pt x="3329178" y="301955"/>
                </a:lnTo>
                <a:lnTo>
                  <a:pt x="3263074" y="282016"/>
                </a:lnTo>
                <a:lnTo>
                  <a:pt x="3242221" y="276047"/>
                </a:lnTo>
                <a:lnTo>
                  <a:pt x="3247669" y="268947"/>
                </a:lnTo>
                <a:lnTo>
                  <a:pt x="3252698" y="261569"/>
                </a:lnTo>
                <a:lnTo>
                  <a:pt x="3257435" y="254177"/>
                </a:lnTo>
                <a:lnTo>
                  <a:pt x="3262033" y="247091"/>
                </a:lnTo>
                <a:lnTo>
                  <a:pt x="3387090" y="247091"/>
                </a:lnTo>
                <a:lnTo>
                  <a:pt x="3387090" y="221183"/>
                </a:lnTo>
                <a:lnTo>
                  <a:pt x="3280321" y="221183"/>
                </a:lnTo>
                <a:lnTo>
                  <a:pt x="3284867" y="215226"/>
                </a:lnTo>
                <a:lnTo>
                  <a:pt x="3289274" y="208978"/>
                </a:lnTo>
                <a:lnTo>
                  <a:pt x="3293300" y="202844"/>
                </a:lnTo>
                <a:lnTo>
                  <a:pt x="3297085" y="196697"/>
                </a:lnTo>
                <a:lnTo>
                  <a:pt x="3268129" y="184505"/>
                </a:lnTo>
                <a:lnTo>
                  <a:pt x="3262617" y="193662"/>
                </a:lnTo>
                <a:lnTo>
                  <a:pt x="3257346" y="202704"/>
                </a:lnTo>
                <a:lnTo>
                  <a:pt x="3251619" y="212013"/>
                </a:lnTo>
                <a:lnTo>
                  <a:pt x="3245269" y="221183"/>
                </a:lnTo>
                <a:lnTo>
                  <a:pt x="3132391" y="221183"/>
                </a:lnTo>
                <a:lnTo>
                  <a:pt x="3132391" y="247091"/>
                </a:lnTo>
                <a:lnTo>
                  <a:pt x="3228505" y="247091"/>
                </a:lnTo>
                <a:lnTo>
                  <a:pt x="3221380" y="257378"/>
                </a:lnTo>
                <a:lnTo>
                  <a:pt x="3213836" y="267665"/>
                </a:lnTo>
                <a:lnTo>
                  <a:pt x="3206000" y="277952"/>
                </a:lnTo>
                <a:lnTo>
                  <a:pt x="3198025" y="288239"/>
                </a:lnTo>
                <a:lnTo>
                  <a:pt x="3247174" y="304279"/>
                </a:lnTo>
                <a:lnTo>
                  <a:pt x="3294037" y="320332"/>
                </a:lnTo>
                <a:lnTo>
                  <a:pt x="3263163" y="330911"/>
                </a:lnTo>
                <a:lnTo>
                  <a:pt x="3227730" y="339763"/>
                </a:lnTo>
                <a:lnTo>
                  <a:pt x="3187687" y="346913"/>
                </a:lnTo>
                <a:lnTo>
                  <a:pt x="3143059" y="352336"/>
                </a:lnTo>
                <a:lnTo>
                  <a:pt x="3147364" y="359435"/>
                </a:lnTo>
                <a:lnTo>
                  <a:pt x="3151251" y="366814"/>
                </a:lnTo>
                <a:lnTo>
                  <a:pt x="3158299" y="381292"/>
                </a:lnTo>
                <a:lnTo>
                  <a:pt x="3209747" y="373024"/>
                </a:lnTo>
                <a:lnTo>
                  <a:pt x="3256318" y="362051"/>
                </a:lnTo>
                <a:lnTo>
                  <a:pt x="3297732" y="348500"/>
                </a:lnTo>
                <a:lnTo>
                  <a:pt x="3333750" y="332524"/>
                </a:lnTo>
                <a:lnTo>
                  <a:pt x="3402533" y="356527"/>
                </a:lnTo>
                <a:lnTo>
                  <a:pt x="3435591" y="367677"/>
                </a:lnTo>
                <a:lnTo>
                  <a:pt x="3467963" y="378244"/>
                </a:lnTo>
                <a:lnTo>
                  <a:pt x="3486251" y="349288"/>
                </a:lnTo>
                <a:lnTo>
                  <a:pt x="3432873" y="332524"/>
                </a:lnTo>
                <a:lnTo>
                  <a:pt x="3424250" y="329857"/>
                </a:lnTo>
                <a:lnTo>
                  <a:pt x="3394633" y="321005"/>
                </a:lnTo>
                <a:lnTo>
                  <a:pt x="3365754" y="312712"/>
                </a:lnTo>
                <a:lnTo>
                  <a:pt x="3378631" y="301955"/>
                </a:lnTo>
                <a:lnTo>
                  <a:pt x="3382949" y="298348"/>
                </a:lnTo>
                <a:lnTo>
                  <a:pt x="3398139" y="282714"/>
                </a:lnTo>
                <a:lnTo>
                  <a:pt x="3411613" y="265684"/>
                </a:lnTo>
                <a:lnTo>
                  <a:pt x="3423666" y="247091"/>
                </a:lnTo>
                <a:lnTo>
                  <a:pt x="3512159" y="247091"/>
                </a:lnTo>
                <a:lnTo>
                  <a:pt x="3512159" y="221183"/>
                </a:lnTo>
                <a:close/>
              </a:path>
              <a:path w="4297680" h="382904">
                <a:moveTo>
                  <a:pt x="3652456" y="79248"/>
                </a:moveTo>
                <a:lnTo>
                  <a:pt x="3606736" y="79248"/>
                </a:lnTo>
                <a:lnTo>
                  <a:pt x="3606736" y="6096"/>
                </a:lnTo>
                <a:lnTo>
                  <a:pt x="3577679" y="6096"/>
                </a:lnTo>
                <a:lnTo>
                  <a:pt x="3577679" y="79248"/>
                </a:lnTo>
                <a:lnTo>
                  <a:pt x="3527387" y="79248"/>
                </a:lnTo>
                <a:lnTo>
                  <a:pt x="3527387" y="106781"/>
                </a:lnTo>
                <a:lnTo>
                  <a:pt x="3577679" y="106781"/>
                </a:lnTo>
                <a:lnTo>
                  <a:pt x="3577679" y="189077"/>
                </a:lnTo>
                <a:lnTo>
                  <a:pt x="3563963" y="192760"/>
                </a:lnTo>
                <a:lnTo>
                  <a:pt x="3536531" y="200736"/>
                </a:lnTo>
                <a:lnTo>
                  <a:pt x="3522815" y="204419"/>
                </a:lnTo>
                <a:lnTo>
                  <a:pt x="3525863" y="236423"/>
                </a:lnTo>
                <a:lnTo>
                  <a:pt x="3552342" y="227469"/>
                </a:lnTo>
                <a:lnTo>
                  <a:pt x="3565093" y="223342"/>
                </a:lnTo>
                <a:lnTo>
                  <a:pt x="3577679" y="219659"/>
                </a:lnTo>
                <a:lnTo>
                  <a:pt x="3577679" y="337096"/>
                </a:lnTo>
                <a:lnTo>
                  <a:pt x="3573107" y="343179"/>
                </a:lnTo>
                <a:lnTo>
                  <a:pt x="3554615" y="343166"/>
                </a:lnTo>
                <a:lnTo>
                  <a:pt x="3547008" y="343001"/>
                </a:lnTo>
                <a:lnTo>
                  <a:pt x="3537991" y="342544"/>
                </a:lnTo>
                <a:lnTo>
                  <a:pt x="3527387" y="341668"/>
                </a:lnTo>
                <a:lnTo>
                  <a:pt x="3531959" y="373672"/>
                </a:lnTo>
                <a:lnTo>
                  <a:pt x="3568535" y="373672"/>
                </a:lnTo>
                <a:lnTo>
                  <a:pt x="3585438" y="371106"/>
                </a:lnTo>
                <a:lnTo>
                  <a:pt x="3597351" y="363385"/>
                </a:lnTo>
                <a:lnTo>
                  <a:pt x="3604412" y="350532"/>
                </a:lnTo>
                <a:lnTo>
                  <a:pt x="3605365" y="343192"/>
                </a:lnTo>
                <a:lnTo>
                  <a:pt x="3606736" y="332524"/>
                </a:lnTo>
                <a:lnTo>
                  <a:pt x="3606736" y="219659"/>
                </a:lnTo>
                <a:lnTo>
                  <a:pt x="3606736" y="208991"/>
                </a:lnTo>
                <a:lnTo>
                  <a:pt x="3618141" y="205549"/>
                </a:lnTo>
                <a:lnTo>
                  <a:pt x="3640378" y="198653"/>
                </a:lnTo>
                <a:lnTo>
                  <a:pt x="3650932" y="195173"/>
                </a:lnTo>
                <a:lnTo>
                  <a:pt x="3650932" y="179933"/>
                </a:lnTo>
                <a:lnTo>
                  <a:pt x="3650932" y="166217"/>
                </a:lnTo>
                <a:lnTo>
                  <a:pt x="3606736" y="179933"/>
                </a:lnTo>
                <a:lnTo>
                  <a:pt x="3606736" y="106781"/>
                </a:lnTo>
                <a:lnTo>
                  <a:pt x="3652456" y="106781"/>
                </a:lnTo>
                <a:lnTo>
                  <a:pt x="3652456" y="79248"/>
                </a:lnTo>
                <a:close/>
              </a:path>
              <a:path w="4297680" h="382904">
                <a:moveTo>
                  <a:pt x="3904107" y="349288"/>
                </a:moveTo>
                <a:lnTo>
                  <a:pt x="3873449" y="339902"/>
                </a:lnTo>
                <a:lnTo>
                  <a:pt x="3845534" y="327939"/>
                </a:lnTo>
                <a:lnTo>
                  <a:pt x="3826624" y="317284"/>
                </a:lnTo>
                <a:lnTo>
                  <a:pt x="3820210" y="313677"/>
                </a:lnTo>
                <a:lnTo>
                  <a:pt x="3797338" y="297383"/>
                </a:lnTo>
                <a:lnTo>
                  <a:pt x="3814762" y="279095"/>
                </a:lnTo>
                <a:lnTo>
                  <a:pt x="3821023" y="272516"/>
                </a:lnTo>
                <a:lnTo>
                  <a:pt x="3841724" y="243649"/>
                </a:lnTo>
                <a:lnTo>
                  <a:pt x="3859263" y="210756"/>
                </a:lnTo>
                <a:lnTo>
                  <a:pt x="3873538" y="173837"/>
                </a:lnTo>
                <a:lnTo>
                  <a:pt x="3873538" y="150977"/>
                </a:lnTo>
                <a:lnTo>
                  <a:pt x="3841534" y="150977"/>
                </a:lnTo>
                <a:lnTo>
                  <a:pt x="3841534" y="176885"/>
                </a:lnTo>
                <a:lnTo>
                  <a:pt x="3829786" y="205536"/>
                </a:lnTo>
                <a:lnTo>
                  <a:pt x="3815054" y="232029"/>
                </a:lnTo>
                <a:lnTo>
                  <a:pt x="3797160" y="256489"/>
                </a:lnTo>
                <a:lnTo>
                  <a:pt x="3776002" y="279095"/>
                </a:lnTo>
                <a:lnTo>
                  <a:pt x="3757739" y="256489"/>
                </a:lnTo>
                <a:lnTo>
                  <a:pt x="3742042" y="232029"/>
                </a:lnTo>
                <a:lnTo>
                  <a:pt x="3729202" y="205549"/>
                </a:lnTo>
                <a:lnTo>
                  <a:pt x="3719512" y="176885"/>
                </a:lnTo>
                <a:lnTo>
                  <a:pt x="3841534" y="176885"/>
                </a:lnTo>
                <a:lnTo>
                  <a:pt x="3841534" y="150977"/>
                </a:lnTo>
                <a:lnTo>
                  <a:pt x="3792766" y="150977"/>
                </a:lnTo>
                <a:lnTo>
                  <a:pt x="3792766" y="92964"/>
                </a:lnTo>
                <a:lnTo>
                  <a:pt x="3896487" y="92964"/>
                </a:lnTo>
                <a:lnTo>
                  <a:pt x="3896487" y="65532"/>
                </a:lnTo>
                <a:lnTo>
                  <a:pt x="3792766" y="65532"/>
                </a:lnTo>
                <a:lnTo>
                  <a:pt x="3792766" y="3048"/>
                </a:lnTo>
                <a:lnTo>
                  <a:pt x="3762286" y="3048"/>
                </a:lnTo>
                <a:lnTo>
                  <a:pt x="3762286" y="65532"/>
                </a:lnTo>
                <a:lnTo>
                  <a:pt x="3663124" y="65532"/>
                </a:lnTo>
                <a:lnTo>
                  <a:pt x="3663124" y="92964"/>
                </a:lnTo>
                <a:lnTo>
                  <a:pt x="3762286" y="92964"/>
                </a:lnTo>
                <a:lnTo>
                  <a:pt x="3762286" y="150977"/>
                </a:lnTo>
                <a:lnTo>
                  <a:pt x="3664648" y="150977"/>
                </a:lnTo>
                <a:lnTo>
                  <a:pt x="3664648" y="176885"/>
                </a:lnTo>
                <a:lnTo>
                  <a:pt x="3689032" y="176885"/>
                </a:lnTo>
                <a:lnTo>
                  <a:pt x="3701389" y="212686"/>
                </a:lnTo>
                <a:lnTo>
                  <a:pt x="3715905" y="244602"/>
                </a:lnTo>
                <a:lnTo>
                  <a:pt x="3733012" y="272783"/>
                </a:lnTo>
                <a:lnTo>
                  <a:pt x="3753142" y="297383"/>
                </a:lnTo>
                <a:lnTo>
                  <a:pt x="3727691" y="314629"/>
                </a:lnTo>
                <a:lnTo>
                  <a:pt x="3699713" y="329844"/>
                </a:lnTo>
                <a:lnTo>
                  <a:pt x="3669461" y="343331"/>
                </a:lnTo>
                <a:lnTo>
                  <a:pt x="3637216" y="355384"/>
                </a:lnTo>
                <a:lnTo>
                  <a:pt x="3642664" y="362242"/>
                </a:lnTo>
                <a:lnTo>
                  <a:pt x="3647694" y="369100"/>
                </a:lnTo>
                <a:lnTo>
                  <a:pt x="3652431" y="375958"/>
                </a:lnTo>
                <a:lnTo>
                  <a:pt x="3657028" y="382816"/>
                </a:lnTo>
                <a:lnTo>
                  <a:pt x="3689312" y="368503"/>
                </a:lnTo>
                <a:lnTo>
                  <a:pt x="3719753" y="352907"/>
                </a:lnTo>
                <a:lnTo>
                  <a:pt x="3748189" y="335876"/>
                </a:lnTo>
                <a:lnTo>
                  <a:pt x="3774478" y="317284"/>
                </a:lnTo>
                <a:lnTo>
                  <a:pt x="3797338" y="334975"/>
                </a:lnTo>
                <a:lnTo>
                  <a:pt x="3822484" y="351383"/>
                </a:lnTo>
                <a:lnTo>
                  <a:pt x="3849954" y="366356"/>
                </a:lnTo>
                <a:lnTo>
                  <a:pt x="3879723" y="379768"/>
                </a:lnTo>
                <a:lnTo>
                  <a:pt x="3884815" y="372859"/>
                </a:lnTo>
                <a:lnTo>
                  <a:pt x="3890772" y="365671"/>
                </a:lnTo>
                <a:lnTo>
                  <a:pt x="3897299" y="357911"/>
                </a:lnTo>
                <a:lnTo>
                  <a:pt x="3904107" y="349288"/>
                </a:lnTo>
                <a:close/>
              </a:path>
              <a:path w="4297680" h="382904">
                <a:moveTo>
                  <a:pt x="4242625" y="57912"/>
                </a:moveTo>
                <a:lnTo>
                  <a:pt x="4226598" y="44488"/>
                </a:lnTo>
                <a:lnTo>
                  <a:pt x="4210431" y="31623"/>
                </a:lnTo>
                <a:lnTo>
                  <a:pt x="4193971" y="19342"/>
                </a:lnTo>
                <a:lnTo>
                  <a:pt x="4177093" y="7620"/>
                </a:lnTo>
                <a:lnTo>
                  <a:pt x="4158805" y="28956"/>
                </a:lnTo>
                <a:lnTo>
                  <a:pt x="4174782" y="41554"/>
                </a:lnTo>
                <a:lnTo>
                  <a:pt x="4190619" y="54292"/>
                </a:lnTo>
                <a:lnTo>
                  <a:pt x="4206163" y="67322"/>
                </a:lnTo>
                <a:lnTo>
                  <a:pt x="4221289" y="80772"/>
                </a:lnTo>
                <a:lnTo>
                  <a:pt x="4242625" y="57912"/>
                </a:lnTo>
                <a:close/>
              </a:path>
              <a:path w="4297680" h="382904">
                <a:moveTo>
                  <a:pt x="4297591" y="303568"/>
                </a:moveTo>
                <a:lnTo>
                  <a:pt x="4259567" y="278117"/>
                </a:lnTo>
                <a:lnTo>
                  <a:pt x="4224083" y="247332"/>
                </a:lnTo>
                <a:lnTo>
                  <a:pt x="4191368" y="211175"/>
                </a:lnTo>
                <a:lnTo>
                  <a:pt x="4161421" y="169456"/>
                </a:lnTo>
                <a:lnTo>
                  <a:pt x="4145648" y="141833"/>
                </a:lnTo>
                <a:lnTo>
                  <a:pt x="4134320" y="122021"/>
                </a:lnTo>
                <a:lnTo>
                  <a:pt x="4286821" y="122021"/>
                </a:lnTo>
                <a:lnTo>
                  <a:pt x="4286821" y="94488"/>
                </a:lnTo>
                <a:lnTo>
                  <a:pt x="4120604" y="94488"/>
                </a:lnTo>
                <a:lnTo>
                  <a:pt x="4120604" y="1524"/>
                </a:lnTo>
                <a:lnTo>
                  <a:pt x="4090124" y="1524"/>
                </a:lnTo>
                <a:lnTo>
                  <a:pt x="4090124" y="94488"/>
                </a:lnTo>
                <a:lnTo>
                  <a:pt x="3923919" y="94488"/>
                </a:lnTo>
                <a:lnTo>
                  <a:pt x="3923919" y="122021"/>
                </a:lnTo>
                <a:lnTo>
                  <a:pt x="4074884" y="122021"/>
                </a:lnTo>
                <a:lnTo>
                  <a:pt x="4048709" y="165963"/>
                </a:lnTo>
                <a:lnTo>
                  <a:pt x="4019435" y="206476"/>
                </a:lnTo>
                <a:lnTo>
                  <a:pt x="3986936" y="243789"/>
                </a:lnTo>
                <a:lnTo>
                  <a:pt x="3951122" y="278079"/>
                </a:lnTo>
                <a:lnTo>
                  <a:pt x="3911727" y="309664"/>
                </a:lnTo>
                <a:lnTo>
                  <a:pt x="3918280" y="317398"/>
                </a:lnTo>
                <a:lnTo>
                  <a:pt x="3924109" y="324713"/>
                </a:lnTo>
                <a:lnTo>
                  <a:pt x="3929088" y="331736"/>
                </a:lnTo>
                <a:lnTo>
                  <a:pt x="3933063" y="338620"/>
                </a:lnTo>
                <a:lnTo>
                  <a:pt x="3972356" y="304380"/>
                </a:lnTo>
                <a:lnTo>
                  <a:pt x="4007878" y="267576"/>
                </a:lnTo>
                <a:lnTo>
                  <a:pt x="4039451" y="228231"/>
                </a:lnTo>
                <a:lnTo>
                  <a:pt x="4066921" y="186321"/>
                </a:lnTo>
                <a:lnTo>
                  <a:pt x="4090124" y="141833"/>
                </a:lnTo>
                <a:lnTo>
                  <a:pt x="4090124" y="379768"/>
                </a:lnTo>
                <a:lnTo>
                  <a:pt x="4120604" y="379768"/>
                </a:lnTo>
                <a:lnTo>
                  <a:pt x="4120604" y="143357"/>
                </a:lnTo>
                <a:lnTo>
                  <a:pt x="4144988" y="189839"/>
                </a:lnTo>
                <a:lnTo>
                  <a:pt x="4172356" y="232219"/>
                </a:lnTo>
                <a:lnTo>
                  <a:pt x="4202773" y="270421"/>
                </a:lnTo>
                <a:lnTo>
                  <a:pt x="4236326" y="304368"/>
                </a:lnTo>
                <a:lnTo>
                  <a:pt x="4273105" y="334048"/>
                </a:lnTo>
                <a:lnTo>
                  <a:pt x="4278846" y="326072"/>
                </a:lnTo>
                <a:lnTo>
                  <a:pt x="4284738" y="318236"/>
                </a:lnTo>
                <a:lnTo>
                  <a:pt x="4290936" y="310692"/>
                </a:lnTo>
                <a:lnTo>
                  <a:pt x="4297591" y="30356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6295161" y="3096577"/>
            <a:ext cx="436245" cy="363220"/>
          </a:xfrm>
          <a:custGeom>
            <a:avLst/>
            <a:gdLst/>
            <a:ahLst/>
            <a:cxnLst/>
            <a:rect l="l" t="t" r="r" b="b"/>
            <a:pathLst>
              <a:path w="436245" h="363220">
                <a:moveTo>
                  <a:pt x="102209" y="0"/>
                </a:moveTo>
                <a:lnTo>
                  <a:pt x="68681" y="0"/>
                </a:lnTo>
                <a:lnTo>
                  <a:pt x="38658" y="39738"/>
                </a:lnTo>
                <a:lnTo>
                  <a:pt x="17195" y="83502"/>
                </a:lnTo>
                <a:lnTo>
                  <a:pt x="4305" y="131279"/>
                </a:lnTo>
                <a:lnTo>
                  <a:pt x="0" y="183070"/>
                </a:lnTo>
                <a:lnTo>
                  <a:pt x="4305" y="233692"/>
                </a:lnTo>
                <a:lnTo>
                  <a:pt x="17195" y="280466"/>
                </a:lnTo>
                <a:lnTo>
                  <a:pt x="38658" y="323532"/>
                </a:lnTo>
                <a:lnTo>
                  <a:pt x="68681" y="363004"/>
                </a:lnTo>
                <a:lnTo>
                  <a:pt x="100685" y="363004"/>
                </a:lnTo>
                <a:lnTo>
                  <a:pt x="71551" y="322656"/>
                </a:lnTo>
                <a:lnTo>
                  <a:pt x="50584" y="279133"/>
                </a:lnTo>
                <a:lnTo>
                  <a:pt x="37884" y="232194"/>
                </a:lnTo>
                <a:lnTo>
                  <a:pt x="33629" y="181546"/>
                </a:lnTo>
                <a:lnTo>
                  <a:pt x="37909" y="131495"/>
                </a:lnTo>
                <a:lnTo>
                  <a:pt x="50774" y="84455"/>
                </a:lnTo>
                <a:lnTo>
                  <a:pt x="72199" y="40576"/>
                </a:lnTo>
                <a:lnTo>
                  <a:pt x="102209" y="0"/>
                </a:lnTo>
                <a:close/>
              </a:path>
              <a:path w="436245" h="363220">
                <a:moveTo>
                  <a:pt x="363004" y="295948"/>
                </a:moveTo>
                <a:lnTo>
                  <a:pt x="276034" y="157073"/>
                </a:lnTo>
                <a:lnTo>
                  <a:pt x="361480" y="21336"/>
                </a:lnTo>
                <a:lnTo>
                  <a:pt x="324904" y="21336"/>
                </a:lnTo>
                <a:lnTo>
                  <a:pt x="266890" y="117449"/>
                </a:lnTo>
                <a:lnTo>
                  <a:pt x="263842" y="122021"/>
                </a:lnTo>
                <a:lnTo>
                  <a:pt x="259270" y="128117"/>
                </a:lnTo>
                <a:lnTo>
                  <a:pt x="256222" y="137261"/>
                </a:lnTo>
                <a:lnTo>
                  <a:pt x="254698" y="137261"/>
                </a:lnTo>
                <a:lnTo>
                  <a:pt x="251650" y="131165"/>
                </a:lnTo>
                <a:lnTo>
                  <a:pt x="248602" y="123545"/>
                </a:lnTo>
                <a:lnTo>
                  <a:pt x="245554" y="117449"/>
                </a:lnTo>
                <a:lnTo>
                  <a:pt x="189166" y="21336"/>
                </a:lnTo>
                <a:lnTo>
                  <a:pt x="149453" y="21336"/>
                </a:lnTo>
                <a:lnTo>
                  <a:pt x="234886" y="158597"/>
                </a:lnTo>
                <a:lnTo>
                  <a:pt x="141833" y="295948"/>
                </a:lnTo>
                <a:lnTo>
                  <a:pt x="181546" y="295948"/>
                </a:lnTo>
                <a:lnTo>
                  <a:pt x="247078" y="190690"/>
                </a:lnTo>
                <a:lnTo>
                  <a:pt x="250126" y="184594"/>
                </a:lnTo>
                <a:lnTo>
                  <a:pt x="251650" y="180022"/>
                </a:lnTo>
                <a:lnTo>
                  <a:pt x="253174" y="176974"/>
                </a:lnTo>
                <a:lnTo>
                  <a:pt x="254698" y="176974"/>
                </a:lnTo>
                <a:lnTo>
                  <a:pt x="256222" y="183070"/>
                </a:lnTo>
                <a:lnTo>
                  <a:pt x="259270" y="187642"/>
                </a:lnTo>
                <a:lnTo>
                  <a:pt x="260794" y="190690"/>
                </a:lnTo>
                <a:lnTo>
                  <a:pt x="323380" y="295948"/>
                </a:lnTo>
                <a:lnTo>
                  <a:pt x="363004" y="295948"/>
                </a:lnTo>
                <a:close/>
              </a:path>
              <a:path w="436245" h="363220">
                <a:moveTo>
                  <a:pt x="436245" y="21628"/>
                </a:moveTo>
                <a:lnTo>
                  <a:pt x="404152" y="21628"/>
                </a:lnTo>
                <a:lnTo>
                  <a:pt x="404152" y="142278"/>
                </a:lnTo>
                <a:lnTo>
                  <a:pt x="436245" y="142278"/>
                </a:lnTo>
                <a:lnTo>
                  <a:pt x="436245" y="2162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6699313" y="3117659"/>
            <a:ext cx="761365" cy="274955"/>
          </a:xfrm>
          <a:custGeom>
            <a:avLst/>
            <a:gdLst/>
            <a:ahLst/>
            <a:cxnLst/>
            <a:rect l="l" t="t" r="r" b="b"/>
            <a:pathLst>
              <a:path w="761365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092" y="274866"/>
                </a:lnTo>
                <a:lnTo>
                  <a:pt x="32092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761365" h="274954">
                <a:moveTo>
                  <a:pt x="439191" y="0"/>
                </a:moveTo>
                <a:lnTo>
                  <a:pt x="250024" y="0"/>
                </a:lnTo>
                <a:lnTo>
                  <a:pt x="250024" y="29210"/>
                </a:lnTo>
                <a:lnTo>
                  <a:pt x="327850" y="29210"/>
                </a:lnTo>
                <a:lnTo>
                  <a:pt x="327850" y="274320"/>
                </a:lnTo>
                <a:lnTo>
                  <a:pt x="359854" y="274320"/>
                </a:lnTo>
                <a:lnTo>
                  <a:pt x="359854" y="29210"/>
                </a:lnTo>
                <a:lnTo>
                  <a:pt x="439191" y="29210"/>
                </a:lnTo>
                <a:lnTo>
                  <a:pt x="439191" y="0"/>
                </a:lnTo>
                <a:close/>
              </a:path>
              <a:path w="761365" h="274954">
                <a:moveTo>
                  <a:pt x="761047" y="254"/>
                </a:moveTo>
                <a:lnTo>
                  <a:pt x="721410" y="254"/>
                </a:lnTo>
                <a:lnTo>
                  <a:pt x="635977" y="190944"/>
                </a:lnTo>
                <a:lnTo>
                  <a:pt x="632764" y="197256"/>
                </a:lnTo>
                <a:lnTo>
                  <a:pt x="629691" y="204851"/>
                </a:lnTo>
                <a:lnTo>
                  <a:pt x="626338" y="213880"/>
                </a:lnTo>
                <a:lnTo>
                  <a:pt x="622261" y="224472"/>
                </a:lnTo>
                <a:lnTo>
                  <a:pt x="620737" y="224472"/>
                </a:lnTo>
                <a:lnTo>
                  <a:pt x="619048" y="218186"/>
                </a:lnTo>
                <a:lnTo>
                  <a:pt x="616356" y="210756"/>
                </a:lnTo>
                <a:lnTo>
                  <a:pt x="612813" y="202184"/>
                </a:lnTo>
                <a:lnTo>
                  <a:pt x="608545" y="192468"/>
                </a:lnTo>
                <a:lnTo>
                  <a:pt x="540600" y="36830"/>
                </a:lnTo>
                <a:lnTo>
                  <a:pt x="524624" y="254"/>
                </a:lnTo>
                <a:lnTo>
                  <a:pt x="481952" y="254"/>
                </a:lnTo>
                <a:lnTo>
                  <a:pt x="481952" y="274866"/>
                </a:lnTo>
                <a:lnTo>
                  <a:pt x="512432" y="274866"/>
                </a:lnTo>
                <a:lnTo>
                  <a:pt x="512330" y="66446"/>
                </a:lnTo>
                <a:lnTo>
                  <a:pt x="512241" y="59207"/>
                </a:lnTo>
                <a:lnTo>
                  <a:pt x="511797" y="46964"/>
                </a:lnTo>
                <a:lnTo>
                  <a:pt x="510908" y="36830"/>
                </a:lnTo>
                <a:lnTo>
                  <a:pt x="512432" y="36830"/>
                </a:lnTo>
                <a:lnTo>
                  <a:pt x="613117" y="274866"/>
                </a:lnTo>
                <a:lnTo>
                  <a:pt x="629881" y="274866"/>
                </a:lnTo>
                <a:lnTo>
                  <a:pt x="652157" y="224472"/>
                </a:lnTo>
                <a:lnTo>
                  <a:pt x="725220" y="59220"/>
                </a:lnTo>
                <a:lnTo>
                  <a:pt x="727506" y="52920"/>
                </a:lnTo>
                <a:lnTo>
                  <a:pt x="729792" y="45466"/>
                </a:lnTo>
                <a:lnTo>
                  <a:pt x="732078" y="36830"/>
                </a:lnTo>
                <a:lnTo>
                  <a:pt x="730961" y="52298"/>
                </a:lnTo>
                <a:lnTo>
                  <a:pt x="730034" y="65887"/>
                </a:lnTo>
                <a:lnTo>
                  <a:pt x="729297" y="79146"/>
                </a:lnTo>
                <a:lnTo>
                  <a:pt x="729030" y="90271"/>
                </a:lnTo>
                <a:lnTo>
                  <a:pt x="729030" y="274866"/>
                </a:lnTo>
                <a:lnTo>
                  <a:pt x="761047" y="274866"/>
                </a:lnTo>
                <a:lnTo>
                  <a:pt x="761047" y="36830"/>
                </a:lnTo>
                <a:lnTo>
                  <a:pt x="761047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533513" y="3117849"/>
            <a:ext cx="369570" cy="320675"/>
          </a:xfrm>
          <a:custGeom>
            <a:avLst/>
            <a:gdLst/>
            <a:ahLst/>
            <a:cxnLst/>
            <a:rect l="l" t="t" r="r" b="b"/>
            <a:pathLst>
              <a:path w="369570" h="320675">
                <a:moveTo>
                  <a:pt x="141820" y="245110"/>
                </a:moveTo>
                <a:lnTo>
                  <a:pt x="32092" y="245110"/>
                </a:lnTo>
                <a:lnTo>
                  <a:pt x="32092" y="0"/>
                </a:lnTo>
                <a:lnTo>
                  <a:pt x="0" y="0"/>
                </a:lnTo>
                <a:lnTo>
                  <a:pt x="0" y="245110"/>
                </a:lnTo>
                <a:lnTo>
                  <a:pt x="0" y="274320"/>
                </a:lnTo>
                <a:lnTo>
                  <a:pt x="141820" y="274320"/>
                </a:lnTo>
                <a:lnTo>
                  <a:pt x="141820" y="245110"/>
                </a:lnTo>
                <a:close/>
              </a:path>
              <a:path w="369570" h="320675">
                <a:moveTo>
                  <a:pt x="303555" y="63"/>
                </a:moveTo>
                <a:lnTo>
                  <a:pt x="272986" y="63"/>
                </a:lnTo>
                <a:lnTo>
                  <a:pt x="141820" y="320395"/>
                </a:lnTo>
                <a:lnTo>
                  <a:pt x="172402" y="320395"/>
                </a:lnTo>
                <a:lnTo>
                  <a:pt x="303555" y="63"/>
                </a:lnTo>
                <a:close/>
              </a:path>
              <a:path w="369570" h="320675">
                <a:moveTo>
                  <a:pt x="369087" y="355"/>
                </a:moveTo>
                <a:lnTo>
                  <a:pt x="336981" y="355"/>
                </a:lnTo>
                <a:lnTo>
                  <a:pt x="336981" y="121005"/>
                </a:lnTo>
                <a:lnTo>
                  <a:pt x="369087" y="121005"/>
                </a:lnTo>
                <a:lnTo>
                  <a:pt x="369087" y="35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870494" y="3117659"/>
            <a:ext cx="762635" cy="274955"/>
          </a:xfrm>
          <a:custGeom>
            <a:avLst/>
            <a:gdLst/>
            <a:ahLst/>
            <a:cxnLst/>
            <a:rect l="l" t="t" r="r" b="b"/>
            <a:pathLst>
              <a:path w="762634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105" y="274866"/>
                </a:lnTo>
                <a:lnTo>
                  <a:pt x="32105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762634" h="274954">
                <a:moveTo>
                  <a:pt x="439293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7952" y="29210"/>
                </a:lnTo>
                <a:lnTo>
                  <a:pt x="327952" y="274320"/>
                </a:lnTo>
                <a:lnTo>
                  <a:pt x="359956" y="274320"/>
                </a:lnTo>
                <a:lnTo>
                  <a:pt x="359956" y="29210"/>
                </a:lnTo>
                <a:lnTo>
                  <a:pt x="439293" y="29210"/>
                </a:lnTo>
                <a:lnTo>
                  <a:pt x="439293" y="0"/>
                </a:lnTo>
                <a:close/>
              </a:path>
              <a:path w="762634" h="274954">
                <a:moveTo>
                  <a:pt x="762584" y="254"/>
                </a:moveTo>
                <a:lnTo>
                  <a:pt x="721423" y="254"/>
                </a:lnTo>
                <a:lnTo>
                  <a:pt x="635990" y="190944"/>
                </a:lnTo>
                <a:lnTo>
                  <a:pt x="633412" y="197256"/>
                </a:lnTo>
                <a:lnTo>
                  <a:pt x="626554" y="213880"/>
                </a:lnTo>
                <a:lnTo>
                  <a:pt x="622274" y="224472"/>
                </a:lnTo>
                <a:lnTo>
                  <a:pt x="617131" y="210756"/>
                </a:lnTo>
                <a:lnTo>
                  <a:pt x="613486" y="202184"/>
                </a:lnTo>
                <a:lnTo>
                  <a:pt x="608558" y="192468"/>
                </a:lnTo>
                <a:lnTo>
                  <a:pt x="540689" y="36830"/>
                </a:lnTo>
                <a:lnTo>
                  <a:pt x="524738" y="254"/>
                </a:lnTo>
                <a:lnTo>
                  <a:pt x="481965" y="254"/>
                </a:lnTo>
                <a:lnTo>
                  <a:pt x="481965" y="274866"/>
                </a:lnTo>
                <a:lnTo>
                  <a:pt x="513969" y="274866"/>
                </a:lnTo>
                <a:lnTo>
                  <a:pt x="513956" y="90271"/>
                </a:lnTo>
                <a:lnTo>
                  <a:pt x="513740" y="74002"/>
                </a:lnTo>
                <a:lnTo>
                  <a:pt x="513270" y="60718"/>
                </a:lnTo>
                <a:lnTo>
                  <a:pt x="512686" y="46964"/>
                </a:lnTo>
                <a:lnTo>
                  <a:pt x="512445" y="36830"/>
                </a:lnTo>
                <a:lnTo>
                  <a:pt x="514756" y="46342"/>
                </a:lnTo>
                <a:lnTo>
                  <a:pt x="517067" y="54254"/>
                </a:lnTo>
                <a:lnTo>
                  <a:pt x="519391" y="60718"/>
                </a:lnTo>
                <a:lnTo>
                  <a:pt x="614654" y="274866"/>
                </a:lnTo>
                <a:lnTo>
                  <a:pt x="629894" y="274866"/>
                </a:lnTo>
                <a:lnTo>
                  <a:pt x="652538" y="224472"/>
                </a:lnTo>
                <a:lnTo>
                  <a:pt x="724471" y="64363"/>
                </a:lnTo>
                <a:lnTo>
                  <a:pt x="725881" y="59220"/>
                </a:lnTo>
                <a:lnTo>
                  <a:pt x="727710" y="52920"/>
                </a:lnTo>
                <a:lnTo>
                  <a:pt x="729830" y="45466"/>
                </a:lnTo>
                <a:lnTo>
                  <a:pt x="732091" y="36830"/>
                </a:lnTo>
                <a:lnTo>
                  <a:pt x="731215" y="52298"/>
                </a:lnTo>
                <a:lnTo>
                  <a:pt x="730758" y="66446"/>
                </a:lnTo>
                <a:lnTo>
                  <a:pt x="730669" y="74002"/>
                </a:lnTo>
                <a:lnTo>
                  <a:pt x="730567" y="274866"/>
                </a:lnTo>
                <a:lnTo>
                  <a:pt x="762584" y="274866"/>
                </a:lnTo>
                <a:lnTo>
                  <a:pt x="762584" y="36830"/>
                </a:lnTo>
                <a:lnTo>
                  <a:pt x="762584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8704796" y="3117849"/>
            <a:ext cx="419734" cy="325120"/>
          </a:xfrm>
          <a:custGeom>
            <a:avLst/>
            <a:gdLst/>
            <a:ahLst/>
            <a:cxnLst/>
            <a:rect l="l" t="t" r="r" b="b"/>
            <a:pathLst>
              <a:path w="419734" h="325120">
                <a:moveTo>
                  <a:pt x="141833" y="245110"/>
                </a:moveTo>
                <a:lnTo>
                  <a:pt x="32004" y="245110"/>
                </a:lnTo>
                <a:lnTo>
                  <a:pt x="32004" y="0"/>
                </a:lnTo>
                <a:lnTo>
                  <a:pt x="0" y="0"/>
                </a:lnTo>
                <a:lnTo>
                  <a:pt x="0" y="245110"/>
                </a:lnTo>
                <a:lnTo>
                  <a:pt x="0" y="274320"/>
                </a:lnTo>
                <a:lnTo>
                  <a:pt x="141833" y="274320"/>
                </a:lnTo>
                <a:lnTo>
                  <a:pt x="141833" y="245110"/>
                </a:lnTo>
                <a:close/>
              </a:path>
              <a:path w="419734" h="325120">
                <a:moveTo>
                  <a:pt x="333946" y="190754"/>
                </a:moveTo>
                <a:lnTo>
                  <a:pt x="324142" y="148856"/>
                </a:lnTo>
                <a:lnTo>
                  <a:pt x="295656" y="120942"/>
                </a:lnTo>
                <a:lnTo>
                  <a:pt x="251891" y="108673"/>
                </a:lnTo>
                <a:lnTo>
                  <a:pt x="240982" y="108369"/>
                </a:lnTo>
                <a:lnTo>
                  <a:pt x="219557" y="108369"/>
                </a:lnTo>
                <a:lnTo>
                  <a:pt x="214985" y="109893"/>
                </a:lnTo>
                <a:lnTo>
                  <a:pt x="221081" y="29019"/>
                </a:lnTo>
                <a:lnTo>
                  <a:pt x="320230" y="29019"/>
                </a:lnTo>
                <a:lnTo>
                  <a:pt x="320230" y="63"/>
                </a:lnTo>
                <a:lnTo>
                  <a:pt x="193649" y="63"/>
                </a:lnTo>
                <a:lnTo>
                  <a:pt x="184505" y="137325"/>
                </a:lnTo>
                <a:lnTo>
                  <a:pt x="195173" y="137325"/>
                </a:lnTo>
                <a:lnTo>
                  <a:pt x="199745" y="135801"/>
                </a:lnTo>
                <a:lnTo>
                  <a:pt x="231749" y="135801"/>
                </a:lnTo>
                <a:lnTo>
                  <a:pt x="273634" y="144195"/>
                </a:lnTo>
                <a:lnTo>
                  <a:pt x="300799" y="180073"/>
                </a:lnTo>
                <a:lnTo>
                  <a:pt x="301942" y="192278"/>
                </a:lnTo>
                <a:lnTo>
                  <a:pt x="301942" y="201422"/>
                </a:lnTo>
                <a:lnTo>
                  <a:pt x="279082" y="241046"/>
                </a:lnTo>
                <a:lnTo>
                  <a:pt x="236321" y="253339"/>
                </a:lnTo>
                <a:lnTo>
                  <a:pt x="221716" y="252183"/>
                </a:lnTo>
                <a:lnTo>
                  <a:pt x="207556" y="248716"/>
                </a:lnTo>
                <a:lnTo>
                  <a:pt x="193662" y="242976"/>
                </a:lnTo>
                <a:lnTo>
                  <a:pt x="179933" y="234950"/>
                </a:lnTo>
                <a:lnTo>
                  <a:pt x="179933" y="268579"/>
                </a:lnTo>
                <a:lnTo>
                  <a:pt x="190233" y="273456"/>
                </a:lnTo>
                <a:lnTo>
                  <a:pt x="202984" y="276771"/>
                </a:lnTo>
                <a:lnTo>
                  <a:pt x="218287" y="278650"/>
                </a:lnTo>
                <a:lnTo>
                  <a:pt x="236321" y="279247"/>
                </a:lnTo>
                <a:lnTo>
                  <a:pt x="247281" y="278942"/>
                </a:lnTo>
                <a:lnTo>
                  <a:pt x="284873" y="269430"/>
                </a:lnTo>
                <a:lnTo>
                  <a:pt x="318135" y="242201"/>
                </a:lnTo>
                <a:lnTo>
                  <a:pt x="333400" y="200761"/>
                </a:lnTo>
                <a:lnTo>
                  <a:pt x="333946" y="190754"/>
                </a:lnTo>
                <a:close/>
              </a:path>
              <a:path w="419734" h="325120">
                <a:moveTo>
                  <a:pt x="419392" y="230378"/>
                </a:moveTo>
                <a:lnTo>
                  <a:pt x="388912" y="230378"/>
                </a:lnTo>
                <a:lnTo>
                  <a:pt x="367474" y="324967"/>
                </a:lnTo>
                <a:lnTo>
                  <a:pt x="388912" y="324967"/>
                </a:lnTo>
                <a:lnTo>
                  <a:pt x="419392" y="2303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752117" y="3584740"/>
            <a:ext cx="700405" cy="329565"/>
          </a:xfrm>
          <a:custGeom>
            <a:avLst/>
            <a:gdLst/>
            <a:ahLst/>
            <a:cxnLst/>
            <a:rect l="l" t="t" r="r" b="b"/>
            <a:pathLst>
              <a:path w="700405" h="329564">
                <a:moveTo>
                  <a:pt x="204317" y="10668"/>
                </a:moveTo>
                <a:lnTo>
                  <a:pt x="190881" y="5791"/>
                </a:lnTo>
                <a:lnTo>
                  <a:pt x="175742" y="2476"/>
                </a:lnTo>
                <a:lnTo>
                  <a:pt x="158877" y="596"/>
                </a:lnTo>
                <a:lnTo>
                  <a:pt x="140309" y="0"/>
                </a:lnTo>
                <a:lnTo>
                  <a:pt x="110820" y="2552"/>
                </a:lnTo>
                <a:lnTo>
                  <a:pt x="60490" y="22504"/>
                </a:lnTo>
                <a:lnTo>
                  <a:pt x="22504" y="61671"/>
                </a:lnTo>
                <a:lnTo>
                  <a:pt x="2552" y="114922"/>
                </a:lnTo>
                <a:lnTo>
                  <a:pt x="0" y="146392"/>
                </a:lnTo>
                <a:lnTo>
                  <a:pt x="2260" y="175602"/>
                </a:lnTo>
                <a:lnTo>
                  <a:pt x="19926" y="224917"/>
                </a:lnTo>
                <a:lnTo>
                  <a:pt x="53860" y="261556"/>
                </a:lnTo>
                <a:lnTo>
                  <a:pt x="100672" y="279844"/>
                </a:lnTo>
                <a:lnTo>
                  <a:pt x="128117" y="282130"/>
                </a:lnTo>
                <a:lnTo>
                  <a:pt x="150088" y="281254"/>
                </a:lnTo>
                <a:lnTo>
                  <a:pt x="170218" y="278511"/>
                </a:lnTo>
                <a:lnTo>
                  <a:pt x="188328" y="273773"/>
                </a:lnTo>
                <a:lnTo>
                  <a:pt x="204317" y="266890"/>
                </a:lnTo>
                <a:lnTo>
                  <a:pt x="204317" y="234886"/>
                </a:lnTo>
                <a:lnTo>
                  <a:pt x="188620" y="243128"/>
                </a:lnTo>
                <a:lnTo>
                  <a:pt x="171361" y="249364"/>
                </a:lnTo>
                <a:lnTo>
                  <a:pt x="152666" y="253314"/>
                </a:lnTo>
                <a:lnTo>
                  <a:pt x="132689" y="254698"/>
                </a:lnTo>
                <a:lnTo>
                  <a:pt x="111798" y="252717"/>
                </a:lnTo>
                <a:lnTo>
                  <a:pt x="75793" y="237337"/>
                </a:lnTo>
                <a:lnTo>
                  <a:pt x="48958" y="208178"/>
                </a:lnTo>
                <a:lnTo>
                  <a:pt x="35242" y="168630"/>
                </a:lnTo>
                <a:lnTo>
                  <a:pt x="33528" y="144868"/>
                </a:lnTo>
                <a:lnTo>
                  <a:pt x="35267" y="119735"/>
                </a:lnTo>
                <a:lnTo>
                  <a:pt x="49606" y="76860"/>
                </a:lnTo>
                <a:lnTo>
                  <a:pt x="78460" y="46316"/>
                </a:lnTo>
                <a:lnTo>
                  <a:pt x="116751" y="30937"/>
                </a:lnTo>
                <a:lnTo>
                  <a:pt x="138785" y="28956"/>
                </a:lnTo>
                <a:lnTo>
                  <a:pt x="156514" y="29857"/>
                </a:lnTo>
                <a:lnTo>
                  <a:pt x="173266" y="32766"/>
                </a:lnTo>
                <a:lnTo>
                  <a:pt x="189141" y="37960"/>
                </a:lnTo>
                <a:lnTo>
                  <a:pt x="204317" y="45720"/>
                </a:lnTo>
                <a:lnTo>
                  <a:pt x="204317" y="10668"/>
                </a:lnTo>
                <a:close/>
              </a:path>
              <a:path w="700405" h="329564">
                <a:moveTo>
                  <a:pt x="413296" y="208978"/>
                </a:moveTo>
                <a:lnTo>
                  <a:pt x="400710" y="170205"/>
                </a:lnTo>
                <a:lnTo>
                  <a:pt x="368998" y="141820"/>
                </a:lnTo>
                <a:lnTo>
                  <a:pt x="355092" y="134772"/>
                </a:lnTo>
                <a:lnTo>
                  <a:pt x="340042" y="126580"/>
                </a:lnTo>
                <a:lnTo>
                  <a:pt x="321398" y="116941"/>
                </a:lnTo>
                <a:lnTo>
                  <a:pt x="315658" y="114388"/>
                </a:lnTo>
                <a:lnTo>
                  <a:pt x="308038" y="109816"/>
                </a:lnTo>
                <a:lnTo>
                  <a:pt x="301942" y="106768"/>
                </a:lnTo>
                <a:lnTo>
                  <a:pt x="297370" y="102196"/>
                </a:lnTo>
                <a:lnTo>
                  <a:pt x="291274" y="97624"/>
                </a:lnTo>
                <a:lnTo>
                  <a:pt x="285178" y="88392"/>
                </a:lnTo>
                <a:lnTo>
                  <a:pt x="282130" y="82296"/>
                </a:lnTo>
                <a:lnTo>
                  <a:pt x="282130" y="62484"/>
                </a:lnTo>
                <a:lnTo>
                  <a:pt x="300418" y="38100"/>
                </a:lnTo>
                <a:lnTo>
                  <a:pt x="304990" y="35052"/>
                </a:lnTo>
                <a:lnTo>
                  <a:pt x="311086" y="32004"/>
                </a:lnTo>
                <a:lnTo>
                  <a:pt x="326326" y="28956"/>
                </a:lnTo>
                <a:lnTo>
                  <a:pt x="340042" y="28956"/>
                </a:lnTo>
                <a:lnTo>
                  <a:pt x="357733" y="29857"/>
                </a:lnTo>
                <a:lnTo>
                  <a:pt x="374154" y="32766"/>
                </a:lnTo>
                <a:lnTo>
                  <a:pt x="389166" y="37960"/>
                </a:lnTo>
                <a:lnTo>
                  <a:pt x="402628" y="45720"/>
                </a:lnTo>
                <a:lnTo>
                  <a:pt x="402628" y="9144"/>
                </a:lnTo>
                <a:lnTo>
                  <a:pt x="391350" y="5143"/>
                </a:lnTo>
                <a:lnTo>
                  <a:pt x="377964" y="2286"/>
                </a:lnTo>
                <a:lnTo>
                  <a:pt x="362026" y="571"/>
                </a:lnTo>
                <a:lnTo>
                  <a:pt x="343090" y="0"/>
                </a:lnTo>
                <a:lnTo>
                  <a:pt x="333971" y="279"/>
                </a:lnTo>
                <a:lnTo>
                  <a:pt x="324993" y="1143"/>
                </a:lnTo>
                <a:lnTo>
                  <a:pt x="316306" y="2565"/>
                </a:lnTo>
                <a:lnTo>
                  <a:pt x="308038" y="4572"/>
                </a:lnTo>
                <a:lnTo>
                  <a:pt x="299415" y="6261"/>
                </a:lnTo>
                <a:lnTo>
                  <a:pt x="265163" y="27051"/>
                </a:lnTo>
                <a:lnTo>
                  <a:pt x="247561" y="64058"/>
                </a:lnTo>
                <a:lnTo>
                  <a:pt x="246989" y="73152"/>
                </a:lnTo>
                <a:lnTo>
                  <a:pt x="247510" y="79984"/>
                </a:lnTo>
                <a:lnTo>
                  <a:pt x="262585" y="115658"/>
                </a:lnTo>
                <a:lnTo>
                  <a:pt x="289750" y="135724"/>
                </a:lnTo>
                <a:lnTo>
                  <a:pt x="295732" y="140042"/>
                </a:lnTo>
                <a:lnTo>
                  <a:pt x="302133" y="143916"/>
                </a:lnTo>
                <a:lnTo>
                  <a:pt x="308825" y="147523"/>
                </a:lnTo>
                <a:lnTo>
                  <a:pt x="335584" y="161251"/>
                </a:lnTo>
                <a:lnTo>
                  <a:pt x="341566" y="164680"/>
                </a:lnTo>
                <a:lnTo>
                  <a:pt x="378142" y="198310"/>
                </a:lnTo>
                <a:lnTo>
                  <a:pt x="379666" y="204406"/>
                </a:lnTo>
                <a:lnTo>
                  <a:pt x="379666" y="212026"/>
                </a:lnTo>
                <a:lnTo>
                  <a:pt x="356450" y="247624"/>
                </a:lnTo>
                <a:lnTo>
                  <a:pt x="320230" y="254698"/>
                </a:lnTo>
                <a:lnTo>
                  <a:pt x="315658" y="254698"/>
                </a:lnTo>
                <a:lnTo>
                  <a:pt x="309562" y="253174"/>
                </a:lnTo>
                <a:lnTo>
                  <a:pt x="301942" y="251650"/>
                </a:lnTo>
                <a:lnTo>
                  <a:pt x="295846" y="251650"/>
                </a:lnTo>
                <a:lnTo>
                  <a:pt x="288226" y="250126"/>
                </a:lnTo>
                <a:lnTo>
                  <a:pt x="282130" y="247078"/>
                </a:lnTo>
                <a:lnTo>
                  <a:pt x="276034" y="245554"/>
                </a:lnTo>
                <a:lnTo>
                  <a:pt x="268414" y="242506"/>
                </a:lnTo>
                <a:lnTo>
                  <a:pt x="256133" y="236410"/>
                </a:lnTo>
                <a:lnTo>
                  <a:pt x="251561" y="233362"/>
                </a:lnTo>
                <a:lnTo>
                  <a:pt x="246989" y="228790"/>
                </a:lnTo>
                <a:lnTo>
                  <a:pt x="246989" y="266890"/>
                </a:lnTo>
                <a:lnTo>
                  <a:pt x="251561" y="269938"/>
                </a:lnTo>
                <a:lnTo>
                  <a:pt x="256133" y="271462"/>
                </a:lnTo>
                <a:lnTo>
                  <a:pt x="262318" y="272986"/>
                </a:lnTo>
                <a:lnTo>
                  <a:pt x="266890" y="276034"/>
                </a:lnTo>
                <a:lnTo>
                  <a:pt x="274510" y="277558"/>
                </a:lnTo>
                <a:lnTo>
                  <a:pt x="286702" y="280606"/>
                </a:lnTo>
                <a:lnTo>
                  <a:pt x="294322" y="280606"/>
                </a:lnTo>
                <a:lnTo>
                  <a:pt x="300418" y="282130"/>
                </a:lnTo>
                <a:lnTo>
                  <a:pt x="325678" y="282079"/>
                </a:lnTo>
                <a:lnTo>
                  <a:pt x="335280" y="281749"/>
                </a:lnTo>
                <a:lnTo>
                  <a:pt x="377113" y="270294"/>
                </a:lnTo>
                <a:lnTo>
                  <a:pt x="405676" y="244030"/>
                </a:lnTo>
                <a:lnTo>
                  <a:pt x="412737" y="218744"/>
                </a:lnTo>
                <a:lnTo>
                  <a:pt x="413296" y="208978"/>
                </a:lnTo>
                <a:close/>
              </a:path>
              <a:path w="700405" h="329564">
                <a:moveTo>
                  <a:pt x="620649" y="208978"/>
                </a:moveTo>
                <a:lnTo>
                  <a:pt x="608838" y="170205"/>
                </a:lnTo>
                <a:lnTo>
                  <a:pt x="576453" y="141820"/>
                </a:lnTo>
                <a:lnTo>
                  <a:pt x="562737" y="134772"/>
                </a:lnTo>
                <a:lnTo>
                  <a:pt x="555879" y="130898"/>
                </a:lnTo>
                <a:lnTo>
                  <a:pt x="549021" y="126580"/>
                </a:lnTo>
                <a:lnTo>
                  <a:pt x="529005" y="116941"/>
                </a:lnTo>
                <a:lnTo>
                  <a:pt x="523024" y="114388"/>
                </a:lnTo>
                <a:lnTo>
                  <a:pt x="515404" y="109816"/>
                </a:lnTo>
                <a:lnTo>
                  <a:pt x="509308" y="106768"/>
                </a:lnTo>
                <a:lnTo>
                  <a:pt x="495592" y="93052"/>
                </a:lnTo>
                <a:lnTo>
                  <a:pt x="492544" y="88392"/>
                </a:lnTo>
                <a:lnTo>
                  <a:pt x="489496" y="76200"/>
                </a:lnTo>
                <a:lnTo>
                  <a:pt x="489496" y="62484"/>
                </a:lnTo>
                <a:lnTo>
                  <a:pt x="519976" y="32004"/>
                </a:lnTo>
                <a:lnTo>
                  <a:pt x="533692" y="28956"/>
                </a:lnTo>
                <a:lnTo>
                  <a:pt x="547497" y="28956"/>
                </a:lnTo>
                <a:lnTo>
                  <a:pt x="565835" y="29857"/>
                </a:lnTo>
                <a:lnTo>
                  <a:pt x="582168" y="32766"/>
                </a:lnTo>
                <a:lnTo>
                  <a:pt x="596785" y="37960"/>
                </a:lnTo>
                <a:lnTo>
                  <a:pt x="609981" y="45720"/>
                </a:lnTo>
                <a:lnTo>
                  <a:pt x="609981" y="9144"/>
                </a:lnTo>
                <a:lnTo>
                  <a:pt x="599414" y="5143"/>
                </a:lnTo>
                <a:lnTo>
                  <a:pt x="585978" y="2286"/>
                </a:lnTo>
                <a:lnTo>
                  <a:pt x="569696" y="571"/>
                </a:lnTo>
                <a:lnTo>
                  <a:pt x="550545" y="0"/>
                </a:lnTo>
                <a:lnTo>
                  <a:pt x="541629" y="279"/>
                </a:lnTo>
                <a:lnTo>
                  <a:pt x="499592" y="8953"/>
                </a:lnTo>
                <a:lnTo>
                  <a:pt x="468198" y="33045"/>
                </a:lnTo>
                <a:lnTo>
                  <a:pt x="455968" y="73152"/>
                </a:lnTo>
                <a:lnTo>
                  <a:pt x="456247" y="79984"/>
                </a:lnTo>
                <a:lnTo>
                  <a:pt x="471462" y="115658"/>
                </a:lnTo>
                <a:lnTo>
                  <a:pt x="497116" y="135724"/>
                </a:lnTo>
                <a:lnTo>
                  <a:pt x="503085" y="140042"/>
                </a:lnTo>
                <a:lnTo>
                  <a:pt x="509498" y="143916"/>
                </a:lnTo>
                <a:lnTo>
                  <a:pt x="516178" y="147523"/>
                </a:lnTo>
                <a:lnTo>
                  <a:pt x="543026" y="161251"/>
                </a:lnTo>
                <a:lnTo>
                  <a:pt x="549021" y="164680"/>
                </a:lnTo>
                <a:lnTo>
                  <a:pt x="556641" y="167728"/>
                </a:lnTo>
                <a:lnTo>
                  <a:pt x="564261" y="172300"/>
                </a:lnTo>
                <a:lnTo>
                  <a:pt x="568833" y="176872"/>
                </a:lnTo>
                <a:lnTo>
                  <a:pt x="574929" y="181444"/>
                </a:lnTo>
                <a:lnTo>
                  <a:pt x="579501" y="186016"/>
                </a:lnTo>
                <a:lnTo>
                  <a:pt x="585597" y="198310"/>
                </a:lnTo>
                <a:lnTo>
                  <a:pt x="587121" y="204406"/>
                </a:lnTo>
                <a:lnTo>
                  <a:pt x="587121" y="212026"/>
                </a:lnTo>
                <a:lnTo>
                  <a:pt x="564781" y="247624"/>
                </a:lnTo>
                <a:lnTo>
                  <a:pt x="529120" y="254698"/>
                </a:lnTo>
                <a:lnTo>
                  <a:pt x="523024" y="254698"/>
                </a:lnTo>
                <a:lnTo>
                  <a:pt x="516928" y="253174"/>
                </a:lnTo>
                <a:lnTo>
                  <a:pt x="509308" y="251650"/>
                </a:lnTo>
                <a:lnTo>
                  <a:pt x="503212" y="251650"/>
                </a:lnTo>
                <a:lnTo>
                  <a:pt x="497116" y="250126"/>
                </a:lnTo>
                <a:lnTo>
                  <a:pt x="489496" y="247078"/>
                </a:lnTo>
                <a:lnTo>
                  <a:pt x="483400" y="245554"/>
                </a:lnTo>
                <a:lnTo>
                  <a:pt x="459016" y="233362"/>
                </a:lnTo>
                <a:lnTo>
                  <a:pt x="455968" y="228790"/>
                </a:lnTo>
                <a:lnTo>
                  <a:pt x="455968" y="266890"/>
                </a:lnTo>
                <a:lnTo>
                  <a:pt x="459016" y="269938"/>
                </a:lnTo>
                <a:lnTo>
                  <a:pt x="463588" y="271462"/>
                </a:lnTo>
                <a:lnTo>
                  <a:pt x="469684" y="272986"/>
                </a:lnTo>
                <a:lnTo>
                  <a:pt x="475780" y="276034"/>
                </a:lnTo>
                <a:lnTo>
                  <a:pt x="487972" y="279082"/>
                </a:lnTo>
                <a:lnTo>
                  <a:pt x="495592" y="280606"/>
                </a:lnTo>
                <a:lnTo>
                  <a:pt x="501688" y="280606"/>
                </a:lnTo>
                <a:lnTo>
                  <a:pt x="507784" y="282130"/>
                </a:lnTo>
                <a:lnTo>
                  <a:pt x="552069" y="280847"/>
                </a:lnTo>
                <a:lnTo>
                  <a:pt x="591693" y="266890"/>
                </a:lnTo>
                <a:lnTo>
                  <a:pt x="616788" y="235978"/>
                </a:lnTo>
                <a:lnTo>
                  <a:pt x="620318" y="218744"/>
                </a:lnTo>
                <a:lnTo>
                  <a:pt x="620649" y="208978"/>
                </a:lnTo>
                <a:close/>
              </a:path>
              <a:path w="700405" h="329564">
                <a:moveTo>
                  <a:pt x="699998" y="234886"/>
                </a:moveTo>
                <a:lnTo>
                  <a:pt x="669417" y="234886"/>
                </a:lnTo>
                <a:lnTo>
                  <a:pt x="648081" y="329463"/>
                </a:lnTo>
                <a:lnTo>
                  <a:pt x="669417" y="329463"/>
                </a:lnTo>
                <a:lnTo>
                  <a:pt x="699998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2589371" y="3589305"/>
            <a:ext cx="102235" cy="278130"/>
          </a:xfrm>
          <a:custGeom>
            <a:avLst/>
            <a:gdLst/>
            <a:ahLst/>
            <a:cxnLst/>
            <a:rect l="l" t="t" r="r" b="b"/>
            <a:pathLst>
              <a:path w="102235" h="278129">
                <a:moveTo>
                  <a:pt x="25907" y="277558"/>
                </a:moveTo>
                <a:lnTo>
                  <a:pt x="18216" y="277272"/>
                </a:lnTo>
                <a:lnTo>
                  <a:pt x="11239" y="276415"/>
                </a:lnTo>
                <a:lnTo>
                  <a:pt x="5119" y="274986"/>
                </a:lnTo>
                <a:lnTo>
                  <a:pt x="0" y="272986"/>
                </a:lnTo>
                <a:lnTo>
                  <a:pt x="0" y="242506"/>
                </a:lnTo>
                <a:lnTo>
                  <a:pt x="5119" y="245625"/>
                </a:lnTo>
                <a:lnTo>
                  <a:pt x="11239" y="248031"/>
                </a:lnTo>
                <a:lnTo>
                  <a:pt x="18216" y="249578"/>
                </a:lnTo>
                <a:lnTo>
                  <a:pt x="25907" y="250126"/>
                </a:lnTo>
                <a:lnTo>
                  <a:pt x="45029" y="245314"/>
                </a:lnTo>
                <a:lnTo>
                  <a:pt x="58864" y="231064"/>
                </a:lnTo>
                <a:lnTo>
                  <a:pt x="67270" y="207652"/>
                </a:lnTo>
                <a:lnTo>
                  <a:pt x="70103" y="175355"/>
                </a:lnTo>
                <a:lnTo>
                  <a:pt x="70103" y="0"/>
                </a:lnTo>
                <a:lnTo>
                  <a:pt x="102107" y="0"/>
                </a:lnTo>
                <a:lnTo>
                  <a:pt x="102107" y="175355"/>
                </a:lnTo>
                <a:lnTo>
                  <a:pt x="100703" y="198246"/>
                </a:lnTo>
                <a:lnTo>
                  <a:pt x="89892" y="236528"/>
                </a:lnTo>
                <a:lnTo>
                  <a:pt x="56768" y="270891"/>
                </a:lnTo>
                <a:lnTo>
                  <a:pt x="42195" y="275867"/>
                </a:lnTo>
                <a:lnTo>
                  <a:pt x="25907" y="2775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2741866" y="3662457"/>
            <a:ext cx="542925" cy="204470"/>
            <a:chOff x="2741866" y="3662457"/>
            <a:chExt cx="542925" cy="204470"/>
          </a:xfrm>
        </p:grpSpPr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1866" y="3662457"/>
              <a:ext cx="155543" cy="20440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6365" y="3667029"/>
              <a:ext cx="182975" cy="19526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9248" y="3662457"/>
              <a:ext cx="155543" cy="204406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3335083" y="3584733"/>
            <a:ext cx="351155" cy="282575"/>
            <a:chOff x="3335083" y="3584733"/>
            <a:chExt cx="351155" cy="282575"/>
          </a:xfrm>
        </p:grpSpPr>
        <p:sp>
          <p:nvSpPr>
            <p:cNvPr id="38" name="object 38" descr=""/>
            <p:cNvSpPr/>
            <p:nvPr/>
          </p:nvSpPr>
          <p:spPr>
            <a:xfrm>
              <a:off x="3335083" y="3584733"/>
              <a:ext cx="166370" cy="282575"/>
            </a:xfrm>
            <a:custGeom>
              <a:avLst/>
              <a:gdLst/>
              <a:ahLst/>
              <a:cxnLst/>
              <a:rect l="l" t="t" r="r" b="b"/>
              <a:pathLst>
                <a:path w="166370" h="282575">
                  <a:moveTo>
                    <a:pt x="78033" y="282082"/>
                  </a:moveTo>
                  <a:lnTo>
                    <a:pt x="51816" y="282130"/>
                  </a:lnTo>
                  <a:lnTo>
                    <a:pt x="45719" y="280606"/>
                  </a:lnTo>
                  <a:lnTo>
                    <a:pt x="39624" y="280606"/>
                  </a:lnTo>
                  <a:lnTo>
                    <a:pt x="33528" y="279082"/>
                  </a:lnTo>
                  <a:lnTo>
                    <a:pt x="25908" y="277558"/>
                  </a:lnTo>
                  <a:lnTo>
                    <a:pt x="19812" y="276034"/>
                  </a:lnTo>
                  <a:lnTo>
                    <a:pt x="13716" y="272986"/>
                  </a:lnTo>
                  <a:lnTo>
                    <a:pt x="7620" y="271462"/>
                  </a:lnTo>
                  <a:lnTo>
                    <a:pt x="3048" y="269938"/>
                  </a:lnTo>
                  <a:lnTo>
                    <a:pt x="0" y="266890"/>
                  </a:lnTo>
                  <a:lnTo>
                    <a:pt x="0" y="228790"/>
                  </a:lnTo>
                  <a:lnTo>
                    <a:pt x="4572" y="233362"/>
                  </a:lnTo>
                  <a:lnTo>
                    <a:pt x="9144" y="236410"/>
                  </a:lnTo>
                  <a:lnTo>
                    <a:pt x="27432" y="245554"/>
                  </a:lnTo>
                  <a:lnTo>
                    <a:pt x="35052" y="247078"/>
                  </a:lnTo>
                  <a:lnTo>
                    <a:pt x="41148" y="250126"/>
                  </a:lnTo>
                  <a:lnTo>
                    <a:pt x="47244" y="251650"/>
                  </a:lnTo>
                  <a:lnTo>
                    <a:pt x="54864" y="251650"/>
                  </a:lnTo>
                  <a:lnTo>
                    <a:pt x="67151" y="254698"/>
                  </a:lnTo>
                  <a:lnTo>
                    <a:pt x="73247" y="254698"/>
                  </a:lnTo>
                  <a:lnTo>
                    <a:pt x="87225" y="253865"/>
                  </a:lnTo>
                  <a:lnTo>
                    <a:pt x="124325" y="237101"/>
                  </a:lnTo>
                  <a:lnTo>
                    <a:pt x="132683" y="212026"/>
                  </a:lnTo>
                  <a:lnTo>
                    <a:pt x="132683" y="204406"/>
                  </a:lnTo>
                  <a:lnTo>
                    <a:pt x="108299" y="172307"/>
                  </a:lnTo>
                  <a:lnTo>
                    <a:pt x="93059" y="164687"/>
                  </a:lnTo>
                  <a:lnTo>
                    <a:pt x="81438" y="157829"/>
                  </a:lnTo>
                  <a:lnTo>
                    <a:pt x="75271" y="154400"/>
                  </a:lnTo>
                  <a:lnTo>
                    <a:pt x="68675" y="150971"/>
                  </a:lnTo>
                  <a:lnTo>
                    <a:pt x="61119" y="147518"/>
                  </a:lnTo>
                  <a:lnTo>
                    <a:pt x="54304" y="143922"/>
                  </a:lnTo>
                  <a:lnTo>
                    <a:pt x="19812" y="120491"/>
                  </a:lnTo>
                  <a:lnTo>
                    <a:pt x="6096" y="99155"/>
                  </a:lnTo>
                  <a:lnTo>
                    <a:pt x="3214" y="93123"/>
                  </a:lnTo>
                  <a:lnTo>
                    <a:pt x="1333" y="86689"/>
                  </a:lnTo>
                  <a:lnTo>
                    <a:pt x="309" y="79987"/>
                  </a:lnTo>
                  <a:lnTo>
                    <a:pt x="0" y="73151"/>
                  </a:lnTo>
                  <a:lnTo>
                    <a:pt x="547" y="64055"/>
                  </a:lnTo>
                  <a:lnTo>
                    <a:pt x="17907" y="27050"/>
                  </a:lnTo>
                  <a:lnTo>
                    <a:pt x="52125" y="6262"/>
                  </a:lnTo>
                  <a:lnTo>
                    <a:pt x="60960" y="4571"/>
                  </a:lnTo>
                  <a:lnTo>
                    <a:pt x="69278" y="2571"/>
                  </a:lnTo>
                  <a:lnTo>
                    <a:pt x="77997" y="1142"/>
                  </a:lnTo>
                  <a:lnTo>
                    <a:pt x="86985" y="285"/>
                  </a:lnTo>
                  <a:lnTo>
                    <a:pt x="96107" y="0"/>
                  </a:lnTo>
                  <a:lnTo>
                    <a:pt x="114371" y="571"/>
                  </a:lnTo>
                  <a:lnTo>
                    <a:pt x="130206" y="2285"/>
                  </a:lnTo>
                  <a:lnTo>
                    <a:pt x="143470" y="5143"/>
                  </a:lnTo>
                  <a:lnTo>
                    <a:pt x="154019" y="9143"/>
                  </a:lnTo>
                  <a:lnTo>
                    <a:pt x="154019" y="45719"/>
                  </a:lnTo>
                  <a:lnTo>
                    <a:pt x="141470" y="37957"/>
                  </a:lnTo>
                  <a:lnTo>
                    <a:pt x="126777" y="32765"/>
                  </a:lnTo>
                  <a:lnTo>
                    <a:pt x="110085" y="29860"/>
                  </a:lnTo>
                  <a:lnTo>
                    <a:pt x="91535" y="28955"/>
                  </a:lnTo>
                  <a:lnTo>
                    <a:pt x="77819" y="28955"/>
                  </a:lnTo>
                  <a:lnTo>
                    <a:pt x="71723" y="30479"/>
                  </a:lnTo>
                  <a:lnTo>
                    <a:pt x="64103" y="32003"/>
                  </a:lnTo>
                  <a:lnTo>
                    <a:pt x="51816" y="38099"/>
                  </a:lnTo>
                  <a:lnTo>
                    <a:pt x="47244" y="41147"/>
                  </a:lnTo>
                  <a:lnTo>
                    <a:pt x="42672" y="45719"/>
                  </a:lnTo>
                  <a:lnTo>
                    <a:pt x="39624" y="50291"/>
                  </a:lnTo>
                  <a:lnTo>
                    <a:pt x="35052" y="56387"/>
                  </a:lnTo>
                  <a:lnTo>
                    <a:pt x="33528" y="62483"/>
                  </a:lnTo>
                  <a:lnTo>
                    <a:pt x="33528" y="76199"/>
                  </a:lnTo>
                  <a:lnTo>
                    <a:pt x="35052" y="82295"/>
                  </a:lnTo>
                  <a:lnTo>
                    <a:pt x="38100" y="88391"/>
                  </a:lnTo>
                  <a:lnTo>
                    <a:pt x="39624" y="93059"/>
                  </a:lnTo>
                  <a:lnTo>
                    <a:pt x="48768" y="102203"/>
                  </a:lnTo>
                  <a:lnTo>
                    <a:pt x="54864" y="106775"/>
                  </a:lnTo>
                  <a:lnTo>
                    <a:pt x="60960" y="109823"/>
                  </a:lnTo>
                  <a:lnTo>
                    <a:pt x="68675" y="114395"/>
                  </a:lnTo>
                  <a:lnTo>
                    <a:pt x="114490" y="138374"/>
                  </a:lnTo>
                  <a:lnTo>
                    <a:pt x="149185" y="164949"/>
                  </a:lnTo>
                  <a:lnTo>
                    <a:pt x="165687" y="201248"/>
                  </a:lnTo>
                  <a:lnTo>
                    <a:pt x="166211" y="208978"/>
                  </a:lnTo>
                  <a:lnTo>
                    <a:pt x="165663" y="218741"/>
                  </a:lnTo>
                  <a:lnTo>
                    <a:pt x="148494" y="256603"/>
                  </a:lnTo>
                  <a:lnTo>
                    <a:pt x="114109" y="276534"/>
                  </a:lnTo>
                  <a:lnTo>
                    <a:pt x="87534" y="281749"/>
                  </a:lnTo>
                  <a:lnTo>
                    <a:pt x="78033" y="28208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37966" y="3662457"/>
              <a:ext cx="147923" cy="204406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3733133" y="3577113"/>
            <a:ext cx="173990" cy="285750"/>
            <a:chOff x="3733133" y="3577113"/>
            <a:chExt cx="173990" cy="285750"/>
          </a:xfrm>
        </p:grpSpPr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3133" y="3663981"/>
              <a:ext cx="102203" cy="19831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865816" y="3577113"/>
              <a:ext cx="41275" cy="285750"/>
            </a:xfrm>
            <a:custGeom>
              <a:avLst/>
              <a:gdLst/>
              <a:ahLst/>
              <a:cxnLst/>
              <a:rect l="l" t="t" r="r" b="b"/>
              <a:pathLst>
                <a:path w="41275" h="285750">
                  <a:moveTo>
                    <a:pt x="25908" y="39624"/>
                  </a:moveTo>
                  <a:lnTo>
                    <a:pt x="13716" y="39624"/>
                  </a:lnTo>
                  <a:lnTo>
                    <a:pt x="9144" y="38100"/>
                  </a:lnTo>
                  <a:lnTo>
                    <a:pt x="1524" y="30480"/>
                  </a:lnTo>
                  <a:lnTo>
                    <a:pt x="0" y="25908"/>
                  </a:lnTo>
                  <a:lnTo>
                    <a:pt x="0" y="13716"/>
                  </a:lnTo>
                  <a:lnTo>
                    <a:pt x="1524" y="9144"/>
                  </a:lnTo>
                  <a:lnTo>
                    <a:pt x="6096" y="6096"/>
                  </a:lnTo>
                  <a:lnTo>
                    <a:pt x="9144" y="1524"/>
                  </a:lnTo>
                  <a:lnTo>
                    <a:pt x="13716" y="0"/>
                  </a:lnTo>
                  <a:lnTo>
                    <a:pt x="25908" y="0"/>
                  </a:lnTo>
                  <a:lnTo>
                    <a:pt x="30480" y="1524"/>
                  </a:lnTo>
                  <a:lnTo>
                    <a:pt x="38100" y="9144"/>
                  </a:lnTo>
                  <a:lnTo>
                    <a:pt x="41148" y="13716"/>
                  </a:lnTo>
                  <a:lnTo>
                    <a:pt x="41148" y="25908"/>
                  </a:lnTo>
                  <a:lnTo>
                    <a:pt x="35052" y="35052"/>
                  </a:lnTo>
                  <a:lnTo>
                    <a:pt x="30480" y="38100"/>
                  </a:lnTo>
                  <a:lnTo>
                    <a:pt x="25908" y="39624"/>
                  </a:lnTo>
                  <a:close/>
                </a:path>
                <a:path w="41275" h="285750">
                  <a:moveTo>
                    <a:pt x="35052" y="285178"/>
                  </a:moveTo>
                  <a:lnTo>
                    <a:pt x="4572" y="285178"/>
                  </a:lnTo>
                  <a:lnTo>
                    <a:pt x="4572" y="89916"/>
                  </a:lnTo>
                  <a:lnTo>
                    <a:pt x="35052" y="89916"/>
                  </a:lnTo>
                  <a:lnTo>
                    <a:pt x="35052" y="28517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/>
          <p:nvPr/>
        </p:nvSpPr>
        <p:spPr>
          <a:xfrm>
            <a:off x="3964965" y="3609123"/>
            <a:ext cx="320675" cy="343535"/>
          </a:xfrm>
          <a:custGeom>
            <a:avLst/>
            <a:gdLst/>
            <a:ahLst/>
            <a:cxnLst/>
            <a:rect l="l" t="t" r="r" b="b"/>
            <a:pathLst>
              <a:path w="320675" h="343535">
                <a:moveTo>
                  <a:pt x="179933" y="149440"/>
                </a:moveTo>
                <a:lnTo>
                  <a:pt x="174409" y="110388"/>
                </a:lnTo>
                <a:lnTo>
                  <a:pt x="147929" y="68935"/>
                </a:lnTo>
                <a:lnTo>
                  <a:pt x="147929" y="149440"/>
                </a:lnTo>
                <a:lnTo>
                  <a:pt x="146799" y="167817"/>
                </a:lnTo>
                <a:lnTo>
                  <a:pt x="131165" y="210502"/>
                </a:lnTo>
                <a:lnTo>
                  <a:pt x="86868" y="231838"/>
                </a:lnTo>
                <a:lnTo>
                  <a:pt x="74891" y="230720"/>
                </a:lnTo>
                <a:lnTo>
                  <a:pt x="40119" y="206502"/>
                </a:lnTo>
                <a:lnTo>
                  <a:pt x="30480" y="173926"/>
                </a:lnTo>
                <a:lnTo>
                  <a:pt x="30480" y="146392"/>
                </a:lnTo>
                <a:lnTo>
                  <a:pt x="40106" y="109156"/>
                </a:lnTo>
                <a:lnTo>
                  <a:pt x="78320" y="80505"/>
                </a:lnTo>
                <a:lnTo>
                  <a:pt x="91440" y="79336"/>
                </a:lnTo>
                <a:lnTo>
                  <a:pt x="103441" y="80505"/>
                </a:lnTo>
                <a:lnTo>
                  <a:pt x="138887" y="109105"/>
                </a:lnTo>
                <a:lnTo>
                  <a:pt x="147929" y="149440"/>
                </a:lnTo>
                <a:lnTo>
                  <a:pt x="147929" y="68935"/>
                </a:lnTo>
                <a:lnTo>
                  <a:pt x="147154" y="68173"/>
                </a:lnTo>
                <a:lnTo>
                  <a:pt x="133438" y="60020"/>
                </a:lnTo>
                <a:lnTo>
                  <a:pt x="117398" y="55029"/>
                </a:lnTo>
                <a:lnTo>
                  <a:pt x="99060" y="53340"/>
                </a:lnTo>
                <a:lnTo>
                  <a:pt x="78511" y="55892"/>
                </a:lnTo>
                <a:lnTo>
                  <a:pt x="60388" y="63449"/>
                </a:lnTo>
                <a:lnTo>
                  <a:pt x="44843" y="75882"/>
                </a:lnTo>
                <a:lnTo>
                  <a:pt x="32004" y="93052"/>
                </a:lnTo>
                <a:lnTo>
                  <a:pt x="30480" y="93052"/>
                </a:lnTo>
                <a:lnTo>
                  <a:pt x="30480" y="57912"/>
                </a:lnTo>
                <a:lnTo>
                  <a:pt x="0" y="57912"/>
                </a:lnTo>
                <a:lnTo>
                  <a:pt x="0" y="343192"/>
                </a:lnTo>
                <a:lnTo>
                  <a:pt x="30480" y="343192"/>
                </a:lnTo>
                <a:lnTo>
                  <a:pt x="30480" y="225742"/>
                </a:lnTo>
                <a:lnTo>
                  <a:pt x="32004" y="225742"/>
                </a:lnTo>
                <a:lnTo>
                  <a:pt x="43408" y="239750"/>
                </a:lnTo>
                <a:lnTo>
                  <a:pt x="56959" y="249745"/>
                </a:lnTo>
                <a:lnTo>
                  <a:pt x="72504" y="255752"/>
                </a:lnTo>
                <a:lnTo>
                  <a:pt x="89916" y="257746"/>
                </a:lnTo>
                <a:lnTo>
                  <a:pt x="109601" y="256006"/>
                </a:lnTo>
                <a:lnTo>
                  <a:pt x="152514" y="231838"/>
                </a:lnTo>
                <a:lnTo>
                  <a:pt x="174028" y="194297"/>
                </a:lnTo>
                <a:lnTo>
                  <a:pt x="178473" y="173240"/>
                </a:lnTo>
                <a:lnTo>
                  <a:pt x="179933" y="149440"/>
                </a:lnTo>
                <a:close/>
              </a:path>
              <a:path w="320675" h="343535">
                <a:moveTo>
                  <a:pt x="320230" y="57912"/>
                </a:moveTo>
                <a:lnTo>
                  <a:pt x="271462" y="57912"/>
                </a:lnTo>
                <a:lnTo>
                  <a:pt x="271462" y="0"/>
                </a:lnTo>
                <a:lnTo>
                  <a:pt x="239369" y="10668"/>
                </a:lnTo>
                <a:lnTo>
                  <a:pt x="239369" y="57912"/>
                </a:lnTo>
                <a:lnTo>
                  <a:pt x="205841" y="57912"/>
                </a:lnTo>
                <a:lnTo>
                  <a:pt x="205841" y="85432"/>
                </a:lnTo>
                <a:lnTo>
                  <a:pt x="239369" y="85432"/>
                </a:lnTo>
                <a:lnTo>
                  <a:pt x="239369" y="201358"/>
                </a:lnTo>
                <a:lnTo>
                  <a:pt x="242747" y="226237"/>
                </a:lnTo>
                <a:lnTo>
                  <a:pt x="252704" y="243840"/>
                </a:lnTo>
                <a:lnTo>
                  <a:pt x="268973" y="254292"/>
                </a:lnTo>
                <a:lnTo>
                  <a:pt x="291274" y="257746"/>
                </a:lnTo>
                <a:lnTo>
                  <a:pt x="299872" y="257441"/>
                </a:lnTo>
                <a:lnTo>
                  <a:pt x="307467" y="256413"/>
                </a:lnTo>
                <a:lnTo>
                  <a:pt x="314210" y="254533"/>
                </a:lnTo>
                <a:lnTo>
                  <a:pt x="320230" y="251650"/>
                </a:lnTo>
                <a:lnTo>
                  <a:pt x="320230" y="225742"/>
                </a:lnTo>
                <a:lnTo>
                  <a:pt x="314134" y="230314"/>
                </a:lnTo>
                <a:lnTo>
                  <a:pt x="308038" y="231838"/>
                </a:lnTo>
                <a:lnTo>
                  <a:pt x="289750" y="231838"/>
                </a:lnTo>
                <a:lnTo>
                  <a:pt x="282130" y="228790"/>
                </a:lnTo>
                <a:lnTo>
                  <a:pt x="271462" y="195262"/>
                </a:lnTo>
                <a:lnTo>
                  <a:pt x="271462" y="85432"/>
                </a:lnTo>
                <a:lnTo>
                  <a:pt x="320230" y="85432"/>
                </a:lnTo>
                <a:lnTo>
                  <a:pt x="320230" y="579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408728" y="3535870"/>
            <a:ext cx="523240" cy="395605"/>
          </a:xfrm>
          <a:custGeom>
            <a:avLst/>
            <a:gdLst/>
            <a:ahLst/>
            <a:cxnLst/>
            <a:rect l="l" t="t" r="r" b="b"/>
            <a:pathLst>
              <a:path w="523239" h="395604">
                <a:moveTo>
                  <a:pt x="141833" y="99161"/>
                </a:moveTo>
                <a:lnTo>
                  <a:pt x="133565" y="90043"/>
                </a:lnTo>
                <a:lnTo>
                  <a:pt x="124879" y="81064"/>
                </a:lnTo>
                <a:lnTo>
                  <a:pt x="115900" y="72377"/>
                </a:lnTo>
                <a:lnTo>
                  <a:pt x="106781" y="64109"/>
                </a:lnTo>
                <a:lnTo>
                  <a:pt x="86880" y="77825"/>
                </a:lnTo>
                <a:lnTo>
                  <a:pt x="95681" y="87731"/>
                </a:lnTo>
                <a:lnTo>
                  <a:pt x="104101" y="97447"/>
                </a:lnTo>
                <a:lnTo>
                  <a:pt x="111823" y="106756"/>
                </a:lnTo>
                <a:lnTo>
                  <a:pt x="118973" y="115925"/>
                </a:lnTo>
                <a:lnTo>
                  <a:pt x="141833" y="99161"/>
                </a:lnTo>
                <a:close/>
              </a:path>
              <a:path w="523239" h="395604">
                <a:moveTo>
                  <a:pt x="160121" y="324904"/>
                </a:moveTo>
                <a:lnTo>
                  <a:pt x="147307" y="312597"/>
                </a:lnTo>
                <a:lnTo>
                  <a:pt x="134213" y="300710"/>
                </a:lnTo>
                <a:lnTo>
                  <a:pt x="108305" y="277660"/>
                </a:lnTo>
                <a:lnTo>
                  <a:pt x="86880" y="297472"/>
                </a:lnTo>
                <a:lnTo>
                  <a:pt x="102095" y="310883"/>
                </a:lnTo>
                <a:lnTo>
                  <a:pt x="115722" y="323570"/>
                </a:lnTo>
                <a:lnTo>
                  <a:pt x="127901" y="335407"/>
                </a:lnTo>
                <a:lnTo>
                  <a:pt x="138785" y="346240"/>
                </a:lnTo>
                <a:lnTo>
                  <a:pt x="160121" y="324904"/>
                </a:lnTo>
                <a:close/>
              </a:path>
              <a:path w="523239" h="395604">
                <a:moveTo>
                  <a:pt x="199745" y="36576"/>
                </a:moveTo>
                <a:lnTo>
                  <a:pt x="88404" y="36576"/>
                </a:lnTo>
                <a:lnTo>
                  <a:pt x="93865" y="27432"/>
                </a:lnTo>
                <a:lnTo>
                  <a:pt x="98920" y="18288"/>
                </a:lnTo>
                <a:lnTo>
                  <a:pt x="103695" y="9144"/>
                </a:lnTo>
                <a:lnTo>
                  <a:pt x="108305" y="0"/>
                </a:lnTo>
                <a:lnTo>
                  <a:pt x="74688" y="0"/>
                </a:lnTo>
                <a:lnTo>
                  <a:pt x="59804" y="27254"/>
                </a:lnTo>
                <a:lnTo>
                  <a:pt x="42494" y="51904"/>
                </a:lnTo>
                <a:lnTo>
                  <a:pt x="22606" y="74256"/>
                </a:lnTo>
                <a:lnTo>
                  <a:pt x="0" y="94589"/>
                </a:lnTo>
                <a:lnTo>
                  <a:pt x="5461" y="100279"/>
                </a:lnTo>
                <a:lnTo>
                  <a:pt x="15227" y="111086"/>
                </a:lnTo>
                <a:lnTo>
                  <a:pt x="19824" y="115925"/>
                </a:lnTo>
                <a:lnTo>
                  <a:pt x="34124" y="102184"/>
                </a:lnTo>
                <a:lnTo>
                  <a:pt x="47447" y="88303"/>
                </a:lnTo>
                <a:lnTo>
                  <a:pt x="59791" y="74256"/>
                </a:lnTo>
                <a:lnTo>
                  <a:pt x="71640" y="59537"/>
                </a:lnTo>
                <a:lnTo>
                  <a:pt x="199745" y="59537"/>
                </a:lnTo>
                <a:lnTo>
                  <a:pt x="199745" y="36576"/>
                </a:lnTo>
                <a:close/>
              </a:path>
              <a:path w="523239" h="395604">
                <a:moveTo>
                  <a:pt x="308051" y="99161"/>
                </a:moveTo>
                <a:lnTo>
                  <a:pt x="301523" y="90893"/>
                </a:lnTo>
                <a:lnTo>
                  <a:pt x="293573" y="82207"/>
                </a:lnTo>
                <a:lnTo>
                  <a:pt x="284467" y="73228"/>
                </a:lnTo>
                <a:lnTo>
                  <a:pt x="274523" y="64109"/>
                </a:lnTo>
                <a:lnTo>
                  <a:pt x="254711" y="77825"/>
                </a:lnTo>
                <a:lnTo>
                  <a:pt x="265899" y="90424"/>
                </a:lnTo>
                <a:lnTo>
                  <a:pt x="274523" y="100876"/>
                </a:lnTo>
                <a:lnTo>
                  <a:pt x="280847" y="109334"/>
                </a:lnTo>
                <a:lnTo>
                  <a:pt x="285191" y="115925"/>
                </a:lnTo>
                <a:lnTo>
                  <a:pt x="308051" y="99161"/>
                </a:lnTo>
                <a:close/>
              </a:path>
              <a:path w="523239" h="395604">
                <a:moveTo>
                  <a:pt x="367487" y="248704"/>
                </a:moveTo>
                <a:lnTo>
                  <a:pt x="285191" y="248704"/>
                </a:lnTo>
                <a:lnTo>
                  <a:pt x="285191" y="219659"/>
                </a:lnTo>
                <a:lnTo>
                  <a:pt x="256235" y="219659"/>
                </a:lnTo>
                <a:lnTo>
                  <a:pt x="256235" y="248704"/>
                </a:lnTo>
                <a:lnTo>
                  <a:pt x="16776" y="248704"/>
                </a:lnTo>
                <a:lnTo>
                  <a:pt x="16776" y="274612"/>
                </a:lnTo>
                <a:lnTo>
                  <a:pt x="256235" y="274612"/>
                </a:lnTo>
                <a:lnTo>
                  <a:pt x="256235" y="321856"/>
                </a:lnTo>
                <a:lnTo>
                  <a:pt x="254279" y="331863"/>
                </a:lnTo>
                <a:lnTo>
                  <a:pt x="248602" y="339001"/>
                </a:lnTo>
                <a:lnTo>
                  <a:pt x="239471" y="343293"/>
                </a:lnTo>
                <a:lnTo>
                  <a:pt x="227177" y="344716"/>
                </a:lnTo>
                <a:lnTo>
                  <a:pt x="214299" y="344449"/>
                </a:lnTo>
                <a:lnTo>
                  <a:pt x="200698" y="343763"/>
                </a:lnTo>
                <a:lnTo>
                  <a:pt x="170789" y="341668"/>
                </a:lnTo>
                <a:lnTo>
                  <a:pt x="172808" y="350583"/>
                </a:lnTo>
                <a:lnTo>
                  <a:pt x="174409" y="358902"/>
                </a:lnTo>
                <a:lnTo>
                  <a:pt x="175717" y="366623"/>
                </a:lnTo>
                <a:lnTo>
                  <a:pt x="176885" y="373773"/>
                </a:lnTo>
                <a:lnTo>
                  <a:pt x="236423" y="373773"/>
                </a:lnTo>
                <a:lnTo>
                  <a:pt x="257543" y="370890"/>
                </a:lnTo>
                <a:lnTo>
                  <a:pt x="272808" y="362140"/>
                </a:lnTo>
                <a:lnTo>
                  <a:pt x="282067" y="347370"/>
                </a:lnTo>
                <a:lnTo>
                  <a:pt x="282460" y="344716"/>
                </a:lnTo>
                <a:lnTo>
                  <a:pt x="285191" y="326428"/>
                </a:lnTo>
                <a:lnTo>
                  <a:pt x="285191" y="274612"/>
                </a:lnTo>
                <a:lnTo>
                  <a:pt x="367487" y="274612"/>
                </a:lnTo>
                <a:lnTo>
                  <a:pt x="367487" y="248704"/>
                </a:lnTo>
                <a:close/>
              </a:path>
              <a:path w="523239" h="395604">
                <a:moveTo>
                  <a:pt x="376720" y="36576"/>
                </a:moveTo>
                <a:lnTo>
                  <a:pt x="253187" y="36576"/>
                </a:lnTo>
                <a:lnTo>
                  <a:pt x="271475" y="0"/>
                </a:lnTo>
                <a:lnTo>
                  <a:pt x="237947" y="0"/>
                </a:lnTo>
                <a:lnTo>
                  <a:pt x="227863" y="22313"/>
                </a:lnTo>
                <a:lnTo>
                  <a:pt x="215950" y="43484"/>
                </a:lnTo>
                <a:lnTo>
                  <a:pt x="202057" y="63525"/>
                </a:lnTo>
                <a:lnTo>
                  <a:pt x="186029" y="82397"/>
                </a:lnTo>
                <a:lnTo>
                  <a:pt x="191147" y="84353"/>
                </a:lnTo>
                <a:lnTo>
                  <a:pt x="197269" y="87731"/>
                </a:lnTo>
                <a:lnTo>
                  <a:pt x="204241" y="92252"/>
                </a:lnTo>
                <a:lnTo>
                  <a:pt x="211937" y="97637"/>
                </a:lnTo>
                <a:lnTo>
                  <a:pt x="218795" y="88468"/>
                </a:lnTo>
                <a:lnTo>
                  <a:pt x="225666" y="79159"/>
                </a:lnTo>
                <a:lnTo>
                  <a:pt x="232549" y="69557"/>
                </a:lnTo>
                <a:lnTo>
                  <a:pt x="239471" y="59537"/>
                </a:lnTo>
                <a:lnTo>
                  <a:pt x="376720" y="59537"/>
                </a:lnTo>
                <a:lnTo>
                  <a:pt x="376720" y="36576"/>
                </a:lnTo>
                <a:close/>
              </a:path>
              <a:path w="523239" h="395604">
                <a:moveTo>
                  <a:pt x="379768" y="186118"/>
                </a:moveTo>
                <a:lnTo>
                  <a:pt x="204317" y="186118"/>
                </a:lnTo>
                <a:lnTo>
                  <a:pt x="204317" y="148018"/>
                </a:lnTo>
                <a:lnTo>
                  <a:pt x="353771" y="148018"/>
                </a:lnTo>
                <a:lnTo>
                  <a:pt x="353771" y="123545"/>
                </a:lnTo>
                <a:lnTo>
                  <a:pt x="204317" y="123545"/>
                </a:lnTo>
                <a:lnTo>
                  <a:pt x="204317" y="93065"/>
                </a:lnTo>
                <a:lnTo>
                  <a:pt x="173837" y="93065"/>
                </a:lnTo>
                <a:lnTo>
                  <a:pt x="173837" y="123545"/>
                </a:lnTo>
                <a:lnTo>
                  <a:pt x="30492" y="123545"/>
                </a:lnTo>
                <a:lnTo>
                  <a:pt x="30492" y="148018"/>
                </a:lnTo>
                <a:lnTo>
                  <a:pt x="173837" y="148018"/>
                </a:lnTo>
                <a:lnTo>
                  <a:pt x="173837" y="186118"/>
                </a:lnTo>
                <a:lnTo>
                  <a:pt x="3060" y="186118"/>
                </a:lnTo>
                <a:lnTo>
                  <a:pt x="3060" y="212039"/>
                </a:lnTo>
                <a:lnTo>
                  <a:pt x="379768" y="212039"/>
                </a:lnTo>
                <a:lnTo>
                  <a:pt x="379768" y="186118"/>
                </a:lnTo>
                <a:close/>
              </a:path>
              <a:path w="523239" h="395604">
                <a:moveTo>
                  <a:pt x="523125" y="212026"/>
                </a:moveTo>
                <a:lnTo>
                  <a:pt x="518820" y="160489"/>
                </a:lnTo>
                <a:lnTo>
                  <a:pt x="505929" y="113258"/>
                </a:lnTo>
                <a:lnTo>
                  <a:pt x="484466" y="70027"/>
                </a:lnTo>
                <a:lnTo>
                  <a:pt x="454444" y="30480"/>
                </a:lnTo>
                <a:lnTo>
                  <a:pt x="422440" y="30480"/>
                </a:lnTo>
                <a:lnTo>
                  <a:pt x="452208" y="70891"/>
                </a:lnTo>
                <a:lnTo>
                  <a:pt x="473113" y="114439"/>
                </a:lnTo>
                <a:lnTo>
                  <a:pt x="485444" y="161391"/>
                </a:lnTo>
                <a:lnTo>
                  <a:pt x="489496" y="212026"/>
                </a:lnTo>
                <a:lnTo>
                  <a:pt x="485444" y="262953"/>
                </a:lnTo>
                <a:lnTo>
                  <a:pt x="473113" y="310426"/>
                </a:lnTo>
                <a:lnTo>
                  <a:pt x="452208" y="354469"/>
                </a:lnTo>
                <a:lnTo>
                  <a:pt x="422440" y="395097"/>
                </a:lnTo>
                <a:lnTo>
                  <a:pt x="454444" y="395097"/>
                </a:lnTo>
                <a:lnTo>
                  <a:pt x="484466" y="355333"/>
                </a:lnTo>
                <a:lnTo>
                  <a:pt x="505929" y="311569"/>
                </a:lnTo>
                <a:lnTo>
                  <a:pt x="518820" y="263804"/>
                </a:lnTo>
                <a:lnTo>
                  <a:pt x="523125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9928" y="4295584"/>
            <a:ext cx="109823" cy="109823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1297584" y="4121658"/>
            <a:ext cx="1337945" cy="436880"/>
          </a:xfrm>
          <a:custGeom>
            <a:avLst/>
            <a:gdLst/>
            <a:ahLst/>
            <a:cxnLst/>
            <a:rect l="l" t="t" r="r" b="b"/>
            <a:pathLst>
              <a:path w="1337945" h="436879">
                <a:moveTo>
                  <a:pt x="140309" y="13716"/>
                </a:moveTo>
                <a:lnTo>
                  <a:pt x="103720" y="3048"/>
                </a:lnTo>
                <a:lnTo>
                  <a:pt x="87249" y="51943"/>
                </a:lnTo>
                <a:lnTo>
                  <a:pt x="68783" y="97967"/>
                </a:lnTo>
                <a:lnTo>
                  <a:pt x="48183" y="141198"/>
                </a:lnTo>
                <a:lnTo>
                  <a:pt x="25311" y="181737"/>
                </a:lnTo>
                <a:lnTo>
                  <a:pt x="0" y="219659"/>
                </a:lnTo>
                <a:lnTo>
                  <a:pt x="4546" y="229031"/>
                </a:lnTo>
                <a:lnTo>
                  <a:pt x="8953" y="238709"/>
                </a:lnTo>
                <a:lnTo>
                  <a:pt x="13068" y="248373"/>
                </a:lnTo>
                <a:lnTo>
                  <a:pt x="16764" y="257759"/>
                </a:lnTo>
                <a:lnTo>
                  <a:pt x="29603" y="240055"/>
                </a:lnTo>
                <a:lnTo>
                  <a:pt x="42570" y="221373"/>
                </a:lnTo>
                <a:lnTo>
                  <a:pt x="55219" y="201815"/>
                </a:lnTo>
                <a:lnTo>
                  <a:pt x="67144" y="181559"/>
                </a:lnTo>
                <a:lnTo>
                  <a:pt x="67144" y="430161"/>
                </a:lnTo>
                <a:lnTo>
                  <a:pt x="103720" y="430161"/>
                </a:lnTo>
                <a:lnTo>
                  <a:pt x="103720" y="181559"/>
                </a:lnTo>
                <a:lnTo>
                  <a:pt x="103720" y="109829"/>
                </a:lnTo>
                <a:lnTo>
                  <a:pt x="112864" y="86880"/>
                </a:lnTo>
                <a:lnTo>
                  <a:pt x="122008" y="63487"/>
                </a:lnTo>
                <a:lnTo>
                  <a:pt x="131152" y="39243"/>
                </a:lnTo>
                <a:lnTo>
                  <a:pt x="140309" y="13716"/>
                </a:lnTo>
                <a:close/>
              </a:path>
              <a:path w="1337945" h="436879">
                <a:moveTo>
                  <a:pt x="436245" y="161645"/>
                </a:moveTo>
                <a:lnTo>
                  <a:pt x="306616" y="161645"/>
                </a:lnTo>
                <a:lnTo>
                  <a:pt x="306616" y="4572"/>
                </a:lnTo>
                <a:lnTo>
                  <a:pt x="268414" y="4572"/>
                </a:lnTo>
                <a:lnTo>
                  <a:pt x="268414" y="161645"/>
                </a:lnTo>
                <a:lnTo>
                  <a:pt x="135724" y="161645"/>
                </a:lnTo>
                <a:lnTo>
                  <a:pt x="135724" y="196799"/>
                </a:lnTo>
                <a:lnTo>
                  <a:pt x="268414" y="196799"/>
                </a:lnTo>
                <a:lnTo>
                  <a:pt x="268414" y="428637"/>
                </a:lnTo>
                <a:lnTo>
                  <a:pt x="306616" y="428637"/>
                </a:lnTo>
                <a:lnTo>
                  <a:pt x="306616" y="196799"/>
                </a:lnTo>
                <a:lnTo>
                  <a:pt x="436245" y="196799"/>
                </a:lnTo>
                <a:lnTo>
                  <a:pt x="436245" y="161645"/>
                </a:lnTo>
                <a:close/>
              </a:path>
              <a:path w="1337945" h="436879">
                <a:moveTo>
                  <a:pt x="686269" y="18288"/>
                </a:moveTo>
                <a:lnTo>
                  <a:pt x="651217" y="0"/>
                </a:lnTo>
                <a:lnTo>
                  <a:pt x="622757" y="44615"/>
                </a:lnTo>
                <a:lnTo>
                  <a:pt x="592213" y="86893"/>
                </a:lnTo>
                <a:lnTo>
                  <a:pt x="559549" y="126784"/>
                </a:lnTo>
                <a:lnTo>
                  <a:pt x="524713" y="164261"/>
                </a:lnTo>
                <a:lnTo>
                  <a:pt x="487692" y="199301"/>
                </a:lnTo>
                <a:lnTo>
                  <a:pt x="448437" y="231838"/>
                </a:lnTo>
                <a:lnTo>
                  <a:pt x="456145" y="238937"/>
                </a:lnTo>
                <a:lnTo>
                  <a:pt x="463296" y="246329"/>
                </a:lnTo>
                <a:lnTo>
                  <a:pt x="469861" y="253707"/>
                </a:lnTo>
                <a:lnTo>
                  <a:pt x="475869" y="260807"/>
                </a:lnTo>
                <a:lnTo>
                  <a:pt x="515480" y="228028"/>
                </a:lnTo>
                <a:lnTo>
                  <a:pt x="553453" y="192189"/>
                </a:lnTo>
                <a:lnTo>
                  <a:pt x="589648" y="153301"/>
                </a:lnTo>
                <a:lnTo>
                  <a:pt x="623938" y="111353"/>
                </a:lnTo>
                <a:lnTo>
                  <a:pt x="656196" y="66344"/>
                </a:lnTo>
                <a:lnTo>
                  <a:pt x="686269" y="18288"/>
                </a:lnTo>
                <a:close/>
              </a:path>
              <a:path w="1337945" h="436879">
                <a:moveTo>
                  <a:pt x="883069" y="404253"/>
                </a:moveTo>
                <a:lnTo>
                  <a:pt x="872159" y="387489"/>
                </a:lnTo>
                <a:lnTo>
                  <a:pt x="858227" y="366052"/>
                </a:lnTo>
                <a:lnTo>
                  <a:pt x="855522" y="361899"/>
                </a:lnTo>
                <a:lnTo>
                  <a:pt x="827735" y="319570"/>
                </a:lnTo>
                <a:lnTo>
                  <a:pt x="799388" y="277241"/>
                </a:lnTo>
                <a:lnTo>
                  <a:pt x="770191" y="234886"/>
                </a:lnTo>
                <a:lnTo>
                  <a:pt x="739711" y="254711"/>
                </a:lnTo>
                <a:lnTo>
                  <a:pt x="754849" y="278193"/>
                </a:lnTo>
                <a:lnTo>
                  <a:pt x="770572" y="302793"/>
                </a:lnTo>
                <a:lnTo>
                  <a:pt x="786866" y="328523"/>
                </a:lnTo>
                <a:lnTo>
                  <a:pt x="803719" y="355384"/>
                </a:lnTo>
                <a:lnTo>
                  <a:pt x="600163" y="364794"/>
                </a:lnTo>
                <a:lnTo>
                  <a:pt x="564261" y="366052"/>
                </a:lnTo>
                <a:lnTo>
                  <a:pt x="597242" y="332651"/>
                </a:lnTo>
                <a:lnTo>
                  <a:pt x="629500" y="297764"/>
                </a:lnTo>
                <a:lnTo>
                  <a:pt x="661073" y="261442"/>
                </a:lnTo>
                <a:lnTo>
                  <a:pt x="691959" y="223685"/>
                </a:lnTo>
                <a:lnTo>
                  <a:pt x="722210" y="184543"/>
                </a:lnTo>
                <a:lnTo>
                  <a:pt x="751827" y="144043"/>
                </a:lnTo>
                <a:lnTo>
                  <a:pt x="780859" y="102209"/>
                </a:lnTo>
                <a:lnTo>
                  <a:pt x="742759" y="82397"/>
                </a:lnTo>
                <a:lnTo>
                  <a:pt x="713003" y="128257"/>
                </a:lnTo>
                <a:lnTo>
                  <a:pt x="681723" y="172847"/>
                </a:lnTo>
                <a:lnTo>
                  <a:pt x="648931" y="216192"/>
                </a:lnTo>
                <a:lnTo>
                  <a:pt x="614629" y="258267"/>
                </a:lnTo>
                <a:lnTo>
                  <a:pt x="578777" y="299072"/>
                </a:lnTo>
                <a:lnTo>
                  <a:pt x="541401" y="338620"/>
                </a:lnTo>
                <a:lnTo>
                  <a:pt x="503034" y="367118"/>
                </a:lnTo>
                <a:lnTo>
                  <a:pt x="489585" y="373672"/>
                </a:lnTo>
                <a:lnTo>
                  <a:pt x="507873" y="411873"/>
                </a:lnTo>
                <a:lnTo>
                  <a:pt x="546442" y="405650"/>
                </a:lnTo>
                <a:lnTo>
                  <a:pt x="629754" y="399224"/>
                </a:lnTo>
                <a:lnTo>
                  <a:pt x="823531" y="387489"/>
                </a:lnTo>
                <a:lnTo>
                  <a:pt x="835152" y="406539"/>
                </a:lnTo>
                <a:lnTo>
                  <a:pt x="841324" y="416204"/>
                </a:lnTo>
                <a:lnTo>
                  <a:pt x="847915" y="425589"/>
                </a:lnTo>
                <a:lnTo>
                  <a:pt x="883069" y="404253"/>
                </a:lnTo>
                <a:close/>
              </a:path>
              <a:path w="1337945" h="436879">
                <a:moveTo>
                  <a:pt x="1265783" y="16764"/>
                </a:moveTo>
                <a:lnTo>
                  <a:pt x="1232255" y="16764"/>
                </a:lnTo>
                <a:lnTo>
                  <a:pt x="1232255" y="47256"/>
                </a:lnTo>
                <a:lnTo>
                  <a:pt x="1232255" y="85445"/>
                </a:lnTo>
                <a:lnTo>
                  <a:pt x="1232255" y="114401"/>
                </a:lnTo>
                <a:lnTo>
                  <a:pt x="1232255" y="152501"/>
                </a:lnTo>
                <a:lnTo>
                  <a:pt x="1002030" y="152501"/>
                </a:lnTo>
                <a:lnTo>
                  <a:pt x="1002030" y="114401"/>
                </a:lnTo>
                <a:lnTo>
                  <a:pt x="1232255" y="114401"/>
                </a:lnTo>
                <a:lnTo>
                  <a:pt x="1232255" y="85445"/>
                </a:lnTo>
                <a:lnTo>
                  <a:pt x="1002030" y="85445"/>
                </a:lnTo>
                <a:lnTo>
                  <a:pt x="1002030" y="47256"/>
                </a:lnTo>
                <a:lnTo>
                  <a:pt x="1232255" y="47256"/>
                </a:lnTo>
                <a:lnTo>
                  <a:pt x="1232255" y="16764"/>
                </a:lnTo>
                <a:lnTo>
                  <a:pt x="968413" y="16764"/>
                </a:lnTo>
                <a:lnTo>
                  <a:pt x="968413" y="199847"/>
                </a:lnTo>
                <a:lnTo>
                  <a:pt x="1002030" y="199847"/>
                </a:lnTo>
                <a:lnTo>
                  <a:pt x="1002030" y="181559"/>
                </a:lnTo>
                <a:lnTo>
                  <a:pt x="1232255" y="181559"/>
                </a:lnTo>
                <a:lnTo>
                  <a:pt x="1232255" y="199847"/>
                </a:lnTo>
                <a:lnTo>
                  <a:pt x="1265783" y="199847"/>
                </a:lnTo>
                <a:lnTo>
                  <a:pt x="1265783" y="181559"/>
                </a:lnTo>
                <a:lnTo>
                  <a:pt x="1265783" y="152501"/>
                </a:lnTo>
                <a:lnTo>
                  <a:pt x="1265783" y="114401"/>
                </a:lnTo>
                <a:lnTo>
                  <a:pt x="1265783" y="85445"/>
                </a:lnTo>
                <a:lnTo>
                  <a:pt x="1265783" y="47256"/>
                </a:lnTo>
                <a:lnTo>
                  <a:pt x="1265783" y="16764"/>
                </a:lnTo>
                <a:close/>
              </a:path>
              <a:path w="1337945" h="436879">
                <a:moveTo>
                  <a:pt x="1337500" y="382816"/>
                </a:moveTo>
                <a:lnTo>
                  <a:pt x="1283182" y="384632"/>
                </a:lnTo>
                <a:lnTo>
                  <a:pt x="1232446" y="385572"/>
                </a:lnTo>
                <a:lnTo>
                  <a:pt x="1142339" y="385965"/>
                </a:lnTo>
                <a:lnTo>
                  <a:pt x="1142339" y="382816"/>
                </a:lnTo>
                <a:lnTo>
                  <a:pt x="1142339" y="324904"/>
                </a:lnTo>
                <a:lnTo>
                  <a:pt x="1297876" y="324904"/>
                </a:lnTo>
                <a:lnTo>
                  <a:pt x="1297876" y="294424"/>
                </a:lnTo>
                <a:lnTo>
                  <a:pt x="1142339" y="294424"/>
                </a:lnTo>
                <a:lnTo>
                  <a:pt x="1142339" y="250139"/>
                </a:lnTo>
                <a:lnTo>
                  <a:pt x="1328356" y="250139"/>
                </a:lnTo>
                <a:lnTo>
                  <a:pt x="1328356" y="219659"/>
                </a:lnTo>
                <a:lnTo>
                  <a:pt x="907440" y="219659"/>
                </a:lnTo>
                <a:lnTo>
                  <a:pt x="907440" y="250139"/>
                </a:lnTo>
                <a:lnTo>
                  <a:pt x="1107186" y="250139"/>
                </a:lnTo>
                <a:lnTo>
                  <a:pt x="1107186" y="382816"/>
                </a:lnTo>
                <a:lnTo>
                  <a:pt x="1048893" y="360908"/>
                </a:lnTo>
                <a:lnTo>
                  <a:pt x="1006602" y="317284"/>
                </a:lnTo>
                <a:lnTo>
                  <a:pt x="1011148" y="306971"/>
                </a:lnTo>
                <a:lnTo>
                  <a:pt x="1015555" y="296506"/>
                </a:lnTo>
                <a:lnTo>
                  <a:pt x="1019670" y="285737"/>
                </a:lnTo>
                <a:lnTo>
                  <a:pt x="1023366" y="274523"/>
                </a:lnTo>
                <a:lnTo>
                  <a:pt x="989838" y="263855"/>
                </a:lnTo>
                <a:lnTo>
                  <a:pt x="974585" y="308787"/>
                </a:lnTo>
                <a:lnTo>
                  <a:pt x="953935" y="347573"/>
                </a:lnTo>
                <a:lnTo>
                  <a:pt x="927595" y="380352"/>
                </a:lnTo>
                <a:lnTo>
                  <a:pt x="895248" y="407301"/>
                </a:lnTo>
                <a:lnTo>
                  <a:pt x="900950" y="415036"/>
                </a:lnTo>
                <a:lnTo>
                  <a:pt x="906487" y="422351"/>
                </a:lnTo>
                <a:lnTo>
                  <a:pt x="911758" y="429374"/>
                </a:lnTo>
                <a:lnTo>
                  <a:pt x="916584" y="436257"/>
                </a:lnTo>
                <a:lnTo>
                  <a:pt x="938530" y="417969"/>
                </a:lnTo>
                <a:lnTo>
                  <a:pt x="958697" y="397154"/>
                </a:lnTo>
                <a:lnTo>
                  <a:pt x="976858" y="373811"/>
                </a:lnTo>
                <a:lnTo>
                  <a:pt x="992886" y="347764"/>
                </a:lnTo>
                <a:lnTo>
                  <a:pt x="1016622" y="377825"/>
                </a:lnTo>
                <a:lnTo>
                  <a:pt x="1083538" y="412153"/>
                </a:lnTo>
                <a:lnTo>
                  <a:pt x="1126998" y="416445"/>
                </a:lnTo>
                <a:lnTo>
                  <a:pt x="1323784" y="417969"/>
                </a:lnTo>
                <a:lnTo>
                  <a:pt x="1327213" y="409917"/>
                </a:lnTo>
                <a:lnTo>
                  <a:pt x="1330642" y="401574"/>
                </a:lnTo>
                <a:lnTo>
                  <a:pt x="1334071" y="392633"/>
                </a:lnTo>
                <a:lnTo>
                  <a:pt x="1336408" y="385965"/>
                </a:lnTo>
                <a:lnTo>
                  <a:pt x="1337500" y="382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2764713" y="4174997"/>
            <a:ext cx="622300" cy="325120"/>
          </a:xfrm>
          <a:custGeom>
            <a:avLst/>
            <a:gdLst/>
            <a:ahLst/>
            <a:cxnLst/>
            <a:rect l="l" t="t" r="r" b="b"/>
            <a:pathLst>
              <a:path w="622300" h="325120">
                <a:moveTo>
                  <a:pt x="408724" y="6096"/>
                </a:moveTo>
                <a:lnTo>
                  <a:pt x="367576" y="6096"/>
                </a:lnTo>
                <a:lnTo>
                  <a:pt x="303466" y="247180"/>
                </a:lnTo>
                <a:lnTo>
                  <a:pt x="301447" y="256654"/>
                </a:lnTo>
                <a:lnTo>
                  <a:pt x="300418" y="261848"/>
                </a:lnTo>
                <a:lnTo>
                  <a:pt x="297370" y="277660"/>
                </a:lnTo>
                <a:lnTo>
                  <a:pt x="296214" y="269709"/>
                </a:lnTo>
                <a:lnTo>
                  <a:pt x="294894" y="262039"/>
                </a:lnTo>
                <a:lnTo>
                  <a:pt x="293306" y="254939"/>
                </a:lnTo>
                <a:lnTo>
                  <a:pt x="291274" y="248704"/>
                </a:lnTo>
                <a:lnTo>
                  <a:pt x="239776" y="58013"/>
                </a:lnTo>
                <a:lnTo>
                  <a:pt x="225742" y="6096"/>
                </a:lnTo>
                <a:lnTo>
                  <a:pt x="190601" y="6096"/>
                </a:lnTo>
                <a:lnTo>
                  <a:pt x="120497" y="247180"/>
                </a:lnTo>
                <a:lnTo>
                  <a:pt x="117614" y="256019"/>
                </a:lnTo>
                <a:lnTo>
                  <a:pt x="115735" y="264134"/>
                </a:lnTo>
                <a:lnTo>
                  <a:pt x="114706" y="271399"/>
                </a:lnTo>
                <a:lnTo>
                  <a:pt x="114401" y="277660"/>
                </a:lnTo>
                <a:lnTo>
                  <a:pt x="112877" y="277660"/>
                </a:lnTo>
                <a:lnTo>
                  <a:pt x="111709" y="269709"/>
                </a:lnTo>
                <a:lnTo>
                  <a:pt x="110439" y="262039"/>
                </a:lnTo>
                <a:lnTo>
                  <a:pt x="108800" y="254304"/>
                </a:lnTo>
                <a:lnTo>
                  <a:pt x="106781" y="247180"/>
                </a:lnTo>
                <a:lnTo>
                  <a:pt x="41148" y="6096"/>
                </a:lnTo>
                <a:lnTo>
                  <a:pt x="0" y="6096"/>
                </a:lnTo>
                <a:lnTo>
                  <a:pt x="91541" y="320332"/>
                </a:lnTo>
                <a:lnTo>
                  <a:pt x="134213" y="320332"/>
                </a:lnTo>
                <a:lnTo>
                  <a:pt x="146354" y="277660"/>
                </a:lnTo>
                <a:lnTo>
                  <a:pt x="199745" y="90017"/>
                </a:lnTo>
                <a:lnTo>
                  <a:pt x="201764" y="82016"/>
                </a:lnTo>
                <a:lnTo>
                  <a:pt x="203365" y="74015"/>
                </a:lnTo>
                <a:lnTo>
                  <a:pt x="204673" y="66014"/>
                </a:lnTo>
                <a:lnTo>
                  <a:pt x="205841" y="58013"/>
                </a:lnTo>
                <a:lnTo>
                  <a:pt x="207010" y="66878"/>
                </a:lnTo>
                <a:lnTo>
                  <a:pt x="208318" y="75158"/>
                </a:lnTo>
                <a:lnTo>
                  <a:pt x="209918" y="82880"/>
                </a:lnTo>
                <a:lnTo>
                  <a:pt x="211937" y="90017"/>
                </a:lnTo>
                <a:lnTo>
                  <a:pt x="276034" y="320332"/>
                </a:lnTo>
                <a:lnTo>
                  <a:pt x="318706" y="320332"/>
                </a:lnTo>
                <a:lnTo>
                  <a:pt x="330936" y="277660"/>
                </a:lnTo>
                <a:lnTo>
                  <a:pt x="408724" y="6096"/>
                </a:lnTo>
                <a:close/>
              </a:path>
              <a:path w="622300" h="325120">
                <a:moveTo>
                  <a:pt x="622185" y="230416"/>
                </a:moveTo>
                <a:lnTo>
                  <a:pt x="610362" y="190119"/>
                </a:lnTo>
                <a:lnTo>
                  <a:pt x="600837" y="180022"/>
                </a:lnTo>
                <a:lnTo>
                  <a:pt x="595985" y="174840"/>
                </a:lnTo>
                <a:lnTo>
                  <a:pt x="556768" y="157048"/>
                </a:lnTo>
                <a:lnTo>
                  <a:pt x="549021" y="155638"/>
                </a:lnTo>
                <a:lnTo>
                  <a:pt x="576148" y="143649"/>
                </a:lnTo>
                <a:lnTo>
                  <a:pt x="595693" y="126072"/>
                </a:lnTo>
                <a:lnTo>
                  <a:pt x="607529" y="103060"/>
                </a:lnTo>
                <a:lnTo>
                  <a:pt x="611505" y="74777"/>
                </a:lnTo>
                <a:lnTo>
                  <a:pt x="610984" y="66802"/>
                </a:lnTo>
                <a:lnTo>
                  <a:pt x="596392" y="30581"/>
                </a:lnTo>
                <a:lnTo>
                  <a:pt x="559689" y="6096"/>
                </a:lnTo>
                <a:lnTo>
                  <a:pt x="551434" y="3225"/>
                </a:lnTo>
                <a:lnTo>
                  <a:pt x="542734" y="1333"/>
                </a:lnTo>
                <a:lnTo>
                  <a:pt x="533768" y="317"/>
                </a:lnTo>
                <a:lnTo>
                  <a:pt x="524637" y="0"/>
                </a:lnTo>
                <a:lnTo>
                  <a:pt x="504647" y="1143"/>
                </a:lnTo>
                <a:lnTo>
                  <a:pt x="485927" y="4572"/>
                </a:lnTo>
                <a:lnTo>
                  <a:pt x="468630" y="10287"/>
                </a:lnTo>
                <a:lnTo>
                  <a:pt x="452920" y="18288"/>
                </a:lnTo>
                <a:lnTo>
                  <a:pt x="452920" y="53441"/>
                </a:lnTo>
                <a:lnTo>
                  <a:pt x="467829" y="43434"/>
                </a:lnTo>
                <a:lnTo>
                  <a:pt x="483031" y="36296"/>
                </a:lnTo>
                <a:lnTo>
                  <a:pt x="498817" y="32004"/>
                </a:lnTo>
                <a:lnTo>
                  <a:pt x="515493" y="30581"/>
                </a:lnTo>
                <a:lnTo>
                  <a:pt x="541502" y="33985"/>
                </a:lnTo>
                <a:lnTo>
                  <a:pt x="560070" y="44107"/>
                </a:lnTo>
                <a:lnTo>
                  <a:pt x="571220" y="60794"/>
                </a:lnTo>
                <a:lnTo>
                  <a:pt x="574929" y="83921"/>
                </a:lnTo>
                <a:lnTo>
                  <a:pt x="570077" y="109054"/>
                </a:lnTo>
                <a:lnTo>
                  <a:pt x="555498" y="127215"/>
                </a:lnTo>
                <a:lnTo>
                  <a:pt x="531215" y="138226"/>
                </a:lnTo>
                <a:lnTo>
                  <a:pt x="497205" y="141922"/>
                </a:lnTo>
                <a:lnTo>
                  <a:pt x="471208" y="141922"/>
                </a:lnTo>
                <a:lnTo>
                  <a:pt x="471208" y="172402"/>
                </a:lnTo>
                <a:lnTo>
                  <a:pt x="498729" y="172402"/>
                </a:lnTo>
                <a:lnTo>
                  <a:pt x="536740" y="176364"/>
                </a:lnTo>
                <a:lnTo>
                  <a:pt x="563880" y="188036"/>
                </a:lnTo>
                <a:lnTo>
                  <a:pt x="580174" y="207162"/>
                </a:lnTo>
                <a:lnTo>
                  <a:pt x="585597" y="233464"/>
                </a:lnTo>
                <a:lnTo>
                  <a:pt x="585317" y="240944"/>
                </a:lnTo>
                <a:lnTo>
                  <a:pt x="565785" y="279184"/>
                </a:lnTo>
                <a:lnTo>
                  <a:pt x="542925" y="289852"/>
                </a:lnTo>
                <a:lnTo>
                  <a:pt x="536054" y="291858"/>
                </a:lnTo>
                <a:lnTo>
                  <a:pt x="529018" y="293281"/>
                </a:lnTo>
                <a:lnTo>
                  <a:pt x="521716" y="294144"/>
                </a:lnTo>
                <a:lnTo>
                  <a:pt x="513969" y="294424"/>
                </a:lnTo>
                <a:lnTo>
                  <a:pt x="493915" y="292976"/>
                </a:lnTo>
                <a:lnTo>
                  <a:pt x="475030" y="288518"/>
                </a:lnTo>
                <a:lnTo>
                  <a:pt x="457301" y="280924"/>
                </a:lnTo>
                <a:lnTo>
                  <a:pt x="440728" y="270040"/>
                </a:lnTo>
                <a:lnTo>
                  <a:pt x="440728" y="308140"/>
                </a:lnTo>
                <a:lnTo>
                  <a:pt x="455345" y="315899"/>
                </a:lnTo>
                <a:lnTo>
                  <a:pt x="471982" y="321094"/>
                </a:lnTo>
                <a:lnTo>
                  <a:pt x="490918" y="324002"/>
                </a:lnTo>
                <a:lnTo>
                  <a:pt x="512445" y="324904"/>
                </a:lnTo>
                <a:lnTo>
                  <a:pt x="524497" y="324599"/>
                </a:lnTo>
                <a:lnTo>
                  <a:pt x="566623" y="315074"/>
                </a:lnTo>
                <a:lnTo>
                  <a:pt x="596988" y="294424"/>
                </a:lnTo>
                <a:lnTo>
                  <a:pt x="598919" y="292760"/>
                </a:lnTo>
                <a:lnTo>
                  <a:pt x="620077" y="251371"/>
                </a:lnTo>
                <a:lnTo>
                  <a:pt x="621626" y="241325"/>
                </a:lnTo>
                <a:lnTo>
                  <a:pt x="622185" y="2304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3440334" y="4174998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20">
                <a:moveTo>
                  <a:pt x="147923" y="324897"/>
                </a:moveTo>
                <a:lnTo>
                  <a:pt x="88249" y="314420"/>
                </a:lnTo>
                <a:lnTo>
                  <a:pt x="41148" y="282225"/>
                </a:lnTo>
                <a:lnTo>
                  <a:pt x="10287" y="232076"/>
                </a:lnTo>
                <a:lnTo>
                  <a:pt x="0" y="169354"/>
                </a:lnTo>
                <a:lnTo>
                  <a:pt x="2857" y="133318"/>
                </a:lnTo>
                <a:lnTo>
                  <a:pt x="25717" y="72177"/>
                </a:lnTo>
                <a:lnTo>
                  <a:pt x="70047" y="26400"/>
                </a:lnTo>
                <a:lnTo>
                  <a:pt x="127882" y="2882"/>
                </a:lnTo>
                <a:lnTo>
                  <a:pt x="161639" y="0"/>
                </a:lnTo>
                <a:lnTo>
                  <a:pt x="182500" y="857"/>
                </a:lnTo>
                <a:lnTo>
                  <a:pt x="201656" y="3428"/>
                </a:lnTo>
                <a:lnTo>
                  <a:pt x="219115" y="7715"/>
                </a:lnTo>
                <a:lnTo>
                  <a:pt x="234886" y="13715"/>
                </a:lnTo>
                <a:lnTo>
                  <a:pt x="234886" y="51911"/>
                </a:lnTo>
                <a:lnTo>
                  <a:pt x="217376" y="43910"/>
                </a:lnTo>
                <a:lnTo>
                  <a:pt x="199179" y="38195"/>
                </a:lnTo>
                <a:lnTo>
                  <a:pt x="180143" y="34766"/>
                </a:lnTo>
                <a:lnTo>
                  <a:pt x="160115" y="33623"/>
                </a:lnTo>
                <a:lnTo>
                  <a:pt x="134740" y="35909"/>
                </a:lnTo>
                <a:lnTo>
                  <a:pt x="90811" y="54197"/>
                </a:lnTo>
                <a:lnTo>
                  <a:pt x="58269" y="89287"/>
                </a:lnTo>
                <a:lnTo>
                  <a:pt x="41648" y="137788"/>
                </a:lnTo>
                <a:lnTo>
                  <a:pt x="39624" y="166306"/>
                </a:lnTo>
                <a:lnTo>
                  <a:pt x="41600" y="193467"/>
                </a:lnTo>
                <a:lnTo>
                  <a:pt x="56983" y="239253"/>
                </a:lnTo>
                <a:lnTo>
                  <a:pt x="87263" y="272724"/>
                </a:lnTo>
                <a:lnTo>
                  <a:pt x="128477" y="289345"/>
                </a:lnTo>
                <a:lnTo>
                  <a:pt x="152495" y="291369"/>
                </a:lnTo>
                <a:lnTo>
                  <a:pt x="175642" y="290202"/>
                </a:lnTo>
                <a:lnTo>
                  <a:pt x="197084" y="286607"/>
                </a:lnTo>
                <a:lnTo>
                  <a:pt x="216829" y="280439"/>
                </a:lnTo>
                <a:lnTo>
                  <a:pt x="234886" y="271557"/>
                </a:lnTo>
                <a:lnTo>
                  <a:pt x="234886" y="306609"/>
                </a:lnTo>
                <a:lnTo>
                  <a:pt x="216543" y="314610"/>
                </a:lnTo>
                <a:lnTo>
                  <a:pt x="195941" y="320325"/>
                </a:lnTo>
                <a:lnTo>
                  <a:pt x="173070" y="323754"/>
                </a:lnTo>
                <a:lnTo>
                  <a:pt x="14792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3824668" y="4181094"/>
            <a:ext cx="631825" cy="319405"/>
            <a:chOff x="3824668" y="4181094"/>
            <a:chExt cx="631825" cy="319405"/>
          </a:xfrm>
        </p:grpSpPr>
        <p:sp>
          <p:nvSpPr>
            <p:cNvPr id="50" name="object 50" descr=""/>
            <p:cNvSpPr/>
            <p:nvPr/>
          </p:nvSpPr>
          <p:spPr>
            <a:xfrm>
              <a:off x="3824668" y="4181094"/>
              <a:ext cx="408940" cy="314325"/>
            </a:xfrm>
            <a:custGeom>
              <a:avLst/>
              <a:gdLst/>
              <a:ahLst/>
              <a:cxnLst/>
              <a:rect l="l" t="t" r="r" b="b"/>
              <a:pathLst>
                <a:path w="408939" h="314325">
                  <a:moveTo>
                    <a:pt x="320230" y="314229"/>
                  </a:moveTo>
                  <a:lnTo>
                    <a:pt x="276034" y="314229"/>
                  </a:lnTo>
                  <a:lnTo>
                    <a:pt x="209931" y="76771"/>
                  </a:lnTo>
                  <a:lnTo>
                    <a:pt x="208502" y="69056"/>
                  </a:lnTo>
                  <a:lnTo>
                    <a:pt x="207645" y="60769"/>
                  </a:lnTo>
                  <a:lnTo>
                    <a:pt x="207359" y="51911"/>
                  </a:lnTo>
                  <a:lnTo>
                    <a:pt x="205835" y="51911"/>
                  </a:lnTo>
                  <a:lnTo>
                    <a:pt x="205311" y="59912"/>
                  </a:lnTo>
                  <a:lnTo>
                    <a:pt x="203930" y="67913"/>
                  </a:lnTo>
                  <a:lnTo>
                    <a:pt x="201977" y="75914"/>
                  </a:lnTo>
                  <a:lnTo>
                    <a:pt x="135731" y="314229"/>
                  </a:lnTo>
                  <a:lnTo>
                    <a:pt x="92964" y="314229"/>
                  </a:lnTo>
                  <a:lnTo>
                    <a:pt x="0" y="0"/>
                  </a:lnTo>
                  <a:lnTo>
                    <a:pt x="41148" y="0"/>
                  </a:lnTo>
                  <a:lnTo>
                    <a:pt x="110204" y="248197"/>
                  </a:lnTo>
                  <a:lnTo>
                    <a:pt x="111633" y="255746"/>
                  </a:lnTo>
                  <a:lnTo>
                    <a:pt x="112490" y="263580"/>
                  </a:lnTo>
                  <a:lnTo>
                    <a:pt x="112776" y="271557"/>
                  </a:lnTo>
                  <a:lnTo>
                    <a:pt x="114300" y="271557"/>
                  </a:lnTo>
                  <a:lnTo>
                    <a:pt x="114823" y="265295"/>
                  </a:lnTo>
                  <a:lnTo>
                    <a:pt x="116205" y="258032"/>
                  </a:lnTo>
                  <a:lnTo>
                    <a:pt x="120396" y="241077"/>
                  </a:lnTo>
                  <a:lnTo>
                    <a:pt x="190595" y="0"/>
                  </a:lnTo>
                  <a:lnTo>
                    <a:pt x="225647" y="0"/>
                  </a:lnTo>
                  <a:lnTo>
                    <a:pt x="292798" y="242601"/>
                  </a:lnTo>
                  <a:lnTo>
                    <a:pt x="295084" y="255936"/>
                  </a:lnTo>
                  <a:lnTo>
                    <a:pt x="297370" y="271557"/>
                  </a:lnTo>
                  <a:lnTo>
                    <a:pt x="298894" y="271557"/>
                  </a:lnTo>
                  <a:lnTo>
                    <a:pt x="299204" y="265509"/>
                  </a:lnTo>
                  <a:lnTo>
                    <a:pt x="300228" y="258603"/>
                  </a:lnTo>
                  <a:lnTo>
                    <a:pt x="302109" y="250555"/>
                  </a:lnTo>
                  <a:lnTo>
                    <a:pt x="304990" y="241077"/>
                  </a:lnTo>
                  <a:lnTo>
                    <a:pt x="368998" y="0"/>
                  </a:lnTo>
                  <a:lnTo>
                    <a:pt x="408717" y="0"/>
                  </a:lnTo>
                  <a:lnTo>
                    <a:pt x="320230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9294" y="4265009"/>
              <a:ext cx="196691" cy="234886"/>
            </a:xfrm>
            <a:prstGeom prst="rect">
              <a:avLst/>
            </a:prstGeom>
          </p:spPr>
        </p:pic>
      </p:grpSp>
      <p:sp>
        <p:nvSpPr>
          <p:cNvPr id="52" name="object 52" descr=""/>
          <p:cNvSpPr/>
          <p:nvPr/>
        </p:nvSpPr>
        <p:spPr>
          <a:xfrm>
            <a:off x="4509420" y="4162805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36576" y="332517"/>
                </a:moveTo>
                <a:lnTo>
                  <a:pt x="0" y="332517"/>
                </a:lnTo>
                <a:lnTo>
                  <a:pt x="0" y="0"/>
                </a:lnTo>
                <a:lnTo>
                  <a:pt x="36576" y="0"/>
                </a:lnTo>
                <a:lnTo>
                  <a:pt x="36576" y="146494"/>
                </a:lnTo>
                <a:lnTo>
                  <a:pt x="63941" y="146494"/>
                </a:lnTo>
                <a:lnTo>
                  <a:pt x="41148" y="179260"/>
                </a:lnTo>
                <a:lnTo>
                  <a:pt x="36576" y="208978"/>
                </a:lnTo>
                <a:lnTo>
                  <a:pt x="36576" y="241077"/>
                </a:lnTo>
                <a:lnTo>
                  <a:pt x="54864" y="288321"/>
                </a:lnTo>
                <a:lnTo>
                  <a:pt x="69646" y="298989"/>
                </a:lnTo>
                <a:lnTo>
                  <a:pt x="36576" y="298989"/>
                </a:lnTo>
                <a:lnTo>
                  <a:pt x="36576" y="332517"/>
                </a:lnTo>
                <a:close/>
              </a:path>
              <a:path w="207645" h="337185">
                <a:moveTo>
                  <a:pt x="63941" y="146494"/>
                </a:moveTo>
                <a:lnTo>
                  <a:pt x="38100" y="146494"/>
                </a:lnTo>
                <a:lnTo>
                  <a:pt x="52363" y="127317"/>
                </a:lnTo>
                <a:lnTo>
                  <a:pt x="69913" y="113454"/>
                </a:lnTo>
                <a:lnTo>
                  <a:pt x="90606" y="105038"/>
                </a:lnTo>
                <a:lnTo>
                  <a:pt x="114300" y="102203"/>
                </a:lnTo>
                <a:lnTo>
                  <a:pt x="134929" y="104179"/>
                </a:lnTo>
                <a:lnTo>
                  <a:pt x="153245" y="110013"/>
                </a:lnTo>
                <a:lnTo>
                  <a:pt x="169257" y="119562"/>
                </a:lnTo>
                <a:lnTo>
                  <a:pt x="182975" y="132683"/>
                </a:lnTo>
                <a:lnTo>
                  <a:pt x="106680" y="132683"/>
                </a:lnTo>
                <a:lnTo>
                  <a:pt x="91511" y="134103"/>
                </a:lnTo>
                <a:lnTo>
                  <a:pt x="77914" y="138255"/>
                </a:lnTo>
                <a:lnTo>
                  <a:pt x="65746" y="144979"/>
                </a:lnTo>
                <a:lnTo>
                  <a:pt x="63941" y="146494"/>
                </a:lnTo>
                <a:close/>
              </a:path>
              <a:path w="207645" h="337185">
                <a:moveTo>
                  <a:pt x="176878" y="306609"/>
                </a:moveTo>
                <a:lnTo>
                  <a:pt x="100584" y="306609"/>
                </a:lnTo>
                <a:lnTo>
                  <a:pt x="115767" y="305157"/>
                </a:lnTo>
                <a:lnTo>
                  <a:pt x="129397" y="300704"/>
                </a:lnTo>
                <a:lnTo>
                  <a:pt x="160496" y="268484"/>
                </a:lnTo>
                <a:lnTo>
                  <a:pt x="170783" y="212026"/>
                </a:lnTo>
                <a:lnTo>
                  <a:pt x="169640" y="194619"/>
                </a:lnTo>
                <a:lnTo>
                  <a:pt x="152495" y="154114"/>
                </a:lnTo>
                <a:lnTo>
                  <a:pt x="120053" y="134103"/>
                </a:lnTo>
                <a:lnTo>
                  <a:pt x="106680" y="132683"/>
                </a:lnTo>
                <a:lnTo>
                  <a:pt x="182975" y="132683"/>
                </a:lnTo>
                <a:lnTo>
                  <a:pt x="193214" y="149002"/>
                </a:lnTo>
                <a:lnTo>
                  <a:pt x="200882" y="168009"/>
                </a:lnTo>
                <a:lnTo>
                  <a:pt x="205692" y="189569"/>
                </a:lnTo>
                <a:lnTo>
                  <a:pt x="207359" y="213550"/>
                </a:lnTo>
                <a:lnTo>
                  <a:pt x="205644" y="239870"/>
                </a:lnTo>
                <a:lnTo>
                  <a:pt x="200501" y="263735"/>
                </a:lnTo>
                <a:lnTo>
                  <a:pt x="191928" y="285010"/>
                </a:lnTo>
                <a:lnTo>
                  <a:pt x="179927" y="303561"/>
                </a:lnTo>
                <a:lnTo>
                  <a:pt x="176878" y="306609"/>
                </a:lnTo>
                <a:close/>
              </a:path>
              <a:path w="207645" h="337185">
                <a:moveTo>
                  <a:pt x="105156" y="337089"/>
                </a:moveTo>
                <a:lnTo>
                  <a:pt x="83962" y="334779"/>
                </a:lnTo>
                <a:lnTo>
                  <a:pt x="65913" y="327755"/>
                </a:lnTo>
                <a:lnTo>
                  <a:pt x="50720" y="315872"/>
                </a:lnTo>
                <a:lnTo>
                  <a:pt x="38100" y="298989"/>
                </a:lnTo>
                <a:lnTo>
                  <a:pt x="69646" y="298989"/>
                </a:lnTo>
                <a:lnTo>
                  <a:pt x="75438" y="302037"/>
                </a:lnTo>
                <a:lnTo>
                  <a:pt x="87439" y="305466"/>
                </a:lnTo>
                <a:lnTo>
                  <a:pt x="100584" y="306609"/>
                </a:lnTo>
                <a:lnTo>
                  <a:pt x="176878" y="306609"/>
                </a:lnTo>
                <a:lnTo>
                  <a:pt x="165042" y="318444"/>
                </a:lnTo>
                <a:lnTo>
                  <a:pt x="147720" y="328898"/>
                </a:lnTo>
                <a:lnTo>
                  <a:pt x="127809" y="335065"/>
                </a:lnTo>
                <a:lnTo>
                  <a:pt x="105156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4864697" y="4118609"/>
            <a:ext cx="884555" cy="434975"/>
          </a:xfrm>
          <a:custGeom>
            <a:avLst/>
            <a:gdLst/>
            <a:ahLst/>
            <a:cxnLst/>
            <a:rect l="l" t="t" r="r" b="b"/>
            <a:pathLst>
              <a:path w="884554" h="434975">
                <a:moveTo>
                  <a:pt x="169265" y="224218"/>
                </a:moveTo>
                <a:lnTo>
                  <a:pt x="157759" y="213436"/>
                </a:lnTo>
                <a:lnTo>
                  <a:pt x="145834" y="201930"/>
                </a:lnTo>
                <a:lnTo>
                  <a:pt x="145224" y="201358"/>
                </a:lnTo>
                <a:lnTo>
                  <a:pt x="141922" y="198310"/>
                </a:lnTo>
                <a:lnTo>
                  <a:pt x="133045" y="190106"/>
                </a:lnTo>
                <a:lnTo>
                  <a:pt x="118973" y="178409"/>
                </a:lnTo>
                <a:lnTo>
                  <a:pt x="100685" y="198310"/>
                </a:lnTo>
                <a:lnTo>
                  <a:pt x="100685" y="195262"/>
                </a:lnTo>
                <a:lnTo>
                  <a:pt x="100685" y="120497"/>
                </a:lnTo>
                <a:lnTo>
                  <a:pt x="160121" y="120497"/>
                </a:lnTo>
                <a:lnTo>
                  <a:pt x="160121" y="90017"/>
                </a:lnTo>
                <a:lnTo>
                  <a:pt x="100685" y="90017"/>
                </a:lnTo>
                <a:lnTo>
                  <a:pt x="100685" y="4572"/>
                </a:lnTo>
                <a:lnTo>
                  <a:pt x="70205" y="4572"/>
                </a:lnTo>
                <a:lnTo>
                  <a:pt x="70205" y="90017"/>
                </a:lnTo>
                <a:lnTo>
                  <a:pt x="3048" y="90017"/>
                </a:lnTo>
                <a:lnTo>
                  <a:pt x="3048" y="120497"/>
                </a:lnTo>
                <a:lnTo>
                  <a:pt x="67157" y="120497"/>
                </a:lnTo>
                <a:lnTo>
                  <a:pt x="55981" y="161112"/>
                </a:lnTo>
                <a:lnTo>
                  <a:pt x="40970" y="200748"/>
                </a:lnTo>
                <a:lnTo>
                  <a:pt x="22263" y="239522"/>
                </a:lnTo>
                <a:lnTo>
                  <a:pt x="0" y="277558"/>
                </a:lnTo>
                <a:lnTo>
                  <a:pt x="4305" y="287007"/>
                </a:lnTo>
                <a:lnTo>
                  <a:pt x="8191" y="296697"/>
                </a:lnTo>
                <a:lnTo>
                  <a:pt x="11785" y="306374"/>
                </a:lnTo>
                <a:lnTo>
                  <a:pt x="15240" y="315760"/>
                </a:lnTo>
                <a:lnTo>
                  <a:pt x="30670" y="291147"/>
                </a:lnTo>
                <a:lnTo>
                  <a:pt x="44970" y="262940"/>
                </a:lnTo>
                <a:lnTo>
                  <a:pt x="58140" y="231025"/>
                </a:lnTo>
                <a:lnTo>
                  <a:pt x="70205" y="195262"/>
                </a:lnTo>
                <a:lnTo>
                  <a:pt x="70205" y="431685"/>
                </a:lnTo>
                <a:lnTo>
                  <a:pt x="100685" y="431685"/>
                </a:lnTo>
                <a:lnTo>
                  <a:pt x="100685" y="201358"/>
                </a:lnTo>
                <a:lnTo>
                  <a:pt x="112750" y="213029"/>
                </a:lnTo>
                <a:lnTo>
                  <a:pt x="124117" y="224980"/>
                </a:lnTo>
                <a:lnTo>
                  <a:pt x="135178" y="236943"/>
                </a:lnTo>
                <a:lnTo>
                  <a:pt x="146405" y="248602"/>
                </a:lnTo>
                <a:lnTo>
                  <a:pt x="169265" y="224218"/>
                </a:lnTo>
                <a:close/>
              </a:path>
              <a:path w="884554" h="434975">
                <a:moveTo>
                  <a:pt x="233362" y="244030"/>
                </a:moveTo>
                <a:lnTo>
                  <a:pt x="201358" y="231838"/>
                </a:lnTo>
                <a:lnTo>
                  <a:pt x="183248" y="271589"/>
                </a:lnTo>
                <a:lnTo>
                  <a:pt x="165455" y="308317"/>
                </a:lnTo>
                <a:lnTo>
                  <a:pt x="147688" y="341884"/>
                </a:lnTo>
                <a:lnTo>
                  <a:pt x="129641" y="372148"/>
                </a:lnTo>
                <a:lnTo>
                  <a:pt x="138493" y="375602"/>
                </a:lnTo>
                <a:lnTo>
                  <a:pt x="146786" y="379196"/>
                </a:lnTo>
                <a:lnTo>
                  <a:pt x="154495" y="383082"/>
                </a:lnTo>
                <a:lnTo>
                  <a:pt x="161645" y="387388"/>
                </a:lnTo>
                <a:lnTo>
                  <a:pt x="179705" y="354507"/>
                </a:lnTo>
                <a:lnTo>
                  <a:pt x="197497" y="319747"/>
                </a:lnTo>
                <a:lnTo>
                  <a:pt x="215303" y="282981"/>
                </a:lnTo>
                <a:lnTo>
                  <a:pt x="233362" y="244030"/>
                </a:lnTo>
                <a:close/>
              </a:path>
              <a:path w="884554" h="434975">
                <a:moveTo>
                  <a:pt x="413296" y="30480"/>
                </a:moveTo>
                <a:lnTo>
                  <a:pt x="179933" y="30480"/>
                </a:lnTo>
                <a:lnTo>
                  <a:pt x="179933" y="60960"/>
                </a:lnTo>
                <a:lnTo>
                  <a:pt x="413296" y="60960"/>
                </a:lnTo>
                <a:lnTo>
                  <a:pt x="413296" y="30480"/>
                </a:lnTo>
                <a:close/>
              </a:path>
              <a:path w="884554" h="434975">
                <a:moveTo>
                  <a:pt x="433108" y="158597"/>
                </a:moveTo>
                <a:lnTo>
                  <a:pt x="160121" y="158597"/>
                </a:lnTo>
                <a:lnTo>
                  <a:pt x="160121" y="189166"/>
                </a:lnTo>
                <a:lnTo>
                  <a:pt x="279082" y="189166"/>
                </a:lnTo>
                <a:lnTo>
                  <a:pt x="279082" y="361480"/>
                </a:lnTo>
                <a:lnTo>
                  <a:pt x="277393" y="376377"/>
                </a:lnTo>
                <a:lnTo>
                  <a:pt x="272415" y="386867"/>
                </a:lnTo>
                <a:lnTo>
                  <a:pt x="264299" y="393065"/>
                </a:lnTo>
                <a:lnTo>
                  <a:pt x="253174" y="395109"/>
                </a:lnTo>
                <a:lnTo>
                  <a:pt x="240322" y="394817"/>
                </a:lnTo>
                <a:lnTo>
                  <a:pt x="226885" y="393966"/>
                </a:lnTo>
                <a:lnTo>
                  <a:pt x="212890" y="392531"/>
                </a:lnTo>
                <a:lnTo>
                  <a:pt x="198310" y="390537"/>
                </a:lnTo>
                <a:lnTo>
                  <a:pt x="199694" y="400532"/>
                </a:lnTo>
                <a:lnTo>
                  <a:pt x="201358" y="409968"/>
                </a:lnTo>
                <a:lnTo>
                  <a:pt x="203022" y="418820"/>
                </a:lnTo>
                <a:lnTo>
                  <a:pt x="204406" y="427113"/>
                </a:lnTo>
                <a:lnTo>
                  <a:pt x="220738" y="427964"/>
                </a:lnTo>
                <a:lnTo>
                  <a:pt x="235648" y="428256"/>
                </a:lnTo>
                <a:lnTo>
                  <a:pt x="249415" y="427964"/>
                </a:lnTo>
                <a:lnTo>
                  <a:pt x="300037" y="413575"/>
                </a:lnTo>
                <a:lnTo>
                  <a:pt x="309702" y="395109"/>
                </a:lnTo>
                <a:lnTo>
                  <a:pt x="312610" y="373672"/>
                </a:lnTo>
                <a:lnTo>
                  <a:pt x="312610" y="189166"/>
                </a:lnTo>
                <a:lnTo>
                  <a:pt x="433108" y="189166"/>
                </a:lnTo>
                <a:lnTo>
                  <a:pt x="433108" y="158597"/>
                </a:lnTo>
                <a:close/>
              </a:path>
              <a:path w="884554" h="434975">
                <a:moveTo>
                  <a:pt x="442252" y="370624"/>
                </a:moveTo>
                <a:lnTo>
                  <a:pt x="427431" y="339737"/>
                </a:lnTo>
                <a:lnTo>
                  <a:pt x="410629" y="306412"/>
                </a:lnTo>
                <a:lnTo>
                  <a:pt x="372148" y="231838"/>
                </a:lnTo>
                <a:lnTo>
                  <a:pt x="341668" y="245554"/>
                </a:lnTo>
                <a:lnTo>
                  <a:pt x="359397" y="281876"/>
                </a:lnTo>
                <a:lnTo>
                  <a:pt x="376148" y="317461"/>
                </a:lnTo>
                <a:lnTo>
                  <a:pt x="392023" y="352171"/>
                </a:lnTo>
                <a:lnTo>
                  <a:pt x="407200" y="385864"/>
                </a:lnTo>
                <a:lnTo>
                  <a:pt x="442252" y="370624"/>
                </a:lnTo>
                <a:close/>
              </a:path>
              <a:path w="884554" h="434975">
                <a:moveTo>
                  <a:pt x="553593" y="221183"/>
                </a:moveTo>
                <a:lnTo>
                  <a:pt x="545350" y="218363"/>
                </a:lnTo>
                <a:lnTo>
                  <a:pt x="536829" y="214706"/>
                </a:lnTo>
                <a:lnTo>
                  <a:pt x="528307" y="210464"/>
                </a:lnTo>
                <a:lnTo>
                  <a:pt x="520065" y="205943"/>
                </a:lnTo>
                <a:lnTo>
                  <a:pt x="504913" y="254838"/>
                </a:lnTo>
                <a:lnTo>
                  <a:pt x="489191" y="301040"/>
                </a:lnTo>
                <a:lnTo>
                  <a:pt x="472871" y="344678"/>
                </a:lnTo>
                <a:lnTo>
                  <a:pt x="455955" y="385864"/>
                </a:lnTo>
                <a:lnTo>
                  <a:pt x="491109" y="402729"/>
                </a:lnTo>
                <a:lnTo>
                  <a:pt x="506869" y="357174"/>
                </a:lnTo>
                <a:lnTo>
                  <a:pt x="537832" y="266674"/>
                </a:lnTo>
                <a:lnTo>
                  <a:pt x="553593" y="221183"/>
                </a:lnTo>
                <a:close/>
              </a:path>
              <a:path w="884554" h="434975">
                <a:moveTo>
                  <a:pt x="555117" y="115925"/>
                </a:moveTo>
                <a:lnTo>
                  <a:pt x="536613" y="92430"/>
                </a:lnTo>
                <a:lnTo>
                  <a:pt x="517969" y="69773"/>
                </a:lnTo>
                <a:lnTo>
                  <a:pt x="499605" y="47688"/>
                </a:lnTo>
                <a:lnTo>
                  <a:pt x="481965" y="25908"/>
                </a:lnTo>
                <a:lnTo>
                  <a:pt x="452907" y="48768"/>
                </a:lnTo>
                <a:lnTo>
                  <a:pt x="472084" y="71932"/>
                </a:lnTo>
                <a:lnTo>
                  <a:pt x="490524" y="95338"/>
                </a:lnTo>
                <a:lnTo>
                  <a:pt x="508088" y="118732"/>
                </a:lnTo>
                <a:lnTo>
                  <a:pt x="524637" y="141833"/>
                </a:lnTo>
                <a:lnTo>
                  <a:pt x="546163" y="123736"/>
                </a:lnTo>
                <a:lnTo>
                  <a:pt x="552284" y="118478"/>
                </a:lnTo>
                <a:lnTo>
                  <a:pt x="555117" y="115925"/>
                </a:lnTo>
                <a:close/>
              </a:path>
              <a:path w="884554" h="434975">
                <a:moveTo>
                  <a:pt x="786955" y="51816"/>
                </a:moveTo>
                <a:lnTo>
                  <a:pt x="776046" y="36652"/>
                </a:lnTo>
                <a:lnTo>
                  <a:pt x="765987" y="23050"/>
                </a:lnTo>
                <a:lnTo>
                  <a:pt x="756488" y="10883"/>
                </a:lnTo>
                <a:lnTo>
                  <a:pt x="747242" y="0"/>
                </a:lnTo>
                <a:lnTo>
                  <a:pt x="718286" y="16764"/>
                </a:lnTo>
                <a:lnTo>
                  <a:pt x="727443" y="29629"/>
                </a:lnTo>
                <a:lnTo>
                  <a:pt x="736765" y="43053"/>
                </a:lnTo>
                <a:lnTo>
                  <a:pt x="756475" y="71628"/>
                </a:lnTo>
                <a:lnTo>
                  <a:pt x="786955" y="51816"/>
                </a:lnTo>
                <a:close/>
              </a:path>
              <a:path w="884554" h="434975">
                <a:moveTo>
                  <a:pt x="884491" y="370624"/>
                </a:moveTo>
                <a:lnTo>
                  <a:pt x="771715" y="370624"/>
                </a:lnTo>
                <a:lnTo>
                  <a:pt x="771715" y="298996"/>
                </a:lnTo>
                <a:lnTo>
                  <a:pt x="867727" y="298996"/>
                </a:lnTo>
                <a:lnTo>
                  <a:pt x="867727" y="268427"/>
                </a:lnTo>
                <a:lnTo>
                  <a:pt x="771715" y="268427"/>
                </a:lnTo>
                <a:lnTo>
                  <a:pt x="771715" y="204419"/>
                </a:lnTo>
                <a:lnTo>
                  <a:pt x="866203" y="204419"/>
                </a:lnTo>
                <a:lnTo>
                  <a:pt x="866203" y="173837"/>
                </a:lnTo>
                <a:lnTo>
                  <a:pt x="771715" y="173837"/>
                </a:lnTo>
                <a:lnTo>
                  <a:pt x="771715" y="108305"/>
                </a:lnTo>
                <a:lnTo>
                  <a:pt x="878395" y="108305"/>
                </a:lnTo>
                <a:lnTo>
                  <a:pt x="878395" y="77825"/>
                </a:lnTo>
                <a:lnTo>
                  <a:pt x="738098" y="77825"/>
                </a:lnTo>
                <a:lnTo>
                  <a:pt x="738098" y="108305"/>
                </a:lnTo>
                <a:lnTo>
                  <a:pt x="738098" y="173837"/>
                </a:lnTo>
                <a:lnTo>
                  <a:pt x="738098" y="204419"/>
                </a:lnTo>
                <a:lnTo>
                  <a:pt x="738098" y="268427"/>
                </a:lnTo>
                <a:lnTo>
                  <a:pt x="738098" y="298996"/>
                </a:lnTo>
                <a:lnTo>
                  <a:pt x="738098" y="370624"/>
                </a:lnTo>
                <a:lnTo>
                  <a:pt x="637514" y="370624"/>
                </a:lnTo>
                <a:lnTo>
                  <a:pt x="637514" y="298996"/>
                </a:lnTo>
                <a:lnTo>
                  <a:pt x="738098" y="298996"/>
                </a:lnTo>
                <a:lnTo>
                  <a:pt x="738098" y="268427"/>
                </a:lnTo>
                <a:lnTo>
                  <a:pt x="637514" y="268427"/>
                </a:lnTo>
                <a:lnTo>
                  <a:pt x="637514" y="204419"/>
                </a:lnTo>
                <a:lnTo>
                  <a:pt x="738098" y="204419"/>
                </a:lnTo>
                <a:lnTo>
                  <a:pt x="738098" y="173837"/>
                </a:lnTo>
                <a:lnTo>
                  <a:pt x="637514" y="173837"/>
                </a:lnTo>
                <a:lnTo>
                  <a:pt x="637514" y="157073"/>
                </a:lnTo>
                <a:lnTo>
                  <a:pt x="637514" y="108305"/>
                </a:lnTo>
                <a:lnTo>
                  <a:pt x="738098" y="108305"/>
                </a:lnTo>
                <a:lnTo>
                  <a:pt x="738098" y="77825"/>
                </a:lnTo>
                <a:lnTo>
                  <a:pt x="648182" y="77825"/>
                </a:lnTo>
                <a:lnTo>
                  <a:pt x="655916" y="62407"/>
                </a:lnTo>
                <a:lnTo>
                  <a:pt x="663232" y="46304"/>
                </a:lnTo>
                <a:lnTo>
                  <a:pt x="670255" y="29933"/>
                </a:lnTo>
                <a:lnTo>
                  <a:pt x="677138" y="13716"/>
                </a:lnTo>
                <a:lnTo>
                  <a:pt x="645134" y="1524"/>
                </a:lnTo>
                <a:lnTo>
                  <a:pt x="624230" y="51511"/>
                </a:lnTo>
                <a:lnTo>
                  <a:pt x="600316" y="98361"/>
                </a:lnTo>
                <a:lnTo>
                  <a:pt x="573252" y="141808"/>
                </a:lnTo>
                <a:lnTo>
                  <a:pt x="542925" y="181546"/>
                </a:lnTo>
                <a:lnTo>
                  <a:pt x="550379" y="188417"/>
                </a:lnTo>
                <a:lnTo>
                  <a:pt x="556831" y="195275"/>
                </a:lnTo>
                <a:lnTo>
                  <a:pt x="562432" y="202133"/>
                </a:lnTo>
                <a:lnTo>
                  <a:pt x="567309" y="208991"/>
                </a:lnTo>
                <a:lnTo>
                  <a:pt x="577316" y="196367"/>
                </a:lnTo>
                <a:lnTo>
                  <a:pt x="586740" y="183603"/>
                </a:lnTo>
                <a:lnTo>
                  <a:pt x="595604" y="170548"/>
                </a:lnTo>
                <a:lnTo>
                  <a:pt x="603885" y="157073"/>
                </a:lnTo>
                <a:lnTo>
                  <a:pt x="603885" y="434733"/>
                </a:lnTo>
                <a:lnTo>
                  <a:pt x="637514" y="434733"/>
                </a:lnTo>
                <a:lnTo>
                  <a:pt x="637514" y="399681"/>
                </a:lnTo>
                <a:lnTo>
                  <a:pt x="884491" y="399681"/>
                </a:lnTo>
                <a:lnTo>
                  <a:pt x="884491" y="3706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928" y="4940808"/>
            <a:ext cx="109823" cy="109823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1302156" y="4760785"/>
            <a:ext cx="1311910" cy="441325"/>
          </a:xfrm>
          <a:custGeom>
            <a:avLst/>
            <a:gdLst/>
            <a:ahLst/>
            <a:cxnLst/>
            <a:rect l="l" t="t" r="r" b="b"/>
            <a:pathLst>
              <a:path w="1311910" h="441325">
                <a:moveTo>
                  <a:pt x="250126" y="67157"/>
                </a:moveTo>
                <a:lnTo>
                  <a:pt x="243293" y="54762"/>
                </a:lnTo>
                <a:lnTo>
                  <a:pt x="234315" y="40398"/>
                </a:lnTo>
                <a:lnTo>
                  <a:pt x="223342" y="23774"/>
                </a:lnTo>
                <a:lnTo>
                  <a:pt x="210502" y="4572"/>
                </a:lnTo>
                <a:lnTo>
                  <a:pt x="178498" y="21336"/>
                </a:lnTo>
                <a:lnTo>
                  <a:pt x="185928" y="33070"/>
                </a:lnTo>
                <a:lnTo>
                  <a:pt x="194500" y="47675"/>
                </a:lnTo>
                <a:lnTo>
                  <a:pt x="204216" y="65138"/>
                </a:lnTo>
                <a:lnTo>
                  <a:pt x="215074" y="85445"/>
                </a:lnTo>
                <a:lnTo>
                  <a:pt x="250126" y="67157"/>
                </a:lnTo>
                <a:close/>
              </a:path>
              <a:path w="1311910" h="441325">
                <a:moveTo>
                  <a:pt x="428536" y="379857"/>
                </a:moveTo>
                <a:lnTo>
                  <a:pt x="233362" y="379857"/>
                </a:lnTo>
                <a:lnTo>
                  <a:pt x="233362" y="253174"/>
                </a:lnTo>
                <a:lnTo>
                  <a:pt x="393484" y="253174"/>
                </a:lnTo>
                <a:lnTo>
                  <a:pt x="393484" y="219646"/>
                </a:lnTo>
                <a:lnTo>
                  <a:pt x="233362" y="219646"/>
                </a:lnTo>
                <a:lnTo>
                  <a:pt x="233362" y="120497"/>
                </a:lnTo>
                <a:lnTo>
                  <a:pt x="408724" y="120497"/>
                </a:lnTo>
                <a:lnTo>
                  <a:pt x="408724" y="86969"/>
                </a:lnTo>
                <a:lnTo>
                  <a:pt x="18389" y="86969"/>
                </a:lnTo>
                <a:lnTo>
                  <a:pt x="18389" y="120497"/>
                </a:lnTo>
                <a:lnTo>
                  <a:pt x="195262" y="120497"/>
                </a:lnTo>
                <a:lnTo>
                  <a:pt x="195262" y="219646"/>
                </a:lnTo>
                <a:lnTo>
                  <a:pt x="35153" y="219646"/>
                </a:lnTo>
                <a:lnTo>
                  <a:pt x="35153" y="253174"/>
                </a:lnTo>
                <a:lnTo>
                  <a:pt x="195262" y="253174"/>
                </a:lnTo>
                <a:lnTo>
                  <a:pt x="195262" y="379857"/>
                </a:lnTo>
                <a:lnTo>
                  <a:pt x="0" y="379857"/>
                </a:lnTo>
                <a:lnTo>
                  <a:pt x="0" y="411873"/>
                </a:lnTo>
                <a:lnTo>
                  <a:pt x="428536" y="411873"/>
                </a:lnTo>
                <a:lnTo>
                  <a:pt x="428536" y="379857"/>
                </a:lnTo>
                <a:close/>
              </a:path>
              <a:path w="1311910" h="441325">
                <a:moveTo>
                  <a:pt x="538353" y="266992"/>
                </a:moveTo>
                <a:lnTo>
                  <a:pt x="530085" y="263512"/>
                </a:lnTo>
                <a:lnTo>
                  <a:pt x="521398" y="260045"/>
                </a:lnTo>
                <a:lnTo>
                  <a:pt x="503301" y="253187"/>
                </a:lnTo>
                <a:lnTo>
                  <a:pt x="493585" y="298970"/>
                </a:lnTo>
                <a:lnTo>
                  <a:pt x="482727" y="342468"/>
                </a:lnTo>
                <a:lnTo>
                  <a:pt x="470725" y="383654"/>
                </a:lnTo>
                <a:lnTo>
                  <a:pt x="457581" y="422541"/>
                </a:lnTo>
                <a:lnTo>
                  <a:pt x="495681" y="434733"/>
                </a:lnTo>
                <a:lnTo>
                  <a:pt x="507060" y="389877"/>
                </a:lnTo>
                <a:lnTo>
                  <a:pt x="517029" y="351231"/>
                </a:lnTo>
                <a:lnTo>
                  <a:pt x="528688" y="305841"/>
                </a:lnTo>
                <a:lnTo>
                  <a:pt x="538353" y="266992"/>
                </a:lnTo>
                <a:close/>
              </a:path>
              <a:path w="1311910" h="441325">
                <a:moveTo>
                  <a:pt x="539877" y="183083"/>
                </a:moveTo>
                <a:lnTo>
                  <a:pt x="520725" y="167601"/>
                </a:lnTo>
                <a:lnTo>
                  <a:pt x="502158" y="153123"/>
                </a:lnTo>
                <a:lnTo>
                  <a:pt x="484149" y="139496"/>
                </a:lnTo>
                <a:lnTo>
                  <a:pt x="466725" y="126593"/>
                </a:lnTo>
                <a:lnTo>
                  <a:pt x="443865" y="152501"/>
                </a:lnTo>
                <a:lnTo>
                  <a:pt x="457847" y="163131"/>
                </a:lnTo>
                <a:lnTo>
                  <a:pt x="474535" y="176593"/>
                </a:lnTo>
                <a:lnTo>
                  <a:pt x="493801" y="192887"/>
                </a:lnTo>
                <a:lnTo>
                  <a:pt x="515493" y="212039"/>
                </a:lnTo>
                <a:lnTo>
                  <a:pt x="520547" y="206057"/>
                </a:lnTo>
                <a:lnTo>
                  <a:pt x="526542" y="199275"/>
                </a:lnTo>
                <a:lnTo>
                  <a:pt x="533069" y="191668"/>
                </a:lnTo>
                <a:lnTo>
                  <a:pt x="539877" y="183083"/>
                </a:lnTo>
                <a:close/>
              </a:path>
              <a:path w="1311910" h="441325">
                <a:moveTo>
                  <a:pt x="555117" y="74777"/>
                </a:moveTo>
                <a:lnTo>
                  <a:pt x="535990" y="58153"/>
                </a:lnTo>
                <a:lnTo>
                  <a:pt x="517588" y="42684"/>
                </a:lnTo>
                <a:lnTo>
                  <a:pt x="500037" y="28397"/>
                </a:lnTo>
                <a:lnTo>
                  <a:pt x="483489" y="15240"/>
                </a:lnTo>
                <a:lnTo>
                  <a:pt x="460629" y="38100"/>
                </a:lnTo>
                <a:lnTo>
                  <a:pt x="476910" y="51523"/>
                </a:lnTo>
                <a:lnTo>
                  <a:pt x="493776" y="66535"/>
                </a:lnTo>
                <a:lnTo>
                  <a:pt x="511200" y="82981"/>
                </a:lnTo>
                <a:lnTo>
                  <a:pt x="529209" y="100685"/>
                </a:lnTo>
                <a:lnTo>
                  <a:pt x="555117" y="74777"/>
                </a:lnTo>
                <a:close/>
              </a:path>
              <a:path w="1311910" h="441325">
                <a:moveTo>
                  <a:pt x="632929" y="233375"/>
                </a:moveTo>
                <a:lnTo>
                  <a:pt x="600925" y="233375"/>
                </a:lnTo>
                <a:lnTo>
                  <a:pt x="599808" y="272542"/>
                </a:lnTo>
                <a:lnTo>
                  <a:pt x="596544" y="305269"/>
                </a:lnTo>
                <a:lnTo>
                  <a:pt x="584161" y="350812"/>
                </a:lnTo>
                <a:lnTo>
                  <a:pt x="561263" y="383095"/>
                </a:lnTo>
                <a:lnTo>
                  <a:pt x="520065" y="411873"/>
                </a:lnTo>
                <a:lnTo>
                  <a:pt x="526630" y="418109"/>
                </a:lnTo>
                <a:lnTo>
                  <a:pt x="532561" y="425107"/>
                </a:lnTo>
                <a:lnTo>
                  <a:pt x="538060" y="432866"/>
                </a:lnTo>
                <a:lnTo>
                  <a:pt x="542925" y="440829"/>
                </a:lnTo>
                <a:lnTo>
                  <a:pt x="568121" y="425107"/>
                </a:lnTo>
                <a:lnTo>
                  <a:pt x="604735" y="388531"/>
                </a:lnTo>
                <a:lnTo>
                  <a:pt x="623938" y="345376"/>
                </a:lnTo>
                <a:lnTo>
                  <a:pt x="632028" y="277952"/>
                </a:lnTo>
                <a:lnTo>
                  <a:pt x="632929" y="233375"/>
                </a:lnTo>
                <a:close/>
              </a:path>
              <a:path w="1311910" h="441325">
                <a:moveTo>
                  <a:pt x="719899" y="233375"/>
                </a:moveTo>
                <a:lnTo>
                  <a:pt x="686269" y="233375"/>
                </a:lnTo>
                <a:lnTo>
                  <a:pt x="686269" y="428637"/>
                </a:lnTo>
                <a:lnTo>
                  <a:pt x="719899" y="428637"/>
                </a:lnTo>
                <a:lnTo>
                  <a:pt x="719899" y="233375"/>
                </a:lnTo>
                <a:close/>
              </a:path>
              <a:path w="1311910" h="441325">
                <a:moveTo>
                  <a:pt x="866305" y="213563"/>
                </a:moveTo>
                <a:lnTo>
                  <a:pt x="858151" y="202895"/>
                </a:lnTo>
                <a:lnTo>
                  <a:pt x="845350" y="186131"/>
                </a:lnTo>
                <a:lnTo>
                  <a:pt x="840625" y="180035"/>
                </a:lnTo>
                <a:lnTo>
                  <a:pt x="825830" y="160934"/>
                </a:lnTo>
                <a:lnTo>
                  <a:pt x="807478" y="138036"/>
                </a:lnTo>
                <a:lnTo>
                  <a:pt x="790003" y="117449"/>
                </a:lnTo>
                <a:lnTo>
                  <a:pt x="762571" y="135737"/>
                </a:lnTo>
                <a:lnTo>
                  <a:pt x="769670" y="144919"/>
                </a:lnTo>
                <a:lnTo>
                  <a:pt x="777049" y="154266"/>
                </a:lnTo>
                <a:lnTo>
                  <a:pt x="784428" y="163893"/>
                </a:lnTo>
                <a:lnTo>
                  <a:pt x="791527" y="173939"/>
                </a:lnTo>
                <a:lnTo>
                  <a:pt x="623785" y="180035"/>
                </a:lnTo>
                <a:lnTo>
                  <a:pt x="642340" y="164299"/>
                </a:lnTo>
                <a:lnTo>
                  <a:pt x="661314" y="146837"/>
                </a:lnTo>
                <a:lnTo>
                  <a:pt x="680580" y="127660"/>
                </a:lnTo>
                <a:lnTo>
                  <a:pt x="699985" y="106781"/>
                </a:lnTo>
                <a:lnTo>
                  <a:pt x="671029" y="94589"/>
                </a:lnTo>
                <a:lnTo>
                  <a:pt x="864781" y="94589"/>
                </a:lnTo>
                <a:lnTo>
                  <a:pt x="864781" y="62585"/>
                </a:lnTo>
                <a:lnTo>
                  <a:pt x="716851" y="62585"/>
                </a:lnTo>
                <a:lnTo>
                  <a:pt x="739711" y="47244"/>
                </a:lnTo>
                <a:lnTo>
                  <a:pt x="729703" y="34086"/>
                </a:lnTo>
                <a:lnTo>
                  <a:pt x="720267" y="21907"/>
                </a:lnTo>
                <a:lnTo>
                  <a:pt x="703033" y="0"/>
                </a:lnTo>
                <a:lnTo>
                  <a:pt x="674077" y="18288"/>
                </a:lnTo>
                <a:lnTo>
                  <a:pt x="681202" y="27990"/>
                </a:lnTo>
                <a:lnTo>
                  <a:pt x="688746" y="38684"/>
                </a:lnTo>
                <a:lnTo>
                  <a:pt x="696582" y="50266"/>
                </a:lnTo>
                <a:lnTo>
                  <a:pt x="704557" y="62585"/>
                </a:lnTo>
                <a:lnTo>
                  <a:pt x="565785" y="62585"/>
                </a:lnTo>
                <a:lnTo>
                  <a:pt x="565785" y="94589"/>
                </a:lnTo>
                <a:lnTo>
                  <a:pt x="663409" y="94589"/>
                </a:lnTo>
                <a:lnTo>
                  <a:pt x="646290" y="114541"/>
                </a:lnTo>
                <a:lnTo>
                  <a:pt x="612622" y="149923"/>
                </a:lnTo>
                <a:lnTo>
                  <a:pt x="581126" y="176593"/>
                </a:lnTo>
                <a:lnTo>
                  <a:pt x="565785" y="186131"/>
                </a:lnTo>
                <a:lnTo>
                  <a:pt x="579589" y="218135"/>
                </a:lnTo>
                <a:lnTo>
                  <a:pt x="590219" y="216128"/>
                </a:lnTo>
                <a:lnTo>
                  <a:pt x="599401" y="214706"/>
                </a:lnTo>
                <a:lnTo>
                  <a:pt x="607453" y="213842"/>
                </a:lnTo>
                <a:lnTo>
                  <a:pt x="614641" y="213563"/>
                </a:lnTo>
                <a:lnTo>
                  <a:pt x="812863" y="202895"/>
                </a:lnTo>
                <a:lnTo>
                  <a:pt x="818337" y="210896"/>
                </a:lnTo>
                <a:lnTo>
                  <a:pt x="828725" y="226898"/>
                </a:lnTo>
                <a:lnTo>
                  <a:pt x="834199" y="234899"/>
                </a:lnTo>
                <a:lnTo>
                  <a:pt x="842213" y="229196"/>
                </a:lnTo>
                <a:lnTo>
                  <a:pt x="850252" y="223659"/>
                </a:lnTo>
                <a:lnTo>
                  <a:pt x="858278" y="218389"/>
                </a:lnTo>
                <a:lnTo>
                  <a:pt x="866305" y="213563"/>
                </a:lnTo>
                <a:close/>
              </a:path>
              <a:path w="1311910" h="441325">
                <a:moveTo>
                  <a:pt x="884593" y="334048"/>
                </a:moveTo>
                <a:lnTo>
                  <a:pt x="875703" y="331495"/>
                </a:lnTo>
                <a:lnTo>
                  <a:pt x="867257" y="328523"/>
                </a:lnTo>
                <a:lnTo>
                  <a:pt x="859078" y="325259"/>
                </a:lnTo>
                <a:lnTo>
                  <a:pt x="851065" y="321856"/>
                </a:lnTo>
                <a:lnTo>
                  <a:pt x="850798" y="336638"/>
                </a:lnTo>
                <a:lnTo>
                  <a:pt x="848017" y="376821"/>
                </a:lnTo>
                <a:lnTo>
                  <a:pt x="831151" y="399681"/>
                </a:lnTo>
                <a:lnTo>
                  <a:pt x="815911" y="399681"/>
                </a:lnTo>
                <a:lnTo>
                  <a:pt x="799147" y="231851"/>
                </a:lnTo>
                <a:lnTo>
                  <a:pt x="767143" y="231851"/>
                </a:lnTo>
                <a:lnTo>
                  <a:pt x="767257" y="379349"/>
                </a:lnTo>
                <a:lnTo>
                  <a:pt x="777621" y="416826"/>
                </a:lnTo>
                <a:lnTo>
                  <a:pt x="809815" y="430161"/>
                </a:lnTo>
                <a:lnTo>
                  <a:pt x="835723" y="430161"/>
                </a:lnTo>
                <a:lnTo>
                  <a:pt x="873302" y="407682"/>
                </a:lnTo>
                <a:lnTo>
                  <a:pt x="881545" y="366293"/>
                </a:lnTo>
                <a:lnTo>
                  <a:pt x="883208" y="351231"/>
                </a:lnTo>
                <a:lnTo>
                  <a:pt x="884593" y="334048"/>
                </a:lnTo>
                <a:close/>
              </a:path>
              <a:path w="1311910" h="441325">
                <a:moveTo>
                  <a:pt x="1081278" y="79349"/>
                </a:moveTo>
                <a:lnTo>
                  <a:pt x="1046226" y="79349"/>
                </a:lnTo>
                <a:lnTo>
                  <a:pt x="1046226" y="112877"/>
                </a:lnTo>
                <a:lnTo>
                  <a:pt x="1046226" y="218135"/>
                </a:lnTo>
                <a:lnTo>
                  <a:pt x="1046226" y="250139"/>
                </a:lnTo>
                <a:lnTo>
                  <a:pt x="1046226" y="361480"/>
                </a:lnTo>
                <a:lnTo>
                  <a:pt x="947077" y="361480"/>
                </a:lnTo>
                <a:lnTo>
                  <a:pt x="947077" y="250139"/>
                </a:lnTo>
                <a:lnTo>
                  <a:pt x="1046226" y="250139"/>
                </a:lnTo>
                <a:lnTo>
                  <a:pt x="1046226" y="218135"/>
                </a:lnTo>
                <a:lnTo>
                  <a:pt x="947077" y="218135"/>
                </a:lnTo>
                <a:lnTo>
                  <a:pt x="947077" y="112877"/>
                </a:lnTo>
                <a:lnTo>
                  <a:pt x="1046226" y="112877"/>
                </a:lnTo>
                <a:lnTo>
                  <a:pt x="1046226" y="79349"/>
                </a:lnTo>
                <a:lnTo>
                  <a:pt x="992886" y="79349"/>
                </a:lnTo>
                <a:lnTo>
                  <a:pt x="999744" y="65074"/>
                </a:lnTo>
                <a:lnTo>
                  <a:pt x="1006602" y="49771"/>
                </a:lnTo>
                <a:lnTo>
                  <a:pt x="1013460" y="33616"/>
                </a:lnTo>
                <a:lnTo>
                  <a:pt x="1020318" y="16764"/>
                </a:lnTo>
                <a:lnTo>
                  <a:pt x="983653" y="6096"/>
                </a:lnTo>
                <a:lnTo>
                  <a:pt x="977646" y="23533"/>
                </a:lnTo>
                <a:lnTo>
                  <a:pt x="971080" y="41541"/>
                </a:lnTo>
                <a:lnTo>
                  <a:pt x="963930" y="60147"/>
                </a:lnTo>
                <a:lnTo>
                  <a:pt x="956221" y="79349"/>
                </a:lnTo>
                <a:lnTo>
                  <a:pt x="912025" y="79349"/>
                </a:lnTo>
                <a:lnTo>
                  <a:pt x="912025" y="431685"/>
                </a:lnTo>
                <a:lnTo>
                  <a:pt x="947077" y="431685"/>
                </a:lnTo>
                <a:lnTo>
                  <a:pt x="947077" y="393585"/>
                </a:lnTo>
                <a:lnTo>
                  <a:pt x="1046226" y="393585"/>
                </a:lnTo>
                <a:lnTo>
                  <a:pt x="1046226" y="428637"/>
                </a:lnTo>
                <a:lnTo>
                  <a:pt x="1081278" y="428637"/>
                </a:lnTo>
                <a:lnTo>
                  <a:pt x="1081278" y="393585"/>
                </a:lnTo>
                <a:lnTo>
                  <a:pt x="1081278" y="361480"/>
                </a:lnTo>
                <a:lnTo>
                  <a:pt x="1081278" y="250139"/>
                </a:lnTo>
                <a:lnTo>
                  <a:pt x="1081278" y="218135"/>
                </a:lnTo>
                <a:lnTo>
                  <a:pt x="1081278" y="112877"/>
                </a:lnTo>
                <a:lnTo>
                  <a:pt x="1081278" y="79349"/>
                </a:lnTo>
                <a:close/>
              </a:path>
              <a:path w="1311910" h="441325">
                <a:moveTo>
                  <a:pt x="1230731" y="279184"/>
                </a:moveTo>
                <a:lnTo>
                  <a:pt x="1214729" y="256794"/>
                </a:lnTo>
                <a:lnTo>
                  <a:pt x="1196441" y="232994"/>
                </a:lnTo>
                <a:lnTo>
                  <a:pt x="1175867" y="207505"/>
                </a:lnTo>
                <a:lnTo>
                  <a:pt x="1153007" y="180035"/>
                </a:lnTo>
                <a:lnTo>
                  <a:pt x="1125575" y="199847"/>
                </a:lnTo>
                <a:lnTo>
                  <a:pt x="1145552" y="225234"/>
                </a:lnTo>
                <a:lnTo>
                  <a:pt x="1164247" y="250939"/>
                </a:lnTo>
                <a:lnTo>
                  <a:pt x="1181506" y="276644"/>
                </a:lnTo>
                <a:lnTo>
                  <a:pt x="1197203" y="302044"/>
                </a:lnTo>
                <a:lnTo>
                  <a:pt x="1230731" y="279184"/>
                </a:lnTo>
                <a:close/>
              </a:path>
              <a:path w="1311910" h="441325">
                <a:moveTo>
                  <a:pt x="1311592" y="77825"/>
                </a:moveTo>
                <a:lnTo>
                  <a:pt x="1171295" y="77825"/>
                </a:lnTo>
                <a:lnTo>
                  <a:pt x="1177010" y="62903"/>
                </a:lnTo>
                <a:lnTo>
                  <a:pt x="1182725" y="47675"/>
                </a:lnTo>
                <a:lnTo>
                  <a:pt x="1188440" y="31877"/>
                </a:lnTo>
                <a:lnTo>
                  <a:pt x="1194155" y="15240"/>
                </a:lnTo>
                <a:lnTo>
                  <a:pt x="1157579" y="6096"/>
                </a:lnTo>
                <a:lnTo>
                  <a:pt x="1142098" y="53289"/>
                </a:lnTo>
                <a:lnTo>
                  <a:pt x="1125334" y="96304"/>
                </a:lnTo>
                <a:lnTo>
                  <a:pt x="1107135" y="135039"/>
                </a:lnTo>
                <a:lnTo>
                  <a:pt x="1087374" y="169367"/>
                </a:lnTo>
                <a:lnTo>
                  <a:pt x="1096213" y="173050"/>
                </a:lnTo>
                <a:lnTo>
                  <a:pt x="1104328" y="177177"/>
                </a:lnTo>
                <a:lnTo>
                  <a:pt x="1111592" y="181571"/>
                </a:lnTo>
                <a:lnTo>
                  <a:pt x="1117854" y="186131"/>
                </a:lnTo>
                <a:lnTo>
                  <a:pt x="1127925" y="169367"/>
                </a:lnTo>
                <a:lnTo>
                  <a:pt x="1137754" y="151028"/>
                </a:lnTo>
                <a:lnTo>
                  <a:pt x="1147521" y="131610"/>
                </a:lnTo>
                <a:lnTo>
                  <a:pt x="1157579" y="111353"/>
                </a:lnTo>
                <a:lnTo>
                  <a:pt x="1275016" y="111353"/>
                </a:lnTo>
                <a:lnTo>
                  <a:pt x="1273937" y="177419"/>
                </a:lnTo>
                <a:lnTo>
                  <a:pt x="1272552" y="234619"/>
                </a:lnTo>
                <a:lnTo>
                  <a:pt x="1270952" y="282905"/>
                </a:lnTo>
                <a:lnTo>
                  <a:pt x="1269212" y="322160"/>
                </a:lnTo>
                <a:lnTo>
                  <a:pt x="1263713" y="371271"/>
                </a:lnTo>
                <a:lnTo>
                  <a:pt x="1224635" y="395109"/>
                </a:lnTo>
                <a:lnTo>
                  <a:pt x="1205788" y="394792"/>
                </a:lnTo>
                <a:lnTo>
                  <a:pt x="1185964" y="393776"/>
                </a:lnTo>
                <a:lnTo>
                  <a:pt x="1165263" y="391883"/>
                </a:lnTo>
                <a:lnTo>
                  <a:pt x="1143863" y="389013"/>
                </a:lnTo>
                <a:lnTo>
                  <a:pt x="1145235" y="397560"/>
                </a:lnTo>
                <a:lnTo>
                  <a:pt x="1146911" y="407111"/>
                </a:lnTo>
                <a:lnTo>
                  <a:pt x="1148575" y="417512"/>
                </a:lnTo>
                <a:lnTo>
                  <a:pt x="1149959" y="428637"/>
                </a:lnTo>
                <a:lnTo>
                  <a:pt x="1170508" y="429514"/>
                </a:lnTo>
                <a:lnTo>
                  <a:pt x="1190917" y="429971"/>
                </a:lnTo>
                <a:lnTo>
                  <a:pt x="1230731" y="430161"/>
                </a:lnTo>
                <a:lnTo>
                  <a:pt x="1261706" y="425869"/>
                </a:lnTo>
                <a:lnTo>
                  <a:pt x="1283957" y="413004"/>
                </a:lnTo>
                <a:lnTo>
                  <a:pt x="1295577" y="395109"/>
                </a:lnTo>
                <a:lnTo>
                  <a:pt x="1297901" y="391541"/>
                </a:lnTo>
                <a:lnTo>
                  <a:pt x="1304848" y="337718"/>
                </a:lnTo>
                <a:lnTo>
                  <a:pt x="1307211" y="261975"/>
                </a:lnTo>
                <a:lnTo>
                  <a:pt x="1308595" y="209994"/>
                </a:lnTo>
                <a:lnTo>
                  <a:pt x="1310017" y="151028"/>
                </a:lnTo>
                <a:lnTo>
                  <a:pt x="1310868" y="111353"/>
                </a:lnTo>
                <a:lnTo>
                  <a:pt x="1311592" y="778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2764726" y="4826412"/>
            <a:ext cx="629920" cy="320675"/>
            <a:chOff x="2764726" y="4826412"/>
            <a:chExt cx="629920" cy="320675"/>
          </a:xfrm>
        </p:grpSpPr>
        <p:sp>
          <p:nvSpPr>
            <p:cNvPr id="57" name="object 57" descr=""/>
            <p:cNvSpPr/>
            <p:nvPr/>
          </p:nvSpPr>
          <p:spPr>
            <a:xfrm>
              <a:off x="2764726" y="4826412"/>
              <a:ext cx="407670" cy="314325"/>
            </a:xfrm>
            <a:custGeom>
              <a:avLst/>
              <a:gdLst/>
              <a:ahLst/>
              <a:cxnLst/>
              <a:rect l="l" t="t" r="r" b="b"/>
              <a:pathLst>
                <a:path w="407669" h="314325">
                  <a:moveTo>
                    <a:pt x="134207" y="314229"/>
                  </a:moveTo>
                  <a:lnTo>
                    <a:pt x="91535" y="314229"/>
                  </a:lnTo>
                  <a:lnTo>
                    <a:pt x="0" y="0"/>
                  </a:lnTo>
                  <a:lnTo>
                    <a:pt x="41148" y="0"/>
                  </a:lnTo>
                  <a:lnTo>
                    <a:pt x="106775" y="240982"/>
                  </a:lnTo>
                  <a:lnTo>
                    <a:pt x="108799" y="248983"/>
                  </a:lnTo>
                  <a:lnTo>
                    <a:pt x="110394" y="256984"/>
                  </a:lnTo>
                  <a:lnTo>
                    <a:pt x="111704" y="264985"/>
                  </a:lnTo>
                  <a:lnTo>
                    <a:pt x="112871" y="272986"/>
                  </a:lnTo>
                  <a:lnTo>
                    <a:pt x="145937" y="272986"/>
                  </a:lnTo>
                  <a:lnTo>
                    <a:pt x="134207" y="314229"/>
                  </a:lnTo>
                  <a:close/>
                </a:path>
                <a:path w="407669" h="314325">
                  <a:moveTo>
                    <a:pt x="145937" y="272986"/>
                  </a:moveTo>
                  <a:lnTo>
                    <a:pt x="112871" y="272986"/>
                  </a:lnTo>
                  <a:lnTo>
                    <a:pt x="114184" y="266080"/>
                  </a:lnTo>
                  <a:lnTo>
                    <a:pt x="115538" y="259270"/>
                  </a:lnTo>
                  <a:lnTo>
                    <a:pt x="117586" y="250698"/>
                  </a:lnTo>
                  <a:lnTo>
                    <a:pt x="120491" y="240982"/>
                  </a:lnTo>
                  <a:lnTo>
                    <a:pt x="189071" y="0"/>
                  </a:lnTo>
                  <a:lnTo>
                    <a:pt x="225742" y="0"/>
                  </a:lnTo>
                  <a:lnTo>
                    <a:pt x="240156" y="53340"/>
                  </a:lnTo>
                  <a:lnTo>
                    <a:pt x="205835" y="53340"/>
                  </a:lnTo>
                  <a:lnTo>
                    <a:pt x="204626" y="61341"/>
                  </a:lnTo>
                  <a:lnTo>
                    <a:pt x="203358" y="68580"/>
                  </a:lnTo>
                  <a:lnTo>
                    <a:pt x="201763" y="76057"/>
                  </a:lnTo>
                  <a:lnTo>
                    <a:pt x="199739" y="83820"/>
                  </a:lnTo>
                  <a:lnTo>
                    <a:pt x="145937" y="272986"/>
                  </a:lnTo>
                  <a:close/>
                </a:path>
                <a:path w="407669" h="314325">
                  <a:moveTo>
                    <a:pt x="330749" y="271462"/>
                  </a:moveTo>
                  <a:lnTo>
                    <a:pt x="297370" y="271462"/>
                  </a:lnTo>
                  <a:lnTo>
                    <a:pt x="298537" y="266080"/>
                  </a:lnTo>
                  <a:lnTo>
                    <a:pt x="299847" y="259270"/>
                  </a:lnTo>
                  <a:lnTo>
                    <a:pt x="301442" y="251317"/>
                  </a:lnTo>
                  <a:lnTo>
                    <a:pt x="303466" y="242506"/>
                  </a:lnTo>
                  <a:lnTo>
                    <a:pt x="367569" y="0"/>
                  </a:lnTo>
                  <a:lnTo>
                    <a:pt x="407193" y="0"/>
                  </a:lnTo>
                  <a:lnTo>
                    <a:pt x="330749" y="271462"/>
                  </a:lnTo>
                  <a:close/>
                </a:path>
                <a:path w="407669" h="314325">
                  <a:moveTo>
                    <a:pt x="318706" y="314229"/>
                  </a:moveTo>
                  <a:lnTo>
                    <a:pt x="276034" y="314229"/>
                  </a:lnTo>
                  <a:lnTo>
                    <a:pt x="211931" y="85344"/>
                  </a:lnTo>
                  <a:lnTo>
                    <a:pt x="209907" y="77343"/>
                  </a:lnTo>
                  <a:lnTo>
                    <a:pt x="208311" y="69342"/>
                  </a:lnTo>
                  <a:lnTo>
                    <a:pt x="206967" y="61102"/>
                  </a:lnTo>
                  <a:lnTo>
                    <a:pt x="205835" y="53340"/>
                  </a:lnTo>
                  <a:lnTo>
                    <a:pt x="240156" y="53340"/>
                  </a:lnTo>
                  <a:lnTo>
                    <a:pt x="291274" y="242506"/>
                  </a:lnTo>
                  <a:lnTo>
                    <a:pt x="293298" y="249388"/>
                  </a:lnTo>
                  <a:lnTo>
                    <a:pt x="294894" y="256413"/>
                  </a:lnTo>
                  <a:lnTo>
                    <a:pt x="296203" y="263723"/>
                  </a:lnTo>
                  <a:lnTo>
                    <a:pt x="297370" y="271462"/>
                  </a:lnTo>
                  <a:lnTo>
                    <a:pt x="330749" y="271462"/>
                  </a:lnTo>
                  <a:lnTo>
                    <a:pt x="318706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9352" y="4911756"/>
              <a:ext cx="195167" cy="234981"/>
            </a:xfrm>
            <a:prstGeom prst="rect">
              <a:avLst/>
            </a:prstGeom>
          </p:spPr>
        </p:pic>
      </p:grpSp>
      <p:sp>
        <p:nvSpPr>
          <p:cNvPr id="59" name="object 59" descr=""/>
          <p:cNvSpPr/>
          <p:nvPr/>
        </p:nvSpPr>
        <p:spPr>
          <a:xfrm>
            <a:off x="3449478" y="4808029"/>
            <a:ext cx="206375" cy="339090"/>
          </a:xfrm>
          <a:custGeom>
            <a:avLst/>
            <a:gdLst/>
            <a:ahLst/>
            <a:cxnLst/>
            <a:rect l="l" t="t" r="r" b="b"/>
            <a:pathLst>
              <a:path w="206375" h="339089">
                <a:moveTo>
                  <a:pt x="35052" y="332613"/>
                </a:moveTo>
                <a:lnTo>
                  <a:pt x="0" y="332613"/>
                </a:lnTo>
                <a:lnTo>
                  <a:pt x="0" y="0"/>
                </a:lnTo>
                <a:lnTo>
                  <a:pt x="35052" y="0"/>
                </a:lnTo>
                <a:lnTo>
                  <a:pt x="35052" y="148018"/>
                </a:lnTo>
                <a:lnTo>
                  <a:pt x="62485" y="148018"/>
                </a:lnTo>
                <a:lnTo>
                  <a:pt x="39814" y="179451"/>
                </a:lnTo>
                <a:lnTo>
                  <a:pt x="35052" y="208978"/>
                </a:lnTo>
                <a:lnTo>
                  <a:pt x="35052" y="241077"/>
                </a:lnTo>
                <a:lnTo>
                  <a:pt x="53340" y="288321"/>
                </a:lnTo>
                <a:lnTo>
                  <a:pt x="69943" y="300513"/>
                </a:lnTo>
                <a:lnTo>
                  <a:pt x="35052" y="300513"/>
                </a:lnTo>
                <a:lnTo>
                  <a:pt x="35052" y="332613"/>
                </a:lnTo>
                <a:close/>
              </a:path>
              <a:path w="206375" h="339089">
                <a:moveTo>
                  <a:pt x="62485" y="148018"/>
                </a:moveTo>
                <a:lnTo>
                  <a:pt x="36576" y="148018"/>
                </a:lnTo>
                <a:lnTo>
                  <a:pt x="50864" y="128239"/>
                </a:lnTo>
                <a:lnTo>
                  <a:pt x="68591" y="114442"/>
                </a:lnTo>
                <a:lnTo>
                  <a:pt x="89765" y="106361"/>
                </a:lnTo>
                <a:lnTo>
                  <a:pt x="114395" y="103727"/>
                </a:lnTo>
                <a:lnTo>
                  <a:pt x="134088" y="105480"/>
                </a:lnTo>
                <a:lnTo>
                  <a:pt x="151923" y="110823"/>
                </a:lnTo>
                <a:lnTo>
                  <a:pt x="167759" y="119881"/>
                </a:lnTo>
                <a:lnTo>
                  <a:pt x="181451" y="132778"/>
                </a:lnTo>
                <a:lnTo>
                  <a:pt x="105251" y="132778"/>
                </a:lnTo>
                <a:lnTo>
                  <a:pt x="90051" y="134207"/>
                </a:lnTo>
                <a:lnTo>
                  <a:pt x="76592" y="138493"/>
                </a:lnTo>
                <a:lnTo>
                  <a:pt x="64866" y="145637"/>
                </a:lnTo>
                <a:lnTo>
                  <a:pt x="62485" y="148018"/>
                </a:lnTo>
                <a:close/>
              </a:path>
              <a:path w="206375" h="339089">
                <a:moveTo>
                  <a:pt x="173919" y="308133"/>
                </a:moveTo>
                <a:lnTo>
                  <a:pt x="99155" y="308133"/>
                </a:lnTo>
                <a:lnTo>
                  <a:pt x="114538" y="306443"/>
                </a:lnTo>
                <a:lnTo>
                  <a:pt x="128492" y="301466"/>
                </a:lnTo>
                <a:lnTo>
                  <a:pt x="158972" y="268508"/>
                </a:lnTo>
                <a:lnTo>
                  <a:pt x="169259" y="213550"/>
                </a:lnTo>
                <a:lnTo>
                  <a:pt x="168140" y="195476"/>
                </a:lnTo>
                <a:lnTo>
                  <a:pt x="152495" y="154114"/>
                </a:lnTo>
                <a:lnTo>
                  <a:pt x="119276" y="134183"/>
                </a:lnTo>
                <a:lnTo>
                  <a:pt x="105251" y="132778"/>
                </a:lnTo>
                <a:lnTo>
                  <a:pt x="181451" y="132778"/>
                </a:lnTo>
                <a:lnTo>
                  <a:pt x="192333" y="149042"/>
                </a:lnTo>
                <a:lnTo>
                  <a:pt x="199929" y="168021"/>
                </a:lnTo>
                <a:lnTo>
                  <a:pt x="204382" y="189571"/>
                </a:lnTo>
                <a:lnTo>
                  <a:pt x="205835" y="213550"/>
                </a:lnTo>
                <a:lnTo>
                  <a:pt x="204120" y="240728"/>
                </a:lnTo>
                <a:lnTo>
                  <a:pt x="198977" y="264878"/>
                </a:lnTo>
                <a:lnTo>
                  <a:pt x="190404" y="285867"/>
                </a:lnTo>
                <a:lnTo>
                  <a:pt x="178403" y="303561"/>
                </a:lnTo>
                <a:lnTo>
                  <a:pt x="173919" y="308133"/>
                </a:lnTo>
                <a:close/>
              </a:path>
              <a:path w="206375" h="339089">
                <a:moveTo>
                  <a:pt x="103727" y="338709"/>
                </a:moveTo>
                <a:lnTo>
                  <a:pt x="83121" y="336183"/>
                </a:lnTo>
                <a:lnTo>
                  <a:pt x="64972" y="328791"/>
                </a:lnTo>
                <a:lnTo>
                  <a:pt x="49412" y="316808"/>
                </a:lnTo>
                <a:lnTo>
                  <a:pt x="36576" y="300513"/>
                </a:lnTo>
                <a:lnTo>
                  <a:pt x="69943" y="300513"/>
                </a:lnTo>
                <a:lnTo>
                  <a:pt x="73925" y="302799"/>
                </a:lnTo>
                <a:lnTo>
                  <a:pt x="85955" y="306752"/>
                </a:lnTo>
                <a:lnTo>
                  <a:pt x="99155" y="308133"/>
                </a:lnTo>
                <a:lnTo>
                  <a:pt x="173919" y="308133"/>
                </a:lnTo>
                <a:lnTo>
                  <a:pt x="163520" y="318737"/>
                </a:lnTo>
                <a:lnTo>
                  <a:pt x="146208" y="329743"/>
                </a:lnTo>
                <a:lnTo>
                  <a:pt x="126325" y="336445"/>
                </a:lnTo>
                <a:lnTo>
                  <a:pt x="103727" y="3387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3807809" y="4762309"/>
            <a:ext cx="4020185" cy="441325"/>
            <a:chOff x="3807809" y="4762309"/>
            <a:chExt cx="4020185" cy="441325"/>
          </a:xfrm>
        </p:grpSpPr>
        <p:pic>
          <p:nvPicPr>
            <p:cNvPr id="61" name="object 6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07809" y="4762309"/>
              <a:ext cx="3121818" cy="440817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6964667" y="4769929"/>
              <a:ext cx="863600" cy="431800"/>
            </a:xfrm>
            <a:custGeom>
              <a:avLst/>
              <a:gdLst/>
              <a:ahLst/>
              <a:cxnLst/>
              <a:rect l="l" t="t" r="r" b="b"/>
              <a:pathLst>
                <a:path w="863600" h="431800">
                  <a:moveTo>
                    <a:pt x="96113" y="44196"/>
                  </a:moveTo>
                  <a:lnTo>
                    <a:pt x="67157" y="44196"/>
                  </a:lnTo>
                  <a:lnTo>
                    <a:pt x="67157" y="73253"/>
                  </a:lnTo>
                  <a:lnTo>
                    <a:pt x="67157" y="289852"/>
                  </a:lnTo>
                  <a:lnTo>
                    <a:pt x="30480" y="289852"/>
                  </a:lnTo>
                  <a:lnTo>
                    <a:pt x="30480" y="73253"/>
                  </a:lnTo>
                  <a:lnTo>
                    <a:pt x="67157" y="73253"/>
                  </a:lnTo>
                  <a:lnTo>
                    <a:pt x="67157" y="44196"/>
                  </a:lnTo>
                  <a:lnTo>
                    <a:pt x="0" y="44196"/>
                  </a:lnTo>
                  <a:lnTo>
                    <a:pt x="0" y="343192"/>
                  </a:lnTo>
                  <a:lnTo>
                    <a:pt x="30480" y="343192"/>
                  </a:lnTo>
                  <a:lnTo>
                    <a:pt x="30480" y="318808"/>
                  </a:lnTo>
                  <a:lnTo>
                    <a:pt x="96113" y="318808"/>
                  </a:lnTo>
                  <a:lnTo>
                    <a:pt x="96113" y="289852"/>
                  </a:lnTo>
                  <a:lnTo>
                    <a:pt x="96113" y="73253"/>
                  </a:lnTo>
                  <a:lnTo>
                    <a:pt x="96113" y="44196"/>
                  </a:lnTo>
                  <a:close/>
                </a:path>
                <a:path w="863600" h="431800">
                  <a:moveTo>
                    <a:pt x="245567" y="24384"/>
                  </a:moveTo>
                  <a:lnTo>
                    <a:pt x="215087" y="24384"/>
                  </a:lnTo>
                  <a:lnTo>
                    <a:pt x="215087" y="53441"/>
                  </a:lnTo>
                  <a:lnTo>
                    <a:pt x="215087" y="132689"/>
                  </a:lnTo>
                  <a:lnTo>
                    <a:pt x="215087" y="160210"/>
                  </a:lnTo>
                  <a:lnTo>
                    <a:pt x="214198" y="181381"/>
                  </a:lnTo>
                  <a:lnTo>
                    <a:pt x="213753" y="201549"/>
                  </a:lnTo>
                  <a:lnTo>
                    <a:pt x="213575" y="221729"/>
                  </a:lnTo>
                  <a:lnTo>
                    <a:pt x="213563" y="239458"/>
                  </a:lnTo>
                  <a:lnTo>
                    <a:pt x="167741" y="239458"/>
                  </a:lnTo>
                  <a:lnTo>
                    <a:pt x="168808" y="221729"/>
                  </a:lnTo>
                  <a:lnTo>
                    <a:pt x="169837" y="201549"/>
                  </a:lnTo>
                  <a:lnTo>
                    <a:pt x="170522" y="181381"/>
                  </a:lnTo>
                  <a:lnTo>
                    <a:pt x="170789" y="160210"/>
                  </a:lnTo>
                  <a:lnTo>
                    <a:pt x="215087" y="160210"/>
                  </a:lnTo>
                  <a:lnTo>
                    <a:pt x="215087" y="132689"/>
                  </a:lnTo>
                  <a:lnTo>
                    <a:pt x="172313" y="132689"/>
                  </a:lnTo>
                  <a:lnTo>
                    <a:pt x="172554" y="112382"/>
                  </a:lnTo>
                  <a:lnTo>
                    <a:pt x="173596" y="72898"/>
                  </a:lnTo>
                  <a:lnTo>
                    <a:pt x="173837" y="53441"/>
                  </a:lnTo>
                  <a:lnTo>
                    <a:pt x="215087" y="53441"/>
                  </a:lnTo>
                  <a:lnTo>
                    <a:pt x="215087" y="24384"/>
                  </a:lnTo>
                  <a:lnTo>
                    <a:pt x="109829" y="24384"/>
                  </a:lnTo>
                  <a:lnTo>
                    <a:pt x="109829" y="53441"/>
                  </a:lnTo>
                  <a:lnTo>
                    <a:pt x="143357" y="53441"/>
                  </a:lnTo>
                  <a:lnTo>
                    <a:pt x="143116" y="73964"/>
                  </a:lnTo>
                  <a:lnTo>
                    <a:pt x="142074" y="113880"/>
                  </a:lnTo>
                  <a:lnTo>
                    <a:pt x="141833" y="132689"/>
                  </a:lnTo>
                  <a:lnTo>
                    <a:pt x="109829" y="132689"/>
                  </a:lnTo>
                  <a:lnTo>
                    <a:pt x="109829" y="160210"/>
                  </a:lnTo>
                  <a:lnTo>
                    <a:pt x="141833" y="160210"/>
                  </a:lnTo>
                  <a:lnTo>
                    <a:pt x="140944" y="181381"/>
                  </a:lnTo>
                  <a:lnTo>
                    <a:pt x="140119" y="202692"/>
                  </a:lnTo>
                  <a:lnTo>
                    <a:pt x="139052" y="221729"/>
                  </a:lnTo>
                  <a:lnTo>
                    <a:pt x="137261" y="239458"/>
                  </a:lnTo>
                  <a:lnTo>
                    <a:pt x="108305" y="239458"/>
                  </a:lnTo>
                  <a:lnTo>
                    <a:pt x="108305" y="266992"/>
                  </a:lnTo>
                  <a:lnTo>
                    <a:pt x="135737" y="266992"/>
                  </a:lnTo>
                  <a:lnTo>
                    <a:pt x="126619" y="306463"/>
                  </a:lnTo>
                  <a:lnTo>
                    <a:pt x="110782" y="342671"/>
                  </a:lnTo>
                  <a:lnTo>
                    <a:pt x="88379" y="375729"/>
                  </a:lnTo>
                  <a:lnTo>
                    <a:pt x="59537" y="405777"/>
                  </a:lnTo>
                  <a:lnTo>
                    <a:pt x="66103" y="411746"/>
                  </a:lnTo>
                  <a:lnTo>
                    <a:pt x="72110" y="418160"/>
                  </a:lnTo>
                  <a:lnTo>
                    <a:pt x="77533" y="424840"/>
                  </a:lnTo>
                  <a:lnTo>
                    <a:pt x="82397" y="431685"/>
                  </a:lnTo>
                  <a:lnTo>
                    <a:pt x="114998" y="396519"/>
                  </a:lnTo>
                  <a:lnTo>
                    <a:pt x="139738" y="357339"/>
                  </a:lnTo>
                  <a:lnTo>
                    <a:pt x="156768" y="314159"/>
                  </a:lnTo>
                  <a:lnTo>
                    <a:pt x="166217" y="266992"/>
                  </a:lnTo>
                  <a:lnTo>
                    <a:pt x="213563" y="266992"/>
                  </a:lnTo>
                  <a:lnTo>
                    <a:pt x="211467" y="315950"/>
                  </a:lnTo>
                  <a:lnTo>
                    <a:pt x="210769" y="335788"/>
                  </a:lnTo>
                  <a:lnTo>
                    <a:pt x="210515" y="352336"/>
                  </a:lnTo>
                  <a:lnTo>
                    <a:pt x="207695" y="365506"/>
                  </a:lnTo>
                  <a:lnTo>
                    <a:pt x="201752" y="375094"/>
                  </a:lnTo>
                  <a:lnTo>
                    <a:pt x="192938" y="380936"/>
                  </a:lnTo>
                  <a:lnTo>
                    <a:pt x="181559" y="382917"/>
                  </a:lnTo>
                  <a:lnTo>
                    <a:pt x="173253" y="382651"/>
                  </a:lnTo>
                  <a:lnTo>
                    <a:pt x="162420" y="381965"/>
                  </a:lnTo>
                  <a:lnTo>
                    <a:pt x="134213" y="379869"/>
                  </a:lnTo>
                  <a:lnTo>
                    <a:pt x="136258" y="388747"/>
                  </a:lnTo>
                  <a:lnTo>
                    <a:pt x="138023" y="397205"/>
                  </a:lnTo>
                  <a:lnTo>
                    <a:pt x="139788" y="405371"/>
                  </a:lnTo>
                  <a:lnTo>
                    <a:pt x="141833" y="413397"/>
                  </a:lnTo>
                  <a:lnTo>
                    <a:pt x="155016" y="413626"/>
                  </a:lnTo>
                  <a:lnTo>
                    <a:pt x="178562" y="414680"/>
                  </a:lnTo>
                  <a:lnTo>
                    <a:pt x="225945" y="401396"/>
                  </a:lnTo>
                  <a:lnTo>
                    <a:pt x="240995" y="361581"/>
                  </a:lnTo>
                  <a:lnTo>
                    <a:pt x="243230" y="297789"/>
                  </a:lnTo>
                  <a:lnTo>
                    <a:pt x="244068" y="256235"/>
                  </a:lnTo>
                  <a:lnTo>
                    <a:pt x="244716" y="208178"/>
                  </a:lnTo>
                  <a:lnTo>
                    <a:pt x="245186" y="153555"/>
                  </a:lnTo>
                  <a:lnTo>
                    <a:pt x="245465" y="92303"/>
                  </a:lnTo>
                  <a:lnTo>
                    <a:pt x="245567" y="24384"/>
                  </a:lnTo>
                  <a:close/>
                </a:path>
                <a:path w="863600" h="431800">
                  <a:moveTo>
                    <a:pt x="410248" y="288328"/>
                  </a:moveTo>
                  <a:lnTo>
                    <a:pt x="407085" y="257987"/>
                  </a:lnTo>
                  <a:lnTo>
                    <a:pt x="397484" y="228803"/>
                  </a:lnTo>
                  <a:lnTo>
                    <a:pt x="381317" y="200799"/>
                  </a:lnTo>
                  <a:lnTo>
                    <a:pt x="358432" y="173926"/>
                  </a:lnTo>
                  <a:lnTo>
                    <a:pt x="369646" y="148209"/>
                  </a:lnTo>
                  <a:lnTo>
                    <a:pt x="380720" y="119367"/>
                  </a:lnTo>
                  <a:lnTo>
                    <a:pt x="392074" y="87680"/>
                  </a:lnTo>
                  <a:lnTo>
                    <a:pt x="404152" y="53441"/>
                  </a:lnTo>
                  <a:lnTo>
                    <a:pt x="404152" y="24384"/>
                  </a:lnTo>
                  <a:lnTo>
                    <a:pt x="276047" y="24384"/>
                  </a:lnTo>
                  <a:lnTo>
                    <a:pt x="276047" y="431685"/>
                  </a:lnTo>
                  <a:lnTo>
                    <a:pt x="306527" y="431685"/>
                  </a:lnTo>
                  <a:lnTo>
                    <a:pt x="306527" y="53441"/>
                  </a:lnTo>
                  <a:lnTo>
                    <a:pt x="370624" y="53441"/>
                  </a:lnTo>
                  <a:lnTo>
                    <a:pt x="360908" y="82664"/>
                  </a:lnTo>
                  <a:lnTo>
                    <a:pt x="350050" y="113461"/>
                  </a:lnTo>
                  <a:lnTo>
                    <a:pt x="338048" y="146278"/>
                  </a:lnTo>
                  <a:lnTo>
                    <a:pt x="324904" y="181546"/>
                  </a:lnTo>
                  <a:lnTo>
                    <a:pt x="348907" y="207848"/>
                  </a:lnTo>
                  <a:lnTo>
                    <a:pt x="366052" y="234137"/>
                  </a:lnTo>
                  <a:lnTo>
                    <a:pt x="376339" y="260464"/>
                  </a:lnTo>
                  <a:lnTo>
                    <a:pt x="379768" y="286804"/>
                  </a:lnTo>
                  <a:lnTo>
                    <a:pt x="377786" y="305689"/>
                  </a:lnTo>
                  <a:lnTo>
                    <a:pt x="371957" y="318998"/>
                  </a:lnTo>
                  <a:lnTo>
                    <a:pt x="362407" y="326885"/>
                  </a:lnTo>
                  <a:lnTo>
                    <a:pt x="349288" y="329476"/>
                  </a:lnTo>
                  <a:lnTo>
                    <a:pt x="340741" y="329171"/>
                  </a:lnTo>
                  <a:lnTo>
                    <a:pt x="331177" y="328142"/>
                  </a:lnTo>
                  <a:lnTo>
                    <a:pt x="320738" y="326263"/>
                  </a:lnTo>
                  <a:lnTo>
                    <a:pt x="309575" y="323380"/>
                  </a:lnTo>
                  <a:lnTo>
                    <a:pt x="310946" y="332524"/>
                  </a:lnTo>
                  <a:lnTo>
                    <a:pt x="312470" y="341680"/>
                  </a:lnTo>
                  <a:lnTo>
                    <a:pt x="313715" y="350850"/>
                  </a:lnTo>
                  <a:lnTo>
                    <a:pt x="314236" y="360057"/>
                  </a:lnTo>
                  <a:lnTo>
                    <a:pt x="326885" y="360934"/>
                  </a:lnTo>
                  <a:lnTo>
                    <a:pt x="337667" y="361391"/>
                  </a:lnTo>
                  <a:lnTo>
                    <a:pt x="347027" y="361556"/>
                  </a:lnTo>
                  <a:lnTo>
                    <a:pt x="355384" y="361581"/>
                  </a:lnTo>
                  <a:lnTo>
                    <a:pt x="379387" y="356984"/>
                  </a:lnTo>
                  <a:lnTo>
                    <a:pt x="396532" y="343242"/>
                  </a:lnTo>
                  <a:lnTo>
                    <a:pt x="402717" y="329476"/>
                  </a:lnTo>
                  <a:lnTo>
                    <a:pt x="406819" y="320344"/>
                  </a:lnTo>
                  <a:lnTo>
                    <a:pt x="410248" y="288328"/>
                  </a:lnTo>
                  <a:close/>
                </a:path>
                <a:path w="863600" h="431800">
                  <a:moveTo>
                    <a:pt x="671042" y="218122"/>
                  </a:moveTo>
                  <a:lnTo>
                    <a:pt x="669518" y="186118"/>
                  </a:lnTo>
                  <a:lnTo>
                    <a:pt x="612089" y="196405"/>
                  </a:lnTo>
                  <a:lnTo>
                    <a:pt x="591794" y="199834"/>
                  </a:lnTo>
                  <a:lnTo>
                    <a:pt x="591794" y="114401"/>
                  </a:lnTo>
                  <a:lnTo>
                    <a:pt x="666470" y="114401"/>
                  </a:lnTo>
                  <a:lnTo>
                    <a:pt x="666470" y="83921"/>
                  </a:lnTo>
                  <a:lnTo>
                    <a:pt x="591794" y="83921"/>
                  </a:lnTo>
                  <a:lnTo>
                    <a:pt x="591794" y="1524"/>
                  </a:lnTo>
                  <a:lnTo>
                    <a:pt x="559701" y="1524"/>
                  </a:lnTo>
                  <a:lnTo>
                    <a:pt x="559701" y="204406"/>
                  </a:lnTo>
                  <a:lnTo>
                    <a:pt x="546862" y="206679"/>
                  </a:lnTo>
                  <a:lnTo>
                    <a:pt x="533603" y="208788"/>
                  </a:lnTo>
                  <a:lnTo>
                    <a:pt x="520052" y="210629"/>
                  </a:lnTo>
                  <a:lnTo>
                    <a:pt x="506361" y="212026"/>
                  </a:lnTo>
                  <a:lnTo>
                    <a:pt x="506361" y="45720"/>
                  </a:lnTo>
                  <a:lnTo>
                    <a:pt x="474357" y="45720"/>
                  </a:lnTo>
                  <a:lnTo>
                    <a:pt x="474357" y="218122"/>
                  </a:lnTo>
                  <a:lnTo>
                    <a:pt x="464045" y="219290"/>
                  </a:lnTo>
                  <a:lnTo>
                    <a:pt x="453732" y="220599"/>
                  </a:lnTo>
                  <a:lnTo>
                    <a:pt x="443407" y="222199"/>
                  </a:lnTo>
                  <a:lnTo>
                    <a:pt x="433108" y="224218"/>
                  </a:lnTo>
                  <a:lnTo>
                    <a:pt x="439204" y="257848"/>
                  </a:lnTo>
                  <a:lnTo>
                    <a:pt x="483527" y="249732"/>
                  </a:lnTo>
                  <a:lnTo>
                    <a:pt x="671042" y="218122"/>
                  </a:lnTo>
                  <a:close/>
                </a:path>
                <a:path w="863600" h="431800">
                  <a:moveTo>
                    <a:pt x="802208" y="288328"/>
                  </a:moveTo>
                  <a:lnTo>
                    <a:pt x="488073" y="288328"/>
                  </a:lnTo>
                  <a:lnTo>
                    <a:pt x="488073" y="318808"/>
                  </a:lnTo>
                  <a:lnTo>
                    <a:pt x="802208" y="318808"/>
                  </a:lnTo>
                  <a:lnTo>
                    <a:pt x="802208" y="288328"/>
                  </a:lnTo>
                  <a:close/>
                </a:path>
                <a:path w="863600" h="431800">
                  <a:moveTo>
                    <a:pt x="852500" y="375297"/>
                  </a:moveTo>
                  <a:lnTo>
                    <a:pt x="443776" y="375297"/>
                  </a:lnTo>
                  <a:lnTo>
                    <a:pt x="443776" y="405777"/>
                  </a:lnTo>
                  <a:lnTo>
                    <a:pt x="852500" y="405777"/>
                  </a:lnTo>
                  <a:lnTo>
                    <a:pt x="852500" y="375297"/>
                  </a:lnTo>
                  <a:close/>
                </a:path>
                <a:path w="863600" h="431800">
                  <a:moveTo>
                    <a:pt x="863168" y="149453"/>
                  </a:moveTo>
                  <a:lnTo>
                    <a:pt x="855167" y="146900"/>
                  </a:lnTo>
                  <a:lnTo>
                    <a:pt x="847166" y="143929"/>
                  </a:lnTo>
                  <a:lnTo>
                    <a:pt x="839165" y="140665"/>
                  </a:lnTo>
                  <a:lnTo>
                    <a:pt x="831164" y="137261"/>
                  </a:lnTo>
                  <a:lnTo>
                    <a:pt x="829995" y="152768"/>
                  </a:lnTo>
                  <a:lnTo>
                    <a:pt x="825068" y="193738"/>
                  </a:lnTo>
                  <a:lnTo>
                    <a:pt x="788492" y="218122"/>
                  </a:lnTo>
                  <a:lnTo>
                    <a:pt x="750392" y="218122"/>
                  </a:lnTo>
                  <a:lnTo>
                    <a:pt x="719810" y="198310"/>
                  </a:lnTo>
                  <a:lnTo>
                    <a:pt x="719810" y="141833"/>
                  </a:lnTo>
                  <a:lnTo>
                    <a:pt x="752703" y="124993"/>
                  </a:lnTo>
                  <a:lnTo>
                    <a:pt x="779195" y="109829"/>
                  </a:lnTo>
                  <a:lnTo>
                    <a:pt x="784860" y="106591"/>
                  </a:lnTo>
                  <a:lnTo>
                    <a:pt x="816127" y="86753"/>
                  </a:lnTo>
                  <a:lnTo>
                    <a:pt x="846404" y="65633"/>
                  </a:lnTo>
                  <a:lnTo>
                    <a:pt x="823544" y="41148"/>
                  </a:lnTo>
                  <a:lnTo>
                    <a:pt x="798131" y="60071"/>
                  </a:lnTo>
                  <a:lnTo>
                    <a:pt x="772287" y="77812"/>
                  </a:lnTo>
                  <a:lnTo>
                    <a:pt x="746125" y="94399"/>
                  </a:lnTo>
                  <a:lnTo>
                    <a:pt x="719810" y="109829"/>
                  </a:lnTo>
                  <a:lnTo>
                    <a:pt x="719810" y="0"/>
                  </a:lnTo>
                  <a:lnTo>
                    <a:pt x="687806" y="0"/>
                  </a:lnTo>
                  <a:lnTo>
                    <a:pt x="687806" y="190690"/>
                  </a:lnTo>
                  <a:lnTo>
                    <a:pt x="688428" y="205511"/>
                  </a:lnTo>
                  <a:lnTo>
                    <a:pt x="708025" y="239128"/>
                  </a:lnTo>
                  <a:lnTo>
                    <a:pt x="747344" y="245567"/>
                  </a:lnTo>
                  <a:lnTo>
                    <a:pt x="793064" y="245567"/>
                  </a:lnTo>
                  <a:lnTo>
                    <a:pt x="835164" y="235089"/>
                  </a:lnTo>
                  <a:lnTo>
                    <a:pt x="855548" y="202882"/>
                  </a:lnTo>
                  <a:lnTo>
                    <a:pt x="861758" y="162344"/>
                  </a:lnTo>
                  <a:lnTo>
                    <a:pt x="863168" y="14945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8129867" y="4801933"/>
            <a:ext cx="276225" cy="416559"/>
          </a:xfrm>
          <a:custGeom>
            <a:avLst/>
            <a:gdLst/>
            <a:ahLst/>
            <a:cxnLst/>
            <a:rect l="l" t="t" r="r" b="b"/>
            <a:pathLst>
              <a:path w="276225" h="416560">
                <a:moveTo>
                  <a:pt x="115824" y="0"/>
                </a:moveTo>
                <a:lnTo>
                  <a:pt x="77724" y="0"/>
                </a:lnTo>
                <a:lnTo>
                  <a:pt x="49745" y="36118"/>
                </a:lnTo>
                <a:lnTo>
                  <a:pt x="27978" y="74930"/>
                </a:lnTo>
                <a:lnTo>
                  <a:pt x="12433" y="116573"/>
                </a:lnTo>
                <a:lnTo>
                  <a:pt x="3111" y="161213"/>
                </a:lnTo>
                <a:lnTo>
                  <a:pt x="0" y="208978"/>
                </a:lnTo>
                <a:lnTo>
                  <a:pt x="3111" y="256057"/>
                </a:lnTo>
                <a:lnTo>
                  <a:pt x="12433" y="300266"/>
                </a:lnTo>
                <a:lnTo>
                  <a:pt x="27978" y="341680"/>
                </a:lnTo>
                <a:lnTo>
                  <a:pt x="49745" y="380390"/>
                </a:lnTo>
                <a:lnTo>
                  <a:pt x="77724" y="416433"/>
                </a:lnTo>
                <a:lnTo>
                  <a:pt x="115824" y="416433"/>
                </a:lnTo>
                <a:lnTo>
                  <a:pt x="87845" y="379653"/>
                </a:lnTo>
                <a:lnTo>
                  <a:pt x="66078" y="340588"/>
                </a:lnTo>
                <a:lnTo>
                  <a:pt x="50533" y="299161"/>
                </a:lnTo>
                <a:lnTo>
                  <a:pt x="41211" y="255320"/>
                </a:lnTo>
                <a:lnTo>
                  <a:pt x="38100" y="208978"/>
                </a:lnTo>
                <a:lnTo>
                  <a:pt x="41211" y="161798"/>
                </a:lnTo>
                <a:lnTo>
                  <a:pt x="50533" y="117233"/>
                </a:lnTo>
                <a:lnTo>
                  <a:pt x="66078" y="75361"/>
                </a:lnTo>
                <a:lnTo>
                  <a:pt x="87845" y="36258"/>
                </a:lnTo>
                <a:lnTo>
                  <a:pt x="115824" y="0"/>
                </a:lnTo>
                <a:close/>
              </a:path>
              <a:path w="276225" h="416560">
                <a:moveTo>
                  <a:pt x="276034" y="24485"/>
                </a:moveTo>
                <a:lnTo>
                  <a:pt x="239356" y="24485"/>
                </a:lnTo>
                <a:lnTo>
                  <a:pt x="239356" y="227368"/>
                </a:lnTo>
                <a:lnTo>
                  <a:pt x="236245" y="263613"/>
                </a:lnTo>
                <a:lnTo>
                  <a:pt x="226974" y="289852"/>
                </a:lnTo>
                <a:lnTo>
                  <a:pt x="211721" y="305803"/>
                </a:lnTo>
                <a:lnTo>
                  <a:pt x="190588" y="311188"/>
                </a:lnTo>
                <a:lnTo>
                  <a:pt x="181114" y="310616"/>
                </a:lnTo>
                <a:lnTo>
                  <a:pt x="173062" y="308902"/>
                </a:lnTo>
                <a:lnTo>
                  <a:pt x="166166" y="306044"/>
                </a:lnTo>
                <a:lnTo>
                  <a:pt x="160108" y="302044"/>
                </a:lnTo>
                <a:lnTo>
                  <a:pt x="160108" y="338709"/>
                </a:lnTo>
                <a:lnTo>
                  <a:pt x="166141" y="340956"/>
                </a:lnTo>
                <a:lnTo>
                  <a:pt x="172872" y="342900"/>
                </a:lnTo>
                <a:lnTo>
                  <a:pt x="180479" y="344284"/>
                </a:lnTo>
                <a:lnTo>
                  <a:pt x="189064" y="344805"/>
                </a:lnTo>
                <a:lnTo>
                  <a:pt x="208495" y="342811"/>
                </a:lnTo>
                <a:lnTo>
                  <a:pt x="253072" y="312712"/>
                </a:lnTo>
                <a:lnTo>
                  <a:pt x="270306" y="276136"/>
                </a:lnTo>
                <a:lnTo>
                  <a:pt x="276034" y="225844"/>
                </a:lnTo>
                <a:lnTo>
                  <a:pt x="276034" y="244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8465343" y="4911756"/>
            <a:ext cx="619760" cy="235585"/>
            <a:chOff x="8465343" y="4911756"/>
            <a:chExt cx="619760" cy="235585"/>
          </a:xfrm>
        </p:grpSpPr>
        <p:pic>
          <p:nvPicPr>
            <p:cNvPr id="65" name="object 6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65343" y="4911756"/>
              <a:ext cx="176879" cy="234981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75846" y="4916328"/>
              <a:ext cx="210407" cy="22431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07589" y="4911756"/>
              <a:ext cx="176974" cy="234981"/>
            </a:xfrm>
            <a:prstGeom prst="rect">
              <a:avLst/>
            </a:prstGeom>
          </p:spPr>
        </p:pic>
      </p:grpSp>
      <p:graphicFrame>
        <p:nvGraphicFramePr>
          <p:cNvPr id="68" name="object 68" descr=""/>
          <p:cNvGraphicFramePr>
            <a:graphicFrameLocks noGrp="1"/>
          </p:cNvGraphicFramePr>
          <p:nvPr/>
        </p:nvGraphicFramePr>
        <p:xfrm>
          <a:off x="9156192" y="4826952"/>
          <a:ext cx="488315" cy="280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29"/>
                <a:gridCol w="140335"/>
              </a:tblGrid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9" name="object 69" descr=""/>
          <p:cNvSpPr/>
          <p:nvPr/>
        </p:nvSpPr>
        <p:spPr>
          <a:xfrm>
            <a:off x="9577101" y="5090255"/>
            <a:ext cx="61594" cy="108585"/>
          </a:xfrm>
          <a:custGeom>
            <a:avLst/>
            <a:gdLst/>
            <a:ahLst/>
            <a:cxnLst/>
            <a:rect l="l" t="t" r="r" b="b"/>
            <a:pathLst>
              <a:path w="61595" h="108585">
                <a:moveTo>
                  <a:pt x="25908" y="108299"/>
                </a:moveTo>
                <a:lnTo>
                  <a:pt x="0" y="108299"/>
                </a:lnTo>
                <a:lnTo>
                  <a:pt x="25908" y="0"/>
                </a:lnTo>
                <a:lnTo>
                  <a:pt x="61055" y="0"/>
                </a:lnTo>
                <a:lnTo>
                  <a:pt x="25908" y="10829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297584" y="5358765"/>
            <a:ext cx="500380" cy="325120"/>
          </a:xfrm>
          <a:custGeom>
            <a:avLst/>
            <a:gdLst/>
            <a:ahLst/>
            <a:cxnLst/>
            <a:rect l="l" t="t" r="r" b="b"/>
            <a:pathLst>
              <a:path w="500380" h="325120">
                <a:moveTo>
                  <a:pt x="279082" y="320332"/>
                </a:moveTo>
                <a:lnTo>
                  <a:pt x="245173" y="231838"/>
                </a:lnTo>
                <a:lnTo>
                  <a:pt x="232333" y="198310"/>
                </a:lnTo>
                <a:lnTo>
                  <a:pt x="192214" y="93624"/>
                </a:lnTo>
                <a:lnTo>
                  <a:pt x="192214" y="198310"/>
                </a:lnTo>
                <a:lnTo>
                  <a:pt x="83908" y="198310"/>
                </a:lnTo>
                <a:lnTo>
                  <a:pt x="132676" y="64008"/>
                </a:lnTo>
                <a:lnTo>
                  <a:pt x="134200" y="59436"/>
                </a:lnTo>
                <a:lnTo>
                  <a:pt x="137248" y="44196"/>
                </a:lnTo>
                <a:lnTo>
                  <a:pt x="138772" y="44196"/>
                </a:lnTo>
                <a:lnTo>
                  <a:pt x="140296" y="53340"/>
                </a:lnTo>
                <a:lnTo>
                  <a:pt x="141820" y="60960"/>
                </a:lnTo>
                <a:lnTo>
                  <a:pt x="143344" y="64008"/>
                </a:lnTo>
                <a:lnTo>
                  <a:pt x="192214" y="198310"/>
                </a:lnTo>
                <a:lnTo>
                  <a:pt x="192214" y="93624"/>
                </a:lnTo>
                <a:lnTo>
                  <a:pt x="173278" y="44196"/>
                </a:lnTo>
                <a:lnTo>
                  <a:pt x="158686" y="6096"/>
                </a:lnTo>
                <a:lnTo>
                  <a:pt x="120484" y="6096"/>
                </a:lnTo>
                <a:lnTo>
                  <a:pt x="0" y="320332"/>
                </a:lnTo>
                <a:lnTo>
                  <a:pt x="39712" y="320332"/>
                </a:lnTo>
                <a:lnTo>
                  <a:pt x="71716" y="231838"/>
                </a:lnTo>
                <a:lnTo>
                  <a:pt x="204406" y="231838"/>
                </a:lnTo>
                <a:lnTo>
                  <a:pt x="237934" y="320332"/>
                </a:lnTo>
                <a:lnTo>
                  <a:pt x="279082" y="320332"/>
                </a:lnTo>
                <a:close/>
              </a:path>
              <a:path w="500380" h="325120">
                <a:moveTo>
                  <a:pt x="500253" y="240982"/>
                </a:moveTo>
                <a:lnTo>
                  <a:pt x="490448" y="202387"/>
                </a:lnTo>
                <a:lnTo>
                  <a:pt x="463486" y="174040"/>
                </a:lnTo>
                <a:lnTo>
                  <a:pt x="417868" y="146405"/>
                </a:lnTo>
                <a:lnTo>
                  <a:pt x="409905" y="142735"/>
                </a:lnTo>
                <a:lnTo>
                  <a:pt x="402247" y="138785"/>
                </a:lnTo>
                <a:lnTo>
                  <a:pt x="388912" y="131165"/>
                </a:lnTo>
                <a:lnTo>
                  <a:pt x="379768" y="126593"/>
                </a:lnTo>
                <a:lnTo>
                  <a:pt x="361480" y="112877"/>
                </a:lnTo>
                <a:lnTo>
                  <a:pt x="356908" y="108305"/>
                </a:lnTo>
                <a:lnTo>
                  <a:pt x="350812" y="96113"/>
                </a:lnTo>
                <a:lnTo>
                  <a:pt x="349288" y="88493"/>
                </a:lnTo>
                <a:lnTo>
                  <a:pt x="349288" y="71628"/>
                </a:lnTo>
                <a:lnTo>
                  <a:pt x="376720" y="41148"/>
                </a:lnTo>
                <a:lnTo>
                  <a:pt x="408724" y="33528"/>
                </a:lnTo>
                <a:lnTo>
                  <a:pt x="416344" y="33528"/>
                </a:lnTo>
                <a:lnTo>
                  <a:pt x="437222" y="34696"/>
                </a:lnTo>
                <a:lnTo>
                  <a:pt x="456234" y="38290"/>
                </a:lnTo>
                <a:lnTo>
                  <a:pt x="473227" y="44462"/>
                </a:lnTo>
                <a:lnTo>
                  <a:pt x="488061" y="53340"/>
                </a:lnTo>
                <a:lnTo>
                  <a:pt x="488061" y="12192"/>
                </a:lnTo>
                <a:lnTo>
                  <a:pt x="475411" y="7073"/>
                </a:lnTo>
                <a:lnTo>
                  <a:pt x="460044" y="3238"/>
                </a:lnTo>
                <a:lnTo>
                  <a:pt x="441515" y="838"/>
                </a:lnTo>
                <a:lnTo>
                  <a:pt x="419392" y="0"/>
                </a:lnTo>
                <a:lnTo>
                  <a:pt x="409333" y="292"/>
                </a:lnTo>
                <a:lnTo>
                  <a:pt x="370001" y="8051"/>
                </a:lnTo>
                <a:lnTo>
                  <a:pt x="330809" y="32575"/>
                </a:lnTo>
                <a:lnTo>
                  <a:pt x="311759" y="73863"/>
                </a:lnTo>
                <a:lnTo>
                  <a:pt x="311188" y="83921"/>
                </a:lnTo>
                <a:lnTo>
                  <a:pt x="311492" y="92760"/>
                </a:lnTo>
                <a:lnTo>
                  <a:pt x="328637" y="133045"/>
                </a:lnTo>
                <a:lnTo>
                  <a:pt x="358432" y="157073"/>
                </a:lnTo>
                <a:lnTo>
                  <a:pt x="396646" y="177520"/>
                </a:lnTo>
                <a:lnTo>
                  <a:pt x="410984" y="185496"/>
                </a:lnTo>
                <a:lnTo>
                  <a:pt x="424434" y="192620"/>
                </a:lnTo>
                <a:lnTo>
                  <a:pt x="430441" y="196215"/>
                </a:lnTo>
                <a:lnTo>
                  <a:pt x="435902" y="200101"/>
                </a:lnTo>
                <a:lnTo>
                  <a:pt x="440817" y="204406"/>
                </a:lnTo>
                <a:lnTo>
                  <a:pt x="448437" y="208978"/>
                </a:lnTo>
                <a:lnTo>
                  <a:pt x="453009" y="215074"/>
                </a:lnTo>
                <a:lnTo>
                  <a:pt x="456057" y="221170"/>
                </a:lnTo>
                <a:lnTo>
                  <a:pt x="460629" y="227266"/>
                </a:lnTo>
                <a:lnTo>
                  <a:pt x="462153" y="234886"/>
                </a:lnTo>
                <a:lnTo>
                  <a:pt x="462153" y="242506"/>
                </a:lnTo>
                <a:lnTo>
                  <a:pt x="445389" y="279082"/>
                </a:lnTo>
                <a:lnTo>
                  <a:pt x="395008" y="291376"/>
                </a:lnTo>
                <a:lnTo>
                  <a:pt x="381292" y="291376"/>
                </a:lnTo>
                <a:lnTo>
                  <a:pt x="358432" y="286702"/>
                </a:lnTo>
                <a:lnTo>
                  <a:pt x="350812" y="283654"/>
                </a:lnTo>
                <a:lnTo>
                  <a:pt x="343192" y="282130"/>
                </a:lnTo>
                <a:lnTo>
                  <a:pt x="327952" y="276034"/>
                </a:lnTo>
                <a:lnTo>
                  <a:pt x="321856" y="271462"/>
                </a:lnTo>
                <a:lnTo>
                  <a:pt x="315760" y="268414"/>
                </a:lnTo>
                <a:lnTo>
                  <a:pt x="311188" y="263842"/>
                </a:lnTo>
                <a:lnTo>
                  <a:pt x="311188" y="306616"/>
                </a:lnTo>
                <a:lnTo>
                  <a:pt x="314236" y="309664"/>
                </a:lnTo>
                <a:lnTo>
                  <a:pt x="320332" y="312712"/>
                </a:lnTo>
                <a:lnTo>
                  <a:pt x="326428" y="314236"/>
                </a:lnTo>
                <a:lnTo>
                  <a:pt x="334048" y="317284"/>
                </a:lnTo>
                <a:lnTo>
                  <a:pt x="340144" y="318808"/>
                </a:lnTo>
                <a:lnTo>
                  <a:pt x="363004" y="323380"/>
                </a:lnTo>
                <a:lnTo>
                  <a:pt x="370624" y="323380"/>
                </a:lnTo>
                <a:lnTo>
                  <a:pt x="378244" y="324904"/>
                </a:lnTo>
                <a:lnTo>
                  <a:pt x="421271" y="322326"/>
                </a:lnTo>
                <a:lnTo>
                  <a:pt x="459320" y="310896"/>
                </a:lnTo>
                <a:lnTo>
                  <a:pt x="491109" y="279082"/>
                </a:lnTo>
                <a:lnTo>
                  <a:pt x="499681" y="251866"/>
                </a:lnTo>
                <a:lnTo>
                  <a:pt x="500253" y="2409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860321" y="5364860"/>
            <a:ext cx="283845" cy="319405"/>
          </a:xfrm>
          <a:custGeom>
            <a:avLst/>
            <a:gdLst/>
            <a:ahLst/>
            <a:cxnLst/>
            <a:rect l="l" t="t" r="r" b="b"/>
            <a:pathLst>
              <a:path w="283844" h="319404">
                <a:moveTo>
                  <a:pt x="192214" y="93065"/>
                </a:moveTo>
                <a:lnTo>
                  <a:pt x="185356" y="53543"/>
                </a:lnTo>
                <a:lnTo>
                  <a:pt x="154114" y="16764"/>
                </a:lnTo>
                <a:lnTo>
                  <a:pt x="154114" y="94589"/>
                </a:lnTo>
                <a:lnTo>
                  <a:pt x="152933" y="109728"/>
                </a:lnTo>
                <a:lnTo>
                  <a:pt x="134213" y="144881"/>
                </a:lnTo>
                <a:lnTo>
                  <a:pt x="93700" y="160528"/>
                </a:lnTo>
                <a:lnTo>
                  <a:pt x="76301" y="161645"/>
                </a:lnTo>
                <a:lnTo>
                  <a:pt x="36677" y="161645"/>
                </a:lnTo>
                <a:lnTo>
                  <a:pt x="36677" y="32004"/>
                </a:lnTo>
                <a:lnTo>
                  <a:pt x="80873" y="32004"/>
                </a:lnTo>
                <a:lnTo>
                  <a:pt x="112890" y="35991"/>
                </a:lnTo>
                <a:lnTo>
                  <a:pt x="135775" y="47828"/>
                </a:lnTo>
                <a:lnTo>
                  <a:pt x="149529" y="67411"/>
                </a:lnTo>
                <a:lnTo>
                  <a:pt x="154114" y="94589"/>
                </a:lnTo>
                <a:lnTo>
                  <a:pt x="154114" y="16764"/>
                </a:lnTo>
                <a:lnTo>
                  <a:pt x="149580" y="13512"/>
                </a:lnTo>
                <a:lnTo>
                  <a:pt x="131546" y="5905"/>
                </a:lnTo>
                <a:lnTo>
                  <a:pt x="110680" y="1460"/>
                </a:lnTo>
                <a:lnTo>
                  <a:pt x="86969" y="0"/>
                </a:lnTo>
                <a:lnTo>
                  <a:pt x="0" y="0"/>
                </a:lnTo>
                <a:lnTo>
                  <a:pt x="0" y="314236"/>
                </a:lnTo>
                <a:lnTo>
                  <a:pt x="36677" y="314236"/>
                </a:lnTo>
                <a:lnTo>
                  <a:pt x="36677" y="195262"/>
                </a:lnTo>
                <a:lnTo>
                  <a:pt x="79349" y="195262"/>
                </a:lnTo>
                <a:lnTo>
                  <a:pt x="126212" y="188214"/>
                </a:lnTo>
                <a:lnTo>
                  <a:pt x="161734" y="166217"/>
                </a:lnTo>
                <a:lnTo>
                  <a:pt x="165963" y="161645"/>
                </a:lnTo>
                <a:lnTo>
                  <a:pt x="175501" y="151358"/>
                </a:lnTo>
                <a:lnTo>
                  <a:pt x="184975" y="134213"/>
                </a:lnTo>
                <a:lnTo>
                  <a:pt x="190449" y="114782"/>
                </a:lnTo>
                <a:lnTo>
                  <a:pt x="192214" y="93065"/>
                </a:lnTo>
                <a:close/>
              </a:path>
              <a:path w="283844" h="319404">
                <a:moveTo>
                  <a:pt x="283654" y="286804"/>
                </a:moveTo>
                <a:lnTo>
                  <a:pt x="282130" y="280606"/>
                </a:lnTo>
                <a:lnTo>
                  <a:pt x="277558" y="276034"/>
                </a:lnTo>
                <a:lnTo>
                  <a:pt x="271462" y="271462"/>
                </a:lnTo>
                <a:lnTo>
                  <a:pt x="266890" y="268414"/>
                </a:lnTo>
                <a:lnTo>
                  <a:pt x="253174" y="268414"/>
                </a:lnTo>
                <a:lnTo>
                  <a:pt x="247078" y="271462"/>
                </a:lnTo>
                <a:lnTo>
                  <a:pt x="242506" y="276034"/>
                </a:lnTo>
                <a:lnTo>
                  <a:pt x="237934" y="282232"/>
                </a:lnTo>
                <a:lnTo>
                  <a:pt x="234886" y="286804"/>
                </a:lnTo>
                <a:lnTo>
                  <a:pt x="234886" y="300520"/>
                </a:lnTo>
                <a:lnTo>
                  <a:pt x="237934" y="306616"/>
                </a:lnTo>
                <a:lnTo>
                  <a:pt x="247078" y="315760"/>
                </a:lnTo>
                <a:lnTo>
                  <a:pt x="253174" y="318808"/>
                </a:lnTo>
                <a:lnTo>
                  <a:pt x="259270" y="318808"/>
                </a:lnTo>
                <a:lnTo>
                  <a:pt x="266890" y="318808"/>
                </a:lnTo>
                <a:lnTo>
                  <a:pt x="271462" y="315760"/>
                </a:lnTo>
                <a:lnTo>
                  <a:pt x="277558" y="311188"/>
                </a:lnTo>
                <a:lnTo>
                  <a:pt x="282130" y="306616"/>
                </a:lnTo>
                <a:lnTo>
                  <a:pt x="283654" y="300520"/>
                </a:lnTo>
                <a:lnTo>
                  <a:pt x="283654" y="28680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2209609" y="5364860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7244" y="0"/>
                </a:lnTo>
                <a:lnTo>
                  <a:pt x="75513" y="44196"/>
                </a:lnTo>
                <a:lnTo>
                  <a:pt x="35052" y="44196"/>
                </a:lnTo>
                <a:lnTo>
                  <a:pt x="35936" y="50292"/>
                </a:lnTo>
                <a:lnTo>
                  <a:pt x="36385" y="59257"/>
                </a:lnTo>
                <a:lnTo>
                  <a:pt x="36552" y="71453"/>
                </a:lnTo>
                <a:lnTo>
                  <a:pt x="36576" y="314229"/>
                </a:lnTo>
                <a:close/>
              </a:path>
              <a:path w="253364" h="314325">
                <a:moveTo>
                  <a:pt x="253174" y="266890"/>
                </a:moveTo>
                <a:lnTo>
                  <a:pt x="216789" y="248602"/>
                </a:lnTo>
                <a:lnTo>
                  <a:pt x="216598" y="0"/>
                </a:lnTo>
                <a:lnTo>
                  <a:pt x="253174" y="0"/>
                </a:lnTo>
                <a:lnTo>
                  <a:pt x="253174" y="266890"/>
                </a:lnTo>
                <a:close/>
              </a:path>
              <a:path w="253364" h="314325">
                <a:moveTo>
                  <a:pt x="253174" y="314229"/>
                </a:moveTo>
                <a:lnTo>
                  <a:pt x="207359" y="314229"/>
                </a:lnTo>
                <a:lnTo>
                  <a:pt x="45720" y="62484"/>
                </a:lnTo>
                <a:lnTo>
                  <a:pt x="42672" y="56388"/>
                </a:lnTo>
                <a:lnTo>
                  <a:pt x="38100" y="50292"/>
                </a:lnTo>
                <a:lnTo>
                  <a:pt x="36576" y="44196"/>
                </a:lnTo>
                <a:lnTo>
                  <a:pt x="75513" y="44196"/>
                </a:lnTo>
                <a:lnTo>
                  <a:pt x="204311" y="245554"/>
                </a:lnTo>
                <a:lnTo>
                  <a:pt x="209241" y="252960"/>
                </a:lnTo>
                <a:lnTo>
                  <a:pt x="215710" y="263771"/>
                </a:lnTo>
                <a:lnTo>
                  <a:pt x="218122" y="266890"/>
                </a:lnTo>
                <a:lnTo>
                  <a:pt x="253174" y="266890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2546604" y="5365115"/>
            <a:ext cx="489584" cy="372110"/>
          </a:xfrm>
          <a:custGeom>
            <a:avLst/>
            <a:gdLst/>
            <a:ahLst/>
            <a:cxnLst/>
            <a:rect l="l" t="t" r="r" b="b"/>
            <a:pathLst>
              <a:path w="489585" h="372110">
                <a:moveTo>
                  <a:pt x="166306" y="280962"/>
                </a:moveTo>
                <a:lnTo>
                  <a:pt x="36664" y="280962"/>
                </a:lnTo>
                <a:lnTo>
                  <a:pt x="36664" y="170472"/>
                </a:lnTo>
                <a:lnTo>
                  <a:pt x="149440" y="170472"/>
                </a:lnTo>
                <a:lnTo>
                  <a:pt x="149440" y="137452"/>
                </a:lnTo>
                <a:lnTo>
                  <a:pt x="36664" y="137452"/>
                </a:lnTo>
                <a:lnTo>
                  <a:pt x="36664" y="32042"/>
                </a:lnTo>
                <a:lnTo>
                  <a:pt x="158686" y="32042"/>
                </a:lnTo>
                <a:lnTo>
                  <a:pt x="158686" y="292"/>
                </a:lnTo>
                <a:lnTo>
                  <a:pt x="0" y="292"/>
                </a:lnTo>
                <a:lnTo>
                  <a:pt x="0" y="32042"/>
                </a:lnTo>
                <a:lnTo>
                  <a:pt x="0" y="137452"/>
                </a:lnTo>
                <a:lnTo>
                  <a:pt x="0" y="170472"/>
                </a:lnTo>
                <a:lnTo>
                  <a:pt x="0" y="280962"/>
                </a:lnTo>
                <a:lnTo>
                  <a:pt x="0" y="313982"/>
                </a:lnTo>
                <a:lnTo>
                  <a:pt x="166306" y="313982"/>
                </a:lnTo>
                <a:lnTo>
                  <a:pt x="166306" y="280962"/>
                </a:lnTo>
                <a:close/>
              </a:path>
              <a:path w="489585" h="372110">
                <a:moveTo>
                  <a:pt x="411759" y="0"/>
                </a:moveTo>
                <a:lnTo>
                  <a:pt x="193738" y="0"/>
                </a:lnTo>
                <a:lnTo>
                  <a:pt x="193738" y="31750"/>
                </a:lnTo>
                <a:lnTo>
                  <a:pt x="285178" y="31750"/>
                </a:lnTo>
                <a:lnTo>
                  <a:pt x="285178" y="313690"/>
                </a:lnTo>
                <a:lnTo>
                  <a:pt x="321843" y="313690"/>
                </a:lnTo>
                <a:lnTo>
                  <a:pt x="321843" y="31750"/>
                </a:lnTo>
                <a:lnTo>
                  <a:pt x="411759" y="31750"/>
                </a:lnTo>
                <a:lnTo>
                  <a:pt x="411759" y="0"/>
                </a:lnTo>
                <a:close/>
              </a:path>
              <a:path w="489585" h="372110">
                <a:moveTo>
                  <a:pt x="489585" y="263601"/>
                </a:moveTo>
                <a:lnTo>
                  <a:pt x="454533" y="263601"/>
                </a:lnTo>
                <a:lnTo>
                  <a:pt x="428523" y="371894"/>
                </a:lnTo>
                <a:lnTo>
                  <a:pt x="454533" y="371894"/>
                </a:lnTo>
                <a:lnTo>
                  <a:pt x="489585" y="2636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3226784" y="5364860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0" y="1452"/>
                </a:lnTo>
                <a:lnTo>
                  <a:pt x="130206" y="5905"/>
                </a:lnTo>
                <a:lnTo>
                  <a:pt x="148661" y="13501"/>
                </a:lnTo>
                <a:lnTo>
                  <a:pt x="164687" y="24384"/>
                </a:lnTo>
                <a:lnTo>
                  <a:pt x="171713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693" y="161639"/>
                </a:lnTo>
                <a:lnTo>
                  <a:pt x="161639" y="166211"/>
                </a:lnTo>
                <a:lnTo>
                  <a:pt x="144470" y="179148"/>
                </a:lnTo>
                <a:lnTo>
                  <a:pt x="124872" y="188202"/>
                </a:lnTo>
                <a:lnTo>
                  <a:pt x="102703" y="193522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4" h="314325">
                <a:moveTo>
                  <a:pt x="165693" y="161639"/>
                </a:moveTo>
                <a:lnTo>
                  <a:pt x="74771" y="161639"/>
                </a:lnTo>
                <a:lnTo>
                  <a:pt x="93035" y="160520"/>
                </a:lnTo>
                <a:lnTo>
                  <a:pt x="108870" y="157257"/>
                </a:lnTo>
                <a:lnTo>
                  <a:pt x="141803" y="134874"/>
                </a:lnTo>
                <a:lnTo>
                  <a:pt x="154019" y="94583"/>
                </a:lnTo>
                <a:lnTo>
                  <a:pt x="149209" y="67405"/>
                </a:lnTo>
                <a:lnTo>
                  <a:pt x="134969" y="47827"/>
                </a:lnTo>
                <a:lnTo>
                  <a:pt x="111585" y="35982"/>
                </a:lnTo>
                <a:lnTo>
                  <a:pt x="79343" y="32004"/>
                </a:lnTo>
                <a:lnTo>
                  <a:pt x="171713" y="32004"/>
                </a:lnTo>
                <a:lnTo>
                  <a:pt x="176743" y="37458"/>
                </a:lnTo>
                <a:lnTo>
                  <a:pt x="185344" y="53542"/>
                </a:lnTo>
                <a:lnTo>
                  <a:pt x="190498" y="72215"/>
                </a:lnTo>
                <a:lnTo>
                  <a:pt x="192214" y="93059"/>
                </a:lnTo>
                <a:lnTo>
                  <a:pt x="190236" y="114776"/>
                </a:lnTo>
                <a:lnTo>
                  <a:pt x="184392" y="134207"/>
                </a:lnTo>
                <a:lnTo>
                  <a:pt x="174815" y="151352"/>
                </a:lnTo>
                <a:lnTo>
                  <a:pt x="165693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478434" y="5365400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478428" y="5365406"/>
            <a:ext cx="234950" cy="313690"/>
          </a:xfrm>
          <a:custGeom>
            <a:avLst/>
            <a:gdLst/>
            <a:ahLst/>
            <a:cxnLst/>
            <a:rect l="l" t="t" r="r" b="b"/>
            <a:pathLst>
              <a:path w="234950" h="313689">
                <a:moveTo>
                  <a:pt x="234886" y="0"/>
                </a:moveTo>
                <a:lnTo>
                  <a:pt x="198310" y="0"/>
                </a:lnTo>
                <a:lnTo>
                  <a:pt x="198310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8310" y="170180"/>
                </a:lnTo>
                <a:lnTo>
                  <a:pt x="198310" y="313690"/>
                </a:lnTo>
                <a:lnTo>
                  <a:pt x="234886" y="313690"/>
                </a:lnTo>
                <a:lnTo>
                  <a:pt x="234886" y="170180"/>
                </a:lnTo>
                <a:lnTo>
                  <a:pt x="234886" y="137160"/>
                </a:lnTo>
                <a:lnTo>
                  <a:pt x="23488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797134" y="5364860"/>
            <a:ext cx="279400" cy="372745"/>
          </a:xfrm>
          <a:custGeom>
            <a:avLst/>
            <a:gdLst/>
            <a:ahLst/>
            <a:cxnLst/>
            <a:rect l="l" t="t" r="r" b="b"/>
            <a:pathLst>
              <a:path w="279400" h="372745">
                <a:moveTo>
                  <a:pt x="192214" y="93065"/>
                </a:moveTo>
                <a:lnTo>
                  <a:pt x="185356" y="53543"/>
                </a:lnTo>
                <a:lnTo>
                  <a:pt x="154114" y="16764"/>
                </a:lnTo>
                <a:lnTo>
                  <a:pt x="154114" y="94589"/>
                </a:lnTo>
                <a:lnTo>
                  <a:pt x="152717" y="109728"/>
                </a:lnTo>
                <a:lnTo>
                  <a:pt x="134213" y="144881"/>
                </a:lnTo>
                <a:lnTo>
                  <a:pt x="93065" y="160528"/>
                </a:lnTo>
                <a:lnTo>
                  <a:pt x="74777" y="161645"/>
                </a:lnTo>
                <a:lnTo>
                  <a:pt x="36677" y="161645"/>
                </a:lnTo>
                <a:lnTo>
                  <a:pt x="36677" y="32004"/>
                </a:lnTo>
                <a:lnTo>
                  <a:pt x="79349" y="32004"/>
                </a:lnTo>
                <a:lnTo>
                  <a:pt x="112242" y="35991"/>
                </a:lnTo>
                <a:lnTo>
                  <a:pt x="135585" y="47828"/>
                </a:lnTo>
                <a:lnTo>
                  <a:pt x="149504" y="67411"/>
                </a:lnTo>
                <a:lnTo>
                  <a:pt x="154114" y="94589"/>
                </a:lnTo>
                <a:lnTo>
                  <a:pt x="154114" y="16764"/>
                </a:lnTo>
                <a:lnTo>
                  <a:pt x="149580" y="13512"/>
                </a:lnTo>
                <a:lnTo>
                  <a:pt x="131546" y="5905"/>
                </a:lnTo>
                <a:lnTo>
                  <a:pt x="110680" y="1460"/>
                </a:lnTo>
                <a:lnTo>
                  <a:pt x="86969" y="0"/>
                </a:lnTo>
                <a:lnTo>
                  <a:pt x="0" y="0"/>
                </a:lnTo>
                <a:lnTo>
                  <a:pt x="0" y="314236"/>
                </a:lnTo>
                <a:lnTo>
                  <a:pt x="36677" y="314236"/>
                </a:lnTo>
                <a:lnTo>
                  <a:pt x="36677" y="195262"/>
                </a:lnTo>
                <a:lnTo>
                  <a:pt x="77825" y="195262"/>
                </a:lnTo>
                <a:lnTo>
                  <a:pt x="124879" y="188214"/>
                </a:lnTo>
                <a:lnTo>
                  <a:pt x="161734" y="166217"/>
                </a:lnTo>
                <a:lnTo>
                  <a:pt x="184404" y="134213"/>
                </a:lnTo>
                <a:lnTo>
                  <a:pt x="190233" y="114782"/>
                </a:lnTo>
                <a:lnTo>
                  <a:pt x="192214" y="93065"/>
                </a:lnTo>
                <a:close/>
              </a:path>
              <a:path w="279400" h="372745">
                <a:moveTo>
                  <a:pt x="279082" y="263855"/>
                </a:moveTo>
                <a:lnTo>
                  <a:pt x="244030" y="263855"/>
                </a:lnTo>
                <a:lnTo>
                  <a:pt x="218122" y="372148"/>
                </a:lnTo>
                <a:lnTo>
                  <a:pt x="244030" y="372148"/>
                </a:lnTo>
                <a:lnTo>
                  <a:pt x="279082" y="26385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" name="object 78" descr=""/>
          <p:cNvGrpSpPr/>
          <p:nvPr/>
        </p:nvGrpSpPr>
        <p:grpSpPr>
          <a:xfrm>
            <a:off x="4266914" y="5364860"/>
            <a:ext cx="469900" cy="319405"/>
            <a:chOff x="4266914" y="5364860"/>
            <a:chExt cx="469900" cy="319405"/>
          </a:xfrm>
        </p:grpSpPr>
        <p:sp>
          <p:nvSpPr>
            <p:cNvPr id="79" name="object 79" descr=""/>
            <p:cNvSpPr/>
            <p:nvPr/>
          </p:nvSpPr>
          <p:spPr>
            <a:xfrm>
              <a:off x="4266914" y="5364860"/>
              <a:ext cx="226060" cy="314325"/>
            </a:xfrm>
            <a:custGeom>
              <a:avLst/>
              <a:gdLst/>
              <a:ahLst/>
              <a:cxnLst/>
              <a:rect l="l" t="t" r="r" b="b"/>
              <a:pathLst>
                <a:path w="226060" h="314325">
                  <a:moveTo>
                    <a:pt x="36576" y="314229"/>
                  </a:moveTo>
                  <a:lnTo>
                    <a:pt x="0" y="314229"/>
                  </a:lnTo>
                  <a:lnTo>
                    <a:pt x="0" y="0"/>
                  </a:lnTo>
                  <a:lnTo>
                    <a:pt x="94488" y="0"/>
                  </a:lnTo>
                  <a:lnTo>
                    <a:pt x="104568" y="285"/>
                  </a:lnTo>
                  <a:lnTo>
                    <a:pt x="148494" y="11049"/>
                  </a:lnTo>
                  <a:lnTo>
                    <a:pt x="174052" y="32004"/>
                  </a:lnTo>
                  <a:lnTo>
                    <a:pt x="36576" y="32004"/>
                  </a:lnTo>
                  <a:lnTo>
                    <a:pt x="36576" y="146399"/>
                  </a:lnTo>
                  <a:lnTo>
                    <a:pt x="161925" y="146399"/>
                  </a:lnTo>
                  <a:lnTo>
                    <a:pt x="160686" y="147542"/>
                  </a:lnTo>
                  <a:lnTo>
                    <a:pt x="120491" y="167735"/>
                  </a:lnTo>
                  <a:lnTo>
                    <a:pt x="120491" y="169259"/>
                  </a:lnTo>
                  <a:lnTo>
                    <a:pt x="125063" y="170783"/>
                  </a:lnTo>
                  <a:lnTo>
                    <a:pt x="134207" y="176879"/>
                  </a:lnTo>
                  <a:lnTo>
                    <a:pt x="137255" y="180022"/>
                  </a:lnTo>
                  <a:lnTo>
                    <a:pt x="36576" y="180022"/>
                  </a:lnTo>
                  <a:lnTo>
                    <a:pt x="36576" y="314229"/>
                  </a:lnTo>
                  <a:close/>
                </a:path>
                <a:path w="226060" h="314325">
                  <a:moveTo>
                    <a:pt x="161925" y="146399"/>
                  </a:moveTo>
                  <a:lnTo>
                    <a:pt x="86868" y="146399"/>
                  </a:lnTo>
                  <a:lnTo>
                    <a:pt x="93717" y="146113"/>
                  </a:lnTo>
                  <a:lnTo>
                    <a:pt x="100441" y="145256"/>
                  </a:lnTo>
                  <a:lnTo>
                    <a:pt x="106879" y="143827"/>
                  </a:lnTo>
                  <a:lnTo>
                    <a:pt x="112871" y="141827"/>
                  </a:lnTo>
                  <a:lnTo>
                    <a:pt x="120491" y="140303"/>
                  </a:lnTo>
                  <a:lnTo>
                    <a:pt x="149447" y="103727"/>
                  </a:lnTo>
                  <a:lnTo>
                    <a:pt x="150971" y="96107"/>
                  </a:lnTo>
                  <a:lnTo>
                    <a:pt x="150971" y="86963"/>
                  </a:lnTo>
                  <a:lnTo>
                    <a:pt x="134207" y="47244"/>
                  </a:lnTo>
                  <a:lnTo>
                    <a:pt x="88392" y="32004"/>
                  </a:lnTo>
                  <a:lnTo>
                    <a:pt x="174052" y="32004"/>
                  </a:lnTo>
                  <a:lnTo>
                    <a:pt x="188761" y="72977"/>
                  </a:lnTo>
                  <a:lnTo>
                    <a:pt x="189071" y="83915"/>
                  </a:lnTo>
                  <a:lnTo>
                    <a:pt x="188785" y="91654"/>
                  </a:lnTo>
                  <a:lnTo>
                    <a:pt x="175069" y="132159"/>
                  </a:lnTo>
                  <a:lnTo>
                    <a:pt x="165949" y="142684"/>
                  </a:lnTo>
                  <a:lnTo>
                    <a:pt x="161925" y="146399"/>
                  </a:lnTo>
                  <a:close/>
                </a:path>
                <a:path w="226060" h="314325">
                  <a:moveTo>
                    <a:pt x="225647" y="314229"/>
                  </a:moveTo>
                  <a:lnTo>
                    <a:pt x="181451" y="314229"/>
                  </a:lnTo>
                  <a:lnTo>
                    <a:pt x="129635" y="225742"/>
                  </a:lnTo>
                  <a:lnTo>
                    <a:pt x="120491" y="210502"/>
                  </a:lnTo>
                  <a:lnTo>
                    <a:pt x="111347" y="198310"/>
                  </a:lnTo>
                  <a:lnTo>
                    <a:pt x="106775" y="193738"/>
                  </a:lnTo>
                  <a:lnTo>
                    <a:pt x="102203" y="190690"/>
                  </a:lnTo>
                  <a:lnTo>
                    <a:pt x="96012" y="187642"/>
                  </a:lnTo>
                  <a:lnTo>
                    <a:pt x="91440" y="184594"/>
                  </a:lnTo>
                  <a:lnTo>
                    <a:pt x="85344" y="183070"/>
                  </a:lnTo>
                  <a:lnTo>
                    <a:pt x="80772" y="181546"/>
                  </a:lnTo>
                  <a:lnTo>
                    <a:pt x="74676" y="180022"/>
                  </a:lnTo>
                  <a:lnTo>
                    <a:pt x="137255" y="180022"/>
                  </a:lnTo>
                  <a:lnTo>
                    <a:pt x="141827" y="183070"/>
                  </a:lnTo>
                  <a:lnTo>
                    <a:pt x="144875" y="187642"/>
                  </a:lnTo>
                  <a:lnTo>
                    <a:pt x="152495" y="195262"/>
                  </a:lnTo>
                  <a:lnTo>
                    <a:pt x="155543" y="201358"/>
                  </a:lnTo>
                  <a:lnTo>
                    <a:pt x="158591" y="205930"/>
                  </a:lnTo>
                  <a:lnTo>
                    <a:pt x="163163" y="212026"/>
                  </a:lnTo>
                  <a:lnTo>
                    <a:pt x="166211" y="219646"/>
                  </a:lnTo>
                  <a:lnTo>
                    <a:pt x="225647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15516" y="5448776"/>
              <a:ext cx="221075" cy="234886"/>
            </a:xfrm>
            <a:prstGeom prst="rect">
              <a:avLst/>
            </a:prstGeom>
          </p:spPr>
        </p:pic>
      </p:grpSp>
      <p:sp>
        <p:nvSpPr>
          <p:cNvPr id="81" name="object 81" descr=""/>
          <p:cNvSpPr/>
          <p:nvPr/>
        </p:nvSpPr>
        <p:spPr>
          <a:xfrm>
            <a:off x="4799171" y="5364860"/>
            <a:ext cx="224154" cy="314325"/>
          </a:xfrm>
          <a:custGeom>
            <a:avLst/>
            <a:gdLst/>
            <a:ahLst/>
            <a:cxnLst/>
            <a:rect l="l" t="t" r="r" b="b"/>
            <a:pathLst>
              <a:path w="224154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92964" y="0"/>
                </a:lnTo>
                <a:lnTo>
                  <a:pt x="102990" y="285"/>
                </a:lnTo>
                <a:lnTo>
                  <a:pt x="147542" y="11049"/>
                </a:lnTo>
                <a:lnTo>
                  <a:pt x="172528" y="32004"/>
                </a:lnTo>
                <a:lnTo>
                  <a:pt x="36576" y="32004"/>
                </a:lnTo>
                <a:lnTo>
                  <a:pt x="36576" y="146399"/>
                </a:lnTo>
                <a:lnTo>
                  <a:pt x="160888" y="146399"/>
                </a:lnTo>
                <a:lnTo>
                  <a:pt x="159734" y="147542"/>
                </a:lnTo>
                <a:lnTo>
                  <a:pt x="118872" y="167735"/>
                </a:lnTo>
                <a:lnTo>
                  <a:pt x="118872" y="169259"/>
                </a:lnTo>
                <a:lnTo>
                  <a:pt x="125063" y="170783"/>
                </a:lnTo>
                <a:lnTo>
                  <a:pt x="128111" y="173831"/>
                </a:lnTo>
                <a:lnTo>
                  <a:pt x="132683" y="176879"/>
                </a:lnTo>
                <a:lnTo>
                  <a:pt x="137255" y="180022"/>
                </a:lnTo>
                <a:lnTo>
                  <a:pt x="36576" y="180022"/>
                </a:lnTo>
                <a:lnTo>
                  <a:pt x="36576" y="314229"/>
                </a:lnTo>
                <a:close/>
              </a:path>
              <a:path w="224154" h="314325">
                <a:moveTo>
                  <a:pt x="160888" y="146399"/>
                </a:moveTo>
                <a:lnTo>
                  <a:pt x="96012" y="146399"/>
                </a:lnTo>
                <a:lnTo>
                  <a:pt x="103632" y="144875"/>
                </a:lnTo>
                <a:lnTo>
                  <a:pt x="111252" y="141827"/>
                </a:lnTo>
                <a:lnTo>
                  <a:pt x="141827" y="118967"/>
                </a:lnTo>
                <a:lnTo>
                  <a:pt x="149447" y="96107"/>
                </a:lnTo>
                <a:lnTo>
                  <a:pt x="149447" y="86963"/>
                </a:lnTo>
                <a:lnTo>
                  <a:pt x="134207" y="47244"/>
                </a:lnTo>
                <a:lnTo>
                  <a:pt x="86868" y="32004"/>
                </a:lnTo>
                <a:lnTo>
                  <a:pt x="172528" y="32004"/>
                </a:lnTo>
                <a:lnTo>
                  <a:pt x="188523" y="72977"/>
                </a:lnTo>
                <a:lnTo>
                  <a:pt x="189071" y="83915"/>
                </a:lnTo>
                <a:lnTo>
                  <a:pt x="188785" y="91654"/>
                </a:lnTo>
                <a:lnTo>
                  <a:pt x="173569" y="132159"/>
                </a:lnTo>
                <a:lnTo>
                  <a:pt x="164639" y="142684"/>
                </a:lnTo>
                <a:lnTo>
                  <a:pt x="160888" y="146399"/>
                </a:lnTo>
                <a:close/>
              </a:path>
              <a:path w="224154" h="314325">
                <a:moveTo>
                  <a:pt x="224123" y="314229"/>
                </a:moveTo>
                <a:lnTo>
                  <a:pt x="181451" y="314229"/>
                </a:lnTo>
                <a:lnTo>
                  <a:pt x="124667" y="220051"/>
                </a:lnTo>
                <a:lnTo>
                  <a:pt x="121205" y="214503"/>
                </a:lnTo>
                <a:lnTo>
                  <a:pt x="89916" y="184594"/>
                </a:lnTo>
                <a:lnTo>
                  <a:pt x="73152" y="180022"/>
                </a:lnTo>
                <a:lnTo>
                  <a:pt x="137255" y="180022"/>
                </a:lnTo>
                <a:lnTo>
                  <a:pt x="140303" y="183070"/>
                </a:lnTo>
                <a:lnTo>
                  <a:pt x="143351" y="187642"/>
                </a:lnTo>
                <a:lnTo>
                  <a:pt x="147923" y="190690"/>
                </a:lnTo>
                <a:lnTo>
                  <a:pt x="150971" y="195262"/>
                </a:lnTo>
                <a:lnTo>
                  <a:pt x="154019" y="201358"/>
                </a:lnTo>
                <a:lnTo>
                  <a:pt x="157067" y="205930"/>
                </a:lnTo>
                <a:lnTo>
                  <a:pt x="161639" y="212026"/>
                </a:lnTo>
                <a:lnTo>
                  <a:pt x="166211" y="219646"/>
                </a:lnTo>
                <a:lnTo>
                  <a:pt x="224123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5168169" y="5387721"/>
            <a:ext cx="647065" cy="296545"/>
            <a:chOff x="5168169" y="5387721"/>
            <a:chExt cx="647065" cy="296545"/>
          </a:xfrm>
        </p:grpSpPr>
        <p:pic>
          <p:nvPicPr>
            <p:cNvPr id="83" name="object 8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8169" y="5448776"/>
              <a:ext cx="195262" cy="234886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5390864" y="5387721"/>
              <a:ext cx="131445" cy="296545"/>
            </a:xfrm>
            <a:custGeom>
              <a:avLst/>
              <a:gdLst/>
              <a:ahLst/>
              <a:cxnLst/>
              <a:rect l="l" t="t" r="r" b="b"/>
              <a:pathLst>
                <a:path w="131445" h="296545">
                  <a:moveTo>
                    <a:pt x="97631" y="295941"/>
                  </a:moveTo>
                  <a:lnTo>
                    <a:pt x="71572" y="291701"/>
                  </a:lnTo>
                  <a:lnTo>
                    <a:pt x="52970" y="279165"/>
                  </a:lnTo>
                  <a:lnTo>
                    <a:pt x="41816" y="258611"/>
                  </a:lnTo>
                  <a:lnTo>
                    <a:pt x="38099" y="230314"/>
                  </a:lnTo>
                  <a:lnTo>
                    <a:pt x="38099" y="97631"/>
                  </a:lnTo>
                  <a:lnTo>
                    <a:pt x="0" y="97631"/>
                  </a:lnTo>
                  <a:lnTo>
                    <a:pt x="0" y="67151"/>
                  </a:lnTo>
                  <a:lnTo>
                    <a:pt x="38099" y="67151"/>
                  </a:lnTo>
                  <a:lnTo>
                    <a:pt x="38099" y="12191"/>
                  </a:lnTo>
                  <a:lnTo>
                    <a:pt x="74675" y="0"/>
                  </a:lnTo>
                  <a:lnTo>
                    <a:pt x="74675" y="67151"/>
                  </a:lnTo>
                  <a:lnTo>
                    <a:pt x="131159" y="67151"/>
                  </a:lnTo>
                  <a:lnTo>
                    <a:pt x="131159" y="97631"/>
                  </a:lnTo>
                  <a:lnTo>
                    <a:pt x="74675" y="97631"/>
                  </a:lnTo>
                  <a:lnTo>
                    <a:pt x="74675" y="224218"/>
                  </a:lnTo>
                  <a:lnTo>
                    <a:pt x="92475" y="263163"/>
                  </a:lnTo>
                  <a:lnTo>
                    <a:pt x="108299" y="265461"/>
                  </a:lnTo>
                  <a:lnTo>
                    <a:pt x="117443" y="265461"/>
                  </a:lnTo>
                  <a:lnTo>
                    <a:pt x="125063" y="262413"/>
                  </a:lnTo>
                  <a:lnTo>
                    <a:pt x="131159" y="257746"/>
                  </a:lnTo>
                  <a:lnTo>
                    <a:pt x="131159" y="288321"/>
                  </a:lnTo>
                  <a:lnTo>
                    <a:pt x="124634" y="291441"/>
                  </a:lnTo>
                  <a:lnTo>
                    <a:pt x="116681" y="293846"/>
                  </a:lnTo>
                  <a:lnTo>
                    <a:pt x="107584" y="295394"/>
                  </a:lnTo>
                  <a:lnTo>
                    <a:pt x="97631" y="2959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55551" y="5448776"/>
              <a:ext cx="167735" cy="234886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5766054" y="5633275"/>
              <a:ext cx="48895" cy="50800"/>
            </a:xfrm>
            <a:custGeom>
              <a:avLst/>
              <a:gdLst/>
              <a:ahLst/>
              <a:cxnLst/>
              <a:rect l="l" t="t" r="r" b="b"/>
              <a:pathLst>
                <a:path w="48895" h="50800">
                  <a:moveTo>
                    <a:pt x="30480" y="50387"/>
                  </a:moveTo>
                  <a:lnTo>
                    <a:pt x="24384" y="50387"/>
                  </a:lnTo>
                  <a:lnTo>
                    <a:pt x="16764" y="50387"/>
                  </a:lnTo>
                  <a:lnTo>
                    <a:pt x="12192" y="47339"/>
                  </a:lnTo>
                  <a:lnTo>
                    <a:pt x="6096" y="42767"/>
                  </a:lnTo>
                  <a:lnTo>
                    <a:pt x="1524" y="38195"/>
                  </a:lnTo>
                  <a:lnTo>
                    <a:pt x="0" y="32099"/>
                  </a:lnTo>
                  <a:lnTo>
                    <a:pt x="0" y="18383"/>
                  </a:lnTo>
                  <a:lnTo>
                    <a:pt x="1524" y="13811"/>
                  </a:lnTo>
                  <a:lnTo>
                    <a:pt x="6096" y="7619"/>
                  </a:lnTo>
                  <a:lnTo>
                    <a:pt x="10668" y="3047"/>
                  </a:lnTo>
                  <a:lnTo>
                    <a:pt x="16764" y="0"/>
                  </a:lnTo>
                  <a:lnTo>
                    <a:pt x="30480" y="0"/>
                  </a:lnTo>
                  <a:lnTo>
                    <a:pt x="36576" y="3047"/>
                  </a:lnTo>
                  <a:lnTo>
                    <a:pt x="45720" y="12191"/>
                  </a:lnTo>
                  <a:lnTo>
                    <a:pt x="48768" y="18383"/>
                  </a:lnTo>
                  <a:lnTo>
                    <a:pt x="48768" y="32099"/>
                  </a:lnTo>
                  <a:lnTo>
                    <a:pt x="45720" y="38195"/>
                  </a:lnTo>
                  <a:lnTo>
                    <a:pt x="36576" y="47339"/>
                  </a:lnTo>
                  <a:lnTo>
                    <a:pt x="30480" y="5038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/>
          <p:nvPr/>
        </p:nvSpPr>
        <p:spPr>
          <a:xfrm>
            <a:off x="5878829" y="5338953"/>
            <a:ext cx="114935" cy="416559"/>
          </a:xfrm>
          <a:custGeom>
            <a:avLst/>
            <a:gdLst/>
            <a:ahLst/>
            <a:cxnLst/>
            <a:rect l="l" t="t" r="r" b="b"/>
            <a:pathLst>
              <a:path w="114935" h="416560">
                <a:moveTo>
                  <a:pt x="36671" y="416433"/>
                </a:moveTo>
                <a:lnTo>
                  <a:pt x="0" y="416433"/>
                </a:lnTo>
                <a:lnTo>
                  <a:pt x="28027" y="380178"/>
                </a:lnTo>
                <a:lnTo>
                  <a:pt x="49818" y="341075"/>
                </a:lnTo>
                <a:lnTo>
                  <a:pt x="65377" y="299202"/>
                </a:lnTo>
                <a:lnTo>
                  <a:pt x="74709" y="254636"/>
                </a:lnTo>
                <a:lnTo>
                  <a:pt x="77819" y="207454"/>
                </a:lnTo>
                <a:lnTo>
                  <a:pt x="74709" y="161117"/>
                </a:lnTo>
                <a:lnTo>
                  <a:pt x="65377" y="117271"/>
                </a:lnTo>
                <a:lnTo>
                  <a:pt x="49818" y="75849"/>
                </a:lnTo>
                <a:lnTo>
                  <a:pt x="28027" y="36781"/>
                </a:lnTo>
                <a:lnTo>
                  <a:pt x="0" y="0"/>
                </a:lnTo>
                <a:lnTo>
                  <a:pt x="36671" y="0"/>
                </a:lnTo>
                <a:lnTo>
                  <a:pt x="64651" y="35465"/>
                </a:lnTo>
                <a:lnTo>
                  <a:pt x="86414" y="74093"/>
                </a:lnTo>
                <a:lnTo>
                  <a:pt x="101959" y="115735"/>
                </a:lnTo>
                <a:lnTo>
                  <a:pt x="111286" y="160239"/>
                </a:lnTo>
                <a:lnTo>
                  <a:pt x="114395" y="207454"/>
                </a:lnTo>
                <a:lnTo>
                  <a:pt x="111286" y="255367"/>
                </a:lnTo>
                <a:lnTo>
                  <a:pt x="101959" y="300299"/>
                </a:lnTo>
                <a:lnTo>
                  <a:pt x="86414" y="342173"/>
                </a:lnTo>
                <a:lnTo>
                  <a:pt x="64651" y="380910"/>
                </a:lnTo>
                <a:lnTo>
                  <a:pt x="36671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876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19" h="431800">
                <a:moveTo>
                  <a:pt x="115824" y="431673"/>
                </a:moveTo>
                <a:lnTo>
                  <a:pt x="0" y="431673"/>
                </a:lnTo>
                <a:lnTo>
                  <a:pt x="138779" y="215074"/>
                </a:lnTo>
                <a:lnTo>
                  <a:pt x="12192" y="0"/>
                </a:lnTo>
                <a:lnTo>
                  <a:pt x="131159" y="0"/>
                </a:lnTo>
                <a:lnTo>
                  <a:pt x="192119" y="129635"/>
                </a:lnTo>
                <a:lnTo>
                  <a:pt x="195548" y="137079"/>
                </a:lnTo>
                <a:lnTo>
                  <a:pt x="198977" y="145684"/>
                </a:lnTo>
                <a:lnTo>
                  <a:pt x="202406" y="155433"/>
                </a:lnTo>
                <a:lnTo>
                  <a:pt x="205835" y="166306"/>
                </a:lnTo>
                <a:lnTo>
                  <a:pt x="296735" y="166306"/>
                </a:lnTo>
                <a:lnTo>
                  <a:pt x="268414" y="213550"/>
                </a:lnTo>
                <a:lnTo>
                  <a:pt x="298116" y="262413"/>
                </a:lnTo>
                <a:lnTo>
                  <a:pt x="201263" y="262413"/>
                </a:lnTo>
                <a:lnTo>
                  <a:pt x="199810" y="267795"/>
                </a:lnTo>
                <a:lnTo>
                  <a:pt x="197643" y="274605"/>
                </a:lnTo>
                <a:lnTo>
                  <a:pt x="194619" y="282559"/>
                </a:lnTo>
                <a:lnTo>
                  <a:pt x="190595" y="291369"/>
                </a:lnTo>
                <a:lnTo>
                  <a:pt x="115824" y="431673"/>
                </a:lnTo>
                <a:close/>
              </a:path>
              <a:path w="401319" h="431800">
                <a:moveTo>
                  <a:pt x="296735" y="166306"/>
                </a:moveTo>
                <a:lnTo>
                  <a:pt x="205835" y="166306"/>
                </a:lnTo>
                <a:lnTo>
                  <a:pt x="208407" y="158838"/>
                </a:lnTo>
                <a:lnTo>
                  <a:pt x="211550" y="150066"/>
                </a:lnTo>
                <a:lnTo>
                  <a:pt x="219551" y="128111"/>
                </a:lnTo>
                <a:lnTo>
                  <a:pt x="288226" y="0"/>
                </a:lnTo>
                <a:lnTo>
                  <a:pt x="396430" y="0"/>
                </a:lnTo>
                <a:lnTo>
                  <a:pt x="296735" y="166306"/>
                </a:lnTo>
                <a:close/>
              </a:path>
              <a:path w="401319" h="431800">
                <a:moveTo>
                  <a:pt x="401002" y="431673"/>
                </a:moveTo>
                <a:lnTo>
                  <a:pt x="285178" y="431673"/>
                </a:lnTo>
                <a:lnTo>
                  <a:pt x="210407" y="291369"/>
                </a:lnTo>
                <a:lnTo>
                  <a:pt x="209002" y="286202"/>
                </a:lnTo>
                <a:lnTo>
                  <a:pt x="207168" y="279749"/>
                </a:lnTo>
                <a:lnTo>
                  <a:pt x="205049" y="271867"/>
                </a:lnTo>
                <a:lnTo>
                  <a:pt x="202787" y="262413"/>
                </a:lnTo>
                <a:lnTo>
                  <a:pt x="298116" y="262413"/>
                </a:lnTo>
                <a:lnTo>
                  <a:pt x="401002" y="43167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6266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94620" y="99107"/>
                </a:lnTo>
                <a:lnTo>
                  <a:pt x="391191" y="114776"/>
                </a:lnTo>
                <a:lnTo>
                  <a:pt x="387762" y="127587"/>
                </a:lnTo>
                <a:lnTo>
                  <a:pt x="384333" y="137255"/>
                </a:lnTo>
                <a:lnTo>
                  <a:pt x="283654" y="431672"/>
                </a:lnTo>
                <a:lnTo>
                  <a:pt x="204311" y="431672"/>
                </a:lnTo>
                <a:lnTo>
                  <a:pt x="100679" y="140303"/>
                </a:lnTo>
                <a:lnTo>
                  <a:pt x="98106" y="132302"/>
                </a:lnTo>
                <a:lnTo>
                  <a:pt x="94952" y="119729"/>
                </a:lnTo>
                <a:lnTo>
                  <a:pt x="91209" y="102584"/>
                </a:lnTo>
                <a:lnTo>
                  <a:pt x="86867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1838" y="256317"/>
                </a:lnTo>
                <a:lnTo>
                  <a:pt x="244268" y="301537"/>
                </a:lnTo>
                <a:lnTo>
                  <a:pt x="247078" y="317277"/>
                </a:lnTo>
                <a:lnTo>
                  <a:pt x="248602" y="317277"/>
                </a:lnTo>
                <a:lnTo>
                  <a:pt x="256984" y="283749"/>
                </a:lnTo>
                <a:lnTo>
                  <a:pt x="261032" y="268843"/>
                </a:lnTo>
                <a:lnTo>
                  <a:pt x="265366" y="25479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56435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24" y="351790"/>
                </a:lnTo>
                <a:lnTo>
                  <a:pt x="97624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1995201"/>
            <a:ext cx="109823" cy="11134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297584" y="1822894"/>
            <a:ext cx="1336040" cy="434975"/>
          </a:xfrm>
          <a:custGeom>
            <a:avLst/>
            <a:gdLst/>
            <a:ahLst/>
            <a:cxnLst/>
            <a:rect l="l" t="t" r="r" b="b"/>
            <a:pathLst>
              <a:path w="1336039" h="434975">
                <a:moveTo>
                  <a:pt x="140309" y="13716"/>
                </a:moveTo>
                <a:lnTo>
                  <a:pt x="103720" y="3048"/>
                </a:lnTo>
                <a:lnTo>
                  <a:pt x="87249" y="51904"/>
                </a:lnTo>
                <a:lnTo>
                  <a:pt x="68783" y="97917"/>
                </a:lnTo>
                <a:lnTo>
                  <a:pt x="48183" y="141173"/>
                </a:lnTo>
                <a:lnTo>
                  <a:pt x="25311" y="181724"/>
                </a:lnTo>
                <a:lnTo>
                  <a:pt x="0" y="219659"/>
                </a:lnTo>
                <a:lnTo>
                  <a:pt x="4546" y="228815"/>
                </a:lnTo>
                <a:lnTo>
                  <a:pt x="8953" y="238137"/>
                </a:lnTo>
                <a:lnTo>
                  <a:pt x="13068" y="247726"/>
                </a:lnTo>
                <a:lnTo>
                  <a:pt x="16764" y="257759"/>
                </a:lnTo>
                <a:lnTo>
                  <a:pt x="29603" y="240030"/>
                </a:lnTo>
                <a:lnTo>
                  <a:pt x="42570" y="221170"/>
                </a:lnTo>
                <a:lnTo>
                  <a:pt x="55219" y="201129"/>
                </a:lnTo>
                <a:lnTo>
                  <a:pt x="67144" y="179933"/>
                </a:lnTo>
                <a:lnTo>
                  <a:pt x="67144" y="428637"/>
                </a:lnTo>
                <a:lnTo>
                  <a:pt x="103720" y="428637"/>
                </a:lnTo>
                <a:lnTo>
                  <a:pt x="103720" y="179933"/>
                </a:lnTo>
                <a:lnTo>
                  <a:pt x="103720" y="108305"/>
                </a:lnTo>
                <a:lnTo>
                  <a:pt x="112864" y="85991"/>
                </a:lnTo>
                <a:lnTo>
                  <a:pt x="122008" y="62687"/>
                </a:lnTo>
                <a:lnTo>
                  <a:pt x="131152" y="38557"/>
                </a:lnTo>
                <a:lnTo>
                  <a:pt x="140309" y="13716"/>
                </a:lnTo>
                <a:close/>
              </a:path>
              <a:path w="1336039" h="434975">
                <a:moveTo>
                  <a:pt x="436245" y="161645"/>
                </a:moveTo>
                <a:lnTo>
                  <a:pt x="305092" y="161645"/>
                </a:lnTo>
                <a:lnTo>
                  <a:pt x="305092" y="4572"/>
                </a:lnTo>
                <a:lnTo>
                  <a:pt x="268414" y="4572"/>
                </a:lnTo>
                <a:lnTo>
                  <a:pt x="268414" y="161645"/>
                </a:lnTo>
                <a:lnTo>
                  <a:pt x="135724" y="161645"/>
                </a:lnTo>
                <a:lnTo>
                  <a:pt x="135724" y="196697"/>
                </a:lnTo>
                <a:lnTo>
                  <a:pt x="268414" y="196697"/>
                </a:lnTo>
                <a:lnTo>
                  <a:pt x="268414" y="428637"/>
                </a:lnTo>
                <a:lnTo>
                  <a:pt x="305092" y="428637"/>
                </a:lnTo>
                <a:lnTo>
                  <a:pt x="305092" y="196697"/>
                </a:lnTo>
                <a:lnTo>
                  <a:pt x="436245" y="196697"/>
                </a:lnTo>
                <a:lnTo>
                  <a:pt x="436245" y="161645"/>
                </a:lnTo>
                <a:close/>
              </a:path>
              <a:path w="1336039" h="434975">
                <a:moveTo>
                  <a:pt x="686269" y="16764"/>
                </a:moveTo>
                <a:lnTo>
                  <a:pt x="649693" y="0"/>
                </a:lnTo>
                <a:lnTo>
                  <a:pt x="621880" y="44475"/>
                </a:lnTo>
                <a:lnTo>
                  <a:pt x="591769" y="86448"/>
                </a:lnTo>
                <a:lnTo>
                  <a:pt x="559358" y="125984"/>
                </a:lnTo>
                <a:lnTo>
                  <a:pt x="524662" y="163118"/>
                </a:lnTo>
                <a:lnTo>
                  <a:pt x="487692" y="197878"/>
                </a:lnTo>
                <a:lnTo>
                  <a:pt x="448437" y="230314"/>
                </a:lnTo>
                <a:lnTo>
                  <a:pt x="456145" y="238061"/>
                </a:lnTo>
                <a:lnTo>
                  <a:pt x="463296" y="245376"/>
                </a:lnTo>
                <a:lnTo>
                  <a:pt x="469861" y="252399"/>
                </a:lnTo>
                <a:lnTo>
                  <a:pt x="475869" y="259283"/>
                </a:lnTo>
                <a:lnTo>
                  <a:pt x="515480" y="227139"/>
                </a:lnTo>
                <a:lnTo>
                  <a:pt x="553453" y="191681"/>
                </a:lnTo>
                <a:lnTo>
                  <a:pt x="589648" y="152920"/>
                </a:lnTo>
                <a:lnTo>
                  <a:pt x="623938" y="110845"/>
                </a:lnTo>
                <a:lnTo>
                  <a:pt x="656196" y="65455"/>
                </a:lnTo>
                <a:lnTo>
                  <a:pt x="686269" y="16764"/>
                </a:lnTo>
                <a:close/>
              </a:path>
              <a:path w="1336039" h="434975">
                <a:moveTo>
                  <a:pt x="881545" y="404152"/>
                </a:moveTo>
                <a:lnTo>
                  <a:pt x="870242" y="385864"/>
                </a:lnTo>
                <a:lnTo>
                  <a:pt x="858012" y="366052"/>
                </a:lnTo>
                <a:lnTo>
                  <a:pt x="854887" y="360984"/>
                </a:lnTo>
                <a:lnTo>
                  <a:pt x="827544" y="318376"/>
                </a:lnTo>
                <a:lnTo>
                  <a:pt x="799363" y="276339"/>
                </a:lnTo>
                <a:lnTo>
                  <a:pt x="770191" y="234886"/>
                </a:lnTo>
                <a:lnTo>
                  <a:pt x="738187" y="253187"/>
                </a:lnTo>
                <a:lnTo>
                  <a:pt x="754214" y="277482"/>
                </a:lnTo>
                <a:lnTo>
                  <a:pt x="803719" y="353860"/>
                </a:lnTo>
                <a:lnTo>
                  <a:pt x="564261" y="366052"/>
                </a:lnTo>
                <a:lnTo>
                  <a:pt x="597242" y="332613"/>
                </a:lnTo>
                <a:lnTo>
                  <a:pt x="629462" y="297726"/>
                </a:lnTo>
                <a:lnTo>
                  <a:pt x="660946" y="261391"/>
                </a:lnTo>
                <a:lnTo>
                  <a:pt x="691680" y="223659"/>
                </a:lnTo>
                <a:lnTo>
                  <a:pt x="721652" y="184531"/>
                </a:lnTo>
                <a:lnTo>
                  <a:pt x="750874" y="144043"/>
                </a:lnTo>
                <a:lnTo>
                  <a:pt x="779335" y="102209"/>
                </a:lnTo>
                <a:lnTo>
                  <a:pt x="741235" y="82296"/>
                </a:lnTo>
                <a:lnTo>
                  <a:pt x="712114" y="128193"/>
                </a:lnTo>
                <a:lnTo>
                  <a:pt x="681278" y="172770"/>
                </a:lnTo>
                <a:lnTo>
                  <a:pt x="648741" y="215988"/>
                </a:lnTo>
                <a:lnTo>
                  <a:pt x="614565" y="257810"/>
                </a:lnTo>
                <a:lnTo>
                  <a:pt x="578777" y="298196"/>
                </a:lnTo>
                <a:lnTo>
                  <a:pt x="541401" y="337096"/>
                </a:lnTo>
                <a:lnTo>
                  <a:pt x="503034" y="365810"/>
                </a:lnTo>
                <a:lnTo>
                  <a:pt x="489585" y="372148"/>
                </a:lnTo>
                <a:lnTo>
                  <a:pt x="507873" y="410349"/>
                </a:lnTo>
                <a:lnTo>
                  <a:pt x="562737" y="402628"/>
                </a:lnTo>
                <a:lnTo>
                  <a:pt x="823531" y="385864"/>
                </a:lnTo>
                <a:lnTo>
                  <a:pt x="829246" y="395922"/>
                </a:lnTo>
                <a:lnTo>
                  <a:pt x="840676" y="415518"/>
                </a:lnTo>
                <a:lnTo>
                  <a:pt x="846391" y="425589"/>
                </a:lnTo>
                <a:lnTo>
                  <a:pt x="881545" y="404152"/>
                </a:lnTo>
                <a:close/>
              </a:path>
              <a:path w="1336039" h="434975">
                <a:moveTo>
                  <a:pt x="1265783" y="16764"/>
                </a:moveTo>
                <a:lnTo>
                  <a:pt x="1232255" y="16764"/>
                </a:lnTo>
                <a:lnTo>
                  <a:pt x="1232255" y="45732"/>
                </a:lnTo>
                <a:lnTo>
                  <a:pt x="1232255" y="83832"/>
                </a:lnTo>
                <a:lnTo>
                  <a:pt x="1232255" y="112877"/>
                </a:lnTo>
                <a:lnTo>
                  <a:pt x="1232255" y="152501"/>
                </a:lnTo>
                <a:lnTo>
                  <a:pt x="1002030" y="152501"/>
                </a:lnTo>
                <a:lnTo>
                  <a:pt x="1002030" y="112877"/>
                </a:lnTo>
                <a:lnTo>
                  <a:pt x="1232255" y="112877"/>
                </a:lnTo>
                <a:lnTo>
                  <a:pt x="1232255" y="83832"/>
                </a:lnTo>
                <a:lnTo>
                  <a:pt x="1002030" y="83832"/>
                </a:lnTo>
                <a:lnTo>
                  <a:pt x="1002030" y="45732"/>
                </a:lnTo>
                <a:lnTo>
                  <a:pt x="1232255" y="45732"/>
                </a:lnTo>
                <a:lnTo>
                  <a:pt x="1232255" y="16764"/>
                </a:lnTo>
                <a:lnTo>
                  <a:pt x="968413" y="16764"/>
                </a:lnTo>
                <a:lnTo>
                  <a:pt x="968413" y="199847"/>
                </a:lnTo>
                <a:lnTo>
                  <a:pt x="1002030" y="199847"/>
                </a:lnTo>
                <a:lnTo>
                  <a:pt x="1002030" y="181457"/>
                </a:lnTo>
                <a:lnTo>
                  <a:pt x="1232255" y="181457"/>
                </a:lnTo>
                <a:lnTo>
                  <a:pt x="1232255" y="199847"/>
                </a:lnTo>
                <a:lnTo>
                  <a:pt x="1265783" y="199847"/>
                </a:lnTo>
                <a:lnTo>
                  <a:pt x="1265783" y="181457"/>
                </a:lnTo>
                <a:lnTo>
                  <a:pt x="1265783" y="152501"/>
                </a:lnTo>
                <a:lnTo>
                  <a:pt x="1265783" y="112877"/>
                </a:lnTo>
                <a:lnTo>
                  <a:pt x="1265783" y="83832"/>
                </a:lnTo>
                <a:lnTo>
                  <a:pt x="1265783" y="45732"/>
                </a:lnTo>
                <a:lnTo>
                  <a:pt x="1265783" y="16764"/>
                </a:lnTo>
                <a:close/>
              </a:path>
              <a:path w="1336039" h="434975">
                <a:moveTo>
                  <a:pt x="1335976" y="382816"/>
                </a:moveTo>
                <a:lnTo>
                  <a:pt x="1282509" y="384556"/>
                </a:lnTo>
                <a:lnTo>
                  <a:pt x="1237157" y="385229"/>
                </a:lnTo>
                <a:lnTo>
                  <a:pt x="1184795" y="385178"/>
                </a:lnTo>
                <a:lnTo>
                  <a:pt x="1140815" y="384340"/>
                </a:lnTo>
                <a:lnTo>
                  <a:pt x="1140815" y="381292"/>
                </a:lnTo>
                <a:lnTo>
                  <a:pt x="1140815" y="323380"/>
                </a:lnTo>
                <a:lnTo>
                  <a:pt x="1297876" y="323380"/>
                </a:lnTo>
                <a:lnTo>
                  <a:pt x="1297876" y="294335"/>
                </a:lnTo>
                <a:lnTo>
                  <a:pt x="1140815" y="294335"/>
                </a:lnTo>
                <a:lnTo>
                  <a:pt x="1140815" y="250139"/>
                </a:lnTo>
                <a:lnTo>
                  <a:pt x="1328356" y="250139"/>
                </a:lnTo>
                <a:lnTo>
                  <a:pt x="1328356" y="219659"/>
                </a:lnTo>
                <a:lnTo>
                  <a:pt x="907440" y="219659"/>
                </a:lnTo>
                <a:lnTo>
                  <a:pt x="907440" y="250139"/>
                </a:lnTo>
                <a:lnTo>
                  <a:pt x="1107186" y="250139"/>
                </a:lnTo>
                <a:lnTo>
                  <a:pt x="1107186" y="381292"/>
                </a:lnTo>
                <a:lnTo>
                  <a:pt x="1048893" y="360718"/>
                </a:lnTo>
                <a:lnTo>
                  <a:pt x="1006602" y="317284"/>
                </a:lnTo>
                <a:lnTo>
                  <a:pt x="1011148" y="306933"/>
                </a:lnTo>
                <a:lnTo>
                  <a:pt x="1015555" y="296278"/>
                </a:lnTo>
                <a:lnTo>
                  <a:pt x="1019670" y="285051"/>
                </a:lnTo>
                <a:lnTo>
                  <a:pt x="1023366" y="272999"/>
                </a:lnTo>
                <a:lnTo>
                  <a:pt x="989838" y="263855"/>
                </a:lnTo>
                <a:lnTo>
                  <a:pt x="974585" y="308787"/>
                </a:lnTo>
                <a:lnTo>
                  <a:pt x="953935" y="347573"/>
                </a:lnTo>
                <a:lnTo>
                  <a:pt x="927595" y="380352"/>
                </a:lnTo>
                <a:lnTo>
                  <a:pt x="895248" y="407301"/>
                </a:lnTo>
                <a:lnTo>
                  <a:pt x="900950" y="414159"/>
                </a:lnTo>
                <a:lnTo>
                  <a:pt x="906487" y="421017"/>
                </a:lnTo>
                <a:lnTo>
                  <a:pt x="911758" y="427875"/>
                </a:lnTo>
                <a:lnTo>
                  <a:pt x="916584" y="434733"/>
                </a:lnTo>
                <a:lnTo>
                  <a:pt x="938568" y="417068"/>
                </a:lnTo>
                <a:lnTo>
                  <a:pt x="958697" y="396392"/>
                </a:lnTo>
                <a:lnTo>
                  <a:pt x="976858" y="373138"/>
                </a:lnTo>
                <a:lnTo>
                  <a:pt x="992886" y="347764"/>
                </a:lnTo>
                <a:lnTo>
                  <a:pt x="1016609" y="376923"/>
                </a:lnTo>
                <a:lnTo>
                  <a:pt x="1082903" y="411276"/>
                </a:lnTo>
                <a:lnTo>
                  <a:pt x="1125474" y="416445"/>
                </a:lnTo>
                <a:lnTo>
                  <a:pt x="1164412" y="417322"/>
                </a:lnTo>
                <a:lnTo>
                  <a:pt x="1323784" y="417969"/>
                </a:lnTo>
                <a:lnTo>
                  <a:pt x="1326972" y="409689"/>
                </a:lnTo>
                <a:lnTo>
                  <a:pt x="1329880" y="400964"/>
                </a:lnTo>
                <a:lnTo>
                  <a:pt x="1332788" y="391947"/>
                </a:lnTo>
                <a:lnTo>
                  <a:pt x="1335112" y="385292"/>
                </a:lnTo>
                <a:lnTo>
                  <a:pt x="1335976" y="382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64726" y="1880806"/>
            <a:ext cx="252095" cy="314325"/>
          </a:xfrm>
          <a:custGeom>
            <a:avLst/>
            <a:gdLst/>
            <a:ahLst/>
            <a:cxnLst/>
            <a:rect l="l" t="t" r="r" b="b"/>
            <a:pathLst>
              <a:path w="252094" h="314325">
                <a:moveTo>
                  <a:pt x="251650" y="314229"/>
                </a:moveTo>
                <a:lnTo>
                  <a:pt x="207359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18967" y="193738"/>
                </a:lnTo>
                <a:lnTo>
                  <a:pt x="45719" y="314229"/>
                </a:lnTo>
                <a:lnTo>
                  <a:pt x="0" y="314229"/>
                </a:lnTo>
                <a:lnTo>
                  <a:pt x="105251" y="157162"/>
                </a:lnTo>
                <a:lnTo>
                  <a:pt x="7619" y="0"/>
                </a:lnTo>
                <a:lnTo>
                  <a:pt x="53339" y="0"/>
                </a:lnTo>
                <a:lnTo>
                  <a:pt x="117443" y="111347"/>
                </a:lnTo>
                <a:lnTo>
                  <a:pt x="122015" y="117443"/>
                </a:lnTo>
                <a:lnTo>
                  <a:pt x="128111" y="132683"/>
                </a:lnTo>
                <a:lnTo>
                  <a:pt x="129635" y="132683"/>
                </a:lnTo>
                <a:lnTo>
                  <a:pt x="141827" y="109823"/>
                </a:lnTo>
                <a:lnTo>
                  <a:pt x="208883" y="0"/>
                </a:lnTo>
                <a:lnTo>
                  <a:pt x="251650" y="0"/>
                </a:lnTo>
                <a:lnTo>
                  <a:pt x="152495" y="155638"/>
                </a:lnTo>
                <a:lnTo>
                  <a:pt x="25165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065145" y="1880806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1" y="42767"/>
                </a:lnTo>
                <a:lnTo>
                  <a:pt x="33528" y="42767"/>
                </a:lnTo>
                <a:lnTo>
                  <a:pt x="34409" y="53578"/>
                </a:lnTo>
                <a:lnTo>
                  <a:pt x="34861" y="67532"/>
                </a:lnTo>
                <a:lnTo>
                  <a:pt x="34946" y="76104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43" y="257841"/>
                </a:moveTo>
                <a:lnTo>
                  <a:pt x="160115" y="257841"/>
                </a:lnTo>
                <a:lnTo>
                  <a:pt x="164639" y="245166"/>
                </a:lnTo>
                <a:lnTo>
                  <a:pt x="168878" y="234517"/>
                </a:lnTo>
                <a:lnTo>
                  <a:pt x="172545" y="225601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5178" y="42767"/>
                </a:lnTo>
                <a:lnTo>
                  <a:pt x="282892" y="52458"/>
                </a:lnTo>
                <a:lnTo>
                  <a:pt x="280606" y="60864"/>
                </a:lnTo>
                <a:lnTo>
                  <a:pt x="278320" y="67841"/>
                </a:lnTo>
                <a:lnTo>
                  <a:pt x="276034" y="73247"/>
                </a:lnTo>
                <a:lnTo>
                  <a:pt x="194243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886" y="69342"/>
                </a:lnTo>
                <a:lnTo>
                  <a:pt x="39433" y="62198"/>
                </a:lnTo>
                <a:lnTo>
                  <a:pt x="36695" y="53340"/>
                </a:lnTo>
                <a:lnTo>
                  <a:pt x="33528" y="42767"/>
                </a:lnTo>
                <a:lnTo>
                  <a:pt x="67481" y="42767"/>
                </a:lnTo>
                <a:lnTo>
                  <a:pt x="150018" y="231400"/>
                </a:lnTo>
                <a:lnTo>
                  <a:pt x="154019" y="241601"/>
                </a:lnTo>
                <a:lnTo>
                  <a:pt x="156876" y="250373"/>
                </a:lnTo>
                <a:lnTo>
                  <a:pt x="158591" y="257841"/>
                </a:lnTo>
                <a:lnTo>
                  <a:pt x="194243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90558"/>
                </a:lnTo>
                <a:lnTo>
                  <a:pt x="284035" y="76104"/>
                </a:lnTo>
                <a:lnTo>
                  <a:pt x="284940" y="60221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467760" y="1880869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5" h="313689">
                <a:moveTo>
                  <a:pt x="163169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169" y="313690"/>
                </a:lnTo>
                <a:lnTo>
                  <a:pt x="163169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768178" y="1819846"/>
            <a:ext cx="880110" cy="434975"/>
          </a:xfrm>
          <a:custGeom>
            <a:avLst/>
            <a:gdLst/>
            <a:ahLst/>
            <a:cxnLst/>
            <a:rect l="l" t="t" r="r" b="b"/>
            <a:pathLst>
              <a:path w="880110" h="434975">
                <a:moveTo>
                  <a:pt x="112864" y="82296"/>
                </a:moveTo>
                <a:lnTo>
                  <a:pt x="100863" y="69151"/>
                </a:lnTo>
                <a:lnTo>
                  <a:pt x="85432" y="52578"/>
                </a:lnTo>
                <a:lnTo>
                  <a:pt x="44284" y="9144"/>
                </a:lnTo>
                <a:lnTo>
                  <a:pt x="18288" y="32004"/>
                </a:lnTo>
                <a:lnTo>
                  <a:pt x="36017" y="52057"/>
                </a:lnTo>
                <a:lnTo>
                  <a:pt x="52628" y="71259"/>
                </a:lnTo>
                <a:lnTo>
                  <a:pt x="68084" y="89916"/>
                </a:lnTo>
                <a:lnTo>
                  <a:pt x="82384" y="108305"/>
                </a:lnTo>
                <a:lnTo>
                  <a:pt x="112864" y="82296"/>
                </a:lnTo>
                <a:close/>
              </a:path>
              <a:path w="880110" h="434975">
                <a:moveTo>
                  <a:pt x="141833" y="363004"/>
                </a:moveTo>
                <a:lnTo>
                  <a:pt x="141566" y="355333"/>
                </a:lnTo>
                <a:lnTo>
                  <a:pt x="140881" y="346240"/>
                </a:lnTo>
                <a:lnTo>
                  <a:pt x="139903" y="336003"/>
                </a:lnTo>
                <a:lnTo>
                  <a:pt x="138785" y="324904"/>
                </a:lnTo>
                <a:lnTo>
                  <a:pt x="125895" y="335191"/>
                </a:lnTo>
                <a:lnTo>
                  <a:pt x="112293" y="345478"/>
                </a:lnTo>
                <a:lnTo>
                  <a:pt x="97840" y="355765"/>
                </a:lnTo>
                <a:lnTo>
                  <a:pt x="82384" y="366052"/>
                </a:lnTo>
                <a:lnTo>
                  <a:pt x="82384" y="154025"/>
                </a:lnTo>
                <a:lnTo>
                  <a:pt x="0" y="154025"/>
                </a:lnTo>
                <a:lnTo>
                  <a:pt x="0" y="184505"/>
                </a:lnTo>
                <a:lnTo>
                  <a:pt x="48856" y="184505"/>
                </a:lnTo>
                <a:lnTo>
                  <a:pt x="48856" y="356908"/>
                </a:lnTo>
                <a:lnTo>
                  <a:pt x="47980" y="368884"/>
                </a:lnTo>
                <a:lnTo>
                  <a:pt x="45237" y="379577"/>
                </a:lnTo>
                <a:lnTo>
                  <a:pt x="40462" y="388835"/>
                </a:lnTo>
                <a:lnTo>
                  <a:pt x="33528" y="396532"/>
                </a:lnTo>
                <a:lnTo>
                  <a:pt x="54952" y="425589"/>
                </a:lnTo>
                <a:lnTo>
                  <a:pt x="76669" y="408698"/>
                </a:lnTo>
                <a:lnTo>
                  <a:pt x="98386" y="392544"/>
                </a:lnTo>
                <a:lnTo>
                  <a:pt x="120103" y="377266"/>
                </a:lnTo>
                <a:lnTo>
                  <a:pt x="137185" y="366052"/>
                </a:lnTo>
                <a:lnTo>
                  <a:pt x="141833" y="363004"/>
                </a:lnTo>
                <a:close/>
              </a:path>
              <a:path w="880110" h="434975">
                <a:moveTo>
                  <a:pt x="393484" y="272999"/>
                </a:moveTo>
                <a:lnTo>
                  <a:pt x="359956" y="272999"/>
                </a:lnTo>
                <a:lnTo>
                  <a:pt x="359956" y="303479"/>
                </a:lnTo>
                <a:lnTo>
                  <a:pt x="359956" y="375196"/>
                </a:lnTo>
                <a:lnTo>
                  <a:pt x="192214" y="375196"/>
                </a:lnTo>
                <a:lnTo>
                  <a:pt x="192214" y="303479"/>
                </a:lnTo>
                <a:lnTo>
                  <a:pt x="359956" y="303479"/>
                </a:lnTo>
                <a:lnTo>
                  <a:pt x="359956" y="272999"/>
                </a:lnTo>
                <a:lnTo>
                  <a:pt x="158597" y="272999"/>
                </a:lnTo>
                <a:lnTo>
                  <a:pt x="158597" y="433209"/>
                </a:lnTo>
                <a:lnTo>
                  <a:pt x="192214" y="433209"/>
                </a:lnTo>
                <a:lnTo>
                  <a:pt x="192214" y="407200"/>
                </a:lnTo>
                <a:lnTo>
                  <a:pt x="359956" y="407200"/>
                </a:lnTo>
                <a:lnTo>
                  <a:pt x="359956" y="433209"/>
                </a:lnTo>
                <a:lnTo>
                  <a:pt x="393484" y="433209"/>
                </a:lnTo>
                <a:lnTo>
                  <a:pt x="393484" y="407200"/>
                </a:lnTo>
                <a:lnTo>
                  <a:pt x="393484" y="375196"/>
                </a:lnTo>
                <a:lnTo>
                  <a:pt x="393484" y="303479"/>
                </a:lnTo>
                <a:lnTo>
                  <a:pt x="393484" y="272999"/>
                </a:lnTo>
                <a:close/>
              </a:path>
              <a:path w="880110" h="434975">
                <a:moveTo>
                  <a:pt x="433108" y="196697"/>
                </a:moveTo>
                <a:lnTo>
                  <a:pt x="378244" y="196697"/>
                </a:lnTo>
                <a:lnTo>
                  <a:pt x="378244" y="105257"/>
                </a:lnTo>
                <a:lnTo>
                  <a:pt x="346240" y="105257"/>
                </a:lnTo>
                <a:lnTo>
                  <a:pt x="346240" y="135737"/>
                </a:lnTo>
                <a:lnTo>
                  <a:pt x="346240" y="196697"/>
                </a:lnTo>
                <a:lnTo>
                  <a:pt x="228790" y="196697"/>
                </a:lnTo>
                <a:lnTo>
                  <a:pt x="236410" y="135737"/>
                </a:lnTo>
                <a:lnTo>
                  <a:pt x="346240" y="135737"/>
                </a:lnTo>
                <a:lnTo>
                  <a:pt x="346240" y="105257"/>
                </a:lnTo>
                <a:lnTo>
                  <a:pt x="240982" y="105257"/>
                </a:lnTo>
                <a:lnTo>
                  <a:pt x="248602" y="54864"/>
                </a:lnTo>
                <a:lnTo>
                  <a:pt x="414820" y="54864"/>
                </a:lnTo>
                <a:lnTo>
                  <a:pt x="414820" y="22860"/>
                </a:lnTo>
                <a:lnTo>
                  <a:pt x="131165" y="22860"/>
                </a:lnTo>
                <a:lnTo>
                  <a:pt x="131165" y="54864"/>
                </a:lnTo>
                <a:lnTo>
                  <a:pt x="215074" y="54864"/>
                </a:lnTo>
                <a:lnTo>
                  <a:pt x="207454" y="105257"/>
                </a:lnTo>
                <a:lnTo>
                  <a:pt x="140309" y="105257"/>
                </a:lnTo>
                <a:lnTo>
                  <a:pt x="140309" y="135737"/>
                </a:lnTo>
                <a:lnTo>
                  <a:pt x="202882" y="135737"/>
                </a:lnTo>
                <a:lnTo>
                  <a:pt x="195262" y="196697"/>
                </a:lnTo>
                <a:lnTo>
                  <a:pt x="120497" y="196697"/>
                </a:lnTo>
                <a:lnTo>
                  <a:pt x="120497" y="227279"/>
                </a:lnTo>
                <a:lnTo>
                  <a:pt x="433108" y="227279"/>
                </a:lnTo>
                <a:lnTo>
                  <a:pt x="433108" y="196697"/>
                </a:lnTo>
                <a:close/>
              </a:path>
              <a:path w="880110" h="434975">
                <a:moveTo>
                  <a:pt x="826579" y="271462"/>
                </a:moveTo>
                <a:lnTo>
                  <a:pt x="791527" y="271462"/>
                </a:lnTo>
                <a:lnTo>
                  <a:pt x="791527" y="301955"/>
                </a:lnTo>
                <a:lnTo>
                  <a:pt x="791527" y="378244"/>
                </a:lnTo>
                <a:lnTo>
                  <a:pt x="539877" y="378244"/>
                </a:lnTo>
                <a:lnTo>
                  <a:pt x="539877" y="301955"/>
                </a:lnTo>
                <a:lnTo>
                  <a:pt x="791527" y="301955"/>
                </a:lnTo>
                <a:lnTo>
                  <a:pt x="791527" y="271462"/>
                </a:lnTo>
                <a:lnTo>
                  <a:pt x="504825" y="271462"/>
                </a:lnTo>
                <a:lnTo>
                  <a:pt x="504825" y="434733"/>
                </a:lnTo>
                <a:lnTo>
                  <a:pt x="539877" y="434733"/>
                </a:lnTo>
                <a:lnTo>
                  <a:pt x="539877" y="408825"/>
                </a:lnTo>
                <a:lnTo>
                  <a:pt x="791527" y="408825"/>
                </a:lnTo>
                <a:lnTo>
                  <a:pt x="791527" y="434733"/>
                </a:lnTo>
                <a:lnTo>
                  <a:pt x="826579" y="434733"/>
                </a:lnTo>
                <a:lnTo>
                  <a:pt x="826579" y="408825"/>
                </a:lnTo>
                <a:lnTo>
                  <a:pt x="826579" y="378244"/>
                </a:lnTo>
                <a:lnTo>
                  <a:pt x="826579" y="301955"/>
                </a:lnTo>
                <a:lnTo>
                  <a:pt x="826579" y="271462"/>
                </a:lnTo>
                <a:close/>
              </a:path>
              <a:path w="880110" h="434975">
                <a:moveTo>
                  <a:pt x="837247" y="202882"/>
                </a:moveTo>
                <a:lnTo>
                  <a:pt x="497205" y="202882"/>
                </a:lnTo>
                <a:lnTo>
                  <a:pt x="497205" y="233362"/>
                </a:lnTo>
                <a:lnTo>
                  <a:pt x="837247" y="233362"/>
                </a:lnTo>
                <a:lnTo>
                  <a:pt x="837247" y="202882"/>
                </a:lnTo>
                <a:close/>
              </a:path>
              <a:path w="880110" h="434975">
                <a:moveTo>
                  <a:pt x="837247" y="134213"/>
                </a:moveTo>
                <a:lnTo>
                  <a:pt x="497205" y="134213"/>
                </a:lnTo>
                <a:lnTo>
                  <a:pt x="497205" y="164693"/>
                </a:lnTo>
                <a:lnTo>
                  <a:pt x="837247" y="164693"/>
                </a:lnTo>
                <a:lnTo>
                  <a:pt x="837247" y="134213"/>
                </a:lnTo>
                <a:close/>
              </a:path>
              <a:path w="880110" h="434975">
                <a:moveTo>
                  <a:pt x="880021" y="64008"/>
                </a:moveTo>
                <a:lnTo>
                  <a:pt x="675614" y="64008"/>
                </a:lnTo>
                <a:lnTo>
                  <a:pt x="696950" y="53340"/>
                </a:lnTo>
                <a:lnTo>
                  <a:pt x="689800" y="40513"/>
                </a:lnTo>
                <a:lnTo>
                  <a:pt x="682091" y="27241"/>
                </a:lnTo>
                <a:lnTo>
                  <a:pt x="673798" y="13703"/>
                </a:lnTo>
                <a:lnTo>
                  <a:pt x="664946" y="0"/>
                </a:lnTo>
                <a:lnTo>
                  <a:pt x="631418" y="15240"/>
                </a:lnTo>
                <a:lnTo>
                  <a:pt x="639102" y="27800"/>
                </a:lnTo>
                <a:lnTo>
                  <a:pt x="646087" y="40195"/>
                </a:lnTo>
                <a:lnTo>
                  <a:pt x="652195" y="52324"/>
                </a:lnTo>
                <a:lnTo>
                  <a:pt x="657326" y="64008"/>
                </a:lnTo>
                <a:lnTo>
                  <a:pt x="452907" y="64008"/>
                </a:lnTo>
                <a:lnTo>
                  <a:pt x="452907" y="96012"/>
                </a:lnTo>
                <a:lnTo>
                  <a:pt x="880021" y="96012"/>
                </a:lnTo>
                <a:lnTo>
                  <a:pt x="880021" y="640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587085"/>
            <a:ext cx="109823" cy="109823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1297590" y="2472690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435" y="0"/>
                </a:lnTo>
                <a:lnTo>
                  <a:pt x="117443" y="111347"/>
                </a:lnTo>
                <a:lnTo>
                  <a:pt x="122015" y="117443"/>
                </a:lnTo>
                <a:lnTo>
                  <a:pt x="125063" y="125063"/>
                </a:lnTo>
                <a:lnTo>
                  <a:pt x="129635" y="132683"/>
                </a:lnTo>
                <a:lnTo>
                  <a:pt x="167067" y="132683"/>
                </a:lnTo>
                <a:lnTo>
                  <a:pt x="152495" y="155543"/>
                </a:lnTo>
                <a:lnTo>
                  <a:pt x="167059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067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67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67059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598104" y="2472690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497"/>
                </a:lnTo>
                <a:lnTo>
                  <a:pt x="34861" y="67484"/>
                </a:lnTo>
                <a:lnTo>
                  <a:pt x="34946" y="76092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961" y="256222"/>
                </a:moveTo>
                <a:lnTo>
                  <a:pt x="160115" y="256222"/>
                </a:lnTo>
                <a:lnTo>
                  <a:pt x="164639" y="244482"/>
                </a:lnTo>
                <a:lnTo>
                  <a:pt x="172545" y="225575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5178" y="42672"/>
                </a:lnTo>
                <a:lnTo>
                  <a:pt x="282886" y="52402"/>
                </a:lnTo>
                <a:lnTo>
                  <a:pt x="280544" y="61007"/>
                </a:lnTo>
                <a:lnTo>
                  <a:pt x="278320" y="67826"/>
                </a:lnTo>
                <a:lnTo>
                  <a:pt x="276034" y="73247"/>
                </a:lnTo>
                <a:lnTo>
                  <a:pt x="194961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910" y="68469"/>
                </a:lnTo>
                <a:lnTo>
                  <a:pt x="39573" y="60817"/>
                </a:lnTo>
                <a:lnTo>
                  <a:pt x="37332" y="52378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62"/>
                </a:lnTo>
                <a:lnTo>
                  <a:pt x="154209" y="241363"/>
                </a:lnTo>
                <a:lnTo>
                  <a:pt x="157519" y="249650"/>
                </a:lnTo>
                <a:lnTo>
                  <a:pt x="160115" y="256222"/>
                </a:lnTo>
                <a:lnTo>
                  <a:pt x="194961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57"/>
                </a:lnTo>
                <a:lnTo>
                  <a:pt x="284607" y="76092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000631" y="2472689"/>
            <a:ext cx="163830" cy="313690"/>
          </a:xfrm>
          <a:custGeom>
            <a:avLst/>
            <a:gdLst/>
            <a:ahLst/>
            <a:cxnLst/>
            <a:rect l="l" t="t" r="r" b="b"/>
            <a:pathLst>
              <a:path w="163830" h="313689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258" y="31369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02662" y="2413164"/>
            <a:ext cx="2231390" cy="434975"/>
          </a:xfrm>
          <a:custGeom>
            <a:avLst/>
            <a:gdLst/>
            <a:ahLst/>
            <a:cxnLst/>
            <a:rect l="l" t="t" r="r" b="b"/>
            <a:pathLst>
              <a:path w="2231390" h="434975">
                <a:moveTo>
                  <a:pt x="428536" y="385953"/>
                </a:moveTo>
                <a:lnTo>
                  <a:pt x="369658" y="368477"/>
                </a:lnTo>
                <a:lnTo>
                  <a:pt x="319087" y="350126"/>
                </a:lnTo>
                <a:lnTo>
                  <a:pt x="287947" y="335661"/>
                </a:lnTo>
                <a:lnTo>
                  <a:pt x="277088" y="330619"/>
                </a:lnTo>
                <a:lnTo>
                  <a:pt x="243941" y="309664"/>
                </a:lnTo>
                <a:lnTo>
                  <a:pt x="264071" y="286804"/>
                </a:lnTo>
                <a:lnTo>
                  <a:pt x="272288" y="277456"/>
                </a:lnTo>
                <a:lnTo>
                  <a:pt x="296748" y="241223"/>
                </a:lnTo>
                <a:lnTo>
                  <a:pt x="317106" y="200939"/>
                </a:lnTo>
                <a:lnTo>
                  <a:pt x="333133" y="156641"/>
                </a:lnTo>
                <a:lnTo>
                  <a:pt x="344614" y="108305"/>
                </a:lnTo>
                <a:lnTo>
                  <a:pt x="425488" y="108305"/>
                </a:lnTo>
                <a:lnTo>
                  <a:pt x="425488" y="76288"/>
                </a:lnTo>
                <a:lnTo>
                  <a:pt x="306514" y="76288"/>
                </a:lnTo>
                <a:lnTo>
                  <a:pt x="306514" y="108305"/>
                </a:lnTo>
                <a:lnTo>
                  <a:pt x="293966" y="161518"/>
                </a:lnTo>
                <a:lnTo>
                  <a:pt x="274688" y="209016"/>
                </a:lnTo>
                <a:lnTo>
                  <a:pt x="248818" y="250774"/>
                </a:lnTo>
                <a:lnTo>
                  <a:pt x="216509" y="286804"/>
                </a:lnTo>
                <a:lnTo>
                  <a:pt x="182448" y="249275"/>
                </a:lnTo>
                <a:lnTo>
                  <a:pt x="155536" y="207302"/>
                </a:lnTo>
                <a:lnTo>
                  <a:pt x="135458" y="160451"/>
                </a:lnTo>
                <a:lnTo>
                  <a:pt x="121920" y="108305"/>
                </a:lnTo>
                <a:lnTo>
                  <a:pt x="306514" y="108305"/>
                </a:lnTo>
                <a:lnTo>
                  <a:pt x="306514" y="76288"/>
                </a:lnTo>
                <a:lnTo>
                  <a:pt x="219557" y="76288"/>
                </a:lnTo>
                <a:lnTo>
                  <a:pt x="250037" y="61048"/>
                </a:lnTo>
                <a:lnTo>
                  <a:pt x="239179" y="41008"/>
                </a:lnTo>
                <a:lnTo>
                  <a:pt x="229463" y="24244"/>
                </a:lnTo>
                <a:lnTo>
                  <a:pt x="220891" y="10617"/>
                </a:lnTo>
                <a:lnTo>
                  <a:pt x="213461" y="0"/>
                </a:lnTo>
                <a:lnTo>
                  <a:pt x="179933" y="15240"/>
                </a:lnTo>
                <a:lnTo>
                  <a:pt x="187121" y="26111"/>
                </a:lnTo>
                <a:lnTo>
                  <a:pt x="195173" y="40093"/>
                </a:lnTo>
                <a:lnTo>
                  <a:pt x="214985" y="76288"/>
                </a:lnTo>
                <a:lnTo>
                  <a:pt x="4572" y="76288"/>
                </a:lnTo>
                <a:lnTo>
                  <a:pt x="4572" y="108305"/>
                </a:lnTo>
                <a:lnTo>
                  <a:pt x="86868" y="108305"/>
                </a:lnTo>
                <a:lnTo>
                  <a:pt x="98234" y="153708"/>
                </a:lnTo>
                <a:lnTo>
                  <a:pt x="114071" y="196557"/>
                </a:lnTo>
                <a:lnTo>
                  <a:pt x="134442" y="236829"/>
                </a:lnTo>
                <a:lnTo>
                  <a:pt x="159423" y="274535"/>
                </a:lnTo>
                <a:lnTo>
                  <a:pt x="189077" y="309664"/>
                </a:lnTo>
                <a:lnTo>
                  <a:pt x="153314" y="332244"/>
                </a:lnTo>
                <a:lnTo>
                  <a:pt x="109969" y="353936"/>
                </a:lnTo>
                <a:lnTo>
                  <a:pt x="58902" y="374472"/>
                </a:lnTo>
                <a:lnTo>
                  <a:pt x="0" y="393573"/>
                </a:lnTo>
                <a:lnTo>
                  <a:pt x="7480" y="402691"/>
                </a:lnTo>
                <a:lnTo>
                  <a:pt x="14097" y="411670"/>
                </a:lnTo>
                <a:lnTo>
                  <a:pt x="25908" y="428625"/>
                </a:lnTo>
                <a:lnTo>
                  <a:pt x="86525" y="404888"/>
                </a:lnTo>
                <a:lnTo>
                  <a:pt x="138163" y="381571"/>
                </a:lnTo>
                <a:lnTo>
                  <a:pt x="180936" y="358546"/>
                </a:lnTo>
                <a:lnTo>
                  <a:pt x="214985" y="335661"/>
                </a:lnTo>
                <a:lnTo>
                  <a:pt x="248716" y="358470"/>
                </a:lnTo>
                <a:lnTo>
                  <a:pt x="290461" y="381000"/>
                </a:lnTo>
                <a:lnTo>
                  <a:pt x="340220" y="402958"/>
                </a:lnTo>
                <a:lnTo>
                  <a:pt x="397954" y="424053"/>
                </a:lnTo>
                <a:lnTo>
                  <a:pt x="403415" y="416382"/>
                </a:lnTo>
                <a:lnTo>
                  <a:pt x="410425" y="407289"/>
                </a:lnTo>
                <a:lnTo>
                  <a:pt x="418833" y="397052"/>
                </a:lnTo>
                <a:lnTo>
                  <a:pt x="428536" y="385953"/>
                </a:lnTo>
                <a:close/>
              </a:path>
              <a:path w="2231390" h="434975">
                <a:moveTo>
                  <a:pt x="622173" y="241071"/>
                </a:moveTo>
                <a:lnTo>
                  <a:pt x="607910" y="225856"/>
                </a:lnTo>
                <a:lnTo>
                  <a:pt x="588784" y="205930"/>
                </a:lnTo>
                <a:lnTo>
                  <a:pt x="576529" y="193192"/>
                </a:lnTo>
                <a:lnTo>
                  <a:pt x="572706" y="189166"/>
                </a:lnTo>
                <a:lnTo>
                  <a:pt x="559689" y="175450"/>
                </a:lnTo>
                <a:lnTo>
                  <a:pt x="544449" y="189166"/>
                </a:lnTo>
                <a:lnTo>
                  <a:pt x="544449" y="123532"/>
                </a:lnTo>
                <a:lnTo>
                  <a:pt x="606933" y="123532"/>
                </a:lnTo>
                <a:lnTo>
                  <a:pt x="606933" y="93052"/>
                </a:lnTo>
                <a:lnTo>
                  <a:pt x="544449" y="93052"/>
                </a:lnTo>
                <a:lnTo>
                  <a:pt x="544449" y="6096"/>
                </a:lnTo>
                <a:lnTo>
                  <a:pt x="512343" y="6096"/>
                </a:lnTo>
                <a:lnTo>
                  <a:pt x="512343" y="93052"/>
                </a:lnTo>
                <a:lnTo>
                  <a:pt x="445287" y="93052"/>
                </a:lnTo>
                <a:lnTo>
                  <a:pt x="445287" y="123532"/>
                </a:lnTo>
                <a:lnTo>
                  <a:pt x="510819" y="123532"/>
                </a:lnTo>
                <a:lnTo>
                  <a:pt x="497725" y="167881"/>
                </a:lnTo>
                <a:lnTo>
                  <a:pt x="481482" y="209207"/>
                </a:lnTo>
                <a:lnTo>
                  <a:pt x="462394" y="247370"/>
                </a:lnTo>
                <a:lnTo>
                  <a:pt x="440715" y="282219"/>
                </a:lnTo>
                <a:lnTo>
                  <a:pt x="445033" y="292252"/>
                </a:lnTo>
                <a:lnTo>
                  <a:pt x="448906" y="301840"/>
                </a:lnTo>
                <a:lnTo>
                  <a:pt x="452513" y="311162"/>
                </a:lnTo>
                <a:lnTo>
                  <a:pt x="455955" y="320319"/>
                </a:lnTo>
                <a:lnTo>
                  <a:pt x="471627" y="296037"/>
                </a:lnTo>
                <a:lnTo>
                  <a:pt x="486435" y="268884"/>
                </a:lnTo>
                <a:lnTo>
                  <a:pt x="500113" y="238848"/>
                </a:lnTo>
                <a:lnTo>
                  <a:pt x="512343" y="205930"/>
                </a:lnTo>
                <a:lnTo>
                  <a:pt x="512343" y="430149"/>
                </a:lnTo>
                <a:lnTo>
                  <a:pt x="544449" y="430149"/>
                </a:lnTo>
                <a:lnTo>
                  <a:pt x="544449" y="205930"/>
                </a:lnTo>
                <a:lnTo>
                  <a:pt x="557898" y="220776"/>
                </a:lnTo>
                <a:lnTo>
                  <a:pt x="583666" y="249948"/>
                </a:lnTo>
                <a:lnTo>
                  <a:pt x="596265" y="263931"/>
                </a:lnTo>
                <a:lnTo>
                  <a:pt x="622173" y="241071"/>
                </a:lnTo>
                <a:close/>
              </a:path>
              <a:path w="2231390" h="434975">
                <a:moveTo>
                  <a:pt x="689330" y="120484"/>
                </a:moveTo>
                <a:lnTo>
                  <a:pt x="673265" y="96748"/>
                </a:lnTo>
                <a:lnTo>
                  <a:pt x="657237" y="73431"/>
                </a:lnTo>
                <a:lnTo>
                  <a:pt x="625221" y="27520"/>
                </a:lnTo>
                <a:lnTo>
                  <a:pt x="597789" y="44284"/>
                </a:lnTo>
                <a:lnTo>
                  <a:pt x="613511" y="68084"/>
                </a:lnTo>
                <a:lnTo>
                  <a:pt x="628650" y="91732"/>
                </a:lnTo>
                <a:lnTo>
                  <a:pt x="643229" y="115697"/>
                </a:lnTo>
                <a:lnTo>
                  <a:pt x="657225" y="140398"/>
                </a:lnTo>
                <a:lnTo>
                  <a:pt x="689330" y="120484"/>
                </a:lnTo>
                <a:close/>
              </a:path>
              <a:path w="2231390" h="434975">
                <a:moveTo>
                  <a:pt x="863155" y="164782"/>
                </a:moveTo>
                <a:lnTo>
                  <a:pt x="751814" y="164782"/>
                </a:lnTo>
                <a:lnTo>
                  <a:pt x="751814" y="4572"/>
                </a:lnTo>
                <a:lnTo>
                  <a:pt x="718286" y="4572"/>
                </a:lnTo>
                <a:lnTo>
                  <a:pt x="718286" y="164782"/>
                </a:lnTo>
                <a:lnTo>
                  <a:pt x="606933" y="164782"/>
                </a:lnTo>
                <a:lnTo>
                  <a:pt x="606933" y="195262"/>
                </a:lnTo>
                <a:lnTo>
                  <a:pt x="829627" y="195262"/>
                </a:lnTo>
                <a:lnTo>
                  <a:pt x="829627" y="268503"/>
                </a:lnTo>
                <a:lnTo>
                  <a:pt x="614553" y="268503"/>
                </a:lnTo>
                <a:lnTo>
                  <a:pt x="614553" y="298983"/>
                </a:lnTo>
                <a:lnTo>
                  <a:pt x="829627" y="298983"/>
                </a:lnTo>
                <a:lnTo>
                  <a:pt x="829627" y="376809"/>
                </a:lnTo>
                <a:lnTo>
                  <a:pt x="594741" y="376809"/>
                </a:lnTo>
                <a:lnTo>
                  <a:pt x="594741" y="407289"/>
                </a:lnTo>
                <a:lnTo>
                  <a:pt x="829627" y="407289"/>
                </a:lnTo>
                <a:lnTo>
                  <a:pt x="829627" y="431673"/>
                </a:lnTo>
                <a:lnTo>
                  <a:pt x="863155" y="431673"/>
                </a:lnTo>
                <a:lnTo>
                  <a:pt x="863155" y="164782"/>
                </a:lnTo>
                <a:close/>
              </a:path>
              <a:path w="2231390" h="434975">
                <a:moveTo>
                  <a:pt x="876871" y="45808"/>
                </a:moveTo>
                <a:lnTo>
                  <a:pt x="846391" y="25996"/>
                </a:lnTo>
                <a:lnTo>
                  <a:pt x="831519" y="52336"/>
                </a:lnTo>
                <a:lnTo>
                  <a:pt x="816622" y="76669"/>
                </a:lnTo>
                <a:lnTo>
                  <a:pt x="801738" y="99301"/>
                </a:lnTo>
                <a:lnTo>
                  <a:pt x="786866" y="120484"/>
                </a:lnTo>
                <a:lnTo>
                  <a:pt x="814298" y="141922"/>
                </a:lnTo>
                <a:lnTo>
                  <a:pt x="829462" y="119583"/>
                </a:lnTo>
                <a:lnTo>
                  <a:pt x="845045" y="96113"/>
                </a:lnTo>
                <a:lnTo>
                  <a:pt x="860894" y="71539"/>
                </a:lnTo>
                <a:lnTo>
                  <a:pt x="876871" y="45808"/>
                </a:lnTo>
                <a:close/>
              </a:path>
              <a:path w="2231390" h="434975">
                <a:moveTo>
                  <a:pt x="1081189" y="73240"/>
                </a:moveTo>
                <a:lnTo>
                  <a:pt x="1046137" y="73240"/>
                </a:lnTo>
                <a:lnTo>
                  <a:pt x="1046137" y="106781"/>
                </a:lnTo>
                <a:lnTo>
                  <a:pt x="1046137" y="213550"/>
                </a:lnTo>
                <a:lnTo>
                  <a:pt x="1046137" y="244132"/>
                </a:lnTo>
                <a:lnTo>
                  <a:pt x="1046137" y="355473"/>
                </a:lnTo>
                <a:lnTo>
                  <a:pt x="948499" y="355473"/>
                </a:lnTo>
                <a:lnTo>
                  <a:pt x="948499" y="244132"/>
                </a:lnTo>
                <a:lnTo>
                  <a:pt x="1046137" y="244132"/>
                </a:lnTo>
                <a:lnTo>
                  <a:pt x="1046137" y="213550"/>
                </a:lnTo>
                <a:lnTo>
                  <a:pt x="948499" y="213550"/>
                </a:lnTo>
                <a:lnTo>
                  <a:pt x="948499" y="106781"/>
                </a:lnTo>
                <a:lnTo>
                  <a:pt x="1046137" y="106781"/>
                </a:lnTo>
                <a:lnTo>
                  <a:pt x="1046137" y="73240"/>
                </a:lnTo>
                <a:lnTo>
                  <a:pt x="994321" y="73240"/>
                </a:lnTo>
                <a:lnTo>
                  <a:pt x="1000937" y="58978"/>
                </a:lnTo>
                <a:lnTo>
                  <a:pt x="1007275" y="43713"/>
                </a:lnTo>
                <a:lnTo>
                  <a:pt x="1020229" y="10668"/>
                </a:lnTo>
                <a:lnTo>
                  <a:pt x="983653" y="0"/>
                </a:lnTo>
                <a:lnTo>
                  <a:pt x="978522" y="17487"/>
                </a:lnTo>
                <a:lnTo>
                  <a:pt x="972413" y="35521"/>
                </a:lnTo>
                <a:lnTo>
                  <a:pt x="965428" y="54102"/>
                </a:lnTo>
                <a:lnTo>
                  <a:pt x="957745" y="73240"/>
                </a:lnTo>
                <a:lnTo>
                  <a:pt x="913447" y="73240"/>
                </a:lnTo>
                <a:lnTo>
                  <a:pt x="913447" y="425577"/>
                </a:lnTo>
                <a:lnTo>
                  <a:pt x="948499" y="425577"/>
                </a:lnTo>
                <a:lnTo>
                  <a:pt x="948499" y="387477"/>
                </a:lnTo>
                <a:lnTo>
                  <a:pt x="1046137" y="387477"/>
                </a:lnTo>
                <a:lnTo>
                  <a:pt x="1046137" y="422529"/>
                </a:lnTo>
                <a:lnTo>
                  <a:pt x="1081189" y="422529"/>
                </a:lnTo>
                <a:lnTo>
                  <a:pt x="1081189" y="387477"/>
                </a:lnTo>
                <a:lnTo>
                  <a:pt x="1081189" y="355473"/>
                </a:lnTo>
                <a:lnTo>
                  <a:pt x="1081189" y="244132"/>
                </a:lnTo>
                <a:lnTo>
                  <a:pt x="1081189" y="213550"/>
                </a:lnTo>
                <a:lnTo>
                  <a:pt x="1081189" y="106781"/>
                </a:lnTo>
                <a:lnTo>
                  <a:pt x="1081189" y="73240"/>
                </a:lnTo>
                <a:close/>
              </a:path>
              <a:path w="2231390" h="434975">
                <a:moveTo>
                  <a:pt x="1230630" y="273088"/>
                </a:moveTo>
                <a:lnTo>
                  <a:pt x="1215491" y="251371"/>
                </a:lnTo>
                <a:lnTo>
                  <a:pt x="1197483" y="227507"/>
                </a:lnTo>
                <a:lnTo>
                  <a:pt x="1176629" y="201637"/>
                </a:lnTo>
                <a:lnTo>
                  <a:pt x="1152906" y="173926"/>
                </a:lnTo>
                <a:lnTo>
                  <a:pt x="1126998" y="193738"/>
                </a:lnTo>
                <a:lnTo>
                  <a:pt x="1146759" y="219138"/>
                </a:lnTo>
                <a:lnTo>
                  <a:pt x="1165098" y="244843"/>
                </a:lnTo>
                <a:lnTo>
                  <a:pt x="1182293" y="270548"/>
                </a:lnTo>
                <a:lnTo>
                  <a:pt x="1198626" y="295948"/>
                </a:lnTo>
                <a:lnTo>
                  <a:pt x="1230630" y="273088"/>
                </a:lnTo>
                <a:close/>
              </a:path>
              <a:path w="2231390" h="434975">
                <a:moveTo>
                  <a:pt x="1313027" y="71716"/>
                </a:moveTo>
                <a:lnTo>
                  <a:pt x="1172718" y="71716"/>
                </a:lnTo>
                <a:lnTo>
                  <a:pt x="1178407" y="57480"/>
                </a:lnTo>
                <a:lnTo>
                  <a:pt x="1183957" y="42379"/>
                </a:lnTo>
                <a:lnTo>
                  <a:pt x="1189215" y="26682"/>
                </a:lnTo>
                <a:lnTo>
                  <a:pt x="1194054" y="10668"/>
                </a:lnTo>
                <a:lnTo>
                  <a:pt x="1157478" y="0"/>
                </a:lnTo>
                <a:lnTo>
                  <a:pt x="1142898" y="47180"/>
                </a:lnTo>
                <a:lnTo>
                  <a:pt x="1126604" y="90208"/>
                </a:lnTo>
                <a:lnTo>
                  <a:pt x="1108570" y="128930"/>
                </a:lnTo>
                <a:lnTo>
                  <a:pt x="1088809" y="163258"/>
                </a:lnTo>
                <a:lnTo>
                  <a:pt x="1097457" y="167589"/>
                </a:lnTo>
                <a:lnTo>
                  <a:pt x="1105077" y="171640"/>
                </a:lnTo>
                <a:lnTo>
                  <a:pt x="1111834" y="175691"/>
                </a:lnTo>
                <a:lnTo>
                  <a:pt x="1117854" y="180022"/>
                </a:lnTo>
                <a:lnTo>
                  <a:pt x="1128090" y="163258"/>
                </a:lnTo>
                <a:lnTo>
                  <a:pt x="1138237" y="144957"/>
                </a:lnTo>
                <a:lnTo>
                  <a:pt x="1148067" y="125552"/>
                </a:lnTo>
                <a:lnTo>
                  <a:pt x="1157478" y="105257"/>
                </a:lnTo>
                <a:lnTo>
                  <a:pt x="1274927" y="105257"/>
                </a:lnTo>
                <a:lnTo>
                  <a:pt x="1273987" y="171640"/>
                </a:lnTo>
                <a:lnTo>
                  <a:pt x="1273009" y="227507"/>
                </a:lnTo>
                <a:lnTo>
                  <a:pt x="1271854" y="276821"/>
                </a:lnTo>
                <a:lnTo>
                  <a:pt x="1270482" y="316103"/>
                </a:lnTo>
                <a:lnTo>
                  <a:pt x="1264513" y="365213"/>
                </a:lnTo>
                <a:lnTo>
                  <a:pt x="1226058" y="389001"/>
                </a:lnTo>
                <a:lnTo>
                  <a:pt x="1207223" y="388696"/>
                </a:lnTo>
                <a:lnTo>
                  <a:pt x="1187386" y="387667"/>
                </a:lnTo>
                <a:lnTo>
                  <a:pt x="1166698" y="385787"/>
                </a:lnTo>
                <a:lnTo>
                  <a:pt x="1145286" y="382905"/>
                </a:lnTo>
                <a:lnTo>
                  <a:pt x="1143762" y="382905"/>
                </a:lnTo>
                <a:lnTo>
                  <a:pt x="1146022" y="391452"/>
                </a:lnTo>
                <a:lnTo>
                  <a:pt x="1148143" y="401002"/>
                </a:lnTo>
                <a:lnTo>
                  <a:pt x="1149972" y="411403"/>
                </a:lnTo>
                <a:lnTo>
                  <a:pt x="1151382" y="422529"/>
                </a:lnTo>
                <a:lnTo>
                  <a:pt x="1171930" y="423405"/>
                </a:lnTo>
                <a:lnTo>
                  <a:pt x="1192339" y="423862"/>
                </a:lnTo>
                <a:lnTo>
                  <a:pt x="1232154" y="424053"/>
                </a:lnTo>
                <a:lnTo>
                  <a:pt x="1262468" y="419773"/>
                </a:lnTo>
                <a:lnTo>
                  <a:pt x="1284630" y="406908"/>
                </a:lnTo>
                <a:lnTo>
                  <a:pt x="1296187" y="389001"/>
                </a:lnTo>
                <a:lnTo>
                  <a:pt x="1298473" y="385483"/>
                </a:lnTo>
                <a:lnTo>
                  <a:pt x="1305407" y="331673"/>
                </a:lnTo>
                <a:lnTo>
                  <a:pt x="1308455" y="255892"/>
                </a:lnTo>
                <a:lnTo>
                  <a:pt x="1309979" y="203898"/>
                </a:lnTo>
                <a:lnTo>
                  <a:pt x="1311440" y="144957"/>
                </a:lnTo>
                <a:lnTo>
                  <a:pt x="1312303" y="105257"/>
                </a:lnTo>
                <a:lnTo>
                  <a:pt x="1313027" y="71716"/>
                </a:lnTo>
                <a:close/>
              </a:path>
              <a:path w="2231390" h="434975">
                <a:moveTo>
                  <a:pt x="1511338" y="227266"/>
                </a:moveTo>
                <a:lnTo>
                  <a:pt x="1495539" y="212432"/>
                </a:lnTo>
                <a:lnTo>
                  <a:pt x="1479207" y="196786"/>
                </a:lnTo>
                <a:lnTo>
                  <a:pt x="1465160" y="183337"/>
                </a:lnTo>
                <a:lnTo>
                  <a:pt x="1463255" y="181546"/>
                </a:lnTo>
                <a:lnTo>
                  <a:pt x="1450276" y="169354"/>
                </a:lnTo>
                <a:lnTo>
                  <a:pt x="1438084" y="181546"/>
                </a:lnTo>
                <a:lnTo>
                  <a:pt x="1438084" y="123532"/>
                </a:lnTo>
                <a:lnTo>
                  <a:pt x="1494472" y="123532"/>
                </a:lnTo>
                <a:lnTo>
                  <a:pt x="1494472" y="93052"/>
                </a:lnTo>
                <a:lnTo>
                  <a:pt x="1438084" y="93052"/>
                </a:lnTo>
                <a:lnTo>
                  <a:pt x="1438084" y="7620"/>
                </a:lnTo>
                <a:lnTo>
                  <a:pt x="1407604" y="7620"/>
                </a:lnTo>
                <a:lnTo>
                  <a:pt x="1407604" y="93052"/>
                </a:lnTo>
                <a:lnTo>
                  <a:pt x="1345018" y="93052"/>
                </a:lnTo>
                <a:lnTo>
                  <a:pt x="1345018" y="123532"/>
                </a:lnTo>
                <a:lnTo>
                  <a:pt x="1407604" y="123532"/>
                </a:lnTo>
                <a:lnTo>
                  <a:pt x="1395869" y="165049"/>
                </a:lnTo>
                <a:lnTo>
                  <a:pt x="1381112" y="204825"/>
                </a:lnTo>
                <a:lnTo>
                  <a:pt x="1363205" y="242874"/>
                </a:lnTo>
                <a:lnTo>
                  <a:pt x="1341970" y="279184"/>
                </a:lnTo>
                <a:lnTo>
                  <a:pt x="1346263" y="288556"/>
                </a:lnTo>
                <a:lnTo>
                  <a:pt x="1349971" y="298234"/>
                </a:lnTo>
                <a:lnTo>
                  <a:pt x="1353121" y="307898"/>
                </a:lnTo>
                <a:lnTo>
                  <a:pt x="1355686" y="317284"/>
                </a:lnTo>
                <a:lnTo>
                  <a:pt x="1370063" y="294779"/>
                </a:lnTo>
                <a:lnTo>
                  <a:pt x="1383398" y="268693"/>
                </a:lnTo>
                <a:lnTo>
                  <a:pt x="1395869" y="239445"/>
                </a:lnTo>
                <a:lnTo>
                  <a:pt x="1407604" y="207454"/>
                </a:lnTo>
                <a:lnTo>
                  <a:pt x="1407604" y="431673"/>
                </a:lnTo>
                <a:lnTo>
                  <a:pt x="1438084" y="431673"/>
                </a:lnTo>
                <a:lnTo>
                  <a:pt x="1438084" y="207454"/>
                </a:lnTo>
                <a:lnTo>
                  <a:pt x="1438084" y="196786"/>
                </a:lnTo>
                <a:lnTo>
                  <a:pt x="1449793" y="208800"/>
                </a:lnTo>
                <a:lnTo>
                  <a:pt x="1462087" y="221983"/>
                </a:lnTo>
                <a:lnTo>
                  <a:pt x="1474939" y="236296"/>
                </a:lnTo>
                <a:lnTo>
                  <a:pt x="1488376" y="251752"/>
                </a:lnTo>
                <a:lnTo>
                  <a:pt x="1511338" y="227266"/>
                </a:lnTo>
                <a:close/>
              </a:path>
              <a:path w="2231390" h="434975">
                <a:moveTo>
                  <a:pt x="1704975" y="321856"/>
                </a:moveTo>
                <a:lnTo>
                  <a:pt x="1670862" y="259359"/>
                </a:lnTo>
                <a:lnTo>
                  <a:pt x="1637830" y="201358"/>
                </a:lnTo>
                <a:lnTo>
                  <a:pt x="1611922" y="216598"/>
                </a:lnTo>
                <a:lnTo>
                  <a:pt x="1621942" y="234061"/>
                </a:lnTo>
                <a:lnTo>
                  <a:pt x="1631454" y="251752"/>
                </a:lnTo>
                <a:lnTo>
                  <a:pt x="1640890" y="270052"/>
                </a:lnTo>
                <a:lnTo>
                  <a:pt x="1650111" y="288328"/>
                </a:lnTo>
                <a:lnTo>
                  <a:pt x="1628076" y="289445"/>
                </a:lnTo>
                <a:lnTo>
                  <a:pt x="1603349" y="290423"/>
                </a:lnTo>
                <a:lnTo>
                  <a:pt x="1576082" y="291109"/>
                </a:lnTo>
                <a:lnTo>
                  <a:pt x="1546390" y="291376"/>
                </a:lnTo>
                <a:lnTo>
                  <a:pt x="1570964" y="250774"/>
                </a:lnTo>
                <a:lnTo>
                  <a:pt x="1592110" y="213601"/>
                </a:lnTo>
                <a:lnTo>
                  <a:pt x="1609826" y="179844"/>
                </a:lnTo>
                <a:lnTo>
                  <a:pt x="1624114" y="149542"/>
                </a:lnTo>
                <a:lnTo>
                  <a:pt x="1592110" y="135826"/>
                </a:lnTo>
                <a:lnTo>
                  <a:pt x="1574050" y="175298"/>
                </a:lnTo>
                <a:lnTo>
                  <a:pt x="1556296" y="211505"/>
                </a:lnTo>
                <a:lnTo>
                  <a:pt x="1520482" y="274612"/>
                </a:lnTo>
                <a:lnTo>
                  <a:pt x="1497520" y="298996"/>
                </a:lnTo>
                <a:lnTo>
                  <a:pt x="1511338" y="329476"/>
                </a:lnTo>
                <a:lnTo>
                  <a:pt x="1534007" y="325285"/>
                </a:lnTo>
                <a:lnTo>
                  <a:pt x="1543265" y="323900"/>
                </a:lnTo>
                <a:lnTo>
                  <a:pt x="1550962" y="323380"/>
                </a:lnTo>
                <a:lnTo>
                  <a:pt x="1606016" y="318998"/>
                </a:lnTo>
                <a:lnTo>
                  <a:pt x="1633931" y="317157"/>
                </a:lnTo>
                <a:lnTo>
                  <a:pt x="1662303" y="315760"/>
                </a:lnTo>
                <a:lnTo>
                  <a:pt x="1666875" y="323380"/>
                </a:lnTo>
                <a:lnTo>
                  <a:pt x="1669923" y="331000"/>
                </a:lnTo>
                <a:lnTo>
                  <a:pt x="1672971" y="338709"/>
                </a:lnTo>
                <a:lnTo>
                  <a:pt x="1704975" y="321856"/>
                </a:lnTo>
                <a:close/>
              </a:path>
              <a:path w="2231390" h="434975">
                <a:moveTo>
                  <a:pt x="1762887" y="68668"/>
                </a:moveTo>
                <a:lnTo>
                  <a:pt x="1573822" y="68668"/>
                </a:lnTo>
                <a:lnTo>
                  <a:pt x="1579765" y="55575"/>
                </a:lnTo>
                <a:lnTo>
                  <a:pt x="1586014" y="41617"/>
                </a:lnTo>
                <a:lnTo>
                  <a:pt x="1592249" y="27063"/>
                </a:lnTo>
                <a:lnTo>
                  <a:pt x="1598206" y="12192"/>
                </a:lnTo>
                <a:lnTo>
                  <a:pt x="1564678" y="1524"/>
                </a:lnTo>
                <a:lnTo>
                  <a:pt x="1548663" y="44754"/>
                </a:lnTo>
                <a:lnTo>
                  <a:pt x="1530375" y="85242"/>
                </a:lnTo>
                <a:lnTo>
                  <a:pt x="1509763" y="123177"/>
                </a:lnTo>
                <a:lnTo>
                  <a:pt x="1486852" y="158686"/>
                </a:lnTo>
                <a:lnTo>
                  <a:pt x="1501724" y="169164"/>
                </a:lnTo>
                <a:lnTo>
                  <a:pt x="1508328" y="173901"/>
                </a:lnTo>
                <a:lnTo>
                  <a:pt x="1514386" y="178498"/>
                </a:lnTo>
                <a:lnTo>
                  <a:pt x="1524927" y="161632"/>
                </a:lnTo>
                <a:lnTo>
                  <a:pt x="1535912" y="143052"/>
                </a:lnTo>
                <a:lnTo>
                  <a:pt x="1547164" y="122732"/>
                </a:lnTo>
                <a:lnTo>
                  <a:pt x="1558582" y="100672"/>
                </a:lnTo>
                <a:lnTo>
                  <a:pt x="1727835" y="100672"/>
                </a:lnTo>
                <a:lnTo>
                  <a:pt x="1726272" y="158686"/>
                </a:lnTo>
                <a:lnTo>
                  <a:pt x="1725015" y="201358"/>
                </a:lnTo>
                <a:lnTo>
                  <a:pt x="1722856" y="268693"/>
                </a:lnTo>
                <a:lnTo>
                  <a:pt x="1721294" y="312216"/>
                </a:lnTo>
                <a:lnTo>
                  <a:pt x="1718741" y="354812"/>
                </a:lnTo>
                <a:lnTo>
                  <a:pt x="1692021" y="388810"/>
                </a:lnTo>
                <a:lnTo>
                  <a:pt x="1680984" y="390550"/>
                </a:lnTo>
                <a:lnTo>
                  <a:pt x="1666875" y="390525"/>
                </a:lnTo>
                <a:lnTo>
                  <a:pt x="1649107" y="390245"/>
                </a:lnTo>
                <a:lnTo>
                  <a:pt x="1630210" y="389382"/>
                </a:lnTo>
                <a:lnTo>
                  <a:pt x="1610207" y="387959"/>
                </a:lnTo>
                <a:lnTo>
                  <a:pt x="1589062" y="385953"/>
                </a:lnTo>
                <a:lnTo>
                  <a:pt x="1591106" y="395973"/>
                </a:lnTo>
                <a:lnTo>
                  <a:pt x="1633067" y="425386"/>
                </a:lnTo>
                <a:lnTo>
                  <a:pt x="1668399" y="425577"/>
                </a:lnTo>
                <a:lnTo>
                  <a:pt x="1690420" y="424675"/>
                </a:lnTo>
                <a:lnTo>
                  <a:pt x="1733931" y="408813"/>
                </a:lnTo>
                <a:lnTo>
                  <a:pt x="1751723" y="367449"/>
                </a:lnTo>
                <a:lnTo>
                  <a:pt x="1754809" y="318998"/>
                </a:lnTo>
                <a:lnTo>
                  <a:pt x="1757108" y="251929"/>
                </a:lnTo>
                <a:lnTo>
                  <a:pt x="1761896" y="100672"/>
                </a:lnTo>
                <a:lnTo>
                  <a:pt x="1762887" y="68668"/>
                </a:lnTo>
                <a:close/>
              </a:path>
              <a:path w="2231390" h="434975">
                <a:moveTo>
                  <a:pt x="2191423" y="45808"/>
                </a:moveTo>
                <a:lnTo>
                  <a:pt x="2175129" y="34391"/>
                </a:lnTo>
                <a:lnTo>
                  <a:pt x="2158314" y="23126"/>
                </a:lnTo>
                <a:lnTo>
                  <a:pt x="2140839" y="12090"/>
                </a:lnTo>
                <a:lnTo>
                  <a:pt x="2122843" y="1524"/>
                </a:lnTo>
                <a:lnTo>
                  <a:pt x="2104555" y="24472"/>
                </a:lnTo>
                <a:lnTo>
                  <a:pt x="2121433" y="35928"/>
                </a:lnTo>
                <a:lnTo>
                  <a:pt x="2137892" y="47523"/>
                </a:lnTo>
                <a:lnTo>
                  <a:pt x="2154059" y="59410"/>
                </a:lnTo>
                <a:lnTo>
                  <a:pt x="2170087" y="71716"/>
                </a:lnTo>
                <a:lnTo>
                  <a:pt x="2191423" y="45808"/>
                </a:lnTo>
                <a:close/>
              </a:path>
              <a:path w="2231390" h="434975">
                <a:moveTo>
                  <a:pt x="2231136" y="317271"/>
                </a:moveTo>
                <a:lnTo>
                  <a:pt x="2223973" y="314731"/>
                </a:lnTo>
                <a:lnTo>
                  <a:pt x="2207310" y="308495"/>
                </a:lnTo>
                <a:lnTo>
                  <a:pt x="2197519" y="305079"/>
                </a:lnTo>
                <a:lnTo>
                  <a:pt x="2191512" y="354672"/>
                </a:lnTo>
                <a:lnTo>
                  <a:pt x="2171611" y="390525"/>
                </a:lnTo>
                <a:lnTo>
                  <a:pt x="2155837" y="386499"/>
                </a:lnTo>
                <a:lnTo>
                  <a:pt x="2140369" y="374319"/>
                </a:lnTo>
                <a:lnTo>
                  <a:pt x="2124964" y="353949"/>
                </a:lnTo>
                <a:lnTo>
                  <a:pt x="2109127" y="324891"/>
                </a:lnTo>
                <a:lnTo>
                  <a:pt x="2134311" y="290563"/>
                </a:lnTo>
                <a:lnTo>
                  <a:pt x="2136673" y="286791"/>
                </a:lnTo>
                <a:lnTo>
                  <a:pt x="2157514" y="253644"/>
                </a:lnTo>
                <a:lnTo>
                  <a:pt x="2178989" y="213842"/>
                </a:lnTo>
                <a:lnTo>
                  <a:pt x="2199043" y="170878"/>
                </a:lnTo>
                <a:lnTo>
                  <a:pt x="2163991" y="155638"/>
                </a:lnTo>
                <a:lnTo>
                  <a:pt x="2149386" y="191350"/>
                </a:lnTo>
                <a:lnTo>
                  <a:pt x="2132939" y="225221"/>
                </a:lnTo>
                <a:lnTo>
                  <a:pt x="2114473" y="257086"/>
                </a:lnTo>
                <a:lnTo>
                  <a:pt x="2093887" y="286791"/>
                </a:lnTo>
                <a:lnTo>
                  <a:pt x="2086470" y="253580"/>
                </a:lnTo>
                <a:lnTo>
                  <a:pt x="2080361" y="213207"/>
                </a:lnTo>
                <a:lnTo>
                  <a:pt x="2075662" y="165379"/>
                </a:lnTo>
                <a:lnTo>
                  <a:pt x="2072551" y="109816"/>
                </a:lnTo>
                <a:lnTo>
                  <a:pt x="2221992" y="109816"/>
                </a:lnTo>
                <a:lnTo>
                  <a:pt x="2221992" y="77812"/>
                </a:lnTo>
                <a:lnTo>
                  <a:pt x="2071027" y="77812"/>
                </a:lnTo>
                <a:lnTo>
                  <a:pt x="2071027" y="3048"/>
                </a:lnTo>
                <a:lnTo>
                  <a:pt x="2034349" y="3048"/>
                </a:lnTo>
                <a:lnTo>
                  <a:pt x="2034616" y="23101"/>
                </a:lnTo>
                <a:lnTo>
                  <a:pt x="2035302" y="42189"/>
                </a:lnTo>
                <a:lnTo>
                  <a:pt x="2036229" y="59410"/>
                </a:lnTo>
                <a:lnTo>
                  <a:pt x="2037397" y="77812"/>
                </a:lnTo>
                <a:lnTo>
                  <a:pt x="1837651" y="77812"/>
                </a:lnTo>
                <a:lnTo>
                  <a:pt x="1837651" y="196786"/>
                </a:lnTo>
                <a:lnTo>
                  <a:pt x="1834540" y="262890"/>
                </a:lnTo>
                <a:lnTo>
                  <a:pt x="1825269" y="319405"/>
                </a:lnTo>
                <a:lnTo>
                  <a:pt x="1810016" y="366483"/>
                </a:lnTo>
                <a:lnTo>
                  <a:pt x="1788883" y="404241"/>
                </a:lnTo>
                <a:lnTo>
                  <a:pt x="1794598" y="412000"/>
                </a:lnTo>
                <a:lnTo>
                  <a:pt x="1806028" y="426961"/>
                </a:lnTo>
                <a:lnTo>
                  <a:pt x="1811743" y="434721"/>
                </a:lnTo>
                <a:lnTo>
                  <a:pt x="1832571" y="402323"/>
                </a:lnTo>
                <a:lnTo>
                  <a:pt x="1849234" y="363626"/>
                </a:lnTo>
                <a:lnTo>
                  <a:pt x="1861566" y="318541"/>
                </a:lnTo>
                <a:lnTo>
                  <a:pt x="1869440" y="267017"/>
                </a:lnTo>
                <a:lnTo>
                  <a:pt x="1872703" y="208978"/>
                </a:lnTo>
                <a:lnTo>
                  <a:pt x="1964245" y="208978"/>
                </a:lnTo>
                <a:lnTo>
                  <a:pt x="1961769" y="263931"/>
                </a:lnTo>
                <a:lnTo>
                  <a:pt x="1958149" y="309651"/>
                </a:lnTo>
                <a:lnTo>
                  <a:pt x="1930717" y="344805"/>
                </a:lnTo>
                <a:lnTo>
                  <a:pt x="1918919" y="344512"/>
                </a:lnTo>
                <a:lnTo>
                  <a:pt x="1906435" y="343662"/>
                </a:lnTo>
                <a:lnTo>
                  <a:pt x="1893112" y="342226"/>
                </a:lnTo>
                <a:lnTo>
                  <a:pt x="1878799" y="340233"/>
                </a:lnTo>
                <a:lnTo>
                  <a:pt x="1880857" y="350227"/>
                </a:lnTo>
                <a:lnTo>
                  <a:pt x="1882584" y="359460"/>
                </a:lnTo>
                <a:lnTo>
                  <a:pt x="1884375" y="368515"/>
                </a:lnTo>
                <a:lnTo>
                  <a:pt x="1886419" y="376809"/>
                </a:lnTo>
                <a:lnTo>
                  <a:pt x="1900453" y="377050"/>
                </a:lnTo>
                <a:lnTo>
                  <a:pt x="1923973" y="378091"/>
                </a:lnTo>
                <a:lnTo>
                  <a:pt x="1933765" y="378333"/>
                </a:lnTo>
                <a:lnTo>
                  <a:pt x="1957171" y="374599"/>
                </a:lnTo>
                <a:lnTo>
                  <a:pt x="1974723" y="363270"/>
                </a:lnTo>
                <a:lnTo>
                  <a:pt x="1985911" y="344805"/>
                </a:lnTo>
                <a:lnTo>
                  <a:pt x="1986267" y="344220"/>
                </a:lnTo>
                <a:lnTo>
                  <a:pt x="1993887" y="287934"/>
                </a:lnTo>
                <a:lnTo>
                  <a:pt x="1997887" y="217373"/>
                </a:lnTo>
                <a:lnTo>
                  <a:pt x="1998179" y="208978"/>
                </a:lnTo>
                <a:lnTo>
                  <a:pt x="1999297" y="176974"/>
                </a:lnTo>
                <a:lnTo>
                  <a:pt x="1872703" y="176974"/>
                </a:lnTo>
                <a:lnTo>
                  <a:pt x="1872703" y="109816"/>
                </a:lnTo>
                <a:lnTo>
                  <a:pt x="2038921" y="109816"/>
                </a:lnTo>
                <a:lnTo>
                  <a:pt x="2042375" y="176974"/>
                </a:lnTo>
                <a:lnTo>
                  <a:pt x="2048268" y="234353"/>
                </a:lnTo>
                <a:lnTo>
                  <a:pt x="2056752" y="281660"/>
                </a:lnTo>
                <a:lnTo>
                  <a:pt x="2067979" y="318795"/>
                </a:lnTo>
                <a:lnTo>
                  <a:pt x="2047659" y="340880"/>
                </a:lnTo>
                <a:lnTo>
                  <a:pt x="2025789" y="361365"/>
                </a:lnTo>
                <a:lnTo>
                  <a:pt x="2002510" y="380403"/>
                </a:lnTo>
                <a:lnTo>
                  <a:pt x="1977961" y="398145"/>
                </a:lnTo>
                <a:lnTo>
                  <a:pt x="2003869" y="424053"/>
                </a:lnTo>
                <a:lnTo>
                  <a:pt x="2025040" y="408597"/>
                </a:lnTo>
                <a:lnTo>
                  <a:pt x="2045220" y="391858"/>
                </a:lnTo>
                <a:lnTo>
                  <a:pt x="2064562" y="373684"/>
                </a:lnTo>
                <a:lnTo>
                  <a:pt x="2083219" y="353949"/>
                </a:lnTo>
                <a:lnTo>
                  <a:pt x="2093569" y="371119"/>
                </a:lnTo>
                <a:lnTo>
                  <a:pt x="2128939" y="410337"/>
                </a:lnTo>
                <a:lnTo>
                  <a:pt x="2167293" y="428345"/>
                </a:lnTo>
                <a:lnTo>
                  <a:pt x="2180755" y="428625"/>
                </a:lnTo>
                <a:lnTo>
                  <a:pt x="2193340" y="425500"/>
                </a:lnTo>
                <a:lnTo>
                  <a:pt x="2217420" y="393573"/>
                </a:lnTo>
                <a:lnTo>
                  <a:pt x="2227707" y="339305"/>
                </a:lnTo>
                <a:lnTo>
                  <a:pt x="2231136" y="31727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418844" y="319582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738401" y="3043148"/>
            <a:ext cx="542925" cy="274955"/>
          </a:xfrm>
          <a:custGeom>
            <a:avLst/>
            <a:gdLst/>
            <a:ahLst/>
            <a:cxnLst/>
            <a:rect l="l" t="t" r="r" b="b"/>
            <a:pathLst>
              <a:path w="542925" h="274954">
                <a:moveTo>
                  <a:pt x="221081" y="274599"/>
                </a:moveTo>
                <a:lnTo>
                  <a:pt x="134213" y="137350"/>
                </a:lnTo>
                <a:lnTo>
                  <a:pt x="219557" y="0"/>
                </a:lnTo>
                <a:lnTo>
                  <a:pt x="182981" y="0"/>
                </a:lnTo>
                <a:lnTo>
                  <a:pt x="124968" y="96100"/>
                </a:lnTo>
                <a:lnTo>
                  <a:pt x="121920" y="100672"/>
                </a:lnTo>
                <a:lnTo>
                  <a:pt x="117348" y="108292"/>
                </a:lnTo>
                <a:lnTo>
                  <a:pt x="114300" y="115912"/>
                </a:lnTo>
                <a:lnTo>
                  <a:pt x="112776" y="115912"/>
                </a:lnTo>
                <a:lnTo>
                  <a:pt x="103632" y="97624"/>
                </a:lnTo>
                <a:lnTo>
                  <a:pt x="47244" y="0"/>
                </a:lnTo>
                <a:lnTo>
                  <a:pt x="7620" y="0"/>
                </a:lnTo>
                <a:lnTo>
                  <a:pt x="92964" y="137350"/>
                </a:lnTo>
                <a:lnTo>
                  <a:pt x="0" y="274599"/>
                </a:lnTo>
                <a:lnTo>
                  <a:pt x="39624" y="274599"/>
                </a:lnTo>
                <a:lnTo>
                  <a:pt x="105156" y="169354"/>
                </a:lnTo>
                <a:lnTo>
                  <a:pt x="108204" y="163258"/>
                </a:lnTo>
                <a:lnTo>
                  <a:pt x="109728" y="158686"/>
                </a:lnTo>
                <a:lnTo>
                  <a:pt x="111252" y="155638"/>
                </a:lnTo>
                <a:lnTo>
                  <a:pt x="112776" y="155638"/>
                </a:lnTo>
                <a:lnTo>
                  <a:pt x="114300" y="161734"/>
                </a:lnTo>
                <a:lnTo>
                  <a:pt x="117348" y="166306"/>
                </a:lnTo>
                <a:lnTo>
                  <a:pt x="118872" y="169354"/>
                </a:lnTo>
                <a:lnTo>
                  <a:pt x="181457" y="274599"/>
                </a:lnTo>
                <a:lnTo>
                  <a:pt x="221081" y="274599"/>
                </a:lnTo>
                <a:close/>
              </a:path>
              <a:path w="542925" h="274954">
                <a:moveTo>
                  <a:pt x="542836" y="0"/>
                </a:moveTo>
                <a:lnTo>
                  <a:pt x="501675" y="0"/>
                </a:lnTo>
                <a:lnTo>
                  <a:pt x="416331" y="190690"/>
                </a:lnTo>
                <a:lnTo>
                  <a:pt x="410578" y="205181"/>
                </a:lnTo>
                <a:lnTo>
                  <a:pt x="406831" y="214299"/>
                </a:lnTo>
                <a:lnTo>
                  <a:pt x="402526" y="224307"/>
                </a:lnTo>
                <a:lnTo>
                  <a:pt x="400164" y="218617"/>
                </a:lnTo>
                <a:lnTo>
                  <a:pt x="397383" y="211086"/>
                </a:lnTo>
                <a:lnTo>
                  <a:pt x="393738" y="202145"/>
                </a:lnTo>
                <a:lnTo>
                  <a:pt x="388810" y="192214"/>
                </a:lnTo>
                <a:lnTo>
                  <a:pt x="321640" y="38188"/>
                </a:lnTo>
                <a:lnTo>
                  <a:pt x="304990" y="0"/>
                </a:lnTo>
                <a:lnTo>
                  <a:pt x="262216" y="0"/>
                </a:lnTo>
                <a:lnTo>
                  <a:pt x="262216" y="274599"/>
                </a:lnTo>
                <a:lnTo>
                  <a:pt x="294322" y="274599"/>
                </a:lnTo>
                <a:lnTo>
                  <a:pt x="294322" y="91528"/>
                </a:lnTo>
                <a:lnTo>
                  <a:pt x="294081" y="74409"/>
                </a:lnTo>
                <a:lnTo>
                  <a:pt x="293585" y="60477"/>
                </a:lnTo>
                <a:lnTo>
                  <a:pt x="293039" y="47599"/>
                </a:lnTo>
                <a:lnTo>
                  <a:pt x="292798" y="38188"/>
                </a:lnTo>
                <a:lnTo>
                  <a:pt x="295071" y="46748"/>
                </a:lnTo>
                <a:lnTo>
                  <a:pt x="297307" y="54000"/>
                </a:lnTo>
                <a:lnTo>
                  <a:pt x="299656" y="60477"/>
                </a:lnTo>
                <a:lnTo>
                  <a:pt x="394906" y="274599"/>
                </a:lnTo>
                <a:lnTo>
                  <a:pt x="410146" y="274599"/>
                </a:lnTo>
                <a:lnTo>
                  <a:pt x="432739" y="224307"/>
                </a:lnTo>
                <a:lnTo>
                  <a:pt x="504723" y="64096"/>
                </a:lnTo>
                <a:lnTo>
                  <a:pt x="506133" y="59842"/>
                </a:lnTo>
                <a:lnTo>
                  <a:pt x="507911" y="54190"/>
                </a:lnTo>
                <a:lnTo>
                  <a:pt x="510082" y="46761"/>
                </a:lnTo>
                <a:lnTo>
                  <a:pt x="512343" y="38188"/>
                </a:lnTo>
                <a:lnTo>
                  <a:pt x="513867" y="38188"/>
                </a:lnTo>
                <a:lnTo>
                  <a:pt x="512114" y="52743"/>
                </a:lnTo>
                <a:lnTo>
                  <a:pt x="511200" y="66573"/>
                </a:lnTo>
                <a:lnTo>
                  <a:pt x="510870" y="79552"/>
                </a:lnTo>
                <a:lnTo>
                  <a:pt x="510819" y="274599"/>
                </a:lnTo>
                <a:lnTo>
                  <a:pt x="542836" y="274599"/>
                </a:lnTo>
                <a:lnTo>
                  <a:pt x="542836" y="38188"/>
                </a:lnTo>
                <a:lnTo>
                  <a:pt x="54283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351430" y="3042919"/>
            <a:ext cx="142240" cy="274320"/>
          </a:xfrm>
          <a:custGeom>
            <a:avLst/>
            <a:gdLst/>
            <a:ahLst/>
            <a:cxnLst/>
            <a:rect l="l" t="t" r="r" b="b"/>
            <a:pathLst>
              <a:path w="142239" h="274320">
                <a:moveTo>
                  <a:pt x="141833" y="246380"/>
                </a:moveTo>
                <a:lnTo>
                  <a:pt x="32004" y="246380"/>
                </a:lnTo>
                <a:lnTo>
                  <a:pt x="32004" y="0"/>
                </a:lnTo>
                <a:lnTo>
                  <a:pt x="0" y="0"/>
                </a:lnTo>
                <a:lnTo>
                  <a:pt x="0" y="246380"/>
                </a:lnTo>
                <a:lnTo>
                  <a:pt x="0" y="274320"/>
                </a:lnTo>
                <a:lnTo>
                  <a:pt x="141833" y="274320"/>
                </a:lnTo>
                <a:lnTo>
                  <a:pt x="141833" y="2463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613748" y="2992856"/>
            <a:ext cx="749300" cy="378460"/>
          </a:xfrm>
          <a:custGeom>
            <a:avLst/>
            <a:gdLst/>
            <a:ahLst/>
            <a:cxnLst/>
            <a:rect l="l" t="t" r="r" b="b"/>
            <a:pathLst>
              <a:path w="749300" h="378460">
                <a:moveTo>
                  <a:pt x="335470" y="161632"/>
                </a:moveTo>
                <a:lnTo>
                  <a:pt x="306514" y="161632"/>
                </a:lnTo>
                <a:lnTo>
                  <a:pt x="306514" y="187642"/>
                </a:lnTo>
                <a:lnTo>
                  <a:pt x="306514" y="244030"/>
                </a:lnTo>
                <a:lnTo>
                  <a:pt x="208889" y="244030"/>
                </a:lnTo>
                <a:lnTo>
                  <a:pt x="208889" y="187642"/>
                </a:lnTo>
                <a:lnTo>
                  <a:pt x="306514" y="187642"/>
                </a:lnTo>
                <a:lnTo>
                  <a:pt x="306514" y="161632"/>
                </a:lnTo>
                <a:lnTo>
                  <a:pt x="178409" y="161632"/>
                </a:lnTo>
                <a:lnTo>
                  <a:pt x="178409" y="187642"/>
                </a:lnTo>
                <a:lnTo>
                  <a:pt x="178409" y="244030"/>
                </a:lnTo>
                <a:lnTo>
                  <a:pt x="82296" y="244030"/>
                </a:lnTo>
                <a:lnTo>
                  <a:pt x="82296" y="187642"/>
                </a:lnTo>
                <a:lnTo>
                  <a:pt x="178409" y="187642"/>
                </a:lnTo>
                <a:lnTo>
                  <a:pt x="178409" y="161632"/>
                </a:lnTo>
                <a:lnTo>
                  <a:pt x="51816" y="161632"/>
                </a:lnTo>
                <a:lnTo>
                  <a:pt x="51816" y="227266"/>
                </a:lnTo>
                <a:lnTo>
                  <a:pt x="48653" y="266750"/>
                </a:lnTo>
                <a:lnTo>
                  <a:pt x="39052" y="300507"/>
                </a:lnTo>
                <a:lnTo>
                  <a:pt x="22885" y="328510"/>
                </a:lnTo>
                <a:lnTo>
                  <a:pt x="0" y="350812"/>
                </a:lnTo>
                <a:lnTo>
                  <a:pt x="5473" y="357670"/>
                </a:lnTo>
                <a:lnTo>
                  <a:pt x="15862" y="371424"/>
                </a:lnTo>
                <a:lnTo>
                  <a:pt x="21336" y="378333"/>
                </a:lnTo>
                <a:lnTo>
                  <a:pt x="43891" y="353441"/>
                </a:lnTo>
                <a:lnTo>
                  <a:pt x="61150" y="326999"/>
                </a:lnTo>
                <a:lnTo>
                  <a:pt x="72986" y="299123"/>
                </a:lnTo>
                <a:lnTo>
                  <a:pt x="79248" y="269938"/>
                </a:lnTo>
                <a:lnTo>
                  <a:pt x="306514" y="269938"/>
                </a:lnTo>
                <a:lnTo>
                  <a:pt x="306514" y="286804"/>
                </a:lnTo>
                <a:lnTo>
                  <a:pt x="335470" y="286804"/>
                </a:lnTo>
                <a:lnTo>
                  <a:pt x="335470" y="269938"/>
                </a:lnTo>
                <a:lnTo>
                  <a:pt x="335470" y="244030"/>
                </a:lnTo>
                <a:lnTo>
                  <a:pt x="335470" y="187642"/>
                </a:lnTo>
                <a:lnTo>
                  <a:pt x="335470" y="161632"/>
                </a:lnTo>
                <a:close/>
              </a:path>
              <a:path w="749300" h="378460">
                <a:moveTo>
                  <a:pt x="379768" y="39624"/>
                </a:moveTo>
                <a:lnTo>
                  <a:pt x="210413" y="39624"/>
                </a:lnTo>
                <a:lnTo>
                  <a:pt x="210413" y="0"/>
                </a:lnTo>
                <a:lnTo>
                  <a:pt x="178409" y="0"/>
                </a:lnTo>
                <a:lnTo>
                  <a:pt x="178409" y="39624"/>
                </a:lnTo>
                <a:lnTo>
                  <a:pt x="7620" y="39624"/>
                </a:lnTo>
                <a:lnTo>
                  <a:pt x="7620" y="67144"/>
                </a:lnTo>
                <a:lnTo>
                  <a:pt x="178409" y="67144"/>
                </a:lnTo>
                <a:lnTo>
                  <a:pt x="178409" y="103720"/>
                </a:lnTo>
                <a:lnTo>
                  <a:pt x="39624" y="103720"/>
                </a:lnTo>
                <a:lnTo>
                  <a:pt x="39624" y="131152"/>
                </a:lnTo>
                <a:lnTo>
                  <a:pt x="347662" y="131152"/>
                </a:lnTo>
                <a:lnTo>
                  <a:pt x="347662" y="103720"/>
                </a:lnTo>
                <a:lnTo>
                  <a:pt x="210413" y="103720"/>
                </a:lnTo>
                <a:lnTo>
                  <a:pt x="210413" y="67144"/>
                </a:lnTo>
                <a:lnTo>
                  <a:pt x="379768" y="67144"/>
                </a:lnTo>
                <a:lnTo>
                  <a:pt x="379768" y="39624"/>
                </a:lnTo>
                <a:close/>
              </a:path>
              <a:path w="749300" h="378460">
                <a:moveTo>
                  <a:pt x="533781" y="30480"/>
                </a:moveTo>
                <a:lnTo>
                  <a:pt x="506349" y="30480"/>
                </a:lnTo>
                <a:lnTo>
                  <a:pt x="506349" y="57912"/>
                </a:lnTo>
                <a:lnTo>
                  <a:pt x="506349" y="144868"/>
                </a:lnTo>
                <a:lnTo>
                  <a:pt x="506349" y="172402"/>
                </a:lnTo>
                <a:lnTo>
                  <a:pt x="506349" y="262318"/>
                </a:lnTo>
                <a:lnTo>
                  <a:pt x="443763" y="262318"/>
                </a:lnTo>
                <a:lnTo>
                  <a:pt x="443763" y="172402"/>
                </a:lnTo>
                <a:lnTo>
                  <a:pt x="506349" y="172402"/>
                </a:lnTo>
                <a:lnTo>
                  <a:pt x="506349" y="144868"/>
                </a:lnTo>
                <a:lnTo>
                  <a:pt x="443763" y="144868"/>
                </a:lnTo>
                <a:lnTo>
                  <a:pt x="443763" y="57912"/>
                </a:lnTo>
                <a:lnTo>
                  <a:pt x="506349" y="57912"/>
                </a:lnTo>
                <a:lnTo>
                  <a:pt x="506349" y="30480"/>
                </a:lnTo>
                <a:lnTo>
                  <a:pt x="414807" y="30480"/>
                </a:lnTo>
                <a:lnTo>
                  <a:pt x="414807" y="318795"/>
                </a:lnTo>
                <a:lnTo>
                  <a:pt x="443763" y="318795"/>
                </a:lnTo>
                <a:lnTo>
                  <a:pt x="443763" y="291363"/>
                </a:lnTo>
                <a:lnTo>
                  <a:pt x="533781" y="291363"/>
                </a:lnTo>
                <a:lnTo>
                  <a:pt x="533781" y="262318"/>
                </a:lnTo>
                <a:lnTo>
                  <a:pt x="533781" y="172402"/>
                </a:lnTo>
                <a:lnTo>
                  <a:pt x="533781" y="144868"/>
                </a:lnTo>
                <a:lnTo>
                  <a:pt x="533781" y="57912"/>
                </a:lnTo>
                <a:lnTo>
                  <a:pt x="533781" y="30480"/>
                </a:lnTo>
                <a:close/>
              </a:path>
              <a:path w="749300" h="378460">
                <a:moveTo>
                  <a:pt x="748766" y="18288"/>
                </a:moveTo>
                <a:lnTo>
                  <a:pt x="718286" y="18288"/>
                </a:lnTo>
                <a:lnTo>
                  <a:pt x="718286" y="47244"/>
                </a:lnTo>
                <a:lnTo>
                  <a:pt x="718286" y="118960"/>
                </a:lnTo>
                <a:lnTo>
                  <a:pt x="718286" y="146392"/>
                </a:lnTo>
                <a:lnTo>
                  <a:pt x="718286" y="219646"/>
                </a:lnTo>
                <a:lnTo>
                  <a:pt x="608457" y="219646"/>
                </a:lnTo>
                <a:lnTo>
                  <a:pt x="609574" y="202209"/>
                </a:lnTo>
                <a:lnTo>
                  <a:pt x="610552" y="184200"/>
                </a:lnTo>
                <a:lnTo>
                  <a:pt x="611238" y="165595"/>
                </a:lnTo>
                <a:lnTo>
                  <a:pt x="611505" y="146392"/>
                </a:lnTo>
                <a:lnTo>
                  <a:pt x="718286" y="146392"/>
                </a:lnTo>
                <a:lnTo>
                  <a:pt x="718286" y="118960"/>
                </a:lnTo>
                <a:lnTo>
                  <a:pt x="611505" y="118960"/>
                </a:lnTo>
                <a:lnTo>
                  <a:pt x="611505" y="47244"/>
                </a:lnTo>
                <a:lnTo>
                  <a:pt x="718286" y="47244"/>
                </a:lnTo>
                <a:lnTo>
                  <a:pt x="718286" y="18288"/>
                </a:lnTo>
                <a:lnTo>
                  <a:pt x="581025" y="18288"/>
                </a:lnTo>
                <a:lnTo>
                  <a:pt x="581025" y="152488"/>
                </a:lnTo>
                <a:lnTo>
                  <a:pt x="580148" y="190868"/>
                </a:lnTo>
                <a:lnTo>
                  <a:pt x="572668" y="251002"/>
                </a:lnTo>
                <a:lnTo>
                  <a:pt x="556691" y="293649"/>
                </a:lnTo>
                <a:lnTo>
                  <a:pt x="525881" y="334797"/>
                </a:lnTo>
                <a:lnTo>
                  <a:pt x="504723" y="355371"/>
                </a:lnTo>
                <a:lnTo>
                  <a:pt x="511594" y="361099"/>
                </a:lnTo>
                <a:lnTo>
                  <a:pt x="518147" y="366814"/>
                </a:lnTo>
                <a:lnTo>
                  <a:pt x="524116" y="372567"/>
                </a:lnTo>
                <a:lnTo>
                  <a:pt x="529209" y="378333"/>
                </a:lnTo>
                <a:lnTo>
                  <a:pt x="558025" y="347726"/>
                </a:lnTo>
                <a:lnTo>
                  <a:pt x="580263" y="315556"/>
                </a:lnTo>
                <a:lnTo>
                  <a:pt x="595642" y="281978"/>
                </a:lnTo>
                <a:lnTo>
                  <a:pt x="603885" y="247078"/>
                </a:lnTo>
                <a:lnTo>
                  <a:pt x="718286" y="247078"/>
                </a:lnTo>
                <a:lnTo>
                  <a:pt x="718286" y="320319"/>
                </a:lnTo>
                <a:lnTo>
                  <a:pt x="716851" y="330327"/>
                </a:lnTo>
                <a:lnTo>
                  <a:pt x="712571" y="337464"/>
                </a:lnTo>
                <a:lnTo>
                  <a:pt x="705421" y="341757"/>
                </a:lnTo>
                <a:lnTo>
                  <a:pt x="696277" y="343065"/>
                </a:lnTo>
                <a:lnTo>
                  <a:pt x="668362" y="342988"/>
                </a:lnTo>
                <a:lnTo>
                  <a:pt x="652094" y="342544"/>
                </a:lnTo>
                <a:lnTo>
                  <a:pt x="634365" y="341655"/>
                </a:lnTo>
                <a:lnTo>
                  <a:pt x="636651" y="357466"/>
                </a:lnTo>
                <a:lnTo>
                  <a:pt x="674649" y="373468"/>
                </a:lnTo>
                <a:lnTo>
                  <a:pt x="704570" y="373659"/>
                </a:lnTo>
                <a:lnTo>
                  <a:pt x="723684" y="370801"/>
                </a:lnTo>
                <a:lnTo>
                  <a:pt x="737527" y="362229"/>
                </a:lnTo>
                <a:lnTo>
                  <a:pt x="745921" y="347941"/>
                </a:lnTo>
                <a:lnTo>
                  <a:pt x="746607" y="343179"/>
                </a:lnTo>
                <a:lnTo>
                  <a:pt x="748766" y="327939"/>
                </a:lnTo>
                <a:lnTo>
                  <a:pt x="748766" y="247078"/>
                </a:lnTo>
                <a:lnTo>
                  <a:pt x="748766" y="219646"/>
                </a:lnTo>
                <a:lnTo>
                  <a:pt x="748766" y="146392"/>
                </a:lnTo>
                <a:lnTo>
                  <a:pt x="748766" y="118960"/>
                </a:lnTo>
                <a:lnTo>
                  <a:pt x="748766" y="47244"/>
                </a:lnTo>
                <a:lnTo>
                  <a:pt x="748766" y="182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412896" y="2992856"/>
            <a:ext cx="1145540" cy="377190"/>
          </a:xfrm>
          <a:custGeom>
            <a:avLst/>
            <a:gdLst/>
            <a:ahLst/>
            <a:cxnLst/>
            <a:rect l="l" t="t" r="r" b="b"/>
            <a:pathLst>
              <a:path w="1145539" h="377189">
                <a:moveTo>
                  <a:pt x="146405" y="62484"/>
                </a:moveTo>
                <a:lnTo>
                  <a:pt x="115824" y="62484"/>
                </a:lnTo>
                <a:lnTo>
                  <a:pt x="115824" y="91541"/>
                </a:lnTo>
                <a:lnTo>
                  <a:pt x="115824" y="184594"/>
                </a:lnTo>
                <a:lnTo>
                  <a:pt x="115824" y="212026"/>
                </a:lnTo>
                <a:lnTo>
                  <a:pt x="115824" y="309664"/>
                </a:lnTo>
                <a:lnTo>
                  <a:pt x="30480" y="309664"/>
                </a:lnTo>
                <a:lnTo>
                  <a:pt x="30480" y="212026"/>
                </a:lnTo>
                <a:lnTo>
                  <a:pt x="115824" y="212026"/>
                </a:lnTo>
                <a:lnTo>
                  <a:pt x="115824" y="184594"/>
                </a:lnTo>
                <a:lnTo>
                  <a:pt x="30480" y="184594"/>
                </a:lnTo>
                <a:lnTo>
                  <a:pt x="30480" y="91541"/>
                </a:lnTo>
                <a:lnTo>
                  <a:pt x="115824" y="91541"/>
                </a:lnTo>
                <a:lnTo>
                  <a:pt x="115824" y="62484"/>
                </a:lnTo>
                <a:lnTo>
                  <a:pt x="70104" y="62484"/>
                </a:lnTo>
                <a:lnTo>
                  <a:pt x="75844" y="49644"/>
                </a:lnTo>
                <a:lnTo>
                  <a:pt x="81724" y="36385"/>
                </a:lnTo>
                <a:lnTo>
                  <a:pt x="87896" y="22834"/>
                </a:lnTo>
                <a:lnTo>
                  <a:pt x="94488" y="9144"/>
                </a:lnTo>
                <a:lnTo>
                  <a:pt x="60960" y="0"/>
                </a:lnTo>
                <a:lnTo>
                  <a:pt x="56108" y="14262"/>
                </a:lnTo>
                <a:lnTo>
                  <a:pt x="50673" y="29527"/>
                </a:lnTo>
                <a:lnTo>
                  <a:pt x="44678" y="45643"/>
                </a:lnTo>
                <a:lnTo>
                  <a:pt x="38100" y="62484"/>
                </a:lnTo>
                <a:lnTo>
                  <a:pt x="0" y="62484"/>
                </a:lnTo>
                <a:lnTo>
                  <a:pt x="0" y="370624"/>
                </a:lnTo>
                <a:lnTo>
                  <a:pt x="30480" y="370624"/>
                </a:lnTo>
                <a:lnTo>
                  <a:pt x="30480" y="337096"/>
                </a:lnTo>
                <a:lnTo>
                  <a:pt x="115824" y="337096"/>
                </a:lnTo>
                <a:lnTo>
                  <a:pt x="115824" y="367576"/>
                </a:lnTo>
                <a:lnTo>
                  <a:pt x="146405" y="367576"/>
                </a:lnTo>
                <a:lnTo>
                  <a:pt x="146405" y="337096"/>
                </a:lnTo>
                <a:lnTo>
                  <a:pt x="146405" y="309664"/>
                </a:lnTo>
                <a:lnTo>
                  <a:pt x="146405" y="212026"/>
                </a:lnTo>
                <a:lnTo>
                  <a:pt x="146405" y="184594"/>
                </a:lnTo>
                <a:lnTo>
                  <a:pt x="146405" y="91541"/>
                </a:lnTo>
                <a:lnTo>
                  <a:pt x="146405" y="62484"/>
                </a:lnTo>
                <a:close/>
              </a:path>
              <a:path w="1145539" h="377189">
                <a:moveTo>
                  <a:pt x="277558" y="236410"/>
                </a:moveTo>
                <a:lnTo>
                  <a:pt x="263855" y="217258"/>
                </a:lnTo>
                <a:lnTo>
                  <a:pt x="247980" y="196392"/>
                </a:lnTo>
                <a:lnTo>
                  <a:pt x="230111" y="173786"/>
                </a:lnTo>
                <a:lnTo>
                  <a:pt x="210413" y="149453"/>
                </a:lnTo>
                <a:lnTo>
                  <a:pt x="186029" y="167830"/>
                </a:lnTo>
                <a:lnTo>
                  <a:pt x="203720" y="190423"/>
                </a:lnTo>
                <a:lnTo>
                  <a:pt x="220129" y="212598"/>
                </a:lnTo>
                <a:lnTo>
                  <a:pt x="235102" y="234480"/>
                </a:lnTo>
                <a:lnTo>
                  <a:pt x="248513" y="256222"/>
                </a:lnTo>
                <a:lnTo>
                  <a:pt x="277558" y="236410"/>
                </a:lnTo>
                <a:close/>
              </a:path>
              <a:path w="1145539" h="377189">
                <a:moveTo>
                  <a:pt x="349186" y="62484"/>
                </a:moveTo>
                <a:lnTo>
                  <a:pt x="225653" y="62484"/>
                </a:lnTo>
                <a:lnTo>
                  <a:pt x="231101" y="48768"/>
                </a:lnTo>
                <a:lnTo>
                  <a:pt x="236131" y="35052"/>
                </a:lnTo>
                <a:lnTo>
                  <a:pt x="240868" y="21336"/>
                </a:lnTo>
                <a:lnTo>
                  <a:pt x="245465" y="7620"/>
                </a:lnTo>
                <a:lnTo>
                  <a:pt x="213461" y="0"/>
                </a:lnTo>
                <a:lnTo>
                  <a:pt x="200291" y="40589"/>
                </a:lnTo>
                <a:lnTo>
                  <a:pt x="185839" y="77774"/>
                </a:lnTo>
                <a:lnTo>
                  <a:pt x="169951" y="111518"/>
                </a:lnTo>
                <a:lnTo>
                  <a:pt x="152501" y="141833"/>
                </a:lnTo>
                <a:lnTo>
                  <a:pt x="160185" y="145262"/>
                </a:lnTo>
                <a:lnTo>
                  <a:pt x="167170" y="148691"/>
                </a:lnTo>
                <a:lnTo>
                  <a:pt x="173278" y="152120"/>
                </a:lnTo>
                <a:lnTo>
                  <a:pt x="178409" y="155549"/>
                </a:lnTo>
                <a:lnTo>
                  <a:pt x="187528" y="141020"/>
                </a:lnTo>
                <a:lnTo>
                  <a:pt x="196507" y="125069"/>
                </a:lnTo>
                <a:lnTo>
                  <a:pt x="205193" y="107962"/>
                </a:lnTo>
                <a:lnTo>
                  <a:pt x="213461" y="90017"/>
                </a:lnTo>
                <a:lnTo>
                  <a:pt x="315658" y="90017"/>
                </a:lnTo>
                <a:lnTo>
                  <a:pt x="314490" y="161531"/>
                </a:lnTo>
                <a:lnTo>
                  <a:pt x="313182" y="220599"/>
                </a:lnTo>
                <a:lnTo>
                  <a:pt x="311581" y="267385"/>
                </a:lnTo>
                <a:lnTo>
                  <a:pt x="306425" y="318046"/>
                </a:lnTo>
                <a:lnTo>
                  <a:pt x="272986" y="338620"/>
                </a:lnTo>
                <a:lnTo>
                  <a:pt x="256400" y="338302"/>
                </a:lnTo>
                <a:lnTo>
                  <a:pt x="238988" y="337286"/>
                </a:lnTo>
                <a:lnTo>
                  <a:pt x="221030" y="335394"/>
                </a:lnTo>
                <a:lnTo>
                  <a:pt x="202793" y="332524"/>
                </a:lnTo>
                <a:lnTo>
                  <a:pt x="201269" y="332524"/>
                </a:lnTo>
                <a:lnTo>
                  <a:pt x="203288" y="340563"/>
                </a:lnTo>
                <a:lnTo>
                  <a:pt x="204889" y="348907"/>
                </a:lnTo>
                <a:lnTo>
                  <a:pt x="206197" y="357809"/>
                </a:lnTo>
                <a:lnTo>
                  <a:pt x="207365" y="367576"/>
                </a:lnTo>
                <a:lnTo>
                  <a:pt x="225386" y="368452"/>
                </a:lnTo>
                <a:lnTo>
                  <a:pt x="242989" y="368909"/>
                </a:lnTo>
                <a:lnTo>
                  <a:pt x="277558" y="369100"/>
                </a:lnTo>
                <a:lnTo>
                  <a:pt x="304711" y="365379"/>
                </a:lnTo>
                <a:lnTo>
                  <a:pt x="334759" y="338620"/>
                </a:lnTo>
                <a:lnTo>
                  <a:pt x="342646" y="283527"/>
                </a:lnTo>
                <a:lnTo>
                  <a:pt x="345605" y="196392"/>
                </a:lnTo>
                <a:lnTo>
                  <a:pt x="347370" y="134785"/>
                </a:lnTo>
                <a:lnTo>
                  <a:pt x="348500" y="90017"/>
                </a:lnTo>
                <a:lnTo>
                  <a:pt x="349186" y="62484"/>
                </a:lnTo>
                <a:close/>
              </a:path>
              <a:path w="1145539" h="377189">
                <a:moveTo>
                  <a:pt x="658749" y="259270"/>
                </a:moveTo>
                <a:lnTo>
                  <a:pt x="376618" y="259270"/>
                </a:lnTo>
                <a:lnTo>
                  <a:pt x="376618" y="288328"/>
                </a:lnTo>
                <a:lnTo>
                  <a:pt x="658749" y="288328"/>
                </a:lnTo>
                <a:lnTo>
                  <a:pt x="658749" y="259270"/>
                </a:lnTo>
                <a:close/>
              </a:path>
              <a:path w="1145539" h="377189">
                <a:moveTo>
                  <a:pt x="721334" y="183070"/>
                </a:moveTo>
                <a:lnTo>
                  <a:pt x="471208" y="183070"/>
                </a:lnTo>
                <a:lnTo>
                  <a:pt x="481876" y="135724"/>
                </a:lnTo>
                <a:lnTo>
                  <a:pt x="712190" y="135724"/>
                </a:lnTo>
                <a:lnTo>
                  <a:pt x="712190" y="106768"/>
                </a:lnTo>
                <a:lnTo>
                  <a:pt x="486448" y="106768"/>
                </a:lnTo>
                <a:lnTo>
                  <a:pt x="497116" y="62484"/>
                </a:lnTo>
                <a:lnTo>
                  <a:pt x="463588" y="62484"/>
                </a:lnTo>
                <a:lnTo>
                  <a:pt x="437680" y="184594"/>
                </a:lnTo>
                <a:lnTo>
                  <a:pt x="437680" y="212026"/>
                </a:lnTo>
                <a:lnTo>
                  <a:pt x="687806" y="212026"/>
                </a:lnTo>
                <a:lnTo>
                  <a:pt x="686638" y="240334"/>
                </a:lnTo>
                <a:lnTo>
                  <a:pt x="683729" y="288404"/>
                </a:lnTo>
                <a:lnTo>
                  <a:pt x="669277" y="331381"/>
                </a:lnTo>
                <a:lnTo>
                  <a:pt x="641985" y="338620"/>
                </a:lnTo>
                <a:lnTo>
                  <a:pt x="621411" y="338328"/>
                </a:lnTo>
                <a:lnTo>
                  <a:pt x="600837" y="337477"/>
                </a:lnTo>
                <a:lnTo>
                  <a:pt x="580263" y="336042"/>
                </a:lnTo>
                <a:lnTo>
                  <a:pt x="559689" y="334048"/>
                </a:lnTo>
                <a:lnTo>
                  <a:pt x="561047" y="343141"/>
                </a:lnTo>
                <a:lnTo>
                  <a:pt x="562546" y="351955"/>
                </a:lnTo>
                <a:lnTo>
                  <a:pt x="563765" y="360184"/>
                </a:lnTo>
                <a:lnTo>
                  <a:pt x="564261" y="367576"/>
                </a:lnTo>
                <a:lnTo>
                  <a:pt x="587425" y="368452"/>
                </a:lnTo>
                <a:lnTo>
                  <a:pt x="609028" y="368909"/>
                </a:lnTo>
                <a:lnTo>
                  <a:pt x="648081" y="369100"/>
                </a:lnTo>
                <a:lnTo>
                  <a:pt x="673569" y="365671"/>
                </a:lnTo>
                <a:lnTo>
                  <a:pt x="692746" y="355384"/>
                </a:lnTo>
                <a:lnTo>
                  <a:pt x="705319" y="338620"/>
                </a:lnTo>
                <a:lnTo>
                  <a:pt x="705612" y="338239"/>
                </a:lnTo>
                <a:lnTo>
                  <a:pt x="712190" y="314236"/>
                </a:lnTo>
                <a:lnTo>
                  <a:pt x="714476" y="287096"/>
                </a:lnTo>
                <a:lnTo>
                  <a:pt x="716762" y="256082"/>
                </a:lnTo>
                <a:lnTo>
                  <a:pt x="719048" y="221348"/>
                </a:lnTo>
                <a:lnTo>
                  <a:pt x="721334" y="183070"/>
                </a:lnTo>
                <a:close/>
              </a:path>
              <a:path w="1145539" h="377189">
                <a:moveTo>
                  <a:pt x="739622" y="21336"/>
                </a:moveTo>
                <a:lnTo>
                  <a:pt x="391858" y="21336"/>
                </a:lnTo>
                <a:lnTo>
                  <a:pt x="391858" y="93052"/>
                </a:lnTo>
                <a:lnTo>
                  <a:pt x="423951" y="93052"/>
                </a:lnTo>
                <a:lnTo>
                  <a:pt x="423951" y="50292"/>
                </a:lnTo>
                <a:lnTo>
                  <a:pt x="707618" y="50292"/>
                </a:lnTo>
                <a:lnTo>
                  <a:pt x="707618" y="93052"/>
                </a:lnTo>
                <a:lnTo>
                  <a:pt x="739622" y="93052"/>
                </a:lnTo>
                <a:lnTo>
                  <a:pt x="739622" y="50292"/>
                </a:lnTo>
                <a:lnTo>
                  <a:pt x="739622" y="21336"/>
                </a:lnTo>
                <a:close/>
              </a:path>
              <a:path w="1145539" h="377189">
                <a:moveTo>
                  <a:pt x="852487" y="225742"/>
                </a:moveTo>
                <a:lnTo>
                  <a:pt x="844753" y="222554"/>
                </a:lnTo>
                <a:lnTo>
                  <a:pt x="837438" y="219646"/>
                </a:lnTo>
                <a:lnTo>
                  <a:pt x="830414" y="216738"/>
                </a:lnTo>
                <a:lnTo>
                  <a:pt x="823531" y="213550"/>
                </a:lnTo>
                <a:lnTo>
                  <a:pt x="810907" y="253593"/>
                </a:lnTo>
                <a:lnTo>
                  <a:pt x="798296" y="291515"/>
                </a:lnTo>
                <a:lnTo>
                  <a:pt x="785723" y="327431"/>
                </a:lnTo>
                <a:lnTo>
                  <a:pt x="773137" y="361480"/>
                </a:lnTo>
                <a:lnTo>
                  <a:pt x="805141" y="373672"/>
                </a:lnTo>
                <a:lnTo>
                  <a:pt x="816013" y="339636"/>
                </a:lnTo>
                <a:lnTo>
                  <a:pt x="827709" y="303745"/>
                </a:lnTo>
                <a:lnTo>
                  <a:pt x="839965" y="265823"/>
                </a:lnTo>
                <a:lnTo>
                  <a:pt x="852487" y="225742"/>
                </a:lnTo>
                <a:close/>
              </a:path>
              <a:path w="1145539" h="377189">
                <a:moveTo>
                  <a:pt x="852487" y="155536"/>
                </a:moveTo>
                <a:lnTo>
                  <a:pt x="833856" y="140373"/>
                </a:lnTo>
                <a:lnTo>
                  <a:pt x="816622" y="126771"/>
                </a:lnTo>
                <a:lnTo>
                  <a:pt x="800544" y="114604"/>
                </a:lnTo>
                <a:lnTo>
                  <a:pt x="785329" y="103720"/>
                </a:lnTo>
                <a:lnTo>
                  <a:pt x="765517" y="125056"/>
                </a:lnTo>
                <a:lnTo>
                  <a:pt x="778116" y="134493"/>
                </a:lnTo>
                <a:lnTo>
                  <a:pt x="793153" y="146786"/>
                </a:lnTo>
                <a:lnTo>
                  <a:pt x="810780" y="161963"/>
                </a:lnTo>
                <a:lnTo>
                  <a:pt x="831151" y="180022"/>
                </a:lnTo>
                <a:lnTo>
                  <a:pt x="835126" y="175120"/>
                </a:lnTo>
                <a:lnTo>
                  <a:pt x="840105" y="169494"/>
                </a:lnTo>
                <a:lnTo>
                  <a:pt x="845934" y="163017"/>
                </a:lnTo>
                <a:lnTo>
                  <a:pt x="852487" y="155536"/>
                </a:lnTo>
                <a:close/>
              </a:path>
              <a:path w="1145539" h="377189">
                <a:moveTo>
                  <a:pt x="866203" y="60960"/>
                </a:moveTo>
                <a:lnTo>
                  <a:pt x="831710" y="31051"/>
                </a:lnTo>
                <a:lnTo>
                  <a:pt x="800569" y="4572"/>
                </a:lnTo>
                <a:lnTo>
                  <a:pt x="780757" y="25908"/>
                </a:lnTo>
                <a:lnTo>
                  <a:pt x="795045" y="38176"/>
                </a:lnTo>
                <a:lnTo>
                  <a:pt x="810336" y="52019"/>
                </a:lnTo>
                <a:lnTo>
                  <a:pt x="826490" y="67310"/>
                </a:lnTo>
                <a:lnTo>
                  <a:pt x="843343" y="83908"/>
                </a:lnTo>
                <a:lnTo>
                  <a:pt x="848194" y="78841"/>
                </a:lnTo>
                <a:lnTo>
                  <a:pt x="853630" y="73050"/>
                </a:lnTo>
                <a:lnTo>
                  <a:pt x="859624" y="66941"/>
                </a:lnTo>
                <a:lnTo>
                  <a:pt x="866203" y="60960"/>
                </a:lnTo>
                <a:close/>
              </a:path>
              <a:path w="1145539" h="377189">
                <a:moveTo>
                  <a:pt x="1145286" y="178498"/>
                </a:moveTo>
                <a:lnTo>
                  <a:pt x="1021740" y="178498"/>
                </a:lnTo>
                <a:lnTo>
                  <a:pt x="1021740" y="97624"/>
                </a:lnTo>
                <a:lnTo>
                  <a:pt x="1128522" y="97624"/>
                </a:lnTo>
                <a:lnTo>
                  <a:pt x="1128522" y="70192"/>
                </a:lnTo>
                <a:lnTo>
                  <a:pt x="1021740" y="70192"/>
                </a:lnTo>
                <a:lnTo>
                  <a:pt x="1021740" y="0"/>
                </a:lnTo>
                <a:lnTo>
                  <a:pt x="991260" y="0"/>
                </a:lnTo>
                <a:lnTo>
                  <a:pt x="991260" y="70192"/>
                </a:lnTo>
                <a:lnTo>
                  <a:pt x="889063" y="70192"/>
                </a:lnTo>
                <a:lnTo>
                  <a:pt x="889063" y="97624"/>
                </a:lnTo>
                <a:lnTo>
                  <a:pt x="991260" y="97624"/>
                </a:lnTo>
                <a:lnTo>
                  <a:pt x="991260" y="178498"/>
                </a:lnTo>
                <a:lnTo>
                  <a:pt x="870775" y="178498"/>
                </a:lnTo>
                <a:lnTo>
                  <a:pt x="870775" y="205930"/>
                </a:lnTo>
                <a:lnTo>
                  <a:pt x="971448" y="205930"/>
                </a:lnTo>
                <a:lnTo>
                  <a:pt x="960628" y="225336"/>
                </a:lnTo>
                <a:lnTo>
                  <a:pt x="936650" y="263626"/>
                </a:lnTo>
                <a:lnTo>
                  <a:pt x="912660" y="297065"/>
                </a:lnTo>
                <a:lnTo>
                  <a:pt x="876871" y="326428"/>
                </a:lnTo>
                <a:lnTo>
                  <a:pt x="892111" y="359956"/>
                </a:lnTo>
                <a:lnTo>
                  <a:pt x="1088809" y="341668"/>
                </a:lnTo>
                <a:lnTo>
                  <a:pt x="1093685" y="350570"/>
                </a:lnTo>
                <a:lnTo>
                  <a:pt x="1098981" y="359194"/>
                </a:lnTo>
                <a:lnTo>
                  <a:pt x="1104544" y="367842"/>
                </a:lnTo>
                <a:lnTo>
                  <a:pt x="1110234" y="376809"/>
                </a:lnTo>
                <a:lnTo>
                  <a:pt x="1117117" y="372186"/>
                </a:lnTo>
                <a:lnTo>
                  <a:pt x="1124140" y="367576"/>
                </a:lnTo>
                <a:lnTo>
                  <a:pt x="1131455" y="363004"/>
                </a:lnTo>
                <a:lnTo>
                  <a:pt x="1139190" y="358432"/>
                </a:lnTo>
                <a:lnTo>
                  <a:pt x="1128141" y="341668"/>
                </a:lnTo>
                <a:lnTo>
                  <a:pt x="1118654" y="327279"/>
                </a:lnTo>
                <a:lnTo>
                  <a:pt x="1118057" y="326428"/>
                </a:lnTo>
                <a:lnTo>
                  <a:pt x="1098372" y="297840"/>
                </a:lnTo>
                <a:lnTo>
                  <a:pt x="1078674" y="270090"/>
                </a:lnTo>
                <a:lnTo>
                  <a:pt x="1059853" y="244030"/>
                </a:lnTo>
                <a:lnTo>
                  <a:pt x="1035456" y="259270"/>
                </a:lnTo>
                <a:lnTo>
                  <a:pt x="1043965" y="273088"/>
                </a:lnTo>
                <a:lnTo>
                  <a:pt x="1053172" y="287172"/>
                </a:lnTo>
                <a:lnTo>
                  <a:pt x="1062685" y="301802"/>
                </a:lnTo>
                <a:lnTo>
                  <a:pt x="999070" y="322999"/>
                </a:lnTo>
                <a:lnTo>
                  <a:pt x="927163" y="326428"/>
                </a:lnTo>
                <a:lnTo>
                  <a:pt x="947115" y="300088"/>
                </a:lnTo>
                <a:lnTo>
                  <a:pt x="967790" y="271322"/>
                </a:lnTo>
                <a:lnTo>
                  <a:pt x="988745" y="239979"/>
                </a:lnTo>
                <a:lnTo>
                  <a:pt x="1009548" y="205930"/>
                </a:lnTo>
                <a:lnTo>
                  <a:pt x="1145286" y="205930"/>
                </a:lnTo>
                <a:lnTo>
                  <a:pt x="1145286" y="17849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418844" y="371398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739925" y="3508438"/>
            <a:ext cx="767080" cy="380365"/>
          </a:xfrm>
          <a:custGeom>
            <a:avLst/>
            <a:gdLst/>
            <a:ahLst/>
            <a:cxnLst/>
            <a:rect l="l" t="t" r="r" b="b"/>
            <a:pathLst>
              <a:path w="767080" h="380364">
                <a:moveTo>
                  <a:pt x="338518" y="27432"/>
                </a:moveTo>
                <a:lnTo>
                  <a:pt x="42672" y="27432"/>
                </a:lnTo>
                <a:lnTo>
                  <a:pt x="42672" y="56388"/>
                </a:lnTo>
                <a:lnTo>
                  <a:pt x="338518" y="56388"/>
                </a:lnTo>
                <a:lnTo>
                  <a:pt x="338518" y="27432"/>
                </a:lnTo>
                <a:close/>
              </a:path>
              <a:path w="767080" h="380364">
                <a:moveTo>
                  <a:pt x="379666" y="269951"/>
                </a:moveTo>
                <a:lnTo>
                  <a:pt x="370814" y="267665"/>
                </a:lnTo>
                <a:lnTo>
                  <a:pt x="362521" y="265379"/>
                </a:lnTo>
                <a:lnTo>
                  <a:pt x="354812" y="263093"/>
                </a:lnTo>
                <a:lnTo>
                  <a:pt x="347662" y="260807"/>
                </a:lnTo>
                <a:lnTo>
                  <a:pt x="346278" y="276263"/>
                </a:lnTo>
                <a:lnTo>
                  <a:pt x="344614" y="290410"/>
                </a:lnTo>
                <a:lnTo>
                  <a:pt x="342950" y="303110"/>
                </a:lnTo>
                <a:lnTo>
                  <a:pt x="341566" y="314236"/>
                </a:lnTo>
                <a:lnTo>
                  <a:pt x="337858" y="325361"/>
                </a:lnTo>
                <a:lnTo>
                  <a:pt x="331279" y="333476"/>
                </a:lnTo>
                <a:lnTo>
                  <a:pt x="321856" y="338455"/>
                </a:lnTo>
                <a:lnTo>
                  <a:pt x="309562" y="340144"/>
                </a:lnTo>
                <a:lnTo>
                  <a:pt x="277558" y="340144"/>
                </a:lnTo>
                <a:lnTo>
                  <a:pt x="267500" y="338721"/>
                </a:lnTo>
                <a:lnTo>
                  <a:pt x="260324" y="334429"/>
                </a:lnTo>
                <a:lnTo>
                  <a:pt x="256032" y="327291"/>
                </a:lnTo>
                <a:lnTo>
                  <a:pt x="254609" y="317284"/>
                </a:lnTo>
                <a:lnTo>
                  <a:pt x="254609" y="167741"/>
                </a:lnTo>
                <a:lnTo>
                  <a:pt x="375094" y="167741"/>
                </a:lnTo>
                <a:lnTo>
                  <a:pt x="375094" y="138785"/>
                </a:lnTo>
                <a:lnTo>
                  <a:pt x="6096" y="138785"/>
                </a:lnTo>
                <a:lnTo>
                  <a:pt x="6096" y="167741"/>
                </a:lnTo>
                <a:lnTo>
                  <a:pt x="111252" y="167741"/>
                </a:lnTo>
                <a:lnTo>
                  <a:pt x="111252" y="181559"/>
                </a:lnTo>
                <a:lnTo>
                  <a:pt x="105727" y="241947"/>
                </a:lnTo>
                <a:lnTo>
                  <a:pt x="89916" y="285280"/>
                </a:lnTo>
                <a:lnTo>
                  <a:pt x="55816" y="320713"/>
                </a:lnTo>
                <a:lnTo>
                  <a:pt x="0" y="353860"/>
                </a:lnTo>
                <a:lnTo>
                  <a:pt x="4851" y="358762"/>
                </a:lnTo>
                <a:lnTo>
                  <a:pt x="10287" y="364540"/>
                </a:lnTo>
                <a:lnTo>
                  <a:pt x="16294" y="371475"/>
                </a:lnTo>
                <a:lnTo>
                  <a:pt x="22860" y="379869"/>
                </a:lnTo>
                <a:lnTo>
                  <a:pt x="56299" y="360997"/>
                </a:lnTo>
                <a:lnTo>
                  <a:pt x="104305" y="321043"/>
                </a:lnTo>
                <a:lnTo>
                  <a:pt x="129806" y="278472"/>
                </a:lnTo>
                <a:lnTo>
                  <a:pt x="141897" y="218363"/>
                </a:lnTo>
                <a:lnTo>
                  <a:pt x="143357" y="167741"/>
                </a:lnTo>
                <a:lnTo>
                  <a:pt x="222605" y="167741"/>
                </a:lnTo>
                <a:lnTo>
                  <a:pt x="222707" y="321043"/>
                </a:lnTo>
                <a:lnTo>
                  <a:pt x="248958" y="363194"/>
                </a:lnTo>
                <a:lnTo>
                  <a:pt x="269849" y="366052"/>
                </a:lnTo>
                <a:lnTo>
                  <a:pt x="317182" y="366052"/>
                </a:lnTo>
                <a:lnTo>
                  <a:pt x="338620" y="363486"/>
                </a:lnTo>
                <a:lnTo>
                  <a:pt x="354901" y="355765"/>
                </a:lnTo>
                <a:lnTo>
                  <a:pt x="366052" y="342912"/>
                </a:lnTo>
                <a:lnTo>
                  <a:pt x="366966" y="340144"/>
                </a:lnTo>
                <a:lnTo>
                  <a:pt x="372046" y="324904"/>
                </a:lnTo>
                <a:lnTo>
                  <a:pt x="374307" y="312902"/>
                </a:lnTo>
                <a:lnTo>
                  <a:pt x="376428" y="299745"/>
                </a:lnTo>
                <a:lnTo>
                  <a:pt x="378256" y="285432"/>
                </a:lnTo>
                <a:lnTo>
                  <a:pt x="379666" y="269951"/>
                </a:lnTo>
                <a:close/>
              </a:path>
              <a:path w="767080" h="380364">
                <a:moveTo>
                  <a:pt x="515391" y="314236"/>
                </a:moveTo>
                <a:lnTo>
                  <a:pt x="497103" y="292900"/>
                </a:lnTo>
                <a:lnTo>
                  <a:pt x="469658" y="309803"/>
                </a:lnTo>
                <a:lnTo>
                  <a:pt x="444334" y="324142"/>
                </a:lnTo>
                <a:lnTo>
                  <a:pt x="420992" y="336194"/>
                </a:lnTo>
                <a:lnTo>
                  <a:pt x="399478" y="346240"/>
                </a:lnTo>
                <a:lnTo>
                  <a:pt x="403809" y="353720"/>
                </a:lnTo>
                <a:lnTo>
                  <a:pt x="407720" y="360337"/>
                </a:lnTo>
                <a:lnTo>
                  <a:pt x="414807" y="372148"/>
                </a:lnTo>
                <a:lnTo>
                  <a:pt x="437388" y="360095"/>
                </a:lnTo>
                <a:lnTo>
                  <a:pt x="461670" y="346621"/>
                </a:lnTo>
                <a:lnTo>
                  <a:pt x="487680" y="331431"/>
                </a:lnTo>
                <a:lnTo>
                  <a:pt x="515391" y="314236"/>
                </a:lnTo>
                <a:close/>
              </a:path>
              <a:path w="767080" h="380364">
                <a:moveTo>
                  <a:pt x="753338" y="344716"/>
                </a:moveTo>
                <a:lnTo>
                  <a:pt x="675665" y="302501"/>
                </a:lnTo>
                <a:lnTo>
                  <a:pt x="654177" y="291376"/>
                </a:lnTo>
                <a:lnTo>
                  <a:pt x="637413" y="312712"/>
                </a:lnTo>
                <a:lnTo>
                  <a:pt x="659739" y="324739"/>
                </a:lnTo>
                <a:lnTo>
                  <a:pt x="683374" y="338048"/>
                </a:lnTo>
                <a:lnTo>
                  <a:pt x="708431" y="352793"/>
                </a:lnTo>
                <a:lnTo>
                  <a:pt x="735050" y="369100"/>
                </a:lnTo>
                <a:lnTo>
                  <a:pt x="753338" y="344716"/>
                </a:lnTo>
                <a:close/>
              </a:path>
              <a:path w="767080" h="380364">
                <a:moveTo>
                  <a:pt x="767054" y="134213"/>
                </a:moveTo>
                <a:lnTo>
                  <a:pt x="596265" y="134213"/>
                </a:lnTo>
                <a:lnTo>
                  <a:pt x="596265" y="106781"/>
                </a:lnTo>
                <a:lnTo>
                  <a:pt x="725906" y="106781"/>
                </a:lnTo>
                <a:lnTo>
                  <a:pt x="725906" y="82397"/>
                </a:lnTo>
                <a:lnTo>
                  <a:pt x="596265" y="82397"/>
                </a:lnTo>
                <a:lnTo>
                  <a:pt x="596265" y="57912"/>
                </a:lnTo>
                <a:lnTo>
                  <a:pt x="753338" y="57912"/>
                </a:lnTo>
                <a:lnTo>
                  <a:pt x="753338" y="33528"/>
                </a:lnTo>
                <a:lnTo>
                  <a:pt x="596265" y="33528"/>
                </a:lnTo>
                <a:lnTo>
                  <a:pt x="596265" y="0"/>
                </a:lnTo>
                <a:lnTo>
                  <a:pt x="565785" y="0"/>
                </a:lnTo>
                <a:lnTo>
                  <a:pt x="565785" y="33528"/>
                </a:lnTo>
                <a:lnTo>
                  <a:pt x="411759" y="33528"/>
                </a:lnTo>
                <a:lnTo>
                  <a:pt x="411759" y="57912"/>
                </a:lnTo>
                <a:lnTo>
                  <a:pt x="565785" y="57912"/>
                </a:lnTo>
                <a:lnTo>
                  <a:pt x="565785" y="82397"/>
                </a:lnTo>
                <a:lnTo>
                  <a:pt x="433095" y="82397"/>
                </a:lnTo>
                <a:lnTo>
                  <a:pt x="433095" y="106781"/>
                </a:lnTo>
                <a:lnTo>
                  <a:pt x="565785" y="106781"/>
                </a:lnTo>
                <a:lnTo>
                  <a:pt x="565785" y="134213"/>
                </a:lnTo>
                <a:lnTo>
                  <a:pt x="396430" y="134213"/>
                </a:lnTo>
                <a:lnTo>
                  <a:pt x="396430" y="157073"/>
                </a:lnTo>
                <a:lnTo>
                  <a:pt x="513867" y="157073"/>
                </a:lnTo>
                <a:lnTo>
                  <a:pt x="502424" y="163918"/>
                </a:lnTo>
                <a:lnTo>
                  <a:pt x="466623" y="183070"/>
                </a:lnTo>
                <a:lnTo>
                  <a:pt x="431571" y="195262"/>
                </a:lnTo>
                <a:lnTo>
                  <a:pt x="445287" y="222707"/>
                </a:lnTo>
                <a:lnTo>
                  <a:pt x="453034" y="221576"/>
                </a:lnTo>
                <a:lnTo>
                  <a:pt x="460336" y="220611"/>
                </a:lnTo>
                <a:lnTo>
                  <a:pt x="467372" y="219913"/>
                </a:lnTo>
                <a:lnTo>
                  <a:pt x="474243" y="219659"/>
                </a:lnTo>
                <a:lnTo>
                  <a:pt x="493991" y="217601"/>
                </a:lnTo>
                <a:lnTo>
                  <a:pt x="558165" y="212039"/>
                </a:lnTo>
                <a:lnTo>
                  <a:pt x="538391" y="221157"/>
                </a:lnTo>
                <a:lnTo>
                  <a:pt x="518071" y="230136"/>
                </a:lnTo>
                <a:lnTo>
                  <a:pt x="475767" y="247091"/>
                </a:lnTo>
                <a:lnTo>
                  <a:pt x="425475" y="260807"/>
                </a:lnTo>
                <a:lnTo>
                  <a:pt x="440715" y="291376"/>
                </a:lnTo>
                <a:lnTo>
                  <a:pt x="484911" y="285280"/>
                </a:lnTo>
                <a:lnTo>
                  <a:pt x="547535" y="282498"/>
                </a:lnTo>
                <a:lnTo>
                  <a:pt x="571881" y="280708"/>
                </a:lnTo>
                <a:lnTo>
                  <a:pt x="571881" y="324904"/>
                </a:lnTo>
                <a:lnTo>
                  <a:pt x="570433" y="333781"/>
                </a:lnTo>
                <a:lnTo>
                  <a:pt x="565975" y="339953"/>
                </a:lnTo>
                <a:lnTo>
                  <a:pt x="558380" y="343547"/>
                </a:lnTo>
                <a:lnTo>
                  <a:pt x="547497" y="344716"/>
                </a:lnTo>
                <a:lnTo>
                  <a:pt x="539483" y="344449"/>
                </a:lnTo>
                <a:lnTo>
                  <a:pt x="529501" y="343763"/>
                </a:lnTo>
                <a:lnTo>
                  <a:pt x="504723" y="341668"/>
                </a:lnTo>
                <a:lnTo>
                  <a:pt x="505866" y="350507"/>
                </a:lnTo>
                <a:lnTo>
                  <a:pt x="543852" y="373646"/>
                </a:lnTo>
                <a:lnTo>
                  <a:pt x="553593" y="373672"/>
                </a:lnTo>
                <a:lnTo>
                  <a:pt x="574713" y="370814"/>
                </a:lnTo>
                <a:lnTo>
                  <a:pt x="589978" y="362242"/>
                </a:lnTo>
                <a:lnTo>
                  <a:pt x="599236" y="347954"/>
                </a:lnTo>
                <a:lnTo>
                  <a:pt x="599744" y="344716"/>
                </a:lnTo>
                <a:lnTo>
                  <a:pt x="602361" y="327952"/>
                </a:lnTo>
                <a:lnTo>
                  <a:pt x="602361" y="280708"/>
                </a:lnTo>
                <a:lnTo>
                  <a:pt x="602361" y="279184"/>
                </a:lnTo>
                <a:lnTo>
                  <a:pt x="706094" y="274612"/>
                </a:lnTo>
                <a:lnTo>
                  <a:pt x="711809" y="280568"/>
                </a:lnTo>
                <a:lnTo>
                  <a:pt x="723239" y="293039"/>
                </a:lnTo>
                <a:lnTo>
                  <a:pt x="728954" y="298996"/>
                </a:lnTo>
                <a:lnTo>
                  <a:pt x="736384" y="291807"/>
                </a:lnTo>
                <a:lnTo>
                  <a:pt x="742670" y="286042"/>
                </a:lnTo>
                <a:lnTo>
                  <a:pt x="747814" y="281419"/>
                </a:lnTo>
                <a:lnTo>
                  <a:pt x="751814" y="277660"/>
                </a:lnTo>
                <a:lnTo>
                  <a:pt x="748677" y="274612"/>
                </a:lnTo>
                <a:lnTo>
                  <a:pt x="737603" y="263855"/>
                </a:lnTo>
                <a:lnTo>
                  <a:pt x="733831" y="260172"/>
                </a:lnTo>
                <a:lnTo>
                  <a:pt x="714273" y="242138"/>
                </a:lnTo>
                <a:lnTo>
                  <a:pt x="693254" y="223558"/>
                </a:lnTo>
                <a:lnTo>
                  <a:pt x="670941" y="204406"/>
                </a:lnTo>
                <a:lnTo>
                  <a:pt x="651129" y="222707"/>
                </a:lnTo>
                <a:lnTo>
                  <a:pt x="660006" y="230682"/>
                </a:lnTo>
                <a:lnTo>
                  <a:pt x="676630" y="246062"/>
                </a:lnTo>
                <a:lnTo>
                  <a:pt x="684657" y="253187"/>
                </a:lnTo>
                <a:lnTo>
                  <a:pt x="589965" y="259092"/>
                </a:lnTo>
                <a:lnTo>
                  <a:pt x="494055" y="263855"/>
                </a:lnTo>
                <a:lnTo>
                  <a:pt x="542391" y="244081"/>
                </a:lnTo>
                <a:lnTo>
                  <a:pt x="591121" y="223469"/>
                </a:lnTo>
                <a:lnTo>
                  <a:pt x="616864" y="212039"/>
                </a:lnTo>
                <a:lnTo>
                  <a:pt x="640143" y="201701"/>
                </a:lnTo>
                <a:lnTo>
                  <a:pt x="647319" y="198310"/>
                </a:lnTo>
                <a:lnTo>
                  <a:pt x="689330" y="178498"/>
                </a:lnTo>
                <a:lnTo>
                  <a:pt x="667893" y="160121"/>
                </a:lnTo>
                <a:lnTo>
                  <a:pt x="653034" y="167944"/>
                </a:lnTo>
                <a:lnTo>
                  <a:pt x="623316" y="182930"/>
                </a:lnTo>
                <a:lnTo>
                  <a:pt x="608457" y="190690"/>
                </a:lnTo>
                <a:lnTo>
                  <a:pt x="511289" y="196265"/>
                </a:lnTo>
                <a:lnTo>
                  <a:pt x="481863" y="198310"/>
                </a:lnTo>
                <a:lnTo>
                  <a:pt x="501535" y="188239"/>
                </a:lnTo>
                <a:lnTo>
                  <a:pt x="521500" y="178308"/>
                </a:lnTo>
                <a:lnTo>
                  <a:pt x="541489" y="168059"/>
                </a:lnTo>
                <a:lnTo>
                  <a:pt x="561213" y="157073"/>
                </a:lnTo>
                <a:lnTo>
                  <a:pt x="767054" y="157073"/>
                </a:lnTo>
                <a:lnTo>
                  <a:pt x="767054" y="1342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772346" y="3508438"/>
            <a:ext cx="1447800" cy="395605"/>
          </a:xfrm>
          <a:custGeom>
            <a:avLst/>
            <a:gdLst/>
            <a:ahLst/>
            <a:cxnLst/>
            <a:rect l="l" t="t" r="r" b="b"/>
            <a:pathLst>
              <a:path w="1447800" h="395604">
                <a:moveTo>
                  <a:pt x="100672" y="32004"/>
                </a:moveTo>
                <a:lnTo>
                  <a:pt x="68580" y="32004"/>
                </a:lnTo>
                <a:lnTo>
                  <a:pt x="38569" y="71780"/>
                </a:lnTo>
                <a:lnTo>
                  <a:pt x="17145" y="115544"/>
                </a:lnTo>
                <a:lnTo>
                  <a:pt x="4279" y="163309"/>
                </a:lnTo>
                <a:lnTo>
                  <a:pt x="0" y="215074"/>
                </a:lnTo>
                <a:lnTo>
                  <a:pt x="4279" y="265734"/>
                </a:lnTo>
                <a:lnTo>
                  <a:pt x="17145" y="312521"/>
                </a:lnTo>
                <a:lnTo>
                  <a:pt x="38569" y="355587"/>
                </a:lnTo>
                <a:lnTo>
                  <a:pt x="68580" y="395097"/>
                </a:lnTo>
                <a:lnTo>
                  <a:pt x="100672" y="395097"/>
                </a:lnTo>
                <a:lnTo>
                  <a:pt x="70853" y="354711"/>
                </a:lnTo>
                <a:lnTo>
                  <a:pt x="49911" y="311188"/>
                </a:lnTo>
                <a:lnTo>
                  <a:pt x="37566" y="264236"/>
                </a:lnTo>
                <a:lnTo>
                  <a:pt x="33528" y="213550"/>
                </a:lnTo>
                <a:lnTo>
                  <a:pt x="37782" y="162877"/>
                </a:lnTo>
                <a:lnTo>
                  <a:pt x="50482" y="115925"/>
                </a:lnTo>
                <a:lnTo>
                  <a:pt x="71501" y="72402"/>
                </a:lnTo>
                <a:lnTo>
                  <a:pt x="100672" y="32004"/>
                </a:lnTo>
                <a:close/>
              </a:path>
              <a:path w="1447800" h="395604">
                <a:moveTo>
                  <a:pt x="289737" y="201371"/>
                </a:moveTo>
                <a:lnTo>
                  <a:pt x="276313" y="186131"/>
                </a:lnTo>
                <a:lnTo>
                  <a:pt x="263448" y="172173"/>
                </a:lnTo>
                <a:lnTo>
                  <a:pt x="262255" y="170891"/>
                </a:lnTo>
                <a:lnTo>
                  <a:pt x="251167" y="159067"/>
                </a:lnTo>
                <a:lnTo>
                  <a:pt x="249326" y="157073"/>
                </a:lnTo>
                <a:lnTo>
                  <a:pt x="239445" y="146405"/>
                </a:lnTo>
                <a:lnTo>
                  <a:pt x="227253" y="157073"/>
                </a:lnTo>
                <a:lnTo>
                  <a:pt x="227253" y="108305"/>
                </a:lnTo>
                <a:lnTo>
                  <a:pt x="282117" y="108305"/>
                </a:lnTo>
                <a:lnTo>
                  <a:pt x="282117" y="82397"/>
                </a:lnTo>
                <a:lnTo>
                  <a:pt x="227253" y="82397"/>
                </a:lnTo>
                <a:lnTo>
                  <a:pt x="227253" y="6096"/>
                </a:lnTo>
                <a:lnTo>
                  <a:pt x="199732" y="6096"/>
                </a:lnTo>
                <a:lnTo>
                  <a:pt x="199732" y="82397"/>
                </a:lnTo>
                <a:lnTo>
                  <a:pt x="144868" y="82397"/>
                </a:lnTo>
                <a:lnTo>
                  <a:pt x="144868" y="108305"/>
                </a:lnTo>
                <a:lnTo>
                  <a:pt x="198208" y="108305"/>
                </a:lnTo>
                <a:lnTo>
                  <a:pt x="186829" y="145161"/>
                </a:lnTo>
                <a:lnTo>
                  <a:pt x="173443" y="180174"/>
                </a:lnTo>
                <a:lnTo>
                  <a:pt x="158343" y="213182"/>
                </a:lnTo>
                <a:lnTo>
                  <a:pt x="141820" y="244043"/>
                </a:lnTo>
                <a:lnTo>
                  <a:pt x="145008" y="252056"/>
                </a:lnTo>
                <a:lnTo>
                  <a:pt x="147916" y="260235"/>
                </a:lnTo>
                <a:lnTo>
                  <a:pt x="150825" y="268719"/>
                </a:lnTo>
                <a:lnTo>
                  <a:pt x="154012" y="277660"/>
                </a:lnTo>
                <a:lnTo>
                  <a:pt x="166293" y="255574"/>
                </a:lnTo>
                <a:lnTo>
                  <a:pt x="177939" y="230682"/>
                </a:lnTo>
                <a:lnTo>
                  <a:pt x="189153" y="202336"/>
                </a:lnTo>
                <a:lnTo>
                  <a:pt x="199732" y="170891"/>
                </a:lnTo>
                <a:lnTo>
                  <a:pt x="199732" y="379869"/>
                </a:lnTo>
                <a:lnTo>
                  <a:pt x="227253" y="379869"/>
                </a:lnTo>
                <a:lnTo>
                  <a:pt x="227253" y="170891"/>
                </a:lnTo>
                <a:lnTo>
                  <a:pt x="246875" y="192989"/>
                </a:lnTo>
                <a:lnTo>
                  <a:pt x="257911" y="205600"/>
                </a:lnTo>
                <a:lnTo>
                  <a:pt x="269925" y="219659"/>
                </a:lnTo>
                <a:lnTo>
                  <a:pt x="289737" y="201371"/>
                </a:lnTo>
                <a:close/>
              </a:path>
              <a:path w="1447800" h="395604">
                <a:moveTo>
                  <a:pt x="523113" y="346240"/>
                </a:moveTo>
                <a:lnTo>
                  <a:pt x="497967" y="334810"/>
                </a:lnTo>
                <a:lnTo>
                  <a:pt x="475246" y="321094"/>
                </a:lnTo>
                <a:lnTo>
                  <a:pt x="455091" y="305092"/>
                </a:lnTo>
                <a:lnTo>
                  <a:pt x="437667" y="286804"/>
                </a:lnTo>
                <a:lnTo>
                  <a:pt x="456209" y="276237"/>
                </a:lnTo>
                <a:lnTo>
                  <a:pt x="472198" y="266903"/>
                </a:lnTo>
                <a:lnTo>
                  <a:pt x="475056" y="265226"/>
                </a:lnTo>
                <a:lnTo>
                  <a:pt x="493903" y="253936"/>
                </a:lnTo>
                <a:lnTo>
                  <a:pt x="512445" y="242519"/>
                </a:lnTo>
                <a:lnTo>
                  <a:pt x="494157" y="218135"/>
                </a:lnTo>
                <a:lnTo>
                  <a:pt x="476669" y="230682"/>
                </a:lnTo>
                <a:lnTo>
                  <a:pt x="458635" y="243090"/>
                </a:lnTo>
                <a:lnTo>
                  <a:pt x="440055" y="255206"/>
                </a:lnTo>
                <a:lnTo>
                  <a:pt x="420903" y="266903"/>
                </a:lnTo>
                <a:lnTo>
                  <a:pt x="412064" y="252628"/>
                </a:lnTo>
                <a:lnTo>
                  <a:pt x="403948" y="237375"/>
                </a:lnTo>
                <a:lnTo>
                  <a:pt x="396684" y="221246"/>
                </a:lnTo>
                <a:lnTo>
                  <a:pt x="390423" y="204419"/>
                </a:lnTo>
                <a:lnTo>
                  <a:pt x="462051" y="204419"/>
                </a:lnTo>
                <a:lnTo>
                  <a:pt x="462051" y="213563"/>
                </a:lnTo>
                <a:lnTo>
                  <a:pt x="489585" y="213563"/>
                </a:lnTo>
                <a:lnTo>
                  <a:pt x="489585" y="19812"/>
                </a:lnTo>
                <a:lnTo>
                  <a:pt x="462051" y="19812"/>
                </a:lnTo>
                <a:lnTo>
                  <a:pt x="462051" y="45732"/>
                </a:lnTo>
                <a:lnTo>
                  <a:pt x="462051" y="99161"/>
                </a:lnTo>
                <a:lnTo>
                  <a:pt x="462051" y="125069"/>
                </a:lnTo>
                <a:lnTo>
                  <a:pt x="462051" y="178511"/>
                </a:lnTo>
                <a:lnTo>
                  <a:pt x="329374" y="178511"/>
                </a:lnTo>
                <a:lnTo>
                  <a:pt x="329374" y="125069"/>
                </a:lnTo>
                <a:lnTo>
                  <a:pt x="462051" y="125069"/>
                </a:lnTo>
                <a:lnTo>
                  <a:pt x="462051" y="99161"/>
                </a:lnTo>
                <a:lnTo>
                  <a:pt x="329374" y="99161"/>
                </a:lnTo>
                <a:lnTo>
                  <a:pt x="329374" y="45732"/>
                </a:lnTo>
                <a:lnTo>
                  <a:pt x="462051" y="45732"/>
                </a:lnTo>
                <a:lnTo>
                  <a:pt x="462051" y="19812"/>
                </a:lnTo>
                <a:lnTo>
                  <a:pt x="301942" y="19812"/>
                </a:lnTo>
                <a:lnTo>
                  <a:pt x="301879" y="321094"/>
                </a:lnTo>
                <a:lnTo>
                  <a:pt x="301078" y="330923"/>
                </a:lnTo>
                <a:lnTo>
                  <a:pt x="298500" y="339953"/>
                </a:lnTo>
                <a:lnTo>
                  <a:pt x="294220" y="347548"/>
                </a:lnTo>
                <a:lnTo>
                  <a:pt x="288213" y="353860"/>
                </a:lnTo>
                <a:lnTo>
                  <a:pt x="309562" y="381393"/>
                </a:lnTo>
                <a:lnTo>
                  <a:pt x="347230" y="355409"/>
                </a:lnTo>
                <a:lnTo>
                  <a:pt x="381558" y="337743"/>
                </a:lnTo>
                <a:lnTo>
                  <a:pt x="396252" y="331000"/>
                </a:lnTo>
                <a:lnTo>
                  <a:pt x="399567" y="329476"/>
                </a:lnTo>
                <a:lnTo>
                  <a:pt x="398449" y="323215"/>
                </a:lnTo>
                <a:lnTo>
                  <a:pt x="397471" y="315950"/>
                </a:lnTo>
                <a:lnTo>
                  <a:pt x="396786" y="307835"/>
                </a:lnTo>
                <a:lnTo>
                  <a:pt x="396519" y="298996"/>
                </a:lnTo>
                <a:lnTo>
                  <a:pt x="359549" y="317284"/>
                </a:lnTo>
                <a:lnTo>
                  <a:pt x="343763" y="324713"/>
                </a:lnTo>
                <a:lnTo>
                  <a:pt x="329374" y="331000"/>
                </a:lnTo>
                <a:lnTo>
                  <a:pt x="329374" y="204419"/>
                </a:lnTo>
                <a:lnTo>
                  <a:pt x="362991" y="204419"/>
                </a:lnTo>
                <a:lnTo>
                  <a:pt x="384403" y="257048"/>
                </a:lnTo>
                <a:lnTo>
                  <a:pt x="414248" y="302793"/>
                </a:lnTo>
                <a:lnTo>
                  <a:pt x="452399" y="341668"/>
                </a:lnTo>
                <a:lnTo>
                  <a:pt x="498729" y="373672"/>
                </a:lnTo>
                <a:lnTo>
                  <a:pt x="504456" y="366814"/>
                </a:lnTo>
                <a:lnTo>
                  <a:pt x="510349" y="359956"/>
                </a:lnTo>
                <a:lnTo>
                  <a:pt x="516509" y="353098"/>
                </a:lnTo>
                <a:lnTo>
                  <a:pt x="523113" y="346240"/>
                </a:lnTo>
                <a:close/>
              </a:path>
              <a:path w="1447800" h="395604">
                <a:moveTo>
                  <a:pt x="872299" y="27432"/>
                </a:moveTo>
                <a:lnTo>
                  <a:pt x="576453" y="27432"/>
                </a:lnTo>
                <a:lnTo>
                  <a:pt x="576453" y="56388"/>
                </a:lnTo>
                <a:lnTo>
                  <a:pt x="872299" y="56388"/>
                </a:lnTo>
                <a:lnTo>
                  <a:pt x="872299" y="27432"/>
                </a:lnTo>
                <a:close/>
              </a:path>
              <a:path w="1447800" h="395604">
                <a:moveTo>
                  <a:pt x="913536" y="269951"/>
                </a:moveTo>
                <a:lnTo>
                  <a:pt x="904633" y="267665"/>
                </a:lnTo>
                <a:lnTo>
                  <a:pt x="896150" y="265379"/>
                </a:lnTo>
                <a:lnTo>
                  <a:pt x="879919" y="260807"/>
                </a:lnTo>
                <a:lnTo>
                  <a:pt x="878776" y="276263"/>
                </a:lnTo>
                <a:lnTo>
                  <a:pt x="875347" y="314236"/>
                </a:lnTo>
                <a:lnTo>
                  <a:pt x="843343" y="340144"/>
                </a:lnTo>
                <a:lnTo>
                  <a:pt x="811339" y="340144"/>
                </a:lnTo>
                <a:lnTo>
                  <a:pt x="800455" y="338721"/>
                </a:lnTo>
                <a:lnTo>
                  <a:pt x="792861" y="334429"/>
                </a:lnTo>
                <a:lnTo>
                  <a:pt x="788403" y="327291"/>
                </a:lnTo>
                <a:lnTo>
                  <a:pt x="786955" y="317284"/>
                </a:lnTo>
                <a:lnTo>
                  <a:pt x="786955" y="167741"/>
                </a:lnTo>
                <a:lnTo>
                  <a:pt x="908964" y="167741"/>
                </a:lnTo>
                <a:lnTo>
                  <a:pt x="908964" y="138785"/>
                </a:lnTo>
                <a:lnTo>
                  <a:pt x="539877" y="138785"/>
                </a:lnTo>
                <a:lnTo>
                  <a:pt x="539877" y="167741"/>
                </a:lnTo>
                <a:lnTo>
                  <a:pt x="645121" y="167741"/>
                </a:lnTo>
                <a:lnTo>
                  <a:pt x="645121" y="181559"/>
                </a:lnTo>
                <a:lnTo>
                  <a:pt x="639394" y="241947"/>
                </a:lnTo>
                <a:lnTo>
                  <a:pt x="622173" y="285280"/>
                </a:lnTo>
                <a:lnTo>
                  <a:pt x="588835" y="320713"/>
                </a:lnTo>
                <a:lnTo>
                  <a:pt x="533768" y="353860"/>
                </a:lnTo>
                <a:lnTo>
                  <a:pt x="538632" y="358762"/>
                </a:lnTo>
                <a:lnTo>
                  <a:pt x="544068" y="364540"/>
                </a:lnTo>
                <a:lnTo>
                  <a:pt x="550062" y="371475"/>
                </a:lnTo>
                <a:lnTo>
                  <a:pt x="556641" y="379869"/>
                </a:lnTo>
                <a:lnTo>
                  <a:pt x="589445" y="360997"/>
                </a:lnTo>
                <a:lnTo>
                  <a:pt x="637933" y="321043"/>
                </a:lnTo>
                <a:lnTo>
                  <a:pt x="663625" y="278472"/>
                </a:lnTo>
                <a:lnTo>
                  <a:pt x="675678" y="218363"/>
                </a:lnTo>
                <a:lnTo>
                  <a:pt x="677125" y="167741"/>
                </a:lnTo>
                <a:lnTo>
                  <a:pt x="754849" y="167741"/>
                </a:lnTo>
                <a:lnTo>
                  <a:pt x="754964" y="321043"/>
                </a:lnTo>
                <a:lnTo>
                  <a:pt x="782574" y="363194"/>
                </a:lnTo>
                <a:lnTo>
                  <a:pt x="803719" y="366052"/>
                </a:lnTo>
                <a:lnTo>
                  <a:pt x="850963" y="366052"/>
                </a:lnTo>
                <a:lnTo>
                  <a:pt x="888720" y="355765"/>
                </a:lnTo>
                <a:lnTo>
                  <a:pt x="908177" y="312902"/>
                </a:lnTo>
                <a:lnTo>
                  <a:pt x="912126" y="285432"/>
                </a:lnTo>
                <a:lnTo>
                  <a:pt x="913536" y="269951"/>
                </a:lnTo>
                <a:close/>
              </a:path>
              <a:path w="1447800" h="395604">
                <a:moveTo>
                  <a:pt x="1049261" y="314236"/>
                </a:moveTo>
                <a:lnTo>
                  <a:pt x="1030884" y="292900"/>
                </a:lnTo>
                <a:lnTo>
                  <a:pt x="1003401" y="309803"/>
                </a:lnTo>
                <a:lnTo>
                  <a:pt x="977925" y="324142"/>
                </a:lnTo>
                <a:lnTo>
                  <a:pt x="954163" y="336194"/>
                </a:lnTo>
                <a:lnTo>
                  <a:pt x="931824" y="346240"/>
                </a:lnTo>
                <a:lnTo>
                  <a:pt x="937018" y="353720"/>
                </a:lnTo>
                <a:lnTo>
                  <a:pt x="941349" y="360337"/>
                </a:lnTo>
                <a:lnTo>
                  <a:pt x="945108" y="366382"/>
                </a:lnTo>
                <a:lnTo>
                  <a:pt x="948588" y="372148"/>
                </a:lnTo>
                <a:lnTo>
                  <a:pt x="971169" y="360095"/>
                </a:lnTo>
                <a:lnTo>
                  <a:pt x="995464" y="346621"/>
                </a:lnTo>
                <a:lnTo>
                  <a:pt x="1021499" y="331431"/>
                </a:lnTo>
                <a:lnTo>
                  <a:pt x="1049261" y="314236"/>
                </a:lnTo>
                <a:close/>
              </a:path>
              <a:path w="1447800" h="395604">
                <a:moveTo>
                  <a:pt x="1287106" y="344716"/>
                </a:moveTo>
                <a:lnTo>
                  <a:pt x="1209522" y="302501"/>
                </a:lnTo>
                <a:lnTo>
                  <a:pt x="1188046" y="291376"/>
                </a:lnTo>
                <a:lnTo>
                  <a:pt x="1171181" y="312712"/>
                </a:lnTo>
                <a:lnTo>
                  <a:pt x="1216609" y="338048"/>
                </a:lnTo>
                <a:lnTo>
                  <a:pt x="1242009" y="352793"/>
                </a:lnTo>
                <a:lnTo>
                  <a:pt x="1268818" y="369100"/>
                </a:lnTo>
                <a:lnTo>
                  <a:pt x="1287106" y="344716"/>
                </a:lnTo>
                <a:close/>
              </a:path>
              <a:path w="1447800" h="395604">
                <a:moveTo>
                  <a:pt x="1300822" y="134213"/>
                </a:moveTo>
                <a:lnTo>
                  <a:pt x="1130033" y="134213"/>
                </a:lnTo>
                <a:lnTo>
                  <a:pt x="1130033" y="106781"/>
                </a:lnTo>
                <a:lnTo>
                  <a:pt x="1259674" y="106781"/>
                </a:lnTo>
                <a:lnTo>
                  <a:pt x="1259674" y="82397"/>
                </a:lnTo>
                <a:lnTo>
                  <a:pt x="1130033" y="82397"/>
                </a:lnTo>
                <a:lnTo>
                  <a:pt x="1130033" y="57912"/>
                </a:lnTo>
                <a:lnTo>
                  <a:pt x="1285582" y="57912"/>
                </a:lnTo>
                <a:lnTo>
                  <a:pt x="1285582" y="33528"/>
                </a:lnTo>
                <a:lnTo>
                  <a:pt x="1130033" y="33528"/>
                </a:lnTo>
                <a:lnTo>
                  <a:pt x="1130033" y="0"/>
                </a:lnTo>
                <a:lnTo>
                  <a:pt x="1099553" y="0"/>
                </a:lnTo>
                <a:lnTo>
                  <a:pt x="1099553" y="33528"/>
                </a:lnTo>
                <a:lnTo>
                  <a:pt x="945540" y="33528"/>
                </a:lnTo>
                <a:lnTo>
                  <a:pt x="945540" y="57912"/>
                </a:lnTo>
                <a:lnTo>
                  <a:pt x="1099553" y="57912"/>
                </a:lnTo>
                <a:lnTo>
                  <a:pt x="1099553" y="82397"/>
                </a:lnTo>
                <a:lnTo>
                  <a:pt x="966876" y="82397"/>
                </a:lnTo>
                <a:lnTo>
                  <a:pt x="966876" y="106781"/>
                </a:lnTo>
                <a:lnTo>
                  <a:pt x="1099553" y="106781"/>
                </a:lnTo>
                <a:lnTo>
                  <a:pt x="1099553" y="134213"/>
                </a:lnTo>
                <a:lnTo>
                  <a:pt x="930300" y="134213"/>
                </a:lnTo>
                <a:lnTo>
                  <a:pt x="930300" y="157073"/>
                </a:lnTo>
                <a:lnTo>
                  <a:pt x="1047737" y="157073"/>
                </a:lnTo>
                <a:lnTo>
                  <a:pt x="1036231" y="163918"/>
                </a:lnTo>
                <a:lnTo>
                  <a:pt x="1000404" y="183070"/>
                </a:lnTo>
                <a:lnTo>
                  <a:pt x="965352" y="195262"/>
                </a:lnTo>
                <a:lnTo>
                  <a:pt x="979068" y="222707"/>
                </a:lnTo>
                <a:lnTo>
                  <a:pt x="986167" y="221576"/>
                </a:lnTo>
                <a:lnTo>
                  <a:pt x="993546" y="220611"/>
                </a:lnTo>
                <a:lnTo>
                  <a:pt x="1000925" y="219913"/>
                </a:lnTo>
                <a:lnTo>
                  <a:pt x="1008024" y="219659"/>
                </a:lnTo>
                <a:lnTo>
                  <a:pt x="1027785" y="217601"/>
                </a:lnTo>
                <a:lnTo>
                  <a:pt x="1091933" y="212039"/>
                </a:lnTo>
                <a:lnTo>
                  <a:pt x="1071994" y="221157"/>
                </a:lnTo>
                <a:lnTo>
                  <a:pt x="1051318" y="230136"/>
                </a:lnTo>
                <a:lnTo>
                  <a:pt x="1009548" y="247091"/>
                </a:lnTo>
                <a:lnTo>
                  <a:pt x="972680" y="257378"/>
                </a:lnTo>
                <a:lnTo>
                  <a:pt x="959256" y="260807"/>
                </a:lnTo>
                <a:lnTo>
                  <a:pt x="974496" y="291376"/>
                </a:lnTo>
                <a:lnTo>
                  <a:pt x="1018692" y="285280"/>
                </a:lnTo>
                <a:lnTo>
                  <a:pt x="1081366" y="282498"/>
                </a:lnTo>
                <a:lnTo>
                  <a:pt x="1105649" y="280708"/>
                </a:lnTo>
                <a:lnTo>
                  <a:pt x="1105649" y="324904"/>
                </a:lnTo>
                <a:lnTo>
                  <a:pt x="1104201" y="333781"/>
                </a:lnTo>
                <a:lnTo>
                  <a:pt x="1099743" y="339953"/>
                </a:lnTo>
                <a:lnTo>
                  <a:pt x="1092149" y="343547"/>
                </a:lnTo>
                <a:lnTo>
                  <a:pt x="1081265" y="344716"/>
                </a:lnTo>
                <a:lnTo>
                  <a:pt x="1073289" y="344449"/>
                </a:lnTo>
                <a:lnTo>
                  <a:pt x="1063167" y="343763"/>
                </a:lnTo>
                <a:lnTo>
                  <a:pt x="1036980" y="341668"/>
                </a:lnTo>
                <a:lnTo>
                  <a:pt x="1039037" y="350507"/>
                </a:lnTo>
                <a:lnTo>
                  <a:pt x="1040498" y="358622"/>
                </a:lnTo>
                <a:lnTo>
                  <a:pt x="1041361" y="365887"/>
                </a:lnTo>
                <a:lnTo>
                  <a:pt x="1041641" y="372148"/>
                </a:lnTo>
                <a:lnTo>
                  <a:pt x="1054785" y="373024"/>
                </a:lnTo>
                <a:lnTo>
                  <a:pt x="1066787" y="373481"/>
                </a:lnTo>
                <a:lnTo>
                  <a:pt x="1077645" y="373646"/>
                </a:lnTo>
                <a:lnTo>
                  <a:pt x="1087361" y="373672"/>
                </a:lnTo>
                <a:lnTo>
                  <a:pt x="1108494" y="370814"/>
                </a:lnTo>
                <a:lnTo>
                  <a:pt x="1123746" y="362242"/>
                </a:lnTo>
                <a:lnTo>
                  <a:pt x="1133017" y="347954"/>
                </a:lnTo>
                <a:lnTo>
                  <a:pt x="1133525" y="344716"/>
                </a:lnTo>
                <a:lnTo>
                  <a:pt x="1136129" y="327952"/>
                </a:lnTo>
                <a:lnTo>
                  <a:pt x="1136129" y="280708"/>
                </a:lnTo>
                <a:lnTo>
                  <a:pt x="1136129" y="279184"/>
                </a:lnTo>
                <a:lnTo>
                  <a:pt x="1239862" y="274612"/>
                </a:lnTo>
                <a:lnTo>
                  <a:pt x="1245577" y="280568"/>
                </a:lnTo>
                <a:lnTo>
                  <a:pt x="1257007" y="293039"/>
                </a:lnTo>
                <a:lnTo>
                  <a:pt x="1262722" y="298996"/>
                </a:lnTo>
                <a:lnTo>
                  <a:pt x="1270152" y="291807"/>
                </a:lnTo>
                <a:lnTo>
                  <a:pt x="1276438" y="286042"/>
                </a:lnTo>
                <a:lnTo>
                  <a:pt x="1281582" y="281419"/>
                </a:lnTo>
                <a:lnTo>
                  <a:pt x="1285582" y="277660"/>
                </a:lnTo>
                <a:lnTo>
                  <a:pt x="1282331" y="274612"/>
                </a:lnTo>
                <a:lnTo>
                  <a:pt x="1270876" y="263855"/>
                </a:lnTo>
                <a:lnTo>
                  <a:pt x="1266964" y="260172"/>
                </a:lnTo>
                <a:lnTo>
                  <a:pt x="1247482" y="242138"/>
                </a:lnTo>
                <a:lnTo>
                  <a:pt x="1226858" y="223558"/>
                </a:lnTo>
                <a:lnTo>
                  <a:pt x="1204810" y="204406"/>
                </a:lnTo>
                <a:lnTo>
                  <a:pt x="1184998" y="222707"/>
                </a:lnTo>
                <a:lnTo>
                  <a:pt x="1193241" y="230682"/>
                </a:lnTo>
                <a:lnTo>
                  <a:pt x="1201762" y="238518"/>
                </a:lnTo>
                <a:lnTo>
                  <a:pt x="1210284" y="246062"/>
                </a:lnTo>
                <a:lnTo>
                  <a:pt x="1218526" y="253187"/>
                </a:lnTo>
                <a:lnTo>
                  <a:pt x="1123746" y="259092"/>
                </a:lnTo>
                <a:lnTo>
                  <a:pt x="1027836" y="263855"/>
                </a:lnTo>
                <a:lnTo>
                  <a:pt x="1076159" y="244081"/>
                </a:lnTo>
                <a:lnTo>
                  <a:pt x="1124889" y="223469"/>
                </a:lnTo>
                <a:lnTo>
                  <a:pt x="1150645" y="212039"/>
                </a:lnTo>
                <a:lnTo>
                  <a:pt x="1173911" y="201701"/>
                </a:lnTo>
                <a:lnTo>
                  <a:pt x="1181087" y="198310"/>
                </a:lnTo>
                <a:lnTo>
                  <a:pt x="1223098" y="178498"/>
                </a:lnTo>
                <a:lnTo>
                  <a:pt x="1200238" y="160121"/>
                </a:lnTo>
                <a:lnTo>
                  <a:pt x="1186218" y="167944"/>
                </a:lnTo>
                <a:lnTo>
                  <a:pt x="1171613" y="175450"/>
                </a:lnTo>
                <a:lnTo>
                  <a:pt x="1140701" y="190690"/>
                </a:lnTo>
                <a:lnTo>
                  <a:pt x="1045083" y="196265"/>
                </a:lnTo>
                <a:lnTo>
                  <a:pt x="1015644" y="198310"/>
                </a:lnTo>
                <a:lnTo>
                  <a:pt x="1026541" y="192747"/>
                </a:lnTo>
                <a:lnTo>
                  <a:pt x="1055166" y="178308"/>
                </a:lnTo>
                <a:lnTo>
                  <a:pt x="1074674" y="168059"/>
                </a:lnTo>
                <a:lnTo>
                  <a:pt x="1093457" y="157073"/>
                </a:lnTo>
                <a:lnTo>
                  <a:pt x="1300822" y="157073"/>
                </a:lnTo>
                <a:lnTo>
                  <a:pt x="1300822" y="134213"/>
                </a:lnTo>
                <a:close/>
              </a:path>
              <a:path w="1447800" h="395604">
                <a:moveTo>
                  <a:pt x="1447228" y="212026"/>
                </a:moveTo>
                <a:lnTo>
                  <a:pt x="1442935" y="161163"/>
                </a:lnTo>
                <a:lnTo>
                  <a:pt x="1430083" y="114020"/>
                </a:lnTo>
                <a:lnTo>
                  <a:pt x="1408645" y="70878"/>
                </a:lnTo>
                <a:lnTo>
                  <a:pt x="1378648" y="32004"/>
                </a:lnTo>
                <a:lnTo>
                  <a:pt x="1346644" y="32004"/>
                </a:lnTo>
                <a:lnTo>
                  <a:pt x="1375765" y="71742"/>
                </a:lnTo>
                <a:lnTo>
                  <a:pt x="1396746" y="115163"/>
                </a:lnTo>
                <a:lnTo>
                  <a:pt x="1409433" y="162013"/>
                </a:lnTo>
                <a:lnTo>
                  <a:pt x="1413700" y="212026"/>
                </a:lnTo>
                <a:lnTo>
                  <a:pt x="1409407" y="262953"/>
                </a:lnTo>
                <a:lnTo>
                  <a:pt x="1396555" y="310426"/>
                </a:lnTo>
                <a:lnTo>
                  <a:pt x="1375117" y="354469"/>
                </a:lnTo>
                <a:lnTo>
                  <a:pt x="1345120" y="395097"/>
                </a:lnTo>
                <a:lnTo>
                  <a:pt x="1378648" y="395097"/>
                </a:lnTo>
                <a:lnTo>
                  <a:pt x="1408645" y="355333"/>
                </a:lnTo>
                <a:lnTo>
                  <a:pt x="1430083" y="311569"/>
                </a:lnTo>
                <a:lnTo>
                  <a:pt x="1442935" y="263804"/>
                </a:lnTo>
                <a:lnTo>
                  <a:pt x="1447228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418844" y="423214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738401" y="4030129"/>
            <a:ext cx="773430" cy="372745"/>
          </a:xfrm>
          <a:custGeom>
            <a:avLst/>
            <a:gdLst/>
            <a:ahLst/>
            <a:cxnLst/>
            <a:rect l="l" t="t" r="r" b="b"/>
            <a:pathLst>
              <a:path w="773430" h="372745">
                <a:moveTo>
                  <a:pt x="147929" y="192214"/>
                </a:moveTo>
                <a:lnTo>
                  <a:pt x="137579" y="181914"/>
                </a:lnTo>
                <a:lnTo>
                  <a:pt x="126923" y="171589"/>
                </a:lnTo>
                <a:lnTo>
                  <a:pt x="126149" y="170878"/>
                </a:lnTo>
                <a:lnTo>
                  <a:pt x="122834" y="167830"/>
                </a:lnTo>
                <a:lnTo>
                  <a:pt x="115697" y="161277"/>
                </a:lnTo>
                <a:lnTo>
                  <a:pt x="103632" y="150964"/>
                </a:lnTo>
                <a:lnTo>
                  <a:pt x="88392" y="167830"/>
                </a:lnTo>
                <a:lnTo>
                  <a:pt x="88392" y="164680"/>
                </a:lnTo>
                <a:lnTo>
                  <a:pt x="88392" y="100672"/>
                </a:lnTo>
                <a:lnTo>
                  <a:pt x="140309" y="100672"/>
                </a:lnTo>
                <a:lnTo>
                  <a:pt x="140309" y="74764"/>
                </a:lnTo>
                <a:lnTo>
                  <a:pt x="88392" y="74764"/>
                </a:lnTo>
                <a:lnTo>
                  <a:pt x="88392" y="0"/>
                </a:lnTo>
                <a:lnTo>
                  <a:pt x="60960" y="0"/>
                </a:lnTo>
                <a:lnTo>
                  <a:pt x="60960" y="74764"/>
                </a:lnTo>
                <a:lnTo>
                  <a:pt x="3048" y="74764"/>
                </a:lnTo>
                <a:lnTo>
                  <a:pt x="3048" y="100672"/>
                </a:lnTo>
                <a:lnTo>
                  <a:pt x="57912" y="100672"/>
                </a:lnTo>
                <a:lnTo>
                  <a:pt x="48437" y="135839"/>
                </a:lnTo>
                <a:lnTo>
                  <a:pt x="35814" y="170446"/>
                </a:lnTo>
                <a:lnTo>
                  <a:pt x="19761" y="204482"/>
                </a:lnTo>
                <a:lnTo>
                  <a:pt x="0" y="237934"/>
                </a:lnTo>
                <a:lnTo>
                  <a:pt x="3403" y="246176"/>
                </a:lnTo>
                <a:lnTo>
                  <a:pt x="6667" y="254711"/>
                </a:lnTo>
                <a:lnTo>
                  <a:pt x="9639" y="263258"/>
                </a:lnTo>
                <a:lnTo>
                  <a:pt x="12192" y="271564"/>
                </a:lnTo>
                <a:lnTo>
                  <a:pt x="26238" y="249478"/>
                </a:lnTo>
                <a:lnTo>
                  <a:pt x="38862" y="224409"/>
                </a:lnTo>
                <a:lnTo>
                  <a:pt x="50342" y="196202"/>
                </a:lnTo>
                <a:lnTo>
                  <a:pt x="60960" y="164680"/>
                </a:lnTo>
                <a:lnTo>
                  <a:pt x="60960" y="372148"/>
                </a:lnTo>
                <a:lnTo>
                  <a:pt x="88392" y="372148"/>
                </a:lnTo>
                <a:lnTo>
                  <a:pt x="88392" y="170878"/>
                </a:lnTo>
                <a:lnTo>
                  <a:pt x="98412" y="181165"/>
                </a:lnTo>
                <a:lnTo>
                  <a:pt x="108013" y="191452"/>
                </a:lnTo>
                <a:lnTo>
                  <a:pt x="117322" y="201739"/>
                </a:lnTo>
                <a:lnTo>
                  <a:pt x="126492" y="212026"/>
                </a:lnTo>
                <a:lnTo>
                  <a:pt x="147929" y="192214"/>
                </a:lnTo>
                <a:close/>
              </a:path>
              <a:path w="773430" h="372745">
                <a:moveTo>
                  <a:pt x="202793" y="208978"/>
                </a:moveTo>
                <a:lnTo>
                  <a:pt x="175361" y="196786"/>
                </a:lnTo>
                <a:lnTo>
                  <a:pt x="159588" y="231952"/>
                </a:lnTo>
                <a:lnTo>
                  <a:pt x="144106" y="264274"/>
                </a:lnTo>
                <a:lnTo>
                  <a:pt x="128600" y="293738"/>
                </a:lnTo>
                <a:lnTo>
                  <a:pt x="112776" y="320332"/>
                </a:lnTo>
                <a:lnTo>
                  <a:pt x="120510" y="322872"/>
                </a:lnTo>
                <a:lnTo>
                  <a:pt x="127838" y="325856"/>
                </a:lnTo>
                <a:lnTo>
                  <a:pt x="134886" y="329107"/>
                </a:lnTo>
                <a:lnTo>
                  <a:pt x="141833" y="332524"/>
                </a:lnTo>
                <a:lnTo>
                  <a:pt x="156921" y="304850"/>
                </a:lnTo>
                <a:lnTo>
                  <a:pt x="172313" y="274751"/>
                </a:lnTo>
                <a:lnTo>
                  <a:pt x="187693" y="242646"/>
                </a:lnTo>
                <a:lnTo>
                  <a:pt x="202793" y="208978"/>
                </a:lnTo>
                <a:close/>
              </a:path>
              <a:path w="773430" h="372745">
                <a:moveTo>
                  <a:pt x="359854" y="21336"/>
                </a:moveTo>
                <a:lnTo>
                  <a:pt x="157073" y="21336"/>
                </a:lnTo>
                <a:lnTo>
                  <a:pt x="157073" y="48768"/>
                </a:lnTo>
                <a:lnTo>
                  <a:pt x="359854" y="48768"/>
                </a:lnTo>
                <a:lnTo>
                  <a:pt x="359854" y="21336"/>
                </a:lnTo>
                <a:close/>
              </a:path>
              <a:path w="773430" h="372745">
                <a:moveTo>
                  <a:pt x="378142" y="134200"/>
                </a:moveTo>
                <a:lnTo>
                  <a:pt x="138785" y="134200"/>
                </a:lnTo>
                <a:lnTo>
                  <a:pt x="138785" y="160108"/>
                </a:lnTo>
                <a:lnTo>
                  <a:pt x="243941" y="160108"/>
                </a:lnTo>
                <a:lnTo>
                  <a:pt x="243941" y="311188"/>
                </a:lnTo>
                <a:lnTo>
                  <a:pt x="242506" y="323418"/>
                </a:lnTo>
                <a:lnTo>
                  <a:pt x="238226" y="332524"/>
                </a:lnTo>
                <a:lnTo>
                  <a:pt x="231076" y="338188"/>
                </a:lnTo>
                <a:lnTo>
                  <a:pt x="221081" y="340144"/>
                </a:lnTo>
                <a:lnTo>
                  <a:pt x="209384" y="339877"/>
                </a:lnTo>
                <a:lnTo>
                  <a:pt x="197269" y="339191"/>
                </a:lnTo>
                <a:lnTo>
                  <a:pt x="184861" y="338213"/>
                </a:lnTo>
                <a:lnTo>
                  <a:pt x="172313" y="337096"/>
                </a:lnTo>
                <a:lnTo>
                  <a:pt x="173659" y="345071"/>
                </a:lnTo>
                <a:lnTo>
                  <a:pt x="175171" y="352907"/>
                </a:lnTo>
                <a:lnTo>
                  <a:pt x="176377" y="360451"/>
                </a:lnTo>
                <a:lnTo>
                  <a:pt x="176885" y="367576"/>
                </a:lnTo>
                <a:lnTo>
                  <a:pt x="192049" y="368452"/>
                </a:lnTo>
                <a:lnTo>
                  <a:pt x="205651" y="368909"/>
                </a:lnTo>
                <a:lnTo>
                  <a:pt x="217817" y="369074"/>
                </a:lnTo>
                <a:lnTo>
                  <a:pt x="228701" y="369100"/>
                </a:lnTo>
                <a:lnTo>
                  <a:pt x="247827" y="365975"/>
                </a:lnTo>
                <a:lnTo>
                  <a:pt x="261696" y="356717"/>
                </a:lnTo>
                <a:lnTo>
                  <a:pt x="270141" y="341452"/>
                </a:lnTo>
                <a:lnTo>
                  <a:pt x="270319" y="340144"/>
                </a:lnTo>
                <a:lnTo>
                  <a:pt x="272986" y="320332"/>
                </a:lnTo>
                <a:lnTo>
                  <a:pt x="272986" y="160108"/>
                </a:lnTo>
                <a:lnTo>
                  <a:pt x="378142" y="160108"/>
                </a:lnTo>
                <a:lnTo>
                  <a:pt x="378142" y="134200"/>
                </a:lnTo>
                <a:close/>
              </a:path>
              <a:path w="773430" h="372745">
                <a:moveTo>
                  <a:pt x="385762" y="318808"/>
                </a:moveTo>
                <a:lnTo>
                  <a:pt x="372592" y="291592"/>
                </a:lnTo>
                <a:lnTo>
                  <a:pt x="358140" y="262369"/>
                </a:lnTo>
                <a:lnTo>
                  <a:pt x="342252" y="230847"/>
                </a:lnTo>
                <a:lnTo>
                  <a:pt x="324802" y="196786"/>
                </a:lnTo>
                <a:lnTo>
                  <a:pt x="297370" y="210502"/>
                </a:lnTo>
                <a:lnTo>
                  <a:pt x="313067" y="241350"/>
                </a:lnTo>
                <a:lnTo>
                  <a:pt x="328041" y="272084"/>
                </a:lnTo>
                <a:lnTo>
                  <a:pt x="342163" y="302526"/>
                </a:lnTo>
                <a:lnTo>
                  <a:pt x="355282" y="332524"/>
                </a:lnTo>
                <a:lnTo>
                  <a:pt x="385762" y="318808"/>
                </a:lnTo>
                <a:close/>
              </a:path>
              <a:path w="773430" h="372745">
                <a:moveTo>
                  <a:pt x="497103" y="67144"/>
                </a:moveTo>
                <a:lnTo>
                  <a:pt x="486295" y="55410"/>
                </a:lnTo>
                <a:lnTo>
                  <a:pt x="472338" y="40970"/>
                </a:lnTo>
                <a:lnTo>
                  <a:pt x="436143" y="4572"/>
                </a:lnTo>
                <a:lnTo>
                  <a:pt x="413283" y="24384"/>
                </a:lnTo>
                <a:lnTo>
                  <a:pt x="428955" y="41287"/>
                </a:lnTo>
                <a:lnTo>
                  <a:pt x="443763" y="57772"/>
                </a:lnTo>
                <a:lnTo>
                  <a:pt x="457441" y="73964"/>
                </a:lnTo>
                <a:lnTo>
                  <a:pt x="469671" y="90004"/>
                </a:lnTo>
                <a:lnTo>
                  <a:pt x="497103" y="67144"/>
                </a:lnTo>
                <a:close/>
              </a:path>
              <a:path w="773430" h="372745">
                <a:moveTo>
                  <a:pt x="524535" y="312712"/>
                </a:moveTo>
                <a:lnTo>
                  <a:pt x="523633" y="305536"/>
                </a:lnTo>
                <a:lnTo>
                  <a:pt x="523036" y="297853"/>
                </a:lnTo>
                <a:lnTo>
                  <a:pt x="522401" y="288912"/>
                </a:lnTo>
                <a:lnTo>
                  <a:pt x="521487" y="279184"/>
                </a:lnTo>
                <a:lnTo>
                  <a:pt x="508977" y="288912"/>
                </a:lnTo>
                <a:lnTo>
                  <a:pt x="496531" y="297853"/>
                </a:lnTo>
                <a:lnTo>
                  <a:pt x="472719" y="314236"/>
                </a:lnTo>
                <a:lnTo>
                  <a:pt x="472719" y="129628"/>
                </a:lnTo>
                <a:lnTo>
                  <a:pt x="393382" y="129628"/>
                </a:lnTo>
                <a:lnTo>
                  <a:pt x="393382" y="158584"/>
                </a:lnTo>
                <a:lnTo>
                  <a:pt x="442239" y="158584"/>
                </a:lnTo>
                <a:lnTo>
                  <a:pt x="442239" y="308140"/>
                </a:lnTo>
                <a:lnTo>
                  <a:pt x="441629" y="318947"/>
                </a:lnTo>
                <a:lnTo>
                  <a:pt x="439572" y="328333"/>
                </a:lnTo>
                <a:lnTo>
                  <a:pt x="435813" y="335991"/>
                </a:lnTo>
                <a:lnTo>
                  <a:pt x="430047" y="341668"/>
                </a:lnTo>
                <a:lnTo>
                  <a:pt x="448335" y="367576"/>
                </a:lnTo>
                <a:lnTo>
                  <a:pt x="463245" y="356425"/>
                </a:lnTo>
                <a:lnTo>
                  <a:pt x="480720" y="343573"/>
                </a:lnTo>
                <a:lnTo>
                  <a:pt x="501065" y="328993"/>
                </a:lnTo>
                <a:lnTo>
                  <a:pt x="522351" y="314236"/>
                </a:lnTo>
                <a:lnTo>
                  <a:pt x="524535" y="312712"/>
                </a:lnTo>
                <a:close/>
              </a:path>
              <a:path w="773430" h="372745">
                <a:moveTo>
                  <a:pt x="773150" y="257746"/>
                </a:moveTo>
                <a:lnTo>
                  <a:pt x="765149" y="255193"/>
                </a:lnTo>
                <a:lnTo>
                  <a:pt x="757148" y="252222"/>
                </a:lnTo>
                <a:lnTo>
                  <a:pt x="749147" y="248958"/>
                </a:lnTo>
                <a:lnTo>
                  <a:pt x="741146" y="245554"/>
                </a:lnTo>
                <a:lnTo>
                  <a:pt x="739736" y="263893"/>
                </a:lnTo>
                <a:lnTo>
                  <a:pt x="733526" y="305092"/>
                </a:lnTo>
                <a:lnTo>
                  <a:pt x="693902" y="331000"/>
                </a:lnTo>
                <a:lnTo>
                  <a:pt x="596265" y="331000"/>
                </a:lnTo>
                <a:lnTo>
                  <a:pt x="584263" y="329260"/>
                </a:lnTo>
                <a:lnTo>
                  <a:pt x="575691" y="323951"/>
                </a:lnTo>
                <a:lnTo>
                  <a:pt x="570547" y="314921"/>
                </a:lnTo>
                <a:lnTo>
                  <a:pt x="568833" y="302044"/>
                </a:lnTo>
                <a:lnTo>
                  <a:pt x="568833" y="172402"/>
                </a:lnTo>
                <a:lnTo>
                  <a:pt x="715238" y="172402"/>
                </a:lnTo>
                <a:lnTo>
                  <a:pt x="715238" y="190690"/>
                </a:lnTo>
                <a:lnTo>
                  <a:pt x="745718" y="190690"/>
                </a:lnTo>
                <a:lnTo>
                  <a:pt x="745718" y="172402"/>
                </a:lnTo>
                <a:lnTo>
                  <a:pt x="745718" y="18288"/>
                </a:lnTo>
                <a:lnTo>
                  <a:pt x="523011" y="18288"/>
                </a:lnTo>
                <a:lnTo>
                  <a:pt x="523011" y="45720"/>
                </a:lnTo>
                <a:lnTo>
                  <a:pt x="715238" y="45720"/>
                </a:lnTo>
                <a:lnTo>
                  <a:pt x="715238" y="144868"/>
                </a:lnTo>
                <a:lnTo>
                  <a:pt x="539775" y="144868"/>
                </a:lnTo>
                <a:lnTo>
                  <a:pt x="539775" y="311188"/>
                </a:lnTo>
                <a:lnTo>
                  <a:pt x="542658" y="332943"/>
                </a:lnTo>
                <a:lnTo>
                  <a:pt x="551256" y="348145"/>
                </a:lnTo>
                <a:lnTo>
                  <a:pt x="565581" y="357047"/>
                </a:lnTo>
                <a:lnTo>
                  <a:pt x="585597" y="359956"/>
                </a:lnTo>
                <a:lnTo>
                  <a:pt x="699998" y="359956"/>
                </a:lnTo>
                <a:lnTo>
                  <a:pt x="742670" y="349669"/>
                </a:lnTo>
                <a:lnTo>
                  <a:pt x="765619" y="305536"/>
                </a:lnTo>
                <a:lnTo>
                  <a:pt x="770839" y="274612"/>
                </a:lnTo>
                <a:lnTo>
                  <a:pt x="773150" y="2577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772346" y="4027080"/>
            <a:ext cx="4006850" cy="393700"/>
          </a:xfrm>
          <a:custGeom>
            <a:avLst/>
            <a:gdLst/>
            <a:ahLst/>
            <a:cxnLst/>
            <a:rect l="l" t="t" r="r" b="b"/>
            <a:pathLst>
              <a:path w="4006850" h="393700">
                <a:moveTo>
                  <a:pt x="100672" y="30480"/>
                </a:moveTo>
                <a:lnTo>
                  <a:pt x="68580" y="30480"/>
                </a:lnTo>
                <a:lnTo>
                  <a:pt x="38569" y="70256"/>
                </a:lnTo>
                <a:lnTo>
                  <a:pt x="17145" y="114007"/>
                </a:lnTo>
                <a:lnTo>
                  <a:pt x="4279" y="161772"/>
                </a:lnTo>
                <a:lnTo>
                  <a:pt x="0" y="213550"/>
                </a:lnTo>
                <a:lnTo>
                  <a:pt x="4279" y="264426"/>
                </a:lnTo>
                <a:lnTo>
                  <a:pt x="17145" y="311556"/>
                </a:lnTo>
                <a:lnTo>
                  <a:pt x="38569" y="354698"/>
                </a:lnTo>
                <a:lnTo>
                  <a:pt x="68580" y="393573"/>
                </a:lnTo>
                <a:lnTo>
                  <a:pt x="100672" y="393573"/>
                </a:lnTo>
                <a:lnTo>
                  <a:pt x="70853" y="353199"/>
                </a:lnTo>
                <a:lnTo>
                  <a:pt x="49911" y="309841"/>
                </a:lnTo>
                <a:lnTo>
                  <a:pt x="37566" y="263347"/>
                </a:lnTo>
                <a:lnTo>
                  <a:pt x="33528" y="213550"/>
                </a:lnTo>
                <a:lnTo>
                  <a:pt x="37782" y="162636"/>
                </a:lnTo>
                <a:lnTo>
                  <a:pt x="50482" y="115150"/>
                </a:lnTo>
                <a:lnTo>
                  <a:pt x="71501" y="71107"/>
                </a:lnTo>
                <a:lnTo>
                  <a:pt x="100672" y="30480"/>
                </a:lnTo>
                <a:close/>
              </a:path>
              <a:path w="4006850" h="393700">
                <a:moveTo>
                  <a:pt x="263842" y="13716"/>
                </a:moveTo>
                <a:lnTo>
                  <a:pt x="230301" y="4572"/>
                </a:lnTo>
                <a:lnTo>
                  <a:pt x="212839" y="57492"/>
                </a:lnTo>
                <a:lnTo>
                  <a:pt x="192354" y="106387"/>
                </a:lnTo>
                <a:lnTo>
                  <a:pt x="168719" y="151295"/>
                </a:lnTo>
                <a:lnTo>
                  <a:pt x="141820" y="192214"/>
                </a:lnTo>
                <a:lnTo>
                  <a:pt x="145249" y="201091"/>
                </a:lnTo>
                <a:lnTo>
                  <a:pt x="148678" y="209550"/>
                </a:lnTo>
                <a:lnTo>
                  <a:pt x="152107" y="217716"/>
                </a:lnTo>
                <a:lnTo>
                  <a:pt x="155536" y="225742"/>
                </a:lnTo>
                <a:lnTo>
                  <a:pt x="166941" y="210337"/>
                </a:lnTo>
                <a:lnTo>
                  <a:pt x="178206" y="193916"/>
                </a:lnTo>
                <a:lnTo>
                  <a:pt x="189179" y="176618"/>
                </a:lnTo>
                <a:lnTo>
                  <a:pt x="199732" y="158597"/>
                </a:lnTo>
                <a:lnTo>
                  <a:pt x="199732" y="375196"/>
                </a:lnTo>
                <a:lnTo>
                  <a:pt x="230301" y="375196"/>
                </a:lnTo>
                <a:lnTo>
                  <a:pt x="230301" y="158597"/>
                </a:lnTo>
                <a:lnTo>
                  <a:pt x="230301" y="96100"/>
                </a:lnTo>
                <a:lnTo>
                  <a:pt x="239191" y="76377"/>
                </a:lnTo>
                <a:lnTo>
                  <a:pt x="247637" y="56057"/>
                </a:lnTo>
                <a:lnTo>
                  <a:pt x="255816" y="35166"/>
                </a:lnTo>
                <a:lnTo>
                  <a:pt x="263842" y="13716"/>
                </a:lnTo>
                <a:close/>
              </a:path>
              <a:path w="4006850" h="393700">
                <a:moveTo>
                  <a:pt x="521589" y="141820"/>
                </a:moveTo>
                <a:lnTo>
                  <a:pt x="407187" y="141820"/>
                </a:lnTo>
                <a:lnTo>
                  <a:pt x="407187" y="4572"/>
                </a:lnTo>
                <a:lnTo>
                  <a:pt x="375183" y="4572"/>
                </a:lnTo>
                <a:lnTo>
                  <a:pt x="375183" y="141820"/>
                </a:lnTo>
                <a:lnTo>
                  <a:pt x="259257" y="141820"/>
                </a:lnTo>
                <a:lnTo>
                  <a:pt x="259257" y="172402"/>
                </a:lnTo>
                <a:lnTo>
                  <a:pt x="375183" y="172402"/>
                </a:lnTo>
                <a:lnTo>
                  <a:pt x="375183" y="375196"/>
                </a:lnTo>
                <a:lnTo>
                  <a:pt x="407187" y="375196"/>
                </a:lnTo>
                <a:lnTo>
                  <a:pt x="407187" y="172402"/>
                </a:lnTo>
                <a:lnTo>
                  <a:pt x="521589" y="172402"/>
                </a:lnTo>
                <a:lnTo>
                  <a:pt x="521589" y="141820"/>
                </a:lnTo>
                <a:close/>
              </a:path>
              <a:path w="4006850" h="393700">
                <a:moveTo>
                  <a:pt x="739609" y="16764"/>
                </a:moveTo>
                <a:lnTo>
                  <a:pt x="709129" y="1524"/>
                </a:lnTo>
                <a:lnTo>
                  <a:pt x="679323" y="47663"/>
                </a:lnTo>
                <a:lnTo>
                  <a:pt x="646645" y="90855"/>
                </a:lnTo>
                <a:lnTo>
                  <a:pt x="611187" y="131114"/>
                </a:lnTo>
                <a:lnTo>
                  <a:pt x="573036" y="168452"/>
                </a:lnTo>
                <a:lnTo>
                  <a:pt x="532244" y="202882"/>
                </a:lnTo>
                <a:lnTo>
                  <a:pt x="538822" y="209499"/>
                </a:lnTo>
                <a:lnTo>
                  <a:pt x="544817" y="215836"/>
                </a:lnTo>
                <a:lnTo>
                  <a:pt x="550252" y="222173"/>
                </a:lnTo>
                <a:lnTo>
                  <a:pt x="555104" y="228790"/>
                </a:lnTo>
                <a:lnTo>
                  <a:pt x="590194" y="200075"/>
                </a:lnTo>
                <a:lnTo>
                  <a:pt x="623646" y="168757"/>
                </a:lnTo>
                <a:lnTo>
                  <a:pt x="655396" y="134810"/>
                </a:lnTo>
                <a:lnTo>
                  <a:pt x="685368" y="98196"/>
                </a:lnTo>
                <a:lnTo>
                  <a:pt x="713460" y="58851"/>
                </a:lnTo>
                <a:lnTo>
                  <a:pt x="739609" y="16764"/>
                </a:lnTo>
                <a:close/>
              </a:path>
              <a:path w="4006850" h="393700">
                <a:moveTo>
                  <a:pt x="910488" y="353860"/>
                </a:moveTo>
                <a:lnTo>
                  <a:pt x="901039" y="338620"/>
                </a:lnTo>
                <a:lnTo>
                  <a:pt x="889711" y="320332"/>
                </a:lnTo>
                <a:lnTo>
                  <a:pt x="887260" y="316382"/>
                </a:lnTo>
                <a:lnTo>
                  <a:pt x="863346" y="279323"/>
                </a:lnTo>
                <a:lnTo>
                  <a:pt x="838593" y="242544"/>
                </a:lnTo>
                <a:lnTo>
                  <a:pt x="812850" y="205930"/>
                </a:lnTo>
                <a:lnTo>
                  <a:pt x="785418" y="222694"/>
                </a:lnTo>
                <a:lnTo>
                  <a:pt x="799160" y="243598"/>
                </a:lnTo>
                <a:lnTo>
                  <a:pt x="813054" y="265226"/>
                </a:lnTo>
                <a:lnTo>
                  <a:pt x="827214" y="287705"/>
                </a:lnTo>
                <a:lnTo>
                  <a:pt x="841819" y="311188"/>
                </a:lnTo>
                <a:lnTo>
                  <a:pt x="634453" y="320332"/>
                </a:lnTo>
                <a:lnTo>
                  <a:pt x="667080" y="286512"/>
                </a:lnTo>
                <a:lnTo>
                  <a:pt x="699338" y="250774"/>
                </a:lnTo>
                <a:lnTo>
                  <a:pt x="731088" y="213169"/>
                </a:lnTo>
                <a:lnTo>
                  <a:pt x="762203" y="173786"/>
                </a:lnTo>
                <a:lnTo>
                  <a:pt x="792556" y="132715"/>
                </a:lnTo>
                <a:lnTo>
                  <a:pt x="822007" y="90004"/>
                </a:lnTo>
                <a:lnTo>
                  <a:pt x="788466" y="73240"/>
                </a:lnTo>
                <a:lnTo>
                  <a:pt x="762647" y="113131"/>
                </a:lnTo>
                <a:lnTo>
                  <a:pt x="735507" y="151955"/>
                </a:lnTo>
                <a:lnTo>
                  <a:pt x="707034" y="189699"/>
                </a:lnTo>
                <a:lnTo>
                  <a:pt x="677151" y="226314"/>
                </a:lnTo>
                <a:lnTo>
                  <a:pt x="645833" y="261734"/>
                </a:lnTo>
                <a:lnTo>
                  <a:pt x="613016" y="295948"/>
                </a:lnTo>
                <a:lnTo>
                  <a:pt x="580237" y="321017"/>
                </a:lnTo>
                <a:lnTo>
                  <a:pt x="568820" y="326428"/>
                </a:lnTo>
                <a:lnTo>
                  <a:pt x="584060" y="359956"/>
                </a:lnTo>
                <a:lnTo>
                  <a:pt x="655764" y="351828"/>
                </a:lnTo>
                <a:lnTo>
                  <a:pt x="860107" y="338620"/>
                </a:lnTo>
                <a:lnTo>
                  <a:pt x="864908" y="346849"/>
                </a:lnTo>
                <a:lnTo>
                  <a:pt x="875106" y="363905"/>
                </a:lnTo>
                <a:lnTo>
                  <a:pt x="879919" y="372148"/>
                </a:lnTo>
                <a:lnTo>
                  <a:pt x="910488" y="353860"/>
                </a:lnTo>
                <a:close/>
              </a:path>
              <a:path w="4006850" h="393700">
                <a:moveTo>
                  <a:pt x="1245958" y="15240"/>
                </a:moveTo>
                <a:lnTo>
                  <a:pt x="1217002" y="15240"/>
                </a:lnTo>
                <a:lnTo>
                  <a:pt x="1217002" y="42672"/>
                </a:lnTo>
                <a:lnTo>
                  <a:pt x="1217002" y="74777"/>
                </a:lnTo>
                <a:lnTo>
                  <a:pt x="1217002" y="100685"/>
                </a:lnTo>
                <a:lnTo>
                  <a:pt x="1217002" y="134213"/>
                </a:lnTo>
                <a:lnTo>
                  <a:pt x="1014120" y="134213"/>
                </a:lnTo>
                <a:lnTo>
                  <a:pt x="1014120" y="100685"/>
                </a:lnTo>
                <a:lnTo>
                  <a:pt x="1217002" y="100685"/>
                </a:lnTo>
                <a:lnTo>
                  <a:pt x="1217002" y="74777"/>
                </a:lnTo>
                <a:lnTo>
                  <a:pt x="1014120" y="74777"/>
                </a:lnTo>
                <a:lnTo>
                  <a:pt x="1014120" y="42672"/>
                </a:lnTo>
                <a:lnTo>
                  <a:pt x="1217002" y="42672"/>
                </a:lnTo>
                <a:lnTo>
                  <a:pt x="1217002" y="15240"/>
                </a:lnTo>
                <a:lnTo>
                  <a:pt x="985164" y="15240"/>
                </a:lnTo>
                <a:lnTo>
                  <a:pt x="985164" y="175450"/>
                </a:lnTo>
                <a:lnTo>
                  <a:pt x="1014120" y="175450"/>
                </a:lnTo>
                <a:lnTo>
                  <a:pt x="1014120" y="160121"/>
                </a:lnTo>
                <a:lnTo>
                  <a:pt x="1217002" y="160121"/>
                </a:lnTo>
                <a:lnTo>
                  <a:pt x="1217002" y="175450"/>
                </a:lnTo>
                <a:lnTo>
                  <a:pt x="1245958" y="175450"/>
                </a:lnTo>
                <a:lnTo>
                  <a:pt x="1245958" y="160121"/>
                </a:lnTo>
                <a:lnTo>
                  <a:pt x="1245958" y="134213"/>
                </a:lnTo>
                <a:lnTo>
                  <a:pt x="1245958" y="100685"/>
                </a:lnTo>
                <a:lnTo>
                  <a:pt x="1245958" y="74777"/>
                </a:lnTo>
                <a:lnTo>
                  <a:pt x="1245958" y="42672"/>
                </a:lnTo>
                <a:lnTo>
                  <a:pt x="1245958" y="15240"/>
                </a:lnTo>
                <a:close/>
              </a:path>
              <a:path w="4006850" h="393700">
                <a:moveTo>
                  <a:pt x="1306918" y="335572"/>
                </a:moveTo>
                <a:lnTo>
                  <a:pt x="1216609" y="337477"/>
                </a:lnTo>
                <a:lnTo>
                  <a:pt x="1175715" y="337705"/>
                </a:lnTo>
                <a:lnTo>
                  <a:pt x="1137666" y="337096"/>
                </a:lnTo>
                <a:lnTo>
                  <a:pt x="1137666" y="335572"/>
                </a:lnTo>
                <a:lnTo>
                  <a:pt x="1137666" y="283756"/>
                </a:lnTo>
                <a:lnTo>
                  <a:pt x="1273390" y="283756"/>
                </a:lnTo>
                <a:lnTo>
                  <a:pt x="1273390" y="257746"/>
                </a:lnTo>
                <a:lnTo>
                  <a:pt x="1137666" y="257746"/>
                </a:lnTo>
                <a:lnTo>
                  <a:pt x="1137666" y="219646"/>
                </a:lnTo>
                <a:lnTo>
                  <a:pt x="1299298" y="219646"/>
                </a:lnTo>
                <a:lnTo>
                  <a:pt x="1299298" y="193738"/>
                </a:lnTo>
                <a:lnTo>
                  <a:pt x="931824" y="193738"/>
                </a:lnTo>
                <a:lnTo>
                  <a:pt x="931824" y="219646"/>
                </a:lnTo>
                <a:lnTo>
                  <a:pt x="1107186" y="219646"/>
                </a:lnTo>
                <a:lnTo>
                  <a:pt x="1107186" y="335572"/>
                </a:lnTo>
                <a:lnTo>
                  <a:pt x="1055700" y="315950"/>
                </a:lnTo>
                <a:lnTo>
                  <a:pt x="1020216" y="279184"/>
                </a:lnTo>
                <a:lnTo>
                  <a:pt x="1023645" y="269735"/>
                </a:lnTo>
                <a:lnTo>
                  <a:pt x="1030503" y="250367"/>
                </a:lnTo>
                <a:lnTo>
                  <a:pt x="1033932" y="240982"/>
                </a:lnTo>
                <a:lnTo>
                  <a:pt x="1004976" y="231838"/>
                </a:lnTo>
                <a:lnTo>
                  <a:pt x="991235" y="270713"/>
                </a:lnTo>
                <a:lnTo>
                  <a:pt x="972781" y="304698"/>
                </a:lnTo>
                <a:lnTo>
                  <a:pt x="949464" y="333514"/>
                </a:lnTo>
                <a:lnTo>
                  <a:pt x="921156" y="356908"/>
                </a:lnTo>
                <a:lnTo>
                  <a:pt x="926604" y="362851"/>
                </a:lnTo>
                <a:lnTo>
                  <a:pt x="931633" y="369100"/>
                </a:lnTo>
                <a:lnTo>
                  <a:pt x="936371" y="375373"/>
                </a:lnTo>
                <a:lnTo>
                  <a:pt x="940968" y="381381"/>
                </a:lnTo>
                <a:lnTo>
                  <a:pt x="959713" y="365404"/>
                </a:lnTo>
                <a:lnTo>
                  <a:pt x="977163" y="347192"/>
                </a:lnTo>
                <a:lnTo>
                  <a:pt x="992835" y="327063"/>
                </a:lnTo>
                <a:lnTo>
                  <a:pt x="1006500" y="305092"/>
                </a:lnTo>
                <a:lnTo>
                  <a:pt x="1027417" y="331089"/>
                </a:lnTo>
                <a:lnTo>
                  <a:pt x="1085875" y="360807"/>
                </a:lnTo>
                <a:lnTo>
                  <a:pt x="1123950" y="364528"/>
                </a:lnTo>
                <a:lnTo>
                  <a:pt x="1296250" y="366052"/>
                </a:lnTo>
                <a:lnTo>
                  <a:pt x="1298778" y="358927"/>
                </a:lnTo>
                <a:lnTo>
                  <a:pt x="1301584" y="351383"/>
                </a:lnTo>
                <a:lnTo>
                  <a:pt x="1304391" y="343547"/>
                </a:lnTo>
                <a:lnTo>
                  <a:pt x="1306245" y="337705"/>
                </a:lnTo>
                <a:lnTo>
                  <a:pt x="1306918" y="335572"/>
                </a:lnTo>
                <a:close/>
              </a:path>
              <a:path w="4006850" h="393700">
                <a:moveTo>
                  <a:pt x="1639443" y="210502"/>
                </a:moveTo>
                <a:lnTo>
                  <a:pt x="1608963" y="210502"/>
                </a:lnTo>
                <a:lnTo>
                  <a:pt x="1608963" y="237934"/>
                </a:lnTo>
                <a:lnTo>
                  <a:pt x="1608963" y="326428"/>
                </a:lnTo>
                <a:lnTo>
                  <a:pt x="1404556" y="326428"/>
                </a:lnTo>
                <a:lnTo>
                  <a:pt x="1404556" y="237934"/>
                </a:lnTo>
                <a:lnTo>
                  <a:pt x="1608963" y="237934"/>
                </a:lnTo>
                <a:lnTo>
                  <a:pt x="1608963" y="210502"/>
                </a:lnTo>
                <a:lnTo>
                  <a:pt x="1374076" y="210502"/>
                </a:lnTo>
                <a:lnTo>
                  <a:pt x="1374076" y="379857"/>
                </a:lnTo>
                <a:lnTo>
                  <a:pt x="1404556" y="379857"/>
                </a:lnTo>
                <a:lnTo>
                  <a:pt x="1404556" y="353860"/>
                </a:lnTo>
                <a:lnTo>
                  <a:pt x="1608963" y="353860"/>
                </a:lnTo>
                <a:lnTo>
                  <a:pt x="1608963" y="379857"/>
                </a:lnTo>
                <a:lnTo>
                  <a:pt x="1639443" y="379857"/>
                </a:lnTo>
                <a:lnTo>
                  <a:pt x="1639443" y="353860"/>
                </a:lnTo>
                <a:lnTo>
                  <a:pt x="1639443" y="326428"/>
                </a:lnTo>
                <a:lnTo>
                  <a:pt x="1639443" y="237934"/>
                </a:lnTo>
                <a:lnTo>
                  <a:pt x="1639443" y="210502"/>
                </a:lnTo>
                <a:close/>
              </a:path>
              <a:path w="4006850" h="393700">
                <a:moveTo>
                  <a:pt x="1697355" y="141820"/>
                </a:moveTo>
                <a:lnTo>
                  <a:pt x="1690763" y="138772"/>
                </a:lnTo>
                <a:lnTo>
                  <a:pt x="1680895" y="134200"/>
                </a:lnTo>
                <a:lnTo>
                  <a:pt x="1647329" y="118656"/>
                </a:lnTo>
                <a:lnTo>
                  <a:pt x="1610487" y="95300"/>
                </a:lnTo>
                <a:lnTo>
                  <a:pt x="1610487" y="134200"/>
                </a:lnTo>
                <a:lnTo>
                  <a:pt x="1406080" y="134200"/>
                </a:lnTo>
                <a:lnTo>
                  <a:pt x="1435544" y="111302"/>
                </a:lnTo>
                <a:lnTo>
                  <a:pt x="1462316" y="88099"/>
                </a:lnTo>
                <a:lnTo>
                  <a:pt x="1486522" y="64300"/>
                </a:lnTo>
                <a:lnTo>
                  <a:pt x="1508277" y="39624"/>
                </a:lnTo>
                <a:lnTo>
                  <a:pt x="1530870" y="66230"/>
                </a:lnTo>
                <a:lnTo>
                  <a:pt x="1555343" y="90957"/>
                </a:lnTo>
                <a:lnTo>
                  <a:pt x="1581823" y="113652"/>
                </a:lnTo>
                <a:lnTo>
                  <a:pt x="1610487" y="134200"/>
                </a:lnTo>
                <a:lnTo>
                  <a:pt x="1610487" y="95300"/>
                </a:lnTo>
                <a:lnTo>
                  <a:pt x="1602435" y="90195"/>
                </a:lnTo>
                <a:lnTo>
                  <a:pt x="1562684" y="56273"/>
                </a:lnTo>
                <a:lnTo>
                  <a:pt x="1548104" y="39624"/>
                </a:lnTo>
                <a:lnTo>
                  <a:pt x="1528089" y="16764"/>
                </a:lnTo>
                <a:lnTo>
                  <a:pt x="1537233" y="6096"/>
                </a:lnTo>
                <a:lnTo>
                  <a:pt x="1494561" y="6096"/>
                </a:lnTo>
                <a:lnTo>
                  <a:pt x="1467624" y="38849"/>
                </a:lnTo>
                <a:lnTo>
                  <a:pt x="1436319" y="69507"/>
                </a:lnTo>
                <a:lnTo>
                  <a:pt x="1400632" y="98107"/>
                </a:lnTo>
                <a:lnTo>
                  <a:pt x="1360551" y="124739"/>
                </a:lnTo>
                <a:lnTo>
                  <a:pt x="1316062" y="149440"/>
                </a:lnTo>
                <a:lnTo>
                  <a:pt x="1321549" y="157200"/>
                </a:lnTo>
                <a:lnTo>
                  <a:pt x="1326438" y="164541"/>
                </a:lnTo>
                <a:lnTo>
                  <a:pt x="1330731" y="171602"/>
                </a:lnTo>
                <a:lnTo>
                  <a:pt x="1334439" y="178498"/>
                </a:lnTo>
                <a:lnTo>
                  <a:pt x="1350162" y="169303"/>
                </a:lnTo>
                <a:lnTo>
                  <a:pt x="1365300" y="160121"/>
                </a:lnTo>
                <a:lnTo>
                  <a:pt x="1379880" y="150977"/>
                </a:lnTo>
                <a:lnTo>
                  <a:pt x="1393888" y="141820"/>
                </a:lnTo>
                <a:lnTo>
                  <a:pt x="1393888" y="161632"/>
                </a:lnTo>
                <a:lnTo>
                  <a:pt x="1618107" y="161632"/>
                </a:lnTo>
                <a:lnTo>
                  <a:pt x="1618107" y="141820"/>
                </a:lnTo>
                <a:lnTo>
                  <a:pt x="1618107" y="138772"/>
                </a:lnTo>
                <a:lnTo>
                  <a:pt x="1632102" y="148513"/>
                </a:lnTo>
                <a:lnTo>
                  <a:pt x="1646567" y="157200"/>
                </a:lnTo>
                <a:lnTo>
                  <a:pt x="1661820" y="165176"/>
                </a:lnTo>
                <a:lnTo>
                  <a:pt x="1677543" y="172402"/>
                </a:lnTo>
                <a:lnTo>
                  <a:pt x="1681492" y="165442"/>
                </a:lnTo>
                <a:lnTo>
                  <a:pt x="1686306" y="158216"/>
                </a:lnTo>
                <a:lnTo>
                  <a:pt x="1691678" y="150444"/>
                </a:lnTo>
                <a:lnTo>
                  <a:pt x="1697355" y="141820"/>
                </a:lnTo>
                <a:close/>
              </a:path>
              <a:path w="4006850" h="393700">
                <a:moveTo>
                  <a:pt x="1793455" y="157060"/>
                </a:moveTo>
                <a:lnTo>
                  <a:pt x="1774837" y="141897"/>
                </a:lnTo>
                <a:lnTo>
                  <a:pt x="1757629" y="128295"/>
                </a:lnTo>
                <a:lnTo>
                  <a:pt x="1741551" y="116128"/>
                </a:lnTo>
                <a:lnTo>
                  <a:pt x="1726298" y="105244"/>
                </a:lnTo>
                <a:lnTo>
                  <a:pt x="1708010" y="126580"/>
                </a:lnTo>
                <a:lnTo>
                  <a:pt x="1719745" y="136017"/>
                </a:lnTo>
                <a:lnTo>
                  <a:pt x="1734350" y="148310"/>
                </a:lnTo>
                <a:lnTo>
                  <a:pt x="1751812" y="163487"/>
                </a:lnTo>
                <a:lnTo>
                  <a:pt x="1772119" y="181546"/>
                </a:lnTo>
                <a:lnTo>
                  <a:pt x="1776095" y="176644"/>
                </a:lnTo>
                <a:lnTo>
                  <a:pt x="1781073" y="171018"/>
                </a:lnTo>
                <a:lnTo>
                  <a:pt x="1786902" y="164541"/>
                </a:lnTo>
                <a:lnTo>
                  <a:pt x="1793455" y="157060"/>
                </a:lnTo>
                <a:close/>
              </a:path>
              <a:path w="4006850" h="393700">
                <a:moveTo>
                  <a:pt x="1794979" y="227266"/>
                </a:moveTo>
                <a:lnTo>
                  <a:pt x="1787004" y="223862"/>
                </a:lnTo>
                <a:lnTo>
                  <a:pt x="1779168" y="220599"/>
                </a:lnTo>
                <a:lnTo>
                  <a:pt x="1771624" y="217627"/>
                </a:lnTo>
                <a:lnTo>
                  <a:pt x="1764499" y="215074"/>
                </a:lnTo>
                <a:lnTo>
                  <a:pt x="1751914" y="254469"/>
                </a:lnTo>
                <a:lnTo>
                  <a:pt x="1739303" y="292468"/>
                </a:lnTo>
                <a:lnTo>
                  <a:pt x="1726704" y="328739"/>
                </a:lnTo>
                <a:lnTo>
                  <a:pt x="1714106" y="363004"/>
                </a:lnTo>
                <a:lnTo>
                  <a:pt x="1746211" y="375196"/>
                </a:lnTo>
                <a:lnTo>
                  <a:pt x="1757045" y="341160"/>
                </a:lnTo>
                <a:lnTo>
                  <a:pt x="1768881" y="305269"/>
                </a:lnTo>
                <a:lnTo>
                  <a:pt x="1794979" y="227266"/>
                </a:lnTo>
                <a:close/>
              </a:path>
              <a:path w="4006850" h="393700">
                <a:moveTo>
                  <a:pt x="1807171" y="62484"/>
                </a:moveTo>
                <a:lnTo>
                  <a:pt x="1790077" y="47028"/>
                </a:lnTo>
                <a:lnTo>
                  <a:pt x="1773262" y="32575"/>
                </a:lnTo>
                <a:lnTo>
                  <a:pt x="1741639" y="6096"/>
                </a:lnTo>
                <a:lnTo>
                  <a:pt x="1721726" y="27432"/>
                </a:lnTo>
                <a:lnTo>
                  <a:pt x="1736051" y="39700"/>
                </a:lnTo>
                <a:lnTo>
                  <a:pt x="1751342" y="53543"/>
                </a:lnTo>
                <a:lnTo>
                  <a:pt x="1767471" y="68834"/>
                </a:lnTo>
                <a:lnTo>
                  <a:pt x="1784311" y="85432"/>
                </a:lnTo>
                <a:lnTo>
                  <a:pt x="1789163" y="80365"/>
                </a:lnTo>
                <a:lnTo>
                  <a:pt x="1794598" y="74574"/>
                </a:lnTo>
                <a:lnTo>
                  <a:pt x="1800593" y="68465"/>
                </a:lnTo>
                <a:lnTo>
                  <a:pt x="1807171" y="62484"/>
                </a:lnTo>
                <a:close/>
              </a:path>
              <a:path w="4006850" h="393700">
                <a:moveTo>
                  <a:pt x="2086254" y="180022"/>
                </a:moveTo>
                <a:lnTo>
                  <a:pt x="1962708" y="180022"/>
                </a:lnTo>
                <a:lnTo>
                  <a:pt x="1962708" y="99148"/>
                </a:lnTo>
                <a:lnTo>
                  <a:pt x="2069490" y="99148"/>
                </a:lnTo>
                <a:lnTo>
                  <a:pt x="2069490" y="71716"/>
                </a:lnTo>
                <a:lnTo>
                  <a:pt x="1962708" y="71716"/>
                </a:lnTo>
                <a:lnTo>
                  <a:pt x="1962708" y="1524"/>
                </a:lnTo>
                <a:lnTo>
                  <a:pt x="1932228" y="1524"/>
                </a:lnTo>
                <a:lnTo>
                  <a:pt x="1932228" y="71716"/>
                </a:lnTo>
                <a:lnTo>
                  <a:pt x="1831555" y="71716"/>
                </a:lnTo>
                <a:lnTo>
                  <a:pt x="1831555" y="99148"/>
                </a:lnTo>
                <a:lnTo>
                  <a:pt x="1932228" y="99148"/>
                </a:lnTo>
                <a:lnTo>
                  <a:pt x="1932228" y="180022"/>
                </a:lnTo>
                <a:lnTo>
                  <a:pt x="1811743" y="180022"/>
                </a:lnTo>
                <a:lnTo>
                  <a:pt x="1811743" y="207454"/>
                </a:lnTo>
                <a:lnTo>
                  <a:pt x="1912416" y="207454"/>
                </a:lnTo>
                <a:lnTo>
                  <a:pt x="1901609" y="226834"/>
                </a:lnTo>
                <a:lnTo>
                  <a:pt x="1877669" y="264502"/>
                </a:lnTo>
                <a:lnTo>
                  <a:pt x="1853653" y="297942"/>
                </a:lnTo>
                <a:lnTo>
                  <a:pt x="1819363" y="327952"/>
                </a:lnTo>
                <a:lnTo>
                  <a:pt x="1833079" y="361480"/>
                </a:lnTo>
                <a:lnTo>
                  <a:pt x="2029866" y="343192"/>
                </a:lnTo>
                <a:lnTo>
                  <a:pt x="2034705" y="352094"/>
                </a:lnTo>
                <a:lnTo>
                  <a:pt x="2039962" y="360718"/>
                </a:lnTo>
                <a:lnTo>
                  <a:pt x="2045512" y="369366"/>
                </a:lnTo>
                <a:lnTo>
                  <a:pt x="2051202" y="378333"/>
                </a:lnTo>
                <a:lnTo>
                  <a:pt x="2058085" y="373710"/>
                </a:lnTo>
                <a:lnTo>
                  <a:pt x="2065108" y="369100"/>
                </a:lnTo>
                <a:lnTo>
                  <a:pt x="2072424" y="364528"/>
                </a:lnTo>
                <a:lnTo>
                  <a:pt x="2080158" y="359956"/>
                </a:lnTo>
                <a:lnTo>
                  <a:pt x="2069109" y="343192"/>
                </a:lnTo>
                <a:lnTo>
                  <a:pt x="2059635" y="328803"/>
                </a:lnTo>
                <a:lnTo>
                  <a:pt x="2059038" y="327952"/>
                </a:lnTo>
                <a:lnTo>
                  <a:pt x="2039378" y="299364"/>
                </a:lnTo>
                <a:lnTo>
                  <a:pt x="2019681" y="271614"/>
                </a:lnTo>
                <a:lnTo>
                  <a:pt x="2000821" y="245554"/>
                </a:lnTo>
                <a:lnTo>
                  <a:pt x="1976424" y="260794"/>
                </a:lnTo>
                <a:lnTo>
                  <a:pt x="1984933" y="274612"/>
                </a:lnTo>
                <a:lnTo>
                  <a:pt x="2003691" y="303326"/>
                </a:lnTo>
                <a:lnTo>
                  <a:pt x="2013102" y="318808"/>
                </a:lnTo>
                <a:lnTo>
                  <a:pt x="1976704" y="321945"/>
                </a:lnTo>
                <a:lnTo>
                  <a:pt x="1940610" y="324523"/>
                </a:lnTo>
                <a:lnTo>
                  <a:pt x="1904530" y="326517"/>
                </a:lnTo>
                <a:lnTo>
                  <a:pt x="1868131" y="327952"/>
                </a:lnTo>
                <a:lnTo>
                  <a:pt x="1888756" y="301409"/>
                </a:lnTo>
                <a:lnTo>
                  <a:pt x="1909368" y="272275"/>
                </a:lnTo>
                <a:lnTo>
                  <a:pt x="1929942" y="240855"/>
                </a:lnTo>
                <a:lnTo>
                  <a:pt x="1950516" y="207454"/>
                </a:lnTo>
                <a:lnTo>
                  <a:pt x="2086254" y="207454"/>
                </a:lnTo>
                <a:lnTo>
                  <a:pt x="2086254" y="180022"/>
                </a:lnTo>
                <a:close/>
              </a:path>
              <a:path w="4006850" h="393700">
                <a:moveTo>
                  <a:pt x="2263140" y="64008"/>
                </a:moveTo>
                <a:lnTo>
                  <a:pt x="2232660" y="64008"/>
                </a:lnTo>
                <a:lnTo>
                  <a:pt x="2232660" y="93065"/>
                </a:lnTo>
                <a:lnTo>
                  <a:pt x="2232660" y="186118"/>
                </a:lnTo>
                <a:lnTo>
                  <a:pt x="2232660" y="213550"/>
                </a:lnTo>
                <a:lnTo>
                  <a:pt x="2232660" y="309664"/>
                </a:lnTo>
                <a:lnTo>
                  <a:pt x="2145690" y="309664"/>
                </a:lnTo>
                <a:lnTo>
                  <a:pt x="2145690" y="213550"/>
                </a:lnTo>
                <a:lnTo>
                  <a:pt x="2232660" y="213550"/>
                </a:lnTo>
                <a:lnTo>
                  <a:pt x="2232660" y="186118"/>
                </a:lnTo>
                <a:lnTo>
                  <a:pt x="2145690" y="186118"/>
                </a:lnTo>
                <a:lnTo>
                  <a:pt x="2145690" y="93065"/>
                </a:lnTo>
                <a:lnTo>
                  <a:pt x="2232660" y="93065"/>
                </a:lnTo>
                <a:lnTo>
                  <a:pt x="2232660" y="64008"/>
                </a:lnTo>
                <a:lnTo>
                  <a:pt x="2186940" y="64008"/>
                </a:lnTo>
                <a:lnTo>
                  <a:pt x="2192007" y="51168"/>
                </a:lnTo>
                <a:lnTo>
                  <a:pt x="2197798" y="37909"/>
                </a:lnTo>
                <a:lnTo>
                  <a:pt x="2203869" y="24358"/>
                </a:lnTo>
                <a:lnTo>
                  <a:pt x="2209800" y="10668"/>
                </a:lnTo>
                <a:lnTo>
                  <a:pt x="2177796" y="1524"/>
                </a:lnTo>
                <a:lnTo>
                  <a:pt x="2172906" y="15786"/>
                </a:lnTo>
                <a:lnTo>
                  <a:pt x="2167318" y="31051"/>
                </a:lnTo>
                <a:lnTo>
                  <a:pt x="2160854" y="47167"/>
                </a:lnTo>
                <a:lnTo>
                  <a:pt x="2153412" y="64008"/>
                </a:lnTo>
                <a:lnTo>
                  <a:pt x="2115210" y="64008"/>
                </a:lnTo>
                <a:lnTo>
                  <a:pt x="2115210" y="372148"/>
                </a:lnTo>
                <a:lnTo>
                  <a:pt x="2145690" y="372148"/>
                </a:lnTo>
                <a:lnTo>
                  <a:pt x="2145690" y="338620"/>
                </a:lnTo>
                <a:lnTo>
                  <a:pt x="2232660" y="338620"/>
                </a:lnTo>
                <a:lnTo>
                  <a:pt x="2232660" y="369100"/>
                </a:lnTo>
                <a:lnTo>
                  <a:pt x="2263140" y="369100"/>
                </a:lnTo>
                <a:lnTo>
                  <a:pt x="2263140" y="338620"/>
                </a:lnTo>
                <a:lnTo>
                  <a:pt x="2263140" y="309664"/>
                </a:lnTo>
                <a:lnTo>
                  <a:pt x="2263140" y="213550"/>
                </a:lnTo>
                <a:lnTo>
                  <a:pt x="2263140" y="186118"/>
                </a:lnTo>
                <a:lnTo>
                  <a:pt x="2263140" y="93065"/>
                </a:lnTo>
                <a:lnTo>
                  <a:pt x="2263140" y="64008"/>
                </a:lnTo>
                <a:close/>
              </a:path>
              <a:path w="4006850" h="393700">
                <a:moveTo>
                  <a:pt x="2392769" y="237934"/>
                </a:moveTo>
                <a:lnTo>
                  <a:pt x="2379078" y="218782"/>
                </a:lnTo>
                <a:lnTo>
                  <a:pt x="2363241" y="197916"/>
                </a:lnTo>
                <a:lnTo>
                  <a:pt x="2345410" y="175310"/>
                </a:lnTo>
                <a:lnTo>
                  <a:pt x="2325713" y="150977"/>
                </a:lnTo>
                <a:lnTo>
                  <a:pt x="2301329" y="169354"/>
                </a:lnTo>
                <a:lnTo>
                  <a:pt x="2319045" y="191312"/>
                </a:lnTo>
                <a:lnTo>
                  <a:pt x="2335619" y="213550"/>
                </a:lnTo>
                <a:lnTo>
                  <a:pt x="2351049" y="235788"/>
                </a:lnTo>
                <a:lnTo>
                  <a:pt x="2365337" y="257746"/>
                </a:lnTo>
                <a:lnTo>
                  <a:pt x="2392769" y="237934"/>
                </a:lnTo>
                <a:close/>
              </a:path>
              <a:path w="4006850" h="393700">
                <a:moveTo>
                  <a:pt x="2464498" y="64008"/>
                </a:moveTo>
                <a:lnTo>
                  <a:pt x="2340953" y="64008"/>
                </a:lnTo>
                <a:lnTo>
                  <a:pt x="2346401" y="50507"/>
                </a:lnTo>
                <a:lnTo>
                  <a:pt x="2351430" y="37147"/>
                </a:lnTo>
                <a:lnTo>
                  <a:pt x="2356167" y="23507"/>
                </a:lnTo>
                <a:lnTo>
                  <a:pt x="2360765" y="9144"/>
                </a:lnTo>
                <a:lnTo>
                  <a:pt x="2328761" y="1524"/>
                </a:lnTo>
                <a:lnTo>
                  <a:pt x="2315591" y="42113"/>
                </a:lnTo>
                <a:lnTo>
                  <a:pt x="2301125" y="79298"/>
                </a:lnTo>
                <a:lnTo>
                  <a:pt x="2285212" y="113042"/>
                </a:lnTo>
                <a:lnTo>
                  <a:pt x="2267712" y="143357"/>
                </a:lnTo>
                <a:lnTo>
                  <a:pt x="2275421" y="146786"/>
                </a:lnTo>
                <a:lnTo>
                  <a:pt x="2282571" y="150215"/>
                </a:lnTo>
                <a:lnTo>
                  <a:pt x="2289175" y="153644"/>
                </a:lnTo>
                <a:lnTo>
                  <a:pt x="2295233" y="157073"/>
                </a:lnTo>
                <a:lnTo>
                  <a:pt x="2304110" y="142544"/>
                </a:lnTo>
                <a:lnTo>
                  <a:pt x="2312568" y="126593"/>
                </a:lnTo>
                <a:lnTo>
                  <a:pt x="2320734" y="109486"/>
                </a:lnTo>
                <a:lnTo>
                  <a:pt x="2328761" y="91541"/>
                </a:lnTo>
                <a:lnTo>
                  <a:pt x="2430970" y="91541"/>
                </a:lnTo>
                <a:lnTo>
                  <a:pt x="2430437" y="163055"/>
                </a:lnTo>
                <a:lnTo>
                  <a:pt x="2429052" y="222123"/>
                </a:lnTo>
                <a:lnTo>
                  <a:pt x="2427071" y="268909"/>
                </a:lnTo>
                <a:lnTo>
                  <a:pt x="2421636" y="319570"/>
                </a:lnTo>
                <a:lnTo>
                  <a:pt x="2388197" y="340144"/>
                </a:lnTo>
                <a:lnTo>
                  <a:pt x="2371890" y="339826"/>
                </a:lnTo>
                <a:lnTo>
                  <a:pt x="2354859" y="338810"/>
                </a:lnTo>
                <a:lnTo>
                  <a:pt x="2336977" y="336918"/>
                </a:lnTo>
                <a:lnTo>
                  <a:pt x="2318093" y="334048"/>
                </a:lnTo>
                <a:lnTo>
                  <a:pt x="2316569" y="334048"/>
                </a:lnTo>
                <a:lnTo>
                  <a:pt x="2318588" y="342087"/>
                </a:lnTo>
                <a:lnTo>
                  <a:pt x="2320188" y="350431"/>
                </a:lnTo>
                <a:lnTo>
                  <a:pt x="2321496" y="359333"/>
                </a:lnTo>
                <a:lnTo>
                  <a:pt x="2322665" y="369100"/>
                </a:lnTo>
                <a:lnTo>
                  <a:pt x="2340711" y="369976"/>
                </a:lnTo>
                <a:lnTo>
                  <a:pt x="2358479" y="370433"/>
                </a:lnTo>
                <a:lnTo>
                  <a:pt x="2394293" y="370624"/>
                </a:lnTo>
                <a:lnTo>
                  <a:pt x="2420607" y="366903"/>
                </a:lnTo>
                <a:lnTo>
                  <a:pt x="2450109" y="340144"/>
                </a:lnTo>
                <a:lnTo>
                  <a:pt x="2457958" y="284467"/>
                </a:lnTo>
                <a:lnTo>
                  <a:pt x="2460904" y="197916"/>
                </a:lnTo>
                <a:lnTo>
                  <a:pt x="2462669" y="136169"/>
                </a:lnTo>
                <a:lnTo>
                  <a:pt x="2463800" y="91541"/>
                </a:lnTo>
                <a:lnTo>
                  <a:pt x="2464498" y="64008"/>
                </a:lnTo>
                <a:close/>
              </a:path>
              <a:path w="4006850" h="393700">
                <a:moveTo>
                  <a:pt x="2636799" y="195262"/>
                </a:moveTo>
                <a:lnTo>
                  <a:pt x="2627134" y="184962"/>
                </a:lnTo>
                <a:lnTo>
                  <a:pt x="2616606" y="174637"/>
                </a:lnTo>
                <a:lnTo>
                  <a:pt x="2615844" y="173926"/>
                </a:lnTo>
                <a:lnTo>
                  <a:pt x="2612555" y="170878"/>
                </a:lnTo>
                <a:lnTo>
                  <a:pt x="2605506" y="164325"/>
                </a:lnTo>
                <a:lnTo>
                  <a:pt x="2594127" y="154012"/>
                </a:lnTo>
                <a:lnTo>
                  <a:pt x="2577363" y="170878"/>
                </a:lnTo>
                <a:lnTo>
                  <a:pt x="2577363" y="167728"/>
                </a:lnTo>
                <a:lnTo>
                  <a:pt x="2577363" y="103720"/>
                </a:lnTo>
                <a:lnTo>
                  <a:pt x="2629179" y="103720"/>
                </a:lnTo>
                <a:lnTo>
                  <a:pt x="2629179" y="77812"/>
                </a:lnTo>
                <a:lnTo>
                  <a:pt x="2577363" y="77812"/>
                </a:lnTo>
                <a:lnTo>
                  <a:pt x="2577363" y="3048"/>
                </a:lnTo>
                <a:lnTo>
                  <a:pt x="2549842" y="3048"/>
                </a:lnTo>
                <a:lnTo>
                  <a:pt x="2549842" y="77812"/>
                </a:lnTo>
                <a:lnTo>
                  <a:pt x="2491930" y="77812"/>
                </a:lnTo>
                <a:lnTo>
                  <a:pt x="2491930" y="103720"/>
                </a:lnTo>
                <a:lnTo>
                  <a:pt x="2548318" y="103720"/>
                </a:lnTo>
                <a:lnTo>
                  <a:pt x="2538615" y="138887"/>
                </a:lnTo>
                <a:lnTo>
                  <a:pt x="2525649" y="173494"/>
                </a:lnTo>
                <a:lnTo>
                  <a:pt x="2509520" y="207530"/>
                </a:lnTo>
                <a:lnTo>
                  <a:pt x="2490406" y="240982"/>
                </a:lnTo>
                <a:lnTo>
                  <a:pt x="2493810" y="249224"/>
                </a:lnTo>
                <a:lnTo>
                  <a:pt x="2497074" y="257759"/>
                </a:lnTo>
                <a:lnTo>
                  <a:pt x="2500045" y="266306"/>
                </a:lnTo>
                <a:lnTo>
                  <a:pt x="2502598" y="274612"/>
                </a:lnTo>
                <a:lnTo>
                  <a:pt x="2515971" y="252526"/>
                </a:lnTo>
                <a:lnTo>
                  <a:pt x="2528506" y="227457"/>
                </a:lnTo>
                <a:lnTo>
                  <a:pt x="2539885" y="199250"/>
                </a:lnTo>
                <a:lnTo>
                  <a:pt x="2549842" y="167728"/>
                </a:lnTo>
                <a:lnTo>
                  <a:pt x="2549842" y="375196"/>
                </a:lnTo>
                <a:lnTo>
                  <a:pt x="2577363" y="375196"/>
                </a:lnTo>
                <a:lnTo>
                  <a:pt x="2577363" y="173926"/>
                </a:lnTo>
                <a:lnTo>
                  <a:pt x="2587625" y="184213"/>
                </a:lnTo>
                <a:lnTo>
                  <a:pt x="2597747" y="194500"/>
                </a:lnTo>
                <a:lnTo>
                  <a:pt x="2607576" y="204787"/>
                </a:lnTo>
                <a:lnTo>
                  <a:pt x="2616987" y="215074"/>
                </a:lnTo>
                <a:lnTo>
                  <a:pt x="2636799" y="195262"/>
                </a:lnTo>
                <a:close/>
              </a:path>
              <a:path w="4006850" h="393700">
                <a:moveTo>
                  <a:pt x="2693187" y="212026"/>
                </a:moveTo>
                <a:lnTo>
                  <a:pt x="2664231" y="199834"/>
                </a:lnTo>
                <a:lnTo>
                  <a:pt x="2649131" y="235000"/>
                </a:lnTo>
                <a:lnTo>
                  <a:pt x="2633751" y="267322"/>
                </a:lnTo>
                <a:lnTo>
                  <a:pt x="2618371" y="296786"/>
                </a:lnTo>
                <a:lnTo>
                  <a:pt x="2603271" y="323380"/>
                </a:lnTo>
                <a:lnTo>
                  <a:pt x="2610993" y="325920"/>
                </a:lnTo>
                <a:lnTo>
                  <a:pt x="2618130" y="328904"/>
                </a:lnTo>
                <a:lnTo>
                  <a:pt x="2624709" y="332155"/>
                </a:lnTo>
                <a:lnTo>
                  <a:pt x="2630703" y="335572"/>
                </a:lnTo>
                <a:lnTo>
                  <a:pt x="2646464" y="307898"/>
                </a:lnTo>
                <a:lnTo>
                  <a:pt x="2661945" y="277799"/>
                </a:lnTo>
                <a:lnTo>
                  <a:pt x="2677426" y="245694"/>
                </a:lnTo>
                <a:lnTo>
                  <a:pt x="2693187" y="212026"/>
                </a:lnTo>
                <a:close/>
              </a:path>
              <a:path w="4006850" h="393700">
                <a:moveTo>
                  <a:pt x="2850350" y="24384"/>
                </a:moveTo>
                <a:lnTo>
                  <a:pt x="2645943" y="24384"/>
                </a:lnTo>
                <a:lnTo>
                  <a:pt x="2645943" y="51816"/>
                </a:lnTo>
                <a:lnTo>
                  <a:pt x="2850350" y="51816"/>
                </a:lnTo>
                <a:lnTo>
                  <a:pt x="2850350" y="24384"/>
                </a:lnTo>
                <a:close/>
              </a:path>
              <a:path w="4006850" h="393700">
                <a:moveTo>
                  <a:pt x="2867114" y="137248"/>
                </a:moveTo>
                <a:lnTo>
                  <a:pt x="2629179" y="137248"/>
                </a:lnTo>
                <a:lnTo>
                  <a:pt x="2629179" y="163156"/>
                </a:lnTo>
                <a:lnTo>
                  <a:pt x="2732913" y="163156"/>
                </a:lnTo>
                <a:lnTo>
                  <a:pt x="2732913" y="314236"/>
                </a:lnTo>
                <a:lnTo>
                  <a:pt x="2731478" y="326466"/>
                </a:lnTo>
                <a:lnTo>
                  <a:pt x="2727198" y="335572"/>
                </a:lnTo>
                <a:lnTo>
                  <a:pt x="2720048" y="341236"/>
                </a:lnTo>
                <a:lnTo>
                  <a:pt x="2710053" y="343192"/>
                </a:lnTo>
                <a:lnTo>
                  <a:pt x="2698508" y="342925"/>
                </a:lnTo>
                <a:lnTo>
                  <a:pt x="2686723" y="342239"/>
                </a:lnTo>
                <a:lnTo>
                  <a:pt x="2661183" y="340144"/>
                </a:lnTo>
                <a:lnTo>
                  <a:pt x="2663202" y="348119"/>
                </a:lnTo>
                <a:lnTo>
                  <a:pt x="2664803" y="355955"/>
                </a:lnTo>
                <a:lnTo>
                  <a:pt x="2666111" y="363499"/>
                </a:lnTo>
                <a:lnTo>
                  <a:pt x="2667279" y="370624"/>
                </a:lnTo>
                <a:lnTo>
                  <a:pt x="2681579" y="371500"/>
                </a:lnTo>
                <a:lnTo>
                  <a:pt x="2694762" y="371957"/>
                </a:lnTo>
                <a:lnTo>
                  <a:pt x="2706789" y="372122"/>
                </a:lnTo>
                <a:lnTo>
                  <a:pt x="2717673" y="372148"/>
                </a:lnTo>
                <a:lnTo>
                  <a:pt x="2737434" y="369023"/>
                </a:lnTo>
                <a:lnTo>
                  <a:pt x="2751201" y="359765"/>
                </a:lnTo>
                <a:lnTo>
                  <a:pt x="2759240" y="344500"/>
                </a:lnTo>
                <a:lnTo>
                  <a:pt x="2759405" y="343192"/>
                </a:lnTo>
                <a:lnTo>
                  <a:pt x="2761869" y="323380"/>
                </a:lnTo>
                <a:lnTo>
                  <a:pt x="2761869" y="163156"/>
                </a:lnTo>
                <a:lnTo>
                  <a:pt x="2867114" y="163156"/>
                </a:lnTo>
                <a:lnTo>
                  <a:pt x="2867114" y="137248"/>
                </a:lnTo>
                <a:close/>
              </a:path>
              <a:path w="4006850" h="393700">
                <a:moveTo>
                  <a:pt x="2874734" y="321856"/>
                </a:moveTo>
                <a:lnTo>
                  <a:pt x="2862199" y="294640"/>
                </a:lnTo>
                <a:lnTo>
                  <a:pt x="2847632" y="265417"/>
                </a:lnTo>
                <a:lnTo>
                  <a:pt x="2831363" y="233895"/>
                </a:lnTo>
                <a:lnTo>
                  <a:pt x="2813685" y="199834"/>
                </a:lnTo>
                <a:lnTo>
                  <a:pt x="2787777" y="213550"/>
                </a:lnTo>
                <a:lnTo>
                  <a:pt x="2803220" y="244398"/>
                </a:lnTo>
                <a:lnTo>
                  <a:pt x="2817685" y="275132"/>
                </a:lnTo>
                <a:lnTo>
                  <a:pt x="2831312" y="305574"/>
                </a:lnTo>
                <a:lnTo>
                  <a:pt x="2844254" y="335572"/>
                </a:lnTo>
                <a:lnTo>
                  <a:pt x="2874734" y="321856"/>
                </a:lnTo>
                <a:close/>
              </a:path>
              <a:path w="4006850" h="393700">
                <a:moveTo>
                  <a:pt x="2986074" y="70192"/>
                </a:moveTo>
                <a:lnTo>
                  <a:pt x="2975457" y="58458"/>
                </a:lnTo>
                <a:lnTo>
                  <a:pt x="2961995" y="44018"/>
                </a:lnTo>
                <a:lnTo>
                  <a:pt x="2945701" y="27025"/>
                </a:lnTo>
                <a:lnTo>
                  <a:pt x="2926550" y="7620"/>
                </a:lnTo>
                <a:lnTo>
                  <a:pt x="2902166" y="27432"/>
                </a:lnTo>
                <a:lnTo>
                  <a:pt x="2918498" y="44335"/>
                </a:lnTo>
                <a:lnTo>
                  <a:pt x="2933408" y="60820"/>
                </a:lnTo>
                <a:lnTo>
                  <a:pt x="2947174" y="77012"/>
                </a:lnTo>
                <a:lnTo>
                  <a:pt x="2960078" y="93052"/>
                </a:lnTo>
                <a:lnTo>
                  <a:pt x="2986074" y="70192"/>
                </a:lnTo>
                <a:close/>
              </a:path>
              <a:path w="4006850" h="393700">
                <a:moveTo>
                  <a:pt x="3015030" y="315760"/>
                </a:moveTo>
                <a:lnTo>
                  <a:pt x="3013913" y="308584"/>
                </a:lnTo>
                <a:lnTo>
                  <a:pt x="3012960" y="300901"/>
                </a:lnTo>
                <a:lnTo>
                  <a:pt x="3012249" y="291985"/>
                </a:lnTo>
                <a:lnTo>
                  <a:pt x="3011982" y="282232"/>
                </a:lnTo>
                <a:lnTo>
                  <a:pt x="2998571" y="291960"/>
                </a:lnTo>
                <a:lnTo>
                  <a:pt x="2985655" y="300901"/>
                </a:lnTo>
                <a:lnTo>
                  <a:pt x="2961602" y="317284"/>
                </a:lnTo>
                <a:lnTo>
                  <a:pt x="2961602" y="132676"/>
                </a:lnTo>
                <a:lnTo>
                  <a:pt x="2882354" y="132676"/>
                </a:lnTo>
                <a:lnTo>
                  <a:pt x="2882354" y="161632"/>
                </a:lnTo>
                <a:lnTo>
                  <a:pt x="2932646" y="161632"/>
                </a:lnTo>
                <a:lnTo>
                  <a:pt x="2932646" y="311188"/>
                </a:lnTo>
                <a:lnTo>
                  <a:pt x="2931782" y="321995"/>
                </a:lnTo>
                <a:lnTo>
                  <a:pt x="2929217" y="331381"/>
                </a:lnTo>
                <a:lnTo>
                  <a:pt x="2924924" y="339039"/>
                </a:lnTo>
                <a:lnTo>
                  <a:pt x="2918930" y="344716"/>
                </a:lnTo>
                <a:lnTo>
                  <a:pt x="2937218" y="370624"/>
                </a:lnTo>
                <a:lnTo>
                  <a:pt x="2952381" y="359473"/>
                </a:lnTo>
                <a:lnTo>
                  <a:pt x="2970415" y="346621"/>
                </a:lnTo>
                <a:lnTo>
                  <a:pt x="2991307" y="332041"/>
                </a:lnTo>
                <a:lnTo>
                  <a:pt x="3012821" y="317284"/>
                </a:lnTo>
                <a:lnTo>
                  <a:pt x="3015030" y="315760"/>
                </a:lnTo>
                <a:close/>
              </a:path>
              <a:path w="4006850" h="393700">
                <a:moveTo>
                  <a:pt x="3263646" y="260794"/>
                </a:moveTo>
                <a:lnTo>
                  <a:pt x="3255581" y="258241"/>
                </a:lnTo>
                <a:lnTo>
                  <a:pt x="3247555" y="255270"/>
                </a:lnTo>
                <a:lnTo>
                  <a:pt x="3239541" y="252006"/>
                </a:lnTo>
                <a:lnTo>
                  <a:pt x="3231540" y="248602"/>
                </a:lnTo>
                <a:lnTo>
                  <a:pt x="3229254" y="266941"/>
                </a:lnTo>
                <a:lnTo>
                  <a:pt x="3222396" y="308140"/>
                </a:lnTo>
                <a:lnTo>
                  <a:pt x="3184296" y="334048"/>
                </a:lnTo>
                <a:lnTo>
                  <a:pt x="3086671" y="334048"/>
                </a:lnTo>
                <a:lnTo>
                  <a:pt x="3074670" y="332308"/>
                </a:lnTo>
                <a:lnTo>
                  <a:pt x="3066097" y="326999"/>
                </a:lnTo>
                <a:lnTo>
                  <a:pt x="3060954" y="317969"/>
                </a:lnTo>
                <a:lnTo>
                  <a:pt x="3059239" y="305092"/>
                </a:lnTo>
                <a:lnTo>
                  <a:pt x="3059239" y="175450"/>
                </a:lnTo>
                <a:lnTo>
                  <a:pt x="3205632" y="175450"/>
                </a:lnTo>
                <a:lnTo>
                  <a:pt x="3205632" y="193738"/>
                </a:lnTo>
                <a:lnTo>
                  <a:pt x="3234588" y="193738"/>
                </a:lnTo>
                <a:lnTo>
                  <a:pt x="3234588" y="175450"/>
                </a:lnTo>
                <a:lnTo>
                  <a:pt x="3234588" y="21336"/>
                </a:lnTo>
                <a:lnTo>
                  <a:pt x="3013506" y="21336"/>
                </a:lnTo>
                <a:lnTo>
                  <a:pt x="3013506" y="48768"/>
                </a:lnTo>
                <a:lnTo>
                  <a:pt x="3205632" y="48768"/>
                </a:lnTo>
                <a:lnTo>
                  <a:pt x="3205632" y="147916"/>
                </a:lnTo>
                <a:lnTo>
                  <a:pt x="3028746" y="147916"/>
                </a:lnTo>
                <a:lnTo>
                  <a:pt x="3028746" y="314236"/>
                </a:lnTo>
                <a:lnTo>
                  <a:pt x="3031629" y="335991"/>
                </a:lnTo>
                <a:lnTo>
                  <a:pt x="3040367" y="351193"/>
                </a:lnTo>
                <a:lnTo>
                  <a:pt x="3055112" y="360095"/>
                </a:lnTo>
                <a:lnTo>
                  <a:pt x="3076003" y="363004"/>
                </a:lnTo>
                <a:lnTo>
                  <a:pt x="3190392" y="363004"/>
                </a:lnTo>
                <a:lnTo>
                  <a:pt x="3232302" y="352717"/>
                </a:lnTo>
                <a:lnTo>
                  <a:pt x="3254743" y="308584"/>
                </a:lnTo>
                <a:lnTo>
                  <a:pt x="3261080" y="277660"/>
                </a:lnTo>
                <a:lnTo>
                  <a:pt x="3263646" y="260794"/>
                </a:lnTo>
                <a:close/>
              </a:path>
              <a:path w="4006850" h="393700">
                <a:moveTo>
                  <a:pt x="3435947" y="178498"/>
                </a:moveTo>
                <a:lnTo>
                  <a:pt x="3408515" y="178498"/>
                </a:lnTo>
                <a:lnTo>
                  <a:pt x="3408515" y="205930"/>
                </a:lnTo>
                <a:lnTo>
                  <a:pt x="3408515" y="289852"/>
                </a:lnTo>
                <a:lnTo>
                  <a:pt x="3341370" y="289852"/>
                </a:lnTo>
                <a:lnTo>
                  <a:pt x="3341370" y="205930"/>
                </a:lnTo>
                <a:lnTo>
                  <a:pt x="3408515" y="205930"/>
                </a:lnTo>
                <a:lnTo>
                  <a:pt x="3408515" y="178498"/>
                </a:lnTo>
                <a:lnTo>
                  <a:pt x="3312414" y="178498"/>
                </a:lnTo>
                <a:lnTo>
                  <a:pt x="3312414" y="346240"/>
                </a:lnTo>
                <a:lnTo>
                  <a:pt x="3341370" y="346240"/>
                </a:lnTo>
                <a:lnTo>
                  <a:pt x="3341370" y="317284"/>
                </a:lnTo>
                <a:lnTo>
                  <a:pt x="3408515" y="317284"/>
                </a:lnTo>
                <a:lnTo>
                  <a:pt x="3408515" y="341668"/>
                </a:lnTo>
                <a:lnTo>
                  <a:pt x="3435947" y="341668"/>
                </a:lnTo>
                <a:lnTo>
                  <a:pt x="3435947" y="317284"/>
                </a:lnTo>
                <a:lnTo>
                  <a:pt x="3435947" y="289852"/>
                </a:lnTo>
                <a:lnTo>
                  <a:pt x="3435947" y="205930"/>
                </a:lnTo>
                <a:lnTo>
                  <a:pt x="3435947" y="178498"/>
                </a:lnTo>
                <a:close/>
              </a:path>
              <a:path w="4006850" h="393700">
                <a:moveTo>
                  <a:pt x="3556444" y="111340"/>
                </a:moveTo>
                <a:lnTo>
                  <a:pt x="3373374" y="111340"/>
                </a:lnTo>
                <a:lnTo>
                  <a:pt x="3373374" y="138772"/>
                </a:lnTo>
                <a:lnTo>
                  <a:pt x="3556444" y="138772"/>
                </a:lnTo>
                <a:lnTo>
                  <a:pt x="3556444" y="111340"/>
                </a:lnTo>
                <a:close/>
              </a:path>
              <a:path w="4006850" h="393700">
                <a:moveTo>
                  <a:pt x="3617404" y="173926"/>
                </a:moveTo>
                <a:lnTo>
                  <a:pt x="3478619" y="173926"/>
                </a:lnTo>
                <a:lnTo>
                  <a:pt x="3478619" y="381381"/>
                </a:lnTo>
                <a:lnTo>
                  <a:pt x="3507575" y="381381"/>
                </a:lnTo>
                <a:lnTo>
                  <a:pt x="3507575" y="201358"/>
                </a:lnTo>
                <a:lnTo>
                  <a:pt x="3589972" y="201358"/>
                </a:lnTo>
                <a:lnTo>
                  <a:pt x="3589972" y="277660"/>
                </a:lnTo>
                <a:lnTo>
                  <a:pt x="3588296" y="289420"/>
                </a:lnTo>
                <a:lnTo>
                  <a:pt x="3583495" y="297472"/>
                </a:lnTo>
                <a:lnTo>
                  <a:pt x="3575824" y="302082"/>
                </a:lnTo>
                <a:lnTo>
                  <a:pt x="3565880" y="303530"/>
                </a:lnTo>
                <a:lnTo>
                  <a:pt x="3557003" y="303517"/>
                </a:lnTo>
                <a:lnTo>
                  <a:pt x="3547287" y="303187"/>
                </a:lnTo>
                <a:lnTo>
                  <a:pt x="3536391" y="302272"/>
                </a:lnTo>
                <a:lnTo>
                  <a:pt x="3524339" y="300520"/>
                </a:lnTo>
                <a:lnTo>
                  <a:pt x="3526345" y="309372"/>
                </a:lnTo>
                <a:lnTo>
                  <a:pt x="3527768" y="317665"/>
                </a:lnTo>
                <a:lnTo>
                  <a:pt x="3528631" y="325374"/>
                </a:lnTo>
                <a:lnTo>
                  <a:pt x="3528911" y="332524"/>
                </a:lnTo>
                <a:lnTo>
                  <a:pt x="3574732" y="332524"/>
                </a:lnTo>
                <a:lnTo>
                  <a:pt x="3593604" y="329666"/>
                </a:lnTo>
                <a:lnTo>
                  <a:pt x="3606927" y="321094"/>
                </a:lnTo>
                <a:lnTo>
                  <a:pt x="3614801" y="306806"/>
                </a:lnTo>
                <a:lnTo>
                  <a:pt x="3615220" y="303568"/>
                </a:lnTo>
                <a:lnTo>
                  <a:pt x="3617404" y="286804"/>
                </a:lnTo>
                <a:lnTo>
                  <a:pt x="3617404" y="201358"/>
                </a:lnTo>
                <a:lnTo>
                  <a:pt x="3617404" y="173926"/>
                </a:lnTo>
                <a:close/>
              </a:path>
              <a:path w="4006850" h="393700">
                <a:moveTo>
                  <a:pt x="3653980" y="117436"/>
                </a:moveTo>
                <a:lnTo>
                  <a:pt x="3604831" y="98831"/>
                </a:lnTo>
                <a:lnTo>
                  <a:pt x="3560394" y="74917"/>
                </a:lnTo>
                <a:lnTo>
                  <a:pt x="3520808" y="45567"/>
                </a:lnTo>
                <a:lnTo>
                  <a:pt x="3486239" y="10668"/>
                </a:lnTo>
                <a:lnTo>
                  <a:pt x="3493859" y="3048"/>
                </a:lnTo>
                <a:lnTo>
                  <a:pt x="3451187" y="3048"/>
                </a:lnTo>
                <a:lnTo>
                  <a:pt x="3416909" y="39065"/>
                </a:lnTo>
                <a:lnTo>
                  <a:pt x="3375888" y="71678"/>
                </a:lnTo>
                <a:lnTo>
                  <a:pt x="3328301" y="100850"/>
                </a:lnTo>
                <a:lnTo>
                  <a:pt x="3274301" y="126580"/>
                </a:lnTo>
                <a:lnTo>
                  <a:pt x="3278644" y="132562"/>
                </a:lnTo>
                <a:lnTo>
                  <a:pt x="3282569" y="138772"/>
                </a:lnTo>
                <a:lnTo>
                  <a:pt x="3286734" y="145656"/>
                </a:lnTo>
                <a:lnTo>
                  <a:pt x="3291065" y="152488"/>
                </a:lnTo>
                <a:lnTo>
                  <a:pt x="3345904" y="124231"/>
                </a:lnTo>
                <a:lnTo>
                  <a:pt x="3393605" y="94386"/>
                </a:lnTo>
                <a:lnTo>
                  <a:pt x="3433889" y="63080"/>
                </a:lnTo>
                <a:lnTo>
                  <a:pt x="3466427" y="30480"/>
                </a:lnTo>
                <a:lnTo>
                  <a:pt x="3501021" y="65163"/>
                </a:lnTo>
                <a:lnTo>
                  <a:pt x="3540772" y="96100"/>
                </a:lnTo>
                <a:lnTo>
                  <a:pt x="3585667" y="123583"/>
                </a:lnTo>
                <a:lnTo>
                  <a:pt x="3635692" y="147916"/>
                </a:lnTo>
                <a:lnTo>
                  <a:pt x="3639401" y="141020"/>
                </a:lnTo>
                <a:lnTo>
                  <a:pt x="3643693" y="133819"/>
                </a:lnTo>
                <a:lnTo>
                  <a:pt x="3648545" y="126060"/>
                </a:lnTo>
                <a:lnTo>
                  <a:pt x="3653980" y="117436"/>
                </a:lnTo>
                <a:close/>
              </a:path>
              <a:path w="4006850" h="393700">
                <a:moveTo>
                  <a:pt x="4006304" y="45720"/>
                </a:moveTo>
                <a:lnTo>
                  <a:pt x="3811041" y="45720"/>
                </a:lnTo>
                <a:lnTo>
                  <a:pt x="3817721" y="37693"/>
                </a:lnTo>
                <a:lnTo>
                  <a:pt x="3824084" y="29527"/>
                </a:lnTo>
                <a:lnTo>
                  <a:pt x="3837051" y="12192"/>
                </a:lnTo>
                <a:lnTo>
                  <a:pt x="3806469" y="0"/>
                </a:lnTo>
                <a:lnTo>
                  <a:pt x="3774744" y="40017"/>
                </a:lnTo>
                <a:lnTo>
                  <a:pt x="3741305" y="75488"/>
                </a:lnTo>
                <a:lnTo>
                  <a:pt x="3706126" y="106375"/>
                </a:lnTo>
                <a:lnTo>
                  <a:pt x="3669207" y="132689"/>
                </a:lnTo>
                <a:lnTo>
                  <a:pt x="3673868" y="138658"/>
                </a:lnTo>
                <a:lnTo>
                  <a:pt x="3678631" y="145072"/>
                </a:lnTo>
                <a:lnTo>
                  <a:pt x="3683673" y="151752"/>
                </a:lnTo>
                <a:lnTo>
                  <a:pt x="3689121" y="158597"/>
                </a:lnTo>
                <a:lnTo>
                  <a:pt x="3715956" y="137731"/>
                </a:lnTo>
                <a:lnTo>
                  <a:pt x="3741509" y="116306"/>
                </a:lnTo>
                <a:lnTo>
                  <a:pt x="3765626" y="94297"/>
                </a:lnTo>
                <a:lnTo>
                  <a:pt x="3788181" y="71729"/>
                </a:lnTo>
                <a:lnTo>
                  <a:pt x="3965156" y="71729"/>
                </a:lnTo>
                <a:lnTo>
                  <a:pt x="3939717" y="95135"/>
                </a:lnTo>
                <a:lnTo>
                  <a:pt x="3911727" y="117259"/>
                </a:lnTo>
                <a:lnTo>
                  <a:pt x="3881475" y="137947"/>
                </a:lnTo>
                <a:lnTo>
                  <a:pt x="3849243" y="157073"/>
                </a:lnTo>
                <a:lnTo>
                  <a:pt x="3820617" y="130975"/>
                </a:lnTo>
                <a:lnTo>
                  <a:pt x="3805440" y="117424"/>
                </a:lnTo>
                <a:lnTo>
                  <a:pt x="3789705" y="103733"/>
                </a:lnTo>
                <a:lnTo>
                  <a:pt x="3766845" y="123545"/>
                </a:lnTo>
                <a:lnTo>
                  <a:pt x="3780294" y="136093"/>
                </a:lnTo>
                <a:lnTo>
                  <a:pt x="3806101" y="160655"/>
                </a:lnTo>
                <a:lnTo>
                  <a:pt x="3744938" y="203644"/>
                </a:lnTo>
                <a:lnTo>
                  <a:pt x="3705250" y="217411"/>
                </a:lnTo>
                <a:lnTo>
                  <a:pt x="3663111" y="230314"/>
                </a:lnTo>
                <a:lnTo>
                  <a:pt x="3681501" y="257746"/>
                </a:lnTo>
                <a:lnTo>
                  <a:pt x="3727577" y="241884"/>
                </a:lnTo>
                <a:lnTo>
                  <a:pt x="3742461" y="236410"/>
                </a:lnTo>
                <a:lnTo>
                  <a:pt x="3742461" y="379857"/>
                </a:lnTo>
                <a:lnTo>
                  <a:pt x="3772941" y="379857"/>
                </a:lnTo>
                <a:lnTo>
                  <a:pt x="3772941" y="355384"/>
                </a:lnTo>
                <a:lnTo>
                  <a:pt x="3975824" y="355384"/>
                </a:lnTo>
                <a:lnTo>
                  <a:pt x="3975824" y="379857"/>
                </a:lnTo>
                <a:lnTo>
                  <a:pt x="4006304" y="379857"/>
                </a:lnTo>
                <a:lnTo>
                  <a:pt x="4006304" y="355384"/>
                </a:lnTo>
                <a:lnTo>
                  <a:pt x="4006304" y="327952"/>
                </a:lnTo>
                <a:lnTo>
                  <a:pt x="4006304" y="233362"/>
                </a:lnTo>
                <a:lnTo>
                  <a:pt x="4006304" y="205930"/>
                </a:lnTo>
                <a:lnTo>
                  <a:pt x="3975824" y="205930"/>
                </a:lnTo>
                <a:lnTo>
                  <a:pt x="3975824" y="233362"/>
                </a:lnTo>
                <a:lnTo>
                  <a:pt x="3975824" y="327952"/>
                </a:lnTo>
                <a:lnTo>
                  <a:pt x="3772941" y="327952"/>
                </a:lnTo>
                <a:lnTo>
                  <a:pt x="3772941" y="236410"/>
                </a:lnTo>
                <a:lnTo>
                  <a:pt x="3772941" y="233362"/>
                </a:lnTo>
                <a:lnTo>
                  <a:pt x="3975824" y="233362"/>
                </a:lnTo>
                <a:lnTo>
                  <a:pt x="3975824" y="205930"/>
                </a:lnTo>
                <a:lnTo>
                  <a:pt x="3818763" y="205930"/>
                </a:lnTo>
                <a:lnTo>
                  <a:pt x="3863568" y="183781"/>
                </a:lnTo>
                <a:lnTo>
                  <a:pt x="3904742" y="159346"/>
                </a:lnTo>
                <a:lnTo>
                  <a:pt x="3942257" y="132575"/>
                </a:lnTo>
                <a:lnTo>
                  <a:pt x="3976116" y="103378"/>
                </a:lnTo>
                <a:lnTo>
                  <a:pt x="4006304" y="71729"/>
                </a:lnTo>
                <a:lnTo>
                  <a:pt x="4006304" y="457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6828942" y="4031653"/>
            <a:ext cx="749300" cy="377190"/>
          </a:xfrm>
          <a:custGeom>
            <a:avLst/>
            <a:gdLst/>
            <a:ahLst/>
            <a:cxnLst/>
            <a:rect l="l" t="t" r="r" b="b"/>
            <a:pathLst>
              <a:path w="749300" h="377189">
                <a:moveTo>
                  <a:pt x="164680" y="291376"/>
                </a:moveTo>
                <a:lnTo>
                  <a:pt x="124675" y="251663"/>
                </a:lnTo>
                <a:lnTo>
                  <a:pt x="86956" y="216598"/>
                </a:lnTo>
                <a:lnTo>
                  <a:pt x="88480" y="207454"/>
                </a:lnTo>
                <a:lnTo>
                  <a:pt x="88480" y="192214"/>
                </a:lnTo>
                <a:lnTo>
                  <a:pt x="152488" y="192214"/>
                </a:lnTo>
                <a:lnTo>
                  <a:pt x="152488" y="164782"/>
                </a:lnTo>
                <a:lnTo>
                  <a:pt x="90004" y="164782"/>
                </a:lnTo>
                <a:lnTo>
                  <a:pt x="90893" y="145897"/>
                </a:lnTo>
                <a:lnTo>
                  <a:pt x="91338" y="128308"/>
                </a:lnTo>
                <a:lnTo>
                  <a:pt x="91516" y="112179"/>
                </a:lnTo>
                <a:lnTo>
                  <a:pt x="91528" y="97637"/>
                </a:lnTo>
                <a:lnTo>
                  <a:pt x="146392" y="97637"/>
                </a:lnTo>
                <a:lnTo>
                  <a:pt x="146392" y="71716"/>
                </a:lnTo>
                <a:lnTo>
                  <a:pt x="91528" y="71716"/>
                </a:lnTo>
                <a:lnTo>
                  <a:pt x="91528" y="0"/>
                </a:lnTo>
                <a:lnTo>
                  <a:pt x="62572" y="0"/>
                </a:lnTo>
                <a:lnTo>
                  <a:pt x="62572" y="71716"/>
                </a:lnTo>
                <a:lnTo>
                  <a:pt x="7620" y="71716"/>
                </a:lnTo>
                <a:lnTo>
                  <a:pt x="7620" y="97637"/>
                </a:lnTo>
                <a:lnTo>
                  <a:pt x="62572" y="97637"/>
                </a:lnTo>
                <a:lnTo>
                  <a:pt x="62572" y="164782"/>
                </a:lnTo>
                <a:lnTo>
                  <a:pt x="3048" y="164782"/>
                </a:lnTo>
                <a:lnTo>
                  <a:pt x="3048" y="192214"/>
                </a:lnTo>
                <a:lnTo>
                  <a:pt x="61048" y="192214"/>
                </a:lnTo>
                <a:lnTo>
                  <a:pt x="56248" y="232562"/>
                </a:lnTo>
                <a:lnTo>
                  <a:pt x="44284" y="271513"/>
                </a:lnTo>
                <a:lnTo>
                  <a:pt x="25438" y="309308"/>
                </a:lnTo>
                <a:lnTo>
                  <a:pt x="0" y="346240"/>
                </a:lnTo>
                <a:lnTo>
                  <a:pt x="5422" y="353923"/>
                </a:lnTo>
                <a:lnTo>
                  <a:pt x="14566" y="367068"/>
                </a:lnTo>
                <a:lnTo>
                  <a:pt x="18288" y="372237"/>
                </a:lnTo>
                <a:lnTo>
                  <a:pt x="39484" y="344487"/>
                </a:lnTo>
                <a:lnTo>
                  <a:pt x="57238" y="314045"/>
                </a:lnTo>
                <a:lnTo>
                  <a:pt x="71526" y="281025"/>
                </a:lnTo>
                <a:lnTo>
                  <a:pt x="82384" y="245554"/>
                </a:lnTo>
                <a:lnTo>
                  <a:pt x="97243" y="262534"/>
                </a:lnTo>
                <a:lnTo>
                  <a:pt x="112102" y="279361"/>
                </a:lnTo>
                <a:lnTo>
                  <a:pt x="126961" y="296443"/>
                </a:lnTo>
                <a:lnTo>
                  <a:pt x="141820" y="314236"/>
                </a:lnTo>
                <a:lnTo>
                  <a:pt x="164680" y="291376"/>
                </a:lnTo>
                <a:close/>
              </a:path>
              <a:path w="749300" h="377189">
                <a:moveTo>
                  <a:pt x="349288" y="15240"/>
                </a:moveTo>
                <a:lnTo>
                  <a:pt x="163156" y="15240"/>
                </a:lnTo>
                <a:lnTo>
                  <a:pt x="163156" y="250126"/>
                </a:lnTo>
                <a:lnTo>
                  <a:pt x="192214" y="250126"/>
                </a:lnTo>
                <a:lnTo>
                  <a:pt x="192214" y="42672"/>
                </a:lnTo>
                <a:lnTo>
                  <a:pt x="320332" y="42672"/>
                </a:lnTo>
                <a:lnTo>
                  <a:pt x="320332" y="245554"/>
                </a:lnTo>
                <a:lnTo>
                  <a:pt x="349288" y="245554"/>
                </a:lnTo>
                <a:lnTo>
                  <a:pt x="349288" y="42672"/>
                </a:lnTo>
                <a:lnTo>
                  <a:pt x="349288" y="15240"/>
                </a:lnTo>
                <a:close/>
              </a:path>
              <a:path w="749300" h="377189">
                <a:moveTo>
                  <a:pt x="381292" y="279184"/>
                </a:moveTo>
                <a:lnTo>
                  <a:pt x="374383" y="276631"/>
                </a:lnTo>
                <a:lnTo>
                  <a:pt x="359422" y="270344"/>
                </a:lnTo>
                <a:lnTo>
                  <a:pt x="350812" y="266890"/>
                </a:lnTo>
                <a:lnTo>
                  <a:pt x="346240" y="318808"/>
                </a:lnTo>
                <a:lnTo>
                  <a:pt x="324904" y="337096"/>
                </a:lnTo>
                <a:lnTo>
                  <a:pt x="306514" y="337096"/>
                </a:lnTo>
                <a:lnTo>
                  <a:pt x="285178" y="233362"/>
                </a:lnTo>
                <a:lnTo>
                  <a:pt x="285178" y="221170"/>
                </a:lnTo>
                <a:lnTo>
                  <a:pt x="260794" y="221170"/>
                </a:lnTo>
                <a:lnTo>
                  <a:pt x="263918" y="201117"/>
                </a:lnTo>
                <a:lnTo>
                  <a:pt x="266319" y="179628"/>
                </a:lnTo>
                <a:lnTo>
                  <a:pt x="267868" y="156413"/>
                </a:lnTo>
                <a:lnTo>
                  <a:pt x="268414" y="131165"/>
                </a:lnTo>
                <a:lnTo>
                  <a:pt x="268414" y="74764"/>
                </a:lnTo>
                <a:lnTo>
                  <a:pt x="239458" y="74764"/>
                </a:lnTo>
                <a:lnTo>
                  <a:pt x="239458" y="131165"/>
                </a:lnTo>
                <a:lnTo>
                  <a:pt x="238290" y="169786"/>
                </a:lnTo>
                <a:lnTo>
                  <a:pt x="228523" y="231546"/>
                </a:lnTo>
                <a:lnTo>
                  <a:pt x="205384" y="278117"/>
                </a:lnTo>
                <a:lnTo>
                  <a:pt x="160235" y="326593"/>
                </a:lnTo>
                <a:lnTo>
                  <a:pt x="129628" y="350812"/>
                </a:lnTo>
                <a:lnTo>
                  <a:pt x="133629" y="355688"/>
                </a:lnTo>
                <a:lnTo>
                  <a:pt x="138772" y="361289"/>
                </a:lnTo>
                <a:lnTo>
                  <a:pt x="145059" y="367779"/>
                </a:lnTo>
                <a:lnTo>
                  <a:pt x="152488" y="375285"/>
                </a:lnTo>
                <a:lnTo>
                  <a:pt x="191693" y="341299"/>
                </a:lnTo>
                <a:lnTo>
                  <a:pt x="222300" y="306044"/>
                </a:lnTo>
                <a:lnTo>
                  <a:pt x="244309" y="269925"/>
                </a:lnTo>
                <a:lnTo>
                  <a:pt x="257746" y="233362"/>
                </a:lnTo>
                <a:lnTo>
                  <a:pt x="257746" y="320332"/>
                </a:lnTo>
                <a:lnTo>
                  <a:pt x="260324" y="339445"/>
                </a:lnTo>
                <a:lnTo>
                  <a:pt x="268033" y="353288"/>
                </a:lnTo>
                <a:lnTo>
                  <a:pt x="280898" y="361683"/>
                </a:lnTo>
                <a:lnTo>
                  <a:pt x="298894" y="364528"/>
                </a:lnTo>
                <a:lnTo>
                  <a:pt x="331000" y="364528"/>
                </a:lnTo>
                <a:lnTo>
                  <a:pt x="348183" y="362242"/>
                </a:lnTo>
                <a:lnTo>
                  <a:pt x="361099" y="355384"/>
                </a:lnTo>
                <a:lnTo>
                  <a:pt x="370001" y="343954"/>
                </a:lnTo>
                <a:lnTo>
                  <a:pt x="372224" y="337096"/>
                </a:lnTo>
                <a:lnTo>
                  <a:pt x="375196" y="327952"/>
                </a:lnTo>
                <a:lnTo>
                  <a:pt x="376567" y="316471"/>
                </a:lnTo>
                <a:lnTo>
                  <a:pt x="378244" y="304711"/>
                </a:lnTo>
                <a:lnTo>
                  <a:pt x="379907" y="292366"/>
                </a:lnTo>
                <a:lnTo>
                  <a:pt x="381292" y="279184"/>
                </a:lnTo>
                <a:close/>
              </a:path>
              <a:path w="749300" h="377189">
                <a:moveTo>
                  <a:pt x="588733" y="19812"/>
                </a:moveTo>
                <a:lnTo>
                  <a:pt x="419379" y="19812"/>
                </a:lnTo>
                <a:lnTo>
                  <a:pt x="419379" y="266890"/>
                </a:lnTo>
                <a:lnTo>
                  <a:pt x="448335" y="266890"/>
                </a:lnTo>
                <a:lnTo>
                  <a:pt x="448335" y="47244"/>
                </a:lnTo>
                <a:lnTo>
                  <a:pt x="559689" y="47244"/>
                </a:lnTo>
                <a:lnTo>
                  <a:pt x="559689" y="266890"/>
                </a:lnTo>
                <a:lnTo>
                  <a:pt x="588733" y="266890"/>
                </a:lnTo>
                <a:lnTo>
                  <a:pt x="588733" y="47244"/>
                </a:lnTo>
                <a:lnTo>
                  <a:pt x="588733" y="19812"/>
                </a:lnTo>
                <a:close/>
              </a:path>
              <a:path w="749300" h="377189">
                <a:moveTo>
                  <a:pt x="607021" y="337096"/>
                </a:moveTo>
                <a:lnTo>
                  <a:pt x="582117" y="313944"/>
                </a:lnTo>
                <a:lnTo>
                  <a:pt x="557796" y="292506"/>
                </a:lnTo>
                <a:lnTo>
                  <a:pt x="545452" y="282232"/>
                </a:lnTo>
                <a:lnTo>
                  <a:pt x="534073" y="272757"/>
                </a:lnTo>
                <a:lnTo>
                  <a:pt x="510921" y="254698"/>
                </a:lnTo>
                <a:lnTo>
                  <a:pt x="515137" y="228739"/>
                </a:lnTo>
                <a:lnTo>
                  <a:pt x="518350" y="189915"/>
                </a:lnTo>
                <a:lnTo>
                  <a:pt x="520141" y="138506"/>
                </a:lnTo>
                <a:lnTo>
                  <a:pt x="520065" y="74777"/>
                </a:lnTo>
                <a:lnTo>
                  <a:pt x="491109" y="74777"/>
                </a:lnTo>
                <a:lnTo>
                  <a:pt x="490537" y="137718"/>
                </a:lnTo>
                <a:lnTo>
                  <a:pt x="488823" y="187058"/>
                </a:lnTo>
                <a:lnTo>
                  <a:pt x="481965" y="245554"/>
                </a:lnTo>
                <a:lnTo>
                  <a:pt x="451053" y="305079"/>
                </a:lnTo>
                <a:lnTo>
                  <a:pt x="390423" y="350812"/>
                </a:lnTo>
                <a:lnTo>
                  <a:pt x="395732" y="357276"/>
                </a:lnTo>
                <a:lnTo>
                  <a:pt x="400710" y="363766"/>
                </a:lnTo>
                <a:lnTo>
                  <a:pt x="405003" y="370128"/>
                </a:lnTo>
                <a:lnTo>
                  <a:pt x="408711" y="376809"/>
                </a:lnTo>
                <a:lnTo>
                  <a:pt x="439343" y="357276"/>
                </a:lnTo>
                <a:lnTo>
                  <a:pt x="464807" y="335191"/>
                </a:lnTo>
                <a:lnTo>
                  <a:pt x="485101" y="310273"/>
                </a:lnTo>
                <a:lnTo>
                  <a:pt x="500253" y="282232"/>
                </a:lnTo>
                <a:lnTo>
                  <a:pt x="522541" y="301663"/>
                </a:lnTo>
                <a:lnTo>
                  <a:pt x="543687" y="321094"/>
                </a:lnTo>
                <a:lnTo>
                  <a:pt x="563689" y="340525"/>
                </a:lnTo>
                <a:lnTo>
                  <a:pt x="582549" y="359956"/>
                </a:lnTo>
                <a:lnTo>
                  <a:pt x="607021" y="337096"/>
                </a:lnTo>
                <a:close/>
              </a:path>
              <a:path w="749300" h="377189">
                <a:moveTo>
                  <a:pt x="667981" y="38100"/>
                </a:moveTo>
                <a:lnTo>
                  <a:pt x="639025" y="38100"/>
                </a:lnTo>
                <a:lnTo>
                  <a:pt x="639025" y="273088"/>
                </a:lnTo>
                <a:lnTo>
                  <a:pt x="667981" y="273088"/>
                </a:lnTo>
                <a:lnTo>
                  <a:pt x="667981" y="38100"/>
                </a:lnTo>
                <a:close/>
              </a:path>
              <a:path w="749300" h="377189">
                <a:moveTo>
                  <a:pt x="748855" y="3048"/>
                </a:moveTo>
                <a:lnTo>
                  <a:pt x="718286" y="3048"/>
                </a:lnTo>
                <a:lnTo>
                  <a:pt x="718286" y="312712"/>
                </a:lnTo>
                <a:lnTo>
                  <a:pt x="716584" y="323583"/>
                </a:lnTo>
                <a:lnTo>
                  <a:pt x="711606" y="331190"/>
                </a:lnTo>
                <a:lnTo>
                  <a:pt x="703491" y="335635"/>
                </a:lnTo>
                <a:lnTo>
                  <a:pt x="692683" y="337058"/>
                </a:lnTo>
                <a:lnTo>
                  <a:pt x="682701" y="337045"/>
                </a:lnTo>
                <a:lnTo>
                  <a:pt x="669886" y="336715"/>
                </a:lnTo>
                <a:lnTo>
                  <a:pt x="654227" y="335800"/>
                </a:lnTo>
                <a:lnTo>
                  <a:pt x="635977" y="334048"/>
                </a:lnTo>
                <a:lnTo>
                  <a:pt x="638225" y="343992"/>
                </a:lnTo>
                <a:lnTo>
                  <a:pt x="640168" y="353098"/>
                </a:lnTo>
                <a:lnTo>
                  <a:pt x="641553" y="361048"/>
                </a:lnTo>
                <a:lnTo>
                  <a:pt x="642073" y="367576"/>
                </a:lnTo>
                <a:lnTo>
                  <a:pt x="660387" y="368452"/>
                </a:lnTo>
                <a:lnTo>
                  <a:pt x="676554" y="368909"/>
                </a:lnTo>
                <a:lnTo>
                  <a:pt x="703033" y="369100"/>
                </a:lnTo>
                <a:lnTo>
                  <a:pt x="723099" y="365353"/>
                </a:lnTo>
                <a:lnTo>
                  <a:pt x="737412" y="356336"/>
                </a:lnTo>
                <a:lnTo>
                  <a:pt x="745998" y="341871"/>
                </a:lnTo>
                <a:lnTo>
                  <a:pt x="746683" y="337096"/>
                </a:lnTo>
                <a:lnTo>
                  <a:pt x="748855" y="321856"/>
                </a:lnTo>
                <a:lnTo>
                  <a:pt x="748855" y="30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41812" y="4057554"/>
            <a:ext cx="100965" cy="363220"/>
          </a:xfrm>
          <a:custGeom>
            <a:avLst/>
            <a:gdLst/>
            <a:ahLst/>
            <a:cxnLst/>
            <a:rect l="l" t="t" r="r" b="b"/>
            <a:pathLst>
              <a:path w="100965" h="363220">
                <a:moveTo>
                  <a:pt x="33527" y="363092"/>
                </a:moveTo>
                <a:lnTo>
                  <a:pt x="0" y="363092"/>
                </a:lnTo>
                <a:lnTo>
                  <a:pt x="29780" y="323317"/>
                </a:lnTo>
                <a:lnTo>
                  <a:pt x="50720" y="279558"/>
                </a:lnTo>
                <a:lnTo>
                  <a:pt x="63088" y="231799"/>
                </a:lnTo>
                <a:lnTo>
                  <a:pt x="67151" y="180022"/>
                </a:lnTo>
                <a:lnTo>
                  <a:pt x="63088" y="130221"/>
                </a:lnTo>
                <a:lnTo>
                  <a:pt x="50720" y="83724"/>
                </a:lnTo>
                <a:lnTo>
                  <a:pt x="29780" y="40371"/>
                </a:lnTo>
                <a:lnTo>
                  <a:pt x="0" y="0"/>
                </a:lnTo>
                <a:lnTo>
                  <a:pt x="33527" y="0"/>
                </a:lnTo>
                <a:lnTo>
                  <a:pt x="62705" y="38870"/>
                </a:lnTo>
                <a:lnTo>
                  <a:pt x="83712" y="82010"/>
                </a:lnTo>
                <a:lnTo>
                  <a:pt x="96415" y="129150"/>
                </a:lnTo>
                <a:lnTo>
                  <a:pt x="100679" y="180022"/>
                </a:lnTo>
                <a:lnTo>
                  <a:pt x="96415" y="231799"/>
                </a:lnTo>
                <a:lnTo>
                  <a:pt x="83712" y="279558"/>
                </a:lnTo>
                <a:lnTo>
                  <a:pt x="62705" y="323317"/>
                </a:lnTo>
                <a:lnTo>
                  <a:pt x="33527" y="3630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18844" y="475030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738401" y="4548758"/>
            <a:ext cx="773430" cy="377190"/>
          </a:xfrm>
          <a:custGeom>
            <a:avLst/>
            <a:gdLst/>
            <a:ahLst/>
            <a:cxnLst/>
            <a:rect l="l" t="t" r="r" b="b"/>
            <a:pathLst>
              <a:path w="773430" h="377189">
                <a:moveTo>
                  <a:pt x="359854" y="15240"/>
                </a:moveTo>
                <a:lnTo>
                  <a:pt x="333946" y="15240"/>
                </a:lnTo>
                <a:lnTo>
                  <a:pt x="333946" y="38100"/>
                </a:lnTo>
                <a:lnTo>
                  <a:pt x="333946" y="67157"/>
                </a:lnTo>
                <a:lnTo>
                  <a:pt x="71628" y="67157"/>
                </a:lnTo>
                <a:lnTo>
                  <a:pt x="71628" y="38100"/>
                </a:lnTo>
                <a:lnTo>
                  <a:pt x="333946" y="38100"/>
                </a:lnTo>
                <a:lnTo>
                  <a:pt x="333946" y="15240"/>
                </a:lnTo>
                <a:lnTo>
                  <a:pt x="45720" y="15240"/>
                </a:lnTo>
                <a:lnTo>
                  <a:pt x="45720" y="175463"/>
                </a:lnTo>
                <a:lnTo>
                  <a:pt x="42862" y="232003"/>
                </a:lnTo>
                <a:lnTo>
                  <a:pt x="34290" y="280276"/>
                </a:lnTo>
                <a:lnTo>
                  <a:pt x="20002" y="319989"/>
                </a:lnTo>
                <a:lnTo>
                  <a:pt x="0" y="350812"/>
                </a:lnTo>
                <a:lnTo>
                  <a:pt x="4572" y="357428"/>
                </a:lnTo>
                <a:lnTo>
                  <a:pt x="13716" y="370141"/>
                </a:lnTo>
                <a:lnTo>
                  <a:pt x="18288" y="376821"/>
                </a:lnTo>
                <a:lnTo>
                  <a:pt x="42049" y="339598"/>
                </a:lnTo>
                <a:lnTo>
                  <a:pt x="58674" y="294386"/>
                </a:lnTo>
                <a:lnTo>
                  <a:pt x="68440" y="241198"/>
                </a:lnTo>
                <a:lnTo>
                  <a:pt x="71628" y="180035"/>
                </a:lnTo>
                <a:lnTo>
                  <a:pt x="71628" y="90017"/>
                </a:lnTo>
                <a:lnTo>
                  <a:pt x="333946" y="90017"/>
                </a:lnTo>
                <a:lnTo>
                  <a:pt x="333946" y="97637"/>
                </a:lnTo>
                <a:lnTo>
                  <a:pt x="359854" y="97637"/>
                </a:lnTo>
                <a:lnTo>
                  <a:pt x="359854" y="90017"/>
                </a:lnTo>
                <a:lnTo>
                  <a:pt x="359854" y="67157"/>
                </a:lnTo>
                <a:lnTo>
                  <a:pt x="359854" y="38100"/>
                </a:lnTo>
                <a:lnTo>
                  <a:pt x="359854" y="15240"/>
                </a:lnTo>
                <a:close/>
              </a:path>
              <a:path w="773430" h="377189">
                <a:moveTo>
                  <a:pt x="365950" y="251663"/>
                </a:moveTo>
                <a:lnTo>
                  <a:pt x="237845" y="251663"/>
                </a:lnTo>
                <a:lnTo>
                  <a:pt x="237845" y="227279"/>
                </a:lnTo>
                <a:lnTo>
                  <a:pt x="317182" y="227279"/>
                </a:lnTo>
                <a:lnTo>
                  <a:pt x="317182" y="234899"/>
                </a:lnTo>
                <a:lnTo>
                  <a:pt x="341566" y="234899"/>
                </a:lnTo>
                <a:lnTo>
                  <a:pt x="341566" y="227279"/>
                </a:lnTo>
                <a:lnTo>
                  <a:pt x="341566" y="205943"/>
                </a:lnTo>
                <a:lnTo>
                  <a:pt x="341566" y="178511"/>
                </a:lnTo>
                <a:lnTo>
                  <a:pt x="341566" y="157073"/>
                </a:lnTo>
                <a:lnTo>
                  <a:pt x="317182" y="157073"/>
                </a:lnTo>
                <a:lnTo>
                  <a:pt x="317182" y="178511"/>
                </a:lnTo>
                <a:lnTo>
                  <a:pt x="317182" y="205943"/>
                </a:lnTo>
                <a:lnTo>
                  <a:pt x="237845" y="205943"/>
                </a:lnTo>
                <a:lnTo>
                  <a:pt x="237845" y="178511"/>
                </a:lnTo>
                <a:lnTo>
                  <a:pt x="317182" y="178511"/>
                </a:lnTo>
                <a:lnTo>
                  <a:pt x="317182" y="157073"/>
                </a:lnTo>
                <a:lnTo>
                  <a:pt x="237845" y="157073"/>
                </a:lnTo>
                <a:lnTo>
                  <a:pt x="237845" y="132689"/>
                </a:lnTo>
                <a:lnTo>
                  <a:pt x="272161" y="131305"/>
                </a:lnTo>
                <a:lnTo>
                  <a:pt x="359854" y="126593"/>
                </a:lnTo>
                <a:lnTo>
                  <a:pt x="353758" y="105257"/>
                </a:lnTo>
                <a:lnTo>
                  <a:pt x="154559" y="112572"/>
                </a:lnTo>
                <a:lnTo>
                  <a:pt x="85344" y="114401"/>
                </a:lnTo>
                <a:lnTo>
                  <a:pt x="88392" y="122021"/>
                </a:lnTo>
                <a:lnTo>
                  <a:pt x="91440" y="137261"/>
                </a:lnTo>
                <a:lnTo>
                  <a:pt x="213461" y="132689"/>
                </a:lnTo>
                <a:lnTo>
                  <a:pt x="213461" y="157073"/>
                </a:lnTo>
                <a:lnTo>
                  <a:pt x="213461" y="178511"/>
                </a:lnTo>
                <a:lnTo>
                  <a:pt x="213461" y="205943"/>
                </a:lnTo>
                <a:lnTo>
                  <a:pt x="135737" y="205943"/>
                </a:lnTo>
                <a:lnTo>
                  <a:pt x="135737" y="178511"/>
                </a:lnTo>
                <a:lnTo>
                  <a:pt x="213461" y="178511"/>
                </a:lnTo>
                <a:lnTo>
                  <a:pt x="213461" y="157073"/>
                </a:lnTo>
                <a:lnTo>
                  <a:pt x="109728" y="157073"/>
                </a:lnTo>
                <a:lnTo>
                  <a:pt x="109728" y="234899"/>
                </a:lnTo>
                <a:lnTo>
                  <a:pt x="135737" y="234899"/>
                </a:lnTo>
                <a:lnTo>
                  <a:pt x="135737" y="227279"/>
                </a:lnTo>
                <a:lnTo>
                  <a:pt x="213461" y="227279"/>
                </a:lnTo>
                <a:lnTo>
                  <a:pt x="213461" y="251663"/>
                </a:lnTo>
                <a:lnTo>
                  <a:pt x="91440" y="251663"/>
                </a:lnTo>
                <a:lnTo>
                  <a:pt x="91440" y="375297"/>
                </a:lnTo>
                <a:lnTo>
                  <a:pt x="117348" y="375297"/>
                </a:lnTo>
                <a:lnTo>
                  <a:pt x="117348" y="271564"/>
                </a:lnTo>
                <a:lnTo>
                  <a:pt x="213461" y="271564"/>
                </a:lnTo>
                <a:lnTo>
                  <a:pt x="213461" y="306616"/>
                </a:lnTo>
                <a:lnTo>
                  <a:pt x="177838" y="308711"/>
                </a:lnTo>
                <a:lnTo>
                  <a:pt x="160515" y="309397"/>
                </a:lnTo>
                <a:lnTo>
                  <a:pt x="143357" y="309664"/>
                </a:lnTo>
                <a:lnTo>
                  <a:pt x="147929" y="334048"/>
                </a:lnTo>
                <a:lnTo>
                  <a:pt x="186804" y="330911"/>
                </a:lnTo>
                <a:lnTo>
                  <a:pt x="223558" y="328333"/>
                </a:lnTo>
                <a:lnTo>
                  <a:pt x="258330" y="326339"/>
                </a:lnTo>
                <a:lnTo>
                  <a:pt x="291274" y="324904"/>
                </a:lnTo>
                <a:lnTo>
                  <a:pt x="294322" y="329476"/>
                </a:lnTo>
                <a:lnTo>
                  <a:pt x="295846" y="334048"/>
                </a:lnTo>
                <a:lnTo>
                  <a:pt x="298894" y="340144"/>
                </a:lnTo>
                <a:lnTo>
                  <a:pt x="320230" y="329476"/>
                </a:lnTo>
                <a:lnTo>
                  <a:pt x="317944" y="324904"/>
                </a:lnTo>
                <a:lnTo>
                  <a:pt x="313372" y="315785"/>
                </a:lnTo>
                <a:lnTo>
                  <a:pt x="308737" y="306616"/>
                </a:lnTo>
                <a:lnTo>
                  <a:pt x="306514" y="302234"/>
                </a:lnTo>
                <a:lnTo>
                  <a:pt x="299656" y="288975"/>
                </a:lnTo>
                <a:lnTo>
                  <a:pt x="292798" y="276136"/>
                </a:lnTo>
                <a:lnTo>
                  <a:pt x="272986" y="285280"/>
                </a:lnTo>
                <a:lnTo>
                  <a:pt x="282130" y="303568"/>
                </a:lnTo>
                <a:lnTo>
                  <a:pt x="270675" y="304469"/>
                </a:lnTo>
                <a:lnTo>
                  <a:pt x="248386" y="305714"/>
                </a:lnTo>
                <a:lnTo>
                  <a:pt x="237845" y="306616"/>
                </a:lnTo>
                <a:lnTo>
                  <a:pt x="237845" y="271564"/>
                </a:lnTo>
                <a:lnTo>
                  <a:pt x="340042" y="271564"/>
                </a:lnTo>
                <a:lnTo>
                  <a:pt x="340042" y="329476"/>
                </a:lnTo>
                <a:lnTo>
                  <a:pt x="338874" y="337477"/>
                </a:lnTo>
                <a:lnTo>
                  <a:pt x="335280" y="343192"/>
                </a:lnTo>
                <a:lnTo>
                  <a:pt x="329107" y="346621"/>
                </a:lnTo>
                <a:lnTo>
                  <a:pt x="320382" y="347751"/>
                </a:lnTo>
                <a:lnTo>
                  <a:pt x="309867" y="347738"/>
                </a:lnTo>
                <a:lnTo>
                  <a:pt x="299085" y="347573"/>
                </a:lnTo>
                <a:lnTo>
                  <a:pt x="287439" y="347116"/>
                </a:lnTo>
                <a:lnTo>
                  <a:pt x="274510" y="346240"/>
                </a:lnTo>
                <a:lnTo>
                  <a:pt x="276529" y="353936"/>
                </a:lnTo>
                <a:lnTo>
                  <a:pt x="278130" y="360921"/>
                </a:lnTo>
                <a:lnTo>
                  <a:pt x="279438" y="367068"/>
                </a:lnTo>
                <a:lnTo>
                  <a:pt x="280606" y="372249"/>
                </a:lnTo>
                <a:lnTo>
                  <a:pt x="293992" y="373126"/>
                </a:lnTo>
                <a:lnTo>
                  <a:pt x="306514" y="373583"/>
                </a:lnTo>
                <a:lnTo>
                  <a:pt x="317893" y="373748"/>
                </a:lnTo>
                <a:lnTo>
                  <a:pt x="327850" y="373773"/>
                </a:lnTo>
                <a:lnTo>
                  <a:pt x="344728" y="371208"/>
                </a:lnTo>
                <a:lnTo>
                  <a:pt x="356616" y="363626"/>
                </a:lnTo>
                <a:lnTo>
                  <a:pt x="363639" y="351180"/>
                </a:lnTo>
                <a:lnTo>
                  <a:pt x="364096" y="347764"/>
                </a:lnTo>
                <a:lnTo>
                  <a:pt x="365950" y="334048"/>
                </a:lnTo>
                <a:lnTo>
                  <a:pt x="365950" y="271564"/>
                </a:lnTo>
                <a:lnTo>
                  <a:pt x="365950" y="251663"/>
                </a:lnTo>
                <a:close/>
              </a:path>
              <a:path w="773430" h="377189">
                <a:moveTo>
                  <a:pt x="437667" y="91541"/>
                </a:moveTo>
                <a:lnTo>
                  <a:pt x="411759" y="85445"/>
                </a:lnTo>
                <a:lnTo>
                  <a:pt x="407111" y="112039"/>
                </a:lnTo>
                <a:lnTo>
                  <a:pt x="402348" y="137083"/>
                </a:lnTo>
                <a:lnTo>
                  <a:pt x="397306" y="160705"/>
                </a:lnTo>
                <a:lnTo>
                  <a:pt x="391858" y="183070"/>
                </a:lnTo>
                <a:lnTo>
                  <a:pt x="399567" y="184454"/>
                </a:lnTo>
                <a:lnTo>
                  <a:pt x="406577" y="186118"/>
                </a:lnTo>
                <a:lnTo>
                  <a:pt x="417855" y="189166"/>
                </a:lnTo>
                <a:lnTo>
                  <a:pt x="424167" y="164020"/>
                </a:lnTo>
                <a:lnTo>
                  <a:pt x="429475" y="139179"/>
                </a:lnTo>
                <a:lnTo>
                  <a:pt x="433933" y="114922"/>
                </a:lnTo>
                <a:lnTo>
                  <a:pt x="437667" y="91541"/>
                </a:lnTo>
                <a:close/>
              </a:path>
              <a:path w="773430" h="377189">
                <a:moveTo>
                  <a:pt x="527596" y="122021"/>
                </a:moveTo>
                <a:lnTo>
                  <a:pt x="520204" y="108038"/>
                </a:lnTo>
                <a:lnTo>
                  <a:pt x="511975" y="93637"/>
                </a:lnTo>
                <a:lnTo>
                  <a:pt x="507974" y="86969"/>
                </a:lnTo>
                <a:lnTo>
                  <a:pt x="503161" y="78943"/>
                </a:lnTo>
                <a:lnTo>
                  <a:pt x="499668" y="73253"/>
                </a:lnTo>
                <a:lnTo>
                  <a:pt x="494055" y="64109"/>
                </a:lnTo>
                <a:lnTo>
                  <a:pt x="477291" y="73253"/>
                </a:lnTo>
                <a:lnTo>
                  <a:pt x="477291" y="0"/>
                </a:lnTo>
                <a:lnTo>
                  <a:pt x="446811" y="0"/>
                </a:lnTo>
                <a:lnTo>
                  <a:pt x="446811" y="376821"/>
                </a:lnTo>
                <a:lnTo>
                  <a:pt x="477291" y="376821"/>
                </a:lnTo>
                <a:lnTo>
                  <a:pt x="477291" y="86969"/>
                </a:lnTo>
                <a:lnTo>
                  <a:pt x="483920" y="97828"/>
                </a:lnTo>
                <a:lnTo>
                  <a:pt x="490245" y="109829"/>
                </a:lnTo>
                <a:lnTo>
                  <a:pt x="496582" y="122974"/>
                </a:lnTo>
                <a:lnTo>
                  <a:pt x="503199" y="137261"/>
                </a:lnTo>
                <a:lnTo>
                  <a:pt x="527596" y="122021"/>
                </a:lnTo>
                <a:close/>
              </a:path>
              <a:path w="773430" h="377189">
                <a:moveTo>
                  <a:pt x="773150" y="332524"/>
                </a:moveTo>
                <a:lnTo>
                  <a:pt x="661797" y="332524"/>
                </a:lnTo>
                <a:lnTo>
                  <a:pt x="661797" y="230314"/>
                </a:lnTo>
                <a:lnTo>
                  <a:pt x="754862" y="230314"/>
                </a:lnTo>
                <a:lnTo>
                  <a:pt x="754862" y="202882"/>
                </a:lnTo>
                <a:lnTo>
                  <a:pt x="661797" y="202882"/>
                </a:lnTo>
                <a:lnTo>
                  <a:pt x="661797" y="111353"/>
                </a:lnTo>
                <a:lnTo>
                  <a:pt x="762482" y="111353"/>
                </a:lnTo>
                <a:lnTo>
                  <a:pt x="762482" y="83921"/>
                </a:lnTo>
                <a:lnTo>
                  <a:pt x="661797" y="83921"/>
                </a:lnTo>
                <a:lnTo>
                  <a:pt x="661797" y="0"/>
                </a:lnTo>
                <a:lnTo>
                  <a:pt x="631317" y="0"/>
                </a:lnTo>
                <a:lnTo>
                  <a:pt x="631317" y="83921"/>
                </a:lnTo>
                <a:lnTo>
                  <a:pt x="579501" y="83921"/>
                </a:lnTo>
                <a:lnTo>
                  <a:pt x="583806" y="71094"/>
                </a:lnTo>
                <a:lnTo>
                  <a:pt x="587692" y="57962"/>
                </a:lnTo>
                <a:lnTo>
                  <a:pt x="591286" y="44831"/>
                </a:lnTo>
                <a:lnTo>
                  <a:pt x="594741" y="32004"/>
                </a:lnTo>
                <a:lnTo>
                  <a:pt x="564261" y="24384"/>
                </a:lnTo>
                <a:lnTo>
                  <a:pt x="554837" y="59855"/>
                </a:lnTo>
                <a:lnTo>
                  <a:pt x="542683" y="95161"/>
                </a:lnTo>
                <a:lnTo>
                  <a:pt x="527964" y="130175"/>
                </a:lnTo>
                <a:lnTo>
                  <a:pt x="510832" y="164782"/>
                </a:lnTo>
                <a:lnTo>
                  <a:pt x="515734" y="167640"/>
                </a:lnTo>
                <a:lnTo>
                  <a:pt x="521500" y="171640"/>
                </a:lnTo>
                <a:lnTo>
                  <a:pt x="536740" y="183070"/>
                </a:lnTo>
                <a:lnTo>
                  <a:pt x="545630" y="164782"/>
                </a:lnTo>
                <a:lnTo>
                  <a:pt x="553961" y="146608"/>
                </a:lnTo>
                <a:lnTo>
                  <a:pt x="561682" y="128765"/>
                </a:lnTo>
                <a:lnTo>
                  <a:pt x="568833" y="111353"/>
                </a:lnTo>
                <a:lnTo>
                  <a:pt x="631317" y="111353"/>
                </a:lnTo>
                <a:lnTo>
                  <a:pt x="631317" y="202882"/>
                </a:lnTo>
                <a:lnTo>
                  <a:pt x="532168" y="202882"/>
                </a:lnTo>
                <a:lnTo>
                  <a:pt x="532168" y="230314"/>
                </a:lnTo>
                <a:lnTo>
                  <a:pt x="631317" y="230314"/>
                </a:lnTo>
                <a:lnTo>
                  <a:pt x="631317" y="332524"/>
                </a:lnTo>
                <a:lnTo>
                  <a:pt x="507784" y="332524"/>
                </a:lnTo>
                <a:lnTo>
                  <a:pt x="507784" y="358432"/>
                </a:lnTo>
                <a:lnTo>
                  <a:pt x="773150" y="358432"/>
                </a:lnTo>
                <a:lnTo>
                  <a:pt x="773150" y="3325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418844" y="526694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741449" y="5062829"/>
            <a:ext cx="773430" cy="381635"/>
          </a:xfrm>
          <a:custGeom>
            <a:avLst/>
            <a:gdLst/>
            <a:ahLst/>
            <a:cxnLst/>
            <a:rect l="l" t="t" r="r" b="b"/>
            <a:pathLst>
              <a:path w="773430" h="381635">
                <a:moveTo>
                  <a:pt x="141833" y="201358"/>
                </a:moveTo>
                <a:lnTo>
                  <a:pt x="122059" y="190195"/>
                </a:lnTo>
                <a:lnTo>
                  <a:pt x="101739" y="179438"/>
                </a:lnTo>
                <a:lnTo>
                  <a:pt x="80873" y="168960"/>
                </a:lnTo>
                <a:lnTo>
                  <a:pt x="59436" y="158584"/>
                </a:lnTo>
                <a:lnTo>
                  <a:pt x="45720" y="183070"/>
                </a:lnTo>
                <a:lnTo>
                  <a:pt x="66268" y="193624"/>
                </a:lnTo>
                <a:lnTo>
                  <a:pt x="86677" y="204597"/>
                </a:lnTo>
                <a:lnTo>
                  <a:pt x="106794" y="215861"/>
                </a:lnTo>
                <a:lnTo>
                  <a:pt x="126492" y="227266"/>
                </a:lnTo>
                <a:lnTo>
                  <a:pt x="141833" y="201358"/>
                </a:lnTo>
                <a:close/>
              </a:path>
              <a:path w="773430" h="381635">
                <a:moveTo>
                  <a:pt x="175361" y="143344"/>
                </a:moveTo>
                <a:lnTo>
                  <a:pt x="156502" y="132829"/>
                </a:lnTo>
                <a:lnTo>
                  <a:pt x="136639" y="122008"/>
                </a:lnTo>
                <a:lnTo>
                  <a:pt x="115912" y="111201"/>
                </a:lnTo>
                <a:lnTo>
                  <a:pt x="94488" y="100672"/>
                </a:lnTo>
                <a:lnTo>
                  <a:pt x="79248" y="123532"/>
                </a:lnTo>
                <a:lnTo>
                  <a:pt x="100406" y="134975"/>
                </a:lnTo>
                <a:lnTo>
                  <a:pt x="120446" y="146405"/>
                </a:lnTo>
                <a:lnTo>
                  <a:pt x="139331" y="157873"/>
                </a:lnTo>
                <a:lnTo>
                  <a:pt x="157073" y="169354"/>
                </a:lnTo>
                <a:lnTo>
                  <a:pt x="175361" y="143344"/>
                </a:lnTo>
                <a:close/>
              </a:path>
              <a:path w="773430" h="381635">
                <a:moveTo>
                  <a:pt x="362902" y="56388"/>
                </a:moveTo>
                <a:lnTo>
                  <a:pt x="199745" y="56388"/>
                </a:lnTo>
                <a:lnTo>
                  <a:pt x="221081" y="44196"/>
                </a:lnTo>
                <a:lnTo>
                  <a:pt x="212242" y="31076"/>
                </a:lnTo>
                <a:lnTo>
                  <a:pt x="204127" y="19240"/>
                </a:lnTo>
                <a:lnTo>
                  <a:pt x="196862" y="8839"/>
                </a:lnTo>
                <a:lnTo>
                  <a:pt x="190601" y="0"/>
                </a:lnTo>
                <a:lnTo>
                  <a:pt x="161645" y="15240"/>
                </a:lnTo>
                <a:lnTo>
                  <a:pt x="169329" y="26377"/>
                </a:lnTo>
                <a:lnTo>
                  <a:pt x="176314" y="36957"/>
                </a:lnTo>
                <a:lnTo>
                  <a:pt x="182422" y="46951"/>
                </a:lnTo>
                <a:lnTo>
                  <a:pt x="187553" y="56388"/>
                </a:lnTo>
                <a:lnTo>
                  <a:pt x="12192" y="56388"/>
                </a:lnTo>
                <a:lnTo>
                  <a:pt x="12192" y="125056"/>
                </a:lnTo>
                <a:lnTo>
                  <a:pt x="42672" y="125056"/>
                </a:lnTo>
                <a:lnTo>
                  <a:pt x="42672" y="83908"/>
                </a:lnTo>
                <a:lnTo>
                  <a:pt x="332422" y="83908"/>
                </a:lnTo>
                <a:lnTo>
                  <a:pt x="332422" y="125056"/>
                </a:lnTo>
                <a:lnTo>
                  <a:pt x="362902" y="125056"/>
                </a:lnTo>
                <a:lnTo>
                  <a:pt x="362902" y="83908"/>
                </a:lnTo>
                <a:lnTo>
                  <a:pt x="362902" y="56388"/>
                </a:lnTo>
                <a:close/>
              </a:path>
              <a:path w="773430" h="381635">
                <a:moveTo>
                  <a:pt x="373570" y="239458"/>
                </a:moveTo>
                <a:lnTo>
                  <a:pt x="228701" y="239458"/>
                </a:lnTo>
                <a:lnTo>
                  <a:pt x="232930" y="215417"/>
                </a:lnTo>
                <a:lnTo>
                  <a:pt x="236321" y="184353"/>
                </a:lnTo>
                <a:lnTo>
                  <a:pt x="238544" y="146405"/>
                </a:lnTo>
                <a:lnTo>
                  <a:pt x="239369" y="100672"/>
                </a:lnTo>
                <a:lnTo>
                  <a:pt x="207365" y="100672"/>
                </a:lnTo>
                <a:lnTo>
                  <a:pt x="206730" y="146405"/>
                </a:lnTo>
                <a:lnTo>
                  <a:pt x="204698" y="184353"/>
                </a:lnTo>
                <a:lnTo>
                  <a:pt x="200926" y="215417"/>
                </a:lnTo>
                <a:lnTo>
                  <a:pt x="195173" y="239458"/>
                </a:lnTo>
                <a:lnTo>
                  <a:pt x="6096" y="239458"/>
                </a:lnTo>
                <a:lnTo>
                  <a:pt x="6096" y="266890"/>
                </a:lnTo>
                <a:lnTo>
                  <a:pt x="181457" y="266890"/>
                </a:lnTo>
                <a:lnTo>
                  <a:pt x="154597" y="293763"/>
                </a:lnTo>
                <a:lnTo>
                  <a:pt x="115303" y="316890"/>
                </a:lnTo>
                <a:lnTo>
                  <a:pt x="63715" y="335991"/>
                </a:lnTo>
                <a:lnTo>
                  <a:pt x="0" y="350799"/>
                </a:lnTo>
                <a:lnTo>
                  <a:pt x="4572" y="357924"/>
                </a:lnTo>
                <a:lnTo>
                  <a:pt x="9144" y="365480"/>
                </a:lnTo>
                <a:lnTo>
                  <a:pt x="13716" y="373354"/>
                </a:lnTo>
                <a:lnTo>
                  <a:pt x="18288" y="381381"/>
                </a:lnTo>
                <a:lnTo>
                  <a:pt x="74599" y="366153"/>
                </a:lnTo>
                <a:lnTo>
                  <a:pt x="122351" y="347954"/>
                </a:lnTo>
                <a:lnTo>
                  <a:pt x="161531" y="326631"/>
                </a:lnTo>
                <a:lnTo>
                  <a:pt x="192125" y="302031"/>
                </a:lnTo>
                <a:lnTo>
                  <a:pt x="232168" y="320611"/>
                </a:lnTo>
                <a:lnTo>
                  <a:pt x="272364" y="339763"/>
                </a:lnTo>
                <a:lnTo>
                  <a:pt x="353758" y="379857"/>
                </a:lnTo>
                <a:lnTo>
                  <a:pt x="370522" y="350799"/>
                </a:lnTo>
                <a:lnTo>
                  <a:pt x="331355" y="332778"/>
                </a:lnTo>
                <a:lnTo>
                  <a:pt x="291604" y="315175"/>
                </a:lnTo>
                <a:lnTo>
                  <a:pt x="260985" y="302031"/>
                </a:lnTo>
                <a:lnTo>
                  <a:pt x="210413" y="280695"/>
                </a:lnTo>
                <a:lnTo>
                  <a:pt x="213461" y="276123"/>
                </a:lnTo>
                <a:lnTo>
                  <a:pt x="214985" y="271462"/>
                </a:lnTo>
                <a:lnTo>
                  <a:pt x="218033" y="266890"/>
                </a:lnTo>
                <a:lnTo>
                  <a:pt x="373570" y="266890"/>
                </a:lnTo>
                <a:lnTo>
                  <a:pt x="373570" y="239458"/>
                </a:lnTo>
                <a:close/>
              </a:path>
              <a:path w="773430" h="381635">
                <a:moveTo>
                  <a:pt x="498627" y="9144"/>
                </a:moveTo>
                <a:lnTo>
                  <a:pt x="469671" y="1524"/>
                </a:lnTo>
                <a:lnTo>
                  <a:pt x="454240" y="51828"/>
                </a:lnTo>
                <a:lnTo>
                  <a:pt x="435381" y="99529"/>
                </a:lnTo>
                <a:lnTo>
                  <a:pt x="413054" y="144386"/>
                </a:lnTo>
                <a:lnTo>
                  <a:pt x="387286" y="186118"/>
                </a:lnTo>
                <a:lnTo>
                  <a:pt x="401002" y="218122"/>
                </a:lnTo>
                <a:lnTo>
                  <a:pt x="410197" y="204114"/>
                </a:lnTo>
                <a:lnTo>
                  <a:pt x="419379" y="189534"/>
                </a:lnTo>
                <a:lnTo>
                  <a:pt x="428523" y="174358"/>
                </a:lnTo>
                <a:lnTo>
                  <a:pt x="437667" y="158584"/>
                </a:lnTo>
                <a:lnTo>
                  <a:pt x="437667" y="376809"/>
                </a:lnTo>
                <a:lnTo>
                  <a:pt x="465099" y="376809"/>
                </a:lnTo>
                <a:lnTo>
                  <a:pt x="465099" y="158584"/>
                </a:lnTo>
                <a:lnTo>
                  <a:pt x="465099" y="100672"/>
                </a:lnTo>
                <a:lnTo>
                  <a:pt x="474205" y="79514"/>
                </a:lnTo>
                <a:lnTo>
                  <a:pt x="483006" y="57200"/>
                </a:lnTo>
                <a:lnTo>
                  <a:pt x="491248" y="33731"/>
                </a:lnTo>
                <a:lnTo>
                  <a:pt x="498627" y="9144"/>
                </a:lnTo>
                <a:close/>
              </a:path>
              <a:path w="773430" h="381635">
                <a:moveTo>
                  <a:pt x="773150" y="279171"/>
                </a:moveTo>
                <a:lnTo>
                  <a:pt x="737971" y="248805"/>
                </a:lnTo>
                <a:lnTo>
                  <a:pt x="707796" y="210312"/>
                </a:lnTo>
                <a:lnTo>
                  <a:pt x="682447" y="163525"/>
                </a:lnTo>
                <a:lnTo>
                  <a:pt x="661797" y="108292"/>
                </a:lnTo>
                <a:lnTo>
                  <a:pt x="759421" y="108292"/>
                </a:lnTo>
                <a:lnTo>
                  <a:pt x="759421" y="80860"/>
                </a:lnTo>
                <a:lnTo>
                  <a:pt x="637413" y="80860"/>
                </a:lnTo>
                <a:lnTo>
                  <a:pt x="637413" y="3048"/>
                </a:lnTo>
                <a:lnTo>
                  <a:pt x="608457" y="3048"/>
                </a:lnTo>
                <a:lnTo>
                  <a:pt x="608457" y="80860"/>
                </a:lnTo>
                <a:lnTo>
                  <a:pt x="491007" y="80860"/>
                </a:lnTo>
                <a:lnTo>
                  <a:pt x="491007" y="108292"/>
                </a:lnTo>
                <a:lnTo>
                  <a:pt x="581025" y="108292"/>
                </a:lnTo>
                <a:lnTo>
                  <a:pt x="560438" y="162407"/>
                </a:lnTo>
                <a:lnTo>
                  <a:pt x="535254" y="210502"/>
                </a:lnTo>
                <a:lnTo>
                  <a:pt x="505510" y="252882"/>
                </a:lnTo>
                <a:lnTo>
                  <a:pt x="471195" y="289852"/>
                </a:lnTo>
                <a:lnTo>
                  <a:pt x="476656" y="295770"/>
                </a:lnTo>
                <a:lnTo>
                  <a:pt x="481672" y="301853"/>
                </a:lnTo>
                <a:lnTo>
                  <a:pt x="486422" y="307632"/>
                </a:lnTo>
                <a:lnTo>
                  <a:pt x="491007" y="312712"/>
                </a:lnTo>
                <a:lnTo>
                  <a:pt x="521995" y="281178"/>
                </a:lnTo>
                <a:lnTo>
                  <a:pt x="549071" y="245135"/>
                </a:lnTo>
                <a:lnTo>
                  <a:pt x="572414" y="204406"/>
                </a:lnTo>
                <a:lnTo>
                  <a:pt x="592150" y="158851"/>
                </a:lnTo>
                <a:lnTo>
                  <a:pt x="608457" y="108292"/>
                </a:lnTo>
                <a:lnTo>
                  <a:pt x="608457" y="269938"/>
                </a:lnTo>
                <a:lnTo>
                  <a:pt x="553593" y="269938"/>
                </a:lnTo>
                <a:lnTo>
                  <a:pt x="553593" y="297472"/>
                </a:lnTo>
                <a:lnTo>
                  <a:pt x="608457" y="297472"/>
                </a:lnTo>
                <a:lnTo>
                  <a:pt x="608457" y="376809"/>
                </a:lnTo>
                <a:lnTo>
                  <a:pt x="637413" y="376809"/>
                </a:lnTo>
                <a:lnTo>
                  <a:pt x="637413" y="297472"/>
                </a:lnTo>
                <a:lnTo>
                  <a:pt x="693889" y="297472"/>
                </a:lnTo>
                <a:lnTo>
                  <a:pt x="693889" y="269938"/>
                </a:lnTo>
                <a:lnTo>
                  <a:pt x="637413" y="269938"/>
                </a:lnTo>
                <a:lnTo>
                  <a:pt x="637413" y="108292"/>
                </a:lnTo>
                <a:lnTo>
                  <a:pt x="653542" y="160985"/>
                </a:lnTo>
                <a:lnTo>
                  <a:pt x="672757" y="207302"/>
                </a:lnTo>
                <a:lnTo>
                  <a:pt x="695185" y="247103"/>
                </a:lnTo>
                <a:lnTo>
                  <a:pt x="720991" y="280250"/>
                </a:lnTo>
                <a:lnTo>
                  <a:pt x="750277" y="306616"/>
                </a:lnTo>
                <a:lnTo>
                  <a:pt x="755142" y="300609"/>
                </a:lnTo>
                <a:lnTo>
                  <a:pt x="760564" y="294043"/>
                </a:lnTo>
                <a:lnTo>
                  <a:pt x="766572" y="286893"/>
                </a:lnTo>
                <a:lnTo>
                  <a:pt x="773150" y="27917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2879026" y="5093398"/>
            <a:ext cx="102235" cy="363220"/>
          </a:xfrm>
          <a:custGeom>
            <a:avLst/>
            <a:gdLst/>
            <a:ahLst/>
            <a:cxnLst/>
            <a:rect l="l" t="t" r="r" b="b"/>
            <a:pathLst>
              <a:path w="102235" h="363220">
                <a:moveTo>
                  <a:pt x="100679" y="362997"/>
                </a:moveTo>
                <a:lnTo>
                  <a:pt x="68675" y="362997"/>
                </a:lnTo>
                <a:lnTo>
                  <a:pt x="38656" y="323525"/>
                </a:lnTo>
                <a:lnTo>
                  <a:pt x="17192" y="280463"/>
                </a:lnTo>
                <a:lnTo>
                  <a:pt x="4301" y="233686"/>
                </a:lnTo>
                <a:lnTo>
                  <a:pt x="0" y="183070"/>
                </a:lnTo>
                <a:lnTo>
                  <a:pt x="4301" y="131279"/>
                </a:lnTo>
                <a:lnTo>
                  <a:pt x="17192" y="83498"/>
                </a:lnTo>
                <a:lnTo>
                  <a:pt x="38656" y="39735"/>
                </a:lnTo>
                <a:lnTo>
                  <a:pt x="68675" y="0"/>
                </a:lnTo>
                <a:lnTo>
                  <a:pt x="102203" y="0"/>
                </a:lnTo>
                <a:lnTo>
                  <a:pt x="72199" y="40569"/>
                </a:lnTo>
                <a:lnTo>
                  <a:pt x="50768" y="84451"/>
                </a:lnTo>
                <a:lnTo>
                  <a:pt x="37909" y="131494"/>
                </a:lnTo>
                <a:lnTo>
                  <a:pt x="33623" y="181546"/>
                </a:lnTo>
                <a:lnTo>
                  <a:pt x="37885" y="232186"/>
                </a:lnTo>
                <a:lnTo>
                  <a:pt x="50577" y="279130"/>
                </a:lnTo>
                <a:lnTo>
                  <a:pt x="71556" y="322644"/>
                </a:lnTo>
                <a:lnTo>
                  <a:pt x="100679" y="3629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3039236" y="5110067"/>
            <a:ext cx="282575" cy="283845"/>
          </a:xfrm>
          <a:custGeom>
            <a:avLst/>
            <a:gdLst/>
            <a:ahLst/>
            <a:cxnLst/>
            <a:rect l="l" t="t" r="r" b="b"/>
            <a:pathLst>
              <a:path w="282575" h="283845">
                <a:moveTo>
                  <a:pt x="93059" y="283749"/>
                </a:moveTo>
                <a:lnTo>
                  <a:pt x="54864" y="279177"/>
                </a:lnTo>
                <a:lnTo>
                  <a:pt x="19597" y="258175"/>
                </a:lnTo>
                <a:lnTo>
                  <a:pt x="1333" y="222932"/>
                </a:lnTo>
                <a:lnTo>
                  <a:pt x="0" y="204406"/>
                </a:lnTo>
                <a:lnTo>
                  <a:pt x="910" y="190309"/>
                </a:lnTo>
                <a:lnTo>
                  <a:pt x="16764" y="154114"/>
                </a:lnTo>
                <a:lnTo>
                  <a:pt x="48482" y="127713"/>
                </a:lnTo>
                <a:lnTo>
                  <a:pt x="62484" y="120491"/>
                </a:lnTo>
                <a:lnTo>
                  <a:pt x="59436" y="117443"/>
                </a:lnTo>
                <a:lnTo>
                  <a:pt x="54864" y="114395"/>
                </a:lnTo>
                <a:lnTo>
                  <a:pt x="47244" y="106775"/>
                </a:lnTo>
                <a:lnTo>
                  <a:pt x="38100" y="93059"/>
                </a:lnTo>
                <a:lnTo>
                  <a:pt x="36552" y="88439"/>
                </a:lnTo>
                <a:lnTo>
                  <a:pt x="33528" y="82391"/>
                </a:lnTo>
                <a:lnTo>
                  <a:pt x="32004" y="76295"/>
                </a:lnTo>
                <a:lnTo>
                  <a:pt x="32067" y="61055"/>
                </a:lnTo>
                <a:lnTo>
                  <a:pt x="32289" y="55745"/>
                </a:lnTo>
                <a:lnTo>
                  <a:pt x="51816" y="16764"/>
                </a:lnTo>
                <a:lnTo>
                  <a:pt x="87903" y="1143"/>
                </a:lnTo>
                <a:lnTo>
                  <a:pt x="102203" y="0"/>
                </a:lnTo>
                <a:lnTo>
                  <a:pt x="109918" y="285"/>
                </a:lnTo>
                <a:lnTo>
                  <a:pt x="150971" y="16764"/>
                </a:lnTo>
                <a:lnTo>
                  <a:pt x="157067" y="21431"/>
                </a:lnTo>
                <a:lnTo>
                  <a:pt x="160496" y="26003"/>
                </a:lnTo>
                <a:lnTo>
                  <a:pt x="102203" y="26003"/>
                </a:lnTo>
                <a:lnTo>
                  <a:pt x="93605" y="26574"/>
                </a:lnTo>
                <a:lnTo>
                  <a:pt x="61793" y="54864"/>
                </a:lnTo>
                <a:lnTo>
                  <a:pt x="60960" y="62579"/>
                </a:lnTo>
                <a:lnTo>
                  <a:pt x="60960" y="68675"/>
                </a:lnTo>
                <a:lnTo>
                  <a:pt x="67056" y="86963"/>
                </a:lnTo>
                <a:lnTo>
                  <a:pt x="70104" y="91535"/>
                </a:lnTo>
                <a:lnTo>
                  <a:pt x="76200" y="97631"/>
                </a:lnTo>
                <a:lnTo>
                  <a:pt x="80867" y="100679"/>
                </a:lnTo>
                <a:lnTo>
                  <a:pt x="83915" y="103727"/>
                </a:lnTo>
                <a:lnTo>
                  <a:pt x="93059" y="109823"/>
                </a:lnTo>
                <a:lnTo>
                  <a:pt x="141913" y="109823"/>
                </a:lnTo>
                <a:lnTo>
                  <a:pt x="140684" y="110787"/>
                </a:lnTo>
                <a:lnTo>
                  <a:pt x="130063" y="116935"/>
                </a:lnTo>
                <a:lnTo>
                  <a:pt x="117443" y="122110"/>
                </a:lnTo>
                <a:lnTo>
                  <a:pt x="124039" y="125325"/>
                </a:lnTo>
                <a:lnTo>
                  <a:pt x="130206" y="128397"/>
                </a:lnTo>
                <a:lnTo>
                  <a:pt x="136088" y="131754"/>
                </a:lnTo>
                <a:lnTo>
                  <a:pt x="141827" y="135826"/>
                </a:lnTo>
                <a:lnTo>
                  <a:pt x="86963" y="135826"/>
                </a:lnTo>
                <a:lnTo>
                  <a:pt x="79248" y="138874"/>
                </a:lnTo>
                <a:lnTo>
                  <a:pt x="71628" y="143446"/>
                </a:lnTo>
                <a:lnTo>
                  <a:pt x="64008" y="146494"/>
                </a:lnTo>
                <a:lnTo>
                  <a:pt x="51816" y="155638"/>
                </a:lnTo>
                <a:lnTo>
                  <a:pt x="32956" y="190309"/>
                </a:lnTo>
                <a:lnTo>
                  <a:pt x="32023" y="212121"/>
                </a:lnTo>
                <a:lnTo>
                  <a:pt x="33528" y="219646"/>
                </a:lnTo>
                <a:lnTo>
                  <a:pt x="36576" y="227361"/>
                </a:lnTo>
                <a:lnTo>
                  <a:pt x="39624" y="233457"/>
                </a:lnTo>
                <a:lnTo>
                  <a:pt x="44196" y="239553"/>
                </a:lnTo>
                <a:lnTo>
                  <a:pt x="48768" y="242601"/>
                </a:lnTo>
                <a:lnTo>
                  <a:pt x="60960" y="251745"/>
                </a:lnTo>
                <a:lnTo>
                  <a:pt x="83915" y="256317"/>
                </a:lnTo>
                <a:lnTo>
                  <a:pt x="175355" y="256317"/>
                </a:lnTo>
                <a:lnTo>
                  <a:pt x="173831" y="257841"/>
                </a:lnTo>
                <a:lnTo>
                  <a:pt x="168116" y="261246"/>
                </a:lnTo>
                <a:lnTo>
                  <a:pt x="162401" y="264509"/>
                </a:lnTo>
                <a:lnTo>
                  <a:pt x="156686" y="267485"/>
                </a:lnTo>
                <a:lnTo>
                  <a:pt x="150971" y="270033"/>
                </a:lnTo>
                <a:lnTo>
                  <a:pt x="144970" y="273200"/>
                </a:lnTo>
                <a:lnTo>
                  <a:pt x="101036" y="283487"/>
                </a:lnTo>
                <a:lnTo>
                  <a:pt x="93059" y="283749"/>
                </a:lnTo>
                <a:close/>
              </a:path>
              <a:path w="282575" h="283845">
                <a:moveTo>
                  <a:pt x="141913" y="109823"/>
                </a:moveTo>
                <a:lnTo>
                  <a:pt x="93059" y="109823"/>
                </a:lnTo>
                <a:lnTo>
                  <a:pt x="103893" y="105227"/>
                </a:lnTo>
                <a:lnTo>
                  <a:pt x="113442" y="100488"/>
                </a:lnTo>
                <a:lnTo>
                  <a:pt x="139469" y="69651"/>
                </a:lnTo>
                <a:lnTo>
                  <a:pt x="140271" y="54864"/>
                </a:lnTo>
                <a:lnTo>
                  <a:pt x="137255" y="45815"/>
                </a:lnTo>
                <a:lnTo>
                  <a:pt x="111347" y="26003"/>
                </a:lnTo>
                <a:lnTo>
                  <a:pt x="160496" y="26003"/>
                </a:lnTo>
                <a:lnTo>
                  <a:pt x="161639" y="27527"/>
                </a:lnTo>
                <a:lnTo>
                  <a:pt x="164687" y="35147"/>
                </a:lnTo>
                <a:lnTo>
                  <a:pt x="167735" y="41243"/>
                </a:lnTo>
                <a:lnTo>
                  <a:pt x="169259" y="50387"/>
                </a:lnTo>
                <a:lnTo>
                  <a:pt x="169259" y="58007"/>
                </a:lnTo>
                <a:lnTo>
                  <a:pt x="157067" y="96107"/>
                </a:lnTo>
                <a:lnTo>
                  <a:pt x="149590" y="103800"/>
                </a:lnTo>
                <a:lnTo>
                  <a:pt x="141913" y="109823"/>
                </a:lnTo>
                <a:close/>
              </a:path>
              <a:path w="282575" h="283845">
                <a:moveTo>
                  <a:pt x="225454" y="193738"/>
                </a:moveTo>
                <a:lnTo>
                  <a:pt x="193643" y="193738"/>
                </a:lnTo>
                <a:lnTo>
                  <a:pt x="201072" y="182284"/>
                </a:lnTo>
                <a:lnTo>
                  <a:pt x="207359" y="170688"/>
                </a:lnTo>
                <a:lnTo>
                  <a:pt x="220320" y="132763"/>
                </a:lnTo>
                <a:lnTo>
                  <a:pt x="224218" y="77819"/>
                </a:lnTo>
                <a:lnTo>
                  <a:pt x="222694" y="73247"/>
                </a:lnTo>
                <a:lnTo>
                  <a:pt x="222694" y="68675"/>
                </a:lnTo>
                <a:lnTo>
                  <a:pt x="221170" y="65627"/>
                </a:lnTo>
                <a:lnTo>
                  <a:pt x="251650" y="65627"/>
                </a:lnTo>
                <a:lnTo>
                  <a:pt x="253174" y="68675"/>
                </a:lnTo>
                <a:lnTo>
                  <a:pt x="253174" y="80867"/>
                </a:lnTo>
                <a:lnTo>
                  <a:pt x="254698" y="85439"/>
                </a:lnTo>
                <a:lnTo>
                  <a:pt x="250126" y="125158"/>
                </a:lnTo>
                <a:lnTo>
                  <a:pt x="248697" y="134064"/>
                </a:lnTo>
                <a:lnTo>
                  <a:pt x="234124" y="176022"/>
                </a:lnTo>
                <a:lnTo>
                  <a:pt x="227266" y="190690"/>
                </a:lnTo>
                <a:lnTo>
                  <a:pt x="225454" y="193738"/>
                </a:lnTo>
                <a:close/>
              </a:path>
              <a:path w="282575" h="283845">
                <a:moveTo>
                  <a:pt x="175355" y="256317"/>
                </a:moveTo>
                <a:lnTo>
                  <a:pt x="93059" y="256317"/>
                </a:lnTo>
                <a:lnTo>
                  <a:pt x="99893" y="256270"/>
                </a:lnTo>
                <a:lnTo>
                  <a:pt x="106584" y="255936"/>
                </a:lnTo>
                <a:lnTo>
                  <a:pt x="112990" y="255031"/>
                </a:lnTo>
                <a:lnTo>
                  <a:pt x="118967" y="253269"/>
                </a:lnTo>
                <a:lnTo>
                  <a:pt x="128111" y="251745"/>
                </a:lnTo>
                <a:lnTo>
                  <a:pt x="135731" y="248697"/>
                </a:lnTo>
                <a:lnTo>
                  <a:pt x="141827" y="245649"/>
                </a:lnTo>
                <a:lnTo>
                  <a:pt x="149447" y="241077"/>
                </a:lnTo>
                <a:lnTo>
                  <a:pt x="155543" y="238029"/>
                </a:lnTo>
                <a:lnTo>
                  <a:pt x="160115" y="233457"/>
                </a:lnTo>
                <a:lnTo>
                  <a:pt x="166211" y="228885"/>
                </a:lnTo>
                <a:lnTo>
                  <a:pt x="170783" y="222694"/>
                </a:lnTo>
                <a:lnTo>
                  <a:pt x="154019" y="187642"/>
                </a:lnTo>
                <a:lnTo>
                  <a:pt x="149423" y="181070"/>
                </a:lnTo>
                <a:lnTo>
                  <a:pt x="144684" y="175069"/>
                </a:lnTo>
                <a:lnTo>
                  <a:pt x="139660" y="169640"/>
                </a:lnTo>
                <a:lnTo>
                  <a:pt x="134207" y="164782"/>
                </a:lnTo>
                <a:lnTo>
                  <a:pt x="129314" y="160210"/>
                </a:lnTo>
                <a:lnTo>
                  <a:pt x="124110" y="156019"/>
                </a:lnTo>
                <a:lnTo>
                  <a:pt x="118562" y="152352"/>
                </a:lnTo>
                <a:lnTo>
                  <a:pt x="112871" y="149542"/>
                </a:lnTo>
                <a:lnTo>
                  <a:pt x="107108" y="146113"/>
                </a:lnTo>
                <a:lnTo>
                  <a:pt x="101060" y="142684"/>
                </a:lnTo>
                <a:lnTo>
                  <a:pt x="94440" y="139255"/>
                </a:lnTo>
                <a:lnTo>
                  <a:pt x="86963" y="135826"/>
                </a:lnTo>
                <a:lnTo>
                  <a:pt x="141827" y="135826"/>
                </a:lnTo>
                <a:lnTo>
                  <a:pt x="170021" y="161925"/>
                </a:lnTo>
                <a:lnTo>
                  <a:pt x="193643" y="193738"/>
                </a:lnTo>
                <a:lnTo>
                  <a:pt x="225454" y="193738"/>
                </a:lnTo>
                <a:lnTo>
                  <a:pt x="222679" y="198405"/>
                </a:lnTo>
                <a:lnTo>
                  <a:pt x="218074" y="205549"/>
                </a:lnTo>
                <a:lnTo>
                  <a:pt x="213470" y="212121"/>
                </a:lnTo>
                <a:lnTo>
                  <a:pt x="208883" y="218122"/>
                </a:lnTo>
                <a:lnTo>
                  <a:pt x="213455" y="224218"/>
                </a:lnTo>
                <a:lnTo>
                  <a:pt x="218027" y="230409"/>
                </a:lnTo>
                <a:lnTo>
                  <a:pt x="221170" y="234981"/>
                </a:lnTo>
                <a:lnTo>
                  <a:pt x="227266" y="241077"/>
                </a:lnTo>
                <a:lnTo>
                  <a:pt x="190595" y="241077"/>
                </a:lnTo>
                <a:lnTo>
                  <a:pt x="186023" y="247173"/>
                </a:lnTo>
                <a:lnTo>
                  <a:pt x="179927" y="251745"/>
                </a:lnTo>
                <a:lnTo>
                  <a:pt x="175355" y="256317"/>
                </a:lnTo>
                <a:close/>
              </a:path>
              <a:path w="282575" h="283845">
                <a:moveTo>
                  <a:pt x="262318" y="283749"/>
                </a:moveTo>
                <a:lnTo>
                  <a:pt x="245554" y="283749"/>
                </a:lnTo>
                <a:lnTo>
                  <a:pt x="233362" y="280701"/>
                </a:lnTo>
                <a:lnTo>
                  <a:pt x="199739" y="253269"/>
                </a:lnTo>
                <a:lnTo>
                  <a:pt x="195167" y="248697"/>
                </a:lnTo>
                <a:lnTo>
                  <a:pt x="190595" y="241077"/>
                </a:lnTo>
                <a:lnTo>
                  <a:pt x="227266" y="241077"/>
                </a:lnTo>
                <a:lnTo>
                  <a:pt x="228790" y="242601"/>
                </a:lnTo>
                <a:lnTo>
                  <a:pt x="233362" y="245649"/>
                </a:lnTo>
                <a:lnTo>
                  <a:pt x="236410" y="248697"/>
                </a:lnTo>
                <a:lnTo>
                  <a:pt x="240982" y="251745"/>
                </a:lnTo>
                <a:lnTo>
                  <a:pt x="244030" y="253269"/>
                </a:lnTo>
                <a:lnTo>
                  <a:pt x="248602" y="253269"/>
                </a:lnTo>
                <a:lnTo>
                  <a:pt x="253174" y="254793"/>
                </a:lnTo>
                <a:lnTo>
                  <a:pt x="282130" y="254793"/>
                </a:lnTo>
                <a:lnTo>
                  <a:pt x="282130" y="277653"/>
                </a:lnTo>
                <a:lnTo>
                  <a:pt x="277558" y="280701"/>
                </a:lnTo>
                <a:lnTo>
                  <a:pt x="272986" y="280701"/>
                </a:lnTo>
                <a:lnTo>
                  <a:pt x="268414" y="282225"/>
                </a:lnTo>
                <a:lnTo>
                  <a:pt x="262318" y="283749"/>
                </a:lnTo>
                <a:close/>
              </a:path>
              <a:path w="282575" h="283845">
                <a:moveTo>
                  <a:pt x="282130" y="254793"/>
                </a:moveTo>
                <a:lnTo>
                  <a:pt x="265366" y="254793"/>
                </a:lnTo>
                <a:lnTo>
                  <a:pt x="274510" y="251745"/>
                </a:lnTo>
                <a:lnTo>
                  <a:pt x="277558" y="250221"/>
                </a:lnTo>
                <a:lnTo>
                  <a:pt x="282130" y="248697"/>
                </a:lnTo>
                <a:lnTo>
                  <a:pt x="282130" y="2547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388423" y="5342001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6003" y="102203"/>
                </a:moveTo>
                <a:lnTo>
                  <a:pt x="0" y="102203"/>
                </a:lnTo>
                <a:lnTo>
                  <a:pt x="22955" y="0"/>
                </a:lnTo>
                <a:lnTo>
                  <a:pt x="58007" y="0"/>
                </a:lnTo>
                <a:lnTo>
                  <a:pt x="26003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2757" y="5178742"/>
            <a:ext cx="164687" cy="186118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3995451" y="5346573"/>
            <a:ext cx="53340" cy="93345"/>
          </a:xfrm>
          <a:custGeom>
            <a:avLst/>
            <a:gdLst/>
            <a:ahLst/>
            <a:cxnLst/>
            <a:rect l="l" t="t" r="r" b="b"/>
            <a:pathLst>
              <a:path w="53339" h="93345">
                <a:moveTo>
                  <a:pt x="22860" y="93059"/>
                </a:moveTo>
                <a:lnTo>
                  <a:pt x="0" y="93059"/>
                </a:lnTo>
                <a:lnTo>
                  <a:pt x="22860" y="0"/>
                </a:lnTo>
                <a:lnTo>
                  <a:pt x="53339" y="0"/>
                </a:lnTo>
                <a:lnTo>
                  <a:pt x="22860" y="9305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33386" y="5178742"/>
            <a:ext cx="164687" cy="186118"/>
          </a:xfrm>
          <a:prstGeom prst="rect">
            <a:avLst/>
          </a:prstGeom>
        </p:spPr>
      </p:pic>
      <p:sp>
        <p:nvSpPr>
          <p:cNvPr id="39" name="object 39" descr=""/>
          <p:cNvSpPr/>
          <p:nvPr/>
        </p:nvSpPr>
        <p:spPr>
          <a:xfrm>
            <a:off x="4457509" y="5346573"/>
            <a:ext cx="53975" cy="93345"/>
          </a:xfrm>
          <a:custGeom>
            <a:avLst/>
            <a:gdLst/>
            <a:ahLst/>
            <a:cxnLst/>
            <a:rect l="l" t="t" r="r" b="b"/>
            <a:pathLst>
              <a:path w="53975" h="93345">
                <a:moveTo>
                  <a:pt x="22859" y="93059"/>
                </a:moveTo>
                <a:lnTo>
                  <a:pt x="0" y="93059"/>
                </a:lnTo>
                <a:lnTo>
                  <a:pt x="22859" y="0"/>
                </a:lnTo>
                <a:lnTo>
                  <a:pt x="53435" y="0"/>
                </a:lnTo>
                <a:lnTo>
                  <a:pt x="22859" y="9305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4672571" y="5114645"/>
            <a:ext cx="92075" cy="85725"/>
          </a:xfrm>
          <a:custGeom>
            <a:avLst/>
            <a:gdLst/>
            <a:ahLst/>
            <a:cxnLst/>
            <a:rect l="l" t="t" r="r" b="b"/>
            <a:pathLst>
              <a:path w="92075" h="85725">
                <a:moveTo>
                  <a:pt x="28968" y="0"/>
                </a:moveTo>
                <a:lnTo>
                  <a:pt x="0" y="0"/>
                </a:lnTo>
                <a:lnTo>
                  <a:pt x="0" y="85445"/>
                </a:lnTo>
                <a:lnTo>
                  <a:pt x="28968" y="85445"/>
                </a:lnTo>
                <a:lnTo>
                  <a:pt x="28968" y="0"/>
                </a:lnTo>
                <a:close/>
              </a:path>
              <a:path w="92075" h="85725">
                <a:moveTo>
                  <a:pt x="91452" y="0"/>
                </a:moveTo>
                <a:lnTo>
                  <a:pt x="64020" y="0"/>
                </a:lnTo>
                <a:lnTo>
                  <a:pt x="64020" y="85445"/>
                </a:lnTo>
                <a:lnTo>
                  <a:pt x="91452" y="85445"/>
                </a:lnTo>
                <a:lnTo>
                  <a:pt x="9145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4937950" y="5093303"/>
            <a:ext cx="102235" cy="363220"/>
          </a:xfrm>
          <a:custGeom>
            <a:avLst/>
            <a:gdLst/>
            <a:ahLst/>
            <a:cxnLst/>
            <a:rect l="l" t="t" r="r" b="b"/>
            <a:pathLst>
              <a:path w="102235" h="363220">
                <a:moveTo>
                  <a:pt x="33527" y="363093"/>
                </a:moveTo>
                <a:lnTo>
                  <a:pt x="0" y="363093"/>
                </a:lnTo>
                <a:lnTo>
                  <a:pt x="30003" y="323317"/>
                </a:lnTo>
                <a:lnTo>
                  <a:pt x="51434" y="279558"/>
                </a:lnTo>
                <a:lnTo>
                  <a:pt x="64293" y="231799"/>
                </a:lnTo>
                <a:lnTo>
                  <a:pt x="68579" y="180022"/>
                </a:lnTo>
                <a:lnTo>
                  <a:pt x="64317" y="130221"/>
                </a:lnTo>
                <a:lnTo>
                  <a:pt x="51625" y="83724"/>
                </a:lnTo>
                <a:lnTo>
                  <a:pt x="30646" y="40371"/>
                </a:lnTo>
                <a:lnTo>
                  <a:pt x="1523" y="0"/>
                </a:lnTo>
                <a:lnTo>
                  <a:pt x="33527" y="0"/>
                </a:lnTo>
                <a:lnTo>
                  <a:pt x="63531" y="38870"/>
                </a:lnTo>
                <a:lnTo>
                  <a:pt x="84962" y="82010"/>
                </a:lnTo>
                <a:lnTo>
                  <a:pt x="97821" y="129150"/>
                </a:lnTo>
                <a:lnTo>
                  <a:pt x="102107" y="180022"/>
                </a:lnTo>
                <a:lnTo>
                  <a:pt x="97821" y="231799"/>
                </a:lnTo>
                <a:lnTo>
                  <a:pt x="84962" y="279558"/>
                </a:lnTo>
                <a:lnTo>
                  <a:pt x="63531" y="323317"/>
                </a:lnTo>
                <a:lnTo>
                  <a:pt x="33527" y="3630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418844" y="57851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752123" y="5628703"/>
            <a:ext cx="204470" cy="282575"/>
          </a:xfrm>
          <a:custGeom>
            <a:avLst/>
            <a:gdLst/>
            <a:ahLst/>
            <a:cxnLst/>
            <a:rect l="l" t="t" r="r" b="b"/>
            <a:pathLst>
              <a:path w="204469" h="282575">
                <a:moveTo>
                  <a:pt x="128111" y="282225"/>
                </a:moveTo>
                <a:lnTo>
                  <a:pt x="75830" y="273081"/>
                </a:lnTo>
                <a:lnTo>
                  <a:pt x="35052" y="245649"/>
                </a:lnTo>
                <a:lnTo>
                  <a:pt x="8953" y="201751"/>
                </a:lnTo>
                <a:lnTo>
                  <a:pt x="0" y="146494"/>
                </a:lnTo>
                <a:lnTo>
                  <a:pt x="2547" y="114983"/>
                </a:lnTo>
                <a:lnTo>
                  <a:pt x="22502" y="61747"/>
                </a:lnTo>
                <a:lnTo>
                  <a:pt x="60485" y="21900"/>
                </a:lnTo>
                <a:lnTo>
                  <a:pt x="110815" y="2335"/>
                </a:lnTo>
                <a:lnTo>
                  <a:pt x="140303" y="0"/>
                </a:lnTo>
                <a:lnTo>
                  <a:pt x="158877" y="595"/>
                </a:lnTo>
                <a:lnTo>
                  <a:pt x="175736" y="2476"/>
                </a:lnTo>
                <a:lnTo>
                  <a:pt x="190881" y="5786"/>
                </a:lnTo>
                <a:lnTo>
                  <a:pt x="204311" y="10667"/>
                </a:lnTo>
                <a:lnTo>
                  <a:pt x="204311" y="44291"/>
                </a:lnTo>
                <a:lnTo>
                  <a:pt x="189142" y="37409"/>
                </a:lnTo>
                <a:lnTo>
                  <a:pt x="173259" y="32670"/>
                </a:lnTo>
                <a:lnTo>
                  <a:pt x="156519" y="29932"/>
                </a:lnTo>
                <a:lnTo>
                  <a:pt x="138779" y="29051"/>
                </a:lnTo>
                <a:lnTo>
                  <a:pt x="116745" y="31027"/>
                </a:lnTo>
                <a:lnTo>
                  <a:pt x="78463" y="46410"/>
                </a:lnTo>
                <a:lnTo>
                  <a:pt x="49601" y="76939"/>
                </a:lnTo>
                <a:lnTo>
                  <a:pt x="35266" y="119793"/>
                </a:lnTo>
                <a:lnTo>
                  <a:pt x="33528" y="144970"/>
                </a:lnTo>
                <a:lnTo>
                  <a:pt x="35242" y="168713"/>
                </a:lnTo>
                <a:lnTo>
                  <a:pt x="48958" y="208232"/>
                </a:lnTo>
                <a:lnTo>
                  <a:pt x="75796" y="237434"/>
                </a:lnTo>
                <a:lnTo>
                  <a:pt x="111792" y="252817"/>
                </a:lnTo>
                <a:lnTo>
                  <a:pt x="132683" y="254793"/>
                </a:lnTo>
                <a:lnTo>
                  <a:pt x="152661" y="253626"/>
                </a:lnTo>
                <a:lnTo>
                  <a:pt x="171354" y="250031"/>
                </a:lnTo>
                <a:lnTo>
                  <a:pt x="188618" y="243863"/>
                </a:lnTo>
                <a:lnTo>
                  <a:pt x="204311" y="234981"/>
                </a:lnTo>
                <a:lnTo>
                  <a:pt x="204311" y="266985"/>
                </a:lnTo>
                <a:lnTo>
                  <a:pt x="188333" y="273867"/>
                </a:lnTo>
                <a:lnTo>
                  <a:pt x="170211" y="278606"/>
                </a:lnTo>
                <a:lnTo>
                  <a:pt x="150090" y="281344"/>
                </a:lnTo>
                <a:lnTo>
                  <a:pt x="128111" y="2822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012912" y="5633123"/>
            <a:ext cx="942975" cy="273685"/>
          </a:xfrm>
          <a:custGeom>
            <a:avLst/>
            <a:gdLst/>
            <a:ahLst/>
            <a:cxnLst/>
            <a:rect l="l" t="t" r="r" b="b"/>
            <a:pathLst>
              <a:path w="942975" h="273685">
                <a:moveTo>
                  <a:pt x="221081" y="132930"/>
                </a:moveTo>
                <a:lnTo>
                  <a:pt x="215226" y="85153"/>
                </a:lnTo>
                <a:lnTo>
                  <a:pt x="197662" y="47967"/>
                </a:lnTo>
                <a:lnTo>
                  <a:pt x="186029" y="37426"/>
                </a:lnTo>
                <a:lnTo>
                  <a:pt x="186029" y="134454"/>
                </a:lnTo>
                <a:lnTo>
                  <a:pt x="184289" y="159296"/>
                </a:lnTo>
                <a:lnTo>
                  <a:pt x="169951" y="199821"/>
                </a:lnTo>
                <a:lnTo>
                  <a:pt x="140525" y="228168"/>
                </a:lnTo>
                <a:lnTo>
                  <a:pt x="98259" y="242544"/>
                </a:lnTo>
                <a:lnTo>
                  <a:pt x="73152" y="244284"/>
                </a:lnTo>
                <a:lnTo>
                  <a:pt x="32004" y="244284"/>
                </a:lnTo>
                <a:lnTo>
                  <a:pt x="32004" y="29210"/>
                </a:lnTo>
                <a:lnTo>
                  <a:pt x="74676" y="29210"/>
                </a:lnTo>
                <a:lnTo>
                  <a:pt x="123621" y="35788"/>
                </a:lnTo>
                <a:lnTo>
                  <a:pt x="158394" y="55511"/>
                </a:lnTo>
                <a:lnTo>
                  <a:pt x="179146" y="88404"/>
                </a:lnTo>
                <a:lnTo>
                  <a:pt x="186029" y="134454"/>
                </a:lnTo>
                <a:lnTo>
                  <a:pt x="186029" y="37426"/>
                </a:lnTo>
                <a:lnTo>
                  <a:pt x="176974" y="29210"/>
                </a:lnTo>
                <a:lnTo>
                  <a:pt x="168389" y="21412"/>
                </a:lnTo>
                <a:lnTo>
                  <a:pt x="127393" y="5473"/>
                </a:lnTo>
                <a:lnTo>
                  <a:pt x="74676" y="152"/>
                </a:lnTo>
                <a:lnTo>
                  <a:pt x="0" y="152"/>
                </a:lnTo>
                <a:lnTo>
                  <a:pt x="0" y="273240"/>
                </a:lnTo>
                <a:lnTo>
                  <a:pt x="71628" y="273240"/>
                </a:lnTo>
                <a:lnTo>
                  <a:pt x="104190" y="270929"/>
                </a:lnTo>
                <a:lnTo>
                  <a:pt x="133210" y="263906"/>
                </a:lnTo>
                <a:lnTo>
                  <a:pt x="158508" y="252018"/>
                </a:lnTo>
                <a:lnTo>
                  <a:pt x="168325" y="244284"/>
                </a:lnTo>
                <a:lnTo>
                  <a:pt x="179933" y="235140"/>
                </a:lnTo>
                <a:lnTo>
                  <a:pt x="197929" y="214198"/>
                </a:lnTo>
                <a:lnTo>
                  <a:pt x="210794" y="190284"/>
                </a:lnTo>
                <a:lnTo>
                  <a:pt x="218503" y="163245"/>
                </a:lnTo>
                <a:lnTo>
                  <a:pt x="221081" y="132930"/>
                </a:lnTo>
                <a:close/>
              </a:path>
              <a:path w="942975" h="273685">
                <a:moveTo>
                  <a:pt x="484924" y="273240"/>
                </a:moveTo>
                <a:lnTo>
                  <a:pt x="455510" y="196938"/>
                </a:lnTo>
                <a:lnTo>
                  <a:pt x="444347" y="167982"/>
                </a:lnTo>
                <a:lnTo>
                  <a:pt x="410146" y="79248"/>
                </a:lnTo>
                <a:lnTo>
                  <a:pt x="410146" y="167982"/>
                </a:lnTo>
                <a:lnTo>
                  <a:pt x="314134" y="167982"/>
                </a:lnTo>
                <a:lnTo>
                  <a:pt x="356806" y="50546"/>
                </a:lnTo>
                <a:lnTo>
                  <a:pt x="359854" y="45974"/>
                </a:lnTo>
                <a:lnTo>
                  <a:pt x="359854" y="39878"/>
                </a:lnTo>
                <a:lnTo>
                  <a:pt x="361378" y="32258"/>
                </a:lnTo>
                <a:lnTo>
                  <a:pt x="362902" y="32258"/>
                </a:lnTo>
                <a:lnTo>
                  <a:pt x="364426" y="41402"/>
                </a:lnTo>
                <a:lnTo>
                  <a:pt x="365950" y="47498"/>
                </a:lnTo>
                <a:lnTo>
                  <a:pt x="367474" y="50546"/>
                </a:lnTo>
                <a:lnTo>
                  <a:pt x="410146" y="167982"/>
                </a:lnTo>
                <a:lnTo>
                  <a:pt x="410146" y="79248"/>
                </a:lnTo>
                <a:lnTo>
                  <a:pt x="392036" y="32258"/>
                </a:lnTo>
                <a:lnTo>
                  <a:pt x="379666" y="152"/>
                </a:lnTo>
                <a:lnTo>
                  <a:pt x="346138" y="152"/>
                </a:lnTo>
                <a:lnTo>
                  <a:pt x="240880" y="273240"/>
                </a:lnTo>
                <a:lnTo>
                  <a:pt x="276034" y="273240"/>
                </a:lnTo>
                <a:lnTo>
                  <a:pt x="303466" y="196938"/>
                </a:lnTo>
                <a:lnTo>
                  <a:pt x="420903" y="196938"/>
                </a:lnTo>
                <a:lnTo>
                  <a:pt x="449859" y="273240"/>
                </a:lnTo>
                <a:lnTo>
                  <a:pt x="484924" y="273240"/>
                </a:lnTo>
                <a:close/>
              </a:path>
              <a:path w="942975" h="273685">
                <a:moveTo>
                  <a:pt x="687705" y="0"/>
                </a:moveTo>
                <a:lnTo>
                  <a:pt x="497014" y="0"/>
                </a:lnTo>
                <a:lnTo>
                  <a:pt x="497014" y="29210"/>
                </a:lnTo>
                <a:lnTo>
                  <a:pt x="576351" y="29210"/>
                </a:lnTo>
                <a:lnTo>
                  <a:pt x="576351" y="273050"/>
                </a:lnTo>
                <a:lnTo>
                  <a:pt x="608355" y="273050"/>
                </a:lnTo>
                <a:lnTo>
                  <a:pt x="608355" y="29210"/>
                </a:lnTo>
                <a:lnTo>
                  <a:pt x="687705" y="29210"/>
                </a:lnTo>
                <a:lnTo>
                  <a:pt x="687705" y="0"/>
                </a:lnTo>
                <a:close/>
              </a:path>
              <a:path w="942975" h="273685">
                <a:moveTo>
                  <a:pt x="942403" y="273240"/>
                </a:moveTo>
                <a:lnTo>
                  <a:pt x="913028" y="196938"/>
                </a:lnTo>
                <a:lnTo>
                  <a:pt x="901877" y="167982"/>
                </a:lnTo>
                <a:lnTo>
                  <a:pt x="867727" y="79324"/>
                </a:lnTo>
                <a:lnTo>
                  <a:pt x="867727" y="167982"/>
                </a:lnTo>
                <a:lnTo>
                  <a:pt x="773137" y="167982"/>
                </a:lnTo>
                <a:lnTo>
                  <a:pt x="815809" y="50546"/>
                </a:lnTo>
                <a:lnTo>
                  <a:pt x="817333" y="45974"/>
                </a:lnTo>
                <a:lnTo>
                  <a:pt x="818857" y="39878"/>
                </a:lnTo>
                <a:lnTo>
                  <a:pt x="820381" y="32258"/>
                </a:lnTo>
                <a:lnTo>
                  <a:pt x="821905" y="41402"/>
                </a:lnTo>
                <a:lnTo>
                  <a:pt x="823429" y="47498"/>
                </a:lnTo>
                <a:lnTo>
                  <a:pt x="824953" y="50546"/>
                </a:lnTo>
                <a:lnTo>
                  <a:pt x="867727" y="167982"/>
                </a:lnTo>
                <a:lnTo>
                  <a:pt x="867727" y="79324"/>
                </a:lnTo>
                <a:lnTo>
                  <a:pt x="849604" y="32258"/>
                </a:lnTo>
                <a:lnTo>
                  <a:pt x="837247" y="152"/>
                </a:lnTo>
                <a:lnTo>
                  <a:pt x="803617" y="152"/>
                </a:lnTo>
                <a:lnTo>
                  <a:pt x="698461" y="273240"/>
                </a:lnTo>
                <a:lnTo>
                  <a:pt x="735037" y="273240"/>
                </a:lnTo>
                <a:lnTo>
                  <a:pt x="762469" y="196938"/>
                </a:lnTo>
                <a:lnTo>
                  <a:pt x="878395" y="196938"/>
                </a:lnTo>
                <a:lnTo>
                  <a:pt x="907351" y="273240"/>
                </a:lnTo>
                <a:lnTo>
                  <a:pt x="942403" y="273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3322891" y="5579935"/>
            <a:ext cx="1699260" cy="395605"/>
          </a:xfrm>
          <a:custGeom>
            <a:avLst/>
            <a:gdLst/>
            <a:ahLst/>
            <a:cxnLst/>
            <a:rect l="l" t="t" r="r" b="b"/>
            <a:pathLst>
              <a:path w="1699260" h="395604">
                <a:moveTo>
                  <a:pt x="102196" y="30480"/>
                </a:moveTo>
                <a:lnTo>
                  <a:pt x="68580" y="30480"/>
                </a:lnTo>
                <a:lnTo>
                  <a:pt x="38569" y="70256"/>
                </a:lnTo>
                <a:lnTo>
                  <a:pt x="17145" y="114020"/>
                </a:lnTo>
                <a:lnTo>
                  <a:pt x="4279" y="161785"/>
                </a:lnTo>
                <a:lnTo>
                  <a:pt x="0" y="213550"/>
                </a:lnTo>
                <a:lnTo>
                  <a:pt x="4279" y="265099"/>
                </a:lnTo>
                <a:lnTo>
                  <a:pt x="17145" y="312331"/>
                </a:lnTo>
                <a:lnTo>
                  <a:pt x="38569" y="355561"/>
                </a:lnTo>
                <a:lnTo>
                  <a:pt x="68580" y="395097"/>
                </a:lnTo>
                <a:lnTo>
                  <a:pt x="102196" y="395097"/>
                </a:lnTo>
                <a:lnTo>
                  <a:pt x="72136" y="354495"/>
                </a:lnTo>
                <a:lnTo>
                  <a:pt x="50673" y="310616"/>
                </a:lnTo>
                <a:lnTo>
                  <a:pt x="37807" y="263601"/>
                </a:lnTo>
                <a:lnTo>
                  <a:pt x="33528" y="213550"/>
                </a:lnTo>
                <a:lnTo>
                  <a:pt x="37807" y="162636"/>
                </a:lnTo>
                <a:lnTo>
                  <a:pt x="50673" y="115163"/>
                </a:lnTo>
                <a:lnTo>
                  <a:pt x="72136" y="71120"/>
                </a:lnTo>
                <a:lnTo>
                  <a:pt x="102196" y="30480"/>
                </a:lnTo>
                <a:close/>
              </a:path>
              <a:path w="1699260" h="395604">
                <a:moveTo>
                  <a:pt x="517017" y="205930"/>
                </a:moveTo>
                <a:lnTo>
                  <a:pt x="508419" y="203415"/>
                </a:lnTo>
                <a:lnTo>
                  <a:pt x="500811" y="200596"/>
                </a:lnTo>
                <a:lnTo>
                  <a:pt x="487959" y="195262"/>
                </a:lnTo>
                <a:lnTo>
                  <a:pt x="486892" y="210223"/>
                </a:lnTo>
                <a:lnTo>
                  <a:pt x="480860" y="255079"/>
                </a:lnTo>
                <a:lnTo>
                  <a:pt x="459003" y="265366"/>
                </a:lnTo>
                <a:lnTo>
                  <a:pt x="393471" y="265366"/>
                </a:lnTo>
                <a:lnTo>
                  <a:pt x="372135" y="152501"/>
                </a:lnTo>
                <a:lnTo>
                  <a:pt x="463575" y="152501"/>
                </a:lnTo>
                <a:lnTo>
                  <a:pt x="463575" y="164693"/>
                </a:lnTo>
                <a:lnTo>
                  <a:pt x="492633" y="164693"/>
                </a:lnTo>
                <a:lnTo>
                  <a:pt x="492633" y="152501"/>
                </a:lnTo>
                <a:lnTo>
                  <a:pt x="492633" y="24384"/>
                </a:lnTo>
                <a:lnTo>
                  <a:pt x="336994" y="24384"/>
                </a:lnTo>
                <a:lnTo>
                  <a:pt x="336994" y="51816"/>
                </a:lnTo>
                <a:lnTo>
                  <a:pt x="463575" y="51816"/>
                </a:lnTo>
                <a:lnTo>
                  <a:pt x="463575" y="125069"/>
                </a:lnTo>
                <a:lnTo>
                  <a:pt x="343090" y="125069"/>
                </a:lnTo>
                <a:lnTo>
                  <a:pt x="343090" y="248602"/>
                </a:lnTo>
                <a:lnTo>
                  <a:pt x="345909" y="267779"/>
                </a:lnTo>
                <a:lnTo>
                  <a:pt x="354177" y="281647"/>
                </a:lnTo>
                <a:lnTo>
                  <a:pt x="367601" y="290068"/>
                </a:lnTo>
                <a:lnTo>
                  <a:pt x="385851" y="292900"/>
                </a:lnTo>
                <a:lnTo>
                  <a:pt x="463575" y="292900"/>
                </a:lnTo>
                <a:lnTo>
                  <a:pt x="481914" y="290893"/>
                </a:lnTo>
                <a:lnTo>
                  <a:pt x="495668" y="284886"/>
                </a:lnTo>
                <a:lnTo>
                  <a:pt x="504812" y="274853"/>
                </a:lnTo>
                <a:lnTo>
                  <a:pt x="507898" y="265366"/>
                </a:lnTo>
                <a:lnTo>
                  <a:pt x="509397" y="260794"/>
                </a:lnTo>
                <a:lnTo>
                  <a:pt x="511441" y="250507"/>
                </a:lnTo>
                <a:lnTo>
                  <a:pt x="513181" y="238099"/>
                </a:lnTo>
                <a:lnTo>
                  <a:pt x="517017" y="205930"/>
                </a:lnTo>
                <a:close/>
              </a:path>
              <a:path w="1699260" h="395604">
                <a:moveTo>
                  <a:pt x="523113" y="335572"/>
                </a:moveTo>
                <a:lnTo>
                  <a:pt x="326326" y="337096"/>
                </a:lnTo>
                <a:lnTo>
                  <a:pt x="308838" y="336283"/>
                </a:lnTo>
                <a:lnTo>
                  <a:pt x="292798" y="334048"/>
                </a:lnTo>
                <a:lnTo>
                  <a:pt x="277888" y="330669"/>
                </a:lnTo>
                <a:lnTo>
                  <a:pt x="263842" y="326428"/>
                </a:lnTo>
                <a:lnTo>
                  <a:pt x="263842" y="309664"/>
                </a:lnTo>
                <a:lnTo>
                  <a:pt x="263842" y="253174"/>
                </a:lnTo>
                <a:lnTo>
                  <a:pt x="323278" y="253174"/>
                </a:lnTo>
                <a:lnTo>
                  <a:pt x="323278" y="225742"/>
                </a:lnTo>
                <a:lnTo>
                  <a:pt x="263842" y="225742"/>
                </a:lnTo>
                <a:lnTo>
                  <a:pt x="263842" y="166217"/>
                </a:lnTo>
                <a:lnTo>
                  <a:pt x="326326" y="166217"/>
                </a:lnTo>
                <a:lnTo>
                  <a:pt x="326326" y="138785"/>
                </a:lnTo>
                <a:lnTo>
                  <a:pt x="253174" y="138785"/>
                </a:lnTo>
                <a:lnTo>
                  <a:pt x="253174" y="83921"/>
                </a:lnTo>
                <a:lnTo>
                  <a:pt x="318706" y="83921"/>
                </a:lnTo>
                <a:lnTo>
                  <a:pt x="318706" y="56388"/>
                </a:lnTo>
                <a:lnTo>
                  <a:pt x="253174" y="56388"/>
                </a:lnTo>
                <a:lnTo>
                  <a:pt x="253174" y="1524"/>
                </a:lnTo>
                <a:lnTo>
                  <a:pt x="224218" y="1524"/>
                </a:lnTo>
                <a:lnTo>
                  <a:pt x="224218" y="56388"/>
                </a:lnTo>
                <a:lnTo>
                  <a:pt x="158584" y="56388"/>
                </a:lnTo>
                <a:lnTo>
                  <a:pt x="158584" y="83921"/>
                </a:lnTo>
                <a:lnTo>
                  <a:pt x="224218" y="83921"/>
                </a:lnTo>
                <a:lnTo>
                  <a:pt x="224218" y="138785"/>
                </a:lnTo>
                <a:lnTo>
                  <a:pt x="144868" y="138785"/>
                </a:lnTo>
                <a:lnTo>
                  <a:pt x="144868" y="166217"/>
                </a:lnTo>
                <a:lnTo>
                  <a:pt x="236410" y="166217"/>
                </a:lnTo>
                <a:lnTo>
                  <a:pt x="236410" y="309664"/>
                </a:lnTo>
                <a:lnTo>
                  <a:pt x="205676" y="275120"/>
                </a:lnTo>
                <a:lnTo>
                  <a:pt x="198208" y="260794"/>
                </a:lnTo>
                <a:lnTo>
                  <a:pt x="200215" y="244513"/>
                </a:lnTo>
                <a:lnTo>
                  <a:pt x="201637" y="227647"/>
                </a:lnTo>
                <a:lnTo>
                  <a:pt x="202438" y="211289"/>
                </a:lnTo>
                <a:lnTo>
                  <a:pt x="202565" y="205930"/>
                </a:lnTo>
                <a:lnTo>
                  <a:pt x="202780" y="192214"/>
                </a:lnTo>
                <a:lnTo>
                  <a:pt x="175348" y="190690"/>
                </a:lnTo>
                <a:lnTo>
                  <a:pt x="172491" y="238099"/>
                </a:lnTo>
                <a:lnTo>
                  <a:pt x="166204" y="279514"/>
                </a:lnTo>
                <a:lnTo>
                  <a:pt x="156489" y="314655"/>
                </a:lnTo>
                <a:lnTo>
                  <a:pt x="143344" y="343192"/>
                </a:lnTo>
                <a:lnTo>
                  <a:pt x="147891" y="352336"/>
                </a:lnTo>
                <a:lnTo>
                  <a:pt x="152298" y="361492"/>
                </a:lnTo>
                <a:lnTo>
                  <a:pt x="156413" y="370662"/>
                </a:lnTo>
                <a:lnTo>
                  <a:pt x="160108" y="379869"/>
                </a:lnTo>
                <a:lnTo>
                  <a:pt x="169799" y="362661"/>
                </a:lnTo>
                <a:lnTo>
                  <a:pt x="178206" y="343204"/>
                </a:lnTo>
                <a:lnTo>
                  <a:pt x="185178" y="321475"/>
                </a:lnTo>
                <a:lnTo>
                  <a:pt x="190588" y="297472"/>
                </a:lnTo>
                <a:lnTo>
                  <a:pt x="211480" y="326377"/>
                </a:lnTo>
                <a:lnTo>
                  <a:pt x="274904" y="359625"/>
                </a:lnTo>
                <a:lnTo>
                  <a:pt x="317182" y="364528"/>
                </a:lnTo>
                <a:lnTo>
                  <a:pt x="357784" y="365404"/>
                </a:lnTo>
                <a:lnTo>
                  <a:pt x="512445" y="366052"/>
                </a:lnTo>
                <a:lnTo>
                  <a:pt x="514743" y="359143"/>
                </a:lnTo>
                <a:lnTo>
                  <a:pt x="517207" y="351955"/>
                </a:lnTo>
                <a:lnTo>
                  <a:pt x="519938" y="344195"/>
                </a:lnTo>
                <a:lnTo>
                  <a:pt x="522541" y="337096"/>
                </a:lnTo>
                <a:lnTo>
                  <a:pt x="523113" y="335572"/>
                </a:lnTo>
                <a:close/>
              </a:path>
              <a:path w="1699260" h="395604">
                <a:moveTo>
                  <a:pt x="690841" y="314236"/>
                </a:moveTo>
                <a:lnTo>
                  <a:pt x="679386" y="303682"/>
                </a:lnTo>
                <a:lnTo>
                  <a:pt x="672846" y="297472"/>
                </a:lnTo>
                <a:lnTo>
                  <a:pt x="655904" y="281406"/>
                </a:lnTo>
                <a:lnTo>
                  <a:pt x="643597" y="269951"/>
                </a:lnTo>
                <a:lnTo>
                  <a:pt x="651967" y="250139"/>
                </a:lnTo>
                <a:lnTo>
                  <a:pt x="656412" y="239636"/>
                </a:lnTo>
                <a:lnTo>
                  <a:pt x="667219" y="203454"/>
                </a:lnTo>
                <a:lnTo>
                  <a:pt x="675741" y="161251"/>
                </a:lnTo>
                <a:lnTo>
                  <a:pt x="681647" y="113258"/>
                </a:lnTo>
                <a:lnTo>
                  <a:pt x="681697" y="83921"/>
                </a:lnTo>
                <a:lnTo>
                  <a:pt x="651217" y="83921"/>
                </a:lnTo>
                <a:lnTo>
                  <a:pt x="651217" y="112877"/>
                </a:lnTo>
                <a:lnTo>
                  <a:pt x="647522" y="153187"/>
                </a:lnTo>
                <a:lnTo>
                  <a:pt x="641108" y="189509"/>
                </a:lnTo>
                <a:lnTo>
                  <a:pt x="632104" y="221830"/>
                </a:lnTo>
                <a:lnTo>
                  <a:pt x="620636" y="250139"/>
                </a:lnTo>
                <a:lnTo>
                  <a:pt x="611238" y="242773"/>
                </a:lnTo>
                <a:lnTo>
                  <a:pt x="591286" y="226339"/>
                </a:lnTo>
                <a:lnTo>
                  <a:pt x="581012" y="218135"/>
                </a:lnTo>
                <a:lnTo>
                  <a:pt x="586752" y="196113"/>
                </a:lnTo>
                <a:lnTo>
                  <a:pt x="592632" y="171221"/>
                </a:lnTo>
                <a:lnTo>
                  <a:pt x="598805" y="143471"/>
                </a:lnTo>
                <a:lnTo>
                  <a:pt x="605396" y="112877"/>
                </a:lnTo>
                <a:lnTo>
                  <a:pt x="651217" y="112877"/>
                </a:lnTo>
                <a:lnTo>
                  <a:pt x="651217" y="83921"/>
                </a:lnTo>
                <a:lnTo>
                  <a:pt x="609968" y="83921"/>
                </a:lnTo>
                <a:lnTo>
                  <a:pt x="613346" y="66344"/>
                </a:lnTo>
                <a:lnTo>
                  <a:pt x="616635" y="47447"/>
                </a:lnTo>
                <a:lnTo>
                  <a:pt x="619620" y="27889"/>
                </a:lnTo>
                <a:lnTo>
                  <a:pt x="622160" y="7620"/>
                </a:lnTo>
                <a:lnTo>
                  <a:pt x="591680" y="3048"/>
                </a:lnTo>
                <a:lnTo>
                  <a:pt x="589140" y="24244"/>
                </a:lnTo>
                <a:lnTo>
                  <a:pt x="586155" y="44589"/>
                </a:lnTo>
                <a:lnTo>
                  <a:pt x="582955" y="64008"/>
                </a:lnTo>
                <a:lnTo>
                  <a:pt x="579488" y="83921"/>
                </a:lnTo>
                <a:lnTo>
                  <a:pt x="535292" y="83921"/>
                </a:lnTo>
                <a:lnTo>
                  <a:pt x="535292" y="112877"/>
                </a:lnTo>
                <a:lnTo>
                  <a:pt x="574916" y="112877"/>
                </a:lnTo>
                <a:lnTo>
                  <a:pt x="569328" y="143256"/>
                </a:lnTo>
                <a:lnTo>
                  <a:pt x="563295" y="173697"/>
                </a:lnTo>
                <a:lnTo>
                  <a:pt x="557136" y="201891"/>
                </a:lnTo>
                <a:lnTo>
                  <a:pt x="550532" y="228803"/>
                </a:lnTo>
                <a:lnTo>
                  <a:pt x="564248" y="240487"/>
                </a:lnTo>
                <a:lnTo>
                  <a:pt x="577964" y="252615"/>
                </a:lnTo>
                <a:lnTo>
                  <a:pt x="591680" y="265061"/>
                </a:lnTo>
                <a:lnTo>
                  <a:pt x="605396" y="277660"/>
                </a:lnTo>
                <a:lnTo>
                  <a:pt x="590804" y="296786"/>
                </a:lnTo>
                <a:lnTo>
                  <a:pt x="574344" y="315188"/>
                </a:lnTo>
                <a:lnTo>
                  <a:pt x="555891" y="332740"/>
                </a:lnTo>
                <a:lnTo>
                  <a:pt x="535292" y="349288"/>
                </a:lnTo>
                <a:lnTo>
                  <a:pt x="539851" y="356120"/>
                </a:lnTo>
                <a:lnTo>
                  <a:pt x="544245" y="362813"/>
                </a:lnTo>
                <a:lnTo>
                  <a:pt x="548373" y="369214"/>
                </a:lnTo>
                <a:lnTo>
                  <a:pt x="552056" y="375196"/>
                </a:lnTo>
                <a:lnTo>
                  <a:pt x="573798" y="356628"/>
                </a:lnTo>
                <a:lnTo>
                  <a:pt x="593394" y="337477"/>
                </a:lnTo>
                <a:lnTo>
                  <a:pt x="610997" y="317766"/>
                </a:lnTo>
                <a:lnTo>
                  <a:pt x="626732" y="297472"/>
                </a:lnTo>
                <a:lnTo>
                  <a:pt x="667981" y="338620"/>
                </a:lnTo>
                <a:lnTo>
                  <a:pt x="690841" y="314236"/>
                </a:lnTo>
                <a:close/>
              </a:path>
              <a:path w="1699260" h="395604">
                <a:moveTo>
                  <a:pt x="887539" y="205930"/>
                </a:moveTo>
                <a:lnTo>
                  <a:pt x="858583" y="205930"/>
                </a:lnTo>
                <a:lnTo>
                  <a:pt x="858583" y="231851"/>
                </a:lnTo>
                <a:lnTo>
                  <a:pt x="858583" y="324904"/>
                </a:lnTo>
                <a:lnTo>
                  <a:pt x="731989" y="324904"/>
                </a:lnTo>
                <a:lnTo>
                  <a:pt x="731989" y="231851"/>
                </a:lnTo>
                <a:lnTo>
                  <a:pt x="858583" y="231851"/>
                </a:lnTo>
                <a:lnTo>
                  <a:pt x="858583" y="205930"/>
                </a:lnTo>
                <a:lnTo>
                  <a:pt x="703033" y="205930"/>
                </a:lnTo>
                <a:lnTo>
                  <a:pt x="703033" y="378345"/>
                </a:lnTo>
                <a:lnTo>
                  <a:pt x="731989" y="378345"/>
                </a:lnTo>
                <a:lnTo>
                  <a:pt x="731989" y="350812"/>
                </a:lnTo>
                <a:lnTo>
                  <a:pt x="858583" y="350812"/>
                </a:lnTo>
                <a:lnTo>
                  <a:pt x="858583" y="378345"/>
                </a:lnTo>
                <a:lnTo>
                  <a:pt x="887539" y="378345"/>
                </a:lnTo>
                <a:lnTo>
                  <a:pt x="887539" y="350812"/>
                </a:lnTo>
                <a:lnTo>
                  <a:pt x="887539" y="324904"/>
                </a:lnTo>
                <a:lnTo>
                  <a:pt x="887539" y="231851"/>
                </a:lnTo>
                <a:lnTo>
                  <a:pt x="887539" y="205930"/>
                </a:lnTo>
                <a:close/>
              </a:path>
              <a:path w="1699260" h="395604">
                <a:moveTo>
                  <a:pt x="916584" y="172402"/>
                </a:moveTo>
                <a:lnTo>
                  <a:pt x="905370" y="150977"/>
                </a:lnTo>
                <a:lnTo>
                  <a:pt x="901446" y="143471"/>
                </a:lnTo>
                <a:lnTo>
                  <a:pt x="894854" y="131165"/>
                </a:lnTo>
                <a:lnTo>
                  <a:pt x="885253" y="113258"/>
                </a:lnTo>
                <a:lnTo>
                  <a:pt x="868057" y="82689"/>
                </a:lnTo>
                <a:lnTo>
                  <a:pt x="849439" y="51816"/>
                </a:lnTo>
                <a:lnTo>
                  <a:pt x="823531" y="64008"/>
                </a:lnTo>
                <a:lnTo>
                  <a:pt x="832408" y="78955"/>
                </a:lnTo>
                <a:lnTo>
                  <a:pt x="840867" y="94005"/>
                </a:lnTo>
                <a:lnTo>
                  <a:pt x="849033" y="109334"/>
                </a:lnTo>
                <a:lnTo>
                  <a:pt x="857059" y="125069"/>
                </a:lnTo>
                <a:lnTo>
                  <a:pt x="731989" y="131165"/>
                </a:lnTo>
                <a:lnTo>
                  <a:pt x="749147" y="103771"/>
                </a:lnTo>
                <a:lnTo>
                  <a:pt x="766330" y="74345"/>
                </a:lnTo>
                <a:lnTo>
                  <a:pt x="783501" y="43218"/>
                </a:lnTo>
                <a:lnTo>
                  <a:pt x="800671" y="10668"/>
                </a:lnTo>
                <a:lnTo>
                  <a:pt x="768667" y="0"/>
                </a:lnTo>
                <a:lnTo>
                  <a:pt x="752843" y="34886"/>
                </a:lnTo>
                <a:lnTo>
                  <a:pt x="737425" y="66179"/>
                </a:lnTo>
                <a:lnTo>
                  <a:pt x="706081" y="118973"/>
                </a:lnTo>
                <a:lnTo>
                  <a:pt x="683221" y="140309"/>
                </a:lnTo>
                <a:lnTo>
                  <a:pt x="696937" y="167741"/>
                </a:lnTo>
                <a:lnTo>
                  <a:pt x="705510" y="165722"/>
                </a:lnTo>
                <a:lnTo>
                  <a:pt x="719226" y="162814"/>
                </a:lnTo>
                <a:lnTo>
                  <a:pt x="724369" y="161645"/>
                </a:lnTo>
                <a:lnTo>
                  <a:pt x="837831" y="152641"/>
                </a:lnTo>
                <a:lnTo>
                  <a:pt x="869251" y="150977"/>
                </a:lnTo>
                <a:lnTo>
                  <a:pt x="873582" y="159918"/>
                </a:lnTo>
                <a:lnTo>
                  <a:pt x="877633" y="168744"/>
                </a:lnTo>
                <a:lnTo>
                  <a:pt x="886015" y="187642"/>
                </a:lnTo>
                <a:lnTo>
                  <a:pt x="916584" y="172402"/>
                </a:lnTo>
                <a:close/>
              </a:path>
              <a:path w="1699260" h="395604">
                <a:moveTo>
                  <a:pt x="1072134" y="195262"/>
                </a:moveTo>
                <a:lnTo>
                  <a:pt x="1041438" y="164325"/>
                </a:lnTo>
                <a:lnTo>
                  <a:pt x="1029360" y="154025"/>
                </a:lnTo>
                <a:lnTo>
                  <a:pt x="1012596" y="170878"/>
                </a:lnTo>
                <a:lnTo>
                  <a:pt x="1012596" y="169265"/>
                </a:lnTo>
                <a:lnTo>
                  <a:pt x="1012596" y="103733"/>
                </a:lnTo>
                <a:lnTo>
                  <a:pt x="1064514" y="103733"/>
                </a:lnTo>
                <a:lnTo>
                  <a:pt x="1064514" y="77825"/>
                </a:lnTo>
                <a:lnTo>
                  <a:pt x="1012596" y="77825"/>
                </a:lnTo>
                <a:lnTo>
                  <a:pt x="1012596" y="3048"/>
                </a:lnTo>
                <a:lnTo>
                  <a:pt x="986688" y="3048"/>
                </a:lnTo>
                <a:lnTo>
                  <a:pt x="986688" y="77825"/>
                </a:lnTo>
                <a:lnTo>
                  <a:pt x="928776" y="77825"/>
                </a:lnTo>
                <a:lnTo>
                  <a:pt x="928776" y="103733"/>
                </a:lnTo>
                <a:lnTo>
                  <a:pt x="983640" y="103733"/>
                </a:lnTo>
                <a:lnTo>
                  <a:pt x="973950" y="138899"/>
                </a:lnTo>
                <a:lnTo>
                  <a:pt x="960970" y="173507"/>
                </a:lnTo>
                <a:lnTo>
                  <a:pt x="944854" y="207543"/>
                </a:lnTo>
                <a:lnTo>
                  <a:pt x="925728" y="240982"/>
                </a:lnTo>
                <a:lnTo>
                  <a:pt x="929132" y="249224"/>
                </a:lnTo>
                <a:lnTo>
                  <a:pt x="932395" y="257759"/>
                </a:lnTo>
                <a:lnTo>
                  <a:pt x="935367" y="266319"/>
                </a:lnTo>
                <a:lnTo>
                  <a:pt x="937920" y="274612"/>
                </a:lnTo>
                <a:lnTo>
                  <a:pt x="951331" y="252552"/>
                </a:lnTo>
                <a:lnTo>
                  <a:pt x="964018" y="227647"/>
                </a:lnTo>
                <a:lnTo>
                  <a:pt x="975855" y="199898"/>
                </a:lnTo>
                <a:lnTo>
                  <a:pt x="986688" y="169265"/>
                </a:lnTo>
                <a:lnTo>
                  <a:pt x="986688" y="375196"/>
                </a:lnTo>
                <a:lnTo>
                  <a:pt x="1012596" y="375196"/>
                </a:lnTo>
                <a:lnTo>
                  <a:pt x="1012596" y="173926"/>
                </a:lnTo>
                <a:lnTo>
                  <a:pt x="1022858" y="184238"/>
                </a:lnTo>
                <a:lnTo>
                  <a:pt x="1032992" y="194691"/>
                </a:lnTo>
                <a:lnTo>
                  <a:pt x="1042860" y="205435"/>
                </a:lnTo>
                <a:lnTo>
                  <a:pt x="1052322" y="216598"/>
                </a:lnTo>
                <a:lnTo>
                  <a:pt x="1072134" y="195262"/>
                </a:lnTo>
                <a:close/>
              </a:path>
              <a:path w="1699260" h="395604">
                <a:moveTo>
                  <a:pt x="1128522" y="212026"/>
                </a:moveTo>
                <a:lnTo>
                  <a:pt x="1099566" y="201358"/>
                </a:lnTo>
                <a:lnTo>
                  <a:pt x="1084465" y="236283"/>
                </a:lnTo>
                <a:lnTo>
                  <a:pt x="1069073" y="268084"/>
                </a:lnTo>
                <a:lnTo>
                  <a:pt x="1053655" y="297027"/>
                </a:lnTo>
                <a:lnTo>
                  <a:pt x="1038504" y="323380"/>
                </a:lnTo>
                <a:lnTo>
                  <a:pt x="1046276" y="326809"/>
                </a:lnTo>
                <a:lnTo>
                  <a:pt x="1053452" y="330238"/>
                </a:lnTo>
                <a:lnTo>
                  <a:pt x="1060030" y="333667"/>
                </a:lnTo>
                <a:lnTo>
                  <a:pt x="1066038" y="337096"/>
                </a:lnTo>
                <a:lnTo>
                  <a:pt x="1082014" y="308762"/>
                </a:lnTo>
                <a:lnTo>
                  <a:pt x="1097851" y="278561"/>
                </a:lnTo>
                <a:lnTo>
                  <a:pt x="1113396" y="246367"/>
                </a:lnTo>
                <a:lnTo>
                  <a:pt x="1128522" y="212026"/>
                </a:lnTo>
                <a:close/>
              </a:path>
              <a:path w="1699260" h="395604">
                <a:moveTo>
                  <a:pt x="1285582" y="25908"/>
                </a:moveTo>
                <a:lnTo>
                  <a:pt x="1082802" y="25908"/>
                </a:lnTo>
                <a:lnTo>
                  <a:pt x="1082802" y="51816"/>
                </a:lnTo>
                <a:lnTo>
                  <a:pt x="1285582" y="51816"/>
                </a:lnTo>
                <a:lnTo>
                  <a:pt x="1285582" y="25908"/>
                </a:lnTo>
                <a:close/>
              </a:path>
              <a:path w="1699260" h="395604">
                <a:moveTo>
                  <a:pt x="1303870" y="137261"/>
                </a:moveTo>
                <a:lnTo>
                  <a:pt x="1064514" y="137261"/>
                </a:lnTo>
                <a:lnTo>
                  <a:pt x="1064514" y="164693"/>
                </a:lnTo>
                <a:lnTo>
                  <a:pt x="1168146" y="164693"/>
                </a:lnTo>
                <a:lnTo>
                  <a:pt x="1168146" y="314236"/>
                </a:lnTo>
                <a:lnTo>
                  <a:pt x="1166710" y="327113"/>
                </a:lnTo>
                <a:lnTo>
                  <a:pt x="1162431" y="336143"/>
                </a:lnTo>
                <a:lnTo>
                  <a:pt x="1155280" y="341452"/>
                </a:lnTo>
                <a:lnTo>
                  <a:pt x="1145286" y="343192"/>
                </a:lnTo>
                <a:lnTo>
                  <a:pt x="1134465" y="342925"/>
                </a:lnTo>
                <a:lnTo>
                  <a:pt x="1122807" y="342239"/>
                </a:lnTo>
                <a:lnTo>
                  <a:pt x="1098042" y="340144"/>
                </a:lnTo>
                <a:lnTo>
                  <a:pt x="1099185" y="349008"/>
                </a:lnTo>
                <a:lnTo>
                  <a:pt x="1100328" y="357289"/>
                </a:lnTo>
                <a:lnTo>
                  <a:pt x="1101471" y="365010"/>
                </a:lnTo>
                <a:lnTo>
                  <a:pt x="1102614" y="372148"/>
                </a:lnTo>
                <a:lnTo>
                  <a:pt x="1154430" y="372148"/>
                </a:lnTo>
                <a:lnTo>
                  <a:pt x="1173365" y="369049"/>
                </a:lnTo>
                <a:lnTo>
                  <a:pt x="1186700" y="359956"/>
                </a:lnTo>
                <a:lnTo>
                  <a:pt x="1194600" y="345147"/>
                </a:lnTo>
                <a:lnTo>
                  <a:pt x="1194841" y="343192"/>
                </a:lnTo>
                <a:lnTo>
                  <a:pt x="1197190" y="324904"/>
                </a:lnTo>
                <a:lnTo>
                  <a:pt x="1197190" y="164693"/>
                </a:lnTo>
                <a:lnTo>
                  <a:pt x="1303870" y="164693"/>
                </a:lnTo>
                <a:lnTo>
                  <a:pt x="1303870" y="137261"/>
                </a:lnTo>
                <a:close/>
              </a:path>
              <a:path w="1699260" h="395604">
                <a:moveTo>
                  <a:pt x="1309966" y="323380"/>
                </a:moveTo>
                <a:lnTo>
                  <a:pt x="1297686" y="295960"/>
                </a:lnTo>
                <a:lnTo>
                  <a:pt x="1283677" y="266369"/>
                </a:lnTo>
                <a:lnTo>
                  <a:pt x="1267968" y="234784"/>
                </a:lnTo>
                <a:lnTo>
                  <a:pt x="1250530" y="201358"/>
                </a:lnTo>
                <a:lnTo>
                  <a:pt x="1223098" y="213550"/>
                </a:lnTo>
                <a:lnTo>
                  <a:pt x="1238770" y="245046"/>
                </a:lnTo>
                <a:lnTo>
                  <a:pt x="1253578" y="275704"/>
                </a:lnTo>
                <a:lnTo>
                  <a:pt x="1267244" y="305790"/>
                </a:lnTo>
                <a:lnTo>
                  <a:pt x="1279486" y="335572"/>
                </a:lnTo>
                <a:lnTo>
                  <a:pt x="1309966" y="323380"/>
                </a:lnTo>
                <a:close/>
              </a:path>
              <a:path w="1699260" h="395604">
                <a:moveTo>
                  <a:pt x="1422831" y="70205"/>
                </a:moveTo>
                <a:lnTo>
                  <a:pt x="1397495" y="44589"/>
                </a:lnTo>
                <a:lnTo>
                  <a:pt x="1381048" y="27673"/>
                </a:lnTo>
                <a:lnTo>
                  <a:pt x="1361871" y="7620"/>
                </a:lnTo>
                <a:lnTo>
                  <a:pt x="1339011" y="27432"/>
                </a:lnTo>
                <a:lnTo>
                  <a:pt x="1354683" y="44335"/>
                </a:lnTo>
                <a:lnTo>
                  <a:pt x="1369491" y="60820"/>
                </a:lnTo>
                <a:lnTo>
                  <a:pt x="1383169" y="77025"/>
                </a:lnTo>
                <a:lnTo>
                  <a:pt x="1395399" y="93065"/>
                </a:lnTo>
                <a:lnTo>
                  <a:pt x="1422831" y="70205"/>
                </a:lnTo>
                <a:close/>
              </a:path>
              <a:path w="1699260" h="395604">
                <a:moveTo>
                  <a:pt x="1450263" y="315760"/>
                </a:moveTo>
                <a:lnTo>
                  <a:pt x="1449349" y="309118"/>
                </a:lnTo>
                <a:lnTo>
                  <a:pt x="1448777" y="301853"/>
                </a:lnTo>
                <a:lnTo>
                  <a:pt x="1448130" y="292823"/>
                </a:lnTo>
                <a:lnTo>
                  <a:pt x="1447215" y="283756"/>
                </a:lnTo>
                <a:lnTo>
                  <a:pt x="1434744" y="292823"/>
                </a:lnTo>
                <a:lnTo>
                  <a:pt x="1410144" y="310540"/>
                </a:lnTo>
                <a:lnTo>
                  <a:pt x="1398447" y="318808"/>
                </a:lnTo>
                <a:lnTo>
                  <a:pt x="1398447" y="132689"/>
                </a:lnTo>
                <a:lnTo>
                  <a:pt x="1319110" y="132689"/>
                </a:lnTo>
                <a:lnTo>
                  <a:pt x="1319110" y="161645"/>
                </a:lnTo>
                <a:lnTo>
                  <a:pt x="1367967" y="161645"/>
                </a:lnTo>
                <a:lnTo>
                  <a:pt x="1367967" y="311188"/>
                </a:lnTo>
                <a:lnTo>
                  <a:pt x="1367142" y="322668"/>
                </a:lnTo>
                <a:lnTo>
                  <a:pt x="1364729" y="332143"/>
                </a:lnTo>
                <a:lnTo>
                  <a:pt x="1360906" y="339902"/>
                </a:lnTo>
                <a:lnTo>
                  <a:pt x="1355775" y="346240"/>
                </a:lnTo>
                <a:lnTo>
                  <a:pt x="1374063" y="370624"/>
                </a:lnTo>
                <a:lnTo>
                  <a:pt x="1388973" y="359486"/>
                </a:lnTo>
                <a:lnTo>
                  <a:pt x="1406448" y="346621"/>
                </a:lnTo>
                <a:lnTo>
                  <a:pt x="1426794" y="332054"/>
                </a:lnTo>
                <a:lnTo>
                  <a:pt x="1445882" y="318808"/>
                </a:lnTo>
                <a:lnTo>
                  <a:pt x="1450263" y="315760"/>
                </a:lnTo>
                <a:close/>
              </a:path>
              <a:path w="1699260" h="395604">
                <a:moveTo>
                  <a:pt x="1698879" y="260807"/>
                </a:moveTo>
                <a:lnTo>
                  <a:pt x="1690878" y="258279"/>
                </a:lnTo>
                <a:lnTo>
                  <a:pt x="1674876" y="252653"/>
                </a:lnTo>
                <a:lnTo>
                  <a:pt x="1666875" y="250139"/>
                </a:lnTo>
                <a:lnTo>
                  <a:pt x="1661515" y="298234"/>
                </a:lnTo>
                <a:lnTo>
                  <a:pt x="1635036" y="333883"/>
                </a:lnTo>
                <a:lnTo>
                  <a:pt x="1619631" y="335572"/>
                </a:lnTo>
                <a:lnTo>
                  <a:pt x="1521993" y="335572"/>
                </a:lnTo>
                <a:lnTo>
                  <a:pt x="1509991" y="333616"/>
                </a:lnTo>
                <a:lnTo>
                  <a:pt x="1501419" y="327952"/>
                </a:lnTo>
                <a:lnTo>
                  <a:pt x="1496275" y="318858"/>
                </a:lnTo>
                <a:lnTo>
                  <a:pt x="1494561" y="306616"/>
                </a:lnTo>
                <a:lnTo>
                  <a:pt x="1494561" y="175450"/>
                </a:lnTo>
                <a:lnTo>
                  <a:pt x="1640967" y="175450"/>
                </a:lnTo>
                <a:lnTo>
                  <a:pt x="1640967" y="195275"/>
                </a:lnTo>
                <a:lnTo>
                  <a:pt x="1671447" y="195275"/>
                </a:lnTo>
                <a:lnTo>
                  <a:pt x="1671447" y="175450"/>
                </a:lnTo>
                <a:lnTo>
                  <a:pt x="1671447" y="21336"/>
                </a:lnTo>
                <a:lnTo>
                  <a:pt x="1448739" y="21336"/>
                </a:lnTo>
                <a:lnTo>
                  <a:pt x="1448739" y="48768"/>
                </a:lnTo>
                <a:lnTo>
                  <a:pt x="1640967" y="48768"/>
                </a:lnTo>
                <a:lnTo>
                  <a:pt x="1640967" y="147929"/>
                </a:lnTo>
                <a:lnTo>
                  <a:pt x="1465605" y="147929"/>
                </a:lnTo>
                <a:lnTo>
                  <a:pt x="1465605" y="315760"/>
                </a:lnTo>
                <a:lnTo>
                  <a:pt x="1468462" y="336880"/>
                </a:lnTo>
                <a:lnTo>
                  <a:pt x="1477035" y="352145"/>
                </a:lnTo>
                <a:lnTo>
                  <a:pt x="1491322" y="361403"/>
                </a:lnTo>
                <a:lnTo>
                  <a:pt x="1511325" y="364528"/>
                </a:lnTo>
                <a:lnTo>
                  <a:pt x="1625727" y="364528"/>
                </a:lnTo>
                <a:lnTo>
                  <a:pt x="1650060" y="361962"/>
                </a:lnTo>
                <a:lnTo>
                  <a:pt x="1668399" y="354241"/>
                </a:lnTo>
                <a:lnTo>
                  <a:pt x="1681010" y="341388"/>
                </a:lnTo>
                <a:lnTo>
                  <a:pt x="1683334" y="335572"/>
                </a:lnTo>
                <a:lnTo>
                  <a:pt x="1688211" y="323380"/>
                </a:lnTo>
                <a:lnTo>
                  <a:pt x="1691373" y="309118"/>
                </a:lnTo>
                <a:lnTo>
                  <a:pt x="1694116" y="293839"/>
                </a:lnTo>
                <a:lnTo>
                  <a:pt x="1696567" y="277685"/>
                </a:lnTo>
                <a:lnTo>
                  <a:pt x="1698879" y="2608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5085873" y="5859113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3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5424386" y="5578411"/>
            <a:ext cx="2873375" cy="396875"/>
          </a:xfrm>
          <a:custGeom>
            <a:avLst/>
            <a:gdLst/>
            <a:ahLst/>
            <a:cxnLst/>
            <a:rect l="l" t="t" r="r" b="b"/>
            <a:pathLst>
              <a:path w="2873375" h="396875">
                <a:moveTo>
                  <a:pt x="137248" y="292900"/>
                </a:moveTo>
                <a:lnTo>
                  <a:pt x="69773" y="308711"/>
                </a:lnTo>
                <a:lnTo>
                  <a:pt x="35166" y="316255"/>
                </a:lnTo>
                <a:lnTo>
                  <a:pt x="0" y="323380"/>
                </a:lnTo>
                <a:lnTo>
                  <a:pt x="7620" y="352336"/>
                </a:lnTo>
                <a:lnTo>
                  <a:pt x="40538" y="343712"/>
                </a:lnTo>
                <a:lnTo>
                  <a:pt x="72859" y="335953"/>
                </a:lnTo>
                <a:lnTo>
                  <a:pt x="135724" y="321856"/>
                </a:lnTo>
                <a:lnTo>
                  <a:pt x="135966" y="314972"/>
                </a:lnTo>
                <a:lnTo>
                  <a:pt x="136994" y="300875"/>
                </a:lnTo>
                <a:lnTo>
                  <a:pt x="137248" y="292900"/>
                </a:lnTo>
                <a:close/>
              </a:path>
              <a:path w="2873375" h="396875">
                <a:moveTo>
                  <a:pt x="137248" y="97637"/>
                </a:moveTo>
                <a:lnTo>
                  <a:pt x="108292" y="83921"/>
                </a:lnTo>
                <a:lnTo>
                  <a:pt x="101460" y="96469"/>
                </a:lnTo>
                <a:lnTo>
                  <a:pt x="94767" y="108877"/>
                </a:lnTo>
                <a:lnTo>
                  <a:pt x="88366" y="120992"/>
                </a:lnTo>
                <a:lnTo>
                  <a:pt x="82384" y="132689"/>
                </a:lnTo>
                <a:lnTo>
                  <a:pt x="70065" y="132715"/>
                </a:lnTo>
                <a:lnTo>
                  <a:pt x="58153" y="132880"/>
                </a:lnTo>
                <a:lnTo>
                  <a:pt x="46520" y="133337"/>
                </a:lnTo>
                <a:lnTo>
                  <a:pt x="35052" y="134213"/>
                </a:lnTo>
                <a:lnTo>
                  <a:pt x="49682" y="111074"/>
                </a:lnTo>
                <a:lnTo>
                  <a:pt x="66001" y="82918"/>
                </a:lnTo>
                <a:lnTo>
                  <a:pt x="84010" y="49911"/>
                </a:lnTo>
                <a:lnTo>
                  <a:pt x="103720" y="12192"/>
                </a:lnTo>
                <a:lnTo>
                  <a:pt x="74764" y="0"/>
                </a:lnTo>
                <a:lnTo>
                  <a:pt x="55575" y="41998"/>
                </a:lnTo>
                <a:lnTo>
                  <a:pt x="36969" y="78727"/>
                </a:lnTo>
                <a:lnTo>
                  <a:pt x="18961" y="110032"/>
                </a:lnTo>
                <a:lnTo>
                  <a:pt x="1524" y="135737"/>
                </a:lnTo>
                <a:lnTo>
                  <a:pt x="7620" y="161645"/>
                </a:lnTo>
                <a:lnTo>
                  <a:pt x="67144" y="157073"/>
                </a:lnTo>
                <a:lnTo>
                  <a:pt x="50520" y="183464"/>
                </a:lnTo>
                <a:lnTo>
                  <a:pt x="35064" y="205549"/>
                </a:lnTo>
                <a:lnTo>
                  <a:pt x="20764" y="223608"/>
                </a:lnTo>
                <a:lnTo>
                  <a:pt x="7620" y="237947"/>
                </a:lnTo>
                <a:lnTo>
                  <a:pt x="13716" y="266903"/>
                </a:lnTo>
                <a:lnTo>
                  <a:pt x="129628" y="248615"/>
                </a:lnTo>
                <a:lnTo>
                  <a:pt x="132130" y="233375"/>
                </a:lnTo>
                <a:lnTo>
                  <a:pt x="133057" y="227393"/>
                </a:lnTo>
                <a:lnTo>
                  <a:pt x="134200" y="219646"/>
                </a:lnTo>
                <a:lnTo>
                  <a:pt x="116154" y="222872"/>
                </a:lnTo>
                <a:lnTo>
                  <a:pt x="73736" y="229298"/>
                </a:lnTo>
                <a:lnTo>
                  <a:pt x="48768" y="233375"/>
                </a:lnTo>
                <a:lnTo>
                  <a:pt x="71424" y="201663"/>
                </a:lnTo>
                <a:lnTo>
                  <a:pt x="93624" y="168363"/>
                </a:lnTo>
                <a:lnTo>
                  <a:pt x="100736" y="157073"/>
                </a:lnTo>
                <a:lnTo>
                  <a:pt x="115150" y="134213"/>
                </a:lnTo>
                <a:lnTo>
                  <a:pt x="115519" y="133629"/>
                </a:lnTo>
                <a:lnTo>
                  <a:pt x="137248" y="97637"/>
                </a:lnTo>
                <a:close/>
              </a:path>
              <a:path w="2873375" h="396875">
                <a:moveTo>
                  <a:pt x="356908" y="224218"/>
                </a:moveTo>
                <a:lnTo>
                  <a:pt x="327850" y="224218"/>
                </a:lnTo>
                <a:lnTo>
                  <a:pt x="327850" y="250139"/>
                </a:lnTo>
                <a:lnTo>
                  <a:pt x="327850" y="329476"/>
                </a:lnTo>
                <a:lnTo>
                  <a:pt x="186029" y="329476"/>
                </a:lnTo>
                <a:lnTo>
                  <a:pt x="186029" y="250139"/>
                </a:lnTo>
                <a:lnTo>
                  <a:pt x="327850" y="250139"/>
                </a:lnTo>
                <a:lnTo>
                  <a:pt x="327850" y="224218"/>
                </a:lnTo>
                <a:lnTo>
                  <a:pt x="155549" y="224218"/>
                </a:lnTo>
                <a:lnTo>
                  <a:pt x="155549" y="379869"/>
                </a:lnTo>
                <a:lnTo>
                  <a:pt x="186029" y="379869"/>
                </a:lnTo>
                <a:lnTo>
                  <a:pt x="186029" y="355384"/>
                </a:lnTo>
                <a:lnTo>
                  <a:pt x="327850" y="355384"/>
                </a:lnTo>
                <a:lnTo>
                  <a:pt x="327850" y="379869"/>
                </a:lnTo>
                <a:lnTo>
                  <a:pt x="356908" y="379869"/>
                </a:lnTo>
                <a:lnTo>
                  <a:pt x="356908" y="355384"/>
                </a:lnTo>
                <a:lnTo>
                  <a:pt x="356908" y="329476"/>
                </a:lnTo>
                <a:lnTo>
                  <a:pt x="356908" y="250139"/>
                </a:lnTo>
                <a:lnTo>
                  <a:pt x="356908" y="224218"/>
                </a:lnTo>
                <a:close/>
              </a:path>
              <a:path w="2873375" h="396875">
                <a:moveTo>
                  <a:pt x="378244" y="64008"/>
                </a:moveTo>
                <a:lnTo>
                  <a:pt x="271462" y="64008"/>
                </a:lnTo>
                <a:lnTo>
                  <a:pt x="271462" y="3048"/>
                </a:lnTo>
                <a:lnTo>
                  <a:pt x="240982" y="3048"/>
                </a:lnTo>
                <a:lnTo>
                  <a:pt x="240982" y="64008"/>
                </a:lnTo>
                <a:lnTo>
                  <a:pt x="135724" y="64008"/>
                </a:lnTo>
                <a:lnTo>
                  <a:pt x="135724" y="91541"/>
                </a:lnTo>
                <a:lnTo>
                  <a:pt x="240982" y="91541"/>
                </a:lnTo>
                <a:lnTo>
                  <a:pt x="240982" y="150977"/>
                </a:lnTo>
                <a:lnTo>
                  <a:pt x="147916" y="150977"/>
                </a:lnTo>
                <a:lnTo>
                  <a:pt x="147916" y="178498"/>
                </a:lnTo>
                <a:lnTo>
                  <a:pt x="366052" y="178498"/>
                </a:lnTo>
                <a:lnTo>
                  <a:pt x="366052" y="150977"/>
                </a:lnTo>
                <a:lnTo>
                  <a:pt x="271462" y="150977"/>
                </a:lnTo>
                <a:lnTo>
                  <a:pt x="271462" y="91541"/>
                </a:lnTo>
                <a:lnTo>
                  <a:pt x="378244" y="91541"/>
                </a:lnTo>
                <a:lnTo>
                  <a:pt x="378244" y="64008"/>
                </a:lnTo>
                <a:close/>
              </a:path>
              <a:path w="2873375" h="396875">
                <a:moveTo>
                  <a:pt x="773239" y="335572"/>
                </a:moveTo>
                <a:lnTo>
                  <a:pt x="726033" y="315899"/>
                </a:lnTo>
                <a:lnTo>
                  <a:pt x="682853" y="291363"/>
                </a:lnTo>
                <a:lnTo>
                  <a:pt x="643699" y="262242"/>
                </a:lnTo>
                <a:lnTo>
                  <a:pt x="629373" y="248602"/>
                </a:lnTo>
                <a:lnTo>
                  <a:pt x="608545" y="228790"/>
                </a:lnTo>
                <a:lnTo>
                  <a:pt x="703033" y="228790"/>
                </a:lnTo>
                <a:lnTo>
                  <a:pt x="703033" y="242506"/>
                </a:lnTo>
                <a:lnTo>
                  <a:pt x="731989" y="242506"/>
                </a:lnTo>
                <a:lnTo>
                  <a:pt x="731989" y="228790"/>
                </a:lnTo>
                <a:lnTo>
                  <a:pt x="731989" y="202882"/>
                </a:lnTo>
                <a:lnTo>
                  <a:pt x="731989" y="138785"/>
                </a:lnTo>
                <a:lnTo>
                  <a:pt x="731989" y="112877"/>
                </a:lnTo>
                <a:lnTo>
                  <a:pt x="703033" y="112877"/>
                </a:lnTo>
                <a:lnTo>
                  <a:pt x="703033" y="138785"/>
                </a:lnTo>
                <a:lnTo>
                  <a:pt x="703033" y="202882"/>
                </a:lnTo>
                <a:lnTo>
                  <a:pt x="597789" y="202882"/>
                </a:lnTo>
                <a:lnTo>
                  <a:pt x="597789" y="138785"/>
                </a:lnTo>
                <a:lnTo>
                  <a:pt x="703033" y="138785"/>
                </a:lnTo>
                <a:lnTo>
                  <a:pt x="703033" y="112877"/>
                </a:lnTo>
                <a:lnTo>
                  <a:pt x="597789" y="112877"/>
                </a:lnTo>
                <a:lnTo>
                  <a:pt x="597789" y="70205"/>
                </a:lnTo>
                <a:lnTo>
                  <a:pt x="767143" y="70205"/>
                </a:lnTo>
                <a:lnTo>
                  <a:pt x="767143" y="42672"/>
                </a:lnTo>
                <a:lnTo>
                  <a:pt x="597789" y="42672"/>
                </a:lnTo>
                <a:lnTo>
                  <a:pt x="597789" y="1524"/>
                </a:lnTo>
                <a:lnTo>
                  <a:pt x="568833" y="1524"/>
                </a:lnTo>
                <a:lnTo>
                  <a:pt x="568833" y="42672"/>
                </a:lnTo>
                <a:lnTo>
                  <a:pt x="396519" y="42672"/>
                </a:lnTo>
                <a:lnTo>
                  <a:pt x="396519" y="70205"/>
                </a:lnTo>
                <a:lnTo>
                  <a:pt x="568833" y="70205"/>
                </a:lnTo>
                <a:lnTo>
                  <a:pt x="568833" y="112877"/>
                </a:lnTo>
                <a:lnTo>
                  <a:pt x="568833" y="138785"/>
                </a:lnTo>
                <a:lnTo>
                  <a:pt x="568833" y="202882"/>
                </a:lnTo>
                <a:lnTo>
                  <a:pt x="463575" y="202882"/>
                </a:lnTo>
                <a:lnTo>
                  <a:pt x="463575" y="138785"/>
                </a:lnTo>
                <a:lnTo>
                  <a:pt x="568833" y="138785"/>
                </a:lnTo>
                <a:lnTo>
                  <a:pt x="568833" y="112877"/>
                </a:lnTo>
                <a:lnTo>
                  <a:pt x="434619" y="112877"/>
                </a:lnTo>
                <a:lnTo>
                  <a:pt x="434619" y="242506"/>
                </a:lnTo>
                <a:lnTo>
                  <a:pt x="463575" y="242506"/>
                </a:lnTo>
                <a:lnTo>
                  <a:pt x="463575" y="228790"/>
                </a:lnTo>
                <a:lnTo>
                  <a:pt x="556641" y="228790"/>
                </a:lnTo>
                <a:lnTo>
                  <a:pt x="519760" y="261683"/>
                </a:lnTo>
                <a:lnTo>
                  <a:pt x="480009" y="291553"/>
                </a:lnTo>
                <a:lnTo>
                  <a:pt x="437400" y="318262"/>
                </a:lnTo>
                <a:lnTo>
                  <a:pt x="391947" y="341668"/>
                </a:lnTo>
                <a:lnTo>
                  <a:pt x="397624" y="348475"/>
                </a:lnTo>
                <a:lnTo>
                  <a:pt x="402996" y="355003"/>
                </a:lnTo>
                <a:lnTo>
                  <a:pt x="407809" y="360959"/>
                </a:lnTo>
                <a:lnTo>
                  <a:pt x="411759" y="366052"/>
                </a:lnTo>
                <a:lnTo>
                  <a:pt x="456920" y="340004"/>
                </a:lnTo>
                <a:lnTo>
                  <a:pt x="498335" y="311937"/>
                </a:lnTo>
                <a:lnTo>
                  <a:pt x="535736" y="281571"/>
                </a:lnTo>
                <a:lnTo>
                  <a:pt x="568833" y="248602"/>
                </a:lnTo>
                <a:lnTo>
                  <a:pt x="568833" y="379869"/>
                </a:lnTo>
                <a:lnTo>
                  <a:pt x="597789" y="379869"/>
                </a:lnTo>
                <a:lnTo>
                  <a:pt x="597789" y="248602"/>
                </a:lnTo>
                <a:lnTo>
                  <a:pt x="630466" y="283235"/>
                </a:lnTo>
                <a:lnTo>
                  <a:pt x="666838" y="313842"/>
                </a:lnTo>
                <a:lnTo>
                  <a:pt x="707224" y="340423"/>
                </a:lnTo>
                <a:lnTo>
                  <a:pt x="751903" y="363004"/>
                </a:lnTo>
                <a:lnTo>
                  <a:pt x="756526" y="357009"/>
                </a:lnTo>
                <a:lnTo>
                  <a:pt x="761428" y="350431"/>
                </a:lnTo>
                <a:lnTo>
                  <a:pt x="766902" y="343293"/>
                </a:lnTo>
                <a:lnTo>
                  <a:pt x="773239" y="335572"/>
                </a:lnTo>
                <a:close/>
              </a:path>
              <a:path w="2873375" h="396875">
                <a:moveTo>
                  <a:pt x="930313" y="196786"/>
                </a:moveTo>
                <a:lnTo>
                  <a:pt x="899020" y="165849"/>
                </a:lnTo>
                <a:lnTo>
                  <a:pt x="887641" y="155549"/>
                </a:lnTo>
                <a:lnTo>
                  <a:pt x="870775" y="172402"/>
                </a:lnTo>
                <a:lnTo>
                  <a:pt x="870775" y="170789"/>
                </a:lnTo>
                <a:lnTo>
                  <a:pt x="870775" y="105257"/>
                </a:lnTo>
                <a:lnTo>
                  <a:pt x="922693" y="105257"/>
                </a:lnTo>
                <a:lnTo>
                  <a:pt x="922693" y="79349"/>
                </a:lnTo>
                <a:lnTo>
                  <a:pt x="870775" y="79349"/>
                </a:lnTo>
                <a:lnTo>
                  <a:pt x="870775" y="4572"/>
                </a:lnTo>
                <a:lnTo>
                  <a:pt x="843343" y="4572"/>
                </a:lnTo>
                <a:lnTo>
                  <a:pt x="843343" y="79349"/>
                </a:lnTo>
                <a:lnTo>
                  <a:pt x="785431" y="79349"/>
                </a:lnTo>
                <a:lnTo>
                  <a:pt x="785431" y="105257"/>
                </a:lnTo>
                <a:lnTo>
                  <a:pt x="841819" y="105257"/>
                </a:lnTo>
                <a:lnTo>
                  <a:pt x="832104" y="140423"/>
                </a:lnTo>
                <a:lnTo>
                  <a:pt x="818959" y="175031"/>
                </a:lnTo>
                <a:lnTo>
                  <a:pt x="802386" y="209067"/>
                </a:lnTo>
                <a:lnTo>
                  <a:pt x="782383" y="242506"/>
                </a:lnTo>
                <a:lnTo>
                  <a:pt x="786460" y="250748"/>
                </a:lnTo>
                <a:lnTo>
                  <a:pt x="789813" y="259283"/>
                </a:lnTo>
                <a:lnTo>
                  <a:pt x="792886" y="267843"/>
                </a:lnTo>
                <a:lnTo>
                  <a:pt x="796099" y="276136"/>
                </a:lnTo>
                <a:lnTo>
                  <a:pt x="809485" y="254076"/>
                </a:lnTo>
                <a:lnTo>
                  <a:pt x="822007" y="229171"/>
                </a:lnTo>
                <a:lnTo>
                  <a:pt x="833386" y="201422"/>
                </a:lnTo>
                <a:lnTo>
                  <a:pt x="843343" y="170789"/>
                </a:lnTo>
                <a:lnTo>
                  <a:pt x="843343" y="376720"/>
                </a:lnTo>
                <a:lnTo>
                  <a:pt x="870775" y="376720"/>
                </a:lnTo>
                <a:lnTo>
                  <a:pt x="870775" y="175450"/>
                </a:lnTo>
                <a:lnTo>
                  <a:pt x="881087" y="185762"/>
                </a:lnTo>
                <a:lnTo>
                  <a:pt x="891247" y="196215"/>
                </a:lnTo>
                <a:lnTo>
                  <a:pt x="901090" y="206959"/>
                </a:lnTo>
                <a:lnTo>
                  <a:pt x="910501" y="218122"/>
                </a:lnTo>
                <a:lnTo>
                  <a:pt x="930313" y="196786"/>
                </a:lnTo>
                <a:close/>
              </a:path>
              <a:path w="2873375" h="396875">
                <a:moveTo>
                  <a:pt x="986701" y="213550"/>
                </a:moveTo>
                <a:lnTo>
                  <a:pt x="957745" y="202882"/>
                </a:lnTo>
                <a:lnTo>
                  <a:pt x="942644" y="237807"/>
                </a:lnTo>
                <a:lnTo>
                  <a:pt x="927265" y="269608"/>
                </a:lnTo>
                <a:lnTo>
                  <a:pt x="911872" y="298551"/>
                </a:lnTo>
                <a:lnTo>
                  <a:pt x="896785" y="324904"/>
                </a:lnTo>
                <a:lnTo>
                  <a:pt x="904494" y="328333"/>
                </a:lnTo>
                <a:lnTo>
                  <a:pt x="911644" y="331762"/>
                </a:lnTo>
                <a:lnTo>
                  <a:pt x="918210" y="335191"/>
                </a:lnTo>
                <a:lnTo>
                  <a:pt x="924217" y="338620"/>
                </a:lnTo>
                <a:lnTo>
                  <a:pt x="939977" y="310286"/>
                </a:lnTo>
                <a:lnTo>
                  <a:pt x="955459" y="280085"/>
                </a:lnTo>
                <a:lnTo>
                  <a:pt x="970927" y="247891"/>
                </a:lnTo>
                <a:lnTo>
                  <a:pt x="986701" y="213550"/>
                </a:lnTo>
                <a:close/>
              </a:path>
              <a:path w="2873375" h="396875">
                <a:moveTo>
                  <a:pt x="1143762" y="27432"/>
                </a:moveTo>
                <a:lnTo>
                  <a:pt x="939457" y="27432"/>
                </a:lnTo>
                <a:lnTo>
                  <a:pt x="939457" y="53340"/>
                </a:lnTo>
                <a:lnTo>
                  <a:pt x="1143762" y="53340"/>
                </a:lnTo>
                <a:lnTo>
                  <a:pt x="1143762" y="27432"/>
                </a:lnTo>
                <a:close/>
              </a:path>
              <a:path w="2873375" h="396875">
                <a:moveTo>
                  <a:pt x="1160627" y="138785"/>
                </a:moveTo>
                <a:lnTo>
                  <a:pt x="922693" y="138785"/>
                </a:lnTo>
                <a:lnTo>
                  <a:pt x="922693" y="166217"/>
                </a:lnTo>
                <a:lnTo>
                  <a:pt x="1026414" y="166217"/>
                </a:lnTo>
                <a:lnTo>
                  <a:pt x="1026414" y="315760"/>
                </a:lnTo>
                <a:lnTo>
                  <a:pt x="1024966" y="328637"/>
                </a:lnTo>
                <a:lnTo>
                  <a:pt x="1020648" y="337667"/>
                </a:lnTo>
                <a:lnTo>
                  <a:pt x="1013472" y="342976"/>
                </a:lnTo>
                <a:lnTo>
                  <a:pt x="1003465" y="344716"/>
                </a:lnTo>
                <a:lnTo>
                  <a:pt x="991984" y="344449"/>
                </a:lnTo>
                <a:lnTo>
                  <a:pt x="980224" y="343763"/>
                </a:lnTo>
                <a:lnTo>
                  <a:pt x="954697" y="341668"/>
                </a:lnTo>
                <a:lnTo>
                  <a:pt x="956716" y="350532"/>
                </a:lnTo>
                <a:lnTo>
                  <a:pt x="958316" y="358813"/>
                </a:lnTo>
                <a:lnTo>
                  <a:pt x="959624" y="366534"/>
                </a:lnTo>
                <a:lnTo>
                  <a:pt x="960793" y="373672"/>
                </a:lnTo>
                <a:lnTo>
                  <a:pt x="1011085" y="373672"/>
                </a:lnTo>
                <a:lnTo>
                  <a:pt x="1052753" y="346671"/>
                </a:lnTo>
                <a:lnTo>
                  <a:pt x="1055370" y="326428"/>
                </a:lnTo>
                <a:lnTo>
                  <a:pt x="1055370" y="166217"/>
                </a:lnTo>
                <a:lnTo>
                  <a:pt x="1160627" y="166217"/>
                </a:lnTo>
                <a:lnTo>
                  <a:pt x="1160627" y="138785"/>
                </a:lnTo>
                <a:close/>
              </a:path>
              <a:path w="2873375" h="396875">
                <a:moveTo>
                  <a:pt x="1168247" y="324904"/>
                </a:moveTo>
                <a:lnTo>
                  <a:pt x="1155661" y="297484"/>
                </a:lnTo>
                <a:lnTo>
                  <a:pt x="1141107" y="267893"/>
                </a:lnTo>
                <a:lnTo>
                  <a:pt x="1124851" y="236308"/>
                </a:lnTo>
                <a:lnTo>
                  <a:pt x="1107186" y="202882"/>
                </a:lnTo>
                <a:lnTo>
                  <a:pt x="1081278" y="215074"/>
                </a:lnTo>
                <a:lnTo>
                  <a:pt x="1096733" y="246570"/>
                </a:lnTo>
                <a:lnTo>
                  <a:pt x="1111186" y="277228"/>
                </a:lnTo>
                <a:lnTo>
                  <a:pt x="1124788" y="307314"/>
                </a:lnTo>
                <a:lnTo>
                  <a:pt x="1137666" y="337096"/>
                </a:lnTo>
                <a:lnTo>
                  <a:pt x="1168247" y="324904"/>
                </a:lnTo>
                <a:close/>
              </a:path>
              <a:path w="2873375" h="396875">
                <a:moveTo>
                  <a:pt x="1279486" y="71729"/>
                </a:moveTo>
                <a:lnTo>
                  <a:pt x="1268920" y="60198"/>
                </a:lnTo>
                <a:lnTo>
                  <a:pt x="1220050" y="9144"/>
                </a:lnTo>
                <a:lnTo>
                  <a:pt x="1195666" y="28956"/>
                </a:lnTo>
                <a:lnTo>
                  <a:pt x="1212011" y="45859"/>
                </a:lnTo>
                <a:lnTo>
                  <a:pt x="1226908" y="62344"/>
                </a:lnTo>
                <a:lnTo>
                  <a:pt x="1240675" y="78549"/>
                </a:lnTo>
                <a:lnTo>
                  <a:pt x="1253578" y="94589"/>
                </a:lnTo>
                <a:lnTo>
                  <a:pt x="1279486" y="71729"/>
                </a:lnTo>
                <a:close/>
              </a:path>
              <a:path w="2873375" h="396875">
                <a:moveTo>
                  <a:pt x="1308544" y="317284"/>
                </a:moveTo>
                <a:lnTo>
                  <a:pt x="1307401" y="310642"/>
                </a:lnTo>
                <a:lnTo>
                  <a:pt x="1306449" y="302996"/>
                </a:lnTo>
                <a:lnTo>
                  <a:pt x="1305763" y="294347"/>
                </a:lnTo>
                <a:lnTo>
                  <a:pt x="1305496" y="285280"/>
                </a:lnTo>
                <a:lnTo>
                  <a:pt x="1292313" y="294347"/>
                </a:lnTo>
                <a:lnTo>
                  <a:pt x="1279880" y="303377"/>
                </a:lnTo>
                <a:lnTo>
                  <a:pt x="1268107" y="312064"/>
                </a:lnTo>
                <a:lnTo>
                  <a:pt x="1256626" y="320332"/>
                </a:lnTo>
                <a:lnTo>
                  <a:pt x="1256626" y="134213"/>
                </a:lnTo>
                <a:lnTo>
                  <a:pt x="1175854" y="134213"/>
                </a:lnTo>
                <a:lnTo>
                  <a:pt x="1175854" y="163169"/>
                </a:lnTo>
                <a:lnTo>
                  <a:pt x="1226146" y="163169"/>
                </a:lnTo>
                <a:lnTo>
                  <a:pt x="1226146" y="312712"/>
                </a:lnTo>
                <a:lnTo>
                  <a:pt x="1225296" y="324192"/>
                </a:lnTo>
                <a:lnTo>
                  <a:pt x="1222717" y="333667"/>
                </a:lnTo>
                <a:lnTo>
                  <a:pt x="1218438" y="341426"/>
                </a:lnTo>
                <a:lnTo>
                  <a:pt x="1212430" y="347764"/>
                </a:lnTo>
                <a:lnTo>
                  <a:pt x="1230718" y="372148"/>
                </a:lnTo>
                <a:lnTo>
                  <a:pt x="1245870" y="361010"/>
                </a:lnTo>
                <a:lnTo>
                  <a:pt x="1263878" y="348145"/>
                </a:lnTo>
                <a:lnTo>
                  <a:pt x="1284770" y="333578"/>
                </a:lnTo>
                <a:lnTo>
                  <a:pt x="1304099" y="320332"/>
                </a:lnTo>
                <a:lnTo>
                  <a:pt x="1308544" y="317284"/>
                </a:lnTo>
                <a:close/>
              </a:path>
              <a:path w="2873375" h="396875">
                <a:moveTo>
                  <a:pt x="1557058" y="262331"/>
                </a:moveTo>
                <a:lnTo>
                  <a:pt x="1549057" y="259803"/>
                </a:lnTo>
                <a:lnTo>
                  <a:pt x="1533055" y="254177"/>
                </a:lnTo>
                <a:lnTo>
                  <a:pt x="1525054" y="251663"/>
                </a:lnTo>
                <a:lnTo>
                  <a:pt x="1522996" y="270002"/>
                </a:lnTo>
                <a:lnTo>
                  <a:pt x="1521244" y="286029"/>
                </a:lnTo>
                <a:lnTo>
                  <a:pt x="1519478" y="299758"/>
                </a:lnTo>
                <a:lnTo>
                  <a:pt x="1493215" y="335407"/>
                </a:lnTo>
                <a:lnTo>
                  <a:pt x="1477810" y="337096"/>
                </a:lnTo>
                <a:lnTo>
                  <a:pt x="1380172" y="337096"/>
                </a:lnTo>
                <a:lnTo>
                  <a:pt x="1368171" y="335140"/>
                </a:lnTo>
                <a:lnTo>
                  <a:pt x="1359598" y="329476"/>
                </a:lnTo>
                <a:lnTo>
                  <a:pt x="1354455" y="320382"/>
                </a:lnTo>
                <a:lnTo>
                  <a:pt x="1352740" y="308140"/>
                </a:lnTo>
                <a:lnTo>
                  <a:pt x="1352740" y="176974"/>
                </a:lnTo>
                <a:lnTo>
                  <a:pt x="1499146" y="176974"/>
                </a:lnTo>
                <a:lnTo>
                  <a:pt x="1499146" y="196799"/>
                </a:lnTo>
                <a:lnTo>
                  <a:pt x="1529626" y="196799"/>
                </a:lnTo>
                <a:lnTo>
                  <a:pt x="1529626" y="176974"/>
                </a:lnTo>
                <a:lnTo>
                  <a:pt x="1529626" y="22860"/>
                </a:lnTo>
                <a:lnTo>
                  <a:pt x="1307020" y="22860"/>
                </a:lnTo>
                <a:lnTo>
                  <a:pt x="1307020" y="50292"/>
                </a:lnTo>
                <a:lnTo>
                  <a:pt x="1499146" y="50292"/>
                </a:lnTo>
                <a:lnTo>
                  <a:pt x="1499146" y="149453"/>
                </a:lnTo>
                <a:lnTo>
                  <a:pt x="1322260" y="149453"/>
                </a:lnTo>
                <a:lnTo>
                  <a:pt x="1322260" y="317284"/>
                </a:lnTo>
                <a:lnTo>
                  <a:pt x="1325143" y="338404"/>
                </a:lnTo>
                <a:lnTo>
                  <a:pt x="1333881" y="353669"/>
                </a:lnTo>
                <a:lnTo>
                  <a:pt x="1348625" y="362927"/>
                </a:lnTo>
                <a:lnTo>
                  <a:pt x="1369504" y="366052"/>
                </a:lnTo>
                <a:lnTo>
                  <a:pt x="1483906" y="366052"/>
                </a:lnTo>
                <a:lnTo>
                  <a:pt x="1508239" y="363486"/>
                </a:lnTo>
                <a:lnTo>
                  <a:pt x="1526578" y="355765"/>
                </a:lnTo>
                <a:lnTo>
                  <a:pt x="1539189" y="342912"/>
                </a:lnTo>
                <a:lnTo>
                  <a:pt x="1541513" y="337096"/>
                </a:lnTo>
                <a:lnTo>
                  <a:pt x="1546390" y="324904"/>
                </a:lnTo>
                <a:lnTo>
                  <a:pt x="1548536" y="312712"/>
                </a:lnTo>
                <a:lnTo>
                  <a:pt x="1551724" y="295363"/>
                </a:lnTo>
                <a:lnTo>
                  <a:pt x="1554530" y="279209"/>
                </a:lnTo>
                <a:lnTo>
                  <a:pt x="1557058" y="262331"/>
                </a:lnTo>
                <a:close/>
              </a:path>
              <a:path w="2873375" h="396875">
                <a:moveTo>
                  <a:pt x="1730984" y="65532"/>
                </a:moveTo>
                <a:lnTo>
                  <a:pt x="1700403" y="65532"/>
                </a:lnTo>
                <a:lnTo>
                  <a:pt x="1700403" y="94589"/>
                </a:lnTo>
                <a:lnTo>
                  <a:pt x="1700403" y="187655"/>
                </a:lnTo>
                <a:lnTo>
                  <a:pt x="1700403" y="215087"/>
                </a:lnTo>
                <a:lnTo>
                  <a:pt x="1700403" y="312712"/>
                </a:lnTo>
                <a:lnTo>
                  <a:pt x="1615059" y="312712"/>
                </a:lnTo>
                <a:lnTo>
                  <a:pt x="1615059" y="215087"/>
                </a:lnTo>
                <a:lnTo>
                  <a:pt x="1700403" y="215087"/>
                </a:lnTo>
                <a:lnTo>
                  <a:pt x="1700403" y="187655"/>
                </a:lnTo>
                <a:lnTo>
                  <a:pt x="1615059" y="187655"/>
                </a:lnTo>
                <a:lnTo>
                  <a:pt x="1615059" y="94589"/>
                </a:lnTo>
                <a:lnTo>
                  <a:pt x="1700403" y="94589"/>
                </a:lnTo>
                <a:lnTo>
                  <a:pt x="1700403" y="65532"/>
                </a:lnTo>
                <a:lnTo>
                  <a:pt x="1654683" y="65532"/>
                </a:lnTo>
                <a:lnTo>
                  <a:pt x="1660398" y="52920"/>
                </a:lnTo>
                <a:lnTo>
                  <a:pt x="1666113" y="40005"/>
                </a:lnTo>
                <a:lnTo>
                  <a:pt x="1671828" y="26530"/>
                </a:lnTo>
                <a:lnTo>
                  <a:pt x="1677543" y="12192"/>
                </a:lnTo>
                <a:lnTo>
                  <a:pt x="1645539" y="3048"/>
                </a:lnTo>
                <a:lnTo>
                  <a:pt x="1640687" y="17322"/>
                </a:lnTo>
                <a:lnTo>
                  <a:pt x="1635252" y="32575"/>
                </a:lnTo>
                <a:lnTo>
                  <a:pt x="1629257" y="48704"/>
                </a:lnTo>
                <a:lnTo>
                  <a:pt x="1622679" y="65532"/>
                </a:lnTo>
                <a:lnTo>
                  <a:pt x="1584579" y="65532"/>
                </a:lnTo>
                <a:lnTo>
                  <a:pt x="1584579" y="373672"/>
                </a:lnTo>
                <a:lnTo>
                  <a:pt x="1615059" y="373672"/>
                </a:lnTo>
                <a:lnTo>
                  <a:pt x="1615059" y="341668"/>
                </a:lnTo>
                <a:lnTo>
                  <a:pt x="1700403" y="341668"/>
                </a:lnTo>
                <a:lnTo>
                  <a:pt x="1700403" y="370624"/>
                </a:lnTo>
                <a:lnTo>
                  <a:pt x="1730984" y="370624"/>
                </a:lnTo>
                <a:lnTo>
                  <a:pt x="1730984" y="341668"/>
                </a:lnTo>
                <a:lnTo>
                  <a:pt x="1730984" y="312712"/>
                </a:lnTo>
                <a:lnTo>
                  <a:pt x="1730984" y="215087"/>
                </a:lnTo>
                <a:lnTo>
                  <a:pt x="1730984" y="187655"/>
                </a:lnTo>
                <a:lnTo>
                  <a:pt x="1730984" y="94589"/>
                </a:lnTo>
                <a:lnTo>
                  <a:pt x="1730984" y="65532"/>
                </a:lnTo>
                <a:close/>
              </a:path>
              <a:path w="2873375" h="396875">
                <a:moveTo>
                  <a:pt x="1862137" y="240995"/>
                </a:moveTo>
                <a:lnTo>
                  <a:pt x="1848370" y="221843"/>
                </a:lnTo>
                <a:lnTo>
                  <a:pt x="1832330" y="200977"/>
                </a:lnTo>
                <a:lnTo>
                  <a:pt x="1814042" y="178371"/>
                </a:lnTo>
                <a:lnTo>
                  <a:pt x="1793468" y="154025"/>
                </a:lnTo>
                <a:lnTo>
                  <a:pt x="1770608" y="170789"/>
                </a:lnTo>
                <a:lnTo>
                  <a:pt x="1788083" y="193471"/>
                </a:lnTo>
                <a:lnTo>
                  <a:pt x="1804136" y="215836"/>
                </a:lnTo>
                <a:lnTo>
                  <a:pt x="1819033" y="238175"/>
                </a:lnTo>
                <a:lnTo>
                  <a:pt x="1833092" y="260807"/>
                </a:lnTo>
                <a:lnTo>
                  <a:pt x="1862137" y="240995"/>
                </a:lnTo>
                <a:close/>
              </a:path>
              <a:path w="2873375" h="396875">
                <a:moveTo>
                  <a:pt x="1933765" y="65532"/>
                </a:moveTo>
                <a:lnTo>
                  <a:pt x="1810232" y="65532"/>
                </a:lnTo>
                <a:lnTo>
                  <a:pt x="1815033" y="52679"/>
                </a:lnTo>
                <a:lnTo>
                  <a:pt x="1820138" y="39243"/>
                </a:lnTo>
                <a:lnTo>
                  <a:pt x="1825231" y="25247"/>
                </a:lnTo>
                <a:lnTo>
                  <a:pt x="1830044" y="10668"/>
                </a:lnTo>
                <a:lnTo>
                  <a:pt x="1798040" y="3048"/>
                </a:lnTo>
                <a:lnTo>
                  <a:pt x="1784870" y="43649"/>
                </a:lnTo>
                <a:lnTo>
                  <a:pt x="1770418" y="80822"/>
                </a:lnTo>
                <a:lnTo>
                  <a:pt x="1754530" y="114579"/>
                </a:lnTo>
                <a:lnTo>
                  <a:pt x="1737080" y="144881"/>
                </a:lnTo>
                <a:lnTo>
                  <a:pt x="1744764" y="148310"/>
                </a:lnTo>
                <a:lnTo>
                  <a:pt x="1751749" y="151739"/>
                </a:lnTo>
                <a:lnTo>
                  <a:pt x="1757857" y="155168"/>
                </a:lnTo>
                <a:lnTo>
                  <a:pt x="1762988" y="158597"/>
                </a:lnTo>
                <a:lnTo>
                  <a:pt x="1772107" y="144310"/>
                </a:lnTo>
                <a:lnTo>
                  <a:pt x="1781086" y="128879"/>
                </a:lnTo>
                <a:lnTo>
                  <a:pt x="1789772" y="112306"/>
                </a:lnTo>
                <a:lnTo>
                  <a:pt x="1798040" y="94589"/>
                </a:lnTo>
                <a:lnTo>
                  <a:pt x="1900237" y="94589"/>
                </a:lnTo>
                <a:lnTo>
                  <a:pt x="1899069" y="165227"/>
                </a:lnTo>
                <a:lnTo>
                  <a:pt x="1897761" y="223850"/>
                </a:lnTo>
                <a:lnTo>
                  <a:pt x="1896160" y="270459"/>
                </a:lnTo>
                <a:lnTo>
                  <a:pt x="1891004" y="321094"/>
                </a:lnTo>
                <a:lnTo>
                  <a:pt x="1857565" y="341668"/>
                </a:lnTo>
                <a:lnTo>
                  <a:pt x="1840979" y="341388"/>
                </a:lnTo>
                <a:lnTo>
                  <a:pt x="1823567" y="340525"/>
                </a:lnTo>
                <a:lnTo>
                  <a:pt x="1805609" y="339102"/>
                </a:lnTo>
                <a:lnTo>
                  <a:pt x="1787372" y="337096"/>
                </a:lnTo>
                <a:lnTo>
                  <a:pt x="1785848" y="337096"/>
                </a:lnTo>
                <a:lnTo>
                  <a:pt x="1787867" y="344474"/>
                </a:lnTo>
                <a:lnTo>
                  <a:pt x="1789468" y="352717"/>
                </a:lnTo>
                <a:lnTo>
                  <a:pt x="1790776" y="361530"/>
                </a:lnTo>
                <a:lnTo>
                  <a:pt x="1791944" y="370624"/>
                </a:lnTo>
                <a:lnTo>
                  <a:pt x="1809965" y="371500"/>
                </a:lnTo>
                <a:lnTo>
                  <a:pt x="1827568" y="371957"/>
                </a:lnTo>
                <a:lnTo>
                  <a:pt x="1862137" y="372148"/>
                </a:lnTo>
                <a:lnTo>
                  <a:pt x="1889290" y="368439"/>
                </a:lnTo>
                <a:lnTo>
                  <a:pt x="1909000" y="357289"/>
                </a:lnTo>
                <a:lnTo>
                  <a:pt x="1919338" y="341668"/>
                </a:lnTo>
                <a:lnTo>
                  <a:pt x="1921294" y="338721"/>
                </a:lnTo>
                <a:lnTo>
                  <a:pt x="1927225" y="286727"/>
                </a:lnTo>
                <a:lnTo>
                  <a:pt x="1930158" y="200977"/>
                </a:lnTo>
                <a:lnTo>
                  <a:pt x="1931949" y="138430"/>
                </a:lnTo>
                <a:lnTo>
                  <a:pt x="1933041" y="94589"/>
                </a:lnTo>
                <a:lnTo>
                  <a:pt x="1933765" y="65532"/>
                </a:lnTo>
                <a:close/>
              </a:path>
              <a:path w="2873375" h="396875">
                <a:moveTo>
                  <a:pt x="2243328" y="262331"/>
                </a:moveTo>
                <a:lnTo>
                  <a:pt x="1961197" y="262331"/>
                </a:lnTo>
                <a:lnTo>
                  <a:pt x="1961197" y="291376"/>
                </a:lnTo>
                <a:lnTo>
                  <a:pt x="2243328" y="291376"/>
                </a:lnTo>
                <a:lnTo>
                  <a:pt x="2243328" y="262331"/>
                </a:lnTo>
                <a:close/>
              </a:path>
              <a:path w="2873375" h="396875">
                <a:moveTo>
                  <a:pt x="2305913" y="186118"/>
                </a:moveTo>
                <a:lnTo>
                  <a:pt x="2055787" y="186118"/>
                </a:lnTo>
                <a:lnTo>
                  <a:pt x="2066455" y="138785"/>
                </a:lnTo>
                <a:lnTo>
                  <a:pt x="2296769" y="138785"/>
                </a:lnTo>
                <a:lnTo>
                  <a:pt x="2296769" y="111353"/>
                </a:lnTo>
                <a:lnTo>
                  <a:pt x="2071027" y="111353"/>
                </a:lnTo>
                <a:lnTo>
                  <a:pt x="2081695" y="65532"/>
                </a:lnTo>
                <a:lnTo>
                  <a:pt x="2049691" y="65532"/>
                </a:lnTo>
                <a:lnTo>
                  <a:pt x="2022246" y="187642"/>
                </a:lnTo>
                <a:lnTo>
                  <a:pt x="2022246" y="215074"/>
                </a:lnTo>
                <a:lnTo>
                  <a:pt x="2272385" y="215074"/>
                </a:lnTo>
                <a:lnTo>
                  <a:pt x="2271191" y="243408"/>
                </a:lnTo>
                <a:lnTo>
                  <a:pt x="2268232" y="292100"/>
                </a:lnTo>
                <a:lnTo>
                  <a:pt x="2253805" y="335381"/>
                </a:lnTo>
                <a:lnTo>
                  <a:pt x="2226564" y="343192"/>
                </a:lnTo>
                <a:lnTo>
                  <a:pt x="2205990" y="342912"/>
                </a:lnTo>
                <a:lnTo>
                  <a:pt x="2185416" y="342049"/>
                </a:lnTo>
                <a:lnTo>
                  <a:pt x="2164842" y="340626"/>
                </a:lnTo>
                <a:lnTo>
                  <a:pt x="2144268" y="338620"/>
                </a:lnTo>
                <a:lnTo>
                  <a:pt x="2145627" y="347484"/>
                </a:lnTo>
                <a:lnTo>
                  <a:pt x="2147125" y="355765"/>
                </a:lnTo>
                <a:lnTo>
                  <a:pt x="2148344" y="363486"/>
                </a:lnTo>
                <a:lnTo>
                  <a:pt x="2148840" y="370624"/>
                </a:lnTo>
                <a:lnTo>
                  <a:pt x="2193607" y="372719"/>
                </a:lnTo>
                <a:lnTo>
                  <a:pt x="2213775" y="373405"/>
                </a:lnTo>
                <a:lnTo>
                  <a:pt x="2232660" y="373672"/>
                </a:lnTo>
                <a:lnTo>
                  <a:pt x="2258364" y="370027"/>
                </a:lnTo>
                <a:lnTo>
                  <a:pt x="2277897" y="359384"/>
                </a:lnTo>
                <a:lnTo>
                  <a:pt x="2290064" y="343192"/>
                </a:lnTo>
                <a:lnTo>
                  <a:pt x="2290838" y="342163"/>
                </a:lnTo>
                <a:lnTo>
                  <a:pt x="2296769" y="318808"/>
                </a:lnTo>
                <a:lnTo>
                  <a:pt x="2299690" y="290791"/>
                </a:lnTo>
                <a:lnTo>
                  <a:pt x="2301913" y="259321"/>
                </a:lnTo>
                <a:lnTo>
                  <a:pt x="2303830" y="224434"/>
                </a:lnTo>
                <a:lnTo>
                  <a:pt x="2305913" y="186118"/>
                </a:lnTo>
                <a:close/>
              </a:path>
              <a:path w="2873375" h="396875">
                <a:moveTo>
                  <a:pt x="2324201" y="24384"/>
                </a:moveTo>
                <a:lnTo>
                  <a:pt x="1976437" y="24384"/>
                </a:lnTo>
                <a:lnTo>
                  <a:pt x="1976437" y="97637"/>
                </a:lnTo>
                <a:lnTo>
                  <a:pt x="2008530" y="97637"/>
                </a:lnTo>
                <a:lnTo>
                  <a:pt x="2008530" y="53340"/>
                </a:lnTo>
                <a:lnTo>
                  <a:pt x="2292197" y="53340"/>
                </a:lnTo>
                <a:lnTo>
                  <a:pt x="2292197" y="97637"/>
                </a:lnTo>
                <a:lnTo>
                  <a:pt x="2324201" y="97637"/>
                </a:lnTo>
                <a:lnTo>
                  <a:pt x="2324201" y="53340"/>
                </a:lnTo>
                <a:lnTo>
                  <a:pt x="2324201" y="24384"/>
                </a:lnTo>
                <a:close/>
              </a:path>
              <a:path w="2873375" h="396875">
                <a:moveTo>
                  <a:pt x="2437066" y="158597"/>
                </a:moveTo>
                <a:lnTo>
                  <a:pt x="2418435" y="143433"/>
                </a:lnTo>
                <a:lnTo>
                  <a:pt x="2401201" y="129832"/>
                </a:lnTo>
                <a:lnTo>
                  <a:pt x="2385123" y="117665"/>
                </a:lnTo>
                <a:lnTo>
                  <a:pt x="2369909" y="106781"/>
                </a:lnTo>
                <a:lnTo>
                  <a:pt x="2351621" y="129641"/>
                </a:lnTo>
                <a:lnTo>
                  <a:pt x="2363343" y="139052"/>
                </a:lnTo>
                <a:lnTo>
                  <a:pt x="2377922" y="151180"/>
                </a:lnTo>
                <a:lnTo>
                  <a:pt x="2415730" y="183070"/>
                </a:lnTo>
                <a:lnTo>
                  <a:pt x="2419705" y="178828"/>
                </a:lnTo>
                <a:lnTo>
                  <a:pt x="2424684" y="173126"/>
                </a:lnTo>
                <a:lnTo>
                  <a:pt x="2437066" y="158597"/>
                </a:lnTo>
                <a:close/>
              </a:path>
              <a:path w="2873375" h="396875">
                <a:moveTo>
                  <a:pt x="2438590" y="228790"/>
                </a:moveTo>
                <a:lnTo>
                  <a:pt x="2430615" y="225602"/>
                </a:lnTo>
                <a:lnTo>
                  <a:pt x="2422766" y="222694"/>
                </a:lnTo>
                <a:lnTo>
                  <a:pt x="2415184" y="219798"/>
                </a:lnTo>
                <a:lnTo>
                  <a:pt x="2408009" y="216598"/>
                </a:lnTo>
                <a:lnTo>
                  <a:pt x="2395436" y="256667"/>
                </a:lnTo>
                <a:lnTo>
                  <a:pt x="2382863" y="294754"/>
                </a:lnTo>
                <a:lnTo>
                  <a:pt x="2370290" y="331127"/>
                </a:lnTo>
                <a:lnTo>
                  <a:pt x="2357717" y="366052"/>
                </a:lnTo>
                <a:lnTo>
                  <a:pt x="2391245" y="376720"/>
                </a:lnTo>
                <a:lnTo>
                  <a:pt x="2401214" y="342696"/>
                </a:lnTo>
                <a:lnTo>
                  <a:pt x="2412631" y="306793"/>
                </a:lnTo>
                <a:lnTo>
                  <a:pt x="2425192" y="268884"/>
                </a:lnTo>
                <a:lnTo>
                  <a:pt x="2438590" y="228790"/>
                </a:lnTo>
                <a:close/>
              </a:path>
              <a:path w="2873375" h="396875">
                <a:moveTo>
                  <a:pt x="2450782" y="64008"/>
                </a:moveTo>
                <a:lnTo>
                  <a:pt x="2433675" y="48564"/>
                </a:lnTo>
                <a:lnTo>
                  <a:pt x="2416822" y="34099"/>
                </a:lnTo>
                <a:lnTo>
                  <a:pt x="2385149" y="7620"/>
                </a:lnTo>
                <a:lnTo>
                  <a:pt x="2365337" y="28956"/>
                </a:lnTo>
                <a:lnTo>
                  <a:pt x="2379611" y="41224"/>
                </a:lnTo>
                <a:lnTo>
                  <a:pt x="2394877" y="55067"/>
                </a:lnTo>
                <a:lnTo>
                  <a:pt x="2411031" y="70370"/>
                </a:lnTo>
                <a:lnTo>
                  <a:pt x="2427922" y="86969"/>
                </a:lnTo>
                <a:lnTo>
                  <a:pt x="2433637" y="82105"/>
                </a:lnTo>
                <a:lnTo>
                  <a:pt x="2439352" y="76669"/>
                </a:lnTo>
                <a:lnTo>
                  <a:pt x="2445067" y="70637"/>
                </a:lnTo>
                <a:lnTo>
                  <a:pt x="2450782" y="64008"/>
                </a:lnTo>
                <a:close/>
              </a:path>
              <a:path w="2873375" h="396875">
                <a:moveTo>
                  <a:pt x="2731389" y="181546"/>
                </a:moveTo>
                <a:lnTo>
                  <a:pt x="2606319" y="181546"/>
                </a:lnTo>
                <a:lnTo>
                  <a:pt x="2606319" y="100685"/>
                </a:lnTo>
                <a:lnTo>
                  <a:pt x="2713101" y="100685"/>
                </a:lnTo>
                <a:lnTo>
                  <a:pt x="2713101" y="73253"/>
                </a:lnTo>
                <a:lnTo>
                  <a:pt x="2606319" y="73253"/>
                </a:lnTo>
                <a:lnTo>
                  <a:pt x="2606319" y="3048"/>
                </a:lnTo>
                <a:lnTo>
                  <a:pt x="2575839" y="3048"/>
                </a:lnTo>
                <a:lnTo>
                  <a:pt x="2575839" y="73253"/>
                </a:lnTo>
                <a:lnTo>
                  <a:pt x="2475166" y="73253"/>
                </a:lnTo>
                <a:lnTo>
                  <a:pt x="2475166" y="100685"/>
                </a:lnTo>
                <a:lnTo>
                  <a:pt x="2575839" y="100685"/>
                </a:lnTo>
                <a:lnTo>
                  <a:pt x="2575839" y="181546"/>
                </a:lnTo>
                <a:lnTo>
                  <a:pt x="2455354" y="181546"/>
                </a:lnTo>
                <a:lnTo>
                  <a:pt x="2455354" y="208978"/>
                </a:lnTo>
                <a:lnTo>
                  <a:pt x="2556027" y="208978"/>
                </a:lnTo>
                <a:lnTo>
                  <a:pt x="2545410" y="228396"/>
                </a:lnTo>
                <a:lnTo>
                  <a:pt x="2522512" y="266674"/>
                </a:lnTo>
                <a:lnTo>
                  <a:pt x="2498547" y="300761"/>
                </a:lnTo>
                <a:lnTo>
                  <a:pt x="2462974" y="329476"/>
                </a:lnTo>
                <a:lnTo>
                  <a:pt x="2476690" y="363004"/>
                </a:lnTo>
                <a:lnTo>
                  <a:pt x="2561323" y="355193"/>
                </a:lnTo>
                <a:lnTo>
                  <a:pt x="2673388" y="346240"/>
                </a:lnTo>
                <a:lnTo>
                  <a:pt x="2678874" y="354266"/>
                </a:lnTo>
                <a:lnTo>
                  <a:pt x="2684094" y="362445"/>
                </a:lnTo>
                <a:lnTo>
                  <a:pt x="2694813" y="379869"/>
                </a:lnTo>
                <a:lnTo>
                  <a:pt x="2701912" y="375259"/>
                </a:lnTo>
                <a:lnTo>
                  <a:pt x="2709291" y="370827"/>
                </a:lnTo>
                <a:lnTo>
                  <a:pt x="2716669" y="366699"/>
                </a:lnTo>
                <a:lnTo>
                  <a:pt x="2723769" y="363004"/>
                </a:lnTo>
                <a:lnTo>
                  <a:pt x="2713012" y="346240"/>
                </a:lnTo>
                <a:lnTo>
                  <a:pt x="2703245" y="331000"/>
                </a:lnTo>
                <a:lnTo>
                  <a:pt x="2682951" y="301078"/>
                </a:lnTo>
                <a:lnTo>
                  <a:pt x="2663253" y="273164"/>
                </a:lnTo>
                <a:lnTo>
                  <a:pt x="2644432" y="247078"/>
                </a:lnTo>
                <a:lnTo>
                  <a:pt x="2620035" y="263855"/>
                </a:lnTo>
                <a:lnTo>
                  <a:pt x="2629179" y="276783"/>
                </a:lnTo>
                <a:lnTo>
                  <a:pt x="2638323" y="290410"/>
                </a:lnTo>
                <a:lnTo>
                  <a:pt x="2647480" y="304876"/>
                </a:lnTo>
                <a:lnTo>
                  <a:pt x="2656624" y="320332"/>
                </a:lnTo>
                <a:lnTo>
                  <a:pt x="2620924" y="323494"/>
                </a:lnTo>
                <a:lnTo>
                  <a:pt x="2511742" y="331000"/>
                </a:lnTo>
                <a:lnTo>
                  <a:pt x="2532354" y="303796"/>
                </a:lnTo>
                <a:lnTo>
                  <a:pt x="2553131" y="274561"/>
                </a:lnTo>
                <a:lnTo>
                  <a:pt x="2574188" y="243052"/>
                </a:lnTo>
                <a:lnTo>
                  <a:pt x="2595651" y="208978"/>
                </a:lnTo>
                <a:lnTo>
                  <a:pt x="2731389" y="208978"/>
                </a:lnTo>
                <a:lnTo>
                  <a:pt x="2731389" y="181546"/>
                </a:lnTo>
                <a:close/>
              </a:path>
              <a:path w="2873375" h="396875">
                <a:moveTo>
                  <a:pt x="2873222" y="213550"/>
                </a:moveTo>
                <a:lnTo>
                  <a:pt x="2868955" y="162013"/>
                </a:lnTo>
                <a:lnTo>
                  <a:pt x="2856255" y="114782"/>
                </a:lnTo>
                <a:lnTo>
                  <a:pt x="2835237" y="71551"/>
                </a:lnTo>
                <a:lnTo>
                  <a:pt x="2806065" y="32004"/>
                </a:lnTo>
                <a:lnTo>
                  <a:pt x="2772537" y="32004"/>
                </a:lnTo>
                <a:lnTo>
                  <a:pt x="2802559" y="72402"/>
                </a:lnTo>
                <a:lnTo>
                  <a:pt x="2824022" y="115925"/>
                </a:lnTo>
                <a:lnTo>
                  <a:pt x="2836913" y="162877"/>
                </a:lnTo>
                <a:lnTo>
                  <a:pt x="2841218" y="213550"/>
                </a:lnTo>
                <a:lnTo>
                  <a:pt x="2836913" y="264477"/>
                </a:lnTo>
                <a:lnTo>
                  <a:pt x="2824022" y="311950"/>
                </a:lnTo>
                <a:lnTo>
                  <a:pt x="2802559" y="355993"/>
                </a:lnTo>
                <a:lnTo>
                  <a:pt x="2772537" y="396621"/>
                </a:lnTo>
                <a:lnTo>
                  <a:pt x="2806065" y="396621"/>
                </a:lnTo>
                <a:lnTo>
                  <a:pt x="2835884" y="356857"/>
                </a:lnTo>
                <a:lnTo>
                  <a:pt x="2856827" y="313093"/>
                </a:lnTo>
                <a:lnTo>
                  <a:pt x="2869171" y="265328"/>
                </a:lnTo>
                <a:lnTo>
                  <a:pt x="2873222" y="2135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418844" y="630326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738401" y="6097054"/>
            <a:ext cx="773430" cy="378460"/>
          </a:xfrm>
          <a:custGeom>
            <a:avLst/>
            <a:gdLst/>
            <a:ahLst/>
            <a:cxnLst/>
            <a:rect l="l" t="t" r="r" b="b"/>
            <a:pathLst>
              <a:path w="773430" h="378460">
                <a:moveTo>
                  <a:pt x="83820" y="228790"/>
                </a:moveTo>
                <a:lnTo>
                  <a:pt x="76695" y="226237"/>
                </a:lnTo>
                <a:lnTo>
                  <a:pt x="69151" y="223266"/>
                </a:lnTo>
                <a:lnTo>
                  <a:pt x="61315" y="220002"/>
                </a:lnTo>
                <a:lnTo>
                  <a:pt x="53340" y="216598"/>
                </a:lnTo>
                <a:lnTo>
                  <a:pt x="42557" y="256857"/>
                </a:lnTo>
                <a:lnTo>
                  <a:pt x="31051" y="295135"/>
                </a:lnTo>
                <a:lnTo>
                  <a:pt x="19265" y="331127"/>
                </a:lnTo>
                <a:lnTo>
                  <a:pt x="7620" y="364528"/>
                </a:lnTo>
                <a:lnTo>
                  <a:pt x="39624" y="376720"/>
                </a:lnTo>
                <a:lnTo>
                  <a:pt x="51028" y="337540"/>
                </a:lnTo>
                <a:lnTo>
                  <a:pt x="62293" y="299935"/>
                </a:lnTo>
                <a:lnTo>
                  <a:pt x="73266" y="263728"/>
                </a:lnTo>
                <a:lnTo>
                  <a:pt x="83820" y="228790"/>
                </a:lnTo>
                <a:close/>
              </a:path>
              <a:path w="773430" h="378460">
                <a:moveTo>
                  <a:pt x="86868" y="158584"/>
                </a:moveTo>
                <a:lnTo>
                  <a:pt x="68033" y="143205"/>
                </a:lnTo>
                <a:lnTo>
                  <a:pt x="50482" y="129247"/>
                </a:lnTo>
                <a:lnTo>
                  <a:pt x="34366" y="117017"/>
                </a:lnTo>
                <a:lnTo>
                  <a:pt x="19812" y="106768"/>
                </a:lnTo>
                <a:lnTo>
                  <a:pt x="0" y="128104"/>
                </a:lnTo>
                <a:lnTo>
                  <a:pt x="13423" y="138404"/>
                </a:lnTo>
                <a:lnTo>
                  <a:pt x="28575" y="150977"/>
                </a:lnTo>
                <a:lnTo>
                  <a:pt x="45427" y="165874"/>
                </a:lnTo>
                <a:lnTo>
                  <a:pt x="64008" y="183070"/>
                </a:lnTo>
                <a:lnTo>
                  <a:pt x="68859" y="178168"/>
                </a:lnTo>
                <a:lnTo>
                  <a:pt x="74295" y="172542"/>
                </a:lnTo>
                <a:lnTo>
                  <a:pt x="80289" y="166065"/>
                </a:lnTo>
                <a:lnTo>
                  <a:pt x="86868" y="158584"/>
                </a:lnTo>
                <a:close/>
              </a:path>
              <a:path w="773430" h="378460">
                <a:moveTo>
                  <a:pt x="100584" y="64008"/>
                </a:moveTo>
                <a:lnTo>
                  <a:pt x="85394" y="49415"/>
                </a:lnTo>
                <a:lnTo>
                  <a:pt x="69342" y="35242"/>
                </a:lnTo>
                <a:lnTo>
                  <a:pt x="52146" y="21361"/>
                </a:lnTo>
                <a:lnTo>
                  <a:pt x="33528" y="7620"/>
                </a:lnTo>
                <a:lnTo>
                  <a:pt x="15240" y="28956"/>
                </a:lnTo>
                <a:lnTo>
                  <a:pt x="34645" y="46164"/>
                </a:lnTo>
                <a:lnTo>
                  <a:pt x="51625" y="61391"/>
                </a:lnTo>
                <a:lnTo>
                  <a:pt x="66027" y="74904"/>
                </a:lnTo>
                <a:lnTo>
                  <a:pt x="77724" y="86956"/>
                </a:lnTo>
                <a:lnTo>
                  <a:pt x="82575" y="81241"/>
                </a:lnTo>
                <a:lnTo>
                  <a:pt x="88011" y="75526"/>
                </a:lnTo>
                <a:lnTo>
                  <a:pt x="94005" y="69773"/>
                </a:lnTo>
                <a:lnTo>
                  <a:pt x="100584" y="64008"/>
                </a:lnTo>
                <a:close/>
              </a:path>
              <a:path w="773430" h="378460">
                <a:moveTo>
                  <a:pt x="379666" y="326415"/>
                </a:moveTo>
                <a:lnTo>
                  <a:pt x="256133" y="326415"/>
                </a:lnTo>
                <a:lnTo>
                  <a:pt x="256133" y="218122"/>
                </a:lnTo>
                <a:lnTo>
                  <a:pt x="355282" y="218122"/>
                </a:lnTo>
                <a:lnTo>
                  <a:pt x="355282" y="189166"/>
                </a:lnTo>
                <a:lnTo>
                  <a:pt x="256133" y="189166"/>
                </a:lnTo>
                <a:lnTo>
                  <a:pt x="256133" y="96100"/>
                </a:lnTo>
                <a:lnTo>
                  <a:pt x="368998" y="96100"/>
                </a:lnTo>
                <a:lnTo>
                  <a:pt x="368998" y="67144"/>
                </a:lnTo>
                <a:lnTo>
                  <a:pt x="240893" y="67144"/>
                </a:lnTo>
                <a:lnTo>
                  <a:pt x="263753" y="51816"/>
                </a:lnTo>
                <a:lnTo>
                  <a:pt x="256057" y="40081"/>
                </a:lnTo>
                <a:lnTo>
                  <a:pt x="246799" y="27622"/>
                </a:lnTo>
                <a:lnTo>
                  <a:pt x="236105" y="14312"/>
                </a:lnTo>
                <a:lnTo>
                  <a:pt x="224129" y="0"/>
                </a:lnTo>
                <a:lnTo>
                  <a:pt x="198221" y="15240"/>
                </a:lnTo>
                <a:lnTo>
                  <a:pt x="207365" y="27838"/>
                </a:lnTo>
                <a:lnTo>
                  <a:pt x="216509" y="40589"/>
                </a:lnTo>
                <a:lnTo>
                  <a:pt x="225653" y="53644"/>
                </a:lnTo>
                <a:lnTo>
                  <a:pt x="234797" y="67144"/>
                </a:lnTo>
                <a:lnTo>
                  <a:pt x="112776" y="67144"/>
                </a:lnTo>
                <a:lnTo>
                  <a:pt x="112776" y="96100"/>
                </a:lnTo>
                <a:lnTo>
                  <a:pt x="224129" y="96100"/>
                </a:lnTo>
                <a:lnTo>
                  <a:pt x="224129" y="189166"/>
                </a:lnTo>
                <a:lnTo>
                  <a:pt x="123444" y="189166"/>
                </a:lnTo>
                <a:lnTo>
                  <a:pt x="123444" y="218122"/>
                </a:lnTo>
                <a:lnTo>
                  <a:pt x="224129" y="218122"/>
                </a:lnTo>
                <a:lnTo>
                  <a:pt x="224129" y="326415"/>
                </a:lnTo>
                <a:lnTo>
                  <a:pt x="94488" y="326415"/>
                </a:lnTo>
                <a:lnTo>
                  <a:pt x="94488" y="355384"/>
                </a:lnTo>
                <a:lnTo>
                  <a:pt x="379666" y="355384"/>
                </a:lnTo>
                <a:lnTo>
                  <a:pt x="379666" y="326415"/>
                </a:lnTo>
                <a:close/>
              </a:path>
              <a:path w="773430" h="378460">
                <a:moveTo>
                  <a:pt x="448335" y="129641"/>
                </a:moveTo>
                <a:lnTo>
                  <a:pt x="444055" y="117322"/>
                </a:lnTo>
                <a:lnTo>
                  <a:pt x="438048" y="103162"/>
                </a:lnTo>
                <a:lnTo>
                  <a:pt x="430339" y="86982"/>
                </a:lnTo>
                <a:lnTo>
                  <a:pt x="420903" y="68681"/>
                </a:lnTo>
                <a:lnTo>
                  <a:pt x="397954" y="79349"/>
                </a:lnTo>
                <a:lnTo>
                  <a:pt x="404583" y="92748"/>
                </a:lnTo>
                <a:lnTo>
                  <a:pt x="410959" y="107734"/>
                </a:lnTo>
                <a:lnTo>
                  <a:pt x="417322" y="124129"/>
                </a:lnTo>
                <a:lnTo>
                  <a:pt x="423951" y="141833"/>
                </a:lnTo>
                <a:lnTo>
                  <a:pt x="448335" y="129641"/>
                </a:lnTo>
                <a:close/>
              </a:path>
              <a:path w="773430" h="378460">
                <a:moveTo>
                  <a:pt x="549021" y="244030"/>
                </a:moveTo>
                <a:lnTo>
                  <a:pt x="516902" y="210502"/>
                </a:lnTo>
                <a:lnTo>
                  <a:pt x="504723" y="198310"/>
                </a:lnTo>
                <a:lnTo>
                  <a:pt x="487959" y="210502"/>
                </a:lnTo>
                <a:lnTo>
                  <a:pt x="487959" y="176974"/>
                </a:lnTo>
                <a:lnTo>
                  <a:pt x="542823" y="176974"/>
                </a:lnTo>
                <a:lnTo>
                  <a:pt x="542823" y="152501"/>
                </a:lnTo>
                <a:lnTo>
                  <a:pt x="487959" y="152501"/>
                </a:lnTo>
                <a:lnTo>
                  <a:pt x="487959" y="51816"/>
                </a:lnTo>
                <a:lnTo>
                  <a:pt x="487959" y="48768"/>
                </a:lnTo>
                <a:lnTo>
                  <a:pt x="547395" y="44196"/>
                </a:lnTo>
                <a:lnTo>
                  <a:pt x="535203" y="16764"/>
                </a:lnTo>
                <a:lnTo>
                  <a:pt x="505828" y="20815"/>
                </a:lnTo>
                <a:lnTo>
                  <a:pt x="472719" y="24003"/>
                </a:lnTo>
                <a:lnTo>
                  <a:pt x="436156" y="26619"/>
                </a:lnTo>
                <a:lnTo>
                  <a:pt x="396430" y="28956"/>
                </a:lnTo>
                <a:lnTo>
                  <a:pt x="398449" y="35814"/>
                </a:lnTo>
                <a:lnTo>
                  <a:pt x="400050" y="42672"/>
                </a:lnTo>
                <a:lnTo>
                  <a:pt x="401358" y="49530"/>
                </a:lnTo>
                <a:lnTo>
                  <a:pt x="402526" y="56388"/>
                </a:lnTo>
                <a:lnTo>
                  <a:pt x="460527" y="51816"/>
                </a:lnTo>
                <a:lnTo>
                  <a:pt x="460527" y="152501"/>
                </a:lnTo>
                <a:lnTo>
                  <a:pt x="396430" y="152501"/>
                </a:lnTo>
                <a:lnTo>
                  <a:pt x="396430" y="176974"/>
                </a:lnTo>
                <a:lnTo>
                  <a:pt x="454431" y="176974"/>
                </a:lnTo>
                <a:lnTo>
                  <a:pt x="442747" y="208407"/>
                </a:lnTo>
                <a:lnTo>
                  <a:pt x="428332" y="238709"/>
                </a:lnTo>
                <a:lnTo>
                  <a:pt x="411314" y="267881"/>
                </a:lnTo>
                <a:lnTo>
                  <a:pt x="391858" y="295948"/>
                </a:lnTo>
                <a:lnTo>
                  <a:pt x="395262" y="303060"/>
                </a:lnTo>
                <a:lnTo>
                  <a:pt x="398526" y="310616"/>
                </a:lnTo>
                <a:lnTo>
                  <a:pt x="401497" y="318439"/>
                </a:lnTo>
                <a:lnTo>
                  <a:pt x="404050" y="326428"/>
                </a:lnTo>
                <a:lnTo>
                  <a:pt x="420420" y="301828"/>
                </a:lnTo>
                <a:lnTo>
                  <a:pt x="435190" y="276085"/>
                </a:lnTo>
                <a:lnTo>
                  <a:pt x="448513" y="249186"/>
                </a:lnTo>
                <a:lnTo>
                  <a:pt x="460527" y="221170"/>
                </a:lnTo>
                <a:lnTo>
                  <a:pt x="460527" y="378333"/>
                </a:lnTo>
                <a:lnTo>
                  <a:pt x="487959" y="378333"/>
                </a:lnTo>
                <a:lnTo>
                  <a:pt x="487959" y="221170"/>
                </a:lnTo>
                <a:lnTo>
                  <a:pt x="487959" y="218122"/>
                </a:lnTo>
                <a:lnTo>
                  <a:pt x="499732" y="230416"/>
                </a:lnTo>
                <a:lnTo>
                  <a:pt x="510057" y="242125"/>
                </a:lnTo>
                <a:lnTo>
                  <a:pt x="519252" y="253276"/>
                </a:lnTo>
                <a:lnTo>
                  <a:pt x="527583" y="263842"/>
                </a:lnTo>
                <a:lnTo>
                  <a:pt x="549021" y="244030"/>
                </a:lnTo>
                <a:close/>
              </a:path>
              <a:path w="773430" h="378460">
                <a:moveTo>
                  <a:pt x="552069" y="79349"/>
                </a:moveTo>
                <a:lnTo>
                  <a:pt x="527583" y="68681"/>
                </a:lnTo>
                <a:lnTo>
                  <a:pt x="521322" y="83820"/>
                </a:lnTo>
                <a:lnTo>
                  <a:pt x="514108" y="99441"/>
                </a:lnTo>
                <a:lnTo>
                  <a:pt x="505942" y="115824"/>
                </a:lnTo>
                <a:lnTo>
                  <a:pt x="497103" y="132689"/>
                </a:lnTo>
                <a:lnTo>
                  <a:pt x="518439" y="143357"/>
                </a:lnTo>
                <a:lnTo>
                  <a:pt x="527329" y="128206"/>
                </a:lnTo>
                <a:lnTo>
                  <a:pt x="535787" y="112496"/>
                </a:lnTo>
                <a:lnTo>
                  <a:pt x="543991" y="96202"/>
                </a:lnTo>
                <a:lnTo>
                  <a:pt x="552069" y="79349"/>
                </a:lnTo>
                <a:close/>
              </a:path>
              <a:path w="773430" h="378460">
                <a:moveTo>
                  <a:pt x="773150" y="285280"/>
                </a:moveTo>
                <a:lnTo>
                  <a:pt x="672465" y="285280"/>
                </a:lnTo>
                <a:lnTo>
                  <a:pt x="672465" y="239458"/>
                </a:lnTo>
                <a:lnTo>
                  <a:pt x="757910" y="239458"/>
                </a:lnTo>
                <a:lnTo>
                  <a:pt x="757910" y="213550"/>
                </a:lnTo>
                <a:lnTo>
                  <a:pt x="672465" y="213550"/>
                </a:lnTo>
                <a:lnTo>
                  <a:pt x="672465" y="169265"/>
                </a:lnTo>
                <a:lnTo>
                  <a:pt x="643509" y="169265"/>
                </a:lnTo>
                <a:lnTo>
                  <a:pt x="643509" y="213550"/>
                </a:lnTo>
                <a:lnTo>
                  <a:pt x="561213" y="213550"/>
                </a:lnTo>
                <a:lnTo>
                  <a:pt x="561213" y="239458"/>
                </a:lnTo>
                <a:lnTo>
                  <a:pt x="643509" y="239458"/>
                </a:lnTo>
                <a:lnTo>
                  <a:pt x="643509" y="285280"/>
                </a:lnTo>
                <a:lnTo>
                  <a:pt x="542823" y="285280"/>
                </a:lnTo>
                <a:lnTo>
                  <a:pt x="542823" y="312712"/>
                </a:lnTo>
                <a:lnTo>
                  <a:pt x="643509" y="312712"/>
                </a:lnTo>
                <a:lnTo>
                  <a:pt x="643509" y="376720"/>
                </a:lnTo>
                <a:lnTo>
                  <a:pt x="672465" y="376720"/>
                </a:lnTo>
                <a:lnTo>
                  <a:pt x="672465" y="312712"/>
                </a:lnTo>
                <a:lnTo>
                  <a:pt x="773150" y="312712"/>
                </a:lnTo>
                <a:lnTo>
                  <a:pt x="773150" y="285280"/>
                </a:lnTo>
                <a:close/>
              </a:path>
              <a:path w="773430" h="378460">
                <a:moveTo>
                  <a:pt x="773150" y="150977"/>
                </a:moveTo>
                <a:lnTo>
                  <a:pt x="725512" y="142214"/>
                </a:lnTo>
                <a:lnTo>
                  <a:pt x="684657" y="126593"/>
                </a:lnTo>
                <a:lnTo>
                  <a:pt x="701014" y="112877"/>
                </a:lnTo>
                <a:lnTo>
                  <a:pt x="705027" y="109512"/>
                </a:lnTo>
                <a:lnTo>
                  <a:pt x="722655" y="90576"/>
                </a:lnTo>
                <a:lnTo>
                  <a:pt x="737692" y="70180"/>
                </a:lnTo>
                <a:lnTo>
                  <a:pt x="750290" y="48768"/>
                </a:lnTo>
                <a:lnTo>
                  <a:pt x="750290" y="22860"/>
                </a:lnTo>
                <a:lnTo>
                  <a:pt x="719810" y="22860"/>
                </a:lnTo>
                <a:lnTo>
                  <a:pt x="719810" y="48768"/>
                </a:lnTo>
                <a:lnTo>
                  <a:pt x="708977" y="66535"/>
                </a:lnTo>
                <a:lnTo>
                  <a:pt x="694994" y="83146"/>
                </a:lnTo>
                <a:lnTo>
                  <a:pt x="678141" y="98577"/>
                </a:lnTo>
                <a:lnTo>
                  <a:pt x="658749" y="112877"/>
                </a:lnTo>
                <a:lnTo>
                  <a:pt x="642467" y="99441"/>
                </a:lnTo>
                <a:lnTo>
                  <a:pt x="627888" y="84289"/>
                </a:lnTo>
                <a:lnTo>
                  <a:pt x="615035" y="67398"/>
                </a:lnTo>
                <a:lnTo>
                  <a:pt x="603885" y="48768"/>
                </a:lnTo>
                <a:lnTo>
                  <a:pt x="719810" y="48768"/>
                </a:lnTo>
                <a:lnTo>
                  <a:pt x="719810" y="22860"/>
                </a:lnTo>
                <a:lnTo>
                  <a:pt x="558165" y="22860"/>
                </a:lnTo>
                <a:lnTo>
                  <a:pt x="558165" y="48768"/>
                </a:lnTo>
                <a:lnTo>
                  <a:pt x="576453" y="48768"/>
                </a:lnTo>
                <a:lnTo>
                  <a:pt x="586790" y="70827"/>
                </a:lnTo>
                <a:lnTo>
                  <a:pt x="599694" y="91147"/>
                </a:lnTo>
                <a:lnTo>
                  <a:pt x="615454" y="109728"/>
                </a:lnTo>
                <a:lnTo>
                  <a:pt x="634365" y="126593"/>
                </a:lnTo>
                <a:lnTo>
                  <a:pt x="614337" y="135445"/>
                </a:lnTo>
                <a:lnTo>
                  <a:pt x="593013" y="143738"/>
                </a:lnTo>
                <a:lnTo>
                  <a:pt x="570242" y="151447"/>
                </a:lnTo>
                <a:lnTo>
                  <a:pt x="545871" y="158597"/>
                </a:lnTo>
                <a:lnTo>
                  <a:pt x="551078" y="167220"/>
                </a:lnTo>
                <a:lnTo>
                  <a:pt x="555104" y="174675"/>
                </a:lnTo>
                <a:lnTo>
                  <a:pt x="557974" y="180975"/>
                </a:lnTo>
                <a:lnTo>
                  <a:pt x="559689" y="186118"/>
                </a:lnTo>
                <a:lnTo>
                  <a:pt x="587387" y="177533"/>
                </a:lnTo>
                <a:lnTo>
                  <a:pt x="613219" y="167779"/>
                </a:lnTo>
                <a:lnTo>
                  <a:pt x="637057" y="156895"/>
                </a:lnTo>
                <a:lnTo>
                  <a:pt x="658749" y="144881"/>
                </a:lnTo>
                <a:lnTo>
                  <a:pt x="680478" y="155968"/>
                </a:lnTo>
                <a:lnTo>
                  <a:pt x="704519" y="166065"/>
                </a:lnTo>
                <a:lnTo>
                  <a:pt x="730834" y="174739"/>
                </a:lnTo>
                <a:lnTo>
                  <a:pt x="759434" y="181546"/>
                </a:lnTo>
                <a:lnTo>
                  <a:pt x="767435" y="163360"/>
                </a:lnTo>
                <a:lnTo>
                  <a:pt x="770572" y="156375"/>
                </a:lnTo>
                <a:lnTo>
                  <a:pt x="773150" y="1509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2879026" y="6098578"/>
            <a:ext cx="1697989" cy="393700"/>
          </a:xfrm>
          <a:custGeom>
            <a:avLst/>
            <a:gdLst/>
            <a:ahLst/>
            <a:cxnLst/>
            <a:rect l="l" t="t" r="r" b="b"/>
            <a:pathLst>
              <a:path w="1697989" h="393700">
                <a:moveTo>
                  <a:pt x="102196" y="30568"/>
                </a:moveTo>
                <a:lnTo>
                  <a:pt x="68668" y="30568"/>
                </a:lnTo>
                <a:lnTo>
                  <a:pt x="38646" y="70307"/>
                </a:lnTo>
                <a:lnTo>
                  <a:pt x="17183" y="114071"/>
                </a:lnTo>
                <a:lnTo>
                  <a:pt x="4292" y="161848"/>
                </a:lnTo>
                <a:lnTo>
                  <a:pt x="0" y="213639"/>
                </a:lnTo>
                <a:lnTo>
                  <a:pt x="4292" y="264261"/>
                </a:lnTo>
                <a:lnTo>
                  <a:pt x="17183" y="311035"/>
                </a:lnTo>
                <a:lnTo>
                  <a:pt x="38646" y="354101"/>
                </a:lnTo>
                <a:lnTo>
                  <a:pt x="68668" y="393573"/>
                </a:lnTo>
                <a:lnTo>
                  <a:pt x="100672" y="393573"/>
                </a:lnTo>
                <a:lnTo>
                  <a:pt x="71551" y="353225"/>
                </a:lnTo>
                <a:lnTo>
                  <a:pt x="50571" y="309702"/>
                </a:lnTo>
                <a:lnTo>
                  <a:pt x="37884" y="262763"/>
                </a:lnTo>
                <a:lnTo>
                  <a:pt x="33616" y="212115"/>
                </a:lnTo>
                <a:lnTo>
                  <a:pt x="37909" y="162064"/>
                </a:lnTo>
                <a:lnTo>
                  <a:pt x="50761" y="115023"/>
                </a:lnTo>
                <a:lnTo>
                  <a:pt x="72199" y="71145"/>
                </a:lnTo>
                <a:lnTo>
                  <a:pt x="102196" y="30568"/>
                </a:lnTo>
                <a:close/>
              </a:path>
              <a:path w="1697989" h="393700">
                <a:moveTo>
                  <a:pt x="515493" y="205930"/>
                </a:moveTo>
                <a:lnTo>
                  <a:pt x="507746" y="202768"/>
                </a:lnTo>
                <a:lnTo>
                  <a:pt x="500443" y="200025"/>
                </a:lnTo>
                <a:lnTo>
                  <a:pt x="493407" y="197573"/>
                </a:lnTo>
                <a:lnTo>
                  <a:pt x="486537" y="195262"/>
                </a:lnTo>
                <a:lnTo>
                  <a:pt x="486270" y="211264"/>
                </a:lnTo>
                <a:lnTo>
                  <a:pt x="485584" y="224980"/>
                </a:lnTo>
                <a:lnTo>
                  <a:pt x="468261" y="263982"/>
                </a:lnTo>
                <a:lnTo>
                  <a:pt x="459105" y="265366"/>
                </a:lnTo>
                <a:lnTo>
                  <a:pt x="393573" y="265366"/>
                </a:lnTo>
                <a:lnTo>
                  <a:pt x="384429" y="263956"/>
                </a:lnTo>
                <a:lnTo>
                  <a:pt x="377710" y="259842"/>
                </a:lnTo>
                <a:lnTo>
                  <a:pt x="373570" y="253174"/>
                </a:lnTo>
                <a:lnTo>
                  <a:pt x="372135" y="244030"/>
                </a:lnTo>
                <a:lnTo>
                  <a:pt x="372135" y="152488"/>
                </a:lnTo>
                <a:lnTo>
                  <a:pt x="462153" y="152488"/>
                </a:lnTo>
                <a:lnTo>
                  <a:pt x="462153" y="164680"/>
                </a:lnTo>
                <a:lnTo>
                  <a:pt x="491109" y="164680"/>
                </a:lnTo>
                <a:lnTo>
                  <a:pt x="491109" y="152488"/>
                </a:lnTo>
                <a:lnTo>
                  <a:pt x="491109" y="24384"/>
                </a:lnTo>
                <a:lnTo>
                  <a:pt x="335559" y="24384"/>
                </a:lnTo>
                <a:lnTo>
                  <a:pt x="335559" y="51816"/>
                </a:lnTo>
                <a:lnTo>
                  <a:pt x="462153" y="51816"/>
                </a:lnTo>
                <a:lnTo>
                  <a:pt x="462153" y="125056"/>
                </a:lnTo>
                <a:lnTo>
                  <a:pt x="343179" y="125056"/>
                </a:lnTo>
                <a:lnTo>
                  <a:pt x="343179" y="248602"/>
                </a:lnTo>
                <a:lnTo>
                  <a:pt x="345770" y="267779"/>
                </a:lnTo>
                <a:lnTo>
                  <a:pt x="353669" y="281647"/>
                </a:lnTo>
                <a:lnTo>
                  <a:pt x="367004" y="290055"/>
                </a:lnTo>
                <a:lnTo>
                  <a:pt x="385953" y="292887"/>
                </a:lnTo>
                <a:lnTo>
                  <a:pt x="462153" y="292887"/>
                </a:lnTo>
                <a:lnTo>
                  <a:pt x="503910" y="274231"/>
                </a:lnTo>
                <a:lnTo>
                  <a:pt x="514108" y="223050"/>
                </a:lnTo>
                <a:lnTo>
                  <a:pt x="515493" y="205930"/>
                </a:lnTo>
                <a:close/>
              </a:path>
              <a:path w="1697989" h="393700">
                <a:moveTo>
                  <a:pt x="523201" y="335559"/>
                </a:moveTo>
                <a:lnTo>
                  <a:pt x="324891" y="337083"/>
                </a:lnTo>
                <a:lnTo>
                  <a:pt x="308292" y="335610"/>
                </a:lnTo>
                <a:lnTo>
                  <a:pt x="292696" y="333273"/>
                </a:lnTo>
                <a:lnTo>
                  <a:pt x="277952" y="329806"/>
                </a:lnTo>
                <a:lnTo>
                  <a:pt x="263931" y="324891"/>
                </a:lnTo>
                <a:lnTo>
                  <a:pt x="263931" y="308127"/>
                </a:lnTo>
                <a:lnTo>
                  <a:pt x="263931" y="253174"/>
                </a:lnTo>
                <a:lnTo>
                  <a:pt x="321843" y="253174"/>
                </a:lnTo>
                <a:lnTo>
                  <a:pt x="321843" y="225742"/>
                </a:lnTo>
                <a:lnTo>
                  <a:pt x="263931" y="225742"/>
                </a:lnTo>
                <a:lnTo>
                  <a:pt x="263931" y="166204"/>
                </a:lnTo>
                <a:lnTo>
                  <a:pt x="324891" y="166204"/>
                </a:lnTo>
                <a:lnTo>
                  <a:pt x="324891" y="138772"/>
                </a:lnTo>
                <a:lnTo>
                  <a:pt x="253263" y="138772"/>
                </a:lnTo>
                <a:lnTo>
                  <a:pt x="253263" y="83908"/>
                </a:lnTo>
                <a:lnTo>
                  <a:pt x="317271" y="83908"/>
                </a:lnTo>
                <a:lnTo>
                  <a:pt x="317271" y="56388"/>
                </a:lnTo>
                <a:lnTo>
                  <a:pt x="253263" y="56388"/>
                </a:lnTo>
                <a:lnTo>
                  <a:pt x="253263" y="1524"/>
                </a:lnTo>
                <a:lnTo>
                  <a:pt x="224218" y="1524"/>
                </a:lnTo>
                <a:lnTo>
                  <a:pt x="224218" y="56388"/>
                </a:lnTo>
                <a:lnTo>
                  <a:pt x="158686" y="56388"/>
                </a:lnTo>
                <a:lnTo>
                  <a:pt x="158686" y="83908"/>
                </a:lnTo>
                <a:lnTo>
                  <a:pt x="224218" y="83908"/>
                </a:lnTo>
                <a:lnTo>
                  <a:pt x="224218" y="138772"/>
                </a:lnTo>
                <a:lnTo>
                  <a:pt x="144970" y="138772"/>
                </a:lnTo>
                <a:lnTo>
                  <a:pt x="144970" y="166204"/>
                </a:lnTo>
                <a:lnTo>
                  <a:pt x="234886" y="166204"/>
                </a:lnTo>
                <a:lnTo>
                  <a:pt x="234886" y="308127"/>
                </a:lnTo>
                <a:lnTo>
                  <a:pt x="224028" y="298373"/>
                </a:lnTo>
                <a:lnTo>
                  <a:pt x="223240" y="297459"/>
                </a:lnTo>
                <a:lnTo>
                  <a:pt x="214312" y="287172"/>
                </a:lnTo>
                <a:lnTo>
                  <a:pt x="205740" y="274231"/>
                </a:lnTo>
                <a:lnTo>
                  <a:pt x="198310" y="259270"/>
                </a:lnTo>
                <a:lnTo>
                  <a:pt x="199453" y="245554"/>
                </a:lnTo>
                <a:lnTo>
                  <a:pt x="201168" y="226123"/>
                </a:lnTo>
                <a:lnTo>
                  <a:pt x="202374" y="208686"/>
                </a:lnTo>
                <a:lnTo>
                  <a:pt x="202882" y="190690"/>
                </a:lnTo>
                <a:lnTo>
                  <a:pt x="175450" y="189166"/>
                </a:lnTo>
                <a:lnTo>
                  <a:pt x="172631" y="236410"/>
                </a:lnTo>
                <a:lnTo>
                  <a:pt x="172504" y="237744"/>
                </a:lnTo>
                <a:lnTo>
                  <a:pt x="166306" y="278752"/>
                </a:lnTo>
                <a:lnTo>
                  <a:pt x="156591" y="313982"/>
                </a:lnTo>
                <a:lnTo>
                  <a:pt x="143446" y="343179"/>
                </a:lnTo>
                <a:lnTo>
                  <a:pt x="152400" y="360718"/>
                </a:lnTo>
                <a:lnTo>
                  <a:pt x="156514" y="369366"/>
                </a:lnTo>
                <a:lnTo>
                  <a:pt x="160210" y="378333"/>
                </a:lnTo>
                <a:lnTo>
                  <a:pt x="169900" y="361365"/>
                </a:lnTo>
                <a:lnTo>
                  <a:pt x="178308" y="342430"/>
                </a:lnTo>
                <a:lnTo>
                  <a:pt x="185280" y="321233"/>
                </a:lnTo>
                <a:lnTo>
                  <a:pt x="190690" y="297459"/>
                </a:lnTo>
                <a:lnTo>
                  <a:pt x="211531" y="325729"/>
                </a:lnTo>
                <a:lnTo>
                  <a:pt x="239687" y="346430"/>
                </a:lnTo>
                <a:lnTo>
                  <a:pt x="274993" y="359397"/>
                </a:lnTo>
                <a:lnTo>
                  <a:pt x="317271" y="364528"/>
                </a:lnTo>
                <a:lnTo>
                  <a:pt x="454939" y="365163"/>
                </a:lnTo>
                <a:lnTo>
                  <a:pt x="512445" y="364528"/>
                </a:lnTo>
                <a:lnTo>
                  <a:pt x="514769" y="358279"/>
                </a:lnTo>
                <a:lnTo>
                  <a:pt x="517245" y="351193"/>
                </a:lnTo>
                <a:lnTo>
                  <a:pt x="520014" y="343522"/>
                </a:lnTo>
                <a:lnTo>
                  <a:pt x="522592" y="337083"/>
                </a:lnTo>
                <a:lnTo>
                  <a:pt x="523201" y="335559"/>
                </a:lnTo>
                <a:close/>
              </a:path>
              <a:path w="1697989" h="393700">
                <a:moveTo>
                  <a:pt x="689406" y="312712"/>
                </a:moveTo>
                <a:lnTo>
                  <a:pt x="678815" y="302399"/>
                </a:lnTo>
                <a:lnTo>
                  <a:pt x="673481" y="297472"/>
                </a:lnTo>
                <a:lnTo>
                  <a:pt x="667499" y="291934"/>
                </a:lnTo>
                <a:lnTo>
                  <a:pt x="655294" y="281165"/>
                </a:lnTo>
                <a:lnTo>
                  <a:pt x="642073" y="269938"/>
                </a:lnTo>
                <a:lnTo>
                  <a:pt x="650836" y="250126"/>
                </a:lnTo>
                <a:lnTo>
                  <a:pt x="655586" y="239382"/>
                </a:lnTo>
                <a:lnTo>
                  <a:pt x="666356" y="202679"/>
                </a:lnTo>
                <a:lnTo>
                  <a:pt x="674535" y="159956"/>
                </a:lnTo>
                <a:lnTo>
                  <a:pt x="680262" y="111340"/>
                </a:lnTo>
                <a:lnTo>
                  <a:pt x="680262" y="83908"/>
                </a:lnTo>
                <a:lnTo>
                  <a:pt x="651217" y="83908"/>
                </a:lnTo>
                <a:lnTo>
                  <a:pt x="651217" y="112864"/>
                </a:lnTo>
                <a:lnTo>
                  <a:pt x="647522" y="153212"/>
                </a:lnTo>
                <a:lnTo>
                  <a:pt x="641121" y="189534"/>
                </a:lnTo>
                <a:lnTo>
                  <a:pt x="632142" y="221830"/>
                </a:lnTo>
                <a:lnTo>
                  <a:pt x="620737" y="250126"/>
                </a:lnTo>
                <a:lnTo>
                  <a:pt x="610692" y="242125"/>
                </a:lnTo>
                <a:lnTo>
                  <a:pt x="591159" y="226123"/>
                </a:lnTo>
                <a:lnTo>
                  <a:pt x="581113" y="218122"/>
                </a:lnTo>
                <a:lnTo>
                  <a:pt x="586828" y="195249"/>
                </a:lnTo>
                <a:lnTo>
                  <a:pt x="592543" y="170065"/>
                </a:lnTo>
                <a:lnTo>
                  <a:pt x="598258" y="142608"/>
                </a:lnTo>
                <a:lnTo>
                  <a:pt x="603973" y="112864"/>
                </a:lnTo>
                <a:lnTo>
                  <a:pt x="651217" y="112864"/>
                </a:lnTo>
                <a:lnTo>
                  <a:pt x="651217" y="83908"/>
                </a:lnTo>
                <a:lnTo>
                  <a:pt x="610069" y="83908"/>
                </a:lnTo>
                <a:lnTo>
                  <a:pt x="612622" y="65519"/>
                </a:lnTo>
                <a:lnTo>
                  <a:pt x="615594" y="46875"/>
                </a:lnTo>
                <a:lnTo>
                  <a:pt x="622261" y="7620"/>
                </a:lnTo>
                <a:lnTo>
                  <a:pt x="591781" y="3048"/>
                </a:lnTo>
                <a:lnTo>
                  <a:pt x="588594" y="23596"/>
                </a:lnTo>
                <a:lnTo>
                  <a:pt x="585685" y="44018"/>
                </a:lnTo>
                <a:lnTo>
                  <a:pt x="582803" y="64008"/>
                </a:lnTo>
                <a:lnTo>
                  <a:pt x="579589" y="83908"/>
                </a:lnTo>
                <a:lnTo>
                  <a:pt x="535393" y="83908"/>
                </a:lnTo>
                <a:lnTo>
                  <a:pt x="535393" y="112864"/>
                </a:lnTo>
                <a:lnTo>
                  <a:pt x="575017" y="112864"/>
                </a:lnTo>
                <a:lnTo>
                  <a:pt x="569061" y="144030"/>
                </a:lnTo>
                <a:lnTo>
                  <a:pt x="562825" y="173494"/>
                </a:lnTo>
                <a:lnTo>
                  <a:pt x="556590" y="201244"/>
                </a:lnTo>
                <a:lnTo>
                  <a:pt x="550633" y="227266"/>
                </a:lnTo>
                <a:lnTo>
                  <a:pt x="577303" y="251853"/>
                </a:lnTo>
                <a:lnTo>
                  <a:pt x="590499" y="264388"/>
                </a:lnTo>
                <a:lnTo>
                  <a:pt x="603973" y="277660"/>
                </a:lnTo>
                <a:lnTo>
                  <a:pt x="590016" y="296773"/>
                </a:lnTo>
                <a:lnTo>
                  <a:pt x="573493" y="315188"/>
                </a:lnTo>
                <a:lnTo>
                  <a:pt x="554685" y="332727"/>
                </a:lnTo>
                <a:lnTo>
                  <a:pt x="533869" y="349288"/>
                </a:lnTo>
                <a:lnTo>
                  <a:pt x="538441" y="355879"/>
                </a:lnTo>
                <a:lnTo>
                  <a:pt x="543013" y="362051"/>
                </a:lnTo>
                <a:lnTo>
                  <a:pt x="547585" y="367931"/>
                </a:lnTo>
                <a:lnTo>
                  <a:pt x="552157" y="373672"/>
                </a:lnTo>
                <a:lnTo>
                  <a:pt x="573874" y="355117"/>
                </a:lnTo>
                <a:lnTo>
                  <a:pt x="593305" y="336143"/>
                </a:lnTo>
                <a:lnTo>
                  <a:pt x="610425" y="316903"/>
                </a:lnTo>
                <a:lnTo>
                  <a:pt x="625309" y="297472"/>
                </a:lnTo>
                <a:lnTo>
                  <a:pt x="635622" y="306895"/>
                </a:lnTo>
                <a:lnTo>
                  <a:pt x="646061" y="316877"/>
                </a:lnTo>
                <a:lnTo>
                  <a:pt x="656856" y="327469"/>
                </a:lnTo>
                <a:lnTo>
                  <a:pt x="668070" y="338620"/>
                </a:lnTo>
                <a:lnTo>
                  <a:pt x="689406" y="312712"/>
                </a:lnTo>
                <a:close/>
              </a:path>
              <a:path w="1697989" h="393700">
                <a:moveTo>
                  <a:pt x="886104" y="204406"/>
                </a:moveTo>
                <a:lnTo>
                  <a:pt x="857148" y="204406"/>
                </a:lnTo>
                <a:lnTo>
                  <a:pt x="857148" y="231838"/>
                </a:lnTo>
                <a:lnTo>
                  <a:pt x="857148" y="324904"/>
                </a:lnTo>
                <a:lnTo>
                  <a:pt x="730567" y="324904"/>
                </a:lnTo>
                <a:lnTo>
                  <a:pt x="730567" y="231838"/>
                </a:lnTo>
                <a:lnTo>
                  <a:pt x="857148" y="231838"/>
                </a:lnTo>
                <a:lnTo>
                  <a:pt x="857148" y="204406"/>
                </a:lnTo>
                <a:lnTo>
                  <a:pt x="701611" y="204406"/>
                </a:lnTo>
                <a:lnTo>
                  <a:pt x="701611" y="376809"/>
                </a:lnTo>
                <a:lnTo>
                  <a:pt x="730567" y="376809"/>
                </a:lnTo>
                <a:lnTo>
                  <a:pt x="730567" y="350812"/>
                </a:lnTo>
                <a:lnTo>
                  <a:pt x="857148" y="350812"/>
                </a:lnTo>
                <a:lnTo>
                  <a:pt x="857148" y="376809"/>
                </a:lnTo>
                <a:lnTo>
                  <a:pt x="886104" y="376809"/>
                </a:lnTo>
                <a:lnTo>
                  <a:pt x="886104" y="350812"/>
                </a:lnTo>
                <a:lnTo>
                  <a:pt x="886104" y="324904"/>
                </a:lnTo>
                <a:lnTo>
                  <a:pt x="886104" y="231838"/>
                </a:lnTo>
                <a:lnTo>
                  <a:pt x="886104" y="204406"/>
                </a:lnTo>
                <a:close/>
              </a:path>
              <a:path w="1697989" h="393700">
                <a:moveTo>
                  <a:pt x="915060" y="172402"/>
                </a:moveTo>
                <a:lnTo>
                  <a:pt x="894346" y="131152"/>
                </a:lnTo>
                <a:lnTo>
                  <a:pt x="866838" y="82473"/>
                </a:lnTo>
                <a:lnTo>
                  <a:pt x="848004" y="51816"/>
                </a:lnTo>
                <a:lnTo>
                  <a:pt x="823620" y="64008"/>
                </a:lnTo>
                <a:lnTo>
                  <a:pt x="855624" y="123532"/>
                </a:lnTo>
                <a:lnTo>
                  <a:pt x="732091" y="131152"/>
                </a:lnTo>
                <a:lnTo>
                  <a:pt x="749236" y="103111"/>
                </a:lnTo>
                <a:lnTo>
                  <a:pt x="766381" y="73774"/>
                </a:lnTo>
                <a:lnTo>
                  <a:pt x="783564" y="43002"/>
                </a:lnTo>
                <a:lnTo>
                  <a:pt x="800760" y="10668"/>
                </a:lnTo>
                <a:lnTo>
                  <a:pt x="768667" y="0"/>
                </a:lnTo>
                <a:lnTo>
                  <a:pt x="752678" y="34874"/>
                </a:lnTo>
                <a:lnTo>
                  <a:pt x="736854" y="66344"/>
                </a:lnTo>
                <a:lnTo>
                  <a:pt x="706183" y="118960"/>
                </a:lnTo>
                <a:lnTo>
                  <a:pt x="683310" y="140296"/>
                </a:lnTo>
                <a:lnTo>
                  <a:pt x="697026" y="167728"/>
                </a:lnTo>
                <a:lnTo>
                  <a:pt x="704748" y="165493"/>
                </a:lnTo>
                <a:lnTo>
                  <a:pt x="711898" y="163537"/>
                </a:lnTo>
                <a:lnTo>
                  <a:pt x="718464" y="162166"/>
                </a:lnTo>
                <a:lnTo>
                  <a:pt x="724471" y="161632"/>
                </a:lnTo>
                <a:lnTo>
                  <a:pt x="765098" y="157594"/>
                </a:lnTo>
                <a:lnTo>
                  <a:pt x="802614" y="154393"/>
                </a:lnTo>
                <a:lnTo>
                  <a:pt x="869340" y="149440"/>
                </a:lnTo>
                <a:lnTo>
                  <a:pt x="873010" y="158610"/>
                </a:lnTo>
                <a:lnTo>
                  <a:pt x="880910" y="176961"/>
                </a:lnTo>
                <a:lnTo>
                  <a:pt x="884580" y="186118"/>
                </a:lnTo>
                <a:lnTo>
                  <a:pt x="915060" y="172402"/>
                </a:lnTo>
                <a:close/>
              </a:path>
              <a:path w="1697989" h="393700">
                <a:moveTo>
                  <a:pt x="1072222" y="193738"/>
                </a:moveTo>
                <a:lnTo>
                  <a:pt x="1062482" y="184315"/>
                </a:lnTo>
                <a:lnTo>
                  <a:pt x="1051750" y="174447"/>
                </a:lnTo>
                <a:lnTo>
                  <a:pt x="1051153" y="173926"/>
                </a:lnTo>
                <a:lnTo>
                  <a:pt x="1047686" y="170878"/>
                </a:lnTo>
                <a:lnTo>
                  <a:pt x="1040193" y="164299"/>
                </a:lnTo>
                <a:lnTo>
                  <a:pt x="1027938" y="154012"/>
                </a:lnTo>
                <a:lnTo>
                  <a:pt x="1012698" y="170878"/>
                </a:lnTo>
                <a:lnTo>
                  <a:pt x="1012698" y="167728"/>
                </a:lnTo>
                <a:lnTo>
                  <a:pt x="1012698" y="103720"/>
                </a:lnTo>
                <a:lnTo>
                  <a:pt x="1064514" y="103720"/>
                </a:lnTo>
                <a:lnTo>
                  <a:pt x="1064514" y="77812"/>
                </a:lnTo>
                <a:lnTo>
                  <a:pt x="1012698" y="77812"/>
                </a:lnTo>
                <a:lnTo>
                  <a:pt x="1012698" y="3048"/>
                </a:lnTo>
                <a:lnTo>
                  <a:pt x="985266" y="3048"/>
                </a:lnTo>
                <a:lnTo>
                  <a:pt x="985266" y="77812"/>
                </a:lnTo>
                <a:lnTo>
                  <a:pt x="927252" y="77812"/>
                </a:lnTo>
                <a:lnTo>
                  <a:pt x="927252" y="103720"/>
                </a:lnTo>
                <a:lnTo>
                  <a:pt x="982218" y="103720"/>
                </a:lnTo>
                <a:lnTo>
                  <a:pt x="972731" y="138861"/>
                </a:lnTo>
                <a:lnTo>
                  <a:pt x="960107" y="173304"/>
                </a:lnTo>
                <a:lnTo>
                  <a:pt x="944029" y="206895"/>
                </a:lnTo>
                <a:lnTo>
                  <a:pt x="924204" y="239458"/>
                </a:lnTo>
                <a:lnTo>
                  <a:pt x="927646" y="248361"/>
                </a:lnTo>
                <a:lnTo>
                  <a:pt x="934478" y="265417"/>
                </a:lnTo>
                <a:lnTo>
                  <a:pt x="938022" y="274612"/>
                </a:lnTo>
                <a:lnTo>
                  <a:pt x="951179" y="252526"/>
                </a:lnTo>
                <a:lnTo>
                  <a:pt x="963358" y="227457"/>
                </a:lnTo>
                <a:lnTo>
                  <a:pt x="974661" y="199250"/>
                </a:lnTo>
                <a:lnTo>
                  <a:pt x="985266" y="167728"/>
                </a:lnTo>
                <a:lnTo>
                  <a:pt x="985266" y="375196"/>
                </a:lnTo>
                <a:lnTo>
                  <a:pt x="1012698" y="375196"/>
                </a:lnTo>
                <a:lnTo>
                  <a:pt x="1012698" y="173926"/>
                </a:lnTo>
                <a:lnTo>
                  <a:pt x="1022718" y="184213"/>
                </a:lnTo>
                <a:lnTo>
                  <a:pt x="1032319" y="194500"/>
                </a:lnTo>
                <a:lnTo>
                  <a:pt x="1041628" y="204787"/>
                </a:lnTo>
                <a:lnTo>
                  <a:pt x="1050798" y="215074"/>
                </a:lnTo>
                <a:lnTo>
                  <a:pt x="1072222" y="193738"/>
                </a:lnTo>
                <a:close/>
              </a:path>
              <a:path w="1697989" h="393700">
                <a:moveTo>
                  <a:pt x="1128610" y="212026"/>
                </a:moveTo>
                <a:lnTo>
                  <a:pt x="1099654" y="199834"/>
                </a:lnTo>
                <a:lnTo>
                  <a:pt x="1083881" y="234975"/>
                </a:lnTo>
                <a:lnTo>
                  <a:pt x="1068362" y="267131"/>
                </a:lnTo>
                <a:lnTo>
                  <a:pt x="1052855" y="296138"/>
                </a:lnTo>
                <a:lnTo>
                  <a:pt x="1037082" y="321856"/>
                </a:lnTo>
                <a:lnTo>
                  <a:pt x="1045032" y="325285"/>
                </a:lnTo>
                <a:lnTo>
                  <a:pt x="1052703" y="328714"/>
                </a:lnTo>
                <a:lnTo>
                  <a:pt x="1059789" y="332143"/>
                </a:lnTo>
                <a:lnTo>
                  <a:pt x="1066038" y="335572"/>
                </a:lnTo>
                <a:lnTo>
                  <a:pt x="1081201" y="307263"/>
                </a:lnTo>
                <a:lnTo>
                  <a:pt x="1096784" y="277228"/>
                </a:lnTo>
                <a:lnTo>
                  <a:pt x="1112634" y="245478"/>
                </a:lnTo>
                <a:lnTo>
                  <a:pt x="1128610" y="212026"/>
                </a:lnTo>
                <a:close/>
              </a:path>
              <a:path w="1697989" h="393700">
                <a:moveTo>
                  <a:pt x="1284160" y="24384"/>
                </a:moveTo>
                <a:lnTo>
                  <a:pt x="1081366" y="24384"/>
                </a:lnTo>
                <a:lnTo>
                  <a:pt x="1081366" y="51816"/>
                </a:lnTo>
                <a:lnTo>
                  <a:pt x="1284160" y="51816"/>
                </a:lnTo>
                <a:lnTo>
                  <a:pt x="1284160" y="24384"/>
                </a:lnTo>
                <a:close/>
              </a:path>
              <a:path w="1697989" h="393700">
                <a:moveTo>
                  <a:pt x="1302448" y="137248"/>
                </a:moveTo>
                <a:lnTo>
                  <a:pt x="1062990" y="137248"/>
                </a:lnTo>
                <a:lnTo>
                  <a:pt x="1062990" y="163156"/>
                </a:lnTo>
                <a:lnTo>
                  <a:pt x="1168234" y="163156"/>
                </a:lnTo>
                <a:lnTo>
                  <a:pt x="1168234" y="314236"/>
                </a:lnTo>
                <a:lnTo>
                  <a:pt x="1166812" y="326237"/>
                </a:lnTo>
                <a:lnTo>
                  <a:pt x="1162519" y="334810"/>
                </a:lnTo>
                <a:lnTo>
                  <a:pt x="1155382" y="339953"/>
                </a:lnTo>
                <a:lnTo>
                  <a:pt x="1145603" y="341630"/>
                </a:lnTo>
                <a:lnTo>
                  <a:pt x="1133894" y="341617"/>
                </a:lnTo>
                <a:lnTo>
                  <a:pt x="1122133" y="341287"/>
                </a:lnTo>
                <a:lnTo>
                  <a:pt x="1109802" y="340372"/>
                </a:lnTo>
                <a:lnTo>
                  <a:pt x="1096606" y="338620"/>
                </a:lnTo>
                <a:lnTo>
                  <a:pt x="1098626" y="347472"/>
                </a:lnTo>
                <a:lnTo>
                  <a:pt x="1100226" y="355765"/>
                </a:lnTo>
                <a:lnTo>
                  <a:pt x="1101534" y="363474"/>
                </a:lnTo>
                <a:lnTo>
                  <a:pt x="1102702" y="370624"/>
                </a:lnTo>
                <a:lnTo>
                  <a:pt x="1116990" y="371475"/>
                </a:lnTo>
                <a:lnTo>
                  <a:pt x="1130134" y="371767"/>
                </a:lnTo>
                <a:lnTo>
                  <a:pt x="1142136" y="371475"/>
                </a:lnTo>
                <a:lnTo>
                  <a:pt x="1152994" y="370624"/>
                </a:lnTo>
                <a:lnTo>
                  <a:pt x="1194358" y="344258"/>
                </a:lnTo>
                <a:lnTo>
                  <a:pt x="1197190" y="323380"/>
                </a:lnTo>
                <a:lnTo>
                  <a:pt x="1197190" y="163156"/>
                </a:lnTo>
                <a:lnTo>
                  <a:pt x="1302448" y="163156"/>
                </a:lnTo>
                <a:lnTo>
                  <a:pt x="1302448" y="137248"/>
                </a:lnTo>
                <a:close/>
              </a:path>
              <a:path w="1697989" h="393700">
                <a:moveTo>
                  <a:pt x="1310068" y="321856"/>
                </a:moveTo>
                <a:lnTo>
                  <a:pt x="1296898" y="294640"/>
                </a:lnTo>
                <a:lnTo>
                  <a:pt x="1282547" y="265645"/>
                </a:lnTo>
                <a:lnTo>
                  <a:pt x="1266558" y="233895"/>
                </a:lnTo>
                <a:lnTo>
                  <a:pt x="1249108" y="199834"/>
                </a:lnTo>
                <a:lnTo>
                  <a:pt x="1221676" y="213550"/>
                </a:lnTo>
                <a:lnTo>
                  <a:pt x="1237361" y="244398"/>
                </a:lnTo>
                <a:lnTo>
                  <a:pt x="1252347" y="275132"/>
                </a:lnTo>
                <a:lnTo>
                  <a:pt x="1266456" y="305574"/>
                </a:lnTo>
                <a:lnTo>
                  <a:pt x="1279588" y="335572"/>
                </a:lnTo>
                <a:lnTo>
                  <a:pt x="1310068" y="321856"/>
                </a:lnTo>
                <a:close/>
              </a:path>
              <a:path w="1697989" h="393700">
                <a:moveTo>
                  <a:pt x="1421409" y="70192"/>
                </a:moveTo>
                <a:lnTo>
                  <a:pt x="1410601" y="58458"/>
                </a:lnTo>
                <a:lnTo>
                  <a:pt x="1396644" y="44018"/>
                </a:lnTo>
                <a:lnTo>
                  <a:pt x="1360449" y="7620"/>
                </a:lnTo>
                <a:lnTo>
                  <a:pt x="1337487" y="27432"/>
                </a:lnTo>
                <a:lnTo>
                  <a:pt x="1353223" y="44335"/>
                </a:lnTo>
                <a:lnTo>
                  <a:pt x="1368056" y="60820"/>
                </a:lnTo>
                <a:lnTo>
                  <a:pt x="1381734" y="77012"/>
                </a:lnTo>
                <a:lnTo>
                  <a:pt x="1393977" y="93052"/>
                </a:lnTo>
                <a:lnTo>
                  <a:pt x="1421409" y="70192"/>
                </a:lnTo>
                <a:close/>
              </a:path>
              <a:path w="1697989" h="393700">
                <a:moveTo>
                  <a:pt x="1448841" y="315760"/>
                </a:moveTo>
                <a:lnTo>
                  <a:pt x="1448574" y="308584"/>
                </a:lnTo>
                <a:lnTo>
                  <a:pt x="1447901" y="300901"/>
                </a:lnTo>
                <a:lnTo>
                  <a:pt x="1446911" y="291985"/>
                </a:lnTo>
                <a:lnTo>
                  <a:pt x="1445793" y="282232"/>
                </a:lnTo>
                <a:lnTo>
                  <a:pt x="1433271" y="291960"/>
                </a:lnTo>
                <a:lnTo>
                  <a:pt x="1420837" y="300901"/>
                </a:lnTo>
                <a:lnTo>
                  <a:pt x="1397025" y="317284"/>
                </a:lnTo>
                <a:lnTo>
                  <a:pt x="1397025" y="132676"/>
                </a:lnTo>
                <a:lnTo>
                  <a:pt x="1317675" y="132676"/>
                </a:lnTo>
                <a:lnTo>
                  <a:pt x="1317675" y="161632"/>
                </a:lnTo>
                <a:lnTo>
                  <a:pt x="1368069" y="161632"/>
                </a:lnTo>
                <a:lnTo>
                  <a:pt x="1368069" y="311188"/>
                </a:lnTo>
                <a:lnTo>
                  <a:pt x="1367205" y="321995"/>
                </a:lnTo>
                <a:lnTo>
                  <a:pt x="1364640" y="331381"/>
                </a:lnTo>
                <a:lnTo>
                  <a:pt x="1360347" y="339039"/>
                </a:lnTo>
                <a:lnTo>
                  <a:pt x="1354353" y="344716"/>
                </a:lnTo>
                <a:lnTo>
                  <a:pt x="1372641" y="370624"/>
                </a:lnTo>
                <a:lnTo>
                  <a:pt x="1387767" y="358622"/>
                </a:lnTo>
                <a:lnTo>
                  <a:pt x="1405597" y="345478"/>
                </a:lnTo>
                <a:lnTo>
                  <a:pt x="1426006" y="331190"/>
                </a:lnTo>
                <a:lnTo>
                  <a:pt x="1446580" y="317284"/>
                </a:lnTo>
                <a:lnTo>
                  <a:pt x="1448841" y="315760"/>
                </a:lnTo>
                <a:close/>
              </a:path>
              <a:path w="1697989" h="393700">
                <a:moveTo>
                  <a:pt x="1697443" y="259270"/>
                </a:moveTo>
                <a:lnTo>
                  <a:pt x="1690090" y="256959"/>
                </a:lnTo>
                <a:lnTo>
                  <a:pt x="1682013" y="254508"/>
                </a:lnTo>
                <a:lnTo>
                  <a:pt x="1673656" y="251764"/>
                </a:lnTo>
                <a:lnTo>
                  <a:pt x="1665439" y="248602"/>
                </a:lnTo>
                <a:lnTo>
                  <a:pt x="1664030" y="266941"/>
                </a:lnTo>
                <a:lnTo>
                  <a:pt x="1662201" y="282981"/>
                </a:lnTo>
                <a:lnTo>
                  <a:pt x="1645424" y="327952"/>
                </a:lnTo>
                <a:lnTo>
                  <a:pt x="1618107" y="334048"/>
                </a:lnTo>
                <a:lnTo>
                  <a:pt x="1520571" y="334048"/>
                </a:lnTo>
                <a:lnTo>
                  <a:pt x="1508569" y="332308"/>
                </a:lnTo>
                <a:lnTo>
                  <a:pt x="1499997" y="326999"/>
                </a:lnTo>
                <a:lnTo>
                  <a:pt x="1494853" y="317969"/>
                </a:lnTo>
                <a:lnTo>
                  <a:pt x="1493139" y="305092"/>
                </a:lnTo>
                <a:lnTo>
                  <a:pt x="1493139" y="175450"/>
                </a:lnTo>
                <a:lnTo>
                  <a:pt x="1641055" y="175450"/>
                </a:lnTo>
                <a:lnTo>
                  <a:pt x="1641055" y="193738"/>
                </a:lnTo>
                <a:lnTo>
                  <a:pt x="1670011" y="193738"/>
                </a:lnTo>
                <a:lnTo>
                  <a:pt x="1670011" y="175450"/>
                </a:lnTo>
                <a:lnTo>
                  <a:pt x="1670011" y="21336"/>
                </a:lnTo>
                <a:lnTo>
                  <a:pt x="1447317" y="21336"/>
                </a:lnTo>
                <a:lnTo>
                  <a:pt x="1447317" y="48768"/>
                </a:lnTo>
                <a:lnTo>
                  <a:pt x="1641055" y="48768"/>
                </a:lnTo>
                <a:lnTo>
                  <a:pt x="1641055" y="147916"/>
                </a:lnTo>
                <a:lnTo>
                  <a:pt x="1464081" y="147916"/>
                </a:lnTo>
                <a:lnTo>
                  <a:pt x="1464081" y="314236"/>
                </a:lnTo>
                <a:lnTo>
                  <a:pt x="1466938" y="335991"/>
                </a:lnTo>
                <a:lnTo>
                  <a:pt x="1475524" y="351193"/>
                </a:lnTo>
                <a:lnTo>
                  <a:pt x="1489837" y="360095"/>
                </a:lnTo>
                <a:lnTo>
                  <a:pt x="1509903" y="363004"/>
                </a:lnTo>
                <a:lnTo>
                  <a:pt x="1625727" y="363004"/>
                </a:lnTo>
                <a:lnTo>
                  <a:pt x="1667141" y="352717"/>
                </a:lnTo>
                <a:lnTo>
                  <a:pt x="1689912" y="308584"/>
                </a:lnTo>
                <a:lnTo>
                  <a:pt x="1695132" y="277012"/>
                </a:lnTo>
                <a:lnTo>
                  <a:pt x="1697443" y="2592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640484" y="637774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527" y="102203"/>
                </a:moveTo>
                <a:lnTo>
                  <a:pt x="0" y="102203"/>
                </a:lnTo>
                <a:lnTo>
                  <a:pt x="24479" y="0"/>
                </a:lnTo>
                <a:lnTo>
                  <a:pt x="59531" y="0"/>
                </a:lnTo>
                <a:lnTo>
                  <a:pt x="2752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977562" y="6097054"/>
            <a:ext cx="2873375" cy="395605"/>
          </a:xfrm>
          <a:custGeom>
            <a:avLst/>
            <a:gdLst/>
            <a:ahLst/>
            <a:cxnLst/>
            <a:rect l="l" t="t" r="r" b="b"/>
            <a:pathLst>
              <a:path w="2873375" h="395604">
                <a:moveTo>
                  <a:pt x="138785" y="292900"/>
                </a:moveTo>
                <a:lnTo>
                  <a:pt x="104457" y="300634"/>
                </a:lnTo>
                <a:lnTo>
                  <a:pt x="35191" y="314972"/>
                </a:lnTo>
                <a:lnTo>
                  <a:pt x="0" y="321856"/>
                </a:lnTo>
                <a:lnTo>
                  <a:pt x="9144" y="352336"/>
                </a:lnTo>
                <a:lnTo>
                  <a:pt x="42024" y="343496"/>
                </a:lnTo>
                <a:lnTo>
                  <a:pt x="74345" y="335381"/>
                </a:lnTo>
                <a:lnTo>
                  <a:pt x="106095" y="328117"/>
                </a:lnTo>
                <a:lnTo>
                  <a:pt x="137261" y="321856"/>
                </a:lnTo>
                <a:lnTo>
                  <a:pt x="137287" y="314756"/>
                </a:lnTo>
                <a:lnTo>
                  <a:pt x="137452" y="307378"/>
                </a:lnTo>
                <a:lnTo>
                  <a:pt x="137909" y="299986"/>
                </a:lnTo>
                <a:lnTo>
                  <a:pt x="138785" y="292900"/>
                </a:lnTo>
                <a:close/>
              </a:path>
              <a:path w="2873375" h="395604">
                <a:moveTo>
                  <a:pt x="138785" y="97624"/>
                </a:moveTo>
                <a:lnTo>
                  <a:pt x="109829" y="83908"/>
                </a:lnTo>
                <a:lnTo>
                  <a:pt x="102971" y="96443"/>
                </a:lnTo>
                <a:lnTo>
                  <a:pt x="96100" y="108673"/>
                </a:lnTo>
                <a:lnTo>
                  <a:pt x="59436" y="132486"/>
                </a:lnTo>
                <a:lnTo>
                  <a:pt x="36576" y="132676"/>
                </a:lnTo>
                <a:lnTo>
                  <a:pt x="50279" y="109766"/>
                </a:lnTo>
                <a:lnTo>
                  <a:pt x="66116" y="81965"/>
                </a:lnTo>
                <a:lnTo>
                  <a:pt x="83985" y="49022"/>
                </a:lnTo>
                <a:lnTo>
                  <a:pt x="103733" y="10668"/>
                </a:lnTo>
                <a:lnTo>
                  <a:pt x="74676" y="0"/>
                </a:lnTo>
                <a:lnTo>
                  <a:pt x="56388" y="41783"/>
                </a:lnTo>
                <a:lnTo>
                  <a:pt x="38100" y="78155"/>
                </a:lnTo>
                <a:lnTo>
                  <a:pt x="19812" y="109385"/>
                </a:lnTo>
                <a:lnTo>
                  <a:pt x="1524" y="135724"/>
                </a:lnTo>
                <a:lnTo>
                  <a:pt x="9144" y="161632"/>
                </a:lnTo>
                <a:lnTo>
                  <a:pt x="67056" y="157060"/>
                </a:lnTo>
                <a:lnTo>
                  <a:pt x="51371" y="182816"/>
                </a:lnTo>
                <a:lnTo>
                  <a:pt x="36385" y="204965"/>
                </a:lnTo>
                <a:lnTo>
                  <a:pt x="22275" y="223380"/>
                </a:lnTo>
                <a:lnTo>
                  <a:pt x="9144" y="237934"/>
                </a:lnTo>
                <a:lnTo>
                  <a:pt x="15240" y="266890"/>
                </a:lnTo>
                <a:lnTo>
                  <a:pt x="50076" y="260604"/>
                </a:lnTo>
                <a:lnTo>
                  <a:pt x="81203" y="255460"/>
                </a:lnTo>
                <a:lnTo>
                  <a:pt x="108343" y="251460"/>
                </a:lnTo>
                <a:lnTo>
                  <a:pt x="131165" y="248602"/>
                </a:lnTo>
                <a:lnTo>
                  <a:pt x="132067" y="241503"/>
                </a:lnTo>
                <a:lnTo>
                  <a:pt x="132880" y="231838"/>
                </a:lnTo>
                <a:lnTo>
                  <a:pt x="133311" y="226745"/>
                </a:lnTo>
                <a:lnTo>
                  <a:pt x="134213" y="219646"/>
                </a:lnTo>
                <a:lnTo>
                  <a:pt x="50292" y="231838"/>
                </a:lnTo>
                <a:lnTo>
                  <a:pt x="72263" y="200367"/>
                </a:lnTo>
                <a:lnTo>
                  <a:pt x="94538" y="167589"/>
                </a:lnTo>
                <a:lnTo>
                  <a:pt x="116814" y="133388"/>
                </a:lnTo>
                <a:lnTo>
                  <a:pt x="117246" y="132676"/>
                </a:lnTo>
                <a:lnTo>
                  <a:pt x="138785" y="97624"/>
                </a:lnTo>
                <a:close/>
              </a:path>
              <a:path w="2873375" h="395604">
                <a:moveTo>
                  <a:pt x="358343" y="222694"/>
                </a:moveTo>
                <a:lnTo>
                  <a:pt x="327863" y="222694"/>
                </a:lnTo>
                <a:lnTo>
                  <a:pt x="327863" y="250126"/>
                </a:lnTo>
                <a:lnTo>
                  <a:pt x="327863" y="327952"/>
                </a:lnTo>
                <a:lnTo>
                  <a:pt x="186029" y="327952"/>
                </a:lnTo>
                <a:lnTo>
                  <a:pt x="186029" y="250126"/>
                </a:lnTo>
                <a:lnTo>
                  <a:pt x="327863" y="250126"/>
                </a:lnTo>
                <a:lnTo>
                  <a:pt x="327863" y="222694"/>
                </a:lnTo>
                <a:lnTo>
                  <a:pt x="157073" y="222694"/>
                </a:lnTo>
                <a:lnTo>
                  <a:pt x="157073" y="378333"/>
                </a:lnTo>
                <a:lnTo>
                  <a:pt x="186029" y="378333"/>
                </a:lnTo>
                <a:lnTo>
                  <a:pt x="186029" y="355384"/>
                </a:lnTo>
                <a:lnTo>
                  <a:pt x="327863" y="355384"/>
                </a:lnTo>
                <a:lnTo>
                  <a:pt x="327863" y="378333"/>
                </a:lnTo>
                <a:lnTo>
                  <a:pt x="358343" y="378333"/>
                </a:lnTo>
                <a:lnTo>
                  <a:pt x="358343" y="355384"/>
                </a:lnTo>
                <a:lnTo>
                  <a:pt x="358343" y="327952"/>
                </a:lnTo>
                <a:lnTo>
                  <a:pt x="358343" y="250126"/>
                </a:lnTo>
                <a:lnTo>
                  <a:pt x="358343" y="222694"/>
                </a:lnTo>
                <a:close/>
              </a:path>
              <a:path w="2873375" h="395604">
                <a:moveTo>
                  <a:pt x="379768" y="64008"/>
                </a:moveTo>
                <a:lnTo>
                  <a:pt x="272999" y="64008"/>
                </a:lnTo>
                <a:lnTo>
                  <a:pt x="272999" y="3048"/>
                </a:lnTo>
                <a:lnTo>
                  <a:pt x="242519" y="3048"/>
                </a:lnTo>
                <a:lnTo>
                  <a:pt x="242519" y="64008"/>
                </a:lnTo>
                <a:lnTo>
                  <a:pt x="135737" y="64008"/>
                </a:lnTo>
                <a:lnTo>
                  <a:pt x="135737" y="91528"/>
                </a:lnTo>
                <a:lnTo>
                  <a:pt x="242519" y="91528"/>
                </a:lnTo>
                <a:lnTo>
                  <a:pt x="242519" y="150964"/>
                </a:lnTo>
                <a:lnTo>
                  <a:pt x="149453" y="150964"/>
                </a:lnTo>
                <a:lnTo>
                  <a:pt x="149453" y="178498"/>
                </a:lnTo>
                <a:lnTo>
                  <a:pt x="366052" y="178498"/>
                </a:lnTo>
                <a:lnTo>
                  <a:pt x="366052" y="150964"/>
                </a:lnTo>
                <a:lnTo>
                  <a:pt x="272999" y="150964"/>
                </a:lnTo>
                <a:lnTo>
                  <a:pt x="272999" y="91528"/>
                </a:lnTo>
                <a:lnTo>
                  <a:pt x="379768" y="91528"/>
                </a:lnTo>
                <a:lnTo>
                  <a:pt x="379768" y="64008"/>
                </a:lnTo>
                <a:close/>
              </a:path>
              <a:path w="2873375" h="395604">
                <a:moveTo>
                  <a:pt x="773150" y="335559"/>
                </a:moveTo>
                <a:lnTo>
                  <a:pt x="726859" y="315226"/>
                </a:lnTo>
                <a:lnTo>
                  <a:pt x="683983" y="290601"/>
                </a:lnTo>
                <a:lnTo>
                  <a:pt x="644525" y="261378"/>
                </a:lnTo>
                <a:lnTo>
                  <a:pt x="631024" y="248602"/>
                </a:lnTo>
                <a:lnTo>
                  <a:pt x="629412" y="247078"/>
                </a:lnTo>
                <a:lnTo>
                  <a:pt x="608457" y="227266"/>
                </a:lnTo>
                <a:lnTo>
                  <a:pt x="703046" y="227266"/>
                </a:lnTo>
                <a:lnTo>
                  <a:pt x="703046" y="240982"/>
                </a:lnTo>
                <a:lnTo>
                  <a:pt x="732002" y="240982"/>
                </a:lnTo>
                <a:lnTo>
                  <a:pt x="732002" y="227266"/>
                </a:lnTo>
                <a:lnTo>
                  <a:pt x="732002" y="201358"/>
                </a:lnTo>
                <a:lnTo>
                  <a:pt x="732002" y="137248"/>
                </a:lnTo>
                <a:lnTo>
                  <a:pt x="732002" y="111340"/>
                </a:lnTo>
                <a:lnTo>
                  <a:pt x="703046" y="111340"/>
                </a:lnTo>
                <a:lnTo>
                  <a:pt x="703046" y="137248"/>
                </a:lnTo>
                <a:lnTo>
                  <a:pt x="703046" y="201358"/>
                </a:lnTo>
                <a:lnTo>
                  <a:pt x="597789" y="201358"/>
                </a:lnTo>
                <a:lnTo>
                  <a:pt x="597789" y="137248"/>
                </a:lnTo>
                <a:lnTo>
                  <a:pt x="703046" y="137248"/>
                </a:lnTo>
                <a:lnTo>
                  <a:pt x="703046" y="111340"/>
                </a:lnTo>
                <a:lnTo>
                  <a:pt x="597789" y="111340"/>
                </a:lnTo>
                <a:lnTo>
                  <a:pt x="597789" y="68668"/>
                </a:lnTo>
                <a:lnTo>
                  <a:pt x="768578" y="68668"/>
                </a:lnTo>
                <a:lnTo>
                  <a:pt x="768578" y="42672"/>
                </a:lnTo>
                <a:lnTo>
                  <a:pt x="597789" y="42672"/>
                </a:lnTo>
                <a:lnTo>
                  <a:pt x="597789" y="1524"/>
                </a:lnTo>
                <a:lnTo>
                  <a:pt x="568833" y="1524"/>
                </a:lnTo>
                <a:lnTo>
                  <a:pt x="568833" y="42672"/>
                </a:lnTo>
                <a:lnTo>
                  <a:pt x="398056" y="42672"/>
                </a:lnTo>
                <a:lnTo>
                  <a:pt x="398056" y="68668"/>
                </a:lnTo>
                <a:lnTo>
                  <a:pt x="568833" y="68668"/>
                </a:lnTo>
                <a:lnTo>
                  <a:pt x="568833" y="111340"/>
                </a:lnTo>
                <a:lnTo>
                  <a:pt x="568833" y="137248"/>
                </a:lnTo>
                <a:lnTo>
                  <a:pt x="568833" y="201358"/>
                </a:lnTo>
                <a:lnTo>
                  <a:pt x="465112" y="201358"/>
                </a:lnTo>
                <a:lnTo>
                  <a:pt x="465112" y="137248"/>
                </a:lnTo>
                <a:lnTo>
                  <a:pt x="568833" y="137248"/>
                </a:lnTo>
                <a:lnTo>
                  <a:pt x="568833" y="111340"/>
                </a:lnTo>
                <a:lnTo>
                  <a:pt x="436156" y="111340"/>
                </a:lnTo>
                <a:lnTo>
                  <a:pt x="436156" y="240982"/>
                </a:lnTo>
                <a:lnTo>
                  <a:pt x="465112" y="240982"/>
                </a:lnTo>
                <a:lnTo>
                  <a:pt x="465112" y="227266"/>
                </a:lnTo>
                <a:lnTo>
                  <a:pt x="558165" y="227266"/>
                </a:lnTo>
                <a:lnTo>
                  <a:pt x="520433" y="261010"/>
                </a:lnTo>
                <a:lnTo>
                  <a:pt x="480402" y="291172"/>
                </a:lnTo>
                <a:lnTo>
                  <a:pt x="438073" y="317588"/>
                </a:lnTo>
                <a:lnTo>
                  <a:pt x="393484" y="340144"/>
                </a:lnTo>
                <a:lnTo>
                  <a:pt x="398932" y="347611"/>
                </a:lnTo>
                <a:lnTo>
                  <a:pt x="403961" y="354241"/>
                </a:lnTo>
                <a:lnTo>
                  <a:pt x="408698" y="360286"/>
                </a:lnTo>
                <a:lnTo>
                  <a:pt x="413296" y="366052"/>
                </a:lnTo>
                <a:lnTo>
                  <a:pt x="458177" y="339750"/>
                </a:lnTo>
                <a:lnTo>
                  <a:pt x="499071" y="311175"/>
                </a:lnTo>
                <a:lnTo>
                  <a:pt x="535965" y="280276"/>
                </a:lnTo>
                <a:lnTo>
                  <a:pt x="568833" y="247078"/>
                </a:lnTo>
                <a:lnTo>
                  <a:pt x="568833" y="379857"/>
                </a:lnTo>
                <a:lnTo>
                  <a:pt x="597789" y="379857"/>
                </a:lnTo>
                <a:lnTo>
                  <a:pt x="597789" y="248602"/>
                </a:lnTo>
                <a:lnTo>
                  <a:pt x="630707" y="282371"/>
                </a:lnTo>
                <a:lnTo>
                  <a:pt x="667600" y="312699"/>
                </a:lnTo>
                <a:lnTo>
                  <a:pt x="708469" y="339559"/>
                </a:lnTo>
                <a:lnTo>
                  <a:pt x="753338" y="363004"/>
                </a:lnTo>
                <a:lnTo>
                  <a:pt x="757072" y="356146"/>
                </a:lnTo>
                <a:lnTo>
                  <a:pt x="761530" y="349288"/>
                </a:lnTo>
                <a:lnTo>
                  <a:pt x="766838" y="342430"/>
                </a:lnTo>
                <a:lnTo>
                  <a:pt x="773150" y="335559"/>
                </a:lnTo>
                <a:close/>
              </a:path>
              <a:path w="2873375" h="395604">
                <a:moveTo>
                  <a:pt x="930313" y="195160"/>
                </a:moveTo>
                <a:lnTo>
                  <a:pt x="920864" y="185762"/>
                </a:lnTo>
                <a:lnTo>
                  <a:pt x="910691" y="175920"/>
                </a:lnTo>
                <a:lnTo>
                  <a:pt x="910069" y="175348"/>
                </a:lnTo>
                <a:lnTo>
                  <a:pt x="906754" y="172300"/>
                </a:lnTo>
                <a:lnTo>
                  <a:pt x="899668" y="165811"/>
                </a:lnTo>
                <a:lnTo>
                  <a:pt x="887641" y="155536"/>
                </a:lnTo>
                <a:lnTo>
                  <a:pt x="870877" y="172300"/>
                </a:lnTo>
                <a:lnTo>
                  <a:pt x="870877" y="169252"/>
                </a:lnTo>
                <a:lnTo>
                  <a:pt x="870877" y="105156"/>
                </a:lnTo>
                <a:lnTo>
                  <a:pt x="922693" y="105156"/>
                </a:lnTo>
                <a:lnTo>
                  <a:pt x="922693" y="79248"/>
                </a:lnTo>
                <a:lnTo>
                  <a:pt x="870877" y="79248"/>
                </a:lnTo>
                <a:lnTo>
                  <a:pt x="870877" y="4470"/>
                </a:lnTo>
                <a:lnTo>
                  <a:pt x="844880" y="4470"/>
                </a:lnTo>
                <a:lnTo>
                  <a:pt x="844880" y="79248"/>
                </a:lnTo>
                <a:lnTo>
                  <a:pt x="786968" y="79248"/>
                </a:lnTo>
                <a:lnTo>
                  <a:pt x="786968" y="105156"/>
                </a:lnTo>
                <a:lnTo>
                  <a:pt x="841832" y="105156"/>
                </a:lnTo>
                <a:lnTo>
                  <a:pt x="832129" y="140335"/>
                </a:lnTo>
                <a:lnTo>
                  <a:pt x="819162" y="174777"/>
                </a:lnTo>
                <a:lnTo>
                  <a:pt x="803033" y="208368"/>
                </a:lnTo>
                <a:lnTo>
                  <a:pt x="783907" y="240982"/>
                </a:lnTo>
                <a:lnTo>
                  <a:pt x="787323" y="249885"/>
                </a:lnTo>
                <a:lnTo>
                  <a:pt x="790587" y="258508"/>
                </a:lnTo>
                <a:lnTo>
                  <a:pt x="793559" y="267131"/>
                </a:lnTo>
                <a:lnTo>
                  <a:pt x="796112" y="276034"/>
                </a:lnTo>
                <a:lnTo>
                  <a:pt x="809510" y="253987"/>
                </a:lnTo>
                <a:lnTo>
                  <a:pt x="822210" y="228930"/>
                </a:lnTo>
                <a:lnTo>
                  <a:pt x="834034" y="200736"/>
                </a:lnTo>
                <a:lnTo>
                  <a:pt x="844880" y="169252"/>
                </a:lnTo>
                <a:lnTo>
                  <a:pt x="844880" y="376720"/>
                </a:lnTo>
                <a:lnTo>
                  <a:pt x="870877" y="376720"/>
                </a:lnTo>
                <a:lnTo>
                  <a:pt x="870877" y="175348"/>
                </a:lnTo>
                <a:lnTo>
                  <a:pt x="881138" y="185635"/>
                </a:lnTo>
                <a:lnTo>
                  <a:pt x="891260" y="195922"/>
                </a:lnTo>
                <a:lnTo>
                  <a:pt x="901090" y="206209"/>
                </a:lnTo>
                <a:lnTo>
                  <a:pt x="910501" y="216496"/>
                </a:lnTo>
                <a:lnTo>
                  <a:pt x="930313" y="195160"/>
                </a:lnTo>
                <a:close/>
              </a:path>
              <a:path w="2873375" h="395604">
                <a:moveTo>
                  <a:pt x="986701" y="213448"/>
                </a:moveTo>
                <a:lnTo>
                  <a:pt x="957745" y="201256"/>
                </a:lnTo>
                <a:lnTo>
                  <a:pt x="942644" y="236435"/>
                </a:lnTo>
                <a:lnTo>
                  <a:pt x="927265" y="268592"/>
                </a:lnTo>
                <a:lnTo>
                  <a:pt x="911885" y="297586"/>
                </a:lnTo>
                <a:lnTo>
                  <a:pt x="896785" y="323278"/>
                </a:lnTo>
                <a:lnTo>
                  <a:pt x="904506" y="326758"/>
                </a:lnTo>
                <a:lnTo>
                  <a:pt x="911644" y="330225"/>
                </a:lnTo>
                <a:lnTo>
                  <a:pt x="918222" y="333654"/>
                </a:lnTo>
                <a:lnTo>
                  <a:pt x="924217" y="337096"/>
                </a:lnTo>
                <a:lnTo>
                  <a:pt x="940193" y="308749"/>
                </a:lnTo>
                <a:lnTo>
                  <a:pt x="956030" y="278701"/>
                </a:lnTo>
                <a:lnTo>
                  <a:pt x="971575" y="246938"/>
                </a:lnTo>
                <a:lnTo>
                  <a:pt x="986701" y="213448"/>
                </a:lnTo>
                <a:close/>
              </a:path>
              <a:path w="2873375" h="395604">
                <a:moveTo>
                  <a:pt x="1143863" y="25908"/>
                </a:moveTo>
                <a:lnTo>
                  <a:pt x="940981" y="25908"/>
                </a:lnTo>
                <a:lnTo>
                  <a:pt x="940981" y="53340"/>
                </a:lnTo>
                <a:lnTo>
                  <a:pt x="1143863" y="53340"/>
                </a:lnTo>
                <a:lnTo>
                  <a:pt x="1143863" y="25908"/>
                </a:lnTo>
                <a:close/>
              </a:path>
              <a:path w="2873375" h="395604">
                <a:moveTo>
                  <a:pt x="1160627" y="138772"/>
                </a:moveTo>
                <a:lnTo>
                  <a:pt x="922693" y="138772"/>
                </a:lnTo>
                <a:lnTo>
                  <a:pt x="922693" y="164680"/>
                </a:lnTo>
                <a:lnTo>
                  <a:pt x="1026426" y="164680"/>
                </a:lnTo>
                <a:lnTo>
                  <a:pt x="1026426" y="315658"/>
                </a:lnTo>
                <a:lnTo>
                  <a:pt x="1024991" y="327710"/>
                </a:lnTo>
                <a:lnTo>
                  <a:pt x="1020711" y="336321"/>
                </a:lnTo>
                <a:lnTo>
                  <a:pt x="1013561" y="341464"/>
                </a:lnTo>
                <a:lnTo>
                  <a:pt x="1003795" y="343154"/>
                </a:lnTo>
                <a:lnTo>
                  <a:pt x="992733" y="343141"/>
                </a:lnTo>
                <a:lnTo>
                  <a:pt x="981036" y="342811"/>
                </a:lnTo>
                <a:lnTo>
                  <a:pt x="968756" y="341896"/>
                </a:lnTo>
                <a:lnTo>
                  <a:pt x="956221" y="340144"/>
                </a:lnTo>
                <a:lnTo>
                  <a:pt x="957364" y="348996"/>
                </a:lnTo>
                <a:lnTo>
                  <a:pt x="988275" y="373291"/>
                </a:lnTo>
                <a:lnTo>
                  <a:pt x="1000302" y="372999"/>
                </a:lnTo>
                <a:lnTo>
                  <a:pt x="1044714" y="360514"/>
                </a:lnTo>
                <a:lnTo>
                  <a:pt x="1053071" y="343192"/>
                </a:lnTo>
                <a:lnTo>
                  <a:pt x="1055382" y="324802"/>
                </a:lnTo>
                <a:lnTo>
                  <a:pt x="1055382" y="164680"/>
                </a:lnTo>
                <a:lnTo>
                  <a:pt x="1160627" y="164680"/>
                </a:lnTo>
                <a:lnTo>
                  <a:pt x="1160627" y="138772"/>
                </a:lnTo>
                <a:close/>
              </a:path>
              <a:path w="2873375" h="395604">
                <a:moveTo>
                  <a:pt x="1168247" y="323278"/>
                </a:moveTo>
                <a:lnTo>
                  <a:pt x="1155750" y="296087"/>
                </a:lnTo>
                <a:lnTo>
                  <a:pt x="1141501" y="267131"/>
                </a:lnTo>
                <a:lnTo>
                  <a:pt x="1125562" y="235369"/>
                </a:lnTo>
                <a:lnTo>
                  <a:pt x="1108722" y="201256"/>
                </a:lnTo>
                <a:lnTo>
                  <a:pt x="1081290" y="214972"/>
                </a:lnTo>
                <a:lnTo>
                  <a:pt x="1096733" y="245872"/>
                </a:lnTo>
                <a:lnTo>
                  <a:pt x="1111199" y="276606"/>
                </a:lnTo>
                <a:lnTo>
                  <a:pt x="1124826" y="307047"/>
                </a:lnTo>
                <a:lnTo>
                  <a:pt x="1137767" y="337096"/>
                </a:lnTo>
                <a:lnTo>
                  <a:pt x="1168247" y="323278"/>
                </a:lnTo>
                <a:close/>
              </a:path>
              <a:path w="2873375" h="395604">
                <a:moveTo>
                  <a:pt x="1279499" y="71716"/>
                </a:moveTo>
                <a:lnTo>
                  <a:pt x="1268920" y="59982"/>
                </a:lnTo>
                <a:lnTo>
                  <a:pt x="1255496" y="45542"/>
                </a:lnTo>
                <a:lnTo>
                  <a:pt x="1239202" y="28549"/>
                </a:lnTo>
                <a:lnTo>
                  <a:pt x="1220063" y="9144"/>
                </a:lnTo>
                <a:lnTo>
                  <a:pt x="1197203" y="28956"/>
                </a:lnTo>
                <a:lnTo>
                  <a:pt x="1212659" y="45859"/>
                </a:lnTo>
                <a:lnTo>
                  <a:pt x="1227112" y="62344"/>
                </a:lnTo>
                <a:lnTo>
                  <a:pt x="1240713" y="78536"/>
                </a:lnTo>
                <a:lnTo>
                  <a:pt x="1253591" y="94576"/>
                </a:lnTo>
                <a:lnTo>
                  <a:pt x="1279499" y="71716"/>
                </a:lnTo>
                <a:close/>
              </a:path>
              <a:path w="2873375" h="395604">
                <a:moveTo>
                  <a:pt x="1308455" y="317284"/>
                </a:moveTo>
                <a:lnTo>
                  <a:pt x="1307553" y="310108"/>
                </a:lnTo>
                <a:lnTo>
                  <a:pt x="1306944" y="302425"/>
                </a:lnTo>
                <a:lnTo>
                  <a:pt x="1306309" y="293484"/>
                </a:lnTo>
                <a:lnTo>
                  <a:pt x="1305407" y="283756"/>
                </a:lnTo>
                <a:lnTo>
                  <a:pt x="1292885" y="293484"/>
                </a:lnTo>
                <a:lnTo>
                  <a:pt x="1280452" y="302425"/>
                </a:lnTo>
                <a:lnTo>
                  <a:pt x="1256639" y="318808"/>
                </a:lnTo>
                <a:lnTo>
                  <a:pt x="1256639" y="134200"/>
                </a:lnTo>
                <a:lnTo>
                  <a:pt x="1177290" y="134200"/>
                </a:lnTo>
                <a:lnTo>
                  <a:pt x="1177290" y="163156"/>
                </a:lnTo>
                <a:lnTo>
                  <a:pt x="1226159" y="163156"/>
                </a:lnTo>
                <a:lnTo>
                  <a:pt x="1226159" y="312712"/>
                </a:lnTo>
                <a:lnTo>
                  <a:pt x="1225321" y="323519"/>
                </a:lnTo>
                <a:lnTo>
                  <a:pt x="1222921" y="332905"/>
                </a:lnTo>
                <a:lnTo>
                  <a:pt x="1219085" y="340563"/>
                </a:lnTo>
                <a:lnTo>
                  <a:pt x="1213967" y="346240"/>
                </a:lnTo>
                <a:lnTo>
                  <a:pt x="1230731" y="372148"/>
                </a:lnTo>
                <a:lnTo>
                  <a:pt x="1245870" y="360146"/>
                </a:lnTo>
                <a:lnTo>
                  <a:pt x="1263878" y="347002"/>
                </a:lnTo>
                <a:lnTo>
                  <a:pt x="1284732" y="332714"/>
                </a:lnTo>
                <a:lnTo>
                  <a:pt x="1306118" y="318808"/>
                </a:lnTo>
                <a:lnTo>
                  <a:pt x="1308455" y="317284"/>
                </a:lnTo>
                <a:close/>
              </a:path>
              <a:path w="2873375" h="395604">
                <a:moveTo>
                  <a:pt x="1557058" y="260794"/>
                </a:moveTo>
                <a:lnTo>
                  <a:pt x="1549057" y="258483"/>
                </a:lnTo>
                <a:lnTo>
                  <a:pt x="1541056" y="256032"/>
                </a:lnTo>
                <a:lnTo>
                  <a:pt x="1533055" y="253288"/>
                </a:lnTo>
                <a:lnTo>
                  <a:pt x="1525054" y="250126"/>
                </a:lnTo>
                <a:lnTo>
                  <a:pt x="1522793" y="268465"/>
                </a:lnTo>
                <a:lnTo>
                  <a:pt x="1518843" y="298221"/>
                </a:lnTo>
                <a:lnTo>
                  <a:pt x="1517434" y="309664"/>
                </a:lnTo>
                <a:lnTo>
                  <a:pt x="1513166" y="321424"/>
                </a:lnTo>
                <a:lnTo>
                  <a:pt x="1505051" y="329476"/>
                </a:lnTo>
                <a:lnTo>
                  <a:pt x="1493215" y="334086"/>
                </a:lnTo>
                <a:lnTo>
                  <a:pt x="1477810" y="335572"/>
                </a:lnTo>
                <a:lnTo>
                  <a:pt x="1380185" y="335572"/>
                </a:lnTo>
                <a:lnTo>
                  <a:pt x="1368183" y="333832"/>
                </a:lnTo>
                <a:lnTo>
                  <a:pt x="1359611" y="328523"/>
                </a:lnTo>
                <a:lnTo>
                  <a:pt x="1354467" y="319493"/>
                </a:lnTo>
                <a:lnTo>
                  <a:pt x="1352753" y="306616"/>
                </a:lnTo>
                <a:lnTo>
                  <a:pt x="1352753" y="176974"/>
                </a:lnTo>
                <a:lnTo>
                  <a:pt x="1499146" y="176974"/>
                </a:lnTo>
                <a:lnTo>
                  <a:pt x="1499146" y="195262"/>
                </a:lnTo>
                <a:lnTo>
                  <a:pt x="1529626" y="195262"/>
                </a:lnTo>
                <a:lnTo>
                  <a:pt x="1529626" y="176974"/>
                </a:lnTo>
                <a:lnTo>
                  <a:pt x="1529626" y="22860"/>
                </a:lnTo>
                <a:lnTo>
                  <a:pt x="1306931" y="22860"/>
                </a:lnTo>
                <a:lnTo>
                  <a:pt x="1306931" y="50292"/>
                </a:lnTo>
                <a:lnTo>
                  <a:pt x="1499146" y="50292"/>
                </a:lnTo>
                <a:lnTo>
                  <a:pt x="1499146" y="149440"/>
                </a:lnTo>
                <a:lnTo>
                  <a:pt x="1322171" y="149440"/>
                </a:lnTo>
                <a:lnTo>
                  <a:pt x="1322171" y="315760"/>
                </a:lnTo>
                <a:lnTo>
                  <a:pt x="1325283" y="337515"/>
                </a:lnTo>
                <a:lnTo>
                  <a:pt x="1334414" y="352717"/>
                </a:lnTo>
                <a:lnTo>
                  <a:pt x="1349260" y="361619"/>
                </a:lnTo>
                <a:lnTo>
                  <a:pt x="1369517" y="364528"/>
                </a:lnTo>
                <a:lnTo>
                  <a:pt x="1483906" y="364528"/>
                </a:lnTo>
                <a:lnTo>
                  <a:pt x="1526578" y="354241"/>
                </a:lnTo>
                <a:lnTo>
                  <a:pt x="1551724" y="294982"/>
                </a:lnTo>
                <a:lnTo>
                  <a:pt x="1554530" y="278536"/>
                </a:lnTo>
                <a:lnTo>
                  <a:pt x="1557058" y="260794"/>
                </a:lnTo>
                <a:close/>
              </a:path>
              <a:path w="2873375" h="395604">
                <a:moveTo>
                  <a:pt x="1730895" y="65532"/>
                </a:moveTo>
                <a:lnTo>
                  <a:pt x="1700415" y="65532"/>
                </a:lnTo>
                <a:lnTo>
                  <a:pt x="1700415" y="94589"/>
                </a:lnTo>
                <a:lnTo>
                  <a:pt x="1700415" y="187642"/>
                </a:lnTo>
                <a:lnTo>
                  <a:pt x="1700415" y="215074"/>
                </a:lnTo>
                <a:lnTo>
                  <a:pt x="1700415" y="311188"/>
                </a:lnTo>
                <a:lnTo>
                  <a:pt x="1615071" y="311188"/>
                </a:lnTo>
                <a:lnTo>
                  <a:pt x="1615071" y="215074"/>
                </a:lnTo>
                <a:lnTo>
                  <a:pt x="1700415" y="215074"/>
                </a:lnTo>
                <a:lnTo>
                  <a:pt x="1700415" y="187642"/>
                </a:lnTo>
                <a:lnTo>
                  <a:pt x="1615071" y="187642"/>
                </a:lnTo>
                <a:lnTo>
                  <a:pt x="1615071" y="94589"/>
                </a:lnTo>
                <a:lnTo>
                  <a:pt x="1700415" y="94589"/>
                </a:lnTo>
                <a:lnTo>
                  <a:pt x="1700415" y="65532"/>
                </a:lnTo>
                <a:lnTo>
                  <a:pt x="1654695" y="65532"/>
                </a:lnTo>
                <a:lnTo>
                  <a:pt x="1660410" y="52692"/>
                </a:lnTo>
                <a:lnTo>
                  <a:pt x="1666125" y="39433"/>
                </a:lnTo>
                <a:lnTo>
                  <a:pt x="1671840" y="25882"/>
                </a:lnTo>
                <a:lnTo>
                  <a:pt x="1677555" y="12192"/>
                </a:lnTo>
                <a:lnTo>
                  <a:pt x="1645551" y="3048"/>
                </a:lnTo>
                <a:lnTo>
                  <a:pt x="1640687" y="17310"/>
                </a:lnTo>
                <a:lnTo>
                  <a:pt x="1635264" y="32575"/>
                </a:lnTo>
                <a:lnTo>
                  <a:pt x="1629257" y="48691"/>
                </a:lnTo>
                <a:lnTo>
                  <a:pt x="1622691" y="65532"/>
                </a:lnTo>
                <a:lnTo>
                  <a:pt x="1584490" y="65532"/>
                </a:lnTo>
                <a:lnTo>
                  <a:pt x="1584490" y="372148"/>
                </a:lnTo>
                <a:lnTo>
                  <a:pt x="1615071" y="372148"/>
                </a:lnTo>
                <a:lnTo>
                  <a:pt x="1615071" y="340144"/>
                </a:lnTo>
                <a:lnTo>
                  <a:pt x="1700415" y="340144"/>
                </a:lnTo>
                <a:lnTo>
                  <a:pt x="1700415" y="370624"/>
                </a:lnTo>
                <a:lnTo>
                  <a:pt x="1730895" y="370624"/>
                </a:lnTo>
                <a:lnTo>
                  <a:pt x="1730895" y="340144"/>
                </a:lnTo>
                <a:lnTo>
                  <a:pt x="1730895" y="311188"/>
                </a:lnTo>
                <a:lnTo>
                  <a:pt x="1730895" y="215074"/>
                </a:lnTo>
                <a:lnTo>
                  <a:pt x="1730895" y="187642"/>
                </a:lnTo>
                <a:lnTo>
                  <a:pt x="1730895" y="94589"/>
                </a:lnTo>
                <a:lnTo>
                  <a:pt x="1730895" y="65532"/>
                </a:lnTo>
                <a:close/>
              </a:path>
              <a:path w="2873375" h="395604">
                <a:moveTo>
                  <a:pt x="1862048" y="239458"/>
                </a:moveTo>
                <a:lnTo>
                  <a:pt x="1848332" y="220306"/>
                </a:lnTo>
                <a:lnTo>
                  <a:pt x="1832330" y="199440"/>
                </a:lnTo>
                <a:lnTo>
                  <a:pt x="1814042" y="176834"/>
                </a:lnTo>
                <a:lnTo>
                  <a:pt x="1793468" y="152501"/>
                </a:lnTo>
                <a:lnTo>
                  <a:pt x="1770608" y="170878"/>
                </a:lnTo>
                <a:lnTo>
                  <a:pt x="1787448" y="192836"/>
                </a:lnTo>
                <a:lnTo>
                  <a:pt x="1803565" y="215074"/>
                </a:lnTo>
                <a:lnTo>
                  <a:pt x="1818830" y="237312"/>
                </a:lnTo>
                <a:lnTo>
                  <a:pt x="1833092" y="259270"/>
                </a:lnTo>
                <a:lnTo>
                  <a:pt x="1862048" y="239458"/>
                </a:lnTo>
                <a:close/>
              </a:path>
              <a:path w="2873375" h="395604">
                <a:moveTo>
                  <a:pt x="1932254" y="64008"/>
                </a:moveTo>
                <a:lnTo>
                  <a:pt x="1810232" y="64008"/>
                </a:lnTo>
                <a:lnTo>
                  <a:pt x="1819567" y="37909"/>
                </a:lnTo>
                <a:lnTo>
                  <a:pt x="1824596" y="24358"/>
                </a:lnTo>
                <a:lnTo>
                  <a:pt x="1830044" y="10668"/>
                </a:lnTo>
                <a:lnTo>
                  <a:pt x="1798040" y="3048"/>
                </a:lnTo>
                <a:lnTo>
                  <a:pt x="1784654" y="43637"/>
                </a:lnTo>
                <a:lnTo>
                  <a:pt x="1769833" y="80822"/>
                </a:lnTo>
                <a:lnTo>
                  <a:pt x="1753857" y="114566"/>
                </a:lnTo>
                <a:lnTo>
                  <a:pt x="1736991" y="144881"/>
                </a:lnTo>
                <a:lnTo>
                  <a:pt x="1744726" y="148310"/>
                </a:lnTo>
                <a:lnTo>
                  <a:pt x="1751736" y="151739"/>
                </a:lnTo>
                <a:lnTo>
                  <a:pt x="1757870" y="155168"/>
                </a:lnTo>
                <a:lnTo>
                  <a:pt x="1762988" y="158597"/>
                </a:lnTo>
                <a:lnTo>
                  <a:pt x="1771891" y="144068"/>
                </a:lnTo>
                <a:lnTo>
                  <a:pt x="1780514" y="128117"/>
                </a:lnTo>
                <a:lnTo>
                  <a:pt x="1789137" y="111010"/>
                </a:lnTo>
                <a:lnTo>
                  <a:pt x="1798040" y="93065"/>
                </a:lnTo>
                <a:lnTo>
                  <a:pt x="1900250" y="93065"/>
                </a:lnTo>
                <a:lnTo>
                  <a:pt x="1899081" y="164579"/>
                </a:lnTo>
                <a:lnTo>
                  <a:pt x="1897773" y="223647"/>
                </a:lnTo>
                <a:lnTo>
                  <a:pt x="1896173" y="270433"/>
                </a:lnTo>
                <a:lnTo>
                  <a:pt x="1890750" y="321094"/>
                </a:lnTo>
                <a:lnTo>
                  <a:pt x="1855952" y="341668"/>
                </a:lnTo>
                <a:lnTo>
                  <a:pt x="1839645" y="341134"/>
                </a:lnTo>
                <a:lnTo>
                  <a:pt x="1822615" y="339763"/>
                </a:lnTo>
                <a:lnTo>
                  <a:pt x="1785848" y="335572"/>
                </a:lnTo>
                <a:lnTo>
                  <a:pt x="1787232" y="343585"/>
                </a:lnTo>
                <a:lnTo>
                  <a:pt x="1788896" y="351764"/>
                </a:lnTo>
                <a:lnTo>
                  <a:pt x="1790560" y="360210"/>
                </a:lnTo>
                <a:lnTo>
                  <a:pt x="1791944" y="369100"/>
                </a:lnTo>
                <a:lnTo>
                  <a:pt x="1826996" y="371195"/>
                </a:lnTo>
                <a:lnTo>
                  <a:pt x="1844662" y="371881"/>
                </a:lnTo>
                <a:lnTo>
                  <a:pt x="1862048" y="372148"/>
                </a:lnTo>
                <a:lnTo>
                  <a:pt x="1889010" y="368427"/>
                </a:lnTo>
                <a:lnTo>
                  <a:pt x="1908238" y="357289"/>
                </a:lnTo>
                <a:lnTo>
                  <a:pt x="1918131" y="341668"/>
                </a:lnTo>
                <a:lnTo>
                  <a:pt x="1920011" y="338709"/>
                </a:lnTo>
                <a:lnTo>
                  <a:pt x="1926297" y="285978"/>
                </a:lnTo>
                <a:lnTo>
                  <a:pt x="1927745" y="247827"/>
                </a:lnTo>
                <a:lnTo>
                  <a:pt x="1929091" y="199440"/>
                </a:lnTo>
                <a:lnTo>
                  <a:pt x="1931581" y="93065"/>
                </a:lnTo>
                <a:lnTo>
                  <a:pt x="1932254" y="64008"/>
                </a:lnTo>
                <a:close/>
              </a:path>
              <a:path w="2873375" h="395604">
                <a:moveTo>
                  <a:pt x="2243340" y="262318"/>
                </a:moveTo>
                <a:lnTo>
                  <a:pt x="1959673" y="262318"/>
                </a:lnTo>
                <a:lnTo>
                  <a:pt x="1959673" y="291376"/>
                </a:lnTo>
                <a:lnTo>
                  <a:pt x="2243340" y="291376"/>
                </a:lnTo>
                <a:lnTo>
                  <a:pt x="2243340" y="262318"/>
                </a:lnTo>
                <a:close/>
              </a:path>
              <a:path w="2873375" h="395604">
                <a:moveTo>
                  <a:pt x="2305913" y="186118"/>
                </a:moveTo>
                <a:lnTo>
                  <a:pt x="2055787" y="186118"/>
                </a:lnTo>
                <a:lnTo>
                  <a:pt x="2064931" y="138772"/>
                </a:lnTo>
                <a:lnTo>
                  <a:pt x="2295156" y="138772"/>
                </a:lnTo>
                <a:lnTo>
                  <a:pt x="2295156" y="109816"/>
                </a:lnTo>
                <a:lnTo>
                  <a:pt x="2071027" y="109816"/>
                </a:lnTo>
                <a:lnTo>
                  <a:pt x="2080171" y="64008"/>
                </a:lnTo>
                <a:lnTo>
                  <a:pt x="2048167" y="64008"/>
                </a:lnTo>
                <a:lnTo>
                  <a:pt x="2022170" y="187642"/>
                </a:lnTo>
                <a:lnTo>
                  <a:pt x="2022170" y="215074"/>
                </a:lnTo>
                <a:lnTo>
                  <a:pt x="2272296" y="215074"/>
                </a:lnTo>
                <a:lnTo>
                  <a:pt x="2270912" y="243382"/>
                </a:lnTo>
                <a:lnTo>
                  <a:pt x="2269248" y="268846"/>
                </a:lnTo>
                <a:lnTo>
                  <a:pt x="2267674" y="290144"/>
                </a:lnTo>
                <a:lnTo>
                  <a:pt x="2266200" y="311188"/>
                </a:lnTo>
                <a:lnTo>
                  <a:pt x="2261285" y="324942"/>
                </a:lnTo>
                <a:lnTo>
                  <a:pt x="2253246" y="334429"/>
                </a:lnTo>
                <a:lnTo>
                  <a:pt x="2241766" y="339902"/>
                </a:lnTo>
                <a:lnTo>
                  <a:pt x="2226576" y="341668"/>
                </a:lnTo>
                <a:lnTo>
                  <a:pt x="2205990" y="341376"/>
                </a:lnTo>
                <a:lnTo>
                  <a:pt x="2185416" y="340525"/>
                </a:lnTo>
                <a:lnTo>
                  <a:pt x="2164804" y="339090"/>
                </a:lnTo>
                <a:lnTo>
                  <a:pt x="2144179" y="337096"/>
                </a:lnTo>
                <a:lnTo>
                  <a:pt x="2145322" y="345973"/>
                </a:lnTo>
                <a:lnTo>
                  <a:pt x="2193417" y="371957"/>
                </a:lnTo>
                <a:lnTo>
                  <a:pt x="2231148" y="372148"/>
                </a:lnTo>
                <a:lnTo>
                  <a:pt x="2257450" y="368719"/>
                </a:lnTo>
                <a:lnTo>
                  <a:pt x="2277059" y="358432"/>
                </a:lnTo>
                <a:lnTo>
                  <a:pt x="2289784" y="341668"/>
                </a:lnTo>
                <a:lnTo>
                  <a:pt x="2290076" y="341287"/>
                </a:lnTo>
                <a:lnTo>
                  <a:pt x="2296680" y="317284"/>
                </a:lnTo>
                <a:lnTo>
                  <a:pt x="2298865" y="291452"/>
                </a:lnTo>
                <a:lnTo>
                  <a:pt x="2301290" y="259130"/>
                </a:lnTo>
                <a:lnTo>
                  <a:pt x="2303615" y="224396"/>
                </a:lnTo>
                <a:lnTo>
                  <a:pt x="2305913" y="186118"/>
                </a:lnTo>
                <a:close/>
              </a:path>
              <a:path w="2873375" h="395604">
                <a:moveTo>
                  <a:pt x="2322677" y="24384"/>
                </a:moveTo>
                <a:lnTo>
                  <a:pt x="1976437" y="24384"/>
                </a:lnTo>
                <a:lnTo>
                  <a:pt x="1976437" y="96100"/>
                </a:lnTo>
                <a:lnTo>
                  <a:pt x="2006917" y="96100"/>
                </a:lnTo>
                <a:lnTo>
                  <a:pt x="2006917" y="53340"/>
                </a:lnTo>
                <a:lnTo>
                  <a:pt x="2292108" y="53340"/>
                </a:lnTo>
                <a:lnTo>
                  <a:pt x="2292108" y="96100"/>
                </a:lnTo>
                <a:lnTo>
                  <a:pt x="2322677" y="96100"/>
                </a:lnTo>
                <a:lnTo>
                  <a:pt x="2322677" y="53340"/>
                </a:lnTo>
                <a:lnTo>
                  <a:pt x="2322677" y="24384"/>
                </a:lnTo>
                <a:close/>
              </a:path>
              <a:path w="2873375" h="395604">
                <a:moveTo>
                  <a:pt x="2436977" y="228790"/>
                </a:moveTo>
                <a:lnTo>
                  <a:pt x="2429002" y="225386"/>
                </a:lnTo>
                <a:lnTo>
                  <a:pt x="2421166" y="222123"/>
                </a:lnTo>
                <a:lnTo>
                  <a:pt x="2413622" y="219151"/>
                </a:lnTo>
                <a:lnTo>
                  <a:pt x="2406497" y="216598"/>
                </a:lnTo>
                <a:lnTo>
                  <a:pt x="2393924" y="255993"/>
                </a:lnTo>
                <a:lnTo>
                  <a:pt x="2381351" y="293992"/>
                </a:lnTo>
                <a:lnTo>
                  <a:pt x="2368778" y="330263"/>
                </a:lnTo>
                <a:lnTo>
                  <a:pt x="2356205" y="364528"/>
                </a:lnTo>
                <a:lnTo>
                  <a:pt x="2389733" y="375196"/>
                </a:lnTo>
                <a:lnTo>
                  <a:pt x="2411641" y="306603"/>
                </a:lnTo>
                <a:lnTo>
                  <a:pt x="2423807" y="268846"/>
                </a:lnTo>
                <a:lnTo>
                  <a:pt x="2436977" y="228790"/>
                </a:lnTo>
                <a:close/>
              </a:path>
              <a:path w="2873375" h="395604">
                <a:moveTo>
                  <a:pt x="2436977" y="158584"/>
                </a:moveTo>
                <a:lnTo>
                  <a:pt x="2418143" y="143421"/>
                </a:lnTo>
                <a:lnTo>
                  <a:pt x="2400592" y="129819"/>
                </a:lnTo>
                <a:lnTo>
                  <a:pt x="2369921" y="106768"/>
                </a:lnTo>
                <a:lnTo>
                  <a:pt x="2350109" y="128104"/>
                </a:lnTo>
                <a:lnTo>
                  <a:pt x="2361819" y="137541"/>
                </a:lnTo>
                <a:lnTo>
                  <a:pt x="2376398" y="149834"/>
                </a:lnTo>
                <a:lnTo>
                  <a:pt x="2393823" y="165011"/>
                </a:lnTo>
                <a:lnTo>
                  <a:pt x="2414117" y="183070"/>
                </a:lnTo>
                <a:lnTo>
                  <a:pt x="2418969" y="178168"/>
                </a:lnTo>
                <a:lnTo>
                  <a:pt x="2424404" y="172542"/>
                </a:lnTo>
                <a:lnTo>
                  <a:pt x="2430399" y="166065"/>
                </a:lnTo>
                <a:lnTo>
                  <a:pt x="2436977" y="158584"/>
                </a:lnTo>
                <a:close/>
              </a:path>
              <a:path w="2873375" h="395604">
                <a:moveTo>
                  <a:pt x="2450782" y="62484"/>
                </a:moveTo>
                <a:lnTo>
                  <a:pt x="2432989" y="47701"/>
                </a:lnTo>
                <a:lnTo>
                  <a:pt x="2400325" y="19837"/>
                </a:lnTo>
                <a:lnTo>
                  <a:pt x="2385161" y="7620"/>
                </a:lnTo>
                <a:lnTo>
                  <a:pt x="2365349" y="28956"/>
                </a:lnTo>
                <a:lnTo>
                  <a:pt x="2379395" y="41224"/>
                </a:lnTo>
                <a:lnTo>
                  <a:pt x="2394305" y="55067"/>
                </a:lnTo>
                <a:lnTo>
                  <a:pt x="2427833" y="86956"/>
                </a:lnTo>
                <a:lnTo>
                  <a:pt x="2432710" y="81229"/>
                </a:lnTo>
                <a:lnTo>
                  <a:pt x="2438171" y="75336"/>
                </a:lnTo>
                <a:lnTo>
                  <a:pt x="2444204" y="69138"/>
                </a:lnTo>
                <a:lnTo>
                  <a:pt x="2450782" y="62484"/>
                </a:lnTo>
                <a:close/>
              </a:path>
              <a:path w="2873375" h="395604">
                <a:moveTo>
                  <a:pt x="2729877" y="181546"/>
                </a:moveTo>
                <a:lnTo>
                  <a:pt x="2606332" y="181546"/>
                </a:lnTo>
                <a:lnTo>
                  <a:pt x="2606332" y="99148"/>
                </a:lnTo>
                <a:lnTo>
                  <a:pt x="2711488" y="99148"/>
                </a:lnTo>
                <a:lnTo>
                  <a:pt x="2711488" y="71716"/>
                </a:lnTo>
                <a:lnTo>
                  <a:pt x="2606332" y="71716"/>
                </a:lnTo>
                <a:lnTo>
                  <a:pt x="2606332" y="3048"/>
                </a:lnTo>
                <a:lnTo>
                  <a:pt x="2575750" y="3048"/>
                </a:lnTo>
                <a:lnTo>
                  <a:pt x="2575750" y="71716"/>
                </a:lnTo>
                <a:lnTo>
                  <a:pt x="2473642" y="71716"/>
                </a:lnTo>
                <a:lnTo>
                  <a:pt x="2473642" y="99148"/>
                </a:lnTo>
                <a:lnTo>
                  <a:pt x="2575750" y="99148"/>
                </a:lnTo>
                <a:lnTo>
                  <a:pt x="2575750" y="181546"/>
                </a:lnTo>
                <a:lnTo>
                  <a:pt x="2455354" y="181546"/>
                </a:lnTo>
                <a:lnTo>
                  <a:pt x="2455354" y="208978"/>
                </a:lnTo>
                <a:lnTo>
                  <a:pt x="2555938" y="208978"/>
                </a:lnTo>
                <a:lnTo>
                  <a:pt x="2544495" y="228358"/>
                </a:lnTo>
                <a:lnTo>
                  <a:pt x="2521013" y="266026"/>
                </a:lnTo>
                <a:lnTo>
                  <a:pt x="2497251" y="299466"/>
                </a:lnTo>
                <a:lnTo>
                  <a:pt x="2461450" y="329476"/>
                </a:lnTo>
                <a:lnTo>
                  <a:pt x="2475166" y="361480"/>
                </a:lnTo>
                <a:lnTo>
                  <a:pt x="2671864" y="344716"/>
                </a:lnTo>
                <a:lnTo>
                  <a:pt x="2677337" y="352971"/>
                </a:lnTo>
                <a:lnTo>
                  <a:pt x="2682405" y="361480"/>
                </a:lnTo>
                <a:lnTo>
                  <a:pt x="2687688" y="370624"/>
                </a:lnTo>
                <a:lnTo>
                  <a:pt x="2693200" y="379857"/>
                </a:lnTo>
                <a:lnTo>
                  <a:pt x="2700324" y="375234"/>
                </a:lnTo>
                <a:lnTo>
                  <a:pt x="2707792" y="370687"/>
                </a:lnTo>
                <a:lnTo>
                  <a:pt x="2715742" y="366052"/>
                </a:lnTo>
                <a:lnTo>
                  <a:pt x="2723781" y="361480"/>
                </a:lnTo>
                <a:lnTo>
                  <a:pt x="2712351" y="344716"/>
                </a:lnTo>
                <a:lnTo>
                  <a:pt x="2701963" y="329476"/>
                </a:lnTo>
                <a:lnTo>
                  <a:pt x="2682354" y="300888"/>
                </a:lnTo>
                <a:lnTo>
                  <a:pt x="2663025" y="273138"/>
                </a:lnTo>
                <a:lnTo>
                  <a:pt x="2644432" y="247078"/>
                </a:lnTo>
                <a:lnTo>
                  <a:pt x="2618524" y="262318"/>
                </a:lnTo>
                <a:lnTo>
                  <a:pt x="2627693" y="276110"/>
                </a:lnTo>
                <a:lnTo>
                  <a:pt x="2637002" y="290029"/>
                </a:lnTo>
                <a:lnTo>
                  <a:pt x="2646603" y="304203"/>
                </a:lnTo>
                <a:lnTo>
                  <a:pt x="2656624" y="318808"/>
                </a:lnTo>
                <a:lnTo>
                  <a:pt x="2583421" y="325285"/>
                </a:lnTo>
                <a:lnTo>
                  <a:pt x="2546820" y="327799"/>
                </a:lnTo>
                <a:lnTo>
                  <a:pt x="2510218" y="329476"/>
                </a:lnTo>
                <a:lnTo>
                  <a:pt x="2530818" y="302933"/>
                </a:lnTo>
                <a:lnTo>
                  <a:pt x="2551569" y="273799"/>
                </a:lnTo>
                <a:lnTo>
                  <a:pt x="2572626" y="242379"/>
                </a:lnTo>
                <a:lnTo>
                  <a:pt x="2594140" y="208978"/>
                </a:lnTo>
                <a:lnTo>
                  <a:pt x="2729877" y="208978"/>
                </a:lnTo>
                <a:lnTo>
                  <a:pt x="2729877" y="181546"/>
                </a:lnTo>
                <a:close/>
              </a:path>
              <a:path w="2873375" h="395604">
                <a:moveTo>
                  <a:pt x="2873222" y="212026"/>
                </a:moveTo>
                <a:lnTo>
                  <a:pt x="2868917" y="161150"/>
                </a:lnTo>
                <a:lnTo>
                  <a:pt x="2856026" y="114007"/>
                </a:lnTo>
                <a:lnTo>
                  <a:pt x="2834563" y="70878"/>
                </a:lnTo>
                <a:lnTo>
                  <a:pt x="2804553" y="32004"/>
                </a:lnTo>
                <a:lnTo>
                  <a:pt x="2772549" y="32004"/>
                </a:lnTo>
                <a:lnTo>
                  <a:pt x="2801670" y="72377"/>
                </a:lnTo>
                <a:lnTo>
                  <a:pt x="2822651" y="115722"/>
                </a:lnTo>
                <a:lnTo>
                  <a:pt x="2835338" y="162229"/>
                </a:lnTo>
                <a:lnTo>
                  <a:pt x="2839605" y="212026"/>
                </a:lnTo>
                <a:lnTo>
                  <a:pt x="2835313" y="262940"/>
                </a:lnTo>
                <a:lnTo>
                  <a:pt x="2822460" y="310413"/>
                </a:lnTo>
                <a:lnTo>
                  <a:pt x="2801023" y="354469"/>
                </a:lnTo>
                <a:lnTo>
                  <a:pt x="2771025" y="395097"/>
                </a:lnTo>
                <a:lnTo>
                  <a:pt x="2804553" y="395097"/>
                </a:lnTo>
                <a:lnTo>
                  <a:pt x="2834563" y="355320"/>
                </a:lnTo>
                <a:lnTo>
                  <a:pt x="2856026" y="311556"/>
                </a:lnTo>
                <a:lnTo>
                  <a:pt x="2868917" y="263804"/>
                </a:lnTo>
                <a:lnTo>
                  <a:pt x="2873222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876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19" h="431800">
                <a:moveTo>
                  <a:pt x="115824" y="431673"/>
                </a:moveTo>
                <a:lnTo>
                  <a:pt x="0" y="431673"/>
                </a:lnTo>
                <a:lnTo>
                  <a:pt x="138779" y="215074"/>
                </a:lnTo>
                <a:lnTo>
                  <a:pt x="12192" y="0"/>
                </a:lnTo>
                <a:lnTo>
                  <a:pt x="131159" y="0"/>
                </a:lnTo>
                <a:lnTo>
                  <a:pt x="192119" y="129635"/>
                </a:lnTo>
                <a:lnTo>
                  <a:pt x="195548" y="137079"/>
                </a:lnTo>
                <a:lnTo>
                  <a:pt x="198977" y="145684"/>
                </a:lnTo>
                <a:lnTo>
                  <a:pt x="202406" y="155433"/>
                </a:lnTo>
                <a:lnTo>
                  <a:pt x="205835" y="166306"/>
                </a:lnTo>
                <a:lnTo>
                  <a:pt x="296735" y="166306"/>
                </a:lnTo>
                <a:lnTo>
                  <a:pt x="268414" y="213550"/>
                </a:lnTo>
                <a:lnTo>
                  <a:pt x="298116" y="262413"/>
                </a:lnTo>
                <a:lnTo>
                  <a:pt x="201263" y="262413"/>
                </a:lnTo>
                <a:lnTo>
                  <a:pt x="199810" y="267795"/>
                </a:lnTo>
                <a:lnTo>
                  <a:pt x="197643" y="274605"/>
                </a:lnTo>
                <a:lnTo>
                  <a:pt x="194619" y="282559"/>
                </a:lnTo>
                <a:lnTo>
                  <a:pt x="190595" y="291369"/>
                </a:lnTo>
                <a:lnTo>
                  <a:pt x="115824" y="431673"/>
                </a:lnTo>
                <a:close/>
              </a:path>
              <a:path w="401319" h="431800">
                <a:moveTo>
                  <a:pt x="296735" y="166306"/>
                </a:moveTo>
                <a:lnTo>
                  <a:pt x="205835" y="166306"/>
                </a:lnTo>
                <a:lnTo>
                  <a:pt x="208407" y="158838"/>
                </a:lnTo>
                <a:lnTo>
                  <a:pt x="211550" y="150066"/>
                </a:lnTo>
                <a:lnTo>
                  <a:pt x="219551" y="128111"/>
                </a:lnTo>
                <a:lnTo>
                  <a:pt x="288226" y="0"/>
                </a:lnTo>
                <a:lnTo>
                  <a:pt x="396430" y="0"/>
                </a:lnTo>
                <a:lnTo>
                  <a:pt x="296735" y="166306"/>
                </a:lnTo>
                <a:close/>
              </a:path>
              <a:path w="401319" h="431800">
                <a:moveTo>
                  <a:pt x="401002" y="431673"/>
                </a:moveTo>
                <a:lnTo>
                  <a:pt x="285178" y="431673"/>
                </a:lnTo>
                <a:lnTo>
                  <a:pt x="210407" y="291369"/>
                </a:lnTo>
                <a:lnTo>
                  <a:pt x="209002" y="286202"/>
                </a:lnTo>
                <a:lnTo>
                  <a:pt x="207168" y="279749"/>
                </a:lnTo>
                <a:lnTo>
                  <a:pt x="205049" y="271867"/>
                </a:lnTo>
                <a:lnTo>
                  <a:pt x="202787" y="262413"/>
                </a:lnTo>
                <a:lnTo>
                  <a:pt x="298116" y="262413"/>
                </a:lnTo>
                <a:lnTo>
                  <a:pt x="401002" y="43167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6266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94620" y="99107"/>
                </a:lnTo>
                <a:lnTo>
                  <a:pt x="391191" y="114776"/>
                </a:lnTo>
                <a:lnTo>
                  <a:pt x="387762" y="127587"/>
                </a:lnTo>
                <a:lnTo>
                  <a:pt x="384333" y="137255"/>
                </a:lnTo>
                <a:lnTo>
                  <a:pt x="283654" y="431672"/>
                </a:lnTo>
                <a:lnTo>
                  <a:pt x="204311" y="431672"/>
                </a:lnTo>
                <a:lnTo>
                  <a:pt x="100679" y="140303"/>
                </a:lnTo>
                <a:lnTo>
                  <a:pt x="98106" y="132302"/>
                </a:lnTo>
                <a:lnTo>
                  <a:pt x="94952" y="119729"/>
                </a:lnTo>
                <a:lnTo>
                  <a:pt x="91209" y="102584"/>
                </a:lnTo>
                <a:lnTo>
                  <a:pt x="86867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1838" y="256317"/>
                </a:lnTo>
                <a:lnTo>
                  <a:pt x="244268" y="301537"/>
                </a:lnTo>
                <a:lnTo>
                  <a:pt x="247078" y="317277"/>
                </a:lnTo>
                <a:lnTo>
                  <a:pt x="248602" y="317277"/>
                </a:lnTo>
                <a:lnTo>
                  <a:pt x="256984" y="283749"/>
                </a:lnTo>
                <a:lnTo>
                  <a:pt x="261032" y="268843"/>
                </a:lnTo>
                <a:lnTo>
                  <a:pt x="265366" y="25479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56435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24" y="351790"/>
                </a:lnTo>
                <a:lnTo>
                  <a:pt x="97624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300632" y="1874710"/>
            <a:ext cx="2678430" cy="438150"/>
          </a:xfrm>
          <a:custGeom>
            <a:avLst/>
            <a:gdLst/>
            <a:ahLst/>
            <a:cxnLst/>
            <a:rect l="l" t="t" r="r" b="b"/>
            <a:pathLst>
              <a:path w="2678429" h="438150">
                <a:moveTo>
                  <a:pt x="428536" y="387489"/>
                </a:moveTo>
                <a:lnTo>
                  <a:pt x="369697" y="369773"/>
                </a:lnTo>
                <a:lnTo>
                  <a:pt x="319138" y="351053"/>
                </a:lnTo>
                <a:lnTo>
                  <a:pt x="285940" y="335572"/>
                </a:lnTo>
                <a:lnTo>
                  <a:pt x="277139" y="331470"/>
                </a:lnTo>
                <a:lnTo>
                  <a:pt x="244030" y="311188"/>
                </a:lnTo>
                <a:lnTo>
                  <a:pt x="264210" y="288328"/>
                </a:lnTo>
                <a:lnTo>
                  <a:pt x="272973" y="278409"/>
                </a:lnTo>
                <a:lnTo>
                  <a:pt x="297510" y="242087"/>
                </a:lnTo>
                <a:lnTo>
                  <a:pt x="317639" y="202031"/>
                </a:lnTo>
                <a:lnTo>
                  <a:pt x="333375" y="158026"/>
                </a:lnTo>
                <a:lnTo>
                  <a:pt x="344716" y="109829"/>
                </a:lnTo>
                <a:lnTo>
                  <a:pt x="425488" y="109829"/>
                </a:lnTo>
                <a:lnTo>
                  <a:pt x="425488" y="77825"/>
                </a:lnTo>
                <a:lnTo>
                  <a:pt x="308140" y="77825"/>
                </a:lnTo>
                <a:lnTo>
                  <a:pt x="308140" y="109829"/>
                </a:lnTo>
                <a:lnTo>
                  <a:pt x="294690" y="163029"/>
                </a:lnTo>
                <a:lnTo>
                  <a:pt x="274942" y="210515"/>
                </a:lnTo>
                <a:lnTo>
                  <a:pt x="248907" y="252272"/>
                </a:lnTo>
                <a:lnTo>
                  <a:pt x="216598" y="288328"/>
                </a:lnTo>
                <a:lnTo>
                  <a:pt x="183172" y="250558"/>
                </a:lnTo>
                <a:lnTo>
                  <a:pt x="156159" y="208229"/>
                </a:lnTo>
                <a:lnTo>
                  <a:pt x="135724" y="161315"/>
                </a:lnTo>
                <a:lnTo>
                  <a:pt x="122021" y="109829"/>
                </a:lnTo>
                <a:lnTo>
                  <a:pt x="308140" y="109829"/>
                </a:lnTo>
                <a:lnTo>
                  <a:pt x="308140" y="77825"/>
                </a:lnTo>
                <a:lnTo>
                  <a:pt x="219646" y="77825"/>
                </a:lnTo>
                <a:lnTo>
                  <a:pt x="251650" y="61061"/>
                </a:lnTo>
                <a:lnTo>
                  <a:pt x="239941" y="41617"/>
                </a:lnTo>
                <a:lnTo>
                  <a:pt x="221653" y="10820"/>
                </a:lnTo>
                <a:lnTo>
                  <a:pt x="215074" y="0"/>
                </a:lnTo>
                <a:lnTo>
                  <a:pt x="180022" y="15240"/>
                </a:lnTo>
                <a:lnTo>
                  <a:pt x="187426" y="26733"/>
                </a:lnTo>
                <a:lnTo>
                  <a:pt x="195834" y="40817"/>
                </a:lnTo>
                <a:lnTo>
                  <a:pt x="205092" y="57759"/>
                </a:lnTo>
                <a:lnTo>
                  <a:pt x="215074" y="77825"/>
                </a:lnTo>
                <a:lnTo>
                  <a:pt x="4572" y="77825"/>
                </a:lnTo>
                <a:lnTo>
                  <a:pt x="4572" y="109829"/>
                </a:lnTo>
                <a:lnTo>
                  <a:pt x="86969" y="109829"/>
                </a:lnTo>
                <a:lnTo>
                  <a:pt x="98310" y="154508"/>
                </a:lnTo>
                <a:lnTo>
                  <a:pt x="114134" y="196989"/>
                </a:lnTo>
                <a:lnTo>
                  <a:pt x="134493" y="237261"/>
                </a:lnTo>
                <a:lnTo>
                  <a:pt x="159486" y="275336"/>
                </a:lnTo>
                <a:lnTo>
                  <a:pt x="189166" y="311188"/>
                </a:lnTo>
                <a:lnTo>
                  <a:pt x="153365" y="333514"/>
                </a:lnTo>
                <a:lnTo>
                  <a:pt x="110020" y="354863"/>
                </a:lnTo>
                <a:lnTo>
                  <a:pt x="58940" y="375348"/>
                </a:lnTo>
                <a:lnTo>
                  <a:pt x="0" y="395109"/>
                </a:lnTo>
                <a:lnTo>
                  <a:pt x="7734" y="403987"/>
                </a:lnTo>
                <a:lnTo>
                  <a:pt x="14909" y="412445"/>
                </a:lnTo>
                <a:lnTo>
                  <a:pt x="21513" y="420611"/>
                </a:lnTo>
                <a:lnTo>
                  <a:pt x="27533" y="428637"/>
                </a:lnTo>
                <a:lnTo>
                  <a:pt x="87503" y="404888"/>
                </a:lnTo>
                <a:lnTo>
                  <a:pt x="139204" y="381571"/>
                </a:lnTo>
                <a:lnTo>
                  <a:pt x="182346" y="358508"/>
                </a:lnTo>
                <a:lnTo>
                  <a:pt x="216598" y="335572"/>
                </a:lnTo>
                <a:lnTo>
                  <a:pt x="249453" y="359105"/>
                </a:lnTo>
                <a:lnTo>
                  <a:pt x="290753" y="381762"/>
                </a:lnTo>
                <a:lnTo>
                  <a:pt x="340334" y="403821"/>
                </a:lnTo>
                <a:lnTo>
                  <a:pt x="398056" y="425589"/>
                </a:lnTo>
                <a:lnTo>
                  <a:pt x="404317" y="417271"/>
                </a:lnTo>
                <a:lnTo>
                  <a:pt x="411581" y="408254"/>
                </a:lnTo>
                <a:lnTo>
                  <a:pt x="419696" y="398360"/>
                </a:lnTo>
                <a:lnTo>
                  <a:pt x="428536" y="387489"/>
                </a:lnTo>
                <a:close/>
              </a:path>
              <a:path w="2678429" h="438150">
                <a:moveTo>
                  <a:pt x="622274" y="240982"/>
                </a:moveTo>
                <a:lnTo>
                  <a:pt x="608863" y="226695"/>
                </a:lnTo>
                <a:lnTo>
                  <a:pt x="593877" y="211264"/>
                </a:lnTo>
                <a:lnTo>
                  <a:pt x="588581" y="205930"/>
                </a:lnTo>
                <a:lnTo>
                  <a:pt x="577430" y="194691"/>
                </a:lnTo>
                <a:lnTo>
                  <a:pt x="573430" y="190690"/>
                </a:lnTo>
                <a:lnTo>
                  <a:pt x="559689" y="176974"/>
                </a:lnTo>
                <a:lnTo>
                  <a:pt x="545973" y="190690"/>
                </a:lnTo>
                <a:lnTo>
                  <a:pt x="545973" y="123545"/>
                </a:lnTo>
                <a:lnTo>
                  <a:pt x="607034" y="123545"/>
                </a:lnTo>
                <a:lnTo>
                  <a:pt x="607034" y="94589"/>
                </a:lnTo>
                <a:lnTo>
                  <a:pt x="545973" y="94589"/>
                </a:lnTo>
                <a:lnTo>
                  <a:pt x="545973" y="6096"/>
                </a:lnTo>
                <a:lnTo>
                  <a:pt x="512445" y="6096"/>
                </a:lnTo>
                <a:lnTo>
                  <a:pt x="512445" y="94589"/>
                </a:lnTo>
                <a:lnTo>
                  <a:pt x="446913" y="94589"/>
                </a:lnTo>
                <a:lnTo>
                  <a:pt x="446913" y="123545"/>
                </a:lnTo>
                <a:lnTo>
                  <a:pt x="512445" y="123545"/>
                </a:lnTo>
                <a:lnTo>
                  <a:pt x="498703" y="167894"/>
                </a:lnTo>
                <a:lnTo>
                  <a:pt x="482536" y="209359"/>
                </a:lnTo>
                <a:lnTo>
                  <a:pt x="463791" y="247980"/>
                </a:lnTo>
                <a:lnTo>
                  <a:pt x="442341" y="283756"/>
                </a:lnTo>
                <a:lnTo>
                  <a:pt x="446011" y="293141"/>
                </a:lnTo>
                <a:lnTo>
                  <a:pt x="453910" y="312470"/>
                </a:lnTo>
                <a:lnTo>
                  <a:pt x="457581" y="321856"/>
                </a:lnTo>
                <a:lnTo>
                  <a:pt x="473011" y="297332"/>
                </a:lnTo>
                <a:lnTo>
                  <a:pt x="487299" y="269646"/>
                </a:lnTo>
                <a:lnTo>
                  <a:pt x="500443" y="239090"/>
                </a:lnTo>
                <a:lnTo>
                  <a:pt x="512445" y="205930"/>
                </a:lnTo>
                <a:lnTo>
                  <a:pt x="512445" y="431685"/>
                </a:lnTo>
                <a:lnTo>
                  <a:pt x="545973" y="431685"/>
                </a:lnTo>
                <a:lnTo>
                  <a:pt x="545973" y="205930"/>
                </a:lnTo>
                <a:lnTo>
                  <a:pt x="559422" y="220802"/>
                </a:lnTo>
                <a:lnTo>
                  <a:pt x="572312" y="235661"/>
                </a:lnTo>
                <a:lnTo>
                  <a:pt x="584631" y="250558"/>
                </a:lnTo>
                <a:lnTo>
                  <a:pt x="596366" y="265468"/>
                </a:lnTo>
                <a:lnTo>
                  <a:pt x="622274" y="240982"/>
                </a:lnTo>
                <a:close/>
              </a:path>
              <a:path w="2678429" h="438150">
                <a:moveTo>
                  <a:pt x="689330" y="120497"/>
                </a:moveTo>
                <a:lnTo>
                  <a:pt x="674179" y="96761"/>
                </a:lnTo>
                <a:lnTo>
                  <a:pt x="658469" y="73431"/>
                </a:lnTo>
                <a:lnTo>
                  <a:pt x="642175" y="50380"/>
                </a:lnTo>
                <a:lnTo>
                  <a:pt x="625322" y="27432"/>
                </a:lnTo>
                <a:lnTo>
                  <a:pt x="599414" y="45821"/>
                </a:lnTo>
                <a:lnTo>
                  <a:pt x="614273" y="68948"/>
                </a:lnTo>
                <a:lnTo>
                  <a:pt x="629132" y="92494"/>
                </a:lnTo>
                <a:lnTo>
                  <a:pt x="646506" y="120396"/>
                </a:lnTo>
                <a:lnTo>
                  <a:pt x="658850" y="140309"/>
                </a:lnTo>
                <a:lnTo>
                  <a:pt x="689330" y="120497"/>
                </a:lnTo>
                <a:close/>
              </a:path>
              <a:path w="2678429" h="438150">
                <a:moveTo>
                  <a:pt x="864781" y="164782"/>
                </a:moveTo>
                <a:lnTo>
                  <a:pt x="751903" y="164782"/>
                </a:lnTo>
                <a:lnTo>
                  <a:pt x="751903" y="6096"/>
                </a:lnTo>
                <a:lnTo>
                  <a:pt x="719899" y="6096"/>
                </a:lnTo>
                <a:lnTo>
                  <a:pt x="719899" y="164782"/>
                </a:lnTo>
                <a:lnTo>
                  <a:pt x="607034" y="164782"/>
                </a:lnTo>
                <a:lnTo>
                  <a:pt x="607034" y="195262"/>
                </a:lnTo>
                <a:lnTo>
                  <a:pt x="831151" y="195262"/>
                </a:lnTo>
                <a:lnTo>
                  <a:pt x="831151" y="270040"/>
                </a:lnTo>
                <a:lnTo>
                  <a:pt x="614654" y="270040"/>
                </a:lnTo>
                <a:lnTo>
                  <a:pt x="614654" y="300520"/>
                </a:lnTo>
                <a:lnTo>
                  <a:pt x="831151" y="300520"/>
                </a:lnTo>
                <a:lnTo>
                  <a:pt x="831151" y="376809"/>
                </a:lnTo>
                <a:lnTo>
                  <a:pt x="596366" y="376809"/>
                </a:lnTo>
                <a:lnTo>
                  <a:pt x="596366" y="408825"/>
                </a:lnTo>
                <a:lnTo>
                  <a:pt x="831151" y="408825"/>
                </a:lnTo>
                <a:lnTo>
                  <a:pt x="831151" y="433209"/>
                </a:lnTo>
                <a:lnTo>
                  <a:pt x="864781" y="433209"/>
                </a:lnTo>
                <a:lnTo>
                  <a:pt x="864781" y="164782"/>
                </a:lnTo>
                <a:close/>
              </a:path>
              <a:path w="2678429" h="438150">
                <a:moveTo>
                  <a:pt x="878497" y="45821"/>
                </a:moveTo>
                <a:lnTo>
                  <a:pt x="846391" y="27432"/>
                </a:lnTo>
                <a:lnTo>
                  <a:pt x="831532" y="53187"/>
                </a:lnTo>
                <a:lnTo>
                  <a:pt x="816673" y="77622"/>
                </a:lnTo>
                <a:lnTo>
                  <a:pt x="801814" y="100609"/>
                </a:lnTo>
                <a:lnTo>
                  <a:pt x="786955" y="122021"/>
                </a:lnTo>
                <a:lnTo>
                  <a:pt x="814387" y="141833"/>
                </a:lnTo>
                <a:lnTo>
                  <a:pt x="829475" y="120497"/>
                </a:lnTo>
                <a:lnTo>
                  <a:pt x="845299" y="97256"/>
                </a:lnTo>
                <a:lnTo>
                  <a:pt x="861618" y="72390"/>
                </a:lnTo>
                <a:lnTo>
                  <a:pt x="878497" y="45821"/>
                </a:lnTo>
                <a:close/>
              </a:path>
              <a:path w="2678429" h="438150">
                <a:moveTo>
                  <a:pt x="1050798" y="74777"/>
                </a:moveTo>
                <a:lnTo>
                  <a:pt x="1034796" y="61620"/>
                </a:lnTo>
                <a:lnTo>
                  <a:pt x="1016495" y="47294"/>
                </a:lnTo>
                <a:lnTo>
                  <a:pt x="995895" y="31838"/>
                </a:lnTo>
                <a:lnTo>
                  <a:pt x="972972" y="15240"/>
                </a:lnTo>
                <a:lnTo>
                  <a:pt x="951636" y="38100"/>
                </a:lnTo>
                <a:lnTo>
                  <a:pt x="974255" y="55854"/>
                </a:lnTo>
                <a:lnTo>
                  <a:pt x="994168" y="72288"/>
                </a:lnTo>
                <a:lnTo>
                  <a:pt x="1011516" y="87274"/>
                </a:lnTo>
                <a:lnTo>
                  <a:pt x="1026414" y="100685"/>
                </a:lnTo>
                <a:lnTo>
                  <a:pt x="1050798" y="74777"/>
                </a:lnTo>
                <a:close/>
              </a:path>
              <a:path w="2678429" h="438150">
                <a:moveTo>
                  <a:pt x="1278064" y="39624"/>
                </a:moveTo>
                <a:lnTo>
                  <a:pt x="1252054" y="15240"/>
                </a:lnTo>
                <a:lnTo>
                  <a:pt x="1230909" y="33807"/>
                </a:lnTo>
                <a:lnTo>
                  <a:pt x="1210906" y="50533"/>
                </a:lnTo>
                <a:lnTo>
                  <a:pt x="1192047" y="65265"/>
                </a:lnTo>
                <a:lnTo>
                  <a:pt x="1174330" y="77825"/>
                </a:lnTo>
                <a:lnTo>
                  <a:pt x="1197190" y="102209"/>
                </a:lnTo>
                <a:lnTo>
                  <a:pt x="1262608" y="52019"/>
                </a:lnTo>
                <a:lnTo>
                  <a:pt x="1278064" y="39624"/>
                </a:lnTo>
                <a:close/>
              </a:path>
              <a:path w="2678429" h="438150">
                <a:moveTo>
                  <a:pt x="1325308" y="225742"/>
                </a:moveTo>
                <a:lnTo>
                  <a:pt x="1289862" y="210007"/>
                </a:lnTo>
                <a:lnTo>
                  <a:pt x="1247533" y="192405"/>
                </a:lnTo>
                <a:lnTo>
                  <a:pt x="1204988" y="175450"/>
                </a:lnTo>
                <a:lnTo>
                  <a:pt x="1142326" y="151066"/>
                </a:lnTo>
                <a:lnTo>
                  <a:pt x="1130134" y="167830"/>
                </a:lnTo>
                <a:lnTo>
                  <a:pt x="1130134" y="148018"/>
                </a:lnTo>
                <a:lnTo>
                  <a:pt x="1130134" y="141833"/>
                </a:lnTo>
                <a:lnTo>
                  <a:pt x="1314640" y="141833"/>
                </a:lnTo>
                <a:lnTo>
                  <a:pt x="1314640" y="112877"/>
                </a:lnTo>
                <a:lnTo>
                  <a:pt x="1130134" y="112877"/>
                </a:lnTo>
                <a:lnTo>
                  <a:pt x="1130134" y="3048"/>
                </a:lnTo>
                <a:lnTo>
                  <a:pt x="1096518" y="3048"/>
                </a:lnTo>
                <a:lnTo>
                  <a:pt x="1096518" y="112877"/>
                </a:lnTo>
                <a:lnTo>
                  <a:pt x="912012" y="112877"/>
                </a:lnTo>
                <a:lnTo>
                  <a:pt x="912012" y="141833"/>
                </a:lnTo>
                <a:lnTo>
                  <a:pt x="1066038" y="141833"/>
                </a:lnTo>
                <a:lnTo>
                  <a:pt x="1030617" y="166751"/>
                </a:lnTo>
                <a:lnTo>
                  <a:pt x="990739" y="188785"/>
                </a:lnTo>
                <a:lnTo>
                  <a:pt x="946581" y="207937"/>
                </a:lnTo>
                <a:lnTo>
                  <a:pt x="898296" y="224218"/>
                </a:lnTo>
                <a:lnTo>
                  <a:pt x="904633" y="231317"/>
                </a:lnTo>
                <a:lnTo>
                  <a:pt x="910107" y="238709"/>
                </a:lnTo>
                <a:lnTo>
                  <a:pt x="915022" y="246126"/>
                </a:lnTo>
                <a:lnTo>
                  <a:pt x="919632" y="253276"/>
                </a:lnTo>
                <a:lnTo>
                  <a:pt x="968324" y="234645"/>
                </a:lnTo>
                <a:lnTo>
                  <a:pt x="1013828" y="210896"/>
                </a:lnTo>
                <a:lnTo>
                  <a:pt x="1056462" y="182029"/>
                </a:lnTo>
                <a:lnTo>
                  <a:pt x="1096518" y="148018"/>
                </a:lnTo>
                <a:lnTo>
                  <a:pt x="1096518" y="221170"/>
                </a:lnTo>
                <a:lnTo>
                  <a:pt x="1130134" y="221170"/>
                </a:lnTo>
                <a:lnTo>
                  <a:pt x="1130134" y="175450"/>
                </a:lnTo>
                <a:lnTo>
                  <a:pt x="1180960" y="195097"/>
                </a:lnTo>
                <a:lnTo>
                  <a:pt x="1228064" y="214896"/>
                </a:lnTo>
                <a:lnTo>
                  <a:pt x="1271193" y="234429"/>
                </a:lnTo>
                <a:lnTo>
                  <a:pt x="1310068" y="253276"/>
                </a:lnTo>
                <a:lnTo>
                  <a:pt x="1325308" y="225742"/>
                </a:lnTo>
                <a:close/>
              </a:path>
              <a:path w="2678429" h="438150">
                <a:moveTo>
                  <a:pt x="1332928" y="399669"/>
                </a:moveTo>
                <a:lnTo>
                  <a:pt x="1282788" y="391274"/>
                </a:lnTo>
                <a:lnTo>
                  <a:pt x="1238580" y="377088"/>
                </a:lnTo>
                <a:lnTo>
                  <a:pt x="1200391" y="357187"/>
                </a:lnTo>
                <a:lnTo>
                  <a:pt x="1168285" y="331647"/>
                </a:lnTo>
                <a:lnTo>
                  <a:pt x="1152499" y="312712"/>
                </a:lnTo>
                <a:lnTo>
                  <a:pt x="1142326" y="300520"/>
                </a:lnTo>
                <a:lnTo>
                  <a:pt x="1317688" y="300520"/>
                </a:lnTo>
                <a:lnTo>
                  <a:pt x="1317688" y="270040"/>
                </a:lnTo>
                <a:lnTo>
                  <a:pt x="1125562" y="270040"/>
                </a:lnTo>
                <a:lnTo>
                  <a:pt x="1128039" y="254368"/>
                </a:lnTo>
                <a:lnTo>
                  <a:pt x="1129639" y="245529"/>
                </a:lnTo>
                <a:lnTo>
                  <a:pt x="1131658" y="236410"/>
                </a:lnTo>
                <a:lnTo>
                  <a:pt x="1096518" y="236410"/>
                </a:lnTo>
                <a:lnTo>
                  <a:pt x="1095133" y="245529"/>
                </a:lnTo>
                <a:lnTo>
                  <a:pt x="1093470" y="254368"/>
                </a:lnTo>
                <a:lnTo>
                  <a:pt x="1091806" y="262648"/>
                </a:lnTo>
                <a:lnTo>
                  <a:pt x="1090422" y="270040"/>
                </a:lnTo>
                <a:lnTo>
                  <a:pt x="907440" y="270040"/>
                </a:lnTo>
                <a:lnTo>
                  <a:pt x="907440" y="300520"/>
                </a:lnTo>
                <a:lnTo>
                  <a:pt x="1081278" y="300520"/>
                </a:lnTo>
                <a:lnTo>
                  <a:pt x="1062253" y="331838"/>
                </a:lnTo>
                <a:lnTo>
                  <a:pt x="1034453" y="358013"/>
                </a:lnTo>
                <a:lnTo>
                  <a:pt x="997864" y="379069"/>
                </a:lnTo>
                <a:lnTo>
                  <a:pt x="952487" y="394982"/>
                </a:lnTo>
                <a:lnTo>
                  <a:pt x="898296" y="405777"/>
                </a:lnTo>
                <a:lnTo>
                  <a:pt x="903732" y="413778"/>
                </a:lnTo>
                <a:lnTo>
                  <a:pt x="908583" y="421779"/>
                </a:lnTo>
                <a:lnTo>
                  <a:pt x="912876" y="429780"/>
                </a:lnTo>
                <a:lnTo>
                  <a:pt x="916584" y="437781"/>
                </a:lnTo>
                <a:lnTo>
                  <a:pt x="974979" y="423316"/>
                </a:lnTo>
                <a:lnTo>
                  <a:pt x="1023835" y="403656"/>
                </a:lnTo>
                <a:lnTo>
                  <a:pt x="1063167" y="378726"/>
                </a:lnTo>
                <a:lnTo>
                  <a:pt x="1092987" y="348437"/>
                </a:lnTo>
                <a:lnTo>
                  <a:pt x="1113282" y="312712"/>
                </a:lnTo>
                <a:lnTo>
                  <a:pt x="1138745" y="347675"/>
                </a:lnTo>
                <a:lnTo>
                  <a:pt x="1171155" y="377431"/>
                </a:lnTo>
                <a:lnTo>
                  <a:pt x="1210500" y="401904"/>
                </a:lnTo>
                <a:lnTo>
                  <a:pt x="1256804" y="421017"/>
                </a:lnTo>
                <a:lnTo>
                  <a:pt x="1310068" y="434733"/>
                </a:lnTo>
                <a:lnTo>
                  <a:pt x="1316634" y="423037"/>
                </a:lnTo>
                <a:lnTo>
                  <a:pt x="1322641" y="413207"/>
                </a:lnTo>
                <a:lnTo>
                  <a:pt x="1328064" y="405371"/>
                </a:lnTo>
                <a:lnTo>
                  <a:pt x="1332928" y="399669"/>
                </a:lnTo>
                <a:close/>
              </a:path>
              <a:path w="2678429" h="438150">
                <a:moveTo>
                  <a:pt x="1608963" y="129641"/>
                </a:moveTo>
                <a:lnTo>
                  <a:pt x="1548003" y="129641"/>
                </a:lnTo>
                <a:lnTo>
                  <a:pt x="1548003" y="56489"/>
                </a:lnTo>
                <a:lnTo>
                  <a:pt x="1595247" y="56489"/>
                </a:lnTo>
                <a:lnTo>
                  <a:pt x="1595247" y="27432"/>
                </a:lnTo>
                <a:lnTo>
                  <a:pt x="1515910" y="27432"/>
                </a:lnTo>
                <a:lnTo>
                  <a:pt x="1515910" y="56489"/>
                </a:lnTo>
                <a:lnTo>
                  <a:pt x="1515910" y="129641"/>
                </a:lnTo>
                <a:lnTo>
                  <a:pt x="1445806" y="129641"/>
                </a:lnTo>
                <a:lnTo>
                  <a:pt x="1446682" y="117348"/>
                </a:lnTo>
                <a:lnTo>
                  <a:pt x="1447139" y="101066"/>
                </a:lnTo>
                <a:lnTo>
                  <a:pt x="1447266" y="84201"/>
                </a:lnTo>
                <a:lnTo>
                  <a:pt x="1447330" y="56489"/>
                </a:lnTo>
                <a:lnTo>
                  <a:pt x="1515910" y="56489"/>
                </a:lnTo>
                <a:lnTo>
                  <a:pt x="1515910" y="27432"/>
                </a:lnTo>
                <a:lnTo>
                  <a:pt x="1366456" y="27432"/>
                </a:lnTo>
                <a:lnTo>
                  <a:pt x="1366456" y="56489"/>
                </a:lnTo>
                <a:lnTo>
                  <a:pt x="1415326" y="56489"/>
                </a:lnTo>
                <a:lnTo>
                  <a:pt x="1415300" y="84201"/>
                </a:lnTo>
                <a:lnTo>
                  <a:pt x="1415135" y="105638"/>
                </a:lnTo>
                <a:lnTo>
                  <a:pt x="1414678" y="120777"/>
                </a:lnTo>
                <a:lnTo>
                  <a:pt x="1413802" y="129641"/>
                </a:lnTo>
                <a:lnTo>
                  <a:pt x="1348168" y="129641"/>
                </a:lnTo>
                <a:lnTo>
                  <a:pt x="1348168" y="157175"/>
                </a:lnTo>
                <a:lnTo>
                  <a:pt x="1412278" y="157175"/>
                </a:lnTo>
                <a:lnTo>
                  <a:pt x="1407109" y="179476"/>
                </a:lnTo>
                <a:lnTo>
                  <a:pt x="1396225" y="200799"/>
                </a:lnTo>
                <a:lnTo>
                  <a:pt x="1379613" y="221246"/>
                </a:lnTo>
                <a:lnTo>
                  <a:pt x="1357312" y="240995"/>
                </a:lnTo>
                <a:lnTo>
                  <a:pt x="1363903" y="247662"/>
                </a:lnTo>
                <a:lnTo>
                  <a:pt x="1370076" y="254025"/>
                </a:lnTo>
                <a:lnTo>
                  <a:pt x="1375956" y="260375"/>
                </a:lnTo>
                <a:lnTo>
                  <a:pt x="1381696" y="266992"/>
                </a:lnTo>
                <a:lnTo>
                  <a:pt x="1407160" y="242938"/>
                </a:lnTo>
                <a:lnTo>
                  <a:pt x="1426171" y="216611"/>
                </a:lnTo>
                <a:lnTo>
                  <a:pt x="1438579" y="188036"/>
                </a:lnTo>
                <a:lnTo>
                  <a:pt x="1444282" y="157175"/>
                </a:lnTo>
                <a:lnTo>
                  <a:pt x="1515910" y="157175"/>
                </a:lnTo>
                <a:lnTo>
                  <a:pt x="1515910" y="251752"/>
                </a:lnTo>
                <a:lnTo>
                  <a:pt x="1548003" y="251752"/>
                </a:lnTo>
                <a:lnTo>
                  <a:pt x="1548003" y="157175"/>
                </a:lnTo>
                <a:lnTo>
                  <a:pt x="1608963" y="157175"/>
                </a:lnTo>
                <a:lnTo>
                  <a:pt x="1608963" y="129641"/>
                </a:lnTo>
                <a:close/>
              </a:path>
              <a:path w="2678429" h="438150">
                <a:moveTo>
                  <a:pt x="1659255" y="33528"/>
                </a:moveTo>
                <a:lnTo>
                  <a:pt x="1627251" y="33528"/>
                </a:lnTo>
                <a:lnTo>
                  <a:pt x="1627251" y="186131"/>
                </a:lnTo>
                <a:lnTo>
                  <a:pt x="1659255" y="186131"/>
                </a:lnTo>
                <a:lnTo>
                  <a:pt x="1659255" y="33528"/>
                </a:lnTo>
                <a:close/>
              </a:path>
              <a:path w="2678429" h="438150">
                <a:moveTo>
                  <a:pt x="1747748" y="9144"/>
                </a:moveTo>
                <a:lnTo>
                  <a:pt x="1715744" y="9144"/>
                </a:lnTo>
                <a:lnTo>
                  <a:pt x="1715744" y="198323"/>
                </a:lnTo>
                <a:lnTo>
                  <a:pt x="1714284" y="210324"/>
                </a:lnTo>
                <a:lnTo>
                  <a:pt x="1709839" y="218897"/>
                </a:lnTo>
                <a:lnTo>
                  <a:pt x="1702231" y="224040"/>
                </a:lnTo>
                <a:lnTo>
                  <a:pt x="1691487" y="225742"/>
                </a:lnTo>
                <a:lnTo>
                  <a:pt x="1681010" y="225729"/>
                </a:lnTo>
                <a:lnTo>
                  <a:pt x="1668411" y="225564"/>
                </a:lnTo>
                <a:lnTo>
                  <a:pt x="1653540" y="225107"/>
                </a:lnTo>
                <a:lnTo>
                  <a:pt x="1636395" y="224231"/>
                </a:lnTo>
                <a:lnTo>
                  <a:pt x="1637538" y="232460"/>
                </a:lnTo>
                <a:lnTo>
                  <a:pt x="1639824" y="249555"/>
                </a:lnTo>
                <a:lnTo>
                  <a:pt x="1640967" y="257848"/>
                </a:lnTo>
                <a:lnTo>
                  <a:pt x="1657578" y="258711"/>
                </a:lnTo>
                <a:lnTo>
                  <a:pt x="1673212" y="258991"/>
                </a:lnTo>
                <a:lnTo>
                  <a:pt x="1687982" y="258711"/>
                </a:lnTo>
                <a:lnTo>
                  <a:pt x="1736318" y="245605"/>
                </a:lnTo>
                <a:lnTo>
                  <a:pt x="1745589" y="225755"/>
                </a:lnTo>
                <a:lnTo>
                  <a:pt x="1747748" y="210515"/>
                </a:lnTo>
                <a:lnTo>
                  <a:pt x="1747748" y="9144"/>
                </a:lnTo>
                <a:close/>
              </a:path>
              <a:path w="2678429" h="438150">
                <a:moveTo>
                  <a:pt x="1775180" y="381393"/>
                </a:moveTo>
                <a:lnTo>
                  <a:pt x="1576959" y="381393"/>
                </a:lnTo>
                <a:lnTo>
                  <a:pt x="1576959" y="321856"/>
                </a:lnTo>
                <a:lnTo>
                  <a:pt x="1737080" y="321856"/>
                </a:lnTo>
                <a:lnTo>
                  <a:pt x="1737080" y="292900"/>
                </a:lnTo>
                <a:lnTo>
                  <a:pt x="1576959" y="292900"/>
                </a:lnTo>
                <a:lnTo>
                  <a:pt x="1576959" y="257848"/>
                </a:lnTo>
                <a:lnTo>
                  <a:pt x="1543431" y="257848"/>
                </a:lnTo>
                <a:lnTo>
                  <a:pt x="1543431" y="292900"/>
                </a:lnTo>
                <a:lnTo>
                  <a:pt x="1386268" y="292900"/>
                </a:lnTo>
                <a:lnTo>
                  <a:pt x="1386268" y="321856"/>
                </a:lnTo>
                <a:lnTo>
                  <a:pt x="1543431" y="321856"/>
                </a:lnTo>
                <a:lnTo>
                  <a:pt x="1543431" y="381393"/>
                </a:lnTo>
                <a:lnTo>
                  <a:pt x="1346644" y="381393"/>
                </a:lnTo>
                <a:lnTo>
                  <a:pt x="1346644" y="411873"/>
                </a:lnTo>
                <a:lnTo>
                  <a:pt x="1775180" y="411873"/>
                </a:lnTo>
                <a:lnTo>
                  <a:pt x="1775180" y="381393"/>
                </a:lnTo>
                <a:close/>
              </a:path>
              <a:path w="2678429" h="438150">
                <a:moveTo>
                  <a:pt x="1926145" y="85445"/>
                </a:moveTo>
                <a:lnTo>
                  <a:pt x="1881949" y="85445"/>
                </a:lnTo>
                <a:lnTo>
                  <a:pt x="1881949" y="4572"/>
                </a:lnTo>
                <a:lnTo>
                  <a:pt x="1848421" y="4572"/>
                </a:lnTo>
                <a:lnTo>
                  <a:pt x="1848421" y="85445"/>
                </a:lnTo>
                <a:lnTo>
                  <a:pt x="1796503" y="85445"/>
                </a:lnTo>
                <a:lnTo>
                  <a:pt x="1796503" y="115925"/>
                </a:lnTo>
                <a:lnTo>
                  <a:pt x="1848421" y="115925"/>
                </a:lnTo>
                <a:lnTo>
                  <a:pt x="1848421" y="216611"/>
                </a:lnTo>
                <a:lnTo>
                  <a:pt x="1819605" y="225564"/>
                </a:lnTo>
                <a:lnTo>
                  <a:pt x="1805698" y="229679"/>
                </a:lnTo>
                <a:lnTo>
                  <a:pt x="1791931" y="233375"/>
                </a:lnTo>
                <a:lnTo>
                  <a:pt x="1796503" y="271564"/>
                </a:lnTo>
                <a:lnTo>
                  <a:pt x="1809330" y="266115"/>
                </a:lnTo>
                <a:lnTo>
                  <a:pt x="1822462" y="261086"/>
                </a:lnTo>
                <a:lnTo>
                  <a:pt x="1848421" y="251752"/>
                </a:lnTo>
                <a:lnTo>
                  <a:pt x="1848421" y="389013"/>
                </a:lnTo>
                <a:lnTo>
                  <a:pt x="1842325" y="395109"/>
                </a:lnTo>
                <a:lnTo>
                  <a:pt x="1831657" y="395109"/>
                </a:lnTo>
                <a:lnTo>
                  <a:pt x="1823313" y="394843"/>
                </a:lnTo>
                <a:lnTo>
                  <a:pt x="1814080" y="394157"/>
                </a:lnTo>
                <a:lnTo>
                  <a:pt x="1791931" y="392061"/>
                </a:lnTo>
                <a:lnTo>
                  <a:pt x="1793316" y="401205"/>
                </a:lnTo>
                <a:lnTo>
                  <a:pt x="1796656" y="419493"/>
                </a:lnTo>
                <a:lnTo>
                  <a:pt x="1798027" y="428637"/>
                </a:lnTo>
                <a:lnTo>
                  <a:pt x="1839277" y="428637"/>
                </a:lnTo>
                <a:lnTo>
                  <a:pt x="1857514" y="424916"/>
                </a:lnTo>
                <a:lnTo>
                  <a:pt x="1870900" y="416064"/>
                </a:lnTo>
                <a:lnTo>
                  <a:pt x="1879142" y="402056"/>
                </a:lnTo>
                <a:lnTo>
                  <a:pt x="1880158" y="395109"/>
                </a:lnTo>
                <a:lnTo>
                  <a:pt x="1881949" y="382917"/>
                </a:lnTo>
                <a:lnTo>
                  <a:pt x="1881949" y="251752"/>
                </a:lnTo>
                <a:lnTo>
                  <a:pt x="1881949" y="239471"/>
                </a:lnTo>
                <a:lnTo>
                  <a:pt x="1892477" y="235127"/>
                </a:lnTo>
                <a:lnTo>
                  <a:pt x="1914093" y="227037"/>
                </a:lnTo>
                <a:lnTo>
                  <a:pt x="1924621" y="222707"/>
                </a:lnTo>
                <a:lnTo>
                  <a:pt x="1924621" y="204419"/>
                </a:lnTo>
                <a:lnTo>
                  <a:pt x="1924621" y="189179"/>
                </a:lnTo>
                <a:lnTo>
                  <a:pt x="1913458" y="192836"/>
                </a:lnTo>
                <a:lnTo>
                  <a:pt x="1902714" y="196799"/>
                </a:lnTo>
                <a:lnTo>
                  <a:pt x="1892261" y="200748"/>
                </a:lnTo>
                <a:lnTo>
                  <a:pt x="1881949" y="204419"/>
                </a:lnTo>
                <a:lnTo>
                  <a:pt x="1881949" y="115925"/>
                </a:lnTo>
                <a:lnTo>
                  <a:pt x="1926145" y="115925"/>
                </a:lnTo>
                <a:lnTo>
                  <a:pt x="1926145" y="85445"/>
                </a:lnTo>
                <a:close/>
              </a:path>
              <a:path w="2678429" h="438150">
                <a:moveTo>
                  <a:pt x="2205228" y="161734"/>
                </a:moveTo>
                <a:lnTo>
                  <a:pt x="2171700" y="161734"/>
                </a:lnTo>
                <a:lnTo>
                  <a:pt x="2171700" y="190703"/>
                </a:lnTo>
                <a:lnTo>
                  <a:pt x="2171700" y="268516"/>
                </a:lnTo>
                <a:lnTo>
                  <a:pt x="2171700" y="297472"/>
                </a:lnTo>
                <a:lnTo>
                  <a:pt x="2171700" y="375297"/>
                </a:lnTo>
                <a:lnTo>
                  <a:pt x="2090839" y="375297"/>
                </a:lnTo>
                <a:lnTo>
                  <a:pt x="2090839" y="297472"/>
                </a:lnTo>
                <a:lnTo>
                  <a:pt x="2171700" y="297472"/>
                </a:lnTo>
                <a:lnTo>
                  <a:pt x="2171700" y="268516"/>
                </a:lnTo>
                <a:lnTo>
                  <a:pt x="2090839" y="268516"/>
                </a:lnTo>
                <a:lnTo>
                  <a:pt x="2090839" y="190703"/>
                </a:lnTo>
                <a:lnTo>
                  <a:pt x="2171700" y="190703"/>
                </a:lnTo>
                <a:lnTo>
                  <a:pt x="2171700" y="161734"/>
                </a:lnTo>
                <a:lnTo>
                  <a:pt x="2058835" y="161734"/>
                </a:lnTo>
                <a:lnTo>
                  <a:pt x="2058835" y="190703"/>
                </a:lnTo>
                <a:lnTo>
                  <a:pt x="2058835" y="268516"/>
                </a:lnTo>
                <a:lnTo>
                  <a:pt x="2058835" y="297472"/>
                </a:lnTo>
                <a:lnTo>
                  <a:pt x="2058835" y="375297"/>
                </a:lnTo>
                <a:lnTo>
                  <a:pt x="1976539" y="375297"/>
                </a:lnTo>
                <a:lnTo>
                  <a:pt x="1976539" y="297472"/>
                </a:lnTo>
                <a:lnTo>
                  <a:pt x="2058835" y="297472"/>
                </a:lnTo>
                <a:lnTo>
                  <a:pt x="2058835" y="268516"/>
                </a:lnTo>
                <a:lnTo>
                  <a:pt x="1976539" y="268516"/>
                </a:lnTo>
                <a:lnTo>
                  <a:pt x="1976539" y="190703"/>
                </a:lnTo>
                <a:lnTo>
                  <a:pt x="2058835" y="190703"/>
                </a:lnTo>
                <a:lnTo>
                  <a:pt x="2058835" y="161734"/>
                </a:lnTo>
                <a:lnTo>
                  <a:pt x="1944433" y="161734"/>
                </a:lnTo>
                <a:lnTo>
                  <a:pt x="1944433" y="431685"/>
                </a:lnTo>
                <a:lnTo>
                  <a:pt x="1976539" y="431685"/>
                </a:lnTo>
                <a:lnTo>
                  <a:pt x="1976539" y="404253"/>
                </a:lnTo>
                <a:lnTo>
                  <a:pt x="2171700" y="404253"/>
                </a:lnTo>
                <a:lnTo>
                  <a:pt x="2171700" y="431685"/>
                </a:lnTo>
                <a:lnTo>
                  <a:pt x="2205228" y="431685"/>
                </a:lnTo>
                <a:lnTo>
                  <a:pt x="2205228" y="404253"/>
                </a:lnTo>
                <a:lnTo>
                  <a:pt x="2205228" y="375297"/>
                </a:lnTo>
                <a:lnTo>
                  <a:pt x="2205228" y="297472"/>
                </a:lnTo>
                <a:lnTo>
                  <a:pt x="2205228" y="268516"/>
                </a:lnTo>
                <a:lnTo>
                  <a:pt x="2205228" y="190703"/>
                </a:lnTo>
                <a:lnTo>
                  <a:pt x="2205228" y="161734"/>
                </a:lnTo>
                <a:close/>
              </a:path>
              <a:path w="2678429" h="438150">
                <a:moveTo>
                  <a:pt x="2228088" y="59537"/>
                </a:moveTo>
                <a:lnTo>
                  <a:pt x="2147316" y="59537"/>
                </a:lnTo>
                <a:lnTo>
                  <a:pt x="2147316" y="3048"/>
                </a:lnTo>
                <a:lnTo>
                  <a:pt x="2115312" y="3048"/>
                </a:lnTo>
                <a:lnTo>
                  <a:pt x="2115312" y="59537"/>
                </a:lnTo>
                <a:lnTo>
                  <a:pt x="2032927" y="59537"/>
                </a:lnTo>
                <a:lnTo>
                  <a:pt x="2032927" y="4572"/>
                </a:lnTo>
                <a:lnTo>
                  <a:pt x="2000923" y="4572"/>
                </a:lnTo>
                <a:lnTo>
                  <a:pt x="2000923" y="59537"/>
                </a:lnTo>
                <a:lnTo>
                  <a:pt x="1930717" y="59537"/>
                </a:lnTo>
                <a:lnTo>
                  <a:pt x="1930717" y="90017"/>
                </a:lnTo>
                <a:lnTo>
                  <a:pt x="2000923" y="90017"/>
                </a:lnTo>
                <a:lnTo>
                  <a:pt x="2000923" y="143357"/>
                </a:lnTo>
                <a:lnTo>
                  <a:pt x="2032927" y="143357"/>
                </a:lnTo>
                <a:lnTo>
                  <a:pt x="2032927" y="90017"/>
                </a:lnTo>
                <a:lnTo>
                  <a:pt x="2115312" y="90017"/>
                </a:lnTo>
                <a:lnTo>
                  <a:pt x="2115312" y="143357"/>
                </a:lnTo>
                <a:lnTo>
                  <a:pt x="2147316" y="143357"/>
                </a:lnTo>
                <a:lnTo>
                  <a:pt x="2147316" y="90017"/>
                </a:lnTo>
                <a:lnTo>
                  <a:pt x="2228088" y="90017"/>
                </a:lnTo>
                <a:lnTo>
                  <a:pt x="2228088" y="59537"/>
                </a:lnTo>
                <a:close/>
              </a:path>
              <a:path w="2678429" h="438150">
                <a:moveTo>
                  <a:pt x="2351621" y="90017"/>
                </a:moveTo>
                <a:lnTo>
                  <a:pt x="2333891" y="66852"/>
                </a:lnTo>
                <a:lnTo>
                  <a:pt x="2317191" y="45453"/>
                </a:lnTo>
                <a:lnTo>
                  <a:pt x="2301265" y="25641"/>
                </a:lnTo>
                <a:lnTo>
                  <a:pt x="2286089" y="7620"/>
                </a:lnTo>
                <a:lnTo>
                  <a:pt x="2258657" y="27432"/>
                </a:lnTo>
                <a:lnTo>
                  <a:pt x="2274646" y="47472"/>
                </a:lnTo>
                <a:lnTo>
                  <a:pt x="2290470" y="68478"/>
                </a:lnTo>
                <a:lnTo>
                  <a:pt x="2306028" y="90322"/>
                </a:lnTo>
                <a:lnTo>
                  <a:pt x="2321141" y="112877"/>
                </a:lnTo>
                <a:lnTo>
                  <a:pt x="2351621" y="90017"/>
                </a:lnTo>
                <a:close/>
              </a:path>
              <a:path w="2678429" h="438150">
                <a:moveTo>
                  <a:pt x="2639860" y="53441"/>
                </a:moveTo>
                <a:lnTo>
                  <a:pt x="2629001" y="45453"/>
                </a:lnTo>
                <a:lnTo>
                  <a:pt x="2614714" y="35293"/>
                </a:lnTo>
                <a:lnTo>
                  <a:pt x="2596997" y="23139"/>
                </a:lnTo>
                <a:lnTo>
                  <a:pt x="2575852" y="9144"/>
                </a:lnTo>
                <a:lnTo>
                  <a:pt x="2556040" y="33528"/>
                </a:lnTo>
                <a:lnTo>
                  <a:pt x="2571877" y="45389"/>
                </a:lnTo>
                <a:lnTo>
                  <a:pt x="2590139" y="59143"/>
                </a:lnTo>
                <a:lnTo>
                  <a:pt x="2605113" y="70916"/>
                </a:lnTo>
                <a:lnTo>
                  <a:pt x="2618524" y="82397"/>
                </a:lnTo>
                <a:lnTo>
                  <a:pt x="2639860" y="53441"/>
                </a:lnTo>
                <a:close/>
              </a:path>
              <a:path w="2678429" h="438150">
                <a:moveTo>
                  <a:pt x="2673477" y="282232"/>
                </a:moveTo>
                <a:lnTo>
                  <a:pt x="2641155" y="253644"/>
                </a:lnTo>
                <a:lnTo>
                  <a:pt x="2608427" y="225374"/>
                </a:lnTo>
                <a:lnTo>
                  <a:pt x="2577998" y="199847"/>
                </a:lnTo>
                <a:lnTo>
                  <a:pt x="2575445" y="197700"/>
                </a:lnTo>
                <a:lnTo>
                  <a:pt x="2563025" y="187655"/>
                </a:lnTo>
                <a:lnTo>
                  <a:pt x="2542324" y="170891"/>
                </a:lnTo>
                <a:lnTo>
                  <a:pt x="2527084" y="187655"/>
                </a:lnTo>
                <a:lnTo>
                  <a:pt x="2527084" y="173939"/>
                </a:lnTo>
                <a:lnTo>
                  <a:pt x="2527084" y="129641"/>
                </a:lnTo>
                <a:lnTo>
                  <a:pt x="2658237" y="129641"/>
                </a:lnTo>
                <a:lnTo>
                  <a:pt x="2658237" y="99161"/>
                </a:lnTo>
                <a:lnTo>
                  <a:pt x="2527084" y="99161"/>
                </a:lnTo>
                <a:lnTo>
                  <a:pt x="2527084" y="3048"/>
                </a:lnTo>
                <a:lnTo>
                  <a:pt x="2493454" y="3048"/>
                </a:lnTo>
                <a:lnTo>
                  <a:pt x="2493454" y="99161"/>
                </a:lnTo>
                <a:lnTo>
                  <a:pt x="2371445" y="99161"/>
                </a:lnTo>
                <a:lnTo>
                  <a:pt x="2371445" y="129641"/>
                </a:lnTo>
                <a:lnTo>
                  <a:pt x="2482786" y="129641"/>
                </a:lnTo>
                <a:lnTo>
                  <a:pt x="2454516" y="176314"/>
                </a:lnTo>
                <a:lnTo>
                  <a:pt x="2422385" y="220256"/>
                </a:lnTo>
                <a:lnTo>
                  <a:pt x="2386520" y="261620"/>
                </a:lnTo>
                <a:lnTo>
                  <a:pt x="2347049" y="300520"/>
                </a:lnTo>
                <a:lnTo>
                  <a:pt x="2354770" y="306476"/>
                </a:lnTo>
                <a:lnTo>
                  <a:pt x="2361920" y="312712"/>
                </a:lnTo>
                <a:lnTo>
                  <a:pt x="2368524" y="318947"/>
                </a:lnTo>
                <a:lnTo>
                  <a:pt x="2374582" y="324904"/>
                </a:lnTo>
                <a:lnTo>
                  <a:pt x="2408377" y="290601"/>
                </a:lnTo>
                <a:lnTo>
                  <a:pt x="2439162" y="253987"/>
                </a:lnTo>
                <a:lnTo>
                  <a:pt x="2467381" y="215099"/>
                </a:lnTo>
                <a:lnTo>
                  <a:pt x="2493454" y="173939"/>
                </a:lnTo>
                <a:lnTo>
                  <a:pt x="2493454" y="372249"/>
                </a:lnTo>
                <a:lnTo>
                  <a:pt x="2527084" y="372249"/>
                </a:lnTo>
                <a:lnTo>
                  <a:pt x="2527084" y="199847"/>
                </a:lnTo>
                <a:lnTo>
                  <a:pt x="2559608" y="228168"/>
                </a:lnTo>
                <a:lnTo>
                  <a:pt x="2590711" y="256082"/>
                </a:lnTo>
                <a:lnTo>
                  <a:pt x="2620086" y="283718"/>
                </a:lnTo>
                <a:lnTo>
                  <a:pt x="2647480" y="311188"/>
                </a:lnTo>
                <a:lnTo>
                  <a:pt x="2673477" y="282232"/>
                </a:lnTo>
                <a:close/>
              </a:path>
              <a:path w="2678429" h="438150">
                <a:moveTo>
                  <a:pt x="2678049" y="389013"/>
                </a:moveTo>
                <a:lnTo>
                  <a:pt x="2561894" y="391833"/>
                </a:lnTo>
                <a:lnTo>
                  <a:pt x="2511336" y="392518"/>
                </a:lnTo>
                <a:lnTo>
                  <a:pt x="2465679" y="392620"/>
                </a:lnTo>
                <a:lnTo>
                  <a:pt x="2424874" y="392061"/>
                </a:lnTo>
                <a:lnTo>
                  <a:pt x="2368854" y="380631"/>
                </a:lnTo>
                <a:lnTo>
                  <a:pt x="2328761" y="350812"/>
                </a:lnTo>
                <a:lnTo>
                  <a:pt x="2328761" y="158699"/>
                </a:lnTo>
                <a:lnTo>
                  <a:pt x="2244941" y="158699"/>
                </a:lnTo>
                <a:lnTo>
                  <a:pt x="2244941" y="190703"/>
                </a:lnTo>
                <a:lnTo>
                  <a:pt x="2295233" y="190703"/>
                </a:lnTo>
                <a:lnTo>
                  <a:pt x="2295233" y="344716"/>
                </a:lnTo>
                <a:lnTo>
                  <a:pt x="2283231" y="354507"/>
                </a:lnTo>
                <a:lnTo>
                  <a:pt x="2270087" y="365569"/>
                </a:lnTo>
                <a:lnTo>
                  <a:pt x="2255799" y="378028"/>
                </a:lnTo>
                <a:lnTo>
                  <a:pt x="2240369" y="392061"/>
                </a:lnTo>
                <a:lnTo>
                  <a:pt x="2260181" y="428637"/>
                </a:lnTo>
                <a:lnTo>
                  <a:pt x="2277897" y="408063"/>
                </a:lnTo>
                <a:lnTo>
                  <a:pt x="2292185" y="392061"/>
                </a:lnTo>
                <a:lnTo>
                  <a:pt x="2303043" y="380631"/>
                </a:lnTo>
                <a:lnTo>
                  <a:pt x="2310473" y="373773"/>
                </a:lnTo>
                <a:lnTo>
                  <a:pt x="2330196" y="394893"/>
                </a:lnTo>
                <a:lnTo>
                  <a:pt x="2355062" y="410159"/>
                </a:lnTo>
                <a:lnTo>
                  <a:pt x="2385098" y="419417"/>
                </a:lnTo>
                <a:lnTo>
                  <a:pt x="2420302" y="422541"/>
                </a:lnTo>
                <a:lnTo>
                  <a:pt x="2553703" y="424624"/>
                </a:lnTo>
                <a:lnTo>
                  <a:pt x="2606243" y="424637"/>
                </a:lnTo>
                <a:lnTo>
                  <a:pt x="2662809" y="424065"/>
                </a:lnTo>
                <a:lnTo>
                  <a:pt x="2666263" y="415150"/>
                </a:lnTo>
                <a:lnTo>
                  <a:pt x="2669857" y="406539"/>
                </a:lnTo>
                <a:lnTo>
                  <a:pt x="2673743" y="397916"/>
                </a:lnTo>
                <a:lnTo>
                  <a:pt x="2676296" y="392620"/>
                </a:lnTo>
                <a:lnTo>
                  <a:pt x="2678049" y="3890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44899" y="1935771"/>
            <a:ext cx="500380" cy="314325"/>
          </a:xfrm>
          <a:custGeom>
            <a:avLst/>
            <a:gdLst/>
            <a:ahLst/>
            <a:cxnLst/>
            <a:rect l="l" t="t" r="r" b="b"/>
            <a:pathLst>
              <a:path w="500379" h="314325">
                <a:moveTo>
                  <a:pt x="253174" y="152488"/>
                </a:moveTo>
                <a:lnTo>
                  <a:pt x="248475" y="105714"/>
                </a:lnTo>
                <a:lnTo>
                  <a:pt x="234454" y="67538"/>
                </a:lnTo>
                <a:lnTo>
                  <a:pt x="213448" y="40779"/>
                </a:lnTo>
                <a:lnTo>
                  <a:pt x="213448" y="154012"/>
                </a:lnTo>
                <a:lnTo>
                  <a:pt x="211429" y="182321"/>
                </a:lnTo>
                <a:lnTo>
                  <a:pt x="194805" y="229120"/>
                </a:lnTo>
                <a:lnTo>
                  <a:pt x="161061" y="261962"/>
                </a:lnTo>
                <a:lnTo>
                  <a:pt x="113055" y="278587"/>
                </a:lnTo>
                <a:lnTo>
                  <a:pt x="83908" y="280606"/>
                </a:lnTo>
                <a:lnTo>
                  <a:pt x="36576" y="280606"/>
                </a:lnTo>
                <a:lnTo>
                  <a:pt x="36576" y="32004"/>
                </a:lnTo>
                <a:lnTo>
                  <a:pt x="85432" y="32004"/>
                </a:lnTo>
                <a:lnTo>
                  <a:pt x="141439" y="39700"/>
                </a:lnTo>
                <a:lnTo>
                  <a:pt x="181444" y="62687"/>
                </a:lnTo>
                <a:lnTo>
                  <a:pt x="205447" y="100838"/>
                </a:lnTo>
                <a:lnTo>
                  <a:pt x="213448" y="154012"/>
                </a:lnTo>
                <a:lnTo>
                  <a:pt x="213448" y="40779"/>
                </a:lnTo>
                <a:lnTo>
                  <a:pt x="211213" y="37922"/>
                </a:lnTo>
                <a:lnTo>
                  <a:pt x="202120" y="32004"/>
                </a:lnTo>
                <a:lnTo>
                  <a:pt x="178816" y="16827"/>
                </a:lnTo>
                <a:lnTo>
                  <a:pt x="137363" y="4203"/>
                </a:lnTo>
                <a:lnTo>
                  <a:pt x="86956" y="0"/>
                </a:lnTo>
                <a:lnTo>
                  <a:pt x="0" y="0"/>
                </a:lnTo>
                <a:lnTo>
                  <a:pt x="0" y="314223"/>
                </a:lnTo>
                <a:lnTo>
                  <a:pt x="83908" y="314223"/>
                </a:lnTo>
                <a:lnTo>
                  <a:pt x="152298" y="302983"/>
                </a:lnTo>
                <a:lnTo>
                  <a:pt x="192011" y="280606"/>
                </a:lnTo>
                <a:lnTo>
                  <a:pt x="226771" y="245605"/>
                </a:lnTo>
                <a:lnTo>
                  <a:pt x="250291" y="187172"/>
                </a:lnTo>
                <a:lnTo>
                  <a:pt x="253174" y="152488"/>
                </a:lnTo>
                <a:close/>
              </a:path>
              <a:path w="500379" h="314325">
                <a:moveTo>
                  <a:pt x="500253" y="254"/>
                </a:moveTo>
                <a:lnTo>
                  <a:pt x="282130" y="254"/>
                </a:lnTo>
                <a:lnTo>
                  <a:pt x="282130" y="32004"/>
                </a:lnTo>
                <a:lnTo>
                  <a:pt x="372135" y="32004"/>
                </a:lnTo>
                <a:lnTo>
                  <a:pt x="372135" y="313944"/>
                </a:lnTo>
                <a:lnTo>
                  <a:pt x="408711" y="313944"/>
                </a:lnTo>
                <a:lnTo>
                  <a:pt x="408711" y="32004"/>
                </a:lnTo>
                <a:lnTo>
                  <a:pt x="500253" y="32004"/>
                </a:lnTo>
                <a:lnTo>
                  <a:pt x="500253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693920" y="1935765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8382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37849" y="4198"/>
                </a:lnTo>
                <a:lnTo>
                  <a:pt x="179472" y="16823"/>
                </a:lnTo>
                <a:lnTo>
                  <a:pt x="202715" y="32004"/>
                </a:lnTo>
                <a:lnTo>
                  <a:pt x="36576" y="32004"/>
                </a:lnTo>
                <a:lnTo>
                  <a:pt x="36576" y="280606"/>
                </a:lnTo>
                <a:lnTo>
                  <a:pt x="193528" y="280606"/>
                </a:lnTo>
                <a:lnTo>
                  <a:pt x="182497" y="289115"/>
                </a:lnTo>
                <a:lnTo>
                  <a:pt x="153626" y="302978"/>
                </a:lnTo>
                <a:lnTo>
                  <a:pt x="120736" y="311394"/>
                </a:lnTo>
                <a:lnTo>
                  <a:pt x="83820" y="314229"/>
                </a:lnTo>
                <a:close/>
              </a:path>
              <a:path w="253364" h="314325">
                <a:moveTo>
                  <a:pt x="193528" y="280606"/>
                </a:moveTo>
                <a:lnTo>
                  <a:pt x="83820" y="280606"/>
                </a:lnTo>
                <a:lnTo>
                  <a:pt x="113021" y="278582"/>
                </a:lnTo>
                <a:lnTo>
                  <a:pt x="138767" y="272415"/>
                </a:lnTo>
                <a:lnTo>
                  <a:pt x="179927" y="247078"/>
                </a:lnTo>
                <a:lnTo>
                  <a:pt x="206025" y="207442"/>
                </a:lnTo>
                <a:lnTo>
                  <a:pt x="214979" y="154019"/>
                </a:lnTo>
                <a:lnTo>
                  <a:pt x="206976" y="100838"/>
                </a:lnTo>
                <a:lnTo>
                  <a:pt x="182963" y="62686"/>
                </a:lnTo>
                <a:lnTo>
                  <a:pt x="142930" y="39696"/>
                </a:lnTo>
                <a:lnTo>
                  <a:pt x="86868" y="32004"/>
                </a:lnTo>
                <a:lnTo>
                  <a:pt x="202715" y="32004"/>
                </a:lnTo>
                <a:lnTo>
                  <a:pt x="211776" y="37921"/>
                </a:lnTo>
                <a:lnTo>
                  <a:pt x="234801" y="67535"/>
                </a:lnTo>
                <a:lnTo>
                  <a:pt x="248587" y="105712"/>
                </a:lnTo>
                <a:lnTo>
                  <a:pt x="253174" y="152495"/>
                </a:lnTo>
                <a:lnTo>
                  <a:pt x="250315" y="187173"/>
                </a:lnTo>
                <a:lnTo>
                  <a:pt x="241732" y="218110"/>
                </a:lnTo>
                <a:lnTo>
                  <a:pt x="227416" y="245600"/>
                </a:lnTo>
                <a:lnTo>
                  <a:pt x="207359" y="269938"/>
                </a:lnTo>
                <a:lnTo>
                  <a:pt x="193528" y="28060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259704" y="1909762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3"/>
                </a:moveTo>
                <a:lnTo>
                  <a:pt x="77819" y="416433"/>
                </a:lnTo>
                <a:lnTo>
                  <a:pt x="49792" y="381126"/>
                </a:lnTo>
                <a:lnTo>
                  <a:pt x="28001" y="342875"/>
                </a:lnTo>
                <a:lnTo>
                  <a:pt x="12441" y="301684"/>
                </a:lnTo>
                <a:lnTo>
                  <a:pt x="3109" y="257559"/>
                </a:lnTo>
                <a:lnTo>
                  <a:pt x="0" y="210502"/>
                </a:lnTo>
                <a:lnTo>
                  <a:pt x="3109" y="162577"/>
                </a:lnTo>
                <a:lnTo>
                  <a:pt x="12441" y="117559"/>
                </a:lnTo>
                <a:lnTo>
                  <a:pt x="28001" y="75454"/>
                </a:lnTo>
                <a:lnTo>
                  <a:pt x="49792" y="36266"/>
                </a:lnTo>
                <a:lnTo>
                  <a:pt x="77819" y="0"/>
                </a:lnTo>
                <a:lnTo>
                  <a:pt x="115919" y="0"/>
                </a:lnTo>
                <a:lnTo>
                  <a:pt x="87892" y="36985"/>
                </a:lnTo>
                <a:lnTo>
                  <a:pt x="66101" y="76454"/>
                </a:lnTo>
                <a:lnTo>
                  <a:pt x="50541" y="118327"/>
                </a:lnTo>
                <a:lnTo>
                  <a:pt x="41209" y="162528"/>
                </a:lnTo>
                <a:lnTo>
                  <a:pt x="38099" y="208978"/>
                </a:lnTo>
                <a:lnTo>
                  <a:pt x="41209" y="255315"/>
                </a:lnTo>
                <a:lnTo>
                  <a:pt x="50541" y="299161"/>
                </a:lnTo>
                <a:lnTo>
                  <a:pt x="66101" y="340583"/>
                </a:lnTo>
                <a:lnTo>
                  <a:pt x="87892" y="379651"/>
                </a:lnTo>
                <a:lnTo>
                  <a:pt x="115919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21338" y="1876234"/>
            <a:ext cx="886460" cy="431800"/>
          </a:xfrm>
          <a:custGeom>
            <a:avLst/>
            <a:gdLst/>
            <a:ahLst/>
            <a:cxnLst/>
            <a:rect l="l" t="t" r="r" b="b"/>
            <a:pathLst>
              <a:path w="886460" h="431800">
                <a:moveTo>
                  <a:pt x="135724" y="210502"/>
                </a:moveTo>
                <a:lnTo>
                  <a:pt x="110007" y="179857"/>
                </a:lnTo>
                <a:lnTo>
                  <a:pt x="99148" y="167830"/>
                </a:lnTo>
                <a:lnTo>
                  <a:pt x="88480" y="178498"/>
                </a:lnTo>
                <a:lnTo>
                  <a:pt x="88480" y="118973"/>
                </a:lnTo>
                <a:lnTo>
                  <a:pt x="129628" y="118973"/>
                </a:lnTo>
                <a:lnTo>
                  <a:pt x="129628" y="93065"/>
                </a:lnTo>
                <a:lnTo>
                  <a:pt x="88480" y="93065"/>
                </a:lnTo>
                <a:lnTo>
                  <a:pt x="88480" y="0"/>
                </a:lnTo>
                <a:lnTo>
                  <a:pt x="59524" y="0"/>
                </a:lnTo>
                <a:lnTo>
                  <a:pt x="59524" y="93065"/>
                </a:lnTo>
                <a:lnTo>
                  <a:pt x="6096" y="93065"/>
                </a:lnTo>
                <a:lnTo>
                  <a:pt x="6096" y="118973"/>
                </a:lnTo>
                <a:lnTo>
                  <a:pt x="54952" y="118973"/>
                </a:lnTo>
                <a:lnTo>
                  <a:pt x="43764" y="162204"/>
                </a:lnTo>
                <a:lnTo>
                  <a:pt x="30873" y="202692"/>
                </a:lnTo>
                <a:lnTo>
                  <a:pt x="16294" y="240626"/>
                </a:lnTo>
                <a:lnTo>
                  <a:pt x="0" y="276136"/>
                </a:lnTo>
                <a:lnTo>
                  <a:pt x="6667" y="295757"/>
                </a:lnTo>
                <a:lnTo>
                  <a:pt x="9639" y="305066"/>
                </a:lnTo>
                <a:lnTo>
                  <a:pt x="12192" y="314236"/>
                </a:lnTo>
                <a:lnTo>
                  <a:pt x="25361" y="287985"/>
                </a:lnTo>
                <a:lnTo>
                  <a:pt x="37541" y="257416"/>
                </a:lnTo>
                <a:lnTo>
                  <a:pt x="48882" y="222859"/>
                </a:lnTo>
                <a:lnTo>
                  <a:pt x="59524" y="184594"/>
                </a:lnTo>
                <a:lnTo>
                  <a:pt x="59524" y="430161"/>
                </a:lnTo>
                <a:lnTo>
                  <a:pt x="88480" y="430161"/>
                </a:lnTo>
                <a:lnTo>
                  <a:pt x="88480" y="192214"/>
                </a:lnTo>
                <a:lnTo>
                  <a:pt x="95338" y="200507"/>
                </a:lnTo>
                <a:lnTo>
                  <a:pt x="102196" y="209359"/>
                </a:lnTo>
                <a:lnTo>
                  <a:pt x="109054" y="218795"/>
                </a:lnTo>
                <a:lnTo>
                  <a:pt x="115912" y="228790"/>
                </a:lnTo>
                <a:lnTo>
                  <a:pt x="135724" y="210502"/>
                </a:lnTo>
                <a:close/>
              </a:path>
              <a:path w="886460" h="431800">
                <a:moveTo>
                  <a:pt x="265366" y="340144"/>
                </a:moveTo>
                <a:lnTo>
                  <a:pt x="263067" y="335572"/>
                </a:lnTo>
                <a:lnTo>
                  <a:pt x="254012" y="317525"/>
                </a:lnTo>
                <a:lnTo>
                  <a:pt x="243078" y="297472"/>
                </a:lnTo>
                <a:lnTo>
                  <a:pt x="233006" y="279704"/>
                </a:lnTo>
                <a:lnTo>
                  <a:pt x="224218" y="263944"/>
                </a:lnTo>
                <a:lnTo>
                  <a:pt x="198310" y="277660"/>
                </a:lnTo>
                <a:lnTo>
                  <a:pt x="202006" y="284568"/>
                </a:lnTo>
                <a:lnTo>
                  <a:pt x="206121" y="291757"/>
                </a:lnTo>
                <a:lnTo>
                  <a:pt x="210527" y="299516"/>
                </a:lnTo>
                <a:lnTo>
                  <a:pt x="179209" y="332359"/>
                </a:lnTo>
                <a:lnTo>
                  <a:pt x="167728" y="338620"/>
                </a:lnTo>
                <a:lnTo>
                  <a:pt x="167728" y="231838"/>
                </a:lnTo>
                <a:lnTo>
                  <a:pt x="219646" y="231838"/>
                </a:lnTo>
                <a:lnTo>
                  <a:pt x="219646" y="247078"/>
                </a:lnTo>
                <a:lnTo>
                  <a:pt x="247078" y="247078"/>
                </a:lnTo>
                <a:lnTo>
                  <a:pt x="247078" y="24384"/>
                </a:lnTo>
                <a:lnTo>
                  <a:pt x="219646" y="24384"/>
                </a:lnTo>
                <a:lnTo>
                  <a:pt x="219646" y="51917"/>
                </a:lnTo>
                <a:lnTo>
                  <a:pt x="219646" y="114401"/>
                </a:lnTo>
                <a:lnTo>
                  <a:pt x="219646" y="141833"/>
                </a:lnTo>
                <a:lnTo>
                  <a:pt x="219646" y="204406"/>
                </a:lnTo>
                <a:lnTo>
                  <a:pt x="167728" y="204406"/>
                </a:lnTo>
                <a:lnTo>
                  <a:pt x="167728" y="141833"/>
                </a:lnTo>
                <a:lnTo>
                  <a:pt x="219646" y="141833"/>
                </a:lnTo>
                <a:lnTo>
                  <a:pt x="219646" y="114401"/>
                </a:lnTo>
                <a:lnTo>
                  <a:pt x="167728" y="114401"/>
                </a:lnTo>
                <a:lnTo>
                  <a:pt x="167728" y="51917"/>
                </a:lnTo>
                <a:lnTo>
                  <a:pt x="219646" y="51917"/>
                </a:lnTo>
                <a:lnTo>
                  <a:pt x="219646" y="24384"/>
                </a:lnTo>
                <a:lnTo>
                  <a:pt x="138772" y="24384"/>
                </a:lnTo>
                <a:lnTo>
                  <a:pt x="138772" y="326428"/>
                </a:lnTo>
                <a:lnTo>
                  <a:pt x="137947" y="338416"/>
                </a:lnTo>
                <a:lnTo>
                  <a:pt x="135534" y="349148"/>
                </a:lnTo>
                <a:lnTo>
                  <a:pt x="131711" y="358444"/>
                </a:lnTo>
                <a:lnTo>
                  <a:pt x="126580" y="366153"/>
                </a:lnTo>
                <a:lnTo>
                  <a:pt x="150964" y="395109"/>
                </a:lnTo>
                <a:lnTo>
                  <a:pt x="157543" y="388581"/>
                </a:lnTo>
                <a:lnTo>
                  <a:pt x="163537" y="382917"/>
                </a:lnTo>
                <a:lnTo>
                  <a:pt x="168973" y="378383"/>
                </a:lnTo>
                <a:lnTo>
                  <a:pt x="173824" y="375297"/>
                </a:lnTo>
                <a:lnTo>
                  <a:pt x="204774" y="352577"/>
                </a:lnTo>
                <a:lnTo>
                  <a:pt x="217639" y="343281"/>
                </a:lnTo>
                <a:lnTo>
                  <a:pt x="224383" y="338620"/>
                </a:lnTo>
                <a:lnTo>
                  <a:pt x="228790" y="335572"/>
                </a:lnTo>
                <a:lnTo>
                  <a:pt x="233362" y="343192"/>
                </a:lnTo>
                <a:lnTo>
                  <a:pt x="236410" y="349288"/>
                </a:lnTo>
                <a:lnTo>
                  <a:pt x="239458" y="357009"/>
                </a:lnTo>
                <a:lnTo>
                  <a:pt x="265366" y="340144"/>
                </a:lnTo>
                <a:close/>
              </a:path>
              <a:path w="886460" h="431800">
                <a:moveTo>
                  <a:pt x="437680" y="324904"/>
                </a:moveTo>
                <a:lnTo>
                  <a:pt x="430796" y="322567"/>
                </a:lnTo>
                <a:lnTo>
                  <a:pt x="423773" y="319951"/>
                </a:lnTo>
                <a:lnTo>
                  <a:pt x="416458" y="316763"/>
                </a:lnTo>
                <a:lnTo>
                  <a:pt x="408724" y="312712"/>
                </a:lnTo>
                <a:lnTo>
                  <a:pt x="408508" y="326428"/>
                </a:lnTo>
                <a:lnTo>
                  <a:pt x="404152" y="372249"/>
                </a:lnTo>
                <a:lnTo>
                  <a:pt x="396532" y="389013"/>
                </a:lnTo>
                <a:lnTo>
                  <a:pt x="370624" y="389013"/>
                </a:lnTo>
                <a:lnTo>
                  <a:pt x="364528" y="382917"/>
                </a:lnTo>
                <a:lnTo>
                  <a:pt x="364528" y="297472"/>
                </a:lnTo>
                <a:lnTo>
                  <a:pt x="364528" y="259372"/>
                </a:lnTo>
                <a:lnTo>
                  <a:pt x="350812" y="259372"/>
                </a:lnTo>
                <a:lnTo>
                  <a:pt x="353301" y="249262"/>
                </a:lnTo>
                <a:lnTo>
                  <a:pt x="355955" y="239471"/>
                </a:lnTo>
                <a:lnTo>
                  <a:pt x="358305" y="229704"/>
                </a:lnTo>
                <a:lnTo>
                  <a:pt x="359956" y="219646"/>
                </a:lnTo>
                <a:lnTo>
                  <a:pt x="425488" y="219646"/>
                </a:lnTo>
                <a:lnTo>
                  <a:pt x="425488" y="192214"/>
                </a:lnTo>
                <a:lnTo>
                  <a:pt x="364528" y="192214"/>
                </a:lnTo>
                <a:lnTo>
                  <a:pt x="367398" y="163029"/>
                </a:lnTo>
                <a:lnTo>
                  <a:pt x="369290" y="130263"/>
                </a:lnTo>
                <a:lnTo>
                  <a:pt x="370281" y="94843"/>
                </a:lnTo>
                <a:lnTo>
                  <a:pt x="370319" y="93065"/>
                </a:lnTo>
                <a:lnTo>
                  <a:pt x="370624" y="53441"/>
                </a:lnTo>
                <a:lnTo>
                  <a:pt x="422440" y="53441"/>
                </a:lnTo>
                <a:lnTo>
                  <a:pt x="422440" y="24384"/>
                </a:lnTo>
                <a:lnTo>
                  <a:pt x="268414" y="24384"/>
                </a:lnTo>
                <a:lnTo>
                  <a:pt x="268414" y="53441"/>
                </a:lnTo>
                <a:lnTo>
                  <a:pt x="341668" y="53441"/>
                </a:lnTo>
                <a:lnTo>
                  <a:pt x="341350" y="94843"/>
                </a:lnTo>
                <a:lnTo>
                  <a:pt x="340334" y="131978"/>
                </a:lnTo>
                <a:lnTo>
                  <a:pt x="338442" y="164541"/>
                </a:lnTo>
                <a:lnTo>
                  <a:pt x="335572" y="192214"/>
                </a:lnTo>
                <a:lnTo>
                  <a:pt x="297370" y="192214"/>
                </a:lnTo>
                <a:lnTo>
                  <a:pt x="306514" y="74777"/>
                </a:lnTo>
                <a:lnTo>
                  <a:pt x="279082" y="74777"/>
                </a:lnTo>
                <a:lnTo>
                  <a:pt x="268414" y="219646"/>
                </a:lnTo>
                <a:lnTo>
                  <a:pt x="329374" y="219646"/>
                </a:lnTo>
                <a:lnTo>
                  <a:pt x="316369" y="264515"/>
                </a:lnTo>
                <a:lnTo>
                  <a:pt x="297357" y="305714"/>
                </a:lnTo>
                <a:lnTo>
                  <a:pt x="272237" y="343192"/>
                </a:lnTo>
                <a:lnTo>
                  <a:pt x="240766" y="377113"/>
                </a:lnTo>
                <a:lnTo>
                  <a:pt x="202882" y="407301"/>
                </a:lnTo>
                <a:lnTo>
                  <a:pt x="209219" y="413029"/>
                </a:lnTo>
                <a:lnTo>
                  <a:pt x="214693" y="418922"/>
                </a:lnTo>
                <a:lnTo>
                  <a:pt x="219595" y="425081"/>
                </a:lnTo>
                <a:lnTo>
                  <a:pt x="224218" y="431685"/>
                </a:lnTo>
                <a:lnTo>
                  <a:pt x="260248" y="402564"/>
                </a:lnTo>
                <a:lnTo>
                  <a:pt x="290715" y="370293"/>
                </a:lnTo>
                <a:lnTo>
                  <a:pt x="315772" y="335153"/>
                </a:lnTo>
                <a:lnTo>
                  <a:pt x="335572" y="297472"/>
                </a:lnTo>
                <a:lnTo>
                  <a:pt x="335572" y="373773"/>
                </a:lnTo>
                <a:lnTo>
                  <a:pt x="337832" y="393776"/>
                </a:lnTo>
                <a:lnTo>
                  <a:pt x="344525" y="408063"/>
                </a:lnTo>
                <a:lnTo>
                  <a:pt x="355498" y="416636"/>
                </a:lnTo>
                <a:lnTo>
                  <a:pt x="370624" y="419493"/>
                </a:lnTo>
                <a:lnTo>
                  <a:pt x="398056" y="419493"/>
                </a:lnTo>
                <a:lnTo>
                  <a:pt x="408622" y="417487"/>
                </a:lnTo>
                <a:lnTo>
                  <a:pt x="417487" y="411492"/>
                </a:lnTo>
                <a:lnTo>
                  <a:pt x="424624" y="401485"/>
                </a:lnTo>
                <a:lnTo>
                  <a:pt x="429463" y="389013"/>
                </a:lnTo>
                <a:lnTo>
                  <a:pt x="430060" y="387489"/>
                </a:lnTo>
                <a:lnTo>
                  <a:pt x="433171" y="374916"/>
                </a:lnTo>
                <a:lnTo>
                  <a:pt x="435584" y="360197"/>
                </a:lnTo>
                <a:lnTo>
                  <a:pt x="437121" y="343471"/>
                </a:lnTo>
                <a:lnTo>
                  <a:pt x="437680" y="324904"/>
                </a:lnTo>
                <a:close/>
              </a:path>
              <a:path w="886460" h="431800">
                <a:moveTo>
                  <a:pt x="526161" y="294424"/>
                </a:moveTo>
                <a:lnTo>
                  <a:pt x="492633" y="282232"/>
                </a:lnTo>
                <a:lnTo>
                  <a:pt x="483806" y="312293"/>
                </a:lnTo>
                <a:lnTo>
                  <a:pt x="473532" y="340956"/>
                </a:lnTo>
                <a:lnTo>
                  <a:pt x="462114" y="368465"/>
                </a:lnTo>
                <a:lnTo>
                  <a:pt x="449859" y="395109"/>
                </a:lnTo>
                <a:lnTo>
                  <a:pt x="458736" y="399415"/>
                </a:lnTo>
                <a:lnTo>
                  <a:pt x="474802" y="406895"/>
                </a:lnTo>
                <a:lnTo>
                  <a:pt x="481965" y="410349"/>
                </a:lnTo>
                <a:lnTo>
                  <a:pt x="493153" y="385152"/>
                </a:lnTo>
                <a:lnTo>
                  <a:pt x="504063" y="357530"/>
                </a:lnTo>
                <a:lnTo>
                  <a:pt x="514972" y="327329"/>
                </a:lnTo>
                <a:lnTo>
                  <a:pt x="526161" y="294424"/>
                </a:lnTo>
                <a:close/>
              </a:path>
              <a:path w="886460" h="431800">
                <a:moveTo>
                  <a:pt x="701522" y="144970"/>
                </a:moveTo>
                <a:lnTo>
                  <a:pt x="688949" y="129819"/>
                </a:lnTo>
                <a:lnTo>
                  <a:pt x="663803" y="99021"/>
                </a:lnTo>
                <a:lnTo>
                  <a:pt x="651230" y="83921"/>
                </a:lnTo>
                <a:lnTo>
                  <a:pt x="626846" y="103733"/>
                </a:lnTo>
                <a:lnTo>
                  <a:pt x="639991" y="120586"/>
                </a:lnTo>
                <a:lnTo>
                  <a:pt x="651992" y="136740"/>
                </a:lnTo>
                <a:lnTo>
                  <a:pt x="662851" y="152031"/>
                </a:lnTo>
                <a:lnTo>
                  <a:pt x="672566" y="166306"/>
                </a:lnTo>
                <a:lnTo>
                  <a:pt x="701522" y="144970"/>
                </a:lnTo>
                <a:close/>
              </a:path>
              <a:path w="886460" h="431800">
                <a:moveTo>
                  <a:pt x="718286" y="315760"/>
                </a:moveTo>
                <a:lnTo>
                  <a:pt x="702538" y="300062"/>
                </a:lnTo>
                <a:lnTo>
                  <a:pt x="684949" y="282790"/>
                </a:lnTo>
                <a:lnTo>
                  <a:pt x="665340" y="264071"/>
                </a:lnTo>
                <a:lnTo>
                  <a:pt x="643610" y="244030"/>
                </a:lnTo>
                <a:lnTo>
                  <a:pt x="619226" y="263944"/>
                </a:lnTo>
                <a:lnTo>
                  <a:pt x="638340" y="283349"/>
                </a:lnTo>
                <a:lnTo>
                  <a:pt x="656755" y="302615"/>
                </a:lnTo>
                <a:lnTo>
                  <a:pt x="674192" y="321475"/>
                </a:lnTo>
                <a:lnTo>
                  <a:pt x="690854" y="340144"/>
                </a:lnTo>
                <a:lnTo>
                  <a:pt x="718286" y="315760"/>
                </a:lnTo>
                <a:close/>
              </a:path>
              <a:path w="886460" h="431800">
                <a:moveTo>
                  <a:pt x="790003" y="324904"/>
                </a:moveTo>
                <a:lnTo>
                  <a:pt x="780046" y="321475"/>
                </a:lnTo>
                <a:lnTo>
                  <a:pt x="770953" y="318046"/>
                </a:lnTo>
                <a:lnTo>
                  <a:pt x="763003" y="314617"/>
                </a:lnTo>
                <a:lnTo>
                  <a:pt x="756475" y="311188"/>
                </a:lnTo>
                <a:lnTo>
                  <a:pt x="755484" y="317969"/>
                </a:lnTo>
                <a:lnTo>
                  <a:pt x="748855" y="358533"/>
                </a:lnTo>
                <a:lnTo>
                  <a:pt x="715238" y="389013"/>
                </a:lnTo>
                <a:lnTo>
                  <a:pt x="626846" y="389013"/>
                </a:lnTo>
                <a:lnTo>
                  <a:pt x="613664" y="386981"/>
                </a:lnTo>
                <a:lnTo>
                  <a:pt x="604088" y="380822"/>
                </a:lnTo>
                <a:lnTo>
                  <a:pt x="598246" y="370357"/>
                </a:lnTo>
                <a:lnTo>
                  <a:pt x="596265" y="355485"/>
                </a:lnTo>
                <a:lnTo>
                  <a:pt x="596265" y="280708"/>
                </a:lnTo>
                <a:lnTo>
                  <a:pt x="562737" y="280708"/>
                </a:lnTo>
                <a:lnTo>
                  <a:pt x="562737" y="360057"/>
                </a:lnTo>
                <a:lnTo>
                  <a:pt x="566432" y="386054"/>
                </a:lnTo>
                <a:lnTo>
                  <a:pt x="577418" y="404634"/>
                </a:lnTo>
                <a:lnTo>
                  <a:pt x="595566" y="415772"/>
                </a:lnTo>
                <a:lnTo>
                  <a:pt x="620750" y="419493"/>
                </a:lnTo>
                <a:lnTo>
                  <a:pt x="718286" y="419493"/>
                </a:lnTo>
                <a:lnTo>
                  <a:pt x="757986" y="408254"/>
                </a:lnTo>
                <a:lnTo>
                  <a:pt x="779335" y="375297"/>
                </a:lnTo>
                <a:lnTo>
                  <a:pt x="784098" y="354672"/>
                </a:lnTo>
                <a:lnTo>
                  <a:pt x="790003" y="324904"/>
                </a:lnTo>
                <a:close/>
              </a:path>
              <a:path w="886460" h="431800">
                <a:moveTo>
                  <a:pt x="790003" y="173926"/>
                </a:moveTo>
                <a:lnTo>
                  <a:pt x="530733" y="173926"/>
                </a:lnTo>
                <a:lnTo>
                  <a:pt x="530733" y="204406"/>
                </a:lnTo>
                <a:lnTo>
                  <a:pt x="750379" y="204406"/>
                </a:lnTo>
                <a:lnTo>
                  <a:pt x="739127" y="224409"/>
                </a:lnTo>
                <a:lnTo>
                  <a:pt x="728192" y="243128"/>
                </a:lnTo>
                <a:lnTo>
                  <a:pt x="717283" y="260426"/>
                </a:lnTo>
                <a:lnTo>
                  <a:pt x="706094" y="276136"/>
                </a:lnTo>
                <a:lnTo>
                  <a:pt x="713232" y="278701"/>
                </a:lnTo>
                <a:lnTo>
                  <a:pt x="720953" y="281851"/>
                </a:lnTo>
                <a:lnTo>
                  <a:pt x="729234" y="285572"/>
                </a:lnTo>
                <a:lnTo>
                  <a:pt x="738098" y="289852"/>
                </a:lnTo>
                <a:lnTo>
                  <a:pt x="751598" y="268973"/>
                </a:lnTo>
                <a:lnTo>
                  <a:pt x="764654" y="247510"/>
                </a:lnTo>
                <a:lnTo>
                  <a:pt x="777405" y="225475"/>
                </a:lnTo>
                <a:lnTo>
                  <a:pt x="790003" y="202882"/>
                </a:lnTo>
                <a:lnTo>
                  <a:pt x="790003" y="173926"/>
                </a:lnTo>
                <a:close/>
              </a:path>
              <a:path w="886460" h="431800">
                <a:moveTo>
                  <a:pt x="886015" y="364629"/>
                </a:moveTo>
                <a:lnTo>
                  <a:pt x="867486" y="340614"/>
                </a:lnTo>
                <a:lnTo>
                  <a:pt x="848677" y="316915"/>
                </a:lnTo>
                <a:lnTo>
                  <a:pt x="829868" y="293801"/>
                </a:lnTo>
                <a:lnTo>
                  <a:pt x="811339" y="271564"/>
                </a:lnTo>
                <a:lnTo>
                  <a:pt x="785431" y="291376"/>
                </a:lnTo>
                <a:lnTo>
                  <a:pt x="806272" y="317969"/>
                </a:lnTo>
                <a:lnTo>
                  <a:pt x="825246" y="342861"/>
                </a:lnTo>
                <a:lnTo>
                  <a:pt x="842225" y="366039"/>
                </a:lnTo>
                <a:lnTo>
                  <a:pt x="857059" y="387489"/>
                </a:lnTo>
                <a:lnTo>
                  <a:pt x="886015" y="364629"/>
                </a:lnTo>
                <a:close/>
              </a:path>
              <a:path w="886460" h="431800">
                <a:moveTo>
                  <a:pt x="886015" y="137261"/>
                </a:moveTo>
                <a:lnTo>
                  <a:pt x="841540" y="120611"/>
                </a:lnTo>
                <a:lnTo>
                  <a:pt x="799465" y="99847"/>
                </a:lnTo>
                <a:lnTo>
                  <a:pt x="759663" y="74917"/>
                </a:lnTo>
                <a:lnTo>
                  <a:pt x="721969" y="45720"/>
                </a:lnTo>
                <a:lnTo>
                  <a:pt x="712241" y="36576"/>
                </a:lnTo>
                <a:lnTo>
                  <a:pt x="686282" y="12192"/>
                </a:lnTo>
                <a:lnTo>
                  <a:pt x="689330" y="9144"/>
                </a:lnTo>
                <a:lnTo>
                  <a:pt x="695426" y="0"/>
                </a:lnTo>
                <a:lnTo>
                  <a:pt x="655802" y="0"/>
                </a:lnTo>
                <a:lnTo>
                  <a:pt x="624116" y="34429"/>
                </a:lnTo>
                <a:lnTo>
                  <a:pt x="587679" y="66294"/>
                </a:lnTo>
                <a:lnTo>
                  <a:pt x="546506" y="95580"/>
                </a:lnTo>
                <a:lnTo>
                  <a:pt x="500570" y="122313"/>
                </a:lnTo>
                <a:lnTo>
                  <a:pt x="449859" y="146494"/>
                </a:lnTo>
                <a:lnTo>
                  <a:pt x="455320" y="153619"/>
                </a:lnTo>
                <a:lnTo>
                  <a:pt x="460336" y="161163"/>
                </a:lnTo>
                <a:lnTo>
                  <a:pt x="465086" y="168998"/>
                </a:lnTo>
                <a:lnTo>
                  <a:pt x="469671" y="176974"/>
                </a:lnTo>
                <a:lnTo>
                  <a:pt x="520039" y="150063"/>
                </a:lnTo>
                <a:lnTo>
                  <a:pt x="564984" y="122504"/>
                </a:lnTo>
                <a:lnTo>
                  <a:pt x="604570" y="94361"/>
                </a:lnTo>
                <a:lnTo>
                  <a:pt x="638886" y="65697"/>
                </a:lnTo>
                <a:lnTo>
                  <a:pt x="667994" y="36576"/>
                </a:lnTo>
                <a:lnTo>
                  <a:pt x="701459" y="69024"/>
                </a:lnTo>
                <a:lnTo>
                  <a:pt x="737781" y="98666"/>
                </a:lnTo>
                <a:lnTo>
                  <a:pt x="776897" y="125679"/>
                </a:lnTo>
                <a:lnTo>
                  <a:pt x="818718" y="150202"/>
                </a:lnTo>
                <a:lnTo>
                  <a:pt x="863155" y="172402"/>
                </a:lnTo>
                <a:lnTo>
                  <a:pt x="868019" y="164147"/>
                </a:lnTo>
                <a:lnTo>
                  <a:pt x="873442" y="155448"/>
                </a:lnTo>
                <a:lnTo>
                  <a:pt x="879398" y="146494"/>
                </a:lnTo>
                <a:lnTo>
                  <a:pt x="886015" y="1372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382130" y="2195036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5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7151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767983" y="1876234"/>
            <a:ext cx="860425" cy="436880"/>
          </a:xfrm>
          <a:custGeom>
            <a:avLst/>
            <a:gdLst/>
            <a:ahLst/>
            <a:cxnLst/>
            <a:rect l="l" t="t" r="r" b="b"/>
            <a:pathLst>
              <a:path w="860425" h="436880">
                <a:moveTo>
                  <a:pt x="134213" y="12192"/>
                </a:moveTo>
                <a:lnTo>
                  <a:pt x="97624" y="1524"/>
                </a:lnTo>
                <a:lnTo>
                  <a:pt x="82029" y="50431"/>
                </a:lnTo>
                <a:lnTo>
                  <a:pt x="64541" y="96469"/>
                </a:lnTo>
                <a:lnTo>
                  <a:pt x="45097" y="139712"/>
                </a:lnTo>
                <a:lnTo>
                  <a:pt x="23609" y="180251"/>
                </a:lnTo>
                <a:lnTo>
                  <a:pt x="0" y="218135"/>
                </a:lnTo>
                <a:lnTo>
                  <a:pt x="4546" y="228155"/>
                </a:lnTo>
                <a:lnTo>
                  <a:pt x="8953" y="237756"/>
                </a:lnTo>
                <a:lnTo>
                  <a:pt x="13068" y="247103"/>
                </a:lnTo>
                <a:lnTo>
                  <a:pt x="16764" y="256324"/>
                </a:lnTo>
                <a:lnTo>
                  <a:pt x="29070" y="238582"/>
                </a:lnTo>
                <a:lnTo>
                  <a:pt x="40957" y="219849"/>
                </a:lnTo>
                <a:lnTo>
                  <a:pt x="52552" y="200291"/>
                </a:lnTo>
                <a:lnTo>
                  <a:pt x="64008" y="180035"/>
                </a:lnTo>
                <a:lnTo>
                  <a:pt x="64008" y="430161"/>
                </a:lnTo>
                <a:lnTo>
                  <a:pt x="97624" y="430161"/>
                </a:lnTo>
                <a:lnTo>
                  <a:pt x="97624" y="180035"/>
                </a:lnTo>
                <a:lnTo>
                  <a:pt x="97624" y="108305"/>
                </a:lnTo>
                <a:lnTo>
                  <a:pt x="106768" y="85153"/>
                </a:lnTo>
                <a:lnTo>
                  <a:pt x="115912" y="61429"/>
                </a:lnTo>
                <a:lnTo>
                  <a:pt x="125069" y="37109"/>
                </a:lnTo>
                <a:lnTo>
                  <a:pt x="134213" y="12192"/>
                </a:lnTo>
                <a:close/>
              </a:path>
              <a:path w="860425" h="436880">
                <a:moveTo>
                  <a:pt x="436156" y="71729"/>
                </a:moveTo>
                <a:lnTo>
                  <a:pt x="221081" y="71729"/>
                </a:lnTo>
                <a:lnTo>
                  <a:pt x="226809" y="55689"/>
                </a:lnTo>
                <a:lnTo>
                  <a:pt x="232549" y="39484"/>
                </a:lnTo>
                <a:lnTo>
                  <a:pt x="238302" y="22999"/>
                </a:lnTo>
                <a:lnTo>
                  <a:pt x="244030" y="6096"/>
                </a:lnTo>
                <a:lnTo>
                  <a:pt x="207365" y="0"/>
                </a:lnTo>
                <a:lnTo>
                  <a:pt x="191668" y="48069"/>
                </a:lnTo>
                <a:lnTo>
                  <a:pt x="172123" y="93827"/>
                </a:lnTo>
                <a:lnTo>
                  <a:pt x="148856" y="137299"/>
                </a:lnTo>
                <a:lnTo>
                  <a:pt x="122021" y="178498"/>
                </a:lnTo>
                <a:lnTo>
                  <a:pt x="129730" y="184454"/>
                </a:lnTo>
                <a:lnTo>
                  <a:pt x="136880" y="190703"/>
                </a:lnTo>
                <a:lnTo>
                  <a:pt x="143446" y="196938"/>
                </a:lnTo>
                <a:lnTo>
                  <a:pt x="149453" y="202895"/>
                </a:lnTo>
                <a:lnTo>
                  <a:pt x="165138" y="178587"/>
                </a:lnTo>
                <a:lnTo>
                  <a:pt x="180124" y="153695"/>
                </a:lnTo>
                <a:lnTo>
                  <a:pt x="194233" y="128231"/>
                </a:lnTo>
                <a:lnTo>
                  <a:pt x="207365" y="102209"/>
                </a:lnTo>
                <a:lnTo>
                  <a:pt x="242506" y="102209"/>
                </a:lnTo>
                <a:lnTo>
                  <a:pt x="242506" y="430161"/>
                </a:lnTo>
                <a:lnTo>
                  <a:pt x="277558" y="430161"/>
                </a:lnTo>
                <a:lnTo>
                  <a:pt x="277558" y="320332"/>
                </a:lnTo>
                <a:lnTo>
                  <a:pt x="423964" y="320332"/>
                </a:lnTo>
                <a:lnTo>
                  <a:pt x="423964" y="289852"/>
                </a:lnTo>
                <a:lnTo>
                  <a:pt x="277558" y="289852"/>
                </a:lnTo>
                <a:lnTo>
                  <a:pt x="277558" y="210515"/>
                </a:lnTo>
                <a:lnTo>
                  <a:pt x="419392" y="210515"/>
                </a:lnTo>
                <a:lnTo>
                  <a:pt x="419392" y="178498"/>
                </a:lnTo>
                <a:lnTo>
                  <a:pt x="277558" y="178498"/>
                </a:lnTo>
                <a:lnTo>
                  <a:pt x="277558" y="102209"/>
                </a:lnTo>
                <a:lnTo>
                  <a:pt x="436156" y="102209"/>
                </a:lnTo>
                <a:lnTo>
                  <a:pt x="436156" y="71729"/>
                </a:lnTo>
                <a:close/>
              </a:path>
              <a:path w="860425" h="436880">
                <a:moveTo>
                  <a:pt x="860107" y="25908"/>
                </a:moveTo>
                <a:lnTo>
                  <a:pt x="825055" y="25908"/>
                </a:lnTo>
                <a:lnTo>
                  <a:pt x="825055" y="58013"/>
                </a:lnTo>
                <a:lnTo>
                  <a:pt x="825055" y="140309"/>
                </a:lnTo>
                <a:lnTo>
                  <a:pt x="825055" y="172402"/>
                </a:lnTo>
                <a:lnTo>
                  <a:pt x="825055" y="253276"/>
                </a:lnTo>
                <a:lnTo>
                  <a:pt x="695426" y="253276"/>
                </a:lnTo>
                <a:lnTo>
                  <a:pt x="695426" y="172402"/>
                </a:lnTo>
                <a:lnTo>
                  <a:pt x="825055" y="172402"/>
                </a:lnTo>
                <a:lnTo>
                  <a:pt x="825055" y="140309"/>
                </a:lnTo>
                <a:lnTo>
                  <a:pt x="695426" y="140309"/>
                </a:lnTo>
                <a:lnTo>
                  <a:pt x="695426" y="58013"/>
                </a:lnTo>
                <a:lnTo>
                  <a:pt x="825055" y="58013"/>
                </a:lnTo>
                <a:lnTo>
                  <a:pt x="825055" y="25908"/>
                </a:lnTo>
                <a:lnTo>
                  <a:pt x="660374" y="25908"/>
                </a:lnTo>
                <a:lnTo>
                  <a:pt x="660374" y="58013"/>
                </a:lnTo>
                <a:lnTo>
                  <a:pt x="660374" y="140309"/>
                </a:lnTo>
                <a:lnTo>
                  <a:pt x="660374" y="172402"/>
                </a:lnTo>
                <a:lnTo>
                  <a:pt x="660374" y="253276"/>
                </a:lnTo>
                <a:lnTo>
                  <a:pt x="535305" y="253276"/>
                </a:lnTo>
                <a:lnTo>
                  <a:pt x="537044" y="233527"/>
                </a:lnTo>
                <a:lnTo>
                  <a:pt x="537781" y="213372"/>
                </a:lnTo>
                <a:lnTo>
                  <a:pt x="537667" y="192963"/>
                </a:lnTo>
                <a:lnTo>
                  <a:pt x="536829" y="172402"/>
                </a:lnTo>
                <a:lnTo>
                  <a:pt x="660374" y="172402"/>
                </a:lnTo>
                <a:lnTo>
                  <a:pt x="660374" y="140309"/>
                </a:lnTo>
                <a:lnTo>
                  <a:pt x="536829" y="140309"/>
                </a:lnTo>
                <a:lnTo>
                  <a:pt x="536829" y="58013"/>
                </a:lnTo>
                <a:lnTo>
                  <a:pt x="660374" y="58013"/>
                </a:lnTo>
                <a:lnTo>
                  <a:pt x="660374" y="25908"/>
                </a:lnTo>
                <a:lnTo>
                  <a:pt x="501675" y="25908"/>
                </a:lnTo>
                <a:lnTo>
                  <a:pt x="501675" y="183070"/>
                </a:lnTo>
                <a:lnTo>
                  <a:pt x="501103" y="223977"/>
                </a:lnTo>
                <a:lnTo>
                  <a:pt x="496531" y="290957"/>
                </a:lnTo>
                <a:lnTo>
                  <a:pt x="486587" y="340969"/>
                </a:lnTo>
                <a:lnTo>
                  <a:pt x="467245" y="385521"/>
                </a:lnTo>
                <a:lnTo>
                  <a:pt x="454431" y="405765"/>
                </a:lnTo>
                <a:lnTo>
                  <a:pt x="474370" y="429133"/>
                </a:lnTo>
                <a:lnTo>
                  <a:pt x="516242" y="368769"/>
                </a:lnTo>
                <a:lnTo>
                  <a:pt x="527164" y="329018"/>
                </a:lnTo>
                <a:lnTo>
                  <a:pt x="533781" y="285280"/>
                </a:lnTo>
                <a:lnTo>
                  <a:pt x="660374" y="285280"/>
                </a:lnTo>
                <a:lnTo>
                  <a:pt x="660374" y="424053"/>
                </a:lnTo>
                <a:lnTo>
                  <a:pt x="695426" y="424053"/>
                </a:lnTo>
                <a:lnTo>
                  <a:pt x="695426" y="285280"/>
                </a:lnTo>
                <a:lnTo>
                  <a:pt x="825055" y="285280"/>
                </a:lnTo>
                <a:lnTo>
                  <a:pt x="825055" y="366141"/>
                </a:lnTo>
                <a:lnTo>
                  <a:pt x="823341" y="377266"/>
                </a:lnTo>
                <a:lnTo>
                  <a:pt x="818197" y="385381"/>
                </a:lnTo>
                <a:lnTo>
                  <a:pt x="809625" y="390359"/>
                </a:lnTo>
                <a:lnTo>
                  <a:pt x="797623" y="392049"/>
                </a:lnTo>
                <a:lnTo>
                  <a:pt x="784377" y="391795"/>
                </a:lnTo>
                <a:lnTo>
                  <a:pt x="769721" y="391096"/>
                </a:lnTo>
                <a:lnTo>
                  <a:pt x="735050" y="389001"/>
                </a:lnTo>
                <a:lnTo>
                  <a:pt x="737311" y="399859"/>
                </a:lnTo>
                <a:lnTo>
                  <a:pt x="739432" y="409575"/>
                </a:lnTo>
                <a:lnTo>
                  <a:pt x="741260" y="418147"/>
                </a:lnTo>
                <a:lnTo>
                  <a:pt x="742670" y="425589"/>
                </a:lnTo>
                <a:lnTo>
                  <a:pt x="760653" y="425818"/>
                </a:lnTo>
                <a:lnTo>
                  <a:pt x="794397" y="426872"/>
                </a:lnTo>
                <a:lnTo>
                  <a:pt x="809815" y="427113"/>
                </a:lnTo>
                <a:lnTo>
                  <a:pt x="831824" y="423722"/>
                </a:lnTo>
                <a:lnTo>
                  <a:pt x="847534" y="413766"/>
                </a:lnTo>
                <a:lnTo>
                  <a:pt x="856970" y="397535"/>
                </a:lnTo>
                <a:lnTo>
                  <a:pt x="857732" y="392049"/>
                </a:lnTo>
                <a:lnTo>
                  <a:pt x="860107" y="375285"/>
                </a:lnTo>
                <a:lnTo>
                  <a:pt x="860107" y="58013"/>
                </a:lnTo>
                <a:lnTo>
                  <a:pt x="860107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728775" y="2195036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09" h="116205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7056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113103" y="1876234"/>
            <a:ext cx="1336040" cy="436880"/>
          </a:xfrm>
          <a:custGeom>
            <a:avLst/>
            <a:gdLst/>
            <a:ahLst/>
            <a:cxnLst/>
            <a:rect l="l" t="t" r="r" b="b"/>
            <a:pathLst>
              <a:path w="1336040" h="436880">
                <a:moveTo>
                  <a:pt x="341566" y="157162"/>
                </a:moveTo>
                <a:lnTo>
                  <a:pt x="99060" y="157162"/>
                </a:lnTo>
                <a:lnTo>
                  <a:pt x="99060" y="190690"/>
                </a:lnTo>
                <a:lnTo>
                  <a:pt x="341566" y="190690"/>
                </a:lnTo>
                <a:lnTo>
                  <a:pt x="341566" y="157162"/>
                </a:lnTo>
                <a:close/>
              </a:path>
              <a:path w="1336040" h="436880">
                <a:moveTo>
                  <a:pt x="422440" y="248704"/>
                </a:moveTo>
                <a:lnTo>
                  <a:pt x="19812" y="248704"/>
                </a:lnTo>
                <a:lnTo>
                  <a:pt x="19812" y="280708"/>
                </a:lnTo>
                <a:lnTo>
                  <a:pt x="166204" y="280708"/>
                </a:lnTo>
                <a:lnTo>
                  <a:pt x="147904" y="305003"/>
                </a:lnTo>
                <a:lnTo>
                  <a:pt x="111264" y="348475"/>
                </a:lnTo>
                <a:lnTo>
                  <a:pt x="75819" y="379488"/>
                </a:lnTo>
                <a:lnTo>
                  <a:pt x="56388" y="389013"/>
                </a:lnTo>
                <a:lnTo>
                  <a:pt x="76200" y="425589"/>
                </a:lnTo>
                <a:lnTo>
                  <a:pt x="112776" y="414921"/>
                </a:lnTo>
                <a:lnTo>
                  <a:pt x="335470" y="399681"/>
                </a:lnTo>
                <a:lnTo>
                  <a:pt x="344563" y="409676"/>
                </a:lnTo>
                <a:lnTo>
                  <a:pt x="361619" y="427964"/>
                </a:lnTo>
                <a:lnTo>
                  <a:pt x="368998" y="436257"/>
                </a:lnTo>
                <a:lnTo>
                  <a:pt x="396430" y="410349"/>
                </a:lnTo>
                <a:lnTo>
                  <a:pt x="386029" y="399681"/>
                </a:lnTo>
                <a:lnTo>
                  <a:pt x="372452" y="385749"/>
                </a:lnTo>
                <a:lnTo>
                  <a:pt x="368020" y="381393"/>
                </a:lnTo>
                <a:lnTo>
                  <a:pt x="346329" y="360006"/>
                </a:lnTo>
                <a:lnTo>
                  <a:pt x="318211" y="333108"/>
                </a:lnTo>
                <a:lnTo>
                  <a:pt x="288226" y="305092"/>
                </a:lnTo>
                <a:lnTo>
                  <a:pt x="263740" y="326428"/>
                </a:lnTo>
                <a:lnTo>
                  <a:pt x="275856" y="338734"/>
                </a:lnTo>
                <a:lnTo>
                  <a:pt x="297700" y="361657"/>
                </a:lnTo>
                <a:lnTo>
                  <a:pt x="308038" y="372249"/>
                </a:lnTo>
                <a:lnTo>
                  <a:pt x="263740" y="373672"/>
                </a:lnTo>
                <a:lnTo>
                  <a:pt x="218020" y="375678"/>
                </a:lnTo>
                <a:lnTo>
                  <a:pt x="171170" y="378244"/>
                </a:lnTo>
                <a:lnTo>
                  <a:pt x="123444" y="381393"/>
                </a:lnTo>
                <a:lnTo>
                  <a:pt x="144360" y="357898"/>
                </a:lnTo>
                <a:lnTo>
                  <a:pt x="165823" y="333298"/>
                </a:lnTo>
                <a:lnTo>
                  <a:pt x="187833" y="307568"/>
                </a:lnTo>
                <a:lnTo>
                  <a:pt x="210400" y="280708"/>
                </a:lnTo>
                <a:lnTo>
                  <a:pt x="422440" y="280708"/>
                </a:lnTo>
                <a:lnTo>
                  <a:pt x="422440" y="248704"/>
                </a:lnTo>
                <a:close/>
              </a:path>
              <a:path w="1336040" h="436880">
                <a:moveTo>
                  <a:pt x="443776" y="164782"/>
                </a:moveTo>
                <a:lnTo>
                  <a:pt x="395439" y="143497"/>
                </a:lnTo>
                <a:lnTo>
                  <a:pt x="351155" y="118059"/>
                </a:lnTo>
                <a:lnTo>
                  <a:pt x="310883" y="88303"/>
                </a:lnTo>
                <a:lnTo>
                  <a:pt x="274650" y="54089"/>
                </a:lnTo>
                <a:lnTo>
                  <a:pt x="262648" y="39624"/>
                </a:lnTo>
                <a:lnTo>
                  <a:pt x="242404" y="15240"/>
                </a:lnTo>
                <a:lnTo>
                  <a:pt x="251548" y="4572"/>
                </a:lnTo>
                <a:lnTo>
                  <a:pt x="204304" y="4572"/>
                </a:lnTo>
                <a:lnTo>
                  <a:pt x="171208" y="45059"/>
                </a:lnTo>
                <a:lnTo>
                  <a:pt x="134150" y="82296"/>
                </a:lnTo>
                <a:lnTo>
                  <a:pt x="93205" y="116395"/>
                </a:lnTo>
                <a:lnTo>
                  <a:pt x="48463" y="147421"/>
                </a:lnTo>
                <a:lnTo>
                  <a:pt x="0" y="175450"/>
                </a:lnTo>
                <a:lnTo>
                  <a:pt x="6807" y="183451"/>
                </a:lnTo>
                <a:lnTo>
                  <a:pt x="13258" y="191363"/>
                </a:lnTo>
                <a:lnTo>
                  <a:pt x="19291" y="199453"/>
                </a:lnTo>
                <a:lnTo>
                  <a:pt x="24384" y="207454"/>
                </a:lnTo>
                <a:lnTo>
                  <a:pt x="67373" y="180365"/>
                </a:lnTo>
                <a:lnTo>
                  <a:pt x="108546" y="150164"/>
                </a:lnTo>
                <a:lnTo>
                  <a:pt x="147891" y="116738"/>
                </a:lnTo>
                <a:lnTo>
                  <a:pt x="185407" y="79946"/>
                </a:lnTo>
                <a:lnTo>
                  <a:pt x="221068" y="39624"/>
                </a:lnTo>
                <a:lnTo>
                  <a:pt x="251625" y="78282"/>
                </a:lnTo>
                <a:lnTo>
                  <a:pt x="286588" y="113715"/>
                </a:lnTo>
                <a:lnTo>
                  <a:pt x="325945" y="145999"/>
                </a:lnTo>
                <a:lnTo>
                  <a:pt x="369709" y="175183"/>
                </a:lnTo>
                <a:lnTo>
                  <a:pt x="417868" y="201358"/>
                </a:lnTo>
                <a:lnTo>
                  <a:pt x="423786" y="191452"/>
                </a:lnTo>
                <a:lnTo>
                  <a:pt x="430250" y="181927"/>
                </a:lnTo>
                <a:lnTo>
                  <a:pt x="436930" y="173075"/>
                </a:lnTo>
                <a:lnTo>
                  <a:pt x="443776" y="164782"/>
                </a:lnTo>
                <a:close/>
              </a:path>
              <a:path w="1336040" h="436880">
                <a:moveTo>
                  <a:pt x="886015" y="149542"/>
                </a:moveTo>
                <a:lnTo>
                  <a:pt x="631317" y="149542"/>
                </a:lnTo>
                <a:lnTo>
                  <a:pt x="649605" y="112877"/>
                </a:lnTo>
                <a:lnTo>
                  <a:pt x="852487" y="112877"/>
                </a:lnTo>
                <a:lnTo>
                  <a:pt x="852487" y="85445"/>
                </a:lnTo>
                <a:lnTo>
                  <a:pt x="661797" y="85445"/>
                </a:lnTo>
                <a:lnTo>
                  <a:pt x="674941" y="50393"/>
                </a:lnTo>
                <a:lnTo>
                  <a:pt x="675513" y="48869"/>
                </a:lnTo>
                <a:lnTo>
                  <a:pt x="719289" y="47459"/>
                </a:lnTo>
                <a:lnTo>
                  <a:pt x="854011" y="41249"/>
                </a:lnTo>
                <a:lnTo>
                  <a:pt x="849439" y="12192"/>
                </a:lnTo>
                <a:lnTo>
                  <a:pt x="703516" y="19075"/>
                </a:lnTo>
                <a:lnTo>
                  <a:pt x="539369" y="23558"/>
                </a:lnTo>
                <a:lnTo>
                  <a:pt x="480352" y="24384"/>
                </a:lnTo>
                <a:lnTo>
                  <a:pt x="482371" y="32385"/>
                </a:lnTo>
                <a:lnTo>
                  <a:pt x="483971" y="40246"/>
                </a:lnTo>
                <a:lnTo>
                  <a:pt x="485216" y="47459"/>
                </a:lnTo>
                <a:lnTo>
                  <a:pt x="486448" y="54965"/>
                </a:lnTo>
                <a:lnTo>
                  <a:pt x="638937" y="50393"/>
                </a:lnTo>
                <a:lnTo>
                  <a:pt x="635508" y="59296"/>
                </a:lnTo>
                <a:lnTo>
                  <a:pt x="628650" y="76542"/>
                </a:lnTo>
                <a:lnTo>
                  <a:pt x="625221" y="85445"/>
                </a:lnTo>
                <a:lnTo>
                  <a:pt x="487972" y="85445"/>
                </a:lnTo>
                <a:lnTo>
                  <a:pt x="487972" y="112877"/>
                </a:lnTo>
                <a:lnTo>
                  <a:pt x="613029" y="112877"/>
                </a:lnTo>
                <a:lnTo>
                  <a:pt x="608215" y="122021"/>
                </a:lnTo>
                <a:lnTo>
                  <a:pt x="598030" y="140347"/>
                </a:lnTo>
                <a:lnTo>
                  <a:pt x="593217" y="149542"/>
                </a:lnTo>
                <a:lnTo>
                  <a:pt x="459016" y="149542"/>
                </a:lnTo>
                <a:lnTo>
                  <a:pt x="459016" y="176987"/>
                </a:lnTo>
                <a:lnTo>
                  <a:pt x="573405" y="176987"/>
                </a:lnTo>
                <a:lnTo>
                  <a:pt x="547865" y="210185"/>
                </a:lnTo>
                <a:lnTo>
                  <a:pt x="519214" y="241414"/>
                </a:lnTo>
                <a:lnTo>
                  <a:pt x="487159" y="270929"/>
                </a:lnTo>
                <a:lnTo>
                  <a:pt x="451383" y="298996"/>
                </a:lnTo>
                <a:lnTo>
                  <a:pt x="457085" y="306971"/>
                </a:lnTo>
                <a:lnTo>
                  <a:pt x="462635" y="314807"/>
                </a:lnTo>
                <a:lnTo>
                  <a:pt x="467893" y="322351"/>
                </a:lnTo>
                <a:lnTo>
                  <a:pt x="472732" y="329476"/>
                </a:lnTo>
                <a:lnTo>
                  <a:pt x="492988" y="312064"/>
                </a:lnTo>
                <a:lnTo>
                  <a:pt x="512546" y="294233"/>
                </a:lnTo>
                <a:lnTo>
                  <a:pt x="531228" y="276110"/>
                </a:lnTo>
                <a:lnTo>
                  <a:pt x="548932" y="257848"/>
                </a:lnTo>
                <a:lnTo>
                  <a:pt x="548932" y="430161"/>
                </a:lnTo>
                <a:lnTo>
                  <a:pt x="581025" y="430161"/>
                </a:lnTo>
                <a:lnTo>
                  <a:pt x="581025" y="413397"/>
                </a:lnTo>
                <a:lnTo>
                  <a:pt x="800582" y="413397"/>
                </a:lnTo>
                <a:lnTo>
                  <a:pt x="800582" y="430161"/>
                </a:lnTo>
                <a:lnTo>
                  <a:pt x="831151" y="430161"/>
                </a:lnTo>
                <a:lnTo>
                  <a:pt x="831151" y="413397"/>
                </a:lnTo>
                <a:lnTo>
                  <a:pt x="831151" y="384441"/>
                </a:lnTo>
                <a:lnTo>
                  <a:pt x="831151" y="210515"/>
                </a:lnTo>
                <a:lnTo>
                  <a:pt x="800582" y="210515"/>
                </a:lnTo>
                <a:lnTo>
                  <a:pt x="800582" y="384441"/>
                </a:lnTo>
                <a:lnTo>
                  <a:pt x="581025" y="384441"/>
                </a:lnTo>
                <a:lnTo>
                  <a:pt x="581025" y="353961"/>
                </a:lnTo>
                <a:lnTo>
                  <a:pt x="800582" y="353961"/>
                </a:lnTo>
                <a:lnTo>
                  <a:pt x="800582" y="326428"/>
                </a:lnTo>
                <a:lnTo>
                  <a:pt x="581025" y="326428"/>
                </a:lnTo>
                <a:lnTo>
                  <a:pt x="581025" y="295948"/>
                </a:lnTo>
                <a:lnTo>
                  <a:pt x="800582" y="295948"/>
                </a:lnTo>
                <a:lnTo>
                  <a:pt x="800582" y="268516"/>
                </a:lnTo>
                <a:lnTo>
                  <a:pt x="581025" y="268516"/>
                </a:lnTo>
                <a:lnTo>
                  <a:pt x="581025" y="257848"/>
                </a:lnTo>
                <a:lnTo>
                  <a:pt x="581025" y="237947"/>
                </a:lnTo>
                <a:lnTo>
                  <a:pt x="800582" y="237947"/>
                </a:lnTo>
                <a:lnTo>
                  <a:pt x="800582" y="210515"/>
                </a:lnTo>
                <a:lnTo>
                  <a:pt x="590169" y="210515"/>
                </a:lnTo>
                <a:lnTo>
                  <a:pt x="595884" y="202488"/>
                </a:lnTo>
                <a:lnTo>
                  <a:pt x="601599" y="194322"/>
                </a:lnTo>
                <a:lnTo>
                  <a:pt x="607314" y="185864"/>
                </a:lnTo>
                <a:lnTo>
                  <a:pt x="613029" y="176987"/>
                </a:lnTo>
                <a:lnTo>
                  <a:pt x="886015" y="176987"/>
                </a:lnTo>
                <a:lnTo>
                  <a:pt x="886015" y="149542"/>
                </a:lnTo>
                <a:close/>
              </a:path>
              <a:path w="1336040" h="436880">
                <a:moveTo>
                  <a:pt x="940879" y="105257"/>
                </a:moveTo>
                <a:lnTo>
                  <a:pt x="913447" y="100685"/>
                </a:lnTo>
                <a:lnTo>
                  <a:pt x="909967" y="132461"/>
                </a:lnTo>
                <a:lnTo>
                  <a:pt x="906208" y="161353"/>
                </a:lnTo>
                <a:lnTo>
                  <a:pt x="901877" y="187363"/>
                </a:lnTo>
                <a:lnTo>
                  <a:pt x="896683" y="210502"/>
                </a:lnTo>
                <a:lnTo>
                  <a:pt x="905281" y="212534"/>
                </a:lnTo>
                <a:lnTo>
                  <a:pt x="912876" y="214122"/>
                </a:lnTo>
                <a:lnTo>
                  <a:pt x="925639" y="216598"/>
                </a:lnTo>
                <a:lnTo>
                  <a:pt x="929944" y="190652"/>
                </a:lnTo>
                <a:lnTo>
                  <a:pt x="933831" y="163258"/>
                </a:lnTo>
                <a:lnTo>
                  <a:pt x="937425" y="134696"/>
                </a:lnTo>
                <a:lnTo>
                  <a:pt x="940879" y="105257"/>
                </a:lnTo>
                <a:close/>
              </a:path>
              <a:path w="1336040" h="436880">
                <a:moveTo>
                  <a:pt x="1033945" y="120497"/>
                </a:moveTo>
                <a:lnTo>
                  <a:pt x="1025652" y="110159"/>
                </a:lnTo>
                <a:lnTo>
                  <a:pt x="1016800" y="99542"/>
                </a:lnTo>
                <a:lnTo>
                  <a:pt x="1013904" y="96113"/>
                </a:lnTo>
                <a:lnTo>
                  <a:pt x="1007478" y="88493"/>
                </a:lnTo>
                <a:lnTo>
                  <a:pt x="997356" y="76301"/>
                </a:lnTo>
                <a:lnTo>
                  <a:pt x="982116" y="88493"/>
                </a:lnTo>
                <a:lnTo>
                  <a:pt x="982116" y="0"/>
                </a:lnTo>
                <a:lnTo>
                  <a:pt x="953071" y="0"/>
                </a:lnTo>
                <a:lnTo>
                  <a:pt x="953071" y="428637"/>
                </a:lnTo>
                <a:lnTo>
                  <a:pt x="982116" y="428637"/>
                </a:lnTo>
                <a:lnTo>
                  <a:pt x="982116" y="96113"/>
                </a:lnTo>
                <a:lnTo>
                  <a:pt x="990079" y="106375"/>
                </a:lnTo>
                <a:lnTo>
                  <a:pt x="997737" y="116497"/>
                </a:lnTo>
                <a:lnTo>
                  <a:pt x="1004836" y="126326"/>
                </a:lnTo>
                <a:lnTo>
                  <a:pt x="1011085" y="135737"/>
                </a:lnTo>
                <a:lnTo>
                  <a:pt x="1033945" y="120497"/>
                </a:lnTo>
                <a:close/>
              </a:path>
              <a:path w="1336040" h="436880">
                <a:moveTo>
                  <a:pt x="1335887" y="393573"/>
                </a:moveTo>
                <a:lnTo>
                  <a:pt x="1184910" y="393573"/>
                </a:lnTo>
                <a:lnTo>
                  <a:pt x="1184910" y="366141"/>
                </a:lnTo>
                <a:lnTo>
                  <a:pt x="1319123" y="366141"/>
                </a:lnTo>
                <a:lnTo>
                  <a:pt x="1319123" y="341668"/>
                </a:lnTo>
                <a:lnTo>
                  <a:pt x="1184910" y="341668"/>
                </a:lnTo>
                <a:lnTo>
                  <a:pt x="1184910" y="314236"/>
                </a:lnTo>
                <a:lnTo>
                  <a:pt x="1276451" y="314236"/>
                </a:lnTo>
                <a:lnTo>
                  <a:pt x="1276451" y="324904"/>
                </a:lnTo>
                <a:lnTo>
                  <a:pt x="1305407" y="324904"/>
                </a:lnTo>
                <a:lnTo>
                  <a:pt x="1305407" y="192214"/>
                </a:lnTo>
                <a:lnTo>
                  <a:pt x="1276451" y="192214"/>
                </a:lnTo>
                <a:lnTo>
                  <a:pt x="1276451" y="215074"/>
                </a:lnTo>
                <a:lnTo>
                  <a:pt x="1276451" y="242506"/>
                </a:lnTo>
                <a:lnTo>
                  <a:pt x="1276451" y="263944"/>
                </a:lnTo>
                <a:lnTo>
                  <a:pt x="1276451" y="291376"/>
                </a:lnTo>
                <a:lnTo>
                  <a:pt x="1184910" y="291376"/>
                </a:lnTo>
                <a:lnTo>
                  <a:pt x="1184910" y="263944"/>
                </a:lnTo>
                <a:lnTo>
                  <a:pt x="1276451" y="263944"/>
                </a:lnTo>
                <a:lnTo>
                  <a:pt x="1276451" y="242506"/>
                </a:lnTo>
                <a:lnTo>
                  <a:pt x="1184910" y="242506"/>
                </a:lnTo>
                <a:lnTo>
                  <a:pt x="1184910" y="215074"/>
                </a:lnTo>
                <a:lnTo>
                  <a:pt x="1276451" y="215074"/>
                </a:lnTo>
                <a:lnTo>
                  <a:pt x="1276451" y="192214"/>
                </a:lnTo>
                <a:lnTo>
                  <a:pt x="1184910" y="192214"/>
                </a:lnTo>
                <a:lnTo>
                  <a:pt x="1184910" y="167830"/>
                </a:lnTo>
                <a:lnTo>
                  <a:pt x="1334363" y="167830"/>
                </a:lnTo>
                <a:lnTo>
                  <a:pt x="1334363" y="143357"/>
                </a:lnTo>
                <a:lnTo>
                  <a:pt x="1184910" y="143357"/>
                </a:lnTo>
                <a:lnTo>
                  <a:pt x="1184910" y="118973"/>
                </a:lnTo>
                <a:lnTo>
                  <a:pt x="1308455" y="114401"/>
                </a:lnTo>
                <a:lnTo>
                  <a:pt x="1302359" y="88493"/>
                </a:lnTo>
                <a:lnTo>
                  <a:pt x="1254404" y="90893"/>
                </a:lnTo>
                <a:lnTo>
                  <a:pt x="1151153" y="94094"/>
                </a:lnTo>
                <a:lnTo>
                  <a:pt x="1038517" y="96113"/>
                </a:lnTo>
                <a:lnTo>
                  <a:pt x="1039672" y="99517"/>
                </a:lnTo>
                <a:lnTo>
                  <a:pt x="1040993" y="105067"/>
                </a:lnTo>
                <a:lnTo>
                  <a:pt x="1042581" y="112610"/>
                </a:lnTo>
                <a:lnTo>
                  <a:pt x="1044613" y="122021"/>
                </a:lnTo>
                <a:lnTo>
                  <a:pt x="1130846" y="119875"/>
                </a:lnTo>
                <a:lnTo>
                  <a:pt x="1157478" y="118973"/>
                </a:lnTo>
                <a:lnTo>
                  <a:pt x="1157478" y="143357"/>
                </a:lnTo>
                <a:lnTo>
                  <a:pt x="1018705" y="143357"/>
                </a:lnTo>
                <a:lnTo>
                  <a:pt x="1018705" y="167830"/>
                </a:lnTo>
                <a:lnTo>
                  <a:pt x="1157478" y="167830"/>
                </a:lnTo>
                <a:lnTo>
                  <a:pt x="1157478" y="192214"/>
                </a:lnTo>
                <a:lnTo>
                  <a:pt x="1157478" y="215074"/>
                </a:lnTo>
                <a:lnTo>
                  <a:pt x="1157478" y="242506"/>
                </a:lnTo>
                <a:lnTo>
                  <a:pt x="1157478" y="263944"/>
                </a:lnTo>
                <a:lnTo>
                  <a:pt x="1157478" y="291376"/>
                </a:lnTo>
                <a:lnTo>
                  <a:pt x="1065949" y="291376"/>
                </a:lnTo>
                <a:lnTo>
                  <a:pt x="1065949" y="263944"/>
                </a:lnTo>
                <a:lnTo>
                  <a:pt x="1157478" y="263944"/>
                </a:lnTo>
                <a:lnTo>
                  <a:pt x="1157478" y="242506"/>
                </a:lnTo>
                <a:lnTo>
                  <a:pt x="1065949" y="242506"/>
                </a:lnTo>
                <a:lnTo>
                  <a:pt x="1065949" y="215074"/>
                </a:lnTo>
                <a:lnTo>
                  <a:pt x="1157478" y="215074"/>
                </a:lnTo>
                <a:lnTo>
                  <a:pt x="1157478" y="192214"/>
                </a:lnTo>
                <a:lnTo>
                  <a:pt x="1038517" y="192214"/>
                </a:lnTo>
                <a:lnTo>
                  <a:pt x="1038517" y="324904"/>
                </a:lnTo>
                <a:lnTo>
                  <a:pt x="1065949" y="324904"/>
                </a:lnTo>
                <a:lnTo>
                  <a:pt x="1065949" y="314236"/>
                </a:lnTo>
                <a:lnTo>
                  <a:pt x="1157478" y="314236"/>
                </a:lnTo>
                <a:lnTo>
                  <a:pt x="1157478" y="341668"/>
                </a:lnTo>
                <a:lnTo>
                  <a:pt x="1023277" y="341668"/>
                </a:lnTo>
                <a:lnTo>
                  <a:pt x="1023277" y="366141"/>
                </a:lnTo>
                <a:lnTo>
                  <a:pt x="1157478" y="366141"/>
                </a:lnTo>
                <a:lnTo>
                  <a:pt x="1157478" y="393573"/>
                </a:lnTo>
                <a:lnTo>
                  <a:pt x="1006513" y="393573"/>
                </a:lnTo>
                <a:lnTo>
                  <a:pt x="1006513" y="419493"/>
                </a:lnTo>
                <a:lnTo>
                  <a:pt x="1335887" y="419493"/>
                </a:lnTo>
                <a:lnTo>
                  <a:pt x="1335887" y="393573"/>
                </a:lnTo>
                <a:close/>
              </a:path>
              <a:path w="1336040" h="436880">
                <a:moveTo>
                  <a:pt x="1335887" y="33528"/>
                </a:moveTo>
                <a:lnTo>
                  <a:pt x="1249019" y="33528"/>
                </a:lnTo>
                <a:lnTo>
                  <a:pt x="1249019" y="0"/>
                </a:lnTo>
                <a:lnTo>
                  <a:pt x="1219962" y="0"/>
                </a:lnTo>
                <a:lnTo>
                  <a:pt x="1219962" y="33528"/>
                </a:lnTo>
                <a:lnTo>
                  <a:pt x="1133094" y="33528"/>
                </a:lnTo>
                <a:lnTo>
                  <a:pt x="1133094" y="0"/>
                </a:lnTo>
                <a:lnTo>
                  <a:pt x="1104049" y="0"/>
                </a:lnTo>
                <a:lnTo>
                  <a:pt x="1104049" y="33528"/>
                </a:lnTo>
                <a:lnTo>
                  <a:pt x="1017181" y="33528"/>
                </a:lnTo>
                <a:lnTo>
                  <a:pt x="1017181" y="58013"/>
                </a:lnTo>
                <a:lnTo>
                  <a:pt x="1104049" y="58013"/>
                </a:lnTo>
                <a:lnTo>
                  <a:pt x="1104049" y="83921"/>
                </a:lnTo>
                <a:lnTo>
                  <a:pt x="1133094" y="83921"/>
                </a:lnTo>
                <a:lnTo>
                  <a:pt x="1133094" y="58013"/>
                </a:lnTo>
                <a:lnTo>
                  <a:pt x="1219962" y="58013"/>
                </a:lnTo>
                <a:lnTo>
                  <a:pt x="1219962" y="83921"/>
                </a:lnTo>
                <a:lnTo>
                  <a:pt x="1249019" y="83921"/>
                </a:lnTo>
                <a:lnTo>
                  <a:pt x="1249019" y="58013"/>
                </a:lnTo>
                <a:lnTo>
                  <a:pt x="1335887" y="58013"/>
                </a:lnTo>
                <a:lnTo>
                  <a:pt x="1335887" y="3352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297584" y="2410117"/>
            <a:ext cx="1781810" cy="438150"/>
          </a:xfrm>
          <a:custGeom>
            <a:avLst/>
            <a:gdLst/>
            <a:ahLst/>
            <a:cxnLst/>
            <a:rect l="l" t="t" r="r" b="b"/>
            <a:pathLst>
              <a:path w="1781810" h="438150">
                <a:moveTo>
                  <a:pt x="67144" y="181546"/>
                </a:moveTo>
                <a:lnTo>
                  <a:pt x="35140" y="181546"/>
                </a:lnTo>
                <a:lnTo>
                  <a:pt x="35140" y="434721"/>
                </a:lnTo>
                <a:lnTo>
                  <a:pt x="67144" y="434721"/>
                </a:lnTo>
                <a:lnTo>
                  <a:pt x="67144" y="181546"/>
                </a:lnTo>
                <a:close/>
              </a:path>
              <a:path w="1781810" h="438150">
                <a:moveTo>
                  <a:pt x="131165" y="163258"/>
                </a:moveTo>
                <a:lnTo>
                  <a:pt x="119443" y="150710"/>
                </a:lnTo>
                <a:lnTo>
                  <a:pt x="107149" y="138290"/>
                </a:lnTo>
                <a:lnTo>
                  <a:pt x="94297" y="126136"/>
                </a:lnTo>
                <a:lnTo>
                  <a:pt x="80860" y="114388"/>
                </a:lnTo>
                <a:lnTo>
                  <a:pt x="59524" y="132778"/>
                </a:lnTo>
                <a:lnTo>
                  <a:pt x="84289" y="159258"/>
                </a:lnTo>
                <a:lnTo>
                  <a:pt x="95961" y="171996"/>
                </a:lnTo>
                <a:lnTo>
                  <a:pt x="106768" y="184594"/>
                </a:lnTo>
                <a:lnTo>
                  <a:pt x="131165" y="163258"/>
                </a:lnTo>
                <a:close/>
              </a:path>
              <a:path w="1781810" h="438150">
                <a:moveTo>
                  <a:pt x="172402" y="115912"/>
                </a:moveTo>
                <a:lnTo>
                  <a:pt x="163220" y="105016"/>
                </a:lnTo>
                <a:lnTo>
                  <a:pt x="153873" y="94957"/>
                </a:lnTo>
                <a:lnTo>
                  <a:pt x="144246" y="85483"/>
                </a:lnTo>
                <a:lnTo>
                  <a:pt x="134213" y="76288"/>
                </a:lnTo>
                <a:lnTo>
                  <a:pt x="111340" y="93052"/>
                </a:lnTo>
                <a:lnTo>
                  <a:pt x="121107" y="103365"/>
                </a:lnTo>
                <a:lnTo>
                  <a:pt x="130022" y="113830"/>
                </a:lnTo>
                <a:lnTo>
                  <a:pt x="138353" y="124599"/>
                </a:lnTo>
                <a:lnTo>
                  <a:pt x="146405" y="135826"/>
                </a:lnTo>
                <a:lnTo>
                  <a:pt x="172402" y="115912"/>
                </a:lnTo>
                <a:close/>
              </a:path>
              <a:path w="1781810" h="438150">
                <a:moveTo>
                  <a:pt x="224218" y="44284"/>
                </a:moveTo>
                <a:lnTo>
                  <a:pt x="100672" y="44284"/>
                </a:lnTo>
                <a:lnTo>
                  <a:pt x="106387" y="34848"/>
                </a:lnTo>
                <a:lnTo>
                  <a:pt x="112102" y="24815"/>
                </a:lnTo>
                <a:lnTo>
                  <a:pt x="117817" y="14211"/>
                </a:lnTo>
                <a:lnTo>
                  <a:pt x="123532" y="3048"/>
                </a:lnTo>
                <a:lnTo>
                  <a:pt x="85432" y="3048"/>
                </a:lnTo>
                <a:lnTo>
                  <a:pt x="68884" y="34201"/>
                </a:lnTo>
                <a:lnTo>
                  <a:pt x="49047" y="63334"/>
                </a:lnTo>
                <a:lnTo>
                  <a:pt x="26035" y="90157"/>
                </a:lnTo>
                <a:lnTo>
                  <a:pt x="0" y="114388"/>
                </a:lnTo>
                <a:lnTo>
                  <a:pt x="7429" y="121005"/>
                </a:lnTo>
                <a:lnTo>
                  <a:pt x="13728" y="127203"/>
                </a:lnTo>
                <a:lnTo>
                  <a:pt x="18897" y="133121"/>
                </a:lnTo>
                <a:lnTo>
                  <a:pt x="22948" y="138874"/>
                </a:lnTo>
                <a:lnTo>
                  <a:pt x="39319" y="123647"/>
                </a:lnTo>
                <a:lnTo>
                  <a:pt x="54381" y="107734"/>
                </a:lnTo>
                <a:lnTo>
                  <a:pt x="68605" y="90982"/>
                </a:lnTo>
                <a:lnTo>
                  <a:pt x="82384" y="73240"/>
                </a:lnTo>
                <a:lnTo>
                  <a:pt x="224218" y="73240"/>
                </a:lnTo>
                <a:lnTo>
                  <a:pt x="224218" y="44284"/>
                </a:lnTo>
                <a:close/>
              </a:path>
              <a:path w="1781810" h="438150">
                <a:moveTo>
                  <a:pt x="311188" y="205930"/>
                </a:moveTo>
                <a:lnTo>
                  <a:pt x="280606" y="205930"/>
                </a:lnTo>
                <a:lnTo>
                  <a:pt x="280606" y="231940"/>
                </a:lnTo>
                <a:lnTo>
                  <a:pt x="280606" y="274612"/>
                </a:lnTo>
                <a:lnTo>
                  <a:pt x="280606" y="300520"/>
                </a:lnTo>
                <a:lnTo>
                  <a:pt x="280606" y="343281"/>
                </a:lnTo>
                <a:lnTo>
                  <a:pt x="158686" y="343281"/>
                </a:lnTo>
                <a:lnTo>
                  <a:pt x="158686" y="300520"/>
                </a:lnTo>
                <a:lnTo>
                  <a:pt x="280606" y="300520"/>
                </a:lnTo>
                <a:lnTo>
                  <a:pt x="280606" y="274612"/>
                </a:lnTo>
                <a:lnTo>
                  <a:pt x="158686" y="274612"/>
                </a:lnTo>
                <a:lnTo>
                  <a:pt x="158686" y="231940"/>
                </a:lnTo>
                <a:lnTo>
                  <a:pt x="280606" y="231940"/>
                </a:lnTo>
                <a:lnTo>
                  <a:pt x="280606" y="205930"/>
                </a:lnTo>
                <a:lnTo>
                  <a:pt x="126593" y="205930"/>
                </a:lnTo>
                <a:lnTo>
                  <a:pt x="126593" y="387477"/>
                </a:lnTo>
                <a:lnTo>
                  <a:pt x="158686" y="387477"/>
                </a:lnTo>
                <a:lnTo>
                  <a:pt x="158686" y="369189"/>
                </a:lnTo>
                <a:lnTo>
                  <a:pt x="311188" y="369189"/>
                </a:lnTo>
                <a:lnTo>
                  <a:pt x="311188" y="343281"/>
                </a:lnTo>
                <a:lnTo>
                  <a:pt x="311188" y="300520"/>
                </a:lnTo>
                <a:lnTo>
                  <a:pt x="311188" y="274612"/>
                </a:lnTo>
                <a:lnTo>
                  <a:pt x="311188" y="231940"/>
                </a:lnTo>
                <a:lnTo>
                  <a:pt x="311188" y="205930"/>
                </a:lnTo>
                <a:close/>
              </a:path>
              <a:path w="1781810" h="438150">
                <a:moveTo>
                  <a:pt x="358432" y="115912"/>
                </a:moveTo>
                <a:lnTo>
                  <a:pt x="350761" y="106489"/>
                </a:lnTo>
                <a:lnTo>
                  <a:pt x="341668" y="96481"/>
                </a:lnTo>
                <a:lnTo>
                  <a:pt x="331419" y="85915"/>
                </a:lnTo>
                <a:lnTo>
                  <a:pt x="320332" y="74764"/>
                </a:lnTo>
                <a:lnTo>
                  <a:pt x="297472" y="91528"/>
                </a:lnTo>
                <a:lnTo>
                  <a:pt x="310019" y="106159"/>
                </a:lnTo>
                <a:lnTo>
                  <a:pt x="320141" y="118211"/>
                </a:lnTo>
                <a:lnTo>
                  <a:pt x="327685" y="128003"/>
                </a:lnTo>
                <a:lnTo>
                  <a:pt x="332524" y="135826"/>
                </a:lnTo>
                <a:lnTo>
                  <a:pt x="358432" y="115912"/>
                </a:lnTo>
                <a:close/>
              </a:path>
              <a:path w="1781810" h="438150">
                <a:moveTo>
                  <a:pt x="407200" y="138874"/>
                </a:moveTo>
                <a:lnTo>
                  <a:pt x="155549" y="138874"/>
                </a:lnTo>
                <a:lnTo>
                  <a:pt x="155549" y="166306"/>
                </a:lnTo>
                <a:lnTo>
                  <a:pt x="373672" y="166306"/>
                </a:lnTo>
                <a:lnTo>
                  <a:pt x="373672" y="376809"/>
                </a:lnTo>
                <a:lnTo>
                  <a:pt x="372211" y="387934"/>
                </a:lnTo>
                <a:lnTo>
                  <a:pt x="367766" y="396049"/>
                </a:lnTo>
                <a:lnTo>
                  <a:pt x="360159" y="401027"/>
                </a:lnTo>
                <a:lnTo>
                  <a:pt x="349288" y="402717"/>
                </a:lnTo>
                <a:lnTo>
                  <a:pt x="335521" y="402450"/>
                </a:lnTo>
                <a:lnTo>
                  <a:pt x="321462" y="401764"/>
                </a:lnTo>
                <a:lnTo>
                  <a:pt x="291274" y="399669"/>
                </a:lnTo>
                <a:lnTo>
                  <a:pt x="293293" y="409409"/>
                </a:lnTo>
                <a:lnTo>
                  <a:pt x="294906" y="418147"/>
                </a:lnTo>
                <a:lnTo>
                  <a:pt x="297472" y="433197"/>
                </a:lnTo>
                <a:lnTo>
                  <a:pt x="311162" y="434073"/>
                </a:lnTo>
                <a:lnTo>
                  <a:pt x="324713" y="434530"/>
                </a:lnTo>
                <a:lnTo>
                  <a:pt x="337972" y="434695"/>
                </a:lnTo>
                <a:lnTo>
                  <a:pt x="350812" y="434721"/>
                </a:lnTo>
                <a:lnTo>
                  <a:pt x="375691" y="431266"/>
                </a:lnTo>
                <a:lnTo>
                  <a:pt x="393293" y="420814"/>
                </a:lnTo>
                <a:lnTo>
                  <a:pt x="403745" y="403212"/>
                </a:lnTo>
                <a:lnTo>
                  <a:pt x="403809" y="402717"/>
                </a:lnTo>
                <a:lnTo>
                  <a:pt x="407200" y="378333"/>
                </a:lnTo>
                <a:lnTo>
                  <a:pt x="407200" y="138874"/>
                </a:lnTo>
                <a:close/>
              </a:path>
              <a:path w="1781810" h="438150">
                <a:moveTo>
                  <a:pt x="431584" y="44284"/>
                </a:moveTo>
                <a:lnTo>
                  <a:pt x="291274" y="44284"/>
                </a:lnTo>
                <a:lnTo>
                  <a:pt x="297014" y="34848"/>
                </a:lnTo>
                <a:lnTo>
                  <a:pt x="302602" y="24815"/>
                </a:lnTo>
                <a:lnTo>
                  <a:pt x="307873" y="14211"/>
                </a:lnTo>
                <a:lnTo>
                  <a:pt x="312712" y="3048"/>
                </a:lnTo>
                <a:lnTo>
                  <a:pt x="276034" y="3048"/>
                </a:lnTo>
                <a:lnTo>
                  <a:pt x="260337" y="33108"/>
                </a:lnTo>
                <a:lnTo>
                  <a:pt x="243078" y="61429"/>
                </a:lnTo>
                <a:lnTo>
                  <a:pt x="224383" y="88011"/>
                </a:lnTo>
                <a:lnTo>
                  <a:pt x="204406" y="112864"/>
                </a:lnTo>
                <a:lnTo>
                  <a:pt x="212140" y="117449"/>
                </a:lnTo>
                <a:lnTo>
                  <a:pt x="219456" y="122021"/>
                </a:lnTo>
                <a:lnTo>
                  <a:pt x="226479" y="126631"/>
                </a:lnTo>
                <a:lnTo>
                  <a:pt x="233362" y="131254"/>
                </a:lnTo>
                <a:lnTo>
                  <a:pt x="243865" y="117221"/>
                </a:lnTo>
                <a:lnTo>
                  <a:pt x="254508" y="102781"/>
                </a:lnTo>
                <a:lnTo>
                  <a:pt x="264871" y="88087"/>
                </a:lnTo>
                <a:lnTo>
                  <a:pt x="274510" y="73240"/>
                </a:lnTo>
                <a:lnTo>
                  <a:pt x="431584" y="73240"/>
                </a:lnTo>
                <a:lnTo>
                  <a:pt x="431584" y="44284"/>
                </a:lnTo>
                <a:close/>
              </a:path>
              <a:path w="1781810" h="438150">
                <a:moveTo>
                  <a:pt x="883069" y="312699"/>
                </a:moveTo>
                <a:lnTo>
                  <a:pt x="684758" y="312699"/>
                </a:lnTo>
                <a:lnTo>
                  <a:pt x="684758" y="263931"/>
                </a:lnTo>
                <a:lnTo>
                  <a:pt x="806767" y="263931"/>
                </a:lnTo>
                <a:lnTo>
                  <a:pt x="806767" y="283743"/>
                </a:lnTo>
                <a:lnTo>
                  <a:pt x="840295" y="283743"/>
                </a:lnTo>
                <a:lnTo>
                  <a:pt x="840295" y="71716"/>
                </a:lnTo>
                <a:lnTo>
                  <a:pt x="806767" y="71716"/>
                </a:lnTo>
                <a:lnTo>
                  <a:pt x="806767" y="102196"/>
                </a:lnTo>
                <a:lnTo>
                  <a:pt x="806767" y="152590"/>
                </a:lnTo>
                <a:lnTo>
                  <a:pt x="806767" y="181546"/>
                </a:lnTo>
                <a:lnTo>
                  <a:pt x="806767" y="233451"/>
                </a:lnTo>
                <a:lnTo>
                  <a:pt x="684758" y="233451"/>
                </a:lnTo>
                <a:lnTo>
                  <a:pt x="684758" y="181546"/>
                </a:lnTo>
                <a:lnTo>
                  <a:pt x="806767" y="181546"/>
                </a:lnTo>
                <a:lnTo>
                  <a:pt x="806767" y="152590"/>
                </a:lnTo>
                <a:lnTo>
                  <a:pt x="684758" y="152590"/>
                </a:lnTo>
                <a:lnTo>
                  <a:pt x="684758" y="102196"/>
                </a:lnTo>
                <a:lnTo>
                  <a:pt x="806767" y="102196"/>
                </a:lnTo>
                <a:lnTo>
                  <a:pt x="806767" y="71716"/>
                </a:lnTo>
                <a:lnTo>
                  <a:pt x="750379" y="71716"/>
                </a:lnTo>
                <a:lnTo>
                  <a:pt x="760907" y="60007"/>
                </a:lnTo>
                <a:lnTo>
                  <a:pt x="771715" y="47713"/>
                </a:lnTo>
                <a:lnTo>
                  <a:pt x="782523" y="34823"/>
                </a:lnTo>
                <a:lnTo>
                  <a:pt x="793051" y="21336"/>
                </a:lnTo>
                <a:lnTo>
                  <a:pt x="757999" y="1524"/>
                </a:lnTo>
                <a:lnTo>
                  <a:pt x="746302" y="20459"/>
                </a:lnTo>
                <a:lnTo>
                  <a:pt x="734174" y="38379"/>
                </a:lnTo>
                <a:lnTo>
                  <a:pt x="721741" y="55410"/>
                </a:lnTo>
                <a:lnTo>
                  <a:pt x="709142" y="71716"/>
                </a:lnTo>
                <a:lnTo>
                  <a:pt x="649706" y="71716"/>
                </a:lnTo>
                <a:lnTo>
                  <a:pt x="649706" y="102196"/>
                </a:lnTo>
                <a:lnTo>
                  <a:pt x="649706" y="152590"/>
                </a:lnTo>
                <a:lnTo>
                  <a:pt x="649706" y="181546"/>
                </a:lnTo>
                <a:lnTo>
                  <a:pt x="649706" y="233451"/>
                </a:lnTo>
                <a:lnTo>
                  <a:pt x="529209" y="233451"/>
                </a:lnTo>
                <a:lnTo>
                  <a:pt x="529209" y="181546"/>
                </a:lnTo>
                <a:lnTo>
                  <a:pt x="649706" y="181546"/>
                </a:lnTo>
                <a:lnTo>
                  <a:pt x="649706" y="152590"/>
                </a:lnTo>
                <a:lnTo>
                  <a:pt x="529209" y="152590"/>
                </a:lnTo>
                <a:lnTo>
                  <a:pt x="529209" y="102196"/>
                </a:lnTo>
                <a:lnTo>
                  <a:pt x="649706" y="102196"/>
                </a:lnTo>
                <a:lnTo>
                  <a:pt x="649706" y="71716"/>
                </a:lnTo>
                <a:lnTo>
                  <a:pt x="607034" y="71716"/>
                </a:lnTo>
                <a:lnTo>
                  <a:pt x="623798" y="58000"/>
                </a:lnTo>
                <a:lnTo>
                  <a:pt x="565785" y="0"/>
                </a:lnTo>
                <a:lnTo>
                  <a:pt x="541401" y="21336"/>
                </a:lnTo>
                <a:lnTo>
                  <a:pt x="553478" y="33959"/>
                </a:lnTo>
                <a:lnTo>
                  <a:pt x="564845" y="46570"/>
                </a:lnTo>
                <a:lnTo>
                  <a:pt x="575945" y="59143"/>
                </a:lnTo>
                <a:lnTo>
                  <a:pt x="587222" y="71716"/>
                </a:lnTo>
                <a:lnTo>
                  <a:pt x="495681" y="71716"/>
                </a:lnTo>
                <a:lnTo>
                  <a:pt x="495681" y="283743"/>
                </a:lnTo>
                <a:lnTo>
                  <a:pt x="529209" y="283743"/>
                </a:lnTo>
                <a:lnTo>
                  <a:pt x="529209" y="263931"/>
                </a:lnTo>
                <a:lnTo>
                  <a:pt x="649706" y="263931"/>
                </a:lnTo>
                <a:lnTo>
                  <a:pt x="649706" y="312699"/>
                </a:lnTo>
                <a:lnTo>
                  <a:pt x="451485" y="312699"/>
                </a:lnTo>
                <a:lnTo>
                  <a:pt x="451485" y="344805"/>
                </a:lnTo>
                <a:lnTo>
                  <a:pt x="649706" y="344805"/>
                </a:lnTo>
                <a:lnTo>
                  <a:pt x="649706" y="437769"/>
                </a:lnTo>
                <a:lnTo>
                  <a:pt x="684758" y="437769"/>
                </a:lnTo>
                <a:lnTo>
                  <a:pt x="684758" y="344805"/>
                </a:lnTo>
                <a:lnTo>
                  <a:pt x="883069" y="344805"/>
                </a:lnTo>
                <a:lnTo>
                  <a:pt x="883069" y="312699"/>
                </a:lnTo>
                <a:close/>
              </a:path>
              <a:path w="1781810" h="438150">
                <a:moveTo>
                  <a:pt x="1012698" y="83908"/>
                </a:moveTo>
                <a:lnTo>
                  <a:pt x="1000467" y="69913"/>
                </a:lnTo>
                <a:lnTo>
                  <a:pt x="984643" y="53047"/>
                </a:lnTo>
                <a:lnTo>
                  <a:pt x="944016" y="10668"/>
                </a:lnTo>
                <a:lnTo>
                  <a:pt x="916584" y="33616"/>
                </a:lnTo>
                <a:lnTo>
                  <a:pt x="935189" y="53035"/>
                </a:lnTo>
                <a:lnTo>
                  <a:pt x="952207" y="72288"/>
                </a:lnTo>
                <a:lnTo>
                  <a:pt x="967816" y="91274"/>
                </a:lnTo>
                <a:lnTo>
                  <a:pt x="982116" y="109816"/>
                </a:lnTo>
                <a:lnTo>
                  <a:pt x="1012698" y="83908"/>
                </a:lnTo>
                <a:close/>
              </a:path>
              <a:path w="1781810" h="438150">
                <a:moveTo>
                  <a:pt x="1041654" y="364617"/>
                </a:moveTo>
                <a:lnTo>
                  <a:pt x="1040752" y="356311"/>
                </a:lnTo>
                <a:lnTo>
                  <a:pt x="1040130" y="347268"/>
                </a:lnTo>
                <a:lnTo>
                  <a:pt x="1039507" y="337362"/>
                </a:lnTo>
                <a:lnTo>
                  <a:pt x="1038606" y="326428"/>
                </a:lnTo>
                <a:lnTo>
                  <a:pt x="1025512" y="336524"/>
                </a:lnTo>
                <a:lnTo>
                  <a:pt x="1011542" y="346316"/>
                </a:lnTo>
                <a:lnTo>
                  <a:pt x="982116" y="366141"/>
                </a:lnTo>
                <a:lnTo>
                  <a:pt x="982116" y="155638"/>
                </a:lnTo>
                <a:lnTo>
                  <a:pt x="898296" y="155638"/>
                </a:lnTo>
                <a:lnTo>
                  <a:pt x="898296" y="186118"/>
                </a:lnTo>
                <a:lnTo>
                  <a:pt x="948588" y="186118"/>
                </a:lnTo>
                <a:lnTo>
                  <a:pt x="948588" y="358521"/>
                </a:lnTo>
                <a:lnTo>
                  <a:pt x="947496" y="370497"/>
                </a:lnTo>
                <a:lnTo>
                  <a:pt x="944397" y="381190"/>
                </a:lnTo>
                <a:lnTo>
                  <a:pt x="939596" y="390448"/>
                </a:lnTo>
                <a:lnTo>
                  <a:pt x="933348" y="398145"/>
                </a:lnTo>
                <a:lnTo>
                  <a:pt x="954684" y="427101"/>
                </a:lnTo>
                <a:lnTo>
                  <a:pt x="976426" y="410260"/>
                </a:lnTo>
                <a:lnTo>
                  <a:pt x="998169" y="394144"/>
                </a:lnTo>
                <a:lnTo>
                  <a:pt x="1019924" y="378879"/>
                </a:lnTo>
                <a:lnTo>
                  <a:pt x="1039329" y="366141"/>
                </a:lnTo>
                <a:lnTo>
                  <a:pt x="1041654" y="364617"/>
                </a:lnTo>
                <a:close/>
              </a:path>
              <a:path w="1781810" h="438150">
                <a:moveTo>
                  <a:pt x="1293304" y="274612"/>
                </a:moveTo>
                <a:lnTo>
                  <a:pt x="1259687" y="274612"/>
                </a:lnTo>
                <a:lnTo>
                  <a:pt x="1259687" y="305092"/>
                </a:lnTo>
                <a:lnTo>
                  <a:pt x="1259687" y="376809"/>
                </a:lnTo>
                <a:lnTo>
                  <a:pt x="1090422" y="376809"/>
                </a:lnTo>
                <a:lnTo>
                  <a:pt x="1090422" y="305092"/>
                </a:lnTo>
                <a:lnTo>
                  <a:pt x="1259687" y="305092"/>
                </a:lnTo>
                <a:lnTo>
                  <a:pt x="1259687" y="274612"/>
                </a:lnTo>
                <a:lnTo>
                  <a:pt x="1058418" y="274612"/>
                </a:lnTo>
                <a:lnTo>
                  <a:pt x="1058418" y="434721"/>
                </a:lnTo>
                <a:lnTo>
                  <a:pt x="1090422" y="434721"/>
                </a:lnTo>
                <a:lnTo>
                  <a:pt x="1090422" y="407289"/>
                </a:lnTo>
                <a:lnTo>
                  <a:pt x="1259687" y="407289"/>
                </a:lnTo>
                <a:lnTo>
                  <a:pt x="1259687" y="434721"/>
                </a:lnTo>
                <a:lnTo>
                  <a:pt x="1293304" y="434721"/>
                </a:lnTo>
                <a:lnTo>
                  <a:pt x="1293304" y="407289"/>
                </a:lnTo>
                <a:lnTo>
                  <a:pt x="1293304" y="376809"/>
                </a:lnTo>
                <a:lnTo>
                  <a:pt x="1293304" y="305092"/>
                </a:lnTo>
                <a:lnTo>
                  <a:pt x="1293304" y="274612"/>
                </a:lnTo>
                <a:close/>
              </a:path>
              <a:path w="1781810" h="438150">
                <a:moveTo>
                  <a:pt x="1332928" y="198310"/>
                </a:moveTo>
                <a:lnTo>
                  <a:pt x="1278064" y="198310"/>
                </a:lnTo>
                <a:lnTo>
                  <a:pt x="1278064" y="106768"/>
                </a:lnTo>
                <a:lnTo>
                  <a:pt x="1244447" y="106768"/>
                </a:lnTo>
                <a:lnTo>
                  <a:pt x="1244447" y="137350"/>
                </a:lnTo>
                <a:lnTo>
                  <a:pt x="1244447" y="198310"/>
                </a:lnTo>
                <a:lnTo>
                  <a:pt x="1126998" y="198310"/>
                </a:lnTo>
                <a:lnTo>
                  <a:pt x="1136243" y="137350"/>
                </a:lnTo>
                <a:lnTo>
                  <a:pt x="1244447" y="137350"/>
                </a:lnTo>
                <a:lnTo>
                  <a:pt x="1244447" y="106768"/>
                </a:lnTo>
                <a:lnTo>
                  <a:pt x="1139291" y="106768"/>
                </a:lnTo>
                <a:lnTo>
                  <a:pt x="1146911" y="54952"/>
                </a:lnTo>
                <a:lnTo>
                  <a:pt x="1314640" y="54952"/>
                </a:lnTo>
                <a:lnTo>
                  <a:pt x="1314640" y="24472"/>
                </a:lnTo>
                <a:lnTo>
                  <a:pt x="1030986" y="24472"/>
                </a:lnTo>
                <a:lnTo>
                  <a:pt x="1030986" y="54952"/>
                </a:lnTo>
                <a:lnTo>
                  <a:pt x="1113282" y="54952"/>
                </a:lnTo>
                <a:lnTo>
                  <a:pt x="1107186" y="106768"/>
                </a:lnTo>
                <a:lnTo>
                  <a:pt x="1040130" y="106768"/>
                </a:lnTo>
                <a:lnTo>
                  <a:pt x="1040130" y="137350"/>
                </a:lnTo>
                <a:lnTo>
                  <a:pt x="1102614" y="137350"/>
                </a:lnTo>
                <a:lnTo>
                  <a:pt x="1093470" y="198310"/>
                </a:lnTo>
                <a:lnTo>
                  <a:pt x="1020318" y="198310"/>
                </a:lnTo>
                <a:lnTo>
                  <a:pt x="1020318" y="228790"/>
                </a:lnTo>
                <a:lnTo>
                  <a:pt x="1332928" y="228790"/>
                </a:lnTo>
                <a:lnTo>
                  <a:pt x="1332928" y="198310"/>
                </a:lnTo>
                <a:close/>
              </a:path>
              <a:path w="1781810" h="438150">
                <a:moveTo>
                  <a:pt x="1445793" y="263931"/>
                </a:moveTo>
                <a:lnTo>
                  <a:pt x="1436674" y="259626"/>
                </a:lnTo>
                <a:lnTo>
                  <a:pt x="1427695" y="255739"/>
                </a:lnTo>
                <a:lnTo>
                  <a:pt x="1410741" y="248691"/>
                </a:lnTo>
                <a:lnTo>
                  <a:pt x="1396733" y="294462"/>
                </a:lnTo>
                <a:lnTo>
                  <a:pt x="1382471" y="338086"/>
                </a:lnTo>
                <a:lnTo>
                  <a:pt x="1368221" y="379717"/>
                </a:lnTo>
                <a:lnTo>
                  <a:pt x="1354264" y="419481"/>
                </a:lnTo>
                <a:lnTo>
                  <a:pt x="1392364" y="431673"/>
                </a:lnTo>
                <a:lnTo>
                  <a:pt x="1404391" y="392823"/>
                </a:lnTo>
                <a:lnTo>
                  <a:pt x="1417408" y="351802"/>
                </a:lnTo>
                <a:lnTo>
                  <a:pt x="1431251" y="308787"/>
                </a:lnTo>
                <a:lnTo>
                  <a:pt x="1445793" y="263931"/>
                </a:lnTo>
                <a:close/>
              </a:path>
              <a:path w="1781810" h="438150">
                <a:moveTo>
                  <a:pt x="1445793" y="183070"/>
                </a:moveTo>
                <a:lnTo>
                  <a:pt x="1424000" y="165633"/>
                </a:lnTo>
                <a:lnTo>
                  <a:pt x="1404035" y="149910"/>
                </a:lnTo>
                <a:lnTo>
                  <a:pt x="1385493" y="135877"/>
                </a:lnTo>
                <a:lnTo>
                  <a:pt x="1367980" y="123532"/>
                </a:lnTo>
                <a:lnTo>
                  <a:pt x="1346644" y="148018"/>
                </a:lnTo>
                <a:lnTo>
                  <a:pt x="1360004" y="158851"/>
                </a:lnTo>
                <a:lnTo>
                  <a:pt x="1376946" y="172974"/>
                </a:lnTo>
                <a:lnTo>
                  <a:pt x="1397050" y="190233"/>
                </a:lnTo>
                <a:lnTo>
                  <a:pt x="1419885" y="210502"/>
                </a:lnTo>
                <a:lnTo>
                  <a:pt x="1425016" y="205359"/>
                </a:lnTo>
                <a:lnTo>
                  <a:pt x="1431124" y="199072"/>
                </a:lnTo>
                <a:lnTo>
                  <a:pt x="1438109" y="191643"/>
                </a:lnTo>
                <a:lnTo>
                  <a:pt x="1445793" y="183070"/>
                </a:lnTo>
                <a:close/>
              </a:path>
              <a:path w="1781810" h="438150">
                <a:moveTo>
                  <a:pt x="1461033" y="73240"/>
                </a:moveTo>
                <a:lnTo>
                  <a:pt x="1441018" y="55524"/>
                </a:lnTo>
                <a:lnTo>
                  <a:pt x="1421980" y="38950"/>
                </a:lnTo>
                <a:lnTo>
                  <a:pt x="1403781" y="23482"/>
                </a:lnTo>
                <a:lnTo>
                  <a:pt x="1386268" y="9144"/>
                </a:lnTo>
                <a:lnTo>
                  <a:pt x="1363408" y="33616"/>
                </a:lnTo>
                <a:lnTo>
                  <a:pt x="1379753" y="48171"/>
                </a:lnTo>
                <a:lnTo>
                  <a:pt x="1396987" y="64287"/>
                </a:lnTo>
                <a:lnTo>
                  <a:pt x="1435125" y="100672"/>
                </a:lnTo>
                <a:lnTo>
                  <a:pt x="1440891" y="94678"/>
                </a:lnTo>
                <a:lnTo>
                  <a:pt x="1453565" y="80962"/>
                </a:lnTo>
                <a:lnTo>
                  <a:pt x="1461033" y="73240"/>
                </a:lnTo>
                <a:close/>
              </a:path>
              <a:path w="1781810" h="438150">
                <a:moveTo>
                  <a:pt x="1781276" y="208978"/>
                </a:moveTo>
                <a:lnTo>
                  <a:pt x="1639443" y="208978"/>
                </a:lnTo>
                <a:lnTo>
                  <a:pt x="1639443" y="115912"/>
                </a:lnTo>
                <a:lnTo>
                  <a:pt x="1759940" y="115912"/>
                </a:lnTo>
                <a:lnTo>
                  <a:pt x="1759940" y="83908"/>
                </a:lnTo>
                <a:lnTo>
                  <a:pt x="1639443" y="83908"/>
                </a:lnTo>
                <a:lnTo>
                  <a:pt x="1639443" y="3048"/>
                </a:lnTo>
                <a:lnTo>
                  <a:pt x="1604391" y="3048"/>
                </a:lnTo>
                <a:lnTo>
                  <a:pt x="1604391" y="83908"/>
                </a:lnTo>
                <a:lnTo>
                  <a:pt x="1488465" y="83908"/>
                </a:lnTo>
                <a:lnTo>
                  <a:pt x="1488465" y="115912"/>
                </a:lnTo>
                <a:lnTo>
                  <a:pt x="1604391" y="115912"/>
                </a:lnTo>
                <a:lnTo>
                  <a:pt x="1604391" y="208978"/>
                </a:lnTo>
                <a:lnTo>
                  <a:pt x="1467129" y="208978"/>
                </a:lnTo>
                <a:lnTo>
                  <a:pt x="1467129" y="239547"/>
                </a:lnTo>
                <a:lnTo>
                  <a:pt x="1581531" y="239547"/>
                </a:lnTo>
                <a:lnTo>
                  <a:pt x="1568907" y="262128"/>
                </a:lnTo>
                <a:lnTo>
                  <a:pt x="1542491" y="305562"/>
                </a:lnTo>
                <a:lnTo>
                  <a:pt x="1514614" y="344436"/>
                </a:lnTo>
                <a:lnTo>
                  <a:pt x="1474749" y="378333"/>
                </a:lnTo>
                <a:lnTo>
                  <a:pt x="1489989" y="416433"/>
                </a:lnTo>
                <a:lnTo>
                  <a:pt x="1534934" y="411835"/>
                </a:lnTo>
                <a:lnTo>
                  <a:pt x="1715744" y="396621"/>
                </a:lnTo>
                <a:lnTo>
                  <a:pt x="1721472" y="406031"/>
                </a:lnTo>
                <a:lnTo>
                  <a:pt x="1727365" y="415861"/>
                </a:lnTo>
                <a:lnTo>
                  <a:pt x="1733524" y="425983"/>
                </a:lnTo>
                <a:lnTo>
                  <a:pt x="1740128" y="436245"/>
                </a:lnTo>
                <a:lnTo>
                  <a:pt x="1748142" y="430796"/>
                </a:lnTo>
                <a:lnTo>
                  <a:pt x="1756321" y="425767"/>
                </a:lnTo>
                <a:lnTo>
                  <a:pt x="1764766" y="421030"/>
                </a:lnTo>
                <a:lnTo>
                  <a:pt x="1773656" y="416433"/>
                </a:lnTo>
                <a:lnTo>
                  <a:pt x="1760816" y="396621"/>
                </a:lnTo>
                <a:lnTo>
                  <a:pt x="1749958" y="379844"/>
                </a:lnTo>
                <a:lnTo>
                  <a:pt x="1748942" y="378333"/>
                </a:lnTo>
                <a:lnTo>
                  <a:pt x="1726984" y="345516"/>
                </a:lnTo>
                <a:lnTo>
                  <a:pt x="1704860" y="313486"/>
                </a:lnTo>
                <a:lnTo>
                  <a:pt x="1683740" y="283743"/>
                </a:lnTo>
                <a:lnTo>
                  <a:pt x="1654683" y="302044"/>
                </a:lnTo>
                <a:lnTo>
                  <a:pt x="1664995" y="317220"/>
                </a:lnTo>
                <a:lnTo>
                  <a:pt x="1675460" y="333133"/>
                </a:lnTo>
                <a:lnTo>
                  <a:pt x="1686229" y="349910"/>
                </a:lnTo>
                <a:lnTo>
                  <a:pt x="1697456" y="367665"/>
                </a:lnTo>
                <a:lnTo>
                  <a:pt x="1613535" y="374142"/>
                </a:lnTo>
                <a:lnTo>
                  <a:pt x="1571726" y="376669"/>
                </a:lnTo>
                <a:lnTo>
                  <a:pt x="1529613" y="378333"/>
                </a:lnTo>
                <a:lnTo>
                  <a:pt x="1553679" y="348081"/>
                </a:lnTo>
                <a:lnTo>
                  <a:pt x="1577708" y="314655"/>
                </a:lnTo>
                <a:lnTo>
                  <a:pt x="1601724" y="278384"/>
                </a:lnTo>
                <a:lnTo>
                  <a:pt x="1625727" y="239547"/>
                </a:lnTo>
                <a:lnTo>
                  <a:pt x="1781276" y="239547"/>
                </a:lnTo>
                <a:lnTo>
                  <a:pt x="1781276" y="2089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127724" y="2448306"/>
            <a:ext cx="114300" cy="416559"/>
          </a:xfrm>
          <a:custGeom>
            <a:avLst/>
            <a:gdLst/>
            <a:ahLst/>
            <a:cxnLst/>
            <a:rect l="l" t="t" r="r" b="b"/>
            <a:pathLst>
              <a:path w="114300" h="416560">
                <a:moveTo>
                  <a:pt x="36575" y="416433"/>
                </a:moveTo>
                <a:lnTo>
                  <a:pt x="0" y="416433"/>
                </a:lnTo>
                <a:lnTo>
                  <a:pt x="27395" y="379434"/>
                </a:lnTo>
                <a:lnTo>
                  <a:pt x="49084" y="339880"/>
                </a:lnTo>
                <a:lnTo>
                  <a:pt x="64849" y="297775"/>
                </a:lnTo>
                <a:lnTo>
                  <a:pt x="74468" y="253124"/>
                </a:lnTo>
                <a:lnTo>
                  <a:pt x="77723" y="205930"/>
                </a:lnTo>
                <a:lnTo>
                  <a:pt x="74615" y="159605"/>
                </a:lnTo>
                <a:lnTo>
                  <a:pt x="65288" y="115845"/>
                </a:lnTo>
                <a:lnTo>
                  <a:pt x="49743" y="74654"/>
                </a:lnTo>
                <a:lnTo>
                  <a:pt x="27980" y="36038"/>
                </a:lnTo>
                <a:lnTo>
                  <a:pt x="0" y="0"/>
                </a:lnTo>
                <a:lnTo>
                  <a:pt x="36575" y="0"/>
                </a:lnTo>
                <a:lnTo>
                  <a:pt x="64556" y="35306"/>
                </a:lnTo>
                <a:lnTo>
                  <a:pt x="86319" y="73557"/>
                </a:lnTo>
                <a:lnTo>
                  <a:pt x="101864" y="114748"/>
                </a:lnTo>
                <a:lnTo>
                  <a:pt x="111191" y="158873"/>
                </a:lnTo>
                <a:lnTo>
                  <a:pt x="114299" y="205930"/>
                </a:lnTo>
                <a:lnTo>
                  <a:pt x="111191" y="253855"/>
                </a:lnTo>
                <a:lnTo>
                  <a:pt x="101864" y="298873"/>
                </a:lnTo>
                <a:lnTo>
                  <a:pt x="86319" y="340978"/>
                </a:lnTo>
                <a:lnTo>
                  <a:pt x="64556" y="380166"/>
                </a:lnTo>
                <a:lnTo>
                  <a:pt x="36575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3232308"/>
            <a:ext cx="109823" cy="111347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297584" y="3060001"/>
            <a:ext cx="1336040" cy="434975"/>
          </a:xfrm>
          <a:custGeom>
            <a:avLst/>
            <a:gdLst/>
            <a:ahLst/>
            <a:cxnLst/>
            <a:rect l="l" t="t" r="r" b="b"/>
            <a:pathLst>
              <a:path w="1336039" h="434975">
                <a:moveTo>
                  <a:pt x="140309" y="13716"/>
                </a:moveTo>
                <a:lnTo>
                  <a:pt x="103720" y="3048"/>
                </a:lnTo>
                <a:lnTo>
                  <a:pt x="87249" y="51904"/>
                </a:lnTo>
                <a:lnTo>
                  <a:pt x="68783" y="97917"/>
                </a:lnTo>
                <a:lnTo>
                  <a:pt x="48183" y="141173"/>
                </a:lnTo>
                <a:lnTo>
                  <a:pt x="25311" y="181724"/>
                </a:lnTo>
                <a:lnTo>
                  <a:pt x="0" y="219659"/>
                </a:lnTo>
                <a:lnTo>
                  <a:pt x="4546" y="228815"/>
                </a:lnTo>
                <a:lnTo>
                  <a:pt x="8953" y="238137"/>
                </a:lnTo>
                <a:lnTo>
                  <a:pt x="13068" y="247726"/>
                </a:lnTo>
                <a:lnTo>
                  <a:pt x="16764" y="257759"/>
                </a:lnTo>
                <a:lnTo>
                  <a:pt x="29603" y="240030"/>
                </a:lnTo>
                <a:lnTo>
                  <a:pt x="42570" y="221170"/>
                </a:lnTo>
                <a:lnTo>
                  <a:pt x="55219" y="201129"/>
                </a:lnTo>
                <a:lnTo>
                  <a:pt x="67144" y="179933"/>
                </a:lnTo>
                <a:lnTo>
                  <a:pt x="67144" y="428637"/>
                </a:lnTo>
                <a:lnTo>
                  <a:pt x="103720" y="428637"/>
                </a:lnTo>
                <a:lnTo>
                  <a:pt x="103720" y="179933"/>
                </a:lnTo>
                <a:lnTo>
                  <a:pt x="103720" y="108305"/>
                </a:lnTo>
                <a:lnTo>
                  <a:pt x="112864" y="85991"/>
                </a:lnTo>
                <a:lnTo>
                  <a:pt x="122008" y="62687"/>
                </a:lnTo>
                <a:lnTo>
                  <a:pt x="131152" y="38557"/>
                </a:lnTo>
                <a:lnTo>
                  <a:pt x="140309" y="13716"/>
                </a:lnTo>
                <a:close/>
              </a:path>
              <a:path w="1336039" h="434975">
                <a:moveTo>
                  <a:pt x="436245" y="161645"/>
                </a:moveTo>
                <a:lnTo>
                  <a:pt x="305092" y="161645"/>
                </a:lnTo>
                <a:lnTo>
                  <a:pt x="305092" y="4572"/>
                </a:lnTo>
                <a:lnTo>
                  <a:pt x="268414" y="4572"/>
                </a:lnTo>
                <a:lnTo>
                  <a:pt x="268414" y="161645"/>
                </a:lnTo>
                <a:lnTo>
                  <a:pt x="135724" y="161645"/>
                </a:lnTo>
                <a:lnTo>
                  <a:pt x="135724" y="196697"/>
                </a:lnTo>
                <a:lnTo>
                  <a:pt x="268414" y="196697"/>
                </a:lnTo>
                <a:lnTo>
                  <a:pt x="268414" y="428637"/>
                </a:lnTo>
                <a:lnTo>
                  <a:pt x="305092" y="428637"/>
                </a:lnTo>
                <a:lnTo>
                  <a:pt x="305092" y="196697"/>
                </a:lnTo>
                <a:lnTo>
                  <a:pt x="436245" y="196697"/>
                </a:lnTo>
                <a:lnTo>
                  <a:pt x="436245" y="161645"/>
                </a:lnTo>
                <a:close/>
              </a:path>
              <a:path w="1336039" h="434975">
                <a:moveTo>
                  <a:pt x="686269" y="18288"/>
                </a:moveTo>
                <a:lnTo>
                  <a:pt x="649693" y="0"/>
                </a:lnTo>
                <a:lnTo>
                  <a:pt x="621880" y="44475"/>
                </a:lnTo>
                <a:lnTo>
                  <a:pt x="591769" y="86448"/>
                </a:lnTo>
                <a:lnTo>
                  <a:pt x="559358" y="125984"/>
                </a:lnTo>
                <a:lnTo>
                  <a:pt x="524662" y="163118"/>
                </a:lnTo>
                <a:lnTo>
                  <a:pt x="487692" y="197878"/>
                </a:lnTo>
                <a:lnTo>
                  <a:pt x="448437" y="230314"/>
                </a:lnTo>
                <a:lnTo>
                  <a:pt x="456145" y="238277"/>
                </a:lnTo>
                <a:lnTo>
                  <a:pt x="469861" y="253034"/>
                </a:lnTo>
                <a:lnTo>
                  <a:pt x="475869" y="259283"/>
                </a:lnTo>
                <a:lnTo>
                  <a:pt x="515480" y="227114"/>
                </a:lnTo>
                <a:lnTo>
                  <a:pt x="553453" y="191693"/>
                </a:lnTo>
                <a:lnTo>
                  <a:pt x="589648" y="153073"/>
                </a:lnTo>
                <a:lnTo>
                  <a:pt x="623938" y="111277"/>
                </a:lnTo>
                <a:lnTo>
                  <a:pt x="656196" y="66332"/>
                </a:lnTo>
                <a:lnTo>
                  <a:pt x="686269" y="18288"/>
                </a:lnTo>
                <a:close/>
              </a:path>
              <a:path w="1336039" h="434975">
                <a:moveTo>
                  <a:pt x="881545" y="404152"/>
                </a:moveTo>
                <a:lnTo>
                  <a:pt x="870242" y="385864"/>
                </a:lnTo>
                <a:lnTo>
                  <a:pt x="858012" y="366052"/>
                </a:lnTo>
                <a:lnTo>
                  <a:pt x="854887" y="360984"/>
                </a:lnTo>
                <a:lnTo>
                  <a:pt x="827544" y="318376"/>
                </a:lnTo>
                <a:lnTo>
                  <a:pt x="799363" y="276339"/>
                </a:lnTo>
                <a:lnTo>
                  <a:pt x="770191" y="234886"/>
                </a:lnTo>
                <a:lnTo>
                  <a:pt x="738187" y="253187"/>
                </a:lnTo>
                <a:lnTo>
                  <a:pt x="754214" y="277482"/>
                </a:lnTo>
                <a:lnTo>
                  <a:pt x="803719" y="353860"/>
                </a:lnTo>
                <a:lnTo>
                  <a:pt x="564261" y="366052"/>
                </a:lnTo>
                <a:lnTo>
                  <a:pt x="597242" y="332613"/>
                </a:lnTo>
                <a:lnTo>
                  <a:pt x="629462" y="297713"/>
                </a:lnTo>
                <a:lnTo>
                  <a:pt x="660946" y="261366"/>
                </a:lnTo>
                <a:lnTo>
                  <a:pt x="691680" y="223621"/>
                </a:lnTo>
                <a:lnTo>
                  <a:pt x="721652" y="184492"/>
                </a:lnTo>
                <a:lnTo>
                  <a:pt x="750874" y="144018"/>
                </a:lnTo>
                <a:lnTo>
                  <a:pt x="779335" y="102209"/>
                </a:lnTo>
                <a:lnTo>
                  <a:pt x="741235" y="82296"/>
                </a:lnTo>
                <a:lnTo>
                  <a:pt x="712114" y="128193"/>
                </a:lnTo>
                <a:lnTo>
                  <a:pt x="681278" y="172821"/>
                </a:lnTo>
                <a:lnTo>
                  <a:pt x="648741" y="216179"/>
                </a:lnTo>
                <a:lnTo>
                  <a:pt x="614565" y="258267"/>
                </a:lnTo>
                <a:lnTo>
                  <a:pt x="578777" y="299072"/>
                </a:lnTo>
                <a:lnTo>
                  <a:pt x="541401" y="338620"/>
                </a:lnTo>
                <a:lnTo>
                  <a:pt x="503034" y="365836"/>
                </a:lnTo>
                <a:lnTo>
                  <a:pt x="489585" y="372148"/>
                </a:lnTo>
                <a:lnTo>
                  <a:pt x="507873" y="411873"/>
                </a:lnTo>
                <a:lnTo>
                  <a:pt x="562737" y="402628"/>
                </a:lnTo>
                <a:lnTo>
                  <a:pt x="823531" y="385864"/>
                </a:lnTo>
                <a:lnTo>
                  <a:pt x="829246" y="395922"/>
                </a:lnTo>
                <a:lnTo>
                  <a:pt x="840676" y="415518"/>
                </a:lnTo>
                <a:lnTo>
                  <a:pt x="846391" y="425589"/>
                </a:lnTo>
                <a:lnTo>
                  <a:pt x="881545" y="404152"/>
                </a:lnTo>
                <a:close/>
              </a:path>
              <a:path w="1336039" h="434975">
                <a:moveTo>
                  <a:pt x="1265783" y="16764"/>
                </a:moveTo>
                <a:lnTo>
                  <a:pt x="1232255" y="16764"/>
                </a:lnTo>
                <a:lnTo>
                  <a:pt x="1232255" y="45732"/>
                </a:lnTo>
                <a:lnTo>
                  <a:pt x="1232255" y="83832"/>
                </a:lnTo>
                <a:lnTo>
                  <a:pt x="1232255" y="112877"/>
                </a:lnTo>
                <a:lnTo>
                  <a:pt x="1232255" y="152501"/>
                </a:lnTo>
                <a:lnTo>
                  <a:pt x="1002030" y="152501"/>
                </a:lnTo>
                <a:lnTo>
                  <a:pt x="1002030" y="112877"/>
                </a:lnTo>
                <a:lnTo>
                  <a:pt x="1232255" y="112877"/>
                </a:lnTo>
                <a:lnTo>
                  <a:pt x="1232255" y="83832"/>
                </a:lnTo>
                <a:lnTo>
                  <a:pt x="1002030" y="83832"/>
                </a:lnTo>
                <a:lnTo>
                  <a:pt x="1002030" y="45732"/>
                </a:lnTo>
                <a:lnTo>
                  <a:pt x="1232255" y="45732"/>
                </a:lnTo>
                <a:lnTo>
                  <a:pt x="1232255" y="16764"/>
                </a:lnTo>
                <a:lnTo>
                  <a:pt x="968413" y="16764"/>
                </a:lnTo>
                <a:lnTo>
                  <a:pt x="968413" y="199745"/>
                </a:lnTo>
                <a:lnTo>
                  <a:pt x="1002030" y="199745"/>
                </a:lnTo>
                <a:lnTo>
                  <a:pt x="1002030" y="181457"/>
                </a:lnTo>
                <a:lnTo>
                  <a:pt x="1232255" y="181457"/>
                </a:lnTo>
                <a:lnTo>
                  <a:pt x="1232255" y="199745"/>
                </a:lnTo>
                <a:lnTo>
                  <a:pt x="1265783" y="199745"/>
                </a:lnTo>
                <a:lnTo>
                  <a:pt x="1265783" y="181457"/>
                </a:lnTo>
                <a:lnTo>
                  <a:pt x="1265783" y="152501"/>
                </a:lnTo>
                <a:lnTo>
                  <a:pt x="1265783" y="112877"/>
                </a:lnTo>
                <a:lnTo>
                  <a:pt x="1265783" y="83832"/>
                </a:lnTo>
                <a:lnTo>
                  <a:pt x="1265783" y="45732"/>
                </a:lnTo>
                <a:lnTo>
                  <a:pt x="1265783" y="16764"/>
                </a:lnTo>
                <a:close/>
              </a:path>
              <a:path w="1336039" h="434975">
                <a:moveTo>
                  <a:pt x="1335976" y="382816"/>
                </a:moveTo>
                <a:lnTo>
                  <a:pt x="1282509" y="384556"/>
                </a:lnTo>
                <a:lnTo>
                  <a:pt x="1237157" y="385229"/>
                </a:lnTo>
                <a:lnTo>
                  <a:pt x="1184795" y="385178"/>
                </a:lnTo>
                <a:lnTo>
                  <a:pt x="1140815" y="384340"/>
                </a:lnTo>
                <a:lnTo>
                  <a:pt x="1140815" y="382816"/>
                </a:lnTo>
                <a:lnTo>
                  <a:pt x="1140815" y="323380"/>
                </a:lnTo>
                <a:lnTo>
                  <a:pt x="1297876" y="323380"/>
                </a:lnTo>
                <a:lnTo>
                  <a:pt x="1297876" y="294335"/>
                </a:lnTo>
                <a:lnTo>
                  <a:pt x="1140815" y="294335"/>
                </a:lnTo>
                <a:lnTo>
                  <a:pt x="1140815" y="250139"/>
                </a:lnTo>
                <a:lnTo>
                  <a:pt x="1328356" y="250139"/>
                </a:lnTo>
                <a:lnTo>
                  <a:pt x="1328356" y="219659"/>
                </a:lnTo>
                <a:lnTo>
                  <a:pt x="907440" y="219659"/>
                </a:lnTo>
                <a:lnTo>
                  <a:pt x="907440" y="250139"/>
                </a:lnTo>
                <a:lnTo>
                  <a:pt x="1107186" y="250139"/>
                </a:lnTo>
                <a:lnTo>
                  <a:pt x="1107186" y="382816"/>
                </a:lnTo>
                <a:lnTo>
                  <a:pt x="1048893" y="360908"/>
                </a:lnTo>
                <a:lnTo>
                  <a:pt x="1006602" y="317284"/>
                </a:lnTo>
                <a:lnTo>
                  <a:pt x="1011148" y="306920"/>
                </a:lnTo>
                <a:lnTo>
                  <a:pt x="1015555" y="296430"/>
                </a:lnTo>
                <a:lnTo>
                  <a:pt x="1019670" y="285686"/>
                </a:lnTo>
                <a:lnTo>
                  <a:pt x="1023366" y="274523"/>
                </a:lnTo>
                <a:lnTo>
                  <a:pt x="989838" y="263855"/>
                </a:lnTo>
                <a:lnTo>
                  <a:pt x="974585" y="308787"/>
                </a:lnTo>
                <a:lnTo>
                  <a:pt x="953935" y="347560"/>
                </a:lnTo>
                <a:lnTo>
                  <a:pt x="927595" y="380314"/>
                </a:lnTo>
                <a:lnTo>
                  <a:pt x="895248" y="407200"/>
                </a:lnTo>
                <a:lnTo>
                  <a:pt x="900950" y="414324"/>
                </a:lnTo>
                <a:lnTo>
                  <a:pt x="906487" y="421576"/>
                </a:lnTo>
                <a:lnTo>
                  <a:pt x="911758" y="428510"/>
                </a:lnTo>
                <a:lnTo>
                  <a:pt x="916584" y="434733"/>
                </a:lnTo>
                <a:lnTo>
                  <a:pt x="938568" y="417068"/>
                </a:lnTo>
                <a:lnTo>
                  <a:pt x="958697" y="396392"/>
                </a:lnTo>
                <a:lnTo>
                  <a:pt x="976858" y="373138"/>
                </a:lnTo>
                <a:lnTo>
                  <a:pt x="992886" y="347764"/>
                </a:lnTo>
                <a:lnTo>
                  <a:pt x="1016609" y="377139"/>
                </a:lnTo>
                <a:lnTo>
                  <a:pt x="1082903" y="411924"/>
                </a:lnTo>
                <a:lnTo>
                  <a:pt x="1125474" y="416445"/>
                </a:lnTo>
                <a:lnTo>
                  <a:pt x="1164412" y="417322"/>
                </a:lnTo>
                <a:lnTo>
                  <a:pt x="1323784" y="417969"/>
                </a:lnTo>
                <a:lnTo>
                  <a:pt x="1326972" y="409651"/>
                </a:lnTo>
                <a:lnTo>
                  <a:pt x="1329880" y="400926"/>
                </a:lnTo>
                <a:lnTo>
                  <a:pt x="1332788" y="391934"/>
                </a:lnTo>
                <a:lnTo>
                  <a:pt x="1335112" y="385292"/>
                </a:lnTo>
                <a:lnTo>
                  <a:pt x="1335976" y="382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2921793" y="3058477"/>
            <a:ext cx="1055370" cy="433705"/>
            <a:chOff x="2921793" y="3058477"/>
            <a:chExt cx="1055370" cy="433705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1793" y="3087433"/>
              <a:ext cx="138779" cy="10525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092564" y="3058477"/>
              <a:ext cx="885190" cy="433705"/>
            </a:xfrm>
            <a:custGeom>
              <a:avLst/>
              <a:gdLst/>
              <a:ahLst/>
              <a:cxnLst/>
              <a:rect l="l" t="t" r="r" b="b"/>
              <a:pathLst>
                <a:path w="885189" h="433704">
                  <a:moveTo>
                    <a:pt x="272999" y="189077"/>
                  </a:moveTo>
                  <a:lnTo>
                    <a:pt x="204419" y="189077"/>
                  </a:lnTo>
                  <a:lnTo>
                    <a:pt x="204419" y="64008"/>
                  </a:lnTo>
                  <a:lnTo>
                    <a:pt x="259283" y="64008"/>
                  </a:lnTo>
                  <a:lnTo>
                    <a:pt x="259283" y="32004"/>
                  </a:lnTo>
                  <a:lnTo>
                    <a:pt x="170891" y="32004"/>
                  </a:lnTo>
                  <a:lnTo>
                    <a:pt x="170891" y="64008"/>
                  </a:lnTo>
                  <a:lnTo>
                    <a:pt x="170891" y="189077"/>
                  </a:lnTo>
                  <a:lnTo>
                    <a:pt x="99161" y="189077"/>
                  </a:lnTo>
                  <a:lnTo>
                    <a:pt x="99161" y="64008"/>
                  </a:lnTo>
                  <a:lnTo>
                    <a:pt x="170891" y="64008"/>
                  </a:lnTo>
                  <a:lnTo>
                    <a:pt x="170891" y="32004"/>
                  </a:lnTo>
                  <a:lnTo>
                    <a:pt x="18300" y="32004"/>
                  </a:lnTo>
                  <a:lnTo>
                    <a:pt x="18300" y="64008"/>
                  </a:lnTo>
                  <a:lnTo>
                    <a:pt x="65633" y="64008"/>
                  </a:lnTo>
                  <a:lnTo>
                    <a:pt x="65633" y="189077"/>
                  </a:lnTo>
                  <a:lnTo>
                    <a:pt x="6108" y="189077"/>
                  </a:lnTo>
                  <a:lnTo>
                    <a:pt x="6108" y="219659"/>
                  </a:lnTo>
                  <a:lnTo>
                    <a:pt x="65633" y="219659"/>
                  </a:lnTo>
                  <a:lnTo>
                    <a:pt x="61607" y="279984"/>
                  </a:lnTo>
                  <a:lnTo>
                    <a:pt x="49428" y="330758"/>
                  </a:lnTo>
                  <a:lnTo>
                    <a:pt x="28943" y="372110"/>
                  </a:lnTo>
                  <a:lnTo>
                    <a:pt x="0" y="404152"/>
                  </a:lnTo>
                  <a:lnTo>
                    <a:pt x="5715" y="411086"/>
                  </a:lnTo>
                  <a:lnTo>
                    <a:pt x="11442" y="418147"/>
                  </a:lnTo>
                  <a:lnTo>
                    <a:pt x="17157" y="425462"/>
                  </a:lnTo>
                  <a:lnTo>
                    <a:pt x="22872" y="433209"/>
                  </a:lnTo>
                  <a:lnTo>
                    <a:pt x="50152" y="402767"/>
                  </a:lnTo>
                  <a:lnTo>
                    <a:pt x="71488" y="366356"/>
                  </a:lnTo>
                  <a:lnTo>
                    <a:pt x="86817" y="323799"/>
                  </a:lnTo>
                  <a:lnTo>
                    <a:pt x="96062" y="274955"/>
                  </a:lnTo>
                  <a:lnTo>
                    <a:pt x="99161" y="219659"/>
                  </a:lnTo>
                  <a:lnTo>
                    <a:pt x="170891" y="219659"/>
                  </a:lnTo>
                  <a:lnTo>
                    <a:pt x="170891" y="430161"/>
                  </a:lnTo>
                  <a:lnTo>
                    <a:pt x="204419" y="430161"/>
                  </a:lnTo>
                  <a:lnTo>
                    <a:pt x="204419" y="219659"/>
                  </a:lnTo>
                  <a:lnTo>
                    <a:pt x="272999" y="219659"/>
                  </a:lnTo>
                  <a:lnTo>
                    <a:pt x="272999" y="189077"/>
                  </a:lnTo>
                  <a:close/>
                </a:path>
                <a:path w="885189" h="433704">
                  <a:moveTo>
                    <a:pt x="417868" y="28956"/>
                  </a:moveTo>
                  <a:lnTo>
                    <a:pt x="391960" y="6096"/>
                  </a:lnTo>
                  <a:lnTo>
                    <a:pt x="361048" y="37198"/>
                  </a:lnTo>
                  <a:lnTo>
                    <a:pt x="327558" y="66306"/>
                  </a:lnTo>
                  <a:lnTo>
                    <a:pt x="291198" y="93154"/>
                  </a:lnTo>
                  <a:lnTo>
                    <a:pt x="251663" y="117449"/>
                  </a:lnTo>
                  <a:lnTo>
                    <a:pt x="258203" y="125158"/>
                  </a:lnTo>
                  <a:lnTo>
                    <a:pt x="264045" y="132308"/>
                  </a:lnTo>
                  <a:lnTo>
                    <a:pt x="269011" y="138874"/>
                  </a:lnTo>
                  <a:lnTo>
                    <a:pt x="272999" y="144881"/>
                  </a:lnTo>
                  <a:lnTo>
                    <a:pt x="313880" y="117983"/>
                  </a:lnTo>
                  <a:lnTo>
                    <a:pt x="351751" y="89776"/>
                  </a:lnTo>
                  <a:lnTo>
                    <a:pt x="386461" y="60147"/>
                  </a:lnTo>
                  <a:lnTo>
                    <a:pt x="417868" y="28956"/>
                  </a:lnTo>
                  <a:close/>
                </a:path>
                <a:path w="885189" h="433704">
                  <a:moveTo>
                    <a:pt x="423964" y="152501"/>
                  </a:moveTo>
                  <a:lnTo>
                    <a:pt x="399580" y="129641"/>
                  </a:lnTo>
                  <a:lnTo>
                    <a:pt x="365569" y="164807"/>
                  </a:lnTo>
                  <a:lnTo>
                    <a:pt x="329844" y="197129"/>
                  </a:lnTo>
                  <a:lnTo>
                    <a:pt x="292379" y="226593"/>
                  </a:lnTo>
                  <a:lnTo>
                    <a:pt x="253187" y="253187"/>
                  </a:lnTo>
                  <a:lnTo>
                    <a:pt x="259753" y="260019"/>
                  </a:lnTo>
                  <a:lnTo>
                    <a:pt x="265760" y="266712"/>
                  </a:lnTo>
                  <a:lnTo>
                    <a:pt x="271183" y="273113"/>
                  </a:lnTo>
                  <a:lnTo>
                    <a:pt x="276047" y="279095"/>
                  </a:lnTo>
                  <a:lnTo>
                    <a:pt x="317842" y="250520"/>
                  </a:lnTo>
                  <a:lnTo>
                    <a:pt x="356323" y="219798"/>
                  </a:lnTo>
                  <a:lnTo>
                    <a:pt x="391655" y="187071"/>
                  </a:lnTo>
                  <a:lnTo>
                    <a:pt x="423964" y="152501"/>
                  </a:lnTo>
                  <a:close/>
                </a:path>
                <a:path w="885189" h="433704">
                  <a:moveTo>
                    <a:pt x="437680" y="279095"/>
                  </a:moveTo>
                  <a:lnTo>
                    <a:pt x="411772" y="257759"/>
                  </a:lnTo>
                  <a:lnTo>
                    <a:pt x="381203" y="292176"/>
                  </a:lnTo>
                  <a:lnTo>
                    <a:pt x="347992" y="324027"/>
                  </a:lnTo>
                  <a:lnTo>
                    <a:pt x="312077" y="353301"/>
                  </a:lnTo>
                  <a:lnTo>
                    <a:pt x="273380" y="380009"/>
                  </a:lnTo>
                  <a:lnTo>
                    <a:pt x="231851" y="404152"/>
                  </a:lnTo>
                  <a:lnTo>
                    <a:pt x="239509" y="412165"/>
                  </a:lnTo>
                  <a:lnTo>
                    <a:pt x="246329" y="419862"/>
                  </a:lnTo>
                  <a:lnTo>
                    <a:pt x="251993" y="426961"/>
                  </a:lnTo>
                  <a:lnTo>
                    <a:pt x="256235" y="433209"/>
                  </a:lnTo>
                  <a:lnTo>
                    <a:pt x="299275" y="404418"/>
                  </a:lnTo>
                  <a:lnTo>
                    <a:pt x="338797" y="374777"/>
                  </a:lnTo>
                  <a:lnTo>
                    <a:pt x="374929" y="344106"/>
                  </a:lnTo>
                  <a:lnTo>
                    <a:pt x="407847" y="312267"/>
                  </a:lnTo>
                  <a:lnTo>
                    <a:pt x="437680" y="279095"/>
                  </a:lnTo>
                  <a:close/>
                </a:path>
                <a:path w="885189" h="433704">
                  <a:moveTo>
                    <a:pt x="693902" y="329476"/>
                  </a:moveTo>
                  <a:lnTo>
                    <a:pt x="666762" y="333781"/>
                  </a:lnTo>
                  <a:lnTo>
                    <a:pt x="588746" y="344716"/>
                  </a:lnTo>
                  <a:lnTo>
                    <a:pt x="588746" y="227279"/>
                  </a:lnTo>
                  <a:lnTo>
                    <a:pt x="674090" y="227279"/>
                  </a:lnTo>
                  <a:lnTo>
                    <a:pt x="674090" y="193649"/>
                  </a:lnTo>
                  <a:lnTo>
                    <a:pt x="468261" y="193649"/>
                  </a:lnTo>
                  <a:lnTo>
                    <a:pt x="468261" y="227279"/>
                  </a:lnTo>
                  <a:lnTo>
                    <a:pt x="553605" y="227279"/>
                  </a:lnTo>
                  <a:lnTo>
                    <a:pt x="553605" y="350812"/>
                  </a:lnTo>
                  <a:lnTo>
                    <a:pt x="451497" y="363004"/>
                  </a:lnTo>
                  <a:lnTo>
                    <a:pt x="460641" y="399580"/>
                  </a:lnTo>
                  <a:lnTo>
                    <a:pt x="692378" y="364528"/>
                  </a:lnTo>
                  <a:lnTo>
                    <a:pt x="692492" y="350812"/>
                  </a:lnTo>
                  <a:lnTo>
                    <a:pt x="692569" y="347002"/>
                  </a:lnTo>
                  <a:lnTo>
                    <a:pt x="692683" y="344716"/>
                  </a:lnTo>
                  <a:lnTo>
                    <a:pt x="693026" y="338378"/>
                  </a:lnTo>
                  <a:lnTo>
                    <a:pt x="693902" y="329476"/>
                  </a:lnTo>
                  <a:close/>
                </a:path>
                <a:path w="885189" h="433704">
                  <a:moveTo>
                    <a:pt x="846404" y="54864"/>
                  </a:moveTo>
                  <a:lnTo>
                    <a:pt x="830402" y="40563"/>
                  </a:lnTo>
                  <a:lnTo>
                    <a:pt x="814400" y="27241"/>
                  </a:lnTo>
                  <a:lnTo>
                    <a:pt x="798398" y="14795"/>
                  </a:lnTo>
                  <a:lnTo>
                    <a:pt x="782396" y="3048"/>
                  </a:lnTo>
                  <a:lnTo>
                    <a:pt x="761060" y="25908"/>
                  </a:lnTo>
                  <a:lnTo>
                    <a:pt x="776795" y="38773"/>
                  </a:lnTo>
                  <a:lnTo>
                    <a:pt x="792111" y="52197"/>
                  </a:lnTo>
                  <a:lnTo>
                    <a:pt x="807135" y="66205"/>
                  </a:lnTo>
                  <a:lnTo>
                    <a:pt x="822020" y="80772"/>
                  </a:lnTo>
                  <a:lnTo>
                    <a:pt x="846404" y="54864"/>
                  </a:lnTo>
                  <a:close/>
                </a:path>
                <a:path w="885189" h="433704">
                  <a:moveTo>
                    <a:pt x="884593" y="320332"/>
                  </a:moveTo>
                  <a:lnTo>
                    <a:pt x="849452" y="308051"/>
                  </a:lnTo>
                  <a:lnTo>
                    <a:pt x="846899" y="329298"/>
                  </a:lnTo>
                  <a:lnTo>
                    <a:pt x="843927" y="347370"/>
                  </a:lnTo>
                  <a:lnTo>
                    <a:pt x="840663" y="362572"/>
                  </a:lnTo>
                  <a:lnTo>
                    <a:pt x="837260" y="375196"/>
                  </a:lnTo>
                  <a:lnTo>
                    <a:pt x="831799" y="387146"/>
                  </a:lnTo>
                  <a:lnTo>
                    <a:pt x="824496" y="393103"/>
                  </a:lnTo>
                  <a:lnTo>
                    <a:pt x="815174" y="392772"/>
                  </a:lnTo>
                  <a:lnTo>
                    <a:pt x="783920" y="365671"/>
                  </a:lnTo>
                  <a:lnTo>
                    <a:pt x="753440" y="295694"/>
                  </a:lnTo>
                  <a:lnTo>
                    <a:pt x="742772" y="246011"/>
                  </a:lnTo>
                  <a:lnTo>
                    <a:pt x="735152" y="186575"/>
                  </a:lnTo>
                  <a:lnTo>
                    <a:pt x="730580" y="117449"/>
                  </a:lnTo>
                  <a:lnTo>
                    <a:pt x="880021" y="117449"/>
                  </a:lnTo>
                  <a:lnTo>
                    <a:pt x="880021" y="85344"/>
                  </a:lnTo>
                  <a:lnTo>
                    <a:pt x="729056" y="85344"/>
                  </a:lnTo>
                  <a:lnTo>
                    <a:pt x="728167" y="63868"/>
                  </a:lnTo>
                  <a:lnTo>
                    <a:pt x="727722" y="43243"/>
                  </a:lnTo>
                  <a:lnTo>
                    <a:pt x="727595" y="27241"/>
                  </a:lnTo>
                  <a:lnTo>
                    <a:pt x="727532" y="0"/>
                  </a:lnTo>
                  <a:lnTo>
                    <a:pt x="690854" y="0"/>
                  </a:lnTo>
                  <a:lnTo>
                    <a:pt x="691121" y="21704"/>
                  </a:lnTo>
                  <a:lnTo>
                    <a:pt x="691794" y="42672"/>
                  </a:lnTo>
                  <a:lnTo>
                    <a:pt x="692759" y="63868"/>
                  </a:lnTo>
                  <a:lnTo>
                    <a:pt x="693902" y="85344"/>
                  </a:lnTo>
                  <a:lnTo>
                    <a:pt x="449973" y="85344"/>
                  </a:lnTo>
                  <a:lnTo>
                    <a:pt x="449973" y="117449"/>
                  </a:lnTo>
                  <a:lnTo>
                    <a:pt x="695426" y="117449"/>
                  </a:lnTo>
                  <a:lnTo>
                    <a:pt x="699897" y="185813"/>
                  </a:lnTo>
                  <a:lnTo>
                    <a:pt x="707250" y="245948"/>
                  </a:lnTo>
                  <a:lnTo>
                    <a:pt x="717575" y="297789"/>
                  </a:lnTo>
                  <a:lnTo>
                    <a:pt x="730948" y="341249"/>
                  </a:lnTo>
                  <a:lnTo>
                    <a:pt x="747445" y="376224"/>
                  </a:lnTo>
                  <a:lnTo>
                    <a:pt x="782015" y="415798"/>
                  </a:lnTo>
                  <a:lnTo>
                    <a:pt x="826592" y="433209"/>
                  </a:lnTo>
                  <a:lnTo>
                    <a:pt x="840320" y="431228"/>
                  </a:lnTo>
                  <a:lnTo>
                    <a:pt x="867829" y="402628"/>
                  </a:lnTo>
                  <a:lnTo>
                    <a:pt x="880897" y="344335"/>
                  </a:lnTo>
                  <a:lnTo>
                    <a:pt x="884593" y="32033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4024401" y="3055340"/>
            <a:ext cx="1282700" cy="439420"/>
          </a:xfrm>
          <a:custGeom>
            <a:avLst/>
            <a:gdLst/>
            <a:ahLst/>
            <a:cxnLst/>
            <a:rect l="l" t="t" r="r" b="b"/>
            <a:pathLst>
              <a:path w="1282700" h="439420">
                <a:moveTo>
                  <a:pt x="402628" y="396621"/>
                </a:moveTo>
                <a:lnTo>
                  <a:pt x="360908" y="389216"/>
                </a:lnTo>
                <a:lnTo>
                  <a:pt x="322757" y="378523"/>
                </a:lnTo>
                <a:lnTo>
                  <a:pt x="288315" y="364693"/>
                </a:lnTo>
                <a:lnTo>
                  <a:pt x="257746" y="347853"/>
                </a:lnTo>
                <a:lnTo>
                  <a:pt x="299631" y="326517"/>
                </a:lnTo>
                <a:lnTo>
                  <a:pt x="351485" y="300189"/>
                </a:lnTo>
                <a:lnTo>
                  <a:pt x="379768" y="285280"/>
                </a:lnTo>
                <a:lnTo>
                  <a:pt x="356908" y="256324"/>
                </a:lnTo>
                <a:lnTo>
                  <a:pt x="326529" y="274345"/>
                </a:lnTo>
                <a:lnTo>
                  <a:pt x="294906" y="291947"/>
                </a:lnTo>
                <a:lnTo>
                  <a:pt x="261861" y="309295"/>
                </a:lnTo>
                <a:lnTo>
                  <a:pt x="227266" y="326517"/>
                </a:lnTo>
                <a:lnTo>
                  <a:pt x="210019" y="309841"/>
                </a:lnTo>
                <a:lnTo>
                  <a:pt x="194792" y="291757"/>
                </a:lnTo>
                <a:lnTo>
                  <a:pt x="181305" y="271983"/>
                </a:lnTo>
                <a:lnTo>
                  <a:pt x="169265" y="250228"/>
                </a:lnTo>
                <a:lnTo>
                  <a:pt x="309562" y="250228"/>
                </a:lnTo>
                <a:lnTo>
                  <a:pt x="309562" y="260896"/>
                </a:lnTo>
                <a:lnTo>
                  <a:pt x="343192" y="260896"/>
                </a:lnTo>
                <a:lnTo>
                  <a:pt x="343192" y="56489"/>
                </a:lnTo>
                <a:lnTo>
                  <a:pt x="309562" y="56489"/>
                </a:lnTo>
                <a:lnTo>
                  <a:pt x="309562" y="88493"/>
                </a:lnTo>
                <a:lnTo>
                  <a:pt x="309562" y="137350"/>
                </a:lnTo>
                <a:lnTo>
                  <a:pt x="309562" y="167830"/>
                </a:lnTo>
                <a:lnTo>
                  <a:pt x="309562" y="218224"/>
                </a:lnTo>
                <a:lnTo>
                  <a:pt x="51816" y="218224"/>
                </a:lnTo>
                <a:lnTo>
                  <a:pt x="51816" y="167830"/>
                </a:lnTo>
                <a:lnTo>
                  <a:pt x="309562" y="167830"/>
                </a:lnTo>
                <a:lnTo>
                  <a:pt x="309562" y="137350"/>
                </a:lnTo>
                <a:lnTo>
                  <a:pt x="51816" y="137350"/>
                </a:lnTo>
                <a:lnTo>
                  <a:pt x="51816" y="88493"/>
                </a:lnTo>
                <a:lnTo>
                  <a:pt x="309562" y="88493"/>
                </a:lnTo>
                <a:lnTo>
                  <a:pt x="309562" y="56489"/>
                </a:lnTo>
                <a:lnTo>
                  <a:pt x="184505" y="56489"/>
                </a:lnTo>
                <a:lnTo>
                  <a:pt x="205930" y="47345"/>
                </a:lnTo>
                <a:lnTo>
                  <a:pt x="200139" y="35674"/>
                </a:lnTo>
                <a:lnTo>
                  <a:pt x="194221" y="23710"/>
                </a:lnTo>
                <a:lnTo>
                  <a:pt x="188048" y="11722"/>
                </a:lnTo>
                <a:lnTo>
                  <a:pt x="181457" y="0"/>
                </a:lnTo>
                <a:lnTo>
                  <a:pt x="149453" y="12280"/>
                </a:lnTo>
                <a:lnTo>
                  <a:pt x="160693" y="34391"/>
                </a:lnTo>
                <a:lnTo>
                  <a:pt x="165950" y="45288"/>
                </a:lnTo>
                <a:lnTo>
                  <a:pt x="170789" y="56489"/>
                </a:lnTo>
                <a:lnTo>
                  <a:pt x="16764" y="56489"/>
                </a:lnTo>
                <a:lnTo>
                  <a:pt x="16764" y="372237"/>
                </a:lnTo>
                <a:lnTo>
                  <a:pt x="15862" y="382244"/>
                </a:lnTo>
                <a:lnTo>
                  <a:pt x="12954" y="391668"/>
                </a:lnTo>
                <a:lnTo>
                  <a:pt x="7759" y="400532"/>
                </a:lnTo>
                <a:lnTo>
                  <a:pt x="0" y="408813"/>
                </a:lnTo>
                <a:lnTo>
                  <a:pt x="21336" y="439394"/>
                </a:lnTo>
                <a:lnTo>
                  <a:pt x="78828" y="415594"/>
                </a:lnTo>
                <a:lnTo>
                  <a:pt x="140589" y="396646"/>
                </a:lnTo>
                <a:lnTo>
                  <a:pt x="172313" y="387477"/>
                </a:lnTo>
                <a:lnTo>
                  <a:pt x="171399" y="379234"/>
                </a:lnTo>
                <a:lnTo>
                  <a:pt x="170167" y="362191"/>
                </a:lnTo>
                <a:lnTo>
                  <a:pt x="169265" y="353949"/>
                </a:lnTo>
                <a:lnTo>
                  <a:pt x="84988" y="378383"/>
                </a:lnTo>
                <a:lnTo>
                  <a:pt x="51816" y="387477"/>
                </a:lnTo>
                <a:lnTo>
                  <a:pt x="51816" y="250228"/>
                </a:lnTo>
                <a:lnTo>
                  <a:pt x="134200" y="250228"/>
                </a:lnTo>
                <a:lnTo>
                  <a:pt x="154927" y="289814"/>
                </a:lnTo>
                <a:lnTo>
                  <a:pt x="180467" y="324929"/>
                </a:lnTo>
                <a:lnTo>
                  <a:pt x="210832" y="355561"/>
                </a:lnTo>
                <a:lnTo>
                  <a:pt x="245960" y="381698"/>
                </a:lnTo>
                <a:lnTo>
                  <a:pt x="285851" y="403377"/>
                </a:lnTo>
                <a:lnTo>
                  <a:pt x="330454" y="420573"/>
                </a:lnTo>
                <a:lnTo>
                  <a:pt x="379768" y="433298"/>
                </a:lnTo>
                <a:lnTo>
                  <a:pt x="385483" y="423278"/>
                </a:lnTo>
                <a:lnTo>
                  <a:pt x="391198" y="413816"/>
                </a:lnTo>
                <a:lnTo>
                  <a:pt x="396913" y="404926"/>
                </a:lnTo>
                <a:lnTo>
                  <a:pt x="402628" y="396621"/>
                </a:lnTo>
                <a:close/>
              </a:path>
              <a:path w="1282700" h="439420">
                <a:moveTo>
                  <a:pt x="600837" y="355473"/>
                </a:moveTo>
                <a:lnTo>
                  <a:pt x="557542" y="319646"/>
                </a:lnTo>
                <a:lnTo>
                  <a:pt x="542925" y="308127"/>
                </a:lnTo>
                <a:lnTo>
                  <a:pt x="551840" y="286791"/>
                </a:lnTo>
                <a:lnTo>
                  <a:pt x="557733" y="272681"/>
                </a:lnTo>
                <a:lnTo>
                  <a:pt x="569976" y="230365"/>
                </a:lnTo>
                <a:lnTo>
                  <a:pt x="579361" y="181178"/>
                </a:lnTo>
                <a:lnTo>
                  <a:pt x="585597" y="125158"/>
                </a:lnTo>
                <a:lnTo>
                  <a:pt x="585597" y="96100"/>
                </a:lnTo>
                <a:lnTo>
                  <a:pt x="552069" y="96100"/>
                </a:lnTo>
                <a:lnTo>
                  <a:pt x="552069" y="129730"/>
                </a:lnTo>
                <a:lnTo>
                  <a:pt x="547446" y="175488"/>
                </a:lnTo>
                <a:lnTo>
                  <a:pt x="540258" y="216839"/>
                </a:lnTo>
                <a:lnTo>
                  <a:pt x="530212" y="253898"/>
                </a:lnTo>
                <a:lnTo>
                  <a:pt x="517017" y="286791"/>
                </a:lnTo>
                <a:lnTo>
                  <a:pt x="504710" y="277647"/>
                </a:lnTo>
                <a:lnTo>
                  <a:pt x="492810" y="268503"/>
                </a:lnTo>
                <a:lnTo>
                  <a:pt x="469671" y="250215"/>
                </a:lnTo>
                <a:lnTo>
                  <a:pt x="475691" y="228828"/>
                </a:lnTo>
                <a:lnTo>
                  <a:pt x="482295" y="201409"/>
                </a:lnTo>
                <a:lnTo>
                  <a:pt x="489470" y="168275"/>
                </a:lnTo>
                <a:lnTo>
                  <a:pt x="497205" y="129730"/>
                </a:lnTo>
                <a:lnTo>
                  <a:pt x="552069" y="129730"/>
                </a:lnTo>
                <a:lnTo>
                  <a:pt x="552069" y="96100"/>
                </a:lnTo>
                <a:lnTo>
                  <a:pt x="503301" y="96100"/>
                </a:lnTo>
                <a:lnTo>
                  <a:pt x="506755" y="76098"/>
                </a:lnTo>
                <a:lnTo>
                  <a:pt x="510349" y="54952"/>
                </a:lnTo>
                <a:lnTo>
                  <a:pt x="514235" y="32664"/>
                </a:lnTo>
                <a:lnTo>
                  <a:pt x="518541" y="9232"/>
                </a:lnTo>
                <a:lnTo>
                  <a:pt x="481965" y="4660"/>
                </a:lnTo>
                <a:lnTo>
                  <a:pt x="478485" y="28384"/>
                </a:lnTo>
                <a:lnTo>
                  <a:pt x="475018" y="51523"/>
                </a:lnTo>
                <a:lnTo>
                  <a:pt x="471589" y="74104"/>
                </a:lnTo>
                <a:lnTo>
                  <a:pt x="468147" y="96100"/>
                </a:lnTo>
                <a:lnTo>
                  <a:pt x="416331" y="96100"/>
                </a:lnTo>
                <a:lnTo>
                  <a:pt x="416331" y="129730"/>
                </a:lnTo>
                <a:lnTo>
                  <a:pt x="463575" y="129730"/>
                </a:lnTo>
                <a:lnTo>
                  <a:pt x="456704" y="165417"/>
                </a:lnTo>
                <a:lnTo>
                  <a:pt x="449668" y="199123"/>
                </a:lnTo>
                <a:lnTo>
                  <a:pt x="442404" y="230365"/>
                </a:lnTo>
                <a:lnTo>
                  <a:pt x="434619" y="259359"/>
                </a:lnTo>
                <a:lnTo>
                  <a:pt x="450646" y="272465"/>
                </a:lnTo>
                <a:lnTo>
                  <a:pt x="466826" y="286423"/>
                </a:lnTo>
                <a:lnTo>
                  <a:pt x="500253" y="315849"/>
                </a:lnTo>
                <a:lnTo>
                  <a:pt x="483908" y="339039"/>
                </a:lnTo>
                <a:lnTo>
                  <a:pt x="464731" y="360807"/>
                </a:lnTo>
                <a:lnTo>
                  <a:pt x="442722" y="381431"/>
                </a:lnTo>
                <a:lnTo>
                  <a:pt x="417855" y="401193"/>
                </a:lnTo>
                <a:lnTo>
                  <a:pt x="423316" y="408279"/>
                </a:lnTo>
                <a:lnTo>
                  <a:pt x="428332" y="415531"/>
                </a:lnTo>
                <a:lnTo>
                  <a:pt x="433082" y="422490"/>
                </a:lnTo>
                <a:lnTo>
                  <a:pt x="437667" y="428726"/>
                </a:lnTo>
                <a:lnTo>
                  <a:pt x="463689" y="407517"/>
                </a:lnTo>
                <a:lnTo>
                  <a:pt x="486867" y="385203"/>
                </a:lnTo>
                <a:lnTo>
                  <a:pt x="507187" y="361759"/>
                </a:lnTo>
                <a:lnTo>
                  <a:pt x="524637" y="337185"/>
                </a:lnTo>
                <a:lnTo>
                  <a:pt x="574929" y="382905"/>
                </a:lnTo>
                <a:lnTo>
                  <a:pt x="600837" y="355473"/>
                </a:lnTo>
                <a:close/>
              </a:path>
              <a:path w="1282700" h="439420">
                <a:moveTo>
                  <a:pt x="850963" y="201358"/>
                </a:moveTo>
                <a:lnTo>
                  <a:pt x="739622" y="201358"/>
                </a:lnTo>
                <a:lnTo>
                  <a:pt x="739622" y="148018"/>
                </a:lnTo>
                <a:lnTo>
                  <a:pt x="763435" y="128549"/>
                </a:lnTo>
                <a:lnTo>
                  <a:pt x="786942" y="108915"/>
                </a:lnTo>
                <a:lnTo>
                  <a:pt x="834199" y="68668"/>
                </a:lnTo>
                <a:lnTo>
                  <a:pt x="834199" y="35140"/>
                </a:lnTo>
                <a:lnTo>
                  <a:pt x="600837" y="35140"/>
                </a:lnTo>
                <a:lnTo>
                  <a:pt x="600837" y="67144"/>
                </a:lnTo>
                <a:lnTo>
                  <a:pt x="785431" y="67144"/>
                </a:lnTo>
                <a:lnTo>
                  <a:pt x="747471" y="98247"/>
                </a:lnTo>
                <a:lnTo>
                  <a:pt x="706094" y="132778"/>
                </a:lnTo>
                <a:lnTo>
                  <a:pt x="706094" y="201358"/>
                </a:lnTo>
                <a:lnTo>
                  <a:pt x="585597" y="201358"/>
                </a:lnTo>
                <a:lnTo>
                  <a:pt x="585597" y="233451"/>
                </a:lnTo>
                <a:lnTo>
                  <a:pt x="706094" y="233451"/>
                </a:lnTo>
                <a:lnTo>
                  <a:pt x="706094" y="369189"/>
                </a:lnTo>
                <a:lnTo>
                  <a:pt x="704380" y="380314"/>
                </a:lnTo>
                <a:lnTo>
                  <a:pt x="699236" y="388429"/>
                </a:lnTo>
                <a:lnTo>
                  <a:pt x="690664" y="393407"/>
                </a:lnTo>
                <a:lnTo>
                  <a:pt x="678662" y="395097"/>
                </a:lnTo>
                <a:lnTo>
                  <a:pt x="668108" y="394817"/>
                </a:lnTo>
                <a:lnTo>
                  <a:pt x="654850" y="393954"/>
                </a:lnTo>
                <a:lnTo>
                  <a:pt x="639013" y="392531"/>
                </a:lnTo>
                <a:lnTo>
                  <a:pt x="620750" y="390525"/>
                </a:lnTo>
                <a:lnTo>
                  <a:pt x="622769" y="399656"/>
                </a:lnTo>
                <a:lnTo>
                  <a:pt x="624293" y="408279"/>
                </a:lnTo>
                <a:lnTo>
                  <a:pt x="625678" y="417398"/>
                </a:lnTo>
                <a:lnTo>
                  <a:pt x="626846" y="425678"/>
                </a:lnTo>
                <a:lnTo>
                  <a:pt x="644867" y="426554"/>
                </a:lnTo>
                <a:lnTo>
                  <a:pt x="660184" y="427012"/>
                </a:lnTo>
                <a:lnTo>
                  <a:pt x="672922" y="427177"/>
                </a:lnTo>
                <a:lnTo>
                  <a:pt x="683234" y="427202"/>
                </a:lnTo>
                <a:lnTo>
                  <a:pt x="708113" y="423773"/>
                </a:lnTo>
                <a:lnTo>
                  <a:pt x="725716" y="413626"/>
                </a:lnTo>
                <a:lnTo>
                  <a:pt x="736168" y="396900"/>
                </a:lnTo>
                <a:lnTo>
                  <a:pt x="736434" y="395097"/>
                </a:lnTo>
                <a:lnTo>
                  <a:pt x="739622" y="373761"/>
                </a:lnTo>
                <a:lnTo>
                  <a:pt x="739622" y="233451"/>
                </a:lnTo>
                <a:lnTo>
                  <a:pt x="850963" y="233451"/>
                </a:lnTo>
                <a:lnTo>
                  <a:pt x="850963" y="201358"/>
                </a:lnTo>
                <a:close/>
              </a:path>
              <a:path w="1282700" h="439420">
                <a:moveTo>
                  <a:pt x="1052322" y="76288"/>
                </a:moveTo>
                <a:lnTo>
                  <a:pt x="1017181" y="76288"/>
                </a:lnTo>
                <a:lnTo>
                  <a:pt x="1017181" y="109918"/>
                </a:lnTo>
                <a:lnTo>
                  <a:pt x="1017181" y="216700"/>
                </a:lnTo>
                <a:lnTo>
                  <a:pt x="1017181" y="247180"/>
                </a:lnTo>
                <a:lnTo>
                  <a:pt x="1017181" y="358521"/>
                </a:lnTo>
                <a:lnTo>
                  <a:pt x="918121" y="358521"/>
                </a:lnTo>
                <a:lnTo>
                  <a:pt x="918121" y="247180"/>
                </a:lnTo>
                <a:lnTo>
                  <a:pt x="1017181" y="247180"/>
                </a:lnTo>
                <a:lnTo>
                  <a:pt x="1017181" y="216700"/>
                </a:lnTo>
                <a:lnTo>
                  <a:pt x="918121" y="216700"/>
                </a:lnTo>
                <a:lnTo>
                  <a:pt x="918121" y="109918"/>
                </a:lnTo>
                <a:lnTo>
                  <a:pt x="1017181" y="109918"/>
                </a:lnTo>
                <a:lnTo>
                  <a:pt x="1017181" y="76288"/>
                </a:lnTo>
                <a:lnTo>
                  <a:pt x="963841" y="76288"/>
                </a:lnTo>
                <a:lnTo>
                  <a:pt x="970699" y="62052"/>
                </a:lnTo>
                <a:lnTo>
                  <a:pt x="977557" y="46951"/>
                </a:lnTo>
                <a:lnTo>
                  <a:pt x="984415" y="31292"/>
                </a:lnTo>
                <a:lnTo>
                  <a:pt x="991273" y="15328"/>
                </a:lnTo>
                <a:lnTo>
                  <a:pt x="954697" y="4660"/>
                </a:lnTo>
                <a:lnTo>
                  <a:pt x="948690" y="21221"/>
                </a:lnTo>
                <a:lnTo>
                  <a:pt x="942124" y="38760"/>
                </a:lnTo>
                <a:lnTo>
                  <a:pt x="934974" y="57175"/>
                </a:lnTo>
                <a:lnTo>
                  <a:pt x="927265" y="76288"/>
                </a:lnTo>
                <a:lnTo>
                  <a:pt x="882967" y="76288"/>
                </a:lnTo>
                <a:lnTo>
                  <a:pt x="882967" y="428726"/>
                </a:lnTo>
                <a:lnTo>
                  <a:pt x="918121" y="428726"/>
                </a:lnTo>
                <a:lnTo>
                  <a:pt x="918121" y="392049"/>
                </a:lnTo>
                <a:lnTo>
                  <a:pt x="1017181" y="392049"/>
                </a:lnTo>
                <a:lnTo>
                  <a:pt x="1017181" y="425678"/>
                </a:lnTo>
                <a:lnTo>
                  <a:pt x="1052322" y="425678"/>
                </a:lnTo>
                <a:lnTo>
                  <a:pt x="1052322" y="392049"/>
                </a:lnTo>
                <a:lnTo>
                  <a:pt x="1052322" y="358521"/>
                </a:lnTo>
                <a:lnTo>
                  <a:pt x="1052322" y="247180"/>
                </a:lnTo>
                <a:lnTo>
                  <a:pt x="1052322" y="216700"/>
                </a:lnTo>
                <a:lnTo>
                  <a:pt x="1052322" y="109918"/>
                </a:lnTo>
                <a:lnTo>
                  <a:pt x="1052322" y="76288"/>
                </a:lnTo>
                <a:close/>
              </a:path>
              <a:path w="1282700" h="439420">
                <a:moveTo>
                  <a:pt x="1201775" y="276136"/>
                </a:moveTo>
                <a:lnTo>
                  <a:pt x="1185748" y="254431"/>
                </a:lnTo>
                <a:lnTo>
                  <a:pt x="1167434" y="230593"/>
                </a:lnTo>
                <a:lnTo>
                  <a:pt x="1146822" y="204724"/>
                </a:lnTo>
                <a:lnTo>
                  <a:pt x="1123950" y="176974"/>
                </a:lnTo>
                <a:lnTo>
                  <a:pt x="1096518" y="196786"/>
                </a:lnTo>
                <a:lnTo>
                  <a:pt x="1116495" y="222224"/>
                </a:lnTo>
                <a:lnTo>
                  <a:pt x="1135189" y="247929"/>
                </a:lnTo>
                <a:lnTo>
                  <a:pt x="1152448" y="273608"/>
                </a:lnTo>
                <a:lnTo>
                  <a:pt x="1168146" y="298996"/>
                </a:lnTo>
                <a:lnTo>
                  <a:pt x="1201775" y="276136"/>
                </a:lnTo>
                <a:close/>
              </a:path>
              <a:path w="1282700" h="439420">
                <a:moveTo>
                  <a:pt x="1282547" y="76288"/>
                </a:moveTo>
                <a:lnTo>
                  <a:pt x="1142238" y="76288"/>
                </a:lnTo>
                <a:lnTo>
                  <a:pt x="1147953" y="61175"/>
                </a:lnTo>
                <a:lnTo>
                  <a:pt x="1153668" y="45618"/>
                </a:lnTo>
                <a:lnTo>
                  <a:pt x="1159383" y="29794"/>
                </a:lnTo>
                <a:lnTo>
                  <a:pt x="1165098" y="13804"/>
                </a:lnTo>
                <a:lnTo>
                  <a:pt x="1128522" y="4660"/>
                </a:lnTo>
                <a:lnTo>
                  <a:pt x="1113066" y="50927"/>
                </a:lnTo>
                <a:lnTo>
                  <a:pt x="1096327" y="93484"/>
                </a:lnTo>
                <a:lnTo>
                  <a:pt x="1078153" y="132054"/>
                </a:lnTo>
                <a:lnTo>
                  <a:pt x="1058418" y="166306"/>
                </a:lnTo>
                <a:lnTo>
                  <a:pt x="1075372" y="174688"/>
                </a:lnTo>
                <a:lnTo>
                  <a:pt x="1082636" y="178739"/>
                </a:lnTo>
                <a:lnTo>
                  <a:pt x="1088898" y="183070"/>
                </a:lnTo>
                <a:lnTo>
                  <a:pt x="1098943" y="166471"/>
                </a:lnTo>
                <a:lnTo>
                  <a:pt x="1108710" y="148590"/>
                </a:lnTo>
                <a:lnTo>
                  <a:pt x="1118476" y="129273"/>
                </a:lnTo>
                <a:lnTo>
                  <a:pt x="1128522" y="108394"/>
                </a:lnTo>
                <a:lnTo>
                  <a:pt x="1245971" y="108394"/>
                </a:lnTo>
                <a:lnTo>
                  <a:pt x="1244815" y="176974"/>
                </a:lnTo>
                <a:lnTo>
                  <a:pt x="1243533" y="230593"/>
                </a:lnTo>
                <a:lnTo>
                  <a:pt x="1241907" y="280225"/>
                </a:lnTo>
                <a:lnTo>
                  <a:pt x="1240167" y="319951"/>
                </a:lnTo>
                <a:lnTo>
                  <a:pt x="1234681" y="368909"/>
                </a:lnTo>
                <a:lnTo>
                  <a:pt x="1195679" y="392049"/>
                </a:lnTo>
                <a:lnTo>
                  <a:pt x="1176782" y="391744"/>
                </a:lnTo>
                <a:lnTo>
                  <a:pt x="1156919" y="390715"/>
                </a:lnTo>
                <a:lnTo>
                  <a:pt x="1136218" y="388835"/>
                </a:lnTo>
                <a:lnTo>
                  <a:pt x="1114806" y="385953"/>
                </a:lnTo>
                <a:lnTo>
                  <a:pt x="1113282" y="385953"/>
                </a:lnTo>
                <a:lnTo>
                  <a:pt x="1115542" y="395147"/>
                </a:lnTo>
                <a:lnTo>
                  <a:pt x="1117663" y="404634"/>
                </a:lnTo>
                <a:lnTo>
                  <a:pt x="1119492" y="414705"/>
                </a:lnTo>
                <a:lnTo>
                  <a:pt x="1120902" y="425678"/>
                </a:lnTo>
                <a:lnTo>
                  <a:pt x="1161910" y="427774"/>
                </a:lnTo>
                <a:lnTo>
                  <a:pt x="1182065" y="428459"/>
                </a:lnTo>
                <a:lnTo>
                  <a:pt x="1201775" y="428726"/>
                </a:lnTo>
                <a:lnTo>
                  <a:pt x="1232065" y="424180"/>
                </a:lnTo>
                <a:lnTo>
                  <a:pt x="1254353" y="410768"/>
                </a:lnTo>
                <a:lnTo>
                  <a:pt x="1266507" y="392049"/>
                </a:lnTo>
                <a:lnTo>
                  <a:pt x="1268641" y="388772"/>
                </a:lnTo>
                <a:lnTo>
                  <a:pt x="1275803" y="334772"/>
                </a:lnTo>
                <a:lnTo>
                  <a:pt x="1278166" y="259194"/>
                </a:lnTo>
                <a:lnTo>
                  <a:pt x="1279550" y="207467"/>
                </a:lnTo>
                <a:lnTo>
                  <a:pt x="1280972" y="148590"/>
                </a:lnTo>
                <a:lnTo>
                  <a:pt x="1281849" y="108394"/>
                </a:lnTo>
                <a:lnTo>
                  <a:pt x="1282547" y="762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57336" y="3087433"/>
            <a:ext cx="138779" cy="105251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6071044" y="3093529"/>
            <a:ext cx="791845" cy="416559"/>
            <a:chOff x="6071044" y="3093529"/>
            <a:chExt cx="791845" cy="416559"/>
          </a:xfrm>
        </p:grpSpPr>
        <p:sp>
          <p:nvSpPr>
            <p:cNvPr id="25" name="object 25" descr=""/>
            <p:cNvSpPr/>
            <p:nvPr/>
          </p:nvSpPr>
          <p:spPr>
            <a:xfrm>
              <a:off x="6071044" y="3093529"/>
              <a:ext cx="568960" cy="416559"/>
            </a:xfrm>
            <a:custGeom>
              <a:avLst/>
              <a:gdLst/>
              <a:ahLst/>
              <a:cxnLst/>
              <a:rect l="l" t="t" r="r" b="b"/>
              <a:pathLst>
                <a:path w="568959" h="416560">
                  <a:moveTo>
                    <a:pt x="115912" y="0"/>
                  </a:moveTo>
                  <a:lnTo>
                    <a:pt x="79248" y="0"/>
                  </a:lnTo>
                  <a:lnTo>
                    <a:pt x="50520" y="36220"/>
                  </a:lnTo>
                  <a:lnTo>
                    <a:pt x="28308" y="75298"/>
                  </a:lnTo>
                  <a:lnTo>
                    <a:pt x="12522" y="117170"/>
                  </a:lnTo>
                  <a:lnTo>
                    <a:pt x="3111" y="161759"/>
                  </a:lnTo>
                  <a:lnTo>
                    <a:pt x="0" y="208978"/>
                  </a:lnTo>
                  <a:lnTo>
                    <a:pt x="3111" y="256184"/>
                  </a:lnTo>
                  <a:lnTo>
                    <a:pt x="12522" y="300672"/>
                  </a:lnTo>
                  <a:lnTo>
                    <a:pt x="28308" y="342303"/>
                  </a:lnTo>
                  <a:lnTo>
                    <a:pt x="50520" y="380936"/>
                  </a:lnTo>
                  <a:lnTo>
                    <a:pt x="79248" y="416433"/>
                  </a:lnTo>
                  <a:lnTo>
                    <a:pt x="115912" y="416433"/>
                  </a:lnTo>
                  <a:lnTo>
                    <a:pt x="87884" y="379615"/>
                  </a:lnTo>
                  <a:lnTo>
                    <a:pt x="66090" y="340550"/>
                  </a:lnTo>
                  <a:lnTo>
                    <a:pt x="50533" y="299135"/>
                  </a:lnTo>
                  <a:lnTo>
                    <a:pt x="41198" y="255308"/>
                  </a:lnTo>
                  <a:lnTo>
                    <a:pt x="38100" y="208978"/>
                  </a:lnTo>
                  <a:lnTo>
                    <a:pt x="41198" y="161899"/>
                  </a:lnTo>
                  <a:lnTo>
                    <a:pt x="50533" y="117602"/>
                  </a:lnTo>
                  <a:lnTo>
                    <a:pt x="66090" y="75958"/>
                  </a:lnTo>
                  <a:lnTo>
                    <a:pt x="87884" y="36804"/>
                  </a:lnTo>
                  <a:lnTo>
                    <a:pt x="115912" y="0"/>
                  </a:lnTo>
                  <a:close/>
                </a:path>
                <a:path w="568959" h="416560">
                  <a:moveTo>
                    <a:pt x="568833" y="24384"/>
                  </a:moveTo>
                  <a:lnTo>
                    <a:pt x="529209" y="24384"/>
                  </a:lnTo>
                  <a:lnTo>
                    <a:pt x="465099" y="266890"/>
                  </a:lnTo>
                  <a:lnTo>
                    <a:pt x="462216" y="275780"/>
                  </a:lnTo>
                  <a:lnTo>
                    <a:pt x="460336" y="283933"/>
                  </a:lnTo>
                  <a:lnTo>
                    <a:pt x="459308" y="291211"/>
                  </a:lnTo>
                  <a:lnTo>
                    <a:pt x="459003" y="297472"/>
                  </a:lnTo>
                  <a:lnTo>
                    <a:pt x="457479" y="297472"/>
                  </a:lnTo>
                  <a:lnTo>
                    <a:pt x="455193" y="281266"/>
                  </a:lnTo>
                  <a:lnTo>
                    <a:pt x="452907" y="268414"/>
                  </a:lnTo>
                  <a:lnTo>
                    <a:pt x="385851" y="24384"/>
                  </a:lnTo>
                  <a:lnTo>
                    <a:pt x="350710" y="24384"/>
                  </a:lnTo>
                  <a:lnTo>
                    <a:pt x="280606" y="265366"/>
                  </a:lnTo>
                  <a:lnTo>
                    <a:pt x="276415" y="283743"/>
                  </a:lnTo>
                  <a:lnTo>
                    <a:pt x="275031" y="291185"/>
                  </a:lnTo>
                  <a:lnTo>
                    <a:pt x="274510" y="297472"/>
                  </a:lnTo>
                  <a:lnTo>
                    <a:pt x="272986" y="297472"/>
                  </a:lnTo>
                  <a:lnTo>
                    <a:pt x="201256" y="24384"/>
                  </a:lnTo>
                  <a:lnTo>
                    <a:pt x="160108" y="24384"/>
                  </a:lnTo>
                  <a:lnTo>
                    <a:pt x="253174" y="338620"/>
                  </a:lnTo>
                  <a:lnTo>
                    <a:pt x="295846" y="338620"/>
                  </a:lnTo>
                  <a:lnTo>
                    <a:pt x="362089" y="101828"/>
                  </a:lnTo>
                  <a:lnTo>
                    <a:pt x="364045" y="93827"/>
                  </a:lnTo>
                  <a:lnTo>
                    <a:pt x="365417" y="85826"/>
                  </a:lnTo>
                  <a:lnTo>
                    <a:pt x="365950" y="77825"/>
                  </a:lnTo>
                  <a:lnTo>
                    <a:pt x="367474" y="77825"/>
                  </a:lnTo>
                  <a:lnTo>
                    <a:pt x="436143" y="338620"/>
                  </a:lnTo>
                  <a:lnTo>
                    <a:pt x="480339" y="338620"/>
                  </a:lnTo>
                  <a:lnTo>
                    <a:pt x="568833" y="2438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5785" y="3203352"/>
              <a:ext cx="196786" cy="234886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6915911" y="3099816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024116" y="3099816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7254430" y="3118421"/>
            <a:ext cx="421005" cy="320040"/>
            <a:chOff x="7254430" y="3118421"/>
            <a:chExt cx="421005" cy="320040"/>
          </a:xfrm>
        </p:grpSpPr>
        <p:sp>
          <p:nvSpPr>
            <p:cNvPr id="30" name="object 30" descr=""/>
            <p:cNvSpPr/>
            <p:nvPr/>
          </p:nvSpPr>
          <p:spPr>
            <a:xfrm>
              <a:off x="7254431" y="3118421"/>
              <a:ext cx="160655" cy="313690"/>
            </a:xfrm>
            <a:custGeom>
              <a:avLst/>
              <a:gdLst/>
              <a:ahLst/>
              <a:cxnLst/>
              <a:rect l="l" t="t" r="r" b="b"/>
              <a:pathLst>
                <a:path w="160654" h="313689">
                  <a:moveTo>
                    <a:pt x="160108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140970"/>
                  </a:lnTo>
                  <a:lnTo>
                    <a:pt x="0" y="175260"/>
                  </a:lnTo>
                  <a:lnTo>
                    <a:pt x="0" y="313690"/>
                  </a:lnTo>
                  <a:lnTo>
                    <a:pt x="38188" y="313690"/>
                  </a:lnTo>
                  <a:lnTo>
                    <a:pt x="38188" y="175260"/>
                  </a:lnTo>
                  <a:lnTo>
                    <a:pt x="150964" y="175260"/>
                  </a:lnTo>
                  <a:lnTo>
                    <a:pt x="150964" y="140970"/>
                  </a:lnTo>
                  <a:lnTo>
                    <a:pt x="38188" y="140970"/>
                  </a:lnTo>
                  <a:lnTo>
                    <a:pt x="38188" y="33020"/>
                  </a:lnTo>
                  <a:lnTo>
                    <a:pt x="160108" y="33020"/>
                  </a:lnTo>
                  <a:lnTo>
                    <a:pt x="160108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4265" y="3203352"/>
              <a:ext cx="221075" cy="234886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7731823" y="3203352"/>
            <a:ext cx="474345" cy="229235"/>
            <a:chOff x="7731823" y="3203352"/>
            <a:chExt cx="474345" cy="229235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1823" y="3204876"/>
              <a:ext cx="117443" cy="22726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888890" y="3203352"/>
              <a:ext cx="317500" cy="229235"/>
            </a:xfrm>
            <a:custGeom>
              <a:avLst/>
              <a:gdLst/>
              <a:ahLst/>
              <a:cxnLst/>
              <a:rect l="l" t="t" r="r" b="b"/>
              <a:pathLst>
                <a:path w="317500" h="229235">
                  <a:moveTo>
                    <a:pt x="317182" y="228790"/>
                  </a:moveTo>
                  <a:lnTo>
                    <a:pt x="282130" y="228790"/>
                  </a:lnTo>
                  <a:lnTo>
                    <a:pt x="282130" y="100679"/>
                  </a:lnTo>
                  <a:lnTo>
                    <a:pt x="281297" y="83543"/>
                  </a:lnTo>
                  <a:lnTo>
                    <a:pt x="263342" y="39481"/>
                  </a:lnTo>
                  <a:lnTo>
                    <a:pt x="231838" y="30479"/>
                  </a:lnTo>
                  <a:lnTo>
                    <a:pt x="220662" y="31646"/>
                  </a:lnTo>
                  <a:lnTo>
                    <a:pt x="185237" y="62062"/>
                  </a:lnTo>
                  <a:lnTo>
                    <a:pt x="176879" y="100679"/>
                  </a:lnTo>
                  <a:lnTo>
                    <a:pt x="176879" y="228790"/>
                  </a:lnTo>
                  <a:lnTo>
                    <a:pt x="140303" y="228790"/>
                  </a:lnTo>
                  <a:lnTo>
                    <a:pt x="140303" y="96107"/>
                  </a:lnTo>
                  <a:lnTo>
                    <a:pt x="137160" y="67167"/>
                  </a:lnTo>
                  <a:lnTo>
                    <a:pt x="127730" y="46684"/>
                  </a:lnTo>
                  <a:lnTo>
                    <a:pt x="112014" y="34505"/>
                  </a:lnTo>
                  <a:lnTo>
                    <a:pt x="90011" y="30479"/>
                  </a:lnTo>
                  <a:lnTo>
                    <a:pt x="78192" y="31646"/>
                  </a:lnTo>
                  <a:lnTo>
                    <a:pt x="44053" y="60562"/>
                  </a:lnTo>
                  <a:lnTo>
                    <a:pt x="35052" y="100679"/>
                  </a:lnTo>
                  <a:lnTo>
                    <a:pt x="35052" y="228790"/>
                  </a:lnTo>
                  <a:lnTo>
                    <a:pt x="0" y="228790"/>
                  </a:lnTo>
                  <a:lnTo>
                    <a:pt x="0" y="4571"/>
                  </a:lnTo>
                  <a:lnTo>
                    <a:pt x="35052" y="4571"/>
                  </a:lnTo>
                  <a:lnTo>
                    <a:pt x="35052" y="41147"/>
                  </a:lnTo>
                  <a:lnTo>
                    <a:pt x="36576" y="41147"/>
                  </a:lnTo>
                  <a:lnTo>
                    <a:pt x="49436" y="23145"/>
                  </a:lnTo>
                  <a:lnTo>
                    <a:pt x="65162" y="10286"/>
                  </a:lnTo>
                  <a:lnTo>
                    <a:pt x="83764" y="2571"/>
                  </a:lnTo>
                  <a:lnTo>
                    <a:pt x="105251" y="0"/>
                  </a:lnTo>
                  <a:lnTo>
                    <a:pt x="117038" y="833"/>
                  </a:lnTo>
                  <a:lnTo>
                    <a:pt x="153828" y="19359"/>
                  </a:lnTo>
                  <a:lnTo>
                    <a:pt x="169259" y="45719"/>
                  </a:lnTo>
                  <a:lnTo>
                    <a:pt x="183286" y="25717"/>
                  </a:lnTo>
                  <a:lnTo>
                    <a:pt x="200322" y="11429"/>
                  </a:lnTo>
                  <a:lnTo>
                    <a:pt x="220520" y="2857"/>
                  </a:lnTo>
                  <a:lnTo>
                    <a:pt x="244030" y="0"/>
                  </a:lnTo>
                  <a:lnTo>
                    <a:pt x="276034" y="5716"/>
                  </a:lnTo>
                  <a:lnTo>
                    <a:pt x="298894" y="22871"/>
                  </a:lnTo>
                  <a:lnTo>
                    <a:pt x="312610" y="51475"/>
                  </a:lnTo>
                  <a:lnTo>
                    <a:pt x="317182" y="91535"/>
                  </a:lnTo>
                  <a:lnTo>
                    <a:pt x="317182" y="22879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8259508" y="3101149"/>
            <a:ext cx="441325" cy="337185"/>
            <a:chOff x="8259508" y="3101149"/>
            <a:chExt cx="441325" cy="337185"/>
          </a:xfrm>
        </p:grpSpPr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59508" y="3203352"/>
              <a:ext cx="195167" cy="23488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8494299" y="3101149"/>
              <a:ext cx="206375" cy="337185"/>
            </a:xfrm>
            <a:custGeom>
              <a:avLst/>
              <a:gdLst/>
              <a:ahLst/>
              <a:cxnLst/>
              <a:rect l="l" t="t" r="r" b="b"/>
              <a:pathLst>
                <a:path w="206375" h="337185">
                  <a:moveTo>
                    <a:pt x="205930" y="138779"/>
                  </a:moveTo>
                  <a:lnTo>
                    <a:pt x="170878" y="138779"/>
                  </a:lnTo>
                  <a:lnTo>
                    <a:pt x="170878" y="0"/>
                  </a:lnTo>
                  <a:lnTo>
                    <a:pt x="205930" y="0"/>
                  </a:lnTo>
                  <a:lnTo>
                    <a:pt x="205930" y="138779"/>
                  </a:lnTo>
                  <a:close/>
                </a:path>
                <a:path w="206375" h="337185">
                  <a:moveTo>
                    <a:pt x="93059" y="337089"/>
                  </a:moveTo>
                  <a:lnTo>
                    <a:pt x="54185" y="329279"/>
                  </a:lnTo>
                  <a:lnTo>
                    <a:pt x="13501" y="290307"/>
                  </a:lnTo>
                  <a:lnTo>
                    <a:pt x="1452" y="249093"/>
                  </a:lnTo>
                  <a:lnTo>
                    <a:pt x="0" y="224218"/>
                  </a:lnTo>
                  <a:lnTo>
                    <a:pt x="1714" y="197962"/>
                  </a:lnTo>
                  <a:lnTo>
                    <a:pt x="15430" y="153415"/>
                  </a:lnTo>
                  <a:lnTo>
                    <a:pt x="42584" y="120848"/>
                  </a:lnTo>
                  <a:lnTo>
                    <a:pt x="80246" y="104227"/>
                  </a:lnTo>
                  <a:lnTo>
                    <a:pt x="102203" y="102203"/>
                  </a:lnTo>
                  <a:lnTo>
                    <a:pt x="123610" y="104489"/>
                  </a:lnTo>
                  <a:lnTo>
                    <a:pt x="142017" y="111347"/>
                  </a:lnTo>
                  <a:lnTo>
                    <a:pt x="157281" y="122777"/>
                  </a:lnTo>
                  <a:lnTo>
                    <a:pt x="164696" y="132683"/>
                  </a:lnTo>
                  <a:lnTo>
                    <a:pt x="106775" y="132683"/>
                  </a:lnTo>
                  <a:lnTo>
                    <a:pt x="91392" y="134112"/>
                  </a:lnTo>
                  <a:lnTo>
                    <a:pt x="54959" y="155543"/>
                  </a:lnTo>
                  <a:lnTo>
                    <a:pt x="37814" y="203000"/>
                  </a:lnTo>
                  <a:lnTo>
                    <a:pt x="36671" y="222694"/>
                  </a:lnTo>
                  <a:lnTo>
                    <a:pt x="37814" y="241021"/>
                  </a:lnTo>
                  <a:lnTo>
                    <a:pt x="54959" y="283749"/>
                  </a:lnTo>
                  <a:lnTo>
                    <a:pt x="88820" y="305181"/>
                  </a:lnTo>
                  <a:lnTo>
                    <a:pt x="103727" y="306609"/>
                  </a:lnTo>
                  <a:lnTo>
                    <a:pt x="159027" y="306609"/>
                  </a:lnTo>
                  <a:lnTo>
                    <a:pt x="154995" y="312015"/>
                  </a:lnTo>
                  <a:lnTo>
                    <a:pt x="137445" y="325850"/>
                  </a:lnTo>
                  <a:lnTo>
                    <a:pt x="116752" y="334256"/>
                  </a:lnTo>
                  <a:lnTo>
                    <a:pt x="93059" y="337089"/>
                  </a:lnTo>
                  <a:close/>
                </a:path>
                <a:path w="206375" h="337185">
                  <a:moveTo>
                    <a:pt x="159027" y="306609"/>
                  </a:moveTo>
                  <a:lnTo>
                    <a:pt x="103727" y="306609"/>
                  </a:lnTo>
                  <a:lnTo>
                    <a:pt x="117752" y="305204"/>
                  </a:lnTo>
                  <a:lnTo>
                    <a:pt x="130206" y="301085"/>
                  </a:lnTo>
                  <a:lnTo>
                    <a:pt x="159868" y="273257"/>
                  </a:lnTo>
                  <a:lnTo>
                    <a:pt x="170878" y="230314"/>
                  </a:lnTo>
                  <a:lnTo>
                    <a:pt x="170878" y="196786"/>
                  </a:lnTo>
                  <a:lnTo>
                    <a:pt x="152495" y="150971"/>
                  </a:lnTo>
                  <a:lnTo>
                    <a:pt x="106775" y="132683"/>
                  </a:lnTo>
                  <a:lnTo>
                    <a:pt x="164696" y="132683"/>
                  </a:lnTo>
                  <a:lnTo>
                    <a:pt x="169259" y="138779"/>
                  </a:lnTo>
                  <a:lnTo>
                    <a:pt x="205930" y="138779"/>
                  </a:lnTo>
                  <a:lnTo>
                    <a:pt x="205930" y="292893"/>
                  </a:lnTo>
                  <a:lnTo>
                    <a:pt x="169259" y="292893"/>
                  </a:lnTo>
                  <a:lnTo>
                    <a:pt x="159027" y="306609"/>
                  </a:lnTo>
                  <a:close/>
                </a:path>
                <a:path w="206375" h="337185">
                  <a:moveTo>
                    <a:pt x="205930" y="330993"/>
                  </a:moveTo>
                  <a:lnTo>
                    <a:pt x="170878" y="330993"/>
                  </a:lnTo>
                  <a:lnTo>
                    <a:pt x="170878" y="292893"/>
                  </a:lnTo>
                  <a:lnTo>
                    <a:pt x="205930" y="292893"/>
                  </a:lnTo>
                  <a:lnTo>
                    <a:pt x="205930" y="33099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8776430" y="3093529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38195" y="416433"/>
                </a:moveTo>
                <a:lnTo>
                  <a:pt x="0" y="416433"/>
                </a:lnTo>
                <a:lnTo>
                  <a:pt x="28027" y="379456"/>
                </a:lnTo>
                <a:lnTo>
                  <a:pt x="49818" y="340005"/>
                </a:lnTo>
                <a:lnTo>
                  <a:pt x="65377" y="298146"/>
                </a:lnTo>
                <a:lnTo>
                  <a:pt x="74709" y="253941"/>
                </a:lnTo>
                <a:lnTo>
                  <a:pt x="77819" y="207454"/>
                </a:lnTo>
                <a:lnTo>
                  <a:pt x="74868" y="161117"/>
                </a:lnTo>
                <a:lnTo>
                  <a:pt x="65913" y="117271"/>
                </a:lnTo>
                <a:lnTo>
                  <a:pt x="50805" y="75849"/>
                </a:lnTo>
                <a:lnTo>
                  <a:pt x="29392" y="36781"/>
                </a:lnTo>
                <a:lnTo>
                  <a:pt x="1524" y="0"/>
                </a:lnTo>
                <a:lnTo>
                  <a:pt x="38195" y="0"/>
                </a:lnTo>
                <a:lnTo>
                  <a:pt x="66175" y="35318"/>
                </a:lnTo>
                <a:lnTo>
                  <a:pt x="87938" y="73654"/>
                </a:lnTo>
                <a:lnTo>
                  <a:pt x="103483" y="115077"/>
                </a:lnTo>
                <a:lnTo>
                  <a:pt x="112810" y="159654"/>
                </a:lnTo>
                <a:lnTo>
                  <a:pt x="115919" y="207454"/>
                </a:lnTo>
                <a:lnTo>
                  <a:pt x="112810" y="254672"/>
                </a:lnTo>
                <a:lnTo>
                  <a:pt x="103483" y="299243"/>
                </a:lnTo>
                <a:lnTo>
                  <a:pt x="87938" y="341103"/>
                </a:lnTo>
                <a:lnTo>
                  <a:pt x="66175" y="380187"/>
                </a:lnTo>
                <a:lnTo>
                  <a:pt x="38195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297590" y="3656361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5638"/>
                </a:lnTo>
                <a:lnTo>
                  <a:pt x="9144" y="0"/>
                </a:lnTo>
                <a:lnTo>
                  <a:pt x="53435" y="0"/>
                </a:lnTo>
                <a:lnTo>
                  <a:pt x="117443" y="109823"/>
                </a:lnTo>
                <a:lnTo>
                  <a:pt x="120634" y="115553"/>
                </a:lnTo>
                <a:lnTo>
                  <a:pt x="126444" y="127048"/>
                </a:lnTo>
                <a:lnTo>
                  <a:pt x="129635" y="132778"/>
                </a:lnTo>
                <a:lnTo>
                  <a:pt x="167059" y="132778"/>
                </a:lnTo>
                <a:lnTo>
                  <a:pt x="152495" y="155638"/>
                </a:lnTo>
                <a:lnTo>
                  <a:pt x="167007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6118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059" y="132778"/>
                </a:moveTo>
                <a:lnTo>
                  <a:pt x="129635" y="132778"/>
                </a:lnTo>
                <a:lnTo>
                  <a:pt x="133040" y="125293"/>
                </a:lnTo>
                <a:lnTo>
                  <a:pt x="136302" y="118979"/>
                </a:lnTo>
                <a:lnTo>
                  <a:pt x="139279" y="113825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59" y="132778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4594"/>
                </a:lnTo>
                <a:lnTo>
                  <a:pt x="128111" y="178498"/>
                </a:lnTo>
                <a:lnTo>
                  <a:pt x="167007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598104" y="3656361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344"/>
                </a:lnTo>
                <a:lnTo>
                  <a:pt x="284607" y="75533"/>
                </a:lnTo>
                <a:lnTo>
                  <a:pt x="286702" y="42767"/>
                </a:lnTo>
                <a:lnTo>
                  <a:pt x="285178" y="42767"/>
                </a:lnTo>
                <a:lnTo>
                  <a:pt x="169259" y="314229"/>
                </a:lnTo>
                <a:lnTo>
                  <a:pt x="150971" y="314229"/>
                </a:lnTo>
                <a:lnTo>
                  <a:pt x="44196" y="74771"/>
                </a:lnTo>
                <a:lnTo>
                  <a:pt x="35052" y="42767"/>
                </a:lnTo>
                <a:lnTo>
                  <a:pt x="33528" y="42767"/>
                </a:lnTo>
                <a:lnTo>
                  <a:pt x="34409" y="53363"/>
                </a:lnTo>
                <a:lnTo>
                  <a:pt x="34861" y="66960"/>
                </a:lnTo>
                <a:lnTo>
                  <a:pt x="35052" y="103727"/>
                </a:lnTo>
                <a:lnTo>
                  <a:pt x="35052" y="314229"/>
                </a:ln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150042" y="231417"/>
                </a:lnTo>
                <a:lnTo>
                  <a:pt x="160115" y="256317"/>
                </a:lnTo>
                <a:lnTo>
                  <a:pt x="164639" y="244563"/>
                </a:lnTo>
                <a:lnTo>
                  <a:pt x="172545" y="225590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2000631" y="3656329"/>
            <a:ext cx="163830" cy="313690"/>
          </a:xfrm>
          <a:custGeom>
            <a:avLst/>
            <a:gdLst/>
            <a:ahLst/>
            <a:cxnLst/>
            <a:rect l="l" t="t" r="r" b="b"/>
            <a:pathLst>
              <a:path w="163830" h="313689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258" y="31369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302662" y="3595408"/>
            <a:ext cx="883285" cy="431800"/>
          </a:xfrm>
          <a:custGeom>
            <a:avLst/>
            <a:gdLst/>
            <a:ahLst/>
            <a:cxnLst/>
            <a:rect l="l" t="t" r="r" b="b"/>
            <a:pathLst>
              <a:path w="883285" h="431800">
                <a:moveTo>
                  <a:pt x="428536" y="387388"/>
                </a:moveTo>
                <a:lnTo>
                  <a:pt x="369658" y="369900"/>
                </a:lnTo>
                <a:lnTo>
                  <a:pt x="319087" y="351574"/>
                </a:lnTo>
                <a:lnTo>
                  <a:pt x="277088" y="332092"/>
                </a:lnTo>
                <a:lnTo>
                  <a:pt x="243941" y="311188"/>
                </a:lnTo>
                <a:lnTo>
                  <a:pt x="264134" y="288226"/>
                </a:lnTo>
                <a:lnTo>
                  <a:pt x="272288" y="278942"/>
                </a:lnTo>
                <a:lnTo>
                  <a:pt x="296748" y="242709"/>
                </a:lnTo>
                <a:lnTo>
                  <a:pt x="317106" y="202438"/>
                </a:lnTo>
                <a:lnTo>
                  <a:pt x="333133" y="158153"/>
                </a:lnTo>
                <a:lnTo>
                  <a:pt x="344614" y="109829"/>
                </a:lnTo>
                <a:lnTo>
                  <a:pt x="425488" y="109829"/>
                </a:lnTo>
                <a:lnTo>
                  <a:pt x="425488" y="77724"/>
                </a:lnTo>
                <a:lnTo>
                  <a:pt x="306514" y="77724"/>
                </a:lnTo>
                <a:lnTo>
                  <a:pt x="306514" y="109829"/>
                </a:lnTo>
                <a:lnTo>
                  <a:pt x="293966" y="162991"/>
                </a:lnTo>
                <a:lnTo>
                  <a:pt x="274688" y="210451"/>
                </a:lnTo>
                <a:lnTo>
                  <a:pt x="248818" y="252209"/>
                </a:lnTo>
                <a:lnTo>
                  <a:pt x="216509" y="288226"/>
                </a:lnTo>
                <a:lnTo>
                  <a:pt x="182448" y="250494"/>
                </a:lnTo>
                <a:lnTo>
                  <a:pt x="155536" y="208165"/>
                </a:lnTo>
                <a:lnTo>
                  <a:pt x="135458" y="161277"/>
                </a:lnTo>
                <a:lnTo>
                  <a:pt x="121920" y="109829"/>
                </a:lnTo>
                <a:lnTo>
                  <a:pt x="306514" y="109829"/>
                </a:lnTo>
                <a:lnTo>
                  <a:pt x="306514" y="77724"/>
                </a:lnTo>
                <a:lnTo>
                  <a:pt x="219557" y="77724"/>
                </a:lnTo>
                <a:lnTo>
                  <a:pt x="250037" y="62484"/>
                </a:lnTo>
                <a:lnTo>
                  <a:pt x="239179" y="42430"/>
                </a:lnTo>
                <a:lnTo>
                  <a:pt x="229463" y="25527"/>
                </a:lnTo>
                <a:lnTo>
                  <a:pt x="220891" y="11480"/>
                </a:lnTo>
                <a:lnTo>
                  <a:pt x="213461" y="0"/>
                </a:lnTo>
                <a:lnTo>
                  <a:pt x="179933" y="16764"/>
                </a:lnTo>
                <a:lnTo>
                  <a:pt x="187121" y="27571"/>
                </a:lnTo>
                <a:lnTo>
                  <a:pt x="195173" y="41529"/>
                </a:lnTo>
                <a:lnTo>
                  <a:pt x="214985" y="77724"/>
                </a:lnTo>
                <a:lnTo>
                  <a:pt x="4572" y="77724"/>
                </a:lnTo>
                <a:lnTo>
                  <a:pt x="4572" y="109829"/>
                </a:lnTo>
                <a:lnTo>
                  <a:pt x="86868" y="109829"/>
                </a:lnTo>
                <a:lnTo>
                  <a:pt x="98234" y="155219"/>
                </a:lnTo>
                <a:lnTo>
                  <a:pt x="114071" y="198056"/>
                </a:lnTo>
                <a:lnTo>
                  <a:pt x="134442" y="238315"/>
                </a:lnTo>
                <a:lnTo>
                  <a:pt x="159423" y="276021"/>
                </a:lnTo>
                <a:lnTo>
                  <a:pt x="189077" y="311188"/>
                </a:lnTo>
                <a:lnTo>
                  <a:pt x="153314" y="333705"/>
                </a:lnTo>
                <a:lnTo>
                  <a:pt x="109969" y="355384"/>
                </a:lnTo>
                <a:lnTo>
                  <a:pt x="58902" y="375945"/>
                </a:lnTo>
                <a:lnTo>
                  <a:pt x="0" y="395097"/>
                </a:lnTo>
                <a:lnTo>
                  <a:pt x="7480" y="404190"/>
                </a:lnTo>
                <a:lnTo>
                  <a:pt x="14097" y="413004"/>
                </a:lnTo>
                <a:lnTo>
                  <a:pt x="20142" y="421246"/>
                </a:lnTo>
                <a:lnTo>
                  <a:pt x="25908" y="428625"/>
                </a:lnTo>
                <a:lnTo>
                  <a:pt x="86525" y="405752"/>
                </a:lnTo>
                <a:lnTo>
                  <a:pt x="138163" y="382854"/>
                </a:lnTo>
                <a:lnTo>
                  <a:pt x="180936" y="359968"/>
                </a:lnTo>
                <a:lnTo>
                  <a:pt x="214985" y="337096"/>
                </a:lnTo>
                <a:lnTo>
                  <a:pt x="248716" y="359702"/>
                </a:lnTo>
                <a:lnTo>
                  <a:pt x="290461" y="381901"/>
                </a:lnTo>
                <a:lnTo>
                  <a:pt x="340220" y="403821"/>
                </a:lnTo>
                <a:lnTo>
                  <a:pt x="397954" y="425577"/>
                </a:lnTo>
                <a:lnTo>
                  <a:pt x="403415" y="417271"/>
                </a:lnTo>
                <a:lnTo>
                  <a:pt x="410425" y="408228"/>
                </a:lnTo>
                <a:lnTo>
                  <a:pt x="418833" y="398322"/>
                </a:lnTo>
                <a:lnTo>
                  <a:pt x="428536" y="387388"/>
                </a:lnTo>
                <a:close/>
              </a:path>
              <a:path w="883285" h="431800">
                <a:moveTo>
                  <a:pt x="577977" y="15240"/>
                </a:moveTo>
                <a:lnTo>
                  <a:pt x="541401" y="4572"/>
                </a:lnTo>
                <a:lnTo>
                  <a:pt x="525792" y="54190"/>
                </a:lnTo>
                <a:lnTo>
                  <a:pt x="508304" y="100584"/>
                </a:lnTo>
                <a:lnTo>
                  <a:pt x="488861" y="143814"/>
                </a:lnTo>
                <a:lnTo>
                  <a:pt x="467372" y="183984"/>
                </a:lnTo>
                <a:lnTo>
                  <a:pt x="443763" y="221170"/>
                </a:lnTo>
                <a:lnTo>
                  <a:pt x="448322" y="231190"/>
                </a:lnTo>
                <a:lnTo>
                  <a:pt x="452716" y="240792"/>
                </a:lnTo>
                <a:lnTo>
                  <a:pt x="456844" y="250101"/>
                </a:lnTo>
                <a:lnTo>
                  <a:pt x="460527" y="259270"/>
                </a:lnTo>
                <a:lnTo>
                  <a:pt x="472846" y="241579"/>
                </a:lnTo>
                <a:lnTo>
                  <a:pt x="484720" y="222872"/>
                </a:lnTo>
                <a:lnTo>
                  <a:pt x="496328" y="203288"/>
                </a:lnTo>
                <a:lnTo>
                  <a:pt x="507771" y="182968"/>
                </a:lnTo>
                <a:lnTo>
                  <a:pt x="507771" y="431673"/>
                </a:lnTo>
                <a:lnTo>
                  <a:pt x="542925" y="431673"/>
                </a:lnTo>
                <a:lnTo>
                  <a:pt x="542925" y="182968"/>
                </a:lnTo>
                <a:lnTo>
                  <a:pt x="542925" y="111340"/>
                </a:lnTo>
                <a:lnTo>
                  <a:pt x="552043" y="88150"/>
                </a:lnTo>
                <a:lnTo>
                  <a:pt x="561022" y="64401"/>
                </a:lnTo>
                <a:lnTo>
                  <a:pt x="569709" y="40106"/>
                </a:lnTo>
                <a:lnTo>
                  <a:pt x="577977" y="15240"/>
                </a:lnTo>
                <a:close/>
              </a:path>
              <a:path w="883285" h="431800">
                <a:moveTo>
                  <a:pt x="882967" y="247078"/>
                </a:moveTo>
                <a:lnTo>
                  <a:pt x="762482" y="247078"/>
                </a:lnTo>
                <a:lnTo>
                  <a:pt x="762482" y="137248"/>
                </a:lnTo>
                <a:lnTo>
                  <a:pt x="867727" y="137248"/>
                </a:lnTo>
                <a:lnTo>
                  <a:pt x="867727" y="106768"/>
                </a:lnTo>
                <a:lnTo>
                  <a:pt x="762482" y="106768"/>
                </a:lnTo>
                <a:lnTo>
                  <a:pt x="762482" y="4572"/>
                </a:lnTo>
                <a:lnTo>
                  <a:pt x="728954" y="4572"/>
                </a:lnTo>
                <a:lnTo>
                  <a:pt x="728954" y="106768"/>
                </a:lnTo>
                <a:lnTo>
                  <a:pt x="655701" y="106768"/>
                </a:lnTo>
                <a:lnTo>
                  <a:pt x="660273" y="91643"/>
                </a:lnTo>
                <a:lnTo>
                  <a:pt x="664845" y="76060"/>
                </a:lnTo>
                <a:lnTo>
                  <a:pt x="669417" y="60185"/>
                </a:lnTo>
                <a:lnTo>
                  <a:pt x="673989" y="44196"/>
                </a:lnTo>
                <a:lnTo>
                  <a:pt x="638937" y="35052"/>
                </a:lnTo>
                <a:lnTo>
                  <a:pt x="627456" y="78803"/>
                </a:lnTo>
                <a:lnTo>
                  <a:pt x="613410" y="120675"/>
                </a:lnTo>
                <a:lnTo>
                  <a:pt x="596506" y="160553"/>
                </a:lnTo>
                <a:lnTo>
                  <a:pt x="576453" y="198310"/>
                </a:lnTo>
                <a:lnTo>
                  <a:pt x="585050" y="204025"/>
                </a:lnTo>
                <a:lnTo>
                  <a:pt x="592645" y="209740"/>
                </a:lnTo>
                <a:lnTo>
                  <a:pt x="599389" y="215455"/>
                </a:lnTo>
                <a:lnTo>
                  <a:pt x="605409" y="221170"/>
                </a:lnTo>
                <a:lnTo>
                  <a:pt x="616318" y="202057"/>
                </a:lnTo>
                <a:lnTo>
                  <a:pt x="626364" y="181495"/>
                </a:lnTo>
                <a:lnTo>
                  <a:pt x="635838" y="159791"/>
                </a:lnTo>
                <a:lnTo>
                  <a:pt x="645033" y="137248"/>
                </a:lnTo>
                <a:lnTo>
                  <a:pt x="728954" y="137248"/>
                </a:lnTo>
                <a:lnTo>
                  <a:pt x="728954" y="247078"/>
                </a:lnTo>
                <a:lnTo>
                  <a:pt x="576453" y="247078"/>
                </a:lnTo>
                <a:lnTo>
                  <a:pt x="576453" y="279082"/>
                </a:lnTo>
                <a:lnTo>
                  <a:pt x="728954" y="279082"/>
                </a:lnTo>
                <a:lnTo>
                  <a:pt x="728954" y="431673"/>
                </a:lnTo>
                <a:lnTo>
                  <a:pt x="762482" y="431673"/>
                </a:lnTo>
                <a:lnTo>
                  <a:pt x="762482" y="279082"/>
                </a:lnTo>
                <a:lnTo>
                  <a:pt x="882967" y="279082"/>
                </a:lnTo>
                <a:lnTo>
                  <a:pt x="882967" y="2470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9928" y="4416075"/>
            <a:ext cx="109823" cy="109823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1297584" y="4242155"/>
            <a:ext cx="1337945" cy="436245"/>
          </a:xfrm>
          <a:custGeom>
            <a:avLst/>
            <a:gdLst/>
            <a:ahLst/>
            <a:cxnLst/>
            <a:rect l="l" t="t" r="r" b="b"/>
            <a:pathLst>
              <a:path w="1337945" h="436245">
                <a:moveTo>
                  <a:pt x="140309" y="13804"/>
                </a:moveTo>
                <a:lnTo>
                  <a:pt x="103720" y="3136"/>
                </a:lnTo>
                <a:lnTo>
                  <a:pt x="87249" y="52031"/>
                </a:lnTo>
                <a:lnTo>
                  <a:pt x="68783" y="98056"/>
                </a:lnTo>
                <a:lnTo>
                  <a:pt x="48183" y="141287"/>
                </a:lnTo>
                <a:lnTo>
                  <a:pt x="25311" y="181825"/>
                </a:lnTo>
                <a:lnTo>
                  <a:pt x="0" y="219748"/>
                </a:lnTo>
                <a:lnTo>
                  <a:pt x="4546" y="229120"/>
                </a:lnTo>
                <a:lnTo>
                  <a:pt x="8953" y="238798"/>
                </a:lnTo>
                <a:lnTo>
                  <a:pt x="13068" y="248462"/>
                </a:lnTo>
                <a:lnTo>
                  <a:pt x="16764" y="257848"/>
                </a:lnTo>
                <a:lnTo>
                  <a:pt x="29603" y="240144"/>
                </a:lnTo>
                <a:lnTo>
                  <a:pt x="42570" y="221462"/>
                </a:lnTo>
                <a:lnTo>
                  <a:pt x="55219" y="201904"/>
                </a:lnTo>
                <a:lnTo>
                  <a:pt x="67144" y="181648"/>
                </a:lnTo>
                <a:lnTo>
                  <a:pt x="67144" y="430250"/>
                </a:lnTo>
                <a:lnTo>
                  <a:pt x="103720" y="430250"/>
                </a:lnTo>
                <a:lnTo>
                  <a:pt x="103720" y="181648"/>
                </a:lnTo>
                <a:lnTo>
                  <a:pt x="103720" y="109918"/>
                </a:lnTo>
                <a:lnTo>
                  <a:pt x="112864" y="86969"/>
                </a:lnTo>
                <a:lnTo>
                  <a:pt x="122008" y="63576"/>
                </a:lnTo>
                <a:lnTo>
                  <a:pt x="131152" y="39331"/>
                </a:lnTo>
                <a:lnTo>
                  <a:pt x="140309" y="13804"/>
                </a:lnTo>
                <a:close/>
              </a:path>
              <a:path w="1337945" h="436245">
                <a:moveTo>
                  <a:pt x="436245" y="161734"/>
                </a:moveTo>
                <a:lnTo>
                  <a:pt x="306616" y="161734"/>
                </a:lnTo>
                <a:lnTo>
                  <a:pt x="306616" y="4660"/>
                </a:lnTo>
                <a:lnTo>
                  <a:pt x="268414" y="4660"/>
                </a:lnTo>
                <a:lnTo>
                  <a:pt x="268414" y="161734"/>
                </a:lnTo>
                <a:lnTo>
                  <a:pt x="135724" y="161734"/>
                </a:lnTo>
                <a:lnTo>
                  <a:pt x="135724" y="196888"/>
                </a:lnTo>
                <a:lnTo>
                  <a:pt x="268414" y="196888"/>
                </a:lnTo>
                <a:lnTo>
                  <a:pt x="268414" y="428726"/>
                </a:lnTo>
                <a:lnTo>
                  <a:pt x="306616" y="428726"/>
                </a:lnTo>
                <a:lnTo>
                  <a:pt x="306616" y="196888"/>
                </a:lnTo>
                <a:lnTo>
                  <a:pt x="436245" y="196888"/>
                </a:lnTo>
                <a:lnTo>
                  <a:pt x="436245" y="161734"/>
                </a:lnTo>
                <a:close/>
              </a:path>
              <a:path w="1337945" h="436245">
                <a:moveTo>
                  <a:pt x="686269" y="18288"/>
                </a:moveTo>
                <a:lnTo>
                  <a:pt x="651217" y="0"/>
                </a:lnTo>
                <a:lnTo>
                  <a:pt x="622757" y="44615"/>
                </a:lnTo>
                <a:lnTo>
                  <a:pt x="592213" y="86906"/>
                </a:lnTo>
                <a:lnTo>
                  <a:pt x="559549" y="126809"/>
                </a:lnTo>
                <a:lnTo>
                  <a:pt x="524713" y="164299"/>
                </a:lnTo>
                <a:lnTo>
                  <a:pt x="487692" y="199326"/>
                </a:lnTo>
                <a:lnTo>
                  <a:pt x="448437" y="231838"/>
                </a:lnTo>
                <a:lnTo>
                  <a:pt x="456145" y="239572"/>
                </a:lnTo>
                <a:lnTo>
                  <a:pt x="463296" y="246888"/>
                </a:lnTo>
                <a:lnTo>
                  <a:pt x="469861" y="253911"/>
                </a:lnTo>
                <a:lnTo>
                  <a:pt x="475869" y="260794"/>
                </a:lnTo>
                <a:lnTo>
                  <a:pt x="515480" y="228015"/>
                </a:lnTo>
                <a:lnTo>
                  <a:pt x="553453" y="192189"/>
                </a:lnTo>
                <a:lnTo>
                  <a:pt x="589648" y="153289"/>
                </a:lnTo>
                <a:lnTo>
                  <a:pt x="623938" y="111340"/>
                </a:lnTo>
                <a:lnTo>
                  <a:pt x="656196" y="66344"/>
                </a:lnTo>
                <a:lnTo>
                  <a:pt x="686269" y="18288"/>
                </a:lnTo>
                <a:close/>
              </a:path>
              <a:path w="1337945" h="436245">
                <a:moveTo>
                  <a:pt x="883069" y="404241"/>
                </a:moveTo>
                <a:lnTo>
                  <a:pt x="872159" y="387477"/>
                </a:lnTo>
                <a:lnTo>
                  <a:pt x="859282" y="367665"/>
                </a:lnTo>
                <a:lnTo>
                  <a:pt x="855522" y="361899"/>
                </a:lnTo>
                <a:lnTo>
                  <a:pt x="827735" y="319570"/>
                </a:lnTo>
                <a:lnTo>
                  <a:pt x="799388" y="277228"/>
                </a:lnTo>
                <a:lnTo>
                  <a:pt x="770191" y="234886"/>
                </a:lnTo>
                <a:lnTo>
                  <a:pt x="739711" y="254698"/>
                </a:lnTo>
                <a:lnTo>
                  <a:pt x="754849" y="278180"/>
                </a:lnTo>
                <a:lnTo>
                  <a:pt x="770572" y="302793"/>
                </a:lnTo>
                <a:lnTo>
                  <a:pt x="786866" y="328510"/>
                </a:lnTo>
                <a:lnTo>
                  <a:pt x="803719" y="355384"/>
                </a:lnTo>
                <a:lnTo>
                  <a:pt x="564261" y="367665"/>
                </a:lnTo>
                <a:lnTo>
                  <a:pt x="597242" y="334225"/>
                </a:lnTo>
                <a:lnTo>
                  <a:pt x="629500" y="299288"/>
                </a:lnTo>
                <a:lnTo>
                  <a:pt x="661073" y="262851"/>
                </a:lnTo>
                <a:lnTo>
                  <a:pt x="691959" y="224929"/>
                </a:lnTo>
                <a:lnTo>
                  <a:pt x="722210" y="185508"/>
                </a:lnTo>
                <a:lnTo>
                  <a:pt x="751827" y="144602"/>
                </a:lnTo>
                <a:lnTo>
                  <a:pt x="780859" y="102196"/>
                </a:lnTo>
                <a:lnTo>
                  <a:pt x="742759" y="83908"/>
                </a:lnTo>
                <a:lnTo>
                  <a:pt x="713003" y="129794"/>
                </a:lnTo>
                <a:lnTo>
                  <a:pt x="681723" y="174358"/>
                </a:lnTo>
                <a:lnTo>
                  <a:pt x="648931" y="217551"/>
                </a:lnTo>
                <a:lnTo>
                  <a:pt x="614629" y="259346"/>
                </a:lnTo>
                <a:lnTo>
                  <a:pt x="578777" y="299720"/>
                </a:lnTo>
                <a:lnTo>
                  <a:pt x="541401" y="338620"/>
                </a:lnTo>
                <a:lnTo>
                  <a:pt x="503034" y="367372"/>
                </a:lnTo>
                <a:lnTo>
                  <a:pt x="489585" y="373761"/>
                </a:lnTo>
                <a:lnTo>
                  <a:pt x="507873" y="411861"/>
                </a:lnTo>
                <a:lnTo>
                  <a:pt x="546442" y="405650"/>
                </a:lnTo>
                <a:lnTo>
                  <a:pt x="629754" y="399211"/>
                </a:lnTo>
                <a:lnTo>
                  <a:pt x="823531" y="387477"/>
                </a:lnTo>
                <a:lnTo>
                  <a:pt x="829271" y="396887"/>
                </a:lnTo>
                <a:lnTo>
                  <a:pt x="835152" y="406717"/>
                </a:lnTo>
                <a:lnTo>
                  <a:pt x="841324" y="416839"/>
                </a:lnTo>
                <a:lnTo>
                  <a:pt x="847915" y="427101"/>
                </a:lnTo>
                <a:lnTo>
                  <a:pt x="883069" y="404241"/>
                </a:lnTo>
                <a:close/>
              </a:path>
              <a:path w="1337945" h="436245">
                <a:moveTo>
                  <a:pt x="1265783" y="16764"/>
                </a:moveTo>
                <a:lnTo>
                  <a:pt x="1232255" y="16764"/>
                </a:lnTo>
                <a:lnTo>
                  <a:pt x="1232255" y="47244"/>
                </a:lnTo>
                <a:lnTo>
                  <a:pt x="1232255" y="85445"/>
                </a:lnTo>
                <a:lnTo>
                  <a:pt x="1232255" y="114401"/>
                </a:lnTo>
                <a:lnTo>
                  <a:pt x="1232255" y="152501"/>
                </a:lnTo>
                <a:lnTo>
                  <a:pt x="1002030" y="152501"/>
                </a:lnTo>
                <a:lnTo>
                  <a:pt x="1002030" y="114401"/>
                </a:lnTo>
                <a:lnTo>
                  <a:pt x="1232255" y="114401"/>
                </a:lnTo>
                <a:lnTo>
                  <a:pt x="1232255" y="85445"/>
                </a:lnTo>
                <a:lnTo>
                  <a:pt x="1002030" y="85445"/>
                </a:lnTo>
                <a:lnTo>
                  <a:pt x="1002030" y="47244"/>
                </a:lnTo>
                <a:lnTo>
                  <a:pt x="1232255" y="47244"/>
                </a:lnTo>
                <a:lnTo>
                  <a:pt x="1232255" y="16764"/>
                </a:lnTo>
                <a:lnTo>
                  <a:pt x="968413" y="16764"/>
                </a:lnTo>
                <a:lnTo>
                  <a:pt x="968413" y="199834"/>
                </a:lnTo>
                <a:lnTo>
                  <a:pt x="1002030" y="199834"/>
                </a:lnTo>
                <a:lnTo>
                  <a:pt x="1002030" y="183070"/>
                </a:lnTo>
                <a:lnTo>
                  <a:pt x="1232255" y="183070"/>
                </a:lnTo>
                <a:lnTo>
                  <a:pt x="1232255" y="199834"/>
                </a:lnTo>
                <a:lnTo>
                  <a:pt x="1265783" y="199834"/>
                </a:lnTo>
                <a:lnTo>
                  <a:pt x="1265783" y="183070"/>
                </a:lnTo>
                <a:lnTo>
                  <a:pt x="1265783" y="152501"/>
                </a:lnTo>
                <a:lnTo>
                  <a:pt x="1265783" y="114401"/>
                </a:lnTo>
                <a:lnTo>
                  <a:pt x="1265783" y="85445"/>
                </a:lnTo>
                <a:lnTo>
                  <a:pt x="1265783" y="47244"/>
                </a:lnTo>
                <a:lnTo>
                  <a:pt x="1265783" y="16764"/>
                </a:lnTo>
                <a:close/>
              </a:path>
              <a:path w="1337945" h="436245">
                <a:moveTo>
                  <a:pt x="1337500" y="384429"/>
                </a:moveTo>
                <a:lnTo>
                  <a:pt x="1232446" y="386334"/>
                </a:lnTo>
                <a:lnTo>
                  <a:pt x="1185456" y="386575"/>
                </a:lnTo>
                <a:lnTo>
                  <a:pt x="1142339" y="385953"/>
                </a:lnTo>
                <a:lnTo>
                  <a:pt x="1142339" y="382905"/>
                </a:lnTo>
                <a:lnTo>
                  <a:pt x="1142339" y="324904"/>
                </a:lnTo>
                <a:lnTo>
                  <a:pt x="1297876" y="324904"/>
                </a:lnTo>
                <a:lnTo>
                  <a:pt x="1297876" y="294424"/>
                </a:lnTo>
                <a:lnTo>
                  <a:pt x="1142339" y="294424"/>
                </a:lnTo>
                <a:lnTo>
                  <a:pt x="1142339" y="251650"/>
                </a:lnTo>
                <a:lnTo>
                  <a:pt x="1328356" y="251650"/>
                </a:lnTo>
                <a:lnTo>
                  <a:pt x="1328356" y="221170"/>
                </a:lnTo>
                <a:lnTo>
                  <a:pt x="907440" y="221170"/>
                </a:lnTo>
                <a:lnTo>
                  <a:pt x="907440" y="251650"/>
                </a:lnTo>
                <a:lnTo>
                  <a:pt x="1107186" y="251650"/>
                </a:lnTo>
                <a:lnTo>
                  <a:pt x="1107186" y="382905"/>
                </a:lnTo>
                <a:lnTo>
                  <a:pt x="1048893" y="361137"/>
                </a:lnTo>
                <a:lnTo>
                  <a:pt x="1006602" y="318808"/>
                </a:lnTo>
                <a:lnTo>
                  <a:pt x="1011148" y="308254"/>
                </a:lnTo>
                <a:lnTo>
                  <a:pt x="1015555" y="297281"/>
                </a:lnTo>
                <a:lnTo>
                  <a:pt x="1019670" y="286016"/>
                </a:lnTo>
                <a:lnTo>
                  <a:pt x="1023366" y="274612"/>
                </a:lnTo>
                <a:lnTo>
                  <a:pt x="989838" y="265468"/>
                </a:lnTo>
                <a:lnTo>
                  <a:pt x="974585" y="309702"/>
                </a:lnTo>
                <a:lnTo>
                  <a:pt x="953935" y="348373"/>
                </a:lnTo>
                <a:lnTo>
                  <a:pt x="927595" y="381050"/>
                </a:lnTo>
                <a:lnTo>
                  <a:pt x="895248" y="407289"/>
                </a:lnTo>
                <a:lnTo>
                  <a:pt x="900950" y="415023"/>
                </a:lnTo>
                <a:lnTo>
                  <a:pt x="906487" y="422338"/>
                </a:lnTo>
                <a:lnTo>
                  <a:pt x="911758" y="429361"/>
                </a:lnTo>
                <a:lnTo>
                  <a:pt x="916584" y="436245"/>
                </a:lnTo>
                <a:lnTo>
                  <a:pt x="938542" y="417957"/>
                </a:lnTo>
                <a:lnTo>
                  <a:pt x="958697" y="397179"/>
                </a:lnTo>
                <a:lnTo>
                  <a:pt x="976858" y="373837"/>
                </a:lnTo>
                <a:lnTo>
                  <a:pt x="992886" y="347764"/>
                </a:lnTo>
                <a:lnTo>
                  <a:pt x="1016622" y="377837"/>
                </a:lnTo>
                <a:lnTo>
                  <a:pt x="1046797" y="399465"/>
                </a:lnTo>
                <a:lnTo>
                  <a:pt x="1083538" y="412788"/>
                </a:lnTo>
                <a:lnTo>
                  <a:pt x="1126998" y="417957"/>
                </a:lnTo>
                <a:lnTo>
                  <a:pt x="1263434" y="418604"/>
                </a:lnTo>
                <a:lnTo>
                  <a:pt x="1323784" y="417957"/>
                </a:lnTo>
                <a:lnTo>
                  <a:pt x="1327213" y="410578"/>
                </a:lnTo>
                <a:lnTo>
                  <a:pt x="1330642" y="402336"/>
                </a:lnTo>
                <a:lnTo>
                  <a:pt x="1334071" y="393522"/>
                </a:lnTo>
                <a:lnTo>
                  <a:pt x="1336687" y="386575"/>
                </a:lnTo>
                <a:lnTo>
                  <a:pt x="1337500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2921793" y="4239101"/>
            <a:ext cx="1489075" cy="439420"/>
            <a:chOff x="2921793" y="4239101"/>
            <a:chExt cx="1489075" cy="439420"/>
          </a:xfrm>
        </p:grpSpPr>
        <p:pic>
          <p:nvPicPr>
            <p:cNvPr id="46" name="object 4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21793" y="4269581"/>
              <a:ext cx="138779" cy="10677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3091040" y="4239107"/>
              <a:ext cx="1319530" cy="439420"/>
            </a:xfrm>
            <a:custGeom>
              <a:avLst/>
              <a:gdLst/>
              <a:ahLst/>
              <a:cxnLst/>
              <a:rect l="l" t="t" r="r" b="b"/>
              <a:pathLst>
                <a:path w="1319529" h="439420">
                  <a:moveTo>
                    <a:pt x="434632" y="56388"/>
                  </a:moveTo>
                  <a:lnTo>
                    <a:pt x="187655" y="56388"/>
                  </a:lnTo>
                  <a:lnTo>
                    <a:pt x="192430" y="44932"/>
                  </a:lnTo>
                  <a:lnTo>
                    <a:pt x="197370" y="33337"/>
                  </a:lnTo>
                  <a:lnTo>
                    <a:pt x="202006" y="21450"/>
                  </a:lnTo>
                  <a:lnTo>
                    <a:pt x="205943" y="9144"/>
                  </a:lnTo>
                  <a:lnTo>
                    <a:pt x="169367" y="0"/>
                  </a:lnTo>
                  <a:lnTo>
                    <a:pt x="165328" y="14592"/>
                  </a:lnTo>
                  <a:lnTo>
                    <a:pt x="160324" y="28765"/>
                  </a:lnTo>
                  <a:lnTo>
                    <a:pt x="154482" y="42646"/>
                  </a:lnTo>
                  <a:lnTo>
                    <a:pt x="147929" y="56388"/>
                  </a:lnTo>
                  <a:lnTo>
                    <a:pt x="12192" y="56388"/>
                  </a:lnTo>
                  <a:lnTo>
                    <a:pt x="12192" y="90004"/>
                  </a:lnTo>
                  <a:lnTo>
                    <a:pt x="132689" y="90004"/>
                  </a:lnTo>
                  <a:lnTo>
                    <a:pt x="106400" y="131673"/>
                  </a:lnTo>
                  <a:lnTo>
                    <a:pt x="75526" y="171780"/>
                  </a:lnTo>
                  <a:lnTo>
                    <a:pt x="40068" y="209892"/>
                  </a:lnTo>
                  <a:lnTo>
                    <a:pt x="0" y="245554"/>
                  </a:lnTo>
                  <a:lnTo>
                    <a:pt x="5702" y="254431"/>
                  </a:lnTo>
                  <a:lnTo>
                    <a:pt x="11239" y="262750"/>
                  </a:lnTo>
                  <a:lnTo>
                    <a:pt x="21336" y="277647"/>
                  </a:lnTo>
                  <a:lnTo>
                    <a:pt x="40284" y="261073"/>
                  </a:lnTo>
                  <a:lnTo>
                    <a:pt x="58191" y="243662"/>
                  </a:lnTo>
                  <a:lnTo>
                    <a:pt x="75234" y="225691"/>
                  </a:lnTo>
                  <a:lnTo>
                    <a:pt x="91541" y="207454"/>
                  </a:lnTo>
                  <a:lnTo>
                    <a:pt x="91541" y="434721"/>
                  </a:lnTo>
                  <a:lnTo>
                    <a:pt x="125069" y="434721"/>
                  </a:lnTo>
                  <a:lnTo>
                    <a:pt x="125069" y="335559"/>
                  </a:lnTo>
                  <a:lnTo>
                    <a:pt x="346240" y="335559"/>
                  </a:lnTo>
                  <a:lnTo>
                    <a:pt x="346240" y="366039"/>
                  </a:lnTo>
                  <a:lnTo>
                    <a:pt x="344500" y="379222"/>
                  </a:lnTo>
                  <a:lnTo>
                    <a:pt x="339191" y="388797"/>
                  </a:lnTo>
                  <a:lnTo>
                    <a:pt x="330161" y="394639"/>
                  </a:lnTo>
                  <a:lnTo>
                    <a:pt x="317284" y="396621"/>
                  </a:lnTo>
                  <a:lnTo>
                    <a:pt x="303771" y="396354"/>
                  </a:lnTo>
                  <a:lnTo>
                    <a:pt x="288429" y="395668"/>
                  </a:lnTo>
                  <a:lnTo>
                    <a:pt x="251663" y="393573"/>
                  </a:lnTo>
                  <a:lnTo>
                    <a:pt x="253682" y="403555"/>
                  </a:lnTo>
                  <a:lnTo>
                    <a:pt x="255282" y="412813"/>
                  </a:lnTo>
                  <a:lnTo>
                    <a:pt x="257759" y="428625"/>
                  </a:lnTo>
                  <a:lnTo>
                    <a:pt x="329476" y="428625"/>
                  </a:lnTo>
                  <a:lnTo>
                    <a:pt x="368528" y="414909"/>
                  </a:lnTo>
                  <a:lnTo>
                    <a:pt x="381292" y="373761"/>
                  </a:lnTo>
                  <a:lnTo>
                    <a:pt x="381292" y="335559"/>
                  </a:lnTo>
                  <a:lnTo>
                    <a:pt x="381292" y="305079"/>
                  </a:lnTo>
                  <a:lnTo>
                    <a:pt x="381292" y="253174"/>
                  </a:lnTo>
                  <a:lnTo>
                    <a:pt x="381292" y="222694"/>
                  </a:lnTo>
                  <a:lnTo>
                    <a:pt x="381292" y="170878"/>
                  </a:lnTo>
                  <a:lnTo>
                    <a:pt x="381292" y="140296"/>
                  </a:lnTo>
                  <a:lnTo>
                    <a:pt x="346240" y="140296"/>
                  </a:lnTo>
                  <a:lnTo>
                    <a:pt x="346240" y="170878"/>
                  </a:lnTo>
                  <a:lnTo>
                    <a:pt x="346240" y="222694"/>
                  </a:lnTo>
                  <a:lnTo>
                    <a:pt x="346240" y="253174"/>
                  </a:lnTo>
                  <a:lnTo>
                    <a:pt x="346240" y="305079"/>
                  </a:lnTo>
                  <a:lnTo>
                    <a:pt x="125069" y="305079"/>
                  </a:lnTo>
                  <a:lnTo>
                    <a:pt x="125069" y="253174"/>
                  </a:lnTo>
                  <a:lnTo>
                    <a:pt x="346240" y="253174"/>
                  </a:lnTo>
                  <a:lnTo>
                    <a:pt x="346240" y="222694"/>
                  </a:lnTo>
                  <a:lnTo>
                    <a:pt x="125069" y="222694"/>
                  </a:lnTo>
                  <a:lnTo>
                    <a:pt x="125069" y="207454"/>
                  </a:lnTo>
                  <a:lnTo>
                    <a:pt x="125069" y="170878"/>
                  </a:lnTo>
                  <a:lnTo>
                    <a:pt x="346240" y="170878"/>
                  </a:lnTo>
                  <a:lnTo>
                    <a:pt x="346240" y="140296"/>
                  </a:lnTo>
                  <a:lnTo>
                    <a:pt x="141833" y="140296"/>
                  </a:lnTo>
                  <a:lnTo>
                    <a:pt x="149567" y="127723"/>
                  </a:lnTo>
                  <a:lnTo>
                    <a:pt x="156895" y="115150"/>
                  </a:lnTo>
                  <a:lnTo>
                    <a:pt x="163944" y="102577"/>
                  </a:lnTo>
                  <a:lnTo>
                    <a:pt x="170891" y="90004"/>
                  </a:lnTo>
                  <a:lnTo>
                    <a:pt x="434632" y="90004"/>
                  </a:lnTo>
                  <a:lnTo>
                    <a:pt x="434632" y="56388"/>
                  </a:lnTo>
                  <a:close/>
                </a:path>
                <a:path w="1319529" h="439420">
                  <a:moveTo>
                    <a:pt x="547497" y="140309"/>
                  </a:moveTo>
                  <a:lnTo>
                    <a:pt x="518541" y="122021"/>
                  </a:lnTo>
                  <a:lnTo>
                    <a:pt x="499643" y="150342"/>
                  </a:lnTo>
                  <a:lnTo>
                    <a:pt x="481584" y="175971"/>
                  </a:lnTo>
                  <a:lnTo>
                    <a:pt x="464108" y="199034"/>
                  </a:lnTo>
                  <a:lnTo>
                    <a:pt x="446913" y="219646"/>
                  </a:lnTo>
                  <a:lnTo>
                    <a:pt x="454609" y="225094"/>
                  </a:lnTo>
                  <a:lnTo>
                    <a:pt x="461581" y="230124"/>
                  </a:lnTo>
                  <a:lnTo>
                    <a:pt x="467702" y="234861"/>
                  </a:lnTo>
                  <a:lnTo>
                    <a:pt x="472821" y="239458"/>
                  </a:lnTo>
                  <a:lnTo>
                    <a:pt x="492213" y="215188"/>
                  </a:lnTo>
                  <a:lnTo>
                    <a:pt x="511302" y="190487"/>
                  </a:lnTo>
                  <a:lnTo>
                    <a:pt x="529831" y="165481"/>
                  </a:lnTo>
                  <a:lnTo>
                    <a:pt x="547497" y="140309"/>
                  </a:lnTo>
                  <a:close/>
                </a:path>
                <a:path w="1319529" h="439420">
                  <a:moveTo>
                    <a:pt x="599414" y="57912"/>
                  </a:moveTo>
                  <a:lnTo>
                    <a:pt x="591375" y="43294"/>
                  </a:lnTo>
                  <a:lnTo>
                    <a:pt x="583171" y="28956"/>
                  </a:lnTo>
                  <a:lnTo>
                    <a:pt x="574687" y="14617"/>
                  </a:lnTo>
                  <a:lnTo>
                    <a:pt x="565785" y="0"/>
                  </a:lnTo>
                  <a:lnTo>
                    <a:pt x="536829" y="16764"/>
                  </a:lnTo>
                  <a:lnTo>
                    <a:pt x="544830" y="29641"/>
                  </a:lnTo>
                  <a:lnTo>
                    <a:pt x="552831" y="43256"/>
                  </a:lnTo>
                  <a:lnTo>
                    <a:pt x="560832" y="57734"/>
                  </a:lnTo>
                  <a:lnTo>
                    <a:pt x="568833" y="73253"/>
                  </a:lnTo>
                  <a:lnTo>
                    <a:pt x="599414" y="57912"/>
                  </a:lnTo>
                  <a:close/>
                </a:path>
                <a:path w="1319529" h="439420">
                  <a:moveTo>
                    <a:pt x="660374" y="367576"/>
                  </a:moveTo>
                  <a:lnTo>
                    <a:pt x="645490" y="351574"/>
                  </a:lnTo>
                  <a:lnTo>
                    <a:pt x="630466" y="335572"/>
                  </a:lnTo>
                  <a:lnTo>
                    <a:pt x="627545" y="332524"/>
                  </a:lnTo>
                  <a:lnTo>
                    <a:pt x="615149" y="319570"/>
                  </a:lnTo>
                  <a:lnTo>
                    <a:pt x="599414" y="303568"/>
                  </a:lnTo>
                  <a:lnTo>
                    <a:pt x="610552" y="285216"/>
                  </a:lnTo>
                  <a:lnTo>
                    <a:pt x="613981" y="279184"/>
                  </a:lnTo>
                  <a:lnTo>
                    <a:pt x="621131" y="266560"/>
                  </a:lnTo>
                  <a:lnTo>
                    <a:pt x="631126" y="247332"/>
                  </a:lnTo>
                  <a:lnTo>
                    <a:pt x="640562" y="227266"/>
                  </a:lnTo>
                  <a:lnTo>
                    <a:pt x="610082" y="210502"/>
                  </a:lnTo>
                  <a:lnTo>
                    <a:pt x="602030" y="228511"/>
                  </a:lnTo>
                  <a:lnTo>
                    <a:pt x="593686" y="245948"/>
                  </a:lnTo>
                  <a:lnTo>
                    <a:pt x="584758" y="262839"/>
                  </a:lnTo>
                  <a:lnTo>
                    <a:pt x="574929" y="279184"/>
                  </a:lnTo>
                  <a:lnTo>
                    <a:pt x="560959" y="264528"/>
                  </a:lnTo>
                  <a:lnTo>
                    <a:pt x="546544" y="250329"/>
                  </a:lnTo>
                  <a:lnTo>
                    <a:pt x="531863" y="236435"/>
                  </a:lnTo>
                  <a:lnTo>
                    <a:pt x="517017" y="222694"/>
                  </a:lnTo>
                  <a:lnTo>
                    <a:pt x="492633" y="242506"/>
                  </a:lnTo>
                  <a:lnTo>
                    <a:pt x="507758" y="257695"/>
                  </a:lnTo>
                  <a:lnTo>
                    <a:pt x="523303" y="273608"/>
                  </a:lnTo>
                  <a:lnTo>
                    <a:pt x="539140" y="290372"/>
                  </a:lnTo>
                  <a:lnTo>
                    <a:pt x="555117" y="308140"/>
                  </a:lnTo>
                  <a:lnTo>
                    <a:pt x="532003" y="336435"/>
                  </a:lnTo>
                  <a:lnTo>
                    <a:pt x="506158" y="361899"/>
                  </a:lnTo>
                  <a:lnTo>
                    <a:pt x="477761" y="384505"/>
                  </a:lnTo>
                  <a:lnTo>
                    <a:pt x="446913" y="404241"/>
                  </a:lnTo>
                  <a:lnTo>
                    <a:pt x="453491" y="412838"/>
                  </a:lnTo>
                  <a:lnTo>
                    <a:pt x="459486" y="420433"/>
                  </a:lnTo>
                  <a:lnTo>
                    <a:pt x="469773" y="433197"/>
                  </a:lnTo>
                  <a:lnTo>
                    <a:pt x="499757" y="412330"/>
                  </a:lnTo>
                  <a:lnTo>
                    <a:pt x="527875" y="388607"/>
                  </a:lnTo>
                  <a:lnTo>
                    <a:pt x="553999" y="362000"/>
                  </a:lnTo>
                  <a:lnTo>
                    <a:pt x="577977" y="332524"/>
                  </a:lnTo>
                  <a:lnTo>
                    <a:pt x="591515" y="347395"/>
                  </a:lnTo>
                  <a:lnTo>
                    <a:pt x="617943" y="377177"/>
                  </a:lnTo>
                  <a:lnTo>
                    <a:pt x="631418" y="392049"/>
                  </a:lnTo>
                  <a:lnTo>
                    <a:pt x="660374" y="367576"/>
                  </a:lnTo>
                  <a:close/>
                </a:path>
                <a:path w="1319529" h="439420">
                  <a:moveTo>
                    <a:pt x="674090" y="195262"/>
                  </a:moveTo>
                  <a:lnTo>
                    <a:pt x="656132" y="174625"/>
                  </a:lnTo>
                  <a:lnTo>
                    <a:pt x="639038" y="155968"/>
                  </a:lnTo>
                  <a:lnTo>
                    <a:pt x="608558" y="123545"/>
                  </a:lnTo>
                  <a:lnTo>
                    <a:pt x="585698" y="141833"/>
                  </a:lnTo>
                  <a:lnTo>
                    <a:pt x="602538" y="161912"/>
                  </a:lnTo>
                  <a:lnTo>
                    <a:pt x="633831" y="199034"/>
                  </a:lnTo>
                  <a:lnTo>
                    <a:pt x="648182" y="216598"/>
                  </a:lnTo>
                  <a:lnTo>
                    <a:pt x="674090" y="195262"/>
                  </a:lnTo>
                  <a:close/>
                </a:path>
                <a:path w="1319529" h="439420">
                  <a:moveTo>
                    <a:pt x="677138" y="74777"/>
                  </a:moveTo>
                  <a:lnTo>
                    <a:pt x="457581" y="74777"/>
                  </a:lnTo>
                  <a:lnTo>
                    <a:pt x="457581" y="105257"/>
                  </a:lnTo>
                  <a:lnTo>
                    <a:pt x="677138" y="105257"/>
                  </a:lnTo>
                  <a:lnTo>
                    <a:pt x="677138" y="74777"/>
                  </a:lnTo>
                  <a:close/>
                </a:path>
                <a:path w="1319529" h="439420">
                  <a:moveTo>
                    <a:pt x="892213" y="401193"/>
                  </a:moveTo>
                  <a:lnTo>
                    <a:pt x="864984" y="383146"/>
                  </a:lnTo>
                  <a:lnTo>
                    <a:pt x="840498" y="363232"/>
                  </a:lnTo>
                  <a:lnTo>
                    <a:pt x="826566" y="349288"/>
                  </a:lnTo>
                  <a:lnTo>
                    <a:pt x="818603" y="341325"/>
                  </a:lnTo>
                  <a:lnTo>
                    <a:pt x="799160" y="317284"/>
                  </a:lnTo>
                  <a:lnTo>
                    <a:pt x="816813" y="282232"/>
                  </a:lnTo>
                  <a:lnTo>
                    <a:pt x="818870" y="278142"/>
                  </a:lnTo>
                  <a:lnTo>
                    <a:pt x="834593" y="231686"/>
                  </a:lnTo>
                  <a:lnTo>
                    <a:pt x="846302" y="178066"/>
                  </a:lnTo>
                  <a:lnTo>
                    <a:pt x="854024" y="117449"/>
                  </a:lnTo>
                  <a:lnTo>
                    <a:pt x="884593" y="117449"/>
                  </a:lnTo>
                  <a:lnTo>
                    <a:pt x="884593" y="86969"/>
                  </a:lnTo>
                  <a:lnTo>
                    <a:pt x="818972" y="86969"/>
                  </a:lnTo>
                  <a:lnTo>
                    <a:pt x="818972" y="117449"/>
                  </a:lnTo>
                  <a:lnTo>
                    <a:pt x="814552" y="163791"/>
                  </a:lnTo>
                  <a:lnTo>
                    <a:pt x="814438" y="164782"/>
                  </a:lnTo>
                  <a:lnTo>
                    <a:pt x="805827" y="207835"/>
                  </a:lnTo>
                  <a:lnTo>
                    <a:pt x="793457" y="247027"/>
                  </a:lnTo>
                  <a:lnTo>
                    <a:pt x="777824" y="282232"/>
                  </a:lnTo>
                  <a:lnTo>
                    <a:pt x="761276" y="246176"/>
                  </a:lnTo>
                  <a:lnTo>
                    <a:pt x="748296" y="206692"/>
                  </a:lnTo>
                  <a:lnTo>
                    <a:pt x="739241" y="164782"/>
                  </a:lnTo>
                  <a:lnTo>
                    <a:pt x="739025" y="163791"/>
                  </a:lnTo>
                  <a:lnTo>
                    <a:pt x="733628" y="117449"/>
                  </a:lnTo>
                  <a:lnTo>
                    <a:pt x="818972" y="117449"/>
                  </a:lnTo>
                  <a:lnTo>
                    <a:pt x="818972" y="86969"/>
                  </a:lnTo>
                  <a:lnTo>
                    <a:pt x="742772" y="86969"/>
                  </a:lnTo>
                  <a:lnTo>
                    <a:pt x="749338" y="68351"/>
                  </a:lnTo>
                  <a:lnTo>
                    <a:pt x="755345" y="49009"/>
                  </a:lnTo>
                  <a:lnTo>
                    <a:pt x="760730" y="28956"/>
                  </a:lnTo>
                  <a:lnTo>
                    <a:pt x="765632" y="7620"/>
                  </a:lnTo>
                  <a:lnTo>
                    <a:pt x="730580" y="3048"/>
                  </a:lnTo>
                  <a:lnTo>
                    <a:pt x="720255" y="49657"/>
                  </a:lnTo>
                  <a:lnTo>
                    <a:pt x="705535" y="93256"/>
                  </a:lnTo>
                  <a:lnTo>
                    <a:pt x="686549" y="133692"/>
                  </a:lnTo>
                  <a:lnTo>
                    <a:pt x="663422" y="170878"/>
                  </a:lnTo>
                  <a:lnTo>
                    <a:pt x="669759" y="178612"/>
                  </a:lnTo>
                  <a:lnTo>
                    <a:pt x="675233" y="185928"/>
                  </a:lnTo>
                  <a:lnTo>
                    <a:pt x="680135" y="192951"/>
                  </a:lnTo>
                  <a:lnTo>
                    <a:pt x="684758" y="199834"/>
                  </a:lnTo>
                  <a:lnTo>
                    <a:pt x="691324" y="190931"/>
                  </a:lnTo>
                  <a:lnTo>
                    <a:pt x="697331" y="182308"/>
                  </a:lnTo>
                  <a:lnTo>
                    <a:pt x="702754" y="173685"/>
                  </a:lnTo>
                  <a:lnTo>
                    <a:pt x="707618" y="164782"/>
                  </a:lnTo>
                  <a:lnTo>
                    <a:pt x="714781" y="206692"/>
                  </a:lnTo>
                  <a:lnTo>
                    <a:pt x="725004" y="246176"/>
                  </a:lnTo>
                  <a:lnTo>
                    <a:pt x="738339" y="282943"/>
                  </a:lnTo>
                  <a:lnTo>
                    <a:pt x="754964" y="317284"/>
                  </a:lnTo>
                  <a:lnTo>
                    <a:pt x="733818" y="342125"/>
                  </a:lnTo>
                  <a:lnTo>
                    <a:pt x="709383" y="366280"/>
                  </a:lnTo>
                  <a:lnTo>
                    <a:pt x="681799" y="389585"/>
                  </a:lnTo>
                  <a:lnTo>
                    <a:pt x="651230" y="411861"/>
                  </a:lnTo>
                  <a:lnTo>
                    <a:pt x="658685" y="418719"/>
                  </a:lnTo>
                  <a:lnTo>
                    <a:pt x="665137" y="425577"/>
                  </a:lnTo>
                  <a:lnTo>
                    <a:pt x="670737" y="432435"/>
                  </a:lnTo>
                  <a:lnTo>
                    <a:pt x="675614" y="439293"/>
                  </a:lnTo>
                  <a:lnTo>
                    <a:pt x="704202" y="419023"/>
                  </a:lnTo>
                  <a:lnTo>
                    <a:pt x="730529" y="397179"/>
                  </a:lnTo>
                  <a:lnTo>
                    <a:pt x="754557" y="373888"/>
                  </a:lnTo>
                  <a:lnTo>
                    <a:pt x="776300" y="349288"/>
                  </a:lnTo>
                  <a:lnTo>
                    <a:pt x="795743" y="373621"/>
                  </a:lnTo>
                  <a:lnTo>
                    <a:pt x="817638" y="396227"/>
                  </a:lnTo>
                  <a:lnTo>
                    <a:pt x="842124" y="417093"/>
                  </a:lnTo>
                  <a:lnTo>
                    <a:pt x="869353" y="436245"/>
                  </a:lnTo>
                  <a:lnTo>
                    <a:pt x="874217" y="427977"/>
                  </a:lnTo>
                  <a:lnTo>
                    <a:pt x="879640" y="419290"/>
                  </a:lnTo>
                  <a:lnTo>
                    <a:pt x="885647" y="410311"/>
                  </a:lnTo>
                  <a:lnTo>
                    <a:pt x="892213" y="401193"/>
                  </a:lnTo>
                  <a:close/>
                </a:path>
                <a:path w="1319529" h="439420">
                  <a:moveTo>
                    <a:pt x="1087386" y="76288"/>
                  </a:moveTo>
                  <a:lnTo>
                    <a:pt x="1052334" y="76288"/>
                  </a:lnTo>
                  <a:lnTo>
                    <a:pt x="1052334" y="109829"/>
                  </a:lnTo>
                  <a:lnTo>
                    <a:pt x="1052334" y="215074"/>
                  </a:lnTo>
                  <a:lnTo>
                    <a:pt x="1052334" y="247078"/>
                  </a:lnTo>
                  <a:lnTo>
                    <a:pt x="1052334" y="358432"/>
                  </a:lnTo>
                  <a:lnTo>
                    <a:pt x="953173" y="358432"/>
                  </a:lnTo>
                  <a:lnTo>
                    <a:pt x="953173" y="247078"/>
                  </a:lnTo>
                  <a:lnTo>
                    <a:pt x="1052334" y="247078"/>
                  </a:lnTo>
                  <a:lnTo>
                    <a:pt x="1052334" y="215074"/>
                  </a:lnTo>
                  <a:lnTo>
                    <a:pt x="953173" y="215074"/>
                  </a:lnTo>
                  <a:lnTo>
                    <a:pt x="953173" y="109829"/>
                  </a:lnTo>
                  <a:lnTo>
                    <a:pt x="1052334" y="109829"/>
                  </a:lnTo>
                  <a:lnTo>
                    <a:pt x="1052334" y="76288"/>
                  </a:lnTo>
                  <a:lnTo>
                    <a:pt x="998994" y="76288"/>
                  </a:lnTo>
                  <a:lnTo>
                    <a:pt x="1005852" y="61328"/>
                  </a:lnTo>
                  <a:lnTo>
                    <a:pt x="1012710" y="46113"/>
                  </a:lnTo>
                  <a:lnTo>
                    <a:pt x="1019568" y="30340"/>
                  </a:lnTo>
                  <a:lnTo>
                    <a:pt x="1026426" y="13716"/>
                  </a:lnTo>
                  <a:lnTo>
                    <a:pt x="989749" y="3048"/>
                  </a:lnTo>
                  <a:lnTo>
                    <a:pt x="983754" y="20485"/>
                  </a:lnTo>
                  <a:lnTo>
                    <a:pt x="977176" y="38493"/>
                  </a:lnTo>
                  <a:lnTo>
                    <a:pt x="970038" y="57099"/>
                  </a:lnTo>
                  <a:lnTo>
                    <a:pt x="962317" y="76288"/>
                  </a:lnTo>
                  <a:lnTo>
                    <a:pt x="918121" y="76288"/>
                  </a:lnTo>
                  <a:lnTo>
                    <a:pt x="918121" y="428625"/>
                  </a:lnTo>
                  <a:lnTo>
                    <a:pt x="953173" y="428625"/>
                  </a:lnTo>
                  <a:lnTo>
                    <a:pt x="953173" y="390525"/>
                  </a:lnTo>
                  <a:lnTo>
                    <a:pt x="1052334" y="390525"/>
                  </a:lnTo>
                  <a:lnTo>
                    <a:pt x="1052334" y="425577"/>
                  </a:lnTo>
                  <a:lnTo>
                    <a:pt x="1087386" y="425577"/>
                  </a:lnTo>
                  <a:lnTo>
                    <a:pt x="1087386" y="390525"/>
                  </a:lnTo>
                  <a:lnTo>
                    <a:pt x="1087386" y="358432"/>
                  </a:lnTo>
                  <a:lnTo>
                    <a:pt x="1087386" y="247078"/>
                  </a:lnTo>
                  <a:lnTo>
                    <a:pt x="1087386" y="215074"/>
                  </a:lnTo>
                  <a:lnTo>
                    <a:pt x="1087386" y="109829"/>
                  </a:lnTo>
                  <a:lnTo>
                    <a:pt x="1087386" y="76288"/>
                  </a:lnTo>
                  <a:close/>
                </a:path>
                <a:path w="1319529" h="439420">
                  <a:moveTo>
                    <a:pt x="1236827" y="276136"/>
                  </a:moveTo>
                  <a:lnTo>
                    <a:pt x="1220825" y="253720"/>
                  </a:lnTo>
                  <a:lnTo>
                    <a:pt x="1202537" y="229755"/>
                  </a:lnTo>
                  <a:lnTo>
                    <a:pt x="1181963" y="203809"/>
                  </a:lnTo>
                  <a:lnTo>
                    <a:pt x="1159103" y="175450"/>
                  </a:lnTo>
                  <a:lnTo>
                    <a:pt x="1133106" y="195262"/>
                  </a:lnTo>
                  <a:lnTo>
                    <a:pt x="1152271" y="221310"/>
                  </a:lnTo>
                  <a:lnTo>
                    <a:pt x="1170711" y="247091"/>
                  </a:lnTo>
                  <a:lnTo>
                    <a:pt x="1188275" y="272884"/>
                  </a:lnTo>
                  <a:lnTo>
                    <a:pt x="1204823" y="298996"/>
                  </a:lnTo>
                  <a:lnTo>
                    <a:pt x="1236827" y="276136"/>
                  </a:lnTo>
                  <a:close/>
                </a:path>
                <a:path w="1319529" h="439420">
                  <a:moveTo>
                    <a:pt x="1319225" y="74764"/>
                  </a:moveTo>
                  <a:lnTo>
                    <a:pt x="1177391" y="74764"/>
                  </a:lnTo>
                  <a:lnTo>
                    <a:pt x="1183106" y="59804"/>
                  </a:lnTo>
                  <a:lnTo>
                    <a:pt x="1188821" y="44589"/>
                  </a:lnTo>
                  <a:lnTo>
                    <a:pt x="1194536" y="28816"/>
                  </a:lnTo>
                  <a:lnTo>
                    <a:pt x="1200251" y="12192"/>
                  </a:lnTo>
                  <a:lnTo>
                    <a:pt x="1163675" y="3048"/>
                  </a:lnTo>
                  <a:lnTo>
                    <a:pt x="1148207" y="50012"/>
                  </a:lnTo>
                  <a:lnTo>
                    <a:pt x="1131430" y="92684"/>
                  </a:lnTo>
                  <a:lnTo>
                    <a:pt x="1113231" y="131343"/>
                  </a:lnTo>
                  <a:lnTo>
                    <a:pt x="1093482" y="166306"/>
                  </a:lnTo>
                  <a:lnTo>
                    <a:pt x="1102309" y="170002"/>
                  </a:lnTo>
                  <a:lnTo>
                    <a:pt x="1110437" y="174117"/>
                  </a:lnTo>
                  <a:lnTo>
                    <a:pt x="1117688" y="178523"/>
                  </a:lnTo>
                  <a:lnTo>
                    <a:pt x="1123962" y="183070"/>
                  </a:lnTo>
                  <a:lnTo>
                    <a:pt x="1134275" y="165557"/>
                  </a:lnTo>
                  <a:lnTo>
                    <a:pt x="1144422" y="147358"/>
                  </a:lnTo>
                  <a:lnTo>
                    <a:pt x="1154264" y="128320"/>
                  </a:lnTo>
                  <a:lnTo>
                    <a:pt x="1163675" y="108305"/>
                  </a:lnTo>
                  <a:lnTo>
                    <a:pt x="1281125" y="108305"/>
                  </a:lnTo>
                  <a:lnTo>
                    <a:pt x="1280007" y="175450"/>
                  </a:lnTo>
                  <a:lnTo>
                    <a:pt x="1278648" y="231571"/>
                  </a:lnTo>
                  <a:lnTo>
                    <a:pt x="1277035" y="279844"/>
                  </a:lnTo>
                  <a:lnTo>
                    <a:pt x="1275270" y="319112"/>
                  </a:lnTo>
                  <a:lnTo>
                    <a:pt x="1269949" y="368223"/>
                  </a:lnTo>
                  <a:lnTo>
                    <a:pt x="1230731" y="392049"/>
                  </a:lnTo>
                  <a:lnTo>
                    <a:pt x="1212138" y="391744"/>
                  </a:lnTo>
                  <a:lnTo>
                    <a:pt x="1192822" y="390715"/>
                  </a:lnTo>
                  <a:lnTo>
                    <a:pt x="1172654" y="388835"/>
                  </a:lnTo>
                  <a:lnTo>
                    <a:pt x="1151483" y="385953"/>
                  </a:lnTo>
                  <a:lnTo>
                    <a:pt x="1149959" y="385953"/>
                  </a:lnTo>
                  <a:lnTo>
                    <a:pt x="1151978" y="394500"/>
                  </a:lnTo>
                  <a:lnTo>
                    <a:pt x="1153579" y="404050"/>
                  </a:lnTo>
                  <a:lnTo>
                    <a:pt x="1154887" y="414451"/>
                  </a:lnTo>
                  <a:lnTo>
                    <a:pt x="1156055" y="425577"/>
                  </a:lnTo>
                  <a:lnTo>
                    <a:pt x="1176629" y="426453"/>
                  </a:lnTo>
                  <a:lnTo>
                    <a:pt x="1197203" y="426910"/>
                  </a:lnTo>
                  <a:lnTo>
                    <a:pt x="1238351" y="427101"/>
                  </a:lnTo>
                  <a:lnTo>
                    <a:pt x="1268666" y="422808"/>
                  </a:lnTo>
                  <a:lnTo>
                    <a:pt x="1302372" y="392049"/>
                  </a:lnTo>
                  <a:lnTo>
                    <a:pt x="1311490" y="334670"/>
                  </a:lnTo>
                  <a:lnTo>
                    <a:pt x="1314081" y="258927"/>
                  </a:lnTo>
                  <a:lnTo>
                    <a:pt x="1317117" y="147358"/>
                  </a:lnTo>
                  <a:lnTo>
                    <a:pt x="1318247" y="108305"/>
                  </a:lnTo>
                  <a:lnTo>
                    <a:pt x="1319225" y="7476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" name="object 4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59033" y="4269581"/>
            <a:ext cx="140303" cy="106775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5174265" y="4277201"/>
            <a:ext cx="631825" cy="416559"/>
            <a:chOff x="5174265" y="4277201"/>
            <a:chExt cx="631825" cy="416559"/>
          </a:xfrm>
        </p:grpSpPr>
        <p:sp>
          <p:nvSpPr>
            <p:cNvPr id="50" name="object 50" descr=""/>
            <p:cNvSpPr/>
            <p:nvPr/>
          </p:nvSpPr>
          <p:spPr>
            <a:xfrm>
              <a:off x="5174259" y="4277207"/>
              <a:ext cx="431800" cy="416559"/>
            </a:xfrm>
            <a:custGeom>
              <a:avLst/>
              <a:gdLst/>
              <a:ahLst/>
              <a:cxnLst/>
              <a:rect l="l" t="t" r="r" b="b"/>
              <a:pathLst>
                <a:path w="431800" h="416560">
                  <a:moveTo>
                    <a:pt x="115912" y="0"/>
                  </a:moveTo>
                  <a:lnTo>
                    <a:pt x="77812" y="0"/>
                  </a:lnTo>
                  <a:lnTo>
                    <a:pt x="49834" y="35521"/>
                  </a:lnTo>
                  <a:lnTo>
                    <a:pt x="28041" y="74256"/>
                  </a:lnTo>
                  <a:lnTo>
                    <a:pt x="12471" y="116128"/>
                  </a:lnTo>
                  <a:lnTo>
                    <a:pt x="3124" y="161061"/>
                  </a:lnTo>
                  <a:lnTo>
                    <a:pt x="0" y="208978"/>
                  </a:lnTo>
                  <a:lnTo>
                    <a:pt x="3124" y="256044"/>
                  </a:lnTo>
                  <a:lnTo>
                    <a:pt x="12471" y="300253"/>
                  </a:lnTo>
                  <a:lnTo>
                    <a:pt x="28041" y="341680"/>
                  </a:lnTo>
                  <a:lnTo>
                    <a:pt x="49834" y="380377"/>
                  </a:lnTo>
                  <a:lnTo>
                    <a:pt x="77812" y="416433"/>
                  </a:lnTo>
                  <a:lnTo>
                    <a:pt x="115912" y="416433"/>
                  </a:lnTo>
                  <a:lnTo>
                    <a:pt x="87934" y="379501"/>
                  </a:lnTo>
                  <a:lnTo>
                    <a:pt x="66179" y="340144"/>
                  </a:lnTo>
                  <a:lnTo>
                    <a:pt x="50634" y="298500"/>
                  </a:lnTo>
                  <a:lnTo>
                    <a:pt x="41300" y="254736"/>
                  </a:lnTo>
                  <a:lnTo>
                    <a:pt x="38188" y="208978"/>
                  </a:lnTo>
                  <a:lnTo>
                    <a:pt x="41300" y="161798"/>
                  </a:lnTo>
                  <a:lnTo>
                    <a:pt x="50634" y="117233"/>
                  </a:lnTo>
                  <a:lnTo>
                    <a:pt x="66179" y="75361"/>
                  </a:lnTo>
                  <a:lnTo>
                    <a:pt x="87934" y="36258"/>
                  </a:lnTo>
                  <a:lnTo>
                    <a:pt x="115912" y="0"/>
                  </a:lnTo>
                  <a:close/>
                </a:path>
                <a:path w="431800" h="416560">
                  <a:moveTo>
                    <a:pt x="431584" y="24472"/>
                  </a:moveTo>
                  <a:lnTo>
                    <a:pt x="391960" y="24472"/>
                  </a:lnTo>
                  <a:lnTo>
                    <a:pt x="302044" y="273075"/>
                  </a:lnTo>
                  <a:lnTo>
                    <a:pt x="297764" y="288124"/>
                  </a:lnTo>
                  <a:lnTo>
                    <a:pt x="296367" y="295160"/>
                  </a:lnTo>
                  <a:lnTo>
                    <a:pt x="295846" y="302031"/>
                  </a:lnTo>
                  <a:lnTo>
                    <a:pt x="294322" y="302031"/>
                  </a:lnTo>
                  <a:lnTo>
                    <a:pt x="201358" y="24472"/>
                  </a:lnTo>
                  <a:lnTo>
                    <a:pt x="160121" y="24472"/>
                  </a:lnTo>
                  <a:lnTo>
                    <a:pt x="274510" y="338709"/>
                  </a:lnTo>
                  <a:lnTo>
                    <a:pt x="314236" y="338709"/>
                  </a:lnTo>
                  <a:lnTo>
                    <a:pt x="431584" y="2447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28798" y="4385500"/>
              <a:ext cx="176879" cy="234981"/>
            </a:xfrm>
            <a:prstGeom prst="rect">
              <a:avLst/>
            </a:prstGeom>
          </p:spPr>
        </p:pic>
      </p:grpSp>
      <p:sp>
        <p:nvSpPr>
          <p:cNvPr id="52" name="object 52" descr=""/>
          <p:cNvSpPr/>
          <p:nvPr/>
        </p:nvSpPr>
        <p:spPr>
          <a:xfrm>
            <a:off x="5873496" y="4283964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5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5" y="0"/>
                </a:lnTo>
                <a:lnTo>
                  <a:pt x="36575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5976461" y="4287869"/>
            <a:ext cx="47625" cy="328295"/>
          </a:xfrm>
          <a:custGeom>
            <a:avLst/>
            <a:gdLst/>
            <a:ahLst/>
            <a:cxnLst/>
            <a:rect l="l" t="t" r="r" b="b"/>
            <a:pathLst>
              <a:path w="47625" h="328295">
                <a:moveTo>
                  <a:pt x="28956" y="45815"/>
                </a:moveTo>
                <a:lnTo>
                  <a:pt x="16764" y="45815"/>
                </a:lnTo>
                <a:lnTo>
                  <a:pt x="10668" y="44291"/>
                </a:lnTo>
                <a:lnTo>
                  <a:pt x="1524" y="35147"/>
                </a:lnTo>
                <a:lnTo>
                  <a:pt x="0" y="30575"/>
                </a:lnTo>
                <a:lnTo>
                  <a:pt x="0" y="16859"/>
                </a:lnTo>
                <a:lnTo>
                  <a:pt x="1524" y="10668"/>
                </a:lnTo>
                <a:lnTo>
                  <a:pt x="10668" y="1524"/>
                </a:lnTo>
                <a:lnTo>
                  <a:pt x="16764" y="0"/>
                </a:lnTo>
                <a:lnTo>
                  <a:pt x="28956" y="0"/>
                </a:lnTo>
                <a:lnTo>
                  <a:pt x="35052" y="1524"/>
                </a:lnTo>
                <a:lnTo>
                  <a:pt x="44196" y="10668"/>
                </a:lnTo>
                <a:lnTo>
                  <a:pt x="47244" y="16859"/>
                </a:lnTo>
                <a:lnTo>
                  <a:pt x="47244" y="29051"/>
                </a:lnTo>
                <a:lnTo>
                  <a:pt x="44196" y="35147"/>
                </a:lnTo>
                <a:lnTo>
                  <a:pt x="35052" y="44291"/>
                </a:lnTo>
                <a:lnTo>
                  <a:pt x="28956" y="45815"/>
                </a:lnTo>
                <a:close/>
              </a:path>
              <a:path w="47625" h="328295">
                <a:moveTo>
                  <a:pt x="41148" y="328041"/>
                </a:moveTo>
                <a:lnTo>
                  <a:pt x="4572" y="328041"/>
                </a:lnTo>
                <a:lnTo>
                  <a:pt x="4572" y="103727"/>
                </a:lnTo>
                <a:lnTo>
                  <a:pt x="41148" y="103727"/>
                </a:lnTo>
                <a:lnTo>
                  <a:pt x="41148" y="3280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6074092" y="4283297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207359" y="138874"/>
                </a:moveTo>
                <a:lnTo>
                  <a:pt x="170783" y="138874"/>
                </a:lnTo>
                <a:lnTo>
                  <a:pt x="170783" y="0"/>
                </a:lnTo>
                <a:lnTo>
                  <a:pt x="207359" y="0"/>
                </a:lnTo>
                <a:lnTo>
                  <a:pt x="207359" y="138874"/>
                </a:lnTo>
                <a:close/>
              </a:path>
              <a:path w="207645" h="337185">
                <a:moveTo>
                  <a:pt x="92964" y="337185"/>
                </a:moveTo>
                <a:lnTo>
                  <a:pt x="55435" y="330124"/>
                </a:lnTo>
                <a:lnTo>
                  <a:pt x="14787" y="291846"/>
                </a:lnTo>
                <a:lnTo>
                  <a:pt x="1690" y="250698"/>
                </a:lnTo>
                <a:lnTo>
                  <a:pt x="0" y="225837"/>
                </a:lnTo>
                <a:lnTo>
                  <a:pt x="1738" y="199517"/>
                </a:lnTo>
                <a:lnTo>
                  <a:pt x="16073" y="154377"/>
                </a:lnTo>
                <a:lnTo>
                  <a:pt x="43840" y="121531"/>
                </a:lnTo>
                <a:lnTo>
                  <a:pt x="81074" y="104443"/>
                </a:lnTo>
                <a:lnTo>
                  <a:pt x="103727" y="102203"/>
                </a:lnTo>
                <a:lnTo>
                  <a:pt x="125134" y="104490"/>
                </a:lnTo>
                <a:lnTo>
                  <a:pt x="143541" y="111359"/>
                </a:lnTo>
                <a:lnTo>
                  <a:pt x="158805" y="122817"/>
                </a:lnTo>
                <a:lnTo>
                  <a:pt x="166235" y="132778"/>
                </a:lnTo>
                <a:lnTo>
                  <a:pt x="108299" y="132778"/>
                </a:lnTo>
                <a:lnTo>
                  <a:pt x="92218" y="134231"/>
                </a:lnTo>
                <a:lnTo>
                  <a:pt x="56388" y="157162"/>
                </a:lnTo>
                <a:lnTo>
                  <a:pt x="37957" y="203922"/>
                </a:lnTo>
                <a:lnTo>
                  <a:pt x="36576" y="224313"/>
                </a:lnTo>
                <a:lnTo>
                  <a:pt x="37719" y="242625"/>
                </a:lnTo>
                <a:lnTo>
                  <a:pt x="54864" y="285273"/>
                </a:lnTo>
                <a:lnTo>
                  <a:pt x="89408" y="306705"/>
                </a:lnTo>
                <a:lnTo>
                  <a:pt x="103727" y="308133"/>
                </a:lnTo>
                <a:lnTo>
                  <a:pt x="160412" y="308133"/>
                </a:lnTo>
                <a:lnTo>
                  <a:pt x="156494" y="313315"/>
                </a:lnTo>
                <a:lnTo>
                  <a:pt x="138767" y="326659"/>
                </a:lnTo>
                <a:lnTo>
                  <a:pt x="117593" y="334574"/>
                </a:lnTo>
                <a:lnTo>
                  <a:pt x="92964" y="337185"/>
                </a:lnTo>
                <a:close/>
              </a:path>
              <a:path w="207645" h="337185">
                <a:moveTo>
                  <a:pt x="160412" y="308133"/>
                </a:moveTo>
                <a:lnTo>
                  <a:pt x="103727" y="308133"/>
                </a:lnTo>
                <a:lnTo>
                  <a:pt x="117990" y="306705"/>
                </a:lnTo>
                <a:lnTo>
                  <a:pt x="130968" y="302418"/>
                </a:lnTo>
                <a:lnTo>
                  <a:pt x="160496" y="274129"/>
                </a:lnTo>
                <a:lnTo>
                  <a:pt x="170783" y="230409"/>
                </a:lnTo>
                <a:lnTo>
                  <a:pt x="170783" y="198310"/>
                </a:lnTo>
                <a:lnTo>
                  <a:pt x="154019" y="152590"/>
                </a:lnTo>
                <a:lnTo>
                  <a:pt x="108299" y="132778"/>
                </a:lnTo>
                <a:lnTo>
                  <a:pt x="166235" y="132778"/>
                </a:lnTo>
                <a:lnTo>
                  <a:pt x="170783" y="138874"/>
                </a:lnTo>
                <a:lnTo>
                  <a:pt x="207359" y="138874"/>
                </a:lnTo>
                <a:lnTo>
                  <a:pt x="207359" y="294417"/>
                </a:lnTo>
                <a:lnTo>
                  <a:pt x="170783" y="294417"/>
                </a:lnTo>
                <a:lnTo>
                  <a:pt x="160412" y="308133"/>
                </a:lnTo>
                <a:close/>
              </a:path>
              <a:path w="207645" h="337185">
                <a:moveTo>
                  <a:pt x="207359" y="332613"/>
                </a:moveTo>
                <a:lnTo>
                  <a:pt x="170783" y="332613"/>
                </a:lnTo>
                <a:lnTo>
                  <a:pt x="170783" y="294417"/>
                </a:lnTo>
                <a:lnTo>
                  <a:pt x="207359" y="294417"/>
                </a:lnTo>
                <a:lnTo>
                  <a:pt x="207359" y="3326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6357746" y="4277201"/>
            <a:ext cx="114935" cy="416559"/>
          </a:xfrm>
          <a:custGeom>
            <a:avLst/>
            <a:gdLst/>
            <a:ahLst/>
            <a:cxnLst/>
            <a:rect l="l" t="t" r="r" b="b"/>
            <a:pathLst>
              <a:path w="114935" h="416560">
                <a:moveTo>
                  <a:pt x="36575" y="416433"/>
                </a:moveTo>
                <a:lnTo>
                  <a:pt x="0" y="416433"/>
                </a:lnTo>
                <a:lnTo>
                  <a:pt x="27980" y="379480"/>
                </a:lnTo>
                <a:lnTo>
                  <a:pt x="49743" y="339949"/>
                </a:lnTo>
                <a:lnTo>
                  <a:pt x="65288" y="297844"/>
                </a:lnTo>
                <a:lnTo>
                  <a:pt x="74615" y="253169"/>
                </a:lnTo>
                <a:lnTo>
                  <a:pt x="77723" y="205930"/>
                </a:lnTo>
                <a:lnTo>
                  <a:pt x="74615" y="159651"/>
                </a:lnTo>
                <a:lnTo>
                  <a:pt x="65288" y="115913"/>
                </a:lnTo>
                <a:lnTo>
                  <a:pt x="49743" y="74723"/>
                </a:lnTo>
                <a:lnTo>
                  <a:pt x="27980" y="36083"/>
                </a:lnTo>
                <a:lnTo>
                  <a:pt x="0" y="0"/>
                </a:lnTo>
                <a:lnTo>
                  <a:pt x="36575" y="0"/>
                </a:lnTo>
                <a:lnTo>
                  <a:pt x="64566" y="35343"/>
                </a:lnTo>
                <a:lnTo>
                  <a:pt x="86352" y="73598"/>
                </a:lnTo>
                <a:lnTo>
                  <a:pt x="101925" y="114775"/>
                </a:lnTo>
                <a:lnTo>
                  <a:pt x="111276" y="158883"/>
                </a:lnTo>
                <a:lnTo>
                  <a:pt x="114395" y="205930"/>
                </a:lnTo>
                <a:lnTo>
                  <a:pt x="111276" y="253901"/>
                </a:lnTo>
                <a:lnTo>
                  <a:pt x="101925" y="298941"/>
                </a:lnTo>
                <a:lnTo>
                  <a:pt x="86352" y="341046"/>
                </a:lnTo>
                <a:lnTo>
                  <a:pt x="64566" y="380212"/>
                </a:lnTo>
                <a:lnTo>
                  <a:pt x="36575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6888480" y="4301680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720" y="314229"/>
                </a:moveTo>
                <a:lnTo>
                  <a:pt x="0" y="314229"/>
                </a:lnTo>
                <a:lnTo>
                  <a:pt x="105156" y="155543"/>
                </a:lnTo>
                <a:lnTo>
                  <a:pt x="9144" y="0"/>
                </a:lnTo>
                <a:lnTo>
                  <a:pt x="53340" y="0"/>
                </a:lnTo>
                <a:lnTo>
                  <a:pt x="117443" y="109823"/>
                </a:lnTo>
                <a:lnTo>
                  <a:pt x="120848" y="115538"/>
                </a:lnTo>
                <a:lnTo>
                  <a:pt x="124110" y="121253"/>
                </a:lnTo>
                <a:lnTo>
                  <a:pt x="127087" y="126968"/>
                </a:lnTo>
                <a:lnTo>
                  <a:pt x="129635" y="132683"/>
                </a:lnTo>
                <a:lnTo>
                  <a:pt x="167067" y="132683"/>
                </a:lnTo>
                <a:lnTo>
                  <a:pt x="152495" y="155543"/>
                </a:lnTo>
                <a:lnTo>
                  <a:pt x="166998" y="178403"/>
                </a:lnTo>
                <a:lnTo>
                  <a:pt x="128111" y="178403"/>
                </a:lnTo>
                <a:lnTo>
                  <a:pt x="120491" y="193643"/>
                </a:lnTo>
                <a:lnTo>
                  <a:pt x="45720" y="314229"/>
                </a:lnTo>
                <a:close/>
              </a:path>
              <a:path w="253365" h="314325">
                <a:moveTo>
                  <a:pt x="167067" y="132683"/>
                </a:moveTo>
                <a:lnTo>
                  <a:pt x="129635" y="132683"/>
                </a:lnTo>
                <a:lnTo>
                  <a:pt x="133040" y="125253"/>
                </a:lnTo>
                <a:lnTo>
                  <a:pt x="136302" y="118967"/>
                </a:lnTo>
                <a:lnTo>
                  <a:pt x="139279" y="113823"/>
                </a:lnTo>
                <a:lnTo>
                  <a:pt x="141827" y="109823"/>
                </a:lnTo>
                <a:lnTo>
                  <a:pt x="208883" y="0"/>
                </a:lnTo>
                <a:lnTo>
                  <a:pt x="251650" y="0"/>
                </a:lnTo>
                <a:lnTo>
                  <a:pt x="167067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359" y="314229"/>
                </a:lnTo>
                <a:lnTo>
                  <a:pt x="135731" y="193643"/>
                </a:lnTo>
                <a:lnTo>
                  <a:pt x="132683" y="190595"/>
                </a:lnTo>
                <a:lnTo>
                  <a:pt x="131159" y="184499"/>
                </a:lnTo>
                <a:lnTo>
                  <a:pt x="128111" y="178403"/>
                </a:lnTo>
                <a:lnTo>
                  <a:pt x="166998" y="178403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7188898" y="4301680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270"/>
                </a:lnTo>
                <a:lnTo>
                  <a:pt x="34861" y="66877"/>
                </a:lnTo>
                <a:lnTo>
                  <a:pt x="34946" y="75449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5317" y="256222"/>
                </a:moveTo>
                <a:lnTo>
                  <a:pt x="161639" y="256222"/>
                </a:lnTo>
                <a:lnTo>
                  <a:pt x="165949" y="244482"/>
                </a:lnTo>
                <a:lnTo>
                  <a:pt x="169830" y="234315"/>
                </a:lnTo>
                <a:lnTo>
                  <a:pt x="173426" y="225575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6702" y="42672"/>
                </a:lnTo>
                <a:lnTo>
                  <a:pt x="284194" y="52387"/>
                </a:lnTo>
                <a:lnTo>
                  <a:pt x="281494" y="60960"/>
                </a:lnTo>
                <a:lnTo>
                  <a:pt x="279201" y="67746"/>
                </a:lnTo>
                <a:lnTo>
                  <a:pt x="277558" y="73152"/>
                </a:lnTo>
                <a:lnTo>
                  <a:pt x="195317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676"/>
                </a:lnTo>
                <a:lnTo>
                  <a:pt x="41910" y="68389"/>
                </a:lnTo>
                <a:lnTo>
                  <a:pt x="39573" y="60769"/>
                </a:lnTo>
                <a:lnTo>
                  <a:pt x="37332" y="52363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62"/>
                </a:lnTo>
                <a:lnTo>
                  <a:pt x="154209" y="241363"/>
                </a:lnTo>
                <a:lnTo>
                  <a:pt x="157519" y="249650"/>
                </a:lnTo>
                <a:lnTo>
                  <a:pt x="160115" y="256222"/>
                </a:lnTo>
                <a:lnTo>
                  <a:pt x="195317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289"/>
                </a:lnTo>
                <a:lnTo>
                  <a:pt x="284654" y="74676"/>
                </a:lnTo>
                <a:lnTo>
                  <a:pt x="285583" y="59485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7593038" y="4301489"/>
            <a:ext cx="163195" cy="314960"/>
          </a:xfrm>
          <a:custGeom>
            <a:avLst/>
            <a:gdLst/>
            <a:ahLst/>
            <a:cxnLst/>
            <a:rect l="l" t="t" r="r" b="b"/>
            <a:pathLst>
              <a:path w="163195" h="314960">
                <a:moveTo>
                  <a:pt x="163169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169" y="314960"/>
                </a:lnTo>
                <a:lnTo>
                  <a:pt x="163169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7893456" y="4240631"/>
            <a:ext cx="883285" cy="433705"/>
          </a:xfrm>
          <a:custGeom>
            <a:avLst/>
            <a:gdLst/>
            <a:ahLst/>
            <a:cxnLst/>
            <a:rect l="l" t="t" r="r" b="b"/>
            <a:pathLst>
              <a:path w="883284" h="433704">
                <a:moveTo>
                  <a:pt x="430060" y="387477"/>
                </a:moveTo>
                <a:lnTo>
                  <a:pt x="370509" y="369938"/>
                </a:lnTo>
                <a:lnTo>
                  <a:pt x="319862" y="351574"/>
                </a:lnTo>
                <a:lnTo>
                  <a:pt x="277799" y="332092"/>
                </a:lnTo>
                <a:lnTo>
                  <a:pt x="244030" y="311188"/>
                </a:lnTo>
                <a:lnTo>
                  <a:pt x="264528" y="288328"/>
                </a:lnTo>
                <a:lnTo>
                  <a:pt x="272923" y="278942"/>
                </a:lnTo>
                <a:lnTo>
                  <a:pt x="297434" y="242709"/>
                </a:lnTo>
                <a:lnTo>
                  <a:pt x="317550" y="202438"/>
                </a:lnTo>
                <a:lnTo>
                  <a:pt x="333273" y="158153"/>
                </a:lnTo>
                <a:lnTo>
                  <a:pt x="344614" y="109829"/>
                </a:lnTo>
                <a:lnTo>
                  <a:pt x="425488" y="109829"/>
                </a:lnTo>
                <a:lnTo>
                  <a:pt x="425488" y="77812"/>
                </a:lnTo>
                <a:lnTo>
                  <a:pt x="308038" y="77812"/>
                </a:lnTo>
                <a:lnTo>
                  <a:pt x="308038" y="109829"/>
                </a:lnTo>
                <a:lnTo>
                  <a:pt x="294614" y="163029"/>
                </a:lnTo>
                <a:lnTo>
                  <a:pt x="274891" y="210502"/>
                </a:lnTo>
                <a:lnTo>
                  <a:pt x="248894" y="252260"/>
                </a:lnTo>
                <a:lnTo>
                  <a:pt x="216598" y="288328"/>
                </a:lnTo>
                <a:lnTo>
                  <a:pt x="183159" y="250545"/>
                </a:lnTo>
                <a:lnTo>
                  <a:pt x="156311" y="208216"/>
                </a:lnTo>
                <a:lnTo>
                  <a:pt x="136347" y="161315"/>
                </a:lnTo>
                <a:lnTo>
                  <a:pt x="123545" y="109829"/>
                </a:lnTo>
                <a:lnTo>
                  <a:pt x="308038" y="109829"/>
                </a:lnTo>
                <a:lnTo>
                  <a:pt x="308038" y="77812"/>
                </a:lnTo>
                <a:lnTo>
                  <a:pt x="219646" y="77812"/>
                </a:lnTo>
                <a:lnTo>
                  <a:pt x="251650" y="62572"/>
                </a:lnTo>
                <a:lnTo>
                  <a:pt x="239928" y="42468"/>
                </a:lnTo>
                <a:lnTo>
                  <a:pt x="221602" y="11480"/>
                </a:lnTo>
                <a:lnTo>
                  <a:pt x="214985" y="0"/>
                </a:lnTo>
                <a:lnTo>
                  <a:pt x="181457" y="16764"/>
                </a:lnTo>
                <a:lnTo>
                  <a:pt x="187972" y="27571"/>
                </a:lnTo>
                <a:lnTo>
                  <a:pt x="195935" y="41541"/>
                </a:lnTo>
                <a:lnTo>
                  <a:pt x="205028" y="58381"/>
                </a:lnTo>
                <a:lnTo>
                  <a:pt x="214985" y="77812"/>
                </a:lnTo>
                <a:lnTo>
                  <a:pt x="4572" y="77812"/>
                </a:lnTo>
                <a:lnTo>
                  <a:pt x="4572" y="109829"/>
                </a:lnTo>
                <a:lnTo>
                  <a:pt x="88493" y="109829"/>
                </a:lnTo>
                <a:lnTo>
                  <a:pt x="99098" y="155219"/>
                </a:lnTo>
                <a:lnTo>
                  <a:pt x="114452" y="198056"/>
                </a:lnTo>
                <a:lnTo>
                  <a:pt x="134569" y="238315"/>
                </a:lnTo>
                <a:lnTo>
                  <a:pt x="159448" y="276021"/>
                </a:lnTo>
                <a:lnTo>
                  <a:pt x="189077" y="311188"/>
                </a:lnTo>
                <a:lnTo>
                  <a:pt x="153327" y="333717"/>
                </a:lnTo>
                <a:lnTo>
                  <a:pt x="110007" y="355422"/>
                </a:lnTo>
                <a:lnTo>
                  <a:pt x="58940" y="375983"/>
                </a:lnTo>
                <a:lnTo>
                  <a:pt x="0" y="395097"/>
                </a:lnTo>
                <a:lnTo>
                  <a:pt x="7721" y="404215"/>
                </a:lnTo>
                <a:lnTo>
                  <a:pt x="14859" y="413194"/>
                </a:lnTo>
                <a:lnTo>
                  <a:pt x="21437" y="421881"/>
                </a:lnTo>
                <a:lnTo>
                  <a:pt x="27432" y="430149"/>
                </a:lnTo>
                <a:lnTo>
                  <a:pt x="88087" y="406387"/>
                </a:lnTo>
                <a:lnTo>
                  <a:pt x="139738" y="383044"/>
                </a:lnTo>
                <a:lnTo>
                  <a:pt x="182511" y="359994"/>
                </a:lnTo>
                <a:lnTo>
                  <a:pt x="216598" y="337096"/>
                </a:lnTo>
                <a:lnTo>
                  <a:pt x="250101" y="359918"/>
                </a:lnTo>
                <a:lnTo>
                  <a:pt x="291477" y="382473"/>
                </a:lnTo>
                <a:lnTo>
                  <a:pt x="341160" y="404469"/>
                </a:lnTo>
                <a:lnTo>
                  <a:pt x="399580" y="425577"/>
                </a:lnTo>
                <a:lnTo>
                  <a:pt x="404977" y="417271"/>
                </a:lnTo>
                <a:lnTo>
                  <a:pt x="411962" y="408241"/>
                </a:lnTo>
                <a:lnTo>
                  <a:pt x="420357" y="398360"/>
                </a:lnTo>
                <a:lnTo>
                  <a:pt x="430060" y="387477"/>
                </a:lnTo>
                <a:close/>
              </a:path>
              <a:path w="883284" h="433704">
                <a:moveTo>
                  <a:pt x="577977" y="15240"/>
                </a:moveTo>
                <a:lnTo>
                  <a:pt x="542925" y="4572"/>
                </a:lnTo>
                <a:lnTo>
                  <a:pt x="527215" y="54190"/>
                </a:lnTo>
                <a:lnTo>
                  <a:pt x="509435" y="100584"/>
                </a:lnTo>
                <a:lnTo>
                  <a:pt x="489750" y="143814"/>
                </a:lnTo>
                <a:lnTo>
                  <a:pt x="468325" y="183984"/>
                </a:lnTo>
                <a:lnTo>
                  <a:pt x="445287" y="221170"/>
                </a:lnTo>
                <a:lnTo>
                  <a:pt x="449605" y="231190"/>
                </a:lnTo>
                <a:lnTo>
                  <a:pt x="453478" y="240792"/>
                </a:lnTo>
                <a:lnTo>
                  <a:pt x="457085" y="250101"/>
                </a:lnTo>
                <a:lnTo>
                  <a:pt x="460527" y="259270"/>
                </a:lnTo>
                <a:lnTo>
                  <a:pt x="473075" y="241579"/>
                </a:lnTo>
                <a:lnTo>
                  <a:pt x="485343" y="222885"/>
                </a:lnTo>
                <a:lnTo>
                  <a:pt x="497052" y="203339"/>
                </a:lnTo>
                <a:lnTo>
                  <a:pt x="507873" y="183070"/>
                </a:lnTo>
                <a:lnTo>
                  <a:pt x="507873" y="433197"/>
                </a:lnTo>
                <a:lnTo>
                  <a:pt x="542925" y="433197"/>
                </a:lnTo>
                <a:lnTo>
                  <a:pt x="542925" y="183070"/>
                </a:lnTo>
                <a:lnTo>
                  <a:pt x="542925" y="111340"/>
                </a:lnTo>
                <a:lnTo>
                  <a:pt x="552043" y="88188"/>
                </a:lnTo>
                <a:lnTo>
                  <a:pt x="561022" y="64439"/>
                </a:lnTo>
                <a:lnTo>
                  <a:pt x="569709" y="40119"/>
                </a:lnTo>
                <a:lnTo>
                  <a:pt x="577977" y="15240"/>
                </a:lnTo>
                <a:close/>
              </a:path>
              <a:path w="883284" h="433704">
                <a:moveTo>
                  <a:pt x="882967" y="248602"/>
                </a:moveTo>
                <a:lnTo>
                  <a:pt x="764006" y="248602"/>
                </a:lnTo>
                <a:lnTo>
                  <a:pt x="764006" y="137248"/>
                </a:lnTo>
                <a:lnTo>
                  <a:pt x="869251" y="137248"/>
                </a:lnTo>
                <a:lnTo>
                  <a:pt x="869251" y="106768"/>
                </a:lnTo>
                <a:lnTo>
                  <a:pt x="764006" y="106768"/>
                </a:lnTo>
                <a:lnTo>
                  <a:pt x="764006" y="4572"/>
                </a:lnTo>
                <a:lnTo>
                  <a:pt x="728954" y="4572"/>
                </a:lnTo>
                <a:lnTo>
                  <a:pt x="728954" y="106768"/>
                </a:lnTo>
                <a:lnTo>
                  <a:pt x="655802" y="106768"/>
                </a:lnTo>
                <a:lnTo>
                  <a:pt x="661225" y="91655"/>
                </a:lnTo>
                <a:lnTo>
                  <a:pt x="666089" y="76098"/>
                </a:lnTo>
                <a:lnTo>
                  <a:pt x="670369" y="60223"/>
                </a:lnTo>
                <a:lnTo>
                  <a:pt x="674090" y="44196"/>
                </a:lnTo>
                <a:lnTo>
                  <a:pt x="639038" y="33528"/>
                </a:lnTo>
                <a:lnTo>
                  <a:pt x="628167" y="78155"/>
                </a:lnTo>
                <a:lnTo>
                  <a:pt x="614184" y="120484"/>
                </a:lnTo>
                <a:lnTo>
                  <a:pt x="597357" y="160540"/>
                </a:lnTo>
                <a:lnTo>
                  <a:pt x="577977" y="198310"/>
                </a:lnTo>
                <a:lnTo>
                  <a:pt x="585711" y="204025"/>
                </a:lnTo>
                <a:lnTo>
                  <a:pt x="593026" y="209740"/>
                </a:lnTo>
                <a:lnTo>
                  <a:pt x="600049" y="215455"/>
                </a:lnTo>
                <a:lnTo>
                  <a:pt x="606933" y="221170"/>
                </a:lnTo>
                <a:lnTo>
                  <a:pt x="617181" y="202069"/>
                </a:lnTo>
                <a:lnTo>
                  <a:pt x="627176" y="181533"/>
                </a:lnTo>
                <a:lnTo>
                  <a:pt x="636587" y="159842"/>
                </a:lnTo>
                <a:lnTo>
                  <a:pt x="645134" y="137248"/>
                </a:lnTo>
                <a:lnTo>
                  <a:pt x="728954" y="137248"/>
                </a:lnTo>
                <a:lnTo>
                  <a:pt x="728954" y="248602"/>
                </a:lnTo>
                <a:lnTo>
                  <a:pt x="576453" y="248602"/>
                </a:lnTo>
                <a:lnTo>
                  <a:pt x="576453" y="279184"/>
                </a:lnTo>
                <a:lnTo>
                  <a:pt x="728954" y="279184"/>
                </a:lnTo>
                <a:lnTo>
                  <a:pt x="728954" y="431673"/>
                </a:lnTo>
                <a:lnTo>
                  <a:pt x="764006" y="431673"/>
                </a:lnTo>
                <a:lnTo>
                  <a:pt x="764006" y="279184"/>
                </a:lnTo>
                <a:lnTo>
                  <a:pt x="882967" y="279184"/>
                </a:lnTo>
                <a:lnTo>
                  <a:pt x="882967" y="2486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5061299"/>
            <a:ext cx="109823" cy="111347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1297590" y="4946904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435" y="0"/>
                </a:lnTo>
                <a:lnTo>
                  <a:pt x="117443" y="111347"/>
                </a:lnTo>
                <a:lnTo>
                  <a:pt x="122015" y="118967"/>
                </a:lnTo>
                <a:lnTo>
                  <a:pt x="125063" y="125063"/>
                </a:lnTo>
                <a:lnTo>
                  <a:pt x="129635" y="132683"/>
                </a:lnTo>
                <a:lnTo>
                  <a:pt x="167888" y="132683"/>
                </a:lnTo>
                <a:lnTo>
                  <a:pt x="152495" y="157067"/>
                </a:lnTo>
                <a:lnTo>
                  <a:pt x="166163" y="178403"/>
                </a:lnTo>
                <a:lnTo>
                  <a:pt x="126587" y="178403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20491" y="195262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888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888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5262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03"/>
                </a:lnTo>
                <a:lnTo>
                  <a:pt x="166163" y="178403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598104" y="4946904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484"/>
                </a:lnTo>
                <a:lnTo>
                  <a:pt x="34861" y="67448"/>
                </a:lnTo>
                <a:lnTo>
                  <a:pt x="34946" y="76057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76" y="257746"/>
                </a:moveTo>
                <a:lnTo>
                  <a:pt x="160115" y="257746"/>
                </a:lnTo>
                <a:lnTo>
                  <a:pt x="164639" y="245125"/>
                </a:lnTo>
                <a:lnTo>
                  <a:pt x="168878" y="234505"/>
                </a:lnTo>
                <a:lnTo>
                  <a:pt x="172545" y="225599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5178" y="42672"/>
                </a:lnTo>
                <a:lnTo>
                  <a:pt x="282892" y="52363"/>
                </a:lnTo>
                <a:lnTo>
                  <a:pt x="280606" y="60769"/>
                </a:lnTo>
                <a:lnTo>
                  <a:pt x="278320" y="67746"/>
                </a:lnTo>
                <a:lnTo>
                  <a:pt x="276034" y="73152"/>
                </a:lnTo>
                <a:lnTo>
                  <a:pt x="194276" y="257746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676"/>
                </a:lnTo>
                <a:lnTo>
                  <a:pt x="41910" y="69246"/>
                </a:lnTo>
                <a:lnTo>
                  <a:pt x="39624" y="62103"/>
                </a:lnTo>
                <a:lnTo>
                  <a:pt x="37338" y="53244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94276" y="257746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44"/>
                </a:lnTo>
                <a:lnTo>
                  <a:pt x="284607" y="76057"/>
                </a:lnTo>
                <a:lnTo>
                  <a:pt x="285583" y="60141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2000631" y="4946650"/>
            <a:ext cx="163830" cy="314960"/>
          </a:xfrm>
          <a:custGeom>
            <a:avLst/>
            <a:gdLst/>
            <a:ahLst/>
            <a:cxnLst/>
            <a:rect l="l" t="t" r="r" b="b"/>
            <a:pathLst>
              <a:path w="163830" h="314960">
                <a:moveTo>
                  <a:pt x="163258" y="281940"/>
                </a:moveTo>
                <a:lnTo>
                  <a:pt x="36664" y="281940"/>
                </a:lnTo>
                <a:lnTo>
                  <a:pt x="36664" y="0"/>
                </a:lnTo>
                <a:lnTo>
                  <a:pt x="0" y="0"/>
                </a:lnTo>
                <a:lnTo>
                  <a:pt x="0" y="281940"/>
                </a:lnTo>
                <a:lnTo>
                  <a:pt x="0" y="314960"/>
                </a:lnTo>
                <a:lnTo>
                  <a:pt x="163258" y="314960"/>
                </a:lnTo>
                <a:lnTo>
                  <a:pt x="163258" y="2819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2299614" y="4887379"/>
            <a:ext cx="840740" cy="436245"/>
          </a:xfrm>
          <a:custGeom>
            <a:avLst/>
            <a:gdLst/>
            <a:ahLst/>
            <a:cxnLst/>
            <a:rect l="l" t="t" r="r" b="b"/>
            <a:pathLst>
              <a:path w="840739" h="436245">
                <a:moveTo>
                  <a:pt x="186029" y="204406"/>
                </a:moveTo>
                <a:lnTo>
                  <a:pt x="154025" y="204406"/>
                </a:lnTo>
                <a:lnTo>
                  <a:pt x="154025" y="234886"/>
                </a:lnTo>
                <a:lnTo>
                  <a:pt x="154025" y="332524"/>
                </a:lnTo>
                <a:lnTo>
                  <a:pt x="77724" y="332524"/>
                </a:lnTo>
                <a:lnTo>
                  <a:pt x="77724" y="234886"/>
                </a:lnTo>
                <a:lnTo>
                  <a:pt x="154025" y="234886"/>
                </a:lnTo>
                <a:lnTo>
                  <a:pt x="154025" y="204406"/>
                </a:lnTo>
                <a:lnTo>
                  <a:pt x="45720" y="204406"/>
                </a:lnTo>
                <a:lnTo>
                  <a:pt x="45720" y="396621"/>
                </a:lnTo>
                <a:lnTo>
                  <a:pt x="77724" y="396621"/>
                </a:lnTo>
                <a:lnTo>
                  <a:pt x="77724" y="363093"/>
                </a:lnTo>
                <a:lnTo>
                  <a:pt x="154025" y="363093"/>
                </a:lnTo>
                <a:lnTo>
                  <a:pt x="154025" y="392049"/>
                </a:lnTo>
                <a:lnTo>
                  <a:pt x="186029" y="392049"/>
                </a:lnTo>
                <a:lnTo>
                  <a:pt x="186029" y="363093"/>
                </a:lnTo>
                <a:lnTo>
                  <a:pt x="186029" y="332524"/>
                </a:lnTo>
                <a:lnTo>
                  <a:pt x="186029" y="234886"/>
                </a:lnTo>
                <a:lnTo>
                  <a:pt x="186029" y="204406"/>
                </a:lnTo>
                <a:close/>
              </a:path>
              <a:path w="840739" h="436245">
                <a:moveTo>
                  <a:pt x="323278" y="128104"/>
                </a:moveTo>
                <a:lnTo>
                  <a:pt x="114300" y="128104"/>
                </a:lnTo>
                <a:lnTo>
                  <a:pt x="114300" y="158686"/>
                </a:lnTo>
                <a:lnTo>
                  <a:pt x="323278" y="158686"/>
                </a:lnTo>
                <a:lnTo>
                  <a:pt x="323278" y="128104"/>
                </a:lnTo>
                <a:close/>
              </a:path>
              <a:path w="840739" h="436245">
                <a:moveTo>
                  <a:pt x="393382" y="199834"/>
                </a:moveTo>
                <a:lnTo>
                  <a:pt x="234797" y="199834"/>
                </a:lnTo>
                <a:lnTo>
                  <a:pt x="234797" y="436245"/>
                </a:lnTo>
                <a:lnTo>
                  <a:pt x="268414" y="436245"/>
                </a:lnTo>
                <a:lnTo>
                  <a:pt x="268414" y="230314"/>
                </a:lnTo>
                <a:lnTo>
                  <a:pt x="361378" y="230314"/>
                </a:lnTo>
                <a:lnTo>
                  <a:pt x="361378" y="318808"/>
                </a:lnTo>
                <a:lnTo>
                  <a:pt x="359664" y="331698"/>
                </a:lnTo>
                <a:lnTo>
                  <a:pt x="354520" y="340753"/>
                </a:lnTo>
                <a:lnTo>
                  <a:pt x="345948" y="346100"/>
                </a:lnTo>
                <a:lnTo>
                  <a:pt x="333946" y="347853"/>
                </a:lnTo>
                <a:lnTo>
                  <a:pt x="325094" y="347586"/>
                </a:lnTo>
                <a:lnTo>
                  <a:pt x="314515" y="346900"/>
                </a:lnTo>
                <a:lnTo>
                  <a:pt x="288226" y="344805"/>
                </a:lnTo>
                <a:lnTo>
                  <a:pt x="289585" y="354812"/>
                </a:lnTo>
                <a:lnTo>
                  <a:pt x="291084" y="364236"/>
                </a:lnTo>
                <a:lnTo>
                  <a:pt x="292303" y="373100"/>
                </a:lnTo>
                <a:lnTo>
                  <a:pt x="292798" y="381381"/>
                </a:lnTo>
                <a:lnTo>
                  <a:pt x="344614" y="381381"/>
                </a:lnTo>
                <a:lnTo>
                  <a:pt x="366382" y="378002"/>
                </a:lnTo>
                <a:lnTo>
                  <a:pt x="381571" y="368033"/>
                </a:lnTo>
                <a:lnTo>
                  <a:pt x="390474" y="351764"/>
                </a:lnTo>
                <a:lnTo>
                  <a:pt x="390982" y="347853"/>
                </a:lnTo>
                <a:lnTo>
                  <a:pt x="393382" y="329476"/>
                </a:lnTo>
                <a:lnTo>
                  <a:pt x="393382" y="230314"/>
                </a:lnTo>
                <a:lnTo>
                  <a:pt x="393382" y="199834"/>
                </a:lnTo>
                <a:close/>
              </a:path>
              <a:path w="840739" h="436245">
                <a:moveTo>
                  <a:pt x="436156" y="135724"/>
                </a:moveTo>
                <a:lnTo>
                  <a:pt x="390385" y="118516"/>
                </a:lnTo>
                <a:lnTo>
                  <a:pt x="348284" y="97853"/>
                </a:lnTo>
                <a:lnTo>
                  <a:pt x="309854" y="73609"/>
                </a:lnTo>
                <a:lnTo>
                  <a:pt x="275069" y="45605"/>
                </a:lnTo>
                <a:lnTo>
                  <a:pt x="264858" y="35140"/>
                </a:lnTo>
                <a:lnTo>
                  <a:pt x="243941" y="13716"/>
                </a:lnTo>
                <a:lnTo>
                  <a:pt x="253085" y="3048"/>
                </a:lnTo>
                <a:lnTo>
                  <a:pt x="204317" y="3048"/>
                </a:lnTo>
                <a:lnTo>
                  <a:pt x="172821" y="36563"/>
                </a:lnTo>
                <a:lnTo>
                  <a:pt x="136779" y="67500"/>
                </a:lnTo>
                <a:lnTo>
                  <a:pt x="96062" y="95872"/>
                </a:lnTo>
                <a:lnTo>
                  <a:pt x="50507" y="121691"/>
                </a:lnTo>
                <a:lnTo>
                  <a:pt x="0" y="144970"/>
                </a:lnTo>
                <a:lnTo>
                  <a:pt x="5448" y="152095"/>
                </a:lnTo>
                <a:lnTo>
                  <a:pt x="10477" y="159639"/>
                </a:lnTo>
                <a:lnTo>
                  <a:pt x="15214" y="167474"/>
                </a:lnTo>
                <a:lnTo>
                  <a:pt x="19812" y="175450"/>
                </a:lnTo>
                <a:lnTo>
                  <a:pt x="71031" y="149263"/>
                </a:lnTo>
                <a:lnTo>
                  <a:pt x="116776" y="122072"/>
                </a:lnTo>
                <a:lnTo>
                  <a:pt x="157035" y="93941"/>
                </a:lnTo>
                <a:lnTo>
                  <a:pt x="191808" y="64947"/>
                </a:lnTo>
                <a:lnTo>
                  <a:pt x="221081" y="35140"/>
                </a:lnTo>
                <a:lnTo>
                  <a:pt x="252374" y="66802"/>
                </a:lnTo>
                <a:lnTo>
                  <a:pt x="287426" y="95872"/>
                </a:lnTo>
                <a:lnTo>
                  <a:pt x="326415" y="122732"/>
                </a:lnTo>
                <a:lnTo>
                  <a:pt x="368884" y="147167"/>
                </a:lnTo>
                <a:lnTo>
                  <a:pt x="414820" y="169354"/>
                </a:lnTo>
                <a:lnTo>
                  <a:pt x="419430" y="161328"/>
                </a:lnTo>
                <a:lnTo>
                  <a:pt x="424345" y="153149"/>
                </a:lnTo>
                <a:lnTo>
                  <a:pt x="429818" y="144665"/>
                </a:lnTo>
                <a:lnTo>
                  <a:pt x="436156" y="135724"/>
                </a:lnTo>
                <a:close/>
              </a:path>
              <a:path w="840739" h="436245">
                <a:moveTo>
                  <a:pt x="840295" y="51917"/>
                </a:moveTo>
                <a:lnTo>
                  <a:pt x="616077" y="51917"/>
                </a:lnTo>
                <a:lnTo>
                  <a:pt x="623176" y="42748"/>
                </a:lnTo>
                <a:lnTo>
                  <a:pt x="637933" y="24396"/>
                </a:lnTo>
                <a:lnTo>
                  <a:pt x="645033" y="15240"/>
                </a:lnTo>
                <a:lnTo>
                  <a:pt x="611505" y="0"/>
                </a:lnTo>
                <a:lnTo>
                  <a:pt x="574941" y="45516"/>
                </a:lnTo>
                <a:lnTo>
                  <a:pt x="536206" y="86017"/>
                </a:lnTo>
                <a:lnTo>
                  <a:pt x="495477" y="121653"/>
                </a:lnTo>
                <a:lnTo>
                  <a:pt x="452907" y="152590"/>
                </a:lnTo>
                <a:lnTo>
                  <a:pt x="458622" y="159473"/>
                </a:lnTo>
                <a:lnTo>
                  <a:pt x="464337" y="166497"/>
                </a:lnTo>
                <a:lnTo>
                  <a:pt x="470052" y="173812"/>
                </a:lnTo>
                <a:lnTo>
                  <a:pt x="475767" y="181546"/>
                </a:lnTo>
                <a:lnTo>
                  <a:pt x="506907" y="158127"/>
                </a:lnTo>
                <a:lnTo>
                  <a:pt x="536206" y="133680"/>
                </a:lnTo>
                <a:lnTo>
                  <a:pt x="563511" y="108381"/>
                </a:lnTo>
                <a:lnTo>
                  <a:pt x="588645" y="82397"/>
                </a:lnTo>
                <a:lnTo>
                  <a:pt x="792962" y="82397"/>
                </a:lnTo>
                <a:lnTo>
                  <a:pt x="763219" y="109004"/>
                </a:lnTo>
                <a:lnTo>
                  <a:pt x="731037" y="134061"/>
                </a:lnTo>
                <a:lnTo>
                  <a:pt x="696264" y="157695"/>
                </a:lnTo>
                <a:lnTo>
                  <a:pt x="658749" y="180022"/>
                </a:lnTo>
                <a:lnTo>
                  <a:pt x="643343" y="165138"/>
                </a:lnTo>
                <a:lnTo>
                  <a:pt x="626935" y="150101"/>
                </a:lnTo>
                <a:lnTo>
                  <a:pt x="591693" y="118973"/>
                </a:lnTo>
                <a:lnTo>
                  <a:pt x="565785" y="141922"/>
                </a:lnTo>
                <a:lnTo>
                  <a:pt x="580618" y="155879"/>
                </a:lnTo>
                <a:lnTo>
                  <a:pt x="595312" y="170116"/>
                </a:lnTo>
                <a:lnTo>
                  <a:pt x="623697" y="198310"/>
                </a:lnTo>
                <a:lnTo>
                  <a:pt x="583412" y="216928"/>
                </a:lnTo>
                <a:lnTo>
                  <a:pt x="540397" y="233984"/>
                </a:lnTo>
                <a:lnTo>
                  <a:pt x="494817" y="249605"/>
                </a:lnTo>
                <a:lnTo>
                  <a:pt x="446811" y="263944"/>
                </a:lnTo>
                <a:lnTo>
                  <a:pt x="452272" y="271297"/>
                </a:lnTo>
                <a:lnTo>
                  <a:pt x="457288" y="279374"/>
                </a:lnTo>
                <a:lnTo>
                  <a:pt x="462038" y="287731"/>
                </a:lnTo>
                <a:lnTo>
                  <a:pt x="466623" y="295948"/>
                </a:lnTo>
                <a:lnTo>
                  <a:pt x="484898" y="289318"/>
                </a:lnTo>
                <a:lnTo>
                  <a:pt x="520852" y="276656"/>
                </a:lnTo>
                <a:lnTo>
                  <a:pt x="538251" y="270040"/>
                </a:lnTo>
                <a:lnTo>
                  <a:pt x="538251" y="434721"/>
                </a:lnTo>
                <a:lnTo>
                  <a:pt x="573405" y="434721"/>
                </a:lnTo>
                <a:lnTo>
                  <a:pt x="573405" y="405765"/>
                </a:lnTo>
                <a:lnTo>
                  <a:pt x="803630" y="405765"/>
                </a:lnTo>
                <a:lnTo>
                  <a:pt x="803630" y="434721"/>
                </a:lnTo>
                <a:lnTo>
                  <a:pt x="838771" y="434721"/>
                </a:lnTo>
                <a:lnTo>
                  <a:pt x="838771" y="405765"/>
                </a:lnTo>
                <a:lnTo>
                  <a:pt x="838771" y="375285"/>
                </a:lnTo>
                <a:lnTo>
                  <a:pt x="838771" y="266992"/>
                </a:lnTo>
                <a:lnTo>
                  <a:pt x="838771" y="234886"/>
                </a:lnTo>
                <a:lnTo>
                  <a:pt x="803630" y="234886"/>
                </a:lnTo>
                <a:lnTo>
                  <a:pt x="803630" y="266992"/>
                </a:lnTo>
                <a:lnTo>
                  <a:pt x="803630" y="375285"/>
                </a:lnTo>
                <a:lnTo>
                  <a:pt x="573405" y="375285"/>
                </a:lnTo>
                <a:lnTo>
                  <a:pt x="573405" y="270040"/>
                </a:lnTo>
                <a:lnTo>
                  <a:pt x="573405" y="266992"/>
                </a:lnTo>
                <a:lnTo>
                  <a:pt x="803630" y="266992"/>
                </a:lnTo>
                <a:lnTo>
                  <a:pt x="803630" y="234886"/>
                </a:lnTo>
                <a:lnTo>
                  <a:pt x="625221" y="234886"/>
                </a:lnTo>
                <a:lnTo>
                  <a:pt x="676287" y="209816"/>
                </a:lnTo>
                <a:lnTo>
                  <a:pt x="723328" y="182118"/>
                </a:lnTo>
                <a:lnTo>
                  <a:pt x="726287" y="180022"/>
                </a:lnTo>
                <a:lnTo>
                  <a:pt x="766330" y="151688"/>
                </a:lnTo>
                <a:lnTo>
                  <a:pt x="805319" y="118478"/>
                </a:lnTo>
                <a:lnTo>
                  <a:pt x="840295" y="82397"/>
                </a:lnTo>
                <a:lnTo>
                  <a:pt x="840295" y="519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197822" y="4885854"/>
            <a:ext cx="863600" cy="433705"/>
          </a:xfrm>
          <a:custGeom>
            <a:avLst/>
            <a:gdLst/>
            <a:ahLst/>
            <a:cxnLst/>
            <a:rect l="l" t="t" r="r" b="b"/>
            <a:pathLst>
              <a:path w="863600" h="433704">
                <a:moveTo>
                  <a:pt x="186029" y="138874"/>
                </a:moveTo>
                <a:lnTo>
                  <a:pt x="160121" y="112864"/>
                </a:lnTo>
                <a:lnTo>
                  <a:pt x="121805" y="142646"/>
                </a:lnTo>
                <a:lnTo>
                  <a:pt x="82346" y="170103"/>
                </a:lnTo>
                <a:lnTo>
                  <a:pt x="41732" y="195262"/>
                </a:lnTo>
                <a:lnTo>
                  <a:pt x="0" y="218122"/>
                </a:lnTo>
                <a:lnTo>
                  <a:pt x="5981" y="224142"/>
                </a:lnTo>
                <a:lnTo>
                  <a:pt x="12382" y="230898"/>
                </a:lnTo>
                <a:lnTo>
                  <a:pt x="19075" y="238518"/>
                </a:lnTo>
                <a:lnTo>
                  <a:pt x="25908" y="247167"/>
                </a:lnTo>
                <a:lnTo>
                  <a:pt x="64249" y="224853"/>
                </a:lnTo>
                <a:lnTo>
                  <a:pt x="103720" y="199275"/>
                </a:lnTo>
                <a:lnTo>
                  <a:pt x="144297" y="170573"/>
                </a:lnTo>
                <a:lnTo>
                  <a:pt x="186029" y="138874"/>
                </a:lnTo>
                <a:close/>
              </a:path>
              <a:path w="863600" h="433704">
                <a:moveTo>
                  <a:pt x="416344" y="58000"/>
                </a:moveTo>
                <a:lnTo>
                  <a:pt x="231838" y="58000"/>
                </a:lnTo>
                <a:lnTo>
                  <a:pt x="247078" y="50380"/>
                </a:lnTo>
                <a:lnTo>
                  <a:pt x="240817" y="37757"/>
                </a:lnTo>
                <a:lnTo>
                  <a:pt x="233553" y="25158"/>
                </a:lnTo>
                <a:lnTo>
                  <a:pt x="225437" y="12573"/>
                </a:lnTo>
                <a:lnTo>
                  <a:pt x="216598" y="0"/>
                </a:lnTo>
                <a:lnTo>
                  <a:pt x="184505" y="15240"/>
                </a:lnTo>
                <a:lnTo>
                  <a:pt x="191325" y="27279"/>
                </a:lnTo>
                <a:lnTo>
                  <a:pt x="197878" y="38341"/>
                </a:lnTo>
                <a:lnTo>
                  <a:pt x="203873" y="48539"/>
                </a:lnTo>
                <a:lnTo>
                  <a:pt x="208978" y="58000"/>
                </a:lnTo>
                <a:lnTo>
                  <a:pt x="18288" y="58000"/>
                </a:lnTo>
                <a:lnTo>
                  <a:pt x="18288" y="143446"/>
                </a:lnTo>
                <a:lnTo>
                  <a:pt x="54864" y="143446"/>
                </a:lnTo>
                <a:lnTo>
                  <a:pt x="54864" y="91528"/>
                </a:lnTo>
                <a:lnTo>
                  <a:pt x="379768" y="91528"/>
                </a:lnTo>
                <a:lnTo>
                  <a:pt x="379768" y="143446"/>
                </a:lnTo>
                <a:lnTo>
                  <a:pt x="416344" y="143446"/>
                </a:lnTo>
                <a:lnTo>
                  <a:pt x="416344" y="91528"/>
                </a:lnTo>
                <a:lnTo>
                  <a:pt x="416344" y="58000"/>
                </a:lnTo>
                <a:close/>
              </a:path>
              <a:path w="863600" h="433704">
                <a:moveTo>
                  <a:pt x="417868" y="378333"/>
                </a:moveTo>
                <a:lnTo>
                  <a:pt x="236410" y="378333"/>
                </a:lnTo>
                <a:lnTo>
                  <a:pt x="236410" y="263931"/>
                </a:lnTo>
                <a:lnTo>
                  <a:pt x="373672" y="263931"/>
                </a:lnTo>
                <a:lnTo>
                  <a:pt x="373672" y="230314"/>
                </a:lnTo>
                <a:lnTo>
                  <a:pt x="61061" y="230314"/>
                </a:lnTo>
                <a:lnTo>
                  <a:pt x="61061" y="263931"/>
                </a:lnTo>
                <a:lnTo>
                  <a:pt x="198221" y="263931"/>
                </a:lnTo>
                <a:lnTo>
                  <a:pt x="198221" y="378333"/>
                </a:lnTo>
                <a:lnTo>
                  <a:pt x="16764" y="378333"/>
                </a:lnTo>
                <a:lnTo>
                  <a:pt x="16764" y="411861"/>
                </a:lnTo>
                <a:lnTo>
                  <a:pt x="417868" y="411861"/>
                </a:lnTo>
                <a:lnTo>
                  <a:pt x="417868" y="378333"/>
                </a:lnTo>
                <a:close/>
              </a:path>
              <a:path w="863600" h="433704">
                <a:moveTo>
                  <a:pt x="433108" y="218122"/>
                </a:moveTo>
                <a:lnTo>
                  <a:pt x="397370" y="192925"/>
                </a:lnTo>
                <a:lnTo>
                  <a:pt x="358762" y="167436"/>
                </a:lnTo>
                <a:lnTo>
                  <a:pt x="317296" y="141363"/>
                </a:lnTo>
                <a:lnTo>
                  <a:pt x="272986" y="114388"/>
                </a:lnTo>
                <a:lnTo>
                  <a:pt x="251650" y="138874"/>
                </a:lnTo>
                <a:lnTo>
                  <a:pt x="294817" y="167144"/>
                </a:lnTo>
                <a:lnTo>
                  <a:pt x="335140" y="194703"/>
                </a:lnTo>
                <a:lnTo>
                  <a:pt x="372605" y="221424"/>
                </a:lnTo>
                <a:lnTo>
                  <a:pt x="407200" y="247167"/>
                </a:lnTo>
                <a:lnTo>
                  <a:pt x="433108" y="218122"/>
                </a:lnTo>
                <a:close/>
              </a:path>
              <a:path w="863600" h="433704">
                <a:moveTo>
                  <a:pt x="504825" y="90004"/>
                </a:moveTo>
                <a:lnTo>
                  <a:pt x="471195" y="90004"/>
                </a:lnTo>
                <a:lnTo>
                  <a:pt x="471195" y="433197"/>
                </a:lnTo>
                <a:lnTo>
                  <a:pt x="504825" y="433197"/>
                </a:lnTo>
                <a:lnTo>
                  <a:pt x="504825" y="90004"/>
                </a:lnTo>
                <a:close/>
              </a:path>
              <a:path w="863600" h="433704">
                <a:moveTo>
                  <a:pt x="581025" y="64096"/>
                </a:moveTo>
                <a:lnTo>
                  <a:pt x="550926" y="34150"/>
                </a:lnTo>
                <a:lnTo>
                  <a:pt x="535165" y="18808"/>
                </a:lnTo>
                <a:lnTo>
                  <a:pt x="518541" y="3048"/>
                </a:lnTo>
                <a:lnTo>
                  <a:pt x="494157" y="24384"/>
                </a:lnTo>
                <a:lnTo>
                  <a:pt x="509638" y="41300"/>
                </a:lnTo>
                <a:lnTo>
                  <a:pt x="538302" y="73342"/>
                </a:lnTo>
                <a:lnTo>
                  <a:pt x="552069" y="88480"/>
                </a:lnTo>
                <a:lnTo>
                  <a:pt x="581025" y="64096"/>
                </a:lnTo>
                <a:close/>
              </a:path>
              <a:path w="863600" h="433704">
                <a:moveTo>
                  <a:pt x="757999" y="120484"/>
                </a:moveTo>
                <a:lnTo>
                  <a:pt x="725906" y="120484"/>
                </a:lnTo>
                <a:lnTo>
                  <a:pt x="725906" y="151066"/>
                </a:lnTo>
                <a:lnTo>
                  <a:pt x="725906" y="212026"/>
                </a:lnTo>
                <a:lnTo>
                  <a:pt x="725906" y="244132"/>
                </a:lnTo>
                <a:lnTo>
                  <a:pt x="725906" y="306616"/>
                </a:lnTo>
                <a:lnTo>
                  <a:pt x="603885" y="306616"/>
                </a:lnTo>
                <a:lnTo>
                  <a:pt x="603885" y="244132"/>
                </a:lnTo>
                <a:lnTo>
                  <a:pt x="725906" y="244132"/>
                </a:lnTo>
                <a:lnTo>
                  <a:pt x="725906" y="212026"/>
                </a:lnTo>
                <a:lnTo>
                  <a:pt x="603885" y="212026"/>
                </a:lnTo>
                <a:lnTo>
                  <a:pt x="603885" y="151066"/>
                </a:lnTo>
                <a:lnTo>
                  <a:pt x="725906" y="151066"/>
                </a:lnTo>
                <a:lnTo>
                  <a:pt x="725906" y="120484"/>
                </a:lnTo>
                <a:lnTo>
                  <a:pt x="571881" y="120484"/>
                </a:lnTo>
                <a:lnTo>
                  <a:pt x="571881" y="364617"/>
                </a:lnTo>
                <a:lnTo>
                  <a:pt x="603885" y="364617"/>
                </a:lnTo>
                <a:lnTo>
                  <a:pt x="603885" y="337096"/>
                </a:lnTo>
                <a:lnTo>
                  <a:pt x="757999" y="337096"/>
                </a:lnTo>
                <a:lnTo>
                  <a:pt x="757999" y="306616"/>
                </a:lnTo>
                <a:lnTo>
                  <a:pt x="757999" y="244132"/>
                </a:lnTo>
                <a:lnTo>
                  <a:pt x="757999" y="212026"/>
                </a:lnTo>
                <a:lnTo>
                  <a:pt x="757999" y="151066"/>
                </a:lnTo>
                <a:lnTo>
                  <a:pt x="757999" y="120484"/>
                </a:lnTo>
                <a:close/>
              </a:path>
              <a:path w="863600" h="433704">
                <a:moveTo>
                  <a:pt x="863155" y="30480"/>
                </a:moveTo>
                <a:lnTo>
                  <a:pt x="608457" y="30480"/>
                </a:lnTo>
                <a:lnTo>
                  <a:pt x="608457" y="64096"/>
                </a:lnTo>
                <a:lnTo>
                  <a:pt x="829627" y="64096"/>
                </a:lnTo>
                <a:lnTo>
                  <a:pt x="829627" y="367665"/>
                </a:lnTo>
                <a:lnTo>
                  <a:pt x="827392" y="381673"/>
                </a:lnTo>
                <a:lnTo>
                  <a:pt x="820864" y="391668"/>
                </a:lnTo>
                <a:lnTo>
                  <a:pt x="810336" y="397675"/>
                </a:lnTo>
                <a:lnTo>
                  <a:pt x="796099" y="399669"/>
                </a:lnTo>
                <a:lnTo>
                  <a:pt x="779576" y="399402"/>
                </a:lnTo>
                <a:lnTo>
                  <a:pt x="762330" y="398716"/>
                </a:lnTo>
                <a:lnTo>
                  <a:pt x="727430" y="396621"/>
                </a:lnTo>
                <a:lnTo>
                  <a:pt x="729449" y="407454"/>
                </a:lnTo>
                <a:lnTo>
                  <a:pt x="731050" y="417004"/>
                </a:lnTo>
                <a:lnTo>
                  <a:pt x="732358" y="425119"/>
                </a:lnTo>
                <a:lnTo>
                  <a:pt x="733526" y="431673"/>
                </a:lnTo>
                <a:lnTo>
                  <a:pt x="753262" y="432549"/>
                </a:lnTo>
                <a:lnTo>
                  <a:pt x="771131" y="433006"/>
                </a:lnTo>
                <a:lnTo>
                  <a:pt x="800671" y="433197"/>
                </a:lnTo>
                <a:lnTo>
                  <a:pt x="827798" y="429768"/>
                </a:lnTo>
                <a:lnTo>
                  <a:pt x="847344" y="419481"/>
                </a:lnTo>
                <a:lnTo>
                  <a:pt x="859180" y="402336"/>
                </a:lnTo>
                <a:lnTo>
                  <a:pt x="859624" y="399669"/>
                </a:lnTo>
                <a:lnTo>
                  <a:pt x="863155" y="378333"/>
                </a:lnTo>
                <a:lnTo>
                  <a:pt x="863155" y="304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4379785" y="4922520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824" y="416432"/>
                </a:moveTo>
                <a:lnTo>
                  <a:pt x="79248" y="416432"/>
                </a:lnTo>
                <a:lnTo>
                  <a:pt x="51108" y="380922"/>
                </a:lnTo>
                <a:lnTo>
                  <a:pt x="28968" y="342270"/>
                </a:lnTo>
                <a:lnTo>
                  <a:pt x="12972" y="300628"/>
                </a:lnTo>
                <a:lnTo>
                  <a:pt x="3267" y="256147"/>
                </a:lnTo>
                <a:lnTo>
                  <a:pt x="0" y="208978"/>
                </a:lnTo>
                <a:lnTo>
                  <a:pt x="3267" y="161751"/>
                </a:lnTo>
                <a:lnTo>
                  <a:pt x="12972" y="117162"/>
                </a:lnTo>
                <a:lnTo>
                  <a:pt x="28968" y="75288"/>
                </a:lnTo>
                <a:lnTo>
                  <a:pt x="51108" y="36208"/>
                </a:lnTo>
                <a:lnTo>
                  <a:pt x="79248" y="0"/>
                </a:lnTo>
                <a:lnTo>
                  <a:pt x="115824" y="0"/>
                </a:lnTo>
                <a:lnTo>
                  <a:pt x="88428" y="36793"/>
                </a:lnTo>
                <a:lnTo>
                  <a:pt x="66739" y="75947"/>
                </a:lnTo>
                <a:lnTo>
                  <a:pt x="50974" y="117600"/>
                </a:lnTo>
                <a:lnTo>
                  <a:pt x="41355" y="161897"/>
                </a:lnTo>
                <a:lnTo>
                  <a:pt x="38100" y="208978"/>
                </a:lnTo>
                <a:lnTo>
                  <a:pt x="41208" y="255269"/>
                </a:lnTo>
                <a:lnTo>
                  <a:pt x="50535" y="299092"/>
                </a:lnTo>
                <a:lnTo>
                  <a:pt x="66080" y="340514"/>
                </a:lnTo>
                <a:lnTo>
                  <a:pt x="87843" y="379605"/>
                </a:lnTo>
                <a:lnTo>
                  <a:pt x="115824" y="416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4541418" y="4888903"/>
            <a:ext cx="887730" cy="431800"/>
          </a:xfrm>
          <a:custGeom>
            <a:avLst/>
            <a:gdLst/>
            <a:ahLst/>
            <a:cxnLst/>
            <a:rect l="l" t="t" r="r" b="b"/>
            <a:pathLst>
              <a:path w="887729" h="431800">
                <a:moveTo>
                  <a:pt x="137248" y="210502"/>
                </a:moveTo>
                <a:lnTo>
                  <a:pt x="129616" y="201053"/>
                </a:lnTo>
                <a:lnTo>
                  <a:pt x="120497" y="190690"/>
                </a:lnTo>
                <a:lnTo>
                  <a:pt x="115074" y="184594"/>
                </a:lnTo>
                <a:lnTo>
                  <a:pt x="110858" y="179857"/>
                </a:lnTo>
                <a:lnTo>
                  <a:pt x="109689" y="178498"/>
                </a:lnTo>
                <a:lnTo>
                  <a:pt x="100584" y="167830"/>
                </a:lnTo>
                <a:lnTo>
                  <a:pt x="88392" y="178498"/>
                </a:lnTo>
                <a:lnTo>
                  <a:pt x="88392" y="118960"/>
                </a:lnTo>
                <a:lnTo>
                  <a:pt x="129628" y="118960"/>
                </a:lnTo>
                <a:lnTo>
                  <a:pt x="129628" y="91528"/>
                </a:lnTo>
                <a:lnTo>
                  <a:pt x="88392" y="91528"/>
                </a:lnTo>
                <a:lnTo>
                  <a:pt x="88392" y="0"/>
                </a:lnTo>
                <a:lnTo>
                  <a:pt x="59436" y="0"/>
                </a:lnTo>
                <a:lnTo>
                  <a:pt x="59436" y="91528"/>
                </a:lnTo>
                <a:lnTo>
                  <a:pt x="7620" y="91528"/>
                </a:lnTo>
                <a:lnTo>
                  <a:pt x="7620" y="118960"/>
                </a:lnTo>
                <a:lnTo>
                  <a:pt x="54864" y="118960"/>
                </a:lnTo>
                <a:lnTo>
                  <a:pt x="43713" y="161556"/>
                </a:lnTo>
                <a:lnTo>
                  <a:pt x="30861" y="202120"/>
                </a:lnTo>
                <a:lnTo>
                  <a:pt x="16281" y="240398"/>
                </a:lnTo>
                <a:lnTo>
                  <a:pt x="0" y="276123"/>
                </a:lnTo>
                <a:lnTo>
                  <a:pt x="3429" y="285508"/>
                </a:lnTo>
                <a:lnTo>
                  <a:pt x="10287" y="304850"/>
                </a:lnTo>
                <a:lnTo>
                  <a:pt x="13716" y="314236"/>
                </a:lnTo>
                <a:lnTo>
                  <a:pt x="25996" y="287972"/>
                </a:lnTo>
                <a:lnTo>
                  <a:pt x="37719" y="257416"/>
                </a:lnTo>
                <a:lnTo>
                  <a:pt x="48856" y="222846"/>
                </a:lnTo>
                <a:lnTo>
                  <a:pt x="59436" y="184594"/>
                </a:lnTo>
                <a:lnTo>
                  <a:pt x="59436" y="430149"/>
                </a:lnTo>
                <a:lnTo>
                  <a:pt x="88392" y="430149"/>
                </a:lnTo>
                <a:lnTo>
                  <a:pt x="88392" y="190690"/>
                </a:lnTo>
                <a:lnTo>
                  <a:pt x="95262" y="199859"/>
                </a:lnTo>
                <a:lnTo>
                  <a:pt x="102158" y="209169"/>
                </a:lnTo>
                <a:lnTo>
                  <a:pt x="109042" y="218770"/>
                </a:lnTo>
                <a:lnTo>
                  <a:pt x="115912" y="228790"/>
                </a:lnTo>
                <a:lnTo>
                  <a:pt x="137248" y="210502"/>
                </a:lnTo>
                <a:close/>
              </a:path>
              <a:path w="887729" h="431800">
                <a:moveTo>
                  <a:pt x="266890" y="340144"/>
                </a:moveTo>
                <a:lnTo>
                  <a:pt x="264477" y="335572"/>
                </a:lnTo>
                <a:lnTo>
                  <a:pt x="254850" y="317296"/>
                </a:lnTo>
                <a:lnTo>
                  <a:pt x="243789" y="296900"/>
                </a:lnTo>
                <a:lnTo>
                  <a:pt x="233591" y="279057"/>
                </a:lnTo>
                <a:lnTo>
                  <a:pt x="224129" y="263931"/>
                </a:lnTo>
                <a:lnTo>
                  <a:pt x="198221" y="277647"/>
                </a:lnTo>
                <a:lnTo>
                  <a:pt x="202577" y="283921"/>
                </a:lnTo>
                <a:lnTo>
                  <a:pt x="206794" y="291185"/>
                </a:lnTo>
                <a:lnTo>
                  <a:pt x="211289" y="299300"/>
                </a:lnTo>
                <a:lnTo>
                  <a:pt x="216509" y="308140"/>
                </a:lnTo>
                <a:lnTo>
                  <a:pt x="203314" y="316966"/>
                </a:lnTo>
                <a:lnTo>
                  <a:pt x="190969" y="325094"/>
                </a:lnTo>
                <a:lnTo>
                  <a:pt x="179209" y="332346"/>
                </a:lnTo>
                <a:lnTo>
                  <a:pt x="167728" y="338620"/>
                </a:lnTo>
                <a:lnTo>
                  <a:pt x="167728" y="231838"/>
                </a:lnTo>
                <a:lnTo>
                  <a:pt x="219557" y="231838"/>
                </a:lnTo>
                <a:lnTo>
                  <a:pt x="219557" y="247167"/>
                </a:lnTo>
                <a:lnTo>
                  <a:pt x="248602" y="247167"/>
                </a:lnTo>
                <a:lnTo>
                  <a:pt x="248602" y="24384"/>
                </a:lnTo>
                <a:lnTo>
                  <a:pt x="219557" y="24384"/>
                </a:lnTo>
                <a:lnTo>
                  <a:pt x="219557" y="51904"/>
                </a:lnTo>
                <a:lnTo>
                  <a:pt x="219557" y="114388"/>
                </a:lnTo>
                <a:lnTo>
                  <a:pt x="219557" y="141922"/>
                </a:lnTo>
                <a:lnTo>
                  <a:pt x="219557" y="204406"/>
                </a:lnTo>
                <a:lnTo>
                  <a:pt x="167728" y="204406"/>
                </a:lnTo>
                <a:lnTo>
                  <a:pt x="167728" y="141922"/>
                </a:lnTo>
                <a:lnTo>
                  <a:pt x="219557" y="141922"/>
                </a:lnTo>
                <a:lnTo>
                  <a:pt x="219557" y="114388"/>
                </a:lnTo>
                <a:lnTo>
                  <a:pt x="167728" y="114388"/>
                </a:lnTo>
                <a:lnTo>
                  <a:pt x="167728" y="51904"/>
                </a:lnTo>
                <a:lnTo>
                  <a:pt x="219557" y="51904"/>
                </a:lnTo>
                <a:lnTo>
                  <a:pt x="219557" y="24384"/>
                </a:lnTo>
                <a:lnTo>
                  <a:pt x="140296" y="24384"/>
                </a:lnTo>
                <a:lnTo>
                  <a:pt x="140296" y="326428"/>
                </a:lnTo>
                <a:lnTo>
                  <a:pt x="139446" y="338455"/>
                </a:lnTo>
                <a:lnTo>
                  <a:pt x="136867" y="349173"/>
                </a:lnTo>
                <a:lnTo>
                  <a:pt x="132588" y="358444"/>
                </a:lnTo>
                <a:lnTo>
                  <a:pt x="126580" y="366141"/>
                </a:lnTo>
                <a:lnTo>
                  <a:pt x="150964" y="395097"/>
                </a:lnTo>
                <a:lnTo>
                  <a:pt x="190144" y="362661"/>
                </a:lnTo>
                <a:lnTo>
                  <a:pt x="218198" y="343293"/>
                </a:lnTo>
                <a:lnTo>
                  <a:pt x="225475" y="338620"/>
                </a:lnTo>
                <a:lnTo>
                  <a:pt x="230225" y="335572"/>
                </a:lnTo>
                <a:lnTo>
                  <a:pt x="233273" y="343281"/>
                </a:lnTo>
                <a:lnTo>
                  <a:pt x="236321" y="349377"/>
                </a:lnTo>
                <a:lnTo>
                  <a:pt x="240893" y="356997"/>
                </a:lnTo>
                <a:lnTo>
                  <a:pt x="266890" y="340144"/>
                </a:lnTo>
                <a:close/>
              </a:path>
              <a:path w="887729" h="431800">
                <a:moveTo>
                  <a:pt x="437680" y="324904"/>
                </a:moveTo>
                <a:lnTo>
                  <a:pt x="431431" y="322351"/>
                </a:lnTo>
                <a:lnTo>
                  <a:pt x="408724" y="312712"/>
                </a:lnTo>
                <a:lnTo>
                  <a:pt x="409308" y="331622"/>
                </a:lnTo>
                <a:lnTo>
                  <a:pt x="405676" y="370713"/>
                </a:lnTo>
                <a:lnTo>
                  <a:pt x="396532" y="389001"/>
                </a:lnTo>
                <a:lnTo>
                  <a:pt x="370522" y="389001"/>
                </a:lnTo>
                <a:lnTo>
                  <a:pt x="365950" y="381381"/>
                </a:lnTo>
                <a:lnTo>
                  <a:pt x="365950" y="297472"/>
                </a:lnTo>
                <a:lnTo>
                  <a:pt x="365950" y="259359"/>
                </a:lnTo>
                <a:lnTo>
                  <a:pt x="350710" y="259359"/>
                </a:lnTo>
                <a:lnTo>
                  <a:pt x="353860" y="249301"/>
                </a:lnTo>
                <a:lnTo>
                  <a:pt x="356425" y="239509"/>
                </a:lnTo>
                <a:lnTo>
                  <a:pt x="358432" y="229704"/>
                </a:lnTo>
                <a:lnTo>
                  <a:pt x="359854" y="219646"/>
                </a:lnTo>
                <a:lnTo>
                  <a:pt x="425488" y="219646"/>
                </a:lnTo>
                <a:lnTo>
                  <a:pt x="425488" y="192214"/>
                </a:lnTo>
                <a:lnTo>
                  <a:pt x="364426" y="192214"/>
                </a:lnTo>
                <a:lnTo>
                  <a:pt x="367525" y="163029"/>
                </a:lnTo>
                <a:lnTo>
                  <a:pt x="369760" y="130251"/>
                </a:lnTo>
                <a:lnTo>
                  <a:pt x="370827" y="94830"/>
                </a:lnTo>
                <a:lnTo>
                  <a:pt x="370840" y="91528"/>
                </a:lnTo>
                <a:lnTo>
                  <a:pt x="370522" y="53428"/>
                </a:lnTo>
                <a:lnTo>
                  <a:pt x="422440" y="53428"/>
                </a:lnTo>
                <a:lnTo>
                  <a:pt x="422440" y="24384"/>
                </a:lnTo>
                <a:lnTo>
                  <a:pt x="268414" y="24384"/>
                </a:lnTo>
                <a:lnTo>
                  <a:pt x="268414" y="53428"/>
                </a:lnTo>
                <a:lnTo>
                  <a:pt x="341566" y="53428"/>
                </a:lnTo>
                <a:lnTo>
                  <a:pt x="341261" y="94830"/>
                </a:lnTo>
                <a:lnTo>
                  <a:pt x="340233" y="131965"/>
                </a:lnTo>
                <a:lnTo>
                  <a:pt x="338353" y="164528"/>
                </a:lnTo>
                <a:lnTo>
                  <a:pt x="335470" y="192214"/>
                </a:lnTo>
                <a:lnTo>
                  <a:pt x="297370" y="192214"/>
                </a:lnTo>
                <a:lnTo>
                  <a:pt x="306514" y="74764"/>
                </a:lnTo>
                <a:lnTo>
                  <a:pt x="280606" y="74764"/>
                </a:lnTo>
                <a:lnTo>
                  <a:pt x="268414" y="219646"/>
                </a:lnTo>
                <a:lnTo>
                  <a:pt x="330898" y="219646"/>
                </a:lnTo>
                <a:lnTo>
                  <a:pt x="317728" y="264363"/>
                </a:lnTo>
                <a:lnTo>
                  <a:pt x="298335" y="305269"/>
                </a:lnTo>
                <a:lnTo>
                  <a:pt x="272719" y="342582"/>
                </a:lnTo>
                <a:lnTo>
                  <a:pt x="240868" y="376516"/>
                </a:lnTo>
                <a:lnTo>
                  <a:pt x="202793" y="407289"/>
                </a:lnTo>
                <a:lnTo>
                  <a:pt x="209359" y="413029"/>
                </a:lnTo>
                <a:lnTo>
                  <a:pt x="215366" y="418909"/>
                </a:lnTo>
                <a:lnTo>
                  <a:pt x="220789" y="425081"/>
                </a:lnTo>
                <a:lnTo>
                  <a:pt x="225653" y="431673"/>
                </a:lnTo>
                <a:lnTo>
                  <a:pt x="260870" y="401929"/>
                </a:lnTo>
                <a:lnTo>
                  <a:pt x="291071" y="369747"/>
                </a:lnTo>
                <a:lnTo>
                  <a:pt x="316395" y="334975"/>
                </a:lnTo>
                <a:lnTo>
                  <a:pt x="336994" y="297472"/>
                </a:lnTo>
                <a:lnTo>
                  <a:pt x="337032" y="374065"/>
                </a:lnTo>
                <a:lnTo>
                  <a:pt x="339039" y="392887"/>
                </a:lnTo>
                <a:lnTo>
                  <a:pt x="345376" y="406717"/>
                </a:lnTo>
                <a:lnTo>
                  <a:pt x="356285" y="415124"/>
                </a:lnTo>
                <a:lnTo>
                  <a:pt x="372046" y="417957"/>
                </a:lnTo>
                <a:lnTo>
                  <a:pt x="398056" y="417957"/>
                </a:lnTo>
                <a:lnTo>
                  <a:pt x="408622" y="416191"/>
                </a:lnTo>
                <a:lnTo>
                  <a:pt x="417487" y="410718"/>
                </a:lnTo>
                <a:lnTo>
                  <a:pt x="424624" y="401243"/>
                </a:lnTo>
                <a:lnTo>
                  <a:pt x="429450" y="389001"/>
                </a:lnTo>
                <a:lnTo>
                  <a:pt x="430060" y="387477"/>
                </a:lnTo>
                <a:lnTo>
                  <a:pt x="433171" y="374065"/>
                </a:lnTo>
                <a:lnTo>
                  <a:pt x="435584" y="359079"/>
                </a:lnTo>
                <a:lnTo>
                  <a:pt x="437121" y="342646"/>
                </a:lnTo>
                <a:lnTo>
                  <a:pt x="437680" y="324904"/>
                </a:lnTo>
                <a:close/>
              </a:path>
              <a:path w="887729" h="431800">
                <a:moveTo>
                  <a:pt x="526161" y="294424"/>
                </a:moveTo>
                <a:lnTo>
                  <a:pt x="492531" y="282232"/>
                </a:lnTo>
                <a:lnTo>
                  <a:pt x="483730" y="312293"/>
                </a:lnTo>
                <a:lnTo>
                  <a:pt x="473481" y="340956"/>
                </a:lnTo>
                <a:lnTo>
                  <a:pt x="462102" y="368465"/>
                </a:lnTo>
                <a:lnTo>
                  <a:pt x="449859" y="395097"/>
                </a:lnTo>
                <a:lnTo>
                  <a:pt x="458724" y="399389"/>
                </a:lnTo>
                <a:lnTo>
                  <a:pt x="467004" y="403098"/>
                </a:lnTo>
                <a:lnTo>
                  <a:pt x="474726" y="406247"/>
                </a:lnTo>
                <a:lnTo>
                  <a:pt x="481863" y="408813"/>
                </a:lnTo>
                <a:lnTo>
                  <a:pt x="493064" y="384505"/>
                </a:lnTo>
                <a:lnTo>
                  <a:pt x="503974" y="357327"/>
                </a:lnTo>
                <a:lnTo>
                  <a:pt x="514908" y="327291"/>
                </a:lnTo>
                <a:lnTo>
                  <a:pt x="526161" y="294424"/>
                </a:lnTo>
                <a:close/>
              </a:path>
              <a:path w="887729" h="431800">
                <a:moveTo>
                  <a:pt x="701522" y="144970"/>
                </a:moveTo>
                <a:lnTo>
                  <a:pt x="689800" y="129171"/>
                </a:lnTo>
                <a:lnTo>
                  <a:pt x="677506" y="113830"/>
                </a:lnTo>
                <a:lnTo>
                  <a:pt x="664616" y="98793"/>
                </a:lnTo>
                <a:lnTo>
                  <a:pt x="651129" y="83908"/>
                </a:lnTo>
                <a:lnTo>
                  <a:pt x="626745" y="103720"/>
                </a:lnTo>
                <a:lnTo>
                  <a:pt x="639902" y="120573"/>
                </a:lnTo>
                <a:lnTo>
                  <a:pt x="651941" y="136728"/>
                </a:lnTo>
                <a:lnTo>
                  <a:pt x="662825" y="152031"/>
                </a:lnTo>
                <a:lnTo>
                  <a:pt x="672566" y="166306"/>
                </a:lnTo>
                <a:lnTo>
                  <a:pt x="701522" y="144970"/>
                </a:lnTo>
                <a:close/>
              </a:path>
              <a:path w="887729" h="431800">
                <a:moveTo>
                  <a:pt x="718286" y="315760"/>
                </a:moveTo>
                <a:lnTo>
                  <a:pt x="684936" y="282613"/>
                </a:lnTo>
                <a:lnTo>
                  <a:pt x="665302" y="263461"/>
                </a:lnTo>
                <a:lnTo>
                  <a:pt x="643509" y="242595"/>
                </a:lnTo>
                <a:lnTo>
                  <a:pt x="619125" y="263931"/>
                </a:lnTo>
                <a:lnTo>
                  <a:pt x="638263" y="283349"/>
                </a:lnTo>
                <a:lnTo>
                  <a:pt x="656704" y="302615"/>
                </a:lnTo>
                <a:lnTo>
                  <a:pt x="674179" y="321475"/>
                </a:lnTo>
                <a:lnTo>
                  <a:pt x="690854" y="340144"/>
                </a:lnTo>
                <a:lnTo>
                  <a:pt x="718286" y="315760"/>
                </a:lnTo>
                <a:close/>
              </a:path>
              <a:path w="887729" h="431800">
                <a:moveTo>
                  <a:pt x="789914" y="324904"/>
                </a:moveTo>
                <a:lnTo>
                  <a:pt x="779957" y="321475"/>
                </a:lnTo>
                <a:lnTo>
                  <a:pt x="770864" y="318046"/>
                </a:lnTo>
                <a:lnTo>
                  <a:pt x="762901" y="314617"/>
                </a:lnTo>
                <a:lnTo>
                  <a:pt x="756386" y="311188"/>
                </a:lnTo>
                <a:lnTo>
                  <a:pt x="755396" y="317957"/>
                </a:lnTo>
                <a:lnTo>
                  <a:pt x="748766" y="358521"/>
                </a:lnTo>
                <a:lnTo>
                  <a:pt x="715238" y="389001"/>
                </a:lnTo>
                <a:lnTo>
                  <a:pt x="626745" y="389001"/>
                </a:lnTo>
                <a:lnTo>
                  <a:pt x="613625" y="386981"/>
                </a:lnTo>
                <a:lnTo>
                  <a:pt x="604075" y="380809"/>
                </a:lnTo>
                <a:lnTo>
                  <a:pt x="598246" y="370357"/>
                </a:lnTo>
                <a:lnTo>
                  <a:pt x="596265" y="355473"/>
                </a:lnTo>
                <a:lnTo>
                  <a:pt x="596265" y="280695"/>
                </a:lnTo>
                <a:lnTo>
                  <a:pt x="562737" y="280695"/>
                </a:lnTo>
                <a:lnTo>
                  <a:pt x="562737" y="360045"/>
                </a:lnTo>
                <a:lnTo>
                  <a:pt x="566432" y="386054"/>
                </a:lnTo>
                <a:lnTo>
                  <a:pt x="577405" y="404622"/>
                </a:lnTo>
                <a:lnTo>
                  <a:pt x="595528" y="415772"/>
                </a:lnTo>
                <a:lnTo>
                  <a:pt x="620649" y="419481"/>
                </a:lnTo>
                <a:lnTo>
                  <a:pt x="718286" y="419481"/>
                </a:lnTo>
                <a:lnTo>
                  <a:pt x="740232" y="416648"/>
                </a:lnTo>
                <a:lnTo>
                  <a:pt x="757910" y="408241"/>
                </a:lnTo>
                <a:lnTo>
                  <a:pt x="771004" y="394411"/>
                </a:lnTo>
                <a:lnTo>
                  <a:pt x="773328" y="389001"/>
                </a:lnTo>
                <a:lnTo>
                  <a:pt x="779246" y="375285"/>
                </a:lnTo>
                <a:lnTo>
                  <a:pt x="781545" y="366141"/>
                </a:lnTo>
                <a:lnTo>
                  <a:pt x="784009" y="354698"/>
                </a:lnTo>
                <a:lnTo>
                  <a:pt x="786739" y="340956"/>
                </a:lnTo>
                <a:lnTo>
                  <a:pt x="789914" y="324904"/>
                </a:lnTo>
                <a:close/>
              </a:path>
              <a:path w="887729" h="431800">
                <a:moveTo>
                  <a:pt x="789914" y="173926"/>
                </a:moveTo>
                <a:lnTo>
                  <a:pt x="530733" y="173926"/>
                </a:lnTo>
                <a:lnTo>
                  <a:pt x="530733" y="204406"/>
                </a:lnTo>
                <a:lnTo>
                  <a:pt x="750290" y="204406"/>
                </a:lnTo>
                <a:lnTo>
                  <a:pt x="739089" y="224180"/>
                </a:lnTo>
                <a:lnTo>
                  <a:pt x="728192" y="242557"/>
                </a:lnTo>
                <a:lnTo>
                  <a:pt x="717283" y="259778"/>
                </a:lnTo>
                <a:lnTo>
                  <a:pt x="706094" y="276123"/>
                </a:lnTo>
                <a:lnTo>
                  <a:pt x="713232" y="278701"/>
                </a:lnTo>
                <a:lnTo>
                  <a:pt x="720953" y="281851"/>
                </a:lnTo>
                <a:lnTo>
                  <a:pt x="729234" y="285559"/>
                </a:lnTo>
                <a:lnTo>
                  <a:pt x="738098" y="289852"/>
                </a:lnTo>
                <a:lnTo>
                  <a:pt x="751547" y="268973"/>
                </a:lnTo>
                <a:lnTo>
                  <a:pt x="764578" y="247510"/>
                </a:lnTo>
                <a:lnTo>
                  <a:pt x="777316" y="225475"/>
                </a:lnTo>
                <a:lnTo>
                  <a:pt x="789914" y="202882"/>
                </a:lnTo>
                <a:lnTo>
                  <a:pt x="789914" y="173926"/>
                </a:lnTo>
                <a:close/>
              </a:path>
              <a:path w="887729" h="431800">
                <a:moveTo>
                  <a:pt x="886015" y="137350"/>
                </a:moveTo>
                <a:lnTo>
                  <a:pt x="841552" y="120650"/>
                </a:lnTo>
                <a:lnTo>
                  <a:pt x="799566" y="99860"/>
                </a:lnTo>
                <a:lnTo>
                  <a:pt x="759980" y="74917"/>
                </a:lnTo>
                <a:lnTo>
                  <a:pt x="722757" y="45720"/>
                </a:lnTo>
                <a:lnTo>
                  <a:pt x="713320" y="36664"/>
                </a:lnTo>
                <a:lnTo>
                  <a:pt x="687806" y="12192"/>
                </a:lnTo>
                <a:lnTo>
                  <a:pt x="689330" y="9144"/>
                </a:lnTo>
                <a:lnTo>
                  <a:pt x="695426" y="0"/>
                </a:lnTo>
                <a:lnTo>
                  <a:pt x="655701" y="0"/>
                </a:lnTo>
                <a:lnTo>
                  <a:pt x="624065" y="34429"/>
                </a:lnTo>
                <a:lnTo>
                  <a:pt x="587667" y="66281"/>
                </a:lnTo>
                <a:lnTo>
                  <a:pt x="546506" y="95567"/>
                </a:lnTo>
                <a:lnTo>
                  <a:pt x="500570" y="122301"/>
                </a:lnTo>
                <a:lnTo>
                  <a:pt x="449859" y="146494"/>
                </a:lnTo>
                <a:lnTo>
                  <a:pt x="455320" y="153619"/>
                </a:lnTo>
                <a:lnTo>
                  <a:pt x="460336" y="161163"/>
                </a:lnTo>
                <a:lnTo>
                  <a:pt x="465086" y="168998"/>
                </a:lnTo>
                <a:lnTo>
                  <a:pt x="469671" y="176974"/>
                </a:lnTo>
                <a:lnTo>
                  <a:pt x="520026" y="150050"/>
                </a:lnTo>
                <a:lnTo>
                  <a:pt x="564959" y="122504"/>
                </a:lnTo>
                <a:lnTo>
                  <a:pt x="604532" y="94373"/>
                </a:lnTo>
                <a:lnTo>
                  <a:pt x="638848" y="65735"/>
                </a:lnTo>
                <a:lnTo>
                  <a:pt x="667994" y="36664"/>
                </a:lnTo>
                <a:lnTo>
                  <a:pt x="701446" y="69062"/>
                </a:lnTo>
                <a:lnTo>
                  <a:pt x="737755" y="98615"/>
                </a:lnTo>
                <a:lnTo>
                  <a:pt x="776859" y="125387"/>
                </a:lnTo>
                <a:lnTo>
                  <a:pt x="818680" y="149453"/>
                </a:lnTo>
                <a:lnTo>
                  <a:pt x="863155" y="170878"/>
                </a:lnTo>
                <a:lnTo>
                  <a:pt x="868019" y="162852"/>
                </a:lnTo>
                <a:lnTo>
                  <a:pt x="873442" y="154686"/>
                </a:lnTo>
                <a:lnTo>
                  <a:pt x="879449" y="146227"/>
                </a:lnTo>
                <a:lnTo>
                  <a:pt x="886015" y="137350"/>
                </a:lnTo>
                <a:close/>
              </a:path>
              <a:path w="887729" h="431800">
                <a:moveTo>
                  <a:pt x="887539" y="364617"/>
                </a:moveTo>
                <a:lnTo>
                  <a:pt x="868413" y="340956"/>
                </a:lnTo>
                <a:lnTo>
                  <a:pt x="849782" y="318046"/>
                </a:lnTo>
                <a:lnTo>
                  <a:pt x="829894" y="293801"/>
                </a:lnTo>
                <a:lnTo>
                  <a:pt x="811339" y="271551"/>
                </a:lnTo>
                <a:lnTo>
                  <a:pt x="785342" y="291376"/>
                </a:lnTo>
                <a:lnTo>
                  <a:pt x="806221" y="317957"/>
                </a:lnTo>
                <a:lnTo>
                  <a:pt x="825233" y="342849"/>
                </a:lnTo>
                <a:lnTo>
                  <a:pt x="842225" y="366026"/>
                </a:lnTo>
                <a:lnTo>
                  <a:pt x="857059" y="387477"/>
                </a:lnTo>
                <a:lnTo>
                  <a:pt x="887539" y="3646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5502211" y="5207698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30479" y="115919"/>
                </a:moveTo>
                <a:lnTo>
                  <a:pt x="0" y="115919"/>
                </a:lnTo>
                <a:lnTo>
                  <a:pt x="25907" y="0"/>
                </a:lnTo>
                <a:lnTo>
                  <a:pt x="67056" y="0"/>
                </a:lnTo>
                <a:lnTo>
                  <a:pt x="30479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5884913" y="4888903"/>
            <a:ext cx="2231390" cy="433705"/>
          </a:xfrm>
          <a:custGeom>
            <a:avLst/>
            <a:gdLst/>
            <a:ahLst/>
            <a:cxnLst/>
            <a:rect l="l" t="t" r="r" b="b"/>
            <a:pathLst>
              <a:path w="2231390" h="433704">
                <a:moveTo>
                  <a:pt x="431685" y="38188"/>
                </a:moveTo>
                <a:lnTo>
                  <a:pt x="13817" y="38188"/>
                </a:lnTo>
                <a:lnTo>
                  <a:pt x="13817" y="71729"/>
                </a:lnTo>
                <a:lnTo>
                  <a:pt x="222707" y="71729"/>
                </a:lnTo>
                <a:lnTo>
                  <a:pt x="193090" y="117373"/>
                </a:lnTo>
                <a:lnTo>
                  <a:pt x="160578" y="159816"/>
                </a:lnTo>
                <a:lnTo>
                  <a:pt x="125107" y="199110"/>
                </a:lnTo>
                <a:lnTo>
                  <a:pt x="86575" y="235343"/>
                </a:lnTo>
                <a:lnTo>
                  <a:pt x="44894" y="268617"/>
                </a:lnTo>
                <a:lnTo>
                  <a:pt x="0" y="298996"/>
                </a:lnTo>
                <a:lnTo>
                  <a:pt x="6870" y="306755"/>
                </a:lnTo>
                <a:lnTo>
                  <a:pt x="13423" y="314236"/>
                </a:lnTo>
                <a:lnTo>
                  <a:pt x="19392" y="321703"/>
                </a:lnTo>
                <a:lnTo>
                  <a:pt x="24485" y="329476"/>
                </a:lnTo>
                <a:lnTo>
                  <a:pt x="64389" y="302602"/>
                </a:lnTo>
                <a:lnTo>
                  <a:pt x="101892" y="273304"/>
                </a:lnTo>
                <a:lnTo>
                  <a:pt x="137134" y="241731"/>
                </a:lnTo>
                <a:lnTo>
                  <a:pt x="170243" y="208051"/>
                </a:lnTo>
                <a:lnTo>
                  <a:pt x="201371" y="172402"/>
                </a:lnTo>
                <a:lnTo>
                  <a:pt x="201371" y="433197"/>
                </a:lnTo>
                <a:lnTo>
                  <a:pt x="239471" y="433197"/>
                </a:lnTo>
                <a:lnTo>
                  <a:pt x="239471" y="172402"/>
                </a:lnTo>
                <a:lnTo>
                  <a:pt x="239471" y="158686"/>
                </a:lnTo>
                <a:lnTo>
                  <a:pt x="213563" y="158686"/>
                </a:lnTo>
                <a:lnTo>
                  <a:pt x="230085" y="134340"/>
                </a:lnTo>
                <a:lnTo>
                  <a:pt x="245186" y="111734"/>
                </a:lnTo>
                <a:lnTo>
                  <a:pt x="258559" y="90868"/>
                </a:lnTo>
                <a:lnTo>
                  <a:pt x="269951" y="71729"/>
                </a:lnTo>
                <a:lnTo>
                  <a:pt x="431685" y="71729"/>
                </a:lnTo>
                <a:lnTo>
                  <a:pt x="431685" y="38188"/>
                </a:lnTo>
                <a:close/>
              </a:path>
              <a:path w="2231390" h="433704">
                <a:moveTo>
                  <a:pt x="440829" y="274612"/>
                </a:moveTo>
                <a:lnTo>
                  <a:pt x="402501" y="248564"/>
                </a:lnTo>
                <a:lnTo>
                  <a:pt x="363194" y="222935"/>
                </a:lnTo>
                <a:lnTo>
                  <a:pt x="323037" y="197586"/>
                </a:lnTo>
                <a:lnTo>
                  <a:pt x="282143" y="172402"/>
                </a:lnTo>
                <a:lnTo>
                  <a:pt x="260807" y="201358"/>
                </a:lnTo>
                <a:lnTo>
                  <a:pt x="295211" y="223405"/>
                </a:lnTo>
                <a:lnTo>
                  <a:pt x="332320" y="248462"/>
                </a:lnTo>
                <a:lnTo>
                  <a:pt x="372554" y="276656"/>
                </a:lnTo>
                <a:lnTo>
                  <a:pt x="416344" y="308140"/>
                </a:lnTo>
                <a:lnTo>
                  <a:pt x="440829" y="274612"/>
                </a:lnTo>
                <a:close/>
              </a:path>
              <a:path w="2231390" h="433704">
                <a:moveTo>
                  <a:pt x="872401" y="16764"/>
                </a:moveTo>
                <a:lnTo>
                  <a:pt x="709244" y="16764"/>
                </a:lnTo>
                <a:lnTo>
                  <a:pt x="709244" y="45808"/>
                </a:lnTo>
                <a:lnTo>
                  <a:pt x="709244" y="94576"/>
                </a:lnTo>
                <a:lnTo>
                  <a:pt x="709244" y="122021"/>
                </a:lnTo>
                <a:lnTo>
                  <a:pt x="709244" y="180022"/>
                </a:lnTo>
                <a:lnTo>
                  <a:pt x="631418" y="180022"/>
                </a:lnTo>
                <a:lnTo>
                  <a:pt x="631418" y="122021"/>
                </a:lnTo>
                <a:lnTo>
                  <a:pt x="709244" y="122021"/>
                </a:lnTo>
                <a:lnTo>
                  <a:pt x="709244" y="94576"/>
                </a:lnTo>
                <a:lnTo>
                  <a:pt x="631418" y="94576"/>
                </a:lnTo>
                <a:lnTo>
                  <a:pt x="631418" y="45808"/>
                </a:lnTo>
                <a:lnTo>
                  <a:pt x="709244" y="45808"/>
                </a:lnTo>
                <a:lnTo>
                  <a:pt x="709244" y="16764"/>
                </a:lnTo>
                <a:lnTo>
                  <a:pt x="468249" y="16764"/>
                </a:lnTo>
                <a:lnTo>
                  <a:pt x="468249" y="45808"/>
                </a:lnTo>
                <a:lnTo>
                  <a:pt x="599414" y="45808"/>
                </a:lnTo>
                <a:lnTo>
                  <a:pt x="599414" y="94576"/>
                </a:lnTo>
                <a:lnTo>
                  <a:pt x="599414" y="122021"/>
                </a:lnTo>
                <a:lnTo>
                  <a:pt x="599414" y="180022"/>
                </a:lnTo>
                <a:lnTo>
                  <a:pt x="521601" y="180022"/>
                </a:lnTo>
                <a:lnTo>
                  <a:pt x="521601" y="122021"/>
                </a:lnTo>
                <a:lnTo>
                  <a:pt x="599414" y="122021"/>
                </a:lnTo>
                <a:lnTo>
                  <a:pt x="599414" y="94576"/>
                </a:lnTo>
                <a:lnTo>
                  <a:pt x="489597" y="94576"/>
                </a:lnTo>
                <a:lnTo>
                  <a:pt x="489597" y="224218"/>
                </a:lnTo>
                <a:lnTo>
                  <a:pt x="521601" y="224218"/>
                </a:lnTo>
                <a:lnTo>
                  <a:pt x="521601" y="207454"/>
                </a:lnTo>
                <a:lnTo>
                  <a:pt x="818972" y="207454"/>
                </a:lnTo>
                <a:lnTo>
                  <a:pt x="818972" y="224218"/>
                </a:lnTo>
                <a:lnTo>
                  <a:pt x="851065" y="224218"/>
                </a:lnTo>
                <a:lnTo>
                  <a:pt x="851065" y="207454"/>
                </a:lnTo>
                <a:lnTo>
                  <a:pt x="851065" y="180022"/>
                </a:lnTo>
                <a:lnTo>
                  <a:pt x="851065" y="122021"/>
                </a:lnTo>
                <a:lnTo>
                  <a:pt x="851065" y="94576"/>
                </a:lnTo>
                <a:lnTo>
                  <a:pt x="818972" y="94576"/>
                </a:lnTo>
                <a:lnTo>
                  <a:pt x="818972" y="122021"/>
                </a:lnTo>
                <a:lnTo>
                  <a:pt x="818972" y="180022"/>
                </a:lnTo>
                <a:lnTo>
                  <a:pt x="741248" y="180022"/>
                </a:lnTo>
                <a:lnTo>
                  <a:pt x="741248" y="122021"/>
                </a:lnTo>
                <a:lnTo>
                  <a:pt x="818972" y="122021"/>
                </a:lnTo>
                <a:lnTo>
                  <a:pt x="818972" y="94576"/>
                </a:lnTo>
                <a:lnTo>
                  <a:pt x="741248" y="94576"/>
                </a:lnTo>
                <a:lnTo>
                  <a:pt x="741248" y="45808"/>
                </a:lnTo>
                <a:lnTo>
                  <a:pt x="872401" y="45808"/>
                </a:lnTo>
                <a:lnTo>
                  <a:pt x="872401" y="16764"/>
                </a:lnTo>
                <a:close/>
              </a:path>
              <a:path w="2231390" h="433704">
                <a:moveTo>
                  <a:pt x="887641" y="250228"/>
                </a:moveTo>
                <a:lnTo>
                  <a:pt x="745820" y="250228"/>
                </a:lnTo>
                <a:lnTo>
                  <a:pt x="745820" y="280708"/>
                </a:lnTo>
                <a:lnTo>
                  <a:pt x="733005" y="298183"/>
                </a:lnTo>
                <a:lnTo>
                  <a:pt x="717613" y="314236"/>
                </a:lnTo>
                <a:lnTo>
                  <a:pt x="699909" y="329171"/>
                </a:lnTo>
                <a:lnTo>
                  <a:pt x="680186" y="343281"/>
                </a:lnTo>
                <a:lnTo>
                  <a:pt x="603897" y="319824"/>
                </a:lnTo>
                <a:lnTo>
                  <a:pt x="579602" y="312712"/>
                </a:lnTo>
                <a:lnTo>
                  <a:pt x="602462" y="280708"/>
                </a:lnTo>
                <a:lnTo>
                  <a:pt x="745820" y="280708"/>
                </a:lnTo>
                <a:lnTo>
                  <a:pt x="745820" y="250228"/>
                </a:lnTo>
                <a:lnTo>
                  <a:pt x="623798" y="250228"/>
                </a:lnTo>
                <a:lnTo>
                  <a:pt x="642086" y="222694"/>
                </a:lnTo>
                <a:lnTo>
                  <a:pt x="608558" y="208978"/>
                </a:lnTo>
                <a:lnTo>
                  <a:pt x="602818" y="219265"/>
                </a:lnTo>
                <a:lnTo>
                  <a:pt x="596938" y="229565"/>
                </a:lnTo>
                <a:lnTo>
                  <a:pt x="590765" y="239877"/>
                </a:lnTo>
                <a:lnTo>
                  <a:pt x="584174" y="250228"/>
                </a:lnTo>
                <a:lnTo>
                  <a:pt x="453009" y="250228"/>
                </a:lnTo>
                <a:lnTo>
                  <a:pt x="453009" y="280708"/>
                </a:lnTo>
                <a:lnTo>
                  <a:pt x="564362" y="280708"/>
                </a:lnTo>
                <a:lnTo>
                  <a:pt x="556044" y="292138"/>
                </a:lnTo>
                <a:lnTo>
                  <a:pt x="547319" y="303568"/>
                </a:lnTo>
                <a:lnTo>
                  <a:pt x="538340" y="314998"/>
                </a:lnTo>
                <a:lnTo>
                  <a:pt x="529221" y="326428"/>
                </a:lnTo>
                <a:lnTo>
                  <a:pt x="557555" y="336219"/>
                </a:lnTo>
                <a:lnTo>
                  <a:pt x="612457" y="354152"/>
                </a:lnTo>
                <a:lnTo>
                  <a:pt x="639038" y="363093"/>
                </a:lnTo>
                <a:lnTo>
                  <a:pt x="603326" y="375666"/>
                </a:lnTo>
                <a:lnTo>
                  <a:pt x="562597" y="385953"/>
                </a:lnTo>
                <a:lnTo>
                  <a:pt x="517017" y="393954"/>
                </a:lnTo>
                <a:lnTo>
                  <a:pt x="466725" y="399669"/>
                </a:lnTo>
                <a:lnTo>
                  <a:pt x="471284" y="408546"/>
                </a:lnTo>
                <a:lnTo>
                  <a:pt x="475678" y="417004"/>
                </a:lnTo>
                <a:lnTo>
                  <a:pt x="479806" y="425170"/>
                </a:lnTo>
                <a:lnTo>
                  <a:pt x="483489" y="433197"/>
                </a:lnTo>
                <a:lnTo>
                  <a:pt x="542417" y="424408"/>
                </a:lnTo>
                <a:lnTo>
                  <a:pt x="595591" y="412051"/>
                </a:lnTo>
                <a:lnTo>
                  <a:pt x="643039" y="396544"/>
                </a:lnTo>
                <a:lnTo>
                  <a:pt x="684758" y="378333"/>
                </a:lnTo>
                <a:lnTo>
                  <a:pt x="838873" y="431673"/>
                </a:lnTo>
                <a:lnTo>
                  <a:pt x="858685" y="396621"/>
                </a:lnTo>
                <a:lnTo>
                  <a:pt x="795489" y="378333"/>
                </a:lnTo>
                <a:lnTo>
                  <a:pt x="787730" y="376047"/>
                </a:lnTo>
                <a:lnTo>
                  <a:pt x="754011" y="365760"/>
                </a:lnTo>
                <a:lnTo>
                  <a:pt x="721436" y="355473"/>
                </a:lnTo>
                <a:lnTo>
                  <a:pt x="736244" y="343281"/>
                </a:lnTo>
                <a:lnTo>
                  <a:pt x="740879" y="339458"/>
                </a:lnTo>
                <a:lnTo>
                  <a:pt x="758202" y="321475"/>
                </a:lnTo>
                <a:lnTo>
                  <a:pt x="773506" y="301802"/>
                </a:lnTo>
                <a:lnTo>
                  <a:pt x="786968" y="280708"/>
                </a:lnTo>
                <a:lnTo>
                  <a:pt x="887641" y="280708"/>
                </a:lnTo>
                <a:lnTo>
                  <a:pt x="887641" y="250228"/>
                </a:lnTo>
                <a:close/>
              </a:path>
              <a:path w="2231390" h="433704">
                <a:moveTo>
                  <a:pt x="1046238" y="215074"/>
                </a:moveTo>
                <a:lnTo>
                  <a:pt x="1028179" y="193929"/>
                </a:lnTo>
                <a:lnTo>
                  <a:pt x="1010412" y="173926"/>
                </a:lnTo>
                <a:lnTo>
                  <a:pt x="992619" y="155067"/>
                </a:lnTo>
                <a:lnTo>
                  <a:pt x="974509" y="137350"/>
                </a:lnTo>
                <a:lnTo>
                  <a:pt x="948601" y="158686"/>
                </a:lnTo>
                <a:lnTo>
                  <a:pt x="966597" y="179235"/>
                </a:lnTo>
                <a:lnTo>
                  <a:pt x="983894" y="199656"/>
                </a:lnTo>
                <a:lnTo>
                  <a:pt x="1000328" y="219811"/>
                </a:lnTo>
                <a:lnTo>
                  <a:pt x="1015758" y="239560"/>
                </a:lnTo>
                <a:lnTo>
                  <a:pt x="1024369" y="232905"/>
                </a:lnTo>
                <a:lnTo>
                  <a:pt x="1032141" y="226707"/>
                </a:lnTo>
                <a:lnTo>
                  <a:pt x="1039329" y="220814"/>
                </a:lnTo>
                <a:lnTo>
                  <a:pt x="1046238" y="215074"/>
                </a:lnTo>
                <a:close/>
              </a:path>
              <a:path w="2231390" h="433704">
                <a:moveTo>
                  <a:pt x="1267409" y="48856"/>
                </a:moveTo>
                <a:lnTo>
                  <a:pt x="1253896" y="37376"/>
                </a:lnTo>
                <a:lnTo>
                  <a:pt x="1238554" y="25577"/>
                </a:lnTo>
                <a:lnTo>
                  <a:pt x="1221232" y="13208"/>
                </a:lnTo>
                <a:lnTo>
                  <a:pt x="1201775" y="0"/>
                </a:lnTo>
                <a:lnTo>
                  <a:pt x="1180439" y="24384"/>
                </a:lnTo>
                <a:lnTo>
                  <a:pt x="1198130" y="37871"/>
                </a:lnTo>
                <a:lnTo>
                  <a:pt x="1214539" y="50761"/>
                </a:lnTo>
                <a:lnTo>
                  <a:pt x="1229512" y="63055"/>
                </a:lnTo>
                <a:lnTo>
                  <a:pt x="1242923" y="74764"/>
                </a:lnTo>
                <a:lnTo>
                  <a:pt x="1267409" y="48856"/>
                </a:lnTo>
                <a:close/>
              </a:path>
              <a:path w="2231390" h="433704">
                <a:moveTo>
                  <a:pt x="1337513" y="352425"/>
                </a:moveTo>
                <a:lnTo>
                  <a:pt x="1302321" y="332625"/>
                </a:lnTo>
                <a:lnTo>
                  <a:pt x="1269834" y="309854"/>
                </a:lnTo>
                <a:lnTo>
                  <a:pt x="1239913" y="283959"/>
                </a:lnTo>
                <a:lnTo>
                  <a:pt x="1212443" y="254800"/>
                </a:lnTo>
                <a:lnTo>
                  <a:pt x="1233868" y="236207"/>
                </a:lnTo>
                <a:lnTo>
                  <a:pt x="1243609" y="227266"/>
                </a:lnTo>
                <a:lnTo>
                  <a:pt x="1256880" y="215087"/>
                </a:lnTo>
                <a:lnTo>
                  <a:pt x="1281315" y="191693"/>
                </a:lnTo>
                <a:lnTo>
                  <a:pt x="1307033" y="166306"/>
                </a:lnTo>
                <a:lnTo>
                  <a:pt x="1276553" y="140398"/>
                </a:lnTo>
                <a:lnTo>
                  <a:pt x="1255864" y="163830"/>
                </a:lnTo>
                <a:lnTo>
                  <a:pt x="1234935" y="186118"/>
                </a:lnTo>
                <a:lnTo>
                  <a:pt x="1213446" y="207264"/>
                </a:lnTo>
                <a:lnTo>
                  <a:pt x="1191107" y="227266"/>
                </a:lnTo>
                <a:lnTo>
                  <a:pt x="1179258" y="210502"/>
                </a:lnTo>
                <a:lnTo>
                  <a:pt x="1176794" y="207022"/>
                </a:lnTo>
                <a:lnTo>
                  <a:pt x="1163485" y="185356"/>
                </a:lnTo>
                <a:lnTo>
                  <a:pt x="1151026" y="162547"/>
                </a:lnTo>
                <a:lnTo>
                  <a:pt x="1139291" y="138874"/>
                </a:lnTo>
                <a:lnTo>
                  <a:pt x="1139291" y="111353"/>
                </a:lnTo>
                <a:lnTo>
                  <a:pt x="1331417" y="111353"/>
                </a:lnTo>
                <a:lnTo>
                  <a:pt x="1331417" y="79336"/>
                </a:lnTo>
                <a:lnTo>
                  <a:pt x="1139291" y="79336"/>
                </a:lnTo>
                <a:lnTo>
                  <a:pt x="1139291" y="0"/>
                </a:lnTo>
                <a:lnTo>
                  <a:pt x="1102626" y="0"/>
                </a:lnTo>
                <a:lnTo>
                  <a:pt x="1102626" y="79336"/>
                </a:lnTo>
                <a:lnTo>
                  <a:pt x="910501" y="79336"/>
                </a:lnTo>
                <a:lnTo>
                  <a:pt x="910501" y="111353"/>
                </a:lnTo>
                <a:lnTo>
                  <a:pt x="1102626" y="111353"/>
                </a:lnTo>
                <a:lnTo>
                  <a:pt x="1102626" y="236410"/>
                </a:lnTo>
                <a:lnTo>
                  <a:pt x="1049997" y="264185"/>
                </a:lnTo>
                <a:lnTo>
                  <a:pt x="999515" y="290220"/>
                </a:lnTo>
                <a:lnTo>
                  <a:pt x="951026" y="314515"/>
                </a:lnTo>
                <a:lnTo>
                  <a:pt x="904405" y="337096"/>
                </a:lnTo>
                <a:lnTo>
                  <a:pt x="922693" y="373761"/>
                </a:lnTo>
                <a:lnTo>
                  <a:pt x="1006373" y="327228"/>
                </a:lnTo>
                <a:lnTo>
                  <a:pt x="1052855" y="302094"/>
                </a:lnTo>
                <a:lnTo>
                  <a:pt x="1102626" y="276136"/>
                </a:lnTo>
                <a:lnTo>
                  <a:pt x="1102626" y="360045"/>
                </a:lnTo>
                <a:lnTo>
                  <a:pt x="1100645" y="374053"/>
                </a:lnTo>
                <a:lnTo>
                  <a:pt x="1094816" y="384048"/>
                </a:lnTo>
                <a:lnTo>
                  <a:pt x="1085265" y="390055"/>
                </a:lnTo>
                <a:lnTo>
                  <a:pt x="1072146" y="392049"/>
                </a:lnTo>
                <a:lnTo>
                  <a:pt x="1060119" y="391769"/>
                </a:lnTo>
                <a:lnTo>
                  <a:pt x="1046810" y="390906"/>
                </a:lnTo>
                <a:lnTo>
                  <a:pt x="1032065" y="389483"/>
                </a:lnTo>
                <a:lnTo>
                  <a:pt x="1015758" y="387477"/>
                </a:lnTo>
                <a:lnTo>
                  <a:pt x="1017778" y="397738"/>
                </a:lnTo>
                <a:lnTo>
                  <a:pt x="1019378" y="407860"/>
                </a:lnTo>
                <a:lnTo>
                  <a:pt x="1020686" y="417690"/>
                </a:lnTo>
                <a:lnTo>
                  <a:pt x="1021854" y="427101"/>
                </a:lnTo>
                <a:lnTo>
                  <a:pt x="1081290" y="427101"/>
                </a:lnTo>
                <a:lnTo>
                  <a:pt x="1124610" y="413194"/>
                </a:lnTo>
                <a:lnTo>
                  <a:pt x="1139291" y="370713"/>
                </a:lnTo>
                <a:lnTo>
                  <a:pt x="1139291" y="276136"/>
                </a:lnTo>
                <a:lnTo>
                  <a:pt x="1139291" y="210502"/>
                </a:lnTo>
                <a:lnTo>
                  <a:pt x="1165250" y="252793"/>
                </a:lnTo>
                <a:lnTo>
                  <a:pt x="1195527" y="291706"/>
                </a:lnTo>
                <a:lnTo>
                  <a:pt x="1230058" y="327190"/>
                </a:lnTo>
                <a:lnTo>
                  <a:pt x="1268768" y="359130"/>
                </a:lnTo>
                <a:lnTo>
                  <a:pt x="1311605" y="387477"/>
                </a:lnTo>
                <a:lnTo>
                  <a:pt x="1316723" y="379209"/>
                </a:lnTo>
                <a:lnTo>
                  <a:pt x="1322844" y="370522"/>
                </a:lnTo>
                <a:lnTo>
                  <a:pt x="1329817" y="361543"/>
                </a:lnTo>
                <a:lnTo>
                  <a:pt x="1337513" y="352425"/>
                </a:lnTo>
                <a:close/>
              </a:path>
              <a:path w="2231390" h="433704">
                <a:moveTo>
                  <a:pt x="1462570" y="79336"/>
                </a:moveTo>
                <a:lnTo>
                  <a:pt x="1450568" y="66192"/>
                </a:lnTo>
                <a:lnTo>
                  <a:pt x="1435227" y="49707"/>
                </a:lnTo>
                <a:lnTo>
                  <a:pt x="1393990" y="6096"/>
                </a:lnTo>
                <a:lnTo>
                  <a:pt x="1366456" y="30480"/>
                </a:lnTo>
                <a:lnTo>
                  <a:pt x="1384985" y="49618"/>
                </a:lnTo>
                <a:lnTo>
                  <a:pt x="1402130" y="68478"/>
                </a:lnTo>
                <a:lnTo>
                  <a:pt x="1417764" y="86944"/>
                </a:lnTo>
                <a:lnTo>
                  <a:pt x="1432090" y="105244"/>
                </a:lnTo>
                <a:lnTo>
                  <a:pt x="1462570" y="79336"/>
                </a:lnTo>
                <a:close/>
              </a:path>
              <a:path w="2231390" h="433704">
                <a:moveTo>
                  <a:pt x="1491526" y="360045"/>
                </a:moveTo>
                <a:lnTo>
                  <a:pt x="1490624" y="352361"/>
                </a:lnTo>
                <a:lnTo>
                  <a:pt x="1490002" y="343230"/>
                </a:lnTo>
                <a:lnTo>
                  <a:pt x="1489379" y="332955"/>
                </a:lnTo>
                <a:lnTo>
                  <a:pt x="1488478" y="321856"/>
                </a:lnTo>
                <a:lnTo>
                  <a:pt x="1475384" y="332155"/>
                </a:lnTo>
                <a:lnTo>
                  <a:pt x="1461427" y="342468"/>
                </a:lnTo>
                <a:lnTo>
                  <a:pt x="1446898" y="352793"/>
                </a:lnTo>
                <a:lnTo>
                  <a:pt x="1432090" y="363093"/>
                </a:lnTo>
                <a:lnTo>
                  <a:pt x="1432090" y="151066"/>
                </a:lnTo>
                <a:lnTo>
                  <a:pt x="1348168" y="151066"/>
                </a:lnTo>
                <a:lnTo>
                  <a:pt x="1348168" y="183070"/>
                </a:lnTo>
                <a:lnTo>
                  <a:pt x="1398562" y="183070"/>
                </a:lnTo>
                <a:lnTo>
                  <a:pt x="1398562" y="353949"/>
                </a:lnTo>
                <a:lnTo>
                  <a:pt x="1397685" y="366572"/>
                </a:lnTo>
                <a:lnTo>
                  <a:pt x="1394929" y="377190"/>
                </a:lnTo>
                <a:lnTo>
                  <a:pt x="1390167" y="386092"/>
                </a:lnTo>
                <a:lnTo>
                  <a:pt x="1383220" y="393573"/>
                </a:lnTo>
                <a:lnTo>
                  <a:pt x="1404658" y="424053"/>
                </a:lnTo>
                <a:lnTo>
                  <a:pt x="1426375" y="406336"/>
                </a:lnTo>
                <a:lnTo>
                  <a:pt x="1448092" y="389763"/>
                </a:lnTo>
                <a:lnTo>
                  <a:pt x="1469809" y="374332"/>
                </a:lnTo>
                <a:lnTo>
                  <a:pt x="1486890" y="363093"/>
                </a:lnTo>
                <a:lnTo>
                  <a:pt x="1491526" y="360045"/>
                </a:lnTo>
                <a:close/>
              </a:path>
              <a:path w="2231390" h="433704">
                <a:moveTo>
                  <a:pt x="1743176" y="270040"/>
                </a:moveTo>
                <a:lnTo>
                  <a:pt x="1709648" y="270040"/>
                </a:lnTo>
                <a:lnTo>
                  <a:pt x="1709648" y="300520"/>
                </a:lnTo>
                <a:lnTo>
                  <a:pt x="1709648" y="373761"/>
                </a:lnTo>
                <a:lnTo>
                  <a:pt x="1541919" y="373761"/>
                </a:lnTo>
                <a:lnTo>
                  <a:pt x="1541919" y="300520"/>
                </a:lnTo>
                <a:lnTo>
                  <a:pt x="1709648" y="300520"/>
                </a:lnTo>
                <a:lnTo>
                  <a:pt x="1709648" y="270040"/>
                </a:lnTo>
                <a:lnTo>
                  <a:pt x="1508290" y="270040"/>
                </a:lnTo>
                <a:lnTo>
                  <a:pt x="1508290" y="430149"/>
                </a:lnTo>
                <a:lnTo>
                  <a:pt x="1541919" y="430149"/>
                </a:lnTo>
                <a:lnTo>
                  <a:pt x="1541919" y="404241"/>
                </a:lnTo>
                <a:lnTo>
                  <a:pt x="1709648" y="404241"/>
                </a:lnTo>
                <a:lnTo>
                  <a:pt x="1709648" y="430149"/>
                </a:lnTo>
                <a:lnTo>
                  <a:pt x="1743176" y="430149"/>
                </a:lnTo>
                <a:lnTo>
                  <a:pt x="1743176" y="404241"/>
                </a:lnTo>
                <a:lnTo>
                  <a:pt x="1743176" y="373761"/>
                </a:lnTo>
                <a:lnTo>
                  <a:pt x="1743176" y="300520"/>
                </a:lnTo>
                <a:lnTo>
                  <a:pt x="1743176" y="270040"/>
                </a:lnTo>
                <a:close/>
              </a:path>
              <a:path w="2231390" h="433704">
                <a:moveTo>
                  <a:pt x="1782800" y="193738"/>
                </a:moveTo>
                <a:lnTo>
                  <a:pt x="1727936" y="193738"/>
                </a:lnTo>
                <a:lnTo>
                  <a:pt x="1727936" y="102196"/>
                </a:lnTo>
                <a:lnTo>
                  <a:pt x="1694408" y="102196"/>
                </a:lnTo>
                <a:lnTo>
                  <a:pt x="1694408" y="132676"/>
                </a:lnTo>
                <a:lnTo>
                  <a:pt x="1694408" y="193738"/>
                </a:lnTo>
                <a:lnTo>
                  <a:pt x="1576971" y="193738"/>
                </a:lnTo>
                <a:lnTo>
                  <a:pt x="1586115" y="132676"/>
                </a:lnTo>
                <a:lnTo>
                  <a:pt x="1694408" y="132676"/>
                </a:lnTo>
                <a:lnTo>
                  <a:pt x="1694408" y="102196"/>
                </a:lnTo>
                <a:lnTo>
                  <a:pt x="1590687" y="102196"/>
                </a:lnTo>
                <a:lnTo>
                  <a:pt x="1596783" y="51904"/>
                </a:lnTo>
                <a:lnTo>
                  <a:pt x="1764512" y="51904"/>
                </a:lnTo>
                <a:lnTo>
                  <a:pt x="1764512" y="21336"/>
                </a:lnTo>
                <a:lnTo>
                  <a:pt x="1480858" y="21336"/>
                </a:lnTo>
                <a:lnTo>
                  <a:pt x="1480858" y="51904"/>
                </a:lnTo>
                <a:lnTo>
                  <a:pt x="1563255" y="51904"/>
                </a:lnTo>
                <a:lnTo>
                  <a:pt x="1557159" y="102196"/>
                </a:lnTo>
                <a:lnTo>
                  <a:pt x="1490002" y="102196"/>
                </a:lnTo>
                <a:lnTo>
                  <a:pt x="1490002" y="132676"/>
                </a:lnTo>
                <a:lnTo>
                  <a:pt x="1552587" y="132676"/>
                </a:lnTo>
                <a:lnTo>
                  <a:pt x="1543443" y="193738"/>
                </a:lnTo>
                <a:lnTo>
                  <a:pt x="1470190" y="193738"/>
                </a:lnTo>
                <a:lnTo>
                  <a:pt x="1470190" y="224218"/>
                </a:lnTo>
                <a:lnTo>
                  <a:pt x="1782800" y="224218"/>
                </a:lnTo>
                <a:lnTo>
                  <a:pt x="1782800" y="193738"/>
                </a:lnTo>
                <a:close/>
              </a:path>
              <a:path w="2231390" h="433704">
                <a:moveTo>
                  <a:pt x="1895665" y="259359"/>
                </a:moveTo>
                <a:lnTo>
                  <a:pt x="1886788" y="255701"/>
                </a:lnTo>
                <a:lnTo>
                  <a:pt x="1878330" y="251739"/>
                </a:lnTo>
                <a:lnTo>
                  <a:pt x="1870163" y="247789"/>
                </a:lnTo>
                <a:lnTo>
                  <a:pt x="1862137" y="244119"/>
                </a:lnTo>
                <a:lnTo>
                  <a:pt x="1847519" y="289890"/>
                </a:lnTo>
                <a:lnTo>
                  <a:pt x="1833181" y="333514"/>
                </a:lnTo>
                <a:lnTo>
                  <a:pt x="1818817" y="375145"/>
                </a:lnTo>
                <a:lnTo>
                  <a:pt x="1804136" y="414909"/>
                </a:lnTo>
                <a:lnTo>
                  <a:pt x="1842325" y="427101"/>
                </a:lnTo>
                <a:lnTo>
                  <a:pt x="1854314" y="388467"/>
                </a:lnTo>
                <a:lnTo>
                  <a:pt x="1867281" y="347802"/>
                </a:lnTo>
                <a:lnTo>
                  <a:pt x="1881124" y="304863"/>
                </a:lnTo>
                <a:lnTo>
                  <a:pt x="1895665" y="259359"/>
                </a:lnTo>
                <a:close/>
              </a:path>
              <a:path w="2231390" h="433704">
                <a:moveTo>
                  <a:pt x="1895665" y="178498"/>
                </a:moveTo>
                <a:lnTo>
                  <a:pt x="1874520" y="161048"/>
                </a:lnTo>
                <a:lnTo>
                  <a:pt x="1854517" y="145300"/>
                </a:lnTo>
                <a:lnTo>
                  <a:pt x="1835658" y="131267"/>
                </a:lnTo>
                <a:lnTo>
                  <a:pt x="1817941" y="118960"/>
                </a:lnTo>
                <a:lnTo>
                  <a:pt x="1796516" y="144970"/>
                </a:lnTo>
                <a:lnTo>
                  <a:pt x="1810575" y="155587"/>
                </a:lnTo>
                <a:lnTo>
                  <a:pt x="1827466" y="169354"/>
                </a:lnTo>
                <a:lnTo>
                  <a:pt x="1847189" y="186550"/>
                </a:lnTo>
                <a:lnTo>
                  <a:pt x="1869757" y="207454"/>
                </a:lnTo>
                <a:lnTo>
                  <a:pt x="1874888" y="201434"/>
                </a:lnTo>
                <a:lnTo>
                  <a:pt x="1880997" y="194691"/>
                </a:lnTo>
                <a:lnTo>
                  <a:pt x="1887982" y="187096"/>
                </a:lnTo>
                <a:lnTo>
                  <a:pt x="1895665" y="178498"/>
                </a:lnTo>
                <a:close/>
              </a:path>
              <a:path w="2231390" h="433704">
                <a:moveTo>
                  <a:pt x="1910905" y="68668"/>
                </a:moveTo>
                <a:lnTo>
                  <a:pt x="1890890" y="51803"/>
                </a:lnTo>
                <a:lnTo>
                  <a:pt x="1836229" y="4572"/>
                </a:lnTo>
                <a:lnTo>
                  <a:pt x="1813369" y="28956"/>
                </a:lnTo>
                <a:lnTo>
                  <a:pt x="1829714" y="43561"/>
                </a:lnTo>
                <a:lnTo>
                  <a:pt x="1846897" y="59715"/>
                </a:lnTo>
                <a:lnTo>
                  <a:pt x="1884997" y="96100"/>
                </a:lnTo>
                <a:lnTo>
                  <a:pt x="1890979" y="90106"/>
                </a:lnTo>
                <a:lnTo>
                  <a:pt x="1897380" y="83527"/>
                </a:lnTo>
                <a:lnTo>
                  <a:pt x="1904072" y="76390"/>
                </a:lnTo>
                <a:lnTo>
                  <a:pt x="1910905" y="68668"/>
                </a:lnTo>
                <a:close/>
              </a:path>
              <a:path w="2231390" h="433704">
                <a:moveTo>
                  <a:pt x="2231237" y="204406"/>
                </a:moveTo>
                <a:lnTo>
                  <a:pt x="2089404" y="204406"/>
                </a:lnTo>
                <a:lnTo>
                  <a:pt x="2089404" y="111340"/>
                </a:lnTo>
                <a:lnTo>
                  <a:pt x="2211336" y="111340"/>
                </a:lnTo>
                <a:lnTo>
                  <a:pt x="2211336" y="79336"/>
                </a:lnTo>
                <a:lnTo>
                  <a:pt x="2089404" y="79336"/>
                </a:lnTo>
                <a:lnTo>
                  <a:pt x="2089404" y="0"/>
                </a:lnTo>
                <a:lnTo>
                  <a:pt x="2054263" y="0"/>
                </a:lnTo>
                <a:lnTo>
                  <a:pt x="2054263" y="79336"/>
                </a:lnTo>
                <a:lnTo>
                  <a:pt x="1938337" y="79336"/>
                </a:lnTo>
                <a:lnTo>
                  <a:pt x="1938337" y="111340"/>
                </a:lnTo>
                <a:lnTo>
                  <a:pt x="2054263" y="111340"/>
                </a:lnTo>
                <a:lnTo>
                  <a:pt x="2054263" y="204406"/>
                </a:lnTo>
                <a:lnTo>
                  <a:pt x="1917001" y="204406"/>
                </a:lnTo>
                <a:lnTo>
                  <a:pt x="1917001" y="236410"/>
                </a:lnTo>
                <a:lnTo>
                  <a:pt x="2031403" y="236410"/>
                </a:lnTo>
                <a:lnTo>
                  <a:pt x="2018779" y="259016"/>
                </a:lnTo>
                <a:lnTo>
                  <a:pt x="1992401" y="301866"/>
                </a:lnTo>
                <a:lnTo>
                  <a:pt x="1964575" y="340499"/>
                </a:lnTo>
                <a:lnTo>
                  <a:pt x="1924621" y="373761"/>
                </a:lnTo>
                <a:lnTo>
                  <a:pt x="1939861" y="411861"/>
                </a:lnTo>
                <a:lnTo>
                  <a:pt x="2165616" y="392049"/>
                </a:lnTo>
                <a:lnTo>
                  <a:pt x="2171344" y="401459"/>
                </a:lnTo>
                <a:lnTo>
                  <a:pt x="2177237" y="411289"/>
                </a:lnTo>
                <a:lnTo>
                  <a:pt x="2183396" y="421411"/>
                </a:lnTo>
                <a:lnTo>
                  <a:pt x="2190000" y="431673"/>
                </a:lnTo>
                <a:lnTo>
                  <a:pt x="2198230" y="426859"/>
                </a:lnTo>
                <a:lnTo>
                  <a:pt x="2215286" y="416674"/>
                </a:lnTo>
                <a:lnTo>
                  <a:pt x="2223528" y="411861"/>
                </a:lnTo>
                <a:lnTo>
                  <a:pt x="2210689" y="392049"/>
                </a:lnTo>
                <a:lnTo>
                  <a:pt x="2199843" y="375285"/>
                </a:lnTo>
                <a:lnTo>
                  <a:pt x="2176856" y="340944"/>
                </a:lnTo>
                <a:lnTo>
                  <a:pt x="2154732" y="308914"/>
                </a:lnTo>
                <a:lnTo>
                  <a:pt x="2133612" y="279171"/>
                </a:lnTo>
                <a:lnTo>
                  <a:pt x="2104644" y="297472"/>
                </a:lnTo>
                <a:lnTo>
                  <a:pt x="2114956" y="312851"/>
                </a:lnTo>
                <a:lnTo>
                  <a:pt x="2125408" y="329095"/>
                </a:lnTo>
                <a:lnTo>
                  <a:pt x="2136152" y="345935"/>
                </a:lnTo>
                <a:lnTo>
                  <a:pt x="2147328" y="363093"/>
                </a:lnTo>
                <a:lnTo>
                  <a:pt x="2021649" y="372732"/>
                </a:lnTo>
                <a:lnTo>
                  <a:pt x="1979587" y="375285"/>
                </a:lnTo>
                <a:lnTo>
                  <a:pt x="2003590" y="344347"/>
                </a:lnTo>
                <a:lnTo>
                  <a:pt x="2027593" y="310997"/>
                </a:lnTo>
                <a:lnTo>
                  <a:pt x="2051596" y="275069"/>
                </a:lnTo>
                <a:lnTo>
                  <a:pt x="2075599" y="236410"/>
                </a:lnTo>
                <a:lnTo>
                  <a:pt x="2231237" y="236410"/>
                </a:lnTo>
                <a:lnTo>
                  <a:pt x="2231237" y="20440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8164924" y="4922520"/>
            <a:ext cx="114935" cy="416559"/>
          </a:xfrm>
          <a:custGeom>
            <a:avLst/>
            <a:gdLst/>
            <a:ahLst/>
            <a:cxnLst/>
            <a:rect l="l" t="t" r="r" b="b"/>
            <a:pathLst>
              <a:path w="114934" h="416560">
                <a:moveTo>
                  <a:pt x="36575" y="416432"/>
                </a:moveTo>
                <a:lnTo>
                  <a:pt x="0" y="416432"/>
                </a:lnTo>
                <a:lnTo>
                  <a:pt x="27980" y="379447"/>
                </a:lnTo>
                <a:lnTo>
                  <a:pt x="49743" y="339978"/>
                </a:lnTo>
                <a:lnTo>
                  <a:pt x="65288" y="298105"/>
                </a:lnTo>
                <a:lnTo>
                  <a:pt x="74615" y="253904"/>
                </a:lnTo>
                <a:lnTo>
                  <a:pt x="77723" y="207454"/>
                </a:lnTo>
                <a:lnTo>
                  <a:pt x="74615" y="161117"/>
                </a:lnTo>
                <a:lnTo>
                  <a:pt x="65288" y="117271"/>
                </a:lnTo>
                <a:lnTo>
                  <a:pt x="49743" y="75849"/>
                </a:lnTo>
                <a:lnTo>
                  <a:pt x="27980" y="36781"/>
                </a:lnTo>
                <a:lnTo>
                  <a:pt x="0" y="0"/>
                </a:lnTo>
                <a:lnTo>
                  <a:pt x="36575" y="0"/>
                </a:lnTo>
                <a:lnTo>
                  <a:pt x="64603" y="35318"/>
                </a:lnTo>
                <a:lnTo>
                  <a:pt x="86394" y="73654"/>
                </a:lnTo>
                <a:lnTo>
                  <a:pt x="101953" y="115077"/>
                </a:lnTo>
                <a:lnTo>
                  <a:pt x="111285" y="159654"/>
                </a:lnTo>
                <a:lnTo>
                  <a:pt x="114395" y="207454"/>
                </a:lnTo>
                <a:lnTo>
                  <a:pt x="111285" y="254636"/>
                </a:lnTo>
                <a:lnTo>
                  <a:pt x="101953" y="299202"/>
                </a:lnTo>
                <a:lnTo>
                  <a:pt x="86394" y="341075"/>
                </a:lnTo>
                <a:lnTo>
                  <a:pt x="64603" y="380178"/>
                </a:lnTo>
                <a:lnTo>
                  <a:pt x="36575" y="416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876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19" h="431800">
                <a:moveTo>
                  <a:pt x="115824" y="431673"/>
                </a:moveTo>
                <a:lnTo>
                  <a:pt x="0" y="431673"/>
                </a:lnTo>
                <a:lnTo>
                  <a:pt x="138779" y="215074"/>
                </a:lnTo>
                <a:lnTo>
                  <a:pt x="12192" y="0"/>
                </a:lnTo>
                <a:lnTo>
                  <a:pt x="131159" y="0"/>
                </a:lnTo>
                <a:lnTo>
                  <a:pt x="192119" y="129635"/>
                </a:lnTo>
                <a:lnTo>
                  <a:pt x="195548" y="137079"/>
                </a:lnTo>
                <a:lnTo>
                  <a:pt x="198977" y="145684"/>
                </a:lnTo>
                <a:lnTo>
                  <a:pt x="202406" y="155433"/>
                </a:lnTo>
                <a:lnTo>
                  <a:pt x="205835" y="166306"/>
                </a:lnTo>
                <a:lnTo>
                  <a:pt x="296735" y="166306"/>
                </a:lnTo>
                <a:lnTo>
                  <a:pt x="268414" y="213550"/>
                </a:lnTo>
                <a:lnTo>
                  <a:pt x="298116" y="262413"/>
                </a:lnTo>
                <a:lnTo>
                  <a:pt x="201263" y="262413"/>
                </a:lnTo>
                <a:lnTo>
                  <a:pt x="199810" y="267795"/>
                </a:lnTo>
                <a:lnTo>
                  <a:pt x="197643" y="274605"/>
                </a:lnTo>
                <a:lnTo>
                  <a:pt x="194619" y="282559"/>
                </a:lnTo>
                <a:lnTo>
                  <a:pt x="190595" y="291369"/>
                </a:lnTo>
                <a:lnTo>
                  <a:pt x="115824" y="431673"/>
                </a:lnTo>
                <a:close/>
              </a:path>
              <a:path w="401319" h="431800">
                <a:moveTo>
                  <a:pt x="296735" y="166306"/>
                </a:moveTo>
                <a:lnTo>
                  <a:pt x="205835" y="166306"/>
                </a:lnTo>
                <a:lnTo>
                  <a:pt x="208407" y="158838"/>
                </a:lnTo>
                <a:lnTo>
                  <a:pt x="211550" y="150066"/>
                </a:lnTo>
                <a:lnTo>
                  <a:pt x="219551" y="128111"/>
                </a:lnTo>
                <a:lnTo>
                  <a:pt x="288226" y="0"/>
                </a:lnTo>
                <a:lnTo>
                  <a:pt x="396430" y="0"/>
                </a:lnTo>
                <a:lnTo>
                  <a:pt x="296735" y="166306"/>
                </a:lnTo>
                <a:close/>
              </a:path>
              <a:path w="401319" h="431800">
                <a:moveTo>
                  <a:pt x="401002" y="431673"/>
                </a:moveTo>
                <a:lnTo>
                  <a:pt x="285178" y="431673"/>
                </a:lnTo>
                <a:lnTo>
                  <a:pt x="210407" y="291369"/>
                </a:lnTo>
                <a:lnTo>
                  <a:pt x="209002" y="286202"/>
                </a:lnTo>
                <a:lnTo>
                  <a:pt x="207168" y="279749"/>
                </a:lnTo>
                <a:lnTo>
                  <a:pt x="205049" y="271867"/>
                </a:lnTo>
                <a:lnTo>
                  <a:pt x="202787" y="262413"/>
                </a:lnTo>
                <a:lnTo>
                  <a:pt x="298116" y="262413"/>
                </a:lnTo>
                <a:lnTo>
                  <a:pt x="401002" y="43167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6266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631" y="0"/>
                </a:lnTo>
                <a:lnTo>
                  <a:pt x="9763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66266" y="733589"/>
            <a:ext cx="375285" cy="431800"/>
          </a:xfrm>
          <a:custGeom>
            <a:avLst/>
            <a:gdLst/>
            <a:ahLst/>
            <a:cxnLst/>
            <a:rect l="l" t="t" r="r" b="b"/>
            <a:pathLst>
              <a:path w="375285" h="431800">
                <a:moveTo>
                  <a:pt x="375183" y="0"/>
                </a:moveTo>
                <a:lnTo>
                  <a:pt x="277558" y="0"/>
                </a:lnTo>
                <a:lnTo>
                  <a:pt x="277558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624" y="431800"/>
                </a:lnTo>
                <a:lnTo>
                  <a:pt x="97624" y="256540"/>
                </a:lnTo>
                <a:lnTo>
                  <a:pt x="277558" y="256540"/>
                </a:lnTo>
                <a:lnTo>
                  <a:pt x="277558" y="431800"/>
                </a:lnTo>
                <a:lnTo>
                  <a:pt x="375183" y="431800"/>
                </a:lnTo>
                <a:lnTo>
                  <a:pt x="375183" y="256540"/>
                </a:lnTo>
                <a:lnTo>
                  <a:pt x="375183" y="172720"/>
                </a:lnTo>
                <a:lnTo>
                  <a:pt x="375183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9361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00465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90634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24" y="351790"/>
                </a:lnTo>
                <a:lnTo>
                  <a:pt x="97624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49644" y="726090"/>
            <a:ext cx="491490" cy="444500"/>
          </a:xfrm>
          <a:custGeom>
            <a:avLst/>
            <a:gdLst/>
            <a:ahLst/>
            <a:cxnLst/>
            <a:rect l="l" t="t" r="r" b="b"/>
            <a:pathLst>
              <a:path w="491489" h="444500">
                <a:moveTo>
                  <a:pt x="176045" y="444500"/>
                </a:moveTo>
                <a:lnTo>
                  <a:pt x="145463" y="444500"/>
                </a:lnTo>
                <a:lnTo>
                  <a:pt x="128694" y="443230"/>
                </a:lnTo>
                <a:lnTo>
                  <a:pt x="83105" y="431800"/>
                </a:lnTo>
                <a:lnTo>
                  <a:pt x="45815" y="411480"/>
                </a:lnTo>
                <a:lnTo>
                  <a:pt x="18811" y="382270"/>
                </a:lnTo>
                <a:lnTo>
                  <a:pt x="2678" y="344170"/>
                </a:lnTo>
                <a:lnTo>
                  <a:pt x="0" y="313690"/>
                </a:lnTo>
                <a:lnTo>
                  <a:pt x="572" y="300990"/>
                </a:lnTo>
                <a:lnTo>
                  <a:pt x="14120" y="257810"/>
                </a:lnTo>
                <a:lnTo>
                  <a:pt x="33623" y="232410"/>
                </a:lnTo>
                <a:lnTo>
                  <a:pt x="40767" y="224790"/>
                </a:lnTo>
                <a:lnTo>
                  <a:pt x="48482" y="218440"/>
                </a:lnTo>
                <a:lnTo>
                  <a:pt x="56769" y="212090"/>
                </a:lnTo>
                <a:lnTo>
                  <a:pt x="65627" y="207010"/>
                </a:lnTo>
                <a:lnTo>
                  <a:pt x="75652" y="201930"/>
                </a:lnTo>
                <a:lnTo>
                  <a:pt x="85248" y="196850"/>
                </a:lnTo>
                <a:lnTo>
                  <a:pt x="94559" y="191770"/>
                </a:lnTo>
                <a:lnTo>
                  <a:pt x="103727" y="187960"/>
                </a:lnTo>
                <a:lnTo>
                  <a:pt x="97631" y="184150"/>
                </a:lnTo>
                <a:lnTo>
                  <a:pt x="68675" y="149860"/>
                </a:lnTo>
                <a:lnTo>
                  <a:pt x="65270" y="144780"/>
                </a:lnTo>
                <a:lnTo>
                  <a:pt x="52197" y="105410"/>
                </a:lnTo>
                <a:lnTo>
                  <a:pt x="51911" y="99060"/>
                </a:lnTo>
                <a:lnTo>
                  <a:pt x="52482" y="87630"/>
                </a:lnTo>
                <a:lnTo>
                  <a:pt x="66198" y="46990"/>
                </a:lnTo>
                <a:lnTo>
                  <a:pt x="97059" y="19050"/>
                </a:lnTo>
                <a:lnTo>
                  <a:pt x="141627" y="3810"/>
                </a:lnTo>
                <a:lnTo>
                  <a:pt x="154638" y="1270"/>
                </a:lnTo>
                <a:lnTo>
                  <a:pt x="168506" y="0"/>
                </a:lnTo>
                <a:lnTo>
                  <a:pt x="196500" y="0"/>
                </a:lnTo>
                <a:lnTo>
                  <a:pt x="209359" y="1270"/>
                </a:lnTo>
                <a:lnTo>
                  <a:pt x="221646" y="3810"/>
                </a:lnTo>
                <a:lnTo>
                  <a:pt x="233362" y="7620"/>
                </a:lnTo>
                <a:lnTo>
                  <a:pt x="244482" y="10160"/>
                </a:lnTo>
                <a:lnTo>
                  <a:pt x="280692" y="31750"/>
                </a:lnTo>
                <a:lnTo>
                  <a:pt x="302418" y="63500"/>
                </a:lnTo>
                <a:lnTo>
                  <a:pt x="169354" y="63500"/>
                </a:lnTo>
                <a:lnTo>
                  <a:pt x="164782" y="66040"/>
                </a:lnTo>
                <a:lnTo>
                  <a:pt x="158686" y="68580"/>
                </a:lnTo>
                <a:lnTo>
                  <a:pt x="149542" y="73660"/>
                </a:lnTo>
                <a:lnTo>
                  <a:pt x="146399" y="77470"/>
                </a:lnTo>
                <a:lnTo>
                  <a:pt x="141827" y="81280"/>
                </a:lnTo>
                <a:lnTo>
                  <a:pt x="137255" y="95250"/>
                </a:lnTo>
                <a:lnTo>
                  <a:pt x="137255" y="101600"/>
                </a:lnTo>
                <a:lnTo>
                  <a:pt x="153138" y="138430"/>
                </a:lnTo>
                <a:lnTo>
                  <a:pt x="173926" y="154940"/>
                </a:lnTo>
                <a:lnTo>
                  <a:pt x="284152" y="154940"/>
                </a:lnTo>
                <a:lnTo>
                  <a:pt x="276217" y="162560"/>
                </a:lnTo>
                <a:lnTo>
                  <a:pt x="263092" y="173990"/>
                </a:lnTo>
                <a:lnTo>
                  <a:pt x="247699" y="182880"/>
                </a:lnTo>
                <a:lnTo>
                  <a:pt x="230314" y="191770"/>
                </a:lnTo>
                <a:lnTo>
                  <a:pt x="238053" y="195580"/>
                </a:lnTo>
                <a:lnTo>
                  <a:pt x="245364" y="198120"/>
                </a:lnTo>
                <a:lnTo>
                  <a:pt x="252388" y="201930"/>
                </a:lnTo>
                <a:lnTo>
                  <a:pt x="259270" y="207010"/>
                </a:lnTo>
                <a:lnTo>
                  <a:pt x="265247" y="210820"/>
                </a:lnTo>
                <a:lnTo>
                  <a:pt x="271653" y="215900"/>
                </a:lnTo>
                <a:lnTo>
                  <a:pt x="278344" y="219710"/>
                </a:lnTo>
                <a:lnTo>
                  <a:pt x="285178" y="224790"/>
                </a:lnTo>
                <a:lnTo>
                  <a:pt x="289079" y="228600"/>
                </a:lnTo>
                <a:lnTo>
                  <a:pt x="158686" y="228600"/>
                </a:lnTo>
                <a:lnTo>
                  <a:pt x="147208" y="233680"/>
                </a:lnTo>
                <a:lnTo>
                  <a:pt x="141461" y="237490"/>
                </a:lnTo>
                <a:lnTo>
                  <a:pt x="135731" y="240030"/>
                </a:lnTo>
                <a:lnTo>
                  <a:pt x="130063" y="245110"/>
                </a:lnTo>
                <a:lnTo>
                  <a:pt x="124682" y="248920"/>
                </a:lnTo>
                <a:lnTo>
                  <a:pt x="119872" y="254000"/>
                </a:lnTo>
                <a:lnTo>
                  <a:pt x="115919" y="259080"/>
                </a:lnTo>
                <a:lnTo>
                  <a:pt x="111609" y="264160"/>
                </a:lnTo>
                <a:lnTo>
                  <a:pt x="96393" y="300990"/>
                </a:lnTo>
                <a:lnTo>
                  <a:pt x="96107" y="308610"/>
                </a:lnTo>
                <a:lnTo>
                  <a:pt x="96393" y="316230"/>
                </a:lnTo>
                <a:lnTo>
                  <a:pt x="97250" y="322580"/>
                </a:lnTo>
                <a:lnTo>
                  <a:pt x="98679" y="328930"/>
                </a:lnTo>
                <a:lnTo>
                  <a:pt x="100679" y="335280"/>
                </a:lnTo>
                <a:lnTo>
                  <a:pt x="104132" y="340360"/>
                </a:lnTo>
                <a:lnTo>
                  <a:pt x="107727" y="346710"/>
                </a:lnTo>
                <a:lnTo>
                  <a:pt x="111609" y="351790"/>
                </a:lnTo>
                <a:lnTo>
                  <a:pt x="115919" y="356870"/>
                </a:lnTo>
                <a:lnTo>
                  <a:pt x="120777" y="359410"/>
                </a:lnTo>
                <a:lnTo>
                  <a:pt x="126206" y="363220"/>
                </a:lnTo>
                <a:lnTo>
                  <a:pt x="132207" y="365760"/>
                </a:lnTo>
                <a:lnTo>
                  <a:pt x="138779" y="368300"/>
                </a:lnTo>
                <a:lnTo>
                  <a:pt x="145033" y="370840"/>
                </a:lnTo>
                <a:lnTo>
                  <a:pt x="152161" y="372110"/>
                </a:lnTo>
                <a:lnTo>
                  <a:pt x="159862" y="373380"/>
                </a:lnTo>
                <a:lnTo>
                  <a:pt x="491109" y="373380"/>
                </a:lnTo>
                <a:lnTo>
                  <a:pt x="491109" y="391160"/>
                </a:lnTo>
                <a:lnTo>
                  <a:pt x="318801" y="391160"/>
                </a:lnTo>
                <a:lnTo>
                  <a:pt x="313039" y="396240"/>
                </a:lnTo>
                <a:lnTo>
                  <a:pt x="306990" y="401320"/>
                </a:lnTo>
                <a:lnTo>
                  <a:pt x="300370" y="406400"/>
                </a:lnTo>
                <a:lnTo>
                  <a:pt x="292893" y="411480"/>
                </a:lnTo>
                <a:lnTo>
                  <a:pt x="284575" y="415290"/>
                </a:lnTo>
                <a:lnTo>
                  <a:pt x="275855" y="420370"/>
                </a:lnTo>
                <a:lnTo>
                  <a:pt x="257746" y="427990"/>
                </a:lnTo>
                <a:lnTo>
                  <a:pt x="247197" y="431800"/>
                </a:lnTo>
                <a:lnTo>
                  <a:pt x="236220" y="434340"/>
                </a:lnTo>
                <a:lnTo>
                  <a:pt x="224956" y="438150"/>
                </a:lnTo>
                <a:lnTo>
                  <a:pt x="213550" y="440690"/>
                </a:lnTo>
                <a:lnTo>
                  <a:pt x="176045" y="444500"/>
                </a:lnTo>
                <a:close/>
              </a:path>
              <a:path w="491489" h="444500">
                <a:moveTo>
                  <a:pt x="284152" y="154940"/>
                </a:moveTo>
                <a:lnTo>
                  <a:pt x="173926" y="154940"/>
                </a:lnTo>
                <a:lnTo>
                  <a:pt x="180022" y="153670"/>
                </a:lnTo>
                <a:lnTo>
                  <a:pt x="198310" y="144780"/>
                </a:lnTo>
                <a:lnTo>
                  <a:pt x="222694" y="107950"/>
                </a:lnTo>
                <a:lnTo>
                  <a:pt x="222694" y="88900"/>
                </a:lnTo>
                <a:lnTo>
                  <a:pt x="219646" y="85090"/>
                </a:lnTo>
                <a:lnTo>
                  <a:pt x="218122" y="80010"/>
                </a:lnTo>
                <a:lnTo>
                  <a:pt x="215074" y="76200"/>
                </a:lnTo>
                <a:lnTo>
                  <a:pt x="207454" y="69850"/>
                </a:lnTo>
                <a:lnTo>
                  <a:pt x="202882" y="68580"/>
                </a:lnTo>
                <a:lnTo>
                  <a:pt x="198310" y="64770"/>
                </a:lnTo>
                <a:lnTo>
                  <a:pt x="193738" y="63500"/>
                </a:lnTo>
                <a:lnTo>
                  <a:pt x="302418" y="63500"/>
                </a:lnTo>
                <a:lnTo>
                  <a:pt x="302990" y="64770"/>
                </a:lnTo>
                <a:lnTo>
                  <a:pt x="305847" y="73660"/>
                </a:lnTo>
                <a:lnTo>
                  <a:pt x="307562" y="83820"/>
                </a:lnTo>
                <a:lnTo>
                  <a:pt x="308133" y="93980"/>
                </a:lnTo>
                <a:lnTo>
                  <a:pt x="306728" y="109220"/>
                </a:lnTo>
                <a:lnTo>
                  <a:pt x="302609" y="124460"/>
                </a:lnTo>
                <a:lnTo>
                  <a:pt x="295917" y="138430"/>
                </a:lnTo>
                <a:lnTo>
                  <a:pt x="286797" y="152400"/>
                </a:lnTo>
                <a:lnTo>
                  <a:pt x="284152" y="154940"/>
                </a:lnTo>
                <a:close/>
              </a:path>
              <a:path w="491489" h="444500">
                <a:moveTo>
                  <a:pt x="421161" y="281940"/>
                </a:moveTo>
                <a:lnTo>
                  <a:pt x="332517" y="281940"/>
                </a:lnTo>
                <a:lnTo>
                  <a:pt x="344233" y="265430"/>
                </a:lnTo>
                <a:lnTo>
                  <a:pt x="354234" y="248920"/>
                </a:lnTo>
                <a:lnTo>
                  <a:pt x="373332" y="198120"/>
                </a:lnTo>
                <a:lnTo>
                  <a:pt x="379653" y="144780"/>
                </a:lnTo>
                <a:lnTo>
                  <a:pt x="379761" y="134620"/>
                </a:lnTo>
                <a:lnTo>
                  <a:pt x="378237" y="127000"/>
                </a:lnTo>
                <a:lnTo>
                  <a:pt x="378237" y="119380"/>
                </a:lnTo>
                <a:lnTo>
                  <a:pt x="373665" y="101600"/>
                </a:lnTo>
                <a:lnTo>
                  <a:pt x="454533" y="101600"/>
                </a:lnTo>
                <a:lnTo>
                  <a:pt x="460629" y="125730"/>
                </a:lnTo>
                <a:lnTo>
                  <a:pt x="460551" y="144780"/>
                </a:lnTo>
                <a:lnTo>
                  <a:pt x="457414" y="184150"/>
                </a:lnTo>
                <a:lnTo>
                  <a:pt x="451056" y="210820"/>
                </a:lnTo>
                <a:lnTo>
                  <a:pt x="447294" y="224790"/>
                </a:lnTo>
                <a:lnTo>
                  <a:pt x="442960" y="238760"/>
                </a:lnTo>
                <a:lnTo>
                  <a:pt x="437769" y="251460"/>
                </a:lnTo>
                <a:lnTo>
                  <a:pt x="431753" y="262890"/>
                </a:lnTo>
                <a:lnTo>
                  <a:pt x="425148" y="275590"/>
                </a:lnTo>
                <a:lnTo>
                  <a:pt x="421161" y="281940"/>
                </a:lnTo>
                <a:close/>
              </a:path>
              <a:path w="491489" h="444500">
                <a:moveTo>
                  <a:pt x="436245" y="373380"/>
                </a:moveTo>
                <a:lnTo>
                  <a:pt x="184594" y="373380"/>
                </a:lnTo>
                <a:lnTo>
                  <a:pt x="193119" y="372110"/>
                </a:lnTo>
                <a:lnTo>
                  <a:pt x="201358" y="369570"/>
                </a:lnTo>
                <a:lnTo>
                  <a:pt x="216408" y="365760"/>
                </a:lnTo>
                <a:lnTo>
                  <a:pt x="237148" y="358140"/>
                </a:lnTo>
                <a:lnTo>
                  <a:pt x="243840" y="354330"/>
                </a:lnTo>
                <a:lnTo>
                  <a:pt x="250245" y="351790"/>
                </a:lnTo>
                <a:lnTo>
                  <a:pt x="256222" y="346710"/>
                </a:lnTo>
                <a:lnTo>
                  <a:pt x="261913" y="344170"/>
                </a:lnTo>
                <a:lnTo>
                  <a:pt x="267462" y="340360"/>
                </a:lnTo>
                <a:lnTo>
                  <a:pt x="272724" y="336550"/>
                </a:lnTo>
                <a:lnTo>
                  <a:pt x="277558" y="331470"/>
                </a:lnTo>
                <a:lnTo>
                  <a:pt x="270438" y="321310"/>
                </a:lnTo>
                <a:lnTo>
                  <a:pt x="262890" y="309880"/>
                </a:lnTo>
                <a:lnTo>
                  <a:pt x="232600" y="275590"/>
                </a:lnTo>
                <a:lnTo>
                  <a:pt x="225218" y="269240"/>
                </a:lnTo>
                <a:lnTo>
                  <a:pt x="218122" y="261620"/>
                </a:lnTo>
                <a:lnTo>
                  <a:pt x="210383" y="256540"/>
                </a:lnTo>
                <a:lnTo>
                  <a:pt x="203073" y="251460"/>
                </a:lnTo>
                <a:lnTo>
                  <a:pt x="196048" y="246380"/>
                </a:lnTo>
                <a:lnTo>
                  <a:pt x="189166" y="241300"/>
                </a:lnTo>
                <a:lnTo>
                  <a:pt x="181403" y="238760"/>
                </a:lnTo>
                <a:lnTo>
                  <a:pt x="166449" y="231140"/>
                </a:lnTo>
                <a:lnTo>
                  <a:pt x="158686" y="228600"/>
                </a:lnTo>
                <a:lnTo>
                  <a:pt x="289079" y="228600"/>
                </a:lnTo>
                <a:lnTo>
                  <a:pt x="296882" y="236220"/>
                </a:lnTo>
                <a:lnTo>
                  <a:pt x="309657" y="248920"/>
                </a:lnTo>
                <a:lnTo>
                  <a:pt x="321087" y="264160"/>
                </a:lnTo>
                <a:lnTo>
                  <a:pt x="332517" y="281940"/>
                </a:lnTo>
                <a:lnTo>
                  <a:pt x="421161" y="281940"/>
                </a:lnTo>
                <a:lnTo>
                  <a:pt x="393858" y="320040"/>
                </a:lnTo>
                <a:lnTo>
                  <a:pt x="384952" y="330200"/>
                </a:lnTo>
                <a:lnTo>
                  <a:pt x="375189" y="341630"/>
                </a:lnTo>
                <a:lnTo>
                  <a:pt x="382952" y="347980"/>
                </a:lnTo>
                <a:lnTo>
                  <a:pt x="390429" y="354330"/>
                </a:lnTo>
                <a:lnTo>
                  <a:pt x="397906" y="359410"/>
                </a:lnTo>
                <a:lnTo>
                  <a:pt x="405669" y="364490"/>
                </a:lnTo>
                <a:lnTo>
                  <a:pt x="413447" y="368300"/>
                </a:lnTo>
                <a:lnTo>
                  <a:pt x="420957" y="370840"/>
                </a:lnTo>
                <a:lnTo>
                  <a:pt x="436245" y="373380"/>
                </a:lnTo>
                <a:close/>
              </a:path>
              <a:path w="491489" h="444500">
                <a:moveTo>
                  <a:pt x="491109" y="373380"/>
                </a:moveTo>
                <a:lnTo>
                  <a:pt x="443126" y="373380"/>
                </a:lnTo>
                <a:lnTo>
                  <a:pt x="450151" y="372110"/>
                </a:lnTo>
                <a:lnTo>
                  <a:pt x="465201" y="369570"/>
                </a:lnTo>
                <a:lnTo>
                  <a:pt x="472035" y="368300"/>
                </a:lnTo>
                <a:lnTo>
                  <a:pt x="478726" y="365760"/>
                </a:lnTo>
                <a:lnTo>
                  <a:pt x="485132" y="363220"/>
                </a:lnTo>
                <a:lnTo>
                  <a:pt x="491109" y="360680"/>
                </a:lnTo>
                <a:lnTo>
                  <a:pt x="491109" y="373380"/>
                </a:lnTo>
                <a:close/>
              </a:path>
              <a:path w="491489" h="444500">
                <a:moveTo>
                  <a:pt x="441948" y="444500"/>
                </a:moveTo>
                <a:lnTo>
                  <a:pt x="406622" y="444500"/>
                </a:lnTo>
                <a:lnTo>
                  <a:pt x="399073" y="443230"/>
                </a:lnTo>
                <a:lnTo>
                  <a:pt x="391953" y="441960"/>
                </a:lnTo>
                <a:lnTo>
                  <a:pt x="385095" y="439420"/>
                </a:lnTo>
                <a:lnTo>
                  <a:pt x="378237" y="435610"/>
                </a:lnTo>
                <a:lnTo>
                  <a:pt x="371379" y="433070"/>
                </a:lnTo>
                <a:lnTo>
                  <a:pt x="364521" y="429260"/>
                </a:lnTo>
                <a:lnTo>
                  <a:pt x="347376" y="417830"/>
                </a:lnTo>
                <a:lnTo>
                  <a:pt x="324516" y="397510"/>
                </a:lnTo>
                <a:lnTo>
                  <a:pt x="318801" y="391160"/>
                </a:lnTo>
                <a:lnTo>
                  <a:pt x="491109" y="391160"/>
                </a:lnTo>
                <a:lnTo>
                  <a:pt x="491109" y="433070"/>
                </a:lnTo>
                <a:lnTo>
                  <a:pt x="467106" y="440690"/>
                </a:lnTo>
                <a:lnTo>
                  <a:pt x="450816" y="443230"/>
                </a:lnTo>
                <a:lnTo>
                  <a:pt x="441948" y="44450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71067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20" h="172719">
                <a:moveTo>
                  <a:pt x="0" y="0"/>
                </a:moveTo>
                <a:lnTo>
                  <a:pt x="96012" y="0"/>
                </a:lnTo>
                <a:lnTo>
                  <a:pt x="96012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971061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02645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3532" y="78740"/>
                </a:lnTo>
                <a:lnTo>
                  <a:pt x="123532" y="430530"/>
                </a:lnTo>
                <a:lnTo>
                  <a:pt x="221068" y="430530"/>
                </a:lnTo>
                <a:lnTo>
                  <a:pt x="221068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03743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94565" y="99107"/>
                </a:lnTo>
                <a:lnTo>
                  <a:pt x="391108" y="114776"/>
                </a:lnTo>
                <a:lnTo>
                  <a:pt x="387668" y="127587"/>
                </a:lnTo>
                <a:lnTo>
                  <a:pt x="384238" y="137255"/>
                </a:lnTo>
                <a:lnTo>
                  <a:pt x="283654" y="431672"/>
                </a:lnTo>
                <a:lnTo>
                  <a:pt x="202787" y="431672"/>
                </a:lnTo>
                <a:lnTo>
                  <a:pt x="100584" y="140303"/>
                </a:lnTo>
                <a:lnTo>
                  <a:pt x="98012" y="132302"/>
                </a:lnTo>
                <a:lnTo>
                  <a:pt x="94869" y="119729"/>
                </a:lnTo>
                <a:lnTo>
                  <a:pt x="91154" y="102584"/>
                </a:lnTo>
                <a:lnTo>
                  <a:pt x="86868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1743" y="256317"/>
                </a:lnTo>
                <a:lnTo>
                  <a:pt x="244173" y="301537"/>
                </a:lnTo>
                <a:lnTo>
                  <a:pt x="246983" y="317277"/>
                </a:lnTo>
                <a:lnTo>
                  <a:pt x="248507" y="317277"/>
                </a:lnTo>
                <a:lnTo>
                  <a:pt x="260803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93906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37" y="351790"/>
                </a:lnTo>
                <a:lnTo>
                  <a:pt x="97637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703474" y="733710"/>
            <a:ext cx="271780" cy="439420"/>
          </a:xfrm>
          <a:custGeom>
            <a:avLst/>
            <a:gdLst/>
            <a:ahLst/>
            <a:cxnLst/>
            <a:rect l="l" t="t" r="r" b="b"/>
            <a:pathLst>
              <a:path w="271779" h="439419">
                <a:moveTo>
                  <a:pt x="103727" y="439292"/>
                </a:moveTo>
                <a:lnTo>
                  <a:pt x="74018" y="438149"/>
                </a:lnTo>
                <a:lnTo>
                  <a:pt x="46720" y="434720"/>
                </a:lnTo>
                <a:lnTo>
                  <a:pt x="21993" y="429005"/>
                </a:lnTo>
                <a:lnTo>
                  <a:pt x="0" y="421004"/>
                </a:lnTo>
                <a:lnTo>
                  <a:pt x="0" y="338613"/>
                </a:lnTo>
                <a:lnTo>
                  <a:pt x="22255" y="350670"/>
                </a:lnTo>
                <a:lnTo>
                  <a:pt x="45386" y="359271"/>
                </a:lnTo>
                <a:lnTo>
                  <a:pt x="69088" y="364425"/>
                </a:lnTo>
                <a:lnTo>
                  <a:pt x="93059" y="366140"/>
                </a:lnTo>
                <a:lnTo>
                  <a:pt x="111347" y="364996"/>
                </a:lnTo>
                <a:lnTo>
                  <a:pt x="152495" y="347757"/>
                </a:lnTo>
                <a:lnTo>
                  <a:pt x="172426" y="313896"/>
                </a:lnTo>
                <a:lnTo>
                  <a:pt x="173831" y="298989"/>
                </a:lnTo>
                <a:lnTo>
                  <a:pt x="168140" y="270971"/>
                </a:lnTo>
                <a:lnTo>
                  <a:pt x="151161" y="250936"/>
                </a:lnTo>
                <a:lnTo>
                  <a:pt x="123039" y="238901"/>
                </a:lnTo>
                <a:lnTo>
                  <a:pt x="83915" y="234886"/>
                </a:lnTo>
                <a:lnTo>
                  <a:pt x="66183" y="235196"/>
                </a:lnTo>
                <a:lnTo>
                  <a:pt x="47291" y="236219"/>
                </a:lnTo>
                <a:lnTo>
                  <a:pt x="27256" y="238101"/>
                </a:lnTo>
                <a:lnTo>
                  <a:pt x="6096" y="240982"/>
                </a:lnTo>
                <a:lnTo>
                  <a:pt x="22859" y="0"/>
                </a:lnTo>
                <a:lnTo>
                  <a:pt x="251650" y="0"/>
                </a:lnTo>
                <a:lnTo>
                  <a:pt x="251650" y="77819"/>
                </a:lnTo>
                <a:lnTo>
                  <a:pt x="94583" y="77819"/>
                </a:lnTo>
                <a:lnTo>
                  <a:pt x="88487" y="163258"/>
                </a:lnTo>
                <a:lnTo>
                  <a:pt x="99631" y="163020"/>
                </a:lnTo>
                <a:lnTo>
                  <a:pt x="120205" y="161972"/>
                </a:lnTo>
                <a:lnTo>
                  <a:pt x="129635" y="161734"/>
                </a:lnTo>
                <a:lnTo>
                  <a:pt x="188356" y="170687"/>
                </a:lnTo>
                <a:lnTo>
                  <a:pt x="233362" y="196786"/>
                </a:lnTo>
                <a:lnTo>
                  <a:pt x="261556" y="237791"/>
                </a:lnTo>
                <a:lnTo>
                  <a:pt x="271462" y="291369"/>
                </a:lnTo>
                <a:lnTo>
                  <a:pt x="268605" y="322198"/>
                </a:lnTo>
                <a:lnTo>
                  <a:pt x="245744" y="375889"/>
                </a:lnTo>
                <a:lnTo>
                  <a:pt x="201748" y="416147"/>
                </a:lnTo>
                <a:lnTo>
                  <a:pt x="140580" y="436721"/>
                </a:lnTo>
                <a:lnTo>
                  <a:pt x="103727" y="43929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28111" y="733710"/>
            <a:ext cx="175895" cy="529590"/>
          </a:xfrm>
          <a:custGeom>
            <a:avLst/>
            <a:gdLst/>
            <a:ahLst/>
            <a:cxnLst/>
            <a:rect l="l" t="t" r="r" b="b"/>
            <a:pathLst>
              <a:path w="175895" h="529590">
                <a:moveTo>
                  <a:pt x="175355" y="529304"/>
                </a:moveTo>
                <a:lnTo>
                  <a:pt x="97631" y="529304"/>
                </a:lnTo>
                <a:lnTo>
                  <a:pt x="67612" y="492198"/>
                </a:lnTo>
                <a:lnTo>
                  <a:pt x="43151" y="452455"/>
                </a:lnTo>
                <a:lnTo>
                  <a:pt x="24205" y="409991"/>
                </a:lnTo>
                <a:lnTo>
                  <a:pt x="10727" y="364726"/>
                </a:lnTo>
                <a:lnTo>
                  <a:pt x="2674" y="316577"/>
                </a:lnTo>
                <a:lnTo>
                  <a:pt x="0" y="265461"/>
                </a:lnTo>
                <a:lnTo>
                  <a:pt x="2674" y="216667"/>
                </a:lnTo>
                <a:lnTo>
                  <a:pt x="10727" y="169523"/>
                </a:lnTo>
                <a:lnTo>
                  <a:pt x="24205" y="124158"/>
                </a:lnTo>
                <a:lnTo>
                  <a:pt x="43151" y="80697"/>
                </a:lnTo>
                <a:lnTo>
                  <a:pt x="67612" y="39269"/>
                </a:lnTo>
                <a:lnTo>
                  <a:pt x="97631" y="0"/>
                </a:lnTo>
                <a:lnTo>
                  <a:pt x="173831" y="0"/>
                </a:lnTo>
                <a:lnTo>
                  <a:pt x="146533" y="41068"/>
                </a:lnTo>
                <a:lnTo>
                  <a:pt x="124103" y="83407"/>
                </a:lnTo>
                <a:lnTo>
                  <a:pt x="106584" y="127015"/>
                </a:lnTo>
                <a:lnTo>
                  <a:pt x="94018" y="171894"/>
                </a:lnTo>
                <a:lnTo>
                  <a:pt x="86448" y="218043"/>
                </a:lnTo>
                <a:lnTo>
                  <a:pt x="83915" y="265461"/>
                </a:lnTo>
                <a:lnTo>
                  <a:pt x="86455" y="313501"/>
                </a:lnTo>
                <a:lnTo>
                  <a:pt x="94075" y="359963"/>
                </a:lnTo>
                <a:lnTo>
                  <a:pt x="106775" y="404812"/>
                </a:lnTo>
                <a:lnTo>
                  <a:pt x="124555" y="448010"/>
                </a:lnTo>
                <a:lnTo>
                  <a:pt x="147415" y="489519"/>
                </a:lnTo>
                <a:lnTo>
                  <a:pt x="175355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472142" y="723042"/>
            <a:ext cx="186055" cy="442595"/>
          </a:xfrm>
          <a:custGeom>
            <a:avLst/>
            <a:gdLst/>
            <a:ahLst/>
            <a:cxnLst/>
            <a:rect l="l" t="t" r="r" b="b"/>
            <a:pathLst>
              <a:path w="186054" h="442594">
                <a:moveTo>
                  <a:pt x="186023" y="442341"/>
                </a:moveTo>
                <a:lnTo>
                  <a:pt x="91439" y="442341"/>
                </a:lnTo>
                <a:lnTo>
                  <a:pt x="91439" y="108299"/>
                </a:lnTo>
                <a:lnTo>
                  <a:pt x="86867" y="112871"/>
                </a:lnTo>
                <a:lnTo>
                  <a:pt x="80771" y="117443"/>
                </a:lnTo>
                <a:lnTo>
                  <a:pt x="73151" y="120491"/>
                </a:lnTo>
                <a:lnTo>
                  <a:pt x="67436" y="123682"/>
                </a:lnTo>
                <a:lnTo>
                  <a:pt x="56006" y="129492"/>
                </a:lnTo>
                <a:lnTo>
                  <a:pt x="50291" y="132683"/>
                </a:lnTo>
                <a:lnTo>
                  <a:pt x="38671" y="137064"/>
                </a:lnTo>
                <a:lnTo>
                  <a:pt x="32504" y="138898"/>
                </a:lnTo>
                <a:lnTo>
                  <a:pt x="25907" y="140303"/>
                </a:lnTo>
                <a:lnTo>
                  <a:pt x="19288" y="142303"/>
                </a:lnTo>
                <a:lnTo>
                  <a:pt x="12953" y="143732"/>
                </a:lnTo>
                <a:lnTo>
                  <a:pt x="6619" y="144589"/>
                </a:lnTo>
                <a:lnTo>
                  <a:pt x="0" y="144875"/>
                </a:lnTo>
                <a:lnTo>
                  <a:pt x="0" y="65627"/>
                </a:lnTo>
                <a:lnTo>
                  <a:pt x="18026" y="59611"/>
                </a:lnTo>
                <a:lnTo>
                  <a:pt x="35623" y="53006"/>
                </a:lnTo>
                <a:lnTo>
                  <a:pt x="85821" y="28932"/>
                </a:lnTo>
                <a:lnTo>
                  <a:pt x="129635" y="0"/>
                </a:lnTo>
                <a:lnTo>
                  <a:pt x="186023" y="0"/>
                </a:lnTo>
                <a:lnTo>
                  <a:pt x="186023" y="44234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767988" y="733710"/>
            <a:ext cx="175895" cy="529590"/>
          </a:xfrm>
          <a:custGeom>
            <a:avLst/>
            <a:gdLst/>
            <a:ahLst/>
            <a:cxnLst/>
            <a:rect l="l" t="t" r="r" b="b"/>
            <a:pathLst>
              <a:path w="175895" h="529590">
                <a:moveTo>
                  <a:pt x="77724" y="529304"/>
                </a:moveTo>
                <a:lnTo>
                  <a:pt x="0" y="529304"/>
                </a:lnTo>
                <a:lnTo>
                  <a:pt x="28052" y="489519"/>
                </a:lnTo>
                <a:lnTo>
                  <a:pt x="51195" y="448010"/>
                </a:lnTo>
                <a:lnTo>
                  <a:pt x="69342" y="404812"/>
                </a:lnTo>
                <a:lnTo>
                  <a:pt x="82408" y="359963"/>
                </a:lnTo>
                <a:lnTo>
                  <a:pt x="90311" y="313501"/>
                </a:lnTo>
                <a:lnTo>
                  <a:pt x="92964" y="265461"/>
                </a:lnTo>
                <a:lnTo>
                  <a:pt x="90311" y="218043"/>
                </a:lnTo>
                <a:lnTo>
                  <a:pt x="82408" y="171894"/>
                </a:lnTo>
                <a:lnTo>
                  <a:pt x="69342" y="127015"/>
                </a:lnTo>
                <a:lnTo>
                  <a:pt x="51195" y="83407"/>
                </a:lnTo>
                <a:lnTo>
                  <a:pt x="28052" y="41068"/>
                </a:lnTo>
                <a:lnTo>
                  <a:pt x="0" y="0"/>
                </a:lnTo>
                <a:lnTo>
                  <a:pt x="77724" y="0"/>
                </a:lnTo>
                <a:lnTo>
                  <a:pt x="107743" y="39269"/>
                </a:lnTo>
                <a:lnTo>
                  <a:pt x="132203" y="80697"/>
                </a:lnTo>
                <a:lnTo>
                  <a:pt x="151149" y="124158"/>
                </a:lnTo>
                <a:lnTo>
                  <a:pt x="164627" y="169523"/>
                </a:lnTo>
                <a:lnTo>
                  <a:pt x="172680" y="216667"/>
                </a:lnTo>
                <a:lnTo>
                  <a:pt x="175355" y="265461"/>
                </a:lnTo>
                <a:lnTo>
                  <a:pt x="172680" y="316047"/>
                </a:lnTo>
                <a:lnTo>
                  <a:pt x="164627" y="364049"/>
                </a:lnTo>
                <a:lnTo>
                  <a:pt x="151149" y="409420"/>
                </a:lnTo>
                <a:lnTo>
                  <a:pt x="132203" y="452116"/>
                </a:lnTo>
                <a:lnTo>
                  <a:pt x="107743" y="492092"/>
                </a:lnTo>
                <a:lnTo>
                  <a:pt x="77724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1995201"/>
            <a:ext cx="109823" cy="111347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1297590" y="1880806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435" y="0"/>
                </a:lnTo>
                <a:lnTo>
                  <a:pt x="117443" y="111347"/>
                </a:lnTo>
                <a:lnTo>
                  <a:pt x="122015" y="117443"/>
                </a:lnTo>
                <a:lnTo>
                  <a:pt x="125063" y="125063"/>
                </a:lnTo>
                <a:lnTo>
                  <a:pt x="129635" y="132683"/>
                </a:lnTo>
                <a:lnTo>
                  <a:pt x="167067" y="132683"/>
                </a:lnTo>
                <a:lnTo>
                  <a:pt x="152495" y="155543"/>
                </a:lnTo>
                <a:lnTo>
                  <a:pt x="167059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067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67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67059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598104" y="1881346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30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598104" y="188135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08" y="0"/>
                </a:moveTo>
                <a:lnTo>
                  <a:pt x="199732" y="0"/>
                </a:lnTo>
                <a:lnTo>
                  <a:pt x="199732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843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884807" y="1881314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80" y="313690"/>
                </a:lnTo>
                <a:lnTo>
                  <a:pt x="126580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151697" y="1880806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484"/>
                </a:lnTo>
                <a:lnTo>
                  <a:pt x="34861" y="67448"/>
                </a:lnTo>
                <a:lnTo>
                  <a:pt x="34946" y="76057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76" y="257746"/>
                </a:moveTo>
                <a:lnTo>
                  <a:pt x="160115" y="257746"/>
                </a:lnTo>
                <a:lnTo>
                  <a:pt x="164639" y="245125"/>
                </a:lnTo>
                <a:lnTo>
                  <a:pt x="168878" y="234505"/>
                </a:lnTo>
                <a:lnTo>
                  <a:pt x="172545" y="225599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5178" y="42672"/>
                </a:lnTo>
                <a:lnTo>
                  <a:pt x="282892" y="52363"/>
                </a:lnTo>
                <a:lnTo>
                  <a:pt x="280606" y="60769"/>
                </a:lnTo>
                <a:lnTo>
                  <a:pt x="278320" y="67746"/>
                </a:lnTo>
                <a:lnTo>
                  <a:pt x="276034" y="73152"/>
                </a:lnTo>
                <a:lnTo>
                  <a:pt x="194276" y="257746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676"/>
                </a:lnTo>
                <a:lnTo>
                  <a:pt x="41910" y="69246"/>
                </a:lnTo>
                <a:lnTo>
                  <a:pt x="39624" y="62103"/>
                </a:lnTo>
                <a:lnTo>
                  <a:pt x="37338" y="53244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94276" y="257746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44"/>
                </a:lnTo>
                <a:lnTo>
                  <a:pt x="284607" y="76057"/>
                </a:lnTo>
                <a:lnTo>
                  <a:pt x="285583" y="60141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554224" y="1880869"/>
            <a:ext cx="163830" cy="313690"/>
          </a:xfrm>
          <a:custGeom>
            <a:avLst/>
            <a:gdLst/>
            <a:ahLst/>
            <a:cxnLst/>
            <a:rect l="l" t="t" r="r" b="b"/>
            <a:pathLst>
              <a:path w="163830" h="313689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258" y="31369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851689" y="1836610"/>
            <a:ext cx="416559" cy="419734"/>
          </a:xfrm>
          <a:custGeom>
            <a:avLst/>
            <a:gdLst/>
            <a:ahLst/>
            <a:cxnLst/>
            <a:rect l="l" t="t" r="r" b="b"/>
            <a:pathLst>
              <a:path w="416560" h="419735">
                <a:moveTo>
                  <a:pt x="257651" y="405765"/>
                </a:moveTo>
                <a:lnTo>
                  <a:pt x="222599" y="405765"/>
                </a:lnTo>
                <a:lnTo>
                  <a:pt x="222599" y="39624"/>
                </a:lnTo>
                <a:lnTo>
                  <a:pt x="416337" y="39624"/>
                </a:lnTo>
                <a:lnTo>
                  <a:pt x="416337" y="71628"/>
                </a:lnTo>
                <a:lnTo>
                  <a:pt x="257651" y="71628"/>
                </a:lnTo>
                <a:lnTo>
                  <a:pt x="257651" y="330993"/>
                </a:lnTo>
                <a:lnTo>
                  <a:pt x="416337" y="330993"/>
                </a:lnTo>
                <a:lnTo>
                  <a:pt x="416337" y="362997"/>
                </a:lnTo>
                <a:lnTo>
                  <a:pt x="257651" y="362997"/>
                </a:lnTo>
                <a:lnTo>
                  <a:pt x="257651" y="405765"/>
                </a:lnTo>
                <a:close/>
              </a:path>
              <a:path w="416560" h="419735">
                <a:moveTo>
                  <a:pt x="416337" y="330993"/>
                </a:moveTo>
                <a:lnTo>
                  <a:pt x="381190" y="330993"/>
                </a:lnTo>
                <a:lnTo>
                  <a:pt x="381190" y="71628"/>
                </a:lnTo>
                <a:lnTo>
                  <a:pt x="416337" y="71628"/>
                </a:lnTo>
                <a:lnTo>
                  <a:pt x="416337" y="330993"/>
                </a:lnTo>
                <a:close/>
              </a:path>
              <a:path w="416560" h="419735">
                <a:moveTo>
                  <a:pt x="416337" y="405765"/>
                </a:moveTo>
                <a:lnTo>
                  <a:pt x="381190" y="405765"/>
                </a:lnTo>
                <a:lnTo>
                  <a:pt x="381190" y="362997"/>
                </a:lnTo>
                <a:lnTo>
                  <a:pt x="416337" y="362997"/>
                </a:lnTo>
                <a:lnTo>
                  <a:pt x="416337" y="405765"/>
                </a:lnTo>
                <a:close/>
              </a:path>
              <a:path w="416560" h="419735">
                <a:moveTo>
                  <a:pt x="16764" y="59436"/>
                </a:moveTo>
                <a:lnTo>
                  <a:pt x="14478" y="52316"/>
                </a:lnTo>
                <a:lnTo>
                  <a:pt x="12192" y="44767"/>
                </a:lnTo>
                <a:lnTo>
                  <a:pt x="9906" y="36933"/>
                </a:lnTo>
                <a:lnTo>
                  <a:pt x="7620" y="28956"/>
                </a:lnTo>
                <a:lnTo>
                  <a:pt x="52817" y="23574"/>
                </a:lnTo>
                <a:lnTo>
                  <a:pt x="97166" y="16764"/>
                </a:lnTo>
                <a:lnTo>
                  <a:pt x="140962" y="8810"/>
                </a:lnTo>
                <a:lnTo>
                  <a:pt x="184499" y="0"/>
                </a:lnTo>
                <a:lnTo>
                  <a:pt x="193643" y="30480"/>
                </a:lnTo>
                <a:lnTo>
                  <a:pt x="118872" y="44196"/>
                </a:lnTo>
                <a:lnTo>
                  <a:pt x="118872" y="50292"/>
                </a:lnTo>
                <a:lnTo>
                  <a:pt x="86868" y="50292"/>
                </a:lnTo>
                <a:lnTo>
                  <a:pt x="16764" y="59436"/>
                </a:lnTo>
                <a:close/>
              </a:path>
              <a:path w="416560" h="419735">
                <a:moveTo>
                  <a:pt x="118872" y="118967"/>
                </a:moveTo>
                <a:lnTo>
                  <a:pt x="86868" y="118967"/>
                </a:lnTo>
                <a:lnTo>
                  <a:pt x="86868" y="50292"/>
                </a:lnTo>
                <a:lnTo>
                  <a:pt x="118872" y="50292"/>
                </a:lnTo>
                <a:lnTo>
                  <a:pt x="118872" y="118967"/>
                </a:lnTo>
                <a:close/>
              </a:path>
              <a:path w="416560" h="419735">
                <a:moveTo>
                  <a:pt x="201263" y="149447"/>
                </a:moveTo>
                <a:lnTo>
                  <a:pt x="3048" y="149447"/>
                </a:lnTo>
                <a:lnTo>
                  <a:pt x="3048" y="118967"/>
                </a:lnTo>
                <a:lnTo>
                  <a:pt x="201263" y="118967"/>
                </a:lnTo>
                <a:lnTo>
                  <a:pt x="201263" y="149447"/>
                </a:lnTo>
                <a:close/>
              </a:path>
              <a:path w="416560" h="419735">
                <a:moveTo>
                  <a:pt x="16764" y="334041"/>
                </a:moveTo>
                <a:lnTo>
                  <a:pt x="13073" y="324873"/>
                </a:lnTo>
                <a:lnTo>
                  <a:pt x="8953" y="315563"/>
                </a:lnTo>
                <a:lnTo>
                  <a:pt x="4548" y="305966"/>
                </a:lnTo>
                <a:lnTo>
                  <a:pt x="0" y="295941"/>
                </a:lnTo>
                <a:lnTo>
                  <a:pt x="23741" y="261880"/>
                </a:lnTo>
                <a:lnTo>
                  <a:pt x="44767" y="226123"/>
                </a:lnTo>
                <a:lnTo>
                  <a:pt x="63222" y="188651"/>
                </a:lnTo>
                <a:lnTo>
                  <a:pt x="79248" y="149447"/>
                </a:lnTo>
                <a:lnTo>
                  <a:pt x="118872" y="149447"/>
                </a:lnTo>
                <a:lnTo>
                  <a:pt x="118872" y="205930"/>
                </a:lnTo>
                <a:lnTo>
                  <a:pt x="154601" y="205930"/>
                </a:lnTo>
                <a:lnTo>
                  <a:pt x="157894" y="208978"/>
                </a:lnTo>
                <a:lnTo>
                  <a:pt x="86868" y="208978"/>
                </a:lnTo>
                <a:lnTo>
                  <a:pt x="72270" y="241592"/>
                </a:lnTo>
                <a:lnTo>
                  <a:pt x="55816" y="273224"/>
                </a:lnTo>
                <a:lnTo>
                  <a:pt x="37361" y="303999"/>
                </a:lnTo>
                <a:lnTo>
                  <a:pt x="16764" y="334041"/>
                </a:lnTo>
                <a:close/>
              </a:path>
              <a:path w="416560" h="419735">
                <a:moveTo>
                  <a:pt x="154601" y="205930"/>
                </a:moveTo>
                <a:lnTo>
                  <a:pt x="118872" y="205930"/>
                </a:lnTo>
                <a:lnTo>
                  <a:pt x="135731" y="189166"/>
                </a:lnTo>
                <a:lnTo>
                  <a:pt x="152852" y="204311"/>
                </a:lnTo>
                <a:lnTo>
                  <a:pt x="154601" y="205930"/>
                </a:lnTo>
                <a:close/>
              </a:path>
              <a:path w="416560" h="419735">
                <a:moveTo>
                  <a:pt x="118872" y="419481"/>
                </a:moveTo>
                <a:lnTo>
                  <a:pt x="86868" y="419481"/>
                </a:lnTo>
                <a:lnTo>
                  <a:pt x="86868" y="208978"/>
                </a:lnTo>
                <a:lnTo>
                  <a:pt x="157894" y="208978"/>
                </a:lnTo>
                <a:lnTo>
                  <a:pt x="166126" y="216598"/>
                </a:lnTo>
                <a:lnTo>
                  <a:pt x="118872" y="216598"/>
                </a:lnTo>
                <a:lnTo>
                  <a:pt x="118872" y="419481"/>
                </a:lnTo>
                <a:close/>
              </a:path>
              <a:path w="416560" h="419735">
                <a:moveTo>
                  <a:pt x="178403" y="277558"/>
                </a:moveTo>
                <a:lnTo>
                  <a:pt x="164614" y="262675"/>
                </a:lnTo>
                <a:lnTo>
                  <a:pt x="150387" y="247650"/>
                </a:lnTo>
                <a:lnTo>
                  <a:pt x="135286" y="232338"/>
                </a:lnTo>
                <a:lnTo>
                  <a:pt x="118872" y="216598"/>
                </a:lnTo>
                <a:lnTo>
                  <a:pt x="166126" y="216598"/>
                </a:lnTo>
                <a:lnTo>
                  <a:pt x="169830" y="220027"/>
                </a:lnTo>
                <a:lnTo>
                  <a:pt x="186523" y="236315"/>
                </a:lnTo>
                <a:lnTo>
                  <a:pt x="202787" y="253174"/>
                </a:lnTo>
                <a:lnTo>
                  <a:pt x="178403" y="2775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458622" y="1881346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30">
                <a:moveTo>
                  <a:pt x="0" y="0"/>
                </a:moveTo>
                <a:lnTo>
                  <a:pt x="38100" y="0"/>
                </a:lnTo>
                <a:lnTo>
                  <a:pt x="38100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458616" y="188135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745319" y="1881314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122" y="0"/>
                </a:moveTo>
                <a:lnTo>
                  <a:pt x="0" y="0"/>
                </a:lnTo>
                <a:lnTo>
                  <a:pt x="0" y="33020"/>
                </a:lnTo>
                <a:lnTo>
                  <a:pt x="90017" y="33020"/>
                </a:lnTo>
                <a:lnTo>
                  <a:pt x="90017" y="313690"/>
                </a:lnTo>
                <a:lnTo>
                  <a:pt x="128117" y="313690"/>
                </a:lnTo>
                <a:lnTo>
                  <a:pt x="128117" y="33020"/>
                </a:lnTo>
                <a:lnTo>
                  <a:pt x="218122" y="33020"/>
                </a:lnTo>
                <a:lnTo>
                  <a:pt x="21812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012215" y="1880806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777" y="42767"/>
                </a:lnTo>
                <a:lnTo>
                  <a:pt x="35052" y="42767"/>
                </a:lnTo>
                <a:lnTo>
                  <a:pt x="35290" y="53578"/>
                </a:lnTo>
                <a:lnTo>
                  <a:pt x="35870" y="69342"/>
                </a:lnTo>
                <a:lnTo>
                  <a:pt x="36337" y="84343"/>
                </a:lnTo>
                <a:lnTo>
                  <a:pt x="36576" y="103727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4600" y="257841"/>
                </a:moveTo>
                <a:lnTo>
                  <a:pt x="161639" y="257841"/>
                </a:lnTo>
                <a:lnTo>
                  <a:pt x="165949" y="245166"/>
                </a:lnTo>
                <a:lnTo>
                  <a:pt x="169830" y="234517"/>
                </a:lnTo>
                <a:lnTo>
                  <a:pt x="173426" y="225601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6702" y="42767"/>
                </a:lnTo>
                <a:lnTo>
                  <a:pt x="284416" y="52458"/>
                </a:lnTo>
                <a:lnTo>
                  <a:pt x="282130" y="60864"/>
                </a:lnTo>
                <a:lnTo>
                  <a:pt x="279844" y="67841"/>
                </a:lnTo>
                <a:lnTo>
                  <a:pt x="277558" y="73247"/>
                </a:lnTo>
                <a:lnTo>
                  <a:pt x="194600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4771"/>
                </a:lnTo>
                <a:lnTo>
                  <a:pt x="41910" y="69342"/>
                </a:lnTo>
                <a:lnTo>
                  <a:pt x="39624" y="62198"/>
                </a:lnTo>
                <a:lnTo>
                  <a:pt x="37338" y="53340"/>
                </a:lnTo>
                <a:lnTo>
                  <a:pt x="35052" y="42767"/>
                </a:lnTo>
                <a:lnTo>
                  <a:pt x="67777" y="42767"/>
                </a:lnTo>
                <a:lnTo>
                  <a:pt x="146399" y="219646"/>
                </a:lnTo>
                <a:lnTo>
                  <a:pt x="150899" y="231400"/>
                </a:lnTo>
                <a:lnTo>
                  <a:pt x="154971" y="241601"/>
                </a:lnTo>
                <a:lnTo>
                  <a:pt x="158186" y="250373"/>
                </a:lnTo>
                <a:lnTo>
                  <a:pt x="160115" y="257841"/>
                </a:lnTo>
                <a:lnTo>
                  <a:pt x="194600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58"/>
                </a:lnTo>
                <a:lnTo>
                  <a:pt x="284607" y="76104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4416361" y="1880869"/>
            <a:ext cx="161925" cy="313690"/>
          </a:xfrm>
          <a:custGeom>
            <a:avLst/>
            <a:gdLst/>
            <a:ahLst/>
            <a:cxnLst/>
            <a:rect l="l" t="t" r="r" b="b"/>
            <a:pathLst>
              <a:path w="161925" h="313689">
                <a:moveTo>
                  <a:pt x="161632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1632" y="313690"/>
                </a:lnTo>
                <a:lnTo>
                  <a:pt x="161632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4623720" y="1880806"/>
            <a:ext cx="175895" cy="320675"/>
          </a:xfrm>
          <a:custGeom>
            <a:avLst/>
            <a:gdLst/>
            <a:ahLst/>
            <a:cxnLst/>
            <a:rect l="l" t="t" r="r" b="b"/>
            <a:pathLst>
              <a:path w="175895" h="320675">
                <a:moveTo>
                  <a:pt x="64103" y="320325"/>
                </a:moveTo>
                <a:lnTo>
                  <a:pt x="43800" y="319468"/>
                </a:lnTo>
                <a:lnTo>
                  <a:pt x="26336" y="316896"/>
                </a:lnTo>
                <a:lnTo>
                  <a:pt x="11730" y="312610"/>
                </a:lnTo>
                <a:lnTo>
                  <a:pt x="0" y="306609"/>
                </a:lnTo>
                <a:lnTo>
                  <a:pt x="0" y="268509"/>
                </a:lnTo>
                <a:lnTo>
                  <a:pt x="16080" y="277629"/>
                </a:lnTo>
                <a:lnTo>
                  <a:pt x="32277" y="284321"/>
                </a:lnTo>
                <a:lnTo>
                  <a:pt x="48742" y="288440"/>
                </a:lnTo>
                <a:lnTo>
                  <a:pt x="65627" y="289845"/>
                </a:lnTo>
                <a:lnTo>
                  <a:pt x="73604" y="289536"/>
                </a:lnTo>
                <a:lnTo>
                  <a:pt x="114109" y="274320"/>
                </a:lnTo>
                <a:lnTo>
                  <a:pt x="136207" y="242427"/>
                </a:lnTo>
                <a:lnTo>
                  <a:pt x="138779" y="221170"/>
                </a:lnTo>
                <a:lnTo>
                  <a:pt x="137612" y="206263"/>
                </a:lnTo>
                <a:lnTo>
                  <a:pt x="118967" y="172402"/>
                </a:lnTo>
                <a:lnTo>
                  <a:pt x="77176" y="156757"/>
                </a:lnTo>
                <a:lnTo>
                  <a:pt x="58007" y="155638"/>
                </a:lnTo>
                <a:lnTo>
                  <a:pt x="26003" y="155638"/>
                </a:lnTo>
                <a:lnTo>
                  <a:pt x="21431" y="157162"/>
                </a:lnTo>
                <a:lnTo>
                  <a:pt x="9143" y="157162"/>
                </a:lnTo>
                <a:lnTo>
                  <a:pt x="4571" y="158686"/>
                </a:lnTo>
                <a:lnTo>
                  <a:pt x="15239" y="0"/>
                </a:lnTo>
                <a:lnTo>
                  <a:pt x="161734" y="0"/>
                </a:lnTo>
                <a:lnTo>
                  <a:pt x="161734" y="33528"/>
                </a:lnTo>
                <a:lnTo>
                  <a:pt x="47339" y="33528"/>
                </a:lnTo>
                <a:lnTo>
                  <a:pt x="41243" y="125063"/>
                </a:lnTo>
                <a:lnTo>
                  <a:pt x="54959" y="125063"/>
                </a:lnTo>
                <a:lnTo>
                  <a:pt x="61055" y="123539"/>
                </a:lnTo>
                <a:lnTo>
                  <a:pt x="70199" y="123539"/>
                </a:lnTo>
                <a:lnTo>
                  <a:pt x="124134" y="134245"/>
                </a:lnTo>
                <a:lnTo>
                  <a:pt x="159781" y="162877"/>
                </a:lnTo>
                <a:lnTo>
                  <a:pt x="175140" y="207859"/>
                </a:lnTo>
                <a:lnTo>
                  <a:pt x="175450" y="218122"/>
                </a:lnTo>
                <a:lnTo>
                  <a:pt x="174902" y="229305"/>
                </a:lnTo>
                <a:lnTo>
                  <a:pt x="163815" y="269748"/>
                </a:lnTo>
                <a:lnTo>
                  <a:pt x="137469" y="298561"/>
                </a:lnTo>
                <a:lnTo>
                  <a:pt x="99250" y="315825"/>
                </a:lnTo>
                <a:lnTo>
                  <a:pt x="76390" y="319778"/>
                </a:lnTo>
                <a:lnTo>
                  <a:pt x="64103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4957750" y="1819846"/>
            <a:ext cx="3111500" cy="434975"/>
          </a:xfrm>
          <a:custGeom>
            <a:avLst/>
            <a:gdLst/>
            <a:ahLst/>
            <a:cxnLst/>
            <a:rect l="l" t="t" r="r" b="b"/>
            <a:pathLst>
              <a:path w="3111500" h="434975">
                <a:moveTo>
                  <a:pt x="428536" y="387388"/>
                </a:moveTo>
                <a:lnTo>
                  <a:pt x="369658" y="370547"/>
                </a:lnTo>
                <a:lnTo>
                  <a:pt x="319100" y="352145"/>
                </a:lnTo>
                <a:lnTo>
                  <a:pt x="277139" y="332308"/>
                </a:lnTo>
                <a:lnTo>
                  <a:pt x="244043" y="311188"/>
                </a:lnTo>
                <a:lnTo>
                  <a:pt x="264617" y="288239"/>
                </a:lnTo>
                <a:lnTo>
                  <a:pt x="272935" y="278955"/>
                </a:lnTo>
                <a:lnTo>
                  <a:pt x="297434" y="242785"/>
                </a:lnTo>
                <a:lnTo>
                  <a:pt x="317550" y="202730"/>
                </a:lnTo>
                <a:lnTo>
                  <a:pt x="333286" y="158902"/>
                </a:lnTo>
                <a:lnTo>
                  <a:pt x="344627" y="111353"/>
                </a:lnTo>
                <a:lnTo>
                  <a:pt x="425488" y="111353"/>
                </a:lnTo>
                <a:lnTo>
                  <a:pt x="425488" y="77724"/>
                </a:lnTo>
                <a:lnTo>
                  <a:pt x="306527" y="77724"/>
                </a:lnTo>
                <a:lnTo>
                  <a:pt x="306527" y="111353"/>
                </a:lnTo>
                <a:lnTo>
                  <a:pt x="293966" y="164490"/>
                </a:lnTo>
                <a:lnTo>
                  <a:pt x="274701" y="211797"/>
                </a:lnTo>
                <a:lnTo>
                  <a:pt x="248831" y="253098"/>
                </a:lnTo>
                <a:lnTo>
                  <a:pt x="216509" y="288239"/>
                </a:lnTo>
                <a:lnTo>
                  <a:pt x="182460" y="251383"/>
                </a:lnTo>
                <a:lnTo>
                  <a:pt x="155549" y="209511"/>
                </a:lnTo>
                <a:lnTo>
                  <a:pt x="135496" y="162775"/>
                </a:lnTo>
                <a:lnTo>
                  <a:pt x="122021" y="111353"/>
                </a:lnTo>
                <a:lnTo>
                  <a:pt x="306527" y="111353"/>
                </a:lnTo>
                <a:lnTo>
                  <a:pt x="306527" y="77724"/>
                </a:lnTo>
                <a:lnTo>
                  <a:pt x="219557" y="77724"/>
                </a:lnTo>
                <a:lnTo>
                  <a:pt x="250139" y="62484"/>
                </a:lnTo>
                <a:lnTo>
                  <a:pt x="239217" y="42468"/>
                </a:lnTo>
                <a:lnTo>
                  <a:pt x="229476" y="25717"/>
                </a:lnTo>
                <a:lnTo>
                  <a:pt x="220891" y="12128"/>
                </a:lnTo>
                <a:lnTo>
                  <a:pt x="213461" y="1524"/>
                </a:lnTo>
                <a:lnTo>
                  <a:pt x="179933" y="16764"/>
                </a:lnTo>
                <a:lnTo>
                  <a:pt x="187121" y="28219"/>
                </a:lnTo>
                <a:lnTo>
                  <a:pt x="195173" y="42100"/>
                </a:lnTo>
                <a:lnTo>
                  <a:pt x="204368" y="58559"/>
                </a:lnTo>
                <a:lnTo>
                  <a:pt x="214985" y="77724"/>
                </a:lnTo>
                <a:lnTo>
                  <a:pt x="4584" y="77724"/>
                </a:lnTo>
                <a:lnTo>
                  <a:pt x="4584" y="111353"/>
                </a:lnTo>
                <a:lnTo>
                  <a:pt x="86880" y="111353"/>
                </a:lnTo>
                <a:lnTo>
                  <a:pt x="98234" y="155968"/>
                </a:lnTo>
                <a:lnTo>
                  <a:pt x="114071" y="198348"/>
                </a:lnTo>
                <a:lnTo>
                  <a:pt x="134442" y="238391"/>
                </a:lnTo>
                <a:lnTo>
                  <a:pt x="159423" y="276034"/>
                </a:lnTo>
                <a:lnTo>
                  <a:pt x="189077" y="311188"/>
                </a:lnTo>
                <a:lnTo>
                  <a:pt x="153314" y="334352"/>
                </a:lnTo>
                <a:lnTo>
                  <a:pt x="109969" y="355955"/>
                </a:lnTo>
                <a:lnTo>
                  <a:pt x="58915" y="376123"/>
                </a:lnTo>
                <a:lnTo>
                  <a:pt x="0" y="395008"/>
                </a:lnTo>
                <a:lnTo>
                  <a:pt x="7480" y="404825"/>
                </a:lnTo>
                <a:lnTo>
                  <a:pt x="14109" y="413766"/>
                </a:lnTo>
                <a:lnTo>
                  <a:pt x="20154" y="422109"/>
                </a:lnTo>
                <a:lnTo>
                  <a:pt x="25920" y="430161"/>
                </a:lnTo>
                <a:lnTo>
                  <a:pt x="86791" y="406361"/>
                </a:lnTo>
                <a:lnTo>
                  <a:pt x="138772" y="383019"/>
                </a:lnTo>
                <a:lnTo>
                  <a:pt x="181597" y="359981"/>
                </a:lnTo>
                <a:lnTo>
                  <a:pt x="214985" y="337096"/>
                </a:lnTo>
                <a:lnTo>
                  <a:pt x="248754" y="359905"/>
                </a:lnTo>
                <a:lnTo>
                  <a:pt x="290525" y="382447"/>
                </a:lnTo>
                <a:lnTo>
                  <a:pt x="340283" y="404431"/>
                </a:lnTo>
                <a:lnTo>
                  <a:pt x="398056" y="425589"/>
                </a:lnTo>
                <a:lnTo>
                  <a:pt x="404101" y="417906"/>
                </a:lnTo>
                <a:lnTo>
                  <a:pt x="411010" y="408774"/>
                </a:lnTo>
                <a:lnTo>
                  <a:pt x="419061" y="398500"/>
                </a:lnTo>
                <a:lnTo>
                  <a:pt x="428536" y="387388"/>
                </a:lnTo>
                <a:close/>
              </a:path>
              <a:path w="3111500" h="434975">
                <a:moveTo>
                  <a:pt x="622185" y="242506"/>
                </a:moveTo>
                <a:lnTo>
                  <a:pt x="593788" y="212217"/>
                </a:lnTo>
                <a:lnTo>
                  <a:pt x="572287" y="190601"/>
                </a:lnTo>
                <a:lnTo>
                  <a:pt x="559689" y="178409"/>
                </a:lnTo>
                <a:lnTo>
                  <a:pt x="545973" y="190601"/>
                </a:lnTo>
                <a:lnTo>
                  <a:pt x="545973" y="125069"/>
                </a:lnTo>
                <a:lnTo>
                  <a:pt x="606945" y="125069"/>
                </a:lnTo>
                <a:lnTo>
                  <a:pt x="606945" y="96012"/>
                </a:lnTo>
                <a:lnTo>
                  <a:pt x="545973" y="96012"/>
                </a:lnTo>
                <a:lnTo>
                  <a:pt x="545973" y="7620"/>
                </a:lnTo>
                <a:lnTo>
                  <a:pt x="512356" y="7620"/>
                </a:lnTo>
                <a:lnTo>
                  <a:pt x="512356" y="96012"/>
                </a:lnTo>
                <a:lnTo>
                  <a:pt x="446824" y="96012"/>
                </a:lnTo>
                <a:lnTo>
                  <a:pt x="446824" y="125069"/>
                </a:lnTo>
                <a:lnTo>
                  <a:pt x="512356" y="125069"/>
                </a:lnTo>
                <a:lnTo>
                  <a:pt x="498614" y="169354"/>
                </a:lnTo>
                <a:lnTo>
                  <a:pt x="482447" y="210654"/>
                </a:lnTo>
                <a:lnTo>
                  <a:pt x="463702" y="248805"/>
                </a:lnTo>
                <a:lnTo>
                  <a:pt x="442252" y="283654"/>
                </a:lnTo>
                <a:lnTo>
                  <a:pt x="445922" y="293700"/>
                </a:lnTo>
                <a:lnTo>
                  <a:pt x="449872" y="303326"/>
                </a:lnTo>
                <a:lnTo>
                  <a:pt x="453821" y="312674"/>
                </a:lnTo>
                <a:lnTo>
                  <a:pt x="457492" y="321856"/>
                </a:lnTo>
                <a:lnTo>
                  <a:pt x="472922" y="297510"/>
                </a:lnTo>
                <a:lnTo>
                  <a:pt x="487210" y="270332"/>
                </a:lnTo>
                <a:lnTo>
                  <a:pt x="500354" y="240322"/>
                </a:lnTo>
                <a:lnTo>
                  <a:pt x="512356" y="207454"/>
                </a:lnTo>
                <a:lnTo>
                  <a:pt x="512356" y="431685"/>
                </a:lnTo>
                <a:lnTo>
                  <a:pt x="545973" y="431685"/>
                </a:lnTo>
                <a:lnTo>
                  <a:pt x="545973" y="207454"/>
                </a:lnTo>
                <a:lnTo>
                  <a:pt x="559409" y="222313"/>
                </a:lnTo>
                <a:lnTo>
                  <a:pt x="572262" y="237172"/>
                </a:lnTo>
                <a:lnTo>
                  <a:pt x="584555" y="252031"/>
                </a:lnTo>
                <a:lnTo>
                  <a:pt x="596277" y="266890"/>
                </a:lnTo>
                <a:lnTo>
                  <a:pt x="622185" y="242506"/>
                </a:lnTo>
                <a:close/>
              </a:path>
              <a:path w="3111500" h="434975">
                <a:moveTo>
                  <a:pt x="689330" y="122021"/>
                </a:moveTo>
                <a:lnTo>
                  <a:pt x="674166" y="98221"/>
                </a:lnTo>
                <a:lnTo>
                  <a:pt x="658418" y="74879"/>
                </a:lnTo>
                <a:lnTo>
                  <a:pt x="642099" y="51841"/>
                </a:lnTo>
                <a:lnTo>
                  <a:pt x="625233" y="28956"/>
                </a:lnTo>
                <a:lnTo>
                  <a:pt x="599325" y="45720"/>
                </a:lnTo>
                <a:lnTo>
                  <a:pt x="631774" y="98158"/>
                </a:lnTo>
                <a:lnTo>
                  <a:pt x="658850" y="141833"/>
                </a:lnTo>
                <a:lnTo>
                  <a:pt x="689330" y="122021"/>
                </a:lnTo>
                <a:close/>
              </a:path>
              <a:path w="3111500" h="434975">
                <a:moveTo>
                  <a:pt x="864692" y="166217"/>
                </a:moveTo>
                <a:lnTo>
                  <a:pt x="751814" y="166217"/>
                </a:lnTo>
                <a:lnTo>
                  <a:pt x="751814" y="7620"/>
                </a:lnTo>
                <a:lnTo>
                  <a:pt x="719810" y="7620"/>
                </a:lnTo>
                <a:lnTo>
                  <a:pt x="719810" y="166217"/>
                </a:lnTo>
                <a:lnTo>
                  <a:pt x="606945" y="166217"/>
                </a:lnTo>
                <a:lnTo>
                  <a:pt x="606945" y="196697"/>
                </a:lnTo>
                <a:lnTo>
                  <a:pt x="831164" y="196697"/>
                </a:lnTo>
                <a:lnTo>
                  <a:pt x="831164" y="269938"/>
                </a:lnTo>
                <a:lnTo>
                  <a:pt x="614565" y="269938"/>
                </a:lnTo>
                <a:lnTo>
                  <a:pt x="614565" y="300418"/>
                </a:lnTo>
                <a:lnTo>
                  <a:pt x="831164" y="300418"/>
                </a:lnTo>
                <a:lnTo>
                  <a:pt x="831164" y="378244"/>
                </a:lnTo>
                <a:lnTo>
                  <a:pt x="596277" y="378244"/>
                </a:lnTo>
                <a:lnTo>
                  <a:pt x="596277" y="408825"/>
                </a:lnTo>
                <a:lnTo>
                  <a:pt x="831164" y="408825"/>
                </a:lnTo>
                <a:lnTo>
                  <a:pt x="831164" y="433209"/>
                </a:lnTo>
                <a:lnTo>
                  <a:pt x="864692" y="433209"/>
                </a:lnTo>
                <a:lnTo>
                  <a:pt x="864692" y="166217"/>
                </a:lnTo>
                <a:close/>
              </a:path>
              <a:path w="3111500" h="434975">
                <a:moveTo>
                  <a:pt x="878408" y="47244"/>
                </a:moveTo>
                <a:lnTo>
                  <a:pt x="846404" y="28956"/>
                </a:lnTo>
                <a:lnTo>
                  <a:pt x="831532" y="54444"/>
                </a:lnTo>
                <a:lnTo>
                  <a:pt x="816673" y="78498"/>
                </a:lnTo>
                <a:lnTo>
                  <a:pt x="801776" y="101434"/>
                </a:lnTo>
                <a:lnTo>
                  <a:pt x="786866" y="123545"/>
                </a:lnTo>
                <a:lnTo>
                  <a:pt x="814400" y="143357"/>
                </a:lnTo>
                <a:lnTo>
                  <a:pt x="829538" y="121272"/>
                </a:lnTo>
                <a:lnTo>
                  <a:pt x="845210" y="98221"/>
                </a:lnTo>
                <a:lnTo>
                  <a:pt x="861542" y="73621"/>
                </a:lnTo>
                <a:lnTo>
                  <a:pt x="878408" y="47244"/>
                </a:lnTo>
                <a:close/>
              </a:path>
              <a:path w="3111500" h="434975">
                <a:moveTo>
                  <a:pt x="1082814" y="74676"/>
                </a:moveTo>
                <a:lnTo>
                  <a:pt x="1047661" y="74676"/>
                </a:lnTo>
                <a:lnTo>
                  <a:pt x="1047661" y="108305"/>
                </a:lnTo>
                <a:lnTo>
                  <a:pt x="1047661" y="215087"/>
                </a:lnTo>
                <a:lnTo>
                  <a:pt x="1047661" y="245567"/>
                </a:lnTo>
                <a:lnTo>
                  <a:pt x="1047661" y="356908"/>
                </a:lnTo>
                <a:lnTo>
                  <a:pt x="948601" y="356908"/>
                </a:lnTo>
                <a:lnTo>
                  <a:pt x="948601" y="245567"/>
                </a:lnTo>
                <a:lnTo>
                  <a:pt x="1047661" y="245567"/>
                </a:lnTo>
                <a:lnTo>
                  <a:pt x="1047661" y="215087"/>
                </a:lnTo>
                <a:lnTo>
                  <a:pt x="948601" y="215087"/>
                </a:lnTo>
                <a:lnTo>
                  <a:pt x="948601" y="108305"/>
                </a:lnTo>
                <a:lnTo>
                  <a:pt x="1047661" y="108305"/>
                </a:lnTo>
                <a:lnTo>
                  <a:pt x="1047661" y="74676"/>
                </a:lnTo>
                <a:lnTo>
                  <a:pt x="994321" y="74676"/>
                </a:lnTo>
                <a:lnTo>
                  <a:pt x="1001179" y="60439"/>
                </a:lnTo>
                <a:lnTo>
                  <a:pt x="1008037" y="45339"/>
                </a:lnTo>
                <a:lnTo>
                  <a:pt x="1014895" y="29679"/>
                </a:lnTo>
                <a:lnTo>
                  <a:pt x="1021753" y="13716"/>
                </a:lnTo>
                <a:lnTo>
                  <a:pt x="985177" y="3048"/>
                </a:lnTo>
                <a:lnTo>
                  <a:pt x="979182" y="19608"/>
                </a:lnTo>
                <a:lnTo>
                  <a:pt x="972604" y="37147"/>
                </a:lnTo>
                <a:lnTo>
                  <a:pt x="965466" y="55562"/>
                </a:lnTo>
                <a:lnTo>
                  <a:pt x="957745" y="74676"/>
                </a:lnTo>
                <a:lnTo>
                  <a:pt x="913447" y="74676"/>
                </a:lnTo>
                <a:lnTo>
                  <a:pt x="913447" y="427113"/>
                </a:lnTo>
                <a:lnTo>
                  <a:pt x="948601" y="427113"/>
                </a:lnTo>
                <a:lnTo>
                  <a:pt x="948601" y="390436"/>
                </a:lnTo>
                <a:lnTo>
                  <a:pt x="1047661" y="390436"/>
                </a:lnTo>
                <a:lnTo>
                  <a:pt x="1047661" y="424065"/>
                </a:lnTo>
                <a:lnTo>
                  <a:pt x="1082814" y="424065"/>
                </a:lnTo>
                <a:lnTo>
                  <a:pt x="1082814" y="390436"/>
                </a:lnTo>
                <a:lnTo>
                  <a:pt x="1082814" y="356908"/>
                </a:lnTo>
                <a:lnTo>
                  <a:pt x="1082814" y="245567"/>
                </a:lnTo>
                <a:lnTo>
                  <a:pt x="1082814" y="215087"/>
                </a:lnTo>
                <a:lnTo>
                  <a:pt x="1082814" y="108305"/>
                </a:lnTo>
                <a:lnTo>
                  <a:pt x="1082814" y="74676"/>
                </a:lnTo>
                <a:close/>
              </a:path>
              <a:path w="3111500" h="434975">
                <a:moveTo>
                  <a:pt x="1232255" y="274523"/>
                </a:moveTo>
                <a:lnTo>
                  <a:pt x="1216240" y="252818"/>
                </a:lnTo>
                <a:lnTo>
                  <a:pt x="1197914" y="228981"/>
                </a:lnTo>
                <a:lnTo>
                  <a:pt x="1177315" y="203111"/>
                </a:lnTo>
                <a:lnTo>
                  <a:pt x="1154442" y="175361"/>
                </a:lnTo>
                <a:lnTo>
                  <a:pt x="1128534" y="195173"/>
                </a:lnTo>
                <a:lnTo>
                  <a:pt x="1147648" y="220611"/>
                </a:lnTo>
                <a:lnTo>
                  <a:pt x="1166063" y="246316"/>
                </a:lnTo>
                <a:lnTo>
                  <a:pt x="1183601" y="271995"/>
                </a:lnTo>
                <a:lnTo>
                  <a:pt x="1200162" y="297383"/>
                </a:lnTo>
                <a:lnTo>
                  <a:pt x="1232255" y="274523"/>
                </a:lnTo>
                <a:close/>
              </a:path>
              <a:path w="3111500" h="434975">
                <a:moveTo>
                  <a:pt x="1314551" y="73152"/>
                </a:moveTo>
                <a:lnTo>
                  <a:pt x="1172730" y="73152"/>
                </a:lnTo>
                <a:lnTo>
                  <a:pt x="1178445" y="58915"/>
                </a:lnTo>
                <a:lnTo>
                  <a:pt x="1184160" y="43815"/>
                </a:lnTo>
                <a:lnTo>
                  <a:pt x="1189875" y="28155"/>
                </a:lnTo>
                <a:lnTo>
                  <a:pt x="1195590" y="12192"/>
                </a:lnTo>
                <a:lnTo>
                  <a:pt x="1159014" y="3048"/>
                </a:lnTo>
                <a:lnTo>
                  <a:pt x="1143558" y="49314"/>
                </a:lnTo>
                <a:lnTo>
                  <a:pt x="1126820" y="91871"/>
                </a:lnTo>
                <a:lnTo>
                  <a:pt x="1108646" y="130441"/>
                </a:lnTo>
                <a:lnTo>
                  <a:pt x="1088910" y="164693"/>
                </a:lnTo>
                <a:lnTo>
                  <a:pt x="1105865" y="173075"/>
                </a:lnTo>
                <a:lnTo>
                  <a:pt x="1113116" y="177126"/>
                </a:lnTo>
                <a:lnTo>
                  <a:pt x="1119390" y="181457"/>
                </a:lnTo>
                <a:lnTo>
                  <a:pt x="1129614" y="164693"/>
                </a:lnTo>
                <a:lnTo>
                  <a:pt x="1139774" y="146405"/>
                </a:lnTo>
                <a:lnTo>
                  <a:pt x="1149604" y="127025"/>
                </a:lnTo>
                <a:lnTo>
                  <a:pt x="1159014" y="106781"/>
                </a:lnTo>
                <a:lnTo>
                  <a:pt x="1276451" y="106781"/>
                </a:lnTo>
                <a:lnTo>
                  <a:pt x="1275308" y="175361"/>
                </a:lnTo>
                <a:lnTo>
                  <a:pt x="1274013" y="228981"/>
                </a:lnTo>
                <a:lnTo>
                  <a:pt x="1272387" y="278650"/>
                </a:lnTo>
                <a:lnTo>
                  <a:pt x="1270647" y="318376"/>
                </a:lnTo>
                <a:lnTo>
                  <a:pt x="1265377" y="367296"/>
                </a:lnTo>
                <a:lnTo>
                  <a:pt x="1226159" y="390436"/>
                </a:lnTo>
                <a:lnTo>
                  <a:pt x="1207503" y="390131"/>
                </a:lnTo>
                <a:lnTo>
                  <a:pt x="1188161" y="389102"/>
                </a:lnTo>
                <a:lnTo>
                  <a:pt x="1167980" y="387223"/>
                </a:lnTo>
                <a:lnTo>
                  <a:pt x="1146822" y="384340"/>
                </a:lnTo>
                <a:lnTo>
                  <a:pt x="1145298" y="384340"/>
                </a:lnTo>
                <a:lnTo>
                  <a:pt x="1147318" y="393547"/>
                </a:lnTo>
                <a:lnTo>
                  <a:pt x="1148918" y="403059"/>
                </a:lnTo>
                <a:lnTo>
                  <a:pt x="1150226" y="413143"/>
                </a:lnTo>
                <a:lnTo>
                  <a:pt x="1151394" y="424065"/>
                </a:lnTo>
                <a:lnTo>
                  <a:pt x="1171943" y="424942"/>
                </a:lnTo>
                <a:lnTo>
                  <a:pt x="1192352" y="425399"/>
                </a:lnTo>
                <a:lnTo>
                  <a:pt x="1232255" y="425589"/>
                </a:lnTo>
                <a:lnTo>
                  <a:pt x="1263408" y="421284"/>
                </a:lnTo>
                <a:lnTo>
                  <a:pt x="1285976" y="408393"/>
                </a:lnTo>
                <a:lnTo>
                  <a:pt x="1297686" y="390436"/>
                </a:lnTo>
                <a:lnTo>
                  <a:pt x="1299984" y="386930"/>
                </a:lnTo>
                <a:lnTo>
                  <a:pt x="1306296" y="333146"/>
                </a:lnTo>
                <a:lnTo>
                  <a:pt x="1308277" y="274523"/>
                </a:lnTo>
                <a:lnTo>
                  <a:pt x="1310487" y="205397"/>
                </a:lnTo>
                <a:lnTo>
                  <a:pt x="1313522" y="106781"/>
                </a:lnTo>
                <a:lnTo>
                  <a:pt x="1314551" y="73152"/>
                </a:lnTo>
                <a:close/>
              </a:path>
              <a:path w="3111500" h="434975">
                <a:moveTo>
                  <a:pt x="1781276" y="326428"/>
                </a:moveTo>
                <a:lnTo>
                  <a:pt x="1741817" y="309664"/>
                </a:lnTo>
                <a:lnTo>
                  <a:pt x="1686458" y="275767"/>
                </a:lnTo>
                <a:lnTo>
                  <a:pt x="1679067" y="269265"/>
                </a:lnTo>
                <a:lnTo>
                  <a:pt x="1679067" y="309664"/>
                </a:lnTo>
                <a:lnTo>
                  <a:pt x="1578394" y="309664"/>
                </a:lnTo>
                <a:lnTo>
                  <a:pt x="1578394" y="266890"/>
                </a:lnTo>
                <a:lnTo>
                  <a:pt x="1546390" y="266890"/>
                </a:lnTo>
                <a:lnTo>
                  <a:pt x="1546390" y="309664"/>
                </a:lnTo>
                <a:lnTo>
                  <a:pt x="1444180" y="309664"/>
                </a:lnTo>
                <a:lnTo>
                  <a:pt x="1458785" y="296506"/>
                </a:lnTo>
                <a:lnTo>
                  <a:pt x="1472958" y="282524"/>
                </a:lnTo>
                <a:lnTo>
                  <a:pt x="1486877" y="267995"/>
                </a:lnTo>
                <a:lnTo>
                  <a:pt x="1500670" y="253174"/>
                </a:lnTo>
                <a:lnTo>
                  <a:pt x="1621066" y="253174"/>
                </a:lnTo>
                <a:lnTo>
                  <a:pt x="1634883" y="267995"/>
                </a:lnTo>
                <a:lnTo>
                  <a:pt x="1648968" y="282524"/>
                </a:lnTo>
                <a:lnTo>
                  <a:pt x="1663598" y="296506"/>
                </a:lnTo>
                <a:lnTo>
                  <a:pt x="1679067" y="309664"/>
                </a:lnTo>
                <a:lnTo>
                  <a:pt x="1679067" y="269265"/>
                </a:lnTo>
                <a:lnTo>
                  <a:pt x="1660779" y="253174"/>
                </a:lnTo>
                <a:lnTo>
                  <a:pt x="1775180" y="253174"/>
                </a:lnTo>
                <a:lnTo>
                  <a:pt x="1775180" y="224218"/>
                </a:lnTo>
                <a:lnTo>
                  <a:pt x="1689735" y="224218"/>
                </a:lnTo>
                <a:lnTo>
                  <a:pt x="1689735" y="193649"/>
                </a:lnTo>
                <a:lnTo>
                  <a:pt x="1689735" y="166217"/>
                </a:lnTo>
                <a:lnTo>
                  <a:pt x="1689735" y="135737"/>
                </a:lnTo>
                <a:lnTo>
                  <a:pt x="1689735" y="108305"/>
                </a:lnTo>
                <a:lnTo>
                  <a:pt x="1689735" y="77724"/>
                </a:lnTo>
                <a:lnTo>
                  <a:pt x="1762887" y="77724"/>
                </a:lnTo>
                <a:lnTo>
                  <a:pt x="1762887" y="48768"/>
                </a:lnTo>
                <a:lnTo>
                  <a:pt x="1689735" y="48768"/>
                </a:lnTo>
                <a:lnTo>
                  <a:pt x="1689735" y="1524"/>
                </a:lnTo>
                <a:lnTo>
                  <a:pt x="1656207" y="1524"/>
                </a:lnTo>
                <a:lnTo>
                  <a:pt x="1656207" y="48768"/>
                </a:lnTo>
                <a:lnTo>
                  <a:pt x="1656207" y="77724"/>
                </a:lnTo>
                <a:lnTo>
                  <a:pt x="1656207" y="224218"/>
                </a:lnTo>
                <a:lnTo>
                  <a:pt x="1468564" y="224218"/>
                </a:lnTo>
                <a:lnTo>
                  <a:pt x="1468564" y="193649"/>
                </a:lnTo>
                <a:lnTo>
                  <a:pt x="1656207" y="193649"/>
                </a:lnTo>
                <a:lnTo>
                  <a:pt x="1656207" y="166217"/>
                </a:lnTo>
                <a:lnTo>
                  <a:pt x="1468564" y="166217"/>
                </a:lnTo>
                <a:lnTo>
                  <a:pt x="1468564" y="135737"/>
                </a:lnTo>
                <a:lnTo>
                  <a:pt x="1656207" y="135737"/>
                </a:lnTo>
                <a:lnTo>
                  <a:pt x="1656207" y="108305"/>
                </a:lnTo>
                <a:lnTo>
                  <a:pt x="1468564" y="108305"/>
                </a:lnTo>
                <a:lnTo>
                  <a:pt x="1468564" y="77724"/>
                </a:lnTo>
                <a:lnTo>
                  <a:pt x="1656207" y="77724"/>
                </a:lnTo>
                <a:lnTo>
                  <a:pt x="1656207" y="48768"/>
                </a:lnTo>
                <a:lnTo>
                  <a:pt x="1468564" y="48768"/>
                </a:lnTo>
                <a:lnTo>
                  <a:pt x="1468564" y="1524"/>
                </a:lnTo>
                <a:lnTo>
                  <a:pt x="1436560" y="1524"/>
                </a:lnTo>
                <a:lnTo>
                  <a:pt x="1436560" y="48768"/>
                </a:lnTo>
                <a:lnTo>
                  <a:pt x="1361884" y="48768"/>
                </a:lnTo>
                <a:lnTo>
                  <a:pt x="1361884" y="77724"/>
                </a:lnTo>
                <a:lnTo>
                  <a:pt x="1436560" y="77724"/>
                </a:lnTo>
                <a:lnTo>
                  <a:pt x="1436560" y="224218"/>
                </a:lnTo>
                <a:lnTo>
                  <a:pt x="1349603" y="224218"/>
                </a:lnTo>
                <a:lnTo>
                  <a:pt x="1349603" y="253174"/>
                </a:lnTo>
                <a:lnTo>
                  <a:pt x="1460944" y="253174"/>
                </a:lnTo>
                <a:lnTo>
                  <a:pt x="1434896" y="277202"/>
                </a:lnTo>
                <a:lnTo>
                  <a:pt x="1406842" y="298945"/>
                </a:lnTo>
                <a:lnTo>
                  <a:pt x="1376476" y="318414"/>
                </a:lnTo>
                <a:lnTo>
                  <a:pt x="1343507" y="335572"/>
                </a:lnTo>
                <a:lnTo>
                  <a:pt x="1350987" y="343293"/>
                </a:lnTo>
                <a:lnTo>
                  <a:pt x="1357312" y="350431"/>
                </a:lnTo>
                <a:lnTo>
                  <a:pt x="1362456" y="357009"/>
                </a:lnTo>
                <a:lnTo>
                  <a:pt x="1366456" y="363004"/>
                </a:lnTo>
                <a:lnTo>
                  <a:pt x="1385608" y="352145"/>
                </a:lnTo>
                <a:lnTo>
                  <a:pt x="1404175" y="340144"/>
                </a:lnTo>
                <a:lnTo>
                  <a:pt x="1422184" y="326999"/>
                </a:lnTo>
                <a:lnTo>
                  <a:pt x="1439608" y="312712"/>
                </a:lnTo>
                <a:lnTo>
                  <a:pt x="1439608" y="337096"/>
                </a:lnTo>
                <a:lnTo>
                  <a:pt x="1546390" y="337096"/>
                </a:lnTo>
                <a:lnTo>
                  <a:pt x="1546390" y="382816"/>
                </a:lnTo>
                <a:lnTo>
                  <a:pt x="1374076" y="382816"/>
                </a:lnTo>
                <a:lnTo>
                  <a:pt x="1374076" y="410349"/>
                </a:lnTo>
                <a:lnTo>
                  <a:pt x="1749171" y="410349"/>
                </a:lnTo>
                <a:lnTo>
                  <a:pt x="1749171" y="382816"/>
                </a:lnTo>
                <a:lnTo>
                  <a:pt x="1578394" y="382816"/>
                </a:lnTo>
                <a:lnTo>
                  <a:pt x="1578394" y="337096"/>
                </a:lnTo>
                <a:lnTo>
                  <a:pt x="1683639" y="337096"/>
                </a:lnTo>
                <a:lnTo>
                  <a:pt x="1683639" y="312712"/>
                </a:lnTo>
                <a:lnTo>
                  <a:pt x="1701076" y="325856"/>
                </a:lnTo>
                <a:lnTo>
                  <a:pt x="1719072" y="337858"/>
                </a:lnTo>
                <a:lnTo>
                  <a:pt x="1737652" y="348716"/>
                </a:lnTo>
                <a:lnTo>
                  <a:pt x="1756791" y="358432"/>
                </a:lnTo>
                <a:lnTo>
                  <a:pt x="1761693" y="351294"/>
                </a:lnTo>
                <a:lnTo>
                  <a:pt x="1767319" y="343573"/>
                </a:lnTo>
                <a:lnTo>
                  <a:pt x="1773809" y="335292"/>
                </a:lnTo>
                <a:lnTo>
                  <a:pt x="1781276" y="326428"/>
                </a:lnTo>
                <a:close/>
              </a:path>
              <a:path w="3111500" h="434975">
                <a:moveTo>
                  <a:pt x="2226564" y="318808"/>
                </a:moveTo>
                <a:lnTo>
                  <a:pt x="2189048" y="292087"/>
                </a:lnTo>
                <a:lnTo>
                  <a:pt x="2154250" y="262331"/>
                </a:lnTo>
                <a:lnTo>
                  <a:pt x="2122081" y="229527"/>
                </a:lnTo>
                <a:lnTo>
                  <a:pt x="2092452" y="193675"/>
                </a:lnTo>
                <a:lnTo>
                  <a:pt x="2065274" y="154800"/>
                </a:lnTo>
                <a:lnTo>
                  <a:pt x="2040445" y="112877"/>
                </a:lnTo>
                <a:lnTo>
                  <a:pt x="2218944" y="112877"/>
                </a:lnTo>
                <a:lnTo>
                  <a:pt x="2218944" y="80772"/>
                </a:lnTo>
                <a:lnTo>
                  <a:pt x="2028253" y="80772"/>
                </a:lnTo>
                <a:lnTo>
                  <a:pt x="2028253" y="1524"/>
                </a:lnTo>
                <a:lnTo>
                  <a:pt x="1994725" y="1524"/>
                </a:lnTo>
                <a:lnTo>
                  <a:pt x="1994725" y="80772"/>
                </a:lnTo>
                <a:lnTo>
                  <a:pt x="1804136" y="80772"/>
                </a:lnTo>
                <a:lnTo>
                  <a:pt x="1804136" y="112877"/>
                </a:lnTo>
                <a:lnTo>
                  <a:pt x="1981009" y="112877"/>
                </a:lnTo>
                <a:lnTo>
                  <a:pt x="1958657" y="150609"/>
                </a:lnTo>
                <a:lnTo>
                  <a:pt x="1932736" y="187642"/>
                </a:lnTo>
                <a:lnTo>
                  <a:pt x="1903247" y="224002"/>
                </a:lnTo>
                <a:lnTo>
                  <a:pt x="1870202" y="259727"/>
                </a:lnTo>
                <a:lnTo>
                  <a:pt x="1833613" y="294881"/>
                </a:lnTo>
                <a:lnTo>
                  <a:pt x="1793468" y="329476"/>
                </a:lnTo>
                <a:lnTo>
                  <a:pt x="1800352" y="334594"/>
                </a:lnTo>
                <a:lnTo>
                  <a:pt x="1807375" y="340715"/>
                </a:lnTo>
                <a:lnTo>
                  <a:pt x="1814690" y="347687"/>
                </a:lnTo>
                <a:lnTo>
                  <a:pt x="1822424" y="355384"/>
                </a:lnTo>
                <a:lnTo>
                  <a:pt x="1866531" y="313817"/>
                </a:lnTo>
                <a:lnTo>
                  <a:pt x="1905685" y="271538"/>
                </a:lnTo>
                <a:lnTo>
                  <a:pt x="1940001" y="228536"/>
                </a:lnTo>
                <a:lnTo>
                  <a:pt x="1969643" y="184797"/>
                </a:lnTo>
                <a:lnTo>
                  <a:pt x="1994725" y="140309"/>
                </a:lnTo>
                <a:lnTo>
                  <a:pt x="1994725" y="314236"/>
                </a:lnTo>
                <a:lnTo>
                  <a:pt x="1891004" y="314236"/>
                </a:lnTo>
                <a:lnTo>
                  <a:pt x="1891004" y="344716"/>
                </a:lnTo>
                <a:lnTo>
                  <a:pt x="1994725" y="344716"/>
                </a:lnTo>
                <a:lnTo>
                  <a:pt x="1994725" y="434721"/>
                </a:lnTo>
                <a:lnTo>
                  <a:pt x="2028253" y="434721"/>
                </a:lnTo>
                <a:lnTo>
                  <a:pt x="2028253" y="344716"/>
                </a:lnTo>
                <a:lnTo>
                  <a:pt x="2128939" y="344716"/>
                </a:lnTo>
                <a:lnTo>
                  <a:pt x="2128939" y="314236"/>
                </a:lnTo>
                <a:lnTo>
                  <a:pt x="2028253" y="314236"/>
                </a:lnTo>
                <a:lnTo>
                  <a:pt x="2028253" y="140309"/>
                </a:lnTo>
                <a:lnTo>
                  <a:pt x="2055558" y="189725"/>
                </a:lnTo>
                <a:lnTo>
                  <a:pt x="2086127" y="235394"/>
                </a:lnTo>
                <a:lnTo>
                  <a:pt x="2119998" y="277253"/>
                </a:lnTo>
                <a:lnTo>
                  <a:pt x="2157145" y="315239"/>
                </a:lnTo>
                <a:lnTo>
                  <a:pt x="2197608" y="349288"/>
                </a:lnTo>
                <a:lnTo>
                  <a:pt x="2206206" y="340448"/>
                </a:lnTo>
                <a:lnTo>
                  <a:pt x="2226564" y="318808"/>
                </a:lnTo>
                <a:close/>
              </a:path>
              <a:path w="3111500" h="434975">
                <a:moveTo>
                  <a:pt x="2398877" y="334048"/>
                </a:moveTo>
                <a:lnTo>
                  <a:pt x="2360625" y="343814"/>
                </a:lnTo>
                <a:lnTo>
                  <a:pt x="2321483" y="352717"/>
                </a:lnTo>
                <a:lnTo>
                  <a:pt x="2241804" y="369100"/>
                </a:lnTo>
                <a:lnTo>
                  <a:pt x="2250948" y="402628"/>
                </a:lnTo>
                <a:lnTo>
                  <a:pt x="2288400" y="392861"/>
                </a:lnTo>
                <a:lnTo>
                  <a:pt x="2325293" y="383959"/>
                </a:lnTo>
                <a:lnTo>
                  <a:pt x="2397353" y="367576"/>
                </a:lnTo>
                <a:lnTo>
                  <a:pt x="2397595" y="359549"/>
                </a:lnTo>
                <a:lnTo>
                  <a:pt x="2398636" y="342925"/>
                </a:lnTo>
                <a:lnTo>
                  <a:pt x="2398877" y="334048"/>
                </a:lnTo>
                <a:close/>
              </a:path>
              <a:path w="3111500" h="434975">
                <a:moveTo>
                  <a:pt x="2398877" y="111353"/>
                </a:moveTo>
                <a:lnTo>
                  <a:pt x="2366873" y="96012"/>
                </a:lnTo>
                <a:lnTo>
                  <a:pt x="2358872" y="110642"/>
                </a:lnTo>
                <a:lnTo>
                  <a:pt x="2350871" y="124675"/>
                </a:lnTo>
                <a:lnTo>
                  <a:pt x="2342870" y="138112"/>
                </a:lnTo>
                <a:lnTo>
                  <a:pt x="2334869" y="150977"/>
                </a:lnTo>
                <a:lnTo>
                  <a:pt x="2321356" y="151218"/>
                </a:lnTo>
                <a:lnTo>
                  <a:pt x="2295550" y="152260"/>
                </a:lnTo>
                <a:lnTo>
                  <a:pt x="2282952" y="152501"/>
                </a:lnTo>
                <a:lnTo>
                  <a:pt x="2298954" y="125869"/>
                </a:lnTo>
                <a:lnTo>
                  <a:pt x="2317102" y="93776"/>
                </a:lnTo>
                <a:lnTo>
                  <a:pt x="2337257" y="55981"/>
                </a:lnTo>
                <a:lnTo>
                  <a:pt x="2359253" y="12192"/>
                </a:lnTo>
                <a:lnTo>
                  <a:pt x="2327249" y="0"/>
                </a:lnTo>
                <a:lnTo>
                  <a:pt x="2305520" y="47459"/>
                </a:lnTo>
                <a:lnTo>
                  <a:pt x="2284107" y="89204"/>
                </a:lnTo>
                <a:lnTo>
                  <a:pt x="2263292" y="125247"/>
                </a:lnTo>
                <a:lnTo>
                  <a:pt x="2243328" y="155549"/>
                </a:lnTo>
                <a:lnTo>
                  <a:pt x="2250948" y="184505"/>
                </a:lnTo>
                <a:lnTo>
                  <a:pt x="2318004" y="179933"/>
                </a:lnTo>
                <a:lnTo>
                  <a:pt x="2299170" y="209727"/>
                </a:lnTo>
                <a:lnTo>
                  <a:pt x="2281618" y="235077"/>
                </a:lnTo>
                <a:lnTo>
                  <a:pt x="2265502" y="256108"/>
                </a:lnTo>
                <a:lnTo>
                  <a:pt x="2250948" y="272999"/>
                </a:lnTo>
                <a:lnTo>
                  <a:pt x="2258568" y="305092"/>
                </a:lnTo>
                <a:lnTo>
                  <a:pt x="2364956" y="287642"/>
                </a:lnTo>
                <a:lnTo>
                  <a:pt x="2391257" y="283667"/>
                </a:lnTo>
                <a:lnTo>
                  <a:pt x="2391524" y="275666"/>
                </a:lnTo>
                <a:lnTo>
                  <a:pt x="2392210" y="267665"/>
                </a:lnTo>
                <a:lnTo>
                  <a:pt x="2392489" y="265379"/>
                </a:lnTo>
                <a:lnTo>
                  <a:pt x="2393188" y="259664"/>
                </a:lnTo>
                <a:lnTo>
                  <a:pt x="2394305" y="251650"/>
                </a:lnTo>
                <a:lnTo>
                  <a:pt x="2374582" y="254444"/>
                </a:lnTo>
                <a:lnTo>
                  <a:pt x="2326538" y="261734"/>
                </a:lnTo>
                <a:lnTo>
                  <a:pt x="2298192" y="265379"/>
                </a:lnTo>
                <a:lnTo>
                  <a:pt x="2323401" y="229311"/>
                </a:lnTo>
                <a:lnTo>
                  <a:pt x="2348573" y="191795"/>
                </a:lnTo>
                <a:lnTo>
                  <a:pt x="2356180" y="179933"/>
                </a:lnTo>
                <a:lnTo>
                  <a:pt x="2373769" y="152501"/>
                </a:lnTo>
                <a:lnTo>
                  <a:pt x="2398877" y="111353"/>
                </a:lnTo>
                <a:close/>
              </a:path>
              <a:path w="3111500" h="434975">
                <a:moveTo>
                  <a:pt x="2650528" y="256222"/>
                </a:moveTo>
                <a:lnTo>
                  <a:pt x="2617000" y="256222"/>
                </a:lnTo>
                <a:lnTo>
                  <a:pt x="2617000" y="286715"/>
                </a:lnTo>
                <a:lnTo>
                  <a:pt x="2617000" y="375196"/>
                </a:lnTo>
                <a:lnTo>
                  <a:pt x="2453741" y="375196"/>
                </a:lnTo>
                <a:lnTo>
                  <a:pt x="2453741" y="286715"/>
                </a:lnTo>
                <a:lnTo>
                  <a:pt x="2617000" y="286715"/>
                </a:lnTo>
                <a:lnTo>
                  <a:pt x="2617000" y="256222"/>
                </a:lnTo>
                <a:lnTo>
                  <a:pt x="2420213" y="256222"/>
                </a:lnTo>
                <a:lnTo>
                  <a:pt x="2420213" y="433209"/>
                </a:lnTo>
                <a:lnTo>
                  <a:pt x="2453741" y="433209"/>
                </a:lnTo>
                <a:lnTo>
                  <a:pt x="2453741" y="407200"/>
                </a:lnTo>
                <a:lnTo>
                  <a:pt x="2617000" y="407200"/>
                </a:lnTo>
                <a:lnTo>
                  <a:pt x="2617000" y="433209"/>
                </a:lnTo>
                <a:lnTo>
                  <a:pt x="2650528" y="433209"/>
                </a:lnTo>
                <a:lnTo>
                  <a:pt x="2650528" y="407200"/>
                </a:lnTo>
                <a:lnTo>
                  <a:pt x="2650528" y="375196"/>
                </a:lnTo>
                <a:lnTo>
                  <a:pt x="2650528" y="286715"/>
                </a:lnTo>
                <a:lnTo>
                  <a:pt x="2650528" y="256222"/>
                </a:lnTo>
                <a:close/>
              </a:path>
              <a:path w="3111500" h="434975">
                <a:moveTo>
                  <a:pt x="2676436" y="73152"/>
                </a:moveTo>
                <a:lnTo>
                  <a:pt x="2552903" y="73152"/>
                </a:lnTo>
                <a:lnTo>
                  <a:pt x="2552903" y="3048"/>
                </a:lnTo>
                <a:lnTo>
                  <a:pt x="2517851" y="3048"/>
                </a:lnTo>
                <a:lnTo>
                  <a:pt x="2517851" y="73152"/>
                </a:lnTo>
                <a:lnTo>
                  <a:pt x="2397353" y="73152"/>
                </a:lnTo>
                <a:lnTo>
                  <a:pt x="2397353" y="103733"/>
                </a:lnTo>
                <a:lnTo>
                  <a:pt x="2517851" y="103733"/>
                </a:lnTo>
                <a:lnTo>
                  <a:pt x="2517851" y="172313"/>
                </a:lnTo>
                <a:lnTo>
                  <a:pt x="2411069" y="172313"/>
                </a:lnTo>
                <a:lnTo>
                  <a:pt x="2411069" y="204406"/>
                </a:lnTo>
                <a:lnTo>
                  <a:pt x="2661196" y="204406"/>
                </a:lnTo>
                <a:lnTo>
                  <a:pt x="2661196" y="172313"/>
                </a:lnTo>
                <a:lnTo>
                  <a:pt x="2552903" y="172313"/>
                </a:lnTo>
                <a:lnTo>
                  <a:pt x="2552903" y="103733"/>
                </a:lnTo>
                <a:lnTo>
                  <a:pt x="2676436" y="103733"/>
                </a:lnTo>
                <a:lnTo>
                  <a:pt x="2676436" y="73152"/>
                </a:lnTo>
                <a:close/>
              </a:path>
              <a:path w="3111500" h="434975">
                <a:moveTo>
                  <a:pt x="2859417" y="228803"/>
                </a:moveTo>
                <a:lnTo>
                  <a:pt x="2843669" y="213944"/>
                </a:lnTo>
                <a:lnTo>
                  <a:pt x="2828899" y="199745"/>
                </a:lnTo>
                <a:lnTo>
                  <a:pt x="2813037" y="184505"/>
                </a:lnTo>
                <a:lnTo>
                  <a:pt x="2798445" y="170789"/>
                </a:lnTo>
                <a:lnTo>
                  <a:pt x="2786253" y="184505"/>
                </a:lnTo>
                <a:lnTo>
                  <a:pt x="2786253" y="125069"/>
                </a:lnTo>
                <a:lnTo>
                  <a:pt x="2842653" y="125069"/>
                </a:lnTo>
                <a:lnTo>
                  <a:pt x="2842653" y="96012"/>
                </a:lnTo>
                <a:lnTo>
                  <a:pt x="2786253" y="96012"/>
                </a:lnTo>
                <a:lnTo>
                  <a:pt x="2786253" y="9144"/>
                </a:lnTo>
                <a:lnTo>
                  <a:pt x="2755773" y="9144"/>
                </a:lnTo>
                <a:lnTo>
                  <a:pt x="2755773" y="96012"/>
                </a:lnTo>
                <a:lnTo>
                  <a:pt x="2693200" y="96012"/>
                </a:lnTo>
                <a:lnTo>
                  <a:pt x="2693200" y="125069"/>
                </a:lnTo>
                <a:lnTo>
                  <a:pt x="2755773" y="125069"/>
                </a:lnTo>
                <a:lnTo>
                  <a:pt x="2744025" y="166522"/>
                </a:lnTo>
                <a:lnTo>
                  <a:pt x="2729255" y="206273"/>
                </a:lnTo>
                <a:lnTo>
                  <a:pt x="2711335" y="244309"/>
                </a:lnTo>
                <a:lnTo>
                  <a:pt x="2690152" y="280619"/>
                </a:lnTo>
                <a:lnTo>
                  <a:pt x="2694432" y="290004"/>
                </a:lnTo>
                <a:lnTo>
                  <a:pt x="2698153" y="299707"/>
                </a:lnTo>
                <a:lnTo>
                  <a:pt x="2701290" y="309410"/>
                </a:lnTo>
                <a:lnTo>
                  <a:pt x="2703868" y="318808"/>
                </a:lnTo>
                <a:lnTo>
                  <a:pt x="2718193" y="296468"/>
                </a:lnTo>
                <a:lnTo>
                  <a:pt x="2731541" y="270713"/>
                </a:lnTo>
                <a:lnTo>
                  <a:pt x="2744025" y="241566"/>
                </a:lnTo>
                <a:lnTo>
                  <a:pt x="2755773" y="208991"/>
                </a:lnTo>
                <a:lnTo>
                  <a:pt x="2755773" y="434733"/>
                </a:lnTo>
                <a:lnTo>
                  <a:pt x="2786253" y="434733"/>
                </a:lnTo>
                <a:lnTo>
                  <a:pt x="2786253" y="208991"/>
                </a:lnTo>
                <a:lnTo>
                  <a:pt x="2786253" y="199745"/>
                </a:lnTo>
                <a:lnTo>
                  <a:pt x="2797975" y="211569"/>
                </a:lnTo>
                <a:lnTo>
                  <a:pt x="2810256" y="224218"/>
                </a:lnTo>
                <a:lnTo>
                  <a:pt x="2823121" y="237985"/>
                </a:lnTo>
                <a:lnTo>
                  <a:pt x="2836557" y="253187"/>
                </a:lnTo>
                <a:lnTo>
                  <a:pt x="2859417" y="228803"/>
                </a:lnTo>
                <a:close/>
              </a:path>
              <a:path w="3111500" h="434975">
                <a:moveTo>
                  <a:pt x="3053156" y="324904"/>
                </a:moveTo>
                <a:lnTo>
                  <a:pt x="3049117" y="317284"/>
                </a:lnTo>
                <a:lnTo>
                  <a:pt x="3036151" y="292811"/>
                </a:lnTo>
                <a:lnTo>
                  <a:pt x="3019006" y="261759"/>
                </a:lnTo>
                <a:lnTo>
                  <a:pt x="3002280" y="232435"/>
                </a:lnTo>
                <a:lnTo>
                  <a:pt x="2985998" y="204419"/>
                </a:lnTo>
                <a:lnTo>
                  <a:pt x="2960090" y="218135"/>
                </a:lnTo>
                <a:lnTo>
                  <a:pt x="2970111" y="235534"/>
                </a:lnTo>
                <a:lnTo>
                  <a:pt x="2979610" y="253187"/>
                </a:lnTo>
                <a:lnTo>
                  <a:pt x="2989021" y="271487"/>
                </a:lnTo>
                <a:lnTo>
                  <a:pt x="2998190" y="289763"/>
                </a:lnTo>
                <a:lnTo>
                  <a:pt x="2976207" y="290880"/>
                </a:lnTo>
                <a:lnTo>
                  <a:pt x="2951518" y="291858"/>
                </a:lnTo>
                <a:lnTo>
                  <a:pt x="2924251" y="292544"/>
                </a:lnTo>
                <a:lnTo>
                  <a:pt x="2894558" y="292811"/>
                </a:lnTo>
                <a:lnTo>
                  <a:pt x="2919133" y="252209"/>
                </a:lnTo>
                <a:lnTo>
                  <a:pt x="2940278" y="215036"/>
                </a:lnTo>
                <a:lnTo>
                  <a:pt x="2957995" y="181279"/>
                </a:lnTo>
                <a:lnTo>
                  <a:pt x="2972282" y="150977"/>
                </a:lnTo>
                <a:lnTo>
                  <a:pt x="2940278" y="137261"/>
                </a:lnTo>
                <a:lnTo>
                  <a:pt x="2922232" y="176949"/>
                </a:lnTo>
                <a:lnTo>
                  <a:pt x="2904452" y="213512"/>
                </a:lnTo>
                <a:lnTo>
                  <a:pt x="2868638" y="275907"/>
                </a:lnTo>
                <a:lnTo>
                  <a:pt x="2845701" y="300431"/>
                </a:lnTo>
                <a:lnTo>
                  <a:pt x="2859417" y="331000"/>
                </a:lnTo>
                <a:lnTo>
                  <a:pt x="2871444" y="328980"/>
                </a:lnTo>
                <a:lnTo>
                  <a:pt x="2891434" y="326072"/>
                </a:lnTo>
                <a:lnTo>
                  <a:pt x="2899130" y="324904"/>
                </a:lnTo>
                <a:lnTo>
                  <a:pt x="2954185" y="320522"/>
                </a:lnTo>
                <a:lnTo>
                  <a:pt x="2982074" y="318693"/>
                </a:lnTo>
                <a:lnTo>
                  <a:pt x="3010382" y="317284"/>
                </a:lnTo>
                <a:lnTo>
                  <a:pt x="3015056" y="324904"/>
                </a:lnTo>
                <a:lnTo>
                  <a:pt x="3021152" y="340144"/>
                </a:lnTo>
                <a:lnTo>
                  <a:pt x="3053156" y="324904"/>
                </a:lnTo>
                <a:close/>
              </a:path>
              <a:path w="3111500" h="434975">
                <a:moveTo>
                  <a:pt x="3111068" y="70104"/>
                </a:moveTo>
                <a:lnTo>
                  <a:pt x="2921990" y="70104"/>
                </a:lnTo>
                <a:lnTo>
                  <a:pt x="2927947" y="57226"/>
                </a:lnTo>
                <a:lnTo>
                  <a:pt x="2934182" y="43624"/>
                </a:lnTo>
                <a:lnTo>
                  <a:pt x="2940418" y="29171"/>
                </a:lnTo>
                <a:lnTo>
                  <a:pt x="2946374" y="13716"/>
                </a:lnTo>
                <a:lnTo>
                  <a:pt x="2912846" y="3048"/>
                </a:lnTo>
                <a:lnTo>
                  <a:pt x="2896832" y="46266"/>
                </a:lnTo>
                <a:lnTo>
                  <a:pt x="2878505" y="86918"/>
                </a:lnTo>
                <a:lnTo>
                  <a:pt x="2857906" y="125298"/>
                </a:lnTo>
                <a:lnTo>
                  <a:pt x="2835033" y="161645"/>
                </a:lnTo>
                <a:lnTo>
                  <a:pt x="2842742" y="166217"/>
                </a:lnTo>
                <a:lnTo>
                  <a:pt x="2849892" y="170789"/>
                </a:lnTo>
                <a:lnTo>
                  <a:pt x="2856458" y="175361"/>
                </a:lnTo>
                <a:lnTo>
                  <a:pt x="2862465" y="179933"/>
                </a:lnTo>
                <a:lnTo>
                  <a:pt x="2873057" y="163080"/>
                </a:lnTo>
                <a:lnTo>
                  <a:pt x="2884068" y="144500"/>
                </a:lnTo>
                <a:lnTo>
                  <a:pt x="2895346" y="124206"/>
                </a:lnTo>
                <a:lnTo>
                  <a:pt x="2906750" y="102209"/>
                </a:lnTo>
                <a:lnTo>
                  <a:pt x="3076016" y="102209"/>
                </a:lnTo>
                <a:lnTo>
                  <a:pt x="3074416" y="161645"/>
                </a:lnTo>
                <a:lnTo>
                  <a:pt x="3073146" y="204419"/>
                </a:lnTo>
                <a:lnTo>
                  <a:pt x="3071025" y="270713"/>
                </a:lnTo>
                <a:lnTo>
                  <a:pt x="3069475" y="314439"/>
                </a:lnTo>
                <a:lnTo>
                  <a:pt x="3066910" y="356882"/>
                </a:lnTo>
                <a:lnTo>
                  <a:pt x="3040202" y="391007"/>
                </a:lnTo>
                <a:lnTo>
                  <a:pt x="3015056" y="393484"/>
                </a:lnTo>
                <a:lnTo>
                  <a:pt x="2978391" y="391007"/>
                </a:lnTo>
                <a:lnTo>
                  <a:pt x="2958376" y="389407"/>
                </a:lnTo>
                <a:lnTo>
                  <a:pt x="2937230" y="387388"/>
                </a:lnTo>
                <a:lnTo>
                  <a:pt x="2939275" y="397637"/>
                </a:lnTo>
                <a:lnTo>
                  <a:pt x="2981248" y="427685"/>
                </a:lnTo>
                <a:lnTo>
                  <a:pt x="3016580" y="428637"/>
                </a:lnTo>
                <a:lnTo>
                  <a:pt x="3038602" y="427494"/>
                </a:lnTo>
                <a:lnTo>
                  <a:pt x="3082112" y="410349"/>
                </a:lnTo>
                <a:lnTo>
                  <a:pt x="3093021" y="393484"/>
                </a:lnTo>
                <a:lnTo>
                  <a:pt x="3096018" y="386448"/>
                </a:lnTo>
                <a:lnTo>
                  <a:pt x="3101924" y="347764"/>
                </a:lnTo>
                <a:lnTo>
                  <a:pt x="3105289" y="253377"/>
                </a:lnTo>
                <a:lnTo>
                  <a:pt x="3110065" y="102209"/>
                </a:lnTo>
                <a:lnTo>
                  <a:pt x="3111068" y="7010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418844" y="2604516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770405" y="2448305"/>
            <a:ext cx="1402080" cy="282575"/>
          </a:xfrm>
          <a:custGeom>
            <a:avLst/>
            <a:gdLst/>
            <a:ahLst/>
            <a:cxnLst/>
            <a:rect l="l" t="t" r="r" b="b"/>
            <a:pathLst>
              <a:path w="1402080" h="282575">
                <a:moveTo>
                  <a:pt x="219557" y="137261"/>
                </a:moveTo>
                <a:lnTo>
                  <a:pt x="213855" y="89484"/>
                </a:lnTo>
                <a:lnTo>
                  <a:pt x="196672" y="52336"/>
                </a:lnTo>
                <a:lnTo>
                  <a:pt x="186029" y="42545"/>
                </a:lnTo>
                <a:lnTo>
                  <a:pt x="186029" y="138785"/>
                </a:lnTo>
                <a:lnTo>
                  <a:pt x="184289" y="163639"/>
                </a:lnTo>
                <a:lnTo>
                  <a:pt x="169951" y="204228"/>
                </a:lnTo>
                <a:lnTo>
                  <a:pt x="139903" y="232537"/>
                </a:lnTo>
                <a:lnTo>
                  <a:pt x="98094" y="246875"/>
                </a:lnTo>
                <a:lnTo>
                  <a:pt x="73152" y="248602"/>
                </a:lnTo>
                <a:lnTo>
                  <a:pt x="32004" y="248602"/>
                </a:lnTo>
                <a:lnTo>
                  <a:pt x="32004" y="33528"/>
                </a:lnTo>
                <a:lnTo>
                  <a:pt x="74676" y="33528"/>
                </a:lnTo>
                <a:lnTo>
                  <a:pt x="123621" y="40106"/>
                </a:lnTo>
                <a:lnTo>
                  <a:pt x="158394" y="59829"/>
                </a:lnTo>
                <a:lnTo>
                  <a:pt x="179146" y="92722"/>
                </a:lnTo>
                <a:lnTo>
                  <a:pt x="186029" y="138785"/>
                </a:lnTo>
                <a:lnTo>
                  <a:pt x="186029" y="42545"/>
                </a:lnTo>
                <a:lnTo>
                  <a:pt x="176250" y="33528"/>
                </a:lnTo>
                <a:lnTo>
                  <a:pt x="167843" y="25793"/>
                </a:lnTo>
                <a:lnTo>
                  <a:pt x="127228" y="9880"/>
                </a:lnTo>
                <a:lnTo>
                  <a:pt x="74676" y="4572"/>
                </a:lnTo>
                <a:lnTo>
                  <a:pt x="0" y="4572"/>
                </a:lnTo>
                <a:lnTo>
                  <a:pt x="0" y="277558"/>
                </a:lnTo>
                <a:lnTo>
                  <a:pt x="71628" y="277558"/>
                </a:lnTo>
                <a:lnTo>
                  <a:pt x="104025" y="275259"/>
                </a:lnTo>
                <a:lnTo>
                  <a:pt x="132676" y="268224"/>
                </a:lnTo>
                <a:lnTo>
                  <a:pt x="157873" y="256349"/>
                </a:lnTo>
                <a:lnTo>
                  <a:pt x="167982" y="248602"/>
                </a:lnTo>
                <a:lnTo>
                  <a:pt x="179933" y="239458"/>
                </a:lnTo>
                <a:lnTo>
                  <a:pt x="197688" y="218567"/>
                </a:lnTo>
                <a:lnTo>
                  <a:pt x="210032" y="194652"/>
                </a:lnTo>
                <a:lnTo>
                  <a:pt x="217220" y="167589"/>
                </a:lnTo>
                <a:lnTo>
                  <a:pt x="219557" y="137261"/>
                </a:lnTo>
                <a:close/>
              </a:path>
              <a:path w="1402080" h="282575">
                <a:moveTo>
                  <a:pt x="515404" y="137261"/>
                </a:moveTo>
                <a:lnTo>
                  <a:pt x="513130" y="107835"/>
                </a:lnTo>
                <a:lnTo>
                  <a:pt x="506450" y="81394"/>
                </a:lnTo>
                <a:lnTo>
                  <a:pt x="495465" y="58102"/>
                </a:lnTo>
                <a:lnTo>
                  <a:pt x="481876" y="40119"/>
                </a:lnTo>
                <a:lnTo>
                  <a:pt x="481876" y="141833"/>
                </a:lnTo>
                <a:lnTo>
                  <a:pt x="480174" y="166712"/>
                </a:lnTo>
                <a:lnTo>
                  <a:pt x="467080" y="207924"/>
                </a:lnTo>
                <a:lnTo>
                  <a:pt x="441337" y="237350"/>
                </a:lnTo>
                <a:lnTo>
                  <a:pt x="405815" y="252730"/>
                </a:lnTo>
                <a:lnTo>
                  <a:pt x="384340" y="254698"/>
                </a:lnTo>
                <a:lnTo>
                  <a:pt x="364566" y="252704"/>
                </a:lnTo>
                <a:lnTo>
                  <a:pt x="315658" y="222694"/>
                </a:lnTo>
                <a:lnTo>
                  <a:pt x="296418" y="187413"/>
                </a:lnTo>
                <a:lnTo>
                  <a:pt x="289750" y="141833"/>
                </a:lnTo>
                <a:lnTo>
                  <a:pt x="291465" y="117817"/>
                </a:lnTo>
                <a:lnTo>
                  <a:pt x="305181" y="76606"/>
                </a:lnTo>
                <a:lnTo>
                  <a:pt x="331139" y="46316"/>
                </a:lnTo>
                <a:lnTo>
                  <a:pt x="366509" y="30937"/>
                </a:lnTo>
                <a:lnTo>
                  <a:pt x="387388" y="28956"/>
                </a:lnTo>
                <a:lnTo>
                  <a:pt x="407962" y="30695"/>
                </a:lnTo>
                <a:lnTo>
                  <a:pt x="455968" y="57912"/>
                </a:lnTo>
                <a:lnTo>
                  <a:pt x="475208" y="94157"/>
                </a:lnTo>
                <a:lnTo>
                  <a:pt x="481876" y="141833"/>
                </a:lnTo>
                <a:lnTo>
                  <a:pt x="481876" y="40119"/>
                </a:lnTo>
                <a:lnTo>
                  <a:pt x="480352" y="38100"/>
                </a:lnTo>
                <a:lnTo>
                  <a:pt x="470281" y="28956"/>
                </a:lnTo>
                <a:lnTo>
                  <a:pt x="461772" y="21221"/>
                </a:lnTo>
                <a:lnTo>
                  <a:pt x="440347" y="9334"/>
                </a:lnTo>
                <a:lnTo>
                  <a:pt x="416052" y="2311"/>
                </a:lnTo>
                <a:lnTo>
                  <a:pt x="388912" y="0"/>
                </a:lnTo>
                <a:lnTo>
                  <a:pt x="359676" y="2336"/>
                </a:lnTo>
                <a:lnTo>
                  <a:pt x="311010" y="21869"/>
                </a:lnTo>
                <a:lnTo>
                  <a:pt x="276148" y="60794"/>
                </a:lnTo>
                <a:lnTo>
                  <a:pt x="258483" y="113436"/>
                </a:lnTo>
                <a:lnTo>
                  <a:pt x="256222" y="144881"/>
                </a:lnTo>
                <a:lnTo>
                  <a:pt x="258483" y="174091"/>
                </a:lnTo>
                <a:lnTo>
                  <a:pt x="276148" y="223405"/>
                </a:lnTo>
                <a:lnTo>
                  <a:pt x="310083" y="260921"/>
                </a:lnTo>
                <a:lnTo>
                  <a:pt x="356895" y="279831"/>
                </a:lnTo>
                <a:lnTo>
                  <a:pt x="384340" y="282130"/>
                </a:lnTo>
                <a:lnTo>
                  <a:pt x="412623" y="279831"/>
                </a:lnTo>
                <a:lnTo>
                  <a:pt x="438061" y="272796"/>
                </a:lnTo>
                <a:lnTo>
                  <a:pt x="460629" y="260921"/>
                </a:lnTo>
                <a:lnTo>
                  <a:pt x="467893" y="254698"/>
                </a:lnTo>
                <a:lnTo>
                  <a:pt x="480352" y="244030"/>
                </a:lnTo>
                <a:lnTo>
                  <a:pt x="495465" y="222846"/>
                </a:lnTo>
                <a:lnTo>
                  <a:pt x="506450" y="198081"/>
                </a:lnTo>
                <a:lnTo>
                  <a:pt x="513130" y="169595"/>
                </a:lnTo>
                <a:lnTo>
                  <a:pt x="515404" y="137261"/>
                </a:lnTo>
                <a:close/>
              </a:path>
              <a:path w="1402080" h="282575">
                <a:moveTo>
                  <a:pt x="756373" y="10668"/>
                </a:moveTo>
                <a:lnTo>
                  <a:pt x="742073" y="5791"/>
                </a:lnTo>
                <a:lnTo>
                  <a:pt x="726465" y="2476"/>
                </a:lnTo>
                <a:lnTo>
                  <a:pt x="709447" y="596"/>
                </a:lnTo>
                <a:lnTo>
                  <a:pt x="690841" y="0"/>
                </a:lnTo>
                <a:lnTo>
                  <a:pt x="662216" y="2552"/>
                </a:lnTo>
                <a:lnTo>
                  <a:pt x="611886" y="22504"/>
                </a:lnTo>
                <a:lnTo>
                  <a:pt x="573049" y="61671"/>
                </a:lnTo>
                <a:lnTo>
                  <a:pt x="553097" y="114935"/>
                </a:lnTo>
                <a:lnTo>
                  <a:pt x="550545" y="146405"/>
                </a:lnTo>
                <a:lnTo>
                  <a:pt x="552805" y="175615"/>
                </a:lnTo>
                <a:lnTo>
                  <a:pt x="570471" y="224929"/>
                </a:lnTo>
                <a:lnTo>
                  <a:pt x="605078" y="261556"/>
                </a:lnTo>
                <a:lnTo>
                  <a:pt x="652068" y="279844"/>
                </a:lnTo>
                <a:lnTo>
                  <a:pt x="680173" y="282130"/>
                </a:lnTo>
                <a:lnTo>
                  <a:pt x="701941" y="281254"/>
                </a:lnTo>
                <a:lnTo>
                  <a:pt x="721702" y="278511"/>
                </a:lnTo>
                <a:lnTo>
                  <a:pt x="739762" y="273773"/>
                </a:lnTo>
                <a:lnTo>
                  <a:pt x="756373" y="266890"/>
                </a:lnTo>
                <a:lnTo>
                  <a:pt x="756373" y="234886"/>
                </a:lnTo>
                <a:lnTo>
                  <a:pt x="740041" y="243776"/>
                </a:lnTo>
                <a:lnTo>
                  <a:pt x="722845" y="249936"/>
                </a:lnTo>
                <a:lnTo>
                  <a:pt x="704519" y="253542"/>
                </a:lnTo>
                <a:lnTo>
                  <a:pt x="684745" y="254698"/>
                </a:lnTo>
                <a:lnTo>
                  <a:pt x="662978" y="252730"/>
                </a:lnTo>
                <a:lnTo>
                  <a:pt x="626364" y="237350"/>
                </a:lnTo>
                <a:lnTo>
                  <a:pt x="599503" y="208178"/>
                </a:lnTo>
                <a:lnTo>
                  <a:pt x="585787" y="168643"/>
                </a:lnTo>
                <a:lnTo>
                  <a:pt x="584073" y="144881"/>
                </a:lnTo>
                <a:lnTo>
                  <a:pt x="586054" y="119748"/>
                </a:lnTo>
                <a:lnTo>
                  <a:pt x="601433" y="76860"/>
                </a:lnTo>
                <a:lnTo>
                  <a:pt x="630326" y="46316"/>
                </a:lnTo>
                <a:lnTo>
                  <a:pt x="668210" y="30937"/>
                </a:lnTo>
                <a:lnTo>
                  <a:pt x="690841" y="28956"/>
                </a:lnTo>
                <a:lnTo>
                  <a:pt x="707948" y="29870"/>
                </a:lnTo>
                <a:lnTo>
                  <a:pt x="724750" y="32766"/>
                </a:lnTo>
                <a:lnTo>
                  <a:pt x="740994" y="37960"/>
                </a:lnTo>
                <a:lnTo>
                  <a:pt x="756373" y="45720"/>
                </a:lnTo>
                <a:lnTo>
                  <a:pt x="756373" y="10668"/>
                </a:lnTo>
                <a:close/>
              </a:path>
              <a:path w="1402080" h="282575">
                <a:moveTo>
                  <a:pt x="972985" y="4318"/>
                </a:moveTo>
                <a:lnTo>
                  <a:pt x="783818" y="4318"/>
                </a:lnTo>
                <a:lnTo>
                  <a:pt x="783818" y="33528"/>
                </a:lnTo>
                <a:lnTo>
                  <a:pt x="861631" y="33528"/>
                </a:lnTo>
                <a:lnTo>
                  <a:pt x="861631" y="277368"/>
                </a:lnTo>
                <a:lnTo>
                  <a:pt x="895159" y="277368"/>
                </a:lnTo>
                <a:lnTo>
                  <a:pt x="895159" y="33528"/>
                </a:lnTo>
                <a:lnTo>
                  <a:pt x="972985" y="33528"/>
                </a:lnTo>
                <a:lnTo>
                  <a:pt x="972985" y="4318"/>
                </a:lnTo>
                <a:close/>
              </a:path>
              <a:path w="1402080" h="282575">
                <a:moveTo>
                  <a:pt x="1194054" y="4572"/>
                </a:moveTo>
                <a:lnTo>
                  <a:pt x="1160526" y="4572"/>
                </a:lnTo>
                <a:lnTo>
                  <a:pt x="1096518" y="128117"/>
                </a:lnTo>
                <a:lnTo>
                  <a:pt x="1090422" y="140309"/>
                </a:lnTo>
                <a:lnTo>
                  <a:pt x="1088898" y="144881"/>
                </a:lnTo>
                <a:lnTo>
                  <a:pt x="1084326" y="135737"/>
                </a:lnTo>
                <a:lnTo>
                  <a:pt x="1082802" y="129641"/>
                </a:lnTo>
                <a:lnTo>
                  <a:pt x="1082802" y="128117"/>
                </a:lnTo>
                <a:lnTo>
                  <a:pt x="1020216" y="4572"/>
                </a:lnTo>
                <a:lnTo>
                  <a:pt x="983640" y="4572"/>
                </a:lnTo>
                <a:lnTo>
                  <a:pt x="1072134" y="178409"/>
                </a:lnTo>
                <a:lnTo>
                  <a:pt x="1072134" y="277571"/>
                </a:lnTo>
                <a:lnTo>
                  <a:pt x="1104138" y="277571"/>
                </a:lnTo>
                <a:lnTo>
                  <a:pt x="1104138" y="176885"/>
                </a:lnTo>
                <a:lnTo>
                  <a:pt x="1120838" y="144881"/>
                </a:lnTo>
                <a:lnTo>
                  <a:pt x="1194054" y="4572"/>
                </a:lnTo>
                <a:close/>
              </a:path>
              <a:path w="1402080" h="282575">
                <a:moveTo>
                  <a:pt x="1401508" y="85344"/>
                </a:moveTo>
                <a:lnTo>
                  <a:pt x="1387360" y="37338"/>
                </a:lnTo>
                <a:lnTo>
                  <a:pt x="1366456" y="18338"/>
                </a:lnTo>
                <a:lnTo>
                  <a:pt x="1366456" y="86868"/>
                </a:lnTo>
                <a:lnTo>
                  <a:pt x="1365554" y="100672"/>
                </a:lnTo>
                <a:lnTo>
                  <a:pt x="1339634" y="136525"/>
                </a:lnTo>
                <a:lnTo>
                  <a:pt x="1299311" y="144881"/>
                </a:lnTo>
                <a:lnTo>
                  <a:pt x="1265783" y="144881"/>
                </a:lnTo>
                <a:lnTo>
                  <a:pt x="1265783" y="33528"/>
                </a:lnTo>
                <a:lnTo>
                  <a:pt x="1302359" y="33528"/>
                </a:lnTo>
                <a:lnTo>
                  <a:pt x="1330375" y="36944"/>
                </a:lnTo>
                <a:lnTo>
                  <a:pt x="1350403" y="47053"/>
                </a:lnTo>
                <a:lnTo>
                  <a:pt x="1362443" y="63754"/>
                </a:lnTo>
                <a:lnTo>
                  <a:pt x="1366456" y="86868"/>
                </a:lnTo>
                <a:lnTo>
                  <a:pt x="1366456" y="18338"/>
                </a:lnTo>
                <a:lnTo>
                  <a:pt x="1363395" y="16154"/>
                </a:lnTo>
                <a:lnTo>
                  <a:pt x="1347355" y="9525"/>
                </a:lnTo>
                <a:lnTo>
                  <a:pt x="1329042" y="5765"/>
                </a:lnTo>
                <a:lnTo>
                  <a:pt x="1308455" y="4572"/>
                </a:lnTo>
                <a:lnTo>
                  <a:pt x="1233766" y="4572"/>
                </a:lnTo>
                <a:lnTo>
                  <a:pt x="1233766" y="277571"/>
                </a:lnTo>
                <a:lnTo>
                  <a:pt x="1265783" y="277571"/>
                </a:lnTo>
                <a:lnTo>
                  <a:pt x="1265783" y="175361"/>
                </a:lnTo>
                <a:lnTo>
                  <a:pt x="1300835" y="175361"/>
                </a:lnTo>
                <a:lnTo>
                  <a:pt x="1342021" y="168694"/>
                </a:lnTo>
                <a:lnTo>
                  <a:pt x="1378165" y="144881"/>
                </a:lnTo>
                <a:lnTo>
                  <a:pt x="1399794" y="103974"/>
                </a:lnTo>
                <a:lnTo>
                  <a:pt x="1401508" y="853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222206" y="2400973"/>
            <a:ext cx="916940" cy="378460"/>
          </a:xfrm>
          <a:custGeom>
            <a:avLst/>
            <a:gdLst/>
            <a:ahLst/>
            <a:cxnLst/>
            <a:rect l="l" t="t" r="r" b="b"/>
            <a:pathLst>
              <a:path w="916939" h="378460">
                <a:moveTo>
                  <a:pt x="146405" y="295681"/>
                </a:moveTo>
                <a:lnTo>
                  <a:pt x="32004" y="295681"/>
                </a:lnTo>
                <a:lnTo>
                  <a:pt x="32004" y="200431"/>
                </a:lnTo>
                <a:lnTo>
                  <a:pt x="131165" y="200431"/>
                </a:lnTo>
                <a:lnTo>
                  <a:pt x="131165" y="172491"/>
                </a:lnTo>
                <a:lnTo>
                  <a:pt x="32004" y="172491"/>
                </a:lnTo>
                <a:lnTo>
                  <a:pt x="32004" y="81051"/>
                </a:lnTo>
                <a:lnTo>
                  <a:pt x="140309" y="81051"/>
                </a:lnTo>
                <a:lnTo>
                  <a:pt x="140309" y="51841"/>
                </a:lnTo>
                <a:lnTo>
                  <a:pt x="0" y="51841"/>
                </a:lnTo>
                <a:lnTo>
                  <a:pt x="0" y="81051"/>
                </a:lnTo>
                <a:lnTo>
                  <a:pt x="0" y="172491"/>
                </a:lnTo>
                <a:lnTo>
                  <a:pt x="0" y="200431"/>
                </a:lnTo>
                <a:lnTo>
                  <a:pt x="0" y="295681"/>
                </a:lnTo>
                <a:lnTo>
                  <a:pt x="0" y="324891"/>
                </a:lnTo>
                <a:lnTo>
                  <a:pt x="146405" y="324891"/>
                </a:lnTo>
                <a:lnTo>
                  <a:pt x="146405" y="295681"/>
                </a:lnTo>
                <a:close/>
              </a:path>
              <a:path w="916939" h="378460">
                <a:moveTo>
                  <a:pt x="503301" y="163258"/>
                </a:moveTo>
                <a:lnTo>
                  <a:pt x="474345" y="163258"/>
                </a:lnTo>
                <a:lnTo>
                  <a:pt x="474345" y="187642"/>
                </a:lnTo>
                <a:lnTo>
                  <a:pt x="474345" y="244132"/>
                </a:lnTo>
                <a:lnTo>
                  <a:pt x="376720" y="244132"/>
                </a:lnTo>
                <a:lnTo>
                  <a:pt x="376720" y="187642"/>
                </a:lnTo>
                <a:lnTo>
                  <a:pt x="474345" y="187642"/>
                </a:lnTo>
                <a:lnTo>
                  <a:pt x="474345" y="163258"/>
                </a:lnTo>
                <a:lnTo>
                  <a:pt x="347764" y="163258"/>
                </a:lnTo>
                <a:lnTo>
                  <a:pt x="347764" y="187642"/>
                </a:lnTo>
                <a:lnTo>
                  <a:pt x="347764" y="244132"/>
                </a:lnTo>
                <a:lnTo>
                  <a:pt x="251650" y="244132"/>
                </a:lnTo>
                <a:lnTo>
                  <a:pt x="251650" y="187642"/>
                </a:lnTo>
                <a:lnTo>
                  <a:pt x="347764" y="187642"/>
                </a:lnTo>
                <a:lnTo>
                  <a:pt x="347764" y="163258"/>
                </a:lnTo>
                <a:lnTo>
                  <a:pt x="221170" y="163258"/>
                </a:lnTo>
                <a:lnTo>
                  <a:pt x="221170" y="227266"/>
                </a:lnTo>
                <a:lnTo>
                  <a:pt x="217766" y="266776"/>
                </a:lnTo>
                <a:lnTo>
                  <a:pt x="207632" y="300710"/>
                </a:lnTo>
                <a:lnTo>
                  <a:pt x="190906" y="329196"/>
                </a:lnTo>
                <a:lnTo>
                  <a:pt x="167728" y="352425"/>
                </a:lnTo>
                <a:lnTo>
                  <a:pt x="173482" y="359041"/>
                </a:lnTo>
                <a:lnTo>
                  <a:pt x="179057" y="365379"/>
                </a:lnTo>
                <a:lnTo>
                  <a:pt x="184327" y="371716"/>
                </a:lnTo>
                <a:lnTo>
                  <a:pt x="189166" y="378333"/>
                </a:lnTo>
                <a:lnTo>
                  <a:pt x="211734" y="353479"/>
                </a:lnTo>
                <a:lnTo>
                  <a:pt x="229171" y="327037"/>
                </a:lnTo>
                <a:lnTo>
                  <a:pt x="241465" y="299173"/>
                </a:lnTo>
                <a:lnTo>
                  <a:pt x="248602" y="270040"/>
                </a:lnTo>
                <a:lnTo>
                  <a:pt x="474345" y="270040"/>
                </a:lnTo>
                <a:lnTo>
                  <a:pt x="474345" y="286804"/>
                </a:lnTo>
                <a:lnTo>
                  <a:pt x="503301" y="286804"/>
                </a:lnTo>
                <a:lnTo>
                  <a:pt x="503301" y="270040"/>
                </a:lnTo>
                <a:lnTo>
                  <a:pt x="503301" y="244132"/>
                </a:lnTo>
                <a:lnTo>
                  <a:pt x="503301" y="187642"/>
                </a:lnTo>
                <a:lnTo>
                  <a:pt x="503301" y="163258"/>
                </a:lnTo>
                <a:close/>
              </a:path>
              <a:path w="916939" h="378460">
                <a:moveTo>
                  <a:pt x="547497" y="41236"/>
                </a:moveTo>
                <a:lnTo>
                  <a:pt x="378244" y="41236"/>
                </a:lnTo>
                <a:lnTo>
                  <a:pt x="378244" y="0"/>
                </a:lnTo>
                <a:lnTo>
                  <a:pt x="347764" y="0"/>
                </a:lnTo>
                <a:lnTo>
                  <a:pt x="347764" y="41236"/>
                </a:lnTo>
                <a:lnTo>
                  <a:pt x="176974" y="41236"/>
                </a:lnTo>
                <a:lnTo>
                  <a:pt x="176974" y="67144"/>
                </a:lnTo>
                <a:lnTo>
                  <a:pt x="347764" y="67144"/>
                </a:lnTo>
                <a:lnTo>
                  <a:pt x="347764" y="105244"/>
                </a:lnTo>
                <a:lnTo>
                  <a:pt x="208978" y="105244"/>
                </a:lnTo>
                <a:lnTo>
                  <a:pt x="208978" y="131152"/>
                </a:lnTo>
                <a:lnTo>
                  <a:pt x="517017" y="131152"/>
                </a:lnTo>
                <a:lnTo>
                  <a:pt x="517017" y="105244"/>
                </a:lnTo>
                <a:lnTo>
                  <a:pt x="378244" y="105244"/>
                </a:lnTo>
                <a:lnTo>
                  <a:pt x="378244" y="67144"/>
                </a:lnTo>
                <a:lnTo>
                  <a:pt x="547497" y="67144"/>
                </a:lnTo>
                <a:lnTo>
                  <a:pt x="547497" y="41236"/>
                </a:lnTo>
                <a:close/>
              </a:path>
              <a:path w="916939" h="378460">
                <a:moveTo>
                  <a:pt x="703046" y="30480"/>
                </a:moveTo>
                <a:lnTo>
                  <a:pt x="674077" y="30480"/>
                </a:lnTo>
                <a:lnTo>
                  <a:pt x="674077" y="59524"/>
                </a:lnTo>
                <a:lnTo>
                  <a:pt x="674077" y="146494"/>
                </a:lnTo>
                <a:lnTo>
                  <a:pt x="674077" y="173926"/>
                </a:lnTo>
                <a:lnTo>
                  <a:pt x="674077" y="262407"/>
                </a:lnTo>
                <a:lnTo>
                  <a:pt x="611593" y="262407"/>
                </a:lnTo>
                <a:lnTo>
                  <a:pt x="611593" y="173926"/>
                </a:lnTo>
                <a:lnTo>
                  <a:pt x="674077" y="173926"/>
                </a:lnTo>
                <a:lnTo>
                  <a:pt x="674077" y="146494"/>
                </a:lnTo>
                <a:lnTo>
                  <a:pt x="611593" y="146494"/>
                </a:lnTo>
                <a:lnTo>
                  <a:pt x="611593" y="59524"/>
                </a:lnTo>
                <a:lnTo>
                  <a:pt x="674077" y="59524"/>
                </a:lnTo>
                <a:lnTo>
                  <a:pt x="674077" y="30480"/>
                </a:lnTo>
                <a:lnTo>
                  <a:pt x="582549" y="30480"/>
                </a:lnTo>
                <a:lnTo>
                  <a:pt x="582549" y="318795"/>
                </a:lnTo>
                <a:lnTo>
                  <a:pt x="611593" y="318795"/>
                </a:lnTo>
                <a:lnTo>
                  <a:pt x="611593" y="291363"/>
                </a:lnTo>
                <a:lnTo>
                  <a:pt x="703046" y="291363"/>
                </a:lnTo>
                <a:lnTo>
                  <a:pt x="703046" y="262407"/>
                </a:lnTo>
                <a:lnTo>
                  <a:pt x="703046" y="173926"/>
                </a:lnTo>
                <a:lnTo>
                  <a:pt x="703046" y="146494"/>
                </a:lnTo>
                <a:lnTo>
                  <a:pt x="703046" y="59524"/>
                </a:lnTo>
                <a:lnTo>
                  <a:pt x="703046" y="30480"/>
                </a:lnTo>
                <a:close/>
              </a:path>
              <a:path w="916939" h="378460">
                <a:moveTo>
                  <a:pt x="916597" y="18288"/>
                </a:moveTo>
                <a:lnTo>
                  <a:pt x="886117" y="18288"/>
                </a:lnTo>
                <a:lnTo>
                  <a:pt x="886117" y="47332"/>
                </a:lnTo>
                <a:lnTo>
                  <a:pt x="886117" y="118960"/>
                </a:lnTo>
                <a:lnTo>
                  <a:pt x="886117" y="146494"/>
                </a:lnTo>
                <a:lnTo>
                  <a:pt x="886117" y="219646"/>
                </a:lnTo>
                <a:lnTo>
                  <a:pt x="776287" y="219646"/>
                </a:lnTo>
                <a:lnTo>
                  <a:pt x="777405" y="202209"/>
                </a:lnTo>
                <a:lnTo>
                  <a:pt x="778383" y="184213"/>
                </a:lnTo>
                <a:lnTo>
                  <a:pt x="779068" y="165633"/>
                </a:lnTo>
                <a:lnTo>
                  <a:pt x="779335" y="146494"/>
                </a:lnTo>
                <a:lnTo>
                  <a:pt x="886117" y="146494"/>
                </a:lnTo>
                <a:lnTo>
                  <a:pt x="886117" y="118960"/>
                </a:lnTo>
                <a:lnTo>
                  <a:pt x="779335" y="118960"/>
                </a:lnTo>
                <a:lnTo>
                  <a:pt x="779335" y="47332"/>
                </a:lnTo>
                <a:lnTo>
                  <a:pt x="886117" y="47332"/>
                </a:lnTo>
                <a:lnTo>
                  <a:pt x="886117" y="18288"/>
                </a:lnTo>
                <a:lnTo>
                  <a:pt x="748855" y="18288"/>
                </a:lnTo>
                <a:lnTo>
                  <a:pt x="748855" y="154114"/>
                </a:lnTo>
                <a:lnTo>
                  <a:pt x="747979" y="191782"/>
                </a:lnTo>
                <a:lnTo>
                  <a:pt x="740498" y="251701"/>
                </a:lnTo>
                <a:lnTo>
                  <a:pt x="724458" y="293662"/>
                </a:lnTo>
                <a:lnTo>
                  <a:pt x="693661" y="334848"/>
                </a:lnTo>
                <a:lnTo>
                  <a:pt x="672553" y="355473"/>
                </a:lnTo>
                <a:lnTo>
                  <a:pt x="680008" y="362038"/>
                </a:lnTo>
                <a:lnTo>
                  <a:pt x="686460" y="368046"/>
                </a:lnTo>
                <a:lnTo>
                  <a:pt x="692061" y="373468"/>
                </a:lnTo>
                <a:lnTo>
                  <a:pt x="696937" y="378333"/>
                </a:lnTo>
                <a:lnTo>
                  <a:pt x="725817" y="347726"/>
                </a:lnTo>
                <a:lnTo>
                  <a:pt x="748080" y="315569"/>
                </a:lnTo>
                <a:lnTo>
                  <a:pt x="763473" y="282016"/>
                </a:lnTo>
                <a:lnTo>
                  <a:pt x="771715" y="247167"/>
                </a:lnTo>
                <a:lnTo>
                  <a:pt x="886117" y="247167"/>
                </a:lnTo>
                <a:lnTo>
                  <a:pt x="886117" y="321843"/>
                </a:lnTo>
                <a:lnTo>
                  <a:pt x="884682" y="330974"/>
                </a:lnTo>
                <a:lnTo>
                  <a:pt x="880389" y="337654"/>
                </a:lnTo>
                <a:lnTo>
                  <a:pt x="873213" y="341782"/>
                </a:lnTo>
                <a:lnTo>
                  <a:pt x="864031" y="343065"/>
                </a:lnTo>
                <a:lnTo>
                  <a:pt x="836104" y="342988"/>
                </a:lnTo>
                <a:lnTo>
                  <a:pt x="819861" y="342544"/>
                </a:lnTo>
                <a:lnTo>
                  <a:pt x="802195" y="341655"/>
                </a:lnTo>
                <a:lnTo>
                  <a:pt x="803579" y="349694"/>
                </a:lnTo>
                <a:lnTo>
                  <a:pt x="805243" y="357555"/>
                </a:lnTo>
                <a:lnTo>
                  <a:pt x="806907" y="365112"/>
                </a:lnTo>
                <a:lnTo>
                  <a:pt x="808291" y="372237"/>
                </a:lnTo>
                <a:lnTo>
                  <a:pt x="826008" y="373113"/>
                </a:lnTo>
                <a:lnTo>
                  <a:pt x="842594" y="373570"/>
                </a:lnTo>
                <a:lnTo>
                  <a:pt x="872401" y="373761"/>
                </a:lnTo>
                <a:lnTo>
                  <a:pt x="891514" y="370903"/>
                </a:lnTo>
                <a:lnTo>
                  <a:pt x="905357" y="362318"/>
                </a:lnTo>
                <a:lnTo>
                  <a:pt x="913752" y="348005"/>
                </a:lnTo>
                <a:lnTo>
                  <a:pt x="914438" y="343179"/>
                </a:lnTo>
                <a:lnTo>
                  <a:pt x="916597" y="327939"/>
                </a:lnTo>
                <a:lnTo>
                  <a:pt x="916597" y="247167"/>
                </a:lnTo>
                <a:lnTo>
                  <a:pt x="916597" y="219646"/>
                </a:lnTo>
                <a:lnTo>
                  <a:pt x="916597" y="146494"/>
                </a:lnTo>
                <a:lnTo>
                  <a:pt x="916597" y="118960"/>
                </a:lnTo>
                <a:lnTo>
                  <a:pt x="916597" y="47332"/>
                </a:lnTo>
                <a:lnTo>
                  <a:pt x="916597" y="182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4227195" y="2678620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6003" y="102203"/>
                </a:moveTo>
                <a:lnTo>
                  <a:pt x="0" y="102203"/>
                </a:lnTo>
                <a:lnTo>
                  <a:pt x="22955" y="0"/>
                </a:lnTo>
                <a:lnTo>
                  <a:pt x="58007" y="0"/>
                </a:lnTo>
                <a:lnTo>
                  <a:pt x="26003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4567326" y="2399448"/>
            <a:ext cx="1163955" cy="377190"/>
          </a:xfrm>
          <a:custGeom>
            <a:avLst/>
            <a:gdLst/>
            <a:ahLst/>
            <a:cxnLst/>
            <a:rect l="l" t="t" r="r" b="b"/>
            <a:pathLst>
              <a:path w="1163954" h="377189">
                <a:moveTo>
                  <a:pt x="373672" y="338620"/>
                </a:moveTo>
                <a:lnTo>
                  <a:pt x="322224" y="323202"/>
                </a:lnTo>
                <a:lnTo>
                  <a:pt x="277939" y="306806"/>
                </a:lnTo>
                <a:lnTo>
                  <a:pt x="241084" y="289534"/>
                </a:lnTo>
                <a:lnTo>
                  <a:pt x="211937" y="271564"/>
                </a:lnTo>
                <a:lnTo>
                  <a:pt x="229209" y="251752"/>
                </a:lnTo>
                <a:lnTo>
                  <a:pt x="243154" y="235762"/>
                </a:lnTo>
                <a:lnTo>
                  <a:pt x="268211" y="194691"/>
                </a:lnTo>
                <a:lnTo>
                  <a:pt x="287248" y="148196"/>
                </a:lnTo>
                <a:lnTo>
                  <a:pt x="300418" y="96113"/>
                </a:lnTo>
                <a:lnTo>
                  <a:pt x="370624" y="96113"/>
                </a:lnTo>
                <a:lnTo>
                  <a:pt x="370624" y="67144"/>
                </a:lnTo>
                <a:lnTo>
                  <a:pt x="266890" y="67144"/>
                </a:lnTo>
                <a:lnTo>
                  <a:pt x="266890" y="96113"/>
                </a:lnTo>
                <a:lnTo>
                  <a:pt x="256006" y="142735"/>
                </a:lnTo>
                <a:lnTo>
                  <a:pt x="239255" y="184213"/>
                </a:lnTo>
                <a:lnTo>
                  <a:pt x="216484" y="220548"/>
                </a:lnTo>
                <a:lnTo>
                  <a:pt x="187553" y="251752"/>
                </a:lnTo>
                <a:lnTo>
                  <a:pt x="158419" y="218833"/>
                </a:lnTo>
                <a:lnTo>
                  <a:pt x="135166" y="181927"/>
                </a:lnTo>
                <a:lnTo>
                  <a:pt x="117894" y="141020"/>
                </a:lnTo>
                <a:lnTo>
                  <a:pt x="106781" y="96113"/>
                </a:lnTo>
                <a:lnTo>
                  <a:pt x="266890" y="96113"/>
                </a:lnTo>
                <a:lnTo>
                  <a:pt x="266890" y="67144"/>
                </a:lnTo>
                <a:lnTo>
                  <a:pt x="190601" y="67144"/>
                </a:lnTo>
                <a:lnTo>
                  <a:pt x="218122" y="53428"/>
                </a:lnTo>
                <a:lnTo>
                  <a:pt x="208356" y="36258"/>
                </a:lnTo>
                <a:lnTo>
                  <a:pt x="199745" y="21539"/>
                </a:lnTo>
                <a:lnTo>
                  <a:pt x="192316" y="9410"/>
                </a:lnTo>
                <a:lnTo>
                  <a:pt x="186029" y="0"/>
                </a:lnTo>
                <a:lnTo>
                  <a:pt x="157073" y="13716"/>
                </a:lnTo>
                <a:lnTo>
                  <a:pt x="163118" y="23774"/>
                </a:lnTo>
                <a:lnTo>
                  <a:pt x="170027" y="35864"/>
                </a:lnTo>
                <a:lnTo>
                  <a:pt x="187553" y="67144"/>
                </a:lnTo>
                <a:lnTo>
                  <a:pt x="3048" y="67144"/>
                </a:lnTo>
                <a:lnTo>
                  <a:pt x="3048" y="96113"/>
                </a:lnTo>
                <a:lnTo>
                  <a:pt x="76200" y="96113"/>
                </a:lnTo>
                <a:lnTo>
                  <a:pt x="88569" y="144767"/>
                </a:lnTo>
                <a:lnTo>
                  <a:pt x="107340" y="190119"/>
                </a:lnTo>
                <a:lnTo>
                  <a:pt x="132664" y="232333"/>
                </a:lnTo>
                <a:lnTo>
                  <a:pt x="164693" y="271564"/>
                </a:lnTo>
                <a:lnTo>
                  <a:pt x="133807" y="291350"/>
                </a:lnTo>
                <a:lnTo>
                  <a:pt x="96062" y="309854"/>
                </a:lnTo>
                <a:lnTo>
                  <a:pt x="51447" y="327494"/>
                </a:lnTo>
                <a:lnTo>
                  <a:pt x="0" y="344716"/>
                </a:lnTo>
                <a:lnTo>
                  <a:pt x="5715" y="352717"/>
                </a:lnTo>
                <a:lnTo>
                  <a:pt x="11430" y="360413"/>
                </a:lnTo>
                <a:lnTo>
                  <a:pt x="17145" y="367525"/>
                </a:lnTo>
                <a:lnTo>
                  <a:pt x="22860" y="373761"/>
                </a:lnTo>
                <a:lnTo>
                  <a:pt x="75209" y="353415"/>
                </a:lnTo>
                <a:lnTo>
                  <a:pt x="120103" y="333324"/>
                </a:lnTo>
                <a:lnTo>
                  <a:pt x="157543" y="313245"/>
                </a:lnTo>
                <a:lnTo>
                  <a:pt x="187553" y="292900"/>
                </a:lnTo>
                <a:lnTo>
                  <a:pt x="216433" y="313194"/>
                </a:lnTo>
                <a:lnTo>
                  <a:pt x="252590" y="332943"/>
                </a:lnTo>
                <a:lnTo>
                  <a:pt x="295871" y="352120"/>
                </a:lnTo>
                <a:lnTo>
                  <a:pt x="346138" y="370713"/>
                </a:lnTo>
                <a:lnTo>
                  <a:pt x="351294" y="364210"/>
                </a:lnTo>
                <a:lnTo>
                  <a:pt x="357619" y="356412"/>
                </a:lnTo>
                <a:lnTo>
                  <a:pt x="365074" y="347738"/>
                </a:lnTo>
                <a:lnTo>
                  <a:pt x="373672" y="338620"/>
                </a:lnTo>
                <a:close/>
              </a:path>
              <a:path w="1163954" h="377189">
                <a:moveTo>
                  <a:pt x="503301" y="13716"/>
                </a:moveTo>
                <a:lnTo>
                  <a:pt x="472719" y="4572"/>
                </a:lnTo>
                <a:lnTo>
                  <a:pt x="455320" y="57531"/>
                </a:lnTo>
                <a:lnTo>
                  <a:pt x="435190" y="106616"/>
                </a:lnTo>
                <a:lnTo>
                  <a:pt x="412508" y="151980"/>
                </a:lnTo>
                <a:lnTo>
                  <a:pt x="387375" y="193738"/>
                </a:lnTo>
                <a:lnTo>
                  <a:pt x="391020" y="201739"/>
                </a:lnTo>
                <a:lnTo>
                  <a:pt x="394804" y="209740"/>
                </a:lnTo>
                <a:lnTo>
                  <a:pt x="398310" y="217741"/>
                </a:lnTo>
                <a:lnTo>
                  <a:pt x="401091" y="225742"/>
                </a:lnTo>
                <a:lnTo>
                  <a:pt x="412242" y="210578"/>
                </a:lnTo>
                <a:lnTo>
                  <a:pt x="422808" y="194691"/>
                </a:lnTo>
                <a:lnTo>
                  <a:pt x="432816" y="177952"/>
                </a:lnTo>
                <a:lnTo>
                  <a:pt x="442239" y="160210"/>
                </a:lnTo>
                <a:lnTo>
                  <a:pt x="442239" y="376809"/>
                </a:lnTo>
                <a:lnTo>
                  <a:pt x="472719" y="376809"/>
                </a:lnTo>
                <a:lnTo>
                  <a:pt x="472719" y="160210"/>
                </a:lnTo>
                <a:lnTo>
                  <a:pt x="472719" y="97624"/>
                </a:lnTo>
                <a:lnTo>
                  <a:pt x="480720" y="77038"/>
                </a:lnTo>
                <a:lnTo>
                  <a:pt x="488581" y="56286"/>
                </a:lnTo>
                <a:lnTo>
                  <a:pt x="496163" y="35229"/>
                </a:lnTo>
                <a:lnTo>
                  <a:pt x="503301" y="13716"/>
                </a:lnTo>
                <a:close/>
              </a:path>
              <a:path w="1163954" h="377189">
                <a:moveTo>
                  <a:pt x="770191" y="216598"/>
                </a:moveTo>
                <a:lnTo>
                  <a:pt x="666470" y="216598"/>
                </a:lnTo>
                <a:lnTo>
                  <a:pt x="666470" y="118960"/>
                </a:lnTo>
                <a:lnTo>
                  <a:pt x="756386" y="118960"/>
                </a:lnTo>
                <a:lnTo>
                  <a:pt x="756386" y="93052"/>
                </a:lnTo>
                <a:lnTo>
                  <a:pt x="666470" y="93052"/>
                </a:lnTo>
                <a:lnTo>
                  <a:pt x="666470" y="3048"/>
                </a:lnTo>
                <a:lnTo>
                  <a:pt x="634466" y="3048"/>
                </a:lnTo>
                <a:lnTo>
                  <a:pt x="634466" y="93052"/>
                </a:lnTo>
                <a:lnTo>
                  <a:pt x="571881" y="93052"/>
                </a:lnTo>
                <a:lnTo>
                  <a:pt x="576186" y="79552"/>
                </a:lnTo>
                <a:lnTo>
                  <a:pt x="580072" y="66192"/>
                </a:lnTo>
                <a:lnTo>
                  <a:pt x="583666" y="52552"/>
                </a:lnTo>
                <a:lnTo>
                  <a:pt x="587121" y="38188"/>
                </a:lnTo>
                <a:lnTo>
                  <a:pt x="556641" y="30480"/>
                </a:lnTo>
                <a:lnTo>
                  <a:pt x="547230" y="68541"/>
                </a:lnTo>
                <a:lnTo>
                  <a:pt x="535114" y="104863"/>
                </a:lnTo>
                <a:lnTo>
                  <a:pt x="520420" y="139484"/>
                </a:lnTo>
                <a:lnTo>
                  <a:pt x="503301" y="172402"/>
                </a:lnTo>
                <a:lnTo>
                  <a:pt x="510108" y="177215"/>
                </a:lnTo>
                <a:lnTo>
                  <a:pt x="516636" y="182308"/>
                </a:lnTo>
                <a:lnTo>
                  <a:pt x="522592" y="187401"/>
                </a:lnTo>
                <a:lnTo>
                  <a:pt x="527685" y="192214"/>
                </a:lnTo>
                <a:lnTo>
                  <a:pt x="537451" y="175641"/>
                </a:lnTo>
                <a:lnTo>
                  <a:pt x="546354" y="157911"/>
                </a:lnTo>
                <a:lnTo>
                  <a:pt x="554685" y="139026"/>
                </a:lnTo>
                <a:lnTo>
                  <a:pt x="562737" y="118960"/>
                </a:lnTo>
                <a:lnTo>
                  <a:pt x="634466" y="118960"/>
                </a:lnTo>
                <a:lnTo>
                  <a:pt x="634466" y="216598"/>
                </a:lnTo>
                <a:lnTo>
                  <a:pt x="501777" y="216598"/>
                </a:lnTo>
                <a:lnTo>
                  <a:pt x="501777" y="242608"/>
                </a:lnTo>
                <a:lnTo>
                  <a:pt x="634466" y="242608"/>
                </a:lnTo>
                <a:lnTo>
                  <a:pt x="634466" y="376809"/>
                </a:lnTo>
                <a:lnTo>
                  <a:pt x="666470" y="376809"/>
                </a:lnTo>
                <a:lnTo>
                  <a:pt x="666470" y="242608"/>
                </a:lnTo>
                <a:lnTo>
                  <a:pt x="770191" y="242608"/>
                </a:lnTo>
                <a:lnTo>
                  <a:pt x="770191" y="216598"/>
                </a:lnTo>
                <a:close/>
              </a:path>
              <a:path w="1163954" h="377189">
                <a:moveTo>
                  <a:pt x="889063" y="10668"/>
                </a:moveTo>
                <a:lnTo>
                  <a:pt x="860107" y="1524"/>
                </a:lnTo>
                <a:lnTo>
                  <a:pt x="844677" y="52463"/>
                </a:lnTo>
                <a:lnTo>
                  <a:pt x="825817" y="100101"/>
                </a:lnTo>
                <a:lnTo>
                  <a:pt x="803529" y="144602"/>
                </a:lnTo>
                <a:lnTo>
                  <a:pt x="777811" y="186118"/>
                </a:lnTo>
                <a:lnTo>
                  <a:pt x="791527" y="218122"/>
                </a:lnTo>
                <a:lnTo>
                  <a:pt x="800671" y="204139"/>
                </a:lnTo>
                <a:lnTo>
                  <a:pt x="809815" y="189738"/>
                </a:lnTo>
                <a:lnTo>
                  <a:pt x="818959" y="175044"/>
                </a:lnTo>
                <a:lnTo>
                  <a:pt x="828103" y="160210"/>
                </a:lnTo>
                <a:lnTo>
                  <a:pt x="828103" y="376809"/>
                </a:lnTo>
                <a:lnTo>
                  <a:pt x="855535" y="376809"/>
                </a:lnTo>
                <a:lnTo>
                  <a:pt x="855535" y="160210"/>
                </a:lnTo>
                <a:lnTo>
                  <a:pt x="855535" y="102196"/>
                </a:lnTo>
                <a:lnTo>
                  <a:pt x="865276" y="80200"/>
                </a:lnTo>
                <a:lnTo>
                  <a:pt x="874014" y="57619"/>
                </a:lnTo>
                <a:lnTo>
                  <a:pt x="881900" y="34442"/>
                </a:lnTo>
                <a:lnTo>
                  <a:pt x="889063" y="10668"/>
                </a:lnTo>
                <a:close/>
              </a:path>
              <a:path w="1163954" h="377189">
                <a:moveTo>
                  <a:pt x="1163574" y="279171"/>
                </a:moveTo>
                <a:lnTo>
                  <a:pt x="1128407" y="248843"/>
                </a:lnTo>
                <a:lnTo>
                  <a:pt x="1098232" y="210350"/>
                </a:lnTo>
                <a:lnTo>
                  <a:pt x="1072921" y="163537"/>
                </a:lnTo>
                <a:lnTo>
                  <a:pt x="1052322" y="108292"/>
                </a:lnTo>
                <a:lnTo>
                  <a:pt x="1149858" y="108292"/>
                </a:lnTo>
                <a:lnTo>
                  <a:pt x="1149858" y="80860"/>
                </a:lnTo>
                <a:lnTo>
                  <a:pt x="1027836" y="80860"/>
                </a:lnTo>
                <a:lnTo>
                  <a:pt x="1027836" y="3048"/>
                </a:lnTo>
                <a:lnTo>
                  <a:pt x="1000404" y="3048"/>
                </a:lnTo>
                <a:lnTo>
                  <a:pt x="1000404" y="80860"/>
                </a:lnTo>
                <a:lnTo>
                  <a:pt x="881443" y="80860"/>
                </a:lnTo>
                <a:lnTo>
                  <a:pt x="881443" y="108292"/>
                </a:lnTo>
                <a:lnTo>
                  <a:pt x="971448" y="108292"/>
                </a:lnTo>
                <a:lnTo>
                  <a:pt x="950874" y="162636"/>
                </a:lnTo>
                <a:lnTo>
                  <a:pt x="925728" y="211112"/>
                </a:lnTo>
                <a:lnTo>
                  <a:pt x="895972" y="253568"/>
                </a:lnTo>
                <a:lnTo>
                  <a:pt x="861631" y="289852"/>
                </a:lnTo>
                <a:lnTo>
                  <a:pt x="867079" y="296443"/>
                </a:lnTo>
                <a:lnTo>
                  <a:pt x="872109" y="302615"/>
                </a:lnTo>
                <a:lnTo>
                  <a:pt x="881443" y="314236"/>
                </a:lnTo>
                <a:lnTo>
                  <a:pt x="912418" y="282575"/>
                </a:lnTo>
                <a:lnTo>
                  <a:pt x="939507" y="246164"/>
                </a:lnTo>
                <a:lnTo>
                  <a:pt x="962837" y="204965"/>
                </a:lnTo>
                <a:lnTo>
                  <a:pt x="982586" y="159016"/>
                </a:lnTo>
                <a:lnTo>
                  <a:pt x="998880" y="108292"/>
                </a:lnTo>
                <a:lnTo>
                  <a:pt x="1000404" y="108292"/>
                </a:lnTo>
                <a:lnTo>
                  <a:pt x="1000404" y="270027"/>
                </a:lnTo>
                <a:lnTo>
                  <a:pt x="944016" y="270027"/>
                </a:lnTo>
                <a:lnTo>
                  <a:pt x="944016" y="297472"/>
                </a:lnTo>
                <a:lnTo>
                  <a:pt x="1000404" y="297472"/>
                </a:lnTo>
                <a:lnTo>
                  <a:pt x="1000404" y="376809"/>
                </a:lnTo>
                <a:lnTo>
                  <a:pt x="1027836" y="376809"/>
                </a:lnTo>
                <a:lnTo>
                  <a:pt x="1027836" y="297472"/>
                </a:lnTo>
                <a:lnTo>
                  <a:pt x="1084326" y="297472"/>
                </a:lnTo>
                <a:lnTo>
                  <a:pt x="1084326" y="270027"/>
                </a:lnTo>
                <a:lnTo>
                  <a:pt x="1027836" y="270027"/>
                </a:lnTo>
                <a:lnTo>
                  <a:pt x="1027836" y="108292"/>
                </a:lnTo>
                <a:lnTo>
                  <a:pt x="1044003" y="161594"/>
                </a:lnTo>
                <a:lnTo>
                  <a:pt x="1063231" y="208089"/>
                </a:lnTo>
                <a:lnTo>
                  <a:pt x="1085646" y="247916"/>
                </a:lnTo>
                <a:lnTo>
                  <a:pt x="1111427" y="281216"/>
                </a:lnTo>
                <a:lnTo>
                  <a:pt x="1140714" y="308140"/>
                </a:lnTo>
                <a:lnTo>
                  <a:pt x="1145565" y="301256"/>
                </a:lnTo>
                <a:lnTo>
                  <a:pt x="1151001" y="294233"/>
                </a:lnTo>
                <a:lnTo>
                  <a:pt x="1156995" y="286918"/>
                </a:lnTo>
                <a:lnTo>
                  <a:pt x="1163574" y="27917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5988647" y="2399448"/>
            <a:ext cx="1975485" cy="395605"/>
          </a:xfrm>
          <a:custGeom>
            <a:avLst/>
            <a:gdLst/>
            <a:ahLst/>
            <a:cxnLst/>
            <a:rect l="l" t="t" r="r" b="b"/>
            <a:pathLst>
              <a:path w="1975484" h="395605">
                <a:moveTo>
                  <a:pt x="100685" y="30480"/>
                </a:moveTo>
                <a:lnTo>
                  <a:pt x="68681" y="30480"/>
                </a:lnTo>
                <a:lnTo>
                  <a:pt x="38620" y="70269"/>
                </a:lnTo>
                <a:lnTo>
                  <a:pt x="17157" y="114046"/>
                </a:lnTo>
                <a:lnTo>
                  <a:pt x="4292" y="161810"/>
                </a:lnTo>
                <a:lnTo>
                  <a:pt x="0" y="213550"/>
                </a:lnTo>
                <a:lnTo>
                  <a:pt x="4292" y="265087"/>
                </a:lnTo>
                <a:lnTo>
                  <a:pt x="17157" y="312318"/>
                </a:lnTo>
                <a:lnTo>
                  <a:pt x="38620" y="355561"/>
                </a:lnTo>
                <a:lnTo>
                  <a:pt x="68681" y="395097"/>
                </a:lnTo>
                <a:lnTo>
                  <a:pt x="100685" y="395097"/>
                </a:lnTo>
                <a:lnTo>
                  <a:pt x="71539" y="354482"/>
                </a:lnTo>
                <a:lnTo>
                  <a:pt x="50533" y="310603"/>
                </a:lnTo>
                <a:lnTo>
                  <a:pt x="37807" y="263588"/>
                </a:lnTo>
                <a:lnTo>
                  <a:pt x="33528" y="213550"/>
                </a:lnTo>
                <a:lnTo>
                  <a:pt x="37807" y="162674"/>
                </a:lnTo>
                <a:lnTo>
                  <a:pt x="50533" y="115189"/>
                </a:lnTo>
                <a:lnTo>
                  <a:pt x="71539" y="71132"/>
                </a:lnTo>
                <a:lnTo>
                  <a:pt x="100685" y="30480"/>
                </a:lnTo>
                <a:close/>
              </a:path>
              <a:path w="1975484" h="395605">
                <a:moveTo>
                  <a:pt x="289750" y="199834"/>
                </a:moveTo>
                <a:lnTo>
                  <a:pt x="276961" y="185280"/>
                </a:lnTo>
                <a:lnTo>
                  <a:pt x="264033" y="171450"/>
                </a:lnTo>
                <a:lnTo>
                  <a:pt x="263474" y="170878"/>
                </a:lnTo>
                <a:lnTo>
                  <a:pt x="251383" y="158470"/>
                </a:lnTo>
                <a:lnTo>
                  <a:pt x="250088" y="157162"/>
                </a:lnTo>
                <a:lnTo>
                  <a:pt x="239458" y="146494"/>
                </a:lnTo>
                <a:lnTo>
                  <a:pt x="228790" y="157162"/>
                </a:lnTo>
                <a:lnTo>
                  <a:pt x="228790" y="106781"/>
                </a:lnTo>
                <a:lnTo>
                  <a:pt x="282130" y="106781"/>
                </a:lnTo>
                <a:lnTo>
                  <a:pt x="282130" y="80873"/>
                </a:lnTo>
                <a:lnTo>
                  <a:pt x="228790" y="80873"/>
                </a:lnTo>
                <a:lnTo>
                  <a:pt x="228790" y="4572"/>
                </a:lnTo>
                <a:lnTo>
                  <a:pt x="199834" y="4572"/>
                </a:lnTo>
                <a:lnTo>
                  <a:pt x="199834" y="80873"/>
                </a:lnTo>
                <a:lnTo>
                  <a:pt x="144868" y="80873"/>
                </a:lnTo>
                <a:lnTo>
                  <a:pt x="144868" y="106781"/>
                </a:lnTo>
                <a:lnTo>
                  <a:pt x="198310" y="106781"/>
                </a:lnTo>
                <a:lnTo>
                  <a:pt x="186918" y="144526"/>
                </a:lnTo>
                <a:lnTo>
                  <a:pt x="173494" y="179832"/>
                </a:lnTo>
                <a:lnTo>
                  <a:pt x="158369" y="212559"/>
                </a:lnTo>
                <a:lnTo>
                  <a:pt x="141820" y="242608"/>
                </a:lnTo>
                <a:lnTo>
                  <a:pt x="148488" y="259943"/>
                </a:lnTo>
                <a:lnTo>
                  <a:pt x="151472" y="268109"/>
                </a:lnTo>
                <a:lnTo>
                  <a:pt x="154012" y="276136"/>
                </a:lnTo>
                <a:lnTo>
                  <a:pt x="166319" y="254749"/>
                </a:lnTo>
                <a:lnTo>
                  <a:pt x="178066" y="229793"/>
                </a:lnTo>
                <a:lnTo>
                  <a:pt x="189242" y="201688"/>
                </a:lnTo>
                <a:lnTo>
                  <a:pt x="199834" y="170878"/>
                </a:lnTo>
                <a:lnTo>
                  <a:pt x="199834" y="378333"/>
                </a:lnTo>
                <a:lnTo>
                  <a:pt x="228790" y="378333"/>
                </a:lnTo>
                <a:lnTo>
                  <a:pt x="228790" y="170878"/>
                </a:lnTo>
                <a:lnTo>
                  <a:pt x="237578" y="180860"/>
                </a:lnTo>
                <a:lnTo>
                  <a:pt x="247650" y="192405"/>
                </a:lnTo>
                <a:lnTo>
                  <a:pt x="258584" y="205384"/>
                </a:lnTo>
                <a:lnTo>
                  <a:pt x="269938" y="219646"/>
                </a:lnTo>
                <a:lnTo>
                  <a:pt x="289750" y="199834"/>
                </a:lnTo>
                <a:close/>
              </a:path>
              <a:path w="1975484" h="395605">
                <a:moveTo>
                  <a:pt x="523113" y="346329"/>
                </a:moveTo>
                <a:lnTo>
                  <a:pt x="498208" y="334606"/>
                </a:lnTo>
                <a:lnTo>
                  <a:pt x="475856" y="320332"/>
                </a:lnTo>
                <a:lnTo>
                  <a:pt x="455777" y="303796"/>
                </a:lnTo>
                <a:lnTo>
                  <a:pt x="437680" y="285280"/>
                </a:lnTo>
                <a:lnTo>
                  <a:pt x="456920" y="275602"/>
                </a:lnTo>
                <a:lnTo>
                  <a:pt x="475170" y="265468"/>
                </a:lnTo>
                <a:lnTo>
                  <a:pt x="475856" y="265087"/>
                </a:lnTo>
                <a:lnTo>
                  <a:pt x="494753" y="253987"/>
                </a:lnTo>
                <a:lnTo>
                  <a:pt x="513969" y="242608"/>
                </a:lnTo>
                <a:lnTo>
                  <a:pt x="494157" y="218122"/>
                </a:lnTo>
                <a:lnTo>
                  <a:pt x="476707" y="230454"/>
                </a:lnTo>
                <a:lnTo>
                  <a:pt x="458673" y="242366"/>
                </a:lnTo>
                <a:lnTo>
                  <a:pt x="440080" y="253987"/>
                </a:lnTo>
                <a:lnTo>
                  <a:pt x="420916" y="265468"/>
                </a:lnTo>
                <a:lnTo>
                  <a:pt x="412076" y="251421"/>
                </a:lnTo>
                <a:lnTo>
                  <a:pt x="403961" y="236651"/>
                </a:lnTo>
                <a:lnTo>
                  <a:pt x="396697" y="221018"/>
                </a:lnTo>
                <a:lnTo>
                  <a:pt x="390436" y="204406"/>
                </a:lnTo>
                <a:lnTo>
                  <a:pt x="462153" y="204406"/>
                </a:lnTo>
                <a:lnTo>
                  <a:pt x="462153" y="212026"/>
                </a:lnTo>
                <a:lnTo>
                  <a:pt x="491109" y="212026"/>
                </a:lnTo>
                <a:lnTo>
                  <a:pt x="491109" y="19812"/>
                </a:lnTo>
                <a:lnTo>
                  <a:pt x="462153" y="19812"/>
                </a:lnTo>
                <a:lnTo>
                  <a:pt x="462153" y="45821"/>
                </a:lnTo>
                <a:lnTo>
                  <a:pt x="462153" y="99161"/>
                </a:lnTo>
                <a:lnTo>
                  <a:pt x="462153" y="125069"/>
                </a:lnTo>
                <a:lnTo>
                  <a:pt x="462153" y="178498"/>
                </a:lnTo>
                <a:lnTo>
                  <a:pt x="329476" y="178498"/>
                </a:lnTo>
                <a:lnTo>
                  <a:pt x="329476" y="125069"/>
                </a:lnTo>
                <a:lnTo>
                  <a:pt x="462153" y="125069"/>
                </a:lnTo>
                <a:lnTo>
                  <a:pt x="462153" y="99161"/>
                </a:lnTo>
                <a:lnTo>
                  <a:pt x="329476" y="99161"/>
                </a:lnTo>
                <a:lnTo>
                  <a:pt x="329476" y="45821"/>
                </a:lnTo>
                <a:lnTo>
                  <a:pt x="462153" y="45821"/>
                </a:lnTo>
                <a:lnTo>
                  <a:pt x="462153" y="19812"/>
                </a:lnTo>
                <a:lnTo>
                  <a:pt x="301942" y="19812"/>
                </a:lnTo>
                <a:lnTo>
                  <a:pt x="301828" y="320332"/>
                </a:lnTo>
                <a:lnTo>
                  <a:pt x="301078" y="330288"/>
                </a:lnTo>
                <a:lnTo>
                  <a:pt x="298513" y="339801"/>
                </a:lnTo>
                <a:lnTo>
                  <a:pt x="294220" y="347599"/>
                </a:lnTo>
                <a:lnTo>
                  <a:pt x="288226" y="353949"/>
                </a:lnTo>
                <a:lnTo>
                  <a:pt x="309562" y="379857"/>
                </a:lnTo>
                <a:lnTo>
                  <a:pt x="314198" y="376161"/>
                </a:lnTo>
                <a:lnTo>
                  <a:pt x="319138" y="372046"/>
                </a:lnTo>
                <a:lnTo>
                  <a:pt x="324650" y="367639"/>
                </a:lnTo>
                <a:lnTo>
                  <a:pt x="364147" y="345706"/>
                </a:lnTo>
                <a:lnTo>
                  <a:pt x="399580" y="329476"/>
                </a:lnTo>
                <a:lnTo>
                  <a:pt x="398449" y="323202"/>
                </a:lnTo>
                <a:lnTo>
                  <a:pt x="397484" y="315950"/>
                </a:lnTo>
                <a:lnTo>
                  <a:pt x="396786" y="307822"/>
                </a:lnTo>
                <a:lnTo>
                  <a:pt x="396532" y="298996"/>
                </a:lnTo>
                <a:lnTo>
                  <a:pt x="377050" y="308686"/>
                </a:lnTo>
                <a:lnTo>
                  <a:pt x="359575" y="317093"/>
                </a:lnTo>
                <a:lnTo>
                  <a:pt x="343801" y="324065"/>
                </a:lnTo>
                <a:lnTo>
                  <a:pt x="329476" y="329476"/>
                </a:lnTo>
                <a:lnTo>
                  <a:pt x="329476" y="204406"/>
                </a:lnTo>
                <a:lnTo>
                  <a:pt x="363004" y="204406"/>
                </a:lnTo>
                <a:lnTo>
                  <a:pt x="384403" y="256184"/>
                </a:lnTo>
                <a:lnTo>
                  <a:pt x="414248" y="301663"/>
                </a:lnTo>
                <a:lnTo>
                  <a:pt x="452412" y="340842"/>
                </a:lnTo>
                <a:lnTo>
                  <a:pt x="498729" y="373761"/>
                </a:lnTo>
                <a:lnTo>
                  <a:pt x="504469" y="366052"/>
                </a:lnTo>
                <a:lnTo>
                  <a:pt x="510349" y="358902"/>
                </a:lnTo>
                <a:lnTo>
                  <a:pt x="516521" y="352336"/>
                </a:lnTo>
                <a:lnTo>
                  <a:pt x="523113" y="346329"/>
                </a:lnTo>
                <a:close/>
              </a:path>
              <a:path w="1975484" h="395605">
                <a:moveTo>
                  <a:pt x="872299" y="27432"/>
                </a:moveTo>
                <a:lnTo>
                  <a:pt x="576453" y="27432"/>
                </a:lnTo>
                <a:lnTo>
                  <a:pt x="576453" y="56476"/>
                </a:lnTo>
                <a:lnTo>
                  <a:pt x="872299" y="56476"/>
                </a:lnTo>
                <a:lnTo>
                  <a:pt x="872299" y="27432"/>
                </a:lnTo>
                <a:close/>
              </a:path>
              <a:path w="1975484" h="395605">
                <a:moveTo>
                  <a:pt x="913549" y="268516"/>
                </a:moveTo>
                <a:lnTo>
                  <a:pt x="904684" y="267081"/>
                </a:lnTo>
                <a:lnTo>
                  <a:pt x="896404" y="265087"/>
                </a:lnTo>
                <a:lnTo>
                  <a:pt x="888682" y="262509"/>
                </a:lnTo>
                <a:lnTo>
                  <a:pt x="881545" y="259372"/>
                </a:lnTo>
                <a:lnTo>
                  <a:pt x="880160" y="275437"/>
                </a:lnTo>
                <a:lnTo>
                  <a:pt x="878497" y="289661"/>
                </a:lnTo>
                <a:lnTo>
                  <a:pt x="876820" y="302425"/>
                </a:lnTo>
                <a:lnTo>
                  <a:pt x="875449" y="314236"/>
                </a:lnTo>
                <a:lnTo>
                  <a:pt x="871677" y="325107"/>
                </a:lnTo>
                <a:lnTo>
                  <a:pt x="865073" y="332714"/>
                </a:lnTo>
                <a:lnTo>
                  <a:pt x="855637" y="337159"/>
                </a:lnTo>
                <a:lnTo>
                  <a:pt x="843343" y="338620"/>
                </a:lnTo>
                <a:lnTo>
                  <a:pt x="811339" y="338620"/>
                </a:lnTo>
                <a:lnTo>
                  <a:pt x="801344" y="337210"/>
                </a:lnTo>
                <a:lnTo>
                  <a:pt x="794194" y="333095"/>
                </a:lnTo>
                <a:lnTo>
                  <a:pt x="789914" y="326402"/>
                </a:lnTo>
                <a:lnTo>
                  <a:pt x="788479" y="317284"/>
                </a:lnTo>
                <a:lnTo>
                  <a:pt x="788479" y="167830"/>
                </a:lnTo>
                <a:lnTo>
                  <a:pt x="908977" y="167830"/>
                </a:lnTo>
                <a:lnTo>
                  <a:pt x="908977" y="138874"/>
                </a:lnTo>
                <a:lnTo>
                  <a:pt x="539877" y="138874"/>
                </a:lnTo>
                <a:lnTo>
                  <a:pt x="539877" y="167830"/>
                </a:lnTo>
                <a:lnTo>
                  <a:pt x="645134" y="167830"/>
                </a:lnTo>
                <a:lnTo>
                  <a:pt x="645134" y="181546"/>
                </a:lnTo>
                <a:lnTo>
                  <a:pt x="639610" y="241985"/>
                </a:lnTo>
                <a:lnTo>
                  <a:pt x="623798" y="285280"/>
                </a:lnTo>
                <a:lnTo>
                  <a:pt x="589648" y="319570"/>
                </a:lnTo>
                <a:lnTo>
                  <a:pt x="533781" y="353949"/>
                </a:lnTo>
                <a:lnTo>
                  <a:pt x="538632" y="358190"/>
                </a:lnTo>
                <a:lnTo>
                  <a:pt x="544068" y="363855"/>
                </a:lnTo>
                <a:lnTo>
                  <a:pt x="550075" y="370662"/>
                </a:lnTo>
                <a:lnTo>
                  <a:pt x="556641" y="378333"/>
                </a:lnTo>
                <a:lnTo>
                  <a:pt x="589483" y="359740"/>
                </a:lnTo>
                <a:lnTo>
                  <a:pt x="637959" y="320814"/>
                </a:lnTo>
                <a:lnTo>
                  <a:pt x="663625" y="277609"/>
                </a:lnTo>
                <a:lnTo>
                  <a:pt x="675678" y="217500"/>
                </a:lnTo>
                <a:lnTo>
                  <a:pt x="677138" y="167830"/>
                </a:lnTo>
                <a:lnTo>
                  <a:pt x="756475" y="167830"/>
                </a:lnTo>
                <a:lnTo>
                  <a:pt x="756577" y="319570"/>
                </a:lnTo>
                <a:lnTo>
                  <a:pt x="782840" y="363258"/>
                </a:lnTo>
                <a:lnTo>
                  <a:pt x="803719" y="366141"/>
                </a:lnTo>
                <a:lnTo>
                  <a:pt x="850963" y="366141"/>
                </a:lnTo>
                <a:lnTo>
                  <a:pt x="888771" y="355841"/>
                </a:lnTo>
                <a:lnTo>
                  <a:pt x="908189" y="312877"/>
                </a:lnTo>
                <a:lnTo>
                  <a:pt x="912139" y="284822"/>
                </a:lnTo>
                <a:lnTo>
                  <a:pt x="913549" y="268516"/>
                </a:lnTo>
                <a:close/>
              </a:path>
              <a:path w="1975484" h="395605">
                <a:moveTo>
                  <a:pt x="1049274" y="314236"/>
                </a:moveTo>
                <a:lnTo>
                  <a:pt x="1030986" y="292900"/>
                </a:lnTo>
                <a:lnTo>
                  <a:pt x="1003477" y="309156"/>
                </a:lnTo>
                <a:lnTo>
                  <a:pt x="978128" y="323570"/>
                </a:lnTo>
                <a:lnTo>
                  <a:pt x="954811" y="336016"/>
                </a:lnTo>
                <a:lnTo>
                  <a:pt x="933348" y="346329"/>
                </a:lnTo>
                <a:lnTo>
                  <a:pt x="937666" y="353136"/>
                </a:lnTo>
                <a:lnTo>
                  <a:pt x="941463" y="359524"/>
                </a:lnTo>
                <a:lnTo>
                  <a:pt x="945146" y="365620"/>
                </a:lnTo>
                <a:lnTo>
                  <a:pt x="948588" y="370713"/>
                </a:lnTo>
                <a:lnTo>
                  <a:pt x="971169" y="359524"/>
                </a:lnTo>
                <a:lnTo>
                  <a:pt x="995464" y="346468"/>
                </a:lnTo>
                <a:lnTo>
                  <a:pt x="1021499" y="331419"/>
                </a:lnTo>
                <a:lnTo>
                  <a:pt x="1049274" y="314236"/>
                </a:lnTo>
                <a:close/>
              </a:path>
              <a:path w="1975484" h="395605">
                <a:moveTo>
                  <a:pt x="1287119" y="344716"/>
                </a:moveTo>
                <a:lnTo>
                  <a:pt x="1209535" y="302488"/>
                </a:lnTo>
                <a:lnTo>
                  <a:pt x="1188046" y="291376"/>
                </a:lnTo>
                <a:lnTo>
                  <a:pt x="1171282" y="311188"/>
                </a:lnTo>
                <a:lnTo>
                  <a:pt x="1193596" y="323456"/>
                </a:lnTo>
                <a:lnTo>
                  <a:pt x="1217206" y="337324"/>
                </a:lnTo>
                <a:lnTo>
                  <a:pt x="1242225" y="352628"/>
                </a:lnTo>
                <a:lnTo>
                  <a:pt x="1268831" y="369189"/>
                </a:lnTo>
                <a:lnTo>
                  <a:pt x="1287119" y="344716"/>
                </a:lnTo>
                <a:close/>
              </a:path>
              <a:path w="1975484" h="395605">
                <a:moveTo>
                  <a:pt x="1300924" y="132676"/>
                </a:moveTo>
                <a:lnTo>
                  <a:pt x="1130046" y="132676"/>
                </a:lnTo>
                <a:lnTo>
                  <a:pt x="1130046" y="106768"/>
                </a:lnTo>
                <a:lnTo>
                  <a:pt x="1259687" y="106768"/>
                </a:lnTo>
                <a:lnTo>
                  <a:pt x="1259687" y="82384"/>
                </a:lnTo>
                <a:lnTo>
                  <a:pt x="1130046" y="82384"/>
                </a:lnTo>
                <a:lnTo>
                  <a:pt x="1130046" y="56476"/>
                </a:lnTo>
                <a:lnTo>
                  <a:pt x="1287119" y="56476"/>
                </a:lnTo>
                <a:lnTo>
                  <a:pt x="1287119" y="33528"/>
                </a:lnTo>
                <a:lnTo>
                  <a:pt x="1130046" y="33528"/>
                </a:lnTo>
                <a:lnTo>
                  <a:pt x="1130046" y="0"/>
                </a:lnTo>
                <a:lnTo>
                  <a:pt x="1099566" y="0"/>
                </a:lnTo>
                <a:lnTo>
                  <a:pt x="1099566" y="33528"/>
                </a:lnTo>
                <a:lnTo>
                  <a:pt x="945540" y="33528"/>
                </a:lnTo>
                <a:lnTo>
                  <a:pt x="945540" y="56476"/>
                </a:lnTo>
                <a:lnTo>
                  <a:pt x="1099566" y="56476"/>
                </a:lnTo>
                <a:lnTo>
                  <a:pt x="1099566" y="82384"/>
                </a:lnTo>
                <a:lnTo>
                  <a:pt x="966876" y="82384"/>
                </a:lnTo>
                <a:lnTo>
                  <a:pt x="966876" y="106768"/>
                </a:lnTo>
                <a:lnTo>
                  <a:pt x="1099566" y="106768"/>
                </a:lnTo>
                <a:lnTo>
                  <a:pt x="1099566" y="132676"/>
                </a:lnTo>
                <a:lnTo>
                  <a:pt x="930300" y="132676"/>
                </a:lnTo>
                <a:lnTo>
                  <a:pt x="930300" y="157162"/>
                </a:lnTo>
                <a:lnTo>
                  <a:pt x="1047750" y="157162"/>
                </a:lnTo>
                <a:lnTo>
                  <a:pt x="1036294" y="163779"/>
                </a:lnTo>
                <a:lnTo>
                  <a:pt x="1000404" y="183070"/>
                </a:lnTo>
                <a:lnTo>
                  <a:pt x="965352" y="193738"/>
                </a:lnTo>
                <a:lnTo>
                  <a:pt x="979068" y="222694"/>
                </a:lnTo>
                <a:lnTo>
                  <a:pt x="986815" y="221551"/>
                </a:lnTo>
                <a:lnTo>
                  <a:pt x="1008024" y="218122"/>
                </a:lnTo>
                <a:lnTo>
                  <a:pt x="1069632" y="213410"/>
                </a:lnTo>
                <a:lnTo>
                  <a:pt x="1091946" y="212026"/>
                </a:lnTo>
                <a:lnTo>
                  <a:pt x="1072222" y="220903"/>
                </a:lnTo>
                <a:lnTo>
                  <a:pt x="1051928" y="229374"/>
                </a:lnTo>
                <a:lnTo>
                  <a:pt x="1031036" y="237566"/>
                </a:lnTo>
                <a:lnTo>
                  <a:pt x="1009548" y="245656"/>
                </a:lnTo>
                <a:lnTo>
                  <a:pt x="998486" y="249936"/>
                </a:lnTo>
                <a:lnTo>
                  <a:pt x="986116" y="253657"/>
                </a:lnTo>
                <a:lnTo>
                  <a:pt x="972908" y="256794"/>
                </a:lnTo>
                <a:lnTo>
                  <a:pt x="959256" y="259372"/>
                </a:lnTo>
                <a:lnTo>
                  <a:pt x="974496" y="289852"/>
                </a:lnTo>
                <a:lnTo>
                  <a:pt x="984199" y="288709"/>
                </a:lnTo>
                <a:lnTo>
                  <a:pt x="994892" y="287566"/>
                </a:lnTo>
                <a:lnTo>
                  <a:pt x="1018794" y="285280"/>
                </a:lnTo>
                <a:lnTo>
                  <a:pt x="1105662" y="280708"/>
                </a:lnTo>
                <a:lnTo>
                  <a:pt x="1105662" y="324904"/>
                </a:lnTo>
                <a:lnTo>
                  <a:pt x="1104214" y="333133"/>
                </a:lnTo>
                <a:lnTo>
                  <a:pt x="1099756" y="339382"/>
                </a:lnTo>
                <a:lnTo>
                  <a:pt x="1092161" y="343331"/>
                </a:lnTo>
                <a:lnTo>
                  <a:pt x="1081278" y="344716"/>
                </a:lnTo>
                <a:lnTo>
                  <a:pt x="1073327" y="344449"/>
                </a:lnTo>
                <a:lnTo>
                  <a:pt x="1063371" y="343763"/>
                </a:lnTo>
                <a:lnTo>
                  <a:pt x="1038606" y="341668"/>
                </a:lnTo>
                <a:lnTo>
                  <a:pt x="1040892" y="357555"/>
                </a:lnTo>
                <a:lnTo>
                  <a:pt x="1042035" y="365112"/>
                </a:lnTo>
                <a:lnTo>
                  <a:pt x="1043178" y="372237"/>
                </a:lnTo>
                <a:lnTo>
                  <a:pt x="1087374" y="372237"/>
                </a:lnTo>
                <a:lnTo>
                  <a:pt x="1133017" y="347116"/>
                </a:lnTo>
                <a:lnTo>
                  <a:pt x="1136142" y="327952"/>
                </a:lnTo>
                <a:lnTo>
                  <a:pt x="1136142" y="280708"/>
                </a:lnTo>
                <a:lnTo>
                  <a:pt x="1136142" y="279184"/>
                </a:lnTo>
                <a:lnTo>
                  <a:pt x="1239875" y="274612"/>
                </a:lnTo>
                <a:lnTo>
                  <a:pt x="1262735" y="298996"/>
                </a:lnTo>
                <a:lnTo>
                  <a:pt x="1270165" y="291579"/>
                </a:lnTo>
                <a:lnTo>
                  <a:pt x="1276451" y="285470"/>
                </a:lnTo>
                <a:lnTo>
                  <a:pt x="1281595" y="280771"/>
                </a:lnTo>
                <a:lnTo>
                  <a:pt x="1285595" y="277660"/>
                </a:lnTo>
                <a:lnTo>
                  <a:pt x="1282598" y="274612"/>
                </a:lnTo>
                <a:lnTo>
                  <a:pt x="1248067" y="241033"/>
                </a:lnTo>
                <a:lnTo>
                  <a:pt x="1204823" y="204406"/>
                </a:lnTo>
                <a:lnTo>
                  <a:pt x="1184998" y="222694"/>
                </a:lnTo>
                <a:lnTo>
                  <a:pt x="1193888" y="229831"/>
                </a:lnTo>
                <a:lnTo>
                  <a:pt x="1202334" y="237413"/>
                </a:lnTo>
                <a:lnTo>
                  <a:pt x="1210513" y="245275"/>
                </a:lnTo>
                <a:lnTo>
                  <a:pt x="1218539" y="253276"/>
                </a:lnTo>
                <a:lnTo>
                  <a:pt x="1027938" y="262420"/>
                </a:lnTo>
                <a:lnTo>
                  <a:pt x="1076223" y="243243"/>
                </a:lnTo>
                <a:lnTo>
                  <a:pt x="1124496" y="222707"/>
                </a:lnTo>
                <a:lnTo>
                  <a:pt x="1148181" y="212026"/>
                </a:lnTo>
                <a:lnTo>
                  <a:pt x="1173962" y="200380"/>
                </a:lnTo>
                <a:lnTo>
                  <a:pt x="1181519" y="196786"/>
                </a:lnTo>
                <a:lnTo>
                  <a:pt x="1223111" y="176974"/>
                </a:lnTo>
                <a:lnTo>
                  <a:pt x="1201762" y="160210"/>
                </a:lnTo>
                <a:lnTo>
                  <a:pt x="1186903" y="167309"/>
                </a:lnTo>
                <a:lnTo>
                  <a:pt x="1157147" y="182067"/>
                </a:lnTo>
                <a:lnTo>
                  <a:pt x="1142238" y="189166"/>
                </a:lnTo>
                <a:lnTo>
                  <a:pt x="1045159" y="195376"/>
                </a:lnTo>
                <a:lnTo>
                  <a:pt x="1015746" y="196786"/>
                </a:lnTo>
                <a:lnTo>
                  <a:pt x="1035418" y="187375"/>
                </a:lnTo>
                <a:lnTo>
                  <a:pt x="1055370" y="177546"/>
                </a:lnTo>
                <a:lnTo>
                  <a:pt x="1075321" y="167424"/>
                </a:lnTo>
                <a:lnTo>
                  <a:pt x="1094994" y="157162"/>
                </a:lnTo>
                <a:lnTo>
                  <a:pt x="1300924" y="157162"/>
                </a:lnTo>
                <a:lnTo>
                  <a:pt x="1300924" y="132676"/>
                </a:lnTo>
                <a:close/>
              </a:path>
              <a:path w="1975484" h="395605">
                <a:moveTo>
                  <a:pt x="1505229" y="205930"/>
                </a:moveTo>
                <a:lnTo>
                  <a:pt x="1501216" y="171030"/>
                </a:lnTo>
                <a:lnTo>
                  <a:pt x="1489036" y="146253"/>
                </a:lnTo>
                <a:lnTo>
                  <a:pt x="1468589" y="131483"/>
                </a:lnTo>
                <a:lnTo>
                  <a:pt x="1439697" y="126580"/>
                </a:lnTo>
                <a:lnTo>
                  <a:pt x="1420215" y="128892"/>
                </a:lnTo>
                <a:lnTo>
                  <a:pt x="1403045" y="135775"/>
                </a:lnTo>
                <a:lnTo>
                  <a:pt x="1388173" y="147243"/>
                </a:lnTo>
                <a:lnTo>
                  <a:pt x="1375600" y="163258"/>
                </a:lnTo>
                <a:lnTo>
                  <a:pt x="1374076" y="163258"/>
                </a:lnTo>
                <a:lnTo>
                  <a:pt x="1374076" y="36664"/>
                </a:lnTo>
                <a:lnTo>
                  <a:pt x="1343596" y="36664"/>
                </a:lnTo>
                <a:lnTo>
                  <a:pt x="1343596" y="326415"/>
                </a:lnTo>
                <a:lnTo>
                  <a:pt x="1374076" y="326415"/>
                </a:lnTo>
                <a:lnTo>
                  <a:pt x="1374076" y="216598"/>
                </a:lnTo>
                <a:lnTo>
                  <a:pt x="1375194" y="203454"/>
                </a:lnTo>
                <a:lnTo>
                  <a:pt x="1399146" y="162877"/>
                </a:lnTo>
                <a:lnTo>
                  <a:pt x="1429029" y="152590"/>
                </a:lnTo>
                <a:lnTo>
                  <a:pt x="1449031" y="156540"/>
                </a:lnTo>
                <a:lnTo>
                  <a:pt x="1463319" y="168211"/>
                </a:lnTo>
                <a:lnTo>
                  <a:pt x="1471891" y="187312"/>
                </a:lnTo>
                <a:lnTo>
                  <a:pt x="1474749" y="213550"/>
                </a:lnTo>
                <a:lnTo>
                  <a:pt x="1474749" y="326415"/>
                </a:lnTo>
                <a:lnTo>
                  <a:pt x="1505229" y="326415"/>
                </a:lnTo>
                <a:lnTo>
                  <a:pt x="1505229" y="205930"/>
                </a:lnTo>
                <a:close/>
              </a:path>
              <a:path w="1975484" h="395605">
                <a:moveTo>
                  <a:pt x="1656207" y="131152"/>
                </a:moveTo>
                <a:lnTo>
                  <a:pt x="1605915" y="131152"/>
                </a:lnTo>
                <a:lnTo>
                  <a:pt x="1605915" y="73240"/>
                </a:lnTo>
                <a:lnTo>
                  <a:pt x="1575435" y="83908"/>
                </a:lnTo>
                <a:lnTo>
                  <a:pt x="1575435" y="131152"/>
                </a:lnTo>
                <a:lnTo>
                  <a:pt x="1541818" y="131152"/>
                </a:lnTo>
                <a:lnTo>
                  <a:pt x="1541818" y="158686"/>
                </a:lnTo>
                <a:lnTo>
                  <a:pt x="1575435" y="158686"/>
                </a:lnTo>
                <a:lnTo>
                  <a:pt x="1575435" y="274599"/>
                </a:lnTo>
                <a:lnTo>
                  <a:pt x="1578584" y="299491"/>
                </a:lnTo>
                <a:lnTo>
                  <a:pt x="1588008" y="317080"/>
                </a:lnTo>
                <a:lnTo>
                  <a:pt x="1603730" y="327545"/>
                </a:lnTo>
                <a:lnTo>
                  <a:pt x="1625727" y="330987"/>
                </a:lnTo>
                <a:lnTo>
                  <a:pt x="1634566" y="330682"/>
                </a:lnTo>
                <a:lnTo>
                  <a:pt x="1642681" y="329653"/>
                </a:lnTo>
                <a:lnTo>
                  <a:pt x="1649945" y="327774"/>
                </a:lnTo>
                <a:lnTo>
                  <a:pt x="1656207" y="324891"/>
                </a:lnTo>
                <a:lnTo>
                  <a:pt x="1656207" y="298983"/>
                </a:lnTo>
                <a:lnTo>
                  <a:pt x="1650111" y="303555"/>
                </a:lnTo>
                <a:lnTo>
                  <a:pt x="1642491" y="305079"/>
                </a:lnTo>
                <a:lnTo>
                  <a:pt x="1624203" y="305079"/>
                </a:lnTo>
                <a:lnTo>
                  <a:pt x="1618107" y="302031"/>
                </a:lnTo>
                <a:lnTo>
                  <a:pt x="1610410" y="291655"/>
                </a:lnTo>
                <a:lnTo>
                  <a:pt x="1608010" y="285648"/>
                </a:lnTo>
                <a:lnTo>
                  <a:pt x="1606461" y="277939"/>
                </a:lnTo>
                <a:lnTo>
                  <a:pt x="1605915" y="268503"/>
                </a:lnTo>
                <a:lnTo>
                  <a:pt x="1605915" y="158686"/>
                </a:lnTo>
                <a:lnTo>
                  <a:pt x="1656207" y="158686"/>
                </a:lnTo>
                <a:lnTo>
                  <a:pt x="1656207" y="131152"/>
                </a:lnTo>
                <a:close/>
              </a:path>
              <a:path w="1975484" h="395605">
                <a:moveTo>
                  <a:pt x="1974913" y="205930"/>
                </a:moveTo>
                <a:lnTo>
                  <a:pt x="1961984" y="152590"/>
                </a:lnTo>
                <a:lnTo>
                  <a:pt x="1910905" y="126580"/>
                </a:lnTo>
                <a:lnTo>
                  <a:pt x="1890598" y="129171"/>
                </a:lnTo>
                <a:lnTo>
                  <a:pt x="1872996" y="136918"/>
                </a:lnTo>
                <a:lnTo>
                  <a:pt x="1857971" y="149809"/>
                </a:lnTo>
                <a:lnTo>
                  <a:pt x="1845373" y="167830"/>
                </a:lnTo>
                <a:lnTo>
                  <a:pt x="1842439" y="158991"/>
                </a:lnTo>
                <a:lnTo>
                  <a:pt x="1809076" y="129628"/>
                </a:lnTo>
                <a:lnTo>
                  <a:pt x="1790407" y="126580"/>
                </a:lnTo>
                <a:lnTo>
                  <a:pt x="1771891" y="128866"/>
                </a:lnTo>
                <a:lnTo>
                  <a:pt x="1755355" y="135585"/>
                </a:lnTo>
                <a:lnTo>
                  <a:pt x="1741119" y="146596"/>
                </a:lnTo>
                <a:lnTo>
                  <a:pt x="1729447" y="161734"/>
                </a:lnTo>
                <a:lnTo>
                  <a:pt x="1729447" y="131152"/>
                </a:lnTo>
                <a:lnTo>
                  <a:pt x="1697355" y="131152"/>
                </a:lnTo>
                <a:lnTo>
                  <a:pt x="1697355" y="326415"/>
                </a:lnTo>
                <a:lnTo>
                  <a:pt x="1729447" y="326415"/>
                </a:lnTo>
                <a:lnTo>
                  <a:pt x="1729447" y="215074"/>
                </a:lnTo>
                <a:lnTo>
                  <a:pt x="1730286" y="201955"/>
                </a:lnTo>
                <a:lnTo>
                  <a:pt x="1749056" y="162877"/>
                </a:lnTo>
                <a:lnTo>
                  <a:pt x="1776691" y="152590"/>
                </a:lnTo>
                <a:lnTo>
                  <a:pt x="1795818" y="156286"/>
                </a:lnTo>
                <a:lnTo>
                  <a:pt x="1809648" y="167259"/>
                </a:lnTo>
                <a:lnTo>
                  <a:pt x="1818055" y="185381"/>
                </a:lnTo>
                <a:lnTo>
                  <a:pt x="1820887" y="210502"/>
                </a:lnTo>
                <a:lnTo>
                  <a:pt x="1820887" y="326415"/>
                </a:lnTo>
                <a:lnTo>
                  <a:pt x="1852993" y="326415"/>
                </a:lnTo>
                <a:lnTo>
                  <a:pt x="1852993" y="215074"/>
                </a:lnTo>
                <a:lnTo>
                  <a:pt x="1853844" y="202806"/>
                </a:lnTo>
                <a:lnTo>
                  <a:pt x="1856422" y="191262"/>
                </a:lnTo>
                <a:lnTo>
                  <a:pt x="1860702" y="180568"/>
                </a:lnTo>
                <a:lnTo>
                  <a:pt x="1866709" y="170878"/>
                </a:lnTo>
                <a:lnTo>
                  <a:pt x="1869440" y="167830"/>
                </a:lnTo>
                <a:lnTo>
                  <a:pt x="1873872" y="162877"/>
                </a:lnTo>
                <a:lnTo>
                  <a:pt x="1881759" y="157162"/>
                </a:lnTo>
                <a:lnTo>
                  <a:pt x="1890496" y="153733"/>
                </a:lnTo>
                <a:lnTo>
                  <a:pt x="1900237" y="152590"/>
                </a:lnTo>
                <a:lnTo>
                  <a:pt x="1911692" y="153682"/>
                </a:lnTo>
                <a:lnTo>
                  <a:pt x="1941957" y="186880"/>
                </a:lnTo>
                <a:lnTo>
                  <a:pt x="1944433" y="215074"/>
                </a:lnTo>
                <a:lnTo>
                  <a:pt x="1944433" y="326415"/>
                </a:lnTo>
                <a:lnTo>
                  <a:pt x="1974913" y="326415"/>
                </a:lnTo>
                <a:lnTo>
                  <a:pt x="1974913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8023859" y="2436876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4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146637" y="2678620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90" h="102235">
                <a:moveTo>
                  <a:pt x="27431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6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8485149" y="2397924"/>
            <a:ext cx="1163955" cy="381635"/>
          </a:xfrm>
          <a:custGeom>
            <a:avLst/>
            <a:gdLst/>
            <a:ahLst/>
            <a:cxnLst/>
            <a:rect l="l" t="t" r="r" b="b"/>
            <a:pathLst>
              <a:path w="1163954" h="381635">
                <a:moveTo>
                  <a:pt x="100672" y="73240"/>
                </a:moveTo>
                <a:lnTo>
                  <a:pt x="89230" y="61531"/>
                </a:lnTo>
                <a:lnTo>
                  <a:pt x="39624" y="9144"/>
                </a:lnTo>
                <a:lnTo>
                  <a:pt x="16764" y="28956"/>
                </a:lnTo>
                <a:lnTo>
                  <a:pt x="32448" y="46113"/>
                </a:lnTo>
                <a:lnTo>
                  <a:pt x="47294" y="62953"/>
                </a:lnTo>
                <a:lnTo>
                  <a:pt x="60998" y="79197"/>
                </a:lnTo>
                <a:lnTo>
                  <a:pt x="73240" y="94576"/>
                </a:lnTo>
                <a:lnTo>
                  <a:pt x="100672" y="73240"/>
                </a:lnTo>
                <a:close/>
              </a:path>
              <a:path w="1163954" h="381635">
                <a:moveTo>
                  <a:pt x="125069" y="317284"/>
                </a:moveTo>
                <a:lnTo>
                  <a:pt x="124802" y="310781"/>
                </a:lnTo>
                <a:lnTo>
                  <a:pt x="124117" y="302996"/>
                </a:lnTo>
                <a:lnTo>
                  <a:pt x="123139" y="294347"/>
                </a:lnTo>
                <a:lnTo>
                  <a:pt x="122021" y="285280"/>
                </a:lnTo>
                <a:lnTo>
                  <a:pt x="111175" y="293535"/>
                </a:lnTo>
                <a:lnTo>
                  <a:pt x="99339" y="302234"/>
                </a:lnTo>
                <a:lnTo>
                  <a:pt x="86652" y="311200"/>
                </a:lnTo>
                <a:lnTo>
                  <a:pt x="73240" y="320332"/>
                </a:lnTo>
                <a:lnTo>
                  <a:pt x="73240" y="134200"/>
                </a:lnTo>
                <a:lnTo>
                  <a:pt x="0" y="134200"/>
                </a:lnTo>
                <a:lnTo>
                  <a:pt x="0" y="163258"/>
                </a:lnTo>
                <a:lnTo>
                  <a:pt x="44284" y="163258"/>
                </a:lnTo>
                <a:lnTo>
                  <a:pt x="44284" y="312712"/>
                </a:lnTo>
                <a:lnTo>
                  <a:pt x="43421" y="323329"/>
                </a:lnTo>
                <a:lnTo>
                  <a:pt x="40817" y="332524"/>
                </a:lnTo>
                <a:lnTo>
                  <a:pt x="36499" y="340601"/>
                </a:lnTo>
                <a:lnTo>
                  <a:pt x="30480" y="347853"/>
                </a:lnTo>
                <a:lnTo>
                  <a:pt x="48856" y="372237"/>
                </a:lnTo>
                <a:lnTo>
                  <a:pt x="68275" y="357644"/>
                </a:lnTo>
                <a:lnTo>
                  <a:pt x="87528" y="343611"/>
                </a:lnTo>
                <a:lnTo>
                  <a:pt x="106514" y="330149"/>
                </a:lnTo>
                <a:lnTo>
                  <a:pt x="120675" y="320332"/>
                </a:lnTo>
                <a:lnTo>
                  <a:pt x="125069" y="317284"/>
                </a:lnTo>
                <a:close/>
              </a:path>
              <a:path w="1163954" h="381635">
                <a:moveTo>
                  <a:pt x="344716" y="239458"/>
                </a:moveTo>
                <a:lnTo>
                  <a:pt x="315658" y="239458"/>
                </a:lnTo>
                <a:lnTo>
                  <a:pt x="315658" y="265468"/>
                </a:lnTo>
                <a:lnTo>
                  <a:pt x="315658" y="329476"/>
                </a:lnTo>
                <a:lnTo>
                  <a:pt x="169265" y="329476"/>
                </a:lnTo>
                <a:lnTo>
                  <a:pt x="169265" y="265468"/>
                </a:lnTo>
                <a:lnTo>
                  <a:pt x="315658" y="265468"/>
                </a:lnTo>
                <a:lnTo>
                  <a:pt x="315658" y="239458"/>
                </a:lnTo>
                <a:lnTo>
                  <a:pt x="140309" y="239458"/>
                </a:lnTo>
                <a:lnTo>
                  <a:pt x="140309" y="378333"/>
                </a:lnTo>
                <a:lnTo>
                  <a:pt x="169265" y="378333"/>
                </a:lnTo>
                <a:lnTo>
                  <a:pt x="169265" y="355473"/>
                </a:lnTo>
                <a:lnTo>
                  <a:pt x="315658" y="355473"/>
                </a:lnTo>
                <a:lnTo>
                  <a:pt x="315658" y="378333"/>
                </a:lnTo>
                <a:lnTo>
                  <a:pt x="344716" y="378333"/>
                </a:lnTo>
                <a:lnTo>
                  <a:pt x="344716" y="355473"/>
                </a:lnTo>
                <a:lnTo>
                  <a:pt x="344716" y="329476"/>
                </a:lnTo>
                <a:lnTo>
                  <a:pt x="344716" y="265468"/>
                </a:lnTo>
                <a:lnTo>
                  <a:pt x="344716" y="239458"/>
                </a:lnTo>
                <a:close/>
              </a:path>
              <a:path w="1163954" h="381635">
                <a:moveTo>
                  <a:pt x="379768" y="172402"/>
                </a:moveTo>
                <a:lnTo>
                  <a:pt x="331000" y="172402"/>
                </a:lnTo>
                <a:lnTo>
                  <a:pt x="331000" y="93052"/>
                </a:lnTo>
                <a:lnTo>
                  <a:pt x="303466" y="93052"/>
                </a:lnTo>
                <a:lnTo>
                  <a:pt x="303466" y="118960"/>
                </a:lnTo>
                <a:lnTo>
                  <a:pt x="303466" y="172402"/>
                </a:lnTo>
                <a:lnTo>
                  <a:pt x="199834" y="172402"/>
                </a:lnTo>
                <a:lnTo>
                  <a:pt x="207454" y="118960"/>
                </a:lnTo>
                <a:lnTo>
                  <a:pt x="303466" y="118960"/>
                </a:lnTo>
                <a:lnTo>
                  <a:pt x="303466" y="93052"/>
                </a:lnTo>
                <a:lnTo>
                  <a:pt x="210502" y="93052"/>
                </a:lnTo>
                <a:lnTo>
                  <a:pt x="218122" y="48856"/>
                </a:lnTo>
                <a:lnTo>
                  <a:pt x="363004" y="48856"/>
                </a:lnTo>
                <a:lnTo>
                  <a:pt x="363004" y="21336"/>
                </a:lnTo>
                <a:lnTo>
                  <a:pt x="115925" y="21336"/>
                </a:lnTo>
                <a:lnTo>
                  <a:pt x="115925" y="48856"/>
                </a:lnTo>
                <a:lnTo>
                  <a:pt x="189166" y="48856"/>
                </a:lnTo>
                <a:lnTo>
                  <a:pt x="181546" y="93052"/>
                </a:lnTo>
                <a:lnTo>
                  <a:pt x="123545" y="93052"/>
                </a:lnTo>
                <a:lnTo>
                  <a:pt x="123545" y="118960"/>
                </a:lnTo>
                <a:lnTo>
                  <a:pt x="178409" y="118960"/>
                </a:lnTo>
                <a:lnTo>
                  <a:pt x="170789" y="172402"/>
                </a:lnTo>
                <a:lnTo>
                  <a:pt x="106781" y="172402"/>
                </a:lnTo>
                <a:lnTo>
                  <a:pt x="106781" y="199834"/>
                </a:lnTo>
                <a:lnTo>
                  <a:pt x="379768" y="199834"/>
                </a:lnTo>
                <a:lnTo>
                  <a:pt x="379768" y="172402"/>
                </a:lnTo>
                <a:close/>
              </a:path>
              <a:path w="1163954" h="381635">
                <a:moveTo>
                  <a:pt x="721334" y="237934"/>
                </a:moveTo>
                <a:lnTo>
                  <a:pt x="690854" y="237934"/>
                </a:lnTo>
                <a:lnTo>
                  <a:pt x="690854" y="263944"/>
                </a:lnTo>
                <a:lnTo>
                  <a:pt x="690854" y="331000"/>
                </a:lnTo>
                <a:lnTo>
                  <a:pt x="472821" y="331000"/>
                </a:lnTo>
                <a:lnTo>
                  <a:pt x="472821" y="263944"/>
                </a:lnTo>
                <a:lnTo>
                  <a:pt x="690854" y="263944"/>
                </a:lnTo>
                <a:lnTo>
                  <a:pt x="690854" y="237934"/>
                </a:lnTo>
                <a:lnTo>
                  <a:pt x="442239" y="237934"/>
                </a:lnTo>
                <a:lnTo>
                  <a:pt x="442239" y="379857"/>
                </a:lnTo>
                <a:lnTo>
                  <a:pt x="472821" y="379857"/>
                </a:lnTo>
                <a:lnTo>
                  <a:pt x="472821" y="358521"/>
                </a:lnTo>
                <a:lnTo>
                  <a:pt x="690854" y="358521"/>
                </a:lnTo>
                <a:lnTo>
                  <a:pt x="690854" y="379857"/>
                </a:lnTo>
                <a:lnTo>
                  <a:pt x="721334" y="379857"/>
                </a:lnTo>
                <a:lnTo>
                  <a:pt x="721334" y="358521"/>
                </a:lnTo>
                <a:lnTo>
                  <a:pt x="721334" y="331000"/>
                </a:lnTo>
                <a:lnTo>
                  <a:pt x="721334" y="263944"/>
                </a:lnTo>
                <a:lnTo>
                  <a:pt x="721334" y="237934"/>
                </a:lnTo>
                <a:close/>
              </a:path>
              <a:path w="1163954" h="381635">
                <a:moveTo>
                  <a:pt x="732002" y="176974"/>
                </a:moveTo>
                <a:lnTo>
                  <a:pt x="434619" y="176974"/>
                </a:lnTo>
                <a:lnTo>
                  <a:pt x="434619" y="204406"/>
                </a:lnTo>
                <a:lnTo>
                  <a:pt x="732002" y="204406"/>
                </a:lnTo>
                <a:lnTo>
                  <a:pt x="732002" y="176974"/>
                </a:lnTo>
                <a:close/>
              </a:path>
              <a:path w="1163954" h="381635">
                <a:moveTo>
                  <a:pt x="732002" y="117436"/>
                </a:moveTo>
                <a:lnTo>
                  <a:pt x="434619" y="117436"/>
                </a:lnTo>
                <a:lnTo>
                  <a:pt x="434619" y="144970"/>
                </a:lnTo>
                <a:lnTo>
                  <a:pt x="732002" y="144970"/>
                </a:lnTo>
                <a:lnTo>
                  <a:pt x="732002" y="117436"/>
                </a:lnTo>
                <a:close/>
              </a:path>
              <a:path w="1163954" h="381635">
                <a:moveTo>
                  <a:pt x="768667" y="56476"/>
                </a:moveTo>
                <a:lnTo>
                  <a:pt x="591693" y="56476"/>
                </a:lnTo>
                <a:lnTo>
                  <a:pt x="608558" y="47332"/>
                </a:lnTo>
                <a:lnTo>
                  <a:pt x="602538" y="36474"/>
                </a:lnTo>
                <a:lnTo>
                  <a:pt x="595998" y="24904"/>
                </a:lnTo>
                <a:lnTo>
                  <a:pt x="588759" y="12522"/>
                </a:lnTo>
                <a:lnTo>
                  <a:pt x="581025" y="0"/>
                </a:lnTo>
                <a:lnTo>
                  <a:pt x="552069" y="13716"/>
                </a:lnTo>
                <a:lnTo>
                  <a:pt x="558571" y="24777"/>
                </a:lnTo>
                <a:lnTo>
                  <a:pt x="564642" y="35674"/>
                </a:lnTo>
                <a:lnTo>
                  <a:pt x="570077" y="46151"/>
                </a:lnTo>
                <a:lnTo>
                  <a:pt x="574929" y="56476"/>
                </a:lnTo>
                <a:lnTo>
                  <a:pt x="396519" y="56476"/>
                </a:lnTo>
                <a:lnTo>
                  <a:pt x="396519" y="83908"/>
                </a:lnTo>
                <a:lnTo>
                  <a:pt x="768667" y="83908"/>
                </a:lnTo>
                <a:lnTo>
                  <a:pt x="768667" y="56476"/>
                </a:lnTo>
                <a:close/>
              </a:path>
              <a:path w="1163954" h="381635">
                <a:moveTo>
                  <a:pt x="1120902" y="166306"/>
                </a:moveTo>
                <a:lnTo>
                  <a:pt x="1090422" y="166306"/>
                </a:lnTo>
                <a:lnTo>
                  <a:pt x="1090422" y="190690"/>
                </a:lnTo>
                <a:lnTo>
                  <a:pt x="1090422" y="247180"/>
                </a:lnTo>
                <a:lnTo>
                  <a:pt x="994321" y="247180"/>
                </a:lnTo>
                <a:lnTo>
                  <a:pt x="994321" y="190690"/>
                </a:lnTo>
                <a:lnTo>
                  <a:pt x="1090422" y="190690"/>
                </a:lnTo>
                <a:lnTo>
                  <a:pt x="1090422" y="166306"/>
                </a:lnTo>
                <a:lnTo>
                  <a:pt x="963841" y="166306"/>
                </a:lnTo>
                <a:lnTo>
                  <a:pt x="963841" y="190690"/>
                </a:lnTo>
                <a:lnTo>
                  <a:pt x="963841" y="247180"/>
                </a:lnTo>
                <a:lnTo>
                  <a:pt x="867727" y="247180"/>
                </a:lnTo>
                <a:lnTo>
                  <a:pt x="867727" y="190690"/>
                </a:lnTo>
                <a:lnTo>
                  <a:pt x="963841" y="190690"/>
                </a:lnTo>
                <a:lnTo>
                  <a:pt x="963841" y="166306"/>
                </a:lnTo>
                <a:lnTo>
                  <a:pt x="837247" y="166306"/>
                </a:lnTo>
                <a:lnTo>
                  <a:pt x="837247" y="230314"/>
                </a:lnTo>
                <a:lnTo>
                  <a:pt x="834085" y="269824"/>
                </a:lnTo>
                <a:lnTo>
                  <a:pt x="824484" y="303758"/>
                </a:lnTo>
                <a:lnTo>
                  <a:pt x="808316" y="332244"/>
                </a:lnTo>
                <a:lnTo>
                  <a:pt x="785431" y="355473"/>
                </a:lnTo>
                <a:lnTo>
                  <a:pt x="790244" y="362089"/>
                </a:lnTo>
                <a:lnTo>
                  <a:pt x="800430" y="374764"/>
                </a:lnTo>
                <a:lnTo>
                  <a:pt x="805243" y="381381"/>
                </a:lnTo>
                <a:lnTo>
                  <a:pt x="828675" y="356527"/>
                </a:lnTo>
                <a:lnTo>
                  <a:pt x="846391" y="330085"/>
                </a:lnTo>
                <a:lnTo>
                  <a:pt x="858393" y="302221"/>
                </a:lnTo>
                <a:lnTo>
                  <a:pt x="864679" y="273088"/>
                </a:lnTo>
                <a:lnTo>
                  <a:pt x="1090422" y="273088"/>
                </a:lnTo>
                <a:lnTo>
                  <a:pt x="1090422" y="289852"/>
                </a:lnTo>
                <a:lnTo>
                  <a:pt x="1120902" y="289852"/>
                </a:lnTo>
                <a:lnTo>
                  <a:pt x="1120902" y="273088"/>
                </a:lnTo>
                <a:lnTo>
                  <a:pt x="1120902" y="247180"/>
                </a:lnTo>
                <a:lnTo>
                  <a:pt x="1120902" y="190690"/>
                </a:lnTo>
                <a:lnTo>
                  <a:pt x="1120902" y="166306"/>
                </a:lnTo>
                <a:close/>
              </a:path>
              <a:path w="1163954" h="381635">
                <a:moveTo>
                  <a:pt x="1163675" y="44284"/>
                </a:moveTo>
                <a:lnTo>
                  <a:pt x="994321" y="44284"/>
                </a:lnTo>
                <a:lnTo>
                  <a:pt x="994321" y="3048"/>
                </a:lnTo>
                <a:lnTo>
                  <a:pt x="963841" y="3048"/>
                </a:lnTo>
                <a:lnTo>
                  <a:pt x="963841" y="44284"/>
                </a:lnTo>
                <a:lnTo>
                  <a:pt x="793051" y="44284"/>
                </a:lnTo>
                <a:lnTo>
                  <a:pt x="793051" y="70192"/>
                </a:lnTo>
                <a:lnTo>
                  <a:pt x="963841" y="70192"/>
                </a:lnTo>
                <a:lnTo>
                  <a:pt x="963841" y="108292"/>
                </a:lnTo>
                <a:lnTo>
                  <a:pt x="825055" y="108292"/>
                </a:lnTo>
                <a:lnTo>
                  <a:pt x="825055" y="134200"/>
                </a:lnTo>
                <a:lnTo>
                  <a:pt x="1133094" y="134200"/>
                </a:lnTo>
                <a:lnTo>
                  <a:pt x="1133094" y="108292"/>
                </a:lnTo>
                <a:lnTo>
                  <a:pt x="994321" y="108292"/>
                </a:lnTo>
                <a:lnTo>
                  <a:pt x="994321" y="70192"/>
                </a:lnTo>
                <a:lnTo>
                  <a:pt x="1163675" y="70192"/>
                </a:lnTo>
                <a:lnTo>
                  <a:pt x="1163675" y="442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62785" y="2821977"/>
            <a:ext cx="890905" cy="395605"/>
          </a:xfrm>
          <a:custGeom>
            <a:avLst/>
            <a:gdLst/>
            <a:ahLst/>
            <a:cxnLst/>
            <a:rect l="l" t="t" r="r" b="b"/>
            <a:pathLst>
              <a:path w="890905" h="395605">
                <a:moveTo>
                  <a:pt x="120497" y="33616"/>
                </a:moveTo>
                <a:lnTo>
                  <a:pt x="91440" y="33616"/>
                </a:lnTo>
                <a:lnTo>
                  <a:pt x="91440" y="61048"/>
                </a:lnTo>
                <a:lnTo>
                  <a:pt x="91440" y="148018"/>
                </a:lnTo>
                <a:lnTo>
                  <a:pt x="91440" y="175450"/>
                </a:lnTo>
                <a:lnTo>
                  <a:pt x="91440" y="265455"/>
                </a:lnTo>
                <a:lnTo>
                  <a:pt x="28956" y="265455"/>
                </a:lnTo>
                <a:lnTo>
                  <a:pt x="28956" y="175450"/>
                </a:lnTo>
                <a:lnTo>
                  <a:pt x="91440" y="175450"/>
                </a:lnTo>
                <a:lnTo>
                  <a:pt x="91440" y="148018"/>
                </a:lnTo>
                <a:lnTo>
                  <a:pt x="28956" y="148018"/>
                </a:lnTo>
                <a:lnTo>
                  <a:pt x="28956" y="61048"/>
                </a:lnTo>
                <a:lnTo>
                  <a:pt x="91440" y="61048"/>
                </a:lnTo>
                <a:lnTo>
                  <a:pt x="91440" y="33616"/>
                </a:lnTo>
                <a:lnTo>
                  <a:pt x="0" y="33616"/>
                </a:lnTo>
                <a:lnTo>
                  <a:pt x="0" y="321843"/>
                </a:lnTo>
                <a:lnTo>
                  <a:pt x="28956" y="321843"/>
                </a:lnTo>
                <a:lnTo>
                  <a:pt x="28956" y="292887"/>
                </a:lnTo>
                <a:lnTo>
                  <a:pt x="120497" y="292887"/>
                </a:lnTo>
                <a:lnTo>
                  <a:pt x="120497" y="265455"/>
                </a:lnTo>
                <a:lnTo>
                  <a:pt x="120497" y="175450"/>
                </a:lnTo>
                <a:lnTo>
                  <a:pt x="120497" y="148018"/>
                </a:lnTo>
                <a:lnTo>
                  <a:pt x="120497" y="61048"/>
                </a:lnTo>
                <a:lnTo>
                  <a:pt x="120497" y="33616"/>
                </a:lnTo>
                <a:close/>
              </a:path>
              <a:path w="890905" h="395605">
                <a:moveTo>
                  <a:pt x="333946" y="21336"/>
                </a:moveTo>
                <a:lnTo>
                  <a:pt x="303466" y="21336"/>
                </a:lnTo>
                <a:lnTo>
                  <a:pt x="303466" y="50380"/>
                </a:lnTo>
                <a:lnTo>
                  <a:pt x="303466" y="122008"/>
                </a:lnTo>
                <a:lnTo>
                  <a:pt x="303466" y="149542"/>
                </a:lnTo>
                <a:lnTo>
                  <a:pt x="303466" y="221170"/>
                </a:lnTo>
                <a:lnTo>
                  <a:pt x="193649" y="221170"/>
                </a:lnTo>
                <a:lnTo>
                  <a:pt x="194767" y="204622"/>
                </a:lnTo>
                <a:lnTo>
                  <a:pt x="195745" y="187071"/>
                </a:lnTo>
                <a:lnTo>
                  <a:pt x="196430" y="168668"/>
                </a:lnTo>
                <a:lnTo>
                  <a:pt x="196697" y="149542"/>
                </a:lnTo>
                <a:lnTo>
                  <a:pt x="303466" y="149542"/>
                </a:lnTo>
                <a:lnTo>
                  <a:pt x="303466" y="122008"/>
                </a:lnTo>
                <a:lnTo>
                  <a:pt x="196697" y="122008"/>
                </a:lnTo>
                <a:lnTo>
                  <a:pt x="196697" y="50380"/>
                </a:lnTo>
                <a:lnTo>
                  <a:pt x="303466" y="50380"/>
                </a:lnTo>
                <a:lnTo>
                  <a:pt x="303466" y="21336"/>
                </a:lnTo>
                <a:lnTo>
                  <a:pt x="166217" y="21336"/>
                </a:lnTo>
                <a:lnTo>
                  <a:pt x="166217" y="155638"/>
                </a:lnTo>
                <a:lnTo>
                  <a:pt x="165354" y="193967"/>
                </a:lnTo>
                <a:lnTo>
                  <a:pt x="158496" y="254088"/>
                </a:lnTo>
                <a:lnTo>
                  <a:pt x="142735" y="295846"/>
                </a:lnTo>
                <a:lnTo>
                  <a:pt x="111734" y="337032"/>
                </a:lnTo>
                <a:lnTo>
                  <a:pt x="89916" y="358521"/>
                </a:lnTo>
                <a:lnTo>
                  <a:pt x="97370" y="364236"/>
                </a:lnTo>
                <a:lnTo>
                  <a:pt x="103835" y="369951"/>
                </a:lnTo>
                <a:lnTo>
                  <a:pt x="109461" y="375666"/>
                </a:lnTo>
                <a:lnTo>
                  <a:pt x="114401" y="381381"/>
                </a:lnTo>
                <a:lnTo>
                  <a:pt x="143878" y="350812"/>
                </a:lnTo>
                <a:lnTo>
                  <a:pt x="166217" y="318655"/>
                </a:lnTo>
                <a:lnTo>
                  <a:pt x="181686" y="285076"/>
                </a:lnTo>
                <a:lnTo>
                  <a:pt x="190601" y="250215"/>
                </a:lnTo>
                <a:lnTo>
                  <a:pt x="303466" y="250215"/>
                </a:lnTo>
                <a:lnTo>
                  <a:pt x="303466" y="323367"/>
                </a:lnTo>
                <a:lnTo>
                  <a:pt x="302044" y="333425"/>
                </a:lnTo>
                <a:lnTo>
                  <a:pt x="297751" y="340601"/>
                </a:lnTo>
                <a:lnTo>
                  <a:pt x="290614" y="344893"/>
                </a:lnTo>
                <a:lnTo>
                  <a:pt x="281457" y="346214"/>
                </a:lnTo>
                <a:lnTo>
                  <a:pt x="254076" y="346138"/>
                </a:lnTo>
                <a:lnTo>
                  <a:pt x="237883" y="345681"/>
                </a:lnTo>
                <a:lnTo>
                  <a:pt x="219557" y="344805"/>
                </a:lnTo>
                <a:lnTo>
                  <a:pt x="220929" y="352564"/>
                </a:lnTo>
                <a:lnTo>
                  <a:pt x="224269" y="367525"/>
                </a:lnTo>
                <a:lnTo>
                  <a:pt x="225653" y="375285"/>
                </a:lnTo>
                <a:lnTo>
                  <a:pt x="243636" y="376161"/>
                </a:lnTo>
                <a:lnTo>
                  <a:pt x="260591" y="376618"/>
                </a:lnTo>
                <a:lnTo>
                  <a:pt x="289750" y="376809"/>
                </a:lnTo>
                <a:lnTo>
                  <a:pt x="309511" y="373951"/>
                </a:lnTo>
                <a:lnTo>
                  <a:pt x="323278" y="365366"/>
                </a:lnTo>
                <a:lnTo>
                  <a:pt x="331330" y="351053"/>
                </a:lnTo>
                <a:lnTo>
                  <a:pt x="331939" y="346329"/>
                </a:lnTo>
                <a:lnTo>
                  <a:pt x="333946" y="330987"/>
                </a:lnTo>
                <a:lnTo>
                  <a:pt x="333946" y="50380"/>
                </a:lnTo>
                <a:lnTo>
                  <a:pt x="333946" y="21336"/>
                </a:lnTo>
                <a:close/>
              </a:path>
              <a:path w="890905" h="395605">
                <a:moveTo>
                  <a:pt x="509308" y="100672"/>
                </a:moveTo>
                <a:lnTo>
                  <a:pt x="501040" y="91528"/>
                </a:lnTo>
                <a:lnTo>
                  <a:pt x="492353" y="82384"/>
                </a:lnTo>
                <a:lnTo>
                  <a:pt x="483374" y="73240"/>
                </a:lnTo>
                <a:lnTo>
                  <a:pt x="474256" y="64096"/>
                </a:lnTo>
                <a:lnTo>
                  <a:pt x="454444" y="77812"/>
                </a:lnTo>
                <a:lnTo>
                  <a:pt x="463296" y="88087"/>
                </a:lnTo>
                <a:lnTo>
                  <a:pt x="471589" y="98196"/>
                </a:lnTo>
                <a:lnTo>
                  <a:pt x="479298" y="108038"/>
                </a:lnTo>
                <a:lnTo>
                  <a:pt x="486448" y="117436"/>
                </a:lnTo>
                <a:lnTo>
                  <a:pt x="509308" y="100672"/>
                </a:lnTo>
                <a:close/>
              </a:path>
              <a:path w="890905" h="395605">
                <a:moveTo>
                  <a:pt x="527685" y="326428"/>
                </a:moveTo>
                <a:lnTo>
                  <a:pt x="500926" y="301663"/>
                </a:lnTo>
                <a:lnTo>
                  <a:pt x="487730" y="289991"/>
                </a:lnTo>
                <a:lnTo>
                  <a:pt x="474256" y="279184"/>
                </a:lnTo>
                <a:lnTo>
                  <a:pt x="454444" y="297472"/>
                </a:lnTo>
                <a:lnTo>
                  <a:pt x="468960" y="310896"/>
                </a:lnTo>
                <a:lnTo>
                  <a:pt x="482638" y="323761"/>
                </a:lnTo>
                <a:lnTo>
                  <a:pt x="495160" y="336080"/>
                </a:lnTo>
                <a:lnTo>
                  <a:pt x="506260" y="347853"/>
                </a:lnTo>
                <a:lnTo>
                  <a:pt x="527685" y="326428"/>
                </a:lnTo>
                <a:close/>
              </a:path>
              <a:path w="890905" h="395605">
                <a:moveTo>
                  <a:pt x="565785" y="36664"/>
                </a:moveTo>
                <a:lnTo>
                  <a:pt x="455968" y="36664"/>
                </a:lnTo>
                <a:lnTo>
                  <a:pt x="460743" y="27686"/>
                </a:lnTo>
                <a:lnTo>
                  <a:pt x="465683" y="18872"/>
                </a:lnTo>
                <a:lnTo>
                  <a:pt x="470319" y="9791"/>
                </a:lnTo>
                <a:lnTo>
                  <a:pt x="474256" y="0"/>
                </a:lnTo>
                <a:lnTo>
                  <a:pt x="442252" y="0"/>
                </a:lnTo>
                <a:lnTo>
                  <a:pt x="427367" y="27482"/>
                </a:lnTo>
                <a:lnTo>
                  <a:pt x="410044" y="52666"/>
                </a:lnTo>
                <a:lnTo>
                  <a:pt x="390131" y="75526"/>
                </a:lnTo>
                <a:lnTo>
                  <a:pt x="367474" y="96100"/>
                </a:lnTo>
                <a:lnTo>
                  <a:pt x="372910" y="101561"/>
                </a:lnTo>
                <a:lnTo>
                  <a:pt x="377761" y="106578"/>
                </a:lnTo>
                <a:lnTo>
                  <a:pt x="382054" y="111328"/>
                </a:lnTo>
                <a:lnTo>
                  <a:pt x="385762" y="115912"/>
                </a:lnTo>
                <a:lnTo>
                  <a:pt x="400367" y="103060"/>
                </a:lnTo>
                <a:lnTo>
                  <a:pt x="414235" y="89623"/>
                </a:lnTo>
                <a:lnTo>
                  <a:pt x="427215" y="75628"/>
                </a:lnTo>
                <a:lnTo>
                  <a:pt x="439204" y="61048"/>
                </a:lnTo>
                <a:lnTo>
                  <a:pt x="565785" y="61048"/>
                </a:lnTo>
                <a:lnTo>
                  <a:pt x="565785" y="36664"/>
                </a:lnTo>
                <a:close/>
              </a:path>
              <a:path w="890905" h="395605">
                <a:moveTo>
                  <a:pt x="675614" y="100672"/>
                </a:moveTo>
                <a:lnTo>
                  <a:pt x="668489" y="92468"/>
                </a:lnTo>
                <a:lnTo>
                  <a:pt x="660514" y="83527"/>
                </a:lnTo>
                <a:lnTo>
                  <a:pt x="651738" y="74104"/>
                </a:lnTo>
                <a:lnTo>
                  <a:pt x="641985" y="64096"/>
                </a:lnTo>
                <a:lnTo>
                  <a:pt x="622173" y="77812"/>
                </a:lnTo>
                <a:lnTo>
                  <a:pt x="632726" y="90652"/>
                </a:lnTo>
                <a:lnTo>
                  <a:pt x="641362" y="101561"/>
                </a:lnTo>
                <a:lnTo>
                  <a:pt x="648106" y="110604"/>
                </a:lnTo>
                <a:lnTo>
                  <a:pt x="652653" y="117436"/>
                </a:lnTo>
                <a:lnTo>
                  <a:pt x="675614" y="100672"/>
                </a:lnTo>
                <a:close/>
              </a:path>
              <a:path w="890905" h="395605">
                <a:moveTo>
                  <a:pt x="735050" y="250228"/>
                </a:moveTo>
                <a:lnTo>
                  <a:pt x="652653" y="250228"/>
                </a:lnTo>
                <a:lnTo>
                  <a:pt x="652653" y="219646"/>
                </a:lnTo>
                <a:lnTo>
                  <a:pt x="622173" y="219646"/>
                </a:lnTo>
                <a:lnTo>
                  <a:pt x="622173" y="250228"/>
                </a:lnTo>
                <a:lnTo>
                  <a:pt x="382714" y="250228"/>
                </a:lnTo>
                <a:lnTo>
                  <a:pt x="382714" y="276136"/>
                </a:lnTo>
                <a:lnTo>
                  <a:pt x="622173" y="276136"/>
                </a:lnTo>
                <a:lnTo>
                  <a:pt x="622173" y="321856"/>
                </a:lnTo>
                <a:lnTo>
                  <a:pt x="620458" y="331863"/>
                </a:lnTo>
                <a:lnTo>
                  <a:pt x="615315" y="339039"/>
                </a:lnTo>
                <a:lnTo>
                  <a:pt x="606742" y="343357"/>
                </a:lnTo>
                <a:lnTo>
                  <a:pt x="595071" y="344766"/>
                </a:lnTo>
                <a:lnTo>
                  <a:pt x="581863" y="344754"/>
                </a:lnTo>
                <a:lnTo>
                  <a:pt x="568261" y="344424"/>
                </a:lnTo>
                <a:lnTo>
                  <a:pt x="553808" y="343522"/>
                </a:lnTo>
                <a:lnTo>
                  <a:pt x="538353" y="341757"/>
                </a:lnTo>
                <a:lnTo>
                  <a:pt x="540372" y="350850"/>
                </a:lnTo>
                <a:lnTo>
                  <a:pt x="541972" y="359664"/>
                </a:lnTo>
                <a:lnTo>
                  <a:pt x="544449" y="375285"/>
                </a:lnTo>
                <a:lnTo>
                  <a:pt x="602361" y="375285"/>
                </a:lnTo>
                <a:lnTo>
                  <a:pt x="624370" y="372160"/>
                </a:lnTo>
                <a:lnTo>
                  <a:pt x="640080" y="362889"/>
                </a:lnTo>
                <a:lnTo>
                  <a:pt x="649516" y="347599"/>
                </a:lnTo>
                <a:lnTo>
                  <a:pt x="649922" y="344805"/>
                </a:lnTo>
                <a:lnTo>
                  <a:pt x="652653" y="326428"/>
                </a:lnTo>
                <a:lnTo>
                  <a:pt x="652653" y="276136"/>
                </a:lnTo>
                <a:lnTo>
                  <a:pt x="735050" y="276136"/>
                </a:lnTo>
                <a:lnTo>
                  <a:pt x="735050" y="250228"/>
                </a:lnTo>
                <a:close/>
              </a:path>
              <a:path w="890905" h="395605">
                <a:moveTo>
                  <a:pt x="744194" y="36664"/>
                </a:moveTo>
                <a:lnTo>
                  <a:pt x="620649" y="36664"/>
                </a:lnTo>
                <a:lnTo>
                  <a:pt x="625221" y="28333"/>
                </a:lnTo>
                <a:lnTo>
                  <a:pt x="629793" y="19443"/>
                </a:lnTo>
                <a:lnTo>
                  <a:pt x="634365" y="10007"/>
                </a:lnTo>
                <a:lnTo>
                  <a:pt x="638937" y="0"/>
                </a:lnTo>
                <a:lnTo>
                  <a:pt x="605409" y="0"/>
                </a:lnTo>
                <a:lnTo>
                  <a:pt x="595388" y="22987"/>
                </a:lnTo>
                <a:lnTo>
                  <a:pt x="583501" y="44094"/>
                </a:lnTo>
                <a:lnTo>
                  <a:pt x="569620" y="63741"/>
                </a:lnTo>
                <a:lnTo>
                  <a:pt x="553593" y="82384"/>
                </a:lnTo>
                <a:lnTo>
                  <a:pt x="558711" y="84988"/>
                </a:lnTo>
                <a:lnTo>
                  <a:pt x="564832" y="88290"/>
                </a:lnTo>
                <a:lnTo>
                  <a:pt x="571690" y="92392"/>
                </a:lnTo>
                <a:lnTo>
                  <a:pt x="579501" y="97624"/>
                </a:lnTo>
                <a:lnTo>
                  <a:pt x="586359" y="89128"/>
                </a:lnTo>
                <a:lnTo>
                  <a:pt x="593217" y="79908"/>
                </a:lnTo>
                <a:lnTo>
                  <a:pt x="600075" y="70408"/>
                </a:lnTo>
                <a:lnTo>
                  <a:pt x="606933" y="61048"/>
                </a:lnTo>
                <a:lnTo>
                  <a:pt x="744194" y="61048"/>
                </a:lnTo>
                <a:lnTo>
                  <a:pt x="744194" y="36664"/>
                </a:lnTo>
                <a:close/>
              </a:path>
              <a:path w="890905" h="395605">
                <a:moveTo>
                  <a:pt x="747242" y="187642"/>
                </a:moveTo>
                <a:lnTo>
                  <a:pt x="570357" y="187642"/>
                </a:lnTo>
                <a:lnTo>
                  <a:pt x="570357" y="149542"/>
                </a:lnTo>
                <a:lnTo>
                  <a:pt x="721334" y="149542"/>
                </a:lnTo>
                <a:lnTo>
                  <a:pt x="721334" y="123532"/>
                </a:lnTo>
                <a:lnTo>
                  <a:pt x="570357" y="123532"/>
                </a:lnTo>
                <a:lnTo>
                  <a:pt x="570357" y="94576"/>
                </a:lnTo>
                <a:lnTo>
                  <a:pt x="541401" y="94576"/>
                </a:lnTo>
                <a:lnTo>
                  <a:pt x="541401" y="123532"/>
                </a:lnTo>
                <a:lnTo>
                  <a:pt x="396532" y="123532"/>
                </a:lnTo>
                <a:lnTo>
                  <a:pt x="396532" y="149542"/>
                </a:lnTo>
                <a:lnTo>
                  <a:pt x="541401" y="149542"/>
                </a:lnTo>
                <a:lnTo>
                  <a:pt x="541401" y="187642"/>
                </a:lnTo>
                <a:lnTo>
                  <a:pt x="370522" y="187642"/>
                </a:lnTo>
                <a:lnTo>
                  <a:pt x="370522" y="212026"/>
                </a:lnTo>
                <a:lnTo>
                  <a:pt x="747242" y="212026"/>
                </a:lnTo>
                <a:lnTo>
                  <a:pt x="747242" y="187642"/>
                </a:lnTo>
                <a:close/>
              </a:path>
              <a:path w="890905" h="395605">
                <a:moveTo>
                  <a:pt x="890587" y="212026"/>
                </a:moveTo>
                <a:lnTo>
                  <a:pt x="886307" y="161201"/>
                </a:lnTo>
                <a:lnTo>
                  <a:pt x="873442" y="114058"/>
                </a:lnTo>
                <a:lnTo>
                  <a:pt x="852017" y="70929"/>
                </a:lnTo>
                <a:lnTo>
                  <a:pt x="822007" y="32092"/>
                </a:lnTo>
                <a:lnTo>
                  <a:pt x="789914" y="32092"/>
                </a:lnTo>
                <a:lnTo>
                  <a:pt x="819086" y="72428"/>
                </a:lnTo>
                <a:lnTo>
                  <a:pt x="840092" y="115773"/>
                </a:lnTo>
                <a:lnTo>
                  <a:pt x="852792" y="162267"/>
                </a:lnTo>
                <a:lnTo>
                  <a:pt x="857059" y="212026"/>
                </a:lnTo>
                <a:lnTo>
                  <a:pt x="852792" y="263169"/>
                </a:lnTo>
                <a:lnTo>
                  <a:pt x="840092" y="311023"/>
                </a:lnTo>
                <a:lnTo>
                  <a:pt x="819086" y="355142"/>
                </a:lnTo>
                <a:lnTo>
                  <a:pt x="789914" y="395097"/>
                </a:lnTo>
                <a:lnTo>
                  <a:pt x="822007" y="395097"/>
                </a:lnTo>
                <a:lnTo>
                  <a:pt x="852017" y="355358"/>
                </a:lnTo>
                <a:lnTo>
                  <a:pt x="873442" y="311594"/>
                </a:lnTo>
                <a:lnTo>
                  <a:pt x="886307" y="263817"/>
                </a:lnTo>
                <a:lnTo>
                  <a:pt x="890587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3528250"/>
            <a:ext cx="109823" cy="111347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1297590" y="3413855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435" y="0"/>
                </a:lnTo>
                <a:lnTo>
                  <a:pt x="117443" y="111347"/>
                </a:lnTo>
                <a:lnTo>
                  <a:pt x="122015" y="117443"/>
                </a:lnTo>
                <a:lnTo>
                  <a:pt x="125063" y="125063"/>
                </a:lnTo>
                <a:lnTo>
                  <a:pt x="129635" y="132683"/>
                </a:lnTo>
                <a:lnTo>
                  <a:pt x="167067" y="132683"/>
                </a:lnTo>
                <a:lnTo>
                  <a:pt x="152495" y="155543"/>
                </a:lnTo>
                <a:lnTo>
                  <a:pt x="167059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067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67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67059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598104" y="3414395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29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598104" y="341439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08" y="0"/>
                </a:moveTo>
                <a:lnTo>
                  <a:pt x="199732" y="0"/>
                </a:lnTo>
                <a:lnTo>
                  <a:pt x="199732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843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884807" y="3414369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80" y="313690"/>
                </a:lnTo>
                <a:lnTo>
                  <a:pt x="126580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151697" y="341385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484"/>
                </a:lnTo>
                <a:lnTo>
                  <a:pt x="34861" y="67448"/>
                </a:lnTo>
                <a:lnTo>
                  <a:pt x="34946" y="76057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76" y="257746"/>
                </a:moveTo>
                <a:lnTo>
                  <a:pt x="160115" y="257746"/>
                </a:lnTo>
                <a:lnTo>
                  <a:pt x="164639" y="245125"/>
                </a:lnTo>
                <a:lnTo>
                  <a:pt x="168878" y="234505"/>
                </a:lnTo>
                <a:lnTo>
                  <a:pt x="172545" y="225599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5178" y="42672"/>
                </a:lnTo>
                <a:lnTo>
                  <a:pt x="282892" y="52363"/>
                </a:lnTo>
                <a:lnTo>
                  <a:pt x="280606" y="60769"/>
                </a:lnTo>
                <a:lnTo>
                  <a:pt x="278320" y="67746"/>
                </a:lnTo>
                <a:lnTo>
                  <a:pt x="276034" y="73152"/>
                </a:lnTo>
                <a:lnTo>
                  <a:pt x="194276" y="257746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676"/>
                </a:lnTo>
                <a:lnTo>
                  <a:pt x="41910" y="69246"/>
                </a:lnTo>
                <a:lnTo>
                  <a:pt x="39624" y="62103"/>
                </a:lnTo>
                <a:lnTo>
                  <a:pt x="37338" y="53244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94276" y="257746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44"/>
                </a:lnTo>
                <a:lnTo>
                  <a:pt x="284607" y="76057"/>
                </a:lnTo>
                <a:lnTo>
                  <a:pt x="285583" y="60141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2554224" y="3413759"/>
            <a:ext cx="163830" cy="313690"/>
          </a:xfrm>
          <a:custGeom>
            <a:avLst/>
            <a:gdLst/>
            <a:ahLst/>
            <a:cxnLst/>
            <a:rect l="l" t="t" r="r" b="b"/>
            <a:pathLst>
              <a:path w="163830" h="313689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258" y="31369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2856255" y="3354323"/>
            <a:ext cx="3126740" cy="433705"/>
          </a:xfrm>
          <a:custGeom>
            <a:avLst/>
            <a:gdLst/>
            <a:ahLst/>
            <a:cxnLst/>
            <a:rect l="l" t="t" r="r" b="b"/>
            <a:pathLst>
              <a:path w="3126740" h="433704">
                <a:moveTo>
                  <a:pt x="428536" y="385965"/>
                </a:moveTo>
                <a:lnTo>
                  <a:pt x="368985" y="369125"/>
                </a:lnTo>
                <a:lnTo>
                  <a:pt x="318325" y="350710"/>
                </a:lnTo>
                <a:lnTo>
                  <a:pt x="276237" y="330835"/>
                </a:lnTo>
                <a:lnTo>
                  <a:pt x="242417" y="309664"/>
                </a:lnTo>
                <a:lnTo>
                  <a:pt x="262966" y="286804"/>
                </a:lnTo>
                <a:lnTo>
                  <a:pt x="271348" y="277482"/>
                </a:lnTo>
                <a:lnTo>
                  <a:pt x="295884" y="241325"/>
                </a:lnTo>
                <a:lnTo>
                  <a:pt x="316014" y="201282"/>
                </a:lnTo>
                <a:lnTo>
                  <a:pt x="331749" y="157416"/>
                </a:lnTo>
                <a:lnTo>
                  <a:pt x="343090" y="109829"/>
                </a:lnTo>
                <a:lnTo>
                  <a:pt x="423964" y="109829"/>
                </a:lnTo>
                <a:lnTo>
                  <a:pt x="423964" y="76301"/>
                </a:lnTo>
                <a:lnTo>
                  <a:pt x="306514" y="76301"/>
                </a:lnTo>
                <a:lnTo>
                  <a:pt x="306514" y="109829"/>
                </a:lnTo>
                <a:lnTo>
                  <a:pt x="293065" y="163029"/>
                </a:lnTo>
                <a:lnTo>
                  <a:pt x="273316" y="210350"/>
                </a:lnTo>
                <a:lnTo>
                  <a:pt x="247281" y="251663"/>
                </a:lnTo>
                <a:lnTo>
                  <a:pt x="214985" y="286804"/>
                </a:lnTo>
                <a:lnTo>
                  <a:pt x="181597" y="249948"/>
                </a:lnTo>
                <a:lnTo>
                  <a:pt x="154774" y="208064"/>
                </a:lnTo>
                <a:lnTo>
                  <a:pt x="134785" y="161315"/>
                </a:lnTo>
                <a:lnTo>
                  <a:pt x="121920" y="109829"/>
                </a:lnTo>
                <a:lnTo>
                  <a:pt x="306514" y="109829"/>
                </a:lnTo>
                <a:lnTo>
                  <a:pt x="306514" y="76301"/>
                </a:lnTo>
                <a:lnTo>
                  <a:pt x="218033" y="76301"/>
                </a:lnTo>
                <a:lnTo>
                  <a:pt x="250037" y="61061"/>
                </a:lnTo>
                <a:lnTo>
                  <a:pt x="238315" y="41021"/>
                </a:lnTo>
                <a:lnTo>
                  <a:pt x="228320" y="24244"/>
                </a:lnTo>
                <a:lnTo>
                  <a:pt x="220027" y="10617"/>
                </a:lnTo>
                <a:lnTo>
                  <a:pt x="213461" y="0"/>
                </a:lnTo>
                <a:lnTo>
                  <a:pt x="179933" y="15341"/>
                </a:lnTo>
                <a:lnTo>
                  <a:pt x="194411" y="40678"/>
                </a:lnTo>
                <a:lnTo>
                  <a:pt x="203504" y="57137"/>
                </a:lnTo>
                <a:lnTo>
                  <a:pt x="213461" y="76301"/>
                </a:lnTo>
                <a:lnTo>
                  <a:pt x="3048" y="76301"/>
                </a:lnTo>
                <a:lnTo>
                  <a:pt x="3048" y="109829"/>
                </a:lnTo>
                <a:lnTo>
                  <a:pt x="86868" y="109829"/>
                </a:lnTo>
                <a:lnTo>
                  <a:pt x="97485" y="154495"/>
                </a:lnTo>
                <a:lnTo>
                  <a:pt x="112864" y="196888"/>
                </a:lnTo>
                <a:lnTo>
                  <a:pt x="133019" y="236931"/>
                </a:lnTo>
                <a:lnTo>
                  <a:pt x="157911" y="274548"/>
                </a:lnTo>
                <a:lnTo>
                  <a:pt x="187553" y="309664"/>
                </a:lnTo>
                <a:lnTo>
                  <a:pt x="151815" y="332892"/>
                </a:lnTo>
                <a:lnTo>
                  <a:pt x="108635" y="354520"/>
                </a:lnTo>
                <a:lnTo>
                  <a:pt x="58026" y="374700"/>
                </a:lnTo>
                <a:lnTo>
                  <a:pt x="0" y="393585"/>
                </a:lnTo>
                <a:lnTo>
                  <a:pt x="6832" y="403339"/>
                </a:lnTo>
                <a:lnTo>
                  <a:pt x="13525" y="412254"/>
                </a:lnTo>
                <a:lnTo>
                  <a:pt x="19926" y="420624"/>
                </a:lnTo>
                <a:lnTo>
                  <a:pt x="25908" y="428726"/>
                </a:lnTo>
                <a:lnTo>
                  <a:pt x="86525" y="404926"/>
                </a:lnTo>
                <a:lnTo>
                  <a:pt x="138163" y="381584"/>
                </a:lnTo>
                <a:lnTo>
                  <a:pt x="180936" y="358546"/>
                </a:lnTo>
                <a:lnTo>
                  <a:pt x="214985" y="335673"/>
                </a:lnTo>
                <a:lnTo>
                  <a:pt x="248475" y="358482"/>
                </a:lnTo>
                <a:lnTo>
                  <a:pt x="289699" y="381012"/>
                </a:lnTo>
                <a:lnTo>
                  <a:pt x="338937" y="402958"/>
                </a:lnTo>
                <a:lnTo>
                  <a:pt x="396430" y="424065"/>
                </a:lnTo>
                <a:lnTo>
                  <a:pt x="402767" y="416394"/>
                </a:lnTo>
                <a:lnTo>
                  <a:pt x="410235" y="407301"/>
                </a:lnTo>
                <a:lnTo>
                  <a:pt x="418807" y="397052"/>
                </a:lnTo>
                <a:lnTo>
                  <a:pt x="428536" y="385965"/>
                </a:lnTo>
                <a:close/>
              </a:path>
              <a:path w="3126740" h="433704">
                <a:moveTo>
                  <a:pt x="622173" y="241084"/>
                </a:moveTo>
                <a:lnTo>
                  <a:pt x="592455" y="210743"/>
                </a:lnTo>
                <a:lnTo>
                  <a:pt x="558165" y="176974"/>
                </a:lnTo>
                <a:lnTo>
                  <a:pt x="544449" y="189166"/>
                </a:lnTo>
                <a:lnTo>
                  <a:pt x="544449" y="123634"/>
                </a:lnTo>
                <a:lnTo>
                  <a:pt x="605409" y="123634"/>
                </a:lnTo>
                <a:lnTo>
                  <a:pt x="605409" y="94589"/>
                </a:lnTo>
                <a:lnTo>
                  <a:pt x="544449" y="94589"/>
                </a:lnTo>
                <a:lnTo>
                  <a:pt x="544449" y="6096"/>
                </a:lnTo>
                <a:lnTo>
                  <a:pt x="512343" y="6096"/>
                </a:lnTo>
                <a:lnTo>
                  <a:pt x="512343" y="94589"/>
                </a:lnTo>
                <a:lnTo>
                  <a:pt x="445287" y="94589"/>
                </a:lnTo>
                <a:lnTo>
                  <a:pt x="445287" y="123634"/>
                </a:lnTo>
                <a:lnTo>
                  <a:pt x="510819" y="123634"/>
                </a:lnTo>
                <a:lnTo>
                  <a:pt x="497090" y="167919"/>
                </a:lnTo>
                <a:lnTo>
                  <a:pt x="480910" y="209219"/>
                </a:lnTo>
                <a:lnTo>
                  <a:pt x="462178" y="247383"/>
                </a:lnTo>
                <a:lnTo>
                  <a:pt x="440715" y="282232"/>
                </a:lnTo>
                <a:lnTo>
                  <a:pt x="445033" y="292252"/>
                </a:lnTo>
                <a:lnTo>
                  <a:pt x="448906" y="301853"/>
                </a:lnTo>
                <a:lnTo>
                  <a:pt x="452513" y="311162"/>
                </a:lnTo>
                <a:lnTo>
                  <a:pt x="455955" y="320332"/>
                </a:lnTo>
                <a:lnTo>
                  <a:pt x="471411" y="296037"/>
                </a:lnTo>
                <a:lnTo>
                  <a:pt x="485863" y="268884"/>
                </a:lnTo>
                <a:lnTo>
                  <a:pt x="499465" y="238848"/>
                </a:lnTo>
                <a:lnTo>
                  <a:pt x="512343" y="205930"/>
                </a:lnTo>
                <a:lnTo>
                  <a:pt x="512343" y="430250"/>
                </a:lnTo>
                <a:lnTo>
                  <a:pt x="544449" y="430250"/>
                </a:lnTo>
                <a:lnTo>
                  <a:pt x="544449" y="205930"/>
                </a:lnTo>
                <a:lnTo>
                  <a:pt x="557872" y="220853"/>
                </a:lnTo>
                <a:lnTo>
                  <a:pt x="570738" y="235737"/>
                </a:lnTo>
                <a:lnTo>
                  <a:pt x="583018" y="250609"/>
                </a:lnTo>
                <a:lnTo>
                  <a:pt x="594741" y="265468"/>
                </a:lnTo>
                <a:lnTo>
                  <a:pt x="622173" y="241084"/>
                </a:lnTo>
                <a:close/>
              </a:path>
              <a:path w="3126740" h="433704">
                <a:moveTo>
                  <a:pt x="687806" y="120586"/>
                </a:moveTo>
                <a:lnTo>
                  <a:pt x="672630" y="96799"/>
                </a:lnTo>
                <a:lnTo>
                  <a:pt x="657047" y="73456"/>
                </a:lnTo>
                <a:lnTo>
                  <a:pt x="641197" y="50419"/>
                </a:lnTo>
                <a:lnTo>
                  <a:pt x="625221" y="27533"/>
                </a:lnTo>
                <a:lnTo>
                  <a:pt x="597789" y="44297"/>
                </a:lnTo>
                <a:lnTo>
                  <a:pt x="613511" y="68300"/>
                </a:lnTo>
                <a:lnTo>
                  <a:pt x="628650" y="92316"/>
                </a:lnTo>
                <a:lnTo>
                  <a:pt x="643229" y="116344"/>
                </a:lnTo>
                <a:lnTo>
                  <a:pt x="657225" y="140398"/>
                </a:lnTo>
                <a:lnTo>
                  <a:pt x="687806" y="120586"/>
                </a:lnTo>
                <a:close/>
              </a:path>
              <a:path w="3126740" h="433704">
                <a:moveTo>
                  <a:pt x="863155" y="164782"/>
                </a:moveTo>
                <a:lnTo>
                  <a:pt x="751814" y="164782"/>
                </a:lnTo>
                <a:lnTo>
                  <a:pt x="751814" y="6096"/>
                </a:lnTo>
                <a:lnTo>
                  <a:pt x="718286" y="6096"/>
                </a:lnTo>
                <a:lnTo>
                  <a:pt x="718286" y="164782"/>
                </a:lnTo>
                <a:lnTo>
                  <a:pt x="606933" y="164782"/>
                </a:lnTo>
                <a:lnTo>
                  <a:pt x="606933" y="195262"/>
                </a:lnTo>
                <a:lnTo>
                  <a:pt x="829627" y="195262"/>
                </a:lnTo>
                <a:lnTo>
                  <a:pt x="829627" y="268516"/>
                </a:lnTo>
                <a:lnTo>
                  <a:pt x="614553" y="268516"/>
                </a:lnTo>
                <a:lnTo>
                  <a:pt x="614553" y="298996"/>
                </a:lnTo>
                <a:lnTo>
                  <a:pt x="829627" y="298996"/>
                </a:lnTo>
                <a:lnTo>
                  <a:pt x="829627" y="376809"/>
                </a:lnTo>
                <a:lnTo>
                  <a:pt x="594741" y="376809"/>
                </a:lnTo>
                <a:lnTo>
                  <a:pt x="594741" y="407301"/>
                </a:lnTo>
                <a:lnTo>
                  <a:pt x="829627" y="407301"/>
                </a:lnTo>
                <a:lnTo>
                  <a:pt x="829627" y="431774"/>
                </a:lnTo>
                <a:lnTo>
                  <a:pt x="863155" y="431774"/>
                </a:lnTo>
                <a:lnTo>
                  <a:pt x="863155" y="164782"/>
                </a:lnTo>
                <a:close/>
              </a:path>
              <a:path w="3126740" h="433704">
                <a:moveTo>
                  <a:pt x="876871" y="45821"/>
                </a:moveTo>
                <a:lnTo>
                  <a:pt x="844867" y="27533"/>
                </a:lnTo>
                <a:lnTo>
                  <a:pt x="830846" y="53009"/>
                </a:lnTo>
                <a:lnTo>
                  <a:pt x="816241" y="77076"/>
                </a:lnTo>
                <a:lnTo>
                  <a:pt x="801065" y="100012"/>
                </a:lnTo>
                <a:lnTo>
                  <a:pt x="785342" y="122110"/>
                </a:lnTo>
                <a:lnTo>
                  <a:pt x="814298" y="141922"/>
                </a:lnTo>
                <a:lnTo>
                  <a:pt x="829462" y="119799"/>
                </a:lnTo>
                <a:lnTo>
                  <a:pt x="844981" y="96799"/>
                </a:lnTo>
                <a:lnTo>
                  <a:pt x="860894" y="72186"/>
                </a:lnTo>
                <a:lnTo>
                  <a:pt x="876871" y="45821"/>
                </a:lnTo>
                <a:close/>
              </a:path>
              <a:path w="3126740" h="433704">
                <a:moveTo>
                  <a:pt x="1081189" y="73253"/>
                </a:moveTo>
                <a:lnTo>
                  <a:pt x="1046137" y="73253"/>
                </a:lnTo>
                <a:lnTo>
                  <a:pt x="1046137" y="106781"/>
                </a:lnTo>
                <a:lnTo>
                  <a:pt x="1046137" y="213563"/>
                </a:lnTo>
                <a:lnTo>
                  <a:pt x="1046137" y="244132"/>
                </a:lnTo>
                <a:lnTo>
                  <a:pt x="1046137" y="355485"/>
                </a:lnTo>
                <a:lnTo>
                  <a:pt x="948499" y="355485"/>
                </a:lnTo>
                <a:lnTo>
                  <a:pt x="948499" y="244132"/>
                </a:lnTo>
                <a:lnTo>
                  <a:pt x="1046137" y="244132"/>
                </a:lnTo>
                <a:lnTo>
                  <a:pt x="1046137" y="213563"/>
                </a:lnTo>
                <a:lnTo>
                  <a:pt x="948499" y="213563"/>
                </a:lnTo>
                <a:lnTo>
                  <a:pt x="948499" y="106781"/>
                </a:lnTo>
                <a:lnTo>
                  <a:pt x="1046137" y="106781"/>
                </a:lnTo>
                <a:lnTo>
                  <a:pt x="1046137" y="73253"/>
                </a:lnTo>
                <a:lnTo>
                  <a:pt x="994321" y="73253"/>
                </a:lnTo>
                <a:lnTo>
                  <a:pt x="1000937" y="59016"/>
                </a:lnTo>
                <a:lnTo>
                  <a:pt x="1007275" y="43903"/>
                </a:lnTo>
                <a:lnTo>
                  <a:pt x="1013599" y="28206"/>
                </a:lnTo>
                <a:lnTo>
                  <a:pt x="1020229" y="12192"/>
                </a:lnTo>
                <a:lnTo>
                  <a:pt x="983653" y="1524"/>
                </a:lnTo>
                <a:lnTo>
                  <a:pt x="978522" y="18135"/>
                </a:lnTo>
                <a:lnTo>
                  <a:pt x="972413" y="35712"/>
                </a:lnTo>
                <a:lnTo>
                  <a:pt x="965428" y="54127"/>
                </a:lnTo>
                <a:lnTo>
                  <a:pt x="957745" y="73253"/>
                </a:lnTo>
                <a:lnTo>
                  <a:pt x="913447" y="73253"/>
                </a:lnTo>
                <a:lnTo>
                  <a:pt x="913447" y="425589"/>
                </a:lnTo>
                <a:lnTo>
                  <a:pt x="948499" y="425589"/>
                </a:lnTo>
                <a:lnTo>
                  <a:pt x="948499" y="389013"/>
                </a:lnTo>
                <a:lnTo>
                  <a:pt x="1046137" y="389013"/>
                </a:lnTo>
                <a:lnTo>
                  <a:pt x="1046137" y="422541"/>
                </a:lnTo>
                <a:lnTo>
                  <a:pt x="1081189" y="422541"/>
                </a:lnTo>
                <a:lnTo>
                  <a:pt x="1081189" y="389013"/>
                </a:lnTo>
                <a:lnTo>
                  <a:pt x="1081189" y="355485"/>
                </a:lnTo>
                <a:lnTo>
                  <a:pt x="1081189" y="244132"/>
                </a:lnTo>
                <a:lnTo>
                  <a:pt x="1081189" y="213563"/>
                </a:lnTo>
                <a:lnTo>
                  <a:pt x="1081189" y="106781"/>
                </a:lnTo>
                <a:lnTo>
                  <a:pt x="1081189" y="73253"/>
                </a:lnTo>
                <a:close/>
              </a:path>
              <a:path w="3126740" h="433704">
                <a:moveTo>
                  <a:pt x="1230630" y="273088"/>
                </a:moveTo>
                <a:lnTo>
                  <a:pt x="1215491" y="251383"/>
                </a:lnTo>
                <a:lnTo>
                  <a:pt x="1197483" y="227507"/>
                </a:lnTo>
                <a:lnTo>
                  <a:pt x="1176629" y="201637"/>
                </a:lnTo>
                <a:lnTo>
                  <a:pt x="1152906" y="173939"/>
                </a:lnTo>
                <a:lnTo>
                  <a:pt x="1126998" y="193751"/>
                </a:lnTo>
                <a:lnTo>
                  <a:pt x="1146759" y="219189"/>
                </a:lnTo>
                <a:lnTo>
                  <a:pt x="1165098" y="244881"/>
                </a:lnTo>
                <a:lnTo>
                  <a:pt x="1182293" y="270560"/>
                </a:lnTo>
                <a:lnTo>
                  <a:pt x="1198626" y="295948"/>
                </a:lnTo>
                <a:lnTo>
                  <a:pt x="1230630" y="273088"/>
                </a:lnTo>
                <a:close/>
              </a:path>
              <a:path w="3126740" h="433704">
                <a:moveTo>
                  <a:pt x="1313027" y="71729"/>
                </a:moveTo>
                <a:lnTo>
                  <a:pt x="1171194" y="71729"/>
                </a:lnTo>
                <a:lnTo>
                  <a:pt x="1177772" y="57492"/>
                </a:lnTo>
                <a:lnTo>
                  <a:pt x="1183767" y="42379"/>
                </a:lnTo>
                <a:lnTo>
                  <a:pt x="1189202" y="26682"/>
                </a:lnTo>
                <a:lnTo>
                  <a:pt x="1194054" y="10668"/>
                </a:lnTo>
                <a:lnTo>
                  <a:pt x="1157478" y="1524"/>
                </a:lnTo>
                <a:lnTo>
                  <a:pt x="1142898" y="47840"/>
                </a:lnTo>
                <a:lnTo>
                  <a:pt x="1126604" y="90436"/>
                </a:lnTo>
                <a:lnTo>
                  <a:pt x="1108570" y="129006"/>
                </a:lnTo>
                <a:lnTo>
                  <a:pt x="1088809" y="163271"/>
                </a:lnTo>
                <a:lnTo>
                  <a:pt x="1097457" y="167601"/>
                </a:lnTo>
                <a:lnTo>
                  <a:pt x="1105077" y="171653"/>
                </a:lnTo>
                <a:lnTo>
                  <a:pt x="1111834" y="175691"/>
                </a:lnTo>
                <a:lnTo>
                  <a:pt x="1117854" y="180035"/>
                </a:lnTo>
                <a:lnTo>
                  <a:pt x="1128090" y="163271"/>
                </a:lnTo>
                <a:lnTo>
                  <a:pt x="1138237" y="144970"/>
                </a:lnTo>
                <a:lnTo>
                  <a:pt x="1148067" y="125552"/>
                </a:lnTo>
                <a:lnTo>
                  <a:pt x="1157478" y="105257"/>
                </a:lnTo>
                <a:lnTo>
                  <a:pt x="1274927" y="105257"/>
                </a:lnTo>
                <a:lnTo>
                  <a:pt x="1273987" y="171653"/>
                </a:lnTo>
                <a:lnTo>
                  <a:pt x="1273009" y="227507"/>
                </a:lnTo>
                <a:lnTo>
                  <a:pt x="1271854" y="277177"/>
                </a:lnTo>
                <a:lnTo>
                  <a:pt x="1270482" y="316903"/>
                </a:lnTo>
                <a:lnTo>
                  <a:pt x="1264513" y="365861"/>
                </a:lnTo>
                <a:lnTo>
                  <a:pt x="1226058" y="389013"/>
                </a:lnTo>
                <a:lnTo>
                  <a:pt x="1207223" y="388696"/>
                </a:lnTo>
                <a:lnTo>
                  <a:pt x="1187386" y="387680"/>
                </a:lnTo>
                <a:lnTo>
                  <a:pt x="1166698" y="385787"/>
                </a:lnTo>
                <a:lnTo>
                  <a:pt x="1145286" y="382917"/>
                </a:lnTo>
                <a:lnTo>
                  <a:pt x="1143762" y="382917"/>
                </a:lnTo>
                <a:lnTo>
                  <a:pt x="1146022" y="392099"/>
                </a:lnTo>
                <a:lnTo>
                  <a:pt x="1148143" y="401586"/>
                </a:lnTo>
                <a:lnTo>
                  <a:pt x="1149972" y="411632"/>
                </a:lnTo>
                <a:lnTo>
                  <a:pt x="1151382" y="422541"/>
                </a:lnTo>
                <a:lnTo>
                  <a:pt x="1171714" y="423418"/>
                </a:lnTo>
                <a:lnTo>
                  <a:pt x="1191768" y="423875"/>
                </a:lnTo>
                <a:lnTo>
                  <a:pt x="1232154" y="424065"/>
                </a:lnTo>
                <a:lnTo>
                  <a:pt x="1262468" y="419773"/>
                </a:lnTo>
                <a:lnTo>
                  <a:pt x="1284630" y="406920"/>
                </a:lnTo>
                <a:lnTo>
                  <a:pt x="1296187" y="389013"/>
                </a:lnTo>
                <a:lnTo>
                  <a:pt x="1298473" y="385483"/>
                </a:lnTo>
                <a:lnTo>
                  <a:pt x="1305407" y="331685"/>
                </a:lnTo>
                <a:lnTo>
                  <a:pt x="1308455" y="255930"/>
                </a:lnTo>
                <a:lnTo>
                  <a:pt x="1309979" y="203949"/>
                </a:lnTo>
                <a:lnTo>
                  <a:pt x="1311440" y="144970"/>
                </a:lnTo>
                <a:lnTo>
                  <a:pt x="1312303" y="105257"/>
                </a:lnTo>
                <a:lnTo>
                  <a:pt x="1313027" y="71729"/>
                </a:lnTo>
                <a:close/>
              </a:path>
              <a:path w="3126740" h="433704">
                <a:moveTo>
                  <a:pt x="1779651" y="324993"/>
                </a:moveTo>
                <a:lnTo>
                  <a:pt x="1740420" y="308140"/>
                </a:lnTo>
                <a:lnTo>
                  <a:pt x="1685569" y="274332"/>
                </a:lnTo>
                <a:lnTo>
                  <a:pt x="1677543" y="267449"/>
                </a:lnTo>
                <a:lnTo>
                  <a:pt x="1677543" y="308140"/>
                </a:lnTo>
                <a:lnTo>
                  <a:pt x="1576857" y="308140"/>
                </a:lnTo>
                <a:lnTo>
                  <a:pt x="1576857" y="265468"/>
                </a:lnTo>
                <a:lnTo>
                  <a:pt x="1544853" y="265468"/>
                </a:lnTo>
                <a:lnTo>
                  <a:pt x="1544853" y="308140"/>
                </a:lnTo>
                <a:lnTo>
                  <a:pt x="1442656" y="308140"/>
                </a:lnTo>
                <a:lnTo>
                  <a:pt x="1457490" y="295046"/>
                </a:lnTo>
                <a:lnTo>
                  <a:pt x="1472184" y="281089"/>
                </a:lnTo>
                <a:lnTo>
                  <a:pt x="1486585" y="266560"/>
                </a:lnTo>
                <a:lnTo>
                  <a:pt x="1500568" y="251752"/>
                </a:lnTo>
                <a:lnTo>
                  <a:pt x="1621053" y="251752"/>
                </a:lnTo>
                <a:lnTo>
                  <a:pt x="1634172" y="266560"/>
                </a:lnTo>
                <a:lnTo>
                  <a:pt x="1648155" y="281089"/>
                </a:lnTo>
                <a:lnTo>
                  <a:pt x="1662722" y="295046"/>
                </a:lnTo>
                <a:lnTo>
                  <a:pt x="1677543" y="308140"/>
                </a:lnTo>
                <a:lnTo>
                  <a:pt x="1677543" y="267449"/>
                </a:lnTo>
                <a:lnTo>
                  <a:pt x="1659255" y="251752"/>
                </a:lnTo>
                <a:lnTo>
                  <a:pt x="1775079" y="251752"/>
                </a:lnTo>
                <a:lnTo>
                  <a:pt x="1775079" y="222796"/>
                </a:lnTo>
                <a:lnTo>
                  <a:pt x="1688211" y="222796"/>
                </a:lnTo>
                <a:lnTo>
                  <a:pt x="1688211" y="192214"/>
                </a:lnTo>
                <a:lnTo>
                  <a:pt x="1688211" y="164782"/>
                </a:lnTo>
                <a:lnTo>
                  <a:pt x="1688211" y="134302"/>
                </a:lnTo>
                <a:lnTo>
                  <a:pt x="1688211" y="106781"/>
                </a:lnTo>
                <a:lnTo>
                  <a:pt x="1688211" y="76301"/>
                </a:lnTo>
                <a:lnTo>
                  <a:pt x="1762887" y="76301"/>
                </a:lnTo>
                <a:lnTo>
                  <a:pt x="1762887" y="47345"/>
                </a:lnTo>
                <a:lnTo>
                  <a:pt x="1688211" y="47345"/>
                </a:lnTo>
                <a:lnTo>
                  <a:pt x="1688211" y="0"/>
                </a:lnTo>
                <a:lnTo>
                  <a:pt x="1656207" y="0"/>
                </a:lnTo>
                <a:lnTo>
                  <a:pt x="1656207" y="47345"/>
                </a:lnTo>
                <a:lnTo>
                  <a:pt x="1656207" y="76301"/>
                </a:lnTo>
                <a:lnTo>
                  <a:pt x="1656207" y="222796"/>
                </a:lnTo>
                <a:lnTo>
                  <a:pt x="1468564" y="222796"/>
                </a:lnTo>
                <a:lnTo>
                  <a:pt x="1468564" y="192214"/>
                </a:lnTo>
                <a:lnTo>
                  <a:pt x="1656207" y="192214"/>
                </a:lnTo>
                <a:lnTo>
                  <a:pt x="1656207" y="164782"/>
                </a:lnTo>
                <a:lnTo>
                  <a:pt x="1468564" y="164782"/>
                </a:lnTo>
                <a:lnTo>
                  <a:pt x="1468564" y="134302"/>
                </a:lnTo>
                <a:lnTo>
                  <a:pt x="1656207" y="134302"/>
                </a:lnTo>
                <a:lnTo>
                  <a:pt x="1656207" y="106781"/>
                </a:lnTo>
                <a:lnTo>
                  <a:pt x="1468564" y="106781"/>
                </a:lnTo>
                <a:lnTo>
                  <a:pt x="1468564" y="76301"/>
                </a:lnTo>
                <a:lnTo>
                  <a:pt x="1656207" y="76301"/>
                </a:lnTo>
                <a:lnTo>
                  <a:pt x="1656207" y="47345"/>
                </a:lnTo>
                <a:lnTo>
                  <a:pt x="1468564" y="47345"/>
                </a:lnTo>
                <a:lnTo>
                  <a:pt x="1468564" y="0"/>
                </a:lnTo>
                <a:lnTo>
                  <a:pt x="1435036" y="0"/>
                </a:lnTo>
                <a:lnTo>
                  <a:pt x="1435036" y="47345"/>
                </a:lnTo>
                <a:lnTo>
                  <a:pt x="1361782" y="47345"/>
                </a:lnTo>
                <a:lnTo>
                  <a:pt x="1361782" y="76301"/>
                </a:lnTo>
                <a:lnTo>
                  <a:pt x="1435036" y="76301"/>
                </a:lnTo>
                <a:lnTo>
                  <a:pt x="1435036" y="222796"/>
                </a:lnTo>
                <a:lnTo>
                  <a:pt x="1348066" y="222796"/>
                </a:lnTo>
                <a:lnTo>
                  <a:pt x="1348066" y="251752"/>
                </a:lnTo>
                <a:lnTo>
                  <a:pt x="1459420" y="251752"/>
                </a:lnTo>
                <a:lnTo>
                  <a:pt x="1434033" y="275755"/>
                </a:lnTo>
                <a:lnTo>
                  <a:pt x="1406067" y="297484"/>
                </a:lnTo>
                <a:lnTo>
                  <a:pt x="1375803" y="316941"/>
                </a:lnTo>
                <a:lnTo>
                  <a:pt x="1343494" y="334149"/>
                </a:lnTo>
                <a:lnTo>
                  <a:pt x="1350073" y="341858"/>
                </a:lnTo>
                <a:lnTo>
                  <a:pt x="1356067" y="349008"/>
                </a:lnTo>
                <a:lnTo>
                  <a:pt x="1361503" y="355574"/>
                </a:lnTo>
                <a:lnTo>
                  <a:pt x="1366354" y="361581"/>
                </a:lnTo>
                <a:lnTo>
                  <a:pt x="1384681" y="350710"/>
                </a:lnTo>
                <a:lnTo>
                  <a:pt x="1402829" y="338709"/>
                </a:lnTo>
                <a:lnTo>
                  <a:pt x="1420672" y="325526"/>
                </a:lnTo>
                <a:lnTo>
                  <a:pt x="1438084" y="311188"/>
                </a:lnTo>
                <a:lnTo>
                  <a:pt x="1438084" y="335673"/>
                </a:lnTo>
                <a:lnTo>
                  <a:pt x="1544853" y="335673"/>
                </a:lnTo>
                <a:lnTo>
                  <a:pt x="1544853" y="381393"/>
                </a:lnTo>
                <a:lnTo>
                  <a:pt x="1374076" y="381393"/>
                </a:lnTo>
                <a:lnTo>
                  <a:pt x="1374076" y="408825"/>
                </a:lnTo>
                <a:lnTo>
                  <a:pt x="1749171" y="408825"/>
                </a:lnTo>
                <a:lnTo>
                  <a:pt x="1749171" y="381393"/>
                </a:lnTo>
                <a:lnTo>
                  <a:pt x="1576857" y="381393"/>
                </a:lnTo>
                <a:lnTo>
                  <a:pt x="1576857" y="335673"/>
                </a:lnTo>
                <a:lnTo>
                  <a:pt x="1682115" y="335673"/>
                </a:lnTo>
                <a:lnTo>
                  <a:pt x="1682115" y="311188"/>
                </a:lnTo>
                <a:lnTo>
                  <a:pt x="1699564" y="324383"/>
                </a:lnTo>
                <a:lnTo>
                  <a:pt x="1717738" y="336423"/>
                </a:lnTo>
                <a:lnTo>
                  <a:pt x="1736763" y="347281"/>
                </a:lnTo>
                <a:lnTo>
                  <a:pt x="1756791" y="357009"/>
                </a:lnTo>
                <a:lnTo>
                  <a:pt x="1761642" y="349859"/>
                </a:lnTo>
                <a:lnTo>
                  <a:pt x="1767078" y="342150"/>
                </a:lnTo>
                <a:lnTo>
                  <a:pt x="1773072" y="333857"/>
                </a:lnTo>
                <a:lnTo>
                  <a:pt x="1779651" y="324993"/>
                </a:lnTo>
                <a:close/>
              </a:path>
              <a:path w="3126740" h="433704">
                <a:moveTo>
                  <a:pt x="2226564" y="317284"/>
                </a:moveTo>
                <a:lnTo>
                  <a:pt x="2188934" y="290601"/>
                </a:lnTo>
                <a:lnTo>
                  <a:pt x="2153907" y="260870"/>
                </a:lnTo>
                <a:lnTo>
                  <a:pt x="2121497" y="228066"/>
                </a:lnTo>
                <a:lnTo>
                  <a:pt x="2091766" y="192214"/>
                </a:lnTo>
                <a:lnTo>
                  <a:pt x="2064740" y="153314"/>
                </a:lnTo>
                <a:lnTo>
                  <a:pt x="2040445" y="111353"/>
                </a:lnTo>
                <a:lnTo>
                  <a:pt x="2217420" y="111353"/>
                </a:lnTo>
                <a:lnTo>
                  <a:pt x="2217420" y="79349"/>
                </a:lnTo>
                <a:lnTo>
                  <a:pt x="2026729" y="79349"/>
                </a:lnTo>
                <a:lnTo>
                  <a:pt x="2026729" y="0"/>
                </a:lnTo>
                <a:lnTo>
                  <a:pt x="1993201" y="0"/>
                </a:lnTo>
                <a:lnTo>
                  <a:pt x="1993201" y="79349"/>
                </a:lnTo>
                <a:lnTo>
                  <a:pt x="1802599" y="79349"/>
                </a:lnTo>
                <a:lnTo>
                  <a:pt x="1802599" y="111353"/>
                </a:lnTo>
                <a:lnTo>
                  <a:pt x="1979485" y="111353"/>
                </a:lnTo>
                <a:lnTo>
                  <a:pt x="1957133" y="149123"/>
                </a:lnTo>
                <a:lnTo>
                  <a:pt x="1931250" y="186182"/>
                </a:lnTo>
                <a:lnTo>
                  <a:pt x="1901901" y="222554"/>
                </a:lnTo>
                <a:lnTo>
                  <a:pt x="1869122" y="258305"/>
                </a:lnTo>
                <a:lnTo>
                  <a:pt x="1832952" y="293446"/>
                </a:lnTo>
                <a:lnTo>
                  <a:pt x="1793455" y="328041"/>
                </a:lnTo>
                <a:lnTo>
                  <a:pt x="1799488" y="333171"/>
                </a:lnTo>
                <a:lnTo>
                  <a:pt x="1865934" y="312381"/>
                </a:lnTo>
                <a:lnTo>
                  <a:pt x="1904923" y="270090"/>
                </a:lnTo>
                <a:lnTo>
                  <a:pt x="1939226" y="227063"/>
                </a:lnTo>
                <a:lnTo>
                  <a:pt x="1968715" y="183337"/>
                </a:lnTo>
                <a:lnTo>
                  <a:pt x="1993201" y="138874"/>
                </a:lnTo>
                <a:lnTo>
                  <a:pt x="1993201" y="312712"/>
                </a:lnTo>
                <a:lnTo>
                  <a:pt x="1889467" y="312712"/>
                </a:lnTo>
                <a:lnTo>
                  <a:pt x="1889467" y="343281"/>
                </a:lnTo>
                <a:lnTo>
                  <a:pt x="1993201" y="343281"/>
                </a:lnTo>
                <a:lnTo>
                  <a:pt x="1993201" y="433298"/>
                </a:lnTo>
                <a:lnTo>
                  <a:pt x="2026729" y="433298"/>
                </a:lnTo>
                <a:lnTo>
                  <a:pt x="2026729" y="343281"/>
                </a:lnTo>
                <a:lnTo>
                  <a:pt x="2127402" y="343281"/>
                </a:lnTo>
                <a:lnTo>
                  <a:pt x="2127402" y="312712"/>
                </a:lnTo>
                <a:lnTo>
                  <a:pt x="2026729" y="312712"/>
                </a:lnTo>
                <a:lnTo>
                  <a:pt x="2026729" y="138874"/>
                </a:lnTo>
                <a:lnTo>
                  <a:pt x="2054021" y="188290"/>
                </a:lnTo>
                <a:lnTo>
                  <a:pt x="2084590" y="233959"/>
                </a:lnTo>
                <a:lnTo>
                  <a:pt x="2118436" y="275818"/>
                </a:lnTo>
                <a:lnTo>
                  <a:pt x="2155571" y="313804"/>
                </a:lnTo>
                <a:lnTo>
                  <a:pt x="2195982" y="347853"/>
                </a:lnTo>
                <a:lnTo>
                  <a:pt x="2226564" y="317284"/>
                </a:lnTo>
                <a:close/>
              </a:path>
              <a:path w="3126740" h="433704">
                <a:moveTo>
                  <a:pt x="2409545" y="227368"/>
                </a:moveTo>
                <a:lnTo>
                  <a:pt x="2393797" y="212483"/>
                </a:lnTo>
                <a:lnTo>
                  <a:pt x="2379053" y="198323"/>
                </a:lnTo>
                <a:lnTo>
                  <a:pt x="2363178" y="183083"/>
                </a:lnTo>
                <a:lnTo>
                  <a:pt x="2348573" y="169367"/>
                </a:lnTo>
                <a:lnTo>
                  <a:pt x="2336292" y="183083"/>
                </a:lnTo>
                <a:lnTo>
                  <a:pt x="2336292" y="123634"/>
                </a:lnTo>
                <a:lnTo>
                  <a:pt x="2392781" y="123634"/>
                </a:lnTo>
                <a:lnTo>
                  <a:pt x="2392781" y="94589"/>
                </a:lnTo>
                <a:lnTo>
                  <a:pt x="2336292" y="94589"/>
                </a:lnTo>
                <a:lnTo>
                  <a:pt x="2336292" y="7620"/>
                </a:lnTo>
                <a:lnTo>
                  <a:pt x="2305812" y="7620"/>
                </a:lnTo>
                <a:lnTo>
                  <a:pt x="2305812" y="94589"/>
                </a:lnTo>
                <a:lnTo>
                  <a:pt x="2243328" y="94589"/>
                </a:lnTo>
                <a:lnTo>
                  <a:pt x="2243328" y="123634"/>
                </a:lnTo>
                <a:lnTo>
                  <a:pt x="2304288" y="123634"/>
                </a:lnTo>
                <a:lnTo>
                  <a:pt x="2293429" y="165087"/>
                </a:lnTo>
                <a:lnTo>
                  <a:pt x="2279142" y="204838"/>
                </a:lnTo>
                <a:lnTo>
                  <a:pt x="2261425" y="242874"/>
                </a:lnTo>
                <a:lnTo>
                  <a:pt x="2240280" y="279184"/>
                </a:lnTo>
                <a:lnTo>
                  <a:pt x="2244560" y="288569"/>
                </a:lnTo>
                <a:lnTo>
                  <a:pt x="2248281" y="298234"/>
                </a:lnTo>
                <a:lnTo>
                  <a:pt x="2251418" y="307898"/>
                </a:lnTo>
                <a:lnTo>
                  <a:pt x="2253996" y="317284"/>
                </a:lnTo>
                <a:lnTo>
                  <a:pt x="2268309" y="294995"/>
                </a:lnTo>
                <a:lnTo>
                  <a:pt x="2281618" y="269265"/>
                </a:lnTo>
                <a:lnTo>
                  <a:pt x="2294077" y="240093"/>
                </a:lnTo>
                <a:lnTo>
                  <a:pt x="2305812" y="207467"/>
                </a:lnTo>
                <a:lnTo>
                  <a:pt x="2305812" y="433298"/>
                </a:lnTo>
                <a:lnTo>
                  <a:pt x="2336292" y="433298"/>
                </a:lnTo>
                <a:lnTo>
                  <a:pt x="2336292" y="207467"/>
                </a:lnTo>
                <a:lnTo>
                  <a:pt x="2336292" y="198323"/>
                </a:lnTo>
                <a:lnTo>
                  <a:pt x="2348065" y="210096"/>
                </a:lnTo>
                <a:lnTo>
                  <a:pt x="2360384" y="222745"/>
                </a:lnTo>
                <a:lnTo>
                  <a:pt x="2373249" y="236550"/>
                </a:lnTo>
                <a:lnTo>
                  <a:pt x="2386685" y="251752"/>
                </a:lnTo>
                <a:lnTo>
                  <a:pt x="2409545" y="227368"/>
                </a:lnTo>
                <a:close/>
              </a:path>
              <a:path w="3126740" h="433704">
                <a:moveTo>
                  <a:pt x="2603182" y="323481"/>
                </a:moveTo>
                <a:lnTo>
                  <a:pt x="2569083" y="260324"/>
                </a:lnTo>
                <a:lnTo>
                  <a:pt x="2536126" y="202895"/>
                </a:lnTo>
                <a:lnTo>
                  <a:pt x="2510218" y="216611"/>
                </a:lnTo>
                <a:lnTo>
                  <a:pt x="2520238" y="234061"/>
                </a:lnTo>
                <a:lnTo>
                  <a:pt x="2529738" y="251752"/>
                </a:lnTo>
                <a:lnTo>
                  <a:pt x="2539149" y="270065"/>
                </a:lnTo>
                <a:lnTo>
                  <a:pt x="2548318" y="288328"/>
                </a:lnTo>
                <a:lnTo>
                  <a:pt x="2526334" y="289445"/>
                </a:lnTo>
                <a:lnTo>
                  <a:pt x="2501633" y="290423"/>
                </a:lnTo>
                <a:lnTo>
                  <a:pt x="2474341" y="291109"/>
                </a:lnTo>
                <a:lnTo>
                  <a:pt x="2444597" y="291376"/>
                </a:lnTo>
                <a:lnTo>
                  <a:pt x="2469184" y="250786"/>
                </a:lnTo>
                <a:lnTo>
                  <a:pt x="2490355" y="213601"/>
                </a:lnTo>
                <a:lnTo>
                  <a:pt x="2508110" y="179857"/>
                </a:lnTo>
                <a:lnTo>
                  <a:pt x="2522410" y="149542"/>
                </a:lnTo>
                <a:lnTo>
                  <a:pt x="2490406" y="135826"/>
                </a:lnTo>
                <a:lnTo>
                  <a:pt x="2472296" y="175514"/>
                </a:lnTo>
                <a:lnTo>
                  <a:pt x="2454503" y="212077"/>
                </a:lnTo>
                <a:lnTo>
                  <a:pt x="2418765" y="274472"/>
                </a:lnTo>
                <a:lnTo>
                  <a:pt x="2395829" y="298996"/>
                </a:lnTo>
                <a:lnTo>
                  <a:pt x="2409545" y="329577"/>
                </a:lnTo>
                <a:lnTo>
                  <a:pt x="2421521" y="327545"/>
                </a:lnTo>
                <a:lnTo>
                  <a:pt x="2441473" y="324637"/>
                </a:lnTo>
                <a:lnTo>
                  <a:pt x="2449169" y="323481"/>
                </a:lnTo>
                <a:lnTo>
                  <a:pt x="2504300" y="319011"/>
                </a:lnTo>
                <a:lnTo>
                  <a:pt x="2532202" y="317169"/>
                </a:lnTo>
                <a:lnTo>
                  <a:pt x="2560510" y="315760"/>
                </a:lnTo>
                <a:lnTo>
                  <a:pt x="2565082" y="323481"/>
                </a:lnTo>
                <a:lnTo>
                  <a:pt x="2571178" y="338721"/>
                </a:lnTo>
                <a:lnTo>
                  <a:pt x="2603182" y="323481"/>
                </a:lnTo>
                <a:close/>
              </a:path>
              <a:path w="3126740" h="433704">
                <a:moveTo>
                  <a:pt x="2661196" y="68681"/>
                </a:moveTo>
                <a:lnTo>
                  <a:pt x="2472029" y="68681"/>
                </a:lnTo>
                <a:lnTo>
                  <a:pt x="2477986" y="55803"/>
                </a:lnTo>
                <a:lnTo>
                  <a:pt x="2484259" y="42189"/>
                </a:lnTo>
                <a:lnTo>
                  <a:pt x="2490533" y="27711"/>
                </a:lnTo>
                <a:lnTo>
                  <a:pt x="2496502" y="12192"/>
                </a:lnTo>
                <a:lnTo>
                  <a:pt x="2462885" y="1524"/>
                </a:lnTo>
                <a:lnTo>
                  <a:pt x="2446883" y="44780"/>
                </a:lnTo>
                <a:lnTo>
                  <a:pt x="2428595" y="85445"/>
                </a:lnTo>
                <a:lnTo>
                  <a:pt x="2408021" y="123825"/>
                </a:lnTo>
                <a:lnTo>
                  <a:pt x="2385161" y="160210"/>
                </a:lnTo>
                <a:lnTo>
                  <a:pt x="2392870" y="164795"/>
                </a:lnTo>
                <a:lnTo>
                  <a:pt x="2400020" y="169367"/>
                </a:lnTo>
                <a:lnTo>
                  <a:pt x="2406586" y="173939"/>
                </a:lnTo>
                <a:lnTo>
                  <a:pt x="2412593" y="178511"/>
                </a:lnTo>
                <a:lnTo>
                  <a:pt x="2423134" y="161645"/>
                </a:lnTo>
                <a:lnTo>
                  <a:pt x="2434120" y="143065"/>
                </a:lnTo>
                <a:lnTo>
                  <a:pt x="2445372" y="122745"/>
                </a:lnTo>
                <a:lnTo>
                  <a:pt x="2456789" y="100685"/>
                </a:lnTo>
                <a:lnTo>
                  <a:pt x="2626144" y="100685"/>
                </a:lnTo>
                <a:lnTo>
                  <a:pt x="2624531" y="160210"/>
                </a:lnTo>
                <a:lnTo>
                  <a:pt x="2623274" y="202895"/>
                </a:lnTo>
                <a:lnTo>
                  <a:pt x="2621127" y="269265"/>
                </a:lnTo>
                <a:lnTo>
                  <a:pt x="2619552" y="313016"/>
                </a:lnTo>
                <a:lnTo>
                  <a:pt x="2616949" y="355460"/>
                </a:lnTo>
                <a:lnTo>
                  <a:pt x="2590228" y="389585"/>
                </a:lnTo>
                <a:lnTo>
                  <a:pt x="2565082" y="392061"/>
                </a:lnTo>
                <a:lnTo>
                  <a:pt x="2528506" y="389585"/>
                </a:lnTo>
                <a:lnTo>
                  <a:pt x="2508504" y="387985"/>
                </a:lnTo>
                <a:lnTo>
                  <a:pt x="2487358" y="385965"/>
                </a:lnTo>
                <a:lnTo>
                  <a:pt x="2489403" y="396201"/>
                </a:lnTo>
                <a:lnTo>
                  <a:pt x="2531364" y="426199"/>
                </a:lnTo>
                <a:lnTo>
                  <a:pt x="2566606" y="427202"/>
                </a:lnTo>
                <a:lnTo>
                  <a:pt x="2588653" y="426046"/>
                </a:lnTo>
                <a:lnTo>
                  <a:pt x="2632240" y="408825"/>
                </a:lnTo>
                <a:lnTo>
                  <a:pt x="2650020" y="367461"/>
                </a:lnTo>
                <a:lnTo>
                  <a:pt x="2655417" y="251929"/>
                </a:lnTo>
                <a:lnTo>
                  <a:pt x="2660205" y="100685"/>
                </a:lnTo>
                <a:lnTo>
                  <a:pt x="2661196" y="68681"/>
                </a:lnTo>
                <a:close/>
              </a:path>
              <a:path w="3126740" h="433704">
                <a:moveTo>
                  <a:pt x="2821305" y="15341"/>
                </a:moveTo>
                <a:lnTo>
                  <a:pt x="2786253" y="4572"/>
                </a:lnTo>
                <a:lnTo>
                  <a:pt x="2770543" y="53619"/>
                </a:lnTo>
                <a:lnTo>
                  <a:pt x="2752763" y="99961"/>
                </a:lnTo>
                <a:lnTo>
                  <a:pt x="2733078" y="143446"/>
                </a:lnTo>
                <a:lnTo>
                  <a:pt x="2711653" y="183934"/>
                </a:lnTo>
                <a:lnTo>
                  <a:pt x="2688615" y="221272"/>
                </a:lnTo>
                <a:lnTo>
                  <a:pt x="2693149" y="230441"/>
                </a:lnTo>
                <a:lnTo>
                  <a:pt x="2697378" y="239750"/>
                </a:lnTo>
                <a:lnTo>
                  <a:pt x="2701048" y="249351"/>
                </a:lnTo>
                <a:lnTo>
                  <a:pt x="2703855" y="259372"/>
                </a:lnTo>
                <a:lnTo>
                  <a:pt x="2717050" y="241020"/>
                </a:lnTo>
                <a:lnTo>
                  <a:pt x="2729382" y="222364"/>
                </a:lnTo>
                <a:lnTo>
                  <a:pt x="2741155" y="203136"/>
                </a:lnTo>
                <a:lnTo>
                  <a:pt x="2752623" y="183070"/>
                </a:lnTo>
                <a:lnTo>
                  <a:pt x="2752623" y="431774"/>
                </a:lnTo>
                <a:lnTo>
                  <a:pt x="2786253" y="431774"/>
                </a:lnTo>
                <a:lnTo>
                  <a:pt x="2786253" y="183070"/>
                </a:lnTo>
                <a:lnTo>
                  <a:pt x="2786253" y="109829"/>
                </a:lnTo>
                <a:lnTo>
                  <a:pt x="2796019" y="87566"/>
                </a:lnTo>
                <a:lnTo>
                  <a:pt x="2804922" y="64300"/>
                </a:lnTo>
                <a:lnTo>
                  <a:pt x="2813253" y="40182"/>
                </a:lnTo>
                <a:lnTo>
                  <a:pt x="2821305" y="15341"/>
                </a:lnTo>
                <a:close/>
              </a:path>
              <a:path w="3126740" h="433704">
                <a:moveTo>
                  <a:pt x="3126295" y="247180"/>
                </a:moveTo>
                <a:lnTo>
                  <a:pt x="3007334" y="247180"/>
                </a:lnTo>
                <a:lnTo>
                  <a:pt x="3007334" y="135826"/>
                </a:lnTo>
                <a:lnTo>
                  <a:pt x="3112579" y="135826"/>
                </a:lnTo>
                <a:lnTo>
                  <a:pt x="3112579" y="105257"/>
                </a:lnTo>
                <a:lnTo>
                  <a:pt x="3007334" y="105257"/>
                </a:lnTo>
                <a:lnTo>
                  <a:pt x="3007334" y="3048"/>
                </a:lnTo>
                <a:lnTo>
                  <a:pt x="2972282" y="3048"/>
                </a:lnTo>
                <a:lnTo>
                  <a:pt x="2972282" y="105257"/>
                </a:lnTo>
                <a:lnTo>
                  <a:pt x="2900654" y="105257"/>
                </a:lnTo>
                <a:lnTo>
                  <a:pt x="2905226" y="90373"/>
                </a:lnTo>
                <a:lnTo>
                  <a:pt x="2909798" y="75349"/>
                </a:lnTo>
                <a:lnTo>
                  <a:pt x="2914370" y="60032"/>
                </a:lnTo>
                <a:lnTo>
                  <a:pt x="2918942" y="44297"/>
                </a:lnTo>
                <a:lnTo>
                  <a:pt x="2882265" y="33629"/>
                </a:lnTo>
                <a:lnTo>
                  <a:pt x="2871457" y="77343"/>
                </a:lnTo>
                <a:lnTo>
                  <a:pt x="2857500" y="119214"/>
                </a:lnTo>
                <a:lnTo>
                  <a:pt x="2840723" y="159004"/>
                </a:lnTo>
                <a:lnTo>
                  <a:pt x="2821305" y="196786"/>
                </a:lnTo>
                <a:lnTo>
                  <a:pt x="2829255" y="202514"/>
                </a:lnTo>
                <a:lnTo>
                  <a:pt x="2836926" y="208229"/>
                </a:lnTo>
                <a:lnTo>
                  <a:pt x="2844025" y="213982"/>
                </a:lnTo>
                <a:lnTo>
                  <a:pt x="2850261" y="219748"/>
                </a:lnTo>
                <a:lnTo>
                  <a:pt x="2860522" y="200812"/>
                </a:lnTo>
                <a:lnTo>
                  <a:pt x="2870644" y="180606"/>
                </a:lnTo>
                <a:lnTo>
                  <a:pt x="2880449" y="159080"/>
                </a:lnTo>
                <a:lnTo>
                  <a:pt x="2889885" y="135826"/>
                </a:lnTo>
                <a:lnTo>
                  <a:pt x="2972282" y="135826"/>
                </a:lnTo>
                <a:lnTo>
                  <a:pt x="2972282" y="247180"/>
                </a:lnTo>
                <a:lnTo>
                  <a:pt x="2821305" y="247180"/>
                </a:lnTo>
                <a:lnTo>
                  <a:pt x="2821305" y="277660"/>
                </a:lnTo>
                <a:lnTo>
                  <a:pt x="2972282" y="277660"/>
                </a:lnTo>
                <a:lnTo>
                  <a:pt x="2972282" y="430250"/>
                </a:lnTo>
                <a:lnTo>
                  <a:pt x="3007334" y="430250"/>
                </a:lnTo>
                <a:lnTo>
                  <a:pt x="3007334" y="277660"/>
                </a:lnTo>
                <a:lnTo>
                  <a:pt x="3126295" y="277660"/>
                </a:lnTo>
                <a:lnTo>
                  <a:pt x="3126295" y="247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418844" y="413766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738401" y="3935539"/>
            <a:ext cx="773430" cy="372745"/>
          </a:xfrm>
          <a:custGeom>
            <a:avLst/>
            <a:gdLst/>
            <a:ahLst/>
            <a:cxnLst/>
            <a:rect l="l" t="t" r="r" b="b"/>
            <a:pathLst>
              <a:path w="773430" h="372745">
                <a:moveTo>
                  <a:pt x="147929" y="192214"/>
                </a:moveTo>
                <a:lnTo>
                  <a:pt x="137579" y="181927"/>
                </a:lnTo>
                <a:lnTo>
                  <a:pt x="126923" y="171640"/>
                </a:lnTo>
                <a:lnTo>
                  <a:pt x="126098" y="170878"/>
                </a:lnTo>
                <a:lnTo>
                  <a:pt x="124447" y="169354"/>
                </a:lnTo>
                <a:lnTo>
                  <a:pt x="115697" y="161315"/>
                </a:lnTo>
                <a:lnTo>
                  <a:pt x="103632" y="150977"/>
                </a:lnTo>
                <a:lnTo>
                  <a:pt x="88392" y="169354"/>
                </a:lnTo>
                <a:lnTo>
                  <a:pt x="88392" y="166306"/>
                </a:lnTo>
                <a:lnTo>
                  <a:pt x="88392" y="100685"/>
                </a:lnTo>
                <a:lnTo>
                  <a:pt x="140309" y="100685"/>
                </a:lnTo>
                <a:lnTo>
                  <a:pt x="140309" y="74777"/>
                </a:lnTo>
                <a:lnTo>
                  <a:pt x="88392" y="74777"/>
                </a:lnTo>
                <a:lnTo>
                  <a:pt x="88392" y="0"/>
                </a:lnTo>
                <a:lnTo>
                  <a:pt x="60960" y="0"/>
                </a:lnTo>
                <a:lnTo>
                  <a:pt x="60960" y="74777"/>
                </a:lnTo>
                <a:lnTo>
                  <a:pt x="3048" y="74777"/>
                </a:lnTo>
                <a:lnTo>
                  <a:pt x="3048" y="100685"/>
                </a:lnTo>
                <a:lnTo>
                  <a:pt x="57912" y="100685"/>
                </a:lnTo>
                <a:lnTo>
                  <a:pt x="48437" y="135851"/>
                </a:lnTo>
                <a:lnTo>
                  <a:pt x="35814" y="170459"/>
                </a:lnTo>
                <a:lnTo>
                  <a:pt x="19761" y="204495"/>
                </a:lnTo>
                <a:lnTo>
                  <a:pt x="0" y="237934"/>
                </a:lnTo>
                <a:lnTo>
                  <a:pt x="3403" y="246189"/>
                </a:lnTo>
                <a:lnTo>
                  <a:pt x="6667" y="254749"/>
                </a:lnTo>
                <a:lnTo>
                  <a:pt x="9639" y="263309"/>
                </a:lnTo>
                <a:lnTo>
                  <a:pt x="12192" y="271564"/>
                </a:lnTo>
                <a:lnTo>
                  <a:pt x="26238" y="249504"/>
                </a:lnTo>
                <a:lnTo>
                  <a:pt x="38862" y="224612"/>
                </a:lnTo>
                <a:lnTo>
                  <a:pt x="50342" y="196888"/>
                </a:lnTo>
                <a:lnTo>
                  <a:pt x="60960" y="166306"/>
                </a:lnTo>
                <a:lnTo>
                  <a:pt x="60960" y="372249"/>
                </a:lnTo>
                <a:lnTo>
                  <a:pt x="88392" y="372249"/>
                </a:lnTo>
                <a:lnTo>
                  <a:pt x="88392" y="170878"/>
                </a:lnTo>
                <a:lnTo>
                  <a:pt x="98412" y="181406"/>
                </a:lnTo>
                <a:lnTo>
                  <a:pt x="108013" y="192214"/>
                </a:lnTo>
                <a:lnTo>
                  <a:pt x="117322" y="203034"/>
                </a:lnTo>
                <a:lnTo>
                  <a:pt x="126492" y="213550"/>
                </a:lnTo>
                <a:lnTo>
                  <a:pt x="147929" y="192214"/>
                </a:lnTo>
                <a:close/>
              </a:path>
              <a:path w="773430" h="372745">
                <a:moveTo>
                  <a:pt x="202793" y="208978"/>
                </a:moveTo>
                <a:lnTo>
                  <a:pt x="175361" y="198310"/>
                </a:lnTo>
                <a:lnTo>
                  <a:pt x="159588" y="233235"/>
                </a:lnTo>
                <a:lnTo>
                  <a:pt x="144106" y="265036"/>
                </a:lnTo>
                <a:lnTo>
                  <a:pt x="128600" y="293979"/>
                </a:lnTo>
                <a:lnTo>
                  <a:pt x="112776" y="320332"/>
                </a:lnTo>
                <a:lnTo>
                  <a:pt x="120510" y="323761"/>
                </a:lnTo>
                <a:lnTo>
                  <a:pt x="127838" y="327190"/>
                </a:lnTo>
                <a:lnTo>
                  <a:pt x="141833" y="334048"/>
                </a:lnTo>
                <a:lnTo>
                  <a:pt x="156921" y="305714"/>
                </a:lnTo>
                <a:lnTo>
                  <a:pt x="172313" y="275513"/>
                </a:lnTo>
                <a:lnTo>
                  <a:pt x="187693" y="243319"/>
                </a:lnTo>
                <a:lnTo>
                  <a:pt x="202793" y="208978"/>
                </a:lnTo>
                <a:close/>
              </a:path>
              <a:path w="773430" h="372745">
                <a:moveTo>
                  <a:pt x="359854" y="22860"/>
                </a:moveTo>
                <a:lnTo>
                  <a:pt x="157073" y="22860"/>
                </a:lnTo>
                <a:lnTo>
                  <a:pt x="157073" y="48768"/>
                </a:lnTo>
                <a:lnTo>
                  <a:pt x="359854" y="48768"/>
                </a:lnTo>
                <a:lnTo>
                  <a:pt x="359854" y="22860"/>
                </a:lnTo>
                <a:close/>
              </a:path>
              <a:path w="773430" h="372745">
                <a:moveTo>
                  <a:pt x="378142" y="134213"/>
                </a:moveTo>
                <a:lnTo>
                  <a:pt x="138785" y="134213"/>
                </a:lnTo>
                <a:lnTo>
                  <a:pt x="138785" y="161734"/>
                </a:lnTo>
                <a:lnTo>
                  <a:pt x="243941" y="161734"/>
                </a:lnTo>
                <a:lnTo>
                  <a:pt x="243941" y="311188"/>
                </a:lnTo>
                <a:lnTo>
                  <a:pt x="242506" y="324065"/>
                </a:lnTo>
                <a:lnTo>
                  <a:pt x="238226" y="333095"/>
                </a:lnTo>
                <a:lnTo>
                  <a:pt x="231076" y="338404"/>
                </a:lnTo>
                <a:lnTo>
                  <a:pt x="221081" y="340144"/>
                </a:lnTo>
                <a:lnTo>
                  <a:pt x="209384" y="339877"/>
                </a:lnTo>
                <a:lnTo>
                  <a:pt x="197269" y="339191"/>
                </a:lnTo>
                <a:lnTo>
                  <a:pt x="184861" y="338213"/>
                </a:lnTo>
                <a:lnTo>
                  <a:pt x="172313" y="337096"/>
                </a:lnTo>
                <a:lnTo>
                  <a:pt x="173659" y="345960"/>
                </a:lnTo>
                <a:lnTo>
                  <a:pt x="175171" y="354253"/>
                </a:lnTo>
                <a:lnTo>
                  <a:pt x="176377" y="362000"/>
                </a:lnTo>
                <a:lnTo>
                  <a:pt x="176885" y="369201"/>
                </a:lnTo>
                <a:lnTo>
                  <a:pt x="228701" y="369201"/>
                </a:lnTo>
                <a:lnTo>
                  <a:pt x="247827" y="366090"/>
                </a:lnTo>
                <a:lnTo>
                  <a:pt x="261696" y="356958"/>
                </a:lnTo>
                <a:lnTo>
                  <a:pt x="270141" y="342112"/>
                </a:lnTo>
                <a:lnTo>
                  <a:pt x="270408" y="340144"/>
                </a:lnTo>
                <a:lnTo>
                  <a:pt x="272986" y="321856"/>
                </a:lnTo>
                <a:lnTo>
                  <a:pt x="272986" y="161734"/>
                </a:lnTo>
                <a:lnTo>
                  <a:pt x="378142" y="161734"/>
                </a:lnTo>
                <a:lnTo>
                  <a:pt x="378142" y="134213"/>
                </a:lnTo>
                <a:close/>
              </a:path>
              <a:path w="773430" h="372745">
                <a:moveTo>
                  <a:pt x="385762" y="320332"/>
                </a:moveTo>
                <a:lnTo>
                  <a:pt x="372592" y="292912"/>
                </a:lnTo>
                <a:lnTo>
                  <a:pt x="358140" y="263321"/>
                </a:lnTo>
                <a:lnTo>
                  <a:pt x="342252" y="231736"/>
                </a:lnTo>
                <a:lnTo>
                  <a:pt x="324802" y="198310"/>
                </a:lnTo>
                <a:lnTo>
                  <a:pt x="297370" y="210502"/>
                </a:lnTo>
                <a:lnTo>
                  <a:pt x="313067" y="241998"/>
                </a:lnTo>
                <a:lnTo>
                  <a:pt x="328041" y="272656"/>
                </a:lnTo>
                <a:lnTo>
                  <a:pt x="342163" y="302742"/>
                </a:lnTo>
                <a:lnTo>
                  <a:pt x="355282" y="332524"/>
                </a:lnTo>
                <a:lnTo>
                  <a:pt x="385762" y="320332"/>
                </a:lnTo>
                <a:close/>
              </a:path>
              <a:path w="773430" h="372745">
                <a:moveTo>
                  <a:pt x="497103" y="68681"/>
                </a:moveTo>
                <a:lnTo>
                  <a:pt x="486295" y="56946"/>
                </a:lnTo>
                <a:lnTo>
                  <a:pt x="436143" y="4572"/>
                </a:lnTo>
                <a:lnTo>
                  <a:pt x="413283" y="24384"/>
                </a:lnTo>
                <a:lnTo>
                  <a:pt x="428955" y="41503"/>
                </a:lnTo>
                <a:lnTo>
                  <a:pt x="443763" y="58343"/>
                </a:lnTo>
                <a:lnTo>
                  <a:pt x="457441" y="74625"/>
                </a:lnTo>
                <a:lnTo>
                  <a:pt x="469671" y="90017"/>
                </a:lnTo>
                <a:lnTo>
                  <a:pt x="497103" y="68681"/>
                </a:lnTo>
                <a:close/>
              </a:path>
              <a:path w="773430" h="372745">
                <a:moveTo>
                  <a:pt x="524535" y="312712"/>
                </a:moveTo>
                <a:lnTo>
                  <a:pt x="523621" y="306070"/>
                </a:lnTo>
                <a:lnTo>
                  <a:pt x="523049" y="298805"/>
                </a:lnTo>
                <a:lnTo>
                  <a:pt x="522401" y="289775"/>
                </a:lnTo>
                <a:lnTo>
                  <a:pt x="521487" y="280708"/>
                </a:lnTo>
                <a:lnTo>
                  <a:pt x="509016" y="289775"/>
                </a:lnTo>
                <a:lnTo>
                  <a:pt x="484416" y="307492"/>
                </a:lnTo>
                <a:lnTo>
                  <a:pt x="472719" y="315760"/>
                </a:lnTo>
                <a:lnTo>
                  <a:pt x="472719" y="129641"/>
                </a:lnTo>
                <a:lnTo>
                  <a:pt x="393382" y="129641"/>
                </a:lnTo>
                <a:lnTo>
                  <a:pt x="393382" y="158686"/>
                </a:lnTo>
                <a:lnTo>
                  <a:pt x="442239" y="158686"/>
                </a:lnTo>
                <a:lnTo>
                  <a:pt x="442239" y="308140"/>
                </a:lnTo>
                <a:lnTo>
                  <a:pt x="441629" y="319620"/>
                </a:lnTo>
                <a:lnTo>
                  <a:pt x="439572" y="329095"/>
                </a:lnTo>
                <a:lnTo>
                  <a:pt x="435813" y="336854"/>
                </a:lnTo>
                <a:lnTo>
                  <a:pt x="430047" y="343192"/>
                </a:lnTo>
                <a:lnTo>
                  <a:pt x="448335" y="367677"/>
                </a:lnTo>
                <a:lnTo>
                  <a:pt x="463245" y="356476"/>
                </a:lnTo>
                <a:lnTo>
                  <a:pt x="480720" y="343585"/>
                </a:lnTo>
                <a:lnTo>
                  <a:pt x="501065" y="329006"/>
                </a:lnTo>
                <a:lnTo>
                  <a:pt x="520153" y="315760"/>
                </a:lnTo>
                <a:lnTo>
                  <a:pt x="524535" y="312712"/>
                </a:lnTo>
                <a:close/>
              </a:path>
              <a:path w="773430" h="372745">
                <a:moveTo>
                  <a:pt x="773150" y="257759"/>
                </a:moveTo>
                <a:lnTo>
                  <a:pt x="765149" y="255447"/>
                </a:lnTo>
                <a:lnTo>
                  <a:pt x="757148" y="252996"/>
                </a:lnTo>
                <a:lnTo>
                  <a:pt x="749147" y="250253"/>
                </a:lnTo>
                <a:lnTo>
                  <a:pt x="741146" y="247091"/>
                </a:lnTo>
                <a:lnTo>
                  <a:pt x="739736" y="265430"/>
                </a:lnTo>
                <a:lnTo>
                  <a:pt x="733526" y="306616"/>
                </a:lnTo>
                <a:lnTo>
                  <a:pt x="693902" y="332524"/>
                </a:lnTo>
                <a:lnTo>
                  <a:pt x="596265" y="332524"/>
                </a:lnTo>
                <a:lnTo>
                  <a:pt x="584263" y="330568"/>
                </a:lnTo>
                <a:lnTo>
                  <a:pt x="575691" y="324904"/>
                </a:lnTo>
                <a:lnTo>
                  <a:pt x="570547" y="315810"/>
                </a:lnTo>
                <a:lnTo>
                  <a:pt x="568833" y="303568"/>
                </a:lnTo>
                <a:lnTo>
                  <a:pt x="568833" y="173926"/>
                </a:lnTo>
                <a:lnTo>
                  <a:pt x="715238" y="173926"/>
                </a:lnTo>
                <a:lnTo>
                  <a:pt x="715238" y="192227"/>
                </a:lnTo>
                <a:lnTo>
                  <a:pt x="745718" y="192227"/>
                </a:lnTo>
                <a:lnTo>
                  <a:pt x="745718" y="173926"/>
                </a:lnTo>
                <a:lnTo>
                  <a:pt x="745718" y="18288"/>
                </a:lnTo>
                <a:lnTo>
                  <a:pt x="523011" y="18288"/>
                </a:lnTo>
                <a:lnTo>
                  <a:pt x="523011" y="47244"/>
                </a:lnTo>
                <a:lnTo>
                  <a:pt x="715238" y="47244"/>
                </a:lnTo>
                <a:lnTo>
                  <a:pt x="715238" y="144881"/>
                </a:lnTo>
                <a:lnTo>
                  <a:pt x="539775" y="144881"/>
                </a:lnTo>
                <a:lnTo>
                  <a:pt x="539775" y="312712"/>
                </a:lnTo>
                <a:lnTo>
                  <a:pt x="542658" y="333832"/>
                </a:lnTo>
                <a:lnTo>
                  <a:pt x="551256" y="349097"/>
                </a:lnTo>
                <a:lnTo>
                  <a:pt x="565581" y="358355"/>
                </a:lnTo>
                <a:lnTo>
                  <a:pt x="585597" y="361480"/>
                </a:lnTo>
                <a:lnTo>
                  <a:pt x="699998" y="361480"/>
                </a:lnTo>
                <a:lnTo>
                  <a:pt x="724331" y="358914"/>
                </a:lnTo>
                <a:lnTo>
                  <a:pt x="742670" y="351193"/>
                </a:lnTo>
                <a:lnTo>
                  <a:pt x="755281" y="338340"/>
                </a:lnTo>
                <a:lnTo>
                  <a:pt x="757605" y="332524"/>
                </a:lnTo>
                <a:lnTo>
                  <a:pt x="762482" y="320332"/>
                </a:lnTo>
                <a:lnTo>
                  <a:pt x="765644" y="306070"/>
                </a:lnTo>
                <a:lnTo>
                  <a:pt x="768388" y="290791"/>
                </a:lnTo>
                <a:lnTo>
                  <a:pt x="770839" y="274637"/>
                </a:lnTo>
                <a:lnTo>
                  <a:pt x="773150" y="25775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2575655" y="421166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5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914167" y="3930967"/>
            <a:ext cx="1163955" cy="377190"/>
          </a:xfrm>
          <a:custGeom>
            <a:avLst/>
            <a:gdLst/>
            <a:ahLst/>
            <a:cxnLst/>
            <a:rect l="l" t="t" r="r" b="b"/>
            <a:pathLst>
              <a:path w="1163954" h="377189">
                <a:moveTo>
                  <a:pt x="163169" y="122021"/>
                </a:moveTo>
                <a:lnTo>
                  <a:pt x="140309" y="99161"/>
                </a:lnTo>
                <a:lnTo>
                  <a:pt x="106807" y="125488"/>
                </a:lnTo>
                <a:lnTo>
                  <a:pt x="72440" y="149694"/>
                </a:lnTo>
                <a:lnTo>
                  <a:pt x="36918" y="171894"/>
                </a:lnTo>
                <a:lnTo>
                  <a:pt x="0" y="192214"/>
                </a:lnTo>
                <a:lnTo>
                  <a:pt x="5715" y="197104"/>
                </a:lnTo>
                <a:lnTo>
                  <a:pt x="11430" y="202692"/>
                </a:lnTo>
                <a:lnTo>
                  <a:pt x="17145" y="209156"/>
                </a:lnTo>
                <a:lnTo>
                  <a:pt x="22860" y="216598"/>
                </a:lnTo>
                <a:lnTo>
                  <a:pt x="56400" y="196900"/>
                </a:lnTo>
                <a:lnTo>
                  <a:pt x="90766" y="174459"/>
                </a:lnTo>
                <a:lnTo>
                  <a:pt x="126250" y="149440"/>
                </a:lnTo>
                <a:lnTo>
                  <a:pt x="163169" y="122021"/>
                </a:lnTo>
                <a:close/>
              </a:path>
              <a:path w="1163954" h="377189">
                <a:moveTo>
                  <a:pt x="363004" y="51816"/>
                </a:moveTo>
                <a:lnTo>
                  <a:pt x="202793" y="51816"/>
                </a:lnTo>
                <a:lnTo>
                  <a:pt x="216598" y="44196"/>
                </a:lnTo>
                <a:lnTo>
                  <a:pt x="210578" y="33655"/>
                </a:lnTo>
                <a:lnTo>
                  <a:pt x="203974" y="22669"/>
                </a:lnTo>
                <a:lnTo>
                  <a:pt x="196799" y="11417"/>
                </a:lnTo>
                <a:lnTo>
                  <a:pt x="189077" y="0"/>
                </a:lnTo>
                <a:lnTo>
                  <a:pt x="161645" y="13716"/>
                </a:lnTo>
                <a:lnTo>
                  <a:pt x="172885" y="33909"/>
                </a:lnTo>
                <a:lnTo>
                  <a:pt x="178142" y="43294"/>
                </a:lnTo>
                <a:lnTo>
                  <a:pt x="182981" y="51816"/>
                </a:lnTo>
                <a:lnTo>
                  <a:pt x="16764" y="51816"/>
                </a:lnTo>
                <a:lnTo>
                  <a:pt x="16764" y="125069"/>
                </a:lnTo>
                <a:lnTo>
                  <a:pt x="48768" y="125069"/>
                </a:lnTo>
                <a:lnTo>
                  <a:pt x="48768" y="80873"/>
                </a:lnTo>
                <a:lnTo>
                  <a:pt x="332422" y="80873"/>
                </a:lnTo>
                <a:lnTo>
                  <a:pt x="332422" y="125069"/>
                </a:lnTo>
                <a:lnTo>
                  <a:pt x="363004" y="125069"/>
                </a:lnTo>
                <a:lnTo>
                  <a:pt x="363004" y="80873"/>
                </a:lnTo>
                <a:lnTo>
                  <a:pt x="363004" y="51816"/>
                </a:lnTo>
                <a:close/>
              </a:path>
              <a:path w="1163954" h="377189">
                <a:moveTo>
                  <a:pt x="366052" y="331000"/>
                </a:moveTo>
                <a:lnTo>
                  <a:pt x="205930" y="331000"/>
                </a:lnTo>
                <a:lnTo>
                  <a:pt x="205930" y="230314"/>
                </a:lnTo>
                <a:lnTo>
                  <a:pt x="326326" y="230314"/>
                </a:lnTo>
                <a:lnTo>
                  <a:pt x="326326" y="201358"/>
                </a:lnTo>
                <a:lnTo>
                  <a:pt x="53340" y="201358"/>
                </a:lnTo>
                <a:lnTo>
                  <a:pt x="53340" y="230314"/>
                </a:lnTo>
                <a:lnTo>
                  <a:pt x="173837" y="230314"/>
                </a:lnTo>
                <a:lnTo>
                  <a:pt x="173837" y="331000"/>
                </a:lnTo>
                <a:lnTo>
                  <a:pt x="15240" y="331000"/>
                </a:lnTo>
                <a:lnTo>
                  <a:pt x="15240" y="359956"/>
                </a:lnTo>
                <a:lnTo>
                  <a:pt x="366052" y="359956"/>
                </a:lnTo>
                <a:lnTo>
                  <a:pt x="366052" y="331000"/>
                </a:lnTo>
                <a:close/>
              </a:path>
              <a:path w="1163954" h="377189">
                <a:moveTo>
                  <a:pt x="378244" y="190690"/>
                </a:moveTo>
                <a:lnTo>
                  <a:pt x="347065" y="168922"/>
                </a:lnTo>
                <a:lnTo>
                  <a:pt x="313194" y="146837"/>
                </a:lnTo>
                <a:lnTo>
                  <a:pt x="276771" y="124180"/>
                </a:lnTo>
                <a:lnTo>
                  <a:pt x="237934" y="100685"/>
                </a:lnTo>
                <a:lnTo>
                  <a:pt x="219646" y="122021"/>
                </a:lnTo>
                <a:lnTo>
                  <a:pt x="257340" y="146659"/>
                </a:lnTo>
                <a:lnTo>
                  <a:pt x="292620" y="170459"/>
                </a:lnTo>
                <a:lnTo>
                  <a:pt x="325348" y="193687"/>
                </a:lnTo>
                <a:lnTo>
                  <a:pt x="355384" y="216598"/>
                </a:lnTo>
                <a:lnTo>
                  <a:pt x="378244" y="190690"/>
                </a:lnTo>
                <a:close/>
              </a:path>
              <a:path w="1163954" h="377189">
                <a:moveTo>
                  <a:pt x="538353" y="196786"/>
                </a:moveTo>
                <a:lnTo>
                  <a:pt x="506209" y="165887"/>
                </a:lnTo>
                <a:lnTo>
                  <a:pt x="494157" y="155549"/>
                </a:lnTo>
                <a:lnTo>
                  <a:pt x="477304" y="173926"/>
                </a:lnTo>
                <a:lnTo>
                  <a:pt x="477304" y="170878"/>
                </a:lnTo>
                <a:lnTo>
                  <a:pt x="477304" y="105257"/>
                </a:lnTo>
                <a:lnTo>
                  <a:pt x="530733" y="105257"/>
                </a:lnTo>
                <a:lnTo>
                  <a:pt x="530733" y="79349"/>
                </a:lnTo>
                <a:lnTo>
                  <a:pt x="477304" y="79349"/>
                </a:lnTo>
                <a:lnTo>
                  <a:pt x="477304" y="4572"/>
                </a:lnTo>
                <a:lnTo>
                  <a:pt x="451396" y="4572"/>
                </a:lnTo>
                <a:lnTo>
                  <a:pt x="451396" y="79349"/>
                </a:lnTo>
                <a:lnTo>
                  <a:pt x="393484" y="79349"/>
                </a:lnTo>
                <a:lnTo>
                  <a:pt x="393484" y="105257"/>
                </a:lnTo>
                <a:lnTo>
                  <a:pt x="448348" y="105257"/>
                </a:lnTo>
                <a:lnTo>
                  <a:pt x="438861" y="140423"/>
                </a:lnTo>
                <a:lnTo>
                  <a:pt x="426250" y="175031"/>
                </a:lnTo>
                <a:lnTo>
                  <a:pt x="410197" y="209067"/>
                </a:lnTo>
                <a:lnTo>
                  <a:pt x="390423" y="242506"/>
                </a:lnTo>
                <a:lnTo>
                  <a:pt x="393839" y="250761"/>
                </a:lnTo>
                <a:lnTo>
                  <a:pt x="397103" y="259321"/>
                </a:lnTo>
                <a:lnTo>
                  <a:pt x="400075" y="267881"/>
                </a:lnTo>
                <a:lnTo>
                  <a:pt x="402628" y="276136"/>
                </a:lnTo>
                <a:lnTo>
                  <a:pt x="416026" y="254076"/>
                </a:lnTo>
                <a:lnTo>
                  <a:pt x="428726" y="229184"/>
                </a:lnTo>
                <a:lnTo>
                  <a:pt x="440550" y="201460"/>
                </a:lnTo>
                <a:lnTo>
                  <a:pt x="451396" y="170878"/>
                </a:lnTo>
                <a:lnTo>
                  <a:pt x="451396" y="376821"/>
                </a:lnTo>
                <a:lnTo>
                  <a:pt x="477304" y="376821"/>
                </a:lnTo>
                <a:lnTo>
                  <a:pt x="477304" y="175450"/>
                </a:lnTo>
                <a:lnTo>
                  <a:pt x="488264" y="185978"/>
                </a:lnTo>
                <a:lnTo>
                  <a:pt x="498335" y="196786"/>
                </a:lnTo>
                <a:lnTo>
                  <a:pt x="517017" y="218122"/>
                </a:lnTo>
                <a:lnTo>
                  <a:pt x="538353" y="196786"/>
                </a:lnTo>
                <a:close/>
              </a:path>
              <a:path w="1163954" h="377189">
                <a:moveTo>
                  <a:pt x="593217" y="213550"/>
                </a:moveTo>
                <a:lnTo>
                  <a:pt x="565785" y="202882"/>
                </a:lnTo>
                <a:lnTo>
                  <a:pt x="550024" y="237807"/>
                </a:lnTo>
                <a:lnTo>
                  <a:pt x="534543" y="269608"/>
                </a:lnTo>
                <a:lnTo>
                  <a:pt x="519061" y="298551"/>
                </a:lnTo>
                <a:lnTo>
                  <a:pt x="503301" y="324904"/>
                </a:lnTo>
                <a:lnTo>
                  <a:pt x="511035" y="328333"/>
                </a:lnTo>
                <a:lnTo>
                  <a:pt x="518350" y="331762"/>
                </a:lnTo>
                <a:lnTo>
                  <a:pt x="525373" y="335191"/>
                </a:lnTo>
                <a:lnTo>
                  <a:pt x="532257" y="338620"/>
                </a:lnTo>
                <a:lnTo>
                  <a:pt x="547357" y="310286"/>
                </a:lnTo>
                <a:lnTo>
                  <a:pt x="562737" y="280085"/>
                </a:lnTo>
                <a:lnTo>
                  <a:pt x="578116" y="247891"/>
                </a:lnTo>
                <a:lnTo>
                  <a:pt x="593217" y="213550"/>
                </a:lnTo>
                <a:close/>
              </a:path>
              <a:path w="1163954" h="377189">
                <a:moveTo>
                  <a:pt x="750290" y="27432"/>
                </a:moveTo>
                <a:lnTo>
                  <a:pt x="547497" y="27432"/>
                </a:lnTo>
                <a:lnTo>
                  <a:pt x="547497" y="53340"/>
                </a:lnTo>
                <a:lnTo>
                  <a:pt x="750290" y="53340"/>
                </a:lnTo>
                <a:lnTo>
                  <a:pt x="750290" y="27432"/>
                </a:lnTo>
                <a:close/>
              </a:path>
              <a:path w="1163954" h="377189">
                <a:moveTo>
                  <a:pt x="768667" y="138785"/>
                </a:moveTo>
                <a:lnTo>
                  <a:pt x="529209" y="138785"/>
                </a:lnTo>
                <a:lnTo>
                  <a:pt x="529209" y="166306"/>
                </a:lnTo>
                <a:lnTo>
                  <a:pt x="632942" y="166306"/>
                </a:lnTo>
                <a:lnTo>
                  <a:pt x="632942" y="315760"/>
                </a:lnTo>
                <a:lnTo>
                  <a:pt x="631507" y="328637"/>
                </a:lnTo>
                <a:lnTo>
                  <a:pt x="627214" y="337667"/>
                </a:lnTo>
                <a:lnTo>
                  <a:pt x="620039" y="342976"/>
                </a:lnTo>
                <a:lnTo>
                  <a:pt x="609981" y="344716"/>
                </a:lnTo>
                <a:lnTo>
                  <a:pt x="599173" y="344449"/>
                </a:lnTo>
                <a:lnTo>
                  <a:pt x="587502" y="343763"/>
                </a:lnTo>
                <a:lnTo>
                  <a:pt x="562737" y="341668"/>
                </a:lnTo>
                <a:lnTo>
                  <a:pt x="564095" y="350532"/>
                </a:lnTo>
                <a:lnTo>
                  <a:pt x="565594" y="358825"/>
                </a:lnTo>
                <a:lnTo>
                  <a:pt x="566813" y="366572"/>
                </a:lnTo>
                <a:lnTo>
                  <a:pt x="567309" y="373773"/>
                </a:lnTo>
                <a:lnTo>
                  <a:pt x="619125" y="373773"/>
                </a:lnTo>
                <a:lnTo>
                  <a:pt x="659295" y="346684"/>
                </a:lnTo>
                <a:lnTo>
                  <a:pt x="661898" y="326428"/>
                </a:lnTo>
                <a:lnTo>
                  <a:pt x="661898" y="166306"/>
                </a:lnTo>
                <a:lnTo>
                  <a:pt x="768667" y="166306"/>
                </a:lnTo>
                <a:lnTo>
                  <a:pt x="768667" y="138785"/>
                </a:lnTo>
                <a:close/>
              </a:path>
              <a:path w="1163954" h="377189">
                <a:moveTo>
                  <a:pt x="774763" y="324904"/>
                </a:moveTo>
                <a:lnTo>
                  <a:pt x="762457" y="297484"/>
                </a:lnTo>
                <a:lnTo>
                  <a:pt x="748423" y="267893"/>
                </a:lnTo>
                <a:lnTo>
                  <a:pt x="732675" y="236308"/>
                </a:lnTo>
                <a:lnTo>
                  <a:pt x="715238" y="202882"/>
                </a:lnTo>
                <a:lnTo>
                  <a:pt x="687806" y="215074"/>
                </a:lnTo>
                <a:lnTo>
                  <a:pt x="703465" y="246570"/>
                </a:lnTo>
                <a:lnTo>
                  <a:pt x="718286" y="277228"/>
                </a:lnTo>
                <a:lnTo>
                  <a:pt x="731951" y="307314"/>
                </a:lnTo>
                <a:lnTo>
                  <a:pt x="744194" y="337096"/>
                </a:lnTo>
                <a:lnTo>
                  <a:pt x="774763" y="324904"/>
                </a:lnTo>
                <a:close/>
              </a:path>
              <a:path w="1163954" h="377189">
                <a:moveTo>
                  <a:pt x="887539" y="73253"/>
                </a:moveTo>
                <a:lnTo>
                  <a:pt x="876084" y="61518"/>
                </a:lnTo>
                <a:lnTo>
                  <a:pt x="826579" y="9144"/>
                </a:lnTo>
                <a:lnTo>
                  <a:pt x="803719" y="28956"/>
                </a:lnTo>
                <a:lnTo>
                  <a:pt x="819391" y="46075"/>
                </a:lnTo>
                <a:lnTo>
                  <a:pt x="834199" y="62915"/>
                </a:lnTo>
                <a:lnTo>
                  <a:pt x="847864" y="79197"/>
                </a:lnTo>
                <a:lnTo>
                  <a:pt x="860107" y="94589"/>
                </a:lnTo>
                <a:lnTo>
                  <a:pt x="887539" y="73253"/>
                </a:lnTo>
                <a:close/>
              </a:path>
              <a:path w="1163954" h="377189">
                <a:moveTo>
                  <a:pt x="915060" y="317284"/>
                </a:moveTo>
                <a:lnTo>
                  <a:pt x="914146" y="310642"/>
                </a:lnTo>
                <a:lnTo>
                  <a:pt x="913574" y="303377"/>
                </a:lnTo>
                <a:lnTo>
                  <a:pt x="912926" y="294347"/>
                </a:lnTo>
                <a:lnTo>
                  <a:pt x="912012" y="285280"/>
                </a:lnTo>
                <a:lnTo>
                  <a:pt x="874852" y="312064"/>
                </a:lnTo>
                <a:lnTo>
                  <a:pt x="863155" y="320332"/>
                </a:lnTo>
                <a:lnTo>
                  <a:pt x="863155" y="134213"/>
                </a:lnTo>
                <a:lnTo>
                  <a:pt x="783907" y="134213"/>
                </a:lnTo>
                <a:lnTo>
                  <a:pt x="783907" y="163258"/>
                </a:lnTo>
                <a:lnTo>
                  <a:pt x="832675" y="163258"/>
                </a:lnTo>
                <a:lnTo>
                  <a:pt x="832675" y="312712"/>
                </a:lnTo>
                <a:lnTo>
                  <a:pt x="831837" y="324192"/>
                </a:lnTo>
                <a:lnTo>
                  <a:pt x="829437" y="333667"/>
                </a:lnTo>
                <a:lnTo>
                  <a:pt x="825601" y="341426"/>
                </a:lnTo>
                <a:lnTo>
                  <a:pt x="820483" y="347764"/>
                </a:lnTo>
                <a:lnTo>
                  <a:pt x="838771" y="372249"/>
                </a:lnTo>
                <a:lnTo>
                  <a:pt x="853033" y="361048"/>
                </a:lnTo>
                <a:lnTo>
                  <a:pt x="870597" y="348157"/>
                </a:lnTo>
                <a:lnTo>
                  <a:pt x="891324" y="333578"/>
                </a:lnTo>
                <a:lnTo>
                  <a:pt x="910628" y="320332"/>
                </a:lnTo>
                <a:lnTo>
                  <a:pt x="915060" y="317284"/>
                </a:lnTo>
                <a:close/>
              </a:path>
              <a:path w="1163954" h="377189">
                <a:moveTo>
                  <a:pt x="1163574" y="262331"/>
                </a:moveTo>
                <a:lnTo>
                  <a:pt x="1155573" y="260019"/>
                </a:lnTo>
                <a:lnTo>
                  <a:pt x="1147572" y="257568"/>
                </a:lnTo>
                <a:lnTo>
                  <a:pt x="1139571" y="254825"/>
                </a:lnTo>
                <a:lnTo>
                  <a:pt x="1131570" y="251663"/>
                </a:lnTo>
                <a:lnTo>
                  <a:pt x="1129525" y="270002"/>
                </a:lnTo>
                <a:lnTo>
                  <a:pt x="1123950" y="311188"/>
                </a:lnTo>
                <a:lnTo>
                  <a:pt x="1084326" y="337096"/>
                </a:lnTo>
                <a:lnTo>
                  <a:pt x="986701" y="337096"/>
                </a:lnTo>
                <a:lnTo>
                  <a:pt x="974699" y="335140"/>
                </a:lnTo>
                <a:lnTo>
                  <a:pt x="966127" y="329476"/>
                </a:lnTo>
                <a:lnTo>
                  <a:pt x="960983" y="320382"/>
                </a:lnTo>
                <a:lnTo>
                  <a:pt x="959269" y="308140"/>
                </a:lnTo>
                <a:lnTo>
                  <a:pt x="959269" y="178498"/>
                </a:lnTo>
                <a:lnTo>
                  <a:pt x="1105662" y="178498"/>
                </a:lnTo>
                <a:lnTo>
                  <a:pt x="1105662" y="196799"/>
                </a:lnTo>
                <a:lnTo>
                  <a:pt x="1136142" y="196799"/>
                </a:lnTo>
                <a:lnTo>
                  <a:pt x="1136142" y="178498"/>
                </a:lnTo>
                <a:lnTo>
                  <a:pt x="1136142" y="22860"/>
                </a:lnTo>
                <a:lnTo>
                  <a:pt x="913536" y="22860"/>
                </a:lnTo>
                <a:lnTo>
                  <a:pt x="913536" y="51816"/>
                </a:lnTo>
                <a:lnTo>
                  <a:pt x="1105662" y="51816"/>
                </a:lnTo>
                <a:lnTo>
                  <a:pt x="1105662" y="149453"/>
                </a:lnTo>
                <a:lnTo>
                  <a:pt x="928776" y="149453"/>
                </a:lnTo>
                <a:lnTo>
                  <a:pt x="928776" y="317284"/>
                </a:lnTo>
                <a:lnTo>
                  <a:pt x="931875" y="338404"/>
                </a:lnTo>
                <a:lnTo>
                  <a:pt x="940968" y="353669"/>
                </a:lnTo>
                <a:lnTo>
                  <a:pt x="955789" y="362927"/>
                </a:lnTo>
                <a:lnTo>
                  <a:pt x="976033" y="366052"/>
                </a:lnTo>
                <a:lnTo>
                  <a:pt x="1090422" y="366052"/>
                </a:lnTo>
                <a:lnTo>
                  <a:pt x="1133094" y="355765"/>
                </a:lnTo>
                <a:lnTo>
                  <a:pt x="1156068" y="310642"/>
                </a:lnTo>
                <a:lnTo>
                  <a:pt x="1161262" y="279209"/>
                </a:lnTo>
                <a:lnTo>
                  <a:pt x="1163574" y="2623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4141851" y="421166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3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4478833" y="3935539"/>
            <a:ext cx="773430" cy="378460"/>
          </a:xfrm>
          <a:custGeom>
            <a:avLst/>
            <a:gdLst/>
            <a:ahLst/>
            <a:cxnLst/>
            <a:rect l="l" t="t" r="r" b="b"/>
            <a:pathLst>
              <a:path w="773429" h="378460">
                <a:moveTo>
                  <a:pt x="359956" y="16764"/>
                </a:moveTo>
                <a:lnTo>
                  <a:pt x="334048" y="16764"/>
                </a:lnTo>
                <a:lnTo>
                  <a:pt x="334048" y="39624"/>
                </a:lnTo>
                <a:lnTo>
                  <a:pt x="334048" y="68681"/>
                </a:lnTo>
                <a:lnTo>
                  <a:pt x="71729" y="68681"/>
                </a:lnTo>
                <a:lnTo>
                  <a:pt x="71729" y="39624"/>
                </a:lnTo>
                <a:lnTo>
                  <a:pt x="334048" y="39624"/>
                </a:lnTo>
                <a:lnTo>
                  <a:pt x="334048" y="16764"/>
                </a:lnTo>
                <a:lnTo>
                  <a:pt x="45821" y="16764"/>
                </a:lnTo>
                <a:lnTo>
                  <a:pt x="45745" y="178511"/>
                </a:lnTo>
                <a:lnTo>
                  <a:pt x="42964" y="233311"/>
                </a:lnTo>
                <a:lnTo>
                  <a:pt x="34378" y="281228"/>
                </a:lnTo>
                <a:lnTo>
                  <a:pt x="20066" y="320865"/>
                </a:lnTo>
                <a:lnTo>
                  <a:pt x="0" y="352336"/>
                </a:lnTo>
                <a:lnTo>
                  <a:pt x="4572" y="358330"/>
                </a:lnTo>
                <a:lnTo>
                  <a:pt x="9144" y="364769"/>
                </a:lnTo>
                <a:lnTo>
                  <a:pt x="13690" y="371436"/>
                </a:lnTo>
                <a:lnTo>
                  <a:pt x="18288" y="378345"/>
                </a:lnTo>
                <a:lnTo>
                  <a:pt x="42113" y="341134"/>
                </a:lnTo>
                <a:lnTo>
                  <a:pt x="58762" y="295948"/>
                </a:lnTo>
                <a:lnTo>
                  <a:pt x="68541" y="242760"/>
                </a:lnTo>
                <a:lnTo>
                  <a:pt x="71729" y="181559"/>
                </a:lnTo>
                <a:lnTo>
                  <a:pt x="71729" y="90017"/>
                </a:lnTo>
                <a:lnTo>
                  <a:pt x="334048" y="90017"/>
                </a:lnTo>
                <a:lnTo>
                  <a:pt x="334048" y="97637"/>
                </a:lnTo>
                <a:lnTo>
                  <a:pt x="359956" y="97637"/>
                </a:lnTo>
                <a:lnTo>
                  <a:pt x="359956" y="90017"/>
                </a:lnTo>
                <a:lnTo>
                  <a:pt x="359956" y="68681"/>
                </a:lnTo>
                <a:lnTo>
                  <a:pt x="359956" y="39624"/>
                </a:lnTo>
                <a:lnTo>
                  <a:pt x="359956" y="16764"/>
                </a:lnTo>
                <a:close/>
              </a:path>
              <a:path w="773429" h="378460">
                <a:moveTo>
                  <a:pt x="366052" y="251663"/>
                </a:moveTo>
                <a:lnTo>
                  <a:pt x="237947" y="251663"/>
                </a:lnTo>
                <a:lnTo>
                  <a:pt x="237947" y="227279"/>
                </a:lnTo>
                <a:lnTo>
                  <a:pt x="317284" y="227279"/>
                </a:lnTo>
                <a:lnTo>
                  <a:pt x="317284" y="234899"/>
                </a:lnTo>
                <a:lnTo>
                  <a:pt x="343192" y="234899"/>
                </a:lnTo>
                <a:lnTo>
                  <a:pt x="343192" y="227279"/>
                </a:lnTo>
                <a:lnTo>
                  <a:pt x="343192" y="207467"/>
                </a:lnTo>
                <a:lnTo>
                  <a:pt x="343192" y="178511"/>
                </a:lnTo>
                <a:lnTo>
                  <a:pt x="343192" y="158686"/>
                </a:lnTo>
                <a:lnTo>
                  <a:pt x="317284" y="158686"/>
                </a:lnTo>
                <a:lnTo>
                  <a:pt x="317284" y="178511"/>
                </a:lnTo>
                <a:lnTo>
                  <a:pt x="317284" y="207467"/>
                </a:lnTo>
                <a:lnTo>
                  <a:pt x="237947" y="207467"/>
                </a:lnTo>
                <a:lnTo>
                  <a:pt x="237947" y="178511"/>
                </a:lnTo>
                <a:lnTo>
                  <a:pt x="317284" y="178511"/>
                </a:lnTo>
                <a:lnTo>
                  <a:pt x="317284" y="158686"/>
                </a:lnTo>
                <a:lnTo>
                  <a:pt x="237947" y="158686"/>
                </a:lnTo>
                <a:lnTo>
                  <a:pt x="237947" y="134213"/>
                </a:lnTo>
                <a:lnTo>
                  <a:pt x="237947" y="132689"/>
                </a:lnTo>
                <a:lnTo>
                  <a:pt x="359956" y="128117"/>
                </a:lnTo>
                <a:lnTo>
                  <a:pt x="353860" y="105257"/>
                </a:lnTo>
                <a:lnTo>
                  <a:pt x="315379" y="107823"/>
                </a:lnTo>
                <a:lnTo>
                  <a:pt x="269455" y="110007"/>
                </a:lnTo>
                <a:lnTo>
                  <a:pt x="215938" y="111836"/>
                </a:lnTo>
                <a:lnTo>
                  <a:pt x="85445" y="114401"/>
                </a:lnTo>
                <a:lnTo>
                  <a:pt x="88493" y="123545"/>
                </a:lnTo>
                <a:lnTo>
                  <a:pt x="90017" y="131165"/>
                </a:lnTo>
                <a:lnTo>
                  <a:pt x="91541" y="137261"/>
                </a:lnTo>
                <a:lnTo>
                  <a:pt x="123888" y="136994"/>
                </a:lnTo>
                <a:lnTo>
                  <a:pt x="154838" y="136309"/>
                </a:lnTo>
                <a:lnTo>
                  <a:pt x="213563" y="134213"/>
                </a:lnTo>
                <a:lnTo>
                  <a:pt x="213563" y="158686"/>
                </a:lnTo>
                <a:lnTo>
                  <a:pt x="213563" y="178511"/>
                </a:lnTo>
                <a:lnTo>
                  <a:pt x="213563" y="207467"/>
                </a:lnTo>
                <a:lnTo>
                  <a:pt x="135737" y="207467"/>
                </a:lnTo>
                <a:lnTo>
                  <a:pt x="135737" y="178511"/>
                </a:lnTo>
                <a:lnTo>
                  <a:pt x="213563" y="178511"/>
                </a:lnTo>
                <a:lnTo>
                  <a:pt x="213563" y="158686"/>
                </a:lnTo>
                <a:lnTo>
                  <a:pt x="109829" y="158686"/>
                </a:lnTo>
                <a:lnTo>
                  <a:pt x="109829" y="234899"/>
                </a:lnTo>
                <a:lnTo>
                  <a:pt x="135737" y="234899"/>
                </a:lnTo>
                <a:lnTo>
                  <a:pt x="135737" y="227279"/>
                </a:lnTo>
                <a:lnTo>
                  <a:pt x="213563" y="227279"/>
                </a:lnTo>
                <a:lnTo>
                  <a:pt x="213563" y="251663"/>
                </a:lnTo>
                <a:lnTo>
                  <a:pt x="91541" y="251663"/>
                </a:lnTo>
                <a:lnTo>
                  <a:pt x="91541" y="376821"/>
                </a:lnTo>
                <a:lnTo>
                  <a:pt x="117449" y="376821"/>
                </a:lnTo>
                <a:lnTo>
                  <a:pt x="117449" y="273088"/>
                </a:lnTo>
                <a:lnTo>
                  <a:pt x="213563" y="273088"/>
                </a:lnTo>
                <a:lnTo>
                  <a:pt x="213563" y="308140"/>
                </a:lnTo>
                <a:lnTo>
                  <a:pt x="178498" y="310235"/>
                </a:lnTo>
                <a:lnTo>
                  <a:pt x="160794" y="310921"/>
                </a:lnTo>
                <a:lnTo>
                  <a:pt x="143357" y="311188"/>
                </a:lnTo>
                <a:lnTo>
                  <a:pt x="147929" y="335572"/>
                </a:lnTo>
                <a:lnTo>
                  <a:pt x="223647" y="329095"/>
                </a:lnTo>
                <a:lnTo>
                  <a:pt x="258394" y="326567"/>
                </a:lnTo>
                <a:lnTo>
                  <a:pt x="291287" y="324904"/>
                </a:lnTo>
                <a:lnTo>
                  <a:pt x="294335" y="331000"/>
                </a:lnTo>
                <a:lnTo>
                  <a:pt x="295859" y="335572"/>
                </a:lnTo>
                <a:lnTo>
                  <a:pt x="298907" y="341668"/>
                </a:lnTo>
                <a:lnTo>
                  <a:pt x="320332" y="331000"/>
                </a:lnTo>
                <a:lnTo>
                  <a:pt x="317411" y="324904"/>
                </a:lnTo>
                <a:lnTo>
                  <a:pt x="313461" y="316661"/>
                </a:lnTo>
                <a:lnTo>
                  <a:pt x="308317" y="306616"/>
                </a:lnTo>
                <a:lnTo>
                  <a:pt x="306565" y="303187"/>
                </a:lnTo>
                <a:lnTo>
                  <a:pt x="299681" y="290283"/>
                </a:lnTo>
                <a:lnTo>
                  <a:pt x="292811" y="277660"/>
                </a:lnTo>
                <a:lnTo>
                  <a:pt x="272999" y="286804"/>
                </a:lnTo>
                <a:lnTo>
                  <a:pt x="282143" y="305092"/>
                </a:lnTo>
                <a:lnTo>
                  <a:pt x="270725" y="305333"/>
                </a:lnTo>
                <a:lnTo>
                  <a:pt x="248488" y="306374"/>
                </a:lnTo>
                <a:lnTo>
                  <a:pt x="237947" y="306616"/>
                </a:lnTo>
                <a:lnTo>
                  <a:pt x="237947" y="273088"/>
                </a:lnTo>
                <a:lnTo>
                  <a:pt x="340144" y="273088"/>
                </a:lnTo>
                <a:lnTo>
                  <a:pt x="340144" y="329476"/>
                </a:lnTo>
                <a:lnTo>
                  <a:pt x="338975" y="338353"/>
                </a:lnTo>
                <a:lnTo>
                  <a:pt x="335381" y="344525"/>
                </a:lnTo>
                <a:lnTo>
                  <a:pt x="329209" y="348119"/>
                </a:lnTo>
                <a:lnTo>
                  <a:pt x="320484" y="349275"/>
                </a:lnTo>
                <a:lnTo>
                  <a:pt x="310603" y="349262"/>
                </a:lnTo>
                <a:lnTo>
                  <a:pt x="299707" y="349097"/>
                </a:lnTo>
                <a:lnTo>
                  <a:pt x="287680" y="348640"/>
                </a:lnTo>
                <a:lnTo>
                  <a:pt x="274523" y="347764"/>
                </a:lnTo>
                <a:lnTo>
                  <a:pt x="276542" y="355257"/>
                </a:lnTo>
                <a:lnTo>
                  <a:pt x="278142" y="361911"/>
                </a:lnTo>
                <a:lnTo>
                  <a:pt x="279450" y="367995"/>
                </a:lnTo>
                <a:lnTo>
                  <a:pt x="280619" y="373773"/>
                </a:lnTo>
                <a:lnTo>
                  <a:pt x="327952" y="373773"/>
                </a:lnTo>
                <a:lnTo>
                  <a:pt x="344830" y="371436"/>
                </a:lnTo>
                <a:lnTo>
                  <a:pt x="356717" y="364388"/>
                </a:lnTo>
                <a:lnTo>
                  <a:pt x="363740" y="352475"/>
                </a:lnTo>
                <a:lnTo>
                  <a:pt x="364172" y="349288"/>
                </a:lnTo>
                <a:lnTo>
                  <a:pt x="366052" y="335572"/>
                </a:lnTo>
                <a:lnTo>
                  <a:pt x="366052" y="273088"/>
                </a:lnTo>
                <a:lnTo>
                  <a:pt x="366052" y="251663"/>
                </a:lnTo>
                <a:close/>
              </a:path>
              <a:path w="773429" h="378460">
                <a:moveTo>
                  <a:pt x="437680" y="93065"/>
                </a:moveTo>
                <a:lnTo>
                  <a:pt x="411772" y="86969"/>
                </a:lnTo>
                <a:lnTo>
                  <a:pt x="407174" y="113550"/>
                </a:lnTo>
                <a:lnTo>
                  <a:pt x="402437" y="138417"/>
                </a:lnTo>
                <a:lnTo>
                  <a:pt x="397408" y="161594"/>
                </a:lnTo>
                <a:lnTo>
                  <a:pt x="391960" y="183070"/>
                </a:lnTo>
                <a:lnTo>
                  <a:pt x="399656" y="185127"/>
                </a:lnTo>
                <a:lnTo>
                  <a:pt x="406628" y="186880"/>
                </a:lnTo>
                <a:lnTo>
                  <a:pt x="412750" y="188645"/>
                </a:lnTo>
                <a:lnTo>
                  <a:pt x="417868" y="190690"/>
                </a:lnTo>
                <a:lnTo>
                  <a:pt x="424180" y="164896"/>
                </a:lnTo>
                <a:lnTo>
                  <a:pt x="429488" y="140131"/>
                </a:lnTo>
                <a:lnTo>
                  <a:pt x="433946" y="116230"/>
                </a:lnTo>
                <a:lnTo>
                  <a:pt x="437680" y="93065"/>
                </a:lnTo>
                <a:close/>
              </a:path>
              <a:path w="773429" h="378460">
                <a:moveTo>
                  <a:pt x="527697" y="122021"/>
                </a:moveTo>
                <a:lnTo>
                  <a:pt x="520306" y="108902"/>
                </a:lnTo>
                <a:lnTo>
                  <a:pt x="512076" y="94780"/>
                </a:lnTo>
                <a:lnTo>
                  <a:pt x="508368" y="88493"/>
                </a:lnTo>
                <a:lnTo>
                  <a:pt x="503262" y="79806"/>
                </a:lnTo>
                <a:lnTo>
                  <a:pt x="499465" y="73253"/>
                </a:lnTo>
                <a:lnTo>
                  <a:pt x="494157" y="64109"/>
                </a:lnTo>
                <a:lnTo>
                  <a:pt x="477393" y="73253"/>
                </a:lnTo>
                <a:lnTo>
                  <a:pt x="477393" y="0"/>
                </a:lnTo>
                <a:lnTo>
                  <a:pt x="446913" y="0"/>
                </a:lnTo>
                <a:lnTo>
                  <a:pt x="446913" y="376821"/>
                </a:lnTo>
                <a:lnTo>
                  <a:pt x="477393" y="376821"/>
                </a:lnTo>
                <a:lnTo>
                  <a:pt x="477393" y="88493"/>
                </a:lnTo>
                <a:lnTo>
                  <a:pt x="484238" y="99326"/>
                </a:lnTo>
                <a:lnTo>
                  <a:pt x="490918" y="111163"/>
                </a:lnTo>
                <a:lnTo>
                  <a:pt x="497332" y="123850"/>
                </a:lnTo>
                <a:lnTo>
                  <a:pt x="503301" y="137261"/>
                </a:lnTo>
                <a:lnTo>
                  <a:pt x="527697" y="122021"/>
                </a:lnTo>
                <a:close/>
              </a:path>
              <a:path w="773429" h="378460">
                <a:moveTo>
                  <a:pt x="773252" y="334048"/>
                </a:moveTo>
                <a:lnTo>
                  <a:pt x="661898" y="334048"/>
                </a:lnTo>
                <a:lnTo>
                  <a:pt x="661898" y="230314"/>
                </a:lnTo>
                <a:lnTo>
                  <a:pt x="754964" y="230314"/>
                </a:lnTo>
                <a:lnTo>
                  <a:pt x="754964" y="204406"/>
                </a:lnTo>
                <a:lnTo>
                  <a:pt x="661898" y="204406"/>
                </a:lnTo>
                <a:lnTo>
                  <a:pt x="661898" y="111353"/>
                </a:lnTo>
                <a:lnTo>
                  <a:pt x="762584" y="111353"/>
                </a:lnTo>
                <a:lnTo>
                  <a:pt x="762584" y="85445"/>
                </a:lnTo>
                <a:lnTo>
                  <a:pt x="661898" y="85445"/>
                </a:lnTo>
                <a:lnTo>
                  <a:pt x="661898" y="0"/>
                </a:lnTo>
                <a:lnTo>
                  <a:pt x="631418" y="0"/>
                </a:lnTo>
                <a:lnTo>
                  <a:pt x="631418" y="85445"/>
                </a:lnTo>
                <a:lnTo>
                  <a:pt x="579513" y="85445"/>
                </a:lnTo>
                <a:lnTo>
                  <a:pt x="583869" y="71970"/>
                </a:lnTo>
                <a:lnTo>
                  <a:pt x="587781" y="58915"/>
                </a:lnTo>
                <a:lnTo>
                  <a:pt x="591388" y="46151"/>
                </a:lnTo>
                <a:lnTo>
                  <a:pt x="594842" y="33528"/>
                </a:lnTo>
                <a:lnTo>
                  <a:pt x="564273" y="24384"/>
                </a:lnTo>
                <a:lnTo>
                  <a:pt x="555078" y="60731"/>
                </a:lnTo>
                <a:lnTo>
                  <a:pt x="543318" y="96494"/>
                </a:lnTo>
                <a:lnTo>
                  <a:pt x="528688" y="131686"/>
                </a:lnTo>
                <a:lnTo>
                  <a:pt x="510933" y="166306"/>
                </a:lnTo>
                <a:lnTo>
                  <a:pt x="515835" y="169164"/>
                </a:lnTo>
                <a:lnTo>
                  <a:pt x="521601" y="173164"/>
                </a:lnTo>
                <a:lnTo>
                  <a:pt x="536841" y="184594"/>
                </a:lnTo>
                <a:lnTo>
                  <a:pt x="545680" y="166306"/>
                </a:lnTo>
                <a:lnTo>
                  <a:pt x="553986" y="147980"/>
                </a:lnTo>
                <a:lnTo>
                  <a:pt x="561695" y="129654"/>
                </a:lnTo>
                <a:lnTo>
                  <a:pt x="568845" y="111353"/>
                </a:lnTo>
                <a:lnTo>
                  <a:pt x="631418" y="111353"/>
                </a:lnTo>
                <a:lnTo>
                  <a:pt x="631418" y="204406"/>
                </a:lnTo>
                <a:lnTo>
                  <a:pt x="532269" y="204406"/>
                </a:lnTo>
                <a:lnTo>
                  <a:pt x="532269" y="230314"/>
                </a:lnTo>
                <a:lnTo>
                  <a:pt x="631418" y="230314"/>
                </a:lnTo>
                <a:lnTo>
                  <a:pt x="631418" y="334048"/>
                </a:lnTo>
                <a:lnTo>
                  <a:pt x="507885" y="334048"/>
                </a:lnTo>
                <a:lnTo>
                  <a:pt x="507885" y="359956"/>
                </a:lnTo>
                <a:lnTo>
                  <a:pt x="773252" y="359956"/>
                </a:lnTo>
                <a:lnTo>
                  <a:pt x="773252" y="3340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5316092" y="421166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527" y="102203"/>
                </a:moveTo>
                <a:lnTo>
                  <a:pt x="0" y="102203"/>
                </a:lnTo>
                <a:lnTo>
                  <a:pt x="24479" y="0"/>
                </a:lnTo>
                <a:lnTo>
                  <a:pt x="59531" y="0"/>
                </a:lnTo>
                <a:lnTo>
                  <a:pt x="2752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5654700" y="3932491"/>
            <a:ext cx="767080" cy="378460"/>
          </a:xfrm>
          <a:custGeom>
            <a:avLst/>
            <a:gdLst/>
            <a:ahLst/>
            <a:cxnLst/>
            <a:rect l="l" t="t" r="r" b="b"/>
            <a:pathLst>
              <a:path w="767079" h="378460">
                <a:moveTo>
                  <a:pt x="338518" y="27432"/>
                </a:moveTo>
                <a:lnTo>
                  <a:pt x="42672" y="27432"/>
                </a:lnTo>
                <a:lnTo>
                  <a:pt x="42672" y="56489"/>
                </a:lnTo>
                <a:lnTo>
                  <a:pt x="338518" y="56489"/>
                </a:lnTo>
                <a:lnTo>
                  <a:pt x="338518" y="27432"/>
                </a:lnTo>
                <a:close/>
              </a:path>
              <a:path w="767079" h="378460">
                <a:moveTo>
                  <a:pt x="381292" y="268516"/>
                </a:moveTo>
                <a:lnTo>
                  <a:pt x="372135" y="267081"/>
                </a:lnTo>
                <a:lnTo>
                  <a:pt x="363296" y="265074"/>
                </a:lnTo>
                <a:lnTo>
                  <a:pt x="355041" y="262470"/>
                </a:lnTo>
                <a:lnTo>
                  <a:pt x="347662" y="259283"/>
                </a:lnTo>
                <a:lnTo>
                  <a:pt x="346278" y="275399"/>
                </a:lnTo>
                <a:lnTo>
                  <a:pt x="344614" y="289648"/>
                </a:lnTo>
                <a:lnTo>
                  <a:pt x="342950" y="302425"/>
                </a:lnTo>
                <a:lnTo>
                  <a:pt x="341566" y="314236"/>
                </a:lnTo>
                <a:lnTo>
                  <a:pt x="337858" y="325120"/>
                </a:lnTo>
                <a:lnTo>
                  <a:pt x="331279" y="332714"/>
                </a:lnTo>
                <a:lnTo>
                  <a:pt x="321856" y="337172"/>
                </a:lnTo>
                <a:lnTo>
                  <a:pt x="309562" y="338620"/>
                </a:lnTo>
                <a:lnTo>
                  <a:pt x="277558" y="338620"/>
                </a:lnTo>
                <a:lnTo>
                  <a:pt x="267563" y="337210"/>
                </a:lnTo>
                <a:lnTo>
                  <a:pt x="260413" y="333095"/>
                </a:lnTo>
                <a:lnTo>
                  <a:pt x="256133" y="326402"/>
                </a:lnTo>
                <a:lnTo>
                  <a:pt x="254698" y="317284"/>
                </a:lnTo>
                <a:lnTo>
                  <a:pt x="254698" y="167843"/>
                </a:lnTo>
                <a:lnTo>
                  <a:pt x="375094" y="167843"/>
                </a:lnTo>
                <a:lnTo>
                  <a:pt x="375094" y="138785"/>
                </a:lnTo>
                <a:lnTo>
                  <a:pt x="6096" y="138785"/>
                </a:lnTo>
                <a:lnTo>
                  <a:pt x="6096" y="167843"/>
                </a:lnTo>
                <a:lnTo>
                  <a:pt x="112877" y="167843"/>
                </a:lnTo>
                <a:lnTo>
                  <a:pt x="112877" y="181559"/>
                </a:lnTo>
                <a:lnTo>
                  <a:pt x="107149" y="241947"/>
                </a:lnTo>
                <a:lnTo>
                  <a:pt x="89916" y="285280"/>
                </a:lnTo>
                <a:lnTo>
                  <a:pt x="55816" y="319570"/>
                </a:lnTo>
                <a:lnTo>
                  <a:pt x="0" y="353860"/>
                </a:lnTo>
                <a:lnTo>
                  <a:pt x="4851" y="358762"/>
                </a:lnTo>
                <a:lnTo>
                  <a:pt x="10287" y="364388"/>
                </a:lnTo>
                <a:lnTo>
                  <a:pt x="16294" y="370865"/>
                </a:lnTo>
                <a:lnTo>
                  <a:pt x="22860" y="378345"/>
                </a:lnTo>
                <a:lnTo>
                  <a:pt x="56337" y="359714"/>
                </a:lnTo>
                <a:lnTo>
                  <a:pt x="105016" y="320814"/>
                </a:lnTo>
                <a:lnTo>
                  <a:pt x="130733" y="277622"/>
                </a:lnTo>
                <a:lnTo>
                  <a:pt x="143205" y="217500"/>
                </a:lnTo>
                <a:lnTo>
                  <a:pt x="144881" y="167843"/>
                </a:lnTo>
                <a:lnTo>
                  <a:pt x="222605" y="167843"/>
                </a:lnTo>
                <a:lnTo>
                  <a:pt x="222707" y="319570"/>
                </a:lnTo>
                <a:lnTo>
                  <a:pt x="249034" y="363169"/>
                </a:lnTo>
                <a:lnTo>
                  <a:pt x="269938" y="366052"/>
                </a:lnTo>
                <a:lnTo>
                  <a:pt x="317182" y="366052"/>
                </a:lnTo>
                <a:lnTo>
                  <a:pt x="338620" y="363486"/>
                </a:lnTo>
                <a:lnTo>
                  <a:pt x="354901" y="355765"/>
                </a:lnTo>
                <a:lnTo>
                  <a:pt x="366052" y="342912"/>
                </a:lnTo>
                <a:lnTo>
                  <a:pt x="367474" y="338620"/>
                </a:lnTo>
                <a:lnTo>
                  <a:pt x="372046" y="324904"/>
                </a:lnTo>
                <a:lnTo>
                  <a:pt x="374345" y="312877"/>
                </a:lnTo>
                <a:lnTo>
                  <a:pt x="376669" y="299567"/>
                </a:lnTo>
                <a:lnTo>
                  <a:pt x="378917" y="285280"/>
                </a:lnTo>
                <a:lnTo>
                  <a:pt x="381292" y="268516"/>
                </a:lnTo>
                <a:close/>
              </a:path>
              <a:path w="767079" h="378460">
                <a:moveTo>
                  <a:pt x="517017" y="314236"/>
                </a:moveTo>
                <a:lnTo>
                  <a:pt x="497103" y="292900"/>
                </a:lnTo>
                <a:lnTo>
                  <a:pt x="470293" y="309168"/>
                </a:lnTo>
                <a:lnTo>
                  <a:pt x="444906" y="323570"/>
                </a:lnTo>
                <a:lnTo>
                  <a:pt x="421246" y="335978"/>
                </a:lnTo>
                <a:lnTo>
                  <a:pt x="399567" y="346240"/>
                </a:lnTo>
                <a:lnTo>
                  <a:pt x="404101" y="353047"/>
                </a:lnTo>
                <a:lnTo>
                  <a:pt x="408279" y="359498"/>
                </a:lnTo>
                <a:lnTo>
                  <a:pt x="412000" y="365569"/>
                </a:lnTo>
                <a:lnTo>
                  <a:pt x="414807" y="370725"/>
                </a:lnTo>
                <a:lnTo>
                  <a:pt x="437413" y="359498"/>
                </a:lnTo>
                <a:lnTo>
                  <a:pt x="461873" y="346443"/>
                </a:lnTo>
                <a:lnTo>
                  <a:pt x="488365" y="331406"/>
                </a:lnTo>
                <a:lnTo>
                  <a:pt x="517017" y="314236"/>
                </a:lnTo>
                <a:close/>
              </a:path>
              <a:path w="767079" h="378460">
                <a:moveTo>
                  <a:pt x="753338" y="344716"/>
                </a:moveTo>
                <a:lnTo>
                  <a:pt x="699808" y="315188"/>
                </a:lnTo>
                <a:lnTo>
                  <a:pt x="675970" y="302501"/>
                </a:lnTo>
                <a:lnTo>
                  <a:pt x="654265" y="291376"/>
                </a:lnTo>
                <a:lnTo>
                  <a:pt x="637413" y="311188"/>
                </a:lnTo>
                <a:lnTo>
                  <a:pt x="659777" y="323456"/>
                </a:lnTo>
                <a:lnTo>
                  <a:pt x="683412" y="337299"/>
                </a:lnTo>
                <a:lnTo>
                  <a:pt x="708444" y="352590"/>
                </a:lnTo>
                <a:lnTo>
                  <a:pt x="735050" y="369201"/>
                </a:lnTo>
                <a:lnTo>
                  <a:pt x="753338" y="344716"/>
                </a:lnTo>
                <a:close/>
              </a:path>
              <a:path w="767079" h="378460">
                <a:moveTo>
                  <a:pt x="767054" y="132689"/>
                </a:moveTo>
                <a:lnTo>
                  <a:pt x="596265" y="132689"/>
                </a:lnTo>
                <a:lnTo>
                  <a:pt x="596265" y="106781"/>
                </a:lnTo>
                <a:lnTo>
                  <a:pt x="725906" y="106781"/>
                </a:lnTo>
                <a:lnTo>
                  <a:pt x="725906" y="82397"/>
                </a:lnTo>
                <a:lnTo>
                  <a:pt x="596265" y="82397"/>
                </a:lnTo>
                <a:lnTo>
                  <a:pt x="596265" y="56489"/>
                </a:lnTo>
                <a:lnTo>
                  <a:pt x="753338" y="56489"/>
                </a:lnTo>
                <a:lnTo>
                  <a:pt x="753338" y="33528"/>
                </a:lnTo>
                <a:lnTo>
                  <a:pt x="596265" y="33528"/>
                </a:lnTo>
                <a:lnTo>
                  <a:pt x="596265" y="0"/>
                </a:lnTo>
                <a:lnTo>
                  <a:pt x="565785" y="0"/>
                </a:lnTo>
                <a:lnTo>
                  <a:pt x="565785" y="33528"/>
                </a:lnTo>
                <a:lnTo>
                  <a:pt x="411759" y="33528"/>
                </a:lnTo>
                <a:lnTo>
                  <a:pt x="411759" y="56489"/>
                </a:lnTo>
                <a:lnTo>
                  <a:pt x="565785" y="56489"/>
                </a:lnTo>
                <a:lnTo>
                  <a:pt x="565785" y="82397"/>
                </a:lnTo>
                <a:lnTo>
                  <a:pt x="433095" y="82397"/>
                </a:lnTo>
                <a:lnTo>
                  <a:pt x="433095" y="106781"/>
                </a:lnTo>
                <a:lnTo>
                  <a:pt x="565785" y="106781"/>
                </a:lnTo>
                <a:lnTo>
                  <a:pt x="565785" y="132689"/>
                </a:lnTo>
                <a:lnTo>
                  <a:pt x="398043" y="132689"/>
                </a:lnTo>
                <a:lnTo>
                  <a:pt x="398043" y="157073"/>
                </a:lnTo>
                <a:lnTo>
                  <a:pt x="513867" y="157073"/>
                </a:lnTo>
                <a:lnTo>
                  <a:pt x="503085" y="163753"/>
                </a:lnTo>
                <a:lnTo>
                  <a:pt x="491578" y="170116"/>
                </a:lnTo>
                <a:lnTo>
                  <a:pt x="479793" y="176453"/>
                </a:lnTo>
                <a:lnTo>
                  <a:pt x="468147" y="183070"/>
                </a:lnTo>
                <a:lnTo>
                  <a:pt x="459892" y="186461"/>
                </a:lnTo>
                <a:lnTo>
                  <a:pt x="451192" y="189547"/>
                </a:lnTo>
                <a:lnTo>
                  <a:pt x="442226" y="192074"/>
                </a:lnTo>
                <a:lnTo>
                  <a:pt x="433095" y="193738"/>
                </a:lnTo>
                <a:lnTo>
                  <a:pt x="445287" y="222707"/>
                </a:lnTo>
                <a:lnTo>
                  <a:pt x="453034" y="221564"/>
                </a:lnTo>
                <a:lnTo>
                  <a:pt x="474243" y="218135"/>
                </a:lnTo>
                <a:lnTo>
                  <a:pt x="536486" y="213410"/>
                </a:lnTo>
                <a:lnTo>
                  <a:pt x="559689" y="212039"/>
                </a:lnTo>
                <a:lnTo>
                  <a:pt x="539076" y="220916"/>
                </a:lnTo>
                <a:lnTo>
                  <a:pt x="518299" y="229374"/>
                </a:lnTo>
                <a:lnTo>
                  <a:pt x="497243" y="237540"/>
                </a:lnTo>
                <a:lnTo>
                  <a:pt x="475767" y="245567"/>
                </a:lnTo>
                <a:lnTo>
                  <a:pt x="464908" y="249847"/>
                </a:lnTo>
                <a:lnTo>
                  <a:pt x="452907" y="253568"/>
                </a:lnTo>
                <a:lnTo>
                  <a:pt x="439762" y="256705"/>
                </a:lnTo>
                <a:lnTo>
                  <a:pt x="425475" y="259283"/>
                </a:lnTo>
                <a:lnTo>
                  <a:pt x="440715" y="289852"/>
                </a:lnTo>
                <a:lnTo>
                  <a:pt x="450418" y="288709"/>
                </a:lnTo>
                <a:lnTo>
                  <a:pt x="461098" y="287566"/>
                </a:lnTo>
                <a:lnTo>
                  <a:pt x="484911" y="285280"/>
                </a:lnTo>
                <a:lnTo>
                  <a:pt x="571881" y="280708"/>
                </a:lnTo>
                <a:lnTo>
                  <a:pt x="571881" y="324904"/>
                </a:lnTo>
                <a:lnTo>
                  <a:pt x="570445" y="333146"/>
                </a:lnTo>
                <a:lnTo>
                  <a:pt x="566166" y="339382"/>
                </a:lnTo>
                <a:lnTo>
                  <a:pt x="559015" y="343331"/>
                </a:lnTo>
                <a:lnTo>
                  <a:pt x="549021" y="344716"/>
                </a:lnTo>
                <a:lnTo>
                  <a:pt x="540181" y="344449"/>
                </a:lnTo>
                <a:lnTo>
                  <a:pt x="529767" y="343763"/>
                </a:lnTo>
                <a:lnTo>
                  <a:pt x="504723" y="341668"/>
                </a:lnTo>
                <a:lnTo>
                  <a:pt x="507009" y="357492"/>
                </a:lnTo>
                <a:lnTo>
                  <a:pt x="508152" y="365074"/>
                </a:lnTo>
                <a:lnTo>
                  <a:pt x="509295" y="372249"/>
                </a:lnTo>
                <a:lnTo>
                  <a:pt x="555117" y="372249"/>
                </a:lnTo>
                <a:lnTo>
                  <a:pt x="575995" y="369392"/>
                </a:lnTo>
                <a:lnTo>
                  <a:pt x="590740" y="360959"/>
                </a:lnTo>
                <a:lnTo>
                  <a:pt x="599478" y="347091"/>
                </a:lnTo>
                <a:lnTo>
                  <a:pt x="599833" y="344716"/>
                </a:lnTo>
                <a:lnTo>
                  <a:pt x="602361" y="327952"/>
                </a:lnTo>
                <a:lnTo>
                  <a:pt x="602361" y="280708"/>
                </a:lnTo>
                <a:lnTo>
                  <a:pt x="602361" y="279184"/>
                </a:lnTo>
                <a:lnTo>
                  <a:pt x="706094" y="274612"/>
                </a:lnTo>
                <a:lnTo>
                  <a:pt x="711809" y="280352"/>
                </a:lnTo>
                <a:lnTo>
                  <a:pt x="717524" y="286232"/>
                </a:lnTo>
                <a:lnTo>
                  <a:pt x="723239" y="292404"/>
                </a:lnTo>
                <a:lnTo>
                  <a:pt x="728954" y="298996"/>
                </a:lnTo>
                <a:lnTo>
                  <a:pt x="736384" y="291592"/>
                </a:lnTo>
                <a:lnTo>
                  <a:pt x="742670" y="285470"/>
                </a:lnTo>
                <a:lnTo>
                  <a:pt x="747814" y="280784"/>
                </a:lnTo>
                <a:lnTo>
                  <a:pt x="751814" y="277660"/>
                </a:lnTo>
                <a:lnTo>
                  <a:pt x="748817" y="274612"/>
                </a:lnTo>
                <a:lnTo>
                  <a:pt x="736777" y="262331"/>
                </a:lnTo>
                <a:lnTo>
                  <a:pt x="733831" y="259321"/>
                </a:lnTo>
                <a:lnTo>
                  <a:pt x="714286" y="240995"/>
                </a:lnTo>
                <a:lnTo>
                  <a:pt x="693305" y="222707"/>
                </a:lnTo>
                <a:lnTo>
                  <a:pt x="671042" y="204406"/>
                </a:lnTo>
                <a:lnTo>
                  <a:pt x="651129" y="222707"/>
                </a:lnTo>
                <a:lnTo>
                  <a:pt x="660069" y="229819"/>
                </a:lnTo>
                <a:lnTo>
                  <a:pt x="668553" y="237375"/>
                </a:lnTo>
                <a:lnTo>
                  <a:pt x="676732" y="245198"/>
                </a:lnTo>
                <a:lnTo>
                  <a:pt x="684758" y="253187"/>
                </a:lnTo>
                <a:lnTo>
                  <a:pt x="494055" y="262331"/>
                </a:lnTo>
                <a:lnTo>
                  <a:pt x="543026" y="243205"/>
                </a:lnTo>
                <a:lnTo>
                  <a:pt x="591235" y="222707"/>
                </a:lnTo>
                <a:lnTo>
                  <a:pt x="614743" y="212039"/>
                </a:lnTo>
                <a:lnTo>
                  <a:pt x="640359" y="200393"/>
                </a:lnTo>
                <a:lnTo>
                  <a:pt x="647877" y="196786"/>
                </a:lnTo>
                <a:lnTo>
                  <a:pt x="689330" y="176974"/>
                </a:lnTo>
                <a:lnTo>
                  <a:pt x="667981" y="160210"/>
                </a:lnTo>
                <a:lnTo>
                  <a:pt x="653072" y="167309"/>
                </a:lnTo>
                <a:lnTo>
                  <a:pt x="623316" y="182079"/>
                </a:lnTo>
                <a:lnTo>
                  <a:pt x="608457" y="189166"/>
                </a:lnTo>
                <a:lnTo>
                  <a:pt x="511327" y="195389"/>
                </a:lnTo>
                <a:lnTo>
                  <a:pt x="481863" y="196786"/>
                </a:lnTo>
                <a:lnTo>
                  <a:pt x="502196" y="187388"/>
                </a:lnTo>
                <a:lnTo>
                  <a:pt x="522109" y="177546"/>
                </a:lnTo>
                <a:lnTo>
                  <a:pt x="541743" y="167386"/>
                </a:lnTo>
                <a:lnTo>
                  <a:pt x="561213" y="157073"/>
                </a:lnTo>
                <a:lnTo>
                  <a:pt x="767054" y="157073"/>
                </a:lnTo>
                <a:lnTo>
                  <a:pt x="767054" y="1326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4638770"/>
            <a:ext cx="109823" cy="109823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1297590" y="4524375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815" y="314229"/>
                </a:moveTo>
                <a:lnTo>
                  <a:pt x="0" y="314229"/>
                </a:lnTo>
                <a:lnTo>
                  <a:pt x="105251" y="155638"/>
                </a:lnTo>
                <a:lnTo>
                  <a:pt x="9144" y="0"/>
                </a:lnTo>
                <a:lnTo>
                  <a:pt x="53435" y="0"/>
                </a:lnTo>
                <a:lnTo>
                  <a:pt x="117443" y="109823"/>
                </a:lnTo>
                <a:lnTo>
                  <a:pt x="120634" y="115553"/>
                </a:lnTo>
                <a:lnTo>
                  <a:pt x="126444" y="127048"/>
                </a:lnTo>
                <a:lnTo>
                  <a:pt x="129635" y="132778"/>
                </a:lnTo>
                <a:lnTo>
                  <a:pt x="167059" y="132778"/>
                </a:lnTo>
                <a:lnTo>
                  <a:pt x="152495" y="155638"/>
                </a:lnTo>
                <a:lnTo>
                  <a:pt x="167007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6118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5" h="314325">
                <a:moveTo>
                  <a:pt x="167059" y="132778"/>
                </a:moveTo>
                <a:lnTo>
                  <a:pt x="129635" y="132778"/>
                </a:lnTo>
                <a:lnTo>
                  <a:pt x="133040" y="125293"/>
                </a:lnTo>
                <a:lnTo>
                  <a:pt x="136302" y="118979"/>
                </a:lnTo>
                <a:lnTo>
                  <a:pt x="139279" y="113825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59" y="132778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4594"/>
                </a:lnTo>
                <a:lnTo>
                  <a:pt x="128111" y="178498"/>
                </a:lnTo>
                <a:lnTo>
                  <a:pt x="167007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599533" y="4524914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30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599526" y="4524921"/>
            <a:ext cx="234950" cy="313690"/>
          </a:xfrm>
          <a:custGeom>
            <a:avLst/>
            <a:gdLst/>
            <a:ahLst/>
            <a:cxnLst/>
            <a:rect l="l" t="t" r="r" b="b"/>
            <a:pathLst>
              <a:path w="234950" h="313689">
                <a:moveTo>
                  <a:pt x="234886" y="0"/>
                </a:moveTo>
                <a:lnTo>
                  <a:pt x="198310" y="0"/>
                </a:lnTo>
                <a:lnTo>
                  <a:pt x="198310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8310" y="170180"/>
                </a:lnTo>
                <a:lnTo>
                  <a:pt x="198310" y="313690"/>
                </a:lnTo>
                <a:lnTo>
                  <a:pt x="234886" y="313690"/>
                </a:lnTo>
                <a:lnTo>
                  <a:pt x="234886" y="170180"/>
                </a:lnTo>
                <a:lnTo>
                  <a:pt x="234886" y="137160"/>
                </a:lnTo>
                <a:lnTo>
                  <a:pt x="23488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884807" y="4524883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80" y="313690"/>
                </a:lnTo>
                <a:lnTo>
                  <a:pt x="126580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2151697" y="452437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8" y="41148"/>
                </a:lnTo>
                <a:lnTo>
                  <a:pt x="33528" y="41148"/>
                </a:lnTo>
                <a:lnTo>
                  <a:pt x="34409" y="52627"/>
                </a:lnTo>
                <a:lnTo>
                  <a:pt x="34853" y="66436"/>
                </a:lnTo>
                <a:lnTo>
                  <a:pt x="34946" y="75295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790" y="256222"/>
                </a:moveTo>
                <a:lnTo>
                  <a:pt x="160115" y="256222"/>
                </a:lnTo>
                <a:lnTo>
                  <a:pt x="164639" y="244268"/>
                </a:lnTo>
                <a:lnTo>
                  <a:pt x="168878" y="233743"/>
                </a:lnTo>
                <a:lnTo>
                  <a:pt x="172545" y="224932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5178" y="41148"/>
                </a:lnTo>
                <a:lnTo>
                  <a:pt x="282892" y="51482"/>
                </a:lnTo>
                <a:lnTo>
                  <a:pt x="280606" y="59817"/>
                </a:lnTo>
                <a:lnTo>
                  <a:pt x="278320" y="66436"/>
                </a:lnTo>
                <a:lnTo>
                  <a:pt x="194790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676"/>
                </a:lnTo>
                <a:lnTo>
                  <a:pt x="41910" y="68365"/>
                </a:lnTo>
                <a:lnTo>
                  <a:pt x="39624" y="60769"/>
                </a:lnTo>
                <a:lnTo>
                  <a:pt x="37281" y="51482"/>
                </a:lnTo>
                <a:lnTo>
                  <a:pt x="35052" y="41148"/>
                </a:lnTo>
                <a:lnTo>
                  <a:pt x="66898" y="41148"/>
                </a:lnTo>
                <a:lnTo>
                  <a:pt x="144875" y="218122"/>
                </a:lnTo>
                <a:lnTo>
                  <a:pt x="150042" y="230076"/>
                </a:lnTo>
                <a:lnTo>
                  <a:pt x="154209" y="240601"/>
                </a:lnTo>
                <a:lnTo>
                  <a:pt x="157519" y="249412"/>
                </a:lnTo>
                <a:lnTo>
                  <a:pt x="160115" y="256222"/>
                </a:lnTo>
                <a:lnTo>
                  <a:pt x="194790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305"/>
                </a:lnTo>
                <a:lnTo>
                  <a:pt x="284643" y="74676"/>
                </a:lnTo>
                <a:lnTo>
                  <a:pt x="285583" y="58855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554224" y="4523739"/>
            <a:ext cx="163830" cy="314960"/>
          </a:xfrm>
          <a:custGeom>
            <a:avLst/>
            <a:gdLst/>
            <a:ahLst/>
            <a:cxnLst/>
            <a:rect l="l" t="t" r="r" b="b"/>
            <a:pathLst>
              <a:path w="163830" h="314960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258" y="31496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897409" y="4516754"/>
            <a:ext cx="108585" cy="321945"/>
          </a:xfrm>
          <a:custGeom>
            <a:avLst/>
            <a:gdLst/>
            <a:ahLst/>
            <a:cxnLst/>
            <a:rect l="l" t="t" r="r" b="b"/>
            <a:pathLst>
              <a:path w="108585" h="321945">
                <a:moveTo>
                  <a:pt x="108299" y="321849"/>
                </a:moveTo>
                <a:lnTo>
                  <a:pt x="73152" y="321849"/>
                </a:lnTo>
                <a:lnTo>
                  <a:pt x="73152" y="50292"/>
                </a:lnTo>
                <a:lnTo>
                  <a:pt x="70104" y="53340"/>
                </a:lnTo>
                <a:lnTo>
                  <a:pt x="60960" y="59436"/>
                </a:lnTo>
                <a:lnTo>
                  <a:pt x="54864" y="62484"/>
                </a:lnTo>
                <a:lnTo>
                  <a:pt x="48768" y="67056"/>
                </a:lnTo>
                <a:lnTo>
                  <a:pt x="36576" y="73152"/>
                </a:lnTo>
                <a:lnTo>
                  <a:pt x="13716" y="82296"/>
                </a:lnTo>
                <a:lnTo>
                  <a:pt x="7620" y="85344"/>
                </a:lnTo>
                <a:lnTo>
                  <a:pt x="0" y="86868"/>
                </a:lnTo>
                <a:lnTo>
                  <a:pt x="0" y="50292"/>
                </a:lnTo>
                <a:lnTo>
                  <a:pt x="5953" y="48887"/>
                </a:lnTo>
                <a:lnTo>
                  <a:pt x="12192" y="47053"/>
                </a:lnTo>
                <a:lnTo>
                  <a:pt x="51816" y="28956"/>
                </a:lnTo>
                <a:lnTo>
                  <a:pt x="90011" y="4572"/>
                </a:lnTo>
                <a:lnTo>
                  <a:pt x="94583" y="0"/>
                </a:lnTo>
                <a:lnTo>
                  <a:pt x="108299" y="0"/>
                </a:lnTo>
                <a:lnTo>
                  <a:pt x="108299" y="3218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3113913" y="4518278"/>
            <a:ext cx="296545" cy="325120"/>
          </a:xfrm>
          <a:custGeom>
            <a:avLst/>
            <a:gdLst/>
            <a:ahLst/>
            <a:cxnLst/>
            <a:rect l="l" t="t" r="r" b="b"/>
            <a:pathLst>
              <a:path w="296545" h="325120">
                <a:moveTo>
                  <a:pt x="48856" y="292798"/>
                </a:moveTo>
                <a:lnTo>
                  <a:pt x="47332" y="288226"/>
                </a:lnTo>
                <a:lnTo>
                  <a:pt x="36664" y="277558"/>
                </a:lnTo>
                <a:lnTo>
                  <a:pt x="30568" y="276034"/>
                </a:lnTo>
                <a:lnTo>
                  <a:pt x="16852" y="276034"/>
                </a:lnTo>
                <a:lnTo>
                  <a:pt x="12280" y="277558"/>
                </a:lnTo>
                <a:lnTo>
                  <a:pt x="1524" y="288226"/>
                </a:lnTo>
                <a:lnTo>
                  <a:pt x="0" y="292798"/>
                </a:lnTo>
                <a:lnTo>
                  <a:pt x="0" y="306616"/>
                </a:lnTo>
                <a:lnTo>
                  <a:pt x="3048" y="312712"/>
                </a:lnTo>
                <a:lnTo>
                  <a:pt x="12280" y="321856"/>
                </a:lnTo>
                <a:lnTo>
                  <a:pt x="18376" y="324904"/>
                </a:lnTo>
                <a:lnTo>
                  <a:pt x="24472" y="324904"/>
                </a:lnTo>
                <a:lnTo>
                  <a:pt x="30568" y="324904"/>
                </a:lnTo>
                <a:lnTo>
                  <a:pt x="36664" y="321856"/>
                </a:lnTo>
                <a:lnTo>
                  <a:pt x="41236" y="317284"/>
                </a:lnTo>
                <a:lnTo>
                  <a:pt x="47332" y="312712"/>
                </a:lnTo>
                <a:lnTo>
                  <a:pt x="48856" y="306616"/>
                </a:lnTo>
                <a:lnTo>
                  <a:pt x="48856" y="292798"/>
                </a:lnTo>
                <a:close/>
              </a:path>
              <a:path w="296545" h="325120">
                <a:moveTo>
                  <a:pt x="295935" y="161645"/>
                </a:moveTo>
                <a:lnTo>
                  <a:pt x="292061" y="103251"/>
                </a:lnTo>
                <a:lnTo>
                  <a:pt x="280339" y="57962"/>
                </a:lnTo>
                <a:lnTo>
                  <a:pt x="259257" y="24752"/>
                </a:lnTo>
                <a:lnTo>
                  <a:pt x="259257" y="164693"/>
                </a:lnTo>
                <a:lnTo>
                  <a:pt x="255244" y="221640"/>
                </a:lnTo>
                <a:lnTo>
                  <a:pt x="243065" y="262128"/>
                </a:lnTo>
                <a:lnTo>
                  <a:pt x="222618" y="286308"/>
                </a:lnTo>
                <a:lnTo>
                  <a:pt x="193725" y="294335"/>
                </a:lnTo>
                <a:lnTo>
                  <a:pt x="165481" y="286346"/>
                </a:lnTo>
                <a:lnTo>
                  <a:pt x="144932" y="262521"/>
                </a:lnTo>
                <a:lnTo>
                  <a:pt x="132359" y="222923"/>
                </a:lnTo>
                <a:lnTo>
                  <a:pt x="128104" y="167741"/>
                </a:lnTo>
                <a:lnTo>
                  <a:pt x="132384" y="107683"/>
                </a:lnTo>
                <a:lnTo>
                  <a:pt x="145110" y="64782"/>
                </a:lnTo>
                <a:lnTo>
                  <a:pt x="166116" y="39065"/>
                </a:lnTo>
                <a:lnTo>
                  <a:pt x="195249" y="30480"/>
                </a:lnTo>
                <a:lnTo>
                  <a:pt x="223253" y="39014"/>
                </a:lnTo>
                <a:lnTo>
                  <a:pt x="243255" y="64401"/>
                </a:lnTo>
                <a:lnTo>
                  <a:pt x="255257" y="106387"/>
                </a:lnTo>
                <a:lnTo>
                  <a:pt x="259257" y="164693"/>
                </a:lnTo>
                <a:lnTo>
                  <a:pt x="259257" y="24752"/>
                </a:lnTo>
                <a:lnTo>
                  <a:pt x="232867" y="6438"/>
                </a:lnTo>
                <a:lnTo>
                  <a:pt x="196773" y="0"/>
                </a:lnTo>
                <a:lnTo>
                  <a:pt x="184518" y="812"/>
                </a:lnTo>
                <a:lnTo>
                  <a:pt x="142786" y="16979"/>
                </a:lnTo>
                <a:lnTo>
                  <a:pt x="112649" y="55079"/>
                </a:lnTo>
                <a:lnTo>
                  <a:pt x="99148" y="96113"/>
                </a:lnTo>
                <a:lnTo>
                  <a:pt x="92075" y="149263"/>
                </a:lnTo>
                <a:lnTo>
                  <a:pt x="91655" y="164693"/>
                </a:lnTo>
                <a:lnTo>
                  <a:pt x="91719" y="180543"/>
                </a:lnTo>
                <a:lnTo>
                  <a:pt x="94742" y="220992"/>
                </a:lnTo>
                <a:lnTo>
                  <a:pt x="105816" y="262509"/>
                </a:lnTo>
                <a:lnTo>
                  <a:pt x="131546" y="302183"/>
                </a:lnTo>
                <a:lnTo>
                  <a:pt x="168770" y="322618"/>
                </a:lnTo>
                <a:lnTo>
                  <a:pt x="190677" y="324904"/>
                </a:lnTo>
                <a:lnTo>
                  <a:pt x="202946" y="324307"/>
                </a:lnTo>
                <a:lnTo>
                  <a:pt x="244614" y="308152"/>
                </a:lnTo>
                <a:lnTo>
                  <a:pt x="274751" y="271284"/>
                </a:lnTo>
                <a:lnTo>
                  <a:pt x="289839" y="231851"/>
                </a:lnTo>
                <a:lnTo>
                  <a:pt x="295630" y="180543"/>
                </a:lnTo>
                <a:lnTo>
                  <a:pt x="295935" y="1616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3576065" y="4464843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79">
                <a:moveTo>
                  <a:pt x="80772" y="73247"/>
                </a:moveTo>
                <a:lnTo>
                  <a:pt x="44196" y="73247"/>
                </a:lnTo>
                <a:lnTo>
                  <a:pt x="51887" y="53229"/>
                </a:lnTo>
                <a:lnTo>
                  <a:pt x="58864" y="34337"/>
                </a:lnTo>
                <a:lnTo>
                  <a:pt x="64984" y="16588"/>
                </a:lnTo>
                <a:lnTo>
                  <a:pt x="70104" y="0"/>
                </a:lnTo>
                <a:lnTo>
                  <a:pt x="106775" y="10668"/>
                </a:lnTo>
                <a:lnTo>
                  <a:pt x="100140" y="27304"/>
                </a:lnTo>
                <a:lnTo>
                  <a:pt x="93773" y="43100"/>
                </a:lnTo>
                <a:lnTo>
                  <a:pt x="87406" y="58325"/>
                </a:lnTo>
                <a:lnTo>
                  <a:pt x="80772" y="73247"/>
                </a:lnTo>
                <a:close/>
              </a:path>
              <a:path w="400050" h="424179">
                <a:moveTo>
                  <a:pt x="35052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030"/>
                </a:lnTo>
                <a:lnTo>
                  <a:pt x="35052" y="244030"/>
                </a:lnTo>
                <a:lnTo>
                  <a:pt x="35052" y="355473"/>
                </a:lnTo>
                <a:lnTo>
                  <a:pt x="167735" y="355473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4053"/>
                </a:lnTo>
                <a:close/>
              </a:path>
              <a:path w="400050" h="424179">
                <a:moveTo>
                  <a:pt x="167735" y="212026"/>
                </a:moveTo>
                <a:lnTo>
                  <a:pt x="132683" y="212026"/>
                </a:lnTo>
                <a:lnTo>
                  <a:pt x="132683" y="105251"/>
                </a:lnTo>
                <a:lnTo>
                  <a:pt x="167735" y="105251"/>
                </a:lnTo>
                <a:lnTo>
                  <a:pt x="167735" y="212026"/>
                </a:lnTo>
                <a:close/>
              </a:path>
              <a:path w="400050" h="424179">
                <a:moveTo>
                  <a:pt x="167735" y="355473"/>
                </a:moveTo>
                <a:lnTo>
                  <a:pt x="132683" y="355473"/>
                </a:lnTo>
                <a:lnTo>
                  <a:pt x="132683" y="244030"/>
                </a:lnTo>
                <a:lnTo>
                  <a:pt x="167735" y="244030"/>
                </a:lnTo>
                <a:lnTo>
                  <a:pt x="167735" y="355473"/>
                </a:lnTo>
                <a:close/>
              </a:path>
              <a:path w="400050" h="424179">
                <a:moveTo>
                  <a:pt x="167735" y="421005"/>
                </a:moveTo>
                <a:lnTo>
                  <a:pt x="132683" y="421005"/>
                </a:lnTo>
                <a:lnTo>
                  <a:pt x="132683" y="387477"/>
                </a:lnTo>
                <a:lnTo>
                  <a:pt x="167735" y="387477"/>
                </a:lnTo>
                <a:lnTo>
                  <a:pt x="167735" y="421005"/>
                </a:lnTo>
                <a:close/>
              </a:path>
              <a:path w="400050" h="424179">
                <a:moveTo>
                  <a:pt x="205835" y="178498"/>
                </a:moveTo>
                <a:lnTo>
                  <a:pt x="198929" y="174831"/>
                </a:lnTo>
                <a:lnTo>
                  <a:pt x="191738" y="170878"/>
                </a:lnTo>
                <a:lnTo>
                  <a:pt x="183975" y="166925"/>
                </a:lnTo>
                <a:lnTo>
                  <a:pt x="175355" y="163258"/>
                </a:lnTo>
                <a:lnTo>
                  <a:pt x="195073" y="128292"/>
                </a:lnTo>
                <a:lnTo>
                  <a:pt x="213086" y="89630"/>
                </a:lnTo>
                <a:lnTo>
                  <a:pt x="229402" y="46967"/>
                </a:lnTo>
                <a:lnTo>
                  <a:pt x="244030" y="0"/>
                </a:lnTo>
                <a:lnTo>
                  <a:pt x="282130" y="9144"/>
                </a:lnTo>
                <a:lnTo>
                  <a:pt x="276415" y="25780"/>
                </a:lnTo>
                <a:lnTo>
                  <a:pt x="270700" y="41576"/>
                </a:lnTo>
                <a:lnTo>
                  <a:pt x="264985" y="56801"/>
                </a:lnTo>
                <a:lnTo>
                  <a:pt x="259270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593" y="124625"/>
                </a:lnTo>
                <a:lnTo>
                  <a:pt x="224897" y="143970"/>
                </a:lnTo>
                <a:lnTo>
                  <a:pt x="215218" y="161886"/>
                </a:lnTo>
                <a:lnTo>
                  <a:pt x="205835" y="178498"/>
                </a:lnTo>
                <a:close/>
              </a:path>
              <a:path w="400050" h="424179">
                <a:moveTo>
                  <a:pt x="382728" y="389001"/>
                </a:moveTo>
                <a:lnTo>
                  <a:pt x="312610" y="389001"/>
                </a:lnTo>
                <a:lnTo>
                  <a:pt x="329779" y="386189"/>
                </a:lnTo>
                <a:lnTo>
                  <a:pt x="342519" y="377940"/>
                </a:lnTo>
                <a:lnTo>
                  <a:pt x="356940" y="316047"/>
                </a:lnTo>
                <a:lnTo>
                  <a:pt x="358306" y="276699"/>
                </a:lnTo>
                <a:lnTo>
                  <a:pt x="359487" y="226135"/>
                </a:lnTo>
                <a:lnTo>
                  <a:pt x="360445" y="170878"/>
                </a:lnTo>
                <a:lnTo>
                  <a:pt x="361378" y="103727"/>
                </a:lnTo>
                <a:lnTo>
                  <a:pt x="398878" y="103727"/>
                </a:lnTo>
                <a:lnTo>
                  <a:pt x="397997" y="143970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09" y="385476"/>
                </a:lnTo>
                <a:lnTo>
                  <a:pt x="382728" y="389001"/>
                </a:lnTo>
                <a:close/>
              </a:path>
              <a:path w="400050" h="424179">
                <a:moveTo>
                  <a:pt x="285178" y="294417"/>
                </a:moveTo>
                <a:lnTo>
                  <a:pt x="269484" y="269233"/>
                </a:lnTo>
                <a:lnTo>
                  <a:pt x="252210" y="243887"/>
                </a:lnTo>
                <a:lnTo>
                  <a:pt x="233489" y="218256"/>
                </a:lnTo>
                <a:lnTo>
                  <a:pt x="213455" y="192214"/>
                </a:lnTo>
                <a:lnTo>
                  <a:pt x="240982" y="172402"/>
                </a:lnTo>
                <a:lnTo>
                  <a:pt x="263818" y="200121"/>
                </a:lnTo>
                <a:lnTo>
                  <a:pt x="284226" y="226135"/>
                </a:lnTo>
                <a:lnTo>
                  <a:pt x="302061" y="250452"/>
                </a:lnTo>
                <a:lnTo>
                  <a:pt x="317182" y="273081"/>
                </a:lnTo>
                <a:lnTo>
                  <a:pt x="285178" y="294417"/>
                </a:lnTo>
                <a:close/>
              </a:path>
              <a:path w="400050" h="424179">
                <a:moveTo>
                  <a:pt x="318706" y="424053"/>
                </a:moveTo>
                <a:lnTo>
                  <a:pt x="299013" y="423791"/>
                </a:lnTo>
                <a:lnTo>
                  <a:pt x="278892" y="423100"/>
                </a:lnTo>
                <a:lnTo>
                  <a:pt x="237934" y="421005"/>
                </a:lnTo>
                <a:lnTo>
                  <a:pt x="236514" y="410765"/>
                </a:lnTo>
                <a:lnTo>
                  <a:pt x="234648" y="400812"/>
                </a:lnTo>
                <a:lnTo>
                  <a:pt x="232496" y="391429"/>
                </a:lnTo>
                <a:lnTo>
                  <a:pt x="230219" y="382905"/>
                </a:lnTo>
                <a:lnTo>
                  <a:pt x="231743" y="382905"/>
                </a:lnTo>
                <a:lnTo>
                  <a:pt x="253205" y="385143"/>
                </a:lnTo>
                <a:lnTo>
                  <a:pt x="273927" y="387096"/>
                </a:lnTo>
                <a:lnTo>
                  <a:pt x="293773" y="388477"/>
                </a:lnTo>
                <a:lnTo>
                  <a:pt x="312610" y="389001"/>
                </a:lnTo>
                <a:lnTo>
                  <a:pt x="382728" y="389001"/>
                </a:lnTo>
                <a:lnTo>
                  <a:pt x="371141" y="406908"/>
                </a:lnTo>
                <a:lnTo>
                  <a:pt x="348987" y="419766"/>
                </a:lnTo>
                <a:lnTo>
                  <a:pt x="318706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4039647" y="4509135"/>
            <a:ext cx="367665" cy="38100"/>
          </a:xfrm>
          <a:custGeom>
            <a:avLst/>
            <a:gdLst/>
            <a:ahLst/>
            <a:cxnLst/>
            <a:rect l="l" t="t" r="r" b="b"/>
            <a:pathLst>
              <a:path w="367664" h="38100">
                <a:moveTo>
                  <a:pt x="367569" y="38100"/>
                </a:moveTo>
                <a:lnTo>
                  <a:pt x="0" y="38100"/>
                </a:lnTo>
                <a:lnTo>
                  <a:pt x="0" y="0"/>
                </a:lnTo>
                <a:lnTo>
                  <a:pt x="367569" y="0"/>
                </a:lnTo>
                <a:lnTo>
                  <a:pt x="367569" y="381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4012215" y="4826412"/>
            <a:ext cx="424180" cy="36830"/>
          </a:xfrm>
          <a:custGeom>
            <a:avLst/>
            <a:gdLst/>
            <a:ahLst/>
            <a:cxnLst/>
            <a:rect l="l" t="t" r="r" b="b"/>
            <a:pathLst>
              <a:path w="424179" h="36829">
                <a:moveTo>
                  <a:pt x="423957" y="36576"/>
                </a:moveTo>
                <a:lnTo>
                  <a:pt x="0" y="36576"/>
                </a:lnTo>
                <a:lnTo>
                  <a:pt x="0" y="0"/>
                </a:lnTo>
                <a:lnTo>
                  <a:pt x="423957" y="0"/>
                </a:lnTo>
                <a:lnTo>
                  <a:pt x="423957" y="36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4059459" y="4660106"/>
            <a:ext cx="328295" cy="36830"/>
          </a:xfrm>
          <a:custGeom>
            <a:avLst/>
            <a:gdLst/>
            <a:ahLst/>
            <a:cxnLst/>
            <a:rect l="l" t="t" r="r" b="b"/>
            <a:pathLst>
              <a:path w="328295" h="36829">
                <a:moveTo>
                  <a:pt x="327945" y="36576"/>
                </a:moveTo>
                <a:lnTo>
                  <a:pt x="0" y="36576"/>
                </a:lnTo>
                <a:lnTo>
                  <a:pt x="0" y="0"/>
                </a:lnTo>
                <a:lnTo>
                  <a:pt x="327945" y="0"/>
                </a:lnTo>
                <a:lnTo>
                  <a:pt x="327945" y="36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4454449" y="4463326"/>
            <a:ext cx="2226945" cy="438150"/>
          </a:xfrm>
          <a:custGeom>
            <a:avLst/>
            <a:gdLst/>
            <a:ahLst/>
            <a:cxnLst/>
            <a:rect l="l" t="t" r="r" b="b"/>
            <a:pathLst>
              <a:path w="2226945" h="438150">
                <a:moveTo>
                  <a:pt x="176885" y="268516"/>
                </a:moveTo>
                <a:lnTo>
                  <a:pt x="162331" y="251002"/>
                </a:lnTo>
                <a:lnTo>
                  <a:pt x="148501" y="235089"/>
                </a:lnTo>
                <a:lnTo>
                  <a:pt x="146951" y="233362"/>
                </a:lnTo>
                <a:lnTo>
                  <a:pt x="137375" y="222694"/>
                </a:lnTo>
                <a:lnTo>
                  <a:pt x="135521" y="220624"/>
                </a:lnTo>
                <a:lnTo>
                  <a:pt x="123545" y="207454"/>
                </a:lnTo>
                <a:lnTo>
                  <a:pt x="103733" y="222694"/>
                </a:lnTo>
                <a:lnTo>
                  <a:pt x="103733" y="166306"/>
                </a:lnTo>
                <a:lnTo>
                  <a:pt x="167741" y="166306"/>
                </a:lnTo>
                <a:lnTo>
                  <a:pt x="167741" y="135737"/>
                </a:lnTo>
                <a:lnTo>
                  <a:pt x="103733" y="135737"/>
                </a:lnTo>
                <a:lnTo>
                  <a:pt x="103733" y="64096"/>
                </a:lnTo>
                <a:lnTo>
                  <a:pt x="103733" y="61048"/>
                </a:lnTo>
                <a:lnTo>
                  <a:pt x="123215" y="59677"/>
                </a:lnTo>
                <a:lnTo>
                  <a:pt x="170789" y="54952"/>
                </a:lnTo>
                <a:lnTo>
                  <a:pt x="163169" y="21336"/>
                </a:lnTo>
                <a:lnTo>
                  <a:pt x="128587" y="26504"/>
                </a:lnTo>
                <a:lnTo>
                  <a:pt x="91147" y="30670"/>
                </a:lnTo>
                <a:lnTo>
                  <a:pt x="50825" y="33985"/>
                </a:lnTo>
                <a:lnTo>
                  <a:pt x="7620" y="36576"/>
                </a:lnTo>
                <a:lnTo>
                  <a:pt x="9652" y="44627"/>
                </a:lnTo>
                <a:lnTo>
                  <a:pt x="11239" y="52666"/>
                </a:lnTo>
                <a:lnTo>
                  <a:pt x="12560" y="60667"/>
                </a:lnTo>
                <a:lnTo>
                  <a:pt x="13716" y="68668"/>
                </a:lnTo>
                <a:lnTo>
                  <a:pt x="71729" y="64096"/>
                </a:lnTo>
                <a:lnTo>
                  <a:pt x="71729" y="135737"/>
                </a:lnTo>
                <a:lnTo>
                  <a:pt x="1524" y="135737"/>
                </a:lnTo>
                <a:lnTo>
                  <a:pt x="1524" y="166306"/>
                </a:lnTo>
                <a:lnTo>
                  <a:pt x="68681" y="166306"/>
                </a:lnTo>
                <a:lnTo>
                  <a:pt x="54051" y="209118"/>
                </a:lnTo>
                <a:lnTo>
                  <a:pt x="37731" y="248081"/>
                </a:lnTo>
                <a:lnTo>
                  <a:pt x="19723" y="282752"/>
                </a:lnTo>
                <a:lnTo>
                  <a:pt x="0" y="312712"/>
                </a:lnTo>
                <a:lnTo>
                  <a:pt x="3670" y="322732"/>
                </a:lnTo>
                <a:lnTo>
                  <a:pt x="7620" y="332333"/>
                </a:lnTo>
                <a:lnTo>
                  <a:pt x="11582" y="341642"/>
                </a:lnTo>
                <a:lnTo>
                  <a:pt x="15240" y="350812"/>
                </a:lnTo>
                <a:lnTo>
                  <a:pt x="31572" y="327685"/>
                </a:lnTo>
                <a:lnTo>
                  <a:pt x="46342" y="301840"/>
                </a:lnTo>
                <a:lnTo>
                  <a:pt x="59690" y="273392"/>
                </a:lnTo>
                <a:lnTo>
                  <a:pt x="71729" y="242506"/>
                </a:lnTo>
                <a:lnTo>
                  <a:pt x="71729" y="433197"/>
                </a:lnTo>
                <a:lnTo>
                  <a:pt x="103733" y="433197"/>
                </a:lnTo>
                <a:lnTo>
                  <a:pt x="103733" y="242506"/>
                </a:lnTo>
                <a:lnTo>
                  <a:pt x="103733" y="233362"/>
                </a:lnTo>
                <a:lnTo>
                  <a:pt x="115163" y="246303"/>
                </a:lnTo>
                <a:lnTo>
                  <a:pt x="126593" y="259930"/>
                </a:lnTo>
                <a:lnTo>
                  <a:pt x="138023" y="274396"/>
                </a:lnTo>
                <a:lnTo>
                  <a:pt x="149453" y="289852"/>
                </a:lnTo>
                <a:lnTo>
                  <a:pt x="176885" y="268516"/>
                </a:lnTo>
                <a:close/>
              </a:path>
              <a:path w="2226945" h="438150">
                <a:moveTo>
                  <a:pt x="414820" y="90004"/>
                </a:moveTo>
                <a:lnTo>
                  <a:pt x="382816" y="90004"/>
                </a:lnTo>
                <a:lnTo>
                  <a:pt x="382816" y="120497"/>
                </a:lnTo>
                <a:lnTo>
                  <a:pt x="382816" y="250228"/>
                </a:lnTo>
                <a:lnTo>
                  <a:pt x="315671" y="250228"/>
                </a:lnTo>
                <a:lnTo>
                  <a:pt x="315671" y="120497"/>
                </a:lnTo>
                <a:lnTo>
                  <a:pt x="382816" y="120497"/>
                </a:lnTo>
                <a:lnTo>
                  <a:pt x="382816" y="90004"/>
                </a:lnTo>
                <a:lnTo>
                  <a:pt x="315671" y="90004"/>
                </a:lnTo>
                <a:lnTo>
                  <a:pt x="315671" y="1524"/>
                </a:lnTo>
                <a:lnTo>
                  <a:pt x="282143" y="1524"/>
                </a:lnTo>
                <a:lnTo>
                  <a:pt x="282143" y="90004"/>
                </a:lnTo>
                <a:lnTo>
                  <a:pt x="282143" y="120497"/>
                </a:lnTo>
                <a:lnTo>
                  <a:pt x="282143" y="250228"/>
                </a:lnTo>
                <a:lnTo>
                  <a:pt x="215087" y="250228"/>
                </a:lnTo>
                <a:lnTo>
                  <a:pt x="215087" y="120497"/>
                </a:lnTo>
                <a:lnTo>
                  <a:pt x="282143" y="120497"/>
                </a:lnTo>
                <a:lnTo>
                  <a:pt x="282143" y="90004"/>
                </a:lnTo>
                <a:lnTo>
                  <a:pt x="182981" y="90004"/>
                </a:lnTo>
                <a:lnTo>
                  <a:pt x="182981" y="300520"/>
                </a:lnTo>
                <a:lnTo>
                  <a:pt x="215087" y="300520"/>
                </a:lnTo>
                <a:lnTo>
                  <a:pt x="215087" y="280708"/>
                </a:lnTo>
                <a:lnTo>
                  <a:pt x="282143" y="280708"/>
                </a:lnTo>
                <a:lnTo>
                  <a:pt x="282143" y="433197"/>
                </a:lnTo>
                <a:lnTo>
                  <a:pt x="315671" y="433197"/>
                </a:lnTo>
                <a:lnTo>
                  <a:pt x="315671" y="280708"/>
                </a:lnTo>
                <a:lnTo>
                  <a:pt x="382816" y="280708"/>
                </a:lnTo>
                <a:lnTo>
                  <a:pt x="382816" y="300520"/>
                </a:lnTo>
                <a:lnTo>
                  <a:pt x="414820" y="300520"/>
                </a:lnTo>
                <a:lnTo>
                  <a:pt x="414820" y="280708"/>
                </a:lnTo>
                <a:lnTo>
                  <a:pt x="414820" y="250228"/>
                </a:lnTo>
                <a:lnTo>
                  <a:pt x="414820" y="120497"/>
                </a:lnTo>
                <a:lnTo>
                  <a:pt x="414820" y="90004"/>
                </a:lnTo>
                <a:close/>
              </a:path>
              <a:path w="2226945" h="438150">
                <a:moveTo>
                  <a:pt x="879932" y="387477"/>
                </a:moveTo>
                <a:lnTo>
                  <a:pt x="821093" y="369773"/>
                </a:lnTo>
                <a:lnTo>
                  <a:pt x="770534" y="351040"/>
                </a:lnTo>
                <a:lnTo>
                  <a:pt x="728535" y="331457"/>
                </a:lnTo>
                <a:lnTo>
                  <a:pt x="695426" y="311188"/>
                </a:lnTo>
                <a:lnTo>
                  <a:pt x="715454" y="288328"/>
                </a:lnTo>
                <a:lnTo>
                  <a:pt x="723633" y="278980"/>
                </a:lnTo>
                <a:lnTo>
                  <a:pt x="747801" y="242747"/>
                </a:lnTo>
                <a:lnTo>
                  <a:pt x="767930" y="202463"/>
                </a:lnTo>
                <a:lnTo>
                  <a:pt x="784034" y="158165"/>
                </a:lnTo>
                <a:lnTo>
                  <a:pt x="796112" y="109829"/>
                </a:lnTo>
                <a:lnTo>
                  <a:pt x="876884" y="109829"/>
                </a:lnTo>
                <a:lnTo>
                  <a:pt x="876884" y="77812"/>
                </a:lnTo>
                <a:lnTo>
                  <a:pt x="758012" y="77812"/>
                </a:lnTo>
                <a:lnTo>
                  <a:pt x="758012" y="109829"/>
                </a:lnTo>
                <a:lnTo>
                  <a:pt x="745439" y="163029"/>
                </a:lnTo>
                <a:lnTo>
                  <a:pt x="726147" y="210502"/>
                </a:lnTo>
                <a:lnTo>
                  <a:pt x="700278" y="252260"/>
                </a:lnTo>
                <a:lnTo>
                  <a:pt x="667994" y="288328"/>
                </a:lnTo>
                <a:lnTo>
                  <a:pt x="633933" y="250545"/>
                </a:lnTo>
                <a:lnTo>
                  <a:pt x="606983" y="208216"/>
                </a:lnTo>
                <a:lnTo>
                  <a:pt x="586905" y="161315"/>
                </a:lnTo>
                <a:lnTo>
                  <a:pt x="573417" y="109829"/>
                </a:lnTo>
                <a:lnTo>
                  <a:pt x="758012" y="109829"/>
                </a:lnTo>
                <a:lnTo>
                  <a:pt x="758012" y="77812"/>
                </a:lnTo>
                <a:lnTo>
                  <a:pt x="671042" y="77812"/>
                </a:lnTo>
                <a:lnTo>
                  <a:pt x="701522" y="61048"/>
                </a:lnTo>
                <a:lnTo>
                  <a:pt x="690664" y="41617"/>
                </a:lnTo>
                <a:lnTo>
                  <a:pt x="680948" y="24777"/>
                </a:lnTo>
                <a:lnTo>
                  <a:pt x="672376" y="10807"/>
                </a:lnTo>
                <a:lnTo>
                  <a:pt x="664946" y="0"/>
                </a:lnTo>
                <a:lnTo>
                  <a:pt x="631418" y="16764"/>
                </a:lnTo>
                <a:lnTo>
                  <a:pt x="638606" y="27381"/>
                </a:lnTo>
                <a:lnTo>
                  <a:pt x="646658" y="41008"/>
                </a:lnTo>
                <a:lnTo>
                  <a:pt x="655853" y="57772"/>
                </a:lnTo>
                <a:lnTo>
                  <a:pt x="666470" y="77812"/>
                </a:lnTo>
                <a:lnTo>
                  <a:pt x="455968" y="77812"/>
                </a:lnTo>
                <a:lnTo>
                  <a:pt x="455968" y="109829"/>
                </a:lnTo>
                <a:lnTo>
                  <a:pt x="538365" y="109829"/>
                </a:lnTo>
                <a:lnTo>
                  <a:pt x="549706" y="155092"/>
                </a:lnTo>
                <a:lnTo>
                  <a:pt x="565531" y="197637"/>
                </a:lnTo>
                <a:lnTo>
                  <a:pt x="585889" y="237693"/>
                </a:lnTo>
                <a:lnTo>
                  <a:pt x="610882" y="275475"/>
                </a:lnTo>
                <a:lnTo>
                  <a:pt x="640562" y="311188"/>
                </a:lnTo>
                <a:lnTo>
                  <a:pt x="604761" y="333514"/>
                </a:lnTo>
                <a:lnTo>
                  <a:pt x="561416" y="354850"/>
                </a:lnTo>
                <a:lnTo>
                  <a:pt x="510336" y="375335"/>
                </a:lnTo>
                <a:lnTo>
                  <a:pt x="451396" y="395097"/>
                </a:lnTo>
                <a:lnTo>
                  <a:pt x="458889" y="404190"/>
                </a:lnTo>
                <a:lnTo>
                  <a:pt x="465543" y="413004"/>
                </a:lnTo>
                <a:lnTo>
                  <a:pt x="471627" y="421246"/>
                </a:lnTo>
                <a:lnTo>
                  <a:pt x="477405" y="428625"/>
                </a:lnTo>
                <a:lnTo>
                  <a:pt x="538022" y="405523"/>
                </a:lnTo>
                <a:lnTo>
                  <a:pt x="589648" y="382130"/>
                </a:lnTo>
                <a:lnTo>
                  <a:pt x="632421" y="358724"/>
                </a:lnTo>
                <a:lnTo>
                  <a:pt x="666470" y="335572"/>
                </a:lnTo>
                <a:lnTo>
                  <a:pt x="700201" y="359105"/>
                </a:lnTo>
                <a:lnTo>
                  <a:pt x="741959" y="381749"/>
                </a:lnTo>
                <a:lnTo>
                  <a:pt x="791705" y="403809"/>
                </a:lnTo>
                <a:lnTo>
                  <a:pt x="849452" y="425577"/>
                </a:lnTo>
                <a:lnTo>
                  <a:pt x="854849" y="417271"/>
                </a:lnTo>
                <a:lnTo>
                  <a:pt x="861834" y="408241"/>
                </a:lnTo>
                <a:lnTo>
                  <a:pt x="870229" y="398360"/>
                </a:lnTo>
                <a:lnTo>
                  <a:pt x="879932" y="387477"/>
                </a:lnTo>
                <a:close/>
              </a:path>
              <a:path w="2226945" h="438150">
                <a:moveTo>
                  <a:pt x="1073670" y="242506"/>
                </a:moveTo>
                <a:lnTo>
                  <a:pt x="1059395" y="227342"/>
                </a:lnTo>
                <a:lnTo>
                  <a:pt x="1040269" y="207454"/>
                </a:lnTo>
                <a:lnTo>
                  <a:pt x="1027976" y="194716"/>
                </a:lnTo>
                <a:lnTo>
                  <a:pt x="1024140" y="190690"/>
                </a:lnTo>
                <a:lnTo>
                  <a:pt x="1011085" y="176974"/>
                </a:lnTo>
                <a:lnTo>
                  <a:pt x="995845" y="190690"/>
                </a:lnTo>
                <a:lnTo>
                  <a:pt x="995845" y="125056"/>
                </a:lnTo>
                <a:lnTo>
                  <a:pt x="1058430" y="125056"/>
                </a:lnTo>
                <a:lnTo>
                  <a:pt x="1058430" y="94576"/>
                </a:lnTo>
                <a:lnTo>
                  <a:pt x="995845" y="94576"/>
                </a:lnTo>
                <a:lnTo>
                  <a:pt x="995845" y="6096"/>
                </a:lnTo>
                <a:lnTo>
                  <a:pt x="963841" y="6096"/>
                </a:lnTo>
                <a:lnTo>
                  <a:pt x="963841" y="94576"/>
                </a:lnTo>
                <a:lnTo>
                  <a:pt x="896785" y="94576"/>
                </a:lnTo>
                <a:lnTo>
                  <a:pt x="896785" y="125056"/>
                </a:lnTo>
                <a:lnTo>
                  <a:pt x="962317" y="125056"/>
                </a:lnTo>
                <a:lnTo>
                  <a:pt x="949223" y="168529"/>
                </a:lnTo>
                <a:lnTo>
                  <a:pt x="932980" y="209550"/>
                </a:lnTo>
                <a:lnTo>
                  <a:pt x="913879" y="247992"/>
                </a:lnTo>
                <a:lnTo>
                  <a:pt x="892213" y="283743"/>
                </a:lnTo>
                <a:lnTo>
                  <a:pt x="896518" y="293128"/>
                </a:lnTo>
                <a:lnTo>
                  <a:pt x="900404" y="302793"/>
                </a:lnTo>
                <a:lnTo>
                  <a:pt x="903998" y="312470"/>
                </a:lnTo>
                <a:lnTo>
                  <a:pt x="907453" y="321843"/>
                </a:lnTo>
                <a:lnTo>
                  <a:pt x="923124" y="297561"/>
                </a:lnTo>
                <a:lnTo>
                  <a:pt x="937933" y="270408"/>
                </a:lnTo>
                <a:lnTo>
                  <a:pt x="951598" y="240372"/>
                </a:lnTo>
                <a:lnTo>
                  <a:pt x="963841" y="207454"/>
                </a:lnTo>
                <a:lnTo>
                  <a:pt x="963841" y="431673"/>
                </a:lnTo>
                <a:lnTo>
                  <a:pt x="995845" y="431673"/>
                </a:lnTo>
                <a:lnTo>
                  <a:pt x="995845" y="207454"/>
                </a:lnTo>
                <a:lnTo>
                  <a:pt x="1009319" y="221437"/>
                </a:lnTo>
                <a:lnTo>
                  <a:pt x="1022375" y="235851"/>
                </a:lnTo>
                <a:lnTo>
                  <a:pt x="1035138" y="250571"/>
                </a:lnTo>
                <a:lnTo>
                  <a:pt x="1047762" y="265455"/>
                </a:lnTo>
                <a:lnTo>
                  <a:pt x="1073670" y="242506"/>
                </a:lnTo>
                <a:close/>
              </a:path>
              <a:path w="2226945" h="438150">
                <a:moveTo>
                  <a:pt x="1140726" y="120484"/>
                </a:moveTo>
                <a:lnTo>
                  <a:pt x="1124724" y="97421"/>
                </a:lnTo>
                <a:lnTo>
                  <a:pt x="1108722" y="74193"/>
                </a:lnTo>
                <a:lnTo>
                  <a:pt x="1092720" y="51231"/>
                </a:lnTo>
                <a:lnTo>
                  <a:pt x="1076718" y="28956"/>
                </a:lnTo>
                <a:lnTo>
                  <a:pt x="1049286" y="45808"/>
                </a:lnTo>
                <a:lnTo>
                  <a:pt x="1064996" y="68935"/>
                </a:lnTo>
                <a:lnTo>
                  <a:pt x="1080147" y="92481"/>
                </a:lnTo>
                <a:lnTo>
                  <a:pt x="1094714" y="116319"/>
                </a:lnTo>
                <a:lnTo>
                  <a:pt x="1108722" y="140296"/>
                </a:lnTo>
                <a:lnTo>
                  <a:pt x="1140726" y="120484"/>
                </a:lnTo>
                <a:close/>
              </a:path>
              <a:path w="2226945" h="438150">
                <a:moveTo>
                  <a:pt x="1314653" y="164782"/>
                </a:moveTo>
                <a:lnTo>
                  <a:pt x="1203299" y="164782"/>
                </a:lnTo>
                <a:lnTo>
                  <a:pt x="1203299" y="6096"/>
                </a:lnTo>
                <a:lnTo>
                  <a:pt x="1169771" y="6096"/>
                </a:lnTo>
                <a:lnTo>
                  <a:pt x="1169771" y="164782"/>
                </a:lnTo>
                <a:lnTo>
                  <a:pt x="1058430" y="164782"/>
                </a:lnTo>
                <a:lnTo>
                  <a:pt x="1058430" y="196786"/>
                </a:lnTo>
                <a:lnTo>
                  <a:pt x="1281023" y="196786"/>
                </a:lnTo>
                <a:lnTo>
                  <a:pt x="1281023" y="270027"/>
                </a:lnTo>
                <a:lnTo>
                  <a:pt x="1066050" y="270027"/>
                </a:lnTo>
                <a:lnTo>
                  <a:pt x="1066050" y="300507"/>
                </a:lnTo>
                <a:lnTo>
                  <a:pt x="1281023" y="300507"/>
                </a:lnTo>
                <a:lnTo>
                  <a:pt x="1281023" y="376809"/>
                </a:lnTo>
                <a:lnTo>
                  <a:pt x="1046238" y="376809"/>
                </a:lnTo>
                <a:lnTo>
                  <a:pt x="1046238" y="408813"/>
                </a:lnTo>
                <a:lnTo>
                  <a:pt x="1281023" y="408813"/>
                </a:lnTo>
                <a:lnTo>
                  <a:pt x="1281023" y="433197"/>
                </a:lnTo>
                <a:lnTo>
                  <a:pt x="1314653" y="433197"/>
                </a:lnTo>
                <a:lnTo>
                  <a:pt x="1314653" y="164782"/>
                </a:lnTo>
                <a:close/>
              </a:path>
              <a:path w="2226945" h="438150">
                <a:moveTo>
                  <a:pt x="1328369" y="45808"/>
                </a:moveTo>
                <a:lnTo>
                  <a:pt x="1296263" y="27432"/>
                </a:lnTo>
                <a:lnTo>
                  <a:pt x="1282280" y="53174"/>
                </a:lnTo>
                <a:lnTo>
                  <a:pt x="1267879" y="77622"/>
                </a:lnTo>
                <a:lnTo>
                  <a:pt x="1253185" y="100609"/>
                </a:lnTo>
                <a:lnTo>
                  <a:pt x="1238351" y="122008"/>
                </a:lnTo>
                <a:lnTo>
                  <a:pt x="1265783" y="141820"/>
                </a:lnTo>
                <a:lnTo>
                  <a:pt x="1280858" y="120484"/>
                </a:lnTo>
                <a:lnTo>
                  <a:pt x="1296390" y="97421"/>
                </a:lnTo>
                <a:lnTo>
                  <a:pt x="1312367" y="72390"/>
                </a:lnTo>
                <a:lnTo>
                  <a:pt x="1328369" y="45808"/>
                </a:lnTo>
                <a:close/>
              </a:path>
              <a:path w="2226945" h="438150">
                <a:moveTo>
                  <a:pt x="1500670" y="76288"/>
                </a:moveTo>
                <a:lnTo>
                  <a:pt x="1484693" y="62255"/>
                </a:lnTo>
                <a:lnTo>
                  <a:pt x="1466557" y="47485"/>
                </a:lnTo>
                <a:lnTo>
                  <a:pt x="1446403" y="31851"/>
                </a:lnTo>
                <a:lnTo>
                  <a:pt x="1424368" y="15240"/>
                </a:lnTo>
                <a:lnTo>
                  <a:pt x="1403032" y="39624"/>
                </a:lnTo>
                <a:lnTo>
                  <a:pt x="1425651" y="56515"/>
                </a:lnTo>
                <a:lnTo>
                  <a:pt x="1445564" y="72669"/>
                </a:lnTo>
                <a:lnTo>
                  <a:pt x="1462913" y="87934"/>
                </a:lnTo>
                <a:lnTo>
                  <a:pt x="1477810" y="102196"/>
                </a:lnTo>
                <a:lnTo>
                  <a:pt x="1500670" y="76288"/>
                </a:lnTo>
                <a:close/>
              </a:path>
              <a:path w="2226945" h="438150">
                <a:moveTo>
                  <a:pt x="1727936" y="39624"/>
                </a:moveTo>
                <a:lnTo>
                  <a:pt x="1703451" y="15240"/>
                </a:lnTo>
                <a:lnTo>
                  <a:pt x="1682292" y="33832"/>
                </a:lnTo>
                <a:lnTo>
                  <a:pt x="1662112" y="50723"/>
                </a:lnTo>
                <a:lnTo>
                  <a:pt x="1642808" y="65900"/>
                </a:lnTo>
                <a:lnTo>
                  <a:pt x="1624203" y="79336"/>
                </a:lnTo>
                <a:lnTo>
                  <a:pt x="1647063" y="102196"/>
                </a:lnTo>
                <a:lnTo>
                  <a:pt x="1694891" y="66382"/>
                </a:lnTo>
                <a:lnTo>
                  <a:pt x="1713331" y="52019"/>
                </a:lnTo>
                <a:lnTo>
                  <a:pt x="1727936" y="39624"/>
                </a:lnTo>
                <a:close/>
              </a:path>
              <a:path w="2226945" h="438150">
                <a:moveTo>
                  <a:pt x="1776704" y="225742"/>
                </a:moveTo>
                <a:lnTo>
                  <a:pt x="1698929" y="192976"/>
                </a:lnTo>
                <a:lnTo>
                  <a:pt x="1655737" y="175450"/>
                </a:lnTo>
                <a:lnTo>
                  <a:pt x="1593723" y="151066"/>
                </a:lnTo>
                <a:lnTo>
                  <a:pt x="1581531" y="167830"/>
                </a:lnTo>
                <a:lnTo>
                  <a:pt x="1581531" y="148018"/>
                </a:lnTo>
                <a:lnTo>
                  <a:pt x="1581531" y="141820"/>
                </a:lnTo>
                <a:lnTo>
                  <a:pt x="1766036" y="141820"/>
                </a:lnTo>
                <a:lnTo>
                  <a:pt x="1766036" y="112864"/>
                </a:lnTo>
                <a:lnTo>
                  <a:pt x="1581531" y="112864"/>
                </a:lnTo>
                <a:lnTo>
                  <a:pt x="1581531" y="3048"/>
                </a:lnTo>
                <a:lnTo>
                  <a:pt x="1547914" y="3048"/>
                </a:lnTo>
                <a:lnTo>
                  <a:pt x="1547914" y="112864"/>
                </a:lnTo>
                <a:lnTo>
                  <a:pt x="1361884" y="112864"/>
                </a:lnTo>
                <a:lnTo>
                  <a:pt x="1361884" y="141820"/>
                </a:lnTo>
                <a:lnTo>
                  <a:pt x="1517434" y="141820"/>
                </a:lnTo>
                <a:lnTo>
                  <a:pt x="1481366" y="167601"/>
                </a:lnTo>
                <a:lnTo>
                  <a:pt x="1441564" y="189915"/>
                </a:lnTo>
                <a:lnTo>
                  <a:pt x="1397762" y="208788"/>
                </a:lnTo>
                <a:lnTo>
                  <a:pt x="1349692" y="224218"/>
                </a:lnTo>
                <a:lnTo>
                  <a:pt x="1355394" y="231952"/>
                </a:lnTo>
                <a:lnTo>
                  <a:pt x="1360932" y="239280"/>
                </a:lnTo>
                <a:lnTo>
                  <a:pt x="1366126" y="246227"/>
                </a:lnTo>
                <a:lnTo>
                  <a:pt x="1371028" y="253263"/>
                </a:lnTo>
                <a:lnTo>
                  <a:pt x="1419034" y="234645"/>
                </a:lnTo>
                <a:lnTo>
                  <a:pt x="1464614" y="210896"/>
                </a:lnTo>
                <a:lnTo>
                  <a:pt x="1507629" y="182029"/>
                </a:lnTo>
                <a:lnTo>
                  <a:pt x="1547914" y="148018"/>
                </a:lnTo>
                <a:lnTo>
                  <a:pt x="1547914" y="221170"/>
                </a:lnTo>
                <a:lnTo>
                  <a:pt x="1581531" y="221170"/>
                </a:lnTo>
                <a:lnTo>
                  <a:pt x="1581531" y="175450"/>
                </a:lnTo>
                <a:lnTo>
                  <a:pt x="1632140" y="195757"/>
                </a:lnTo>
                <a:lnTo>
                  <a:pt x="1678889" y="215658"/>
                </a:lnTo>
                <a:lnTo>
                  <a:pt x="1721954" y="235280"/>
                </a:lnTo>
                <a:lnTo>
                  <a:pt x="1761464" y="254787"/>
                </a:lnTo>
                <a:lnTo>
                  <a:pt x="1776704" y="225742"/>
                </a:lnTo>
                <a:close/>
              </a:path>
              <a:path w="2226945" h="438150">
                <a:moveTo>
                  <a:pt x="1784324" y="399669"/>
                </a:moveTo>
                <a:lnTo>
                  <a:pt x="1734185" y="391426"/>
                </a:lnTo>
                <a:lnTo>
                  <a:pt x="1689976" y="377621"/>
                </a:lnTo>
                <a:lnTo>
                  <a:pt x="1651787" y="358165"/>
                </a:lnTo>
                <a:lnTo>
                  <a:pt x="1619681" y="333006"/>
                </a:lnTo>
                <a:lnTo>
                  <a:pt x="1602676" y="312699"/>
                </a:lnTo>
                <a:lnTo>
                  <a:pt x="1593723" y="302031"/>
                </a:lnTo>
                <a:lnTo>
                  <a:pt x="1769084" y="302031"/>
                </a:lnTo>
                <a:lnTo>
                  <a:pt x="1769084" y="271551"/>
                </a:lnTo>
                <a:lnTo>
                  <a:pt x="1575346" y="271551"/>
                </a:lnTo>
                <a:lnTo>
                  <a:pt x="1577428" y="263283"/>
                </a:lnTo>
                <a:lnTo>
                  <a:pt x="1579054" y="254558"/>
                </a:lnTo>
                <a:lnTo>
                  <a:pt x="1580375" y="245541"/>
                </a:lnTo>
                <a:lnTo>
                  <a:pt x="1581531" y="236410"/>
                </a:lnTo>
                <a:lnTo>
                  <a:pt x="1546390" y="236410"/>
                </a:lnTo>
                <a:lnTo>
                  <a:pt x="1545209" y="246329"/>
                </a:lnTo>
                <a:lnTo>
                  <a:pt x="1543913" y="255168"/>
                </a:lnTo>
                <a:lnTo>
                  <a:pt x="1542313" y="263512"/>
                </a:lnTo>
                <a:lnTo>
                  <a:pt x="1540294" y="271551"/>
                </a:lnTo>
                <a:lnTo>
                  <a:pt x="1358836" y="271551"/>
                </a:lnTo>
                <a:lnTo>
                  <a:pt x="1358836" y="302031"/>
                </a:lnTo>
                <a:lnTo>
                  <a:pt x="1531150" y="302031"/>
                </a:lnTo>
                <a:lnTo>
                  <a:pt x="1512862" y="332613"/>
                </a:lnTo>
                <a:lnTo>
                  <a:pt x="1485430" y="358343"/>
                </a:lnTo>
                <a:lnTo>
                  <a:pt x="1448841" y="379158"/>
                </a:lnTo>
                <a:lnTo>
                  <a:pt x="1403083" y="394982"/>
                </a:lnTo>
                <a:lnTo>
                  <a:pt x="1348168" y="405765"/>
                </a:lnTo>
                <a:lnTo>
                  <a:pt x="1353629" y="413766"/>
                </a:lnTo>
                <a:lnTo>
                  <a:pt x="1358646" y="421767"/>
                </a:lnTo>
                <a:lnTo>
                  <a:pt x="1363395" y="429768"/>
                </a:lnTo>
                <a:lnTo>
                  <a:pt x="1367980" y="437769"/>
                </a:lnTo>
                <a:lnTo>
                  <a:pt x="1426210" y="423887"/>
                </a:lnTo>
                <a:lnTo>
                  <a:pt x="1474698" y="404304"/>
                </a:lnTo>
                <a:lnTo>
                  <a:pt x="1513573" y="379158"/>
                </a:lnTo>
                <a:lnTo>
                  <a:pt x="1543011" y="348576"/>
                </a:lnTo>
                <a:lnTo>
                  <a:pt x="1563154" y="312699"/>
                </a:lnTo>
                <a:lnTo>
                  <a:pt x="1588617" y="347675"/>
                </a:lnTo>
                <a:lnTo>
                  <a:pt x="1621028" y="377418"/>
                </a:lnTo>
                <a:lnTo>
                  <a:pt x="1660372" y="401891"/>
                </a:lnTo>
                <a:lnTo>
                  <a:pt x="1706676" y="421017"/>
                </a:lnTo>
                <a:lnTo>
                  <a:pt x="1759940" y="434721"/>
                </a:lnTo>
                <a:lnTo>
                  <a:pt x="1767395" y="423240"/>
                </a:lnTo>
                <a:lnTo>
                  <a:pt x="1773847" y="413766"/>
                </a:lnTo>
                <a:lnTo>
                  <a:pt x="1779447" y="406006"/>
                </a:lnTo>
                <a:lnTo>
                  <a:pt x="1784324" y="399669"/>
                </a:lnTo>
                <a:close/>
              </a:path>
              <a:path w="2226945" h="438150">
                <a:moveTo>
                  <a:pt x="2060359" y="129628"/>
                </a:moveTo>
                <a:lnTo>
                  <a:pt x="1997875" y="129628"/>
                </a:lnTo>
                <a:lnTo>
                  <a:pt x="1997875" y="56476"/>
                </a:lnTo>
                <a:lnTo>
                  <a:pt x="2045119" y="56476"/>
                </a:lnTo>
                <a:lnTo>
                  <a:pt x="2045119" y="27432"/>
                </a:lnTo>
                <a:lnTo>
                  <a:pt x="1965782" y="27432"/>
                </a:lnTo>
                <a:lnTo>
                  <a:pt x="1965782" y="56476"/>
                </a:lnTo>
                <a:lnTo>
                  <a:pt x="1965782" y="129628"/>
                </a:lnTo>
                <a:lnTo>
                  <a:pt x="1897202" y="129628"/>
                </a:lnTo>
                <a:lnTo>
                  <a:pt x="1897202" y="56476"/>
                </a:lnTo>
                <a:lnTo>
                  <a:pt x="1965782" y="56476"/>
                </a:lnTo>
                <a:lnTo>
                  <a:pt x="1965782" y="27432"/>
                </a:lnTo>
                <a:lnTo>
                  <a:pt x="1816328" y="27432"/>
                </a:lnTo>
                <a:lnTo>
                  <a:pt x="1816328" y="56476"/>
                </a:lnTo>
                <a:lnTo>
                  <a:pt x="1865198" y="56476"/>
                </a:lnTo>
                <a:lnTo>
                  <a:pt x="1865198" y="129628"/>
                </a:lnTo>
                <a:lnTo>
                  <a:pt x="1798040" y="129628"/>
                </a:lnTo>
                <a:lnTo>
                  <a:pt x="1798040" y="158686"/>
                </a:lnTo>
                <a:lnTo>
                  <a:pt x="1862150" y="158686"/>
                </a:lnTo>
                <a:lnTo>
                  <a:pt x="1857870" y="180352"/>
                </a:lnTo>
                <a:lnTo>
                  <a:pt x="1847430" y="201739"/>
                </a:lnTo>
                <a:lnTo>
                  <a:pt x="1830984" y="222554"/>
                </a:lnTo>
                <a:lnTo>
                  <a:pt x="1808708" y="242506"/>
                </a:lnTo>
                <a:lnTo>
                  <a:pt x="1815299" y="248513"/>
                </a:lnTo>
                <a:lnTo>
                  <a:pt x="1821472" y="254787"/>
                </a:lnTo>
                <a:lnTo>
                  <a:pt x="1827352" y="261035"/>
                </a:lnTo>
                <a:lnTo>
                  <a:pt x="1833092" y="266992"/>
                </a:lnTo>
                <a:lnTo>
                  <a:pt x="1858340" y="242951"/>
                </a:lnTo>
                <a:lnTo>
                  <a:pt x="1876996" y="216801"/>
                </a:lnTo>
                <a:lnTo>
                  <a:pt x="1889340" y="188671"/>
                </a:lnTo>
                <a:lnTo>
                  <a:pt x="1895678" y="158686"/>
                </a:lnTo>
                <a:lnTo>
                  <a:pt x="1965782" y="158686"/>
                </a:lnTo>
                <a:lnTo>
                  <a:pt x="1965782" y="251752"/>
                </a:lnTo>
                <a:lnTo>
                  <a:pt x="1997875" y="251752"/>
                </a:lnTo>
                <a:lnTo>
                  <a:pt x="1997875" y="158686"/>
                </a:lnTo>
                <a:lnTo>
                  <a:pt x="2060359" y="158686"/>
                </a:lnTo>
                <a:lnTo>
                  <a:pt x="2060359" y="129628"/>
                </a:lnTo>
                <a:close/>
              </a:path>
              <a:path w="2226945" h="438150">
                <a:moveTo>
                  <a:pt x="2109127" y="33528"/>
                </a:moveTo>
                <a:lnTo>
                  <a:pt x="2078647" y="33528"/>
                </a:lnTo>
                <a:lnTo>
                  <a:pt x="2078647" y="186118"/>
                </a:lnTo>
                <a:lnTo>
                  <a:pt x="2109127" y="186118"/>
                </a:lnTo>
                <a:lnTo>
                  <a:pt x="2109127" y="33528"/>
                </a:lnTo>
                <a:close/>
              </a:path>
              <a:path w="2226945" h="438150">
                <a:moveTo>
                  <a:pt x="2199144" y="9144"/>
                </a:moveTo>
                <a:lnTo>
                  <a:pt x="2167140" y="9144"/>
                </a:lnTo>
                <a:lnTo>
                  <a:pt x="2167140" y="198310"/>
                </a:lnTo>
                <a:lnTo>
                  <a:pt x="2165439" y="210312"/>
                </a:lnTo>
                <a:lnTo>
                  <a:pt x="2160473" y="218884"/>
                </a:lnTo>
                <a:lnTo>
                  <a:pt x="2152345" y="224028"/>
                </a:lnTo>
                <a:lnTo>
                  <a:pt x="2141359" y="225729"/>
                </a:lnTo>
                <a:lnTo>
                  <a:pt x="2130882" y="225717"/>
                </a:lnTo>
                <a:lnTo>
                  <a:pt x="2118283" y="225552"/>
                </a:lnTo>
                <a:lnTo>
                  <a:pt x="2103412" y="225094"/>
                </a:lnTo>
                <a:lnTo>
                  <a:pt x="2086267" y="224218"/>
                </a:lnTo>
                <a:lnTo>
                  <a:pt x="2088286" y="233095"/>
                </a:lnTo>
                <a:lnTo>
                  <a:pt x="2089886" y="241566"/>
                </a:lnTo>
                <a:lnTo>
                  <a:pt x="2091194" y="249758"/>
                </a:lnTo>
                <a:lnTo>
                  <a:pt x="2092363" y="257848"/>
                </a:lnTo>
                <a:lnTo>
                  <a:pt x="2108974" y="258699"/>
                </a:lnTo>
                <a:lnTo>
                  <a:pt x="2124608" y="258991"/>
                </a:lnTo>
                <a:lnTo>
                  <a:pt x="2139378" y="258699"/>
                </a:lnTo>
                <a:lnTo>
                  <a:pt x="2153424" y="257848"/>
                </a:lnTo>
                <a:lnTo>
                  <a:pt x="2173427" y="254939"/>
                </a:lnTo>
                <a:lnTo>
                  <a:pt x="2187714" y="246176"/>
                </a:lnTo>
                <a:lnTo>
                  <a:pt x="2196287" y="231406"/>
                </a:lnTo>
                <a:lnTo>
                  <a:pt x="2197049" y="225742"/>
                </a:lnTo>
                <a:lnTo>
                  <a:pt x="2199144" y="210502"/>
                </a:lnTo>
                <a:lnTo>
                  <a:pt x="2199144" y="9144"/>
                </a:lnTo>
                <a:close/>
              </a:path>
              <a:path w="2226945" h="438150">
                <a:moveTo>
                  <a:pt x="2226576" y="381381"/>
                </a:moveTo>
                <a:lnTo>
                  <a:pt x="2028355" y="381381"/>
                </a:lnTo>
                <a:lnTo>
                  <a:pt x="2028355" y="323380"/>
                </a:lnTo>
                <a:lnTo>
                  <a:pt x="2188476" y="323380"/>
                </a:lnTo>
                <a:lnTo>
                  <a:pt x="2188476" y="292900"/>
                </a:lnTo>
                <a:lnTo>
                  <a:pt x="2028355" y="292900"/>
                </a:lnTo>
                <a:lnTo>
                  <a:pt x="2028355" y="257848"/>
                </a:lnTo>
                <a:lnTo>
                  <a:pt x="1994827" y="257848"/>
                </a:lnTo>
                <a:lnTo>
                  <a:pt x="1994827" y="292900"/>
                </a:lnTo>
                <a:lnTo>
                  <a:pt x="1837664" y="292900"/>
                </a:lnTo>
                <a:lnTo>
                  <a:pt x="1837664" y="323380"/>
                </a:lnTo>
                <a:lnTo>
                  <a:pt x="1994827" y="323380"/>
                </a:lnTo>
                <a:lnTo>
                  <a:pt x="1994827" y="381381"/>
                </a:lnTo>
                <a:lnTo>
                  <a:pt x="1798040" y="381381"/>
                </a:lnTo>
                <a:lnTo>
                  <a:pt x="1798040" y="411861"/>
                </a:lnTo>
                <a:lnTo>
                  <a:pt x="2226576" y="411861"/>
                </a:lnTo>
                <a:lnTo>
                  <a:pt x="2226576" y="3813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418844" y="5250179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 descr=""/>
          <p:cNvGrpSpPr/>
          <p:nvPr/>
        </p:nvGrpSpPr>
        <p:grpSpPr>
          <a:xfrm>
            <a:off x="1756695" y="5085683"/>
            <a:ext cx="922655" cy="337185"/>
            <a:chOff x="1756695" y="5085683"/>
            <a:chExt cx="922655" cy="337185"/>
          </a:xfrm>
        </p:grpSpPr>
        <p:sp>
          <p:nvSpPr>
            <p:cNvPr id="75" name="object 75" descr=""/>
            <p:cNvSpPr/>
            <p:nvPr/>
          </p:nvSpPr>
          <p:spPr>
            <a:xfrm>
              <a:off x="1756689" y="5093309"/>
              <a:ext cx="308610" cy="283845"/>
            </a:xfrm>
            <a:custGeom>
              <a:avLst/>
              <a:gdLst/>
              <a:ahLst/>
              <a:cxnLst/>
              <a:rect l="l" t="t" r="r" b="b"/>
              <a:pathLst>
                <a:path w="308610" h="283845">
                  <a:moveTo>
                    <a:pt x="166217" y="210502"/>
                  </a:moveTo>
                  <a:lnTo>
                    <a:pt x="153644" y="171831"/>
                  </a:lnTo>
                  <a:lnTo>
                    <a:pt x="122021" y="143446"/>
                  </a:lnTo>
                  <a:lnTo>
                    <a:pt x="115100" y="139763"/>
                  </a:lnTo>
                  <a:lnTo>
                    <a:pt x="101346" y="131787"/>
                  </a:lnTo>
                  <a:lnTo>
                    <a:pt x="94488" y="128104"/>
                  </a:lnTo>
                  <a:lnTo>
                    <a:pt x="87007" y="124701"/>
                  </a:lnTo>
                  <a:lnTo>
                    <a:pt x="74345" y="118465"/>
                  </a:lnTo>
                  <a:lnTo>
                    <a:pt x="68580" y="115912"/>
                  </a:lnTo>
                  <a:lnTo>
                    <a:pt x="60960" y="111340"/>
                  </a:lnTo>
                  <a:lnTo>
                    <a:pt x="54864" y="106768"/>
                  </a:lnTo>
                  <a:lnTo>
                    <a:pt x="50292" y="103720"/>
                  </a:lnTo>
                  <a:lnTo>
                    <a:pt x="44196" y="99148"/>
                  </a:lnTo>
                  <a:lnTo>
                    <a:pt x="41148" y="94576"/>
                  </a:lnTo>
                  <a:lnTo>
                    <a:pt x="38100" y="88480"/>
                  </a:lnTo>
                  <a:lnTo>
                    <a:pt x="35052" y="83908"/>
                  </a:lnTo>
                  <a:lnTo>
                    <a:pt x="35052" y="64096"/>
                  </a:lnTo>
                  <a:lnTo>
                    <a:pt x="36576" y="56476"/>
                  </a:lnTo>
                  <a:lnTo>
                    <a:pt x="39624" y="51904"/>
                  </a:lnTo>
                  <a:lnTo>
                    <a:pt x="42672" y="45808"/>
                  </a:lnTo>
                  <a:lnTo>
                    <a:pt x="47244" y="42760"/>
                  </a:lnTo>
                  <a:lnTo>
                    <a:pt x="53340" y="39712"/>
                  </a:lnTo>
                  <a:lnTo>
                    <a:pt x="57912" y="35140"/>
                  </a:lnTo>
                  <a:lnTo>
                    <a:pt x="64008" y="33528"/>
                  </a:lnTo>
                  <a:lnTo>
                    <a:pt x="79248" y="30480"/>
                  </a:lnTo>
                  <a:lnTo>
                    <a:pt x="85344" y="28956"/>
                  </a:lnTo>
                  <a:lnTo>
                    <a:pt x="92964" y="28956"/>
                  </a:lnTo>
                  <a:lnTo>
                    <a:pt x="110705" y="30086"/>
                  </a:lnTo>
                  <a:lnTo>
                    <a:pt x="127152" y="33388"/>
                  </a:lnTo>
                  <a:lnTo>
                    <a:pt x="142138" y="38684"/>
                  </a:lnTo>
                  <a:lnTo>
                    <a:pt x="155549" y="45808"/>
                  </a:lnTo>
                  <a:lnTo>
                    <a:pt x="155549" y="10668"/>
                  </a:lnTo>
                  <a:lnTo>
                    <a:pt x="144970" y="5791"/>
                  </a:lnTo>
                  <a:lnTo>
                    <a:pt x="131533" y="2476"/>
                  </a:lnTo>
                  <a:lnTo>
                    <a:pt x="115214" y="596"/>
                  </a:lnTo>
                  <a:lnTo>
                    <a:pt x="96012" y="0"/>
                  </a:lnTo>
                  <a:lnTo>
                    <a:pt x="87109" y="279"/>
                  </a:lnTo>
                  <a:lnTo>
                    <a:pt x="45148" y="10287"/>
                  </a:lnTo>
                  <a:lnTo>
                    <a:pt x="13119" y="34620"/>
                  </a:lnTo>
                  <a:lnTo>
                    <a:pt x="1524" y="73240"/>
                  </a:lnTo>
                  <a:lnTo>
                    <a:pt x="1816" y="80962"/>
                  </a:lnTo>
                  <a:lnTo>
                    <a:pt x="19812" y="120484"/>
                  </a:lnTo>
                  <a:lnTo>
                    <a:pt x="61747" y="148285"/>
                  </a:lnTo>
                  <a:lnTo>
                    <a:pt x="68580" y="152590"/>
                  </a:lnTo>
                  <a:lnTo>
                    <a:pt x="88506" y="162229"/>
                  </a:lnTo>
                  <a:lnTo>
                    <a:pt x="94488" y="164782"/>
                  </a:lnTo>
                  <a:lnTo>
                    <a:pt x="102108" y="169354"/>
                  </a:lnTo>
                  <a:lnTo>
                    <a:pt x="120497" y="183070"/>
                  </a:lnTo>
                  <a:lnTo>
                    <a:pt x="125069" y="187642"/>
                  </a:lnTo>
                  <a:lnTo>
                    <a:pt x="128117" y="193738"/>
                  </a:lnTo>
                  <a:lnTo>
                    <a:pt x="131165" y="198310"/>
                  </a:lnTo>
                  <a:lnTo>
                    <a:pt x="132689" y="204406"/>
                  </a:lnTo>
                  <a:lnTo>
                    <a:pt x="132689" y="212026"/>
                  </a:lnTo>
                  <a:lnTo>
                    <a:pt x="110083" y="249008"/>
                  </a:lnTo>
                  <a:lnTo>
                    <a:pt x="74676" y="254787"/>
                  </a:lnTo>
                  <a:lnTo>
                    <a:pt x="62484" y="254787"/>
                  </a:lnTo>
                  <a:lnTo>
                    <a:pt x="54864" y="253263"/>
                  </a:lnTo>
                  <a:lnTo>
                    <a:pt x="48768" y="251739"/>
                  </a:lnTo>
                  <a:lnTo>
                    <a:pt x="41148" y="250215"/>
                  </a:lnTo>
                  <a:lnTo>
                    <a:pt x="35052" y="248691"/>
                  </a:lnTo>
                  <a:lnTo>
                    <a:pt x="28956" y="245643"/>
                  </a:lnTo>
                  <a:lnTo>
                    <a:pt x="21336" y="244119"/>
                  </a:lnTo>
                  <a:lnTo>
                    <a:pt x="9144" y="237934"/>
                  </a:lnTo>
                  <a:lnTo>
                    <a:pt x="4572" y="234886"/>
                  </a:lnTo>
                  <a:lnTo>
                    <a:pt x="0" y="230314"/>
                  </a:lnTo>
                  <a:lnTo>
                    <a:pt x="0" y="268503"/>
                  </a:lnTo>
                  <a:lnTo>
                    <a:pt x="4572" y="270027"/>
                  </a:lnTo>
                  <a:lnTo>
                    <a:pt x="9144" y="273075"/>
                  </a:lnTo>
                  <a:lnTo>
                    <a:pt x="21336" y="276123"/>
                  </a:lnTo>
                  <a:lnTo>
                    <a:pt x="27432" y="279171"/>
                  </a:lnTo>
                  <a:lnTo>
                    <a:pt x="33528" y="279171"/>
                  </a:lnTo>
                  <a:lnTo>
                    <a:pt x="39624" y="280695"/>
                  </a:lnTo>
                  <a:lnTo>
                    <a:pt x="47244" y="282219"/>
                  </a:lnTo>
                  <a:lnTo>
                    <a:pt x="53340" y="282219"/>
                  </a:lnTo>
                  <a:lnTo>
                    <a:pt x="59436" y="283743"/>
                  </a:lnTo>
                  <a:lnTo>
                    <a:pt x="106680" y="280695"/>
                  </a:lnTo>
                  <a:lnTo>
                    <a:pt x="143802" y="262128"/>
                  </a:lnTo>
                  <a:lnTo>
                    <a:pt x="164693" y="228993"/>
                  </a:lnTo>
                  <a:lnTo>
                    <a:pt x="165874" y="220243"/>
                  </a:lnTo>
                  <a:lnTo>
                    <a:pt x="166217" y="210502"/>
                  </a:lnTo>
                  <a:close/>
                </a:path>
                <a:path w="308610" h="283845">
                  <a:moveTo>
                    <a:pt x="308038" y="83908"/>
                  </a:moveTo>
                  <a:lnTo>
                    <a:pt x="257746" y="83908"/>
                  </a:lnTo>
                  <a:lnTo>
                    <a:pt x="257746" y="25908"/>
                  </a:lnTo>
                  <a:lnTo>
                    <a:pt x="227177" y="35140"/>
                  </a:lnTo>
                  <a:lnTo>
                    <a:pt x="227177" y="83908"/>
                  </a:lnTo>
                  <a:lnTo>
                    <a:pt x="193649" y="83908"/>
                  </a:lnTo>
                  <a:lnTo>
                    <a:pt x="193649" y="109816"/>
                  </a:lnTo>
                  <a:lnTo>
                    <a:pt x="227177" y="109816"/>
                  </a:lnTo>
                  <a:lnTo>
                    <a:pt x="227177" y="225742"/>
                  </a:lnTo>
                  <a:lnTo>
                    <a:pt x="230339" y="250913"/>
                  </a:lnTo>
                  <a:lnTo>
                    <a:pt x="239941" y="269074"/>
                  </a:lnTo>
                  <a:lnTo>
                    <a:pt x="256146" y="280060"/>
                  </a:lnTo>
                  <a:lnTo>
                    <a:pt x="279082" y="283743"/>
                  </a:lnTo>
                  <a:lnTo>
                    <a:pt x="287680" y="283222"/>
                  </a:lnTo>
                  <a:lnTo>
                    <a:pt x="295275" y="281838"/>
                  </a:lnTo>
                  <a:lnTo>
                    <a:pt x="302018" y="279895"/>
                  </a:lnTo>
                  <a:lnTo>
                    <a:pt x="308038" y="277647"/>
                  </a:lnTo>
                  <a:lnTo>
                    <a:pt x="308038" y="250215"/>
                  </a:lnTo>
                  <a:lnTo>
                    <a:pt x="301942" y="254787"/>
                  </a:lnTo>
                  <a:lnTo>
                    <a:pt x="295846" y="257835"/>
                  </a:lnTo>
                  <a:lnTo>
                    <a:pt x="277558" y="257835"/>
                  </a:lnTo>
                  <a:lnTo>
                    <a:pt x="269938" y="254787"/>
                  </a:lnTo>
                  <a:lnTo>
                    <a:pt x="257746" y="221170"/>
                  </a:lnTo>
                  <a:lnTo>
                    <a:pt x="257746" y="109816"/>
                  </a:lnTo>
                  <a:lnTo>
                    <a:pt x="308038" y="109816"/>
                  </a:lnTo>
                  <a:lnTo>
                    <a:pt x="308038" y="8390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5882" y="5172646"/>
              <a:ext cx="102203" cy="199834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2238565" y="5085683"/>
              <a:ext cx="41275" cy="287020"/>
            </a:xfrm>
            <a:custGeom>
              <a:avLst/>
              <a:gdLst/>
              <a:ahLst/>
              <a:cxnLst/>
              <a:rect l="l" t="t" r="r" b="b"/>
              <a:pathLst>
                <a:path w="41275" h="287020">
                  <a:moveTo>
                    <a:pt x="25908" y="41148"/>
                  </a:moveTo>
                  <a:lnTo>
                    <a:pt x="13716" y="41148"/>
                  </a:lnTo>
                  <a:lnTo>
                    <a:pt x="9144" y="39624"/>
                  </a:lnTo>
                  <a:lnTo>
                    <a:pt x="6096" y="35052"/>
                  </a:lnTo>
                  <a:lnTo>
                    <a:pt x="1524" y="32004"/>
                  </a:lnTo>
                  <a:lnTo>
                    <a:pt x="0" y="27432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9144" y="3048"/>
                  </a:lnTo>
                  <a:lnTo>
                    <a:pt x="13716" y="0"/>
                  </a:lnTo>
                  <a:lnTo>
                    <a:pt x="25908" y="0"/>
                  </a:lnTo>
                  <a:lnTo>
                    <a:pt x="35052" y="6096"/>
                  </a:lnTo>
                  <a:lnTo>
                    <a:pt x="41148" y="15240"/>
                  </a:lnTo>
                  <a:lnTo>
                    <a:pt x="41148" y="25908"/>
                  </a:lnTo>
                  <a:lnTo>
                    <a:pt x="38100" y="32004"/>
                  </a:lnTo>
                  <a:lnTo>
                    <a:pt x="30480" y="39624"/>
                  </a:lnTo>
                  <a:lnTo>
                    <a:pt x="25908" y="41148"/>
                  </a:lnTo>
                  <a:close/>
                </a:path>
                <a:path w="41275" h="287020">
                  <a:moveTo>
                    <a:pt x="35052" y="286797"/>
                  </a:moveTo>
                  <a:lnTo>
                    <a:pt x="4572" y="286797"/>
                  </a:lnTo>
                  <a:lnTo>
                    <a:pt x="4572" y="91535"/>
                  </a:lnTo>
                  <a:lnTo>
                    <a:pt x="35052" y="91535"/>
                  </a:lnTo>
                  <a:lnTo>
                    <a:pt x="35052" y="2867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4004" y="5172646"/>
              <a:ext cx="146399" cy="204406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2494788" y="5119217"/>
              <a:ext cx="184785" cy="304165"/>
            </a:xfrm>
            <a:custGeom>
              <a:avLst/>
              <a:gdLst/>
              <a:ahLst/>
              <a:cxnLst/>
              <a:rect l="l" t="t" r="r" b="b"/>
              <a:pathLst>
                <a:path w="184785" h="304164">
                  <a:moveTo>
                    <a:pt x="114388" y="58000"/>
                  </a:moveTo>
                  <a:lnTo>
                    <a:pt x="64096" y="58000"/>
                  </a:lnTo>
                  <a:lnTo>
                    <a:pt x="64096" y="0"/>
                  </a:lnTo>
                  <a:lnTo>
                    <a:pt x="33528" y="9232"/>
                  </a:lnTo>
                  <a:lnTo>
                    <a:pt x="33528" y="58000"/>
                  </a:lnTo>
                  <a:lnTo>
                    <a:pt x="0" y="58000"/>
                  </a:lnTo>
                  <a:lnTo>
                    <a:pt x="0" y="83908"/>
                  </a:lnTo>
                  <a:lnTo>
                    <a:pt x="33528" y="83908"/>
                  </a:lnTo>
                  <a:lnTo>
                    <a:pt x="33528" y="199834"/>
                  </a:lnTo>
                  <a:lnTo>
                    <a:pt x="36690" y="225005"/>
                  </a:lnTo>
                  <a:lnTo>
                    <a:pt x="46291" y="243166"/>
                  </a:lnTo>
                  <a:lnTo>
                    <a:pt x="62496" y="254152"/>
                  </a:lnTo>
                  <a:lnTo>
                    <a:pt x="85432" y="257835"/>
                  </a:lnTo>
                  <a:lnTo>
                    <a:pt x="94030" y="257314"/>
                  </a:lnTo>
                  <a:lnTo>
                    <a:pt x="101625" y="255930"/>
                  </a:lnTo>
                  <a:lnTo>
                    <a:pt x="108369" y="253987"/>
                  </a:lnTo>
                  <a:lnTo>
                    <a:pt x="114388" y="251739"/>
                  </a:lnTo>
                  <a:lnTo>
                    <a:pt x="114388" y="224307"/>
                  </a:lnTo>
                  <a:lnTo>
                    <a:pt x="108292" y="228879"/>
                  </a:lnTo>
                  <a:lnTo>
                    <a:pt x="102196" y="231927"/>
                  </a:lnTo>
                  <a:lnTo>
                    <a:pt x="83908" y="231927"/>
                  </a:lnTo>
                  <a:lnTo>
                    <a:pt x="76288" y="228879"/>
                  </a:lnTo>
                  <a:lnTo>
                    <a:pt x="64096" y="195262"/>
                  </a:lnTo>
                  <a:lnTo>
                    <a:pt x="64096" y="83908"/>
                  </a:lnTo>
                  <a:lnTo>
                    <a:pt x="114388" y="83908"/>
                  </a:lnTo>
                  <a:lnTo>
                    <a:pt x="114388" y="58000"/>
                  </a:lnTo>
                  <a:close/>
                </a:path>
                <a:path w="184785" h="304164">
                  <a:moveTo>
                    <a:pt x="184492" y="210502"/>
                  </a:moveTo>
                  <a:lnTo>
                    <a:pt x="154012" y="210502"/>
                  </a:lnTo>
                  <a:lnTo>
                    <a:pt x="131152" y="303568"/>
                  </a:lnTo>
                  <a:lnTo>
                    <a:pt x="154012" y="303568"/>
                  </a:lnTo>
                  <a:lnTo>
                    <a:pt x="184492" y="21050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2819590" y="5097621"/>
            <a:ext cx="506730" cy="280035"/>
            <a:chOff x="2819590" y="5097621"/>
            <a:chExt cx="506730" cy="280035"/>
          </a:xfrm>
        </p:grpSpPr>
        <p:sp>
          <p:nvSpPr>
            <p:cNvPr id="81" name="object 81" descr=""/>
            <p:cNvSpPr/>
            <p:nvPr/>
          </p:nvSpPr>
          <p:spPr>
            <a:xfrm>
              <a:off x="2819590" y="5097627"/>
              <a:ext cx="191135" cy="274320"/>
            </a:xfrm>
            <a:custGeom>
              <a:avLst/>
              <a:gdLst/>
              <a:ahLst/>
              <a:cxnLst/>
              <a:rect l="l" t="t" r="r" b="b"/>
              <a:pathLst>
                <a:path w="191135" h="274320">
                  <a:moveTo>
                    <a:pt x="190690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79336" y="29210"/>
                  </a:lnTo>
                  <a:lnTo>
                    <a:pt x="79336" y="274320"/>
                  </a:lnTo>
                  <a:lnTo>
                    <a:pt x="111340" y="274320"/>
                  </a:lnTo>
                  <a:lnTo>
                    <a:pt x="111340" y="29210"/>
                  </a:lnTo>
                  <a:lnTo>
                    <a:pt x="190690" y="29210"/>
                  </a:lnTo>
                  <a:lnTo>
                    <a:pt x="190690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8380" y="5172646"/>
              <a:ext cx="102203" cy="199834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0396" y="5172646"/>
              <a:ext cx="155543" cy="204406"/>
            </a:xfrm>
            <a:prstGeom prst="rect">
              <a:avLst/>
            </a:prstGeom>
          </p:spPr>
        </p:pic>
      </p:grpSp>
      <p:pic>
        <p:nvPicPr>
          <p:cNvPr id="84" name="object 8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83851" y="5172646"/>
            <a:ext cx="163258" cy="199834"/>
          </a:xfrm>
          <a:prstGeom prst="rect">
            <a:avLst/>
          </a:prstGeom>
        </p:spPr>
      </p:pic>
      <p:grpSp>
        <p:nvGrpSpPr>
          <p:cNvPr id="85" name="object 85" descr=""/>
          <p:cNvGrpSpPr/>
          <p:nvPr/>
        </p:nvGrpSpPr>
        <p:grpSpPr>
          <a:xfrm>
            <a:off x="3594353" y="5085683"/>
            <a:ext cx="678815" cy="291465"/>
            <a:chOff x="3594353" y="5085683"/>
            <a:chExt cx="678815" cy="291465"/>
          </a:xfrm>
        </p:grpSpPr>
        <p:pic>
          <p:nvPicPr>
            <p:cNvPr id="86" name="object 8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4353" y="5172646"/>
              <a:ext cx="129635" cy="204406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3768178" y="5085689"/>
              <a:ext cx="268605" cy="291465"/>
            </a:xfrm>
            <a:custGeom>
              <a:avLst/>
              <a:gdLst/>
              <a:ahLst/>
              <a:cxnLst/>
              <a:rect l="l" t="t" r="r" b="b"/>
              <a:pathLst>
                <a:path w="268604" h="291464">
                  <a:moveTo>
                    <a:pt x="35052" y="91541"/>
                  </a:moveTo>
                  <a:lnTo>
                    <a:pt x="4572" y="91541"/>
                  </a:lnTo>
                  <a:lnTo>
                    <a:pt x="4572" y="286804"/>
                  </a:lnTo>
                  <a:lnTo>
                    <a:pt x="35052" y="286804"/>
                  </a:lnTo>
                  <a:lnTo>
                    <a:pt x="35052" y="91541"/>
                  </a:lnTo>
                  <a:close/>
                </a:path>
                <a:path w="268604" h="291464">
                  <a:moveTo>
                    <a:pt x="41148" y="15240"/>
                  </a:moveTo>
                  <a:lnTo>
                    <a:pt x="35052" y="6096"/>
                  </a:lnTo>
                  <a:lnTo>
                    <a:pt x="25908" y="0"/>
                  </a:lnTo>
                  <a:lnTo>
                    <a:pt x="13716" y="0"/>
                  </a:lnTo>
                  <a:lnTo>
                    <a:pt x="9144" y="3048"/>
                  </a:lnTo>
                  <a:lnTo>
                    <a:pt x="1524" y="10668"/>
                  </a:lnTo>
                  <a:lnTo>
                    <a:pt x="0" y="15240"/>
                  </a:lnTo>
                  <a:lnTo>
                    <a:pt x="0" y="27432"/>
                  </a:lnTo>
                  <a:lnTo>
                    <a:pt x="1524" y="32004"/>
                  </a:lnTo>
                  <a:lnTo>
                    <a:pt x="6096" y="35052"/>
                  </a:lnTo>
                  <a:lnTo>
                    <a:pt x="9144" y="39624"/>
                  </a:lnTo>
                  <a:lnTo>
                    <a:pt x="15240" y="41148"/>
                  </a:lnTo>
                  <a:lnTo>
                    <a:pt x="25908" y="41148"/>
                  </a:lnTo>
                  <a:lnTo>
                    <a:pt x="30480" y="39624"/>
                  </a:lnTo>
                  <a:lnTo>
                    <a:pt x="38100" y="32004"/>
                  </a:lnTo>
                  <a:lnTo>
                    <a:pt x="41148" y="25908"/>
                  </a:lnTo>
                  <a:lnTo>
                    <a:pt x="41148" y="15240"/>
                  </a:lnTo>
                  <a:close/>
                </a:path>
                <a:path w="268604" h="291464">
                  <a:moveTo>
                    <a:pt x="189166" y="91528"/>
                  </a:moveTo>
                  <a:lnTo>
                    <a:pt x="140309" y="91528"/>
                  </a:lnTo>
                  <a:lnTo>
                    <a:pt x="140309" y="33528"/>
                  </a:lnTo>
                  <a:lnTo>
                    <a:pt x="108305" y="42760"/>
                  </a:lnTo>
                  <a:lnTo>
                    <a:pt x="108305" y="91528"/>
                  </a:lnTo>
                  <a:lnTo>
                    <a:pt x="74777" y="91528"/>
                  </a:lnTo>
                  <a:lnTo>
                    <a:pt x="74777" y="117436"/>
                  </a:lnTo>
                  <a:lnTo>
                    <a:pt x="108305" y="117436"/>
                  </a:lnTo>
                  <a:lnTo>
                    <a:pt x="108305" y="233362"/>
                  </a:lnTo>
                  <a:lnTo>
                    <a:pt x="111683" y="258533"/>
                  </a:lnTo>
                  <a:lnTo>
                    <a:pt x="121640" y="276694"/>
                  </a:lnTo>
                  <a:lnTo>
                    <a:pt x="137871" y="287680"/>
                  </a:lnTo>
                  <a:lnTo>
                    <a:pt x="160121" y="291363"/>
                  </a:lnTo>
                  <a:lnTo>
                    <a:pt x="168706" y="290842"/>
                  </a:lnTo>
                  <a:lnTo>
                    <a:pt x="176314" y="289458"/>
                  </a:lnTo>
                  <a:lnTo>
                    <a:pt x="183083" y="287515"/>
                  </a:lnTo>
                  <a:lnTo>
                    <a:pt x="189166" y="285267"/>
                  </a:lnTo>
                  <a:lnTo>
                    <a:pt x="189166" y="257835"/>
                  </a:lnTo>
                  <a:lnTo>
                    <a:pt x="184594" y="262407"/>
                  </a:lnTo>
                  <a:lnTo>
                    <a:pt x="176885" y="265455"/>
                  </a:lnTo>
                  <a:lnTo>
                    <a:pt x="158597" y="265455"/>
                  </a:lnTo>
                  <a:lnTo>
                    <a:pt x="150977" y="262407"/>
                  </a:lnTo>
                  <a:lnTo>
                    <a:pt x="140309" y="228790"/>
                  </a:lnTo>
                  <a:lnTo>
                    <a:pt x="140309" y="117436"/>
                  </a:lnTo>
                  <a:lnTo>
                    <a:pt x="189166" y="117436"/>
                  </a:lnTo>
                  <a:lnTo>
                    <a:pt x="189166" y="91528"/>
                  </a:lnTo>
                  <a:close/>
                </a:path>
                <a:path w="268604" h="291464">
                  <a:moveTo>
                    <a:pt x="262318" y="91541"/>
                  </a:moveTo>
                  <a:lnTo>
                    <a:pt x="231838" y="91541"/>
                  </a:lnTo>
                  <a:lnTo>
                    <a:pt x="231838" y="286804"/>
                  </a:lnTo>
                  <a:lnTo>
                    <a:pt x="262318" y="286804"/>
                  </a:lnTo>
                  <a:lnTo>
                    <a:pt x="262318" y="91541"/>
                  </a:lnTo>
                  <a:close/>
                </a:path>
                <a:path w="268604" h="291464">
                  <a:moveTo>
                    <a:pt x="268414" y="15240"/>
                  </a:moveTo>
                  <a:lnTo>
                    <a:pt x="266890" y="10668"/>
                  </a:lnTo>
                  <a:lnTo>
                    <a:pt x="262318" y="6096"/>
                  </a:lnTo>
                  <a:lnTo>
                    <a:pt x="253174" y="0"/>
                  </a:lnTo>
                  <a:lnTo>
                    <a:pt x="242506" y="0"/>
                  </a:lnTo>
                  <a:lnTo>
                    <a:pt x="236410" y="3048"/>
                  </a:lnTo>
                  <a:lnTo>
                    <a:pt x="228790" y="10668"/>
                  </a:lnTo>
                  <a:lnTo>
                    <a:pt x="227266" y="15240"/>
                  </a:lnTo>
                  <a:lnTo>
                    <a:pt x="227266" y="27432"/>
                  </a:lnTo>
                  <a:lnTo>
                    <a:pt x="228790" y="32004"/>
                  </a:lnTo>
                  <a:lnTo>
                    <a:pt x="233362" y="35052"/>
                  </a:lnTo>
                  <a:lnTo>
                    <a:pt x="237934" y="39624"/>
                  </a:lnTo>
                  <a:lnTo>
                    <a:pt x="242506" y="41148"/>
                  </a:lnTo>
                  <a:lnTo>
                    <a:pt x="253174" y="41148"/>
                  </a:lnTo>
                  <a:lnTo>
                    <a:pt x="257746" y="39624"/>
                  </a:lnTo>
                  <a:lnTo>
                    <a:pt x="262318" y="35052"/>
                  </a:lnTo>
                  <a:lnTo>
                    <a:pt x="266890" y="32004"/>
                  </a:lnTo>
                  <a:lnTo>
                    <a:pt x="268414" y="25908"/>
                  </a:lnTo>
                  <a:lnTo>
                    <a:pt x="268414" y="1524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80795" y="5172646"/>
              <a:ext cx="192214" cy="204406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4323302" y="5172646"/>
            <a:ext cx="363220" cy="204470"/>
            <a:chOff x="4323302" y="5172646"/>
            <a:chExt cx="363220" cy="204470"/>
          </a:xfrm>
        </p:grpSpPr>
        <p:pic>
          <p:nvPicPr>
            <p:cNvPr id="90" name="object 9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23302" y="5172646"/>
              <a:ext cx="163163" cy="19983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30756" y="5172646"/>
              <a:ext cx="155543" cy="204406"/>
            </a:xfrm>
            <a:prstGeom prst="rect">
              <a:avLst/>
            </a:prstGeom>
          </p:spPr>
        </p:pic>
      </p:grpSp>
      <p:sp>
        <p:nvSpPr>
          <p:cNvPr id="92" name="object 92" descr=""/>
          <p:cNvSpPr/>
          <p:nvPr/>
        </p:nvSpPr>
        <p:spPr>
          <a:xfrm>
            <a:off x="4745736" y="5082540"/>
            <a:ext cx="123825" cy="340360"/>
          </a:xfrm>
          <a:custGeom>
            <a:avLst/>
            <a:gdLst/>
            <a:ahLst/>
            <a:cxnLst/>
            <a:rect l="l" t="t" r="r" b="b"/>
            <a:pathLst>
              <a:path w="123825" h="340360">
                <a:moveTo>
                  <a:pt x="32004" y="0"/>
                </a:moveTo>
                <a:lnTo>
                  <a:pt x="0" y="0"/>
                </a:lnTo>
                <a:lnTo>
                  <a:pt x="0" y="291084"/>
                </a:lnTo>
                <a:lnTo>
                  <a:pt x="32004" y="291084"/>
                </a:lnTo>
                <a:lnTo>
                  <a:pt x="32004" y="0"/>
                </a:lnTo>
                <a:close/>
              </a:path>
              <a:path w="123825" h="340360">
                <a:moveTo>
                  <a:pt x="123532" y="247180"/>
                </a:moveTo>
                <a:lnTo>
                  <a:pt x="93052" y="247180"/>
                </a:lnTo>
                <a:lnTo>
                  <a:pt x="70192" y="340245"/>
                </a:lnTo>
                <a:lnTo>
                  <a:pt x="93052" y="340245"/>
                </a:lnTo>
                <a:lnTo>
                  <a:pt x="123532" y="247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5037010" y="5097627"/>
            <a:ext cx="139065" cy="274320"/>
          </a:xfrm>
          <a:custGeom>
            <a:avLst/>
            <a:gdLst/>
            <a:ahLst/>
            <a:cxnLst/>
            <a:rect l="l" t="t" r="r" b="b"/>
            <a:pathLst>
              <a:path w="139064" h="274320">
                <a:moveTo>
                  <a:pt x="138772" y="0"/>
                </a:moveTo>
                <a:lnTo>
                  <a:pt x="0" y="0"/>
                </a:lnTo>
                <a:lnTo>
                  <a:pt x="0" y="29210"/>
                </a:lnTo>
                <a:lnTo>
                  <a:pt x="0" y="125730"/>
                </a:lnTo>
                <a:lnTo>
                  <a:pt x="0" y="154940"/>
                </a:lnTo>
                <a:lnTo>
                  <a:pt x="0" y="274320"/>
                </a:lnTo>
                <a:lnTo>
                  <a:pt x="32092" y="274320"/>
                </a:lnTo>
                <a:lnTo>
                  <a:pt x="32092" y="154940"/>
                </a:lnTo>
                <a:lnTo>
                  <a:pt x="131152" y="154940"/>
                </a:lnTo>
                <a:lnTo>
                  <a:pt x="131152" y="125730"/>
                </a:lnTo>
                <a:lnTo>
                  <a:pt x="32092" y="125730"/>
                </a:lnTo>
                <a:lnTo>
                  <a:pt x="32092" y="29210"/>
                </a:lnTo>
                <a:lnTo>
                  <a:pt x="138772" y="29210"/>
                </a:lnTo>
                <a:lnTo>
                  <a:pt x="13877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5223033" y="5172646"/>
            <a:ext cx="276225" cy="204470"/>
            <a:chOff x="5223033" y="5172646"/>
            <a:chExt cx="276225" cy="204470"/>
          </a:xfrm>
        </p:grpSpPr>
        <p:pic>
          <p:nvPicPr>
            <p:cNvPr id="95" name="object 9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23033" y="5172646"/>
              <a:ext cx="102203" cy="199834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45144" y="5172646"/>
              <a:ext cx="154019" cy="204406"/>
            </a:xfrm>
            <a:prstGeom prst="rect">
              <a:avLst/>
            </a:prstGeom>
          </p:spPr>
        </p:pic>
      </p:grpSp>
      <p:sp>
        <p:nvSpPr>
          <p:cNvPr id="97" name="object 97" descr=""/>
          <p:cNvSpPr/>
          <p:nvPr/>
        </p:nvSpPr>
        <p:spPr>
          <a:xfrm>
            <a:off x="5560123" y="5172646"/>
            <a:ext cx="278130" cy="200025"/>
          </a:xfrm>
          <a:custGeom>
            <a:avLst/>
            <a:gdLst/>
            <a:ahLst/>
            <a:cxnLst/>
            <a:rect l="l" t="t" r="r" b="b"/>
            <a:pathLst>
              <a:path w="278129" h="200025">
                <a:moveTo>
                  <a:pt x="52418" y="35052"/>
                </a:moveTo>
                <a:lnTo>
                  <a:pt x="32004" y="35052"/>
                </a:lnTo>
                <a:lnTo>
                  <a:pt x="43472" y="19931"/>
                </a:lnTo>
                <a:lnTo>
                  <a:pt x="57388" y="8953"/>
                </a:lnTo>
                <a:lnTo>
                  <a:pt x="73875" y="2262"/>
                </a:lnTo>
                <a:lnTo>
                  <a:pt x="93059" y="0"/>
                </a:lnTo>
                <a:lnTo>
                  <a:pt x="102822" y="595"/>
                </a:lnTo>
                <a:lnTo>
                  <a:pt x="140303" y="23431"/>
                </a:lnTo>
                <a:lnTo>
                  <a:pt x="141778" y="25908"/>
                </a:lnTo>
                <a:lnTo>
                  <a:pt x="79343" y="25908"/>
                </a:lnTo>
                <a:lnTo>
                  <a:pt x="69350" y="27027"/>
                </a:lnTo>
                <a:lnTo>
                  <a:pt x="60055" y="30289"/>
                </a:lnTo>
                <a:lnTo>
                  <a:pt x="52418" y="35052"/>
                </a:lnTo>
                <a:close/>
              </a:path>
              <a:path w="278129" h="200025">
                <a:moveTo>
                  <a:pt x="173355" y="39624"/>
                </a:moveTo>
                <a:lnTo>
                  <a:pt x="147923" y="39624"/>
                </a:lnTo>
                <a:lnTo>
                  <a:pt x="160521" y="22502"/>
                </a:lnTo>
                <a:lnTo>
                  <a:pt x="175557" y="10096"/>
                </a:lnTo>
                <a:lnTo>
                  <a:pt x="193183" y="2547"/>
                </a:lnTo>
                <a:lnTo>
                  <a:pt x="213550" y="0"/>
                </a:lnTo>
                <a:lnTo>
                  <a:pt x="241554" y="4883"/>
                </a:lnTo>
                <a:lnTo>
                  <a:pt x="261556" y="19633"/>
                </a:lnTo>
                <a:lnTo>
                  <a:pt x="264596" y="25908"/>
                </a:lnTo>
                <a:lnTo>
                  <a:pt x="202882" y="25908"/>
                </a:lnTo>
                <a:lnTo>
                  <a:pt x="193088" y="27051"/>
                </a:lnTo>
                <a:lnTo>
                  <a:pt x="184320" y="30480"/>
                </a:lnTo>
                <a:lnTo>
                  <a:pt x="176428" y="36195"/>
                </a:lnTo>
                <a:lnTo>
                  <a:pt x="173355" y="39624"/>
                </a:lnTo>
                <a:close/>
              </a:path>
              <a:path w="278129" h="200025">
                <a:moveTo>
                  <a:pt x="32004" y="199834"/>
                </a:moveTo>
                <a:lnTo>
                  <a:pt x="0" y="199834"/>
                </a:lnTo>
                <a:lnTo>
                  <a:pt x="0" y="4572"/>
                </a:lnTo>
                <a:lnTo>
                  <a:pt x="32004" y="4572"/>
                </a:lnTo>
                <a:lnTo>
                  <a:pt x="32004" y="35052"/>
                </a:lnTo>
                <a:lnTo>
                  <a:pt x="52418" y="35052"/>
                </a:lnTo>
                <a:lnTo>
                  <a:pt x="32837" y="75327"/>
                </a:lnTo>
                <a:lnTo>
                  <a:pt x="32100" y="86963"/>
                </a:lnTo>
                <a:lnTo>
                  <a:pt x="32004" y="199834"/>
                </a:lnTo>
                <a:close/>
              </a:path>
              <a:path w="278129" h="200025">
                <a:moveTo>
                  <a:pt x="154019" y="199834"/>
                </a:moveTo>
                <a:lnTo>
                  <a:pt x="123539" y="199834"/>
                </a:lnTo>
                <a:lnTo>
                  <a:pt x="123539" y="83915"/>
                </a:lnTo>
                <a:lnTo>
                  <a:pt x="120705" y="58737"/>
                </a:lnTo>
                <a:lnTo>
                  <a:pt x="112299" y="40588"/>
                </a:lnTo>
                <a:lnTo>
                  <a:pt x="98464" y="29600"/>
                </a:lnTo>
                <a:lnTo>
                  <a:pt x="79343" y="25908"/>
                </a:lnTo>
                <a:lnTo>
                  <a:pt x="141778" y="25908"/>
                </a:lnTo>
                <a:lnTo>
                  <a:pt x="144827" y="31027"/>
                </a:lnTo>
                <a:lnTo>
                  <a:pt x="147923" y="39624"/>
                </a:lnTo>
                <a:lnTo>
                  <a:pt x="173355" y="39624"/>
                </a:lnTo>
                <a:lnTo>
                  <a:pt x="155114" y="76208"/>
                </a:lnTo>
                <a:lnTo>
                  <a:pt x="154019" y="88487"/>
                </a:lnTo>
                <a:lnTo>
                  <a:pt x="154019" y="199834"/>
                </a:lnTo>
                <a:close/>
              </a:path>
              <a:path w="278129" h="200025">
                <a:moveTo>
                  <a:pt x="277558" y="199834"/>
                </a:moveTo>
                <a:lnTo>
                  <a:pt x="247078" y="199834"/>
                </a:lnTo>
                <a:lnTo>
                  <a:pt x="246956" y="83915"/>
                </a:lnTo>
                <a:lnTo>
                  <a:pt x="246483" y="72089"/>
                </a:lnTo>
                <a:lnTo>
                  <a:pt x="230743" y="34266"/>
                </a:lnTo>
                <a:lnTo>
                  <a:pt x="202882" y="25908"/>
                </a:lnTo>
                <a:lnTo>
                  <a:pt x="264596" y="25908"/>
                </a:lnTo>
                <a:lnTo>
                  <a:pt x="273558" y="44402"/>
                </a:lnTo>
                <a:lnTo>
                  <a:pt x="277558" y="79343"/>
                </a:lnTo>
                <a:lnTo>
                  <a:pt x="277558" y="1998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8" name="object 98" descr=""/>
          <p:cNvGrpSpPr/>
          <p:nvPr/>
        </p:nvGrpSpPr>
        <p:grpSpPr>
          <a:xfrm>
            <a:off x="5883402" y="5119211"/>
            <a:ext cx="681990" cy="258445"/>
            <a:chOff x="5883402" y="5119211"/>
            <a:chExt cx="681990" cy="258445"/>
          </a:xfrm>
        </p:grpSpPr>
        <p:pic>
          <p:nvPicPr>
            <p:cNvPr id="99" name="object 9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83402" y="5172646"/>
              <a:ext cx="170878" cy="204406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90856" y="5172646"/>
              <a:ext cx="129635" cy="204406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55543" y="5172646"/>
              <a:ext cx="170783" cy="204406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6450806" y="5119211"/>
              <a:ext cx="114300" cy="258445"/>
            </a:xfrm>
            <a:custGeom>
              <a:avLst/>
              <a:gdLst/>
              <a:ahLst/>
              <a:cxnLst/>
              <a:rect l="l" t="t" r="r" b="b"/>
              <a:pathLst>
                <a:path w="114300" h="258445">
                  <a:moveTo>
                    <a:pt x="83820" y="257841"/>
                  </a:moveTo>
                  <a:lnTo>
                    <a:pt x="61817" y="254149"/>
                  </a:lnTo>
                  <a:lnTo>
                    <a:pt x="46101" y="243161"/>
                  </a:lnTo>
                  <a:lnTo>
                    <a:pt x="36671" y="225011"/>
                  </a:lnTo>
                  <a:lnTo>
                    <a:pt x="33527" y="199834"/>
                  </a:lnTo>
                  <a:lnTo>
                    <a:pt x="33527" y="83915"/>
                  </a:lnTo>
                  <a:lnTo>
                    <a:pt x="0" y="83915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9239"/>
                  </a:lnTo>
                  <a:lnTo>
                    <a:pt x="64008" y="0"/>
                  </a:lnTo>
                  <a:lnTo>
                    <a:pt x="64008" y="58007"/>
                  </a:lnTo>
                  <a:lnTo>
                    <a:pt x="114300" y="58007"/>
                  </a:lnTo>
                  <a:lnTo>
                    <a:pt x="114300" y="83915"/>
                  </a:lnTo>
                  <a:lnTo>
                    <a:pt x="64008" y="83915"/>
                  </a:lnTo>
                  <a:lnTo>
                    <a:pt x="64008" y="195262"/>
                  </a:lnTo>
                  <a:lnTo>
                    <a:pt x="64555" y="203849"/>
                  </a:lnTo>
                  <a:lnTo>
                    <a:pt x="66103" y="211312"/>
                  </a:lnTo>
                  <a:lnTo>
                    <a:pt x="68508" y="217631"/>
                  </a:lnTo>
                  <a:lnTo>
                    <a:pt x="71628" y="222789"/>
                  </a:lnTo>
                  <a:lnTo>
                    <a:pt x="74676" y="228885"/>
                  </a:lnTo>
                  <a:lnTo>
                    <a:pt x="82296" y="231933"/>
                  </a:lnTo>
                  <a:lnTo>
                    <a:pt x="100584" y="231933"/>
                  </a:lnTo>
                  <a:lnTo>
                    <a:pt x="108204" y="228885"/>
                  </a:lnTo>
                  <a:lnTo>
                    <a:pt x="114300" y="224313"/>
                  </a:lnTo>
                  <a:lnTo>
                    <a:pt x="114300" y="251745"/>
                  </a:lnTo>
                  <a:lnTo>
                    <a:pt x="108037" y="253984"/>
                  </a:lnTo>
                  <a:lnTo>
                    <a:pt x="100774" y="255936"/>
                  </a:lnTo>
                  <a:lnTo>
                    <a:pt x="92654" y="257317"/>
                  </a:lnTo>
                  <a:lnTo>
                    <a:pt x="83820" y="2578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3" name="object 10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9928" y="5747766"/>
            <a:ext cx="109823" cy="109823"/>
          </a:xfrm>
          <a:prstGeom prst="rect">
            <a:avLst/>
          </a:prstGeom>
        </p:spPr>
      </p:pic>
      <p:sp>
        <p:nvSpPr>
          <p:cNvPr id="104" name="object 104" descr=""/>
          <p:cNvSpPr/>
          <p:nvPr/>
        </p:nvSpPr>
        <p:spPr>
          <a:xfrm>
            <a:off x="1332738" y="5633815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332725" y="5633821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619440" y="5633885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91440" y="33020"/>
                </a:lnTo>
                <a:lnTo>
                  <a:pt x="91440" y="313690"/>
                </a:lnTo>
                <a:lnTo>
                  <a:pt x="128104" y="313690"/>
                </a:lnTo>
                <a:lnTo>
                  <a:pt x="128104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887854" y="563327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72" y="42767"/>
                </a:lnTo>
                <a:lnTo>
                  <a:pt x="33528" y="42767"/>
                </a:lnTo>
                <a:lnTo>
                  <a:pt x="34409" y="53363"/>
                </a:lnTo>
                <a:lnTo>
                  <a:pt x="34848" y="66555"/>
                </a:lnTo>
                <a:lnTo>
                  <a:pt x="34946" y="75533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760" y="256317"/>
                </a:moveTo>
                <a:lnTo>
                  <a:pt x="160115" y="256317"/>
                </a:lnTo>
                <a:lnTo>
                  <a:pt x="164639" y="244576"/>
                </a:lnTo>
                <a:lnTo>
                  <a:pt x="172545" y="225630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5178" y="42767"/>
                </a:lnTo>
                <a:lnTo>
                  <a:pt x="282816" y="52482"/>
                </a:lnTo>
                <a:lnTo>
                  <a:pt x="280606" y="60102"/>
                </a:lnTo>
                <a:lnTo>
                  <a:pt x="278320" y="66555"/>
                </a:lnTo>
                <a:lnTo>
                  <a:pt x="194760" y="256317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886" y="68484"/>
                </a:lnTo>
                <a:lnTo>
                  <a:pt x="39433" y="61055"/>
                </a:lnTo>
                <a:lnTo>
                  <a:pt x="36609" y="52220"/>
                </a:lnTo>
                <a:lnTo>
                  <a:pt x="33528" y="42767"/>
                </a:lnTo>
                <a:lnTo>
                  <a:pt x="67472" y="42767"/>
                </a:lnTo>
                <a:lnTo>
                  <a:pt x="150018" y="231457"/>
                </a:lnTo>
                <a:lnTo>
                  <a:pt x="154019" y="241458"/>
                </a:lnTo>
                <a:lnTo>
                  <a:pt x="156876" y="249745"/>
                </a:lnTo>
                <a:lnTo>
                  <a:pt x="158591" y="256317"/>
                </a:lnTo>
                <a:lnTo>
                  <a:pt x="194760" y="256317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90344"/>
                </a:lnTo>
                <a:lnTo>
                  <a:pt x="284035" y="75533"/>
                </a:lnTo>
                <a:lnTo>
                  <a:pt x="284940" y="59578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2290470" y="5633275"/>
            <a:ext cx="382905" cy="320675"/>
          </a:xfrm>
          <a:custGeom>
            <a:avLst/>
            <a:gdLst/>
            <a:ahLst/>
            <a:cxnLst/>
            <a:rect l="l" t="t" r="r" b="b"/>
            <a:pathLst>
              <a:path w="382905" h="320675">
                <a:moveTo>
                  <a:pt x="163169" y="281114"/>
                </a:moveTo>
                <a:lnTo>
                  <a:pt x="36576" y="281114"/>
                </a:lnTo>
                <a:lnTo>
                  <a:pt x="36576" y="444"/>
                </a:lnTo>
                <a:lnTo>
                  <a:pt x="0" y="444"/>
                </a:lnTo>
                <a:lnTo>
                  <a:pt x="0" y="281114"/>
                </a:lnTo>
                <a:lnTo>
                  <a:pt x="0" y="314134"/>
                </a:lnTo>
                <a:lnTo>
                  <a:pt x="163169" y="314134"/>
                </a:lnTo>
                <a:lnTo>
                  <a:pt x="163169" y="281114"/>
                </a:lnTo>
                <a:close/>
              </a:path>
              <a:path w="382905" h="320675">
                <a:moveTo>
                  <a:pt x="382714" y="218122"/>
                </a:moveTo>
                <a:lnTo>
                  <a:pt x="375094" y="178498"/>
                </a:lnTo>
                <a:lnTo>
                  <a:pt x="347903" y="142595"/>
                </a:lnTo>
                <a:lnTo>
                  <a:pt x="311175" y="126860"/>
                </a:lnTo>
                <a:lnTo>
                  <a:pt x="276034" y="123634"/>
                </a:lnTo>
                <a:lnTo>
                  <a:pt x="251548" y="123634"/>
                </a:lnTo>
                <a:lnTo>
                  <a:pt x="246976" y="125158"/>
                </a:lnTo>
                <a:lnTo>
                  <a:pt x="254596" y="32105"/>
                </a:lnTo>
                <a:lnTo>
                  <a:pt x="368998" y="32105"/>
                </a:lnTo>
                <a:lnTo>
                  <a:pt x="368998" y="0"/>
                </a:lnTo>
                <a:lnTo>
                  <a:pt x="222592" y="0"/>
                </a:lnTo>
                <a:lnTo>
                  <a:pt x="211924" y="157162"/>
                </a:lnTo>
                <a:lnTo>
                  <a:pt x="219544" y="157162"/>
                </a:lnTo>
                <a:lnTo>
                  <a:pt x="224116" y="155638"/>
                </a:lnTo>
                <a:lnTo>
                  <a:pt x="251548" y="155638"/>
                </a:lnTo>
                <a:lnTo>
                  <a:pt x="256120" y="154114"/>
                </a:lnTo>
                <a:lnTo>
                  <a:pt x="265264" y="154114"/>
                </a:lnTo>
                <a:lnTo>
                  <a:pt x="313372" y="164401"/>
                </a:lnTo>
                <a:lnTo>
                  <a:pt x="340614" y="192608"/>
                </a:lnTo>
                <a:lnTo>
                  <a:pt x="346138" y="219748"/>
                </a:lnTo>
                <a:lnTo>
                  <a:pt x="345833" y="227482"/>
                </a:lnTo>
                <a:lnTo>
                  <a:pt x="332422" y="263944"/>
                </a:lnTo>
                <a:lnTo>
                  <a:pt x="295033" y="285750"/>
                </a:lnTo>
                <a:lnTo>
                  <a:pt x="271360" y="288328"/>
                </a:lnTo>
                <a:lnTo>
                  <a:pt x="255130" y="287159"/>
                </a:lnTo>
                <a:lnTo>
                  <a:pt x="238594" y="283565"/>
                </a:lnTo>
                <a:lnTo>
                  <a:pt x="222072" y="277393"/>
                </a:lnTo>
                <a:lnTo>
                  <a:pt x="205828" y="268516"/>
                </a:lnTo>
                <a:lnTo>
                  <a:pt x="205828" y="306616"/>
                </a:lnTo>
                <a:lnTo>
                  <a:pt x="218427" y="312610"/>
                </a:lnTo>
                <a:lnTo>
                  <a:pt x="233451" y="316903"/>
                </a:lnTo>
                <a:lnTo>
                  <a:pt x="251053" y="319468"/>
                </a:lnTo>
                <a:lnTo>
                  <a:pt x="271360" y="320332"/>
                </a:lnTo>
                <a:lnTo>
                  <a:pt x="283705" y="319786"/>
                </a:lnTo>
                <a:lnTo>
                  <a:pt x="327164" y="308737"/>
                </a:lnTo>
                <a:lnTo>
                  <a:pt x="358800" y="284226"/>
                </a:lnTo>
                <a:lnTo>
                  <a:pt x="378218" y="249936"/>
                </a:lnTo>
                <a:lnTo>
                  <a:pt x="382168" y="229323"/>
                </a:lnTo>
                <a:lnTo>
                  <a:pt x="382714" y="2181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2847111" y="5572315"/>
            <a:ext cx="3084195" cy="438150"/>
          </a:xfrm>
          <a:custGeom>
            <a:avLst/>
            <a:gdLst/>
            <a:ahLst/>
            <a:cxnLst/>
            <a:rect l="l" t="t" r="r" b="b"/>
            <a:pathLst>
              <a:path w="3084195" h="438150">
                <a:moveTo>
                  <a:pt x="169265" y="74777"/>
                </a:moveTo>
                <a:lnTo>
                  <a:pt x="134213" y="74777"/>
                </a:lnTo>
                <a:lnTo>
                  <a:pt x="134213" y="106781"/>
                </a:lnTo>
                <a:lnTo>
                  <a:pt x="134213" y="213563"/>
                </a:lnTo>
                <a:lnTo>
                  <a:pt x="134213" y="245567"/>
                </a:lnTo>
                <a:lnTo>
                  <a:pt x="134213" y="356908"/>
                </a:lnTo>
                <a:lnTo>
                  <a:pt x="35052" y="356908"/>
                </a:lnTo>
                <a:lnTo>
                  <a:pt x="35052" y="245567"/>
                </a:lnTo>
                <a:lnTo>
                  <a:pt x="134213" y="245567"/>
                </a:lnTo>
                <a:lnTo>
                  <a:pt x="134213" y="213563"/>
                </a:lnTo>
                <a:lnTo>
                  <a:pt x="35052" y="213563"/>
                </a:lnTo>
                <a:lnTo>
                  <a:pt x="35052" y="106781"/>
                </a:lnTo>
                <a:lnTo>
                  <a:pt x="134213" y="106781"/>
                </a:lnTo>
                <a:lnTo>
                  <a:pt x="134213" y="74777"/>
                </a:lnTo>
                <a:lnTo>
                  <a:pt x="82296" y="74777"/>
                </a:lnTo>
                <a:lnTo>
                  <a:pt x="88277" y="59817"/>
                </a:lnTo>
                <a:lnTo>
                  <a:pt x="94678" y="44589"/>
                </a:lnTo>
                <a:lnTo>
                  <a:pt x="101371" y="28816"/>
                </a:lnTo>
                <a:lnTo>
                  <a:pt x="108204" y="12192"/>
                </a:lnTo>
                <a:lnTo>
                  <a:pt x="71628" y="1524"/>
                </a:lnTo>
                <a:lnTo>
                  <a:pt x="65862" y="18110"/>
                </a:lnTo>
                <a:lnTo>
                  <a:pt x="59817" y="35826"/>
                </a:lnTo>
                <a:lnTo>
                  <a:pt x="53200" y="54724"/>
                </a:lnTo>
                <a:lnTo>
                  <a:pt x="45720" y="74777"/>
                </a:lnTo>
                <a:lnTo>
                  <a:pt x="0" y="74777"/>
                </a:lnTo>
                <a:lnTo>
                  <a:pt x="0" y="427113"/>
                </a:lnTo>
                <a:lnTo>
                  <a:pt x="35052" y="427113"/>
                </a:lnTo>
                <a:lnTo>
                  <a:pt x="35052" y="389013"/>
                </a:lnTo>
                <a:lnTo>
                  <a:pt x="134213" y="389013"/>
                </a:lnTo>
                <a:lnTo>
                  <a:pt x="134213" y="424065"/>
                </a:lnTo>
                <a:lnTo>
                  <a:pt x="169265" y="424065"/>
                </a:lnTo>
                <a:lnTo>
                  <a:pt x="169265" y="389013"/>
                </a:lnTo>
                <a:lnTo>
                  <a:pt x="169265" y="356908"/>
                </a:lnTo>
                <a:lnTo>
                  <a:pt x="169265" y="245567"/>
                </a:lnTo>
                <a:lnTo>
                  <a:pt x="169265" y="213563"/>
                </a:lnTo>
                <a:lnTo>
                  <a:pt x="169265" y="106781"/>
                </a:lnTo>
                <a:lnTo>
                  <a:pt x="169265" y="74777"/>
                </a:lnTo>
                <a:close/>
              </a:path>
              <a:path w="3084195" h="438150">
                <a:moveTo>
                  <a:pt x="318706" y="274523"/>
                </a:moveTo>
                <a:lnTo>
                  <a:pt x="303555" y="251942"/>
                </a:lnTo>
                <a:lnTo>
                  <a:pt x="285546" y="227647"/>
                </a:lnTo>
                <a:lnTo>
                  <a:pt x="264655" y="201612"/>
                </a:lnTo>
                <a:lnTo>
                  <a:pt x="240893" y="173837"/>
                </a:lnTo>
                <a:lnTo>
                  <a:pt x="214985" y="193751"/>
                </a:lnTo>
                <a:lnTo>
                  <a:pt x="234746" y="219798"/>
                </a:lnTo>
                <a:lnTo>
                  <a:pt x="253085" y="245567"/>
                </a:lnTo>
                <a:lnTo>
                  <a:pt x="270306" y="271360"/>
                </a:lnTo>
                <a:lnTo>
                  <a:pt x="286702" y="297472"/>
                </a:lnTo>
                <a:lnTo>
                  <a:pt x="318706" y="274523"/>
                </a:lnTo>
                <a:close/>
              </a:path>
              <a:path w="3084195" h="438150">
                <a:moveTo>
                  <a:pt x="401002" y="73152"/>
                </a:moveTo>
                <a:lnTo>
                  <a:pt x="259181" y="73152"/>
                </a:lnTo>
                <a:lnTo>
                  <a:pt x="264909" y="58254"/>
                </a:lnTo>
                <a:lnTo>
                  <a:pt x="270649" y="43053"/>
                </a:lnTo>
                <a:lnTo>
                  <a:pt x="276402" y="27292"/>
                </a:lnTo>
                <a:lnTo>
                  <a:pt x="282130" y="10668"/>
                </a:lnTo>
                <a:lnTo>
                  <a:pt x="245465" y="1524"/>
                </a:lnTo>
                <a:lnTo>
                  <a:pt x="230644" y="48450"/>
                </a:lnTo>
                <a:lnTo>
                  <a:pt x="213842" y="91109"/>
                </a:lnTo>
                <a:lnTo>
                  <a:pt x="195313" y="129768"/>
                </a:lnTo>
                <a:lnTo>
                  <a:pt x="175361" y="164693"/>
                </a:lnTo>
                <a:lnTo>
                  <a:pt x="184835" y="168363"/>
                </a:lnTo>
                <a:lnTo>
                  <a:pt x="192887" y="172326"/>
                </a:lnTo>
                <a:lnTo>
                  <a:pt x="199783" y="176301"/>
                </a:lnTo>
                <a:lnTo>
                  <a:pt x="205841" y="180035"/>
                </a:lnTo>
                <a:lnTo>
                  <a:pt x="216103" y="163398"/>
                </a:lnTo>
                <a:lnTo>
                  <a:pt x="226225" y="145656"/>
                </a:lnTo>
                <a:lnTo>
                  <a:pt x="236054" y="126784"/>
                </a:lnTo>
                <a:lnTo>
                  <a:pt x="245465" y="106781"/>
                </a:lnTo>
                <a:lnTo>
                  <a:pt x="362902" y="106781"/>
                </a:lnTo>
                <a:lnTo>
                  <a:pt x="361988" y="172326"/>
                </a:lnTo>
                <a:lnTo>
                  <a:pt x="360972" y="230047"/>
                </a:lnTo>
                <a:lnTo>
                  <a:pt x="359829" y="278333"/>
                </a:lnTo>
                <a:lnTo>
                  <a:pt x="358470" y="317588"/>
                </a:lnTo>
                <a:lnTo>
                  <a:pt x="352475" y="366661"/>
                </a:lnTo>
                <a:lnTo>
                  <a:pt x="312610" y="390537"/>
                </a:lnTo>
                <a:lnTo>
                  <a:pt x="293992" y="390004"/>
                </a:lnTo>
                <a:lnTo>
                  <a:pt x="274650" y="388632"/>
                </a:lnTo>
                <a:lnTo>
                  <a:pt x="233273" y="384441"/>
                </a:lnTo>
                <a:lnTo>
                  <a:pt x="231749" y="384441"/>
                </a:lnTo>
                <a:lnTo>
                  <a:pt x="233794" y="392963"/>
                </a:lnTo>
                <a:lnTo>
                  <a:pt x="235559" y="402348"/>
                </a:lnTo>
                <a:lnTo>
                  <a:pt x="237312" y="412292"/>
                </a:lnTo>
                <a:lnTo>
                  <a:pt x="239369" y="422541"/>
                </a:lnTo>
                <a:lnTo>
                  <a:pt x="259715" y="424294"/>
                </a:lnTo>
                <a:lnTo>
                  <a:pt x="279793" y="425208"/>
                </a:lnTo>
                <a:lnTo>
                  <a:pt x="299885" y="425538"/>
                </a:lnTo>
                <a:lnTo>
                  <a:pt x="320230" y="425589"/>
                </a:lnTo>
                <a:lnTo>
                  <a:pt x="350494" y="421297"/>
                </a:lnTo>
                <a:lnTo>
                  <a:pt x="384149" y="390537"/>
                </a:lnTo>
                <a:lnTo>
                  <a:pt x="393382" y="332511"/>
                </a:lnTo>
                <a:lnTo>
                  <a:pt x="396430" y="256247"/>
                </a:lnTo>
                <a:lnTo>
                  <a:pt x="397954" y="204381"/>
                </a:lnTo>
                <a:lnTo>
                  <a:pt x="399415" y="145656"/>
                </a:lnTo>
                <a:lnTo>
                  <a:pt x="400278" y="106781"/>
                </a:lnTo>
                <a:lnTo>
                  <a:pt x="401002" y="73152"/>
                </a:lnTo>
                <a:close/>
              </a:path>
              <a:path w="3084195" h="438150">
                <a:moveTo>
                  <a:pt x="861631" y="387489"/>
                </a:moveTo>
                <a:lnTo>
                  <a:pt x="802754" y="369951"/>
                </a:lnTo>
                <a:lnTo>
                  <a:pt x="752195" y="351586"/>
                </a:lnTo>
                <a:lnTo>
                  <a:pt x="710196" y="332092"/>
                </a:lnTo>
                <a:lnTo>
                  <a:pt x="677037" y="311188"/>
                </a:lnTo>
                <a:lnTo>
                  <a:pt x="697560" y="288328"/>
                </a:lnTo>
                <a:lnTo>
                  <a:pt x="705980" y="278955"/>
                </a:lnTo>
                <a:lnTo>
                  <a:pt x="730516" y="242709"/>
                </a:lnTo>
                <a:lnTo>
                  <a:pt x="750646" y="202450"/>
                </a:lnTo>
                <a:lnTo>
                  <a:pt x="766381" y="158153"/>
                </a:lnTo>
                <a:lnTo>
                  <a:pt x="777722" y="109829"/>
                </a:lnTo>
                <a:lnTo>
                  <a:pt x="858583" y="109829"/>
                </a:lnTo>
                <a:lnTo>
                  <a:pt x="858583" y="77825"/>
                </a:lnTo>
                <a:lnTo>
                  <a:pt x="741146" y="77825"/>
                </a:lnTo>
                <a:lnTo>
                  <a:pt x="741146" y="109829"/>
                </a:lnTo>
                <a:lnTo>
                  <a:pt x="727710" y="163029"/>
                </a:lnTo>
                <a:lnTo>
                  <a:pt x="707986" y="210515"/>
                </a:lnTo>
                <a:lnTo>
                  <a:pt x="681951" y="252272"/>
                </a:lnTo>
                <a:lnTo>
                  <a:pt x="649605" y="288328"/>
                </a:lnTo>
                <a:lnTo>
                  <a:pt x="616191" y="250558"/>
                </a:lnTo>
                <a:lnTo>
                  <a:pt x="589216" y="208229"/>
                </a:lnTo>
                <a:lnTo>
                  <a:pt x="568807" y="161315"/>
                </a:lnTo>
                <a:lnTo>
                  <a:pt x="555117" y="109829"/>
                </a:lnTo>
                <a:lnTo>
                  <a:pt x="741146" y="109829"/>
                </a:lnTo>
                <a:lnTo>
                  <a:pt x="741146" y="77825"/>
                </a:lnTo>
                <a:lnTo>
                  <a:pt x="652653" y="77825"/>
                </a:lnTo>
                <a:lnTo>
                  <a:pt x="684657" y="60960"/>
                </a:lnTo>
                <a:lnTo>
                  <a:pt x="672947" y="41579"/>
                </a:lnTo>
                <a:lnTo>
                  <a:pt x="654659" y="10820"/>
                </a:lnTo>
                <a:lnTo>
                  <a:pt x="648081" y="0"/>
                </a:lnTo>
                <a:lnTo>
                  <a:pt x="613029" y="16764"/>
                </a:lnTo>
                <a:lnTo>
                  <a:pt x="620433" y="27368"/>
                </a:lnTo>
                <a:lnTo>
                  <a:pt x="628840" y="40970"/>
                </a:lnTo>
                <a:lnTo>
                  <a:pt x="638098" y="57746"/>
                </a:lnTo>
                <a:lnTo>
                  <a:pt x="648081" y="77825"/>
                </a:lnTo>
                <a:lnTo>
                  <a:pt x="437667" y="77825"/>
                </a:lnTo>
                <a:lnTo>
                  <a:pt x="437667" y="109829"/>
                </a:lnTo>
                <a:lnTo>
                  <a:pt x="519976" y="109829"/>
                </a:lnTo>
                <a:lnTo>
                  <a:pt x="531329" y="155232"/>
                </a:lnTo>
                <a:lnTo>
                  <a:pt x="547166" y="198056"/>
                </a:lnTo>
                <a:lnTo>
                  <a:pt x="567537" y="238315"/>
                </a:lnTo>
                <a:lnTo>
                  <a:pt x="592518" y="276021"/>
                </a:lnTo>
                <a:lnTo>
                  <a:pt x="622173" y="311188"/>
                </a:lnTo>
                <a:lnTo>
                  <a:pt x="586409" y="333717"/>
                </a:lnTo>
                <a:lnTo>
                  <a:pt x="543064" y="355396"/>
                </a:lnTo>
                <a:lnTo>
                  <a:pt x="492010" y="375945"/>
                </a:lnTo>
                <a:lnTo>
                  <a:pt x="433095" y="395109"/>
                </a:lnTo>
                <a:lnTo>
                  <a:pt x="440817" y="404202"/>
                </a:lnTo>
                <a:lnTo>
                  <a:pt x="447967" y="413016"/>
                </a:lnTo>
                <a:lnTo>
                  <a:pt x="454533" y="421246"/>
                </a:lnTo>
                <a:lnTo>
                  <a:pt x="460540" y="428637"/>
                </a:lnTo>
                <a:lnTo>
                  <a:pt x="520509" y="405726"/>
                </a:lnTo>
                <a:lnTo>
                  <a:pt x="572211" y="382676"/>
                </a:lnTo>
                <a:lnTo>
                  <a:pt x="615353" y="359333"/>
                </a:lnTo>
                <a:lnTo>
                  <a:pt x="649605" y="335572"/>
                </a:lnTo>
                <a:lnTo>
                  <a:pt x="682459" y="359067"/>
                </a:lnTo>
                <a:lnTo>
                  <a:pt x="723773" y="381723"/>
                </a:lnTo>
                <a:lnTo>
                  <a:pt x="773379" y="403809"/>
                </a:lnTo>
                <a:lnTo>
                  <a:pt x="831151" y="425589"/>
                </a:lnTo>
                <a:lnTo>
                  <a:pt x="837412" y="417271"/>
                </a:lnTo>
                <a:lnTo>
                  <a:pt x="844677" y="408254"/>
                </a:lnTo>
                <a:lnTo>
                  <a:pt x="852792" y="398360"/>
                </a:lnTo>
                <a:lnTo>
                  <a:pt x="861631" y="387489"/>
                </a:lnTo>
                <a:close/>
              </a:path>
              <a:path w="3084195" h="438150">
                <a:moveTo>
                  <a:pt x="1055281" y="242506"/>
                </a:moveTo>
                <a:lnTo>
                  <a:pt x="1026883" y="211455"/>
                </a:lnTo>
                <a:lnTo>
                  <a:pt x="992784" y="176885"/>
                </a:lnTo>
                <a:lnTo>
                  <a:pt x="979068" y="190690"/>
                </a:lnTo>
                <a:lnTo>
                  <a:pt x="979068" y="125069"/>
                </a:lnTo>
                <a:lnTo>
                  <a:pt x="1040041" y="125069"/>
                </a:lnTo>
                <a:lnTo>
                  <a:pt x="1040041" y="94589"/>
                </a:lnTo>
                <a:lnTo>
                  <a:pt x="979068" y="94589"/>
                </a:lnTo>
                <a:lnTo>
                  <a:pt x="979068" y="6096"/>
                </a:lnTo>
                <a:lnTo>
                  <a:pt x="945451" y="6096"/>
                </a:lnTo>
                <a:lnTo>
                  <a:pt x="945451" y="94589"/>
                </a:lnTo>
                <a:lnTo>
                  <a:pt x="878395" y="94589"/>
                </a:lnTo>
                <a:lnTo>
                  <a:pt x="878395" y="125069"/>
                </a:lnTo>
                <a:lnTo>
                  <a:pt x="945451" y="125069"/>
                </a:lnTo>
                <a:lnTo>
                  <a:pt x="931710" y="168541"/>
                </a:lnTo>
                <a:lnTo>
                  <a:pt x="915543" y="209550"/>
                </a:lnTo>
                <a:lnTo>
                  <a:pt x="896797" y="248005"/>
                </a:lnTo>
                <a:lnTo>
                  <a:pt x="875347" y="283756"/>
                </a:lnTo>
                <a:lnTo>
                  <a:pt x="879017" y="293776"/>
                </a:lnTo>
                <a:lnTo>
                  <a:pt x="882967" y="303377"/>
                </a:lnTo>
                <a:lnTo>
                  <a:pt x="886917" y="312686"/>
                </a:lnTo>
                <a:lnTo>
                  <a:pt x="890587" y="321856"/>
                </a:lnTo>
                <a:lnTo>
                  <a:pt x="906018" y="297548"/>
                </a:lnTo>
                <a:lnTo>
                  <a:pt x="920305" y="270370"/>
                </a:lnTo>
                <a:lnTo>
                  <a:pt x="933450" y="240334"/>
                </a:lnTo>
                <a:lnTo>
                  <a:pt x="945451" y="207454"/>
                </a:lnTo>
                <a:lnTo>
                  <a:pt x="945451" y="431685"/>
                </a:lnTo>
                <a:lnTo>
                  <a:pt x="979068" y="431685"/>
                </a:lnTo>
                <a:lnTo>
                  <a:pt x="979068" y="207454"/>
                </a:lnTo>
                <a:lnTo>
                  <a:pt x="992505" y="222084"/>
                </a:lnTo>
                <a:lnTo>
                  <a:pt x="1005357" y="236410"/>
                </a:lnTo>
                <a:lnTo>
                  <a:pt x="1017651" y="250748"/>
                </a:lnTo>
                <a:lnTo>
                  <a:pt x="1029373" y="265366"/>
                </a:lnTo>
                <a:lnTo>
                  <a:pt x="1055281" y="242506"/>
                </a:lnTo>
                <a:close/>
              </a:path>
              <a:path w="3084195" h="438150">
                <a:moveTo>
                  <a:pt x="1122426" y="120497"/>
                </a:moveTo>
                <a:lnTo>
                  <a:pt x="1107224" y="97409"/>
                </a:lnTo>
                <a:lnTo>
                  <a:pt x="1091476" y="74155"/>
                </a:lnTo>
                <a:lnTo>
                  <a:pt x="1075182" y="51193"/>
                </a:lnTo>
                <a:lnTo>
                  <a:pt x="1058329" y="28956"/>
                </a:lnTo>
                <a:lnTo>
                  <a:pt x="1032421" y="45720"/>
                </a:lnTo>
                <a:lnTo>
                  <a:pt x="1047280" y="68922"/>
                </a:lnTo>
                <a:lnTo>
                  <a:pt x="1062139" y="92671"/>
                </a:lnTo>
                <a:lnTo>
                  <a:pt x="1076998" y="116967"/>
                </a:lnTo>
                <a:lnTo>
                  <a:pt x="1091857" y="141833"/>
                </a:lnTo>
                <a:lnTo>
                  <a:pt x="1122426" y="120497"/>
                </a:lnTo>
                <a:close/>
              </a:path>
              <a:path w="3084195" h="438150">
                <a:moveTo>
                  <a:pt x="1297787" y="164693"/>
                </a:moveTo>
                <a:lnTo>
                  <a:pt x="1184910" y="164693"/>
                </a:lnTo>
                <a:lnTo>
                  <a:pt x="1184910" y="6096"/>
                </a:lnTo>
                <a:lnTo>
                  <a:pt x="1152906" y="6096"/>
                </a:lnTo>
                <a:lnTo>
                  <a:pt x="1152906" y="164693"/>
                </a:lnTo>
                <a:lnTo>
                  <a:pt x="1040041" y="164693"/>
                </a:lnTo>
                <a:lnTo>
                  <a:pt x="1040041" y="196786"/>
                </a:lnTo>
                <a:lnTo>
                  <a:pt x="1264259" y="196786"/>
                </a:lnTo>
                <a:lnTo>
                  <a:pt x="1264259" y="269938"/>
                </a:lnTo>
                <a:lnTo>
                  <a:pt x="1047661" y="269938"/>
                </a:lnTo>
                <a:lnTo>
                  <a:pt x="1047661" y="300520"/>
                </a:lnTo>
                <a:lnTo>
                  <a:pt x="1264259" y="300520"/>
                </a:lnTo>
                <a:lnTo>
                  <a:pt x="1264259" y="376720"/>
                </a:lnTo>
                <a:lnTo>
                  <a:pt x="1029373" y="376720"/>
                </a:lnTo>
                <a:lnTo>
                  <a:pt x="1029373" y="408825"/>
                </a:lnTo>
                <a:lnTo>
                  <a:pt x="1264259" y="408825"/>
                </a:lnTo>
                <a:lnTo>
                  <a:pt x="1264259" y="433209"/>
                </a:lnTo>
                <a:lnTo>
                  <a:pt x="1297787" y="433209"/>
                </a:lnTo>
                <a:lnTo>
                  <a:pt x="1297787" y="164693"/>
                </a:lnTo>
                <a:close/>
              </a:path>
              <a:path w="3084195" h="438150">
                <a:moveTo>
                  <a:pt x="1311503" y="45720"/>
                </a:moveTo>
                <a:lnTo>
                  <a:pt x="1279499" y="27432"/>
                </a:lnTo>
                <a:lnTo>
                  <a:pt x="1264615" y="53149"/>
                </a:lnTo>
                <a:lnTo>
                  <a:pt x="1249730" y="77584"/>
                </a:lnTo>
                <a:lnTo>
                  <a:pt x="1234833" y="100596"/>
                </a:lnTo>
                <a:lnTo>
                  <a:pt x="1219962" y="122021"/>
                </a:lnTo>
                <a:lnTo>
                  <a:pt x="1247495" y="141833"/>
                </a:lnTo>
                <a:lnTo>
                  <a:pt x="1262570" y="120497"/>
                </a:lnTo>
                <a:lnTo>
                  <a:pt x="1278242" y="97409"/>
                </a:lnTo>
                <a:lnTo>
                  <a:pt x="1294638" y="72351"/>
                </a:lnTo>
                <a:lnTo>
                  <a:pt x="1311503" y="45720"/>
                </a:lnTo>
                <a:close/>
              </a:path>
              <a:path w="3084195" h="438150">
                <a:moveTo>
                  <a:pt x="1483804" y="76301"/>
                </a:moveTo>
                <a:lnTo>
                  <a:pt x="1467154" y="62217"/>
                </a:lnTo>
                <a:lnTo>
                  <a:pt x="1448943" y="47447"/>
                </a:lnTo>
                <a:lnTo>
                  <a:pt x="1428724" y="31838"/>
                </a:lnTo>
                <a:lnTo>
                  <a:pt x="1406080" y="15240"/>
                </a:lnTo>
                <a:lnTo>
                  <a:pt x="1384744" y="39624"/>
                </a:lnTo>
                <a:lnTo>
                  <a:pt x="1407337" y="56476"/>
                </a:lnTo>
                <a:lnTo>
                  <a:pt x="1427226" y="72631"/>
                </a:lnTo>
                <a:lnTo>
                  <a:pt x="1444536" y="87934"/>
                </a:lnTo>
                <a:lnTo>
                  <a:pt x="1459420" y="102209"/>
                </a:lnTo>
                <a:lnTo>
                  <a:pt x="1483804" y="76301"/>
                </a:lnTo>
                <a:close/>
              </a:path>
              <a:path w="3084195" h="438150">
                <a:moveTo>
                  <a:pt x="1711071" y="39624"/>
                </a:moveTo>
                <a:lnTo>
                  <a:pt x="1686687" y="15240"/>
                </a:lnTo>
                <a:lnTo>
                  <a:pt x="1664601" y="33820"/>
                </a:lnTo>
                <a:lnTo>
                  <a:pt x="1644116" y="50685"/>
                </a:lnTo>
                <a:lnTo>
                  <a:pt x="1625079" y="65862"/>
                </a:lnTo>
                <a:lnTo>
                  <a:pt x="1607337" y="79349"/>
                </a:lnTo>
                <a:lnTo>
                  <a:pt x="1630197" y="102209"/>
                </a:lnTo>
                <a:lnTo>
                  <a:pt x="1695665" y="51981"/>
                </a:lnTo>
                <a:lnTo>
                  <a:pt x="1711071" y="39624"/>
                </a:lnTo>
                <a:close/>
              </a:path>
              <a:path w="3084195" h="438150">
                <a:moveTo>
                  <a:pt x="1758315" y="225742"/>
                </a:moveTo>
                <a:lnTo>
                  <a:pt x="1680540" y="192976"/>
                </a:lnTo>
                <a:lnTo>
                  <a:pt x="1637207" y="175361"/>
                </a:lnTo>
                <a:lnTo>
                  <a:pt x="1631365" y="172986"/>
                </a:lnTo>
                <a:lnTo>
                  <a:pt x="1618005" y="167741"/>
                </a:lnTo>
                <a:lnTo>
                  <a:pt x="1575333" y="150977"/>
                </a:lnTo>
                <a:lnTo>
                  <a:pt x="1563141" y="167741"/>
                </a:lnTo>
                <a:lnTo>
                  <a:pt x="1563141" y="147929"/>
                </a:lnTo>
                <a:lnTo>
                  <a:pt x="1563141" y="141833"/>
                </a:lnTo>
                <a:lnTo>
                  <a:pt x="1747647" y="141833"/>
                </a:lnTo>
                <a:lnTo>
                  <a:pt x="1747647" y="112877"/>
                </a:lnTo>
                <a:lnTo>
                  <a:pt x="1563141" y="112877"/>
                </a:lnTo>
                <a:lnTo>
                  <a:pt x="1563141" y="3048"/>
                </a:lnTo>
                <a:lnTo>
                  <a:pt x="1529613" y="3048"/>
                </a:lnTo>
                <a:lnTo>
                  <a:pt x="1529613" y="112877"/>
                </a:lnTo>
                <a:lnTo>
                  <a:pt x="1345018" y="112877"/>
                </a:lnTo>
                <a:lnTo>
                  <a:pt x="1345018" y="141833"/>
                </a:lnTo>
                <a:lnTo>
                  <a:pt x="1499044" y="141833"/>
                </a:lnTo>
                <a:lnTo>
                  <a:pt x="1463636" y="167601"/>
                </a:lnTo>
                <a:lnTo>
                  <a:pt x="1423784" y="189928"/>
                </a:lnTo>
                <a:lnTo>
                  <a:pt x="1379626" y="208788"/>
                </a:lnTo>
                <a:lnTo>
                  <a:pt x="1331302" y="224218"/>
                </a:lnTo>
                <a:lnTo>
                  <a:pt x="1337640" y="231965"/>
                </a:lnTo>
                <a:lnTo>
                  <a:pt x="1343113" y="239268"/>
                </a:lnTo>
                <a:lnTo>
                  <a:pt x="1347939" y="246176"/>
                </a:lnTo>
                <a:lnTo>
                  <a:pt x="1352638" y="253174"/>
                </a:lnTo>
                <a:lnTo>
                  <a:pt x="1401330" y="234607"/>
                </a:lnTo>
                <a:lnTo>
                  <a:pt x="1446847" y="210883"/>
                </a:lnTo>
                <a:lnTo>
                  <a:pt x="1489506" y="181991"/>
                </a:lnTo>
                <a:lnTo>
                  <a:pt x="1529613" y="147929"/>
                </a:lnTo>
                <a:lnTo>
                  <a:pt x="1529613" y="221170"/>
                </a:lnTo>
                <a:lnTo>
                  <a:pt x="1563141" y="221170"/>
                </a:lnTo>
                <a:lnTo>
                  <a:pt x="1563141" y="175361"/>
                </a:lnTo>
                <a:lnTo>
                  <a:pt x="1614627" y="195732"/>
                </a:lnTo>
                <a:lnTo>
                  <a:pt x="1661680" y="215646"/>
                </a:lnTo>
                <a:lnTo>
                  <a:pt x="1704454" y="235254"/>
                </a:lnTo>
                <a:lnTo>
                  <a:pt x="1743075" y="254698"/>
                </a:lnTo>
                <a:lnTo>
                  <a:pt x="1758315" y="225742"/>
                </a:lnTo>
                <a:close/>
              </a:path>
              <a:path w="3084195" h="438150">
                <a:moveTo>
                  <a:pt x="1765935" y="399669"/>
                </a:moveTo>
                <a:lnTo>
                  <a:pt x="1704441" y="388493"/>
                </a:lnTo>
                <a:lnTo>
                  <a:pt x="1652346" y="368579"/>
                </a:lnTo>
                <a:lnTo>
                  <a:pt x="1609407" y="339801"/>
                </a:lnTo>
                <a:lnTo>
                  <a:pt x="1575333" y="302044"/>
                </a:lnTo>
                <a:lnTo>
                  <a:pt x="1750695" y="302044"/>
                </a:lnTo>
                <a:lnTo>
                  <a:pt x="1750695" y="271462"/>
                </a:lnTo>
                <a:lnTo>
                  <a:pt x="1558569" y="271462"/>
                </a:lnTo>
                <a:lnTo>
                  <a:pt x="1559737" y="263423"/>
                </a:lnTo>
                <a:lnTo>
                  <a:pt x="1561045" y="255079"/>
                </a:lnTo>
                <a:lnTo>
                  <a:pt x="1562620" y="246303"/>
                </a:lnTo>
                <a:lnTo>
                  <a:pt x="1564665" y="236410"/>
                </a:lnTo>
                <a:lnTo>
                  <a:pt x="1529613" y="236410"/>
                </a:lnTo>
                <a:lnTo>
                  <a:pt x="1528241" y="246176"/>
                </a:lnTo>
                <a:lnTo>
                  <a:pt x="1526641" y="254698"/>
                </a:lnTo>
                <a:lnTo>
                  <a:pt x="1524901" y="263423"/>
                </a:lnTo>
                <a:lnTo>
                  <a:pt x="1523517" y="271462"/>
                </a:lnTo>
                <a:lnTo>
                  <a:pt x="1340446" y="271462"/>
                </a:lnTo>
                <a:lnTo>
                  <a:pt x="1340446" y="302044"/>
                </a:lnTo>
                <a:lnTo>
                  <a:pt x="1514284" y="302044"/>
                </a:lnTo>
                <a:lnTo>
                  <a:pt x="1495259" y="332587"/>
                </a:lnTo>
                <a:lnTo>
                  <a:pt x="1467459" y="358305"/>
                </a:lnTo>
                <a:lnTo>
                  <a:pt x="1430870" y="379133"/>
                </a:lnTo>
                <a:lnTo>
                  <a:pt x="1385493" y="394982"/>
                </a:lnTo>
                <a:lnTo>
                  <a:pt x="1331302" y="405777"/>
                </a:lnTo>
                <a:lnTo>
                  <a:pt x="1336090" y="414629"/>
                </a:lnTo>
                <a:lnTo>
                  <a:pt x="1341018" y="422922"/>
                </a:lnTo>
                <a:lnTo>
                  <a:pt x="1345666" y="430631"/>
                </a:lnTo>
                <a:lnTo>
                  <a:pt x="1349590" y="437781"/>
                </a:lnTo>
                <a:lnTo>
                  <a:pt x="1407998" y="424040"/>
                </a:lnTo>
                <a:lnTo>
                  <a:pt x="1456867" y="404723"/>
                </a:lnTo>
                <a:lnTo>
                  <a:pt x="1496237" y="379780"/>
                </a:lnTo>
                <a:lnTo>
                  <a:pt x="1526070" y="349123"/>
                </a:lnTo>
                <a:lnTo>
                  <a:pt x="1546377" y="312712"/>
                </a:lnTo>
                <a:lnTo>
                  <a:pt x="1571802" y="347637"/>
                </a:lnTo>
                <a:lnTo>
                  <a:pt x="1604175" y="377393"/>
                </a:lnTo>
                <a:lnTo>
                  <a:pt x="1643519" y="401878"/>
                </a:lnTo>
                <a:lnTo>
                  <a:pt x="1689811" y="421017"/>
                </a:lnTo>
                <a:lnTo>
                  <a:pt x="1743075" y="434733"/>
                </a:lnTo>
                <a:lnTo>
                  <a:pt x="1749640" y="423252"/>
                </a:lnTo>
                <a:lnTo>
                  <a:pt x="1755648" y="413778"/>
                </a:lnTo>
                <a:lnTo>
                  <a:pt x="1761070" y="406006"/>
                </a:lnTo>
                <a:lnTo>
                  <a:pt x="1765935" y="399669"/>
                </a:lnTo>
                <a:close/>
              </a:path>
              <a:path w="3084195" h="438150">
                <a:moveTo>
                  <a:pt x="2041969" y="129641"/>
                </a:moveTo>
                <a:lnTo>
                  <a:pt x="1981009" y="129641"/>
                </a:lnTo>
                <a:lnTo>
                  <a:pt x="1981009" y="56388"/>
                </a:lnTo>
                <a:lnTo>
                  <a:pt x="2028253" y="56388"/>
                </a:lnTo>
                <a:lnTo>
                  <a:pt x="2028253" y="27432"/>
                </a:lnTo>
                <a:lnTo>
                  <a:pt x="1949005" y="27432"/>
                </a:lnTo>
                <a:lnTo>
                  <a:pt x="1949005" y="56388"/>
                </a:lnTo>
                <a:lnTo>
                  <a:pt x="1949005" y="129641"/>
                </a:lnTo>
                <a:lnTo>
                  <a:pt x="1878812" y="129641"/>
                </a:lnTo>
                <a:lnTo>
                  <a:pt x="1879688" y="117348"/>
                </a:lnTo>
                <a:lnTo>
                  <a:pt x="1880146" y="101053"/>
                </a:lnTo>
                <a:lnTo>
                  <a:pt x="1880273" y="85026"/>
                </a:lnTo>
                <a:lnTo>
                  <a:pt x="1880336" y="56388"/>
                </a:lnTo>
                <a:lnTo>
                  <a:pt x="1949005" y="56388"/>
                </a:lnTo>
                <a:lnTo>
                  <a:pt x="1949005" y="27432"/>
                </a:lnTo>
                <a:lnTo>
                  <a:pt x="1799564" y="27432"/>
                </a:lnTo>
                <a:lnTo>
                  <a:pt x="1799564" y="56388"/>
                </a:lnTo>
                <a:lnTo>
                  <a:pt x="1848332" y="56388"/>
                </a:lnTo>
                <a:lnTo>
                  <a:pt x="1848307" y="85026"/>
                </a:lnTo>
                <a:lnTo>
                  <a:pt x="1848142" y="106768"/>
                </a:lnTo>
                <a:lnTo>
                  <a:pt x="1847684" y="121640"/>
                </a:lnTo>
                <a:lnTo>
                  <a:pt x="1846808" y="129641"/>
                </a:lnTo>
                <a:lnTo>
                  <a:pt x="1781175" y="129641"/>
                </a:lnTo>
                <a:lnTo>
                  <a:pt x="1781175" y="158597"/>
                </a:lnTo>
                <a:lnTo>
                  <a:pt x="1845284" y="158597"/>
                </a:lnTo>
                <a:lnTo>
                  <a:pt x="1840128" y="180327"/>
                </a:lnTo>
                <a:lnTo>
                  <a:pt x="1829269" y="201739"/>
                </a:lnTo>
                <a:lnTo>
                  <a:pt x="1812658" y="222554"/>
                </a:lnTo>
                <a:lnTo>
                  <a:pt x="1790319" y="242519"/>
                </a:lnTo>
                <a:lnTo>
                  <a:pt x="1796973" y="248462"/>
                </a:lnTo>
                <a:lnTo>
                  <a:pt x="1803171" y="254711"/>
                </a:lnTo>
                <a:lnTo>
                  <a:pt x="1809064" y="260946"/>
                </a:lnTo>
                <a:lnTo>
                  <a:pt x="1814804" y="266903"/>
                </a:lnTo>
                <a:lnTo>
                  <a:pt x="1840204" y="242912"/>
                </a:lnTo>
                <a:lnTo>
                  <a:pt x="1859191" y="216789"/>
                </a:lnTo>
                <a:lnTo>
                  <a:pt x="1871586" y="188633"/>
                </a:lnTo>
                <a:lnTo>
                  <a:pt x="1877288" y="158597"/>
                </a:lnTo>
                <a:lnTo>
                  <a:pt x="1949005" y="158597"/>
                </a:lnTo>
                <a:lnTo>
                  <a:pt x="1949005" y="253187"/>
                </a:lnTo>
                <a:lnTo>
                  <a:pt x="1981009" y="253187"/>
                </a:lnTo>
                <a:lnTo>
                  <a:pt x="1981009" y="158597"/>
                </a:lnTo>
                <a:lnTo>
                  <a:pt x="2041969" y="158597"/>
                </a:lnTo>
                <a:lnTo>
                  <a:pt x="2041969" y="129641"/>
                </a:lnTo>
                <a:close/>
              </a:path>
              <a:path w="3084195" h="438150">
                <a:moveTo>
                  <a:pt x="2092363" y="33528"/>
                </a:moveTo>
                <a:lnTo>
                  <a:pt x="2060257" y="33528"/>
                </a:lnTo>
                <a:lnTo>
                  <a:pt x="2060257" y="186131"/>
                </a:lnTo>
                <a:lnTo>
                  <a:pt x="2092363" y="186131"/>
                </a:lnTo>
                <a:lnTo>
                  <a:pt x="2092363" y="33528"/>
                </a:lnTo>
                <a:close/>
              </a:path>
              <a:path w="3084195" h="438150">
                <a:moveTo>
                  <a:pt x="2180755" y="9144"/>
                </a:moveTo>
                <a:lnTo>
                  <a:pt x="2148751" y="9144"/>
                </a:lnTo>
                <a:lnTo>
                  <a:pt x="2148751" y="198323"/>
                </a:lnTo>
                <a:lnTo>
                  <a:pt x="2147290" y="210324"/>
                </a:lnTo>
                <a:lnTo>
                  <a:pt x="2142845" y="218897"/>
                </a:lnTo>
                <a:lnTo>
                  <a:pt x="2135238" y="224040"/>
                </a:lnTo>
                <a:lnTo>
                  <a:pt x="2124494" y="225742"/>
                </a:lnTo>
                <a:lnTo>
                  <a:pt x="2114067" y="225729"/>
                </a:lnTo>
                <a:lnTo>
                  <a:pt x="2101494" y="225564"/>
                </a:lnTo>
                <a:lnTo>
                  <a:pt x="2086597" y="225107"/>
                </a:lnTo>
                <a:lnTo>
                  <a:pt x="2069401" y="224231"/>
                </a:lnTo>
                <a:lnTo>
                  <a:pt x="2070544" y="233133"/>
                </a:lnTo>
                <a:lnTo>
                  <a:pt x="2072830" y="250367"/>
                </a:lnTo>
                <a:lnTo>
                  <a:pt x="2073973" y="259283"/>
                </a:lnTo>
                <a:lnTo>
                  <a:pt x="2135035" y="259283"/>
                </a:lnTo>
                <a:lnTo>
                  <a:pt x="2155037" y="255536"/>
                </a:lnTo>
                <a:lnTo>
                  <a:pt x="2169325" y="246519"/>
                </a:lnTo>
                <a:lnTo>
                  <a:pt x="2177897" y="232054"/>
                </a:lnTo>
                <a:lnTo>
                  <a:pt x="2178786" y="225755"/>
                </a:lnTo>
                <a:lnTo>
                  <a:pt x="2180755" y="212039"/>
                </a:lnTo>
                <a:lnTo>
                  <a:pt x="2180755" y="9144"/>
                </a:lnTo>
                <a:close/>
              </a:path>
              <a:path w="3084195" h="438150">
                <a:moveTo>
                  <a:pt x="2209711" y="382816"/>
                </a:moveTo>
                <a:lnTo>
                  <a:pt x="2009965" y="382816"/>
                </a:lnTo>
                <a:lnTo>
                  <a:pt x="2009965" y="323380"/>
                </a:lnTo>
                <a:lnTo>
                  <a:pt x="2171611" y="323380"/>
                </a:lnTo>
                <a:lnTo>
                  <a:pt x="2171611" y="292900"/>
                </a:lnTo>
                <a:lnTo>
                  <a:pt x="2009965" y="292900"/>
                </a:lnTo>
                <a:lnTo>
                  <a:pt x="2009965" y="259283"/>
                </a:lnTo>
                <a:lnTo>
                  <a:pt x="1976437" y="259283"/>
                </a:lnTo>
                <a:lnTo>
                  <a:pt x="1976437" y="292900"/>
                </a:lnTo>
                <a:lnTo>
                  <a:pt x="1819376" y="292900"/>
                </a:lnTo>
                <a:lnTo>
                  <a:pt x="1819376" y="323380"/>
                </a:lnTo>
                <a:lnTo>
                  <a:pt x="1976437" y="323380"/>
                </a:lnTo>
                <a:lnTo>
                  <a:pt x="1976437" y="382816"/>
                </a:lnTo>
                <a:lnTo>
                  <a:pt x="1779651" y="382816"/>
                </a:lnTo>
                <a:lnTo>
                  <a:pt x="1779651" y="411873"/>
                </a:lnTo>
                <a:lnTo>
                  <a:pt x="2209711" y="411873"/>
                </a:lnTo>
                <a:lnTo>
                  <a:pt x="2209711" y="382816"/>
                </a:lnTo>
                <a:close/>
              </a:path>
              <a:path w="3084195" h="438150">
                <a:moveTo>
                  <a:pt x="2610802" y="187642"/>
                </a:moveTo>
                <a:lnTo>
                  <a:pt x="2575750" y="187642"/>
                </a:lnTo>
                <a:lnTo>
                  <a:pt x="2575750" y="218135"/>
                </a:lnTo>
                <a:lnTo>
                  <a:pt x="2575750" y="282232"/>
                </a:lnTo>
                <a:lnTo>
                  <a:pt x="2465933" y="282232"/>
                </a:lnTo>
                <a:lnTo>
                  <a:pt x="2465933" y="218135"/>
                </a:lnTo>
                <a:lnTo>
                  <a:pt x="2575750" y="218135"/>
                </a:lnTo>
                <a:lnTo>
                  <a:pt x="2575750" y="187642"/>
                </a:lnTo>
                <a:lnTo>
                  <a:pt x="2430881" y="187642"/>
                </a:lnTo>
                <a:lnTo>
                  <a:pt x="2430881" y="218135"/>
                </a:lnTo>
                <a:lnTo>
                  <a:pt x="2430881" y="282232"/>
                </a:lnTo>
                <a:lnTo>
                  <a:pt x="2321052" y="282232"/>
                </a:lnTo>
                <a:lnTo>
                  <a:pt x="2321052" y="218135"/>
                </a:lnTo>
                <a:lnTo>
                  <a:pt x="2430881" y="218135"/>
                </a:lnTo>
                <a:lnTo>
                  <a:pt x="2430881" y="187642"/>
                </a:lnTo>
                <a:lnTo>
                  <a:pt x="2286000" y="187642"/>
                </a:lnTo>
                <a:lnTo>
                  <a:pt x="2286000" y="262331"/>
                </a:lnTo>
                <a:lnTo>
                  <a:pt x="2282279" y="307263"/>
                </a:lnTo>
                <a:lnTo>
                  <a:pt x="2271141" y="346049"/>
                </a:lnTo>
                <a:lnTo>
                  <a:pt x="2252561" y="378828"/>
                </a:lnTo>
                <a:lnTo>
                  <a:pt x="2226564" y="405777"/>
                </a:lnTo>
                <a:lnTo>
                  <a:pt x="2232279" y="412864"/>
                </a:lnTo>
                <a:lnTo>
                  <a:pt x="2243709" y="427634"/>
                </a:lnTo>
                <a:lnTo>
                  <a:pt x="2249424" y="434733"/>
                </a:lnTo>
                <a:lnTo>
                  <a:pt x="2275979" y="407060"/>
                </a:lnTo>
                <a:lnTo>
                  <a:pt x="2296096" y="376961"/>
                </a:lnTo>
                <a:lnTo>
                  <a:pt x="2309647" y="344855"/>
                </a:lnTo>
                <a:lnTo>
                  <a:pt x="2316480" y="311188"/>
                </a:lnTo>
                <a:lnTo>
                  <a:pt x="2575750" y="311188"/>
                </a:lnTo>
                <a:lnTo>
                  <a:pt x="2575750" y="331000"/>
                </a:lnTo>
                <a:lnTo>
                  <a:pt x="2610802" y="331000"/>
                </a:lnTo>
                <a:lnTo>
                  <a:pt x="2610802" y="311188"/>
                </a:lnTo>
                <a:lnTo>
                  <a:pt x="2610802" y="282232"/>
                </a:lnTo>
                <a:lnTo>
                  <a:pt x="2610802" y="218135"/>
                </a:lnTo>
                <a:lnTo>
                  <a:pt x="2610802" y="187642"/>
                </a:lnTo>
                <a:close/>
              </a:path>
              <a:path w="3084195" h="438150">
                <a:moveTo>
                  <a:pt x="2659672" y="48768"/>
                </a:moveTo>
                <a:lnTo>
                  <a:pt x="2465933" y="48768"/>
                </a:lnTo>
                <a:lnTo>
                  <a:pt x="2465933" y="1524"/>
                </a:lnTo>
                <a:lnTo>
                  <a:pt x="2430881" y="1524"/>
                </a:lnTo>
                <a:lnTo>
                  <a:pt x="2430881" y="48768"/>
                </a:lnTo>
                <a:lnTo>
                  <a:pt x="2235708" y="48768"/>
                </a:lnTo>
                <a:lnTo>
                  <a:pt x="2235708" y="77825"/>
                </a:lnTo>
                <a:lnTo>
                  <a:pt x="2430881" y="77825"/>
                </a:lnTo>
                <a:lnTo>
                  <a:pt x="2430881" y="122021"/>
                </a:lnTo>
                <a:lnTo>
                  <a:pt x="2272284" y="122021"/>
                </a:lnTo>
                <a:lnTo>
                  <a:pt x="2272284" y="152501"/>
                </a:lnTo>
                <a:lnTo>
                  <a:pt x="2624518" y="152501"/>
                </a:lnTo>
                <a:lnTo>
                  <a:pt x="2624518" y="122021"/>
                </a:lnTo>
                <a:lnTo>
                  <a:pt x="2465933" y="122021"/>
                </a:lnTo>
                <a:lnTo>
                  <a:pt x="2465933" y="77825"/>
                </a:lnTo>
                <a:lnTo>
                  <a:pt x="2659672" y="77825"/>
                </a:lnTo>
                <a:lnTo>
                  <a:pt x="2659672" y="48768"/>
                </a:lnTo>
                <a:close/>
              </a:path>
              <a:path w="3084195" h="438150">
                <a:moveTo>
                  <a:pt x="2838069" y="36576"/>
                </a:moveTo>
                <a:lnTo>
                  <a:pt x="2804541" y="36576"/>
                </a:lnTo>
                <a:lnTo>
                  <a:pt x="2804541" y="68580"/>
                </a:lnTo>
                <a:lnTo>
                  <a:pt x="2804541" y="169265"/>
                </a:lnTo>
                <a:lnTo>
                  <a:pt x="2804541" y="199834"/>
                </a:lnTo>
                <a:lnTo>
                  <a:pt x="2804541" y="303568"/>
                </a:lnTo>
                <a:lnTo>
                  <a:pt x="2734335" y="303568"/>
                </a:lnTo>
                <a:lnTo>
                  <a:pt x="2734335" y="199834"/>
                </a:lnTo>
                <a:lnTo>
                  <a:pt x="2804541" y="199834"/>
                </a:lnTo>
                <a:lnTo>
                  <a:pt x="2804541" y="169265"/>
                </a:lnTo>
                <a:lnTo>
                  <a:pt x="2734335" y="169265"/>
                </a:lnTo>
                <a:lnTo>
                  <a:pt x="2734335" y="68580"/>
                </a:lnTo>
                <a:lnTo>
                  <a:pt x="2804541" y="68580"/>
                </a:lnTo>
                <a:lnTo>
                  <a:pt x="2804541" y="36576"/>
                </a:lnTo>
                <a:lnTo>
                  <a:pt x="2700807" y="36576"/>
                </a:lnTo>
                <a:lnTo>
                  <a:pt x="2700807" y="367576"/>
                </a:lnTo>
                <a:lnTo>
                  <a:pt x="2734335" y="367576"/>
                </a:lnTo>
                <a:lnTo>
                  <a:pt x="2734335" y="335572"/>
                </a:lnTo>
                <a:lnTo>
                  <a:pt x="2838069" y="335572"/>
                </a:lnTo>
                <a:lnTo>
                  <a:pt x="2838069" y="303568"/>
                </a:lnTo>
                <a:lnTo>
                  <a:pt x="2838069" y="199834"/>
                </a:lnTo>
                <a:lnTo>
                  <a:pt x="2838069" y="169265"/>
                </a:lnTo>
                <a:lnTo>
                  <a:pt x="2838069" y="68580"/>
                </a:lnTo>
                <a:lnTo>
                  <a:pt x="2838069" y="36576"/>
                </a:lnTo>
                <a:close/>
              </a:path>
              <a:path w="3084195" h="438150">
                <a:moveTo>
                  <a:pt x="3083623" y="22860"/>
                </a:moveTo>
                <a:lnTo>
                  <a:pt x="3048571" y="22860"/>
                </a:lnTo>
                <a:lnTo>
                  <a:pt x="3048571" y="56388"/>
                </a:lnTo>
                <a:lnTo>
                  <a:pt x="3048571" y="138785"/>
                </a:lnTo>
                <a:lnTo>
                  <a:pt x="3048571" y="170789"/>
                </a:lnTo>
                <a:lnTo>
                  <a:pt x="3048571" y="253174"/>
                </a:lnTo>
                <a:lnTo>
                  <a:pt x="2921990" y="253174"/>
                </a:lnTo>
                <a:lnTo>
                  <a:pt x="2923959" y="233464"/>
                </a:lnTo>
                <a:lnTo>
                  <a:pt x="2925229" y="213169"/>
                </a:lnTo>
                <a:lnTo>
                  <a:pt x="2925622" y="192278"/>
                </a:lnTo>
                <a:lnTo>
                  <a:pt x="2925038" y="170789"/>
                </a:lnTo>
                <a:lnTo>
                  <a:pt x="3048571" y="170789"/>
                </a:lnTo>
                <a:lnTo>
                  <a:pt x="3048571" y="138785"/>
                </a:lnTo>
                <a:lnTo>
                  <a:pt x="2925038" y="138785"/>
                </a:lnTo>
                <a:lnTo>
                  <a:pt x="2925038" y="56388"/>
                </a:lnTo>
                <a:lnTo>
                  <a:pt x="3048571" y="56388"/>
                </a:lnTo>
                <a:lnTo>
                  <a:pt x="3048571" y="22860"/>
                </a:lnTo>
                <a:lnTo>
                  <a:pt x="2891409" y="22860"/>
                </a:lnTo>
                <a:lnTo>
                  <a:pt x="2891409" y="176885"/>
                </a:lnTo>
                <a:lnTo>
                  <a:pt x="2890291" y="221551"/>
                </a:lnTo>
                <a:lnTo>
                  <a:pt x="2881769" y="290855"/>
                </a:lnTo>
                <a:lnTo>
                  <a:pt x="2863481" y="338645"/>
                </a:lnTo>
                <a:lnTo>
                  <a:pt x="2828569" y="385025"/>
                </a:lnTo>
                <a:lnTo>
                  <a:pt x="2804541" y="408813"/>
                </a:lnTo>
                <a:lnTo>
                  <a:pt x="2812250" y="416318"/>
                </a:lnTo>
                <a:lnTo>
                  <a:pt x="2819400" y="423100"/>
                </a:lnTo>
                <a:lnTo>
                  <a:pt x="2825877" y="429514"/>
                </a:lnTo>
                <a:lnTo>
                  <a:pt x="2831973" y="436245"/>
                </a:lnTo>
                <a:lnTo>
                  <a:pt x="2864853" y="401091"/>
                </a:lnTo>
                <a:lnTo>
                  <a:pt x="2890316" y="364197"/>
                </a:lnTo>
                <a:lnTo>
                  <a:pt x="2908350" y="325589"/>
                </a:lnTo>
                <a:lnTo>
                  <a:pt x="2918942" y="285280"/>
                </a:lnTo>
                <a:lnTo>
                  <a:pt x="3048571" y="285280"/>
                </a:lnTo>
                <a:lnTo>
                  <a:pt x="3048571" y="370624"/>
                </a:lnTo>
                <a:lnTo>
                  <a:pt x="3046869" y="381800"/>
                </a:lnTo>
                <a:lnTo>
                  <a:pt x="3041853" y="389953"/>
                </a:lnTo>
                <a:lnTo>
                  <a:pt x="3033699" y="394931"/>
                </a:lnTo>
                <a:lnTo>
                  <a:pt x="3022574" y="396621"/>
                </a:lnTo>
                <a:lnTo>
                  <a:pt x="3007969" y="396367"/>
                </a:lnTo>
                <a:lnTo>
                  <a:pt x="2991523" y="395668"/>
                </a:lnTo>
                <a:lnTo>
                  <a:pt x="2952470" y="393573"/>
                </a:lnTo>
                <a:lnTo>
                  <a:pt x="2953842" y="402704"/>
                </a:lnTo>
                <a:lnTo>
                  <a:pt x="2955518" y="411670"/>
                </a:lnTo>
                <a:lnTo>
                  <a:pt x="2957182" y="420370"/>
                </a:lnTo>
                <a:lnTo>
                  <a:pt x="2958566" y="428625"/>
                </a:lnTo>
                <a:lnTo>
                  <a:pt x="2979445" y="429514"/>
                </a:lnTo>
                <a:lnTo>
                  <a:pt x="2998762" y="429958"/>
                </a:lnTo>
                <a:lnTo>
                  <a:pt x="3033242" y="430149"/>
                </a:lnTo>
                <a:lnTo>
                  <a:pt x="3055289" y="426986"/>
                </a:lnTo>
                <a:lnTo>
                  <a:pt x="3071037" y="417385"/>
                </a:lnTo>
                <a:lnTo>
                  <a:pt x="3080474" y="401180"/>
                </a:lnTo>
                <a:lnTo>
                  <a:pt x="3081109" y="396621"/>
                </a:lnTo>
                <a:lnTo>
                  <a:pt x="3083623" y="378244"/>
                </a:lnTo>
                <a:lnTo>
                  <a:pt x="3083623" y="285280"/>
                </a:lnTo>
                <a:lnTo>
                  <a:pt x="3083623" y="253174"/>
                </a:lnTo>
                <a:lnTo>
                  <a:pt x="3083623" y="170789"/>
                </a:lnTo>
                <a:lnTo>
                  <a:pt x="3083623" y="138785"/>
                </a:lnTo>
                <a:lnTo>
                  <a:pt x="3083623" y="56388"/>
                </a:lnTo>
                <a:lnTo>
                  <a:pt x="3083623" y="2286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6031420" y="5892641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10" h="117475">
                <a:moveTo>
                  <a:pt x="30479" y="117443"/>
                </a:moveTo>
                <a:lnTo>
                  <a:pt x="0" y="117443"/>
                </a:lnTo>
                <a:lnTo>
                  <a:pt x="25908" y="0"/>
                </a:lnTo>
                <a:lnTo>
                  <a:pt x="67055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6421742" y="5570791"/>
            <a:ext cx="1763395" cy="434975"/>
          </a:xfrm>
          <a:custGeom>
            <a:avLst/>
            <a:gdLst/>
            <a:ahLst/>
            <a:cxnLst/>
            <a:rect l="l" t="t" r="r" b="b"/>
            <a:pathLst>
              <a:path w="1763395" h="434975">
                <a:moveTo>
                  <a:pt x="428536" y="389013"/>
                </a:moveTo>
                <a:lnTo>
                  <a:pt x="369036" y="371475"/>
                </a:lnTo>
                <a:lnTo>
                  <a:pt x="318376" y="353110"/>
                </a:lnTo>
                <a:lnTo>
                  <a:pt x="283794" y="337096"/>
                </a:lnTo>
                <a:lnTo>
                  <a:pt x="242519" y="312712"/>
                </a:lnTo>
                <a:lnTo>
                  <a:pt x="263017" y="289852"/>
                </a:lnTo>
                <a:lnTo>
                  <a:pt x="271411" y="280479"/>
                </a:lnTo>
                <a:lnTo>
                  <a:pt x="295948" y="244233"/>
                </a:lnTo>
                <a:lnTo>
                  <a:pt x="316090" y="203974"/>
                </a:lnTo>
                <a:lnTo>
                  <a:pt x="331838" y="159677"/>
                </a:lnTo>
                <a:lnTo>
                  <a:pt x="343192" y="111353"/>
                </a:lnTo>
                <a:lnTo>
                  <a:pt x="423964" y="111353"/>
                </a:lnTo>
                <a:lnTo>
                  <a:pt x="423964" y="79349"/>
                </a:lnTo>
                <a:lnTo>
                  <a:pt x="306616" y="79349"/>
                </a:lnTo>
                <a:lnTo>
                  <a:pt x="306616" y="111353"/>
                </a:lnTo>
                <a:lnTo>
                  <a:pt x="293344" y="164553"/>
                </a:lnTo>
                <a:lnTo>
                  <a:pt x="273951" y="212039"/>
                </a:lnTo>
                <a:lnTo>
                  <a:pt x="248018" y="253796"/>
                </a:lnTo>
                <a:lnTo>
                  <a:pt x="215087" y="289852"/>
                </a:lnTo>
                <a:lnTo>
                  <a:pt x="181686" y="252082"/>
                </a:lnTo>
                <a:lnTo>
                  <a:pt x="154838" y="209753"/>
                </a:lnTo>
                <a:lnTo>
                  <a:pt x="134848" y="162839"/>
                </a:lnTo>
                <a:lnTo>
                  <a:pt x="122021" y="111353"/>
                </a:lnTo>
                <a:lnTo>
                  <a:pt x="306616" y="111353"/>
                </a:lnTo>
                <a:lnTo>
                  <a:pt x="306616" y="79349"/>
                </a:lnTo>
                <a:lnTo>
                  <a:pt x="218135" y="79349"/>
                </a:lnTo>
                <a:lnTo>
                  <a:pt x="250139" y="62484"/>
                </a:lnTo>
                <a:lnTo>
                  <a:pt x="238417" y="43103"/>
                </a:lnTo>
                <a:lnTo>
                  <a:pt x="220129" y="12344"/>
                </a:lnTo>
                <a:lnTo>
                  <a:pt x="213563" y="1524"/>
                </a:lnTo>
                <a:lnTo>
                  <a:pt x="180035" y="18288"/>
                </a:lnTo>
                <a:lnTo>
                  <a:pt x="186550" y="28892"/>
                </a:lnTo>
                <a:lnTo>
                  <a:pt x="194513" y="42494"/>
                </a:lnTo>
                <a:lnTo>
                  <a:pt x="203606" y="59270"/>
                </a:lnTo>
                <a:lnTo>
                  <a:pt x="213563" y="79349"/>
                </a:lnTo>
                <a:lnTo>
                  <a:pt x="3060" y="79349"/>
                </a:lnTo>
                <a:lnTo>
                  <a:pt x="3060" y="111353"/>
                </a:lnTo>
                <a:lnTo>
                  <a:pt x="86969" y="111353"/>
                </a:lnTo>
                <a:lnTo>
                  <a:pt x="97574" y="156756"/>
                </a:lnTo>
                <a:lnTo>
                  <a:pt x="112941" y="199580"/>
                </a:lnTo>
                <a:lnTo>
                  <a:pt x="133070" y="239839"/>
                </a:lnTo>
                <a:lnTo>
                  <a:pt x="157975" y="277545"/>
                </a:lnTo>
                <a:lnTo>
                  <a:pt x="187655" y="312712"/>
                </a:lnTo>
                <a:lnTo>
                  <a:pt x="152514" y="335241"/>
                </a:lnTo>
                <a:lnTo>
                  <a:pt x="109258" y="356920"/>
                </a:lnTo>
                <a:lnTo>
                  <a:pt x="58280" y="377469"/>
                </a:lnTo>
                <a:lnTo>
                  <a:pt x="0" y="396633"/>
                </a:lnTo>
                <a:lnTo>
                  <a:pt x="6845" y="405726"/>
                </a:lnTo>
                <a:lnTo>
                  <a:pt x="13538" y="414540"/>
                </a:lnTo>
                <a:lnTo>
                  <a:pt x="19977" y="422770"/>
                </a:lnTo>
                <a:lnTo>
                  <a:pt x="26009" y="430161"/>
                </a:lnTo>
                <a:lnTo>
                  <a:pt x="86626" y="407250"/>
                </a:lnTo>
                <a:lnTo>
                  <a:pt x="138264" y="384200"/>
                </a:lnTo>
                <a:lnTo>
                  <a:pt x="181038" y="360857"/>
                </a:lnTo>
                <a:lnTo>
                  <a:pt x="215087" y="337096"/>
                </a:lnTo>
                <a:lnTo>
                  <a:pt x="248818" y="360591"/>
                </a:lnTo>
                <a:lnTo>
                  <a:pt x="290563" y="383247"/>
                </a:lnTo>
                <a:lnTo>
                  <a:pt x="340321" y="405333"/>
                </a:lnTo>
                <a:lnTo>
                  <a:pt x="398056" y="427113"/>
                </a:lnTo>
                <a:lnTo>
                  <a:pt x="403466" y="418795"/>
                </a:lnTo>
                <a:lnTo>
                  <a:pt x="410438" y="409778"/>
                </a:lnTo>
                <a:lnTo>
                  <a:pt x="418846" y="399884"/>
                </a:lnTo>
                <a:lnTo>
                  <a:pt x="428536" y="389013"/>
                </a:lnTo>
                <a:close/>
              </a:path>
              <a:path w="1763395" h="434975">
                <a:moveTo>
                  <a:pt x="622274" y="244030"/>
                </a:moveTo>
                <a:lnTo>
                  <a:pt x="592543" y="212979"/>
                </a:lnTo>
                <a:lnTo>
                  <a:pt x="558165" y="178409"/>
                </a:lnTo>
                <a:lnTo>
                  <a:pt x="544449" y="192214"/>
                </a:lnTo>
                <a:lnTo>
                  <a:pt x="544449" y="126593"/>
                </a:lnTo>
                <a:lnTo>
                  <a:pt x="605510" y="126593"/>
                </a:lnTo>
                <a:lnTo>
                  <a:pt x="605510" y="96113"/>
                </a:lnTo>
                <a:lnTo>
                  <a:pt x="544449" y="96113"/>
                </a:lnTo>
                <a:lnTo>
                  <a:pt x="544449" y="7620"/>
                </a:lnTo>
                <a:lnTo>
                  <a:pt x="510921" y="7620"/>
                </a:lnTo>
                <a:lnTo>
                  <a:pt x="510921" y="96113"/>
                </a:lnTo>
                <a:lnTo>
                  <a:pt x="445389" y="96113"/>
                </a:lnTo>
                <a:lnTo>
                  <a:pt x="445389" y="126593"/>
                </a:lnTo>
                <a:lnTo>
                  <a:pt x="510921" y="126593"/>
                </a:lnTo>
                <a:lnTo>
                  <a:pt x="497192" y="170065"/>
                </a:lnTo>
                <a:lnTo>
                  <a:pt x="481012" y="211074"/>
                </a:lnTo>
                <a:lnTo>
                  <a:pt x="462280" y="249529"/>
                </a:lnTo>
                <a:lnTo>
                  <a:pt x="440817" y="285280"/>
                </a:lnTo>
                <a:lnTo>
                  <a:pt x="445135" y="295300"/>
                </a:lnTo>
                <a:lnTo>
                  <a:pt x="449008" y="304901"/>
                </a:lnTo>
                <a:lnTo>
                  <a:pt x="452615" y="314210"/>
                </a:lnTo>
                <a:lnTo>
                  <a:pt x="456057" y="323380"/>
                </a:lnTo>
                <a:lnTo>
                  <a:pt x="471487" y="299072"/>
                </a:lnTo>
                <a:lnTo>
                  <a:pt x="485775" y="271894"/>
                </a:lnTo>
                <a:lnTo>
                  <a:pt x="498919" y="241858"/>
                </a:lnTo>
                <a:lnTo>
                  <a:pt x="510921" y="208978"/>
                </a:lnTo>
                <a:lnTo>
                  <a:pt x="510921" y="433209"/>
                </a:lnTo>
                <a:lnTo>
                  <a:pt x="544449" y="433209"/>
                </a:lnTo>
                <a:lnTo>
                  <a:pt x="544449" y="208978"/>
                </a:lnTo>
                <a:lnTo>
                  <a:pt x="557898" y="223608"/>
                </a:lnTo>
                <a:lnTo>
                  <a:pt x="570788" y="237934"/>
                </a:lnTo>
                <a:lnTo>
                  <a:pt x="583107" y="252272"/>
                </a:lnTo>
                <a:lnTo>
                  <a:pt x="594842" y="266890"/>
                </a:lnTo>
                <a:lnTo>
                  <a:pt x="622274" y="244030"/>
                </a:lnTo>
                <a:close/>
              </a:path>
              <a:path w="1763395" h="434975">
                <a:moveTo>
                  <a:pt x="687806" y="122021"/>
                </a:moveTo>
                <a:lnTo>
                  <a:pt x="672680" y="98933"/>
                </a:lnTo>
                <a:lnTo>
                  <a:pt x="657136" y="75679"/>
                </a:lnTo>
                <a:lnTo>
                  <a:pt x="641299" y="52717"/>
                </a:lnTo>
                <a:lnTo>
                  <a:pt x="625322" y="30480"/>
                </a:lnTo>
                <a:lnTo>
                  <a:pt x="597890" y="47244"/>
                </a:lnTo>
                <a:lnTo>
                  <a:pt x="613613" y="70446"/>
                </a:lnTo>
                <a:lnTo>
                  <a:pt x="628751" y="94195"/>
                </a:lnTo>
                <a:lnTo>
                  <a:pt x="643331" y="118491"/>
                </a:lnTo>
                <a:lnTo>
                  <a:pt x="657326" y="143357"/>
                </a:lnTo>
                <a:lnTo>
                  <a:pt x="687806" y="122021"/>
                </a:lnTo>
                <a:close/>
              </a:path>
              <a:path w="1763395" h="434975">
                <a:moveTo>
                  <a:pt x="863257" y="166217"/>
                </a:moveTo>
                <a:lnTo>
                  <a:pt x="751916" y="166217"/>
                </a:lnTo>
                <a:lnTo>
                  <a:pt x="751916" y="7620"/>
                </a:lnTo>
                <a:lnTo>
                  <a:pt x="718388" y="7620"/>
                </a:lnTo>
                <a:lnTo>
                  <a:pt x="718388" y="166217"/>
                </a:lnTo>
                <a:lnTo>
                  <a:pt x="607034" y="166217"/>
                </a:lnTo>
                <a:lnTo>
                  <a:pt x="607034" y="198310"/>
                </a:lnTo>
                <a:lnTo>
                  <a:pt x="829640" y="198310"/>
                </a:lnTo>
                <a:lnTo>
                  <a:pt x="829640" y="271462"/>
                </a:lnTo>
                <a:lnTo>
                  <a:pt x="613130" y="271462"/>
                </a:lnTo>
                <a:lnTo>
                  <a:pt x="613130" y="302044"/>
                </a:lnTo>
                <a:lnTo>
                  <a:pt x="829640" y="302044"/>
                </a:lnTo>
                <a:lnTo>
                  <a:pt x="829640" y="378244"/>
                </a:lnTo>
                <a:lnTo>
                  <a:pt x="594842" y="378244"/>
                </a:lnTo>
                <a:lnTo>
                  <a:pt x="594842" y="410349"/>
                </a:lnTo>
                <a:lnTo>
                  <a:pt x="829640" y="410349"/>
                </a:lnTo>
                <a:lnTo>
                  <a:pt x="829640" y="434733"/>
                </a:lnTo>
                <a:lnTo>
                  <a:pt x="863257" y="434733"/>
                </a:lnTo>
                <a:lnTo>
                  <a:pt x="863257" y="166217"/>
                </a:lnTo>
                <a:close/>
              </a:path>
              <a:path w="1763395" h="434975">
                <a:moveTo>
                  <a:pt x="876973" y="47244"/>
                </a:moveTo>
                <a:lnTo>
                  <a:pt x="844880" y="28956"/>
                </a:lnTo>
                <a:lnTo>
                  <a:pt x="830872" y="54673"/>
                </a:lnTo>
                <a:lnTo>
                  <a:pt x="816305" y="79108"/>
                </a:lnTo>
                <a:lnTo>
                  <a:pt x="801154" y="102120"/>
                </a:lnTo>
                <a:lnTo>
                  <a:pt x="785444" y="123545"/>
                </a:lnTo>
                <a:lnTo>
                  <a:pt x="814400" y="143357"/>
                </a:lnTo>
                <a:lnTo>
                  <a:pt x="829449" y="122021"/>
                </a:lnTo>
                <a:lnTo>
                  <a:pt x="844969" y="98933"/>
                </a:lnTo>
                <a:lnTo>
                  <a:pt x="860945" y="73875"/>
                </a:lnTo>
                <a:lnTo>
                  <a:pt x="876973" y="47244"/>
                </a:lnTo>
                <a:close/>
              </a:path>
              <a:path w="1763395" h="434975">
                <a:moveTo>
                  <a:pt x="1050798" y="335572"/>
                </a:moveTo>
                <a:lnTo>
                  <a:pt x="972654" y="353669"/>
                </a:lnTo>
                <a:lnTo>
                  <a:pt x="932853" y="362356"/>
                </a:lnTo>
                <a:lnTo>
                  <a:pt x="892213" y="370624"/>
                </a:lnTo>
                <a:lnTo>
                  <a:pt x="902881" y="404253"/>
                </a:lnTo>
                <a:lnTo>
                  <a:pt x="940333" y="394258"/>
                </a:lnTo>
                <a:lnTo>
                  <a:pt x="977226" y="384962"/>
                </a:lnTo>
                <a:lnTo>
                  <a:pt x="1013548" y="376516"/>
                </a:lnTo>
                <a:lnTo>
                  <a:pt x="1049274" y="369100"/>
                </a:lnTo>
                <a:lnTo>
                  <a:pt x="1049515" y="361073"/>
                </a:lnTo>
                <a:lnTo>
                  <a:pt x="1050556" y="344690"/>
                </a:lnTo>
                <a:lnTo>
                  <a:pt x="1050798" y="335572"/>
                </a:lnTo>
                <a:close/>
              </a:path>
              <a:path w="1763395" h="434975">
                <a:moveTo>
                  <a:pt x="1050798" y="112877"/>
                </a:moveTo>
                <a:lnTo>
                  <a:pt x="1018794" y="96113"/>
                </a:lnTo>
                <a:lnTo>
                  <a:pt x="1010158" y="110680"/>
                </a:lnTo>
                <a:lnTo>
                  <a:pt x="1002220" y="124688"/>
                </a:lnTo>
                <a:lnTo>
                  <a:pt x="994537" y="138112"/>
                </a:lnTo>
                <a:lnTo>
                  <a:pt x="946200" y="152476"/>
                </a:lnTo>
                <a:lnTo>
                  <a:pt x="933361" y="152501"/>
                </a:lnTo>
                <a:lnTo>
                  <a:pt x="950226" y="126530"/>
                </a:lnTo>
                <a:lnTo>
                  <a:pt x="968806" y="94538"/>
                </a:lnTo>
                <a:lnTo>
                  <a:pt x="989126" y="56832"/>
                </a:lnTo>
                <a:lnTo>
                  <a:pt x="1011174" y="13716"/>
                </a:lnTo>
                <a:lnTo>
                  <a:pt x="977557" y="0"/>
                </a:lnTo>
                <a:lnTo>
                  <a:pt x="956106" y="48310"/>
                </a:lnTo>
                <a:lnTo>
                  <a:pt x="935075" y="90347"/>
                </a:lnTo>
                <a:lnTo>
                  <a:pt x="914336" y="126098"/>
                </a:lnTo>
                <a:lnTo>
                  <a:pt x="893737" y="155549"/>
                </a:lnTo>
                <a:lnTo>
                  <a:pt x="902881" y="186118"/>
                </a:lnTo>
                <a:lnTo>
                  <a:pt x="969937" y="181546"/>
                </a:lnTo>
                <a:lnTo>
                  <a:pt x="951103" y="210413"/>
                </a:lnTo>
                <a:lnTo>
                  <a:pt x="933551" y="235267"/>
                </a:lnTo>
                <a:lnTo>
                  <a:pt x="917435" y="256133"/>
                </a:lnTo>
                <a:lnTo>
                  <a:pt x="902881" y="272999"/>
                </a:lnTo>
                <a:lnTo>
                  <a:pt x="910501" y="305092"/>
                </a:lnTo>
                <a:lnTo>
                  <a:pt x="1043178" y="285280"/>
                </a:lnTo>
                <a:lnTo>
                  <a:pt x="1043444" y="277202"/>
                </a:lnTo>
                <a:lnTo>
                  <a:pt x="1044130" y="268998"/>
                </a:lnTo>
                <a:lnTo>
                  <a:pt x="1044384" y="266903"/>
                </a:lnTo>
                <a:lnTo>
                  <a:pt x="1045108" y="260540"/>
                </a:lnTo>
                <a:lnTo>
                  <a:pt x="1046226" y="251650"/>
                </a:lnTo>
                <a:lnTo>
                  <a:pt x="1026287" y="255104"/>
                </a:lnTo>
                <a:lnTo>
                  <a:pt x="950125" y="266903"/>
                </a:lnTo>
                <a:lnTo>
                  <a:pt x="975283" y="230619"/>
                </a:lnTo>
                <a:lnTo>
                  <a:pt x="1000467" y="192747"/>
                </a:lnTo>
                <a:lnTo>
                  <a:pt x="1007630" y="181546"/>
                </a:lnTo>
                <a:lnTo>
                  <a:pt x="1025639" y="153441"/>
                </a:lnTo>
                <a:lnTo>
                  <a:pt x="1026223" y="152501"/>
                </a:lnTo>
                <a:lnTo>
                  <a:pt x="1050798" y="112877"/>
                </a:lnTo>
                <a:close/>
              </a:path>
              <a:path w="1763395" h="434975">
                <a:moveTo>
                  <a:pt x="1302461" y="256222"/>
                </a:moveTo>
                <a:lnTo>
                  <a:pt x="1268831" y="256222"/>
                </a:lnTo>
                <a:lnTo>
                  <a:pt x="1268831" y="286804"/>
                </a:lnTo>
                <a:lnTo>
                  <a:pt x="1268831" y="376720"/>
                </a:lnTo>
                <a:lnTo>
                  <a:pt x="1105674" y="376720"/>
                </a:lnTo>
                <a:lnTo>
                  <a:pt x="1105674" y="286804"/>
                </a:lnTo>
                <a:lnTo>
                  <a:pt x="1268831" y="286804"/>
                </a:lnTo>
                <a:lnTo>
                  <a:pt x="1268831" y="256222"/>
                </a:lnTo>
                <a:lnTo>
                  <a:pt x="1072134" y="256222"/>
                </a:lnTo>
                <a:lnTo>
                  <a:pt x="1072134" y="434733"/>
                </a:lnTo>
                <a:lnTo>
                  <a:pt x="1105674" y="434733"/>
                </a:lnTo>
                <a:lnTo>
                  <a:pt x="1105674" y="407301"/>
                </a:lnTo>
                <a:lnTo>
                  <a:pt x="1268831" y="407301"/>
                </a:lnTo>
                <a:lnTo>
                  <a:pt x="1268831" y="434733"/>
                </a:lnTo>
                <a:lnTo>
                  <a:pt x="1302461" y="434733"/>
                </a:lnTo>
                <a:lnTo>
                  <a:pt x="1302461" y="407301"/>
                </a:lnTo>
                <a:lnTo>
                  <a:pt x="1302461" y="376720"/>
                </a:lnTo>
                <a:lnTo>
                  <a:pt x="1302461" y="286804"/>
                </a:lnTo>
                <a:lnTo>
                  <a:pt x="1302461" y="256222"/>
                </a:lnTo>
                <a:close/>
              </a:path>
              <a:path w="1763395" h="434975">
                <a:moveTo>
                  <a:pt x="1328369" y="73152"/>
                </a:moveTo>
                <a:lnTo>
                  <a:pt x="1204823" y="73152"/>
                </a:lnTo>
                <a:lnTo>
                  <a:pt x="1204823" y="3048"/>
                </a:lnTo>
                <a:lnTo>
                  <a:pt x="1169771" y="3048"/>
                </a:lnTo>
                <a:lnTo>
                  <a:pt x="1169771" y="73152"/>
                </a:lnTo>
                <a:lnTo>
                  <a:pt x="1047750" y="73152"/>
                </a:lnTo>
                <a:lnTo>
                  <a:pt x="1047750" y="105257"/>
                </a:lnTo>
                <a:lnTo>
                  <a:pt x="1169771" y="105257"/>
                </a:lnTo>
                <a:lnTo>
                  <a:pt x="1169771" y="173837"/>
                </a:lnTo>
                <a:lnTo>
                  <a:pt x="1062990" y="173837"/>
                </a:lnTo>
                <a:lnTo>
                  <a:pt x="1062990" y="204406"/>
                </a:lnTo>
                <a:lnTo>
                  <a:pt x="1311605" y="204406"/>
                </a:lnTo>
                <a:lnTo>
                  <a:pt x="1311605" y="173837"/>
                </a:lnTo>
                <a:lnTo>
                  <a:pt x="1204823" y="173837"/>
                </a:lnTo>
                <a:lnTo>
                  <a:pt x="1204823" y="105257"/>
                </a:lnTo>
                <a:lnTo>
                  <a:pt x="1328369" y="105257"/>
                </a:lnTo>
                <a:lnTo>
                  <a:pt x="1328369" y="73152"/>
                </a:lnTo>
                <a:close/>
              </a:path>
              <a:path w="1763395" h="434975">
                <a:moveTo>
                  <a:pt x="1511338" y="230327"/>
                </a:moveTo>
                <a:lnTo>
                  <a:pt x="1495361" y="214845"/>
                </a:lnTo>
                <a:lnTo>
                  <a:pt x="1479118" y="199847"/>
                </a:lnTo>
                <a:lnTo>
                  <a:pt x="1462303" y="184607"/>
                </a:lnTo>
                <a:lnTo>
                  <a:pt x="1448854" y="172313"/>
                </a:lnTo>
                <a:lnTo>
                  <a:pt x="1436662" y="184607"/>
                </a:lnTo>
                <a:lnTo>
                  <a:pt x="1436662" y="125069"/>
                </a:lnTo>
                <a:lnTo>
                  <a:pt x="1494574" y="125069"/>
                </a:lnTo>
                <a:lnTo>
                  <a:pt x="1494574" y="96113"/>
                </a:lnTo>
                <a:lnTo>
                  <a:pt x="1436662" y="96113"/>
                </a:lnTo>
                <a:lnTo>
                  <a:pt x="1436662" y="9144"/>
                </a:lnTo>
                <a:lnTo>
                  <a:pt x="1406080" y="9144"/>
                </a:lnTo>
                <a:lnTo>
                  <a:pt x="1406080" y="96113"/>
                </a:lnTo>
                <a:lnTo>
                  <a:pt x="1345120" y="96113"/>
                </a:lnTo>
                <a:lnTo>
                  <a:pt x="1345120" y="125069"/>
                </a:lnTo>
                <a:lnTo>
                  <a:pt x="1406080" y="125069"/>
                </a:lnTo>
                <a:lnTo>
                  <a:pt x="1395222" y="166560"/>
                </a:lnTo>
                <a:lnTo>
                  <a:pt x="1380934" y="206311"/>
                </a:lnTo>
                <a:lnTo>
                  <a:pt x="1363218" y="244322"/>
                </a:lnTo>
                <a:lnTo>
                  <a:pt x="1342072" y="280619"/>
                </a:lnTo>
                <a:lnTo>
                  <a:pt x="1345717" y="290715"/>
                </a:lnTo>
                <a:lnTo>
                  <a:pt x="1349502" y="300507"/>
                </a:lnTo>
                <a:lnTo>
                  <a:pt x="1353007" y="310286"/>
                </a:lnTo>
                <a:lnTo>
                  <a:pt x="1355788" y="320332"/>
                </a:lnTo>
                <a:lnTo>
                  <a:pt x="1370076" y="297141"/>
                </a:lnTo>
                <a:lnTo>
                  <a:pt x="1383220" y="270941"/>
                </a:lnTo>
                <a:lnTo>
                  <a:pt x="1395222" y="241604"/>
                </a:lnTo>
                <a:lnTo>
                  <a:pt x="1406080" y="208991"/>
                </a:lnTo>
                <a:lnTo>
                  <a:pt x="1406080" y="434733"/>
                </a:lnTo>
                <a:lnTo>
                  <a:pt x="1436662" y="434733"/>
                </a:lnTo>
                <a:lnTo>
                  <a:pt x="1436662" y="208991"/>
                </a:lnTo>
                <a:lnTo>
                  <a:pt x="1436662" y="199847"/>
                </a:lnTo>
                <a:lnTo>
                  <a:pt x="1449260" y="211848"/>
                </a:lnTo>
                <a:lnTo>
                  <a:pt x="1461998" y="224993"/>
                </a:lnTo>
                <a:lnTo>
                  <a:pt x="1475028" y="239280"/>
                </a:lnTo>
                <a:lnTo>
                  <a:pt x="1488478" y="254711"/>
                </a:lnTo>
                <a:lnTo>
                  <a:pt x="1511338" y="230327"/>
                </a:lnTo>
                <a:close/>
              </a:path>
              <a:path w="1763395" h="434975">
                <a:moveTo>
                  <a:pt x="1705076" y="324904"/>
                </a:moveTo>
                <a:lnTo>
                  <a:pt x="1670888" y="262369"/>
                </a:lnTo>
                <a:lnTo>
                  <a:pt x="1637931" y="204419"/>
                </a:lnTo>
                <a:lnTo>
                  <a:pt x="1612023" y="218135"/>
                </a:lnTo>
                <a:lnTo>
                  <a:pt x="1621370" y="236423"/>
                </a:lnTo>
                <a:lnTo>
                  <a:pt x="1630870" y="254711"/>
                </a:lnTo>
                <a:lnTo>
                  <a:pt x="1640090" y="273037"/>
                </a:lnTo>
                <a:lnTo>
                  <a:pt x="1648599" y="291376"/>
                </a:lnTo>
                <a:lnTo>
                  <a:pt x="1627466" y="291642"/>
                </a:lnTo>
                <a:lnTo>
                  <a:pt x="1544866" y="294424"/>
                </a:lnTo>
                <a:lnTo>
                  <a:pt x="1569732" y="253580"/>
                </a:lnTo>
                <a:lnTo>
                  <a:pt x="1591437" y="216039"/>
                </a:lnTo>
                <a:lnTo>
                  <a:pt x="1609686" y="182206"/>
                </a:lnTo>
                <a:lnTo>
                  <a:pt x="1624215" y="152501"/>
                </a:lnTo>
                <a:lnTo>
                  <a:pt x="1590687" y="138785"/>
                </a:lnTo>
                <a:lnTo>
                  <a:pt x="1573288" y="178295"/>
                </a:lnTo>
                <a:lnTo>
                  <a:pt x="1555584" y="214503"/>
                </a:lnTo>
                <a:lnTo>
                  <a:pt x="1520482" y="277571"/>
                </a:lnTo>
                <a:lnTo>
                  <a:pt x="1496098" y="300520"/>
                </a:lnTo>
                <a:lnTo>
                  <a:pt x="1511338" y="332524"/>
                </a:lnTo>
                <a:lnTo>
                  <a:pt x="1605915" y="322046"/>
                </a:lnTo>
                <a:lnTo>
                  <a:pt x="1662315" y="318808"/>
                </a:lnTo>
                <a:lnTo>
                  <a:pt x="1665363" y="326428"/>
                </a:lnTo>
                <a:lnTo>
                  <a:pt x="1669935" y="334048"/>
                </a:lnTo>
                <a:lnTo>
                  <a:pt x="1672983" y="341668"/>
                </a:lnTo>
                <a:lnTo>
                  <a:pt x="1705076" y="324904"/>
                </a:lnTo>
                <a:close/>
              </a:path>
              <a:path w="1763395" h="434975">
                <a:moveTo>
                  <a:pt x="1762988" y="71628"/>
                </a:moveTo>
                <a:lnTo>
                  <a:pt x="1573923" y="71628"/>
                </a:lnTo>
                <a:lnTo>
                  <a:pt x="1579651" y="57899"/>
                </a:lnTo>
                <a:lnTo>
                  <a:pt x="1585544" y="44005"/>
                </a:lnTo>
                <a:lnTo>
                  <a:pt x="1591703" y="29845"/>
                </a:lnTo>
                <a:lnTo>
                  <a:pt x="1598307" y="15240"/>
                </a:lnTo>
                <a:lnTo>
                  <a:pt x="1564779" y="4572"/>
                </a:lnTo>
                <a:lnTo>
                  <a:pt x="1548688" y="47117"/>
                </a:lnTo>
                <a:lnTo>
                  <a:pt x="1530210" y="87680"/>
                </a:lnTo>
                <a:lnTo>
                  <a:pt x="1509166" y="125958"/>
                </a:lnTo>
                <a:lnTo>
                  <a:pt x="1485430" y="161645"/>
                </a:lnTo>
                <a:lnTo>
                  <a:pt x="1493786" y="167081"/>
                </a:lnTo>
                <a:lnTo>
                  <a:pt x="1507070" y="176263"/>
                </a:lnTo>
                <a:lnTo>
                  <a:pt x="1512862" y="180035"/>
                </a:lnTo>
                <a:lnTo>
                  <a:pt x="1524292" y="163995"/>
                </a:lnTo>
                <a:lnTo>
                  <a:pt x="1535734" y="145846"/>
                </a:lnTo>
                <a:lnTo>
                  <a:pt x="1547190" y="125717"/>
                </a:lnTo>
                <a:lnTo>
                  <a:pt x="1558683" y="103733"/>
                </a:lnTo>
                <a:lnTo>
                  <a:pt x="1727936" y="103733"/>
                </a:lnTo>
                <a:lnTo>
                  <a:pt x="1726374" y="161645"/>
                </a:lnTo>
                <a:lnTo>
                  <a:pt x="1724533" y="223431"/>
                </a:lnTo>
                <a:lnTo>
                  <a:pt x="1722958" y="270941"/>
                </a:lnTo>
                <a:lnTo>
                  <a:pt x="1721396" y="314642"/>
                </a:lnTo>
                <a:lnTo>
                  <a:pt x="1718627" y="357530"/>
                </a:lnTo>
                <a:lnTo>
                  <a:pt x="1692071" y="391096"/>
                </a:lnTo>
                <a:lnTo>
                  <a:pt x="1666887" y="393585"/>
                </a:lnTo>
                <a:lnTo>
                  <a:pt x="1648282" y="393293"/>
                </a:lnTo>
                <a:lnTo>
                  <a:pt x="1628978" y="392442"/>
                </a:lnTo>
                <a:lnTo>
                  <a:pt x="1608797" y="391007"/>
                </a:lnTo>
                <a:lnTo>
                  <a:pt x="1587639" y="389013"/>
                </a:lnTo>
                <a:lnTo>
                  <a:pt x="1590535" y="399034"/>
                </a:lnTo>
                <a:lnTo>
                  <a:pt x="1592592" y="408635"/>
                </a:lnTo>
                <a:lnTo>
                  <a:pt x="1594065" y="417944"/>
                </a:lnTo>
                <a:lnTo>
                  <a:pt x="1595259" y="427113"/>
                </a:lnTo>
                <a:lnTo>
                  <a:pt x="1614398" y="427990"/>
                </a:lnTo>
                <a:lnTo>
                  <a:pt x="1632978" y="428447"/>
                </a:lnTo>
                <a:lnTo>
                  <a:pt x="1668411" y="428637"/>
                </a:lnTo>
                <a:lnTo>
                  <a:pt x="1689608" y="427723"/>
                </a:lnTo>
                <a:lnTo>
                  <a:pt x="1732508" y="411873"/>
                </a:lnTo>
                <a:lnTo>
                  <a:pt x="1751799" y="370420"/>
                </a:lnTo>
                <a:lnTo>
                  <a:pt x="1755648" y="300520"/>
                </a:lnTo>
                <a:lnTo>
                  <a:pt x="1757197" y="254711"/>
                </a:lnTo>
                <a:lnTo>
                  <a:pt x="1761998" y="103733"/>
                </a:lnTo>
                <a:lnTo>
                  <a:pt x="1762988" y="7162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2" name="object 11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49928" y="6339554"/>
            <a:ext cx="109823" cy="109823"/>
          </a:xfrm>
          <a:prstGeom prst="rect">
            <a:avLst/>
          </a:prstGeom>
        </p:spPr>
      </p:pic>
      <p:sp>
        <p:nvSpPr>
          <p:cNvPr id="113" name="object 113" descr=""/>
          <p:cNvSpPr/>
          <p:nvPr/>
        </p:nvSpPr>
        <p:spPr>
          <a:xfrm>
            <a:off x="1332738" y="6225698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1332725" y="62257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90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619338" y="6225679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90">
                <a:moveTo>
                  <a:pt x="218122" y="0"/>
                </a:moveTo>
                <a:lnTo>
                  <a:pt x="0" y="0"/>
                </a:lnTo>
                <a:lnTo>
                  <a:pt x="0" y="33020"/>
                </a:lnTo>
                <a:lnTo>
                  <a:pt x="90017" y="33020"/>
                </a:lnTo>
                <a:lnTo>
                  <a:pt x="90017" y="313690"/>
                </a:lnTo>
                <a:lnTo>
                  <a:pt x="128117" y="313690"/>
                </a:lnTo>
                <a:lnTo>
                  <a:pt x="128117" y="33020"/>
                </a:lnTo>
                <a:lnTo>
                  <a:pt x="218122" y="33020"/>
                </a:lnTo>
                <a:lnTo>
                  <a:pt x="21812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886330" y="6225159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0" y="42767"/>
                </a:lnTo>
                <a:lnTo>
                  <a:pt x="35052" y="42767"/>
                </a:lnTo>
                <a:lnTo>
                  <a:pt x="35290" y="53363"/>
                </a:lnTo>
                <a:lnTo>
                  <a:pt x="35861" y="68484"/>
                </a:lnTo>
                <a:lnTo>
                  <a:pt x="36337" y="83700"/>
                </a:lnTo>
                <a:lnTo>
                  <a:pt x="36576" y="103727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285" y="256317"/>
                </a:moveTo>
                <a:lnTo>
                  <a:pt x="161639" y="256317"/>
                </a:lnTo>
                <a:lnTo>
                  <a:pt x="165949" y="244523"/>
                </a:lnTo>
                <a:lnTo>
                  <a:pt x="169830" y="234326"/>
                </a:lnTo>
                <a:lnTo>
                  <a:pt x="173426" y="225577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6702" y="42767"/>
                </a:lnTo>
                <a:lnTo>
                  <a:pt x="284410" y="52482"/>
                </a:lnTo>
                <a:lnTo>
                  <a:pt x="282068" y="61055"/>
                </a:lnTo>
                <a:lnTo>
                  <a:pt x="279844" y="67841"/>
                </a:lnTo>
                <a:lnTo>
                  <a:pt x="277558" y="73247"/>
                </a:lnTo>
                <a:lnTo>
                  <a:pt x="195285" y="256317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4771"/>
                </a:lnTo>
                <a:lnTo>
                  <a:pt x="41910" y="68484"/>
                </a:lnTo>
                <a:lnTo>
                  <a:pt x="39573" y="60864"/>
                </a:lnTo>
                <a:lnTo>
                  <a:pt x="37332" y="52458"/>
                </a:lnTo>
                <a:lnTo>
                  <a:pt x="35052" y="42767"/>
                </a:lnTo>
                <a:lnTo>
                  <a:pt x="67480" y="42767"/>
                </a:lnTo>
                <a:lnTo>
                  <a:pt x="144875" y="219646"/>
                </a:lnTo>
                <a:lnTo>
                  <a:pt x="150256" y="231363"/>
                </a:lnTo>
                <a:lnTo>
                  <a:pt x="154781" y="241375"/>
                </a:lnTo>
                <a:lnTo>
                  <a:pt x="158162" y="249690"/>
                </a:lnTo>
                <a:lnTo>
                  <a:pt x="160115" y="256317"/>
                </a:lnTo>
                <a:lnTo>
                  <a:pt x="195285" y="256317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344"/>
                </a:lnTo>
                <a:lnTo>
                  <a:pt x="284653" y="74771"/>
                </a:lnTo>
                <a:lnTo>
                  <a:pt x="285583" y="59578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2290470" y="6225540"/>
            <a:ext cx="161925" cy="313690"/>
          </a:xfrm>
          <a:custGeom>
            <a:avLst/>
            <a:gdLst/>
            <a:ahLst/>
            <a:cxnLst/>
            <a:rect l="l" t="t" r="r" b="b"/>
            <a:pathLst>
              <a:path w="161925" h="313690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1645" y="313690"/>
                </a:lnTo>
                <a:lnTo>
                  <a:pt x="161645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2607653" y="6164198"/>
            <a:ext cx="1758314" cy="438150"/>
          </a:xfrm>
          <a:custGeom>
            <a:avLst/>
            <a:gdLst/>
            <a:ahLst/>
            <a:cxnLst/>
            <a:rect l="l" t="t" r="r" b="b"/>
            <a:pathLst>
              <a:path w="1758314" h="438150">
                <a:moveTo>
                  <a:pt x="378244" y="276034"/>
                </a:moveTo>
                <a:lnTo>
                  <a:pt x="218033" y="276034"/>
                </a:lnTo>
                <a:lnTo>
                  <a:pt x="218033" y="234886"/>
                </a:lnTo>
                <a:lnTo>
                  <a:pt x="304990" y="234886"/>
                </a:lnTo>
                <a:lnTo>
                  <a:pt x="304990" y="250126"/>
                </a:lnTo>
                <a:lnTo>
                  <a:pt x="336994" y="250126"/>
                </a:lnTo>
                <a:lnTo>
                  <a:pt x="336994" y="234886"/>
                </a:lnTo>
                <a:lnTo>
                  <a:pt x="336994" y="207454"/>
                </a:lnTo>
                <a:lnTo>
                  <a:pt x="336994" y="167741"/>
                </a:lnTo>
                <a:lnTo>
                  <a:pt x="336994" y="138785"/>
                </a:lnTo>
                <a:lnTo>
                  <a:pt x="304990" y="138785"/>
                </a:lnTo>
                <a:lnTo>
                  <a:pt x="304990" y="167741"/>
                </a:lnTo>
                <a:lnTo>
                  <a:pt x="304990" y="207454"/>
                </a:lnTo>
                <a:lnTo>
                  <a:pt x="96113" y="207454"/>
                </a:lnTo>
                <a:lnTo>
                  <a:pt x="96113" y="167741"/>
                </a:lnTo>
                <a:lnTo>
                  <a:pt x="304990" y="167741"/>
                </a:lnTo>
                <a:lnTo>
                  <a:pt x="304990" y="138785"/>
                </a:lnTo>
                <a:lnTo>
                  <a:pt x="64008" y="138785"/>
                </a:lnTo>
                <a:lnTo>
                  <a:pt x="64008" y="250126"/>
                </a:lnTo>
                <a:lnTo>
                  <a:pt x="96113" y="250126"/>
                </a:lnTo>
                <a:lnTo>
                  <a:pt x="96113" y="234886"/>
                </a:lnTo>
                <a:lnTo>
                  <a:pt x="182981" y="234886"/>
                </a:lnTo>
                <a:lnTo>
                  <a:pt x="182981" y="276034"/>
                </a:lnTo>
                <a:lnTo>
                  <a:pt x="25908" y="276034"/>
                </a:lnTo>
                <a:lnTo>
                  <a:pt x="25908" y="401104"/>
                </a:lnTo>
                <a:lnTo>
                  <a:pt x="59436" y="401104"/>
                </a:lnTo>
                <a:lnTo>
                  <a:pt x="59436" y="304990"/>
                </a:lnTo>
                <a:lnTo>
                  <a:pt x="182981" y="304990"/>
                </a:lnTo>
                <a:lnTo>
                  <a:pt x="182981" y="434733"/>
                </a:lnTo>
                <a:lnTo>
                  <a:pt x="218033" y="434733"/>
                </a:lnTo>
                <a:lnTo>
                  <a:pt x="218033" y="304990"/>
                </a:lnTo>
                <a:lnTo>
                  <a:pt x="344614" y="304990"/>
                </a:lnTo>
                <a:lnTo>
                  <a:pt x="344614" y="346240"/>
                </a:lnTo>
                <a:lnTo>
                  <a:pt x="342900" y="356476"/>
                </a:lnTo>
                <a:lnTo>
                  <a:pt x="337756" y="364147"/>
                </a:lnTo>
                <a:lnTo>
                  <a:pt x="329184" y="368960"/>
                </a:lnTo>
                <a:lnTo>
                  <a:pt x="317182" y="370624"/>
                </a:lnTo>
                <a:lnTo>
                  <a:pt x="305473" y="370357"/>
                </a:lnTo>
                <a:lnTo>
                  <a:pt x="293179" y="369671"/>
                </a:lnTo>
                <a:lnTo>
                  <a:pt x="266890" y="367576"/>
                </a:lnTo>
                <a:lnTo>
                  <a:pt x="269151" y="376453"/>
                </a:lnTo>
                <a:lnTo>
                  <a:pt x="271272" y="384911"/>
                </a:lnTo>
                <a:lnTo>
                  <a:pt x="273100" y="393077"/>
                </a:lnTo>
                <a:lnTo>
                  <a:pt x="274510" y="401104"/>
                </a:lnTo>
                <a:lnTo>
                  <a:pt x="324802" y="401104"/>
                </a:lnTo>
                <a:lnTo>
                  <a:pt x="348576" y="397954"/>
                </a:lnTo>
                <a:lnTo>
                  <a:pt x="365239" y="388531"/>
                </a:lnTo>
                <a:lnTo>
                  <a:pt x="375031" y="372808"/>
                </a:lnTo>
                <a:lnTo>
                  <a:pt x="375348" y="370624"/>
                </a:lnTo>
                <a:lnTo>
                  <a:pt x="378244" y="350812"/>
                </a:lnTo>
                <a:lnTo>
                  <a:pt x="378244" y="304990"/>
                </a:lnTo>
                <a:lnTo>
                  <a:pt x="378244" y="276034"/>
                </a:lnTo>
                <a:close/>
              </a:path>
              <a:path w="1758314" h="438150">
                <a:moveTo>
                  <a:pt x="399580" y="79248"/>
                </a:moveTo>
                <a:lnTo>
                  <a:pt x="298894" y="79248"/>
                </a:lnTo>
                <a:lnTo>
                  <a:pt x="316661" y="67818"/>
                </a:lnTo>
                <a:lnTo>
                  <a:pt x="333565" y="56388"/>
                </a:lnTo>
                <a:lnTo>
                  <a:pt x="349897" y="44958"/>
                </a:lnTo>
                <a:lnTo>
                  <a:pt x="365950" y="33528"/>
                </a:lnTo>
                <a:lnTo>
                  <a:pt x="340042" y="7620"/>
                </a:lnTo>
                <a:lnTo>
                  <a:pt x="323761" y="20193"/>
                </a:lnTo>
                <a:lnTo>
                  <a:pt x="306895" y="32766"/>
                </a:lnTo>
                <a:lnTo>
                  <a:pt x="289471" y="45339"/>
                </a:lnTo>
                <a:lnTo>
                  <a:pt x="271462" y="57912"/>
                </a:lnTo>
                <a:lnTo>
                  <a:pt x="289750" y="79248"/>
                </a:lnTo>
                <a:lnTo>
                  <a:pt x="216509" y="79248"/>
                </a:lnTo>
                <a:lnTo>
                  <a:pt x="216509" y="3048"/>
                </a:lnTo>
                <a:lnTo>
                  <a:pt x="181457" y="3048"/>
                </a:lnTo>
                <a:lnTo>
                  <a:pt x="181457" y="79248"/>
                </a:lnTo>
                <a:lnTo>
                  <a:pt x="105257" y="79248"/>
                </a:lnTo>
                <a:lnTo>
                  <a:pt x="128117" y="54864"/>
                </a:lnTo>
                <a:lnTo>
                  <a:pt x="111213" y="42583"/>
                </a:lnTo>
                <a:lnTo>
                  <a:pt x="94729" y="30861"/>
                </a:lnTo>
                <a:lnTo>
                  <a:pt x="78524" y="19723"/>
                </a:lnTo>
                <a:lnTo>
                  <a:pt x="62484" y="9144"/>
                </a:lnTo>
                <a:lnTo>
                  <a:pt x="41148" y="32004"/>
                </a:lnTo>
                <a:lnTo>
                  <a:pt x="57124" y="43459"/>
                </a:lnTo>
                <a:lnTo>
                  <a:pt x="72974" y="55054"/>
                </a:lnTo>
                <a:lnTo>
                  <a:pt x="88557" y="66941"/>
                </a:lnTo>
                <a:lnTo>
                  <a:pt x="103733" y="79248"/>
                </a:lnTo>
                <a:lnTo>
                  <a:pt x="0" y="79248"/>
                </a:lnTo>
                <a:lnTo>
                  <a:pt x="0" y="157073"/>
                </a:lnTo>
                <a:lnTo>
                  <a:pt x="33528" y="157073"/>
                </a:lnTo>
                <a:lnTo>
                  <a:pt x="33528" y="109829"/>
                </a:lnTo>
                <a:lnTo>
                  <a:pt x="364426" y="109829"/>
                </a:lnTo>
                <a:lnTo>
                  <a:pt x="364426" y="157073"/>
                </a:lnTo>
                <a:lnTo>
                  <a:pt x="399580" y="157073"/>
                </a:lnTo>
                <a:lnTo>
                  <a:pt x="399580" y="109829"/>
                </a:lnTo>
                <a:lnTo>
                  <a:pt x="399580" y="79248"/>
                </a:lnTo>
                <a:close/>
              </a:path>
              <a:path w="1758314" h="438150">
                <a:moveTo>
                  <a:pt x="838771" y="28956"/>
                </a:moveTo>
                <a:lnTo>
                  <a:pt x="803719" y="28956"/>
                </a:lnTo>
                <a:lnTo>
                  <a:pt x="803719" y="60960"/>
                </a:lnTo>
                <a:lnTo>
                  <a:pt x="803719" y="141833"/>
                </a:lnTo>
                <a:lnTo>
                  <a:pt x="803719" y="173837"/>
                </a:lnTo>
                <a:lnTo>
                  <a:pt x="803719" y="256222"/>
                </a:lnTo>
                <a:lnTo>
                  <a:pt x="675614" y="256222"/>
                </a:lnTo>
                <a:lnTo>
                  <a:pt x="675614" y="173837"/>
                </a:lnTo>
                <a:lnTo>
                  <a:pt x="803719" y="173837"/>
                </a:lnTo>
                <a:lnTo>
                  <a:pt x="803719" y="141833"/>
                </a:lnTo>
                <a:lnTo>
                  <a:pt x="675614" y="141833"/>
                </a:lnTo>
                <a:lnTo>
                  <a:pt x="675614" y="60960"/>
                </a:lnTo>
                <a:lnTo>
                  <a:pt x="803719" y="60960"/>
                </a:lnTo>
                <a:lnTo>
                  <a:pt x="803719" y="28956"/>
                </a:lnTo>
                <a:lnTo>
                  <a:pt x="640461" y="28956"/>
                </a:lnTo>
                <a:lnTo>
                  <a:pt x="640461" y="60960"/>
                </a:lnTo>
                <a:lnTo>
                  <a:pt x="640461" y="141833"/>
                </a:lnTo>
                <a:lnTo>
                  <a:pt x="640461" y="173837"/>
                </a:lnTo>
                <a:lnTo>
                  <a:pt x="640461" y="256222"/>
                </a:lnTo>
                <a:lnTo>
                  <a:pt x="515493" y="256222"/>
                </a:lnTo>
                <a:lnTo>
                  <a:pt x="516369" y="235635"/>
                </a:lnTo>
                <a:lnTo>
                  <a:pt x="516826" y="215036"/>
                </a:lnTo>
                <a:lnTo>
                  <a:pt x="516991" y="194424"/>
                </a:lnTo>
                <a:lnTo>
                  <a:pt x="517017" y="173837"/>
                </a:lnTo>
                <a:lnTo>
                  <a:pt x="640461" y="173837"/>
                </a:lnTo>
                <a:lnTo>
                  <a:pt x="640461" y="141833"/>
                </a:lnTo>
                <a:lnTo>
                  <a:pt x="517017" y="141833"/>
                </a:lnTo>
                <a:lnTo>
                  <a:pt x="517017" y="60960"/>
                </a:lnTo>
                <a:lnTo>
                  <a:pt x="640461" y="60960"/>
                </a:lnTo>
                <a:lnTo>
                  <a:pt x="640461" y="28956"/>
                </a:lnTo>
                <a:lnTo>
                  <a:pt x="481863" y="28956"/>
                </a:lnTo>
                <a:lnTo>
                  <a:pt x="481863" y="184505"/>
                </a:lnTo>
                <a:lnTo>
                  <a:pt x="481291" y="225450"/>
                </a:lnTo>
                <a:lnTo>
                  <a:pt x="476719" y="292442"/>
                </a:lnTo>
                <a:lnTo>
                  <a:pt x="466102" y="342506"/>
                </a:lnTo>
                <a:lnTo>
                  <a:pt x="446582" y="387604"/>
                </a:lnTo>
                <a:lnTo>
                  <a:pt x="433095" y="408724"/>
                </a:lnTo>
                <a:lnTo>
                  <a:pt x="440575" y="416521"/>
                </a:lnTo>
                <a:lnTo>
                  <a:pt x="447192" y="423862"/>
                </a:lnTo>
                <a:lnTo>
                  <a:pt x="453250" y="430898"/>
                </a:lnTo>
                <a:lnTo>
                  <a:pt x="459003" y="437781"/>
                </a:lnTo>
                <a:lnTo>
                  <a:pt x="479564" y="406006"/>
                </a:lnTo>
                <a:lnTo>
                  <a:pt x="495401" y="370243"/>
                </a:lnTo>
                <a:lnTo>
                  <a:pt x="506412" y="330479"/>
                </a:lnTo>
                <a:lnTo>
                  <a:pt x="512445" y="286702"/>
                </a:lnTo>
                <a:lnTo>
                  <a:pt x="640461" y="286702"/>
                </a:lnTo>
                <a:lnTo>
                  <a:pt x="640461" y="427101"/>
                </a:lnTo>
                <a:lnTo>
                  <a:pt x="675614" y="427101"/>
                </a:lnTo>
                <a:lnTo>
                  <a:pt x="675614" y="286702"/>
                </a:lnTo>
                <a:lnTo>
                  <a:pt x="803719" y="286702"/>
                </a:lnTo>
                <a:lnTo>
                  <a:pt x="803719" y="367576"/>
                </a:lnTo>
                <a:lnTo>
                  <a:pt x="802005" y="379336"/>
                </a:lnTo>
                <a:lnTo>
                  <a:pt x="796848" y="387388"/>
                </a:lnTo>
                <a:lnTo>
                  <a:pt x="788250" y="392010"/>
                </a:lnTo>
                <a:lnTo>
                  <a:pt x="776528" y="393446"/>
                </a:lnTo>
                <a:lnTo>
                  <a:pt x="763663" y="393433"/>
                </a:lnTo>
                <a:lnTo>
                  <a:pt x="749147" y="393103"/>
                </a:lnTo>
                <a:lnTo>
                  <a:pt x="732904" y="392201"/>
                </a:lnTo>
                <a:lnTo>
                  <a:pt x="715238" y="390436"/>
                </a:lnTo>
                <a:lnTo>
                  <a:pt x="717257" y="401307"/>
                </a:lnTo>
                <a:lnTo>
                  <a:pt x="718858" y="411060"/>
                </a:lnTo>
                <a:lnTo>
                  <a:pt x="721334" y="427101"/>
                </a:lnTo>
                <a:lnTo>
                  <a:pt x="739978" y="427990"/>
                </a:lnTo>
                <a:lnTo>
                  <a:pt x="757339" y="428447"/>
                </a:lnTo>
                <a:lnTo>
                  <a:pt x="790003" y="428637"/>
                </a:lnTo>
                <a:lnTo>
                  <a:pt x="811123" y="425450"/>
                </a:lnTo>
                <a:lnTo>
                  <a:pt x="826389" y="415823"/>
                </a:lnTo>
                <a:lnTo>
                  <a:pt x="835647" y="399618"/>
                </a:lnTo>
                <a:lnTo>
                  <a:pt x="836485" y="393484"/>
                </a:lnTo>
                <a:lnTo>
                  <a:pt x="838771" y="376720"/>
                </a:lnTo>
                <a:lnTo>
                  <a:pt x="838771" y="286702"/>
                </a:lnTo>
                <a:lnTo>
                  <a:pt x="838771" y="256222"/>
                </a:lnTo>
                <a:lnTo>
                  <a:pt x="838771" y="173837"/>
                </a:lnTo>
                <a:lnTo>
                  <a:pt x="838771" y="141833"/>
                </a:lnTo>
                <a:lnTo>
                  <a:pt x="838771" y="60960"/>
                </a:lnTo>
                <a:lnTo>
                  <a:pt x="838771" y="28956"/>
                </a:lnTo>
                <a:close/>
              </a:path>
              <a:path w="1758314" h="438150">
                <a:moveTo>
                  <a:pt x="1267307" y="32004"/>
                </a:moveTo>
                <a:lnTo>
                  <a:pt x="927163" y="32004"/>
                </a:lnTo>
                <a:lnTo>
                  <a:pt x="927163" y="64008"/>
                </a:lnTo>
                <a:lnTo>
                  <a:pt x="1267307" y="64008"/>
                </a:lnTo>
                <a:lnTo>
                  <a:pt x="1267307" y="32004"/>
                </a:lnTo>
                <a:close/>
              </a:path>
              <a:path w="1758314" h="438150">
                <a:moveTo>
                  <a:pt x="1314551" y="308051"/>
                </a:moveTo>
                <a:lnTo>
                  <a:pt x="1304518" y="305739"/>
                </a:lnTo>
                <a:lnTo>
                  <a:pt x="1294930" y="303288"/>
                </a:lnTo>
                <a:lnTo>
                  <a:pt x="1285608" y="300545"/>
                </a:lnTo>
                <a:lnTo>
                  <a:pt x="1276451" y="297383"/>
                </a:lnTo>
                <a:lnTo>
                  <a:pt x="1275067" y="315772"/>
                </a:lnTo>
                <a:lnTo>
                  <a:pt x="1273403" y="332130"/>
                </a:lnTo>
                <a:lnTo>
                  <a:pt x="1271727" y="346735"/>
                </a:lnTo>
                <a:lnTo>
                  <a:pt x="1270355" y="359956"/>
                </a:lnTo>
                <a:lnTo>
                  <a:pt x="1266355" y="372833"/>
                </a:lnTo>
                <a:lnTo>
                  <a:pt x="1258925" y="381863"/>
                </a:lnTo>
                <a:lnTo>
                  <a:pt x="1248067" y="387172"/>
                </a:lnTo>
                <a:lnTo>
                  <a:pt x="1233779" y="388912"/>
                </a:lnTo>
                <a:lnTo>
                  <a:pt x="1195578" y="388912"/>
                </a:lnTo>
                <a:lnTo>
                  <a:pt x="1184452" y="387223"/>
                </a:lnTo>
                <a:lnTo>
                  <a:pt x="1176337" y="382244"/>
                </a:lnTo>
                <a:lnTo>
                  <a:pt x="1171359" y="374129"/>
                </a:lnTo>
                <a:lnTo>
                  <a:pt x="1169670" y="363004"/>
                </a:lnTo>
                <a:lnTo>
                  <a:pt x="1169670" y="192125"/>
                </a:lnTo>
                <a:lnTo>
                  <a:pt x="1308455" y="192125"/>
                </a:lnTo>
                <a:lnTo>
                  <a:pt x="1308455" y="158597"/>
                </a:lnTo>
                <a:lnTo>
                  <a:pt x="884491" y="158597"/>
                </a:lnTo>
                <a:lnTo>
                  <a:pt x="884491" y="192125"/>
                </a:lnTo>
                <a:lnTo>
                  <a:pt x="1006513" y="192125"/>
                </a:lnTo>
                <a:lnTo>
                  <a:pt x="1006513" y="207467"/>
                </a:lnTo>
                <a:lnTo>
                  <a:pt x="1000417" y="277190"/>
                </a:lnTo>
                <a:lnTo>
                  <a:pt x="980605" y="326428"/>
                </a:lnTo>
                <a:lnTo>
                  <a:pt x="942682" y="366623"/>
                </a:lnTo>
                <a:lnTo>
                  <a:pt x="878395" y="405676"/>
                </a:lnTo>
                <a:lnTo>
                  <a:pt x="884377" y="410857"/>
                </a:lnTo>
                <a:lnTo>
                  <a:pt x="890778" y="417347"/>
                </a:lnTo>
                <a:lnTo>
                  <a:pt x="897470" y="425259"/>
                </a:lnTo>
                <a:lnTo>
                  <a:pt x="904303" y="434733"/>
                </a:lnTo>
                <a:lnTo>
                  <a:pt x="942962" y="412889"/>
                </a:lnTo>
                <a:lnTo>
                  <a:pt x="974305" y="390639"/>
                </a:lnTo>
                <a:lnTo>
                  <a:pt x="1015657" y="343192"/>
                </a:lnTo>
                <a:lnTo>
                  <a:pt x="1036231" y="287121"/>
                </a:lnTo>
                <a:lnTo>
                  <a:pt x="1043025" y="207467"/>
                </a:lnTo>
                <a:lnTo>
                  <a:pt x="1043089" y="192125"/>
                </a:lnTo>
                <a:lnTo>
                  <a:pt x="1133094" y="192125"/>
                </a:lnTo>
                <a:lnTo>
                  <a:pt x="1133170" y="366623"/>
                </a:lnTo>
                <a:lnTo>
                  <a:pt x="1146810" y="406488"/>
                </a:lnTo>
                <a:lnTo>
                  <a:pt x="1187958" y="419493"/>
                </a:lnTo>
                <a:lnTo>
                  <a:pt x="1241399" y="419493"/>
                </a:lnTo>
                <a:lnTo>
                  <a:pt x="1265974" y="416585"/>
                </a:lnTo>
                <a:lnTo>
                  <a:pt x="1284833" y="407822"/>
                </a:lnTo>
                <a:lnTo>
                  <a:pt x="1297978" y="393052"/>
                </a:lnTo>
                <a:lnTo>
                  <a:pt x="1299438" y="388912"/>
                </a:lnTo>
                <a:lnTo>
                  <a:pt x="1305407" y="372148"/>
                </a:lnTo>
                <a:lnTo>
                  <a:pt x="1307693" y="358711"/>
                </a:lnTo>
                <a:lnTo>
                  <a:pt x="1309979" y="343560"/>
                </a:lnTo>
                <a:lnTo>
                  <a:pt x="1312265" y="326669"/>
                </a:lnTo>
                <a:lnTo>
                  <a:pt x="1314551" y="308051"/>
                </a:lnTo>
                <a:close/>
              </a:path>
              <a:path w="1758314" h="438150">
                <a:moveTo>
                  <a:pt x="1470088" y="359956"/>
                </a:moveTo>
                <a:lnTo>
                  <a:pt x="1448752" y="335572"/>
                </a:lnTo>
                <a:lnTo>
                  <a:pt x="1417624" y="354736"/>
                </a:lnTo>
                <a:lnTo>
                  <a:pt x="1388351" y="371195"/>
                </a:lnTo>
                <a:lnTo>
                  <a:pt x="1361059" y="385076"/>
                </a:lnTo>
                <a:lnTo>
                  <a:pt x="1335874" y="396532"/>
                </a:lnTo>
                <a:lnTo>
                  <a:pt x="1346250" y="412775"/>
                </a:lnTo>
                <a:lnTo>
                  <a:pt x="1350543" y="419544"/>
                </a:lnTo>
                <a:lnTo>
                  <a:pt x="1354264" y="425589"/>
                </a:lnTo>
                <a:lnTo>
                  <a:pt x="1380286" y="412076"/>
                </a:lnTo>
                <a:lnTo>
                  <a:pt x="1408176" y="396735"/>
                </a:lnTo>
                <a:lnTo>
                  <a:pt x="1438059" y="379412"/>
                </a:lnTo>
                <a:lnTo>
                  <a:pt x="1470088" y="359956"/>
                </a:lnTo>
                <a:close/>
              </a:path>
              <a:path w="1758314" h="438150">
                <a:moveTo>
                  <a:pt x="1743075" y="395008"/>
                </a:moveTo>
                <a:lnTo>
                  <a:pt x="1698955" y="371246"/>
                </a:lnTo>
                <a:lnTo>
                  <a:pt x="1653070" y="346570"/>
                </a:lnTo>
                <a:lnTo>
                  <a:pt x="1628775" y="334048"/>
                </a:lnTo>
                <a:lnTo>
                  <a:pt x="1608861" y="356908"/>
                </a:lnTo>
                <a:lnTo>
                  <a:pt x="1634578" y="371195"/>
                </a:lnTo>
                <a:lnTo>
                  <a:pt x="1661718" y="387019"/>
                </a:lnTo>
                <a:lnTo>
                  <a:pt x="1690192" y="404520"/>
                </a:lnTo>
                <a:lnTo>
                  <a:pt x="1720215" y="424065"/>
                </a:lnTo>
                <a:lnTo>
                  <a:pt x="1743075" y="395008"/>
                </a:lnTo>
                <a:close/>
              </a:path>
              <a:path w="1758314" h="438150">
                <a:moveTo>
                  <a:pt x="1758315" y="152501"/>
                </a:moveTo>
                <a:lnTo>
                  <a:pt x="1563141" y="152501"/>
                </a:lnTo>
                <a:lnTo>
                  <a:pt x="1563141" y="122021"/>
                </a:lnTo>
                <a:lnTo>
                  <a:pt x="1711071" y="122021"/>
                </a:lnTo>
                <a:lnTo>
                  <a:pt x="1711071" y="94488"/>
                </a:lnTo>
                <a:lnTo>
                  <a:pt x="1563141" y="94488"/>
                </a:lnTo>
                <a:lnTo>
                  <a:pt x="1563141" y="65532"/>
                </a:lnTo>
                <a:lnTo>
                  <a:pt x="1741551" y="65532"/>
                </a:lnTo>
                <a:lnTo>
                  <a:pt x="1741551" y="38100"/>
                </a:lnTo>
                <a:lnTo>
                  <a:pt x="1563141" y="38100"/>
                </a:lnTo>
                <a:lnTo>
                  <a:pt x="1563141" y="0"/>
                </a:lnTo>
                <a:lnTo>
                  <a:pt x="1528089" y="0"/>
                </a:lnTo>
                <a:lnTo>
                  <a:pt x="1528089" y="38100"/>
                </a:lnTo>
                <a:lnTo>
                  <a:pt x="1351216" y="38100"/>
                </a:lnTo>
                <a:lnTo>
                  <a:pt x="1351216" y="65532"/>
                </a:lnTo>
                <a:lnTo>
                  <a:pt x="1528089" y="65532"/>
                </a:lnTo>
                <a:lnTo>
                  <a:pt x="1528089" y="94488"/>
                </a:lnTo>
                <a:lnTo>
                  <a:pt x="1375600" y="94488"/>
                </a:lnTo>
                <a:lnTo>
                  <a:pt x="1375600" y="122021"/>
                </a:lnTo>
                <a:lnTo>
                  <a:pt x="1528089" y="122021"/>
                </a:lnTo>
                <a:lnTo>
                  <a:pt x="1528089" y="152501"/>
                </a:lnTo>
                <a:lnTo>
                  <a:pt x="1334350" y="152501"/>
                </a:lnTo>
                <a:lnTo>
                  <a:pt x="1334350" y="179933"/>
                </a:lnTo>
                <a:lnTo>
                  <a:pt x="1468564" y="179933"/>
                </a:lnTo>
                <a:lnTo>
                  <a:pt x="1455724" y="187667"/>
                </a:lnTo>
                <a:lnTo>
                  <a:pt x="1415224" y="208978"/>
                </a:lnTo>
                <a:lnTo>
                  <a:pt x="1374076" y="222694"/>
                </a:lnTo>
                <a:lnTo>
                  <a:pt x="1389316" y="254711"/>
                </a:lnTo>
                <a:lnTo>
                  <a:pt x="1422844" y="250139"/>
                </a:lnTo>
                <a:lnTo>
                  <a:pt x="1445145" y="248729"/>
                </a:lnTo>
                <a:lnTo>
                  <a:pt x="1518945" y="242519"/>
                </a:lnTo>
                <a:lnTo>
                  <a:pt x="1472234" y="262902"/>
                </a:lnTo>
                <a:lnTo>
                  <a:pt x="1424368" y="282143"/>
                </a:lnTo>
                <a:lnTo>
                  <a:pt x="1382153" y="294563"/>
                </a:lnTo>
                <a:lnTo>
                  <a:pt x="1366456" y="297383"/>
                </a:lnTo>
                <a:lnTo>
                  <a:pt x="1383220" y="332524"/>
                </a:lnTo>
                <a:lnTo>
                  <a:pt x="1435036" y="326428"/>
                </a:lnTo>
                <a:lnTo>
                  <a:pt x="1534185" y="321856"/>
                </a:lnTo>
                <a:lnTo>
                  <a:pt x="1534185" y="372148"/>
                </a:lnTo>
                <a:lnTo>
                  <a:pt x="1532470" y="382155"/>
                </a:lnTo>
                <a:lnTo>
                  <a:pt x="1527327" y="389293"/>
                </a:lnTo>
                <a:lnTo>
                  <a:pt x="1518754" y="393585"/>
                </a:lnTo>
                <a:lnTo>
                  <a:pt x="1506753" y="395008"/>
                </a:lnTo>
                <a:lnTo>
                  <a:pt x="1496745" y="394728"/>
                </a:lnTo>
                <a:lnTo>
                  <a:pt x="1484998" y="393865"/>
                </a:lnTo>
                <a:lnTo>
                  <a:pt x="1471536" y="392442"/>
                </a:lnTo>
                <a:lnTo>
                  <a:pt x="1456372" y="390436"/>
                </a:lnTo>
                <a:lnTo>
                  <a:pt x="1458391" y="400456"/>
                </a:lnTo>
                <a:lnTo>
                  <a:pt x="1459992" y="409917"/>
                </a:lnTo>
                <a:lnTo>
                  <a:pt x="1461300" y="418807"/>
                </a:lnTo>
                <a:lnTo>
                  <a:pt x="1462468" y="427113"/>
                </a:lnTo>
                <a:lnTo>
                  <a:pt x="1514373" y="427113"/>
                </a:lnTo>
                <a:lnTo>
                  <a:pt x="1555521" y="414299"/>
                </a:lnTo>
                <a:lnTo>
                  <a:pt x="1569237" y="375196"/>
                </a:lnTo>
                <a:lnTo>
                  <a:pt x="1569237" y="321856"/>
                </a:lnTo>
                <a:lnTo>
                  <a:pt x="1569237" y="320332"/>
                </a:lnTo>
                <a:lnTo>
                  <a:pt x="1655902" y="316255"/>
                </a:lnTo>
                <a:lnTo>
                  <a:pt x="1688211" y="314236"/>
                </a:lnTo>
                <a:lnTo>
                  <a:pt x="1695043" y="321119"/>
                </a:lnTo>
                <a:lnTo>
                  <a:pt x="1701736" y="328142"/>
                </a:lnTo>
                <a:lnTo>
                  <a:pt x="1708137" y="335457"/>
                </a:lnTo>
                <a:lnTo>
                  <a:pt x="1714119" y="343192"/>
                </a:lnTo>
                <a:lnTo>
                  <a:pt x="1722450" y="334645"/>
                </a:lnTo>
                <a:lnTo>
                  <a:pt x="1729359" y="327380"/>
                </a:lnTo>
                <a:lnTo>
                  <a:pt x="1735124" y="321551"/>
                </a:lnTo>
                <a:lnTo>
                  <a:pt x="1740027" y="317284"/>
                </a:lnTo>
                <a:lnTo>
                  <a:pt x="1736864" y="314236"/>
                </a:lnTo>
                <a:lnTo>
                  <a:pt x="1724126" y="301955"/>
                </a:lnTo>
                <a:lnTo>
                  <a:pt x="1719529" y="297510"/>
                </a:lnTo>
                <a:lnTo>
                  <a:pt x="1697164" y="277190"/>
                </a:lnTo>
                <a:lnTo>
                  <a:pt x="1673377" y="256324"/>
                </a:lnTo>
                <a:lnTo>
                  <a:pt x="1648587" y="234886"/>
                </a:lnTo>
                <a:lnTo>
                  <a:pt x="1625727" y="254711"/>
                </a:lnTo>
                <a:lnTo>
                  <a:pt x="1635112" y="263829"/>
                </a:lnTo>
                <a:lnTo>
                  <a:pt x="1644700" y="272732"/>
                </a:lnTo>
                <a:lnTo>
                  <a:pt x="1654441" y="281495"/>
                </a:lnTo>
                <a:lnTo>
                  <a:pt x="1663827" y="289763"/>
                </a:lnTo>
                <a:lnTo>
                  <a:pt x="1445704" y="301955"/>
                </a:lnTo>
                <a:lnTo>
                  <a:pt x="1489811" y="284035"/>
                </a:lnTo>
                <a:lnTo>
                  <a:pt x="1534198" y="265099"/>
                </a:lnTo>
                <a:lnTo>
                  <a:pt x="1578800" y="245198"/>
                </a:lnTo>
                <a:lnTo>
                  <a:pt x="1620672" y="225742"/>
                </a:lnTo>
                <a:lnTo>
                  <a:pt x="1623555" y="224409"/>
                </a:lnTo>
                <a:lnTo>
                  <a:pt x="1668399" y="202793"/>
                </a:lnTo>
                <a:lnTo>
                  <a:pt x="1644015" y="182981"/>
                </a:lnTo>
                <a:lnTo>
                  <a:pt x="1626857" y="191884"/>
                </a:lnTo>
                <a:lnTo>
                  <a:pt x="1592503" y="209169"/>
                </a:lnTo>
                <a:lnTo>
                  <a:pt x="1575333" y="218122"/>
                </a:lnTo>
                <a:lnTo>
                  <a:pt x="1464462" y="224345"/>
                </a:lnTo>
                <a:lnTo>
                  <a:pt x="1430464" y="225742"/>
                </a:lnTo>
                <a:lnTo>
                  <a:pt x="1453311" y="215163"/>
                </a:lnTo>
                <a:lnTo>
                  <a:pt x="1476044" y="203987"/>
                </a:lnTo>
                <a:lnTo>
                  <a:pt x="1498485" y="192239"/>
                </a:lnTo>
                <a:lnTo>
                  <a:pt x="1520469" y="179933"/>
                </a:lnTo>
                <a:lnTo>
                  <a:pt x="1758315" y="179933"/>
                </a:lnTo>
                <a:lnTo>
                  <a:pt x="1758315" y="1525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418844" y="6947916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4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744497" y="6742277"/>
            <a:ext cx="4290060" cy="382905"/>
          </a:xfrm>
          <a:custGeom>
            <a:avLst/>
            <a:gdLst/>
            <a:ahLst/>
            <a:cxnLst/>
            <a:rect l="l" t="t" r="r" b="b"/>
            <a:pathLst>
              <a:path w="4290060" h="382904">
                <a:moveTo>
                  <a:pt x="301942" y="99148"/>
                </a:moveTo>
                <a:lnTo>
                  <a:pt x="272986" y="99148"/>
                </a:lnTo>
                <a:lnTo>
                  <a:pt x="272986" y="123532"/>
                </a:lnTo>
                <a:lnTo>
                  <a:pt x="272986" y="149542"/>
                </a:lnTo>
                <a:lnTo>
                  <a:pt x="97536" y="149542"/>
                </a:lnTo>
                <a:lnTo>
                  <a:pt x="97536" y="123532"/>
                </a:lnTo>
                <a:lnTo>
                  <a:pt x="272986" y="123532"/>
                </a:lnTo>
                <a:lnTo>
                  <a:pt x="272986" y="99148"/>
                </a:lnTo>
                <a:lnTo>
                  <a:pt x="68580" y="99148"/>
                </a:lnTo>
                <a:lnTo>
                  <a:pt x="68580" y="184594"/>
                </a:lnTo>
                <a:lnTo>
                  <a:pt x="97536" y="184594"/>
                </a:lnTo>
                <a:lnTo>
                  <a:pt x="97536" y="172402"/>
                </a:lnTo>
                <a:lnTo>
                  <a:pt x="272986" y="172402"/>
                </a:lnTo>
                <a:lnTo>
                  <a:pt x="272986" y="184594"/>
                </a:lnTo>
                <a:lnTo>
                  <a:pt x="301942" y="184594"/>
                </a:lnTo>
                <a:lnTo>
                  <a:pt x="301942" y="172402"/>
                </a:lnTo>
                <a:lnTo>
                  <a:pt x="301942" y="149542"/>
                </a:lnTo>
                <a:lnTo>
                  <a:pt x="301942" y="123532"/>
                </a:lnTo>
                <a:lnTo>
                  <a:pt x="301942" y="99148"/>
                </a:lnTo>
                <a:close/>
              </a:path>
              <a:path w="4290060" h="382904">
                <a:moveTo>
                  <a:pt x="361378" y="54952"/>
                </a:moveTo>
                <a:lnTo>
                  <a:pt x="265277" y="54952"/>
                </a:lnTo>
                <a:lnTo>
                  <a:pt x="276758" y="46685"/>
                </a:lnTo>
                <a:lnTo>
                  <a:pt x="288213" y="37960"/>
                </a:lnTo>
                <a:lnTo>
                  <a:pt x="299643" y="28956"/>
                </a:lnTo>
                <a:lnTo>
                  <a:pt x="311086" y="19812"/>
                </a:lnTo>
                <a:lnTo>
                  <a:pt x="291274" y="1524"/>
                </a:lnTo>
                <a:lnTo>
                  <a:pt x="280428" y="10668"/>
                </a:lnTo>
                <a:lnTo>
                  <a:pt x="268554" y="19812"/>
                </a:lnTo>
                <a:lnTo>
                  <a:pt x="255841" y="28943"/>
                </a:lnTo>
                <a:lnTo>
                  <a:pt x="242417" y="38100"/>
                </a:lnTo>
                <a:lnTo>
                  <a:pt x="259181" y="54952"/>
                </a:lnTo>
                <a:lnTo>
                  <a:pt x="199745" y="54952"/>
                </a:lnTo>
                <a:lnTo>
                  <a:pt x="199745" y="1524"/>
                </a:lnTo>
                <a:lnTo>
                  <a:pt x="170789" y="1524"/>
                </a:lnTo>
                <a:lnTo>
                  <a:pt x="170789" y="54952"/>
                </a:lnTo>
                <a:lnTo>
                  <a:pt x="111252" y="54952"/>
                </a:lnTo>
                <a:lnTo>
                  <a:pt x="128117" y="39624"/>
                </a:lnTo>
                <a:lnTo>
                  <a:pt x="117462" y="30454"/>
                </a:lnTo>
                <a:lnTo>
                  <a:pt x="106121" y="21145"/>
                </a:lnTo>
                <a:lnTo>
                  <a:pt x="93941" y="11544"/>
                </a:lnTo>
                <a:lnTo>
                  <a:pt x="80772" y="1524"/>
                </a:lnTo>
                <a:lnTo>
                  <a:pt x="60960" y="18288"/>
                </a:lnTo>
                <a:lnTo>
                  <a:pt x="72110" y="27432"/>
                </a:lnTo>
                <a:lnTo>
                  <a:pt x="82677" y="36588"/>
                </a:lnTo>
                <a:lnTo>
                  <a:pt x="92684" y="45758"/>
                </a:lnTo>
                <a:lnTo>
                  <a:pt x="102108" y="54952"/>
                </a:lnTo>
                <a:lnTo>
                  <a:pt x="9144" y="54952"/>
                </a:lnTo>
                <a:lnTo>
                  <a:pt x="9144" y="125056"/>
                </a:lnTo>
                <a:lnTo>
                  <a:pt x="36576" y="125056"/>
                </a:lnTo>
                <a:lnTo>
                  <a:pt x="36576" y="79336"/>
                </a:lnTo>
                <a:lnTo>
                  <a:pt x="333946" y="79336"/>
                </a:lnTo>
                <a:lnTo>
                  <a:pt x="333946" y="125056"/>
                </a:lnTo>
                <a:lnTo>
                  <a:pt x="361378" y="125056"/>
                </a:lnTo>
                <a:lnTo>
                  <a:pt x="361378" y="79336"/>
                </a:lnTo>
                <a:lnTo>
                  <a:pt x="361378" y="54952"/>
                </a:lnTo>
                <a:close/>
              </a:path>
              <a:path w="4290060" h="382904">
                <a:moveTo>
                  <a:pt x="370522" y="292887"/>
                </a:moveTo>
                <a:lnTo>
                  <a:pt x="202793" y="292887"/>
                </a:lnTo>
                <a:lnTo>
                  <a:pt x="202793" y="268503"/>
                </a:lnTo>
                <a:lnTo>
                  <a:pt x="332422" y="268503"/>
                </a:lnTo>
                <a:lnTo>
                  <a:pt x="332422" y="245554"/>
                </a:lnTo>
                <a:lnTo>
                  <a:pt x="202793" y="245554"/>
                </a:lnTo>
                <a:lnTo>
                  <a:pt x="202793" y="222694"/>
                </a:lnTo>
                <a:lnTo>
                  <a:pt x="338518" y="219646"/>
                </a:lnTo>
                <a:lnTo>
                  <a:pt x="333946" y="193738"/>
                </a:lnTo>
                <a:lnTo>
                  <a:pt x="187553" y="197167"/>
                </a:lnTo>
                <a:lnTo>
                  <a:pt x="22860" y="198310"/>
                </a:lnTo>
                <a:lnTo>
                  <a:pt x="25146" y="211836"/>
                </a:lnTo>
                <a:lnTo>
                  <a:pt x="26289" y="218236"/>
                </a:lnTo>
                <a:lnTo>
                  <a:pt x="27432" y="224218"/>
                </a:lnTo>
                <a:lnTo>
                  <a:pt x="138061" y="223570"/>
                </a:lnTo>
                <a:lnTo>
                  <a:pt x="173837" y="222694"/>
                </a:lnTo>
                <a:lnTo>
                  <a:pt x="173837" y="245554"/>
                </a:lnTo>
                <a:lnTo>
                  <a:pt x="27432" y="245554"/>
                </a:lnTo>
                <a:lnTo>
                  <a:pt x="27432" y="268503"/>
                </a:lnTo>
                <a:lnTo>
                  <a:pt x="173837" y="268503"/>
                </a:lnTo>
                <a:lnTo>
                  <a:pt x="173837" y="292887"/>
                </a:lnTo>
                <a:lnTo>
                  <a:pt x="0" y="292887"/>
                </a:lnTo>
                <a:lnTo>
                  <a:pt x="0" y="317284"/>
                </a:lnTo>
                <a:lnTo>
                  <a:pt x="173837" y="317284"/>
                </a:lnTo>
                <a:lnTo>
                  <a:pt x="173837" y="323380"/>
                </a:lnTo>
                <a:lnTo>
                  <a:pt x="172427" y="333133"/>
                </a:lnTo>
                <a:lnTo>
                  <a:pt x="168313" y="339763"/>
                </a:lnTo>
                <a:lnTo>
                  <a:pt x="161620" y="343522"/>
                </a:lnTo>
                <a:lnTo>
                  <a:pt x="152793" y="344678"/>
                </a:lnTo>
                <a:lnTo>
                  <a:pt x="138430" y="344665"/>
                </a:lnTo>
                <a:lnTo>
                  <a:pt x="123494" y="344335"/>
                </a:lnTo>
                <a:lnTo>
                  <a:pt x="107403" y="343420"/>
                </a:lnTo>
                <a:lnTo>
                  <a:pt x="89916" y="341668"/>
                </a:lnTo>
                <a:lnTo>
                  <a:pt x="92202" y="357517"/>
                </a:lnTo>
                <a:lnTo>
                  <a:pt x="93345" y="365099"/>
                </a:lnTo>
                <a:lnTo>
                  <a:pt x="94488" y="372237"/>
                </a:lnTo>
                <a:lnTo>
                  <a:pt x="113055" y="372478"/>
                </a:lnTo>
                <a:lnTo>
                  <a:pt x="144500" y="373519"/>
                </a:lnTo>
                <a:lnTo>
                  <a:pt x="191363" y="361556"/>
                </a:lnTo>
                <a:lnTo>
                  <a:pt x="200215" y="344716"/>
                </a:lnTo>
                <a:lnTo>
                  <a:pt x="202793" y="326428"/>
                </a:lnTo>
                <a:lnTo>
                  <a:pt x="202793" y="317284"/>
                </a:lnTo>
                <a:lnTo>
                  <a:pt x="370522" y="317284"/>
                </a:lnTo>
                <a:lnTo>
                  <a:pt x="370522" y="292887"/>
                </a:lnTo>
                <a:close/>
              </a:path>
              <a:path w="4290060" h="382904">
                <a:moveTo>
                  <a:pt x="498627" y="73240"/>
                </a:moveTo>
                <a:lnTo>
                  <a:pt x="462051" y="73240"/>
                </a:lnTo>
                <a:lnTo>
                  <a:pt x="462051" y="3048"/>
                </a:lnTo>
                <a:lnTo>
                  <a:pt x="434619" y="3048"/>
                </a:lnTo>
                <a:lnTo>
                  <a:pt x="434619" y="73240"/>
                </a:lnTo>
                <a:lnTo>
                  <a:pt x="388810" y="73240"/>
                </a:lnTo>
                <a:lnTo>
                  <a:pt x="388810" y="100672"/>
                </a:lnTo>
                <a:lnTo>
                  <a:pt x="434619" y="100672"/>
                </a:lnTo>
                <a:lnTo>
                  <a:pt x="434619" y="186118"/>
                </a:lnTo>
                <a:lnTo>
                  <a:pt x="421208" y="192189"/>
                </a:lnTo>
                <a:lnTo>
                  <a:pt x="409625" y="197358"/>
                </a:lnTo>
                <a:lnTo>
                  <a:pt x="397471" y="202615"/>
                </a:lnTo>
                <a:lnTo>
                  <a:pt x="385762" y="207454"/>
                </a:lnTo>
                <a:lnTo>
                  <a:pt x="391858" y="239458"/>
                </a:lnTo>
                <a:lnTo>
                  <a:pt x="413854" y="228790"/>
                </a:lnTo>
                <a:lnTo>
                  <a:pt x="424319" y="223596"/>
                </a:lnTo>
                <a:lnTo>
                  <a:pt x="434619" y="218122"/>
                </a:lnTo>
                <a:lnTo>
                  <a:pt x="434619" y="335572"/>
                </a:lnTo>
                <a:lnTo>
                  <a:pt x="430060" y="340131"/>
                </a:lnTo>
                <a:lnTo>
                  <a:pt x="414629" y="340118"/>
                </a:lnTo>
                <a:lnTo>
                  <a:pt x="407339" y="339953"/>
                </a:lnTo>
                <a:lnTo>
                  <a:pt x="399186" y="339496"/>
                </a:lnTo>
                <a:lnTo>
                  <a:pt x="390334" y="338620"/>
                </a:lnTo>
                <a:lnTo>
                  <a:pt x="391477" y="345719"/>
                </a:lnTo>
                <a:lnTo>
                  <a:pt x="393763" y="360553"/>
                </a:lnTo>
                <a:lnTo>
                  <a:pt x="394906" y="367665"/>
                </a:lnTo>
                <a:lnTo>
                  <a:pt x="431571" y="367665"/>
                </a:lnTo>
                <a:lnTo>
                  <a:pt x="460400" y="340144"/>
                </a:lnTo>
                <a:lnTo>
                  <a:pt x="462051" y="326428"/>
                </a:lnTo>
                <a:lnTo>
                  <a:pt x="462051" y="218122"/>
                </a:lnTo>
                <a:lnTo>
                  <a:pt x="462051" y="204406"/>
                </a:lnTo>
                <a:lnTo>
                  <a:pt x="471195" y="200710"/>
                </a:lnTo>
                <a:lnTo>
                  <a:pt x="480339" y="196596"/>
                </a:lnTo>
                <a:lnTo>
                  <a:pt x="489445" y="192214"/>
                </a:lnTo>
                <a:lnTo>
                  <a:pt x="498627" y="187642"/>
                </a:lnTo>
                <a:lnTo>
                  <a:pt x="497509" y="181381"/>
                </a:lnTo>
                <a:lnTo>
                  <a:pt x="496519" y="173926"/>
                </a:lnTo>
                <a:lnTo>
                  <a:pt x="495846" y="166001"/>
                </a:lnTo>
                <a:lnTo>
                  <a:pt x="495579" y="157162"/>
                </a:lnTo>
                <a:lnTo>
                  <a:pt x="478243" y="165544"/>
                </a:lnTo>
                <a:lnTo>
                  <a:pt x="470077" y="169595"/>
                </a:lnTo>
                <a:lnTo>
                  <a:pt x="462051" y="173926"/>
                </a:lnTo>
                <a:lnTo>
                  <a:pt x="462051" y="100672"/>
                </a:lnTo>
                <a:lnTo>
                  <a:pt x="498627" y="100672"/>
                </a:lnTo>
                <a:lnTo>
                  <a:pt x="498627" y="73240"/>
                </a:lnTo>
                <a:close/>
              </a:path>
              <a:path w="4290060" h="382904">
                <a:moveTo>
                  <a:pt x="748766" y="22860"/>
                </a:moveTo>
                <a:lnTo>
                  <a:pt x="721334" y="22860"/>
                </a:lnTo>
                <a:lnTo>
                  <a:pt x="721334" y="45808"/>
                </a:lnTo>
                <a:lnTo>
                  <a:pt x="721334" y="85432"/>
                </a:lnTo>
                <a:lnTo>
                  <a:pt x="539788" y="85432"/>
                </a:lnTo>
                <a:lnTo>
                  <a:pt x="539788" y="45808"/>
                </a:lnTo>
                <a:lnTo>
                  <a:pt x="721334" y="45808"/>
                </a:lnTo>
                <a:lnTo>
                  <a:pt x="721334" y="22860"/>
                </a:lnTo>
                <a:lnTo>
                  <a:pt x="512343" y="22860"/>
                </a:lnTo>
                <a:lnTo>
                  <a:pt x="512292" y="166001"/>
                </a:lnTo>
                <a:lnTo>
                  <a:pt x="509485" y="225704"/>
                </a:lnTo>
                <a:lnTo>
                  <a:pt x="500913" y="278041"/>
                </a:lnTo>
                <a:lnTo>
                  <a:pt x="486625" y="321792"/>
                </a:lnTo>
                <a:lnTo>
                  <a:pt x="466623" y="356997"/>
                </a:lnTo>
                <a:lnTo>
                  <a:pt x="472960" y="362712"/>
                </a:lnTo>
                <a:lnTo>
                  <a:pt x="478434" y="368427"/>
                </a:lnTo>
                <a:lnTo>
                  <a:pt x="483349" y="374142"/>
                </a:lnTo>
                <a:lnTo>
                  <a:pt x="487959" y="379857"/>
                </a:lnTo>
                <a:lnTo>
                  <a:pt x="506818" y="349072"/>
                </a:lnTo>
                <a:lnTo>
                  <a:pt x="521347" y="311645"/>
                </a:lnTo>
                <a:lnTo>
                  <a:pt x="531634" y="267500"/>
                </a:lnTo>
                <a:lnTo>
                  <a:pt x="537756" y="216535"/>
                </a:lnTo>
                <a:lnTo>
                  <a:pt x="539686" y="161493"/>
                </a:lnTo>
                <a:lnTo>
                  <a:pt x="539788" y="109816"/>
                </a:lnTo>
                <a:lnTo>
                  <a:pt x="721334" y="109816"/>
                </a:lnTo>
                <a:lnTo>
                  <a:pt x="721334" y="120484"/>
                </a:lnTo>
                <a:lnTo>
                  <a:pt x="748766" y="120484"/>
                </a:lnTo>
                <a:lnTo>
                  <a:pt x="748766" y="109816"/>
                </a:lnTo>
                <a:lnTo>
                  <a:pt x="748766" y="85432"/>
                </a:lnTo>
                <a:lnTo>
                  <a:pt x="748766" y="45808"/>
                </a:lnTo>
                <a:lnTo>
                  <a:pt x="748766" y="22860"/>
                </a:lnTo>
                <a:close/>
              </a:path>
              <a:path w="4290060" h="382904">
                <a:moveTo>
                  <a:pt x="756386" y="135724"/>
                </a:moveTo>
                <a:lnTo>
                  <a:pt x="547497" y="135724"/>
                </a:lnTo>
                <a:lnTo>
                  <a:pt x="547497" y="160210"/>
                </a:lnTo>
                <a:lnTo>
                  <a:pt x="614553" y="160210"/>
                </a:lnTo>
                <a:lnTo>
                  <a:pt x="597954" y="177355"/>
                </a:lnTo>
                <a:lnTo>
                  <a:pt x="582510" y="192074"/>
                </a:lnTo>
                <a:lnTo>
                  <a:pt x="567613" y="204787"/>
                </a:lnTo>
                <a:lnTo>
                  <a:pt x="553593" y="215074"/>
                </a:lnTo>
                <a:lnTo>
                  <a:pt x="558165" y="240982"/>
                </a:lnTo>
                <a:lnTo>
                  <a:pt x="583603" y="238721"/>
                </a:lnTo>
                <a:lnTo>
                  <a:pt x="618756" y="236601"/>
                </a:lnTo>
                <a:lnTo>
                  <a:pt x="663651" y="234772"/>
                </a:lnTo>
                <a:lnTo>
                  <a:pt x="718286" y="233362"/>
                </a:lnTo>
                <a:lnTo>
                  <a:pt x="724382" y="239458"/>
                </a:lnTo>
                <a:lnTo>
                  <a:pt x="728954" y="245554"/>
                </a:lnTo>
                <a:lnTo>
                  <a:pt x="735050" y="251752"/>
                </a:lnTo>
                <a:lnTo>
                  <a:pt x="753351" y="233362"/>
                </a:lnTo>
                <a:lnTo>
                  <a:pt x="756386" y="230314"/>
                </a:lnTo>
                <a:lnTo>
                  <a:pt x="740232" y="213550"/>
                </a:lnTo>
                <a:lnTo>
                  <a:pt x="724573" y="198120"/>
                </a:lnTo>
                <a:lnTo>
                  <a:pt x="709015" y="183375"/>
                </a:lnTo>
                <a:lnTo>
                  <a:pt x="693902" y="169354"/>
                </a:lnTo>
                <a:lnTo>
                  <a:pt x="673989" y="186118"/>
                </a:lnTo>
                <a:lnTo>
                  <a:pt x="679996" y="192074"/>
                </a:lnTo>
                <a:lnTo>
                  <a:pt x="698474" y="210502"/>
                </a:lnTo>
                <a:lnTo>
                  <a:pt x="641616" y="212598"/>
                </a:lnTo>
                <a:lnTo>
                  <a:pt x="615645" y="213283"/>
                </a:lnTo>
                <a:lnTo>
                  <a:pt x="591693" y="213550"/>
                </a:lnTo>
                <a:lnTo>
                  <a:pt x="604596" y="202425"/>
                </a:lnTo>
                <a:lnTo>
                  <a:pt x="618363" y="189738"/>
                </a:lnTo>
                <a:lnTo>
                  <a:pt x="649605" y="160210"/>
                </a:lnTo>
                <a:lnTo>
                  <a:pt x="756386" y="160210"/>
                </a:lnTo>
                <a:lnTo>
                  <a:pt x="756386" y="135724"/>
                </a:lnTo>
                <a:close/>
              </a:path>
              <a:path w="4290060" h="382904">
                <a:moveTo>
                  <a:pt x="765530" y="337096"/>
                </a:moveTo>
                <a:lnTo>
                  <a:pt x="658749" y="337096"/>
                </a:lnTo>
                <a:lnTo>
                  <a:pt x="658749" y="297472"/>
                </a:lnTo>
                <a:lnTo>
                  <a:pt x="742670" y="297472"/>
                </a:lnTo>
                <a:lnTo>
                  <a:pt x="742670" y="274612"/>
                </a:lnTo>
                <a:lnTo>
                  <a:pt x="658749" y="274612"/>
                </a:lnTo>
                <a:lnTo>
                  <a:pt x="658749" y="242506"/>
                </a:lnTo>
                <a:lnTo>
                  <a:pt x="631317" y="242506"/>
                </a:lnTo>
                <a:lnTo>
                  <a:pt x="631317" y="274612"/>
                </a:lnTo>
                <a:lnTo>
                  <a:pt x="549021" y="274612"/>
                </a:lnTo>
                <a:lnTo>
                  <a:pt x="549021" y="297472"/>
                </a:lnTo>
                <a:lnTo>
                  <a:pt x="631317" y="297472"/>
                </a:lnTo>
                <a:lnTo>
                  <a:pt x="631317" y="337096"/>
                </a:lnTo>
                <a:lnTo>
                  <a:pt x="524535" y="337096"/>
                </a:lnTo>
                <a:lnTo>
                  <a:pt x="524535" y="361569"/>
                </a:lnTo>
                <a:lnTo>
                  <a:pt x="765530" y="361569"/>
                </a:lnTo>
                <a:lnTo>
                  <a:pt x="765530" y="337096"/>
                </a:lnTo>
                <a:close/>
              </a:path>
              <a:path w="4290060" h="382904">
                <a:moveTo>
                  <a:pt x="1101090" y="225742"/>
                </a:moveTo>
                <a:lnTo>
                  <a:pt x="1070521" y="225742"/>
                </a:lnTo>
                <a:lnTo>
                  <a:pt x="1070521" y="253276"/>
                </a:lnTo>
                <a:lnTo>
                  <a:pt x="1070521" y="327952"/>
                </a:lnTo>
                <a:lnTo>
                  <a:pt x="869251" y="327952"/>
                </a:lnTo>
                <a:lnTo>
                  <a:pt x="869251" y="253276"/>
                </a:lnTo>
                <a:lnTo>
                  <a:pt x="1070521" y="253276"/>
                </a:lnTo>
                <a:lnTo>
                  <a:pt x="1070521" y="225742"/>
                </a:lnTo>
                <a:lnTo>
                  <a:pt x="840295" y="225742"/>
                </a:lnTo>
                <a:lnTo>
                  <a:pt x="840295" y="376809"/>
                </a:lnTo>
                <a:lnTo>
                  <a:pt x="869251" y="376809"/>
                </a:lnTo>
                <a:lnTo>
                  <a:pt x="869251" y="355473"/>
                </a:lnTo>
                <a:lnTo>
                  <a:pt x="1070521" y="355473"/>
                </a:lnTo>
                <a:lnTo>
                  <a:pt x="1070521" y="376809"/>
                </a:lnTo>
                <a:lnTo>
                  <a:pt x="1101090" y="376809"/>
                </a:lnTo>
                <a:lnTo>
                  <a:pt x="1101090" y="355473"/>
                </a:lnTo>
                <a:lnTo>
                  <a:pt x="1101090" y="327952"/>
                </a:lnTo>
                <a:lnTo>
                  <a:pt x="1101090" y="253276"/>
                </a:lnTo>
                <a:lnTo>
                  <a:pt x="1101090" y="225742"/>
                </a:lnTo>
                <a:close/>
              </a:path>
              <a:path w="4290060" h="382904">
                <a:moveTo>
                  <a:pt x="1162050" y="189166"/>
                </a:moveTo>
                <a:lnTo>
                  <a:pt x="1118006" y="185216"/>
                </a:lnTo>
                <a:lnTo>
                  <a:pt x="1077226" y="178117"/>
                </a:lnTo>
                <a:lnTo>
                  <a:pt x="1039596" y="168160"/>
                </a:lnTo>
                <a:lnTo>
                  <a:pt x="1004989" y="155638"/>
                </a:lnTo>
                <a:lnTo>
                  <a:pt x="1030846" y="138785"/>
                </a:lnTo>
                <a:lnTo>
                  <a:pt x="1034440" y="136436"/>
                </a:lnTo>
                <a:lnTo>
                  <a:pt x="1061186" y="115544"/>
                </a:lnTo>
                <a:lnTo>
                  <a:pt x="1085392" y="92964"/>
                </a:lnTo>
                <a:lnTo>
                  <a:pt x="1107186" y="68681"/>
                </a:lnTo>
                <a:lnTo>
                  <a:pt x="1107186" y="41148"/>
                </a:lnTo>
                <a:lnTo>
                  <a:pt x="1065949" y="41148"/>
                </a:lnTo>
                <a:lnTo>
                  <a:pt x="1065949" y="68681"/>
                </a:lnTo>
                <a:lnTo>
                  <a:pt x="1045413" y="88417"/>
                </a:lnTo>
                <a:lnTo>
                  <a:pt x="1022896" y="106591"/>
                </a:lnTo>
                <a:lnTo>
                  <a:pt x="998651" y="123329"/>
                </a:lnTo>
                <a:lnTo>
                  <a:pt x="972985" y="138785"/>
                </a:lnTo>
                <a:lnTo>
                  <a:pt x="950036" y="124180"/>
                </a:lnTo>
                <a:lnTo>
                  <a:pt x="929271" y="107734"/>
                </a:lnTo>
                <a:lnTo>
                  <a:pt x="910513" y="89268"/>
                </a:lnTo>
                <a:lnTo>
                  <a:pt x="903630" y="80873"/>
                </a:lnTo>
                <a:lnTo>
                  <a:pt x="893635" y="68681"/>
                </a:lnTo>
                <a:lnTo>
                  <a:pt x="1065949" y="68681"/>
                </a:lnTo>
                <a:lnTo>
                  <a:pt x="1065949" y="41148"/>
                </a:lnTo>
                <a:lnTo>
                  <a:pt x="896683" y="41148"/>
                </a:lnTo>
                <a:lnTo>
                  <a:pt x="901255" y="33388"/>
                </a:lnTo>
                <a:lnTo>
                  <a:pt x="910399" y="18427"/>
                </a:lnTo>
                <a:lnTo>
                  <a:pt x="914971" y="10668"/>
                </a:lnTo>
                <a:lnTo>
                  <a:pt x="884491" y="0"/>
                </a:lnTo>
                <a:lnTo>
                  <a:pt x="866254" y="34632"/>
                </a:lnTo>
                <a:lnTo>
                  <a:pt x="843711" y="67525"/>
                </a:lnTo>
                <a:lnTo>
                  <a:pt x="817156" y="98679"/>
                </a:lnTo>
                <a:lnTo>
                  <a:pt x="786853" y="128117"/>
                </a:lnTo>
                <a:lnTo>
                  <a:pt x="791667" y="132943"/>
                </a:lnTo>
                <a:lnTo>
                  <a:pt x="796759" y="138214"/>
                </a:lnTo>
                <a:lnTo>
                  <a:pt x="801865" y="143802"/>
                </a:lnTo>
                <a:lnTo>
                  <a:pt x="806665" y="149542"/>
                </a:lnTo>
                <a:lnTo>
                  <a:pt x="824204" y="133197"/>
                </a:lnTo>
                <a:lnTo>
                  <a:pt x="840282" y="116306"/>
                </a:lnTo>
                <a:lnTo>
                  <a:pt x="855205" y="98869"/>
                </a:lnTo>
                <a:lnTo>
                  <a:pt x="869251" y="80873"/>
                </a:lnTo>
                <a:lnTo>
                  <a:pt x="884110" y="101727"/>
                </a:lnTo>
                <a:lnTo>
                  <a:pt x="901255" y="120878"/>
                </a:lnTo>
                <a:lnTo>
                  <a:pt x="920686" y="138341"/>
                </a:lnTo>
                <a:lnTo>
                  <a:pt x="942403" y="154114"/>
                </a:lnTo>
                <a:lnTo>
                  <a:pt x="904417" y="169214"/>
                </a:lnTo>
                <a:lnTo>
                  <a:pt x="863714" y="182308"/>
                </a:lnTo>
                <a:lnTo>
                  <a:pt x="820420" y="193116"/>
                </a:lnTo>
                <a:lnTo>
                  <a:pt x="774661" y="201358"/>
                </a:lnTo>
                <a:lnTo>
                  <a:pt x="779005" y="209118"/>
                </a:lnTo>
                <a:lnTo>
                  <a:pt x="787095" y="224078"/>
                </a:lnTo>
                <a:lnTo>
                  <a:pt x="791425" y="231838"/>
                </a:lnTo>
                <a:lnTo>
                  <a:pt x="842111" y="220408"/>
                </a:lnTo>
                <a:lnTo>
                  <a:pt x="889063" y="206692"/>
                </a:lnTo>
                <a:lnTo>
                  <a:pt x="932586" y="190690"/>
                </a:lnTo>
                <a:lnTo>
                  <a:pt x="972985" y="172402"/>
                </a:lnTo>
                <a:lnTo>
                  <a:pt x="1009027" y="189280"/>
                </a:lnTo>
                <a:lnTo>
                  <a:pt x="1048804" y="203454"/>
                </a:lnTo>
                <a:lnTo>
                  <a:pt x="1092606" y="215049"/>
                </a:lnTo>
                <a:lnTo>
                  <a:pt x="1140714" y="224218"/>
                </a:lnTo>
                <a:lnTo>
                  <a:pt x="1145552" y="216166"/>
                </a:lnTo>
                <a:lnTo>
                  <a:pt x="1150810" y="207835"/>
                </a:lnTo>
                <a:lnTo>
                  <a:pt x="1156360" y="198932"/>
                </a:lnTo>
                <a:lnTo>
                  <a:pt x="1162050" y="189166"/>
                </a:lnTo>
                <a:close/>
              </a:path>
              <a:path w="4290060" h="382904">
                <a:moveTo>
                  <a:pt x="1323682" y="234886"/>
                </a:moveTo>
                <a:lnTo>
                  <a:pt x="1297381" y="204406"/>
                </a:lnTo>
                <a:lnTo>
                  <a:pt x="1276438" y="183070"/>
                </a:lnTo>
                <a:lnTo>
                  <a:pt x="1261198" y="195262"/>
                </a:lnTo>
                <a:lnTo>
                  <a:pt x="1261198" y="146494"/>
                </a:lnTo>
                <a:lnTo>
                  <a:pt x="1316062" y="146494"/>
                </a:lnTo>
                <a:lnTo>
                  <a:pt x="1316062" y="118973"/>
                </a:lnTo>
                <a:lnTo>
                  <a:pt x="1261198" y="118973"/>
                </a:lnTo>
                <a:lnTo>
                  <a:pt x="1261198" y="56476"/>
                </a:lnTo>
                <a:lnTo>
                  <a:pt x="1261198" y="54952"/>
                </a:lnTo>
                <a:lnTo>
                  <a:pt x="1277543" y="52933"/>
                </a:lnTo>
                <a:lnTo>
                  <a:pt x="1292440" y="51333"/>
                </a:lnTo>
                <a:lnTo>
                  <a:pt x="1319110" y="48856"/>
                </a:lnTo>
                <a:lnTo>
                  <a:pt x="1313014" y="19812"/>
                </a:lnTo>
                <a:lnTo>
                  <a:pt x="1282141" y="24079"/>
                </a:lnTo>
                <a:lnTo>
                  <a:pt x="1248968" y="27622"/>
                </a:lnTo>
                <a:lnTo>
                  <a:pt x="1213497" y="30314"/>
                </a:lnTo>
                <a:lnTo>
                  <a:pt x="1175766" y="32004"/>
                </a:lnTo>
                <a:lnTo>
                  <a:pt x="1177785" y="39763"/>
                </a:lnTo>
                <a:lnTo>
                  <a:pt x="1179385" y="47104"/>
                </a:lnTo>
                <a:lnTo>
                  <a:pt x="1180693" y="54152"/>
                </a:lnTo>
                <a:lnTo>
                  <a:pt x="1181862" y="61048"/>
                </a:lnTo>
                <a:lnTo>
                  <a:pt x="1232154" y="56476"/>
                </a:lnTo>
                <a:lnTo>
                  <a:pt x="1232154" y="118973"/>
                </a:lnTo>
                <a:lnTo>
                  <a:pt x="1171194" y="118973"/>
                </a:lnTo>
                <a:lnTo>
                  <a:pt x="1171194" y="146494"/>
                </a:lnTo>
                <a:lnTo>
                  <a:pt x="1229106" y="146494"/>
                </a:lnTo>
                <a:lnTo>
                  <a:pt x="1215961" y="183642"/>
                </a:lnTo>
                <a:lnTo>
                  <a:pt x="1201674" y="217373"/>
                </a:lnTo>
                <a:lnTo>
                  <a:pt x="1186243" y="247688"/>
                </a:lnTo>
                <a:lnTo>
                  <a:pt x="1169670" y="274612"/>
                </a:lnTo>
                <a:lnTo>
                  <a:pt x="1183386" y="306616"/>
                </a:lnTo>
                <a:lnTo>
                  <a:pt x="1197432" y="286270"/>
                </a:lnTo>
                <a:lnTo>
                  <a:pt x="1210056" y="263931"/>
                </a:lnTo>
                <a:lnTo>
                  <a:pt x="1221536" y="239280"/>
                </a:lnTo>
                <a:lnTo>
                  <a:pt x="1232154" y="212026"/>
                </a:lnTo>
                <a:lnTo>
                  <a:pt x="1232154" y="378333"/>
                </a:lnTo>
                <a:lnTo>
                  <a:pt x="1261198" y="378333"/>
                </a:lnTo>
                <a:lnTo>
                  <a:pt x="1261198" y="212026"/>
                </a:lnTo>
                <a:lnTo>
                  <a:pt x="1261198" y="204406"/>
                </a:lnTo>
                <a:lnTo>
                  <a:pt x="1270393" y="215265"/>
                </a:lnTo>
                <a:lnTo>
                  <a:pt x="1279867" y="227279"/>
                </a:lnTo>
                <a:lnTo>
                  <a:pt x="1300822" y="254800"/>
                </a:lnTo>
                <a:lnTo>
                  <a:pt x="1323682" y="234886"/>
                </a:lnTo>
                <a:close/>
              </a:path>
              <a:path w="4290060" h="382904">
                <a:moveTo>
                  <a:pt x="1531150" y="79336"/>
                </a:moveTo>
                <a:lnTo>
                  <a:pt x="1503616" y="79336"/>
                </a:lnTo>
                <a:lnTo>
                  <a:pt x="1503616" y="105257"/>
                </a:lnTo>
                <a:lnTo>
                  <a:pt x="1503616" y="219646"/>
                </a:lnTo>
                <a:lnTo>
                  <a:pt x="1444180" y="219646"/>
                </a:lnTo>
                <a:lnTo>
                  <a:pt x="1444180" y="105257"/>
                </a:lnTo>
                <a:lnTo>
                  <a:pt x="1503616" y="105257"/>
                </a:lnTo>
                <a:lnTo>
                  <a:pt x="1503616" y="79336"/>
                </a:lnTo>
                <a:lnTo>
                  <a:pt x="1444180" y="79336"/>
                </a:lnTo>
                <a:lnTo>
                  <a:pt x="1444180" y="3048"/>
                </a:lnTo>
                <a:lnTo>
                  <a:pt x="1415224" y="3048"/>
                </a:lnTo>
                <a:lnTo>
                  <a:pt x="1415224" y="79336"/>
                </a:lnTo>
                <a:lnTo>
                  <a:pt x="1415224" y="105257"/>
                </a:lnTo>
                <a:lnTo>
                  <a:pt x="1415224" y="219646"/>
                </a:lnTo>
                <a:lnTo>
                  <a:pt x="1357223" y="219646"/>
                </a:lnTo>
                <a:lnTo>
                  <a:pt x="1357223" y="105257"/>
                </a:lnTo>
                <a:lnTo>
                  <a:pt x="1415224" y="105257"/>
                </a:lnTo>
                <a:lnTo>
                  <a:pt x="1415224" y="79336"/>
                </a:lnTo>
                <a:lnTo>
                  <a:pt x="1329791" y="79336"/>
                </a:lnTo>
                <a:lnTo>
                  <a:pt x="1329791" y="263944"/>
                </a:lnTo>
                <a:lnTo>
                  <a:pt x="1357223" y="263944"/>
                </a:lnTo>
                <a:lnTo>
                  <a:pt x="1357223" y="245554"/>
                </a:lnTo>
                <a:lnTo>
                  <a:pt x="1415224" y="245554"/>
                </a:lnTo>
                <a:lnTo>
                  <a:pt x="1415224" y="379857"/>
                </a:lnTo>
                <a:lnTo>
                  <a:pt x="1444180" y="379857"/>
                </a:lnTo>
                <a:lnTo>
                  <a:pt x="1444180" y="245554"/>
                </a:lnTo>
                <a:lnTo>
                  <a:pt x="1503616" y="245554"/>
                </a:lnTo>
                <a:lnTo>
                  <a:pt x="1503616" y="263944"/>
                </a:lnTo>
                <a:lnTo>
                  <a:pt x="1531150" y="263944"/>
                </a:lnTo>
                <a:lnTo>
                  <a:pt x="1531150" y="245554"/>
                </a:lnTo>
                <a:lnTo>
                  <a:pt x="1531150" y="219646"/>
                </a:lnTo>
                <a:lnTo>
                  <a:pt x="1531150" y="105257"/>
                </a:lnTo>
                <a:lnTo>
                  <a:pt x="1531150" y="79336"/>
                </a:lnTo>
                <a:close/>
              </a:path>
              <a:path w="4290060" h="382904">
                <a:moveTo>
                  <a:pt x="1708023" y="195262"/>
                </a:moveTo>
                <a:lnTo>
                  <a:pt x="1697685" y="185851"/>
                </a:lnTo>
                <a:lnTo>
                  <a:pt x="1686433" y="175450"/>
                </a:lnTo>
                <a:lnTo>
                  <a:pt x="1683067" y="172402"/>
                </a:lnTo>
                <a:lnTo>
                  <a:pt x="1675879" y="165900"/>
                </a:lnTo>
                <a:lnTo>
                  <a:pt x="1663827" y="155638"/>
                </a:lnTo>
                <a:lnTo>
                  <a:pt x="1646974" y="172402"/>
                </a:lnTo>
                <a:lnTo>
                  <a:pt x="1646974" y="169354"/>
                </a:lnTo>
                <a:lnTo>
                  <a:pt x="1646974" y="105244"/>
                </a:lnTo>
                <a:lnTo>
                  <a:pt x="1700403" y="105244"/>
                </a:lnTo>
                <a:lnTo>
                  <a:pt x="1700403" y="79336"/>
                </a:lnTo>
                <a:lnTo>
                  <a:pt x="1646974" y="79336"/>
                </a:lnTo>
                <a:lnTo>
                  <a:pt x="1646974" y="4572"/>
                </a:lnTo>
                <a:lnTo>
                  <a:pt x="1621066" y="4572"/>
                </a:lnTo>
                <a:lnTo>
                  <a:pt x="1621066" y="79336"/>
                </a:lnTo>
                <a:lnTo>
                  <a:pt x="1563154" y="79336"/>
                </a:lnTo>
                <a:lnTo>
                  <a:pt x="1563154" y="105244"/>
                </a:lnTo>
                <a:lnTo>
                  <a:pt x="1618018" y="105244"/>
                </a:lnTo>
                <a:lnTo>
                  <a:pt x="1608531" y="140449"/>
                </a:lnTo>
                <a:lnTo>
                  <a:pt x="1595920" y="175056"/>
                </a:lnTo>
                <a:lnTo>
                  <a:pt x="1579867" y="209067"/>
                </a:lnTo>
                <a:lnTo>
                  <a:pt x="1560093" y="242506"/>
                </a:lnTo>
                <a:lnTo>
                  <a:pt x="1563509" y="250583"/>
                </a:lnTo>
                <a:lnTo>
                  <a:pt x="1566773" y="258787"/>
                </a:lnTo>
                <a:lnTo>
                  <a:pt x="1569745" y="267246"/>
                </a:lnTo>
                <a:lnTo>
                  <a:pt x="1572298" y="276136"/>
                </a:lnTo>
                <a:lnTo>
                  <a:pt x="1585696" y="254050"/>
                </a:lnTo>
                <a:lnTo>
                  <a:pt x="1598396" y="228993"/>
                </a:lnTo>
                <a:lnTo>
                  <a:pt x="1610220" y="200812"/>
                </a:lnTo>
                <a:lnTo>
                  <a:pt x="1621066" y="169354"/>
                </a:lnTo>
                <a:lnTo>
                  <a:pt x="1621066" y="376809"/>
                </a:lnTo>
                <a:lnTo>
                  <a:pt x="1646974" y="376809"/>
                </a:lnTo>
                <a:lnTo>
                  <a:pt x="1646974" y="175450"/>
                </a:lnTo>
                <a:lnTo>
                  <a:pt x="1657934" y="185737"/>
                </a:lnTo>
                <a:lnTo>
                  <a:pt x="1668005" y="196024"/>
                </a:lnTo>
                <a:lnTo>
                  <a:pt x="1677492" y="206311"/>
                </a:lnTo>
                <a:lnTo>
                  <a:pt x="1686687" y="216598"/>
                </a:lnTo>
                <a:lnTo>
                  <a:pt x="1708023" y="195262"/>
                </a:lnTo>
                <a:close/>
              </a:path>
              <a:path w="4290060" h="382904">
                <a:moveTo>
                  <a:pt x="1762887" y="213550"/>
                </a:moveTo>
                <a:lnTo>
                  <a:pt x="1735455" y="201358"/>
                </a:lnTo>
                <a:lnTo>
                  <a:pt x="1719694" y="236537"/>
                </a:lnTo>
                <a:lnTo>
                  <a:pt x="1704213" y="268693"/>
                </a:lnTo>
                <a:lnTo>
                  <a:pt x="1688731" y="297675"/>
                </a:lnTo>
                <a:lnTo>
                  <a:pt x="1672971" y="323380"/>
                </a:lnTo>
                <a:lnTo>
                  <a:pt x="1680705" y="326809"/>
                </a:lnTo>
                <a:lnTo>
                  <a:pt x="1688020" y="330238"/>
                </a:lnTo>
                <a:lnTo>
                  <a:pt x="1695043" y="333667"/>
                </a:lnTo>
                <a:lnTo>
                  <a:pt x="1701927" y="337096"/>
                </a:lnTo>
                <a:lnTo>
                  <a:pt x="1717027" y="308800"/>
                </a:lnTo>
                <a:lnTo>
                  <a:pt x="1732407" y="278790"/>
                </a:lnTo>
                <a:lnTo>
                  <a:pt x="1747786" y="247040"/>
                </a:lnTo>
                <a:lnTo>
                  <a:pt x="1762887" y="213550"/>
                </a:lnTo>
                <a:close/>
              </a:path>
              <a:path w="4290060" h="382904">
                <a:moveTo>
                  <a:pt x="1919960" y="25908"/>
                </a:moveTo>
                <a:lnTo>
                  <a:pt x="1717167" y="25908"/>
                </a:lnTo>
                <a:lnTo>
                  <a:pt x="1717167" y="53428"/>
                </a:lnTo>
                <a:lnTo>
                  <a:pt x="1919960" y="53428"/>
                </a:lnTo>
                <a:lnTo>
                  <a:pt x="1919960" y="25908"/>
                </a:lnTo>
                <a:close/>
              </a:path>
              <a:path w="4290060" h="382904">
                <a:moveTo>
                  <a:pt x="1938337" y="138772"/>
                </a:moveTo>
                <a:lnTo>
                  <a:pt x="1698879" y="138772"/>
                </a:lnTo>
                <a:lnTo>
                  <a:pt x="1698879" y="164782"/>
                </a:lnTo>
                <a:lnTo>
                  <a:pt x="1802612" y="164782"/>
                </a:lnTo>
                <a:lnTo>
                  <a:pt x="1802612" y="315760"/>
                </a:lnTo>
                <a:lnTo>
                  <a:pt x="1801177" y="327761"/>
                </a:lnTo>
                <a:lnTo>
                  <a:pt x="1796884" y="336334"/>
                </a:lnTo>
                <a:lnTo>
                  <a:pt x="1789709" y="341477"/>
                </a:lnTo>
                <a:lnTo>
                  <a:pt x="1779892" y="343154"/>
                </a:lnTo>
                <a:lnTo>
                  <a:pt x="1768843" y="343141"/>
                </a:lnTo>
                <a:lnTo>
                  <a:pt x="1757172" y="342811"/>
                </a:lnTo>
                <a:lnTo>
                  <a:pt x="1744929" y="341896"/>
                </a:lnTo>
                <a:lnTo>
                  <a:pt x="1732407" y="340144"/>
                </a:lnTo>
                <a:lnTo>
                  <a:pt x="1733765" y="349008"/>
                </a:lnTo>
                <a:lnTo>
                  <a:pt x="1735264" y="357327"/>
                </a:lnTo>
                <a:lnTo>
                  <a:pt x="1736483" y="365074"/>
                </a:lnTo>
                <a:lnTo>
                  <a:pt x="1736979" y="372237"/>
                </a:lnTo>
                <a:lnTo>
                  <a:pt x="1752142" y="373113"/>
                </a:lnTo>
                <a:lnTo>
                  <a:pt x="1765744" y="373570"/>
                </a:lnTo>
                <a:lnTo>
                  <a:pt x="1777911" y="373735"/>
                </a:lnTo>
                <a:lnTo>
                  <a:pt x="1788795" y="373761"/>
                </a:lnTo>
                <a:lnTo>
                  <a:pt x="1807730" y="370636"/>
                </a:lnTo>
                <a:lnTo>
                  <a:pt x="1821078" y="361365"/>
                </a:lnTo>
                <a:lnTo>
                  <a:pt x="1828965" y="346075"/>
                </a:lnTo>
                <a:lnTo>
                  <a:pt x="1829320" y="343192"/>
                </a:lnTo>
                <a:lnTo>
                  <a:pt x="1831568" y="324904"/>
                </a:lnTo>
                <a:lnTo>
                  <a:pt x="1831568" y="164782"/>
                </a:lnTo>
                <a:lnTo>
                  <a:pt x="1938337" y="164782"/>
                </a:lnTo>
                <a:lnTo>
                  <a:pt x="1938337" y="138772"/>
                </a:lnTo>
                <a:close/>
              </a:path>
              <a:path w="4290060" h="382904">
                <a:moveTo>
                  <a:pt x="1944433" y="323380"/>
                </a:moveTo>
                <a:lnTo>
                  <a:pt x="1932127" y="296164"/>
                </a:lnTo>
                <a:lnTo>
                  <a:pt x="1918093" y="266941"/>
                </a:lnTo>
                <a:lnTo>
                  <a:pt x="1902345" y="235419"/>
                </a:lnTo>
                <a:lnTo>
                  <a:pt x="1884908" y="201358"/>
                </a:lnTo>
                <a:lnTo>
                  <a:pt x="1857476" y="215074"/>
                </a:lnTo>
                <a:lnTo>
                  <a:pt x="1873135" y="245960"/>
                </a:lnTo>
                <a:lnTo>
                  <a:pt x="1887956" y="276694"/>
                </a:lnTo>
                <a:lnTo>
                  <a:pt x="1901621" y="307111"/>
                </a:lnTo>
                <a:lnTo>
                  <a:pt x="1913864" y="337096"/>
                </a:lnTo>
                <a:lnTo>
                  <a:pt x="1944433" y="323380"/>
                </a:lnTo>
                <a:close/>
              </a:path>
              <a:path w="4290060" h="382904">
                <a:moveTo>
                  <a:pt x="2057209" y="71716"/>
                </a:moveTo>
                <a:lnTo>
                  <a:pt x="2045754" y="60020"/>
                </a:lnTo>
                <a:lnTo>
                  <a:pt x="2015413" y="28562"/>
                </a:lnTo>
                <a:lnTo>
                  <a:pt x="1996249" y="9144"/>
                </a:lnTo>
                <a:lnTo>
                  <a:pt x="1973389" y="28956"/>
                </a:lnTo>
                <a:lnTo>
                  <a:pt x="1989061" y="45897"/>
                </a:lnTo>
                <a:lnTo>
                  <a:pt x="2003869" y="62382"/>
                </a:lnTo>
                <a:lnTo>
                  <a:pt x="2017534" y="78562"/>
                </a:lnTo>
                <a:lnTo>
                  <a:pt x="2029777" y="94576"/>
                </a:lnTo>
                <a:lnTo>
                  <a:pt x="2057209" y="71716"/>
                </a:lnTo>
                <a:close/>
              </a:path>
              <a:path w="4290060" h="382904">
                <a:moveTo>
                  <a:pt x="2084730" y="317284"/>
                </a:moveTo>
                <a:lnTo>
                  <a:pt x="2083828" y="310108"/>
                </a:lnTo>
                <a:lnTo>
                  <a:pt x="2083231" y="302425"/>
                </a:lnTo>
                <a:lnTo>
                  <a:pt x="2082596" y="293484"/>
                </a:lnTo>
                <a:lnTo>
                  <a:pt x="2081682" y="283756"/>
                </a:lnTo>
                <a:lnTo>
                  <a:pt x="2069109" y="293484"/>
                </a:lnTo>
                <a:lnTo>
                  <a:pt x="2056650" y="302425"/>
                </a:lnTo>
                <a:lnTo>
                  <a:pt x="2032825" y="318808"/>
                </a:lnTo>
                <a:lnTo>
                  <a:pt x="2032825" y="134200"/>
                </a:lnTo>
                <a:lnTo>
                  <a:pt x="1953577" y="134200"/>
                </a:lnTo>
                <a:lnTo>
                  <a:pt x="1953577" y="163258"/>
                </a:lnTo>
                <a:lnTo>
                  <a:pt x="2002345" y="163258"/>
                </a:lnTo>
                <a:lnTo>
                  <a:pt x="2002345" y="312712"/>
                </a:lnTo>
                <a:lnTo>
                  <a:pt x="2001507" y="323519"/>
                </a:lnTo>
                <a:lnTo>
                  <a:pt x="1999107" y="332905"/>
                </a:lnTo>
                <a:lnTo>
                  <a:pt x="1995271" y="340563"/>
                </a:lnTo>
                <a:lnTo>
                  <a:pt x="1990153" y="346240"/>
                </a:lnTo>
                <a:lnTo>
                  <a:pt x="2008441" y="372237"/>
                </a:lnTo>
                <a:lnTo>
                  <a:pt x="2022703" y="360857"/>
                </a:lnTo>
                <a:lnTo>
                  <a:pt x="2040267" y="347611"/>
                </a:lnTo>
                <a:lnTo>
                  <a:pt x="2060994" y="332943"/>
                </a:lnTo>
                <a:lnTo>
                  <a:pt x="2082431" y="318808"/>
                </a:lnTo>
                <a:lnTo>
                  <a:pt x="2084730" y="317284"/>
                </a:lnTo>
                <a:close/>
              </a:path>
              <a:path w="4290060" h="382904">
                <a:moveTo>
                  <a:pt x="2333244" y="262420"/>
                </a:moveTo>
                <a:lnTo>
                  <a:pt x="2325243" y="259867"/>
                </a:lnTo>
                <a:lnTo>
                  <a:pt x="2317242" y="256895"/>
                </a:lnTo>
                <a:lnTo>
                  <a:pt x="2309241" y="253631"/>
                </a:lnTo>
                <a:lnTo>
                  <a:pt x="2301240" y="250228"/>
                </a:lnTo>
                <a:lnTo>
                  <a:pt x="2299195" y="268516"/>
                </a:lnTo>
                <a:lnTo>
                  <a:pt x="2293620" y="309664"/>
                </a:lnTo>
                <a:lnTo>
                  <a:pt x="2253996" y="335572"/>
                </a:lnTo>
                <a:lnTo>
                  <a:pt x="2156371" y="335572"/>
                </a:lnTo>
                <a:lnTo>
                  <a:pt x="2144369" y="333832"/>
                </a:lnTo>
                <a:lnTo>
                  <a:pt x="2135797" y="328523"/>
                </a:lnTo>
                <a:lnTo>
                  <a:pt x="2130653" y="319493"/>
                </a:lnTo>
                <a:lnTo>
                  <a:pt x="2128939" y="306616"/>
                </a:lnTo>
                <a:lnTo>
                  <a:pt x="2128939" y="176974"/>
                </a:lnTo>
                <a:lnTo>
                  <a:pt x="2275332" y="176974"/>
                </a:lnTo>
                <a:lnTo>
                  <a:pt x="2275332" y="195262"/>
                </a:lnTo>
                <a:lnTo>
                  <a:pt x="2305812" y="195262"/>
                </a:lnTo>
                <a:lnTo>
                  <a:pt x="2305812" y="176974"/>
                </a:lnTo>
                <a:lnTo>
                  <a:pt x="2305812" y="22860"/>
                </a:lnTo>
                <a:lnTo>
                  <a:pt x="2083206" y="22860"/>
                </a:lnTo>
                <a:lnTo>
                  <a:pt x="2083206" y="50380"/>
                </a:lnTo>
                <a:lnTo>
                  <a:pt x="2275332" y="50380"/>
                </a:lnTo>
                <a:lnTo>
                  <a:pt x="2275332" y="149542"/>
                </a:lnTo>
                <a:lnTo>
                  <a:pt x="2098446" y="149542"/>
                </a:lnTo>
                <a:lnTo>
                  <a:pt x="2098446" y="315760"/>
                </a:lnTo>
                <a:lnTo>
                  <a:pt x="2101545" y="337527"/>
                </a:lnTo>
                <a:lnTo>
                  <a:pt x="2110638" y="352755"/>
                </a:lnTo>
                <a:lnTo>
                  <a:pt x="2125459" y="361696"/>
                </a:lnTo>
                <a:lnTo>
                  <a:pt x="2145703" y="364617"/>
                </a:lnTo>
                <a:lnTo>
                  <a:pt x="2260092" y="364617"/>
                </a:lnTo>
                <a:lnTo>
                  <a:pt x="2302764" y="354279"/>
                </a:lnTo>
                <a:lnTo>
                  <a:pt x="2325713" y="310108"/>
                </a:lnTo>
                <a:lnTo>
                  <a:pt x="2330932" y="279222"/>
                </a:lnTo>
                <a:lnTo>
                  <a:pt x="2333244" y="262420"/>
                </a:lnTo>
                <a:close/>
              </a:path>
              <a:path w="4290060" h="382904">
                <a:moveTo>
                  <a:pt x="2507170" y="65633"/>
                </a:moveTo>
                <a:lnTo>
                  <a:pt x="2476601" y="65633"/>
                </a:lnTo>
                <a:lnTo>
                  <a:pt x="2476601" y="94589"/>
                </a:lnTo>
                <a:lnTo>
                  <a:pt x="2476601" y="187642"/>
                </a:lnTo>
                <a:lnTo>
                  <a:pt x="2476601" y="215074"/>
                </a:lnTo>
                <a:lnTo>
                  <a:pt x="2476601" y="311188"/>
                </a:lnTo>
                <a:lnTo>
                  <a:pt x="2391257" y="311188"/>
                </a:lnTo>
                <a:lnTo>
                  <a:pt x="2391257" y="215074"/>
                </a:lnTo>
                <a:lnTo>
                  <a:pt x="2476601" y="215074"/>
                </a:lnTo>
                <a:lnTo>
                  <a:pt x="2476601" y="187642"/>
                </a:lnTo>
                <a:lnTo>
                  <a:pt x="2391257" y="187642"/>
                </a:lnTo>
                <a:lnTo>
                  <a:pt x="2391257" y="94589"/>
                </a:lnTo>
                <a:lnTo>
                  <a:pt x="2476601" y="94589"/>
                </a:lnTo>
                <a:lnTo>
                  <a:pt x="2476601" y="65633"/>
                </a:lnTo>
                <a:lnTo>
                  <a:pt x="2430881" y="65633"/>
                </a:lnTo>
                <a:lnTo>
                  <a:pt x="2436596" y="52781"/>
                </a:lnTo>
                <a:lnTo>
                  <a:pt x="2442311" y="39484"/>
                </a:lnTo>
                <a:lnTo>
                  <a:pt x="2448026" y="25895"/>
                </a:lnTo>
                <a:lnTo>
                  <a:pt x="2453741" y="12192"/>
                </a:lnTo>
                <a:lnTo>
                  <a:pt x="2421737" y="3048"/>
                </a:lnTo>
                <a:lnTo>
                  <a:pt x="2416873" y="17310"/>
                </a:lnTo>
                <a:lnTo>
                  <a:pt x="2411450" y="32588"/>
                </a:lnTo>
                <a:lnTo>
                  <a:pt x="2405443" y="48742"/>
                </a:lnTo>
                <a:lnTo>
                  <a:pt x="2398877" y="65633"/>
                </a:lnTo>
                <a:lnTo>
                  <a:pt x="2360777" y="65633"/>
                </a:lnTo>
                <a:lnTo>
                  <a:pt x="2360777" y="373761"/>
                </a:lnTo>
                <a:lnTo>
                  <a:pt x="2391257" y="373761"/>
                </a:lnTo>
                <a:lnTo>
                  <a:pt x="2391257" y="340144"/>
                </a:lnTo>
                <a:lnTo>
                  <a:pt x="2476601" y="340144"/>
                </a:lnTo>
                <a:lnTo>
                  <a:pt x="2476601" y="370713"/>
                </a:lnTo>
                <a:lnTo>
                  <a:pt x="2507170" y="370713"/>
                </a:lnTo>
                <a:lnTo>
                  <a:pt x="2507170" y="340144"/>
                </a:lnTo>
                <a:lnTo>
                  <a:pt x="2507170" y="311188"/>
                </a:lnTo>
                <a:lnTo>
                  <a:pt x="2507170" y="215074"/>
                </a:lnTo>
                <a:lnTo>
                  <a:pt x="2507170" y="187642"/>
                </a:lnTo>
                <a:lnTo>
                  <a:pt x="2507170" y="94589"/>
                </a:lnTo>
                <a:lnTo>
                  <a:pt x="2507170" y="65633"/>
                </a:lnTo>
                <a:close/>
              </a:path>
              <a:path w="4290060" h="382904">
                <a:moveTo>
                  <a:pt x="2638336" y="239458"/>
                </a:moveTo>
                <a:lnTo>
                  <a:pt x="2624556" y="220319"/>
                </a:lnTo>
                <a:lnTo>
                  <a:pt x="2608529" y="199453"/>
                </a:lnTo>
                <a:lnTo>
                  <a:pt x="2590228" y="176885"/>
                </a:lnTo>
                <a:lnTo>
                  <a:pt x="2569654" y="152590"/>
                </a:lnTo>
                <a:lnTo>
                  <a:pt x="2546794" y="170878"/>
                </a:lnTo>
                <a:lnTo>
                  <a:pt x="2564269" y="192836"/>
                </a:lnTo>
                <a:lnTo>
                  <a:pt x="2580322" y="215087"/>
                </a:lnTo>
                <a:lnTo>
                  <a:pt x="2595232" y="237350"/>
                </a:lnTo>
                <a:lnTo>
                  <a:pt x="2609278" y="259372"/>
                </a:lnTo>
                <a:lnTo>
                  <a:pt x="2638336" y="239458"/>
                </a:lnTo>
                <a:close/>
              </a:path>
              <a:path w="4290060" h="382904">
                <a:moveTo>
                  <a:pt x="2709964" y="64096"/>
                </a:moveTo>
                <a:lnTo>
                  <a:pt x="2586418" y="64096"/>
                </a:lnTo>
                <a:lnTo>
                  <a:pt x="2591231" y="51257"/>
                </a:lnTo>
                <a:lnTo>
                  <a:pt x="2596324" y="37960"/>
                </a:lnTo>
                <a:lnTo>
                  <a:pt x="2601417" y="24371"/>
                </a:lnTo>
                <a:lnTo>
                  <a:pt x="2606230" y="10668"/>
                </a:lnTo>
                <a:lnTo>
                  <a:pt x="2574226" y="3048"/>
                </a:lnTo>
                <a:lnTo>
                  <a:pt x="2561056" y="43675"/>
                </a:lnTo>
                <a:lnTo>
                  <a:pt x="2546604" y="80860"/>
                </a:lnTo>
                <a:lnTo>
                  <a:pt x="2530716" y="114579"/>
                </a:lnTo>
                <a:lnTo>
                  <a:pt x="2513266" y="144881"/>
                </a:lnTo>
                <a:lnTo>
                  <a:pt x="2520962" y="148361"/>
                </a:lnTo>
                <a:lnTo>
                  <a:pt x="2527935" y="151815"/>
                </a:lnTo>
                <a:lnTo>
                  <a:pt x="2534056" y="155257"/>
                </a:lnTo>
                <a:lnTo>
                  <a:pt x="2539174" y="158686"/>
                </a:lnTo>
                <a:lnTo>
                  <a:pt x="2548293" y="144106"/>
                </a:lnTo>
                <a:lnTo>
                  <a:pt x="2557272" y="128117"/>
                </a:lnTo>
                <a:lnTo>
                  <a:pt x="2565958" y="111010"/>
                </a:lnTo>
                <a:lnTo>
                  <a:pt x="2574226" y="93065"/>
                </a:lnTo>
                <a:lnTo>
                  <a:pt x="2676436" y="93065"/>
                </a:lnTo>
                <a:lnTo>
                  <a:pt x="2675267" y="164592"/>
                </a:lnTo>
                <a:lnTo>
                  <a:pt x="2673959" y="223685"/>
                </a:lnTo>
                <a:lnTo>
                  <a:pt x="2672359" y="270471"/>
                </a:lnTo>
                <a:lnTo>
                  <a:pt x="2667165" y="321094"/>
                </a:lnTo>
                <a:lnTo>
                  <a:pt x="2632240" y="341668"/>
                </a:lnTo>
                <a:lnTo>
                  <a:pt x="2616530" y="341350"/>
                </a:lnTo>
                <a:lnTo>
                  <a:pt x="2599575" y="340334"/>
                </a:lnTo>
                <a:lnTo>
                  <a:pt x="2581770" y="338442"/>
                </a:lnTo>
                <a:lnTo>
                  <a:pt x="2563558" y="335572"/>
                </a:lnTo>
                <a:lnTo>
                  <a:pt x="2562034" y="335572"/>
                </a:lnTo>
                <a:lnTo>
                  <a:pt x="2564053" y="343623"/>
                </a:lnTo>
                <a:lnTo>
                  <a:pt x="2565654" y="351993"/>
                </a:lnTo>
                <a:lnTo>
                  <a:pt x="2566962" y="360934"/>
                </a:lnTo>
                <a:lnTo>
                  <a:pt x="2568130" y="370713"/>
                </a:lnTo>
                <a:lnTo>
                  <a:pt x="2586151" y="371589"/>
                </a:lnTo>
                <a:lnTo>
                  <a:pt x="2603766" y="372046"/>
                </a:lnTo>
                <a:lnTo>
                  <a:pt x="2638336" y="372237"/>
                </a:lnTo>
                <a:lnTo>
                  <a:pt x="2665260" y="368503"/>
                </a:lnTo>
                <a:lnTo>
                  <a:pt x="2694914" y="341668"/>
                </a:lnTo>
                <a:lnTo>
                  <a:pt x="2703423" y="285978"/>
                </a:lnTo>
                <a:lnTo>
                  <a:pt x="2704795" y="247827"/>
                </a:lnTo>
                <a:lnTo>
                  <a:pt x="2706357" y="199453"/>
                </a:lnTo>
                <a:lnTo>
                  <a:pt x="2708135" y="136956"/>
                </a:lnTo>
                <a:lnTo>
                  <a:pt x="2709240" y="93065"/>
                </a:lnTo>
                <a:lnTo>
                  <a:pt x="2709964" y="64096"/>
                </a:lnTo>
                <a:close/>
              </a:path>
              <a:path w="4290060" h="382904">
                <a:moveTo>
                  <a:pt x="3117151" y="285267"/>
                </a:moveTo>
                <a:lnTo>
                  <a:pt x="3086570" y="273329"/>
                </a:lnTo>
                <a:lnTo>
                  <a:pt x="3086112" y="273075"/>
                </a:lnTo>
                <a:lnTo>
                  <a:pt x="3080474" y="270027"/>
                </a:lnTo>
                <a:lnTo>
                  <a:pt x="3058845" y="258368"/>
                </a:lnTo>
                <a:lnTo>
                  <a:pt x="3033953" y="240830"/>
                </a:lnTo>
                <a:lnTo>
                  <a:pt x="3027134" y="234759"/>
                </a:lnTo>
                <a:lnTo>
                  <a:pt x="3027134" y="270027"/>
                </a:lnTo>
                <a:lnTo>
                  <a:pt x="2940266" y="270027"/>
                </a:lnTo>
                <a:lnTo>
                  <a:pt x="2940266" y="233362"/>
                </a:lnTo>
                <a:lnTo>
                  <a:pt x="2911310" y="233362"/>
                </a:lnTo>
                <a:lnTo>
                  <a:pt x="2911310" y="270027"/>
                </a:lnTo>
                <a:lnTo>
                  <a:pt x="2822829" y="270027"/>
                </a:lnTo>
                <a:lnTo>
                  <a:pt x="2835376" y="258546"/>
                </a:lnTo>
                <a:lnTo>
                  <a:pt x="2847784" y="246748"/>
                </a:lnTo>
                <a:lnTo>
                  <a:pt x="2859900" y="234378"/>
                </a:lnTo>
                <a:lnTo>
                  <a:pt x="2871597" y="221170"/>
                </a:lnTo>
                <a:lnTo>
                  <a:pt x="2976842" y="221170"/>
                </a:lnTo>
                <a:lnTo>
                  <a:pt x="2988564" y="234594"/>
                </a:lnTo>
                <a:lnTo>
                  <a:pt x="3000845" y="247319"/>
                </a:lnTo>
                <a:lnTo>
                  <a:pt x="3013710" y="259181"/>
                </a:lnTo>
                <a:lnTo>
                  <a:pt x="3027134" y="270027"/>
                </a:lnTo>
                <a:lnTo>
                  <a:pt x="3027134" y="234759"/>
                </a:lnTo>
                <a:lnTo>
                  <a:pt x="3011894" y="221170"/>
                </a:lnTo>
                <a:lnTo>
                  <a:pt x="3112579" y="221170"/>
                </a:lnTo>
                <a:lnTo>
                  <a:pt x="3112579" y="195262"/>
                </a:lnTo>
                <a:lnTo>
                  <a:pt x="3036278" y="195262"/>
                </a:lnTo>
                <a:lnTo>
                  <a:pt x="3036278" y="169354"/>
                </a:lnTo>
                <a:lnTo>
                  <a:pt x="3036278" y="144868"/>
                </a:lnTo>
                <a:lnTo>
                  <a:pt x="3036278" y="118960"/>
                </a:lnTo>
                <a:lnTo>
                  <a:pt x="3036278" y="94576"/>
                </a:lnTo>
                <a:lnTo>
                  <a:pt x="3036278" y="67144"/>
                </a:lnTo>
                <a:lnTo>
                  <a:pt x="3101911" y="67144"/>
                </a:lnTo>
                <a:lnTo>
                  <a:pt x="3101911" y="42672"/>
                </a:lnTo>
                <a:lnTo>
                  <a:pt x="3036278" y="42672"/>
                </a:lnTo>
                <a:lnTo>
                  <a:pt x="3036278" y="1524"/>
                </a:lnTo>
                <a:lnTo>
                  <a:pt x="3008846" y="1524"/>
                </a:lnTo>
                <a:lnTo>
                  <a:pt x="3008846" y="42672"/>
                </a:lnTo>
                <a:lnTo>
                  <a:pt x="3008846" y="67144"/>
                </a:lnTo>
                <a:lnTo>
                  <a:pt x="3008846" y="195262"/>
                </a:lnTo>
                <a:lnTo>
                  <a:pt x="2844165" y="195262"/>
                </a:lnTo>
                <a:lnTo>
                  <a:pt x="2844165" y="169354"/>
                </a:lnTo>
                <a:lnTo>
                  <a:pt x="3008846" y="169354"/>
                </a:lnTo>
                <a:lnTo>
                  <a:pt x="3008846" y="144868"/>
                </a:lnTo>
                <a:lnTo>
                  <a:pt x="2844165" y="144868"/>
                </a:lnTo>
                <a:lnTo>
                  <a:pt x="2844165" y="118960"/>
                </a:lnTo>
                <a:lnTo>
                  <a:pt x="3008846" y="118960"/>
                </a:lnTo>
                <a:lnTo>
                  <a:pt x="3008846" y="94576"/>
                </a:lnTo>
                <a:lnTo>
                  <a:pt x="2844165" y="94576"/>
                </a:lnTo>
                <a:lnTo>
                  <a:pt x="2844165" y="67144"/>
                </a:lnTo>
                <a:lnTo>
                  <a:pt x="3008846" y="67144"/>
                </a:lnTo>
                <a:lnTo>
                  <a:pt x="3008846" y="42672"/>
                </a:lnTo>
                <a:lnTo>
                  <a:pt x="2844165" y="42672"/>
                </a:lnTo>
                <a:lnTo>
                  <a:pt x="2844165" y="1524"/>
                </a:lnTo>
                <a:lnTo>
                  <a:pt x="2815209" y="1524"/>
                </a:lnTo>
                <a:lnTo>
                  <a:pt x="2815209" y="42672"/>
                </a:lnTo>
                <a:lnTo>
                  <a:pt x="2751099" y="42672"/>
                </a:lnTo>
                <a:lnTo>
                  <a:pt x="2751099" y="67144"/>
                </a:lnTo>
                <a:lnTo>
                  <a:pt x="2815209" y="67144"/>
                </a:lnTo>
                <a:lnTo>
                  <a:pt x="2815209" y="195262"/>
                </a:lnTo>
                <a:lnTo>
                  <a:pt x="2738907" y="195262"/>
                </a:lnTo>
                <a:lnTo>
                  <a:pt x="2738907" y="221170"/>
                </a:lnTo>
                <a:lnTo>
                  <a:pt x="2836545" y="221170"/>
                </a:lnTo>
                <a:lnTo>
                  <a:pt x="2814612" y="242062"/>
                </a:lnTo>
                <a:lnTo>
                  <a:pt x="2790240" y="261073"/>
                </a:lnTo>
                <a:lnTo>
                  <a:pt x="2763850" y="278053"/>
                </a:lnTo>
                <a:lnTo>
                  <a:pt x="2735859" y="292900"/>
                </a:lnTo>
                <a:lnTo>
                  <a:pt x="2741536" y="299707"/>
                </a:lnTo>
                <a:lnTo>
                  <a:pt x="2746908" y="306235"/>
                </a:lnTo>
                <a:lnTo>
                  <a:pt x="2751721" y="312178"/>
                </a:lnTo>
                <a:lnTo>
                  <a:pt x="2755671" y="317284"/>
                </a:lnTo>
                <a:lnTo>
                  <a:pt x="2771711" y="307581"/>
                </a:lnTo>
                <a:lnTo>
                  <a:pt x="2787573" y="296900"/>
                </a:lnTo>
                <a:lnTo>
                  <a:pt x="2803131" y="285343"/>
                </a:lnTo>
                <a:lnTo>
                  <a:pt x="2818257" y="273075"/>
                </a:lnTo>
                <a:lnTo>
                  <a:pt x="2818257" y="294424"/>
                </a:lnTo>
                <a:lnTo>
                  <a:pt x="2911310" y="294424"/>
                </a:lnTo>
                <a:lnTo>
                  <a:pt x="2911310" y="334048"/>
                </a:lnTo>
                <a:lnTo>
                  <a:pt x="2761869" y="334048"/>
                </a:lnTo>
                <a:lnTo>
                  <a:pt x="2761869" y="358521"/>
                </a:lnTo>
                <a:lnTo>
                  <a:pt x="3089719" y="358521"/>
                </a:lnTo>
                <a:lnTo>
                  <a:pt x="3089719" y="334048"/>
                </a:lnTo>
                <a:lnTo>
                  <a:pt x="2940266" y="334048"/>
                </a:lnTo>
                <a:lnTo>
                  <a:pt x="2940266" y="294424"/>
                </a:lnTo>
                <a:lnTo>
                  <a:pt x="3031706" y="294424"/>
                </a:lnTo>
                <a:lnTo>
                  <a:pt x="3031706" y="273075"/>
                </a:lnTo>
                <a:lnTo>
                  <a:pt x="3046907" y="284200"/>
                </a:lnTo>
                <a:lnTo>
                  <a:pt x="3062655" y="294614"/>
                </a:lnTo>
                <a:lnTo>
                  <a:pt x="3078950" y="304152"/>
                </a:lnTo>
                <a:lnTo>
                  <a:pt x="3095815" y="312712"/>
                </a:lnTo>
                <a:lnTo>
                  <a:pt x="3100438" y="306705"/>
                </a:lnTo>
                <a:lnTo>
                  <a:pt x="3105340" y="300139"/>
                </a:lnTo>
                <a:lnTo>
                  <a:pt x="3110814" y="292989"/>
                </a:lnTo>
                <a:lnTo>
                  <a:pt x="3117151" y="285267"/>
                </a:lnTo>
                <a:close/>
              </a:path>
              <a:path w="4290060" h="382904">
                <a:moveTo>
                  <a:pt x="3506063" y="279171"/>
                </a:moveTo>
                <a:lnTo>
                  <a:pt x="3466668" y="250621"/>
                </a:lnTo>
                <a:lnTo>
                  <a:pt x="3430803" y="218211"/>
                </a:lnTo>
                <a:lnTo>
                  <a:pt x="3398329" y="182067"/>
                </a:lnTo>
                <a:lnTo>
                  <a:pt x="3369068" y="142341"/>
                </a:lnTo>
                <a:lnTo>
                  <a:pt x="3342894" y="99148"/>
                </a:lnTo>
                <a:lnTo>
                  <a:pt x="3498443" y="99148"/>
                </a:lnTo>
                <a:lnTo>
                  <a:pt x="3498443" y="70192"/>
                </a:lnTo>
                <a:lnTo>
                  <a:pt x="3332226" y="70192"/>
                </a:lnTo>
                <a:lnTo>
                  <a:pt x="3332226" y="1524"/>
                </a:lnTo>
                <a:lnTo>
                  <a:pt x="3301657" y="1524"/>
                </a:lnTo>
                <a:lnTo>
                  <a:pt x="3301657" y="70192"/>
                </a:lnTo>
                <a:lnTo>
                  <a:pt x="3135439" y="70192"/>
                </a:lnTo>
                <a:lnTo>
                  <a:pt x="3135439" y="99148"/>
                </a:lnTo>
                <a:lnTo>
                  <a:pt x="3290989" y="99148"/>
                </a:lnTo>
                <a:lnTo>
                  <a:pt x="3266859" y="138150"/>
                </a:lnTo>
                <a:lnTo>
                  <a:pt x="3238411" y="176415"/>
                </a:lnTo>
                <a:lnTo>
                  <a:pt x="3205708" y="213931"/>
                </a:lnTo>
                <a:lnTo>
                  <a:pt x="3168815" y="250723"/>
                </a:lnTo>
                <a:lnTo>
                  <a:pt x="3127819" y="286791"/>
                </a:lnTo>
                <a:lnTo>
                  <a:pt x="3132912" y="291655"/>
                </a:lnTo>
                <a:lnTo>
                  <a:pt x="3145396" y="303085"/>
                </a:lnTo>
                <a:lnTo>
                  <a:pt x="3152203" y="309651"/>
                </a:lnTo>
                <a:lnTo>
                  <a:pt x="3190456" y="273634"/>
                </a:lnTo>
                <a:lnTo>
                  <a:pt x="3224606" y="236931"/>
                </a:lnTo>
                <a:lnTo>
                  <a:pt x="3254565" y="199631"/>
                </a:lnTo>
                <a:lnTo>
                  <a:pt x="3280270" y="161810"/>
                </a:lnTo>
                <a:lnTo>
                  <a:pt x="3301657" y="123532"/>
                </a:lnTo>
                <a:lnTo>
                  <a:pt x="3301657" y="274599"/>
                </a:lnTo>
                <a:lnTo>
                  <a:pt x="3211741" y="274599"/>
                </a:lnTo>
                <a:lnTo>
                  <a:pt x="3211741" y="300507"/>
                </a:lnTo>
                <a:lnTo>
                  <a:pt x="3301657" y="300507"/>
                </a:lnTo>
                <a:lnTo>
                  <a:pt x="3301657" y="379857"/>
                </a:lnTo>
                <a:lnTo>
                  <a:pt x="3332226" y="379857"/>
                </a:lnTo>
                <a:lnTo>
                  <a:pt x="3332226" y="300507"/>
                </a:lnTo>
                <a:lnTo>
                  <a:pt x="3419094" y="300507"/>
                </a:lnTo>
                <a:lnTo>
                  <a:pt x="3419094" y="274599"/>
                </a:lnTo>
                <a:lnTo>
                  <a:pt x="3332226" y="274599"/>
                </a:lnTo>
                <a:lnTo>
                  <a:pt x="3332226" y="123532"/>
                </a:lnTo>
                <a:lnTo>
                  <a:pt x="3355644" y="166014"/>
                </a:lnTo>
                <a:lnTo>
                  <a:pt x="3382073" y="205486"/>
                </a:lnTo>
                <a:lnTo>
                  <a:pt x="3411575" y="241871"/>
                </a:lnTo>
                <a:lnTo>
                  <a:pt x="3444240" y="275094"/>
                </a:lnTo>
                <a:lnTo>
                  <a:pt x="3480155" y="305079"/>
                </a:lnTo>
                <a:lnTo>
                  <a:pt x="3500297" y="284302"/>
                </a:lnTo>
                <a:lnTo>
                  <a:pt x="3506063" y="279171"/>
                </a:lnTo>
                <a:close/>
              </a:path>
              <a:path w="4290060" h="382904">
                <a:moveTo>
                  <a:pt x="3875151" y="25908"/>
                </a:moveTo>
                <a:lnTo>
                  <a:pt x="3844582" y="25908"/>
                </a:lnTo>
                <a:lnTo>
                  <a:pt x="3844582" y="53428"/>
                </a:lnTo>
                <a:lnTo>
                  <a:pt x="3844582" y="125056"/>
                </a:lnTo>
                <a:lnTo>
                  <a:pt x="3844582" y="152590"/>
                </a:lnTo>
                <a:lnTo>
                  <a:pt x="3844582" y="224218"/>
                </a:lnTo>
                <a:lnTo>
                  <a:pt x="3731806" y="224218"/>
                </a:lnTo>
                <a:lnTo>
                  <a:pt x="3731806" y="152590"/>
                </a:lnTo>
                <a:lnTo>
                  <a:pt x="3844582" y="152590"/>
                </a:lnTo>
                <a:lnTo>
                  <a:pt x="3844582" y="125056"/>
                </a:lnTo>
                <a:lnTo>
                  <a:pt x="3731806" y="125056"/>
                </a:lnTo>
                <a:lnTo>
                  <a:pt x="3731806" y="53428"/>
                </a:lnTo>
                <a:lnTo>
                  <a:pt x="3844582" y="53428"/>
                </a:lnTo>
                <a:lnTo>
                  <a:pt x="3844582" y="25908"/>
                </a:lnTo>
                <a:lnTo>
                  <a:pt x="3701224" y="25908"/>
                </a:lnTo>
                <a:lnTo>
                  <a:pt x="3701224" y="53428"/>
                </a:lnTo>
                <a:lnTo>
                  <a:pt x="3701224" y="125056"/>
                </a:lnTo>
                <a:lnTo>
                  <a:pt x="3701224" y="152590"/>
                </a:lnTo>
                <a:lnTo>
                  <a:pt x="3701224" y="224218"/>
                </a:lnTo>
                <a:lnTo>
                  <a:pt x="3593020" y="224218"/>
                </a:lnTo>
                <a:lnTo>
                  <a:pt x="3593896" y="206806"/>
                </a:lnTo>
                <a:lnTo>
                  <a:pt x="3594354" y="188976"/>
                </a:lnTo>
                <a:lnTo>
                  <a:pt x="3594519" y="170853"/>
                </a:lnTo>
                <a:lnTo>
                  <a:pt x="3594544" y="152590"/>
                </a:lnTo>
                <a:lnTo>
                  <a:pt x="3701224" y="152590"/>
                </a:lnTo>
                <a:lnTo>
                  <a:pt x="3701224" y="125056"/>
                </a:lnTo>
                <a:lnTo>
                  <a:pt x="3594544" y="125056"/>
                </a:lnTo>
                <a:lnTo>
                  <a:pt x="3594544" y="53428"/>
                </a:lnTo>
                <a:lnTo>
                  <a:pt x="3701224" y="53428"/>
                </a:lnTo>
                <a:lnTo>
                  <a:pt x="3701224" y="25908"/>
                </a:lnTo>
                <a:lnTo>
                  <a:pt x="3563963" y="25908"/>
                </a:lnTo>
                <a:lnTo>
                  <a:pt x="3563963" y="161734"/>
                </a:lnTo>
                <a:lnTo>
                  <a:pt x="3563391" y="197446"/>
                </a:lnTo>
                <a:lnTo>
                  <a:pt x="3558819" y="256324"/>
                </a:lnTo>
                <a:lnTo>
                  <a:pt x="3550018" y="300329"/>
                </a:lnTo>
                <a:lnTo>
                  <a:pt x="3532962" y="339229"/>
                </a:lnTo>
                <a:lnTo>
                  <a:pt x="3521291" y="356997"/>
                </a:lnTo>
                <a:lnTo>
                  <a:pt x="3527869" y="363829"/>
                </a:lnTo>
                <a:lnTo>
                  <a:pt x="3533864" y="370522"/>
                </a:lnTo>
                <a:lnTo>
                  <a:pt x="3539299" y="376923"/>
                </a:lnTo>
                <a:lnTo>
                  <a:pt x="3544151" y="382905"/>
                </a:lnTo>
                <a:lnTo>
                  <a:pt x="3562439" y="355079"/>
                </a:lnTo>
                <a:lnTo>
                  <a:pt x="3576155" y="324142"/>
                </a:lnTo>
                <a:lnTo>
                  <a:pt x="3585299" y="289801"/>
                </a:lnTo>
                <a:lnTo>
                  <a:pt x="3589871" y="251739"/>
                </a:lnTo>
                <a:lnTo>
                  <a:pt x="3701224" y="251739"/>
                </a:lnTo>
                <a:lnTo>
                  <a:pt x="3701224" y="373761"/>
                </a:lnTo>
                <a:lnTo>
                  <a:pt x="3731806" y="373761"/>
                </a:lnTo>
                <a:lnTo>
                  <a:pt x="3731806" y="251739"/>
                </a:lnTo>
                <a:lnTo>
                  <a:pt x="3844582" y="251739"/>
                </a:lnTo>
                <a:lnTo>
                  <a:pt x="3844582" y="321843"/>
                </a:lnTo>
                <a:lnTo>
                  <a:pt x="3843147" y="331851"/>
                </a:lnTo>
                <a:lnTo>
                  <a:pt x="3838867" y="338988"/>
                </a:lnTo>
                <a:lnTo>
                  <a:pt x="3831717" y="343281"/>
                </a:lnTo>
                <a:lnTo>
                  <a:pt x="3821722" y="344703"/>
                </a:lnTo>
                <a:lnTo>
                  <a:pt x="3810571" y="344449"/>
                </a:lnTo>
                <a:lnTo>
                  <a:pt x="3797719" y="343750"/>
                </a:lnTo>
                <a:lnTo>
                  <a:pt x="3766858" y="341655"/>
                </a:lnTo>
                <a:lnTo>
                  <a:pt x="3768877" y="351434"/>
                </a:lnTo>
                <a:lnTo>
                  <a:pt x="3770477" y="360032"/>
                </a:lnTo>
                <a:lnTo>
                  <a:pt x="3771785" y="367474"/>
                </a:lnTo>
                <a:lnTo>
                  <a:pt x="3772954" y="373761"/>
                </a:lnTo>
                <a:lnTo>
                  <a:pt x="3788664" y="374637"/>
                </a:lnTo>
                <a:lnTo>
                  <a:pt x="3803815" y="375094"/>
                </a:lnTo>
                <a:lnTo>
                  <a:pt x="3832390" y="375285"/>
                </a:lnTo>
                <a:lnTo>
                  <a:pt x="3851287" y="372427"/>
                </a:lnTo>
                <a:lnTo>
                  <a:pt x="3864622" y="363842"/>
                </a:lnTo>
                <a:lnTo>
                  <a:pt x="3872534" y="349529"/>
                </a:lnTo>
                <a:lnTo>
                  <a:pt x="3873169" y="344703"/>
                </a:lnTo>
                <a:lnTo>
                  <a:pt x="3875151" y="329463"/>
                </a:lnTo>
                <a:lnTo>
                  <a:pt x="3875151" y="251739"/>
                </a:lnTo>
                <a:lnTo>
                  <a:pt x="3875151" y="224218"/>
                </a:lnTo>
                <a:lnTo>
                  <a:pt x="3875151" y="152590"/>
                </a:lnTo>
                <a:lnTo>
                  <a:pt x="3875151" y="125056"/>
                </a:lnTo>
                <a:lnTo>
                  <a:pt x="3875151" y="53428"/>
                </a:lnTo>
                <a:lnTo>
                  <a:pt x="3875151" y="25908"/>
                </a:lnTo>
                <a:close/>
              </a:path>
              <a:path w="4290060" h="382904">
                <a:moveTo>
                  <a:pt x="3995547" y="158686"/>
                </a:moveTo>
                <a:lnTo>
                  <a:pt x="3977563" y="143459"/>
                </a:lnTo>
                <a:lnTo>
                  <a:pt x="3960304" y="129832"/>
                </a:lnTo>
                <a:lnTo>
                  <a:pt x="3943896" y="117652"/>
                </a:lnTo>
                <a:lnTo>
                  <a:pt x="3928491" y="106768"/>
                </a:lnTo>
                <a:lnTo>
                  <a:pt x="3910203" y="128104"/>
                </a:lnTo>
                <a:lnTo>
                  <a:pt x="3921912" y="137553"/>
                </a:lnTo>
                <a:lnTo>
                  <a:pt x="3936492" y="149872"/>
                </a:lnTo>
                <a:lnTo>
                  <a:pt x="3953916" y="165049"/>
                </a:lnTo>
                <a:lnTo>
                  <a:pt x="3974211" y="183070"/>
                </a:lnTo>
                <a:lnTo>
                  <a:pt x="3978186" y="178193"/>
                </a:lnTo>
                <a:lnTo>
                  <a:pt x="3983164" y="172593"/>
                </a:lnTo>
                <a:lnTo>
                  <a:pt x="3988993" y="166141"/>
                </a:lnTo>
                <a:lnTo>
                  <a:pt x="3995547" y="158686"/>
                </a:lnTo>
                <a:close/>
              </a:path>
              <a:path w="4290060" h="382904">
                <a:moveTo>
                  <a:pt x="3997071" y="228790"/>
                </a:moveTo>
                <a:lnTo>
                  <a:pt x="3989095" y="225386"/>
                </a:lnTo>
                <a:lnTo>
                  <a:pt x="3981259" y="222123"/>
                </a:lnTo>
                <a:lnTo>
                  <a:pt x="3973715" y="219151"/>
                </a:lnTo>
                <a:lnTo>
                  <a:pt x="3966591" y="216598"/>
                </a:lnTo>
                <a:lnTo>
                  <a:pt x="3954018" y="256044"/>
                </a:lnTo>
                <a:lnTo>
                  <a:pt x="3941445" y="294043"/>
                </a:lnTo>
                <a:lnTo>
                  <a:pt x="3928872" y="330314"/>
                </a:lnTo>
                <a:lnTo>
                  <a:pt x="3916299" y="364617"/>
                </a:lnTo>
                <a:lnTo>
                  <a:pt x="3949827" y="376809"/>
                </a:lnTo>
                <a:lnTo>
                  <a:pt x="3960418" y="342722"/>
                </a:lnTo>
                <a:lnTo>
                  <a:pt x="3971734" y="306806"/>
                </a:lnTo>
                <a:lnTo>
                  <a:pt x="3983901" y="268871"/>
                </a:lnTo>
                <a:lnTo>
                  <a:pt x="3997071" y="228790"/>
                </a:lnTo>
                <a:close/>
              </a:path>
              <a:path w="4290060" h="382904">
                <a:moveTo>
                  <a:pt x="4009352" y="62572"/>
                </a:moveTo>
                <a:lnTo>
                  <a:pt x="3992207" y="47955"/>
                </a:lnTo>
                <a:lnTo>
                  <a:pt x="3943731" y="7620"/>
                </a:lnTo>
                <a:lnTo>
                  <a:pt x="3923919" y="28956"/>
                </a:lnTo>
                <a:lnTo>
                  <a:pt x="3938181" y="41275"/>
                </a:lnTo>
                <a:lnTo>
                  <a:pt x="3953446" y="55143"/>
                </a:lnTo>
                <a:lnTo>
                  <a:pt x="3969562" y="70408"/>
                </a:lnTo>
                <a:lnTo>
                  <a:pt x="3986403" y="86956"/>
                </a:lnTo>
                <a:lnTo>
                  <a:pt x="3992118" y="81864"/>
                </a:lnTo>
                <a:lnTo>
                  <a:pt x="3997845" y="75907"/>
                </a:lnTo>
                <a:lnTo>
                  <a:pt x="4003586" y="69392"/>
                </a:lnTo>
                <a:lnTo>
                  <a:pt x="4009352" y="62572"/>
                </a:lnTo>
                <a:close/>
              </a:path>
              <a:path w="4290060" h="382904">
                <a:moveTo>
                  <a:pt x="4289971" y="181546"/>
                </a:moveTo>
                <a:lnTo>
                  <a:pt x="4164901" y="181546"/>
                </a:lnTo>
                <a:lnTo>
                  <a:pt x="4164901" y="100672"/>
                </a:lnTo>
                <a:lnTo>
                  <a:pt x="4271581" y="100672"/>
                </a:lnTo>
                <a:lnTo>
                  <a:pt x="4271581" y="71716"/>
                </a:lnTo>
                <a:lnTo>
                  <a:pt x="4164901" y="71716"/>
                </a:lnTo>
                <a:lnTo>
                  <a:pt x="4164901" y="3048"/>
                </a:lnTo>
                <a:lnTo>
                  <a:pt x="4134320" y="3048"/>
                </a:lnTo>
                <a:lnTo>
                  <a:pt x="4134320" y="71716"/>
                </a:lnTo>
                <a:lnTo>
                  <a:pt x="4033736" y="71716"/>
                </a:lnTo>
                <a:lnTo>
                  <a:pt x="4033736" y="100672"/>
                </a:lnTo>
                <a:lnTo>
                  <a:pt x="4134320" y="100672"/>
                </a:lnTo>
                <a:lnTo>
                  <a:pt x="4134320" y="181546"/>
                </a:lnTo>
                <a:lnTo>
                  <a:pt x="4015448" y="181546"/>
                </a:lnTo>
                <a:lnTo>
                  <a:pt x="4015448" y="208978"/>
                </a:lnTo>
                <a:lnTo>
                  <a:pt x="4114508" y="208978"/>
                </a:lnTo>
                <a:lnTo>
                  <a:pt x="4103941" y="228371"/>
                </a:lnTo>
                <a:lnTo>
                  <a:pt x="4081081" y="266065"/>
                </a:lnTo>
                <a:lnTo>
                  <a:pt x="4057129" y="299466"/>
                </a:lnTo>
                <a:lnTo>
                  <a:pt x="4021544" y="329476"/>
                </a:lnTo>
                <a:lnTo>
                  <a:pt x="4035260" y="363093"/>
                </a:lnTo>
                <a:lnTo>
                  <a:pt x="4231957" y="344716"/>
                </a:lnTo>
                <a:lnTo>
                  <a:pt x="4236796" y="353669"/>
                </a:lnTo>
                <a:lnTo>
                  <a:pt x="4242054" y="362318"/>
                </a:lnTo>
                <a:lnTo>
                  <a:pt x="4253293" y="379857"/>
                </a:lnTo>
                <a:lnTo>
                  <a:pt x="4260393" y="375285"/>
                </a:lnTo>
                <a:lnTo>
                  <a:pt x="4275150" y="366141"/>
                </a:lnTo>
                <a:lnTo>
                  <a:pt x="4282249" y="361569"/>
                </a:lnTo>
                <a:lnTo>
                  <a:pt x="4271162" y="344716"/>
                </a:lnTo>
                <a:lnTo>
                  <a:pt x="4261726" y="330365"/>
                </a:lnTo>
                <a:lnTo>
                  <a:pt x="4261104" y="329476"/>
                </a:lnTo>
                <a:lnTo>
                  <a:pt x="4241482" y="300901"/>
                </a:lnTo>
                <a:lnTo>
                  <a:pt x="4221810" y="273138"/>
                </a:lnTo>
                <a:lnTo>
                  <a:pt x="4203001" y="247078"/>
                </a:lnTo>
                <a:lnTo>
                  <a:pt x="4178617" y="262420"/>
                </a:lnTo>
                <a:lnTo>
                  <a:pt x="4187761" y="276148"/>
                </a:lnTo>
                <a:lnTo>
                  <a:pt x="4196905" y="290042"/>
                </a:lnTo>
                <a:lnTo>
                  <a:pt x="4206049" y="304203"/>
                </a:lnTo>
                <a:lnTo>
                  <a:pt x="4215193" y="318808"/>
                </a:lnTo>
                <a:lnTo>
                  <a:pt x="4143324" y="325285"/>
                </a:lnTo>
                <a:lnTo>
                  <a:pt x="4106888" y="327799"/>
                </a:lnTo>
                <a:lnTo>
                  <a:pt x="4070312" y="329476"/>
                </a:lnTo>
                <a:lnTo>
                  <a:pt x="4090911" y="302945"/>
                </a:lnTo>
                <a:lnTo>
                  <a:pt x="4111663" y="273837"/>
                </a:lnTo>
                <a:lnTo>
                  <a:pt x="4132719" y="242417"/>
                </a:lnTo>
                <a:lnTo>
                  <a:pt x="4154233" y="208978"/>
                </a:lnTo>
                <a:lnTo>
                  <a:pt x="4289971" y="208978"/>
                </a:lnTo>
                <a:lnTo>
                  <a:pt x="4289971" y="1815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876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19" h="431800">
                <a:moveTo>
                  <a:pt x="115824" y="431673"/>
                </a:moveTo>
                <a:lnTo>
                  <a:pt x="0" y="431673"/>
                </a:lnTo>
                <a:lnTo>
                  <a:pt x="138779" y="215074"/>
                </a:lnTo>
                <a:lnTo>
                  <a:pt x="12192" y="0"/>
                </a:lnTo>
                <a:lnTo>
                  <a:pt x="131159" y="0"/>
                </a:lnTo>
                <a:lnTo>
                  <a:pt x="192119" y="129635"/>
                </a:lnTo>
                <a:lnTo>
                  <a:pt x="195548" y="137079"/>
                </a:lnTo>
                <a:lnTo>
                  <a:pt x="198977" y="145684"/>
                </a:lnTo>
                <a:lnTo>
                  <a:pt x="202406" y="155433"/>
                </a:lnTo>
                <a:lnTo>
                  <a:pt x="205835" y="166306"/>
                </a:lnTo>
                <a:lnTo>
                  <a:pt x="296735" y="166306"/>
                </a:lnTo>
                <a:lnTo>
                  <a:pt x="268414" y="213550"/>
                </a:lnTo>
                <a:lnTo>
                  <a:pt x="298116" y="262413"/>
                </a:lnTo>
                <a:lnTo>
                  <a:pt x="201263" y="262413"/>
                </a:lnTo>
                <a:lnTo>
                  <a:pt x="199810" y="267795"/>
                </a:lnTo>
                <a:lnTo>
                  <a:pt x="197643" y="274605"/>
                </a:lnTo>
                <a:lnTo>
                  <a:pt x="194619" y="282559"/>
                </a:lnTo>
                <a:lnTo>
                  <a:pt x="190595" y="291369"/>
                </a:lnTo>
                <a:lnTo>
                  <a:pt x="115824" y="431673"/>
                </a:lnTo>
                <a:close/>
              </a:path>
              <a:path w="401319" h="431800">
                <a:moveTo>
                  <a:pt x="296735" y="166306"/>
                </a:moveTo>
                <a:lnTo>
                  <a:pt x="205835" y="166306"/>
                </a:lnTo>
                <a:lnTo>
                  <a:pt x="208407" y="158838"/>
                </a:lnTo>
                <a:lnTo>
                  <a:pt x="211550" y="150066"/>
                </a:lnTo>
                <a:lnTo>
                  <a:pt x="219551" y="128111"/>
                </a:lnTo>
                <a:lnTo>
                  <a:pt x="288226" y="0"/>
                </a:lnTo>
                <a:lnTo>
                  <a:pt x="396430" y="0"/>
                </a:lnTo>
                <a:lnTo>
                  <a:pt x="296735" y="166306"/>
                </a:lnTo>
                <a:close/>
              </a:path>
              <a:path w="401319" h="431800">
                <a:moveTo>
                  <a:pt x="401002" y="431673"/>
                </a:moveTo>
                <a:lnTo>
                  <a:pt x="285178" y="431673"/>
                </a:lnTo>
                <a:lnTo>
                  <a:pt x="210407" y="291369"/>
                </a:lnTo>
                <a:lnTo>
                  <a:pt x="209002" y="286202"/>
                </a:lnTo>
                <a:lnTo>
                  <a:pt x="207168" y="279749"/>
                </a:lnTo>
                <a:lnTo>
                  <a:pt x="205049" y="271867"/>
                </a:lnTo>
                <a:lnTo>
                  <a:pt x="202787" y="262413"/>
                </a:lnTo>
                <a:lnTo>
                  <a:pt x="298116" y="262413"/>
                </a:lnTo>
                <a:lnTo>
                  <a:pt x="401002" y="43167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6266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631" y="0"/>
                </a:lnTo>
                <a:lnTo>
                  <a:pt x="9763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66266" y="733589"/>
            <a:ext cx="375285" cy="431800"/>
          </a:xfrm>
          <a:custGeom>
            <a:avLst/>
            <a:gdLst/>
            <a:ahLst/>
            <a:cxnLst/>
            <a:rect l="l" t="t" r="r" b="b"/>
            <a:pathLst>
              <a:path w="375285" h="431800">
                <a:moveTo>
                  <a:pt x="375183" y="0"/>
                </a:moveTo>
                <a:lnTo>
                  <a:pt x="277558" y="0"/>
                </a:lnTo>
                <a:lnTo>
                  <a:pt x="277558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624" y="431800"/>
                </a:lnTo>
                <a:lnTo>
                  <a:pt x="97624" y="256540"/>
                </a:lnTo>
                <a:lnTo>
                  <a:pt x="277558" y="256540"/>
                </a:lnTo>
                <a:lnTo>
                  <a:pt x="277558" y="431800"/>
                </a:lnTo>
                <a:lnTo>
                  <a:pt x="375183" y="431800"/>
                </a:lnTo>
                <a:lnTo>
                  <a:pt x="375183" y="256540"/>
                </a:lnTo>
                <a:lnTo>
                  <a:pt x="375183" y="172720"/>
                </a:lnTo>
                <a:lnTo>
                  <a:pt x="375183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9361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00465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90634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24" y="351790"/>
                </a:lnTo>
                <a:lnTo>
                  <a:pt x="97624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49644" y="726090"/>
            <a:ext cx="491490" cy="444500"/>
          </a:xfrm>
          <a:custGeom>
            <a:avLst/>
            <a:gdLst/>
            <a:ahLst/>
            <a:cxnLst/>
            <a:rect l="l" t="t" r="r" b="b"/>
            <a:pathLst>
              <a:path w="491489" h="444500">
                <a:moveTo>
                  <a:pt x="176045" y="444500"/>
                </a:moveTo>
                <a:lnTo>
                  <a:pt x="145463" y="444500"/>
                </a:lnTo>
                <a:lnTo>
                  <a:pt x="128694" y="443230"/>
                </a:lnTo>
                <a:lnTo>
                  <a:pt x="83105" y="431800"/>
                </a:lnTo>
                <a:lnTo>
                  <a:pt x="45815" y="411480"/>
                </a:lnTo>
                <a:lnTo>
                  <a:pt x="18811" y="382270"/>
                </a:lnTo>
                <a:lnTo>
                  <a:pt x="2678" y="344170"/>
                </a:lnTo>
                <a:lnTo>
                  <a:pt x="0" y="313690"/>
                </a:lnTo>
                <a:lnTo>
                  <a:pt x="572" y="300990"/>
                </a:lnTo>
                <a:lnTo>
                  <a:pt x="14120" y="257810"/>
                </a:lnTo>
                <a:lnTo>
                  <a:pt x="33623" y="232410"/>
                </a:lnTo>
                <a:lnTo>
                  <a:pt x="40767" y="224790"/>
                </a:lnTo>
                <a:lnTo>
                  <a:pt x="48482" y="218440"/>
                </a:lnTo>
                <a:lnTo>
                  <a:pt x="56769" y="212090"/>
                </a:lnTo>
                <a:lnTo>
                  <a:pt x="65627" y="207010"/>
                </a:lnTo>
                <a:lnTo>
                  <a:pt x="75652" y="201930"/>
                </a:lnTo>
                <a:lnTo>
                  <a:pt x="85248" y="196850"/>
                </a:lnTo>
                <a:lnTo>
                  <a:pt x="94559" y="191770"/>
                </a:lnTo>
                <a:lnTo>
                  <a:pt x="103727" y="187960"/>
                </a:lnTo>
                <a:lnTo>
                  <a:pt x="97631" y="184150"/>
                </a:lnTo>
                <a:lnTo>
                  <a:pt x="68675" y="149860"/>
                </a:lnTo>
                <a:lnTo>
                  <a:pt x="65270" y="144780"/>
                </a:lnTo>
                <a:lnTo>
                  <a:pt x="52197" y="105410"/>
                </a:lnTo>
                <a:lnTo>
                  <a:pt x="51911" y="99060"/>
                </a:lnTo>
                <a:lnTo>
                  <a:pt x="52482" y="87630"/>
                </a:lnTo>
                <a:lnTo>
                  <a:pt x="66198" y="46990"/>
                </a:lnTo>
                <a:lnTo>
                  <a:pt x="97059" y="19050"/>
                </a:lnTo>
                <a:lnTo>
                  <a:pt x="141627" y="3810"/>
                </a:lnTo>
                <a:lnTo>
                  <a:pt x="154638" y="1270"/>
                </a:lnTo>
                <a:lnTo>
                  <a:pt x="168506" y="0"/>
                </a:lnTo>
                <a:lnTo>
                  <a:pt x="196500" y="0"/>
                </a:lnTo>
                <a:lnTo>
                  <a:pt x="209359" y="1270"/>
                </a:lnTo>
                <a:lnTo>
                  <a:pt x="221646" y="3810"/>
                </a:lnTo>
                <a:lnTo>
                  <a:pt x="233362" y="7620"/>
                </a:lnTo>
                <a:lnTo>
                  <a:pt x="244482" y="10160"/>
                </a:lnTo>
                <a:lnTo>
                  <a:pt x="280692" y="31750"/>
                </a:lnTo>
                <a:lnTo>
                  <a:pt x="302418" y="63500"/>
                </a:lnTo>
                <a:lnTo>
                  <a:pt x="169354" y="63500"/>
                </a:lnTo>
                <a:lnTo>
                  <a:pt x="164782" y="66040"/>
                </a:lnTo>
                <a:lnTo>
                  <a:pt x="158686" y="68580"/>
                </a:lnTo>
                <a:lnTo>
                  <a:pt x="149542" y="73660"/>
                </a:lnTo>
                <a:lnTo>
                  <a:pt x="146399" y="77470"/>
                </a:lnTo>
                <a:lnTo>
                  <a:pt x="141827" y="81280"/>
                </a:lnTo>
                <a:lnTo>
                  <a:pt x="137255" y="95250"/>
                </a:lnTo>
                <a:lnTo>
                  <a:pt x="137255" y="101600"/>
                </a:lnTo>
                <a:lnTo>
                  <a:pt x="153138" y="138430"/>
                </a:lnTo>
                <a:lnTo>
                  <a:pt x="173926" y="154940"/>
                </a:lnTo>
                <a:lnTo>
                  <a:pt x="284152" y="154940"/>
                </a:lnTo>
                <a:lnTo>
                  <a:pt x="276217" y="162560"/>
                </a:lnTo>
                <a:lnTo>
                  <a:pt x="263092" y="173990"/>
                </a:lnTo>
                <a:lnTo>
                  <a:pt x="247699" y="182880"/>
                </a:lnTo>
                <a:lnTo>
                  <a:pt x="230314" y="191770"/>
                </a:lnTo>
                <a:lnTo>
                  <a:pt x="238053" y="195580"/>
                </a:lnTo>
                <a:lnTo>
                  <a:pt x="245364" y="198120"/>
                </a:lnTo>
                <a:lnTo>
                  <a:pt x="252388" y="201930"/>
                </a:lnTo>
                <a:lnTo>
                  <a:pt x="259270" y="207010"/>
                </a:lnTo>
                <a:lnTo>
                  <a:pt x="265247" y="210820"/>
                </a:lnTo>
                <a:lnTo>
                  <a:pt x="271653" y="215900"/>
                </a:lnTo>
                <a:lnTo>
                  <a:pt x="278344" y="219710"/>
                </a:lnTo>
                <a:lnTo>
                  <a:pt x="285178" y="224790"/>
                </a:lnTo>
                <a:lnTo>
                  <a:pt x="289079" y="228600"/>
                </a:lnTo>
                <a:lnTo>
                  <a:pt x="158686" y="228600"/>
                </a:lnTo>
                <a:lnTo>
                  <a:pt x="147208" y="233680"/>
                </a:lnTo>
                <a:lnTo>
                  <a:pt x="141461" y="237490"/>
                </a:lnTo>
                <a:lnTo>
                  <a:pt x="135731" y="240030"/>
                </a:lnTo>
                <a:lnTo>
                  <a:pt x="130063" y="245110"/>
                </a:lnTo>
                <a:lnTo>
                  <a:pt x="124682" y="248920"/>
                </a:lnTo>
                <a:lnTo>
                  <a:pt x="119872" y="254000"/>
                </a:lnTo>
                <a:lnTo>
                  <a:pt x="115919" y="259080"/>
                </a:lnTo>
                <a:lnTo>
                  <a:pt x="111609" y="264160"/>
                </a:lnTo>
                <a:lnTo>
                  <a:pt x="96393" y="300990"/>
                </a:lnTo>
                <a:lnTo>
                  <a:pt x="96107" y="308610"/>
                </a:lnTo>
                <a:lnTo>
                  <a:pt x="96393" y="316230"/>
                </a:lnTo>
                <a:lnTo>
                  <a:pt x="97250" y="322580"/>
                </a:lnTo>
                <a:lnTo>
                  <a:pt x="98679" y="328930"/>
                </a:lnTo>
                <a:lnTo>
                  <a:pt x="100679" y="335280"/>
                </a:lnTo>
                <a:lnTo>
                  <a:pt x="104132" y="340360"/>
                </a:lnTo>
                <a:lnTo>
                  <a:pt x="107727" y="346710"/>
                </a:lnTo>
                <a:lnTo>
                  <a:pt x="111609" y="351790"/>
                </a:lnTo>
                <a:lnTo>
                  <a:pt x="115919" y="356870"/>
                </a:lnTo>
                <a:lnTo>
                  <a:pt x="120777" y="359410"/>
                </a:lnTo>
                <a:lnTo>
                  <a:pt x="126206" y="363220"/>
                </a:lnTo>
                <a:lnTo>
                  <a:pt x="132207" y="365760"/>
                </a:lnTo>
                <a:lnTo>
                  <a:pt x="138779" y="368300"/>
                </a:lnTo>
                <a:lnTo>
                  <a:pt x="145033" y="370840"/>
                </a:lnTo>
                <a:lnTo>
                  <a:pt x="152161" y="372110"/>
                </a:lnTo>
                <a:lnTo>
                  <a:pt x="159862" y="373380"/>
                </a:lnTo>
                <a:lnTo>
                  <a:pt x="491109" y="373380"/>
                </a:lnTo>
                <a:lnTo>
                  <a:pt x="491109" y="391160"/>
                </a:lnTo>
                <a:lnTo>
                  <a:pt x="318801" y="391160"/>
                </a:lnTo>
                <a:lnTo>
                  <a:pt x="313039" y="396240"/>
                </a:lnTo>
                <a:lnTo>
                  <a:pt x="306990" y="401320"/>
                </a:lnTo>
                <a:lnTo>
                  <a:pt x="300370" y="406400"/>
                </a:lnTo>
                <a:lnTo>
                  <a:pt x="292893" y="411480"/>
                </a:lnTo>
                <a:lnTo>
                  <a:pt x="284575" y="415290"/>
                </a:lnTo>
                <a:lnTo>
                  <a:pt x="275855" y="420370"/>
                </a:lnTo>
                <a:lnTo>
                  <a:pt x="257746" y="427990"/>
                </a:lnTo>
                <a:lnTo>
                  <a:pt x="247197" y="431800"/>
                </a:lnTo>
                <a:lnTo>
                  <a:pt x="236220" y="434340"/>
                </a:lnTo>
                <a:lnTo>
                  <a:pt x="224956" y="438150"/>
                </a:lnTo>
                <a:lnTo>
                  <a:pt x="213550" y="440690"/>
                </a:lnTo>
                <a:lnTo>
                  <a:pt x="176045" y="444500"/>
                </a:lnTo>
                <a:close/>
              </a:path>
              <a:path w="491489" h="444500">
                <a:moveTo>
                  <a:pt x="284152" y="154940"/>
                </a:moveTo>
                <a:lnTo>
                  <a:pt x="173926" y="154940"/>
                </a:lnTo>
                <a:lnTo>
                  <a:pt x="180022" y="153670"/>
                </a:lnTo>
                <a:lnTo>
                  <a:pt x="198310" y="144780"/>
                </a:lnTo>
                <a:lnTo>
                  <a:pt x="222694" y="107950"/>
                </a:lnTo>
                <a:lnTo>
                  <a:pt x="222694" y="88900"/>
                </a:lnTo>
                <a:lnTo>
                  <a:pt x="219646" y="85090"/>
                </a:lnTo>
                <a:lnTo>
                  <a:pt x="218122" y="80010"/>
                </a:lnTo>
                <a:lnTo>
                  <a:pt x="215074" y="76200"/>
                </a:lnTo>
                <a:lnTo>
                  <a:pt x="207454" y="69850"/>
                </a:lnTo>
                <a:lnTo>
                  <a:pt x="202882" y="68580"/>
                </a:lnTo>
                <a:lnTo>
                  <a:pt x="198310" y="64770"/>
                </a:lnTo>
                <a:lnTo>
                  <a:pt x="193738" y="63500"/>
                </a:lnTo>
                <a:lnTo>
                  <a:pt x="302418" y="63500"/>
                </a:lnTo>
                <a:lnTo>
                  <a:pt x="302990" y="64770"/>
                </a:lnTo>
                <a:lnTo>
                  <a:pt x="305847" y="73660"/>
                </a:lnTo>
                <a:lnTo>
                  <a:pt x="307562" y="83820"/>
                </a:lnTo>
                <a:lnTo>
                  <a:pt x="308133" y="93980"/>
                </a:lnTo>
                <a:lnTo>
                  <a:pt x="306728" y="109220"/>
                </a:lnTo>
                <a:lnTo>
                  <a:pt x="302609" y="124460"/>
                </a:lnTo>
                <a:lnTo>
                  <a:pt x="295917" y="138430"/>
                </a:lnTo>
                <a:lnTo>
                  <a:pt x="286797" y="152400"/>
                </a:lnTo>
                <a:lnTo>
                  <a:pt x="284152" y="154940"/>
                </a:lnTo>
                <a:close/>
              </a:path>
              <a:path w="491489" h="444500">
                <a:moveTo>
                  <a:pt x="421161" y="281940"/>
                </a:moveTo>
                <a:lnTo>
                  <a:pt x="332517" y="281940"/>
                </a:lnTo>
                <a:lnTo>
                  <a:pt x="344233" y="265430"/>
                </a:lnTo>
                <a:lnTo>
                  <a:pt x="354234" y="248920"/>
                </a:lnTo>
                <a:lnTo>
                  <a:pt x="373332" y="198120"/>
                </a:lnTo>
                <a:lnTo>
                  <a:pt x="379653" y="144780"/>
                </a:lnTo>
                <a:lnTo>
                  <a:pt x="379761" y="134620"/>
                </a:lnTo>
                <a:lnTo>
                  <a:pt x="378237" y="127000"/>
                </a:lnTo>
                <a:lnTo>
                  <a:pt x="378237" y="119380"/>
                </a:lnTo>
                <a:lnTo>
                  <a:pt x="373665" y="101600"/>
                </a:lnTo>
                <a:lnTo>
                  <a:pt x="454533" y="101600"/>
                </a:lnTo>
                <a:lnTo>
                  <a:pt x="460629" y="125730"/>
                </a:lnTo>
                <a:lnTo>
                  <a:pt x="460551" y="144780"/>
                </a:lnTo>
                <a:lnTo>
                  <a:pt x="457414" y="184150"/>
                </a:lnTo>
                <a:lnTo>
                  <a:pt x="451056" y="210820"/>
                </a:lnTo>
                <a:lnTo>
                  <a:pt x="447294" y="224790"/>
                </a:lnTo>
                <a:lnTo>
                  <a:pt x="442960" y="238760"/>
                </a:lnTo>
                <a:lnTo>
                  <a:pt x="437769" y="251460"/>
                </a:lnTo>
                <a:lnTo>
                  <a:pt x="431753" y="262890"/>
                </a:lnTo>
                <a:lnTo>
                  <a:pt x="425148" y="275590"/>
                </a:lnTo>
                <a:lnTo>
                  <a:pt x="421161" y="281940"/>
                </a:lnTo>
                <a:close/>
              </a:path>
              <a:path w="491489" h="444500">
                <a:moveTo>
                  <a:pt x="436245" y="373380"/>
                </a:moveTo>
                <a:lnTo>
                  <a:pt x="184594" y="373380"/>
                </a:lnTo>
                <a:lnTo>
                  <a:pt x="193119" y="372110"/>
                </a:lnTo>
                <a:lnTo>
                  <a:pt x="201358" y="369570"/>
                </a:lnTo>
                <a:lnTo>
                  <a:pt x="216408" y="365760"/>
                </a:lnTo>
                <a:lnTo>
                  <a:pt x="237148" y="358140"/>
                </a:lnTo>
                <a:lnTo>
                  <a:pt x="243840" y="354330"/>
                </a:lnTo>
                <a:lnTo>
                  <a:pt x="250245" y="351790"/>
                </a:lnTo>
                <a:lnTo>
                  <a:pt x="256222" y="346710"/>
                </a:lnTo>
                <a:lnTo>
                  <a:pt x="261913" y="344170"/>
                </a:lnTo>
                <a:lnTo>
                  <a:pt x="267462" y="340360"/>
                </a:lnTo>
                <a:lnTo>
                  <a:pt x="272724" y="336550"/>
                </a:lnTo>
                <a:lnTo>
                  <a:pt x="277558" y="331470"/>
                </a:lnTo>
                <a:lnTo>
                  <a:pt x="270438" y="321310"/>
                </a:lnTo>
                <a:lnTo>
                  <a:pt x="262890" y="309880"/>
                </a:lnTo>
                <a:lnTo>
                  <a:pt x="232600" y="275590"/>
                </a:lnTo>
                <a:lnTo>
                  <a:pt x="225218" y="269240"/>
                </a:lnTo>
                <a:lnTo>
                  <a:pt x="218122" y="261620"/>
                </a:lnTo>
                <a:lnTo>
                  <a:pt x="210383" y="256540"/>
                </a:lnTo>
                <a:lnTo>
                  <a:pt x="203073" y="251460"/>
                </a:lnTo>
                <a:lnTo>
                  <a:pt x="196048" y="246380"/>
                </a:lnTo>
                <a:lnTo>
                  <a:pt x="189166" y="241300"/>
                </a:lnTo>
                <a:lnTo>
                  <a:pt x="181403" y="238760"/>
                </a:lnTo>
                <a:lnTo>
                  <a:pt x="166449" y="231140"/>
                </a:lnTo>
                <a:lnTo>
                  <a:pt x="158686" y="228600"/>
                </a:lnTo>
                <a:lnTo>
                  <a:pt x="289079" y="228600"/>
                </a:lnTo>
                <a:lnTo>
                  <a:pt x="296882" y="236220"/>
                </a:lnTo>
                <a:lnTo>
                  <a:pt x="309657" y="248920"/>
                </a:lnTo>
                <a:lnTo>
                  <a:pt x="321087" y="264160"/>
                </a:lnTo>
                <a:lnTo>
                  <a:pt x="332517" y="281940"/>
                </a:lnTo>
                <a:lnTo>
                  <a:pt x="421161" y="281940"/>
                </a:lnTo>
                <a:lnTo>
                  <a:pt x="393858" y="320040"/>
                </a:lnTo>
                <a:lnTo>
                  <a:pt x="384952" y="330200"/>
                </a:lnTo>
                <a:lnTo>
                  <a:pt x="375189" y="341630"/>
                </a:lnTo>
                <a:lnTo>
                  <a:pt x="382952" y="347980"/>
                </a:lnTo>
                <a:lnTo>
                  <a:pt x="390429" y="354330"/>
                </a:lnTo>
                <a:lnTo>
                  <a:pt x="397906" y="359410"/>
                </a:lnTo>
                <a:lnTo>
                  <a:pt x="405669" y="364490"/>
                </a:lnTo>
                <a:lnTo>
                  <a:pt x="413447" y="368300"/>
                </a:lnTo>
                <a:lnTo>
                  <a:pt x="420957" y="370840"/>
                </a:lnTo>
                <a:lnTo>
                  <a:pt x="436245" y="373380"/>
                </a:lnTo>
                <a:close/>
              </a:path>
              <a:path w="491489" h="444500">
                <a:moveTo>
                  <a:pt x="491109" y="373380"/>
                </a:moveTo>
                <a:lnTo>
                  <a:pt x="443126" y="373380"/>
                </a:lnTo>
                <a:lnTo>
                  <a:pt x="450151" y="372110"/>
                </a:lnTo>
                <a:lnTo>
                  <a:pt x="465201" y="369570"/>
                </a:lnTo>
                <a:lnTo>
                  <a:pt x="472035" y="368300"/>
                </a:lnTo>
                <a:lnTo>
                  <a:pt x="478726" y="365760"/>
                </a:lnTo>
                <a:lnTo>
                  <a:pt x="485132" y="363220"/>
                </a:lnTo>
                <a:lnTo>
                  <a:pt x="491109" y="360680"/>
                </a:lnTo>
                <a:lnTo>
                  <a:pt x="491109" y="373380"/>
                </a:lnTo>
                <a:close/>
              </a:path>
              <a:path w="491489" h="444500">
                <a:moveTo>
                  <a:pt x="441948" y="444500"/>
                </a:moveTo>
                <a:lnTo>
                  <a:pt x="406622" y="444500"/>
                </a:lnTo>
                <a:lnTo>
                  <a:pt x="399073" y="443230"/>
                </a:lnTo>
                <a:lnTo>
                  <a:pt x="391953" y="441960"/>
                </a:lnTo>
                <a:lnTo>
                  <a:pt x="385095" y="439420"/>
                </a:lnTo>
                <a:lnTo>
                  <a:pt x="378237" y="435610"/>
                </a:lnTo>
                <a:lnTo>
                  <a:pt x="371379" y="433070"/>
                </a:lnTo>
                <a:lnTo>
                  <a:pt x="364521" y="429260"/>
                </a:lnTo>
                <a:lnTo>
                  <a:pt x="347376" y="417830"/>
                </a:lnTo>
                <a:lnTo>
                  <a:pt x="324516" y="397510"/>
                </a:lnTo>
                <a:lnTo>
                  <a:pt x="318801" y="391160"/>
                </a:lnTo>
                <a:lnTo>
                  <a:pt x="491109" y="391160"/>
                </a:lnTo>
                <a:lnTo>
                  <a:pt x="491109" y="433070"/>
                </a:lnTo>
                <a:lnTo>
                  <a:pt x="467106" y="440690"/>
                </a:lnTo>
                <a:lnTo>
                  <a:pt x="450816" y="443230"/>
                </a:lnTo>
                <a:lnTo>
                  <a:pt x="441948" y="44450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71067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20" h="172719">
                <a:moveTo>
                  <a:pt x="0" y="0"/>
                </a:moveTo>
                <a:lnTo>
                  <a:pt x="96012" y="0"/>
                </a:lnTo>
                <a:lnTo>
                  <a:pt x="96012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971061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02645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3532" y="78740"/>
                </a:lnTo>
                <a:lnTo>
                  <a:pt x="123532" y="430530"/>
                </a:lnTo>
                <a:lnTo>
                  <a:pt x="221068" y="430530"/>
                </a:lnTo>
                <a:lnTo>
                  <a:pt x="221068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03743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94565" y="99107"/>
                </a:lnTo>
                <a:lnTo>
                  <a:pt x="391108" y="114776"/>
                </a:lnTo>
                <a:lnTo>
                  <a:pt x="387668" y="127587"/>
                </a:lnTo>
                <a:lnTo>
                  <a:pt x="384238" y="137255"/>
                </a:lnTo>
                <a:lnTo>
                  <a:pt x="283654" y="431672"/>
                </a:lnTo>
                <a:lnTo>
                  <a:pt x="202787" y="431672"/>
                </a:lnTo>
                <a:lnTo>
                  <a:pt x="100584" y="140303"/>
                </a:lnTo>
                <a:lnTo>
                  <a:pt x="98012" y="132302"/>
                </a:lnTo>
                <a:lnTo>
                  <a:pt x="94869" y="119729"/>
                </a:lnTo>
                <a:lnTo>
                  <a:pt x="91154" y="102584"/>
                </a:lnTo>
                <a:lnTo>
                  <a:pt x="86868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1743" y="256317"/>
                </a:lnTo>
                <a:lnTo>
                  <a:pt x="244173" y="301537"/>
                </a:lnTo>
                <a:lnTo>
                  <a:pt x="246983" y="317277"/>
                </a:lnTo>
                <a:lnTo>
                  <a:pt x="248507" y="317277"/>
                </a:lnTo>
                <a:lnTo>
                  <a:pt x="260803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93906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37" y="351790"/>
                </a:lnTo>
                <a:lnTo>
                  <a:pt x="97637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703474" y="733710"/>
            <a:ext cx="271780" cy="439420"/>
          </a:xfrm>
          <a:custGeom>
            <a:avLst/>
            <a:gdLst/>
            <a:ahLst/>
            <a:cxnLst/>
            <a:rect l="l" t="t" r="r" b="b"/>
            <a:pathLst>
              <a:path w="271779" h="439419">
                <a:moveTo>
                  <a:pt x="103727" y="439292"/>
                </a:moveTo>
                <a:lnTo>
                  <a:pt x="74018" y="438149"/>
                </a:lnTo>
                <a:lnTo>
                  <a:pt x="46720" y="434720"/>
                </a:lnTo>
                <a:lnTo>
                  <a:pt x="21993" y="429005"/>
                </a:lnTo>
                <a:lnTo>
                  <a:pt x="0" y="421004"/>
                </a:lnTo>
                <a:lnTo>
                  <a:pt x="0" y="338613"/>
                </a:lnTo>
                <a:lnTo>
                  <a:pt x="22255" y="350670"/>
                </a:lnTo>
                <a:lnTo>
                  <a:pt x="45386" y="359271"/>
                </a:lnTo>
                <a:lnTo>
                  <a:pt x="69088" y="364425"/>
                </a:lnTo>
                <a:lnTo>
                  <a:pt x="93059" y="366140"/>
                </a:lnTo>
                <a:lnTo>
                  <a:pt x="111347" y="364996"/>
                </a:lnTo>
                <a:lnTo>
                  <a:pt x="152495" y="347757"/>
                </a:lnTo>
                <a:lnTo>
                  <a:pt x="172426" y="313896"/>
                </a:lnTo>
                <a:lnTo>
                  <a:pt x="173831" y="298989"/>
                </a:lnTo>
                <a:lnTo>
                  <a:pt x="168140" y="270971"/>
                </a:lnTo>
                <a:lnTo>
                  <a:pt x="151161" y="250936"/>
                </a:lnTo>
                <a:lnTo>
                  <a:pt x="123039" y="238901"/>
                </a:lnTo>
                <a:lnTo>
                  <a:pt x="83915" y="234886"/>
                </a:lnTo>
                <a:lnTo>
                  <a:pt x="66183" y="235196"/>
                </a:lnTo>
                <a:lnTo>
                  <a:pt x="47291" y="236219"/>
                </a:lnTo>
                <a:lnTo>
                  <a:pt x="27256" y="238101"/>
                </a:lnTo>
                <a:lnTo>
                  <a:pt x="6096" y="240982"/>
                </a:lnTo>
                <a:lnTo>
                  <a:pt x="22859" y="0"/>
                </a:lnTo>
                <a:lnTo>
                  <a:pt x="251650" y="0"/>
                </a:lnTo>
                <a:lnTo>
                  <a:pt x="251650" y="77819"/>
                </a:lnTo>
                <a:lnTo>
                  <a:pt x="94583" y="77819"/>
                </a:lnTo>
                <a:lnTo>
                  <a:pt x="88487" y="163258"/>
                </a:lnTo>
                <a:lnTo>
                  <a:pt x="99631" y="163020"/>
                </a:lnTo>
                <a:lnTo>
                  <a:pt x="120205" y="161972"/>
                </a:lnTo>
                <a:lnTo>
                  <a:pt x="129635" y="161734"/>
                </a:lnTo>
                <a:lnTo>
                  <a:pt x="188356" y="170687"/>
                </a:lnTo>
                <a:lnTo>
                  <a:pt x="233362" y="196786"/>
                </a:lnTo>
                <a:lnTo>
                  <a:pt x="261556" y="237791"/>
                </a:lnTo>
                <a:lnTo>
                  <a:pt x="271462" y="291369"/>
                </a:lnTo>
                <a:lnTo>
                  <a:pt x="268605" y="322198"/>
                </a:lnTo>
                <a:lnTo>
                  <a:pt x="245744" y="375889"/>
                </a:lnTo>
                <a:lnTo>
                  <a:pt x="201748" y="416147"/>
                </a:lnTo>
                <a:lnTo>
                  <a:pt x="140580" y="436721"/>
                </a:lnTo>
                <a:lnTo>
                  <a:pt x="103727" y="43929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29629" y="726096"/>
            <a:ext cx="492759" cy="537210"/>
          </a:xfrm>
          <a:custGeom>
            <a:avLst/>
            <a:gdLst/>
            <a:ahLst/>
            <a:cxnLst/>
            <a:rect l="l" t="t" r="r" b="b"/>
            <a:pathLst>
              <a:path w="492759" h="537210">
                <a:moveTo>
                  <a:pt x="175361" y="536917"/>
                </a:moveTo>
                <a:lnTo>
                  <a:pt x="146773" y="497141"/>
                </a:lnTo>
                <a:lnTo>
                  <a:pt x="123482" y="455625"/>
                </a:lnTo>
                <a:lnTo>
                  <a:pt x="105448" y="412432"/>
                </a:lnTo>
                <a:lnTo>
                  <a:pt x="92608" y="367588"/>
                </a:lnTo>
                <a:lnTo>
                  <a:pt x="84937" y="321119"/>
                </a:lnTo>
                <a:lnTo>
                  <a:pt x="82397" y="273075"/>
                </a:lnTo>
                <a:lnTo>
                  <a:pt x="84937" y="225666"/>
                </a:lnTo>
                <a:lnTo>
                  <a:pt x="92557" y="179514"/>
                </a:lnTo>
                <a:lnTo>
                  <a:pt x="105257" y="134632"/>
                </a:lnTo>
                <a:lnTo>
                  <a:pt x="123037" y="91020"/>
                </a:lnTo>
                <a:lnTo>
                  <a:pt x="145897" y="48691"/>
                </a:lnTo>
                <a:lnTo>
                  <a:pt x="173837" y="7620"/>
                </a:lnTo>
                <a:lnTo>
                  <a:pt x="97637" y="7620"/>
                </a:lnTo>
                <a:lnTo>
                  <a:pt x="67614" y="46888"/>
                </a:lnTo>
                <a:lnTo>
                  <a:pt x="43154" y="88315"/>
                </a:lnTo>
                <a:lnTo>
                  <a:pt x="24206" y="131775"/>
                </a:lnTo>
                <a:lnTo>
                  <a:pt x="10731" y="177139"/>
                </a:lnTo>
                <a:lnTo>
                  <a:pt x="2679" y="224282"/>
                </a:lnTo>
                <a:lnTo>
                  <a:pt x="0" y="273075"/>
                </a:lnTo>
                <a:lnTo>
                  <a:pt x="2679" y="324192"/>
                </a:lnTo>
                <a:lnTo>
                  <a:pt x="10731" y="372351"/>
                </a:lnTo>
                <a:lnTo>
                  <a:pt x="24206" y="417614"/>
                </a:lnTo>
                <a:lnTo>
                  <a:pt x="43154" y="460070"/>
                </a:lnTo>
                <a:lnTo>
                  <a:pt x="67614" y="499821"/>
                </a:lnTo>
                <a:lnTo>
                  <a:pt x="97637" y="536917"/>
                </a:lnTo>
                <a:lnTo>
                  <a:pt x="175361" y="536917"/>
                </a:lnTo>
                <a:close/>
              </a:path>
              <a:path w="492759" h="537210">
                <a:moveTo>
                  <a:pt x="492544" y="122008"/>
                </a:moveTo>
                <a:lnTo>
                  <a:pt x="487400" y="83439"/>
                </a:lnTo>
                <a:lnTo>
                  <a:pt x="464540" y="41859"/>
                </a:lnTo>
                <a:lnTo>
                  <a:pt x="424027" y="13385"/>
                </a:lnTo>
                <a:lnTo>
                  <a:pt x="383755" y="2286"/>
                </a:lnTo>
                <a:lnTo>
                  <a:pt x="352234" y="0"/>
                </a:lnTo>
                <a:lnTo>
                  <a:pt x="317893" y="2286"/>
                </a:lnTo>
                <a:lnTo>
                  <a:pt x="285559" y="9144"/>
                </a:lnTo>
                <a:lnTo>
                  <a:pt x="254939" y="20574"/>
                </a:lnTo>
                <a:lnTo>
                  <a:pt x="225742" y="36576"/>
                </a:lnTo>
                <a:lnTo>
                  <a:pt x="225742" y="120484"/>
                </a:lnTo>
                <a:lnTo>
                  <a:pt x="251409" y="100723"/>
                </a:lnTo>
                <a:lnTo>
                  <a:pt x="277939" y="86956"/>
                </a:lnTo>
                <a:lnTo>
                  <a:pt x="305041" y="78917"/>
                </a:lnTo>
                <a:lnTo>
                  <a:pt x="332422" y="76288"/>
                </a:lnTo>
                <a:lnTo>
                  <a:pt x="347319" y="77152"/>
                </a:lnTo>
                <a:lnTo>
                  <a:pt x="386638" y="97751"/>
                </a:lnTo>
                <a:lnTo>
                  <a:pt x="395008" y="132676"/>
                </a:lnTo>
                <a:lnTo>
                  <a:pt x="394716" y="139522"/>
                </a:lnTo>
                <a:lnTo>
                  <a:pt x="381000" y="177330"/>
                </a:lnTo>
                <a:lnTo>
                  <a:pt x="344855" y="214071"/>
                </a:lnTo>
                <a:lnTo>
                  <a:pt x="318706" y="233362"/>
                </a:lnTo>
                <a:lnTo>
                  <a:pt x="280606" y="262407"/>
                </a:lnTo>
                <a:lnTo>
                  <a:pt x="252323" y="289636"/>
                </a:lnTo>
                <a:lnTo>
                  <a:pt x="228587" y="322414"/>
                </a:lnTo>
                <a:lnTo>
                  <a:pt x="211378" y="360959"/>
                </a:lnTo>
                <a:lnTo>
                  <a:pt x="204317" y="407289"/>
                </a:lnTo>
                <a:lnTo>
                  <a:pt x="204317" y="439293"/>
                </a:lnTo>
                <a:lnTo>
                  <a:pt x="492544" y="439293"/>
                </a:lnTo>
                <a:lnTo>
                  <a:pt x="492544" y="359943"/>
                </a:lnTo>
                <a:lnTo>
                  <a:pt x="309562" y="359943"/>
                </a:lnTo>
                <a:lnTo>
                  <a:pt x="309562" y="353847"/>
                </a:lnTo>
                <a:lnTo>
                  <a:pt x="311086" y="349275"/>
                </a:lnTo>
                <a:lnTo>
                  <a:pt x="315658" y="343179"/>
                </a:lnTo>
                <a:lnTo>
                  <a:pt x="318706" y="335559"/>
                </a:lnTo>
                <a:lnTo>
                  <a:pt x="330898" y="323367"/>
                </a:lnTo>
                <a:lnTo>
                  <a:pt x="342531" y="313461"/>
                </a:lnTo>
                <a:lnTo>
                  <a:pt x="348729" y="308368"/>
                </a:lnTo>
                <a:lnTo>
                  <a:pt x="362242" y="298754"/>
                </a:lnTo>
                <a:lnTo>
                  <a:pt x="375958" y="288556"/>
                </a:lnTo>
                <a:lnTo>
                  <a:pt x="382816" y="283743"/>
                </a:lnTo>
                <a:lnTo>
                  <a:pt x="403390" y="267931"/>
                </a:lnTo>
                <a:lnTo>
                  <a:pt x="413677" y="260350"/>
                </a:lnTo>
                <a:lnTo>
                  <a:pt x="450964" y="227241"/>
                </a:lnTo>
                <a:lnTo>
                  <a:pt x="478510" y="186613"/>
                </a:lnTo>
                <a:lnTo>
                  <a:pt x="491972" y="136575"/>
                </a:lnTo>
                <a:lnTo>
                  <a:pt x="492544" y="12200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769512" y="733710"/>
            <a:ext cx="175895" cy="529590"/>
          </a:xfrm>
          <a:custGeom>
            <a:avLst/>
            <a:gdLst/>
            <a:ahLst/>
            <a:cxnLst/>
            <a:rect l="l" t="t" r="r" b="b"/>
            <a:pathLst>
              <a:path w="175895" h="529590">
                <a:moveTo>
                  <a:pt x="77724" y="529304"/>
                </a:moveTo>
                <a:lnTo>
                  <a:pt x="0" y="529304"/>
                </a:lnTo>
                <a:lnTo>
                  <a:pt x="27940" y="489519"/>
                </a:lnTo>
                <a:lnTo>
                  <a:pt x="50800" y="448010"/>
                </a:lnTo>
                <a:lnTo>
                  <a:pt x="68580" y="404812"/>
                </a:lnTo>
                <a:lnTo>
                  <a:pt x="81280" y="359963"/>
                </a:lnTo>
                <a:lnTo>
                  <a:pt x="88900" y="313501"/>
                </a:lnTo>
                <a:lnTo>
                  <a:pt x="91440" y="265461"/>
                </a:lnTo>
                <a:lnTo>
                  <a:pt x="88900" y="218043"/>
                </a:lnTo>
                <a:lnTo>
                  <a:pt x="81280" y="171894"/>
                </a:lnTo>
                <a:lnTo>
                  <a:pt x="68580" y="127015"/>
                </a:lnTo>
                <a:lnTo>
                  <a:pt x="50800" y="83407"/>
                </a:lnTo>
                <a:lnTo>
                  <a:pt x="27940" y="41068"/>
                </a:lnTo>
                <a:lnTo>
                  <a:pt x="0" y="0"/>
                </a:lnTo>
                <a:lnTo>
                  <a:pt x="77724" y="0"/>
                </a:lnTo>
                <a:lnTo>
                  <a:pt x="107743" y="39269"/>
                </a:lnTo>
                <a:lnTo>
                  <a:pt x="132203" y="80697"/>
                </a:lnTo>
                <a:lnTo>
                  <a:pt x="151149" y="124158"/>
                </a:lnTo>
                <a:lnTo>
                  <a:pt x="164627" y="169523"/>
                </a:lnTo>
                <a:lnTo>
                  <a:pt x="172680" y="216667"/>
                </a:lnTo>
                <a:lnTo>
                  <a:pt x="175355" y="265461"/>
                </a:lnTo>
                <a:lnTo>
                  <a:pt x="172574" y="316047"/>
                </a:lnTo>
                <a:lnTo>
                  <a:pt x="164288" y="364049"/>
                </a:lnTo>
                <a:lnTo>
                  <a:pt x="150578" y="409420"/>
                </a:lnTo>
                <a:lnTo>
                  <a:pt x="131526" y="452116"/>
                </a:lnTo>
                <a:lnTo>
                  <a:pt x="107214" y="492092"/>
                </a:lnTo>
                <a:lnTo>
                  <a:pt x="77724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332738" y="1936305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332725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619440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886330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8" y="41148"/>
                </a:lnTo>
                <a:lnTo>
                  <a:pt x="35052" y="41148"/>
                </a:lnTo>
                <a:lnTo>
                  <a:pt x="35290" y="51984"/>
                </a:lnTo>
                <a:lnTo>
                  <a:pt x="35862" y="67722"/>
                </a:lnTo>
                <a:lnTo>
                  <a:pt x="36337" y="83407"/>
                </a:lnTo>
                <a:lnTo>
                  <a:pt x="36558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8" y="41148"/>
                </a:lnTo>
                <a:lnTo>
                  <a:pt x="144875" y="218122"/>
                </a:lnTo>
                <a:lnTo>
                  <a:pt x="150256" y="229862"/>
                </a:lnTo>
                <a:lnTo>
                  <a:pt x="154781" y="240030"/>
                </a:lnTo>
                <a:lnTo>
                  <a:pt x="158162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290470" y="1935479"/>
            <a:ext cx="161925" cy="314960"/>
          </a:xfrm>
          <a:custGeom>
            <a:avLst/>
            <a:gdLst/>
            <a:ahLst/>
            <a:cxnLst/>
            <a:rect l="l" t="t" r="r" b="b"/>
            <a:pathLst>
              <a:path w="161925" h="314960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589365" y="1873186"/>
            <a:ext cx="884555" cy="438150"/>
          </a:xfrm>
          <a:custGeom>
            <a:avLst/>
            <a:gdLst/>
            <a:ahLst/>
            <a:cxnLst/>
            <a:rect l="l" t="t" r="r" b="b"/>
            <a:pathLst>
              <a:path w="884554" h="438150">
                <a:moveTo>
                  <a:pt x="434619" y="378333"/>
                </a:moveTo>
                <a:lnTo>
                  <a:pt x="397421" y="369747"/>
                </a:lnTo>
                <a:lnTo>
                  <a:pt x="363677" y="357720"/>
                </a:lnTo>
                <a:lnTo>
                  <a:pt x="333375" y="342252"/>
                </a:lnTo>
                <a:lnTo>
                  <a:pt x="306514" y="323380"/>
                </a:lnTo>
                <a:lnTo>
                  <a:pt x="404139" y="273088"/>
                </a:lnTo>
                <a:lnTo>
                  <a:pt x="379666" y="244030"/>
                </a:lnTo>
                <a:lnTo>
                  <a:pt x="353949" y="260642"/>
                </a:lnTo>
                <a:lnTo>
                  <a:pt x="329374" y="275932"/>
                </a:lnTo>
                <a:lnTo>
                  <a:pt x="305943" y="289775"/>
                </a:lnTo>
                <a:lnTo>
                  <a:pt x="283654" y="302044"/>
                </a:lnTo>
                <a:lnTo>
                  <a:pt x="269608" y="285445"/>
                </a:lnTo>
                <a:lnTo>
                  <a:pt x="257124" y="267550"/>
                </a:lnTo>
                <a:lnTo>
                  <a:pt x="246075" y="248208"/>
                </a:lnTo>
                <a:lnTo>
                  <a:pt x="236308" y="227266"/>
                </a:lnTo>
                <a:lnTo>
                  <a:pt x="431571" y="227266"/>
                </a:lnTo>
                <a:lnTo>
                  <a:pt x="431571" y="196786"/>
                </a:lnTo>
                <a:lnTo>
                  <a:pt x="234784" y="196786"/>
                </a:lnTo>
                <a:lnTo>
                  <a:pt x="234784" y="152590"/>
                </a:lnTo>
                <a:lnTo>
                  <a:pt x="399567" y="152590"/>
                </a:lnTo>
                <a:lnTo>
                  <a:pt x="399567" y="122021"/>
                </a:lnTo>
                <a:lnTo>
                  <a:pt x="234784" y="122021"/>
                </a:lnTo>
                <a:lnTo>
                  <a:pt x="234784" y="79349"/>
                </a:lnTo>
                <a:lnTo>
                  <a:pt x="417855" y="79349"/>
                </a:lnTo>
                <a:lnTo>
                  <a:pt x="417855" y="48869"/>
                </a:lnTo>
                <a:lnTo>
                  <a:pt x="234784" y="48869"/>
                </a:lnTo>
                <a:lnTo>
                  <a:pt x="234784" y="0"/>
                </a:lnTo>
                <a:lnTo>
                  <a:pt x="199732" y="0"/>
                </a:lnTo>
                <a:lnTo>
                  <a:pt x="199732" y="48869"/>
                </a:lnTo>
                <a:lnTo>
                  <a:pt x="18288" y="48869"/>
                </a:lnTo>
                <a:lnTo>
                  <a:pt x="18288" y="79349"/>
                </a:lnTo>
                <a:lnTo>
                  <a:pt x="199732" y="79349"/>
                </a:lnTo>
                <a:lnTo>
                  <a:pt x="199732" y="122021"/>
                </a:lnTo>
                <a:lnTo>
                  <a:pt x="35052" y="122021"/>
                </a:lnTo>
                <a:lnTo>
                  <a:pt x="35052" y="152590"/>
                </a:lnTo>
                <a:lnTo>
                  <a:pt x="199732" y="152590"/>
                </a:lnTo>
                <a:lnTo>
                  <a:pt x="199732" y="196786"/>
                </a:lnTo>
                <a:lnTo>
                  <a:pt x="4572" y="196786"/>
                </a:lnTo>
                <a:lnTo>
                  <a:pt x="4572" y="227266"/>
                </a:lnTo>
                <a:lnTo>
                  <a:pt x="176872" y="227266"/>
                </a:lnTo>
                <a:lnTo>
                  <a:pt x="141744" y="264210"/>
                </a:lnTo>
                <a:lnTo>
                  <a:pt x="100444" y="297268"/>
                </a:lnTo>
                <a:lnTo>
                  <a:pt x="53136" y="326593"/>
                </a:lnTo>
                <a:lnTo>
                  <a:pt x="0" y="352336"/>
                </a:lnTo>
                <a:lnTo>
                  <a:pt x="5689" y="359486"/>
                </a:lnTo>
                <a:lnTo>
                  <a:pt x="11239" y="366903"/>
                </a:lnTo>
                <a:lnTo>
                  <a:pt x="21336" y="381381"/>
                </a:lnTo>
                <a:lnTo>
                  <a:pt x="49314" y="367347"/>
                </a:lnTo>
                <a:lnTo>
                  <a:pt x="76022" y="352577"/>
                </a:lnTo>
                <a:lnTo>
                  <a:pt x="101320" y="336943"/>
                </a:lnTo>
                <a:lnTo>
                  <a:pt x="125056" y="320332"/>
                </a:lnTo>
                <a:lnTo>
                  <a:pt x="125056" y="381381"/>
                </a:lnTo>
                <a:lnTo>
                  <a:pt x="124231" y="388200"/>
                </a:lnTo>
                <a:lnTo>
                  <a:pt x="121818" y="394716"/>
                </a:lnTo>
                <a:lnTo>
                  <a:pt x="117944" y="400672"/>
                </a:lnTo>
                <a:lnTo>
                  <a:pt x="112776" y="405765"/>
                </a:lnTo>
                <a:lnTo>
                  <a:pt x="132676" y="437769"/>
                </a:lnTo>
                <a:lnTo>
                  <a:pt x="238734" y="395363"/>
                </a:lnTo>
                <a:lnTo>
                  <a:pt x="265366" y="385953"/>
                </a:lnTo>
                <a:lnTo>
                  <a:pt x="264490" y="376796"/>
                </a:lnTo>
                <a:lnTo>
                  <a:pt x="264033" y="367474"/>
                </a:lnTo>
                <a:lnTo>
                  <a:pt x="263842" y="347764"/>
                </a:lnTo>
                <a:lnTo>
                  <a:pt x="238975" y="358076"/>
                </a:lnTo>
                <a:lnTo>
                  <a:pt x="212699" y="368236"/>
                </a:lnTo>
                <a:lnTo>
                  <a:pt x="185305" y="378079"/>
                </a:lnTo>
                <a:lnTo>
                  <a:pt x="157060" y="387477"/>
                </a:lnTo>
                <a:lnTo>
                  <a:pt x="157060" y="294424"/>
                </a:lnTo>
                <a:lnTo>
                  <a:pt x="171348" y="280924"/>
                </a:lnTo>
                <a:lnTo>
                  <a:pt x="184492" y="267550"/>
                </a:lnTo>
                <a:lnTo>
                  <a:pt x="196494" y="253873"/>
                </a:lnTo>
                <a:lnTo>
                  <a:pt x="207352" y="239458"/>
                </a:lnTo>
                <a:lnTo>
                  <a:pt x="230212" y="283070"/>
                </a:lnTo>
                <a:lnTo>
                  <a:pt x="257568" y="320840"/>
                </a:lnTo>
                <a:lnTo>
                  <a:pt x="289331" y="352755"/>
                </a:lnTo>
                <a:lnTo>
                  <a:pt x="325424" y="378815"/>
                </a:lnTo>
                <a:lnTo>
                  <a:pt x="365760" y="399034"/>
                </a:lnTo>
                <a:lnTo>
                  <a:pt x="410235" y="413385"/>
                </a:lnTo>
                <a:lnTo>
                  <a:pt x="421855" y="397002"/>
                </a:lnTo>
                <a:lnTo>
                  <a:pt x="434619" y="378333"/>
                </a:lnTo>
                <a:close/>
              </a:path>
              <a:path w="884554" h="438150">
                <a:moveTo>
                  <a:pt x="611505" y="208991"/>
                </a:moveTo>
                <a:lnTo>
                  <a:pt x="585597" y="183083"/>
                </a:lnTo>
                <a:lnTo>
                  <a:pt x="571881" y="169367"/>
                </a:lnTo>
                <a:lnTo>
                  <a:pt x="559689" y="157175"/>
                </a:lnTo>
                <a:lnTo>
                  <a:pt x="547497" y="169367"/>
                </a:lnTo>
                <a:lnTo>
                  <a:pt x="547497" y="120497"/>
                </a:lnTo>
                <a:lnTo>
                  <a:pt x="602361" y="120497"/>
                </a:lnTo>
                <a:lnTo>
                  <a:pt x="602361" y="90017"/>
                </a:lnTo>
                <a:lnTo>
                  <a:pt x="547497" y="90017"/>
                </a:lnTo>
                <a:lnTo>
                  <a:pt x="547497" y="4572"/>
                </a:lnTo>
                <a:lnTo>
                  <a:pt x="513867" y="4572"/>
                </a:lnTo>
                <a:lnTo>
                  <a:pt x="513867" y="90017"/>
                </a:lnTo>
                <a:lnTo>
                  <a:pt x="451383" y="90017"/>
                </a:lnTo>
                <a:lnTo>
                  <a:pt x="451383" y="120497"/>
                </a:lnTo>
                <a:lnTo>
                  <a:pt x="513867" y="120497"/>
                </a:lnTo>
                <a:lnTo>
                  <a:pt x="502780" y="162890"/>
                </a:lnTo>
                <a:lnTo>
                  <a:pt x="487959" y="203276"/>
                </a:lnTo>
                <a:lnTo>
                  <a:pt x="469722" y="241935"/>
                </a:lnTo>
                <a:lnTo>
                  <a:pt x="448335" y="279184"/>
                </a:lnTo>
                <a:lnTo>
                  <a:pt x="451764" y="289204"/>
                </a:lnTo>
                <a:lnTo>
                  <a:pt x="455193" y="298805"/>
                </a:lnTo>
                <a:lnTo>
                  <a:pt x="458622" y="308114"/>
                </a:lnTo>
                <a:lnTo>
                  <a:pt x="462051" y="317284"/>
                </a:lnTo>
                <a:lnTo>
                  <a:pt x="476364" y="294728"/>
                </a:lnTo>
                <a:lnTo>
                  <a:pt x="489673" y="268312"/>
                </a:lnTo>
                <a:lnTo>
                  <a:pt x="502069" y="238328"/>
                </a:lnTo>
                <a:lnTo>
                  <a:pt x="513867" y="204419"/>
                </a:lnTo>
                <a:lnTo>
                  <a:pt x="513867" y="436257"/>
                </a:lnTo>
                <a:lnTo>
                  <a:pt x="547497" y="436257"/>
                </a:lnTo>
                <a:lnTo>
                  <a:pt x="547497" y="204419"/>
                </a:lnTo>
                <a:lnTo>
                  <a:pt x="547497" y="183083"/>
                </a:lnTo>
                <a:lnTo>
                  <a:pt x="566928" y="204990"/>
                </a:lnTo>
                <a:lnTo>
                  <a:pt x="577380" y="217004"/>
                </a:lnTo>
                <a:lnTo>
                  <a:pt x="588645" y="230327"/>
                </a:lnTo>
                <a:lnTo>
                  <a:pt x="611505" y="208991"/>
                </a:lnTo>
                <a:close/>
              </a:path>
              <a:path w="884554" h="438150">
                <a:moveTo>
                  <a:pt x="847915" y="266992"/>
                </a:moveTo>
                <a:lnTo>
                  <a:pt x="814387" y="266992"/>
                </a:lnTo>
                <a:lnTo>
                  <a:pt x="814387" y="298996"/>
                </a:lnTo>
                <a:lnTo>
                  <a:pt x="814387" y="384441"/>
                </a:lnTo>
                <a:lnTo>
                  <a:pt x="666369" y="384441"/>
                </a:lnTo>
                <a:lnTo>
                  <a:pt x="666369" y="298996"/>
                </a:lnTo>
                <a:lnTo>
                  <a:pt x="814387" y="298996"/>
                </a:lnTo>
                <a:lnTo>
                  <a:pt x="814387" y="266992"/>
                </a:lnTo>
                <a:lnTo>
                  <a:pt x="631317" y="266992"/>
                </a:lnTo>
                <a:lnTo>
                  <a:pt x="631317" y="437781"/>
                </a:lnTo>
                <a:lnTo>
                  <a:pt x="666369" y="437781"/>
                </a:lnTo>
                <a:lnTo>
                  <a:pt x="666369" y="414921"/>
                </a:lnTo>
                <a:lnTo>
                  <a:pt x="814387" y="414921"/>
                </a:lnTo>
                <a:lnTo>
                  <a:pt x="814387" y="437781"/>
                </a:lnTo>
                <a:lnTo>
                  <a:pt x="847915" y="437781"/>
                </a:lnTo>
                <a:lnTo>
                  <a:pt x="847915" y="414921"/>
                </a:lnTo>
                <a:lnTo>
                  <a:pt x="847915" y="384441"/>
                </a:lnTo>
                <a:lnTo>
                  <a:pt x="847915" y="298996"/>
                </a:lnTo>
                <a:lnTo>
                  <a:pt x="847915" y="266992"/>
                </a:lnTo>
                <a:close/>
              </a:path>
              <a:path w="884554" h="438150">
                <a:moveTo>
                  <a:pt x="884491" y="218135"/>
                </a:moveTo>
                <a:lnTo>
                  <a:pt x="854443" y="211505"/>
                </a:lnTo>
                <a:lnTo>
                  <a:pt x="825957" y="202895"/>
                </a:lnTo>
                <a:lnTo>
                  <a:pt x="818400" y="199847"/>
                </a:lnTo>
                <a:lnTo>
                  <a:pt x="798906" y="191985"/>
                </a:lnTo>
                <a:lnTo>
                  <a:pt x="773150" y="178511"/>
                </a:lnTo>
                <a:lnTo>
                  <a:pt x="793572" y="160223"/>
                </a:lnTo>
                <a:lnTo>
                  <a:pt x="798055" y="156197"/>
                </a:lnTo>
                <a:lnTo>
                  <a:pt x="820089" y="132740"/>
                </a:lnTo>
                <a:lnTo>
                  <a:pt x="839241" y="108127"/>
                </a:lnTo>
                <a:lnTo>
                  <a:pt x="855535" y="82397"/>
                </a:lnTo>
                <a:lnTo>
                  <a:pt x="855535" y="80873"/>
                </a:lnTo>
                <a:lnTo>
                  <a:pt x="855535" y="51917"/>
                </a:lnTo>
                <a:lnTo>
                  <a:pt x="815911" y="51917"/>
                </a:lnTo>
                <a:lnTo>
                  <a:pt x="815911" y="80873"/>
                </a:lnTo>
                <a:lnTo>
                  <a:pt x="801001" y="102895"/>
                </a:lnTo>
                <a:lnTo>
                  <a:pt x="783818" y="123367"/>
                </a:lnTo>
                <a:lnTo>
                  <a:pt x="764387" y="142417"/>
                </a:lnTo>
                <a:lnTo>
                  <a:pt x="742670" y="160223"/>
                </a:lnTo>
                <a:lnTo>
                  <a:pt x="725208" y="144132"/>
                </a:lnTo>
                <a:lnTo>
                  <a:pt x="709333" y="125653"/>
                </a:lnTo>
                <a:lnTo>
                  <a:pt x="698449" y="109829"/>
                </a:lnTo>
                <a:lnTo>
                  <a:pt x="694867" y="104609"/>
                </a:lnTo>
                <a:lnTo>
                  <a:pt x="681710" y="80873"/>
                </a:lnTo>
                <a:lnTo>
                  <a:pt x="815911" y="80873"/>
                </a:lnTo>
                <a:lnTo>
                  <a:pt x="815911" y="51917"/>
                </a:lnTo>
                <a:lnTo>
                  <a:pt x="696950" y="51917"/>
                </a:lnTo>
                <a:lnTo>
                  <a:pt x="702373" y="41808"/>
                </a:lnTo>
                <a:lnTo>
                  <a:pt x="707237" y="32016"/>
                </a:lnTo>
                <a:lnTo>
                  <a:pt x="711517" y="22250"/>
                </a:lnTo>
                <a:lnTo>
                  <a:pt x="715238" y="12192"/>
                </a:lnTo>
                <a:lnTo>
                  <a:pt x="683234" y="1524"/>
                </a:lnTo>
                <a:lnTo>
                  <a:pt x="667715" y="37922"/>
                </a:lnTo>
                <a:lnTo>
                  <a:pt x="648665" y="74002"/>
                </a:lnTo>
                <a:lnTo>
                  <a:pt x="625906" y="110070"/>
                </a:lnTo>
                <a:lnTo>
                  <a:pt x="599313" y="146405"/>
                </a:lnTo>
                <a:lnTo>
                  <a:pt x="605866" y="153035"/>
                </a:lnTo>
                <a:lnTo>
                  <a:pt x="611695" y="159067"/>
                </a:lnTo>
                <a:lnTo>
                  <a:pt x="616673" y="164503"/>
                </a:lnTo>
                <a:lnTo>
                  <a:pt x="620649" y="169367"/>
                </a:lnTo>
                <a:lnTo>
                  <a:pt x="632028" y="154482"/>
                </a:lnTo>
                <a:lnTo>
                  <a:pt x="643128" y="139598"/>
                </a:lnTo>
                <a:lnTo>
                  <a:pt x="653656" y="124701"/>
                </a:lnTo>
                <a:lnTo>
                  <a:pt x="663321" y="109829"/>
                </a:lnTo>
                <a:lnTo>
                  <a:pt x="674281" y="128701"/>
                </a:lnTo>
                <a:lnTo>
                  <a:pt x="686612" y="146405"/>
                </a:lnTo>
                <a:lnTo>
                  <a:pt x="700709" y="163055"/>
                </a:lnTo>
                <a:lnTo>
                  <a:pt x="716762" y="178511"/>
                </a:lnTo>
                <a:lnTo>
                  <a:pt x="686447" y="195935"/>
                </a:lnTo>
                <a:lnTo>
                  <a:pt x="654989" y="211658"/>
                </a:lnTo>
                <a:lnTo>
                  <a:pt x="622376" y="225653"/>
                </a:lnTo>
                <a:lnTo>
                  <a:pt x="588645" y="237947"/>
                </a:lnTo>
                <a:lnTo>
                  <a:pt x="592315" y="245719"/>
                </a:lnTo>
                <a:lnTo>
                  <a:pt x="600214" y="260743"/>
                </a:lnTo>
                <a:lnTo>
                  <a:pt x="603885" y="268516"/>
                </a:lnTo>
                <a:lnTo>
                  <a:pt x="643597" y="253034"/>
                </a:lnTo>
                <a:lnTo>
                  <a:pt x="680326" y="236423"/>
                </a:lnTo>
                <a:lnTo>
                  <a:pt x="713905" y="218706"/>
                </a:lnTo>
                <a:lnTo>
                  <a:pt x="744194" y="199847"/>
                </a:lnTo>
                <a:lnTo>
                  <a:pt x="774446" y="217004"/>
                </a:lnTo>
                <a:lnTo>
                  <a:pt x="805573" y="232041"/>
                </a:lnTo>
                <a:lnTo>
                  <a:pt x="837285" y="245097"/>
                </a:lnTo>
                <a:lnTo>
                  <a:pt x="869251" y="256324"/>
                </a:lnTo>
                <a:lnTo>
                  <a:pt x="871842" y="247738"/>
                </a:lnTo>
                <a:lnTo>
                  <a:pt x="875157" y="238328"/>
                </a:lnTo>
                <a:lnTo>
                  <a:pt x="879322" y="228371"/>
                </a:lnTo>
                <a:lnTo>
                  <a:pt x="884491" y="21813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744497" y="2498597"/>
            <a:ext cx="2724150" cy="383540"/>
          </a:xfrm>
          <a:custGeom>
            <a:avLst/>
            <a:gdLst/>
            <a:ahLst/>
            <a:cxnLst/>
            <a:rect l="l" t="t" r="r" b="b"/>
            <a:pathLst>
              <a:path w="2724150" h="383539">
                <a:moveTo>
                  <a:pt x="301942" y="100685"/>
                </a:moveTo>
                <a:lnTo>
                  <a:pt x="272986" y="100685"/>
                </a:lnTo>
                <a:lnTo>
                  <a:pt x="272986" y="123545"/>
                </a:lnTo>
                <a:lnTo>
                  <a:pt x="272986" y="149542"/>
                </a:lnTo>
                <a:lnTo>
                  <a:pt x="97536" y="149542"/>
                </a:lnTo>
                <a:lnTo>
                  <a:pt x="97536" y="123545"/>
                </a:lnTo>
                <a:lnTo>
                  <a:pt x="272986" y="123545"/>
                </a:lnTo>
                <a:lnTo>
                  <a:pt x="272986" y="100685"/>
                </a:lnTo>
                <a:lnTo>
                  <a:pt x="68580" y="100685"/>
                </a:lnTo>
                <a:lnTo>
                  <a:pt x="68580" y="184594"/>
                </a:lnTo>
                <a:lnTo>
                  <a:pt x="97536" y="184594"/>
                </a:lnTo>
                <a:lnTo>
                  <a:pt x="97536" y="173926"/>
                </a:lnTo>
                <a:lnTo>
                  <a:pt x="272986" y="173926"/>
                </a:lnTo>
                <a:lnTo>
                  <a:pt x="272986" y="184594"/>
                </a:lnTo>
                <a:lnTo>
                  <a:pt x="301942" y="184594"/>
                </a:lnTo>
                <a:lnTo>
                  <a:pt x="301942" y="173926"/>
                </a:lnTo>
                <a:lnTo>
                  <a:pt x="301942" y="149542"/>
                </a:lnTo>
                <a:lnTo>
                  <a:pt x="301942" y="123545"/>
                </a:lnTo>
                <a:lnTo>
                  <a:pt x="301942" y="100685"/>
                </a:lnTo>
                <a:close/>
              </a:path>
              <a:path w="2724150" h="383539">
                <a:moveTo>
                  <a:pt x="338518" y="219646"/>
                </a:moveTo>
                <a:lnTo>
                  <a:pt x="333946" y="195262"/>
                </a:lnTo>
                <a:lnTo>
                  <a:pt x="187553" y="198691"/>
                </a:lnTo>
                <a:lnTo>
                  <a:pt x="22860" y="199834"/>
                </a:lnTo>
                <a:lnTo>
                  <a:pt x="24384" y="208978"/>
                </a:lnTo>
                <a:lnTo>
                  <a:pt x="27432" y="224218"/>
                </a:lnTo>
                <a:lnTo>
                  <a:pt x="138061" y="223583"/>
                </a:lnTo>
                <a:lnTo>
                  <a:pt x="173837" y="222694"/>
                </a:lnTo>
                <a:lnTo>
                  <a:pt x="237070" y="222440"/>
                </a:lnTo>
                <a:lnTo>
                  <a:pt x="271221" y="221742"/>
                </a:lnTo>
                <a:lnTo>
                  <a:pt x="338518" y="219646"/>
                </a:lnTo>
                <a:close/>
              </a:path>
              <a:path w="2724150" h="383539">
                <a:moveTo>
                  <a:pt x="361378" y="54965"/>
                </a:moveTo>
                <a:lnTo>
                  <a:pt x="265277" y="54965"/>
                </a:lnTo>
                <a:lnTo>
                  <a:pt x="276758" y="46901"/>
                </a:lnTo>
                <a:lnTo>
                  <a:pt x="288213" y="38531"/>
                </a:lnTo>
                <a:lnTo>
                  <a:pt x="299656" y="29591"/>
                </a:lnTo>
                <a:lnTo>
                  <a:pt x="311086" y="19812"/>
                </a:lnTo>
                <a:lnTo>
                  <a:pt x="291274" y="1524"/>
                </a:lnTo>
                <a:lnTo>
                  <a:pt x="280428" y="10668"/>
                </a:lnTo>
                <a:lnTo>
                  <a:pt x="268554" y="19812"/>
                </a:lnTo>
                <a:lnTo>
                  <a:pt x="255841" y="28956"/>
                </a:lnTo>
                <a:lnTo>
                  <a:pt x="242417" y="38100"/>
                </a:lnTo>
                <a:lnTo>
                  <a:pt x="259181" y="54965"/>
                </a:lnTo>
                <a:lnTo>
                  <a:pt x="199745" y="54965"/>
                </a:lnTo>
                <a:lnTo>
                  <a:pt x="199745" y="3048"/>
                </a:lnTo>
                <a:lnTo>
                  <a:pt x="170789" y="3048"/>
                </a:lnTo>
                <a:lnTo>
                  <a:pt x="170789" y="54965"/>
                </a:lnTo>
                <a:lnTo>
                  <a:pt x="111252" y="54965"/>
                </a:lnTo>
                <a:lnTo>
                  <a:pt x="128117" y="39725"/>
                </a:lnTo>
                <a:lnTo>
                  <a:pt x="117462" y="30505"/>
                </a:lnTo>
                <a:lnTo>
                  <a:pt x="106121" y="21158"/>
                </a:lnTo>
                <a:lnTo>
                  <a:pt x="93941" y="11557"/>
                </a:lnTo>
                <a:lnTo>
                  <a:pt x="80772" y="1524"/>
                </a:lnTo>
                <a:lnTo>
                  <a:pt x="60960" y="19812"/>
                </a:lnTo>
                <a:lnTo>
                  <a:pt x="72110" y="28956"/>
                </a:lnTo>
                <a:lnTo>
                  <a:pt x="82677" y="37960"/>
                </a:lnTo>
                <a:lnTo>
                  <a:pt x="102108" y="54965"/>
                </a:lnTo>
                <a:lnTo>
                  <a:pt x="9144" y="54965"/>
                </a:lnTo>
                <a:lnTo>
                  <a:pt x="9144" y="125069"/>
                </a:lnTo>
                <a:lnTo>
                  <a:pt x="36576" y="125069"/>
                </a:lnTo>
                <a:lnTo>
                  <a:pt x="36576" y="79349"/>
                </a:lnTo>
                <a:lnTo>
                  <a:pt x="333946" y="79349"/>
                </a:lnTo>
                <a:lnTo>
                  <a:pt x="333946" y="125069"/>
                </a:lnTo>
                <a:lnTo>
                  <a:pt x="361378" y="125069"/>
                </a:lnTo>
                <a:lnTo>
                  <a:pt x="361378" y="79349"/>
                </a:lnTo>
                <a:lnTo>
                  <a:pt x="361378" y="54965"/>
                </a:lnTo>
                <a:close/>
              </a:path>
              <a:path w="2724150" h="383539">
                <a:moveTo>
                  <a:pt x="370522" y="292900"/>
                </a:moveTo>
                <a:lnTo>
                  <a:pt x="202793" y="292900"/>
                </a:lnTo>
                <a:lnTo>
                  <a:pt x="202793" y="270040"/>
                </a:lnTo>
                <a:lnTo>
                  <a:pt x="332422" y="270040"/>
                </a:lnTo>
                <a:lnTo>
                  <a:pt x="332422" y="245554"/>
                </a:lnTo>
                <a:lnTo>
                  <a:pt x="202793" y="245554"/>
                </a:lnTo>
                <a:lnTo>
                  <a:pt x="202793" y="222694"/>
                </a:lnTo>
                <a:lnTo>
                  <a:pt x="173837" y="222694"/>
                </a:lnTo>
                <a:lnTo>
                  <a:pt x="173837" y="245554"/>
                </a:lnTo>
                <a:lnTo>
                  <a:pt x="27432" y="245554"/>
                </a:lnTo>
                <a:lnTo>
                  <a:pt x="27432" y="270040"/>
                </a:lnTo>
                <a:lnTo>
                  <a:pt x="173837" y="270040"/>
                </a:lnTo>
                <a:lnTo>
                  <a:pt x="173837" y="292900"/>
                </a:lnTo>
                <a:lnTo>
                  <a:pt x="0" y="292900"/>
                </a:lnTo>
                <a:lnTo>
                  <a:pt x="0" y="317284"/>
                </a:lnTo>
                <a:lnTo>
                  <a:pt x="173837" y="317284"/>
                </a:lnTo>
                <a:lnTo>
                  <a:pt x="173837" y="323380"/>
                </a:lnTo>
                <a:lnTo>
                  <a:pt x="172427" y="333387"/>
                </a:lnTo>
                <a:lnTo>
                  <a:pt x="168313" y="340525"/>
                </a:lnTo>
                <a:lnTo>
                  <a:pt x="161620" y="344817"/>
                </a:lnTo>
                <a:lnTo>
                  <a:pt x="152501" y="346240"/>
                </a:lnTo>
                <a:lnTo>
                  <a:pt x="138430" y="345973"/>
                </a:lnTo>
                <a:lnTo>
                  <a:pt x="123494" y="345287"/>
                </a:lnTo>
                <a:lnTo>
                  <a:pt x="89916" y="343192"/>
                </a:lnTo>
                <a:lnTo>
                  <a:pt x="91059" y="351015"/>
                </a:lnTo>
                <a:lnTo>
                  <a:pt x="93345" y="366001"/>
                </a:lnTo>
                <a:lnTo>
                  <a:pt x="94488" y="373773"/>
                </a:lnTo>
                <a:lnTo>
                  <a:pt x="157073" y="373773"/>
                </a:lnTo>
                <a:lnTo>
                  <a:pt x="177076" y="370890"/>
                </a:lnTo>
                <a:lnTo>
                  <a:pt x="191363" y="362140"/>
                </a:lnTo>
                <a:lnTo>
                  <a:pt x="199936" y="347370"/>
                </a:lnTo>
                <a:lnTo>
                  <a:pt x="200088" y="346240"/>
                </a:lnTo>
                <a:lnTo>
                  <a:pt x="202793" y="326428"/>
                </a:lnTo>
                <a:lnTo>
                  <a:pt x="202793" y="317284"/>
                </a:lnTo>
                <a:lnTo>
                  <a:pt x="370522" y="317284"/>
                </a:lnTo>
                <a:lnTo>
                  <a:pt x="370522" y="292900"/>
                </a:lnTo>
                <a:close/>
              </a:path>
              <a:path w="2724150" h="383539">
                <a:moveTo>
                  <a:pt x="498627" y="73253"/>
                </a:moveTo>
                <a:lnTo>
                  <a:pt x="462051" y="73253"/>
                </a:lnTo>
                <a:lnTo>
                  <a:pt x="462051" y="3048"/>
                </a:lnTo>
                <a:lnTo>
                  <a:pt x="434619" y="3048"/>
                </a:lnTo>
                <a:lnTo>
                  <a:pt x="434619" y="73253"/>
                </a:lnTo>
                <a:lnTo>
                  <a:pt x="388810" y="73253"/>
                </a:lnTo>
                <a:lnTo>
                  <a:pt x="388810" y="100685"/>
                </a:lnTo>
                <a:lnTo>
                  <a:pt x="434619" y="100685"/>
                </a:lnTo>
                <a:lnTo>
                  <a:pt x="434619" y="187655"/>
                </a:lnTo>
                <a:lnTo>
                  <a:pt x="422059" y="192455"/>
                </a:lnTo>
                <a:lnTo>
                  <a:pt x="385762" y="207467"/>
                </a:lnTo>
                <a:lnTo>
                  <a:pt x="391858" y="240995"/>
                </a:lnTo>
                <a:lnTo>
                  <a:pt x="413854" y="229755"/>
                </a:lnTo>
                <a:lnTo>
                  <a:pt x="424319" y="224485"/>
                </a:lnTo>
                <a:lnTo>
                  <a:pt x="434619" y="219659"/>
                </a:lnTo>
                <a:lnTo>
                  <a:pt x="434619" y="335572"/>
                </a:lnTo>
                <a:lnTo>
                  <a:pt x="430047" y="340144"/>
                </a:lnTo>
                <a:lnTo>
                  <a:pt x="420903" y="341668"/>
                </a:lnTo>
                <a:lnTo>
                  <a:pt x="414629" y="341426"/>
                </a:lnTo>
                <a:lnTo>
                  <a:pt x="399186" y="340385"/>
                </a:lnTo>
                <a:lnTo>
                  <a:pt x="390334" y="340144"/>
                </a:lnTo>
                <a:lnTo>
                  <a:pt x="394906" y="367677"/>
                </a:lnTo>
                <a:lnTo>
                  <a:pt x="405815" y="368312"/>
                </a:lnTo>
                <a:lnTo>
                  <a:pt x="415569" y="368249"/>
                </a:lnTo>
                <a:lnTo>
                  <a:pt x="424141" y="367880"/>
                </a:lnTo>
                <a:lnTo>
                  <a:pt x="431571" y="367677"/>
                </a:lnTo>
                <a:lnTo>
                  <a:pt x="460311" y="341668"/>
                </a:lnTo>
                <a:lnTo>
                  <a:pt x="462051" y="326428"/>
                </a:lnTo>
                <a:lnTo>
                  <a:pt x="462051" y="219659"/>
                </a:lnTo>
                <a:lnTo>
                  <a:pt x="462051" y="205943"/>
                </a:lnTo>
                <a:lnTo>
                  <a:pt x="471195" y="201383"/>
                </a:lnTo>
                <a:lnTo>
                  <a:pt x="480339" y="196989"/>
                </a:lnTo>
                <a:lnTo>
                  <a:pt x="489483" y="192862"/>
                </a:lnTo>
                <a:lnTo>
                  <a:pt x="498627" y="189179"/>
                </a:lnTo>
                <a:lnTo>
                  <a:pt x="497509" y="182054"/>
                </a:lnTo>
                <a:lnTo>
                  <a:pt x="496531" y="174510"/>
                </a:lnTo>
                <a:lnTo>
                  <a:pt x="496493" y="173939"/>
                </a:lnTo>
                <a:lnTo>
                  <a:pt x="495846" y="166674"/>
                </a:lnTo>
                <a:lnTo>
                  <a:pt x="495579" y="158686"/>
                </a:lnTo>
                <a:lnTo>
                  <a:pt x="486702" y="162356"/>
                </a:lnTo>
                <a:lnTo>
                  <a:pt x="478243" y="166319"/>
                </a:lnTo>
                <a:lnTo>
                  <a:pt x="470077" y="170268"/>
                </a:lnTo>
                <a:lnTo>
                  <a:pt x="462051" y="173939"/>
                </a:lnTo>
                <a:lnTo>
                  <a:pt x="462051" y="100685"/>
                </a:lnTo>
                <a:lnTo>
                  <a:pt x="498627" y="100685"/>
                </a:lnTo>
                <a:lnTo>
                  <a:pt x="498627" y="73253"/>
                </a:lnTo>
                <a:close/>
              </a:path>
              <a:path w="2724150" h="383539">
                <a:moveTo>
                  <a:pt x="748766" y="22860"/>
                </a:moveTo>
                <a:lnTo>
                  <a:pt x="721334" y="22860"/>
                </a:lnTo>
                <a:lnTo>
                  <a:pt x="721334" y="47345"/>
                </a:lnTo>
                <a:lnTo>
                  <a:pt x="721334" y="85445"/>
                </a:lnTo>
                <a:lnTo>
                  <a:pt x="539788" y="85445"/>
                </a:lnTo>
                <a:lnTo>
                  <a:pt x="539788" y="47345"/>
                </a:lnTo>
                <a:lnTo>
                  <a:pt x="721334" y="47345"/>
                </a:lnTo>
                <a:lnTo>
                  <a:pt x="721334" y="22860"/>
                </a:lnTo>
                <a:lnTo>
                  <a:pt x="512343" y="22860"/>
                </a:lnTo>
                <a:lnTo>
                  <a:pt x="512330" y="166674"/>
                </a:lnTo>
                <a:lnTo>
                  <a:pt x="509485" y="227215"/>
                </a:lnTo>
                <a:lnTo>
                  <a:pt x="500913" y="279374"/>
                </a:lnTo>
                <a:lnTo>
                  <a:pt x="486625" y="322681"/>
                </a:lnTo>
                <a:lnTo>
                  <a:pt x="466623" y="357009"/>
                </a:lnTo>
                <a:lnTo>
                  <a:pt x="472960" y="362737"/>
                </a:lnTo>
                <a:lnTo>
                  <a:pt x="478434" y="368630"/>
                </a:lnTo>
                <a:lnTo>
                  <a:pt x="483349" y="374789"/>
                </a:lnTo>
                <a:lnTo>
                  <a:pt x="487959" y="381393"/>
                </a:lnTo>
                <a:lnTo>
                  <a:pt x="506818" y="350443"/>
                </a:lnTo>
                <a:lnTo>
                  <a:pt x="521347" y="312635"/>
                </a:lnTo>
                <a:lnTo>
                  <a:pt x="531634" y="268033"/>
                </a:lnTo>
                <a:lnTo>
                  <a:pt x="537756" y="216700"/>
                </a:lnTo>
                <a:lnTo>
                  <a:pt x="539724" y="160223"/>
                </a:lnTo>
                <a:lnTo>
                  <a:pt x="539788" y="109829"/>
                </a:lnTo>
                <a:lnTo>
                  <a:pt x="721334" y="109829"/>
                </a:lnTo>
                <a:lnTo>
                  <a:pt x="721334" y="120497"/>
                </a:lnTo>
                <a:lnTo>
                  <a:pt x="748766" y="120497"/>
                </a:lnTo>
                <a:lnTo>
                  <a:pt x="748766" y="109829"/>
                </a:lnTo>
                <a:lnTo>
                  <a:pt x="748766" y="85445"/>
                </a:lnTo>
                <a:lnTo>
                  <a:pt x="748766" y="47345"/>
                </a:lnTo>
                <a:lnTo>
                  <a:pt x="748766" y="22860"/>
                </a:lnTo>
                <a:close/>
              </a:path>
              <a:path w="2724150" h="383539">
                <a:moveTo>
                  <a:pt x="756386" y="137261"/>
                </a:moveTo>
                <a:lnTo>
                  <a:pt x="547497" y="137261"/>
                </a:lnTo>
                <a:lnTo>
                  <a:pt x="547497" y="160223"/>
                </a:lnTo>
                <a:lnTo>
                  <a:pt x="614553" y="160223"/>
                </a:lnTo>
                <a:lnTo>
                  <a:pt x="597954" y="177368"/>
                </a:lnTo>
                <a:lnTo>
                  <a:pt x="582358" y="192227"/>
                </a:lnTo>
                <a:lnTo>
                  <a:pt x="567613" y="204800"/>
                </a:lnTo>
                <a:lnTo>
                  <a:pt x="553593" y="215087"/>
                </a:lnTo>
                <a:lnTo>
                  <a:pt x="558165" y="240995"/>
                </a:lnTo>
                <a:lnTo>
                  <a:pt x="583603" y="238937"/>
                </a:lnTo>
                <a:lnTo>
                  <a:pt x="618756" y="237185"/>
                </a:lnTo>
                <a:lnTo>
                  <a:pt x="718286" y="233375"/>
                </a:lnTo>
                <a:lnTo>
                  <a:pt x="724382" y="239471"/>
                </a:lnTo>
                <a:lnTo>
                  <a:pt x="728954" y="245567"/>
                </a:lnTo>
                <a:lnTo>
                  <a:pt x="735050" y="251752"/>
                </a:lnTo>
                <a:lnTo>
                  <a:pt x="754748" y="233375"/>
                </a:lnTo>
                <a:lnTo>
                  <a:pt x="756386" y="231851"/>
                </a:lnTo>
                <a:lnTo>
                  <a:pt x="740448" y="215087"/>
                </a:lnTo>
                <a:lnTo>
                  <a:pt x="724573" y="199085"/>
                </a:lnTo>
                <a:lnTo>
                  <a:pt x="709015" y="184264"/>
                </a:lnTo>
                <a:lnTo>
                  <a:pt x="693902" y="170891"/>
                </a:lnTo>
                <a:lnTo>
                  <a:pt x="673989" y="187655"/>
                </a:lnTo>
                <a:lnTo>
                  <a:pt x="679996" y="193382"/>
                </a:lnTo>
                <a:lnTo>
                  <a:pt x="686269" y="199275"/>
                </a:lnTo>
                <a:lnTo>
                  <a:pt x="692518" y="205435"/>
                </a:lnTo>
                <a:lnTo>
                  <a:pt x="698474" y="212039"/>
                </a:lnTo>
                <a:lnTo>
                  <a:pt x="615645" y="214172"/>
                </a:lnTo>
                <a:lnTo>
                  <a:pt x="591693" y="215087"/>
                </a:lnTo>
                <a:lnTo>
                  <a:pt x="604596" y="203288"/>
                </a:lnTo>
                <a:lnTo>
                  <a:pt x="618363" y="190512"/>
                </a:lnTo>
                <a:lnTo>
                  <a:pt x="633272" y="176288"/>
                </a:lnTo>
                <a:lnTo>
                  <a:pt x="649605" y="160223"/>
                </a:lnTo>
                <a:lnTo>
                  <a:pt x="756386" y="160223"/>
                </a:lnTo>
                <a:lnTo>
                  <a:pt x="756386" y="137261"/>
                </a:lnTo>
                <a:close/>
              </a:path>
              <a:path w="2724150" h="383539">
                <a:moveTo>
                  <a:pt x="765530" y="337096"/>
                </a:moveTo>
                <a:lnTo>
                  <a:pt x="658749" y="337096"/>
                </a:lnTo>
                <a:lnTo>
                  <a:pt x="658749" y="298996"/>
                </a:lnTo>
                <a:lnTo>
                  <a:pt x="742670" y="298996"/>
                </a:lnTo>
                <a:lnTo>
                  <a:pt x="742670" y="274612"/>
                </a:lnTo>
                <a:lnTo>
                  <a:pt x="658749" y="274612"/>
                </a:lnTo>
                <a:lnTo>
                  <a:pt x="658749" y="244043"/>
                </a:lnTo>
                <a:lnTo>
                  <a:pt x="631317" y="244043"/>
                </a:lnTo>
                <a:lnTo>
                  <a:pt x="631317" y="274612"/>
                </a:lnTo>
                <a:lnTo>
                  <a:pt x="549021" y="274612"/>
                </a:lnTo>
                <a:lnTo>
                  <a:pt x="549021" y="298996"/>
                </a:lnTo>
                <a:lnTo>
                  <a:pt x="631317" y="298996"/>
                </a:lnTo>
                <a:lnTo>
                  <a:pt x="631317" y="337096"/>
                </a:lnTo>
                <a:lnTo>
                  <a:pt x="524535" y="337096"/>
                </a:lnTo>
                <a:lnTo>
                  <a:pt x="524535" y="361581"/>
                </a:lnTo>
                <a:lnTo>
                  <a:pt x="765530" y="361581"/>
                </a:lnTo>
                <a:lnTo>
                  <a:pt x="765530" y="337096"/>
                </a:lnTo>
                <a:close/>
              </a:path>
              <a:path w="2724150" h="383539">
                <a:moveTo>
                  <a:pt x="1159002" y="331000"/>
                </a:moveTo>
                <a:lnTo>
                  <a:pt x="1126147" y="323596"/>
                </a:lnTo>
                <a:lnTo>
                  <a:pt x="1096276" y="312902"/>
                </a:lnTo>
                <a:lnTo>
                  <a:pt x="1069555" y="299072"/>
                </a:lnTo>
                <a:lnTo>
                  <a:pt x="1046124" y="282232"/>
                </a:lnTo>
                <a:lnTo>
                  <a:pt x="1131570" y="239458"/>
                </a:lnTo>
                <a:lnTo>
                  <a:pt x="1110234" y="213550"/>
                </a:lnTo>
                <a:lnTo>
                  <a:pt x="1087653" y="227863"/>
                </a:lnTo>
                <a:lnTo>
                  <a:pt x="1065949" y="241033"/>
                </a:lnTo>
                <a:lnTo>
                  <a:pt x="1045413" y="253072"/>
                </a:lnTo>
                <a:lnTo>
                  <a:pt x="1026312" y="263944"/>
                </a:lnTo>
                <a:lnTo>
                  <a:pt x="1014310" y="249580"/>
                </a:lnTo>
                <a:lnTo>
                  <a:pt x="1003452" y="233946"/>
                </a:lnTo>
                <a:lnTo>
                  <a:pt x="993736" y="216916"/>
                </a:lnTo>
                <a:lnTo>
                  <a:pt x="985164" y="198310"/>
                </a:lnTo>
                <a:lnTo>
                  <a:pt x="1154430" y="198310"/>
                </a:lnTo>
                <a:lnTo>
                  <a:pt x="1154430" y="172402"/>
                </a:lnTo>
                <a:lnTo>
                  <a:pt x="983640" y="172402"/>
                </a:lnTo>
                <a:lnTo>
                  <a:pt x="983640" y="134213"/>
                </a:lnTo>
                <a:lnTo>
                  <a:pt x="1126998" y="134213"/>
                </a:lnTo>
                <a:lnTo>
                  <a:pt x="1126998" y="106781"/>
                </a:lnTo>
                <a:lnTo>
                  <a:pt x="983640" y="106781"/>
                </a:lnTo>
                <a:lnTo>
                  <a:pt x="983640" y="70205"/>
                </a:lnTo>
                <a:lnTo>
                  <a:pt x="1143762" y="70205"/>
                </a:lnTo>
                <a:lnTo>
                  <a:pt x="1143762" y="42773"/>
                </a:lnTo>
                <a:lnTo>
                  <a:pt x="983640" y="42773"/>
                </a:lnTo>
                <a:lnTo>
                  <a:pt x="983640" y="0"/>
                </a:lnTo>
                <a:lnTo>
                  <a:pt x="953071" y="0"/>
                </a:lnTo>
                <a:lnTo>
                  <a:pt x="953071" y="42773"/>
                </a:lnTo>
                <a:lnTo>
                  <a:pt x="794473" y="42773"/>
                </a:lnTo>
                <a:lnTo>
                  <a:pt x="794473" y="70205"/>
                </a:lnTo>
                <a:lnTo>
                  <a:pt x="953071" y="70205"/>
                </a:lnTo>
                <a:lnTo>
                  <a:pt x="953071" y="106781"/>
                </a:lnTo>
                <a:lnTo>
                  <a:pt x="809713" y="106781"/>
                </a:lnTo>
                <a:lnTo>
                  <a:pt x="809713" y="134213"/>
                </a:lnTo>
                <a:lnTo>
                  <a:pt x="953071" y="134213"/>
                </a:lnTo>
                <a:lnTo>
                  <a:pt x="953071" y="172402"/>
                </a:lnTo>
                <a:lnTo>
                  <a:pt x="782281" y="172402"/>
                </a:lnTo>
                <a:lnTo>
                  <a:pt x="782281" y="198310"/>
                </a:lnTo>
                <a:lnTo>
                  <a:pt x="933259" y="198310"/>
                </a:lnTo>
                <a:lnTo>
                  <a:pt x="902106" y="230911"/>
                </a:lnTo>
                <a:lnTo>
                  <a:pt x="865809" y="260083"/>
                </a:lnTo>
                <a:lnTo>
                  <a:pt x="824344" y="285838"/>
                </a:lnTo>
                <a:lnTo>
                  <a:pt x="777709" y="308140"/>
                </a:lnTo>
                <a:lnTo>
                  <a:pt x="783170" y="314121"/>
                </a:lnTo>
                <a:lnTo>
                  <a:pt x="788187" y="320522"/>
                </a:lnTo>
                <a:lnTo>
                  <a:pt x="792937" y="327215"/>
                </a:lnTo>
                <a:lnTo>
                  <a:pt x="797521" y="334048"/>
                </a:lnTo>
                <a:lnTo>
                  <a:pt x="821918" y="321424"/>
                </a:lnTo>
                <a:lnTo>
                  <a:pt x="844854" y="308521"/>
                </a:lnTo>
                <a:lnTo>
                  <a:pt x="866635" y="295046"/>
                </a:lnTo>
                <a:lnTo>
                  <a:pt x="887539" y="280708"/>
                </a:lnTo>
                <a:lnTo>
                  <a:pt x="887539" y="341668"/>
                </a:lnTo>
                <a:lnTo>
                  <a:pt x="882967" y="349288"/>
                </a:lnTo>
                <a:lnTo>
                  <a:pt x="876871" y="353949"/>
                </a:lnTo>
                <a:lnTo>
                  <a:pt x="895159" y="382905"/>
                </a:lnTo>
                <a:lnTo>
                  <a:pt x="938961" y="363105"/>
                </a:lnTo>
                <a:lnTo>
                  <a:pt x="986421" y="345376"/>
                </a:lnTo>
                <a:lnTo>
                  <a:pt x="1009548" y="337096"/>
                </a:lnTo>
                <a:lnTo>
                  <a:pt x="1009548" y="305092"/>
                </a:lnTo>
                <a:lnTo>
                  <a:pt x="987272" y="313969"/>
                </a:lnTo>
                <a:lnTo>
                  <a:pt x="963980" y="322427"/>
                </a:lnTo>
                <a:lnTo>
                  <a:pt x="939825" y="330593"/>
                </a:lnTo>
                <a:lnTo>
                  <a:pt x="914971" y="338620"/>
                </a:lnTo>
                <a:lnTo>
                  <a:pt x="914971" y="257848"/>
                </a:lnTo>
                <a:lnTo>
                  <a:pt x="927265" y="246126"/>
                </a:lnTo>
                <a:lnTo>
                  <a:pt x="938987" y="234137"/>
                </a:lnTo>
                <a:lnTo>
                  <a:pt x="950163" y="222173"/>
                </a:lnTo>
                <a:lnTo>
                  <a:pt x="960780" y="210502"/>
                </a:lnTo>
                <a:lnTo>
                  <a:pt x="984719" y="255358"/>
                </a:lnTo>
                <a:lnTo>
                  <a:pt x="1014361" y="292887"/>
                </a:lnTo>
                <a:lnTo>
                  <a:pt x="1049578" y="323088"/>
                </a:lnTo>
                <a:lnTo>
                  <a:pt x="1090218" y="345986"/>
                </a:lnTo>
                <a:lnTo>
                  <a:pt x="1136142" y="361569"/>
                </a:lnTo>
                <a:lnTo>
                  <a:pt x="1140993" y="354444"/>
                </a:lnTo>
                <a:lnTo>
                  <a:pt x="1146429" y="346862"/>
                </a:lnTo>
                <a:lnTo>
                  <a:pt x="1152423" y="338988"/>
                </a:lnTo>
                <a:lnTo>
                  <a:pt x="1159002" y="331000"/>
                </a:lnTo>
                <a:close/>
              </a:path>
              <a:path w="2724150" h="383539">
                <a:moveTo>
                  <a:pt x="1311503" y="183083"/>
                </a:moveTo>
                <a:lnTo>
                  <a:pt x="1288643" y="160223"/>
                </a:lnTo>
                <a:lnTo>
                  <a:pt x="1276502" y="148031"/>
                </a:lnTo>
                <a:lnTo>
                  <a:pt x="1265770" y="137261"/>
                </a:lnTo>
                <a:lnTo>
                  <a:pt x="1255102" y="148031"/>
                </a:lnTo>
                <a:lnTo>
                  <a:pt x="1255102" y="106781"/>
                </a:lnTo>
                <a:lnTo>
                  <a:pt x="1305407" y="106781"/>
                </a:lnTo>
                <a:lnTo>
                  <a:pt x="1305407" y="79349"/>
                </a:lnTo>
                <a:lnTo>
                  <a:pt x="1255102" y="79349"/>
                </a:lnTo>
                <a:lnTo>
                  <a:pt x="1255102" y="4572"/>
                </a:lnTo>
                <a:lnTo>
                  <a:pt x="1227582" y="4572"/>
                </a:lnTo>
                <a:lnTo>
                  <a:pt x="1227582" y="79349"/>
                </a:lnTo>
                <a:lnTo>
                  <a:pt x="1172718" y="79349"/>
                </a:lnTo>
                <a:lnTo>
                  <a:pt x="1172718" y="106781"/>
                </a:lnTo>
                <a:lnTo>
                  <a:pt x="1226058" y="106781"/>
                </a:lnTo>
                <a:lnTo>
                  <a:pt x="1216609" y="142836"/>
                </a:lnTo>
                <a:lnTo>
                  <a:pt x="1204150" y="177736"/>
                </a:lnTo>
                <a:lnTo>
                  <a:pt x="1188554" y="211455"/>
                </a:lnTo>
                <a:lnTo>
                  <a:pt x="1169670" y="244043"/>
                </a:lnTo>
                <a:lnTo>
                  <a:pt x="1173073" y="252971"/>
                </a:lnTo>
                <a:lnTo>
                  <a:pt x="1176337" y="261454"/>
                </a:lnTo>
                <a:lnTo>
                  <a:pt x="1179309" y="269633"/>
                </a:lnTo>
                <a:lnTo>
                  <a:pt x="1181862" y="277660"/>
                </a:lnTo>
                <a:lnTo>
                  <a:pt x="1194142" y="257886"/>
                </a:lnTo>
                <a:lnTo>
                  <a:pt x="1205865" y="234937"/>
                </a:lnTo>
                <a:lnTo>
                  <a:pt x="1216990" y="208610"/>
                </a:lnTo>
                <a:lnTo>
                  <a:pt x="1227582" y="178511"/>
                </a:lnTo>
                <a:lnTo>
                  <a:pt x="1227582" y="381393"/>
                </a:lnTo>
                <a:lnTo>
                  <a:pt x="1255102" y="381393"/>
                </a:lnTo>
                <a:lnTo>
                  <a:pt x="1255102" y="178511"/>
                </a:lnTo>
                <a:lnTo>
                  <a:pt x="1255102" y="160223"/>
                </a:lnTo>
                <a:lnTo>
                  <a:pt x="1272247" y="179654"/>
                </a:lnTo>
                <a:lnTo>
                  <a:pt x="1282001" y="190576"/>
                </a:lnTo>
                <a:lnTo>
                  <a:pt x="1291678" y="201371"/>
                </a:lnTo>
                <a:lnTo>
                  <a:pt x="1311503" y="183083"/>
                </a:lnTo>
                <a:close/>
              </a:path>
              <a:path w="2724150" h="383539">
                <a:moveTo>
                  <a:pt x="1518958" y="233375"/>
                </a:moveTo>
                <a:lnTo>
                  <a:pt x="1489900" y="233375"/>
                </a:lnTo>
                <a:lnTo>
                  <a:pt x="1489900" y="260896"/>
                </a:lnTo>
                <a:lnTo>
                  <a:pt x="1489900" y="335572"/>
                </a:lnTo>
                <a:lnTo>
                  <a:pt x="1358747" y="335572"/>
                </a:lnTo>
                <a:lnTo>
                  <a:pt x="1358747" y="260896"/>
                </a:lnTo>
                <a:lnTo>
                  <a:pt x="1489900" y="260896"/>
                </a:lnTo>
                <a:lnTo>
                  <a:pt x="1489900" y="233375"/>
                </a:lnTo>
                <a:lnTo>
                  <a:pt x="1329791" y="233375"/>
                </a:lnTo>
                <a:lnTo>
                  <a:pt x="1329791" y="382917"/>
                </a:lnTo>
                <a:lnTo>
                  <a:pt x="1358747" y="382917"/>
                </a:lnTo>
                <a:lnTo>
                  <a:pt x="1358747" y="363105"/>
                </a:lnTo>
                <a:lnTo>
                  <a:pt x="1489900" y="363105"/>
                </a:lnTo>
                <a:lnTo>
                  <a:pt x="1489900" y="382917"/>
                </a:lnTo>
                <a:lnTo>
                  <a:pt x="1518958" y="382917"/>
                </a:lnTo>
                <a:lnTo>
                  <a:pt x="1518958" y="363105"/>
                </a:lnTo>
                <a:lnTo>
                  <a:pt x="1518958" y="335572"/>
                </a:lnTo>
                <a:lnTo>
                  <a:pt x="1518958" y="260896"/>
                </a:lnTo>
                <a:lnTo>
                  <a:pt x="1518958" y="233375"/>
                </a:lnTo>
                <a:close/>
              </a:path>
              <a:path w="2724150" h="383539">
                <a:moveTo>
                  <a:pt x="1549438" y="190703"/>
                </a:moveTo>
                <a:lnTo>
                  <a:pt x="1499095" y="177939"/>
                </a:lnTo>
                <a:lnTo>
                  <a:pt x="1453324" y="157175"/>
                </a:lnTo>
                <a:lnTo>
                  <a:pt x="1471599" y="140309"/>
                </a:lnTo>
                <a:lnTo>
                  <a:pt x="1474901" y="137261"/>
                </a:lnTo>
                <a:lnTo>
                  <a:pt x="1494294" y="116319"/>
                </a:lnTo>
                <a:lnTo>
                  <a:pt x="1511020" y="94919"/>
                </a:lnTo>
                <a:lnTo>
                  <a:pt x="1525054" y="73253"/>
                </a:lnTo>
                <a:lnTo>
                  <a:pt x="1525054" y="71729"/>
                </a:lnTo>
                <a:lnTo>
                  <a:pt x="1525054" y="45821"/>
                </a:lnTo>
                <a:lnTo>
                  <a:pt x="1489900" y="45821"/>
                </a:lnTo>
                <a:lnTo>
                  <a:pt x="1489900" y="71729"/>
                </a:lnTo>
                <a:lnTo>
                  <a:pt x="1477352" y="90589"/>
                </a:lnTo>
                <a:lnTo>
                  <a:pt x="1462659" y="108305"/>
                </a:lnTo>
                <a:lnTo>
                  <a:pt x="1445971" y="124879"/>
                </a:lnTo>
                <a:lnTo>
                  <a:pt x="1427416" y="140309"/>
                </a:lnTo>
                <a:lnTo>
                  <a:pt x="1411986" y="126593"/>
                </a:lnTo>
                <a:lnTo>
                  <a:pt x="1397685" y="110591"/>
                </a:lnTo>
                <a:lnTo>
                  <a:pt x="1387259" y="96113"/>
                </a:lnTo>
                <a:lnTo>
                  <a:pt x="1384515" y="92303"/>
                </a:lnTo>
                <a:lnTo>
                  <a:pt x="1372463" y="71729"/>
                </a:lnTo>
                <a:lnTo>
                  <a:pt x="1489900" y="71729"/>
                </a:lnTo>
                <a:lnTo>
                  <a:pt x="1489900" y="45821"/>
                </a:lnTo>
                <a:lnTo>
                  <a:pt x="1386268" y="45821"/>
                </a:lnTo>
                <a:lnTo>
                  <a:pt x="1390815" y="37528"/>
                </a:lnTo>
                <a:lnTo>
                  <a:pt x="1395222" y="28968"/>
                </a:lnTo>
                <a:lnTo>
                  <a:pt x="1399336" y="20434"/>
                </a:lnTo>
                <a:lnTo>
                  <a:pt x="1403032" y="12192"/>
                </a:lnTo>
                <a:lnTo>
                  <a:pt x="1373987" y="1524"/>
                </a:lnTo>
                <a:lnTo>
                  <a:pt x="1360855" y="33350"/>
                </a:lnTo>
                <a:lnTo>
                  <a:pt x="1344460" y="64858"/>
                </a:lnTo>
                <a:lnTo>
                  <a:pt x="1324902" y="96354"/>
                </a:lnTo>
                <a:lnTo>
                  <a:pt x="1302359" y="128117"/>
                </a:lnTo>
                <a:lnTo>
                  <a:pt x="1307782" y="133794"/>
                </a:lnTo>
                <a:lnTo>
                  <a:pt x="1310792" y="137160"/>
                </a:lnTo>
                <a:lnTo>
                  <a:pt x="1316926" y="144056"/>
                </a:lnTo>
                <a:lnTo>
                  <a:pt x="1320647" y="148031"/>
                </a:lnTo>
                <a:lnTo>
                  <a:pt x="1330642" y="135369"/>
                </a:lnTo>
                <a:lnTo>
                  <a:pt x="1340078" y="122605"/>
                </a:lnTo>
                <a:lnTo>
                  <a:pt x="1348930" y="109562"/>
                </a:lnTo>
                <a:lnTo>
                  <a:pt x="1357223" y="96113"/>
                </a:lnTo>
                <a:lnTo>
                  <a:pt x="1366951" y="112712"/>
                </a:lnTo>
                <a:lnTo>
                  <a:pt x="1377835" y="128320"/>
                </a:lnTo>
                <a:lnTo>
                  <a:pt x="1389875" y="143090"/>
                </a:lnTo>
                <a:lnTo>
                  <a:pt x="1403032" y="157175"/>
                </a:lnTo>
                <a:lnTo>
                  <a:pt x="1377238" y="172339"/>
                </a:lnTo>
                <a:lnTo>
                  <a:pt x="1350175" y="185940"/>
                </a:lnTo>
                <a:lnTo>
                  <a:pt x="1321714" y="198107"/>
                </a:lnTo>
                <a:lnTo>
                  <a:pt x="1291678" y="208991"/>
                </a:lnTo>
                <a:lnTo>
                  <a:pt x="1295107" y="214960"/>
                </a:lnTo>
                <a:lnTo>
                  <a:pt x="1298536" y="221373"/>
                </a:lnTo>
                <a:lnTo>
                  <a:pt x="1301965" y="228053"/>
                </a:lnTo>
                <a:lnTo>
                  <a:pt x="1305407" y="234899"/>
                </a:lnTo>
                <a:lnTo>
                  <a:pt x="1339684" y="220891"/>
                </a:lnTo>
                <a:lnTo>
                  <a:pt x="1371549" y="206324"/>
                </a:lnTo>
                <a:lnTo>
                  <a:pt x="1400848" y="191173"/>
                </a:lnTo>
                <a:lnTo>
                  <a:pt x="1427416" y="175463"/>
                </a:lnTo>
                <a:lnTo>
                  <a:pt x="1453997" y="190576"/>
                </a:lnTo>
                <a:lnTo>
                  <a:pt x="1481150" y="203847"/>
                </a:lnTo>
                <a:lnTo>
                  <a:pt x="1508899" y="215099"/>
                </a:lnTo>
                <a:lnTo>
                  <a:pt x="1537246" y="224231"/>
                </a:lnTo>
                <a:lnTo>
                  <a:pt x="1539786" y="216839"/>
                </a:lnTo>
                <a:lnTo>
                  <a:pt x="1542770" y="208610"/>
                </a:lnTo>
                <a:lnTo>
                  <a:pt x="1546021" y="199796"/>
                </a:lnTo>
                <a:lnTo>
                  <a:pt x="1549438" y="190703"/>
                </a:lnTo>
                <a:close/>
              </a:path>
              <a:path w="2724150" h="383539">
                <a:moveTo>
                  <a:pt x="1724787" y="67157"/>
                </a:moveTo>
                <a:lnTo>
                  <a:pt x="1694307" y="67157"/>
                </a:lnTo>
                <a:lnTo>
                  <a:pt x="1694307" y="94589"/>
                </a:lnTo>
                <a:lnTo>
                  <a:pt x="1694307" y="187655"/>
                </a:lnTo>
                <a:lnTo>
                  <a:pt x="1694307" y="215087"/>
                </a:lnTo>
                <a:lnTo>
                  <a:pt x="1694307" y="312712"/>
                </a:lnTo>
                <a:lnTo>
                  <a:pt x="1607350" y="312712"/>
                </a:lnTo>
                <a:lnTo>
                  <a:pt x="1607350" y="215087"/>
                </a:lnTo>
                <a:lnTo>
                  <a:pt x="1694307" y="215087"/>
                </a:lnTo>
                <a:lnTo>
                  <a:pt x="1694307" y="187655"/>
                </a:lnTo>
                <a:lnTo>
                  <a:pt x="1607350" y="187655"/>
                </a:lnTo>
                <a:lnTo>
                  <a:pt x="1607350" y="94589"/>
                </a:lnTo>
                <a:lnTo>
                  <a:pt x="1694307" y="94589"/>
                </a:lnTo>
                <a:lnTo>
                  <a:pt x="1694307" y="67157"/>
                </a:lnTo>
                <a:lnTo>
                  <a:pt x="1648498" y="67157"/>
                </a:lnTo>
                <a:lnTo>
                  <a:pt x="1654263" y="54279"/>
                </a:lnTo>
                <a:lnTo>
                  <a:pt x="1660004" y="40817"/>
                </a:lnTo>
                <a:lnTo>
                  <a:pt x="1665732" y="26784"/>
                </a:lnTo>
                <a:lnTo>
                  <a:pt x="1671447" y="12192"/>
                </a:lnTo>
                <a:lnTo>
                  <a:pt x="1639354" y="3048"/>
                </a:lnTo>
                <a:lnTo>
                  <a:pt x="1634490" y="18211"/>
                </a:lnTo>
                <a:lnTo>
                  <a:pt x="1629067" y="33959"/>
                </a:lnTo>
                <a:lnTo>
                  <a:pt x="1623060" y="50279"/>
                </a:lnTo>
                <a:lnTo>
                  <a:pt x="1616494" y="67157"/>
                </a:lnTo>
                <a:lnTo>
                  <a:pt x="1576857" y="67157"/>
                </a:lnTo>
                <a:lnTo>
                  <a:pt x="1576857" y="373773"/>
                </a:lnTo>
                <a:lnTo>
                  <a:pt x="1607350" y="373773"/>
                </a:lnTo>
                <a:lnTo>
                  <a:pt x="1607350" y="341668"/>
                </a:lnTo>
                <a:lnTo>
                  <a:pt x="1694307" y="341668"/>
                </a:lnTo>
                <a:lnTo>
                  <a:pt x="1694307" y="370725"/>
                </a:lnTo>
                <a:lnTo>
                  <a:pt x="1724787" y="370725"/>
                </a:lnTo>
                <a:lnTo>
                  <a:pt x="1724787" y="341668"/>
                </a:lnTo>
                <a:lnTo>
                  <a:pt x="1724787" y="312712"/>
                </a:lnTo>
                <a:lnTo>
                  <a:pt x="1724787" y="215087"/>
                </a:lnTo>
                <a:lnTo>
                  <a:pt x="1724787" y="187655"/>
                </a:lnTo>
                <a:lnTo>
                  <a:pt x="1724787" y="94589"/>
                </a:lnTo>
                <a:lnTo>
                  <a:pt x="1724787" y="67157"/>
                </a:lnTo>
                <a:close/>
              </a:path>
              <a:path w="2724150" h="383539">
                <a:moveTo>
                  <a:pt x="1854428" y="240995"/>
                </a:moveTo>
                <a:lnTo>
                  <a:pt x="1840725" y="221843"/>
                </a:lnTo>
                <a:lnTo>
                  <a:pt x="1824888" y="200990"/>
                </a:lnTo>
                <a:lnTo>
                  <a:pt x="1807019" y="178409"/>
                </a:lnTo>
                <a:lnTo>
                  <a:pt x="1787271" y="154127"/>
                </a:lnTo>
                <a:lnTo>
                  <a:pt x="1764411" y="170891"/>
                </a:lnTo>
                <a:lnTo>
                  <a:pt x="1781263" y="193509"/>
                </a:lnTo>
                <a:lnTo>
                  <a:pt x="1797418" y="215849"/>
                </a:lnTo>
                <a:lnTo>
                  <a:pt x="1812709" y="238213"/>
                </a:lnTo>
                <a:lnTo>
                  <a:pt x="1826996" y="260896"/>
                </a:lnTo>
                <a:lnTo>
                  <a:pt x="1854428" y="240995"/>
                </a:lnTo>
                <a:close/>
              </a:path>
              <a:path w="2724150" h="383539">
                <a:moveTo>
                  <a:pt x="1926056" y="65633"/>
                </a:moveTo>
                <a:lnTo>
                  <a:pt x="1802612" y="65633"/>
                </a:lnTo>
                <a:lnTo>
                  <a:pt x="1808060" y="52755"/>
                </a:lnTo>
                <a:lnTo>
                  <a:pt x="1813090" y="39293"/>
                </a:lnTo>
                <a:lnTo>
                  <a:pt x="1817827" y="25260"/>
                </a:lnTo>
                <a:lnTo>
                  <a:pt x="1822424" y="10668"/>
                </a:lnTo>
                <a:lnTo>
                  <a:pt x="1790319" y="3048"/>
                </a:lnTo>
                <a:lnTo>
                  <a:pt x="1777822" y="43688"/>
                </a:lnTo>
                <a:lnTo>
                  <a:pt x="1763458" y="80873"/>
                </a:lnTo>
                <a:lnTo>
                  <a:pt x="1747672" y="114630"/>
                </a:lnTo>
                <a:lnTo>
                  <a:pt x="1730883" y="144983"/>
                </a:lnTo>
                <a:lnTo>
                  <a:pt x="1738363" y="148412"/>
                </a:lnTo>
                <a:lnTo>
                  <a:pt x="1744980" y="151841"/>
                </a:lnTo>
                <a:lnTo>
                  <a:pt x="1751025" y="155270"/>
                </a:lnTo>
                <a:lnTo>
                  <a:pt x="1756791" y="158699"/>
                </a:lnTo>
                <a:lnTo>
                  <a:pt x="1765668" y="144348"/>
                </a:lnTo>
                <a:lnTo>
                  <a:pt x="1774126" y="128892"/>
                </a:lnTo>
                <a:lnTo>
                  <a:pt x="1782292" y="112306"/>
                </a:lnTo>
                <a:lnTo>
                  <a:pt x="1790319" y="94589"/>
                </a:lnTo>
                <a:lnTo>
                  <a:pt x="1894052" y="94589"/>
                </a:lnTo>
                <a:lnTo>
                  <a:pt x="1892668" y="165239"/>
                </a:lnTo>
                <a:lnTo>
                  <a:pt x="1891004" y="223875"/>
                </a:lnTo>
                <a:lnTo>
                  <a:pt x="1889328" y="270497"/>
                </a:lnTo>
                <a:lnTo>
                  <a:pt x="1883930" y="321094"/>
                </a:lnTo>
                <a:lnTo>
                  <a:pt x="1849856" y="341668"/>
                </a:lnTo>
                <a:lnTo>
                  <a:pt x="1833537" y="341388"/>
                </a:lnTo>
                <a:lnTo>
                  <a:pt x="1816506" y="340525"/>
                </a:lnTo>
                <a:lnTo>
                  <a:pt x="1798586" y="339102"/>
                </a:lnTo>
                <a:lnTo>
                  <a:pt x="1779651" y="337096"/>
                </a:lnTo>
                <a:lnTo>
                  <a:pt x="1778127" y="337096"/>
                </a:lnTo>
                <a:lnTo>
                  <a:pt x="1780146" y="344487"/>
                </a:lnTo>
                <a:lnTo>
                  <a:pt x="1781746" y="352767"/>
                </a:lnTo>
                <a:lnTo>
                  <a:pt x="1783054" y="361607"/>
                </a:lnTo>
                <a:lnTo>
                  <a:pt x="1784223" y="370725"/>
                </a:lnTo>
                <a:lnTo>
                  <a:pt x="1820697" y="372821"/>
                </a:lnTo>
                <a:lnTo>
                  <a:pt x="1838540" y="373507"/>
                </a:lnTo>
                <a:lnTo>
                  <a:pt x="1855952" y="373773"/>
                </a:lnTo>
                <a:lnTo>
                  <a:pt x="1882216" y="369811"/>
                </a:lnTo>
                <a:lnTo>
                  <a:pt x="1901482" y="358140"/>
                </a:lnTo>
                <a:lnTo>
                  <a:pt x="1911908" y="341668"/>
                </a:lnTo>
                <a:lnTo>
                  <a:pt x="1913597" y="339013"/>
                </a:lnTo>
                <a:lnTo>
                  <a:pt x="1920100" y="286727"/>
                </a:lnTo>
                <a:lnTo>
                  <a:pt x="1922894" y="200990"/>
                </a:lnTo>
                <a:lnTo>
                  <a:pt x="1923897" y="158699"/>
                </a:lnTo>
                <a:lnTo>
                  <a:pt x="1925383" y="94589"/>
                </a:lnTo>
                <a:lnTo>
                  <a:pt x="1926056" y="65633"/>
                </a:lnTo>
                <a:close/>
              </a:path>
              <a:path w="2724150" h="383539">
                <a:moveTo>
                  <a:pt x="2235708" y="263944"/>
                </a:moveTo>
                <a:lnTo>
                  <a:pt x="1953577" y="263944"/>
                </a:lnTo>
                <a:lnTo>
                  <a:pt x="1953577" y="291376"/>
                </a:lnTo>
                <a:lnTo>
                  <a:pt x="2235708" y="291376"/>
                </a:lnTo>
                <a:lnTo>
                  <a:pt x="2235708" y="263944"/>
                </a:lnTo>
                <a:close/>
              </a:path>
              <a:path w="2724150" h="383539">
                <a:moveTo>
                  <a:pt x="2298192" y="186118"/>
                </a:moveTo>
                <a:lnTo>
                  <a:pt x="2049589" y="186118"/>
                </a:lnTo>
                <a:lnTo>
                  <a:pt x="2058733" y="138785"/>
                </a:lnTo>
                <a:lnTo>
                  <a:pt x="2289048" y="138785"/>
                </a:lnTo>
                <a:lnTo>
                  <a:pt x="2289048" y="111353"/>
                </a:lnTo>
                <a:lnTo>
                  <a:pt x="2064829" y="111353"/>
                </a:lnTo>
                <a:lnTo>
                  <a:pt x="2074075" y="65633"/>
                </a:lnTo>
                <a:lnTo>
                  <a:pt x="2041969" y="65633"/>
                </a:lnTo>
                <a:lnTo>
                  <a:pt x="2016061" y="187642"/>
                </a:lnTo>
                <a:lnTo>
                  <a:pt x="2016061" y="215074"/>
                </a:lnTo>
                <a:lnTo>
                  <a:pt x="2266188" y="215074"/>
                </a:lnTo>
                <a:lnTo>
                  <a:pt x="2264143" y="243662"/>
                </a:lnTo>
                <a:lnTo>
                  <a:pt x="2260612" y="292760"/>
                </a:lnTo>
                <a:lnTo>
                  <a:pt x="2246757" y="335381"/>
                </a:lnTo>
                <a:lnTo>
                  <a:pt x="2218944" y="343192"/>
                </a:lnTo>
                <a:lnTo>
                  <a:pt x="2198319" y="342912"/>
                </a:lnTo>
                <a:lnTo>
                  <a:pt x="2177707" y="342049"/>
                </a:lnTo>
                <a:lnTo>
                  <a:pt x="2157133" y="340626"/>
                </a:lnTo>
                <a:lnTo>
                  <a:pt x="2136559" y="338620"/>
                </a:lnTo>
                <a:lnTo>
                  <a:pt x="2138578" y="347560"/>
                </a:lnTo>
                <a:lnTo>
                  <a:pt x="2140178" y="356044"/>
                </a:lnTo>
                <a:lnTo>
                  <a:pt x="2141486" y="364223"/>
                </a:lnTo>
                <a:lnTo>
                  <a:pt x="2142655" y="372249"/>
                </a:lnTo>
                <a:lnTo>
                  <a:pt x="2164943" y="372478"/>
                </a:lnTo>
                <a:lnTo>
                  <a:pt x="2206129" y="373532"/>
                </a:lnTo>
                <a:lnTo>
                  <a:pt x="2225040" y="373773"/>
                </a:lnTo>
                <a:lnTo>
                  <a:pt x="2251354" y="370332"/>
                </a:lnTo>
                <a:lnTo>
                  <a:pt x="2270950" y="360045"/>
                </a:lnTo>
                <a:lnTo>
                  <a:pt x="2283726" y="343192"/>
                </a:lnTo>
                <a:lnTo>
                  <a:pt x="2283980" y="342861"/>
                </a:lnTo>
                <a:lnTo>
                  <a:pt x="2290572" y="318808"/>
                </a:lnTo>
                <a:lnTo>
                  <a:pt x="2292781" y="291376"/>
                </a:lnTo>
                <a:lnTo>
                  <a:pt x="2294953" y="259321"/>
                </a:lnTo>
                <a:lnTo>
                  <a:pt x="2296782" y="224434"/>
                </a:lnTo>
                <a:lnTo>
                  <a:pt x="2298192" y="186118"/>
                </a:lnTo>
                <a:close/>
              </a:path>
              <a:path w="2724150" h="383539">
                <a:moveTo>
                  <a:pt x="2316480" y="25908"/>
                </a:moveTo>
                <a:lnTo>
                  <a:pt x="1968817" y="25908"/>
                </a:lnTo>
                <a:lnTo>
                  <a:pt x="1968817" y="97637"/>
                </a:lnTo>
                <a:lnTo>
                  <a:pt x="2000821" y="97637"/>
                </a:lnTo>
                <a:lnTo>
                  <a:pt x="2000821" y="53441"/>
                </a:lnTo>
                <a:lnTo>
                  <a:pt x="2284476" y="53441"/>
                </a:lnTo>
                <a:lnTo>
                  <a:pt x="2284476" y="97637"/>
                </a:lnTo>
                <a:lnTo>
                  <a:pt x="2316480" y="97637"/>
                </a:lnTo>
                <a:lnTo>
                  <a:pt x="2316480" y="53441"/>
                </a:lnTo>
                <a:lnTo>
                  <a:pt x="2316480" y="25908"/>
                </a:lnTo>
                <a:close/>
              </a:path>
              <a:path w="2724150" h="383539">
                <a:moveTo>
                  <a:pt x="2430869" y="228790"/>
                </a:moveTo>
                <a:lnTo>
                  <a:pt x="2422893" y="226250"/>
                </a:lnTo>
                <a:lnTo>
                  <a:pt x="2415057" y="223266"/>
                </a:lnTo>
                <a:lnTo>
                  <a:pt x="2407513" y="220014"/>
                </a:lnTo>
                <a:lnTo>
                  <a:pt x="2400389" y="216598"/>
                </a:lnTo>
                <a:lnTo>
                  <a:pt x="2387816" y="256717"/>
                </a:lnTo>
                <a:lnTo>
                  <a:pt x="2375243" y="294805"/>
                </a:lnTo>
                <a:lnTo>
                  <a:pt x="2362670" y="331177"/>
                </a:lnTo>
                <a:lnTo>
                  <a:pt x="2350097" y="366153"/>
                </a:lnTo>
                <a:lnTo>
                  <a:pt x="2383625" y="376821"/>
                </a:lnTo>
                <a:lnTo>
                  <a:pt x="2394229" y="342734"/>
                </a:lnTo>
                <a:lnTo>
                  <a:pt x="2405532" y="306806"/>
                </a:lnTo>
                <a:lnTo>
                  <a:pt x="2417711" y="268884"/>
                </a:lnTo>
                <a:lnTo>
                  <a:pt x="2430869" y="228790"/>
                </a:lnTo>
                <a:close/>
              </a:path>
              <a:path w="2724150" h="383539">
                <a:moveTo>
                  <a:pt x="2430869" y="158686"/>
                </a:moveTo>
                <a:lnTo>
                  <a:pt x="2412009" y="143471"/>
                </a:lnTo>
                <a:lnTo>
                  <a:pt x="2394293" y="129844"/>
                </a:lnTo>
                <a:lnTo>
                  <a:pt x="2377719" y="117665"/>
                </a:lnTo>
                <a:lnTo>
                  <a:pt x="2362289" y="106781"/>
                </a:lnTo>
                <a:lnTo>
                  <a:pt x="2343912" y="129641"/>
                </a:lnTo>
                <a:lnTo>
                  <a:pt x="2355685" y="139090"/>
                </a:lnTo>
                <a:lnTo>
                  <a:pt x="2370290" y="151409"/>
                </a:lnTo>
                <a:lnTo>
                  <a:pt x="2387727" y="166585"/>
                </a:lnTo>
                <a:lnTo>
                  <a:pt x="2408009" y="184594"/>
                </a:lnTo>
                <a:lnTo>
                  <a:pt x="2412657" y="179476"/>
                </a:lnTo>
                <a:lnTo>
                  <a:pt x="2417724" y="173355"/>
                </a:lnTo>
                <a:lnTo>
                  <a:pt x="2423655" y="166382"/>
                </a:lnTo>
                <a:lnTo>
                  <a:pt x="2430869" y="158686"/>
                </a:lnTo>
                <a:close/>
              </a:path>
              <a:path w="2724150" h="383539">
                <a:moveTo>
                  <a:pt x="2443061" y="64109"/>
                </a:moveTo>
                <a:lnTo>
                  <a:pt x="2426182" y="48641"/>
                </a:lnTo>
                <a:lnTo>
                  <a:pt x="2409723" y="34150"/>
                </a:lnTo>
                <a:lnTo>
                  <a:pt x="2393556" y="20523"/>
                </a:lnTo>
                <a:lnTo>
                  <a:pt x="2377529" y="7620"/>
                </a:lnTo>
                <a:lnTo>
                  <a:pt x="2357717" y="28956"/>
                </a:lnTo>
                <a:lnTo>
                  <a:pt x="2372004" y="41922"/>
                </a:lnTo>
                <a:lnTo>
                  <a:pt x="2404008" y="70637"/>
                </a:lnTo>
                <a:lnTo>
                  <a:pt x="2421725" y="86969"/>
                </a:lnTo>
                <a:lnTo>
                  <a:pt x="2426563" y="82105"/>
                </a:lnTo>
                <a:lnTo>
                  <a:pt x="2431821" y="76682"/>
                </a:lnTo>
                <a:lnTo>
                  <a:pt x="2437371" y="70675"/>
                </a:lnTo>
                <a:lnTo>
                  <a:pt x="2443061" y="64109"/>
                </a:lnTo>
                <a:close/>
              </a:path>
              <a:path w="2724150" h="383539">
                <a:moveTo>
                  <a:pt x="2723680" y="181546"/>
                </a:moveTo>
                <a:lnTo>
                  <a:pt x="2598610" y="181546"/>
                </a:lnTo>
                <a:lnTo>
                  <a:pt x="2598610" y="100685"/>
                </a:lnTo>
                <a:lnTo>
                  <a:pt x="2705392" y="100685"/>
                </a:lnTo>
                <a:lnTo>
                  <a:pt x="2705392" y="73253"/>
                </a:lnTo>
                <a:lnTo>
                  <a:pt x="2598610" y="73253"/>
                </a:lnTo>
                <a:lnTo>
                  <a:pt x="2598610" y="3048"/>
                </a:lnTo>
                <a:lnTo>
                  <a:pt x="2568130" y="3048"/>
                </a:lnTo>
                <a:lnTo>
                  <a:pt x="2568130" y="73253"/>
                </a:lnTo>
                <a:lnTo>
                  <a:pt x="2467445" y="73253"/>
                </a:lnTo>
                <a:lnTo>
                  <a:pt x="2467445" y="100685"/>
                </a:lnTo>
                <a:lnTo>
                  <a:pt x="2568130" y="100685"/>
                </a:lnTo>
                <a:lnTo>
                  <a:pt x="2568130" y="181546"/>
                </a:lnTo>
                <a:lnTo>
                  <a:pt x="2449157" y="181546"/>
                </a:lnTo>
                <a:lnTo>
                  <a:pt x="2449157" y="208978"/>
                </a:lnTo>
                <a:lnTo>
                  <a:pt x="2548318" y="208978"/>
                </a:lnTo>
                <a:lnTo>
                  <a:pt x="2537739" y="229044"/>
                </a:lnTo>
                <a:lnTo>
                  <a:pt x="2514879" y="266928"/>
                </a:lnTo>
                <a:lnTo>
                  <a:pt x="2490914" y="300977"/>
                </a:lnTo>
                <a:lnTo>
                  <a:pt x="2455253" y="329476"/>
                </a:lnTo>
                <a:lnTo>
                  <a:pt x="2468969" y="363105"/>
                </a:lnTo>
                <a:lnTo>
                  <a:pt x="2507894" y="359410"/>
                </a:lnTo>
                <a:lnTo>
                  <a:pt x="2665768" y="346240"/>
                </a:lnTo>
                <a:lnTo>
                  <a:pt x="2671241" y="354317"/>
                </a:lnTo>
                <a:lnTo>
                  <a:pt x="2676436" y="362521"/>
                </a:lnTo>
                <a:lnTo>
                  <a:pt x="2687104" y="379869"/>
                </a:lnTo>
                <a:lnTo>
                  <a:pt x="2694190" y="375526"/>
                </a:lnTo>
                <a:lnTo>
                  <a:pt x="2708960" y="367436"/>
                </a:lnTo>
                <a:lnTo>
                  <a:pt x="2716060" y="363105"/>
                </a:lnTo>
                <a:lnTo>
                  <a:pt x="2705379" y="346240"/>
                </a:lnTo>
                <a:lnTo>
                  <a:pt x="2695727" y="331000"/>
                </a:lnTo>
                <a:lnTo>
                  <a:pt x="2675864" y="301104"/>
                </a:lnTo>
                <a:lnTo>
                  <a:pt x="2656255" y="273202"/>
                </a:lnTo>
                <a:lnTo>
                  <a:pt x="2636812" y="247180"/>
                </a:lnTo>
                <a:lnTo>
                  <a:pt x="2612326" y="263944"/>
                </a:lnTo>
                <a:lnTo>
                  <a:pt x="2621521" y="276821"/>
                </a:lnTo>
                <a:lnTo>
                  <a:pt x="2630703" y="290423"/>
                </a:lnTo>
                <a:lnTo>
                  <a:pt x="2639847" y="304876"/>
                </a:lnTo>
                <a:lnTo>
                  <a:pt x="2649004" y="320332"/>
                </a:lnTo>
                <a:lnTo>
                  <a:pt x="2613253" y="323494"/>
                </a:lnTo>
                <a:lnTo>
                  <a:pt x="2504122" y="331000"/>
                </a:lnTo>
                <a:lnTo>
                  <a:pt x="2524722" y="303809"/>
                </a:lnTo>
                <a:lnTo>
                  <a:pt x="2545461" y="274599"/>
                </a:lnTo>
                <a:lnTo>
                  <a:pt x="2566492" y="243090"/>
                </a:lnTo>
                <a:lnTo>
                  <a:pt x="2587942" y="208978"/>
                </a:lnTo>
                <a:lnTo>
                  <a:pt x="2723680" y="208978"/>
                </a:lnTo>
                <a:lnTo>
                  <a:pt x="2723680" y="1815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533804" y="277929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5907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884509" y="2500121"/>
            <a:ext cx="1934210" cy="381635"/>
          </a:xfrm>
          <a:custGeom>
            <a:avLst/>
            <a:gdLst/>
            <a:ahLst/>
            <a:cxnLst/>
            <a:rect l="l" t="t" r="r" b="b"/>
            <a:pathLst>
              <a:path w="1934209" h="381635">
                <a:moveTo>
                  <a:pt x="160108" y="259372"/>
                </a:moveTo>
                <a:lnTo>
                  <a:pt x="159854" y="252780"/>
                </a:lnTo>
                <a:lnTo>
                  <a:pt x="159156" y="244462"/>
                </a:lnTo>
                <a:lnTo>
                  <a:pt x="157060" y="222707"/>
                </a:lnTo>
                <a:lnTo>
                  <a:pt x="71805" y="276136"/>
                </a:lnTo>
                <a:lnTo>
                  <a:pt x="48856" y="289852"/>
                </a:lnTo>
                <a:lnTo>
                  <a:pt x="48856" y="16776"/>
                </a:lnTo>
                <a:lnTo>
                  <a:pt x="18288" y="16776"/>
                </a:lnTo>
                <a:lnTo>
                  <a:pt x="18288" y="282232"/>
                </a:lnTo>
                <a:lnTo>
                  <a:pt x="17145" y="293116"/>
                </a:lnTo>
                <a:lnTo>
                  <a:pt x="13716" y="302996"/>
                </a:lnTo>
                <a:lnTo>
                  <a:pt x="8001" y="312026"/>
                </a:lnTo>
                <a:lnTo>
                  <a:pt x="0" y="320332"/>
                </a:lnTo>
                <a:lnTo>
                  <a:pt x="22860" y="350913"/>
                </a:lnTo>
                <a:lnTo>
                  <a:pt x="61531" y="321310"/>
                </a:lnTo>
                <a:lnTo>
                  <a:pt x="111531" y="289852"/>
                </a:lnTo>
                <a:lnTo>
                  <a:pt x="160108" y="259372"/>
                </a:lnTo>
                <a:close/>
              </a:path>
              <a:path w="1934209" h="381635">
                <a:moveTo>
                  <a:pt x="199834" y="99161"/>
                </a:moveTo>
                <a:lnTo>
                  <a:pt x="184124" y="71691"/>
                </a:lnTo>
                <a:lnTo>
                  <a:pt x="169113" y="46342"/>
                </a:lnTo>
                <a:lnTo>
                  <a:pt x="154965" y="22999"/>
                </a:lnTo>
                <a:lnTo>
                  <a:pt x="141820" y="1524"/>
                </a:lnTo>
                <a:lnTo>
                  <a:pt x="114388" y="16776"/>
                </a:lnTo>
                <a:lnTo>
                  <a:pt x="127254" y="38303"/>
                </a:lnTo>
                <a:lnTo>
                  <a:pt x="140677" y="61810"/>
                </a:lnTo>
                <a:lnTo>
                  <a:pt x="154686" y="87591"/>
                </a:lnTo>
                <a:lnTo>
                  <a:pt x="169252" y="115925"/>
                </a:lnTo>
                <a:lnTo>
                  <a:pt x="199834" y="99161"/>
                </a:lnTo>
                <a:close/>
              </a:path>
              <a:path w="1934209" h="381635">
                <a:moveTo>
                  <a:pt x="370624" y="343192"/>
                </a:moveTo>
                <a:lnTo>
                  <a:pt x="348843" y="320052"/>
                </a:lnTo>
                <a:lnTo>
                  <a:pt x="307924" y="276136"/>
                </a:lnTo>
                <a:lnTo>
                  <a:pt x="304101" y="272046"/>
                </a:lnTo>
                <a:lnTo>
                  <a:pt x="280606" y="247180"/>
                </a:lnTo>
                <a:lnTo>
                  <a:pt x="292608" y="213423"/>
                </a:lnTo>
                <a:lnTo>
                  <a:pt x="301180" y="174129"/>
                </a:lnTo>
                <a:lnTo>
                  <a:pt x="306324" y="129387"/>
                </a:lnTo>
                <a:lnTo>
                  <a:pt x="308038" y="79349"/>
                </a:lnTo>
                <a:lnTo>
                  <a:pt x="308038" y="10668"/>
                </a:lnTo>
                <a:lnTo>
                  <a:pt x="276034" y="10668"/>
                </a:lnTo>
                <a:lnTo>
                  <a:pt x="276034" y="79349"/>
                </a:lnTo>
                <a:lnTo>
                  <a:pt x="274624" y="133108"/>
                </a:lnTo>
                <a:lnTo>
                  <a:pt x="268224" y="179844"/>
                </a:lnTo>
                <a:lnTo>
                  <a:pt x="256959" y="219430"/>
                </a:lnTo>
                <a:lnTo>
                  <a:pt x="220726" y="279704"/>
                </a:lnTo>
                <a:lnTo>
                  <a:pt x="192163" y="306247"/>
                </a:lnTo>
                <a:lnTo>
                  <a:pt x="155600" y="331089"/>
                </a:lnTo>
                <a:lnTo>
                  <a:pt x="111340" y="353961"/>
                </a:lnTo>
                <a:lnTo>
                  <a:pt x="117678" y="361454"/>
                </a:lnTo>
                <a:lnTo>
                  <a:pt x="123151" y="368249"/>
                </a:lnTo>
                <a:lnTo>
                  <a:pt x="128066" y="374738"/>
                </a:lnTo>
                <a:lnTo>
                  <a:pt x="132676" y="381393"/>
                </a:lnTo>
                <a:lnTo>
                  <a:pt x="174459" y="360222"/>
                </a:lnTo>
                <a:lnTo>
                  <a:pt x="210489" y="335622"/>
                </a:lnTo>
                <a:lnTo>
                  <a:pt x="240792" y="307581"/>
                </a:lnTo>
                <a:lnTo>
                  <a:pt x="265366" y="276136"/>
                </a:lnTo>
                <a:lnTo>
                  <a:pt x="284810" y="298145"/>
                </a:lnTo>
                <a:lnTo>
                  <a:pt x="304279" y="320725"/>
                </a:lnTo>
                <a:lnTo>
                  <a:pt x="323735" y="343903"/>
                </a:lnTo>
                <a:lnTo>
                  <a:pt x="343192" y="367677"/>
                </a:lnTo>
                <a:lnTo>
                  <a:pt x="370624" y="343192"/>
                </a:lnTo>
                <a:close/>
              </a:path>
              <a:path w="1934209" h="381635">
                <a:moveTo>
                  <a:pt x="759523" y="341668"/>
                </a:moveTo>
                <a:lnTo>
                  <a:pt x="690664" y="321094"/>
                </a:lnTo>
                <a:lnTo>
                  <a:pt x="629894" y="286804"/>
                </a:lnTo>
                <a:lnTo>
                  <a:pt x="648042" y="266992"/>
                </a:lnTo>
                <a:lnTo>
                  <a:pt x="654507" y="259930"/>
                </a:lnTo>
                <a:lnTo>
                  <a:pt x="675995" y="229603"/>
                </a:lnTo>
                <a:lnTo>
                  <a:pt x="694613" y="195859"/>
                </a:lnTo>
                <a:lnTo>
                  <a:pt x="710666" y="158686"/>
                </a:lnTo>
                <a:lnTo>
                  <a:pt x="710666" y="132689"/>
                </a:lnTo>
                <a:lnTo>
                  <a:pt x="677138" y="132689"/>
                </a:lnTo>
                <a:lnTo>
                  <a:pt x="677138" y="160210"/>
                </a:lnTo>
                <a:lnTo>
                  <a:pt x="664006" y="189953"/>
                </a:lnTo>
                <a:lnTo>
                  <a:pt x="647611" y="217563"/>
                </a:lnTo>
                <a:lnTo>
                  <a:pt x="628053" y="243192"/>
                </a:lnTo>
                <a:lnTo>
                  <a:pt x="605510" y="266992"/>
                </a:lnTo>
                <a:lnTo>
                  <a:pt x="576021" y="234073"/>
                </a:lnTo>
                <a:lnTo>
                  <a:pt x="549414" y="194881"/>
                </a:lnTo>
                <a:lnTo>
                  <a:pt x="529729" y="157162"/>
                </a:lnTo>
                <a:lnTo>
                  <a:pt x="525691" y="149415"/>
                </a:lnTo>
                <a:lnTo>
                  <a:pt x="504825" y="97637"/>
                </a:lnTo>
                <a:lnTo>
                  <a:pt x="505701" y="88201"/>
                </a:lnTo>
                <a:lnTo>
                  <a:pt x="506158" y="78206"/>
                </a:lnTo>
                <a:lnTo>
                  <a:pt x="506323" y="67627"/>
                </a:lnTo>
                <a:lnTo>
                  <a:pt x="506349" y="56489"/>
                </a:lnTo>
                <a:lnTo>
                  <a:pt x="643610" y="56489"/>
                </a:lnTo>
                <a:lnTo>
                  <a:pt x="603986" y="135737"/>
                </a:lnTo>
                <a:lnTo>
                  <a:pt x="603986" y="160210"/>
                </a:lnTo>
                <a:lnTo>
                  <a:pt x="677138" y="160210"/>
                </a:lnTo>
                <a:lnTo>
                  <a:pt x="677138" y="132689"/>
                </a:lnTo>
                <a:lnTo>
                  <a:pt x="640562" y="132689"/>
                </a:lnTo>
                <a:lnTo>
                  <a:pt x="677138" y="58013"/>
                </a:lnTo>
                <a:lnTo>
                  <a:pt x="677138" y="28956"/>
                </a:lnTo>
                <a:lnTo>
                  <a:pt x="396519" y="28956"/>
                </a:lnTo>
                <a:lnTo>
                  <a:pt x="396519" y="56489"/>
                </a:lnTo>
                <a:lnTo>
                  <a:pt x="474345" y="56489"/>
                </a:lnTo>
                <a:lnTo>
                  <a:pt x="472109" y="111887"/>
                </a:lnTo>
                <a:lnTo>
                  <a:pt x="467868" y="159029"/>
                </a:lnTo>
                <a:lnTo>
                  <a:pt x="461911" y="197586"/>
                </a:lnTo>
                <a:lnTo>
                  <a:pt x="443026" y="258165"/>
                </a:lnTo>
                <a:lnTo>
                  <a:pt x="405790" y="319341"/>
                </a:lnTo>
                <a:lnTo>
                  <a:pt x="379755" y="349389"/>
                </a:lnTo>
                <a:lnTo>
                  <a:pt x="386334" y="356222"/>
                </a:lnTo>
                <a:lnTo>
                  <a:pt x="392328" y="362915"/>
                </a:lnTo>
                <a:lnTo>
                  <a:pt x="397764" y="369316"/>
                </a:lnTo>
                <a:lnTo>
                  <a:pt x="402615" y="375297"/>
                </a:lnTo>
                <a:lnTo>
                  <a:pt x="430923" y="342087"/>
                </a:lnTo>
                <a:lnTo>
                  <a:pt x="454101" y="308902"/>
                </a:lnTo>
                <a:lnTo>
                  <a:pt x="485013" y="242506"/>
                </a:lnTo>
                <a:lnTo>
                  <a:pt x="493776" y="203835"/>
                </a:lnTo>
                <a:lnTo>
                  <a:pt x="500253" y="157162"/>
                </a:lnTo>
                <a:lnTo>
                  <a:pt x="516547" y="194589"/>
                </a:lnTo>
                <a:lnTo>
                  <a:pt x="535686" y="229031"/>
                </a:lnTo>
                <a:lnTo>
                  <a:pt x="557695" y="260337"/>
                </a:lnTo>
                <a:lnTo>
                  <a:pt x="582549" y="288328"/>
                </a:lnTo>
                <a:lnTo>
                  <a:pt x="555980" y="306908"/>
                </a:lnTo>
                <a:lnTo>
                  <a:pt x="526542" y="323773"/>
                </a:lnTo>
                <a:lnTo>
                  <a:pt x="494258" y="338950"/>
                </a:lnTo>
                <a:lnTo>
                  <a:pt x="459105" y="352437"/>
                </a:lnTo>
                <a:lnTo>
                  <a:pt x="465416" y="360146"/>
                </a:lnTo>
                <a:lnTo>
                  <a:pt x="470712" y="367271"/>
                </a:lnTo>
                <a:lnTo>
                  <a:pt x="475183" y="373862"/>
                </a:lnTo>
                <a:lnTo>
                  <a:pt x="478917" y="379869"/>
                </a:lnTo>
                <a:lnTo>
                  <a:pt x="515213" y="365036"/>
                </a:lnTo>
                <a:lnTo>
                  <a:pt x="548652" y="348195"/>
                </a:lnTo>
                <a:lnTo>
                  <a:pt x="579259" y="329628"/>
                </a:lnTo>
                <a:lnTo>
                  <a:pt x="607034" y="309664"/>
                </a:lnTo>
                <a:lnTo>
                  <a:pt x="633323" y="328282"/>
                </a:lnTo>
                <a:lnTo>
                  <a:pt x="664184" y="345338"/>
                </a:lnTo>
                <a:lnTo>
                  <a:pt x="699655" y="360959"/>
                </a:lnTo>
                <a:lnTo>
                  <a:pt x="739711" y="375297"/>
                </a:lnTo>
                <a:lnTo>
                  <a:pt x="742797" y="367296"/>
                </a:lnTo>
                <a:lnTo>
                  <a:pt x="747331" y="359092"/>
                </a:lnTo>
                <a:lnTo>
                  <a:pt x="752995" y="350608"/>
                </a:lnTo>
                <a:lnTo>
                  <a:pt x="759523" y="341668"/>
                </a:lnTo>
                <a:close/>
              </a:path>
              <a:path w="1934209" h="381635">
                <a:moveTo>
                  <a:pt x="898296" y="16764"/>
                </a:moveTo>
                <a:lnTo>
                  <a:pt x="870864" y="0"/>
                </a:lnTo>
                <a:lnTo>
                  <a:pt x="850861" y="30060"/>
                </a:lnTo>
                <a:lnTo>
                  <a:pt x="827735" y="58381"/>
                </a:lnTo>
                <a:lnTo>
                  <a:pt x="801763" y="84963"/>
                </a:lnTo>
                <a:lnTo>
                  <a:pt x="773239" y="109829"/>
                </a:lnTo>
                <a:lnTo>
                  <a:pt x="776909" y="116928"/>
                </a:lnTo>
                <a:lnTo>
                  <a:pt x="784809" y="131686"/>
                </a:lnTo>
                <a:lnTo>
                  <a:pt x="788479" y="138785"/>
                </a:lnTo>
                <a:lnTo>
                  <a:pt x="819340" y="111379"/>
                </a:lnTo>
                <a:lnTo>
                  <a:pt x="847928" y="81813"/>
                </a:lnTo>
                <a:lnTo>
                  <a:pt x="874242" y="50228"/>
                </a:lnTo>
                <a:lnTo>
                  <a:pt x="898296" y="16764"/>
                </a:lnTo>
                <a:close/>
              </a:path>
              <a:path w="1934209" h="381635">
                <a:moveTo>
                  <a:pt x="905916" y="111353"/>
                </a:moveTo>
                <a:lnTo>
                  <a:pt x="878484" y="94589"/>
                </a:lnTo>
                <a:lnTo>
                  <a:pt x="853605" y="135763"/>
                </a:lnTo>
                <a:lnTo>
                  <a:pt x="827163" y="172212"/>
                </a:lnTo>
                <a:lnTo>
                  <a:pt x="799312" y="203771"/>
                </a:lnTo>
                <a:lnTo>
                  <a:pt x="770191" y="230327"/>
                </a:lnTo>
                <a:lnTo>
                  <a:pt x="774268" y="238340"/>
                </a:lnTo>
                <a:lnTo>
                  <a:pt x="777621" y="246367"/>
                </a:lnTo>
                <a:lnTo>
                  <a:pt x="780694" y="254406"/>
                </a:lnTo>
                <a:lnTo>
                  <a:pt x="783907" y="262420"/>
                </a:lnTo>
                <a:lnTo>
                  <a:pt x="796213" y="250710"/>
                </a:lnTo>
                <a:lnTo>
                  <a:pt x="808101" y="238556"/>
                </a:lnTo>
                <a:lnTo>
                  <a:pt x="819696" y="226123"/>
                </a:lnTo>
                <a:lnTo>
                  <a:pt x="831151" y="213563"/>
                </a:lnTo>
                <a:lnTo>
                  <a:pt x="831151" y="376821"/>
                </a:lnTo>
                <a:lnTo>
                  <a:pt x="863155" y="376821"/>
                </a:lnTo>
                <a:lnTo>
                  <a:pt x="863155" y="213563"/>
                </a:lnTo>
                <a:lnTo>
                  <a:pt x="863155" y="173939"/>
                </a:lnTo>
                <a:lnTo>
                  <a:pt x="874382" y="158800"/>
                </a:lnTo>
                <a:lnTo>
                  <a:pt x="885151" y="143217"/>
                </a:lnTo>
                <a:lnTo>
                  <a:pt x="895616" y="127342"/>
                </a:lnTo>
                <a:lnTo>
                  <a:pt x="905916" y="111353"/>
                </a:lnTo>
                <a:close/>
              </a:path>
              <a:path w="1934209" h="381635">
                <a:moveTo>
                  <a:pt x="1130046" y="28956"/>
                </a:moveTo>
                <a:lnTo>
                  <a:pt x="931837" y="28956"/>
                </a:lnTo>
                <a:lnTo>
                  <a:pt x="931837" y="58013"/>
                </a:lnTo>
                <a:lnTo>
                  <a:pt x="1130046" y="58013"/>
                </a:lnTo>
                <a:lnTo>
                  <a:pt x="1130046" y="28956"/>
                </a:lnTo>
                <a:close/>
              </a:path>
              <a:path w="1934209" h="381635">
                <a:moveTo>
                  <a:pt x="1151483" y="144970"/>
                </a:moveTo>
                <a:lnTo>
                  <a:pt x="908977" y="144970"/>
                </a:lnTo>
                <a:lnTo>
                  <a:pt x="908977" y="173939"/>
                </a:lnTo>
                <a:lnTo>
                  <a:pt x="1044702" y="173939"/>
                </a:lnTo>
                <a:lnTo>
                  <a:pt x="1044702" y="312712"/>
                </a:lnTo>
                <a:lnTo>
                  <a:pt x="1043012" y="324472"/>
                </a:lnTo>
                <a:lnTo>
                  <a:pt x="1038034" y="332524"/>
                </a:lnTo>
                <a:lnTo>
                  <a:pt x="1029919" y="337146"/>
                </a:lnTo>
                <a:lnTo>
                  <a:pt x="1019086" y="338582"/>
                </a:lnTo>
                <a:lnTo>
                  <a:pt x="1002995" y="338569"/>
                </a:lnTo>
                <a:lnTo>
                  <a:pt x="987653" y="338239"/>
                </a:lnTo>
                <a:lnTo>
                  <a:pt x="972616" y="337337"/>
                </a:lnTo>
                <a:lnTo>
                  <a:pt x="957745" y="335572"/>
                </a:lnTo>
                <a:lnTo>
                  <a:pt x="959764" y="345389"/>
                </a:lnTo>
                <a:lnTo>
                  <a:pt x="961364" y="354330"/>
                </a:lnTo>
                <a:lnTo>
                  <a:pt x="962672" y="362673"/>
                </a:lnTo>
                <a:lnTo>
                  <a:pt x="963841" y="370725"/>
                </a:lnTo>
                <a:lnTo>
                  <a:pt x="1029462" y="370725"/>
                </a:lnTo>
                <a:lnTo>
                  <a:pt x="1073823" y="344322"/>
                </a:lnTo>
                <a:lnTo>
                  <a:pt x="1076706" y="323380"/>
                </a:lnTo>
                <a:lnTo>
                  <a:pt x="1076706" y="173939"/>
                </a:lnTo>
                <a:lnTo>
                  <a:pt x="1151483" y="173939"/>
                </a:lnTo>
                <a:lnTo>
                  <a:pt x="1151483" y="144970"/>
                </a:lnTo>
                <a:close/>
              </a:path>
              <a:path w="1934209" h="381635">
                <a:moveTo>
                  <a:pt x="1307020" y="326428"/>
                </a:moveTo>
                <a:lnTo>
                  <a:pt x="1306868" y="321856"/>
                </a:lnTo>
                <a:lnTo>
                  <a:pt x="1306779" y="319570"/>
                </a:lnTo>
                <a:lnTo>
                  <a:pt x="1306029" y="309664"/>
                </a:lnTo>
                <a:lnTo>
                  <a:pt x="1305775" y="306349"/>
                </a:lnTo>
                <a:lnTo>
                  <a:pt x="1305674" y="304038"/>
                </a:lnTo>
                <a:lnTo>
                  <a:pt x="1305496" y="298996"/>
                </a:lnTo>
                <a:lnTo>
                  <a:pt x="1294053" y="301523"/>
                </a:lnTo>
                <a:lnTo>
                  <a:pt x="1271130" y="307136"/>
                </a:lnTo>
                <a:lnTo>
                  <a:pt x="1259687" y="309664"/>
                </a:lnTo>
                <a:lnTo>
                  <a:pt x="1259687" y="231838"/>
                </a:lnTo>
                <a:lnTo>
                  <a:pt x="1299400" y="231838"/>
                </a:lnTo>
                <a:lnTo>
                  <a:pt x="1299400" y="208978"/>
                </a:lnTo>
                <a:lnTo>
                  <a:pt x="1259687" y="208978"/>
                </a:lnTo>
                <a:lnTo>
                  <a:pt x="1259687" y="140309"/>
                </a:lnTo>
                <a:lnTo>
                  <a:pt x="1294828" y="140309"/>
                </a:lnTo>
                <a:lnTo>
                  <a:pt x="1294828" y="118973"/>
                </a:lnTo>
                <a:lnTo>
                  <a:pt x="1294828" y="45821"/>
                </a:lnTo>
                <a:lnTo>
                  <a:pt x="1294828" y="22860"/>
                </a:lnTo>
                <a:lnTo>
                  <a:pt x="1270355" y="22860"/>
                </a:lnTo>
                <a:lnTo>
                  <a:pt x="1270355" y="45821"/>
                </a:lnTo>
                <a:lnTo>
                  <a:pt x="1270355" y="118973"/>
                </a:lnTo>
                <a:lnTo>
                  <a:pt x="1207871" y="118973"/>
                </a:lnTo>
                <a:lnTo>
                  <a:pt x="1207871" y="45821"/>
                </a:lnTo>
                <a:lnTo>
                  <a:pt x="1270355" y="45821"/>
                </a:lnTo>
                <a:lnTo>
                  <a:pt x="1270355" y="22860"/>
                </a:lnTo>
                <a:lnTo>
                  <a:pt x="1183487" y="22860"/>
                </a:lnTo>
                <a:lnTo>
                  <a:pt x="1183487" y="154114"/>
                </a:lnTo>
                <a:lnTo>
                  <a:pt x="1207871" y="154114"/>
                </a:lnTo>
                <a:lnTo>
                  <a:pt x="1207871" y="140309"/>
                </a:lnTo>
                <a:lnTo>
                  <a:pt x="1235303" y="140309"/>
                </a:lnTo>
                <a:lnTo>
                  <a:pt x="1235303" y="314236"/>
                </a:lnTo>
                <a:lnTo>
                  <a:pt x="1227302" y="316280"/>
                </a:lnTo>
                <a:lnTo>
                  <a:pt x="1211300" y="319811"/>
                </a:lnTo>
                <a:lnTo>
                  <a:pt x="1203299" y="321856"/>
                </a:lnTo>
                <a:lnTo>
                  <a:pt x="1203299" y="178498"/>
                </a:lnTo>
                <a:lnTo>
                  <a:pt x="1178915" y="178498"/>
                </a:lnTo>
                <a:lnTo>
                  <a:pt x="1178915" y="326428"/>
                </a:lnTo>
                <a:lnTo>
                  <a:pt x="1171295" y="327952"/>
                </a:lnTo>
                <a:lnTo>
                  <a:pt x="1165199" y="329476"/>
                </a:lnTo>
                <a:lnTo>
                  <a:pt x="1159103" y="329476"/>
                </a:lnTo>
                <a:lnTo>
                  <a:pt x="1168247" y="361581"/>
                </a:lnTo>
                <a:lnTo>
                  <a:pt x="1209408" y="350037"/>
                </a:lnTo>
                <a:lnTo>
                  <a:pt x="1246162" y="340537"/>
                </a:lnTo>
                <a:lnTo>
                  <a:pt x="1278648" y="332765"/>
                </a:lnTo>
                <a:lnTo>
                  <a:pt x="1307020" y="326428"/>
                </a:lnTo>
                <a:close/>
              </a:path>
              <a:path w="1934209" h="381635">
                <a:moveTo>
                  <a:pt x="1528102" y="192214"/>
                </a:moveTo>
                <a:lnTo>
                  <a:pt x="1308544" y="192214"/>
                </a:lnTo>
                <a:lnTo>
                  <a:pt x="1308544" y="218122"/>
                </a:lnTo>
                <a:lnTo>
                  <a:pt x="1348168" y="218122"/>
                </a:lnTo>
                <a:lnTo>
                  <a:pt x="1334452" y="251752"/>
                </a:lnTo>
                <a:lnTo>
                  <a:pt x="1334452" y="276136"/>
                </a:lnTo>
                <a:lnTo>
                  <a:pt x="1470190" y="276136"/>
                </a:lnTo>
                <a:lnTo>
                  <a:pt x="1469275" y="286397"/>
                </a:lnTo>
                <a:lnTo>
                  <a:pt x="1463395" y="327520"/>
                </a:lnTo>
                <a:lnTo>
                  <a:pt x="1433957" y="341630"/>
                </a:lnTo>
                <a:lnTo>
                  <a:pt x="1417878" y="341617"/>
                </a:lnTo>
                <a:lnTo>
                  <a:pt x="1400759" y="341287"/>
                </a:lnTo>
                <a:lnTo>
                  <a:pt x="1382509" y="340385"/>
                </a:lnTo>
                <a:lnTo>
                  <a:pt x="1363408" y="338620"/>
                </a:lnTo>
                <a:lnTo>
                  <a:pt x="1364767" y="346646"/>
                </a:lnTo>
                <a:lnTo>
                  <a:pt x="1366266" y="354520"/>
                </a:lnTo>
                <a:lnTo>
                  <a:pt x="1367485" y="362077"/>
                </a:lnTo>
                <a:lnTo>
                  <a:pt x="1367980" y="369201"/>
                </a:lnTo>
                <a:lnTo>
                  <a:pt x="1387741" y="370078"/>
                </a:lnTo>
                <a:lnTo>
                  <a:pt x="1406093" y="370535"/>
                </a:lnTo>
                <a:lnTo>
                  <a:pt x="1439710" y="370725"/>
                </a:lnTo>
                <a:lnTo>
                  <a:pt x="1461998" y="367576"/>
                </a:lnTo>
                <a:lnTo>
                  <a:pt x="1478572" y="358140"/>
                </a:lnTo>
                <a:lnTo>
                  <a:pt x="1489430" y="342392"/>
                </a:lnTo>
                <a:lnTo>
                  <a:pt x="1489595" y="341668"/>
                </a:lnTo>
                <a:lnTo>
                  <a:pt x="1494574" y="320332"/>
                </a:lnTo>
                <a:lnTo>
                  <a:pt x="1496593" y="304038"/>
                </a:lnTo>
                <a:lnTo>
                  <a:pt x="1498193" y="287185"/>
                </a:lnTo>
                <a:lnTo>
                  <a:pt x="1499501" y="269748"/>
                </a:lnTo>
                <a:lnTo>
                  <a:pt x="1500670" y="251752"/>
                </a:lnTo>
                <a:lnTo>
                  <a:pt x="1363408" y="251752"/>
                </a:lnTo>
                <a:lnTo>
                  <a:pt x="1377124" y="218122"/>
                </a:lnTo>
                <a:lnTo>
                  <a:pt x="1528102" y="218122"/>
                </a:lnTo>
                <a:lnTo>
                  <a:pt x="1528102" y="192214"/>
                </a:lnTo>
                <a:close/>
              </a:path>
              <a:path w="1934209" h="381635">
                <a:moveTo>
                  <a:pt x="1544866" y="143446"/>
                </a:moveTo>
                <a:lnTo>
                  <a:pt x="1531315" y="137261"/>
                </a:lnTo>
                <a:lnTo>
                  <a:pt x="1527987" y="135737"/>
                </a:lnTo>
                <a:lnTo>
                  <a:pt x="1521714" y="132867"/>
                </a:lnTo>
                <a:lnTo>
                  <a:pt x="1500289" y="117462"/>
                </a:lnTo>
                <a:lnTo>
                  <a:pt x="1480566" y="97497"/>
                </a:lnTo>
                <a:lnTo>
                  <a:pt x="1479334" y="95846"/>
                </a:lnTo>
                <a:lnTo>
                  <a:pt x="1479334" y="135737"/>
                </a:lnTo>
                <a:lnTo>
                  <a:pt x="1352740" y="135737"/>
                </a:lnTo>
                <a:lnTo>
                  <a:pt x="1365885" y="120827"/>
                </a:lnTo>
                <a:lnTo>
                  <a:pt x="1377886" y="105638"/>
                </a:lnTo>
                <a:lnTo>
                  <a:pt x="1388745" y="89877"/>
                </a:lnTo>
                <a:lnTo>
                  <a:pt x="1398460" y="73253"/>
                </a:lnTo>
                <a:lnTo>
                  <a:pt x="1435138" y="73253"/>
                </a:lnTo>
                <a:lnTo>
                  <a:pt x="1444612" y="90728"/>
                </a:lnTo>
                <a:lnTo>
                  <a:pt x="1454950" y="106781"/>
                </a:lnTo>
                <a:lnTo>
                  <a:pt x="1466418" y="121691"/>
                </a:lnTo>
                <a:lnTo>
                  <a:pt x="1479334" y="135737"/>
                </a:lnTo>
                <a:lnTo>
                  <a:pt x="1479334" y="95846"/>
                </a:lnTo>
                <a:lnTo>
                  <a:pt x="1462570" y="73253"/>
                </a:lnTo>
                <a:lnTo>
                  <a:pt x="1534198" y="73253"/>
                </a:lnTo>
                <a:lnTo>
                  <a:pt x="1534198" y="47345"/>
                </a:lnTo>
                <a:lnTo>
                  <a:pt x="1412176" y="47345"/>
                </a:lnTo>
                <a:lnTo>
                  <a:pt x="1416481" y="37858"/>
                </a:lnTo>
                <a:lnTo>
                  <a:pt x="1420380" y="27825"/>
                </a:lnTo>
                <a:lnTo>
                  <a:pt x="1424000" y="17246"/>
                </a:lnTo>
                <a:lnTo>
                  <a:pt x="1427518" y="6096"/>
                </a:lnTo>
                <a:lnTo>
                  <a:pt x="1398460" y="0"/>
                </a:lnTo>
                <a:lnTo>
                  <a:pt x="1394752" y="12534"/>
                </a:lnTo>
                <a:lnTo>
                  <a:pt x="1390459" y="24777"/>
                </a:lnTo>
                <a:lnTo>
                  <a:pt x="1385608" y="36474"/>
                </a:lnTo>
                <a:lnTo>
                  <a:pt x="1380172" y="47345"/>
                </a:lnTo>
                <a:lnTo>
                  <a:pt x="1308544" y="47345"/>
                </a:lnTo>
                <a:lnTo>
                  <a:pt x="1308544" y="73253"/>
                </a:lnTo>
                <a:lnTo>
                  <a:pt x="1366456" y="73253"/>
                </a:lnTo>
                <a:lnTo>
                  <a:pt x="1350429" y="96380"/>
                </a:lnTo>
                <a:lnTo>
                  <a:pt x="1331976" y="117652"/>
                </a:lnTo>
                <a:lnTo>
                  <a:pt x="1310944" y="136944"/>
                </a:lnTo>
                <a:lnTo>
                  <a:pt x="1287208" y="154114"/>
                </a:lnTo>
                <a:lnTo>
                  <a:pt x="1292644" y="159600"/>
                </a:lnTo>
                <a:lnTo>
                  <a:pt x="1297495" y="164782"/>
                </a:lnTo>
                <a:lnTo>
                  <a:pt x="1301788" y="169976"/>
                </a:lnTo>
                <a:lnTo>
                  <a:pt x="1305496" y="175450"/>
                </a:lnTo>
                <a:lnTo>
                  <a:pt x="1316647" y="167436"/>
                </a:lnTo>
                <a:lnTo>
                  <a:pt x="1327213" y="159258"/>
                </a:lnTo>
                <a:lnTo>
                  <a:pt x="1337221" y="150812"/>
                </a:lnTo>
                <a:lnTo>
                  <a:pt x="1346644" y="141922"/>
                </a:lnTo>
                <a:lnTo>
                  <a:pt x="1346644" y="160210"/>
                </a:lnTo>
                <a:lnTo>
                  <a:pt x="1480858" y="160210"/>
                </a:lnTo>
                <a:lnTo>
                  <a:pt x="1480858" y="141922"/>
                </a:lnTo>
                <a:lnTo>
                  <a:pt x="1480858" y="137261"/>
                </a:lnTo>
                <a:lnTo>
                  <a:pt x="1491424" y="146418"/>
                </a:lnTo>
                <a:lnTo>
                  <a:pt x="1502575" y="155257"/>
                </a:lnTo>
                <a:lnTo>
                  <a:pt x="1514284" y="163499"/>
                </a:lnTo>
                <a:lnTo>
                  <a:pt x="1526578" y="170878"/>
                </a:lnTo>
                <a:lnTo>
                  <a:pt x="1544866" y="143446"/>
                </a:lnTo>
                <a:close/>
              </a:path>
              <a:path w="1934209" h="381635">
                <a:moveTo>
                  <a:pt x="1907857" y="47345"/>
                </a:moveTo>
                <a:lnTo>
                  <a:pt x="1897621" y="34378"/>
                </a:lnTo>
                <a:lnTo>
                  <a:pt x="1887664" y="22872"/>
                </a:lnTo>
                <a:lnTo>
                  <a:pt x="1869757" y="3048"/>
                </a:lnTo>
                <a:lnTo>
                  <a:pt x="1849945" y="16764"/>
                </a:lnTo>
                <a:lnTo>
                  <a:pt x="1858213" y="26504"/>
                </a:lnTo>
                <a:lnTo>
                  <a:pt x="1866900" y="37388"/>
                </a:lnTo>
                <a:lnTo>
                  <a:pt x="1875878" y="49428"/>
                </a:lnTo>
                <a:lnTo>
                  <a:pt x="1884997" y="62585"/>
                </a:lnTo>
                <a:lnTo>
                  <a:pt x="1907857" y="47345"/>
                </a:lnTo>
                <a:close/>
              </a:path>
              <a:path w="1934209" h="381635">
                <a:moveTo>
                  <a:pt x="1927669" y="218122"/>
                </a:moveTo>
                <a:lnTo>
                  <a:pt x="1922526" y="216700"/>
                </a:lnTo>
                <a:lnTo>
                  <a:pt x="1916239" y="214693"/>
                </a:lnTo>
                <a:lnTo>
                  <a:pt x="1908810" y="212128"/>
                </a:lnTo>
                <a:lnTo>
                  <a:pt x="1900237" y="208978"/>
                </a:lnTo>
                <a:lnTo>
                  <a:pt x="1899069" y="225552"/>
                </a:lnTo>
                <a:lnTo>
                  <a:pt x="1897761" y="240842"/>
                </a:lnTo>
                <a:lnTo>
                  <a:pt x="1896160" y="254711"/>
                </a:lnTo>
                <a:lnTo>
                  <a:pt x="1894141" y="266992"/>
                </a:lnTo>
                <a:lnTo>
                  <a:pt x="1892617" y="277660"/>
                </a:lnTo>
                <a:lnTo>
                  <a:pt x="1889569" y="282232"/>
                </a:lnTo>
                <a:lnTo>
                  <a:pt x="1881949" y="282232"/>
                </a:lnTo>
                <a:lnTo>
                  <a:pt x="1859737" y="244716"/>
                </a:lnTo>
                <a:lnTo>
                  <a:pt x="1856041" y="234886"/>
                </a:lnTo>
                <a:lnTo>
                  <a:pt x="1870329" y="211721"/>
                </a:lnTo>
                <a:lnTo>
                  <a:pt x="1876031" y="201358"/>
                </a:lnTo>
                <a:lnTo>
                  <a:pt x="1883473" y="187833"/>
                </a:lnTo>
                <a:lnTo>
                  <a:pt x="1895475" y="163055"/>
                </a:lnTo>
                <a:lnTo>
                  <a:pt x="1906333" y="137261"/>
                </a:lnTo>
                <a:lnTo>
                  <a:pt x="1880425" y="126593"/>
                </a:lnTo>
                <a:lnTo>
                  <a:pt x="1873021" y="146037"/>
                </a:lnTo>
                <a:lnTo>
                  <a:pt x="1864614" y="165163"/>
                </a:lnTo>
                <a:lnTo>
                  <a:pt x="1855355" y="183692"/>
                </a:lnTo>
                <a:lnTo>
                  <a:pt x="1845373" y="201358"/>
                </a:lnTo>
                <a:lnTo>
                  <a:pt x="1841068" y="179412"/>
                </a:lnTo>
                <a:lnTo>
                  <a:pt x="1837321" y="155028"/>
                </a:lnTo>
                <a:lnTo>
                  <a:pt x="1834146" y="128638"/>
                </a:lnTo>
                <a:lnTo>
                  <a:pt x="1831568" y="100685"/>
                </a:lnTo>
                <a:lnTo>
                  <a:pt x="1924621" y="100685"/>
                </a:lnTo>
                <a:lnTo>
                  <a:pt x="1924621" y="74777"/>
                </a:lnTo>
                <a:lnTo>
                  <a:pt x="1831568" y="74777"/>
                </a:lnTo>
                <a:lnTo>
                  <a:pt x="1830679" y="55613"/>
                </a:lnTo>
                <a:lnTo>
                  <a:pt x="1830235" y="37388"/>
                </a:lnTo>
                <a:lnTo>
                  <a:pt x="1830133" y="26504"/>
                </a:lnTo>
                <a:lnTo>
                  <a:pt x="1830044" y="1524"/>
                </a:lnTo>
                <a:lnTo>
                  <a:pt x="1804136" y="1524"/>
                </a:lnTo>
                <a:lnTo>
                  <a:pt x="1804136" y="74777"/>
                </a:lnTo>
                <a:lnTo>
                  <a:pt x="1735556" y="74777"/>
                </a:lnTo>
                <a:lnTo>
                  <a:pt x="1735467" y="228422"/>
                </a:lnTo>
                <a:lnTo>
                  <a:pt x="1734718" y="238175"/>
                </a:lnTo>
                <a:lnTo>
                  <a:pt x="1732318" y="248081"/>
                </a:lnTo>
                <a:lnTo>
                  <a:pt x="1728482" y="257136"/>
                </a:lnTo>
                <a:lnTo>
                  <a:pt x="1723364" y="265468"/>
                </a:lnTo>
                <a:lnTo>
                  <a:pt x="1743176" y="285280"/>
                </a:lnTo>
                <a:lnTo>
                  <a:pt x="1747723" y="278942"/>
                </a:lnTo>
                <a:lnTo>
                  <a:pt x="1752130" y="273469"/>
                </a:lnTo>
                <a:lnTo>
                  <a:pt x="1756244" y="268566"/>
                </a:lnTo>
                <a:lnTo>
                  <a:pt x="1759940" y="263944"/>
                </a:lnTo>
                <a:lnTo>
                  <a:pt x="1797202" y="230314"/>
                </a:lnTo>
                <a:lnTo>
                  <a:pt x="1805660" y="222694"/>
                </a:lnTo>
                <a:lnTo>
                  <a:pt x="1804327" y="216700"/>
                </a:lnTo>
                <a:lnTo>
                  <a:pt x="1802612" y="209550"/>
                </a:lnTo>
                <a:lnTo>
                  <a:pt x="1800936" y="202336"/>
                </a:lnTo>
                <a:lnTo>
                  <a:pt x="1799564" y="195262"/>
                </a:lnTo>
                <a:lnTo>
                  <a:pt x="1789315" y="205028"/>
                </a:lnTo>
                <a:lnTo>
                  <a:pt x="1769986" y="222275"/>
                </a:lnTo>
                <a:lnTo>
                  <a:pt x="1761464" y="230314"/>
                </a:lnTo>
                <a:lnTo>
                  <a:pt x="1761464" y="100685"/>
                </a:lnTo>
                <a:lnTo>
                  <a:pt x="1805660" y="100685"/>
                </a:lnTo>
                <a:lnTo>
                  <a:pt x="1808746" y="138150"/>
                </a:lnTo>
                <a:lnTo>
                  <a:pt x="1813280" y="172593"/>
                </a:lnTo>
                <a:lnTo>
                  <a:pt x="1818944" y="203860"/>
                </a:lnTo>
                <a:lnTo>
                  <a:pt x="1825472" y="231838"/>
                </a:lnTo>
                <a:lnTo>
                  <a:pt x="1812086" y="250139"/>
                </a:lnTo>
                <a:lnTo>
                  <a:pt x="1797278" y="268122"/>
                </a:lnTo>
                <a:lnTo>
                  <a:pt x="1781314" y="285521"/>
                </a:lnTo>
                <a:lnTo>
                  <a:pt x="1764512" y="302044"/>
                </a:lnTo>
                <a:lnTo>
                  <a:pt x="1771053" y="306616"/>
                </a:lnTo>
                <a:lnTo>
                  <a:pt x="1776895" y="311188"/>
                </a:lnTo>
                <a:lnTo>
                  <a:pt x="1781860" y="315760"/>
                </a:lnTo>
                <a:lnTo>
                  <a:pt x="1785848" y="320332"/>
                </a:lnTo>
                <a:lnTo>
                  <a:pt x="1799297" y="306349"/>
                </a:lnTo>
                <a:lnTo>
                  <a:pt x="1812328" y="291947"/>
                </a:lnTo>
                <a:lnTo>
                  <a:pt x="1825066" y="277253"/>
                </a:lnTo>
                <a:lnTo>
                  <a:pt x="1837664" y="262420"/>
                </a:lnTo>
                <a:lnTo>
                  <a:pt x="1841398" y="270370"/>
                </a:lnTo>
                <a:lnTo>
                  <a:pt x="1870900" y="307759"/>
                </a:lnTo>
                <a:lnTo>
                  <a:pt x="1889569" y="312712"/>
                </a:lnTo>
                <a:lnTo>
                  <a:pt x="1900732" y="310705"/>
                </a:lnTo>
                <a:lnTo>
                  <a:pt x="1909191" y="304711"/>
                </a:lnTo>
                <a:lnTo>
                  <a:pt x="1915071" y="294703"/>
                </a:lnTo>
                <a:lnTo>
                  <a:pt x="1918144" y="282232"/>
                </a:lnTo>
                <a:lnTo>
                  <a:pt x="1918525" y="280708"/>
                </a:lnTo>
                <a:lnTo>
                  <a:pt x="1920811" y="269011"/>
                </a:lnTo>
                <a:lnTo>
                  <a:pt x="1923059" y="254800"/>
                </a:lnTo>
                <a:lnTo>
                  <a:pt x="1925307" y="238175"/>
                </a:lnTo>
                <a:lnTo>
                  <a:pt x="1927669" y="218122"/>
                </a:lnTo>
                <a:close/>
              </a:path>
              <a:path w="1934209" h="381635">
                <a:moveTo>
                  <a:pt x="1933765" y="335572"/>
                </a:moveTo>
                <a:lnTo>
                  <a:pt x="1829511" y="337477"/>
                </a:lnTo>
                <a:lnTo>
                  <a:pt x="1781314" y="337718"/>
                </a:lnTo>
                <a:lnTo>
                  <a:pt x="1735556" y="337096"/>
                </a:lnTo>
                <a:lnTo>
                  <a:pt x="1717586" y="336257"/>
                </a:lnTo>
                <a:lnTo>
                  <a:pt x="1700453" y="333857"/>
                </a:lnTo>
                <a:lnTo>
                  <a:pt x="1684464" y="330022"/>
                </a:lnTo>
                <a:lnTo>
                  <a:pt x="1669923" y="324904"/>
                </a:lnTo>
                <a:lnTo>
                  <a:pt x="1669923" y="308140"/>
                </a:lnTo>
                <a:lnTo>
                  <a:pt x="1669923" y="254800"/>
                </a:lnTo>
                <a:lnTo>
                  <a:pt x="1718792" y="254800"/>
                </a:lnTo>
                <a:lnTo>
                  <a:pt x="1718792" y="227266"/>
                </a:lnTo>
                <a:lnTo>
                  <a:pt x="1669923" y="227266"/>
                </a:lnTo>
                <a:lnTo>
                  <a:pt x="1669923" y="167830"/>
                </a:lnTo>
                <a:lnTo>
                  <a:pt x="1723364" y="167830"/>
                </a:lnTo>
                <a:lnTo>
                  <a:pt x="1723364" y="140309"/>
                </a:lnTo>
                <a:lnTo>
                  <a:pt x="1657731" y="140309"/>
                </a:lnTo>
                <a:lnTo>
                  <a:pt x="1657731" y="83921"/>
                </a:lnTo>
                <a:lnTo>
                  <a:pt x="1717268" y="83921"/>
                </a:lnTo>
                <a:lnTo>
                  <a:pt x="1717268" y="58013"/>
                </a:lnTo>
                <a:lnTo>
                  <a:pt x="1657731" y="58013"/>
                </a:lnTo>
                <a:lnTo>
                  <a:pt x="1657731" y="3048"/>
                </a:lnTo>
                <a:lnTo>
                  <a:pt x="1631823" y="3048"/>
                </a:lnTo>
                <a:lnTo>
                  <a:pt x="1631823" y="58013"/>
                </a:lnTo>
                <a:lnTo>
                  <a:pt x="1569339" y="58013"/>
                </a:lnTo>
                <a:lnTo>
                  <a:pt x="1569339" y="83921"/>
                </a:lnTo>
                <a:lnTo>
                  <a:pt x="1631823" y="83921"/>
                </a:lnTo>
                <a:lnTo>
                  <a:pt x="1631823" y="140309"/>
                </a:lnTo>
                <a:lnTo>
                  <a:pt x="1555534" y="140309"/>
                </a:lnTo>
                <a:lnTo>
                  <a:pt x="1555534" y="167830"/>
                </a:lnTo>
                <a:lnTo>
                  <a:pt x="1642491" y="167830"/>
                </a:lnTo>
                <a:lnTo>
                  <a:pt x="1642491" y="308140"/>
                </a:lnTo>
                <a:lnTo>
                  <a:pt x="1633105" y="298996"/>
                </a:lnTo>
                <a:lnTo>
                  <a:pt x="1632508" y="298424"/>
                </a:lnTo>
                <a:lnTo>
                  <a:pt x="1623250" y="287566"/>
                </a:lnTo>
                <a:lnTo>
                  <a:pt x="1614843" y="275564"/>
                </a:lnTo>
                <a:lnTo>
                  <a:pt x="1607439" y="262420"/>
                </a:lnTo>
                <a:lnTo>
                  <a:pt x="1609445" y="245833"/>
                </a:lnTo>
                <a:lnTo>
                  <a:pt x="1610868" y="228422"/>
                </a:lnTo>
                <a:lnTo>
                  <a:pt x="1611642" y="212128"/>
                </a:lnTo>
                <a:lnTo>
                  <a:pt x="1611744" y="209550"/>
                </a:lnTo>
                <a:lnTo>
                  <a:pt x="1612011" y="192214"/>
                </a:lnTo>
                <a:lnTo>
                  <a:pt x="1586103" y="190690"/>
                </a:lnTo>
                <a:lnTo>
                  <a:pt x="1583270" y="239280"/>
                </a:lnTo>
                <a:lnTo>
                  <a:pt x="1577136" y="281838"/>
                </a:lnTo>
                <a:lnTo>
                  <a:pt x="1567840" y="318096"/>
                </a:lnTo>
                <a:lnTo>
                  <a:pt x="1555534" y="347764"/>
                </a:lnTo>
                <a:lnTo>
                  <a:pt x="1563192" y="362712"/>
                </a:lnTo>
                <a:lnTo>
                  <a:pt x="1567180" y="371005"/>
                </a:lnTo>
                <a:lnTo>
                  <a:pt x="1570863" y="379869"/>
                </a:lnTo>
                <a:lnTo>
                  <a:pt x="1580553" y="362724"/>
                </a:lnTo>
                <a:lnTo>
                  <a:pt x="1588960" y="343433"/>
                </a:lnTo>
                <a:lnTo>
                  <a:pt x="1595932" y="322135"/>
                </a:lnTo>
                <a:lnTo>
                  <a:pt x="1601343" y="298996"/>
                </a:lnTo>
                <a:lnTo>
                  <a:pt x="1622818" y="327253"/>
                </a:lnTo>
                <a:lnTo>
                  <a:pt x="1685823" y="360375"/>
                </a:lnTo>
                <a:lnTo>
                  <a:pt x="1727936" y="364629"/>
                </a:lnTo>
                <a:lnTo>
                  <a:pt x="1772564" y="365506"/>
                </a:lnTo>
                <a:lnTo>
                  <a:pt x="1923097" y="366153"/>
                </a:lnTo>
                <a:lnTo>
                  <a:pt x="1925408" y="359232"/>
                </a:lnTo>
                <a:lnTo>
                  <a:pt x="1927860" y="352005"/>
                </a:lnTo>
                <a:lnTo>
                  <a:pt x="1930603" y="344208"/>
                </a:lnTo>
                <a:lnTo>
                  <a:pt x="1932978" y="337718"/>
                </a:lnTo>
                <a:lnTo>
                  <a:pt x="1933765" y="335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882383" y="277929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90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5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219366" y="2500121"/>
            <a:ext cx="1167130" cy="380365"/>
          </a:xfrm>
          <a:custGeom>
            <a:avLst/>
            <a:gdLst/>
            <a:ahLst/>
            <a:cxnLst/>
            <a:rect l="l" t="t" r="r" b="b"/>
            <a:pathLst>
              <a:path w="1167129" h="380364">
                <a:moveTo>
                  <a:pt x="227279" y="21336"/>
                </a:moveTo>
                <a:lnTo>
                  <a:pt x="12192" y="21336"/>
                </a:lnTo>
                <a:lnTo>
                  <a:pt x="12192" y="48869"/>
                </a:lnTo>
                <a:lnTo>
                  <a:pt x="88493" y="48869"/>
                </a:lnTo>
                <a:lnTo>
                  <a:pt x="71018" y="98869"/>
                </a:lnTo>
                <a:lnTo>
                  <a:pt x="50533" y="145884"/>
                </a:lnTo>
                <a:lnTo>
                  <a:pt x="26911" y="189750"/>
                </a:lnTo>
                <a:lnTo>
                  <a:pt x="0" y="230327"/>
                </a:lnTo>
                <a:lnTo>
                  <a:pt x="3454" y="236601"/>
                </a:lnTo>
                <a:lnTo>
                  <a:pt x="7048" y="243890"/>
                </a:lnTo>
                <a:lnTo>
                  <a:pt x="10934" y="252044"/>
                </a:lnTo>
                <a:lnTo>
                  <a:pt x="15240" y="260896"/>
                </a:lnTo>
                <a:lnTo>
                  <a:pt x="36118" y="232549"/>
                </a:lnTo>
                <a:lnTo>
                  <a:pt x="55295" y="202501"/>
                </a:lnTo>
                <a:lnTo>
                  <a:pt x="72758" y="170751"/>
                </a:lnTo>
                <a:lnTo>
                  <a:pt x="88493" y="137261"/>
                </a:lnTo>
                <a:lnTo>
                  <a:pt x="175361" y="137261"/>
                </a:lnTo>
                <a:lnTo>
                  <a:pt x="168795" y="163029"/>
                </a:lnTo>
                <a:lnTo>
                  <a:pt x="160502" y="187642"/>
                </a:lnTo>
                <a:lnTo>
                  <a:pt x="150507" y="211074"/>
                </a:lnTo>
                <a:lnTo>
                  <a:pt x="138785" y="233375"/>
                </a:lnTo>
                <a:lnTo>
                  <a:pt x="113258" y="210324"/>
                </a:lnTo>
                <a:lnTo>
                  <a:pt x="99783" y="198437"/>
                </a:lnTo>
                <a:lnTo>
                  <a:pt x="85445" y="186118"/>
                </a:lnTo>
                <a:lnTo>
                  <a:pt x="67157" y="207454"/>
                </a:lnTo>
                <a:lnTo>
                  <a:pt x="83451" y="221754"/>
                </a:lnTo>
                <a:lnTo>
                  <a:pt x="98018" y="234899"/>
                </a:lnTo>
                <a:lnTo>
                  <a:pt x="110883" y="246938"/>
                </a:lnTo>
                <a:lnTo>
                  <a:pt x="122021" y="257848"/>
                </a:lnTo>
                <a:lnTo>
                  <a:pt x="100876" y="285305"/>
                </a:lnTo>
                <a:lnTo>
                  <a:pt x="76288" y="310629"/>
                </a:lnTo>
                <a:lnTo>
                  <a:pt x="48260" y="333971"/>
                </a:lnTo>
                <a:lnTo>
                  <a:pt x="16764" y="355485"/>
                </a:lnTo>
                <a:lnTo>
                  <a:pt x="23583" y="362077"/>
                </a:lnTo>
                <a:lnTo>
                  <a:pt x="30099" y="368249"/>
                </a:lnTo>
                <a:lnTo>
                  <a:pt x="36055" y="374129"/>
                </a:lnTo>
                <a:lnTo>
                  <a:pt x="41148" y="379869"/>
                </a:lnTo>
                <a:lnTo>
                  <a:pt x="82600" y="349059"/>
                </a:lnTo>
                <a:lnTo>
                  <a:pt x="118440" y="314579"/>
                </a:lnTo>
                <a:lnTo>
                  <a:pt x="148691" y="276275"/>
                </a:lnTo>
                <a:lnTo>
                  <a:pt x="173355" y="234048"/>
                </a:lnTo>
                <a:lnTo>
                  <a:pt x="192430" y="187744"/>
                </a:lnTo>
                <a:lnTo>
                  <a:pt x="205943" y="137261"/>
                </a:lnTo>
                <a:lnTo>
                  <a:pt x="205943" y="109829"/>
                </a:lnTo>
                <a:lnTo>
                  <a:pt x="99161" y="109829"/>
                </a:lnTo>
                <a:lnTo>
                  <a:pt x="104851" y="94945"/>
                </a:lnTo>
                <a:lnTo>
                  <a:pt x="110401" y="79921"/>
                </a:lnTo>
                <a:lnTo>
                  <a:pt x="115658" y="64604"/>
                </a:lnTo>
                <a:lnTo>
                  <a:pt x="120497" y="48869"/>
                </a:lnTo>
                <a:lnTo>
                  <a:pt x="227279" y="48869"/>
                </a:lnTo>
                <a:lnTo>
                  <a:pt x="227279" y="21336"/>
                </a:lnTo>
                <a:close/>
              </a:path>
              <a:path w="1167129" h="380364">
                <a:moveTo>
                  <a:pt x="271475" y="50393"/>
                </a:moveTo>
                <a:lnTo>
                  <a:pt x="242519" y="50393"/>
                </a:lnTo>
                <a:lnTo>
                  <a:pt x="242519" y="283756"/>
                </a:lnTo>
                <a:lnTo>
                  <a:pt x="271475" y="283756"/>
                </a:lnTo>
                <a:lnTo>
                  <a:pt x="271475" y="50393"/>
                </a:lnTo>
                <a:close/>
              </a:path>
              <a:path w="1167129" h="380364">
                <a:moveTo>
                  <a:pt x="358432" y="7620"/>
                </a:moveTo>
                <a:lnTo>
                  <a:pt x="327863" y="7620"/>
                </a:lnTo>
                <a:lnTo>
                  <a:pt x="327863" y="315760"/>
                </a:lnTo>
                <a:lnTo>
                  <a:pt x="326186" y="326644"/>
                </a:lnTo>
                <a:lnTo>
                  <a:pt x="321386" y="334238"/>
                </a:lnTo>
                <a:lnTo>
                  <a:pt x="313715" y="338696"/>
                </a:lnTo>
                <a:lnTo>
                  <a:pt x="303771" y="340106"/>
                </a:lnTo>
                <a:lnTo>
                  <a:pt x="292925" y="340093"/>
                </a:lnTo>
                <a:lnTo>
                  <a:pt x="279666" y="339763"/>
                </a:lnTo>
                <a:lnTo>
                  <a:pt x="263829" y="338861"/>
                </a:lnTo>
                <a:lnTo>
                  <a:pt x="245567" y="337096"/>
                </a:lnTo>
                <a:lnTo>
                  <a:pt x="247586" y="346062"/>
                </a:lnTo>
                <a:lnTo>
                  <a:pt x="249186" y="354711"/>
                </a:lnTo>
                <a:lnTo>
                  <a:pt x="250494" y="363334"/>
                </a:lnTo>
                <a:lnTo>
                  <a:pt x="251663" y="372249"/>
                </a:lnTo>
                <a:lnTo>
                  <a:pt x="314147" y="372249"/>
                </a:lnTo>
                <a:lnTo>
                  <a:pt x="333311" y="369125"/>
                </a:lnTo>
                <a:lnTo>
                  <a:pt x="347179" y="359854"/>
                </a:lnTo>
                <a:lnTo>
                  <a:pt x="355600" y="344551"/>
                </a:lnTo>
                <a:lnTo>
                  <a:pt x="356184" y="340144"/>
                </a:lnTo>
                <a:lnTo>
                  <a:pt x="358432" y="323380"/>
                </a:lnTo>
                <a:lnTo>
                  <a:pt x="358432" y="7620"/>
                </a:lnTo>
                <a:close/>
              </a:path>
              <a:path w="1167129" h="380364">
                <a:moveTo>
                  <a:pt x="538365" y="326428"/>
                </a:moveTo>
                <a:lnTo>
                  <a:pt x="536841" y="298996"/>
                </a:lnTo>
                <a:lnTo>
                  <a:pt x="525411" y="301523"/>
                </a:lnTo>
                <a:lnTo>
                  <a:pt x="502551" y="307136"/>
                </a:lnTo>
                <a:lnTo>
                  <a:pt x="491121" y="309664"/>
                </a:lnTo>
                <a:lnTo>
                  <a:pt x="491121" y="231838"/>
                </a:lnTo>
                <a:lnTo>
                  <a:pt x="529221" y="231838"/>
                </a:lnTo>
                <a:lnTo>
                  <a:pt x="529221" y="208978"/>
                </a:lnTo>
                <a:lnTo>
                  <a:pt x="491121" y="208978"/>
                </a:lnTo>
                <a:lnTo>
                  <a:pt x="491121" y="140309"/>
                </a:lnTo>
                <a:lnTo>
                  <a:pt x="526173" y="140309"/>
                </a:lnTo>
                <a:lnTo>
                  <a:pt x="526173" y="118973"/>
                </a:lnTo>
                <a:lnTo>
                  <a:pt x="526173" y="45821"/>
                </a:lnTo>
                <a:lnTo>
                  <a:pt x="526173" y="22860"/>
                </a:lnTo>
                <a:lnTo>
                  <a:pt x="501789" y="22860"/>
                </a:lnTo>
                <a:lnTo>
                  <a:pt x="501789" y="45821"/>
                </a:lnTo>
                <a:lnTo>
                  <a:pt x="501789" y="118973"/>
                </a:lnTo>
                <a:lnTo>
                  <a:pt x="439204" y="118973"/>
                </a:lnTo>
                <a:lnTo>
                  <a:pt x="439204" y="45821"/>
                </a:lnTo>
                <a:lnTo>
                  <a:pt x="501789" y="45821"/>
                </a:lnTo>
                <a:lnTo>
                  <a:pt x="501789" y="22860"/>
                </a:lnTo>
                <a:lnTo>
                  <a:pt x="414820" y="22860"/>
                </a:lnTo>
                <a:lnTo>
                  <a:pt x="414820" y="154114"/>
                </a:lnTo>
                <a:lnTo>
                  <a:pt x="439204" y="154114"/>
                </a:lnTo>
                <a:lnTo>
                  <a:pt x="439204" y="140309"/>
                </a:lnTo>
                <a:lnTo>
                  <a:pt x="466636" y="140309"/>
                </a:lnTo>
                <a:lnTo>
                  <a:pt x="466636" y="314236"/>
                </a:lnTo>
                <a:lnTo>
                  <a:pt x="458635" y="316280"/>
                </a:lnTo>
                <a:lnTo>
                  <a:pt x="442633" y="319811"/>
                </a:lnTo>
                <a:lnTo>
                  <a:pt x="434632" y="321856"/>
                </a:lnTo>
                <a:lnTo>
                  <a:pt x="434632" y="178498"/>
                </a:lnTo>
                <a:lnTo>
                  <a:pt x="410248" y="178498"/>
                </a:lnTo>
                <a:lnTo>
                  <a:pt x="410248" y="326428"/>
                </a:lnTo>
                <a:lnTo>
                  <a:pt x="402628" y="327952"/>
                </a:lnTo>
                <a:lnTo>
                  <a:pt x="396532" y="329476"/>
                </a:lnTo>
                <a:lnTo>
                  <a:pt x="390436" y="329476"/>
                </a:lnTo>
                <a:lnTo>
                  <a:pt x="399580" y="361581"/>
                </a:lnTo>
                <a:lnTo>
                  <a:pt x="440766" y="350037"/>
                </a:lnTo>
                <a:lnTo>
                  <a:pt x="477545" y="340537"/>
                </a:lnTo>
                <a:lnTo>
                  <a:pt x="510032" y="332765"/>
                </a:lnTo>
                <a:lnTo>
                  <a:pt x="538365" y="326428"/>
                </a:lnTo>
                <a:close/>
              </a:path>
              <a:path w="1167129" h="380364">
                <a:moveTo>
                  <a:pt x="759536" y="192214"/>
                </a:moveTo>
                <a:lnTo>
                  <a:pt x="539889" y="192214"/>
                </a:lnTo>
                <a:lnTo>
                  <a:pt x="539889" y="218122"/>
                </a:lnTo>
                <a:lnTo>
                  <a:pt x="579513" y="218122"/>
                </a:lnTo>
                <a:lnTo>
                  <a:pt x="565797" y="251752"/>
                </a:lnTo>
                <a:lnTo>
                  <a:pt x="565797" y="276136"/>
                </a:lnTo>
                <a:lnTo>
                  <a:pt x="701522" y="276136"/>
                </a:lnTo>
                <a:lnTo>
                  <a:pt x="699236" y="296519"/>
                </a:lnTo>
                <a:lnTo>
                  <a:pt x="687806" y="335572"/>
                </a:lnTo>
                <a:lnTo>
                  <a:pt x="665289" y="341630"/>
                </a:lnTo>
                <a:lnTo>
                  <a:pt x="649274" y="341617"/>
                </a:lnTo>
                <a:lnTo>
                  <a:pt x="632167" y="341287"/>
                </a:lnTo>
                <a:lnTo>
                  <a:pt x="613905" y="340385"/>
                </a:lnTo>
                <a:lnTo>
                  <a:pt x="594753" y="338620"/>
                </a:lnTo>
                <a:lnTo>
                  <a:pt x="597039" y="354520"/>
                </a:lnTo>
                <a:lnTo>
                  <a:pt x="637501" y="370535"/>
                </a:lnTo>
                <a:lnTo>
                  <a:pt x="671042" y="370725"/>
                </a:lnTo>
                <a:lnTo>
                  <a:pt x="693331" y="367576"/>
                </a:lnTo>
                <a:lnTo>
                  <a:pt x="709904" y="358140"/>
                </a:lnTo>
                <a:lnTo>
                  <a:pt x="720763" y="342392"/>
                </a:lnTo>
                <a:lnTo>
                  <a:pt x="720928" y="341668"/>
                </a:lnTo>
                <a:lnTo>
                  <a:pt x="725906" y="320332"/>
                </a:lnTo>
                <a:lnTo>
                  <a:pt x="727925" y="304038"/>
                </a:lnTo>
                <a:lnTo>
                  <a:pt x="729526" y="287185"/>
                </a:lnTo>
                <a:lnTo>
                  <a:pt x="730834" y="269748"/>
                </a:lnTo>
                <a:lnTo>
                  <a:pt x="732002" y="251752"/>
                </a:lnTo>
                <a:lnTo>
                  <a:pt x="594753" y="251752"/>
                </a:lnTo>
                <a:lnTo>
                  <a:pt x="608469" y="218122"/>
                </a:lnTo>
                <a:lnTo>
                  <a:pt x="759536" y="218122"/>
                </a:lnTo>
                <a:lnTo>
                  <a:pt x="759536" y="192214"/>
                </a:lnTo>
                <a:close/>
              </a:path>
              <a:path w="1167129" h="380364">
                <a:moveTo>
                  <a:pt x="776300" y="143446"/>
                </a:moveTo>
                <a:lnTo>
                  <a:pt x="762596" y="137261"/>
                </a:lnTo>
                <a:lnTo>
                  <a:pt x="759218" y="135737"/>
                </a:lnTo>
                <a:lnTo>
                  <a:pt x="752881" y="132867"/>
                </a:lnTo>
                <a:lnTo>
                  <a:pt x="731062" y="117462"/>
                </a:lnTo>
                <a:lnTo>
                  <a:pt x="711263" y="97497"/>
                </a:lnTo>
                <a:lnTo>
                  <a:pt x="710666" y="96672"/>
                </a:lnTo>
                <a:lnTo>
                  <a:pt x="710666" y="135737"/>
                </a:lnTo>
                <a:lnTo>
                  <a:pt x="584085" y="135737"/>
                </a:lnTo>
                <a:lnTo>
                  <a:pt x="597242" y="120827"/>
                </a:lnTo>
                <a:lnTo>
                  <a:pt x="609269" y="105638"/>
                </a:lnTo>
                <a:lnTo>
                  <a:pt x="620166" y="89877"/>
                </a:lnTo>
                <a:lnTo>
                  <a:pt x="629894" y="73253"/>
                </a:lnTo>
                <a:lnTo>
                  <a:pt x="666470" y="73253"/>
                </a:lnTo>
                <a:lnTo>
                  <a:pt x="675309" y="90728"/>
                </a:lnTo>
                <a:lnTo>
                  <a:pt x="685711" y="106781"/>
                </a:lnTo>
                <a:lnTo>
                  <a:pt x="697547" y="121691"/>
                </a:lnTo>
                <a:lnTo>
                  <a:pt x="710666" y="135737"/>
                </a:lnTo>
                <a:lnTo>
                  <a:pt x="710666" y="96672"/>
                </a:lnTo>
                <a:lnTo>
                  <a:pt x="693902" y="73253"/>
                </a:lnTo>
                <a:lnTo>
                  <a:pt x="765632" y="73253"/>
                </a:lnTo>
                <a:lnTo>
                  <a:pt x="765632" y="47345"/>
                </a:lnTo>
                <a:lnTo>
                  <a:pt x="643610" y="47345"/>
                </a:lnTo>
                <a:lnTo>
                  <a:pt x="647915" y="37858"/>
                </a:lnTo>
                <a:lnTo>
                  <a:pt x="651802" y="27825"/>
                </a:lnTo>
                <a:lnTo>
                  <a:pt x="655396" y="17246"/>
                </a:lnTo>
                <a:lnTo>
                  <a:pt x="658850" y="6096"/>
                </a:lnTo>
                <a:lnTo>
                  <a:pt x="629894" y="0"/>
                </a:lnTo>
                <a:lnTo>
                  <a:pt x="626173" y="12534"/>
                </a:lnTo>
                <a:lnTo>
                  <a:pt x="621880" y="24777"/>
                </a:lnTo>
                <a:lnTo>
                  <a:pt x="616991" y="36474"/>
                </a:lnTo>
                <a:lnTo>
                  <a:pt x="611517" y="47345"/>
                </a:lnTo>
                <a:lnTo>
                  <a:pt x="539889" y="47345"/>
                </a:lnTo>
                <a:lnTo>
                  <a:pt x="539889" y="73253"/>
                </a:lnTo>
                <a:lnTo>
                  <a:pt x="597801" y="73253"/>
                </a:lnTo>
                <a:lnTo>
                  <a:pt x="581558" y="96380"/>
                </a:lnTo>
                <a:lnTo>
                  <a:pt x="562749" y="117652"/>
                </a:lnTo>
                <a:lnTo>
                  <a:pt x="541642" y="136944"/>
                </a:lnTo>
                <a:lnTo>
                  <a:pt x="518553" y="154114"/>
                </a:lnTo>
                <a:lnTo>
                  <a:pt x="523976" y="159600"/>
                </a:lnTo>
                <a:lnTo>
                  <a:pt x="528840" y="164782"/>
                </a:lnTo>
                <a:lnTo>
                  <a:pt x="533120" y="169976"/>
                </a:lnTo>
                <a:lnTo>
                  <a:pt x="536841" y="175450"/>
                </a:lnTo>
                <a:lnTo>
                  <a:pt x="547979" y="167436"/>
                </a:lnTo>
                <a:lnTo>
                  <a:pt x="558558" y="159258"/>
                </a:lnTo>
                <a:lnTo>
                  <a:pt x="568553" y="150812"/>
                </a:lnTo>
                <a:lnTo>
                  <a:pt x="577989" y="141922"/>
                </a:lnTo>
                <a:lnTo>
                  <a:pt x="577989" y="160210"/>
                </a:lnTo>
                <a:lnTo>
                  <a:pt x="712190" y="160210"/>
                </a:lnTo>
                <a:lnTo>
                  <a:pt x="712190" y="141922"/>
                </a:lnTo>
                <a:lnTo>
                  <a:pt x="712190" y="137261"/>
                </a:lnTo>
                <a:lnTo>
                  <a:pt x="722769" y="146418"/>
                </a:lnTo>
                <a:lnTo>
                  <a:pt x="733920" y="155257"/>
                </a:lnTo>
                <a:lnTo>
                  <a:pt x="745667" y="163499"/>
                </a:lnTo>
                <a:lnTo>
                  <a:pt x="758012" y="170878"/>
                </a:lnTo>
                <a:lnTo>
                  <a:pt x="776300" y="143446"/>
                </a:lnTo>
                <a:close/>
              </a:path>
              <a:path w="1167129" h="380364">
                <a:moveTo>
                  <a:pt x="1140726" y="47345"/>
                </a:moveTo>
                <a:lnTo>
                  <a:pt x="1129842" y="34378"/>
                </a:lnTo>
                <a:lnTo>
                  <a:pt x="1119962" y="22872"/>
                </a:lnTo>
                <a:lnTo>
                  <a:pt x="1102626" y="3048"/>
                </a:lnTo>
                <a:lnTo>
                  <a:pt x="1082814" y="16764"/>
                </a:lnTo>
                <a:lnTo>
                  <a:pt x="1090853" y="26504"/>
                </a:lnTo>
                <a:lnTo>
                  <a:pt x="1099197" y="37388"/>
                </a:lnTo>
                <a:lnTo>
                  <a:pt x="1117866" y="62585"/>
                </a:lnTo>
                <a:lnTo>
                  <a:pt x="1140726" y="47345"/>
                </a:lnTo>
                <a:close/>
              </a:path>
              <a:path w="1167129" h="380364">
                <a:moveTo>
                  <a:pt x="1159014" y="218122"/>
                </a:moveTo>
                <a:lnTo>
                  <a:pt x="1154099" y="216700"/>
                </a:lnTo>
                <a:lnTo>
                  <a:pt x="1148346" y="214693"/>
                </a:lnTo>
                <a:lnTo>
                  <a:pt x="1133106" y="208978"/>
                </a:lnTo>
                <a:lnTo>
                  <a:pt x="1131722" y="225552"/>
                </a:lnTo>
                <a:lnTo>
                  <a:pt x="1130058" y="240842"/>
                </a:lnTo>
                <a:lnTo>
                  <a:pt x="1128509" y="253644"/>
                </a:lnTo>
                <a:lnTo>
                  <a:pt x="1127010" y="266992"/>
                </a:lnTo>
                <a:lnTo>
                  <a:pt x="1125486" y="277660"/>
                </a:lnTo>
                <a:lnTo>
                  <a:pt x="1122438" y="282232"/>
                </a:lnTo>
                <a:lnTo>
                  <a:pt x="1114818" y="282232"/>
                </a:lnTo>
                <a:lnTo>
                  <a:pt x="1110246" y="277660"/>
                </a:lnTo>
                <a:lnTo>
                  <a:pt x="1105674" y="270040"/>
                </a:lnTo>
                <a:lnTo>
                  <a:pt x="1100734" y="262420"/>
                </a:lnTo>
                <a:lnTo>
                  <a:pt x="1100455" y="261988"/>
                </a:lnTo>
                <a:lnTo>
                  <a:pt x="1095959" y="253644"/>
                </a:lnTo>
                <a:lnTo>
                  <a:pt x="1091742" y="244716"/>
                </a:lnTo>
                <a:lnTo>
                  <a:pt x="1087386" y="234886"/>
                </a:lnTo>
                <a:lnTo>
                  <a:pt x="1101674" y="211721"/>
                </a:lnTo>
                <a:lnTo>
                  <a:pt x="1107363" y="201358"/>
                </a:lnTo>
                <a:lnTo>
                  <a:pt x="1114818" y="187833"/>
                </a:lnTo>
                <a:lnTo>
                  <a:pt x="1126820" y="163055"/>
                </a:lnTo>
                <a:lnTo>
                  <a:pt x="1137678" y="137261"/>
                </a:lnTo>
                <a:lnTo>
                  <a:pt x="1111770" y="126593"/>
                </a:lnTo>
                <a:lnTo>
                  <a:pt x="1105242" y="146037"/>
                </a:lnTo>
                <a:lnTo>
                  <a:pt x="1097292" y="165163"/>
                </a:lnTo>
                <a:lnTo>
                  <a:pt x="1088186" y="183692"/>
                </a:lnTo>
                <a:lnTo>
                  <a:pt x="1078242" y="201358"/>
                </a:lnTo>
                <a:lnTo>
                  <a:pt x="1073099" y="179412"/>
                </a:lnTo>
                <a:lnTo>
                  <a:pt x="1069098" y="155028"/>
                </a:lnTo>
                <a:lnTo>
                  <a:pt x="1066241" y="128638"/>
                </a:lnTo>
                <a:lnTo>
                  <a:pt x="1064526" y="100685"/>
                </a:lnTo>
                <a:lnTo>
                  <a:pt x="1157490" y="100685"/>
                </a:lnTo>
                <a:lnTo>
                  <a:pt x="1157490" y="74777"/>
                </a:lnTo>
                <a:lnTo>
                  <a:pt x="1063002" y="74777"/>
                </a:lnTo>
                <a:lnTo>
                  <a:pt x="1062113" y="55613"/>
                </a:lnTo>
                <a:lnTo>
                  <a:pt x="1061669" y="37388"/>
                </a:lnTo>
                <a:lnTo>
                  <a:pt x="1061567" y="26504"/>
                </a:lnTo>
                <a:lnTo>
                  <a:pt x="1061478" y="1524"/>
                </a:lnTo>
                <a:lnTo>
                  <a:pt x="1035570" y="1524"/>
                </a:lnTo>
                <a:lnTo>
                  <a:pt x="1035799" y="19837"/>
                </a:lnTo>
                <a:lnTo>
                  <a:pt x="1036828" y="55613"/>
                </a:lnTo>
                <a:lnTo>
                  <a:pt x="1037094" y="74777"/>
                </a:lnTo>
                <a:lnTo>
                  <a:pt x="966889" y="74777"/>
                </a:lnTo>
                <a:lnTo>
                  <a:pt x="966825" y="228422"/>
                </a:lnTo>
                <a:lnTo>
                  <a:pt x="966292" y="238175"/>
                </a:lnTo>
                <a:lnTo>
                  <a:pt x="964412" y="248081"/>
                </a:lnTo>
                <a:lnTo>
                  <a:pt x="961097" y="257136"/>
                </a:lnTo>
                <a:lnTo>
                  <a:pt x="956221" y="265468"/>
                </a:lnTo>
                <a:lnTo>
                  <a:pt x="974509" y="285280"/>
                </a:lnTo>
                <a:lnTo>
                  <a:pt x="1030122" y="230314"/>
                </a:lnTo>
                <a:lnTo>
                  <a:pt x="1038618" y="222694"/>
                </a:lnTo>
                <a:lnTo>
                  <a:pt x="1036586" y="216484"/>
                </a:lnTo>
                <a:lnTo>
                  <a:pt x="1034999" y="209550"/>
                </a:lnTo>
                <a:lnTo>
                  <a:pt x="1033678" y="202336"/>
                </a:lnTo>
                <a:lnTo>
                  <a:pt x="1032522" y="195262"/>
                </a:lnTo>
                <a:lnTo>
                  <a:pt x="1022223" y="205028"/>
                </a:lnTo>
                <a:lnTo>
                  <a:pt x="1002842" y="222275"/>
                </a:lnTo>
                <a:lnTo>
                  <a:pt x="994321" y="230314"/>
                </a:lnTo>
                <a:lnTo>
                  <a:pt x="994321" y="100685"/>
                </a:lnTo>
                <a:lnTo>
                  <a:pt x="1038618" y="100685"/>
                </a:lnTo>
                <a:lnTo>
                  <a:pt x="1041488" y="138150"/>
                </a:lnTo>
                <a:lnTo>
                  <a:pt x="1045667" y="172593"/>
                </a:lnTo>
                <a:lnTo>
                  <a:pt x="1051255" y="203860"/>
                </a:lnTo>
                <a:lnTo>
                  <a:pt x="1058430" y="231838"/>
                </a:lnTo>
                <a:lnTo>
                  <a:pt x="1045032" y="250139"/>
                </a:lnTo>
                <a:lnTo>
                  <a:pt x="1030185" y="268122"/>
                </a:lnTo>
                <a:lnTo>
                  <a:pt x="1014196" y="285521"/>
                </a:lnTo>
                <a:lnTo>
                  <a:pt x="997369" y="302044"/>
                </a:lnTo>
                <a:lnTo>
                  <a:pt x="1003681" y="306616"/>
                </a:lnTo>
                <a:lnTo>
                  <a:pt x="1008989" y="311188"/>
                </a:lnTo>
                <a:lnTo>
                  <a:pt x="1013447" y="315760"/>
                </a:lnTo>
                <a:lnTo>
                  <a:pt x="1017181" y="320332"/>
                </a:lnTo>
                <a:lnTo>
                  <a:pt x="1031544" y="306349"/>
                </a:lnTo>
                <a:lnTo>
                  <a:pt x="1044892" y="291947"/>
                </a:lnTo>
                <a:lnTo>
                  <a:pt x="1057351" y="277253"/>
                </a:lnTo>
                <a:lnTo>
                  <a:pt x="1069098" y="262420"/>
                </a:lnTo>
                <a:lnTo>
                  <a:pt x="1073429" y="270370"/>
                </a:lnTo>
                <a:lnTo>
                  <a:pt x="1103007" y="307759"/>
                </a:lnTo>
                <a:lnTo>
                  <a:pt x="1122438" y="312712"/>
                </a:lnTo>
                <a:lnTo>
                  <a:pt x="1132954" y="310705"/>
                </a:lnTo>
                <a:lnTo>
                  <a:pt x="1141488" y="304711"/>
                </a:lnTo>
                <a:lnTo>
                  <a:pt x="1147724" y="294703"/>
                </a:lnTo>
                <a:lnTo>
                  <a:pt x="1150988" y="282232"/>
                </a:lnTo>
                <a:lnTo>
                  <a:pt x="1151394" y="280708"/>
                </a:lnTo>
                <a:lnTo>
                  <a:pt x="1153655" y="269011"/>
                </a:lnTo>
                <a:lnTo>
                  <a:pt x="1155738" y="254800"/>
                </a:lnTo>
                <a:lnTo>
                  <a:pt x="1157605" y="237591"/>
                </a:lnTo>
                <a:lnTo>
                  <a:pt x="1159014" y="218122"/>
                </a:lnTo>
                <a:close/>
              </a:path>
              <a:path w="1167129" h="380364">
                <a:moveTo>
                  <a:pt x="1166634" y="335572"/>
                </a:moveTo>
                <a:lnTo>
                  <a:pt x="1061618" y="337477"/>
                </a:lnTo>
                <a:lnTo>
                  <a:pt x="1012888" y="337718"/>
                </a:lnTo>
                <a:lnTo>
                  <a:pt x="966889" y="337096"/>
                </a:lnTo>
                <a:lnTo>
                  <a:pt x="949172" y="336257"/>
                </a:lnTo>
                <a:lnTo>
                  <a:pt x="932599" y="333857"/>
                </a:lnTo>
                <a:lnTo>
                  <a:pt x="917168" y="330022"/>
                </a:lnTo>
                <a:lnTo>
                  <a:pt x="902881" y="324904"/>
                </a:lnTo>
                <a:lnTo>
                  <a:pt x="902881" y="308140"/>
                </a:lnTo>
                <a:lnTo>
                  <a:pt x="902881" y="254800"/>
                </a:lnTo>
                <a:lnTo>
                  <a:pt x="951649" y="254800"/>
                </a:lnTo>
                <a:lnTo>
                  <a:pt x="951649" y="227266"/>
                </a:lnTo>
                <a:lnTo>
                  <a:pt x="902881" y="227266"/>
                </a:lnTo>
                <a:lnTo>
                  <a:pt x="902881" y="167830"/>
                </a:lnTo>
                <a:lnTo>
                  <a:pt x="956221" y="167830"/>
                </a:lnTo>
                <a:lnTo>
                  <a:pt x="956221" y="140309"/>
                </a:lnTo>
                <a:lnTo>
                  <a:pt x="890689" y="140309"/>
                </a:lnTo>
                <a:lnTo>
                  <a:pt x="890689" y="83921"/>
                </a:lnTo>
                <a:lnTo>
                  <a:pt x="950125" y="83921"/>
                </a:lnTo>
                <a:lnTo>
                  <a:pt x="950125" y="58013"/>
                </a:lnTo>
                <a:lnTo>
                  <a:pt x="890689" y="58013"/>
                </a:lnTo>
                <a:lnTo>
                  <a:pt x="890689" y="3048"/>
                </a:lnTo>
                <a:lnTo>
                  <a:pt x="864692" y="3048"/>
                </a:lnTo>
                <a:lnTo>
                  <a:pt x="864692" y="58013"/>
                </a:lnTo>
                <a:lnTo>
                  <a:pt x="802208" y="58013"/>
                </a:lnTo>
                <a:lnTo>
                  <a:pt x="802208" y="83921"/>
                </a:lnTo>
                <a:lnTo>
                  <a:pt x="864692" y="83921"/>
                </a:lnTo>
                <a:lnTo>
                  <a:pt x="864692" y="140309"/>
                </a:lnTo>
                <a:lnTo>
                  <a:pt x="788492" y="140309"/>
                </a:lnTo>
                <a:lnTo>
                  <a:pt x="788492" y="167830"/>
                </a:lnTo>
                <a:lnTo>
                  <a:pt x="875360" y="167830"/>
                </a:lnTo>
                <a:lnTo>
                  <a:pt x="875360" y="308140"/>
                </a:lnTo>
                <a:lnTo>
                  <a:pt x="847712" y="275564"/>
                </a:lnTo>
                <a:lnTo>
                  <a:pt x="840308" y="262420"/>
                </a:lnTo>
                <a:lnTo>
                  <a:pt x="841451" y="245833"/>
                </a:lnTo>
                <a:lnTo>
                  <a:pt x="844880" y="192214"/>
                </a:lnTo>
                <a:lnTo>
                  <a:pt x="817448" y="190690"/>
                </a:lnTo>
                <a:lnTo>
                  <a:pt x="815467" y="239280"/>
                </a:lnTo>
                <a:lnTo>
                  <a:pt x="809637" y="281838"/>
                </a:lnTo>
                <a:lnTo>
                  <a:pt x="800087" y="318096"/>
                </a:lnTo>
                <a:lnTo>
                  <a:pt x="786968" y="347764"/>
                </a:lnTo>
                <a:lnTo>
                  <a:pt x="791298" y="354965"/>
                </a:lnTo>
                <a:lnTo>
                  <a:pt x="795350" y="362712"/>
                </a:lnTo>
                <a:lnTo>
                  <a:pt x="803732" y="379869"/>
                </a:lnTo>
                <a:lnTo>
                  <a:pt x="813206" y="362724"/>
                </a:lnTo>
                <a:lnTo>
                  <a:pt x="821258" y="343433"/>
                </a:lnTo>
                <a:lnTo>
                  <a:pt x="828154" y="322135"/>
                </a:lnTo>
                <a:lnTo>
                  <a:pt x="834212" y="298996"/>
                </a:lnTo>
                <a:lnTo>
                  <a:pt x="855027" y="327253"/>
                </a:lnTo>
                <a:lnTo>
                  <a:pt x="917867" y="360375"/>
                </a:lnTo>
                <a:lnTo>
                  <a:pt x="959269" y="364629"/>
                </a:lnTo>
                <a:lnTo>
                  <a:pt x="1004150" y="365506"/>
                </a:lnTo>
                <a:lnTo>
                  <a:pt x="1155966" y="366153"/>
                </a:lnTo>
                <a:lnTo>
                  <a:pt x="1157630" y="359232"/>
                </a:lnTo>
                <a:lnTo>
                  <a:pt x="1160157" y="352005"/>
                </a:lnTo>
                <a:lnTo>
                  <a:pt x="1165783" y="337718"/>
                </a:lnTo>
                <a:lnTo>
                  <a:pt x="1166634" y="335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418844" y="3273552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1742979" y="3142297"/>
            <a:ext cx="295910" cy="258445"/>
            <a:chOff x="1742979" y="3142297"/>
            <a:chExt cx="295910" cy="258445"/>
          </a:xfrm>
        </p:grpSpPr>
        <p:sp>
          <p:nvSpPr>
            <p:cNvPr id="32" name="object 32" descr=""/>
            <p:cNvSpPr/>
            <p:nvPr/>
          </p:nvSpPr>
          <p:spPr>
            <a:xfrm>
              <a:off x="1742979" y="3142297"/>
              <a:ext cx="113030" cy="258445"/>
            </a:xfrm>
            <a:custGeom>
              <a:avLst/>
              <a:gdLst/>
              <a:ahLst/>
              <a:cxnLst/>
              <a:rect l="l" t="t" r="r" b="b"/>
              <a:pathLst>
                <a:path w="113030" h="258445">
                  <a:moveTo>
                    <a:pt x="83819" y="257841"/>
                  </a:moveTo>
                  <a:lnTo>
                    <a:pt x="61817" y="254149"/>
                  </a:lnTo>
                  <a:lnTo>
                    <a:pt x="46100" y="243161"/>
                  </a:lnTo>
                  <a:lnTo>
                    <a:pt x="36671" y="225011"/>
                  </a:lnTo>
                  <a:lnTo>
                    <a:pt x="33527" y="199834"/>
                  </a:lnTo>
                  <a:lnTo>
                    <a:pt x="33527" y="83915"/>
                  </a:lnTo>
                  <a:lnTo>
                    <a:pt x="0" y="83915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9143"/>
                  </a:lnTo>
                  <a:lnTo>
                    <a:pt x="64007" y="0"/>
                  </a:lnTo>
                  <a:lnTo>
                    <a:pt x="64007" y="58007"/>
                  </a:lnTo>
                  <a:lnTo>
                    <a:pt x="112775" y="58007"/>
                  </a:lnTo>
                  <a:lnTo>
                    <a:pt x="112775" y="83915"/>
                  </a:lnTo>
                  <a:lnTo>
                    <a:pt x="64007" y="83915"/>
                  </a:lnTo>
                  <a:lnTo>
                    <a:pt x="64007" y="195262"/>
                  </a:lnTo>
                  <a:lnTo>
                    <a:pt x="64555" y="203834"/>
                  </a:lnTo>
                  <a:lnTo>
                    <a:pt x="66103" y="211264"/>
                  </a:lnTo>
                  <a:lnTo>
                    <a:pt x="68508" y="217550"/>
                  </a:lnTo>
                  <a:lnTo>
                    <a:pt x="71627" y="222694"/>
                  </a:lnTo>
                  <a:lnTo>
                    <a:pt x="74675" y="228885"/>
                  </a:lnTo>
                  <a:lnTo>
                    <a:pt x="82295" y="231933"/>
                  </a:lnTo>
                  <a:lnTo>
                    <a:pt x="100583" y="231933"/>
                  </a:lnTo>
                  <a:lnTo>
                    <a:pt x="108203" y="228885"/>
                  </a:lnTo>
                  <a:lnTo>
                    <a:pt x="112775" y="224218"/>
                  </a:lnTo>
                  <a:lnTo>
                    <a:pt x="112775" y="251745"/>
                  </a:lnTo>
                  <a:lnTo>
                    <a:pt x="107394" y="254627"/>
                  </a:lnTo>
                  <a:lnTo>
                    <a:pt x="100583" y="256508"/>
                  </a:lnTo>
                  <a:lnTo>
                    <a:pt x="92630" y="257532"/>
                  </a:lnTo>
                  <a:lnTo>
                    <a:pt x="83819" y="2578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3282" y="3195732"/>
              <a:ext cx="155543" cy="204406"/>
            </a:xfrm>
            <a:prstGeom prst="rect">
              <a:avLst/>
            </a:prstGeom>
          </p:spPr>
        </p:pic>
      </p:grpSp>
      <p:sp>
        <p:nvSpPr>
          <p:cNvPr id="34" name="object 34" descr=""/>
          <p:cNvSpPr/>
          <p:nvPr/>
        </p:nvSpPr>
        <p:spPr>
          <a:xfrm>
            <a:off x="2098262" y="3105721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39">
                <a:moveTo>
                  <a:pt x="30480" y="289845"/>
                </a:moveTo>
                <a:lnTo>
                  <a:pt x="0" y="289845"/>
                </a:lnTo>
                <a:lnTo>
                  <a:pt x="0" y="0"/>
                </a:lnTo>
                <a:lnTo>
                  <a:pt x="30480" y="0"/>
                </a:lnTo>
                <a:lnTo>
                  <a:pt x="30480" y="128111"/>
                </a:lnTo>
                <a:lnTo>
                  <a:pt x="54870" y="128111"/>
                </a:lnTo>
                <a:lnTo>
                  <a:pt x="31599" y="169030"/>
                </a:lnTo>
                <a:lnTo>
                  <a:pt x="30480" y="183070"/>
                </a:lnTo>
                <a:lnTo>
                  <a:pt x="30480" y="210502"/>
                </a:lnTo>
                <a:lnTo>
                  <a:pt x="47244" y="251650"/>
                </a:lnTo>
                <a:lnTo>
                  <a:pt x="61291" y="262413"/>
                </a:lnTo>
                <a:lnTo>
                  <a:pt x="30480" y="262413"/>
                </a:lnTo>
                <a:lnTo>
                  <a:pt x="30480" y="289845"/>
                </a:lnTo>
                <a:close/>
              </a:path>
              <a:path w="180339" h="294639">
                <a:moveTo>
                  <a:pt x="54870" y="128111"/>
                </a:moveTo>
                <a:lnTo>
                  <a:pt x="32004" y="128111"/>
                </a:lnTo>
                <a:lnTo>
                  <a:pt x="44853" y="111228"/>
                </a:lnTo>
                <a:lnTo>
                  <a:pt x="60436" y="99345"/>
                </a:lnTo>
                <a:lnTo>
                  <a:pt x="78590" y="92321"/>
                </a:lnTo>
                <a:lnTo>
                  <a:pt x="99155" y="90011"/>
                </a:lnTo>
                <a:lnTo>
                  <a:pt x="116586" y="91487"/>
                </a:lnTo>
                <a:lnTo>
                  <a:pt x="132302" y="96107"/>
                </a:lnTo>
                <a:lnTo>
                  <a:pt x="146304" y="104155"/>
                </a:lnTo>
                <a:lnTo>
                  <a:pt x="158591" y="115919"/>
                </a:lnTo>
                <a:lnTo>
                  <a:pt x="91535" y="115919"/>
                </a:lnTo>
                <a:lnTo>
                  <a:pt x="78413" y="117086"/>
                </a:lnTo>
                <a:lnTo>
                  <a:pt x="66567" y="120681"/>
                </a:lnTo>
                <a:lnTo>
                  <a:pt x="56133" y="126849"/>
                </a:lnTo>
                <a:lnTo>
                  <a:pt x="54870" y="128111"/>
                </a:lnTo>
                <a:close/>
              </a:path>
              <a:path w="180339" h="294639">
                <a:moveTo>
                  <a:pt x="152512" y="268509"/>
                </a:moveTo>
                <a:lnTo>
                  <a:pt x="86963" y="268509"/>
                </a:lnTo>
                <a:lnTo>
                  <a:pt x="100083" y="267089"/>
                </a:lnTo>
                <a:lnTo>
                  <a:pt x="111918" y="262937"/>
                </a:lnTo>
                <a:lnTo>
                  <a:pt x="138279" y="234767"/>
                </a:lnTo>
                <a:lnTo>
                  <a:pt x="147923" y="186118"/>
                </a:lnTo>
                <a:lnTo>
                  <a:pt x="146827" y="170720"/>
                </a:lnTo>
                <a:lnTo>
                  <a:pt x="132683" y="134207"/>
                </a:lnTo>
                <a:lnTo>
                  <a:pt x="91535" y="115919"/>
                </a:lnTo>
                <a:lnTo>
                  <a:pt x="158591" y="115919"/>
                </a:lnTo>
                <a:lnTo>
                  <a:pt x="167711" y="129874"/>
                </a:lnTo>
                <a:lnTo>
                  <a:pt x="174402" y="146411"/>
                </a:lnTo>
                <a:lnTo>
                  <a:pt x="178522" y="165251"/>
                </a:lnTo>
                <a:lnTo>
                  <a:pt x="179927" y="186118"/>
                </a:lnTo>
                <a:lnTo>
                  <a:pt x="178260" y="209861"/>
                </a:lnTo>
                <a:lnTo>
                  <a:pt x="173450" y="230897"/>
                </a:lnTo>
                <a:lnTo>
                  <a:pt x="165782" y="249380"/>
                </a:lnTo>
                <a:lnTo>
                  <a:pt x="155543" y="265461"/>
                </a:lnTo>
                <a:lnTo>
                  <a:pt x="152512" y="268509"/>
                </a:lnTo>
                <a:close/>
              </a:path>
              <a:path w="180339" h="294639">
                <a:moveTo>
                  <a:pt x="90011" y="294417"/>
                </a:moveTo>
                <a:lnTo>
                  <a:pt x="71732" y="292417"/>
                </a:lnTo>
                <a:lnTo>
                  <a:pt x="55864" y="286416"/>
                </a:lnTo>
                <a:lnTo>
                  <a:pt x="42567" y="276415"/>
                </a:lnTo>
                <a:lnTo>
                  <a:pt x="32004" y="262413"/>
                </a:lnTo>
                <a:lnTo>
                  <a:pt x="61291" y="262413"/>
                </a:lnTo>
                <a:lnTo>
                  <a:pt x="64281" y="264116"/>
                </a:lnTo>
                <a:lnTo>
                  <a:pt x="74984" y="267389"/>
                </a:lnTo>
                <a:lnTo>
                  <a:pt x="86963" y="268509"/>
                </a:lnTo>
                <a:lnTo>
                  <a:pt x="152512" y="268509"/>
                </a:lnTo>
                <a:lnTo>
                  <a:pt x="142732" y="278344"/>
                </a:lnTo>
                <a:lnTo>
                  <a:pt x="127349" y="287369"/>
                </a:lnTo>
                <a:lnTo>
                  <a:pt x="109680" y="292679"/>
                </a:lnTo>
                <a:lnTo>
                  <a:pt x="90011" y="2944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2327148" y="3105912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3" y="0"/>
                </a:lnTo>
                <a:lnTo>
                  <a:pt x="32003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2409348" y="3195732"/>
            <a:ext cx="247650" cy="250190"/>
            <a:chOff x="2409348" y="3195732"/>
            <a:chExt cx="247650" cy="250190"/>
          </a:xfrm>
        </p:grpSpPr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9348" y="3195732"/>
              <a:ext cx="170878" cy="20440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603087" y="3352800"/>
              <a:ext cx="53340" cy="93345"/>
            </a:xfrm>
            <a:custGeom>
              <a:avLst/>
              <a:gdLst/>
              <a:ahLst/>
              <a:cxnLst/>
              <a:rect l="l" t="t" r="r" b="b"/>
              <a:pathLst>
                <a:path w="53339" h="93345">
                  <a:moveTo>
                    <a:pt x="22859" y="93059"/>
                  </a:moveTo>
                  <a:lnTo>
                    <a:pt x="0" y="93059"/>
                  </a:lnTo>
                  <a:lnTo>
                    <a:pt x="22859" y="0"/>
                  </a:lnTo>
                  <a:lnTo>
                    <a:pt x="53339" y="0"/>
                  </a:lnTo>
                  <a:lnTo>
                    <a:pt x="22859" y="9305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2796730" y="3142297"/>
            <a:ext cx="321945" cy="304165"/>
            <a:chOff x="2796730" y="3142297"/>
            <a:chExt cx="321945" cy="304165"/>
          </a:xfrm>
        </p:grpSpPr>
        <p:sp>
          <p:nvSpPr>
            <p:cNvPr id="40" name="object 40" descr=""/>
            <p:cNvSpPr/>
            <p:nvPr/>
          </p:nvSpPr>
          <p:spPr>
            <a:xfrm>
              <a:off x="2796730" y="3142297"/>
              <a:ext cx="114935" cy="258445"/>
            </a:xfrm>
            <a:custGeom>
              <a:avLst/>
              <a:gdLst/>
              <a:ahLst/>
              <a:cxnLst/>
              <a:rect l="l" t="t" r="r" b="b"/>
              <a:pathLst>
                <a:path w="114935" h="258445">
                  <a:moveTo>
                    <a:pt x="85439" y="257841"/>
                  </a:moveTo>
                  <a:lnTo>
                    <a:pt x="63183" y="254149"/>
                  </a:lnTo>
                  <a:lnTo>
                    <a:pt x="46910" y="243161"/>
                  </a:lnTo>
                  <a:lnTo>
                    <a:pt x="36924" y="225011"/>
                  </a:lnTo>
                  <a:lnTo>
                    <a:pt x="33527" y="199834"/>
                  </a:lnTo>
                  <a:lnTo>
                    <a:pt x="33527" y="83915"/>
                  </a:lnTo>
                  <a:lnTo>
                    <a:pt x="0" y="83915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9143"/>
                  </a:lnTo>
                  <a:lnTo>
                    <a:pt x="65627" y="0"/>
                  </a:lnTo>
                  <a:lnTo>
                    <a:pt x="65627" y="58007"/>
                  </a:lnTo>
                  <a:lnTo>
                    <a:pt x="114395" y="58007"/>
                  </a:lnTo>
                  <a:lnTo>
                    <a:pt x="114395" y="83915"/>
                  </a:lnTo>
                  <a:lnTo>
                    <a:pt x="65627" y="83915"/>
                  </a:lnTo>
                  <a:lnTo>
                    <a:pt x="65627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9823" y="228885"/>
                  </a:lnTo>
                  <a:lnTo>
                    <a:pt x="114395" y="224218"/>
                  </a:lnTo>
                  <a:lnTo>
                    <a:pt x="114395" y="251745"/>
                  </a:lnTo>
                  <a:lnTo>
                    <a:pt x="109013" y="254627"/>
                  </a:lnTo>
                  <a:lnTo>
                    <a:pt x="102203" y="256508"/>
                  </a:lnTo>
                  <a:lnTo>
                    <a:pt x="94249" y="257532"/>
                  </a:lnTo>
                  <a:lnTo>
                    <a:pt x="85439" y="2578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3797" y="3197256"/>
              <a:ext cx="164687" cy="248602"/>
            </a:xfrm>
            <a:prstGeom prst="rect">
              <a:avLst/>
            </a:prstGeom>
          </p:spPr>
        </p:pic>
      </p:grpSp>
      <p:sp>
        <p:nvSpPr>
          <p:cNvPr id="42" name="object 42" descr=""/>
          <p:cNvSpPr/>
          <p:nvPr/>
        </p:nvSpPr>
        <p:spPr>
          <a:xfrm>
            <a:off x="3258883" y="3105721"/>
            <a:ext cx="415290" cy="340360"/>
          </a:xfrm>
          <a:custGeom>
            <a:avLst/>
            <a:gdLst/>
            <a:ahLst/>
            <a:cxnLst/>
            <a:rect l="l" t="t" r="r" b="b"/>
            <a:pathLst>
              <a:path w="415289" h="340360">
                <a:moveTo>
                  <a:pt x="114300" y="94589"/>
                </a:moveTo>
                <a:lnTo>
                  <a:pt x="64008" y="94589"/>
                </a:lnTo>
                <a:lnTo>
                  <a:pt x="64008" y="36576"/>
                </a:lnTo>
                <a:lnTo>
                  <a:pt x="33528" y="45720"/>
                </a:lnTo>
                <a:lnTo>
                  <a:pt x="33528" y="94589"/>
                </a:lnTo>
                <a:lnTo>
                  <a:pt x="0" y="94589"/>
                </a:lnTo>
                <a:lnTo>
                  <a:pt x="0" y="120497"/>
                </a:lnTo>
                <a:lnTo>
                  <a:pt x="33528" y="120497"/>
                </a:lnTo>
                <a:lnTo>
                  <a:pt x="33528" y="236410"/>
                </a:lnTo>
                <a:lnTo>
                  <a:pt x="36690" y="261594"/>
                </a:lnTo>
                <a:lnTo>
                  <a:pt x="46291" y="279742"/>
                </a:lnTo>
                <a:lnTo>
                  <a:pt x="62458" y="290728"/>
                </a:lnTo>
                <a:lnTo>
                  <a:pt x="85344" y="294424"/>
                </a:lnTo>
                <a:lnTo>
                  <a:pt x="93929" y="294119"/>
                </a:lnTo>
                <a:lnTo>
                  <a:pt x="101536" y="293090"/>
                </a:lnTo>
                <a:lnTo>
                  <a:pt x="108267" y="291211"/>
                </a:lnTo>
                <a:lnTo>
                  <a:pt x="114300" y="288328"/>
                </a:lnTo>
                <a:lnTo>
                  <a:pt x="114300" y="260794"/>
                </a:lnTo>
                <a:lnTo>
                  <a:pt x="108204" y="265468"/>
                </a:lnTo>
                <a:lnTo>
                  <a:pt x="100584" y="268516"/>
                </a:lnTo>
                <a:lnTo>
                  <a:pt x="83820" y="268516"/>
                </a:lnTo>
                <a:lnTo>
                  <a:pt x="76200" y="265468"/>
                </a:lnTo>
                <a:lnTo>
                  <a:pt x="64008" y="231838"/>
                </a:lnTo>
                <a:lnTo>
                  <a:pt x="64008" y="120497"/>
                </a:lnTo>
                <a:lnTo>
                  <a:pt x="114300" y="120497"/>
                </a:lnTo>
                <a:lnTo>
                  <a:pt x="114300" y="94589"/>
                </a:lnTo>
                <a:close/>
              </a:path>
              <a:path w="415289" h="340360">
                <a:moveTo>
                  <a:pt x="323278" y="0"/>
                </a:moveTo>
                <a:lnTo>
                  <a:pt x="291261" y="0"/>
                </a:lnTo>
                <a:lnTo>
                  <a:pt x="291261" y="122021"/>
                </a:lnTo>
                <a:lnTo>
                  <a:pt x="291261" y="172402"/>
                </a:lnTo>
                <a:lnTo>
                  <a:pt x="291261" y="201358"/>
                </a:lnTo>
                <a:lnTo>
                  <a:pt x="290360" y="215392"/>
                </a:lnTo>
                <a:lnTo>
                  <a:pt x="265836" y="257543"/>
                </a:lnTo>
                <a:lnTo>
                  <a:pt x="233260" y="268516"/>
                </a:lnTo>
                <a:lnTo>
                  <a:pt x="220383" y="267347"/>
                </a:lnTo>
                <a:lnTo>
                  <a:pt x="183464" y="237705"/>
                </a:lnTo>
                <a:lnTo>
                  <a:pt x="173824" y="195262"/>
                </a:lnTo>
                <a:lnTo>
                  <a:pt x="174942" y="177850"/>
                </a:lnTo>
                <a:lnTo>
                  <a:pt x="190588" y="137261"/>
                </a:lnTo>
                <a:lnTo>
                  <a:pt x="236308" y="115925"/>
                </a:lnTo>
                <a:lnTo>
                  <a:pt x="247434" y="117043"/>
                </a:lnTo>
                <a:lnTo>
                  <a:pt x="282867" y="141236"/>
                </a:lnTo>
                <a:lnTo>
                  <a:pt x="291261" y="172402"/>
                </a:lnTo>
                <a:lnTo>
                  <a:pt x="291261" y="122021"/>
                </a:lnTo>
                <a:lnTo>
                  <a:pt x="250901" y="92011"/>
                </a:lnTo>
                <a:lnTo>
                  <a:pt x="231736" y="90017"/>
                </a:lnTo>
                <a:lnTo>
                  <a:pt x="212280" y="91757"/>
                </a:lnTo>
                <a:lnTo>
                  <a:pt x="166204" y="118973"/>
                </a:lnTo>
                <a:lnTo>
                  <a:pt x="148297" y="153314"/>
                </a:lnTo>
                <a:lnTo>
                  <a:pt x="141820" y="196786"/>
                </a:lnTo>
                <a:lnTo>
                  <a:pt x="143243" y="218274"/>
                </a:lnTo>
                <a:lnTo>
                  <a:pt x="164680" y="268516"/>
                </a:lnTo>
                <a:lnTo>
                  <a:pt x="206044" y="292735"/>
                </a:lnTo>
                <a:lnTo>
                  <a:pt x="224116" y="294424"/>
                </a:lnTo>
                <a:lnTo>
                  <a:pt x="245313" y="292112"/>
                </a:lnTo>
                <a:lnTo>
                  <a:pt x="263372" y="285076"/>
                </a:lnTo>
                <a:lnTo>
                  <a:pt x="278587" y="273164"/>
                </a:lnTo>
                <a:lnTo>
                  <a:pt x="282067" y="268516"/>
                </a:lnTo>
                <a:lnTo>
                  <a:pt x="291261" y="256222"/>
                </a:lnTo>
                <a:lnTo>
                  <a:pt x="291261" y="289852"/>
                </a:lnTo>
                <a:lnTo>
                  <a:pt x="323278" y="289852"/>
                </a:lnTo>
                <a:lnTo>
                  <a:pt x="323278" y="256222"/>
                </a:lnTo>
                <a:lnTo>
                  <a:pt x="323278" y="122021"/>
                </a:lnTo>
                <a:lnTo>
                  <a:pt x="323278" y="0"/>
                </a:lnTo>
                <a:close/>
              </a:path>
              <a:path w="415289" h="340360">
                <a:moveTo>
                  <a:pt x="414807" y="247078"/>
                </a:moveTo>
                <a:lnTo>
                  <a:pt x="384238" y="247078"/>
                </a:lnTo>
                <a:lnTo>
                  <a:pt x="362902" y="340144"/>
                </a:lnTo>
                <a:lnTo>
                  <a:pt x="384238" y="340144"/>
                </a:lnTo>
                <a:lnTo>
                  <a:pt x="414807" y="2470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3815422" y="3105721"/>
            <a:ext cx="319405" cy="294640"/>
          </a:xfrm>
          <a:custGeom>
            <a:avLst/>
            <a:gdLst/>
            <a:ahLst/>
            <a:cxnLst/>
            <a:rect l="l" t="t" r="r" b="b"/>
            <a:pathLst>
              <a:path w="319404" h="294639">
                <a:moveTo>
                  <a:pt x="114401" y="94589"/>
                </a:moveTo>
                <a:lnTo>
                  <a:pt x="65633" y="94589"/>
                </a:lnTo>
                <a:lnTo>
                  <a:pt x="65633" y="36576"/>
                </a:lnTo>
                <a:lnTo>
                  <a:pt x="33528" y="45720"/>
                </a:lnTo>
                <a:lnTo>
                  <a:pt x="33528" y="94589"/>
                </a:lnTo>
                <a:lnTo>
                  <a:pt x="0" y="94589"/>
                </a:lnTo>
                <a:lnTo>
                  <a:pt x="0" y="120497"/>
                </a:lnTo>
                <a:lnTo>
                  <a:pt x="33528" y="120497"/>
                </a:lnTo>
                <a:lnTo>
                  <a:pt x="33528" y="236410"/>
                </a:lnTo>
                <a:lnTo>
                  <a:pt x="36918" y="261594"/>
                </a:lnTo>
                <a:lnTo>
                  <a:pt x="46913" y="279742"/>
                </a:lnTo>
                <a:lnTo>
                  <a:pt x="63182" y="290728"/>
                </a:lnTo>
                <a:lnTo>
                  <a:pt x="85445" y="294424"/>
                </a:lnTo>
                <a:lnTo>
                  <a:pt x="94246" y="294119"/>
                </a:lnTo>
                <a:lnTo>
                  <a:pt x="102209" y="293090"/>
                </a:lnTo>
                <a:lnTo>
                  <a:pt x="109016" y="291211"/>
                </a:lnTo>
                <a:lnTo>
                  <a:pt x="114401" y="288328"/>
                </a:lnTo>
                <a:lnTo>
                  <a:pt x="114401" y="260794"/>
                </a:lnTo>
                <a:lnTo>
                  <a:pt x="109829" y="265468"/>
                </a:lnTo>
                <a:lnTo>
                  <a:pt x="102209" y="268516"/>
                </a:lnTo>
                <a:lnTo>
                  <a:pt x="83921" y="268516"/>
                </a:lnTo>
                <a:lnTo>
                  <a:pt x="76301" y="265468"/>
                </a:lnTo>
                <a:lnTo>
                  <a:pt x="65633" y="231838"/>
                </a:lnTo>
                <a:lnTo>
                  <a:pt x="65633" y="120497"/>
                </a:lnTo>
                <a:lnTo>
                  <a:pt x="114401" y="120497"/>
                </a:lnTo>
                <a:lnTo>
                  <a:pt x="114401" y="94589"/>
                </a:lnTo>
                <a:close/>
              </a:path>
              <a:path w="319404" h="294639">
                <a:moveTo>
                  <a:pt x="318808" y="169354"/>
                </a:moveTo>
                <a:lnTo>
                  <a:pt x="314782" y="134416"/>
                </a:lnTo>
                <a:lnTo>
                  <a:pt x="302602" y="109651"/>
                </a:lnTo>
                <a:lnTo>
                  <a:pt x="282117" y="94894"/>
                </a:lnTo>
                <a:lnTo>
                  <a:pt x="253174" y="90017"/>
                </a:lnTo>
                <a:lnTo>
                  <a:pt x="233743" y="92303"/>
                </a:lnTo>
                <a:lnTo>
                  <a:pt x="216598" y="99161"/>
                </a:lnTo>
                <a:lnTo>
                  <a:pt x="201739" y="110591"/>
                </a:lnTo>
                <a:lnTo>
                  <a:pt x="189166" y="126593"/>
                </a:lnTo>
                <a:lnTo>
                  <a:pt x="187642" y="126593"/>
                </a:lnTo>
                <a:lnTo>
                  <a:pt x="187642" y="0"/>
                </a:lnTo>
                <a:lnTo>
                  <a:pt x="157162" y="0"/>
                </a:lnTo>
                <a:lnTo>
                  <a:pt x="157162" y="289852"/>
                </a:lnTo>
                <a:lnTo>
                  <a:pt x="187642" y="289852"/>
                </a:lnTo>
                <a:lnTo>
                  <a:pt x="187642" y="178498"/>
                </a:lnTo>
                <a:lnTo>
                  <a:pt x="188760" y="165366"/>
                </a:lnTo>
                <a:lnTo>
                  <a:pt x="212712" y="126212"/>
                </a:lnTo>
                <a:lnTo>
                  <a:pt x="242506" y="115925"/>
                </a:lnTo>
                <a:lnTo>
                  <a:pt x="262521" y="119659"/>
                </a:lnTo>
                <a:lnTo>
                  <a:pt x="276847" y="130987"/>
                </a:lnTo>
                <a:lnTo>
                  <a:pt x="285445" y="150037"/>
                </a:lnTo>
                <a:lnTo>
                  <a:pt x="288328" y="176974"/>
                </a:lnTo>
                <a:lnTo>
                  <a:pt x="288328" y="289852"/>
                </a:lnTo>
                <a:lnTo>
                  <a:pt x="318808" y="289852"/>
                </a:lnTo>
                <a:lnTo>
                  <a:pt x="318808" y="1693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418844" y="3837432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1765839" y="3760089"/>
            <a:ext cx="767080" cy="204470"/>
            <a:chOff x="1765839" y="3760089"/>
            <a:chExt cx="767080" cy="204470"/>
          </a:xfrm>
        </p:grpSpPr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5839" y="3761613"/>
              <a:ext cx="102107" cy="198310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7854" y="3760089"/>
              <a:ext cx="193643" cy="204406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104358" y="3764661"/>
              <a:ext cx="273050" cy="195580"/>
            </a:xfrm>
            <a:custGeom>
              <a:avLst/>
              <a:gdLst/>
              <a:ahLst/>
              <a:cxnLst/>
              <a:rect l="l" t="t" r="r" b="b"/>
              <a:pathLst>
                <a:path w="273050" h="195579">
                  <a:moveTo>
                    <a:pt x="90011" y="195262"/>
                  </a:moveTo>
                  <a:lnTo>
                    <a:pt x="59531" y="195262"/>
                  </a:lnTo>
                  <a:lnTo>
                    <a:pt x="0" y="0"/>
                  </a:lnTo>
                  <a:lnTo>
                    <a:pt x="32004" y="0"/>
                  </a:lnTo>
                  <a:lnTo>
                    <a:pt x="73247" y="146494"/>
                  </a:lnTo>
                  <a:lnTo>
                    <a:pt x="74771" y="151066"/>
                  </a:lnTo>
                  <a:lnTo>
                    <a:pt x="74771" y="157162"/>
                  </a:lnTo>
                  <a:lnTo>
                    <a:pt x="76295" y="164782"/>
                  </a:lnTo>
                  <a:lnTo>
                    <a:pt x="99612" y="164782"/>
                  </a:lnTo>
                  <a:lnTo>
                    <a:pt x="90011" y="195262"/>
                  </a:lnTo>
                  <a:close/>
                </a:path>
                <a:path w="273050" h="195579">
                  <a:moveTo>
                    <a:pt x="99612" y="164782"/>
                  </a:moveTo>
                  <a:lnTo>
                    <a:pt x="77819" y="164782"/>
                  </a:lnTo>
                  <a:lnTo>
                    <a:pt x="77819" y="158686"/>
                  </a:lnTo>
                  <a:lnTo>
                    <a:pt x="80867" y="146494"/>
                  </a:lnTo>
                  <a:lnTo>
                    <a:pt x="126587" y="0"/>
                  </a:lnTo>
                  <a:lnTo>
                    <a:pt x="154019" y="0"/>
                  </a:lnTo>
                  <a:lnTo>
                    <a:pt x="164661" y="38195"/>
                  </a:lnTo>
                  <a:lnTo>
                    <a:pt x="138779" y="38195"/>
                  </a:lnTo>
                  <a:lnTo>
                    <a:pt x="137255" y="42767"/>
                  </a:lnTo>
                  <a:lnTo>
                    <a:pt x="137255" y="47339"/>
                  </a:lnTo>
                  <a:lnTo>
                    <a:pt x="134207" y="54959"/>
                  </a:lnTo>
                  <a:lnTo>
                    <a:pt x="99612" y="164782"/>
                  </a:lnTo>
                  <a:close/>
                </a:path>
                <a:path w="273050" h="195579">
                  <a:moveTo>
                    <a:pt x="224114" y="164782"/>
                  </a:moveTo>
                  <a:lnTo>
                    <a:pt x="199834" y="164782"/>
                  </a:lnTo>
                  <a:lnTo>
                    <a:pt x="199834" y="160210"/>
                  </a:lnTo>
                  <a:lnTo>
                    <a:pt x="202882" y="148018"/>
                  </a:lnTo>
                  <a:lnTo>
                    <a:pt x="242506" y="0"/>
                  </a:lnTo>
                  <a:lnTo>
                    <a:pt x="272986" y="0"/>
                  </a:lnTo>
                  <a:lnTo>
                    <a:pt x="224114" y="164782"/>
                  </a:lnTo>
                  <a:close/>
                </a:path>
                <a:path w="273050" h="195579">
                  <a:moveTo>
                    <a:pt x="215074" y="195262"/>
                  </a:moveTo>
                  <a:lnTo>
                    <a:pt x="183070" y="195262"/>
                  </a:lnTo>
                  <a:lnTo>
                    <a:pt x="141827" y="54959"/>
                  </a:lnTo>
                  <a:lnTo>
                    <a:pt x="140303" y="50387"/>
                  </a:lnTo>
                  <a:lnTo>
                    <a:pt x="140303" y="44291"/>
                  </a:lnTo>
                  <a:lnTo>
                    <a:pt x="138779" y="38195"/>
                  </a:lnTo>
                  <a:lnTo>
                    <a:pt x="164661" y="38195"/>
                  </a:lnTo>
                  <a:lnTo>
                    <a:pt x="195262" y="148018"/>
                  </a:lnTo>
                  <a:lnTo>
                    <a:pt x="196786" y="152590"/>
                  </a:lnTo>
                  <a:lnTo>
                    <a:pt x="196786" y="158686"/>
                  </a:lnTo>
                  <a:lnTo>
                    <a:pt x="198310" y="164782"/>
                  </a:lnTo>
                  <a:lnTo>
                    <a:pt x="224114" y="164782"/>
                  </a:lnTo>
                  <a:lnTo>
                    <a:pt x="215074" y="19526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3252" y="3760089"/>
              <a:ext cx="129635" cy="204406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2580227" y="3760089"/>
            <a:ext cx="370840" cy="290195"/>
            <a:chOff x="2580227" y="3760089"/>
            <a:chExt cx="370840" cy="290195"/>
          </a:xfrm>
        </p:grpSpPr>
        <p:sp>
          <p:nvSpPr>
            <p:cNvPr id="51" name="object 51" descr=""/>
            <p:cNvSpPr/>
            <p:nvPr/>
          </p:nvSpPr>
          <p:spPr>
            <a:xfrm>
              <a:off x="2580227" y="3760089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54814" y="39719"/>
                  </a:moveTo>
                  <a:lnTo>
                    <a:pt x="32004" y="39719"/>
                  </a:lnTo>
                  <a:lnTo>
                    <a:pt x="44862" y="21900"/>
                  </a:lnTo>
                  <a:lnTo>
                    <a:pt x="60579" y="9536"/>
                  </a:lnTo>
                  <a:lnTo>
                    <a:pt x="79152" y="2335"/>
                  </a:lnTo>
                  <a:lnTo>
                    <a:pt x="100584" y="0"/>
                  </a:lnTo>
                  <a:lnTo>
                    <a:pt x="118046" y="1692"/>
                  </a:lnTo>
                  <a:lnTo>
                    <a:pt x="133623" y="6679"/>
                  </a:lnTo>
                  <a:lnTo>
                    <a:pt x="147183" y="14827"/>
                  </a:lnTo>
                  <a:lnTo>
                    <a:pt x="158591" y="26003"/>
                  </a:lnTo>
                  <a:lnTo>
                    <a:pt x="91440" y="26003"/>
                  </a:lnTo>
                  <a:lnTo>
                    <a:pt x="79200" y="27170"/>
                  </a:lnTo>
                  <a:lnTo>
                    <a:pt x="67818" y="30765"/>
                  </a:lnTo>
                  <a:lnTo>
                    <a:pt x="57578" y="36933"/>
                  </a:lnTo>
                  <a:lnTo>
                    <a:pt x="54814" y="39719"/>
                  </a:lnTo>
                  <a:close/>
                </a:path>
                <a:path w="180339" h="290195">
                  <a:moveTo>
                    <a:pt x="32004" y="289845"/>
                  </a:moveTo>
                  <a:lnTo>
                    <a:pt x="0" y="289845"/>
                  </a:lnTo>
                  <a:lnTo>
                    <a:pt x="0" y="4572"/>
                  </a:lnTo>
                  <a:lnTo>
                    <a:pt x="32004" y="4572"/>
                  </a:lnTo>
                  <a:lnTo>
                    <a:pt x="32004" y="39719"/>
                  </a:lnTo>
                  <a:lnTo>
                    <a:pt x="54814" y="39719"/>
                  </a:lnTo>
                  <a:lnTo>
                    <a:pt x="32908" y="79033"/>
                  </a:lnTo>
                  <a:lnTo>
                    <a:pt x="32004" y="93059"/>
                  </a:lnTo>
                  <a:lnTo>
                    <a:pt x="32004" y="120491"/>
                  </a:lnTo>
                  <a:lnTo>
                    <a:pt x="47244" y="161734"/>
                  </a:lnTo>
                  <a:lnTo>
                    <a:pt x="62230" y="172402"/>
                  </a:lnTo>
                  <a:lnTo>
                    <a:pt x="32004" y="172402"/>
                  </a:lnTo>
                  <a:lnTo>
                    <a:pt x="32004" y="289845"/>
                  </a:lnTo>
                  <a:close/>
                </a:path>
                <a:path w="180339" h="290195">
                  <a:moveTo>
                    <a:pt x="153880" y="178498"/>
                  </a:moveTo>
                  <a:lnTo>
                    <a:pt x="86868" y="178498"/>
                  </a:lnTo>
                  <a:lnTo>
                    <a:pt x="100656" y="177093"/>
                  </a:lnTo>
                  <a:lnTo>
                    <a:pt x="112597" y="172974"/>
                  </a:lnTo>
                  <a:lnTo>
                    <a:pt x="139565" y="144836"/>
                  </a:lnTo>
                  <a:lnTo>
                    <a:pt x="147923" y="96107"/>
                  </a:lnTo>
                  <a:lnTo>
                    <a:pt x="147042" y="80938"/>
                  </a:lnTo>
                  <a:lnTo>
                    <a:pt x="132683" y="44291"/>
                  </a:lnTo>
                  <a:lnTo>
                    <a:pt x="91440" y="26003"/>
                  </a:lnTo>
                  <a:lnTo>
                    <a:pt x="158591" y="26003"/>
                  </a:lnTo>
                  <a:lnTo>
                    <a:pt x="168354" y="40600"/>
                  </a:lnTo>
                  <a:lnTo>
                    <a:pt x="174974" y="57054"/>
                  </a:lnTo>
                  <a:lnTo>
                    <a:pt x="178736" y="75509"/>
                  </a:lnTo>
                  <a:lnTo>
                    <a:pt x="179927" y="96107"/>
                  </a:lnTo>
                  <a:lnTo>
                    <a:pt x="178498" y="119903"/>
                  </a:lnTo>
                  <a:lnTo>
                    <a:pt x="174212" y="140958"/>
                  </a:lnTo>
                  <a:lnTo>
                    <a:pt x="167068" y="159423"/>
                  </a:lnTo>
                  <a:lnTo>
                    <a:pt x="157067" y="175450"/>
                  </a:lnTo>
                  <a:lnTo>
                    <a:pt x="153880" y="178498"/>
                  </a:lnTo>
                  <a:close/>
                </a:path>
                <a:path w="180339" h="290195">
                  <a:moveTo>
                    <a:pt x="91440" y="204406"/>
                  </a:moveTo>
                  <a:lnTo>
                    <a:pt x="73152" y="202406"/>
                  </a:lnTo>
                  <a:lnTo>
                    <a:pt x="57150" y="196405"/>
                  </a:lnTo>
                  <a:lnTo>
                    <a:pt x="43434" y="186404"/>
                  </a:lnTo>
                  <a:lnTo>
                    <a:pt x="32004" y="172402"/>
                  </a:lnTo>
                  <a:lnTo>
                    <a:pt x="62230" y="172402"/>
                  </a:lnTo>
                  <a:lnTo>
                    <a:pt x="65341" y="174117"/>
                  </a:lnTo>
                  <a:lnTo>
                    <a:pt x="75747" y="177379"/>
                  </a:lnTo>
                  <a:lnTo>
                    <a:pt x="86868" y="178498"/>
                  </a:lnTo>
                  <a:lnTo>
                    <a:pt x="153880" y="178498"/>
                  </a:lnTo>
                  <a:lnTo>
                    <a:pt x="143598" y="188333"/>
                  </a:lnTo>
                  <a:lnTo>
                    <a:pt x="128254" y="197358"/>
                  </a:lnTo>
                  <a:lnTo>
                    <a:pt x="110909" y="202668"/>
                  </a:lnTo>
                  <a:lnTo>
                    <a:pt x="91440" y="20440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96730" y="3760089"/>
              <a:ext cx="154019" cy="204406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3010280" y="3760089"/>
            <a:ext cx="252095" cy="250825"/>
            <a:chOff x="3010280" y="3760089"/>
            <a:chExt cx="252095" cy="250825"/>
          </a:xfrm>
        </p:grpSpPr>
        <p:pic>
          <p:nvPicPr>
            <p:cNvPr id="54" name="object 5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10280" y="3760089"/>
              <a:ext cx="161639" cy="19983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3208496" y="3917251"/>
              <a:ext cx="53975" cy="93345"/>
            </a:xfrm>
            <a:custGeom>
              <a:avLst/>
              <a:gdLst/>
              <a:ahLst/>
              <a:cxnLst/>
              <a:rect l="l" t="t" r="r" b="b"/>
              <a:pathLst>
                <a:path w="53975" h="93345">
                  <a:moveTo>
                    <a:pt x="22859" y="93059"/>
                  </a:moveTo>
                  <a:lnTo>
                    <a:pt x="0" y="93059"/>
                  </a:lnTo>
                  <a:lnTo>
                    <a:pt x="22859" y="0"/>
                  </a:lnTo>
                  <a:lnTo>
                    <a:pt x="53435" y="0"/>
                  </a:lnTo>
                  <a:lnTo>
                    <a:pt x="22859" y="9305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3414426" y="3760089"/>
            <a:ext cx="374015" cy="204470"/>
            <a:chOff x="3414426" y="3760089"/>
            <a:chExt cx="374015" cy="204470"/>
          </a:xfrm>
        </p:grpSpPr>
        <p:pic>
          <p:nvPicPr>
            <p:cNvPr id="57" name="object 5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4426" y="3760089"/>
              <a:ext cx="147923" cy="20440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95878" y="3760089"/>
              <a:ext cx="192119" cy="204406"/>
            </a:xfrm>
            <a:prstGeom prst="rect">
              <a:avLst/>
            </a:prstGeom>
          </p:spPr>
        </p:pic>
      </p:grpSp>
      <p:sp>
        <p:nvSpPr>
          <p:cNvPr id="59" name="object 59" descr=""/>
          <p:cNvSpPr/>
          <p:nvPr/>
        </p:nvSpPr>
        <p:spPr>
          <a:xfrm>
            <a:off x="3838955" y="3669792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3" y="0"/>
                </a:lnTo>
                <a:lnTo>
                  <a:pt x="32003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22204" y="3760089"/>
            <a:ext cx="129635" cy="204406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4100703" y="3760089"/>
            <a:ext cx="369570" cy="290195"/>
            <a:chOff x="4100703" y="3760089"/>
            <a:chExt cx="369570" cy="290195"/>
          </a:xfrm>
        </p:grpSpPr>
        <p:sp>
          <p:nvSpPr>
            <p:cNvPr id="62" name="object 62" descr=""/>
            <p:cNvSpPr/>
            <p:nvPr/>
          </p:nvSpPr>
          <p:spPr>
            <a:xfrm>
              <a:off x="4100703" y="3760089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53307" y="39719"/>
                  </a:moveTo>
                  <a:lnTo>
                    <a:pt x="32004" y="39719"/>
                  </a:lnTo>
                  <a:lnTo>
                    <a:pt x="44838" y="21900"/>
                  </a:lnTo>
                  <a:lnTo>
                    <a:pt x="60388" y="9536"/>
                  </a:lnTo>
                  <a:lnTo>
                    <a:pt x="78509" y="2335"/>
                  </a:lnTo>
                  <a:lnTo>
                    <a:pt x="99060" y="0"/>
                  </a:lnTo>
                  <a:lnTo>
                    <a:pt x="117362" y="1692"/>
                  </a:lnTo>
                  <a:lnTo>
                    <a:pt x="133397" y="6679"/>
                  </a:lnTo>
                  <a:lnTo>
                    <a:pt x="147146" y="14827"/>
                  </a:lnTo>
                  <a:lnTo>
                    <a:pt x="158591" y="26003"/>
                  </a:lnTo>
                  <a:lnTo>
                    <a:pt x="91440" y="26003"/>
                  </a:lnTo>
                  <a:lnTo>
                    <a:pt x="78319" y="27170"/>
                  </a:lnTo>
                  <a:lnTo>
                    <a:pt x="66484" y="30765"/>
                  </a:lnTo>
                  <a:lnTo>
                    <a:pt x="56078" y="36933"/>
                  </a:lnTo>
                  <a:lnTo>
                    <a:pt x="53307" y="39719"/>
                  </a:lnTo>
                  <a:close/>
                </a:path>
                <a:path w="180339" h="290195">
                  <a:moveTo>
                    <a:pt x="30480" y="289845"/>
                  </a:moveTo>
                  <a:lnTo>
                    <a:pt x="0" y="289845"/>
                  </a:lnTo>
                  <a:lnTo>
                    <a:pt x="0" y="4572"/>
                  </a:lnTo>
                  <a:lnTo>
                    <a:pt x="30480" y="4572"/>
                  </a:lnTo>
                  <a:lnTo>
                    <a:pt x="30480" y="39719"/>
                  </a:lnTo>
                  <a:lnTo>
                    <a:pt x="53307" y="39719"/>
                  </a:lnTo>
                  <a:lnTo>
                    <a:pt x="31599" y="79033"/>
                  </a:lnTo>
                  <a:lnTo>
                    <a:pt x="30480" y="93059"/>
                  </a:lnTo>
                  <a:lnTo>
                    <a:pt x="30480" y="120491"/>
                  </a:lnTo>
                  <a:lnTo>
                    <a:pt x="47244" y="161734"/>
                  </a:lnTo>
                  <a:lnTo>
                    <a:pt x="61180" y="172402"/>
                  </a:lnTo>
                  <a:lnTo>
                    <a:pt x="30480" y="172402"/>
                  </a:lnTo>
                  <a:lnTo>
                    <a:pt x="30480" y="289845"/>
                  </a:lnTo>
                  <a:close/>
                </a:path>
                <a:path w="180339" h="290195">
                  <a:moveTo>
                    <a:pt x="152508" y="178498"/>
                  </a:moveTo>
                  <a:lnTo>
                    <a:pt x="86868" y="178498"/>
                  </a:lnTo>
                  <a:lnTo>
                    <a:pt x="99990" y="177093"/>
                  </a:lnTo>
                  <a:lnTo>
                    <a:pt x="111835" y="172974"/>
                  </a:lnTo>
                  <a:lnTo>
                    <a:pt x="138279" y="144836"/>
                  </a:lnTo>
                  <a:lnTo>
                    <a:pt x="147923" y="96107"/>
                  </a:lnTo>
                  <a:lnTo>
                    <a:pt x="146827" y="80938"/>
                  </a:lnTo>
                  <a:lnTo>
                    <a:pt x="132683" y="44291"/>
                  </a:lnTo>
                  <a:lnTo>
                    <a:pt x="91440" y="26003"/>
                  </a:lnTo>
                  <a:lnTo>
                    <a:pt x="158591" y="26003"/>
                  </a:lnTo>
                  <a:lnTo>
                    <a:pt x="167711" y="40600"/>
                  </a:lnTo>
                  <a:lnTo>
                    <a:pt x="174402" y="57054"/>
                  </a:lnTo>
                  <a:lnTo>
                    <a:pt x="178522" y="75509"/>
                  </a:lnTo>
                  <a:lnTo>
                    <a:pt x="179927" y="96107"/>
                  </a:lnTo>
                  <a:lnTo>
                    <a:pt x="178474" y="119903"/>
                  </a:lnTo>
                  <a:lnTo>
                    <a:pt x="174021" y="140958"/>
                  </a:lnTo>
                  <a:lnTo>
                    <a:pt x="166425" y="159423"/>
                  </a:lnTo>
                  <a:lnTo>
                    <a:pt x="155543" y="175450"/>
                  </a:lnTo>
                  <a:lnTo>
                    <a:pt x="152508" y="178498"/>
                  </a:lnTo>
                  <a:close/>
                </a:path>
                <a:path w="180339" h="290195">
                  <a:moveTo>
                    <a:pt x="89916" y="204406"/>
                  </a:moveTo>
                  <a:lnTo>
                    <a:pt x="72509" y="202406"/>
                  </a:lnTo>
                  <a:lnTo>
                    <a:pt x="56959" y="196405"/>
                  </a:lnTo>
                  <a:lnTo>
                    <a:pt x="43410" y="186404"/>
                  </a:lnTo>
                  <a:lnTo>
                    <a:pt x="32004" y="172402"/>
                  </a:lnTo>
                  <a:lnTo>
                    <a:pt x="61180" y="172402"/>
                  </a:lnTo>
                  <a:lnTo>
                    <a:pt x="64198" y="174117"/>
                  </a:lnTo>
                  <a:lnTo>
                    <a:pt x="74890" y="177379"/>
                  </a:lnTo>
                  <a:lnTo>
                    <a:pt x="86868" y="178498"/>
                  </a:lnTo>
                  <a:lnTo>
                    <a:pt x="152508" y="178498"/>
                  </a:lnTo>
                  <a:lnTo>
                    <a:pt x="142717" y="188333"/>
                  </a:lnTo>
                  <a:lnTo>
                    <a:pt x="127301" y="197358"/>
                  </a:lnTo>
                  <a:lnTo>
                    <a:pt x="109600" y="202668"/>
                  </a:lnTo>
                  <a:lnTo>
                    <a:pt x="89916" y="20440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15682" y="3760089"/>
              <a:ext cx="154019" cy="204406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29232" y="3760089"/>
            <a:ext cx="163163" cy="199834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49928" y="4388548"/>
            <a:ext cx="109823" cy="111347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1332738" y="4274692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0" y="0"/>
                </a:moveTo>
                <a:lnTo>
                  <a:pt x="38100" y="0"/>
                </a:lnTo>
                <a:lnTo>
                  <a:pt x="38100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332725" y="427469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843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619440" y="427475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91440" y="33020"/>
                </a:lnTo>
                <a:lnTo>
                  <a:pt x="91440" y="313690"/>
                </a:lnTo>
                <a:lnTo>
                  <a:pt x="128104" y="313690"/>
                </a:lnTo>
                <a:lnTo>
                  <a:pt x="128104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887854" y="4274153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0" y="42767"/>
                </a:lnTo>
                <a:lnTo>
                  <a:pt x="33528" y="42767"/>
                </a:lnTo>
                <a:lnTo>
                  <a:pt x="34409" y="53578"/>
                </a:lnTo>
                <a:lnTo>
                  <a:pt x="34861" y="67532"/>
                </a:lnTo>
                <a:lnTo>
                  <a:pt x="34946" y="76104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43" y="257841"/>
                </a:moveTo>
                <a:lnTo>
                  <a:pt x="160115" y="257841"/>
                </a:lnTo>
                <a:lnTo>
                  <a:pt x="164639" y="245206"/>
                </a:lnTo>
                <a:lnTo>
                  <a:pt x="168878" y="234553"/>
                </a:lnTo>
                <a:lnTo>
                  <a:pt x="172545" y="225614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5178" y="42767"/>
                </a:lnTo>
                <a:lnTo>
                  <a:pt x="282827" y="52697"/>
                </a:lnTo>
                <a:lnTo>
                  <a:pt x="280606" y="60864"/>
                </a:lnTo>
                <a:lnTo>
                  <a:pt x="278320" y="67841"/>
                </a:lnTo>
                <a:lnTo>
                  <a:pt x="276034" y="73247"/>
                </a:lnTo>
                <a:lnTo>
                  <a:pt x="194243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886" y="69127"/>
                </a:lnTo>
                <a:lnTo>
                  <a:pt x="39433" y="61626"/>
                </a:lnTo>
                <a:lnTo>
                  <a:pt x="36619" y="52458"/>
                </a:lnTo>
                <a:lnTo>
                  <a:pt x="33528" y="42767"/>
                </a:lnTo>
                <a:lnTo>
                  <a:pt x="67480" y="42767"/>
                </a:lnTo>
                <a:lnTo>
                  <a:pt x="150018" y="231441"/>
                </a:lnTo>
                <a:lnTo>
                  <a:pt x="154019" y="241637"/>
                </a:lnTo>
                <a:lnTo>
                  <a:pt x="156876" y="250386"/>
                </a:lnTo>
                <a:lnTo>
                  <a:pt x="158591" y="257841"/>
                </a:lnTo>
                <a:lnTo>
                  <a:pt x="194243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90558"/>
                </a:lnTo>
                <a:lnTo>
                  <a:pt x="284035" y="76104"/>
                </a:lnTo>
                <a:lnTo>
                  <a:pt x="284940" y="60221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290470" y="4273550"/>
            <a:ext cx="163195" cy="314960"/>
          </a:xfrm>
          <a:custGeom>
            <a:avLst/>
            <a:gdLst/>
            <a:ahLst/>
            <a:cxnLst/>
            <a:rect l="l" t="t" r="r" b="b"/>
            <a:pathLst>
              <a:path w="163194" h="314960">
                <a:moveTo>
                  <a:pt x="163169" y="283210"/>
                </a:moveTo>
                <a:lnTo>
                  <a:pt x="36576" y="283210"/>
                </a:lnTo>
                <a:lnTo>
                  <a:pt x="36576" y="0"/>
                </a:lnTo>
                <a:lnTo>
                  <a:pt x="0" y="0"/>
                </a:lnTo>
                <a:lnTo>
                  <a:pt x="0" y="283210"/>
                </a:lnTo>
                <a:lnTo>
                  <a:pt x="0" y="314960"/>
                </a:lnTo>
                <a:lnTo>
                  <a:pt x="163169" y="314960"/>
                </a:lnTo>
                <a:lnTo>
                  <a:pt x="163169" y="2832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589365" y="4213199"/>
            <a:ext cx="882015" cy="438150"/>
          </a:xfrm>
          <a:custGeom>
            <a:avLst/>
            <a:gdLst/>
            <a:ahLst/>
            <a:cxnLst/>
            <a:rect l="l" t="t" r="r" b="b"/>
            <a:pathLst>
              <a:path w="882014" h="438150">
                <a:moveTo>
                  <a:pt x="436143" y="378231"/>
                </a:moveTo>
                <a:lnTo>
                  <a:pt x="398703" y="369646"/>
                </a:lnTo>
                <a:lnTo>
                  <a:pt x="364439" y="357466"/>
                </a:lnTo>
                <a:lnTo>
                  <a:pt x="333616" y="341591"/>
                </a:lnTo>
                <a:lnTo>
                  <a:pt x="306514" y="321843"/>
                </a:lnTo>
                <a:lnTo>
                  <a:pt x="404139" y="272986"/>
                </a:lnTo>
                <a:lnTo>
                  <a:pt x="379666" y="242506"/>
                </a:lnTo>
                <a:lnTo>
                  <a:pt x="353949" y="259918"/>
                </a:lnTo>
                <a:lnTo>
                  <a:pt x="329374" y="275475"/>
                </a:lnTo>
                <a:lnTo>
                  <a:pt x="305943" y="289052"/>
                </a:lnTo>
                <a:lnTo>
                  <a:pt x="283654" y="300507"/>
                </a:lnTo>
                <a:lnTo>
                  <a:pt x="269608" y="284530"/>
                </a:lnTo>
                <a:lnTo>
                  <a:pt x="257124" y="266712"/>
                </a:lnTo>
                <a:lnTo>
                  <a:pt x="246075" y="247484"/>
                </a:lnTo>
                <a:lnTo>
                  <a:pt x="236308" y="227266"/>
                </a:lnTo>
                <a:lnTo>
                  <a:pt x="431571" y="227266"/>
                </a:lnTo>
                <a:lnTo>
                  <a:pt x="431571" y="196786"/>
                </a:lnTo>
                <a:lnTo>
                  <a:pt x="234784" y="196786"/>
                </a:lnTo>
                <a:lnTo>
                  <a:pt x="234784" y="152488"/>
                </a:lnTo>
                <a:lnTo>
                  <a:pt x="399567" y="152488"/>
                </a:lnTo>
                <a:lnTo>
                  <a:pt x="399567" y="122008"/>
                </a:lnTo>
                <a:lnTo>
                  <a:pt x="234784" y="122008"/>
                </a:lnTo>
                <a:lnTo>
                  <a:pt x="234784" y="79248"/>
                </a:lnTo>
                <a:lnTo>
                  <a:pt x="419379" y="79248"/>
                </a:lnTo>
                <a:lnTo>
                  <a:pt x="419379" y="48768"/>
                </a:lnTo>
                <a:lnTo>
                  <a:pt x="234784" y="48768"/>
                </a:lnTo>
                <a:lnTo>
                  <a:pt x="234784" y="0"/>
                </a:lnTo>
                <a:lnTo>
                  <a:pt x="201256" y="0"/>
                </a:lnTo>
                <a:lnTo>
                  <a:pt x="201256" y="48768"/>
                </a:lnTo>
                <a:lnTo>
                  <a:pt x="18288" y="48768"/>
                </a:lnTo>
                <a:lnTo>
                  <a:pt x="18288" y="79248"/>
                </a:lnTo>
                <a:lnTo>
                  <a:pt x="201256" y="79248"/>
                </a:lnTo>
                <a:lnTo>
                  <a:pt x="201256" y="122008"/>
                </a:lnTo>
                <a:lnTo>
                  <a:pt x="35052" y="122008"/>
                </a:lnTo>
                <a:lnTo>
                  <a:pt x="35052" y="152488"/>
                </a:lnTo>
                <a:lnTo>
                  <a:pt x="201256" y="152488"/>
                </a:lnTo>
                <a:lnTo>
                  <a:pt x="201256" y="196786"/>
                </a:lnTo>
                <a:lnTo>
                  <a:pt x="4572" y="196786"/>
                </a:lnTo>
                <a:lnTo>
                  <a:pt x="4572" y="227266"/>
                </a:lnTo>
                <a:lnTo>
                  <a:pt x="176872" y="227266"/>
                </a:lnTo>
                <a:lnTo>
                  <a:pt x="141744" y="264147"/>
                </a:lnTo>
                <a:lnTo>
                  <a:pt x="100444" y="297040"/>
                </a:lnTo>
                <a:lnTo>
                  <a:pt x="53136" y="325932"/>
                </a:lnTo>
                <a:lnTo>
                  <a:pt x="0" y="350799"/>
                </a:lnTo>
                <a:lnTo>
                  <a:pt x="21336" y="381279"/>
                </a:lnTo>
                <a:lnTo>
                  <a:pt x="49314" y="367258"/>
                </a:lnTo>
                <a:lnTo>
                  <a:pt x="76022" y="352513"/>
                </a:lnTo>
                <a:lnTo>
                  <a:pt x="101320" y="336918"/>
                </a:lnTo>
                <a:lnTo>
                  <a:pt x="125056" y="320319"/>
                </a:lnTo>
                <a:lnTo>
                  <a:pt x="125056" y="379755"/>
                </a:lnTo>
                <a:lnTo>
                  <a:pt x="124231" y="387464"/>
                </a:lnTo>
                <a:lnTo>
                  <a:pt x="121818" y="394474"/>
                </a:lnTo>
                <a:lnTo>
                  <a:pt x="117944" y="400634"/>
                </a:lnTo>
                <a:lnTo>
                  <a:pt x="112776" y="405765"/>
                </a:lnTo>
                <a:lnTo>
                  <a:pt x="132676" y="437769"/>
                </a:lnTo>
                <a:lnTo>
                  <a:pt x="238734" y="395312"/>
                </a:lnTo>
                <a:lnTo>
                  <a:pt x="265366" y="385851"/>
                </a:lnTo>
                <a:lnTo>
                  <a:pt x="264490" y="376694"/>
                </a:lnTo>
                <a:lnTo>
                  <a:pt x="264033" y="367372"/>
                </a:lnTo>
                <a:lnTo>
                  <a:pt x="263842" y="347751"/>
                </a:lnTo>
                <a:lnTo>
                  <a:pt x="238975" y="358025"/>
                </a:lnTo>
                <a:lnTo>
                  <a:pt x="212699" y="368134"/>
                </a:lnTo>
                <a:lnTo>
                  <a:pt x="185305" y="377977"/>
                </a:lnTo>
                <a:lnTo>
                  <a:pt x="157060" y="387375"/>
                </a:lnTo>
                <a:lnTo>
                  <a:pt x="157060" y="292798"/>
                </a:lnTo>
                <a:lnTo>
                  <a:pt x="171373" y="279958"/>
                </a:lnTo>
                <a:lnTo>
                  <a:pt x="184683" y="266700"/>
                </a:lnTo>
                <a:lnTo>
                  <a:pt x="197142" y="253149"/>
                </a:lnTo>
                <a:lnTo>
                  <a:pt x="208876" y="239458"/>
                </a:lnTo>
                <a:lnTo>
                  <a:pt x="231101" y="283057"/>
                </a:lnTo>
                <a:lnTo>
                  <a:pt x="258076" y="320814"/>
                </a:lnTo>
                <a:lnTo>
                  <a:pt x="289712" y="352704"/>
                </a:lnTo>
                <a:lnTo>
                  <a:pt x="325932" y="378764"/>
                </a:lnTo>
                <a:lnTo>
                  <a:pt x="366649" y="398995"/>
                </a:lnTo>
                <a:lnTo>
                  <a:pt x="411759" y="413385"/>
                </a:lnTo>
                <a:lnTo>
                  <a:pt x="416648" y="405104"/>
                </a:lnTo>
                <a:lnTo>
                  <a:pt x="422236" y="396379"/>
                </a:lnTo>
                <a:lnTo>
                  <a:pt x="428701" y="387375"/>
                </a:lnTo>
                <a:lnTo>
                  <a:pt x="436143" y="378231"/>
                </a:lnTo>
                <a:close/>
              </a:path>
              <a:path w="882014" h="438150">
                <a:moveTo>
                  <a:pt x="881443" y="312699"/>
                </a:moveTo>
                <a:lnTo>
                  <a:pt x="683234" y="312699"/>
                </a:lnTo>
                <a:lnTo>
                  <a:pt x="683234" y="262318"/>
                </a:lnTo>
                <a:lnTo>
                  <a:pt x="805154" y="262318"/>
                </a:lnTo>
                <a:lnTo>
                  <a:pt x="805154" y="283654"/>
                </a:lnTo>
                <a:lnTo>
                  <a:pt x="838771" y="283654"/>
                </a:lnTo>
                <a:lnTo>
                  <a:pt x="838771" y="70104"/>
                </a:lnTo>
                <a:lnTo>
                  <a:pt x="805154" y="70104"/>
                </a:lnTo>
                <a:lnTo>
                  <a:pt x="805154" y="100672"/>
                </a:lnTo>
                <a:lnTo>
                  <a:pt x="805154" y="150964"/>
                </a:lnTo>
                <a:lnTo>
                  <a:pt x="805154" y="181444"/>
                </a:lnTo>
                <a:lnTo>
                  <a:pt x="805154" y="231838"/>
                </a:lnTo>
                <a:lnTo>
                  <a:pt x="683234" y="231838"/>
                </a:lnTo>
                <a:lnTo>
                  <a:pt x="683234" y="181444"/>
                </a:lnTo>
                <a:lnTo>
                  <a:pt x="805154" y="181444"/>
                </a:lnTo>
                <a:lnTo>
                  <a:pt x="805154" y="150964"/>
                </a:lnTo>
                <a:lnTo>
                  <a:pt x="683234" y="150964"/>
                </a:lnTo>
                <a:lnTo>
                  <a:pt x="683234" y="100672"/>
                </a:lnTo>
                <a:lnTo>
                  <a:pt x="805154" y="100672"/>
                </a:lnTo>
                <a:lnTo>
                  <a:pt x="805154" y="70104"/>
                </a:lnTo>
                <a:lnTo>
                  <a:pt x="748766" y="70104"/>
                </a:lnTo>
                <a:lnTo>
                  <a:pt x="770293" y="46101"/>
                </a:lnTo>
                <a:lnTo>
                  <a:pt x="781545" y="33235"/>
                </a:lnTo>
                <a:lnTo>
                  <a:pt x="792962" y="19812"/>
                </a:lnTo>
                <a:lnTo>
                  <a:pt x="757910" y="0"/>
                </a:lnTo>
                <a:lnTo>
                  <a:pt x="745350" y="18884"/>
                </a:lnTo>
                <a:lnTo>
                  <a:pt x="732955" y="36766"/>
                </a:lnTo>
                <a:lnTo>
                  <a:pt x="709142" y="70104"/>
                </a:lnTo>
                <a:lnTo>
                  <a:pt x="649605" y="70104"/>
                </a:lnTo>
                <a:lnTo>
                  <a:pt x="649605" y="100672"/>
                </a:lnTo>
                <a:lnTo>
                  <a:pt x="649605" y="150964"/>
                </a:lnTo>
                <a:lnTo>
                  <a:pt x="649605" y="181444"/>
                </a:lnTo>
                <a:lnTo>
                  <a:pt x="649605" y="231838"/>
                </a:lnTo>
                <a:lnTo>
                  <a:pt x="527596" y="231838"/>
                </a:lnTo>
                <a:lnTo>
                  <a:pt x="527596" y="181444"/>
                </a:lnTo>
                <a:lnTo>
                  <a:pt x="649605" y="181444"/>
                </a:lnTo>
                <a:lnTo>
                  <a:pt x="649605" y="150964"/>
                </a:lnTo>
                <a:lnTo>
                  <a:pt x="527596" y="150964"/>
                </a:lnTo>
                <a:lnTo>
                  <a:pt x="527596" y="100672"/>
                </a:lnTo>
                <a:lnTo>
                  <a:pt x="649605" y="100672"/>
                </a:lnTo>
                <a:lnTo>
                  <a:pt x="649605" y="70104"/>
                </a:lnTo>
                <a:lnTo>
                  <a:pt x="605409" y="70104"/>
                </a:lnTo>
                <a:lnTo>
                  <a:pt x="622173" y="56388"/>
                </a:lnTo>
                <a:lnTo>
                  <a:pt x="595503" y="29337"/>
                </a:lnTo>
                <a:lnTo>
                  <a:pt x="580593" y="14808"/>
                </a:lnTo>
                <a:lnTo>
                  <a:pt x="564261" y="0"/>
                </a:lnTo>
                <a:lnTo>
                  <a:pt x="539877" y="19812"/>
                </a:lnTo>
                <a:lnTo>
                  <a:pt x="552170" y="32385"/>
                </a:lnTo>
                <a:lnTo>
                  <a:pt x="563880" y="44958"/>
                </a:lnTo>
                <a:lnTo>
                  <a:pt x="575030" y="57531"/>
                </a:lnTo>
                <a:lnTo>
                  <a:pt x="585597" y="70104"/>
                </a:lnTo>
                <a:lnTo>
                  <a:pt x="494068" y="70104"/>
                </a:lnTo>
                <a:lnTo>
                  <a:pt x="494068" y="283654"/>
                </a:lnTo>
                <a:lnTo>
                  <a:pt x="527596" y="283654"/>
                </a:lnTo>
                <a:lnTo>
                  <a:pt x="527596" y="262318"/>
                </a:lnTo>
                <a:lnTo>
                  <a:pt x="649605" y="262318"/>
                </a:lnTo>
                <a:lnTo>
                  <a:pt x="649605" y="312699"/>
                </a:lnTo>
                <a:lnTo>
                  <a:pt x="449872" y="312699"/>
                </a:lnTo>
                <a:lnTo>
                  <a:pt x="449872" y="343192"/>
                </a:lnTo>
                <a:lnTo>
                  <a:pt x="649605" y="343192"/>
                </a:lnTo>
                <a:lnTo>
                  <a:pt x="649605" y="436245"/>
                </a:lnTo>
                <a:lnTo>
                  <a:pt x="683234" y="436245"/>
                </a:lnTo>
                <a:lnTo>
                  <a:pt x="683234" y="343192"/>
                </a:lnTo>
                <a:lnTo>
                  <a:pt x="881443" y="343192"/>
                </a:lnTo>
                <a:lnTo>
                  <a:pt x="881443" y="31269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418844" y="504596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736877" y="4841659"/>
            <a:ext cx="773430" cy="381635"/>
          </a:xfrm>
          <a:custGeom>
            <a:avLst/>
            <a:gdLst/>
            <a:ahLst/>
            <a:cxnLst/>
            <a:rect l="l" t="t" r="r" b="b"/>
            <a:pathLst>
              <a:path w="773430" h="381635">
                <a:moveTo>
                  <a:pt x="297370" y="137248"/>
                </a:moveTo>
                <a:lnTo>
                  <a:pt x="86868" y="137248"/>
                </a:lnTo>
                <a:lnTo>
                  <a:pt x="86868" y="166204"/>
                </a:lnTo>
                <a:lnTo>
                  <a:pt x="297370" y="166204"/>
                </a:lnTo>
                <a:lnTo>
                  <a:pt x="297370" y="137248"/>
                </a:lnTo>
                <a:close/>
              </a:path>
              <a:path w="773430" h="381635">
                <a:moveTo>
                  <a:pt x="368998" y="216598"/>
                </a:moveTo>
                <a:lnTo>
                  <a:pt x="16764" y="216598"/>
                </a:lnTo>
                <a:lnTo>
                  <a:pt x="16764" y="245554"/>
                </a:lnTo>
                <a:lnTo>
                  <a:pt x="144868" y="245554"/>
                </a:lnTo>
                <a:lnTo>
                  <a:pt x="128816" y="266471"/>
                </a:lnTo>
                <a:lnTo>
                  <a:pt x="96774" y="304355"/>
                </a:lnTo>
                <a:lnTo>
                  <a:pt x="65913" y="332143"/>
                </a:lnTo>
                <a:lnTo>
                  <a:pt x="48768" y="340144"/>
                </a:lnTo>
                <a:lnTo>
                  <a:pt x="65532" y="370624"/>
                </a:lnTo>
                <a:lnTo>
                  <a:pt x="292798" y="349288"/>
                </a:lnTo>
                <a:lnTo>
                  <a:pt x="300532" y="358140"/>
                </a:lnTo>
                <a:lnTo>
                  <a:pt x="307848" y="366433"/>
                </a:lnTo>
                <a:lnTo>
                  <a:pt x="314871" y="374142"/>
                </a:lnTo>
                <a:lnTo>
                  <a:pt x="321754" y="381292"/>
                </a:lnTo>
                <a:lnTo>
                  <a:pt x="346138" y="358432"/>
                </a:lnTo>
                <a:lnTo>
                  <a:pt x="337324" y="349288"/>
                </a:lnTo>
                <a:lnTo>
                  <a:pt x="324916" y="336423"/>
                </a:lnTo>
                <a:lnTo>
                  <a:pt x="320979" y="332524"/>
                </a:lnTo>
                <a:lnTo>
                  <a:pt x="302120" y="313842"/>
                </a:lnTo>
                <a:lnTo>
                  <a:pt x="277304" y="290664"/>
                </a:lnTo>
                <a:lnTo>
                  <a:pt x="250037" y="266890"/>
                </a:lnTo>
                <a:lnTo>
                  <a:pt x="230212" y="285178"/>
                </a:lnTo>
                <a:lnTo>
                  <a:pt x="240245" y="295490"/>
                </a:lnTo>
                <a:lnTo>
                  <a:pt x="259156" y="315493"/>
                </a:lnTo>
                <a:lnTo>
                  <a:pt x="268325" y="324904"/>
                </a:lnTo>
                <a:lnTo>
                  <a:pt x="189826" y="328142"/>
                </a:lnTo>
                <a:lnTo>
                  <a:pt x="106680" y="332524"/>
                </a:lnTo>
                <a:lnTo>
                  <a:pt x="125882" y="312496"/>
                </a:lnTo>
                <a:lnTo>
                  <a:pt x="144830" y="291325"/>
                </a:lnTo>
                <a:lnTo>
                  <a:pt x="163766" y="268998"/>
                </a:lnTo>
                <a:lnTo>
                  <a:pt x="182968" y="245554"/>
                </a:lnTo>
                <a:lnTo>
                  <a:pt x="368998" y="245554"/>
                </a:lnTo>
                <a:lnTo>
                  <a:pt x="368998" y="216598"/>
                </a:lnTo>
                <a:close/>
              </a:path>
              <a:path w="773430" h="381635">
                <a:moveTo>
                  <a:pt x="385762" y="143344"/>
                </a:moveTo>
                <a:lnTo>
                  <a:pt x="334594" y="119875"/>
                </a:lnTo>
                <a:lnTo>
                  <a:pt x="288556" y="90538"/>
                </a:lnTo>
                <a:lnTo>
                  <a:pt x="247662" y="55194"/>
                </a:lnTo>
                <a:lnTo>
                  <a:pt x="230314" y="35052"/>
                </a:lnTo>
                <a:lnTo>
                  <a:pt x="211924" y="13716"/>
                </a:lnTo>
                <a:lnTo>
                  <a:pt x="219544" y="4572"/>
                </a:lnTo>
                <a:lnTo>
                  <a:pt x="178396" y="4572"/>
                </a:lnTo>
                <a:lnTo>
                  <a:pt x="149275" y="39852"/>
                </a:lnTo>
                <a:lnTo>
                  <a:pt x="116878" y="72440"/>
                </a:lnTo>
                <a:lnTo>
                  <a:pt x="81203" y="102184"/>
                </a:lnTo>
                <a:lnTo>
                  <a:pt x="42240" y="128917"/>
                </a:lnTo>
                <a:lnTo>
                  <a:pt x="0" y="152488"/>
                </a:lnTo>
                <a:lnTo>
                  <a:pt x="5651" y="159537"/>
                </a:lnTo>
                <a:lnTo>
                  <a:pt x="11239" y="166966"/>
                </a:lnTo>
                <a:lnTo>
                  <a:pt x="16497" y="174358"/>
                </a:lnTo>
                <a:lnTo>
                  <a:pt x="21336" y="181444"/>
                </a:lnTo>
                <a:lnTo>
                  <a:pt x="67957" y="151091"/>
                </a:lnTo>
                <a:lnTo>
                  <a:pt x="111874" y="116865"/>
                </a:lnTo>
                <a:lnTo>
                  <a:pt x="153212" y="78320"/>
                </a:lnTo>
                <a:lnTo>
                  <a:pt x="192112" y="35052"/>
                </a:lnTo>
                <a:lnTo>
                  <a:pt x="226110" y="76542"/>
                </a:lnTo>
                <a:lnTo>
                  <a:pt x="266268" y="114007"/>
                </a:lnTo>
                <a:lnTo>
                  <a:pt x="312432" y="147447"/>
                </a:lnTo>
                <a:lnTo>
                  <a:pt x="364426" y="176872"/>
                </a:lnTo>
                <a:lnTo>
                  <a:pt x="375069" y="159588"/>
                </a:lnTo>
                <a:lnTo>
                  <a:pt x="380288" y="151371"/>
                </a:lnTo>
                <a:lnTo>
                  <a:pt x="385762" y="143344"/>
                </a:lnTo>
                <a:close/>
              </a:path>
              <a:path w="773430" h="381635">
                <a:moveTo>
                  <a:pt x="773150" y="318808"/>
                </a:moveTo>
                <a:lnTo>
                  <a:pt x="649605" y="318808"/>
                </a:lnTo>
                <a:lnTo>
                  <a:pt x="649605" y="204406"/>
                </a:lnTo>
                <a:lnTo>
                  <a:pt x="750290" y="204406"/>
                </a:lnTo>
                <a:lnTo>
                  <a:pt x="750290" y="176885"/>
                </a:lnTo>
                <a:lnTo>
                  <a:pt x="649605" y="176885"/>
                </a:lnTo>
                <a:lnTo>
                  <a:pt x="649605" y="100685"/>
                </a:lnTo>
                <a:lnTo>
                  <a:pt x="619125" y="100685"/>
                </a:lnTo>
                <a:lnTo>
                  <a:pt x="619125" y="176885"/>
                </a:lnTo>
                <a:lnTo>
                  <a:pt x="518452" y="176885"/>
                </a:lnTo>
                <a:lnTo>
                  <a:pt x="518452" y="204406"/>
                </a:lnTo>
                <a:lnTo>
                  <a:pt x="619125" y="204406"/>
                </a:lnTo>
                <a:lnTo>
                  <a:pt x="619125" y="318808"/>
                </a:lnTo>
                <a:lnTo>
                  <a:pt x="498640" y="318808"/>
                </a:lnTo>
                <a:lnTo>
                  <a:pt x="498640" y="346240"/>
                </a:lnTo>
                <a:lnTo>
                  <a:pt x="773150" y="346240"/>
                </a:lnTo>
                <a:lnTo>
                  <a:pt x="773150" y="318808"/>
                </a:lnTo>
                <a:close/>
              </a:path>
              <a:path w="773430" h="381635">
                <a:moveTo>
                  <a:pt x="773150" y="47244"/>
                </a:moveTo>
                <a:lnTo>
                  <a:pt x="550545" y="47244"/>
                </a:lnTo>
                <a:lnTo>
                  <a:pt x="557974" y="28003"/>
                </a:lnTo>
                <a:lnTo>
                  <a:pt x="561479" y="17881"/>
                </a:lnTo>
                <a:lnTo>
                  <a:pt x="564261" y="7620"/>
                </a:lnTo>
                <a:lnTo>
                  <a:pt x="533692" y="0"/>
                </a:lnTo>
                <a:lnTo>
                  <a:pt x="529348" y="12306"/>
                </a:lnTo>
                <a:lnTo>
                  <a:pt x="525310" y="24193"/>
                </a:lnTo>
                <a:lnTo>
                  <a:pt x="521258" y="35788"/>
                </a:lnTo>
                <a:lnTo>
                  <a:pt x="516928" y="47244"/>
                </a:lnTo>
                <a:lnTo>
                  <a:pt x="404050" y="47244"/>
                </a:lnTo>
                <a:lnTo>
                  <a:pt x="404050" y="76200"/>
                </a:lnTo>
                <a:lnTo>
                  <a:pt x="503212" y="76200"/>
                </a:lnTo>
                <a:lnTo>
                  <a:pt x="481774" y="117970"/>
                </a:lnTo>
                <a:lnTo>
                  <a:pt x="456336" y="158432"/>
                </a:lnTo>
                <a:lnTo>
                  <a:pt x="426872" y="197459"/>
                </a:lnTo>
                <a:lnTo>
                  <a:pt x="393382" y="234886"/>
                </a:lnTo>
                <a:lnTo>
                  <a:pt x="411670" y="262318"/>
                </a:lnTo>
                <a:lnTo>
                  <a:pt x="434428" y="237744"/>
                </a:lnTo>
                <a:lnTo>
                  <a:pt x="445414" y="225247"/>
                </a:lnTo>
                <a:lnTo>
                  <a:pt x="455968" y="212026"/>
                </a:lnTo>
                <a:lnTo>
                  <a:pt x="455968" y="373672"/>
                </a:lnTo>
                <a:lnTo>
                  <a:pt x="484924" y="373672"/>
                </a:lnTo>
                <a:lnTo>
                  <a:pt x="484924" y="212026"/>
                </a:lnTo>
                <a:lnTo>
                  <a:pt x="484924" y="172313"/>
                </a:lnTo>
                <a:lnTo>
                  <a:pt x="500113" y="149161"/>
                </a:lnTo>
                <a:lnTo>
                  <a:pt x="513880" y="125437"/>
                </a:lnTo>
                <a:lnTo>
                  <a:pt x="526491" y="101117"/>
                </a:lnTo>
                <a:lnTo>
                  <a:pt x="538264" y="76200"/>
                </a:lnTo>
                <a:lnTo>
                  <a:pt x="773150" y="76200"/>
                </a:lnTo>
                <a:lnTo>
                  <a:pt x="773150" y="472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628995" y="4893468"/>
            <a:ext cx="102235" cy="279400"/>
          </a:xfrm>
          <a:custGeom>
            <a:avLst/>
            <a:gdLst/>
            <a:ahLst/>
            <a:cxnLst/>
            <a:rect l="l" t="t" r="r" b="b"/>
            <a:pathLst>
              <a:path w="102235" h="279400">
                <a:moveTo>
                  <a:pt x="25908" y="279177"/>
                </a:moveTo>
                <a:lnTo>
                  <a:pt x="18216" y="278891"/>
                </a:lnTo>
                <a:lnTo>
                  <a:pt x="11239" y="278034"/>
                </a:lnTo>
                <a:lnTo>
                  <a:pt x="5119" y="276605"/>
                </a:lnTo>
                <a:lnTo>
                  <a:pt x="0" y="274605"/>
                </a:lnTo>
                <a:lnTo>
                  <a:pt x="0" y="242601"/>
                </a:lnTo>
                <a:lnTo>
                  <a:pt x="5119" y="245721"/>
                </a:lnTo>
                <a:lnTo>
                  <a:pt x="11239" y="248126"/>
                </a:lnTo>
                <a:lnTo>
                  <a:pt x="18216" y="249674"/>
                </a:lnTo>
                <a:lnTo>
                  <a:pt x="25908" y="250221"/>
                </a:lnTo>
                <a:lnTo>
                  <a:pt x="45029" y="245634"/>
                </a:lnTo>
                <a:lnTo>
                  <a:pt x="58864" y="231886"/>
                </a:lnTo>
                <a:lnTo>
                  <a:pt x="67270" y="208993"/>
                </a:lnTo>
                <a:lnTo>
                  <a:pt x="70104" y="176974"/>
                </a:lnTo>
                <a:lnTo>
                  <a:pt x="70104" y="0"/>
                </a:lnTo>
                <a:lnTo>
                  <a:pt x="102203" y="0"/>
                </a:lnTo>
                <a:lnTo>
                  <a:pt x="102203" y="175450"/>
                </a:lnTo>
                <a:lnTo>
                  <a:pt x="100798" y="198931"/>
                </a:lnTo>
                <a:lnTo>
                  <a:pt x="89987" y="236784"/>
                </a:lnTo>
                <a:lnTo>
                  <a:pt x="56780" y="272319"/>
                </a:lnTo>
                <a:lnTo>
                  <a:pt x="42197" y="277463"/>
                </a:lnTo>
                <a:lnTo>
                  <a:pt x="25908" y="2791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2787586" y="4888903"/>
            <a:ext cx="541655" cy="325120"/>
          </a:xfrm>
          <a:custGeom>
            <a:avLst/>
            <a:gdLst/>
            <a:ahLst/>
            <a:cxnLst/>
            <a:rect l="l" t="t" r="r" b="b"/>
            <a:pathLst>
              <a:path w="541654" h="325120">
                <a:moveTo>
                  <a:pt x="166204" y="208978"/>
                </a:moveTo>
                <a:lnTo>
                  <a:pt x="153060" y="171069"/>
                </a:lnTo>
                <a:lnTo>
                  <a:pt x="120484" y="143446"/>
                </a:lnTo>
                <a:lnTo>
                  <a:pt x="114490" y="139115"/>
                </a:lnTo>
                <a:lnTo>
                  <a:pt x="107911" y="135204"/>
                </a:lnTo>
                <a:lnTo>
                  <a:pt x="100774" y="131584"/>
                </a:lnTo>
                <a:lnTo>
                  <a:pt x="93052" y="128104"/>
                </a:lnTo>
                <a:lnTo>
                  <a:pt x="79717" y="121246"/>
                </a:lnTo>
                <a:lnTo>
                  <a:pt x="73761" y="117817"/>
                </a:lnTo>
                <a:lnTo>
                  <a:pt x="68668" y="114388"/>
                </a:lnTo>
                <a:lnTo>
                  <a:pt x="61048" y="109816"/>
                </a:lnTo>
                <a:lnTo>
                  <a:pt x="54952" y="106768"/>
                </a:lnTo>
                <a:lnTo>
                  <a:pt x="48768" y="102196"/>
                </a:lnTo>
                <a:lnTo>
                  <a:pt x="39624" y="93052"/>
                </a:lnTo>
                <a:lnTo>
                  <a:pt x="38100" y="88480"/>
                </a:lnTo>
                <a:lnTo>
                  <a:pt x="35052" y="83908"/>
                </a:lnTo>
                <a:lnTo>
                  <a:pt x="33528" y="77812"/>
                </a:lnTo>
                <a:lnTo>
                  <a:pt x="33528" y="62572"/>
                </a:lnTo>
                <a:lnTo>
                  <a:pt x="35052" y="56476"/>
                </a:lnTo>
                <a:lnTo>
                  <a:pt x="39624" y="51904"/>
                </a:lnTo>
                <a:lnTo>
                  <a:pt x="42672" y="45808"/>
                </a:lnTo>
                <a:lnTo>
                  <a:pt x="47244" y="41236"/>
                </a:lnTo>
                <a:lnTo>
                  <a:pt x="51816" y="38188"/>
                </a:lnTo>
                <a:lnTo>
                  <a:pt x="64096" y="32092"/>
                </a:lnTo>
                <a:lnTo>
                  <a:pt x="71716" y="30480"/>
                </a:lnTo>
                <a:lnTo>
                  <a:pt x="77812" y="28956"/>
                </a:lnTo>
                <a:lnTo>
                  <a:pt x="91528" y="28956"/>
                </a:lnTo>
                <a:lnTo>
                  <a:pt x="110083" y="30086"/>
                </a:lnTo>
                <a:lnTo>
                  <a:pt x="126771" y="33388"/>
                </a:lnTo>
                <a:lnTo>
                  <a:pt x="141465" y="38684"/>
                </a:lnTo>
                <a:lnTo>
                  <a:pt x="154012" y="45808"/>
                </a:lnTo>
                <a:lnTo>
                  <a:pt x="154012" y="9144"/>
                </a:lnTo>
                <a:lnTo>
                  <a:pt x="143459" y="5143"/>
                </a:lnTo>
                <a:lnTo>
                  <a:pt x="130200" y="2286"/>
                </a:lnTo>
                <a:lnTo>
                  <a:pt x="114363" y="571"/>
                </a:lnTo>
                <a:lnTo>
                  <a:pt x="96100" y="0"/>
                </a:lnTo>
                <a:lnTo>
                  <a:pt x="86982" y="279"/>
                </a:lnTo>
                <a:lnTo>
                  <a:pt x="44577" y="10287"/>
                </a:lnTo>
                <a:lnTo>
                  <a:pt x="13119" y="34658"/>
                </a:lnTo>
                <a:lnTo>
                  <a:pt x="0" y="73240"/>
                </a:lnTo>
                <a:lnTo>
                  <a:pt x="304" y="80721"/>
                </a:lnTo>
                <a:lnTo>
                  <a:pt x="1333" y="87337"/>
                </a:lnTo>
                <a:lnTo>
                  <a:pt x="3213" y="93395"/>
                </a:lnTo>
                <a:lnTo>
                  <a:pt x="6096" y="99148"/>
                </a:lnTo>
                <a:lnTo>
                  <a:pt x="9144" y="106768"/>
                </a:lnTo>
                <a:lnTo>
                  <a:pt x="41148" y="137350"/>
                </a:lnTo>
                <a:lnTo>
                  <a:pt x="68668" y="151066"/>
                </a:lnTo>
                <a:lnTo>
                  <a:pt x="75260" y="154495"/>
                </a:lnTo>
                <a:lnTo>
                  <a:pt x="81432" y="157924"/>
                </a:lnTo>
                <a:lnTo>
                  <a:pt x="93052" y="164782"/>
                </a:lnTo>
                <a:lnTo>
                  <a:pt x="108292" y="172402"/>
                </a:lnTo>
                <a:lnTo>
                  <a:pt x="114388" y="176974"/>
                </a:lnTo>
                <a:lnTo>
                  <a:pt x="118960" y="181546"/>
                </a:lnTo>
                <a:lnTo>
                  <a:pt x="123532" y="187642"/>
                </a:lnTo>
                <a:lnTo>
                  <a:pt x="128104" y="192214"/>
                </a:lnTo>
                <a:lnTo>
                  <a:pt x="131152" y="198310"/>
                </a:lnTo>
                <a:lnTo>
                  <a:pt x="132676" y="204406"/>
                </a:lnTo>
                <a:lnTo>
                  <a:pt x="132676" y="212026"/>
                </a:lnTo>
                <a:lnTo>
                  <a:pt x="109461" y="248361"/>
                </a:lnTo>
                <a:lnTo>
                  <a:pt x="73240" y="254787"/>
                </a:lnTo>
                <a:lnTo>
                  <a:pt x="67144" y="254787"/>
                </a:lnTo>
                <a:lnTo>
                  <a:pt x="61048" y="253263"/>
                </a:lnTo>
                <a:lnTo>
                  <a:pt x="54952" y="253263"/>
                </a:lnTo>
                <a:lnTo>
                  <a:pt x="47244" y="251739"/>
                </a:lnTo>
                <a:lnTo>
                  <a:pt x="41148" y="250215"/>
                </a:lnTo>
                <a:lnTo>
                  <a:pt x="35052" y="247167"/>
                </a:lnTo>
                <a:lnTo>
                  <a:pt x="27432" y="245643"/>
                </a:lnTo>
                <a:lnTo>
                  <a:pt x="9144" y="236410"/>
                </a:lnTo>
                <a:lnTo>
                  <a:pt x="0" y="230314"/>
                </a:lnTo>
                <a:lnTo>
                  <a:pt x="0" y="266979"/>
                </a:lnTo>
                <a:lnTo>
                  <a:pt x="3048" y="270027"/>
                </a:lnTo>
                <a:lnTo>
                  <a:pt x="7620" y="271551"/>
                </a:lnTo>
                <a:lnTo>
                  <a:pt x="13716" y="274599"/>
                </a:lnTo>
                <a:lnTo>
                  <a:pt x="25908" y="277647"/>
                </a:lnTo>
                <a:lnTo>
                  <a:pt x="33528" y="279171"/>
                </a:lnTo>
                <a:lnTo>
                  <a:pt x="45720" y="282219"/>
                </a:lnTo>
                <a:lnTo>
                  <a:pt x="51816" y="282219"/>
                </a:lnTo>
                <a:lnTo>
                  <a:pt x="59524" y="283743"/>
                </a:lnTo>
                <a:lnTo>
                  <a:pt x="78028" y="283464"/>
                </a:lnTo>
                <a:lnTo>
                  <a:pt x="122389" y="274218"/>
                </a:lnTo>
                <a:lnTo>
                  <a:pt x="153746" y="250698"/>
                </a:lnTo>
                <a:lnTo>
                  <a:pt x="165658" y="218960"/>
                </a:lnTo>
                <a:lnTo>
                  <a:pt x="166204" y="208978"/>
                </a:lnTo>
                <a:close/>
              </a:path>
              <a:path w="541654" h="325120">
                <a:moveTo>
                  <a:pt x="340131" y="4572"/>
                </a:moveTo>
                <a:lnTo>
                  <a:pt x="311086" y="4572"/>
                </a:lnTo>
                <a:lnTo>
                  <a:pt x="179920" y="324891"/>
                </a:lnTo>
                <a:lnTo>
                  <a:pt x="208978" y="324891"/>
                </a:lnTo>
                <a:lnTo>
                  <a:pt x="340131" y="4572"/>
                </a:lnTo>
                <a:close/>
              </a:path>
              <a:path w="541654" h="325120">
                <a:moveTo>
                  <a:pt x="541401" y="86956"/>
                </a:moveTo>
                <a:lnTo>
                  <a:pt x="539724" y="68440"/>
                </a:lnTo>
                <a:lnTo>
                  <a:pt x="534924" y="51904"/>
                </a:lnTo>
                <a:lnTo>
                  <a:pt x="527253" y="37630"/>
                </a:lnTo>
                <a:lnTo>
                  <a:pt x="523748" y="33616"/>
                </a:lnTo>
                <a:lnTo>
                  <a:pt x="517017" y="25908"/>
                </a:lnTo>
                <a:lnTo>
                  <a:pt x="507873" y="19837"/>
                </a:lnTo>
                <a:lnTo>
                  <a:pt x="507873" y="88480"/>
                </a:lnTo>
                <a:lnTo>
                  <a:pt x="506730" y="101371"/>
                </a:lnTo>
                <a:lnTo>
                  <a:pt x="479564" y="137452"/>
                </a:lnTo>
                <a:lnTo>
                  <a:pt x="439191" y="146494"/>
                </a:lnTo>
                <a:lnTo>
                  <a:pt x="405663" y="146494"/>
                </a:lnTo>
                <a:lnTo>
                  <a:pt x="405663" y="33616"/>
                </a:lnTo>
                <a:lnTo>
                  <a:pt x="442239" y="33616"/>
                </a:lnTo>
                <a:lnTo>
                  <a:pt x="471182" y="37045"/>
                </a:lnTo>
                <a:lnTo>
                  <a:pt x="491667" y="47332"/>
                </a:lnTo>
                <a:lnTo>
                  <a:pt x="503847" y="64477"/>
                </a:lnTo>
                <a:lnTo>
                  <a:pt x="507873" y="88480"/>
                </a:lnTo>
                <a:lnTo>
                  <a:pt x="507873" y="19837"/>
                </a:lnTo>
                <a:lnTo>
                  <a:pt x="503288" y="16789"/>
                </a:lnTo>
                <a:lnTo>
                  <a:pt x="487286" y="10096"/>
                </a:lnTo>
                <a:lnTo>
                  <a:pt x="468960" y="5981"/>
                </a:lnTo>
                <a:lnTo>
                  <a:pt x="448335" y="4572"/>
                </a:lnTo>
                <a:lnTo>
                  <a:pt x="373659" y="4572"/>
                </a:lnTo>
                <a:lnTo>
                  <a:pt x="373659" y="279184"/>
                </a:lnTo>
                <a:lnTo>
                  <a:pt x="405663" y="279184"/>
                </a:lnTo>
                <a:lnTo>
                  <a:pt x="405663" y="175450"/>
                </a:lnTo>
                <a:lnTo>
                  <a:pt x="440715" y="175450"/>
                </a:lnTo>
                <a:lnTo>
                  <a:pt x="481952" y="168783"/>
                </a:lnTo>
                <a:lnTo>
                  <a:pt x="516864" y="146494"/>
                </a:lnTo>
                <a:lnTo>
                  <a:pt x="525970" y="136944"/>
                </a:lnTo>
                <a:lnTo>
                  <a:pt x="534543" y="122212"/>
                </a:lnTo>
                <a:lnTo>
                  <a:pt x="539686" y="105511"/>
                </a:lnTo>
                <a:lnTo>
                  <a:pt x="541401" y="86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379279" y="4893754"/>
            <a:ext cx="33655" cy="120650"/>
          </a:xfrm>
          <a:custGeom>
            <a:avLst/>
            <a:gdLst/>
            <a:ahLst/>
            <a:cxnLst/>
            <a:rect l="l" t="t" r="r" b="b"/>
            <a:pathLst>
              <a:path w="33654" h="120650">
                <a:moveTo>
                  <a:pt x="0" y="0"/>
                </a:moveTo>
                <a:lnTo>
                  <a:pt x="33623" y="0"/>
                </a:lnTo>
                <a:lnTo>
                  <a:pt x="33623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379279" y="4893754"/>
            <a:ext cx="207645" cy="274320"/>
          </a:xfrm>
          <a:custGeom>
            <a:avLst/>
            <a:gdLst/>
            <a:ahLst/>
            <a:cxnLst/>
            <a:rect l="l" t="t" r="r" b="b"/>
            <a:pathLst>
              <a:path w="207645" h="274320">
                <a:moveTo>
                  <a:pt x="207454" y="0"/>
                </a:moveTo>
                <a:lnTo>
                  <a:pt x="175450" y="0"/>
                </a:lnTo>
                <a:lnTo>
                  <a:pt x="175450" y="120650"/>
                </a:lnTo>
                <a:lnTo>
                  <a:pt x="0" y="120650"/>
                </a:lnTo>
                <a:lnTo>
                  <a:pt x="0" y="149860"/>
                </a:lnTo>
                <a:lnTo>
                  <a:pt x="0" y="274320"/>
                </a:lnTo>
                <a:lnTo>
                  <a:pt x="33616" y="274320"/>
                </a:lnTo>
                <a:lnTo>
                  <a:pt x="33616" y="149860"/>
                </a:lnTo>
                <a:lnTo>
                  <a:pt x="175450" y="149860"/>
                </a:lnTo>
                <a:lnTo>
                  <a:pt x="175450" y="274320"/>
                </a:lnTo>
                <a:lnTo>
                  <a:pt x="207454" y="274320"/>
                </a:lnTo>
                <a:lnTo>
                  <a:pt x="207454" y="149860"/>
                </a:lnTo>
                <a:lnTo>
                  <a:pt x="207454" y="120650"/>
                </a:lnTo>
                <a:lnTo>
                  <a:pt x="207454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3658361" y="4893468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4">
                <a:moveTo>
                  <a:pt x="32099" y="274605"/>
                </a:moveTo>
                <a:lnTo>
                  <a:pt x="0" y="274605"/>
                </a:lnTo>
                <a:lnTo>
                  <a:pt x="0" y="0"/>
                </a:lnTo>
                <a:lnTo>
                  <a:pt x="74771" y="0"/>
                </a:lnTo>
                <a:lnTo>
                  <a:pt x="95345" y="1404"/>
                </a:lnTo>
                <a:lnTo>
                  <a:pt x="113633" y="5524"/>
                </a:lnTo>
                <a:lnTo>
                  <a:pt x="129635" y="12215"/>
                </a:lnTo>
                <a:lnTo>
                  <a:pt x="143351" y="21336"/>
                </a:lnTo>
                <a:lnTo>
                  <a:pt x="150126" y="29051"/>
                </a:lnTo>
                <a:lnTo>
                  <a:pt x="32099" y="29051"/>
                </a:lnTo>
                <a:lnTo>
                  <a:pt x="32099" y="141922"/>
                </a:lnTo>
                <a:lnTo>
                  <a:pt x="143218" y="141922"/>
                </a:lnTo>
                <a:lnTo>
                  <a:pt x="140303" y="144970"/>
                </a:lnTo>
                <a:lnTo>
                  <a:pt x="125468" y="156090"/>
                </a:lnTo>
                <a:lnTo>
                  <a:pt x="108489" y="164211"/>
                </a:lnTo>
                <a:lnTo>
                  <a:pt x="89511" y="169187"/>
                </a:lnTo>
                <a:lnTo>
                  <a:pt x="68675" y="170878"/>
                </a:lnTo>
                <a:lnTo>
                  <a:pt x="32099" y="170878"/>
                </a:lnTo>
                <a:lnTo>
                  <a:pt x="32099" y="274605"/>
                </a:lnTo>
                <a:close/>
              </a:path>
              <a:path w="168275" h="274954">
                <a:moveTo>
                  <a:pt x="143218" y="141922"/>
                </a:moveTo>
                <a:lnTo>
                  <a:pt x="65627" y="141922"/>
                </a:lnTo>
                <a:lnTo>
                  <a:pt x="80986" y="140825"/>
                </a:lnTo>
                <a:lnTo>
                  <a:pt x="94773" y="137719"/>
                </a:lnTo>
                <a:lnTo>
                  <a:pt x="129635" y="108108"/>
                </a:lnTo>
                <a:lnTo>
                  <a:pt x="134207" y="83915"/>
                </a:lnTo>
                <a:lnTo>
                  <a:pt x="130206" y="59912"/>
                </a:lnTo>
                <a:lnTo>
                  <a:pt x="118205" y="42767"/>
                </a:lnTo>
                <a:lnTo>
                  <a:pt x="98202" y="32480"/>
                </a:lnTo>
                <a:lnTo>
                  <a:pt x="70199" y="29051"/>
                </a:lnTo>
                <a:lnTo>
                  <a:pt x="150126" y="29051"/>
                </a:lnTo>
                <a:lnTo>
                  <a:pt x="153645" y="33059"/>
                </a:lnTo>
                <a:lnTo>
                  <a:pt x="161341" y="47327"/>
                </a:lnTo>
                <a:lnTo>
                  <a:pt x="166162" y="63863"/>
                </a:lnTo>
                <a:lnTo>
                  <a:pt x="167830" y="82391"/>
                </a:lnTo>
                <a:lnTo>
                  <a:pt x="166114" y="100942"/>
                </a:lnTo>
                <a:lnTo>
                  <a:pt x="160960" y="117645"/>
                </a:lnTo>
                <a:lnTo>
                  <a:pt x="152359" y="132366"/>
                </a:lnTo>
                <a:lnTo>
                  <a:pt x="143218" y="1419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3954297" y="4838611"/>
            <a:ext cx="773430" cy="380365"/>
          </a:xfrm>
          <a:custGeom>
            <a:avLst/>
            <a:gdLst/>
            <a:ahLst/>
            <a:cxnLst/>
            <a:rect l="l" t="t" r="r" b="b"/>
            <a:pathLst>
              <a:path w="773429" h="380364">
                <a:moveTo>
                  <a:pt x="118872" y="102196"/>
                </a:moveTo>
                <a:lnTo>
                  <a:pt x="89916" y="90004"/>
                </a:lnTo>
                <a:lnTo>
                  <a:pt x="85102" y="101396"/>
                </a:lnTo>
                <a:lnTo>
                  <a:pt x="80010" y="112483"/>
                </a:lnTo>
                <a:lnTo>
                  <a:pt x="48196" y="134010"/>
                </a:lnTo>
                <a:lnTo>
                  <a:pt x="32004" y="134200"/>
                </a:lnTo>
                <a:lnTo>
                  <a:pt x="47129" y="107899"/>
                </a:lnTo>
                <a:lnTo>
                  <a:pt x="62674" y="79298"/>
                </a:lnTo>
                <a:lnTo>
                  <a:pt x="78511" y="48399"/>
                </a:lnTo>
                <a:lnTo>
                  <a:pt x="94488" y="15240"/>
                </a:lnTo>
                <a:lnTo>
                  <a:pt x="64008" y="4572"/>
                </a:lnTo>
                <a:lnTo>
                  <a:pt x="49720" y="40284"/>
                </a:lnTo>
                <a:lnTo>
                  <a:pt x="34290" y="74155"/>
                </a:lnTo>
                <a:lnTo>
                  <a:pt x="17716" y="106019"/>
                </a:lnTo>
                <a:lnTo>
                  <a:pt x="0" y="135724"/>
                </a:lnTo>
                <a:lnTo>
                  <a:pt x="7620" y="160108"/>
                </a:lnTo>
                <a:lnTo>
                  <a:pt x="18478" y="158965"/>
                </a:lnTo>
                <a:lnTo>
                  <a:pt x="30480" y="157822"/>
                </a:lnTo>
                <a:lnTo>
                  <a:pt x="57912" y="155536"/>
                </a:lnTo>
                <a:lnTo>
                  <a:pt x="42760" y="182740"/>
                </a:lnTo>
                <a:lnTo>
                  <a:pt x="29337" y="204774"/>
                </a:lnTo>
                <a:lnTo>
                  <a:pt x="17614" y="221640"/>
                </a:lnTo>
                <a:lnTo>
                  <a:pt x="7620" y="233362"/>
                </a:lnTo>
                <a:lnTo>
                  <a:pt x="12192" y="257746"/>
                </a:lnTo>
                <a:lnTo>
                  <a:pt x="25908" y="256311"/>
                </a:lnTo>
                <a:lnTo>
                  <a:pt x="108204" y="248602"/>
                </a:lnTo>
                <a:lnTo>
                  <a:pt x="108204" y="242506"/>
                </a:lnTo>
                <a:lnTo>
                  <a:pt x="109689" y="235077"/>
                </a:lnTo>
                <a:lnTo>
                  <a:pt x="110604" y="228790"/>
                </a:lnTo>
                <a:lnTo>
                  <a:pt x="111252" y="224218"/>
                </a:lnTo>
                <a:lnTo>
                  <a:pt x="88341" y="226212"/>
                </a:lnTo>
                <a:lnTo>
                  <a:pt x="69723" y="227647"/>
                </a:lnTo>
                <a:lnTo>
                  <a:pt x="55105" y="228498"/>
                </a:lnTo>
                <a:lnTo>
                  <a:pt x="44196" y="228790"/>
                </a:lnTo>
                <a:lnTo>
                  <a:pt x="58216" y="206438"/>
                </a:lnTo>
                <a:lnTo>
                  <a:pt x="75247" y="178066"/>
                </a:lnTo>
                <a:lnTo>
                  <a:pt x="88353" y="155536"/>
                </a:lnTo>
                <a:lnTo>
                  <a:pt x="95415" y="143408"/>
                </a:lnTo>
                <a:lnTo>
                  <a:pt x="100660" y="134200"/>
                </a:lnTo>
                <a:lnTo>
                  <a:pt x="118872" y="102196"/>
                </a:lnTo>
                <a:close/>
              </a:path>
              <a:path w="773429" h="380364">
                <a:moveTo>
                  <a:pt x="358330" y="42672"/>
                </a:moveTo>
                <a:lnTo>
                  <a:pt x="332422" y="42672"/>
                </a:lnTo>
                <a:lnTo>
                  <a:pt x="332422" y="67056"/>
                </a:lnTo>
                <a:lnTo>
                  <a:pt x="332422" y="109816"/>
                </a:lnTo>
                <a:lnTo>
                  <a:pt x="150964" y="109816"/>
                </a:lnTo>
                <a:lnTo>
                  <a:pt x="150964" y="67056"/>
                </a:lnTo>
                <a:lnTo>
                  <a:pt x="332422" y="67056"/>
                </a:lnTo>
                <a:lnTo>
                  <a:pt x="332422" y="42672"/>
                </a:lnTo>
                <a:lnTo>
                  <a:pt x="268325" y="42672"/>
                </a:lnTo>
                <a:lnTo>
                  <a:pt x="261721" y="30645"/>
                </a:lnTo>
                <a:lnTo>
                  <a:pt x="255562" y="19621"/>
                </a:lnTo>
                <a:lnTo>
                  <a:pt x="249669" y="9448"/>
                </a:lnTo>
                <a:lnTo>
                  <a:pt x="243941" y="0"/>
                </a:lnTo>
                <a:lnTo>
                  <a:pt x="214985" y="13716"/>
                </a:lnTo>
                <a:lnTo>
                  <a:pt x="219316" y="20599"/>
                </a:lnTo>
                <a:lnTo>
                  <a:pt x="223367" y="27622"/>
                </a:lnTo>
                <a:lnTo>
                  <a:pt x="227406" y="34937"/>
                </a:lnTo>
                <a:lnTo>
                  <a:pt x="231749" y="42672"/>
                </a:lnTo>
                <a:lnTo>
                  <a:pt x="124968" y="42672"/>
                </a:lnTo>
                <a:lnTo>
                  <a:pt x="124968" y="166204"/>
                </a:lnTo>
                <a:lnTo>
                  <a:pt x="123875" y="202298"/>
                </a:lnTo>
                <a:lnTo>
                  <a:pt x="120789" y="234886"/>
                </a:lnTo>
                <a:lnTo>
                  <a:pt x="115963" y="264718"/>
                </a:lnTo>
                <a:lnTo>
                  <a:pt x="109728" y="291363"/>
                </a:lnTo>
                <a:lnTo>
                  <a:pt x="0" y="308127"/>
                </a:lnTo>
                <a:lnTo>
                  <a:pt x="6096" y="337083"/>
                </a:lnTo>
                <a:lnTo>
                  <a:pt x="24930" y="332498"/>
                </a:lnTo>
                <a:lnTo>
                  <a:pt x="47053" y="327748"/>
                </a:lnTo>
                <a:lnTo>
                  <a:pt x="100584" y="317271"/>
                </a:lnTo>
                <a:lnTo>
                  <a:pt x="94843" y="328180"/>
                </a:lnTo>
                <a:lnTo>
                  <a:pt x="88963" y="338226"/>
                </a:lnTo>
                <a:lnTo>
                  <a:pt x="82791" y="347713"/>
                </a:lnTo>
                <a:lnTo>
                  <a:pt x="76200" y="356895"/>
                </a:lnTo>
                <a:lnTo>
                  <a:pt x="94488" y="379768"/>
                </a:lnTo>
                <a:lnTo>
                  <a:pt x="114998" y="350100"/>
                </a:lnTo>
                <a:lnTo>
                  <a:pt x="129413" y="317271"/>
                </a:lnTo>
                <a:lnTo>
                  <a:pt x="130835" y="314058"/>
                </a:lnTo>
                <a:lnTo>
                  <a:pt x="142062" y="271487"/>
                </a:lnTo>
                <a:lnTo>
                  <a:pt x="148755" y="222250"/>
                </a:lnTo>
                <a:lnTo>
                  <a:pt x="150964" y="166204"/>
                </a:lnTo>
                <a:lnTo>
                  <a:pt x="150964" y="134200"/>
                </a:lnTo>
                <a:lnTo>
                  <a:pt x="332422" y="134200"/>
                </a:lnTo>
                <a:lnTo>
                  <a:pt x="332422" y="146392"/>
                </a:lnTo>
                <a:lnTo>
                  <a:pt x="358330" y="146392"/>
                </a:lnTo>
                <a:lnTo>
                  <a:pt x="358330" y="134200"/>
                </a:lnTo>
                <a:lnTo>
                  <a:pt x="358330" y="109816"/>
                </a:lnTo>
                <a:lnTo>
                  <a:pt x="358330" y="67056"/>
                </a:lnTo>
                <a:lnTo>
                  <a:pt x="358330" y="42672"/>
                </a:lnTo>
                <a:close/>
              </a:path>
              <a:path w="773429" h="380364">
                <a:moveTo>
                  <a:pt x="364426" y="173824"/>
                </a:moveTo>
                <a:lnTo>
                  <a:pt x="338518" y="173824"/>
                </a:lnTo>
                <a:lnTo>
                  <a:pt x="338518" y="198310"/>
                </a:lnTo>
                <a:lnTo>
                  <a:pt x="338518" y="256222"/>
                </a:lnTo>
                <a:lnTo>
                  <a:pt x="338518" y="279082"/>
                </a:lnTo>
                <a:lnTo>
                  <a:pt x="338518" y="346227"/>
                </a:lnTo>
                <a:lnTo>
                  <a:pt x="333946" y="352323"/>
                </a:lnTo>
                <a:lnTo>
                  <a:pt x="309562" y="352323"/>
                </a:lnTo>
                <a:lnTo>
                  <a:pt x="303466" y="350799"/>
                </a:lnTo>
                <a:lnTo>
                  <a:pt x="303466" y="279082"/>
                </a:lnTo>
                <a:lnTo>
                  <a:pt x="338518" y="279082"/>
                </a:lnTo>
                <a:lnTo>
                  <a:pt x="338518" y="256222"/>
                </a:lnTo>
                <a:lnTo>
                  <a:pt x="303466" y="256222"/>
                </a:lnTo>
                <a:lnTo>
                  <a:pt x="303466" y="198310"/>
                </a:lnTo>
                <a:lnTo>
                  <a:pt x="338518" y="198310"/>
                </a:lnTo>
                <a:lnTo>
                  <a:pt x="338518" y="173824"/>
                </a:lnTo>
                <a:lnTo>
                  <a:pt x="280606" y="173824"/>
                </a:lnTo>
                <a:lnTo>
                  <a:pt x="280606" y="198310"/>
                </a:lnTo>
                <a:lnTo>
                  <a:pt x="280606" y="256222"/>
                </a:lnTo>
                <a:lnTo>
                  <a:pt x="245465" y="256222"/>
                </a:lnTo>
                <a:lnTo>
                  <a:pt x="245465" y="198310"/>
                </a:lnTo>
                <a:lnTo>
                  <a:pt x="280606" y="198310"/>
                </a:lnTo>
                <a:lnTo>
                  <a:pt x="280606" y="173824"/>
                </a:lnTo>
                <a:lnTo>
                  <a:pt x="221081" y="173824"/>
                </a:lnTo>
                <a:lnTo>
                  <a:pt x="221081" y="198310"/>
                </a:lnTo>
                <a:lnTo>
                  <a:pt x="221081" y="256222"/>
                </a:lnTo>
                <a:lnTo>
                  <a:pt x="187553" y="256222"/>
                </a:lnTo>
                <a:lnTo>
                  <a:pt x="187553" y="198310"/>
                </a:lnTo>
                <a:lnTo>
                  <a:pt x="221081" y="198310"/>
                </a:lnTo>
                <a:lnTo>
                  <a:pt x="221081" y="173824"/>
                </a:lnTo>
                <a:lnTo>
                  <a:pt x="163156" y="173824"/>
                </a:lnTo>
                <a:lnTo>
                  <a:pt x="163156" y="378231"/>
                </a:lnTo>
                <a:lnTo>
                  <a:pt x="187553" y="378231"/>
                </a:lnTo>
                <a:lnTo>
                  <a:pt x="187553" y="279082"/>
                </a:lnTo>
                <a:lnTo>
                  <a:pt x="221081" y="279082"/>
                </a:lnTo>
                <a:lnTo>
                  <a:pt x="221081" y="358419"/>
                </a:lnTo>
                <a:lnTo>
                  <a:pt x="245465" y="358419"/>
                </a:lnTo>
                <a:lnTo>
                  <a:pt x="245465" y="279082"/>
                </a:lnTo>
                <a:lnTo>
                  <a:pt x="280606" y="279082"/>
                </a:lnTo>
                <a:lnTo>
                  <a:pt x="280606" y="356895"/>
                </a:lnTo>
                <a:lnTo>
                  <a:pt x="297370" y="356895"/>
                </a:lnTo>
                <a:lnTo>
                  <a:pt x="298894" y="362991"/>
                </a:lnTo>
                <a:lnTo>
                  <a:pt x="300418" y="370611"/>
                </a:lnTo>
                <a:lnTo>
                  <a:pt x="301942" y="376707"/>
                </a:lnTo>
                <a:lnTo>
                  <a:pt x="335470" y="376707"/>
                </a:lnTo>
                <a:lnTo>
                  <a:pt x="348348" y="374472"/>
                </a:lnTo>
                <a:lnTo>
                  <a:pt x="357378" y="367944"/>
                </a:lnTo>
                <a:lnTo>
                  <a:pt x="362686" y="357428"/>
                </a:lnTo>
                <a:lnTo>
                  <a:pt x="363308" y="352323"/>
                </a:lnTo>
                <a:lnTo>
                  <a:pt x="364426" y="343179"/>
                </a:lnTo>
                <a:lnTo>
                  <a:pt x="364426" y="279082"/>
                </a:lnTo>
                <a:lnTo>
                  <a:pt x="364426" y="256222"/>
                </a:lnTo>
                <a:lnTo>
                  <a:pt x="364426" y="198310"/>
                </a:lnTo>
                <a:lnTo>
                  <a:pt x="364426" y="173824"/>
                </a:lnTo>
                <a:close/>
              </a:path>
              <a:path w="773429" h="380364">
                <a:moveTo>
                  <a:pt x="539775" y="230314"/>
                </a:moveTo>
                <a:lnTo>
                  <a:pt x="516229" y="202882"/>
                </a:lnTo>
                <a:lnTo>
                  <a:pt x="514248" y="200583"/>
                </a:lnTo>
                <a:lnTo>
                  <a:pt x="510921" y="196786"/>
                </a:lnTo>
                <a:lnTo>
                  <a:pt x="508254" y="193738"/>
                </a:lnTo>
                <a:lnTo>
                  <a:pt x="504202" y="189128"/>
                </a:lnTo>
                <a:lnTo>
                  <a:pt x="495579" y="179933"/>
                </a:lnTo>
                <a:lnTo>
                  <a:pt x="480339" y="193738"/>
                </a:lnTo>
                <a:lnTo>
                  <a:pt x="480339" y="143357"/>
                </a:lnTo>
                <a:lnTo>
                  <a:pt x="533679" y="143357"/>
                </a:lnTo>
                <a:lnTo>
                  <a:pt x="533679" y="117449"/>
                </a:lnTo>
                <a:lnTo>
                  <a:pt x="480339" y="117449"/>
                </a:lnTo>
                <a:lnTo>
                  <a:pt x="480339" y="57912"/>
                </a:lnTo>
                <a:lnTo>
                  <a:pt x="480339" y="53340"/>
                </a:lnTo>
                <a:lnTo>
                  <a:pt x="535203" y="44196"/>
                </a:lnTo>
                <a:lnTo>
                  <a:pt x="527583" y="16764"/>
                </a:lnTo>
                <a:lnTo>
                  <a:pt x="494461" y="23952"/>
                </a:lnTo>
                <a:lnTo>
                  <a:pt x="461479" y="29718"/>
                </a:lnTo>
                <a:lnTo>
                  <a:pt x="428752" y="34340"/>
                </a:lnTo>
                <a:lnTo>
                  <a:pt x="396430" y="38100"/>
                </a:lnTo>
                <a:lnTo>
                  <a:pt x="398475" y="44716"/>
                </a:lnTo>
                <a:lnTo>
                  <a:pt x="402005" y="57391"/>
                </a:lnTo>
                <a:lnTo>
                  <a:pt x="404050" y="64008"/>
                </a:lnTo>
                <a:lnTo>
                  <a:pt x="416648" y="62623"/>
                </a:lnTo>
                <a:lnTo>
                  <a:pt x="441223" y="59296"/>
                </a:lnTo>
                <a:lnTo>
                  <a:pt x="452907" y="57912"/>
                </a:lnTo>
                <a:lnTo>
                  <a:pt x="452907" y="117449"/>
                </a:lnTo>
                <a:lnTo>
                  <a:pt x="393382" y="117449"/>
                </a:lnTo>
                <a:lnTo>
                  <a:pt x="393382" y="143357"/>
                </a:lnTo>
                <a:lnTo>
                  <a:pt x="446811" y="143357"/>
                </a:lnTo>
                <a:lnTo>
                  <a:pt x="435622" y="179717"/>
                </a:lnTo>
                <a:lnTo>
                  <a:pt x="422427" y="213347"/>
                </a:lnTo>
                <a:lnTo>
                  <a:pt x="406920" y="244386"/>
                </a:lnTo>
                <a:lnTo>
                  <a:pt x="388810" y="272986"/>
                </a:lnTo>
                <a:lnTo>
                  <a:pt x="392239" y="281889"/>
                </a:lnTo>
                <a:lnTo>
                  <a:pt x="395668" y="290372"/>
                </a:lnTo>
                <a:lnTo>
                  <a:pt x="399097" y="298564"/>
                </a:lnTo>
                <a:lnTo>
                  <a:pt x="402526" y="306616"/>
                </a:lnTo>
                <a:lnTo>
                  <a:pt x="416864" y="283413"/>
                </a:lnTo>
                <a:lnTo>
                  <a:pt x="430047" y="257378"/>
                </a:lnTo>
                <a:lnTo>
                  <a:pt x="442048" y="228511"/>
                </a:lnTo>
                <a:lnTo>
                  <a:pt x="452907" y="196786"/>
                </a:lnTo>
                <a:lnTo>
                  <a:pt x="452907" y="379768"/>
                </a:lnTo>
                <a:lnTo>
                  <a:pt x="480339" y="379768"/>
                </a:lnTo>
                <a:lnTo>
                  <a:pt x="480339" y="202882"/>
                </a:lnTo>
                <a:lnTo>
                  <a:pt x="488632" y="212598"/>
                </a:lnTo>
                <a:lnTo>
                  <a:pt x="497484" y="223456"/>
                </a:lnTo>
                <a:lnTo>
                  <a:pt x="506920" y="235458"/>
                </a:lnTo>
                <a:lnTo>
                  <a:pt x="516915" y="248602"/>
                </a:lnTo>
                <a:lnTo>
                  <a:pt x="539775" y="230314"/>
                </a:lnTo>
                <a:close/>
              </a:path>
              <a:path w="773429" h="380364">
                <a:moveTo>
                  <a:pt x="744194" y="21336"/>
                </a:moveTo>
                <a:lnTo>
                  <a:pt x="715238" y="21336"/>
                </a:lnTo>
                <a:lnTo>
                  <a:pt x="715238" y="47244"/>
                </a:lnTo>
                <a:lnTo>
                  <a:pt x="715238" y="111353"/>
                </a:lnTo>
                <a:lnTo>
                  <a:pt x="584073" y="111353"/>
                </a:lnTo>
                <a:lnTo>
                  <a:pt x="584073" y="47244"/>
                </a:lnTo>
                <a:lnTo>
                  <a:pt x="715238" y="47244"/>
                </a:lnTo>
                <a:lnTo>
                  <a:pt x="715238" y="21336"/>
                </a:lnTo>
                <a:lnTo>
                  <a:pt x="555117" y="21336"/>
                </a:lnTo>
                <a:lnTo>
                  <a:pt x="555117" y="152501"/>
                </a:lnTo>
                <a:lnTo>
                  <a:pt x="584073" y="152501"/>
                </a:lnTo>
                <a:lnTo>
                  <a:pt x="584073" y="137261"/>
                </a:lnTo>
                <a:lnTo>
                  <a:pt x="715238" y="137261"/>
                </a:lnTo>
                <a:lnTo>
                  <a:pt x="715238" y="152501"/>
                </a:lnTo>
                <a:lnTo>
                  <a:pt x="744194" y="152501"/>
                </a:lnTo>
                <a:lnTo>
                  <a:pt x="744194" y="137261"/>
                </a:lnTo>
                <a:lnTo>
                  <a:pt x="744194" y="111353"/>
                </a:lnTo>
                <a:lnTo>
                  <a:pt x="744194" y="47244"/>
                </a:lnTo>
                <a:lnTo>
                  <a:pt x="744194" y="21336"/>
                </a:lnTo>
                <a:close/>
              </a:path>
              <a:path w="773429" h="380364">
                <a:moveTo>
                  <a:pt x="773150" y="334048"/>
                </a:moveTo>
                <a:lnTo>
                  <a:pt x="663321" y="334048"/>
                </a:lnTo>
                <a:lnTo>
                  <a:pt x="663321" y="277558"/>
                </a:lnTo>
                <a:lnTo>
                  <a:pt x="750290" y="277558"/>
                </a:lnTo>
                <a:lnTo>
                  <a:pt x="750290" y="251650"/>
                </a:lnTo>
                <a:lnTo>
                  <a:pt x="663321" y="251650"/>
                </a:lnTo>
                <a:lnTo>
                  <a:pt x="663321" y="199834"/>
                </a:lnTo>
                <a:lnTo>
                  <a:pt x="759434" y="199834"/>
                </a:lnTo>
                <a:lnTo>
                  <a:pt x="759434" y="173837"/>
                </a:lnTo>
                <a:lnTo>
                  <a:pt x="536727" y="173837"/>
                </a:lnTo>
                <a:lnTo>
                  <a:pt x="536727" y="199834"/>
                </a:lnTo>
                <a:lnTo>
                  <a:pt x="632841" y="199834"/>
                </a:lnTo>
                <a:lnTo>
                  <a:pt x="632841" y="251650"/>
                </a:lnTo>
                <a:lnTo>
                  <a:pt x="545871" y="251650"/>
                </a:lnTo>
                <a:lnTo>
                  <a:pt x="545871" y="277558"/>
                </a:lnTo>
                <a:lnTo>
                  <a:pt x="632841" y="277558"/>
                </a:lnTo>
                <a:lnTo>
                  <a:pt x="632841" y="334048"/>
                </a:lnTo>
                <a:lnTo>
                  <a:pt x="524535" y="334048"/>
                </a:lnTo>
                <a:lnTo>
                  <a:pt x="524535" y="359956"/>
                </a:lnTo>
                <a:lnTo>
                  <a:pt x="773150" y="359956"/>
                </a:lnTo>
                <a:lnTo>
                  <a:pt x="773150" y="3340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4764024" y="4841659"/>
            <a:ext cx="1511935" cy="378460"/>
          </a:xfrm>
          <a:custGeom>
            <a:avLst/>
            <a:gdLst/>
            <a:ahLst/>
            <a:cxnLst/>
            <a:rect l="l" t="t" r="r" b="b"/>
            <a:pathLst>
              <a:path w="1511935" h="378460">
                <a:moveTo>
                  <a:pt x="180022" y="236410"/>
                </a:moveTo>
                <a:lnTo>
                  <a:pt x="147916" y="236410"/>
                </a:lnTo>
                <a:lnTo>
                  <a:pt x="147916" y="378244"/>
                </a:lnTo>
                <a:lnTo>
                  <a:pt x="180022" y="378244"/>
                </a:lnTo>
                <a:lnTo>
                  <a:pt x="180022" y="236410"/>
                </a:lnTo>
                <a:close/>
              </a:path>
              <a:path w="1511935" h="378460">
                <a:moveTo>
                  <a:pt x="329463" y="236410"/>
                </a:moveTo>
                <a:lnTo>
                  <a:pt x="297459" y="236410"/>
                </a:lnTo>
                <a:lnTo>
                  <a:pt x="297459" y="257746"/>
                </a:lnTo>
                <a:lnTo>
                  <a:pt x="329463" y="257746"/>
                </a:lnTo>
                <a:lnTo>
                  <a:pt x="329463" y="236410"/>
                </a:lnTo>
                <a:close/>
              </a:path>
              <a:path w="1511935" h="378460">
                <a:moveTo>
                  <a:pt x="329463" y="82384"/>
                </a:moveTo>
                <a:lnTo>
                  <a:pt x="180022" y="82384"/>
                </a:lnTo>
                <a:lnTo>
                  <a:pt x="180022" y="0"/>
                </a:lnTo>
                <a:lnTo>
                  <a:pt x="147916" y="0"/>
                </a:lnTo>
                <a:lnTo>
                  <a:pt x="147916" y="82384"/>
                </a:lnTo>
                <a:lnTo>
                  <a:pt x="0" y="82384"/>
                </a:lnTo>
                <a:lnTo>
                  <a:pt x="0" y="111594"/>
                </a:lnTo>
                <a:lnTo>
                  <a:pt x="0" y="209384"/>
                </a:lnTo>
                <a:lnTo>
                  <a:pt x="0" y="236054"/>
                </a:lnTo>
                <a:lnTo>
                  <a:pt x="0" y="257644"/>
                </a:lnTo>
                <a:lnTo>
                  <a:pt x="32092" y="257644"/>
                </a:lnTo>
                <a:lnTo>
                  <a:pt x="32092" y="236054"/>
                </a:lnTo>
                <a:lnTo>
                  <a:pt x="329463" y="236054"/>
                </a:lnTo>
                <a:lnTo>
                  <a:pt x="329463" y="209384"/>
                </a:lnTo>
                <a:lnTo>
                  <a:pt x="32092" y="209384"/>
                </a:lnTo>
                <a:lnTo>
                  <a:pt x="32092" y="111594"/>
                </a:lnTo>
                <a:lnTo>
                  <a:pt x="147916" y="111594"/>
                </a:lnTo>
                <a:lnTo>
                  <a:pt x="147916" y="208978"/>
                </a:lnTo>
                <a:lnTo>
                  <a:pt x="180022" y="208978"/>
                </a:lnTo>
                <a:lnTo>
                  <a:pt x="180022" y="111594"/>
                </a:lnTo>
                <a:lnTo>
                  <a:pt x="297459" y="111594"/>
                </a:lnTo>
                <a:lnTo>
                  <a:pt x="297459" y="208978"/>
                </a:lnTo>
                <a:lnTo>
                  <a:pt x="329463" y="208978"/>
                </a:lnTo>
                <a:lnTo>
                  <a:pt x="329463" y="111594"/>
                </a:lnTo>
                <a:lnTo>
                  <a:pt x="329463" y="111353"/>
                </a:lnTo>
                <a:lnTo>
                  <a:pt x="329463" y="82384"/>
                </a:lnTo>
                <a:close/>
              </a:path>
              <a:path w="1511935" h="378460">
                <a:moveTo>
                  <a:pt x="451472" y="157073"/>
                </a:moveTo>
                <a:lnTo>
                  <a:pt x="437730" y="145326"/>
                </a:lnTo>
                <a:lnTo>
                  <a:pt x="421868" y="132867"/>
                </a:lnTo>
                <a:lnTo>
                  <a:pt x="404025" y="119557"/>
                </a:lnTo>
                <a:lnTo>
                  <a:pt x="384327" y="105244"/>
                </a:lnTo>
                <a:lnTo>
                  <a:pt x="366039" y="126580"/>
                </a:lnTo>
                <a:lnTo>
                  <a:pt x="384606" y="141160"/>
                </a:lnTo>
                <a:lnTo>
                  <a:pt x="401472" y="155168"/>
                </a:lnTo>
                <a:lnTo>
                  <a:pt x="416610" y="168592"/>
                </a:lnTo>
                <a:lnTo>
                  <a:pt x="430047" y="181457"/>
                </a:lnTo>
                <a:lnTo>
                  <a:pt x="451472" y="157073"/>
                </a:lnTo>
                <a:close/>
              </a:path>
              <a:path w="1511935" h="378460">
                <a:moveTo>
                  <a:pt x="452996" y="227266"/>
                </a:moveTo>
                <a:lnTo>
                  <a:pt x="446722" y="225602"/>
                </a:lnTo>
                <a:lnTo>
                  <a:pt x="439432" y="223075"/>
                </a:lnTo>
                <a:lnTo>
                  <a:pt x="422427" y="216598"/>
                </a:lnTo>
                <a:lnTo>
                  <a:pt x="411873" y="257479"/>
                </a:lnTo>
                <a:lnTo>
                  <a:pt x="400900" y="295516"/>
                </a:lnTo>
                <a:lnTo>
                  <a:pt x="389636" y="330695"/>
                </a:lnTo>
                <a:lnTo>
                  <a:pt x="378231" y="363004"/>
                </a:lnTo>
                <a:lnTo>
                  <a:pt x="411759" y="375196"/>
                </a:lnTo>
                <a:lnTo>
                  <a:pt x="432308" y="302044"/>
                </a:lnTo>
                <a:lnTo>
                  <a:pt x="442696" y="264744"/>
                </a:lnTo>
                <a:lnTo>
                  <a:pt x="452996" y="227266"/>
                </a:lnTo>
                <a:close/>
              </a:path>
              <a:path w="1511935" h="378460">
                <a:moveTo>
                  <a:pt x="475869" y="65532"/>
                </a:moveTo>
                <a:lnTo>
                  <a:pt x="455841" y="49237"/>
                </a:lnTo>
                <a:lnTo>
                  <a:pt x="436956" y="34671"/>
                </a:lnTo>
                <a:lnTo>
                  <a:pt x="419201" y="21805"/>
                </a:lnTo>
                <a:lnTo>
                  <a:pt x="402615" y="10668"/>
                </a:lnTo>
                <a:lnTo>
                  <a:pt x="384327" y="32004"/>
                </a:lnTo>
                <a:lnTo>
                  <a:pt x="400850" y="43383"/>
                </a:lnTo>
                <a:lnTo>
                  <a:pt x="418249" y="56781"/>
                </a:lnTo>
                <a:lnTo>
                  <a:pt x="436232" y="71907"/>
                </a:lnTo>
                <a:lnTo>
                  <a:pt x="454520" y="88480"/>
                </a:lnTo>
                <a:lnTo>
                  <a:pt x="475869" y="65532"/>
                </a:lnTo>
                <a:close/>
              </a:path>
              <a:path w="1511935" h="378460">
                <a:moveTo>
                  <a:pt x="556641" y="213550"/>
                </a:moveTo>
                <a:lnTo>
                  <a:pt x="530733" y="199834"/>
                </a:lnTo>
                <a:lnTo>
                  <a:pt x="518464" y="220675"/>
                </a:lnTo>
                <a:lnTo>
                  <a:pt x="504634" y="241935"/>
                </a:lnTo>
                <a:lnTo>
                  <a:pt x="489369" y="263486"/>
                </a:lnTo>
                <a:lnTo>
                  <a:pt x="472821" y="285178"/>
                </a:lnTo>
                <a:lnTo>
                  <a:pt x="479412" y="289775"/>
                </a:lnTo>
                <a:lnTo>
                  <a:pt x="485584" y="294220"/>
                </a:lnTo>
                <a:lnTo>
                  <a:pt x="491464" y="298348"/>
                </a:lnTo>
                <a:lnTo>
                  <a:pt x="497205" y="302044"/>
                </a:lnTo>
                <a:lnTo>
                  <a:pt x="514629" y="277672"/>
                </a:lnTo>
                <a:lnTo>
                  <a:pt x="530352" y="254901"/>
                </a:lnTo>
                <a:lnTo>
                  <a:pt x="544347" y="233578"/>
                </a:lnTo>
                <a:lnTo>
                  <a:pt x="556641" y="213550"/>
                </a:lnTo>
                <a:close/>
              </a:path>
              <a:path w="1511935" h="378460">
                <a:moveTo>
                  <a:pt x="625309" y="179933"/>
                </a:moveTo>
                <a:lnTo>
                  <a:pt x="596353" y="179933"/>
                </a:lnTo>
                <a:lnTo>
                  <a:pt x="596353" y="279082"/>
                </a:lnTo>
                <a:lnTo>
                  <a:pt x="625309" y="279082"/>
                </a:lnTo>
                <a:lnTo>
                  <a:pt x="625309" y="179933"/>
                </a:lnTo>
                <a:close/>
              </a:path>
              <a:path w="1511935" h="378460">
                <a:moveTo>
                  <a:pt x="722947" y="216598"/>
                </a:moveTo>
                <a:lnTo>
                  <a:pt x="696937" y="204406"/>
                </a:lnTo>
                <a:lnTo>
                  <a:pt x="673557" y="240220"/>
                </a:lnTo>
                <a:lnTo>
                  <a:pt x="644550" y="271437"/>
                </a:lnTo>
                <a:lnTo>
                  <a:pt x="609866" y="297992"/>
                </a:lnTo>
                <a:lnTo>
                  <a:pt x="569455" y="319849"/>
                </a:lnTo>
                <a:lnTo>
                  <a:pt x="523278" y="336969"/>
                </a:lnTo>
                <a:lnTo>
                  <a:pt x="471297" y="349288"/>
                </a:lnTo>
                <a:lnTo>
                  <a:pt x="475576" y="357238"/>
                </a:lnTo>
                <a:lnTo>
                  <a:pt x="479298" y="364909"/>
                </a:lnTo>
                <a:lnTo>
                  <a:pt x="482434" y="371995"/>
                </a:lnTo>
                <a:lnTo>
                  <a:pt x="485013" y="378244"/>
                </a:lnTo>
                <a:lnTo>
                  <a:pt x="539915" y="363626"/>
                </a:lnTo>
                <a:lnTo>
                  <a:pt x="588708" y="344144"/>
                </a:lnTo>
                <a:lnTo>
                  <a:pt x="631405" y="319747"/>
                </a:lnTo>
                <a:lnTo>
                  <a:pt x="668007" y="290385"/>
                </a:lnTo>
                <a:lnTo>
                  <a:pt x="698512" y="256019"/>
                </a:lnTo>
                <a:lnTo>
                  <a:pt x="722947" y="216598"/>
                </a:lnTo>
                <a:close/>
              </a:path>
              <a:path w="1511935" h="378460">
                <a:moveTo>
                  <a:pt x="741235" y="143344"/>
                </a:moveTo>
                <a:lnTo>
                  <a:pt x="626833" y="143344"/>
                </a:lnTo>
                <a:lnTo>
                  <a:pt x="626833" y="88480"/>
                </a:lnTo>
                <a:lnTo>
                  <a:pt x="727519" y="88480"/>
                </a:lnTo>
                <a:lnTo>
                  <a:pt x="727519" y="60960"/>
                </a:lnTo>
                <a:lnTo>
                  <a:pt x="626833" y="60960"/>
                </a:lnTo>
                <a:lnTo>
                  <a:pt x="626833" y="3048"/>
                </a:lnTo>
                <a:lnTo>
                  <a:pt x="597877" y="3048"/>
                </a:lnTo>
                <a:lnTo>
                  <a:pt x="597877" y="143344"/>
                </a:lnTo>
                <a:lnTo>
                  <a:pt x="536829" y="143344"/>
                </a:lnTo>
                <a:lnTo>
                  <a:pt x="536829" y="41148"/>
                </a:lnTo>
                <a:lnTo>
                  <a:pt x="507873" y="41148"/>
                </a:lnTo>
                <a:lnTo>
                  <a:pt x="507873" y="143344"/>
                </a:lnTo>
                <a:lnTo>
                  <a:pt x="463677" y="143344"/>
                </a:lnTo>
                <a:lnTo>
                  <a:pt x="463677" y="170789"/>
                </a:lnTo>
                <a:lnTo>
                  <a:pt x="741235" y="170789"/>
                </a:lnTo>
                <a:lnTo>
                  <a:pt x="741235" y="143344"/>
                </a:lnTo>
                <a:close/>
              </a:path>
              <a:path w="1511935" h="378460">
                <a:moveTo>
                  <a:pt x="1136230" y="340144"/>
                </a:moveTo>
                <a:lnTo>
                  <a:pt x="1068705" y="319557"/>
                </a:lnTo>
                <a:lnTo>
                  <a:pt x="1008126" y="285178"/>
                </a:lnTo>
                <a:lnTo>
                  <a:pt x="1025804" y="265366"/>
                </a:lnTo>
                <a:lnTo>
                  <a:pt x="1032103" y="258318"/>
                </a:lnTo>
                <a:lnTo>
                  <a:pt x="1053655" y="228015"/>
                </a:lnTo>
                <a:lnTo>
                  <a:pt x="1072629" y="194271"/>
                </a:lnTo>
                <a:lnTo>
                  <a:pt x="1088898" y="157060"/>
                </a:lnTo>
                <a:lnTo>
                  <a:pt x="1088898" y="131152"/>
                </a:lnTo>
                <a:lnTo>
                  <a:pt x="1053846" y="131152"/>
                </a:lnTo>
                <a:lnTo>
                  <a:pt x="1053846" y="160108"/>
                </a:lnTo>
                <a:lnTo>
                  <a:pt x="1041603" y="189026"/>
                </a:lnTo>
                <a:lnTo>
                  <a:pt x="1025639" y="216204"/>
                </a:lnTo>
                <a:lnTo>
                  <a:pt x="1006221" y="241642"/>
                </a:lnTo>
                <a:lnTo>
                  <a:pt x="983640" y="265366"/>
                </a:lnTo>
                <a:lnTo>
                  <a:pt x="954214" y="232486"/>
                </a:lnTo>
                <a:lnTo>
                  <a:pt x="927633" y="193306"/>
                </a:lnTo>
                <a:lnTo>
                  <a:pt x="907935" y="155536"/>
                </a:lnTo>
                <a:lnTo>
                  <a:pt x="903922" y="147840"/>
                </a:lnTo>
                <a:lnTo>
                  <a:pt x="883056" y="96100"/>
                </a:lnTo>
                <a:lnTo>
                  <a:pt x="883297" y="86690"/>
                </a:lnTo>
                <a:lnTo>
                  <a:pt x="884339" y="66662"/>
                </a:lnTo>
                <a:lnTo>
                  <a:pt x="884580" y="56388"/>
                </a:lnTo>
                <a:lnTo>
                  <a:pt x="1020318" y="56388"/>
                </a:lnTo>
                <a:lnTo>
                  <a:pt x="982116" y="134200"/>
                </a:lnTo>
                <a:lnTo>
                  <a:pt x="982116" y="160108"/>
                </a:lnTo>
                <a:lnTo>
                  <a:pt x="1053846" y="160108"/>
                </a:lnTo>
                <a:lnTo>
                  <a:pt x="1053846" y="131152"/>
                </a:lnTo>
                <a:lnTo>
                  <a:pt x="1018794" y="131152"/>
                </a:lnTo>
                <a:lnTo>
                  <a:pt x="1055370" y="56388"/>
                </a:lnTo>
                <a:lnTo>
                  <a:pt x="1055370" y="27432"/>
                </a:lnTo>
                <a:lnTo>
                  <a:pt x="774750" y="27432"/>
                </a:lnTo>
                <a:lnTo>
                  <a:pt x="774750" y="56388"/>
                </a:lnTo>
                <a:lnTo>
                  <a:pt x="852576" y="56388"/>
                </a:lnTo>
                <a:lnTo>
                  <a:pt x="849642" y="110985"/>
                </a:lnTo>
                <a:lnTo>
                  <a:pt x="845439" y="157861"/>
                </a:lnTo>
                <a:lnTo>
                  <a:pt x="839838" y="196723"/>
                </a:lnTo>
                <a:lnTo>
                  <a:pt x="821194" y="257238"/>
                </a:lnTo>
                <a:lnTo>
                  <a:pt x="783374" y="317792"/>
                </a:lnTo>
                <a:lnTo>
                  <a:pt x="756462" y="347764"/>
                </a:lnTo>
                <a:lnTo>
                  <a:pt x="763041" y="354596"/>
                </a:lnTo>
                <a:lnTo>
                  <a:pt x="769035" y="361289"/>
                </a:lnTo>
                <a:lnTo>
                  <a:pt x="774471" y="367690"/>
                </a:lnTo>
                <a:lnTo>
                  <a:pt x="779322" y="373672"/>
                </a:lnTo>
                <a:lnTo>
                  <a:pt x="808482" y="340499"/>
                </a:lnTo>
                <a:lnTo>
                  <a:pt x="831913" y="307327"/>
                </a:lnTo>
                <a:lnTo>
                  <a:pt x="861720" y="240982"/>
                </a:lnTo>
                <a:lnTo>
                  <a:pt x="871816" y="202298"/>
                </a:lnTo>
                <a:lnTo>
                  <a:pt x="878484" y="155536"/>
                </a:lnTo>
                <a:lnTo>
                  <a:pt x="894778" y="193014"/>
                </a:lnTo>
                <a:lnTo>
                  <a:pt x="913917" y="227457"/>
                </a:lnTo>
                <a:lnTo>
                  <a:pt x="935926" y="258762"/>
                </a:lnTo>
                <a:lnTo>
                  <a:pt x="960780" y="286804"/>
                </a:lnTo>
                <a:lnTo>
                  <a:pt x="934199" y="305371"/>
                </a:lnTo>
                <a:lnTo>
                  <a:pt x="904760" y="322237"/>
                </a:lnTo>
                <a:lnTo>
                  <a:pt x="872439" y="337375"/>
                </a:lnTo>
                <a:lnTo>
                  <a:pt x="837234" y="350812"/>
                </a:lnTo>
                <a:lnTo>
                  <a:pt x="843546" y="358736"/>
                </a:lnTo>
                <a:lnTo>
                  <a:pt x="848715" y="366242"/>
                </a:lnTo>
                <a:lnTo>
                  <a:pt x="852754" y="372884"/>
                </a:lnTo>
                <a:lnTo>
                  <a:pt x="855624" y="378244"/>
                </a:lnTo>
                <a:lnTo>
                  <a:pt x="892771" y="363423"/>
                </a:lnTo>
                <a:lnTo>
                  <a:pt x="926490" y="346621"/>
                </a:lnTo>
                <a:lnTo>
                  <a:pt x="956779" y="328091"/>
                </a:lnTo>
                <a:lnTo>
                  <a:pt x="983640" y="308140"/>
                </a:lnTo>
                <a:lnTo>
                  <a:pt x="1010843" y="326732"/>
                </a:lnTo>
                <a:lnTo>
                  <a:pt x="1042022" y="343763"/>
                </a:lnTo>
                <a:lnTo>
                  <a:pt x="1077175" y="359359"/>
                </a:lnTo>
                <a:lnTo>
                  <a:pt x="1116330" y="373672"/>
                </a:lnTo>
                <a:lnTo>
                  <a:pt x="1120292" y="365645"/>
                </a:lnTo>
                <a:lnTo>
                  <a:pt x="1125131" y="357479"/>
                </a:lnTo>
                <a:lnTo>
                  <a:pt x="1136230" y="340144"/>
                </a:lnTo>
                <a:close/>
              </a:path>
              <a:path w="1511935" h="378460">
                <a:moveTo>
                  <a:pt x="1374076" y="332524"/>
                </a:moveTo>
                <a:lnTo>
                  <a:pt x="1373835" y="324777"/>
                </a:lnTo>
                <a:lnTo>
                  <a:pt x="1373174" y="315760"/>
                </a:lnTo>
                <a:lnTo>
                  <a:pt x="1372781" y="310438"/>
                </a:lnTo>
                <a:lnTo>
                  <a:pt x="1372552" y="303568"/>
                </a:lnTo>
                <a:lnTo>
                  <a:pt x="1302461" y="312559"/>
                </a:lnTo>
                <a:lnTo>
                  <a:pt x="1279575" y="315760"/>
                </a:lnTo>
                <a:lnTo>
                  <a:pt x="1279575" y="248602"/>
                </a:lnTo>
                <a:lnTo>
                  <a:pt x="1367980" y="248602"/>
                </a:lnTo>
                <a:lnTo>
                  <a:pt x="1367980" y="219646"/>
                </a:lnTo>
                <a:lnTo>
                  <a:pt x="1279575" y="219646"/>
                </a:lnTo>
                <a:lnTo>
                  <a:pt x="1279575" y="172313"/>
                </a:lnTo>
                <a:lnTo>
                  <a:pt x="1249006" y="172313"/>
                </a:lnTo>
                <a:lnTo>
                  <a:pt x="1249006" y="219646"/>
                </a:lnTo>
                <a:lnTo>
                  <a:pt x="1159090" y="219646"/>
                </a:lnTo>
                <a:lnTo>
                  <a:pt x="1159090" y="248602"/>
                </a:lnTo>
                <a:lnTo>
                  <a:pt x="1249006" y="248602"/>
                </a:lnTo>
                <a:lnTo>
                  <a:pt x="1249006" y="318808"/>
                </a:lnTo>
                <a:lnTo>
                  <a:pt x="1172705" y="327799"/>
                </a:lnTo>
                <a:lnTo>
                  <a:pt x="1148422" y="331000"/>
                </a:lnTo>
                <a:lnTo>
                  <a:pt x="1157566" y="363004"/>
                </a:lnTo>
                <a:lnTo>
                  <a:pt x="1374076" y="332524"/>
                </a:lnTo>
                <a:close/>
              </a:path>
              <a:path w="1511935" h="378460">
                <a:moveTo>
                  <a:pt x="1377124" y="22860"/>
                </a:moveTo>
                <a:lnTo>
                  <a:pt x="1157566" y="22860"/>
                </a:lnTo>
                <a:lnTo>
                  <a:pt x="1157566" y="51816"/>
                </a:lnTo>
                <a:lnTo>
                  <a:pt x="1227670" y="51816"/>
                </a:lnTo>
                <a:lnTo>
                  <a:pt x="1220812" y="65239"/>
                </a:lnTo>
                <a:lnTo>
                  <a:pt x="1200238" y="100685"/>
                </a:lnTo>
                <a:lnTo>
                  <a:pt x="1171524" y="132181"/>
                </a:lnTo>
                <a:lnTo>
                  <a:pt x="1160614" y="138785"/>
                </a:lnTo>
                <a:lnTo>
                  <a:pt x="1174330" y="170789"/>
                </a:lnTo>
                <a:lnTo>
                  <a:pt x="1331404" y="155549"/>
                </a:lnTo>
                <a:lnTo>
                  <a:pt x="1345120" y="183070"/>
                </a:lnTo>
                <a:lnTo>
                  <a:pt x="1352854" y="178701"/>
                </a:lnTo>
                <a:lnTo>
                  <a:pt x="1360170" y="174790"/>
                </a:lnTo>
                <a:lnTo>
                  <a:pt x="1367193" y="171183"/>
                </a:lnTo>
                <a:lnTo>
                  <a:pt x="1374076" y="167741"/>
                </a:lnTo>
                <a:lnTo>
                  <a:pt x="1367409" y="155549"/>
                </a:lnTo>
                <a:lnTo>
                  <a:pt x="1360970" y="143751"/>
                </a:lnTo>
                <a:lnTo>
                  <a:pt x="1358061" y="138785"/>
                </a:lnTo>
                <a:lnTo>
                  <a:pt x="1347025" y="119913"/>
                </a:lnTo>
                <a:lnTo>
                  <a:pt x="1332496" y="96329"/>
                </a:lnTo>
                <a:lnTo>
                  <a:pt x="1317688" y="73152"/>
                </a:lnTo>
                <a:lnTo>
                  <a:pt x="1291767" y="86969"/>
                </a:lnTo>
                <a:lnTo>
                  <a:pt x="1298397" y="97269"/>
                </a:lnTo>
                <a:lnTo>
                  <a:pt x="1304721" y="107734"/>
                </a:lnTo>
                <a:lnTo>
                  <a:pt x="1261440" y="135356"/>
                </a:lnTo>
                <a:lnTo>
                  <a:pt x="1206334" y="138785"/>
                </a:lnTo>
                <a:lnTo>
                  <a:pt x="1221168" y="118770"/>
                </a:lnTo>
                <a:lnTo>
                  <a:pt x="1235862" y="97624"/>
                </a:lnTo>
                <a:lnTo>
                  <a:pt x="1250264" y="75298"/>
                </a:lnTo>
                <a:lnTo>
                  <a:pt x="1264246" y="51816"/>
                </a:lnTo>
                <a:lnTo>
                  <a:pt x="1377124" y="51816"/>
                </a:lnTo>
                <a:lnTo>
                  <a:pt x="1377124" y="22860"/>
                </a:lnTo>
                <a:close/>
              </a:path>
              <a:path w="1511935" h="378460">
                <a:moveTo>
                  <a:pt x="1427505" y="41148"/>
                </a:moveTo>
                <a:lnTo>
                  <a:pt x="1396936" y="41148"/>
                </a:lnTo>
                <a:lnTo>
                  <a:pt x="1396936" y="285178"/>
                </a:lnTo>
                <a:lnTo>
                  <a:pt x="1427505" y="285178"/>
                </a:lnTo>
                <a:lnTo>
                  <a:pt x="1427505" y="41148"/>
                </a:lnTo>
                <a:close/>
              </a:path>
              <a:path w="1511935" h="378460">
                <a:moveTo>
                  <a:pt x="1511325" y="0"/>
                </a:moveTo>
                <a:lnTo>
                  <a:pt x="1480845" y="0"/>
                </a:lnTo>
                <a:lnTo>
                  <a:pt x="1480845" y="315760"/>
                </a:lnTo>
                <a:lnTo>
                  <a:pt x="1479181" y="326631"/>
                </a:lnTo>
                <a:lnTo>
                  <a:pt x="1474368" y="334238"/>
                </a:lnTo>
                <a:lnTo>
                  <a:pt x="1466697" y="338683"/>
                </a:lnTo>
                <a:lnTo>
                  <a:pt x="1456461" y="340144"/>
                </a:lnTo>
                <a:lnTo>
                  <a:pt x="1446225" y="339877"/>
                </a:lnTo>
                <a:lnTo>
                  <a:pt x="1433969" y="339191"/>
                </a:lnTo>
                <a:lnTo>
                  <a:pt x="1404556" y="337096"/>
                </a:lnTo>
                <a:lnTo>
                  <a:pt x="1406918" y="355003"/>
                </a:lnTo>
                <a:lnTo>
                  <a:pt x="1443697" y="371957"/>
                </a:lnTo>
                <a:lnTo>
                  <a:pt x="1465605" y="372148"/>
                </a:lnTo>
                <a:lnTo>
                  <a:pt x="1485607" y="369023"/>
                </a:lnTo>
                <a:lnTo>
                  <a:pt x="1499895" y="359765"/>
                </a:lnTo>
                <a:lnTo>
                  <a:pt x="1508467" y="344500"/>
                </a:lnTo>
                <a:lnTo>
                  <a:pt x="1509052" y="340144"/>
                </a:lnTo>
                <a:lnTo>
                  <a:pt x="1511325" y="323380"/>
                </a:lnTo>
                <a:lnTo>
                  <a:pt x="1511325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6357746" y="5120735"/>
            <a:ext cx="58419" cy="100965"/>
          </a:xfrm>
          <a:custGeom>
            <a:avLst/>
            <a:gdLst/>
            <a:ahLst/>
            <a:cxnLst/>
            <a:rect l="l" t="t" r="r" b="b"/>
            <a:pathLst>
              <a:path w="58420" h="100964">
                <a:moveTo>
                  <a:pt x="25908" y="100679"/>
                </a:moveTo>
                <a:lnTo>
                  <a:pt x="0" y="100679"/>
                </a:lnTo>
                <a:lnTo>
                  <a:pt x="22859" y="0"/>
                </a:lnTo>
                <a:lnTo>
                  <a:pt x="57911" y="0"/>
                </a:lnTo>
                <a:lnTo>
                  <a:pt x="25908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6697777" y="4838611"/>
            <a:ext cx="1941830" cy="382905"/>
          </a:xfrm>
          <a:custGeom>
            <a:avLst/>
            <a:gdLst/>
            <a:ahLst/>
            <a:cxnLst/>
            <a:rect l="l" t="t" r="r" b="b"/>
            <a:pathLst>
              <a:path w="1941829" h="382904">
                <a:moveTo>
                  <a:pt x="154025" y="157060"/>
                </a:moveTo>
                <a:lnTo>
                  <a:pt x="64109" y="157060"/>
                </a:lnTo>
                <a:lnTo>
                  <a:pt x="64109" y="176872"/>
                </a:lnTo>
                <a:lnTo>
                  <a:pt x="154025" y="176872"/>
                </a:lnTo>
                <a:lnTo>
                  <a:pt x="154025" y="157060"/>
                </a:lnTo>
                <a:close/>
              </a:path>
              <a:path w="1941829" h="382904">
                <a:moveTo>
                  <a:pt x="154025" y="114388"/>
                </a:moveTo>
                <a:lnTo>
                  <a:pt x="64109" y="114388"/>
                </a:lnTo>
                <a:lnTo>
                  <a:pt x="64109" y="134200"/>
                </a:lnTo>
                <a:lnTo>
                  <a:pt x="154025" y="134200"/>
                </a:lnTo>
                <a:lnTo>
                  <a:pt x="154025" y="114388"/>
                </a:lnTo>
                <a:close/>
              </a:path>
              <a:path w="1941829" h="382904">
                <a:moveTo>
                  <a:pt x="311188" y="157060"/>
                </a:moveTo>
                <a:lnTo>
                  <a:pt x="221183" y="157060"/>
                </a:lnTo>
                <a:lnTo>
                  <a:pt x="221183" y="176872"/>
                </a:lnTo>
                <a:lnTo>
                  <a:pt x="311188" y="176872"/>
                </a:lnTo>
                <a:lnTo>
                  <a:pt x="311188" y="157060"/>
                </a:lnTo>
                <a:close/>
              </a:path>
              <a:path w="1941829" h="382904">
                <a:moveTo>
                  <a:pt x="311188" y="114388"/>
                </a:moveTo>
                <a:lnTo>
                  <a:pt x="221183" y="114388"/>
                </a:lnTo>
                <a:lnTo>
                  <a:pt x="221183" y="134200"/>
                </a:lnTo>
                <a:lnTo>
                  <a:pt x="311188" y="134200"/>
                </a:lnTo>
                <a:lnTo>
                  <a:pt x="311188" y="114388"/>
                </a:lnTo>
                <a:close/>
              </a:path>
              <a:path w="1941829" h="382904">
                <a:moveTo>
                  <a:pt x="363004" y="68580"/>
                </a:moveTo>
                <a:lnTo>
                  <a:pt x="201371" y="68580"/>
                </a:lnTo>
                <a:lnTo>
                  <a:pt x="201371" y="45720"/>
                </a:lnTo>
                <a:lnTo>
                  <a:pt x="340144" y="45720"/>
                </a:lnTo>
                <a:lnTo>
                  <a:pt x="340144" y="21336"/>
                </a:lnTo>
                <a:lnTo>
                  <a:pt x="32105" y="21336"/>
                </a:lnTo>
                <a:lnTo>
                  <a:pt x="32105" y="45720"/>
                </a:lnTo>
                <a:lnTo>
                  <a:pt x="173939" y="45720"/>
                </a:lnTo>
                <a:lnTo>
                  <a:pt x="173939" y="68580"/>
                </a:lnTo>
                <a:lnTo>
                  <a:pt x="12192" y="68580"/>
                </a:lnTo>
                <a:lnTo>
                  <a:pt x="12192" y="138772"/>
                </a:lnTo>
                <a:lnTo>
                  <a:pt x="41249" y="138772"/>
                </a:lnTo>
                <a:lnTo>
                  <a:pt x="41249" y="91528"/>
                </a:lnTo>
                <a:lnTo>
                  <a:pt x="173939" y="91528"/>
                </a:lnTo>
                <a:lnTo>
                  <a:pt x="173939" y="182968"/>
                </a:lnTo>
                <a:lnTo>
                  <a:pt x="201371" y="182968"/>
                </a:lnTo>
                <a:lnTo>
                  <a:pt x="201371" y="91528"/>
                </a:lnTo>
                <a:lnTo>
                  <a:pt x="332524" y="91528"/>
                </a:lnTo>
                <a:lnTo>
                  <a:pt x="332524" y="138772"/>
                </a:lnTo>
                <a:lnTo>
                  <a:pt x="363004" y="138772"/>
                </a:lnTo>
                <a:lnTo>
                  <a:pt x="363004" y="91528"/>
                </a:lnTo>
                <a:lnTo>
                  <a:pt x="363004" y="68580"/>
                </a:lnTo>
                <a:close/>
              </a:path>
              <a:path w="1941829" h="382904">
                <a:moveTo>
                  <a:pt x="375196" y="199834"/>
                </a:moveTo>
                <a:lnTo>
                  <a:pt x="0" y="199834"/>
                </a:lnTo>
                <a:lnTo>
                  <a:pt x="0" y="224218"/>
                </a:lnTo>
                <a:lnTo>
                  <a:pt x="166319" y="224218"/>
                </a:lnTo>
                <a:lnTo>
                  <a:pt x="160121" y="253174"/>
                </a:lnTo>
                <a:lnTo>
                  <a:pt x="35153" y="253174"/>
                </a:lnTo>
                <a:lnTo>
                  <a:pt x="35153" y="379755"/>
                </a:lnTo>
                <a:lnTo>
                  <a:pt x="64109" y="379755"/>
                </a:lnTo>
                <a:lnTo>
                  <a:pt x="64109" y="277558"/>
                </a:lnTo>
                <a:lnTo>
                  <a:pt x="129641" y="277558"/>
                </a:lnTo>
                <a:lnTo>
                  <a:pt x="129641" y="369087"/>
                </a:lnTo>
                <a:lnTo>
                  <a:pt x="155549" y="369087"/>
                </a:lnTo>
                <a:lnTo>
                  <a:pt x="155549" y="277558"/>
                </a:lnTo>
                <a:lnTo>
                  <a:pt x="219659" y="277558"/>
                </a:lnTo>
                <a:lnTo>
                  <a:pt x="219659" y="369087"/>
                </a:lnTo>
                <a:lnTo>
                  <a:pt x="247091" y="369087"/>
                </a:lnTo>
                <a:lnTo>
                  <a:pt x="247091" y="277558"/>
                </a:lnTo>
                <a:lnTo>
                  <a:pt x="312712" y="277558"/>
                </a:lnTo>
                <a:lnTo>
                  <a:pt x="312712" y="344703"/>
                </a:lnTo>
                <a:lnTo>
                  <a:pt x="306616" y="349275"/>
                </a:lnTo>
                <a:lnTo>
                  <a:pt x="287540" y="349262"/>
                </a:lnTo>
                <a:lnTo>
                  <a:pt x="278523" y="349084"/>
                </a:lnTo>
                <a:lnTo>
                  <a:pt x="268630" y="348640"/>
                </a:lnTo>
                <a:lnTo>
                  <a:pt x="257759" y="347751"/>
                </a:lnTo>
                <a:lnTo>
                  <a:pt x="259778" y="355498"/>
                </a:lnTo>
                <a:lnTo>
                  <a:pt x="261378" y="362800"/>
                </a:lnTo>
                <a:lnTo>
                  <a:pt x="262686" y="369836"/>
                </a:lnTo>
                <a:lnTo>
                  <a:pt x="263855" y="376707"/>
                </a:lnTo>
                <a:lnTo>
                  <a:pt x="303568" y="376707"/>
                </a:lnTo>
                <a:lnTo>
                  <a:pt x="320446" y="374421"/>
                </a:lnTo>
                <a:lnTo>
                  <a:pt x="332333" y="367563"/>
                </a:lnTo>
                <a:lnTo>
                  <a:pt x="339356" y="356133"/>
                </a:lnTo>
                <a:lnTo>
                  <a:pt x="340347" y="349275"/>
                </a:lnTo>
                <a:lnTo>
                  <a:pt x="341668" y="340131"/>
                </a:lnTo>
                <a:lnTo>
                  <a:pt x="341668" y="277558"/>
                </a:lnTo>
                <a:lnTo>
                  <a:pt x="341668" y="253174"/>
                </a:lnTo>
                <a:lnTo>
                  <a:pt x="187655" y="253174"/>
                </a:lnTo>
                <a:lnTo>
                  <a:pt x="195275" y="224218"/>
                </a:lnTo>
                <a:lnTo>
                  <a:pt x="375196" y="224218"/>
                </a:lnTo>
                <a:lnTo>
                  <a:pt x="375196" y="199834"/>
                </a:lnTo>
                <a:close/>
              </a:path>
              <a:path w="1941829" h="382904">
                <a:moveTo>
                  <a:pt x="695426" y="100672"/>
                </a:moveTo>
                <a:lnTo>
                  <a:pt x="666470" y="100672"/>
                </a:lnTo>
                <a:lnTo>
                  <a:pt x="666470" y="123532"/>
                </a:lnTo>
                <a:lnTo>
                  <a:pt x="666470" y="149440"/>
                </a:lnTo>
                <a:lnTo>
                  <a:pt x="491121" y="149440"/>
                </a:lnTo>
                <a:lnTo>
                  <a:pt x="491121" y="123532"/>
                </a:lnTo>
                <a:lnTo>
                  <a:pt x="666470" y="123532"/>
                </a:lnTo>
                <a:lnTo>
                  <a:pt x="666470" y="100672"/>
                </a:lnTo>
                <a:lnTo>
                  <a:pt x="462165" y="100672"/>
                </a:lnTo>
                <a:lnTo>
                  <a:pt x="462165" y="184492"/>
                </a:lnTo>
                <a:lnTo>
                  <a:pt x="491121" y="184492"/>
                </a:lnTo>
                <a:lnTo>
                  <a:pt x="491121" y="173824"/>
                </a:lnTo>
                <a:lnTo>
                  <a:pt x="666470" y="173824"/>
                </a:lnTo>
                <a:lnTo>
                  <a:pt x="666470" y="184492"/>
                </a:lnTo>
                <a:lnTo>
                  <a:pt x="695426" y="184492"/>
                </a:lnTo>
                <a:lnTo>
                  <a:pt x="695426" y="173824"/>
                </a:lnTo>
                <a:lnTo>
                  <a:pt x="695426" y="149440"/>
                </a:lnTo>
                <a:lnTo>
                  <a:pt x="695426" y="123532"/>
                </a:lnTo>
                <a:lnTo>
                  <a:pt x="695426" y="100672"/>
                </a:lnTo>
                <a:close/>
              </a:path>
              <a:path w="1941829" h="382904">
                <a:moveTo>
                  <a:pt x="754964" y="54864"/>
                </a:moveTo>
                <a:lnTo>
                  <a:pt x="658850" y="54864"/>
                </a:lnTo>
                <a:lnTo>
                  <a:pt x="670306" y="47459"/>
                </a:lnTo>
                <a:lnTo>
                  <a:pt x="681901" y="39052"/>
                </a:lnTo>
                <a:lnTo>
                  <a:pt x="693788" y="29794"/>
                </a:lnTo>
                <a:lnTo>
                  <a:pt x="706094" y="19812"/>
                </a:lnTo>
                <a:lnTo>
                  <a:pt x="684758" y="1524"/>
                </a:lnTo>
                <a:lnTo>
                  <a:pt x="673925" y="10693"/>
                </a:lnTo>
                <a:lnTo>
                  <a:pt x="662089" y="20002"/>
                </a:lnTo>
                <a:lnTo>
                  <a:pt x="635990" y="39624"/>
                </a:lnTo>
                <a:lnTo>
                  <a:pt x="652754" y="54864"/>
                </a:lnTo>
                <a:lnTo>
                  <a:pt x="593318" y="54864"/>
                </a:lnTo>
                <a:lnTo>
                  <a:pt x="593318" y="3048"/>
                </a:lnTo>
                <a:lnTo>
                  <a:pt x="564273" y="3048"/>
                </a:lnTo>
                <a:lnTo>
                  <a:pt x="564273" y="54864"/>
                </a:lnTo>
                <a:lnTo>
                  <a:pt x="504837" y="54864"/>
                </a:lnTo>
                <a:lnTo>
                  <a:pt x="521601" y="39624"/>
                </a:lnTo>
                <a:lnTo>
                  <a:pt x="510997" y="30454"/>
                </a:lnTo>
                <a:lnTo>
                  <a:pt x="499694" y="21145"/>
                </a:lnTo>
                <a:lnTo>
                  <a:pt x="487514" y="11544"/>
                </a:lnTo>
                <a:lnTo>
                  <a:pt x="474357" y="1524"/>
                </a:lnTo>
                <a:lnTo>
                  <a:pt x="454545" y="19812"/>
                </a:lnTo>
                <a:lnTo>
                  <a:pt x="465683" y="28930"/>
                </a:lnTo>
                <a:lnTo>
                  <a:pt x="476262" y="37909"/>
                </a:lnTo>
                <a:lnTo>
                  <a:pt x="495693" y="54864"/>
                </a:lnTo>
                <a:lnTo>
                  <a:pt x="402628" y="54864"/>
                </a:lnTo>
                <a:lnTo>
                  <a:pt x="402628" y="125056"/>
                </a:lnTo>
                <a:lnTo>
                  <a:pt x="430060" y="125056"/>
                </a:lnTo>
                <a:lnTo>
                  <a:pt x="430060" y="80772"/>
                </a:lnTo>
                <a:lnTo>
                  <a:pt x="727532" y="80772"/>
                </a:lnTo>
                <a:lnTo>
                  <a:pt x="727532" y="125056"/>
                </a:lnTo>
                <a:lnTo>
                  <a:pt x="754964" y="125056"/>
                </a:lnTo>
                <a:lnTo>
                  <a:pt x="754964" y="80772"/>
                </a:lnTo>
                <a:lnTo>
                  <a:pt x="754964" y="54864"/>
                </a:lnTo>
                <a:close/>
              </a:path>
              <a:path w="1941829" h="382904">
                <a:moveTo>
                  <a:pt x="765632" y="292887"/>
                </a:moveTo>
                <a:lnTo>
                  <a:pt x="596366" y="292887"/>
                </a:lnTo>
                <a:lnTo>
                  <a:pt x="596366" y="269938"/>
                </a:lnTo>
                <a:lnTo>
                  <a:pt x="726008" y="269938"/>
                </a:lnTo>
                <a:lnTo>
                  <a:pt x="726008" y="245554"/>
                </a:lnTo>
                <a:lnTo>
                  <a:pt x="596366" y="245554"/>
                </a:lnTo>
                <a:lnTo>
                  <a:pt x="596366" y="224218"/>
                </a:lnTo>
                <a:lnTo>
                  <a:pt x="596366" y="222694"/>
                </a:lnTo>
                <a:lnTo>
                  <a:pt x="732104" y="221170"/>
                </a:lnTo>
                <a:lnTo>
                  <a:pt x="727532" y="195262"/>
                </a:lnTo>
                <a:lnTo>
                  <a:pt x="581075" y="198691"/>
                </a:lnTo>
                <a:lnTo>
                  <a:pt x="416344" y="199834"/>
                </a:lnTo>
                <a:lnTo>
                  <a:pt x="418350" y="206451"/>
                </a:lnTo>
                <a:lnTo>
                  <a:pt x="419773" y="212788"/>
                </a:lnTo>
                <a:lnTo>
                  <a:pt x="420636" y="219125"/>
                </a:lnTo>
                <a:lnTo>
                  <a:pt x="420916" y="225742"/>
                </a:lnTo>
                <a:lnTo>
                  <a:pt x="458406" y="224866"/>
                </a:lnTo>
                <a:lnTo>
                  <a:pt x="567321" y="224218"/>
                </a:lnTo>
                <a:lnTo>
                  <a:pt x="567321" y="245554"/>
                </a:lnTo>
                <a:lnTo>
                  <a:pt x="420916" y="245554"/>
                </a:lnTo>
                <a:lnTo>
                  <a:pt x="420916" y="269938"/>
                </a:lnTo>
                <a:lnTo>
                  <a:pt x="567321" y="269938"/>
                </a:lnTo>
                <a:lnTo>
                  <a:pt x="567321" y="292887"/>
                </a:lnTo>
                <a:lnTo>
                  <a:pt x="393484" y="292887"/>
                </a:lnTo>
                <a:lnTo>
                  <a:pt x="393484" y="317284"/>
                </a:lnTo>
                <a:lnTo>
                  <a:pt x="567321" y="317284"/>
                </a:lnTo>
                <a:lnTo>
                  <a:pt x="567321" y="323380"/>
                </a:lnTo>
                <a:lnTo>
                  <a:pt x="565912" y="333375"/>
                </a:lnTo>
                <a:lnTo>
                  <a:pt x="561797" y="340525"/>
                </a:lnTo>
                <a:lnTo>
                  <a:pt x="555104" y="344805"/>
                </a:lnTo>
                <a:lnTo>
                  <a:pt x="545985" y="346240"/>
                </a:lnTo>
                <a:lnTo>
                  <a:pt x="532574" y="345973"/>
                </a:lnTo>
                <a:lnTo>
                  <a:pt x="517601" y="345287"/>
                </a:lnTo>
                <a:lnTo>
                  <a:pt x="483501" y="343192"/>
                </a:lnTo>
                <a:lnTo>
                  <a:pt x="485787" y="359003"/>
                </a:lnTo>
                <a:lnTo>
                  <a:pt x="486930" y="366547"/>
                </a:lnTo>
                <a:lnTo>
                  <a:pt x="488073" y="373672"/>
                </a:lnTo>
                <a:lnTo>
                  <a:pt x="550557" y="373672"/>
                </a:lnTo>
                <a:lnTo>
                  <a:pt x="570611" y="370789"/>
                </a:lnTo>
                <a:lnTo>
                  <a:pt x="584923" y="362051"/>
                </a:lnTo>
                <a:lnTo>
                  <a:pt x="593509" y="347306"/>
                </a:lnTo>
                <a:lnTo>
                  <a:pt x="593648" y="346240"/>
                </a:lnTo>
                <a:lnTo>
                  <a:pt x="596366" y="326428"/>
                </a:lnTo>
                <a:lnTo>
                  <a:pt x="596366" y="317284"/>
                </a:lnTo>
                <a:lnTo>
                  <a:pt x="765632" y="317284"/>
                </a:lnTo>
                <a:lnTo>
                  <a:pt x="765632" y="292887"/>
                </a:lnTo>
                <a:close/>
              </a:path>
              <a:path w="1941829" h="382904">
                <a:moveTo>
                  <a:pt x="892213" y="74676"/>
                </a:moveTo>
                <a:lnTo>
                  <a:pt x="855535" y="74676"/>
                </a:lnTo>
                <a:lnTo>
                  <a:pt x="855535" y="3048"/>
                </a:lnTo>
                <a:lnTo>
                  <a:pt x="828103" y="3048"/>
                </a:lnTo>
                <a:lnTo>
                  <a:pt x="828103" y="74676"/>
                </a:lnTo>
                <a:lnTo>
                  <a:pt x="782383" y="74676"/>
                </a:lnTo>
                <a:lnTo>
                  <a:pt x="782383" y="100672"/>
                </a:lnTo>
                <a:lnTo>
                  <a:pt x="828103" y="100672"/>
                </a:lnTo>
                <a:lnTo>
                  <a:pt x="828103" y="187642"/>
                </a:lnTo>
                <a:lnTo>
                  <a:pt x="815555" y="193090"/>
                </a:lnTo>
                <a:lnTo>
                  <a:pt x="803148" y="198120"/>
                </a:lnTo>
                <a:lnTo>
                  <a:pt x="779335" y="207454"/>
                </a:lnTo>
                <a:lnTo>
                  <a:pt x="786955" y="240982"/>
                </a:lnTo>
                <a:lnTo>
                  <a:pt x="797242" y="235292"/>
                </a:lnTo>
                <a:lnTo>
                  <a:pt x="807529" y="229743"/>
                </a:lnTo>
                <a:lnTo>
                  <a:pt x="817816" y="224485"/>
                </a:lnTo>
                <a:lnTo>
                  <a:pt x="828103" y="219646"/>
                </a:lnTo>
                <a:lnTo>
                  <a:pt x="828103" y="335572"/>
                </a:lnTo>
                <a:lnTo>
                  <a:pt x="823531" y="341668"/>
                </a:lnTo>
                <a:lnTo>
                  <a:pt x="815911" y="341668"/>
                </a:lnTo>
                <a:lnTo>
                  <a:pt x="808774" y="341426"/>
                </a:lnTo>
                <a:lnTo>
                  <a:pt x="792772" y="340372"/>
                </a:lnTo>
                <a:lnTo>
                  <a:pt x="783907" y="340144"/>
                </a:lnTo>
                <a:lnTo>
                  <a:pt x="785914" y="347014"/>
                </a:lnTo>
                <a:lnTo>
                  <a:pt x="787336" y="354050"/>
                </a:lnTo>
                <a:lnTo>
                  <a:pt x="788200" y="361353"/>
                </a:lnTo>
                <a:lnTo>
                  <a:pt x="788479" y="369100"/>
                </a:lnTo>
                <a:lnTo>
                  <a:pt x="799338" y="369074"/>
                </a:lnTo>
                <a:lnTo>
                  <a:pt x="838822" y="364159"/>
                </a:lnTo>
                <a:lnTo>
                  <a:pt x="854049" y="341668"/>
                </a:lnTo>
                <a:lnTo>
                  <a:pt x="855535" y="327952"/>
                </a:lnTo>
                <a:lnTo>
                  <a:pt x="855535" y="219646"/>
                </a:lnTo>
                <a:lnTo>
                  <a:pt x="855535" y="205930"/>
                </a:lnTo>
                <a:lnTo>
                  <a:pt x="864743" y="201383"/>
                </a:lnTo>
                <a:lnTo>
                  <a:pt x="873912" y="196977"/>
                </a:lnTo>
                <a:lnTo>
                  <a:pt x="883069" y="192862"/>
                </a:lnTo>
                <a:lnTo>
                  <a:pt x="892213" y="189166"/>
                </a:lnTo>
                <a:lnTo>
                  <a:pt x="891095" y="182206"/>
                </a:lnTo>
                <a:lnTo>
                  <a:pt x="890117" y="174980"/>
                </a:lnTo>
                <a:lnTo>
                  <a:pt x="890016" y="173837"/>
                </a:lnTo>
                <a:lnTo>
                  <a:pt x="889431" y="167208"/>
                </a:lnTo>
                <a:lnTo>
                  <a:pt x="889165" y="158584"/>
                </a:lnTo>
                <a:lnTo>
                  <a:pt x="880287" y="162902"/>
                </a:lnTo>
                <a:lnTo>
                  <a:pt x="871816" y="166789"/>
                </a:lnTo>
                <a:lnTo>
                  <a:pt x="863625" y="170383"/>
                </a:lnTo>
                <a:lnTo>
                  <a:pt x="855535" y="173837"/>
                </a:lnTo>
                <a:lnTo>
                  <a:pt x="855535" y="100672"/>
                </a:lnTo>
                <a:lnTo>
                  <a:pt x="892213" y="100672"/>
                </a:lnTo>
                <a:lnTo>
                  <a:pt x="892213" y="74676"/>
                </a:lnTo>
                <a:close/>
              </a:path>
              <a:path w="1941829" h="382904">
                <a:moveTo>
                  <a:pt x="1142339" y="22860"/>
                </a:moveTo>
                <a:lnTo>
                  <a:pt x="1114818" y="22860"/>
                </a:lnTo>
                <a:lnTo>
                  <a:pt x="1114818" y="47244"/>
                </a:lnTo>
                <a:lnTo>
                  <a:pt x="1114818" y="86956"/>
                </a:lnTo>
                <a:lnTo>
                  <a:pt x="933361" y="86956"/>
                </a:lnTo>
                <a:lnTo>
                  <a:pt x="933361" y="47244"/>
                </a:lnTo>
                <a:lnTo>
                  <a:pt x="1114818" y="47244"/>
                </a:lnTo>
                <a:lnTo>
                  <a:pt x="1114818" y="22860"/>
                </a:lnTo>
                <a:lnTo>
                  <a:pt x="905929" y="22860"/>
                </a:lnTo>
                <a:lnTo>
                  <a:pt x="905878" y="167208"/>
                </a:lnTo>
                <a:lnTo>
                  <a:pt x="903071" y="227126"/>
                </a:lnTo>
                <a:lnTo>
                  <a:pt x="894499" y="279311"/>
                </a:lnTo>
                <a:lnTo>
                  <a:pt x="880211" y="322618"/>
                </a:lnTo>
                <a:lnTo>
                  <a:pt x="860209" y="356908"/>
                </a:lnTo>
                <a:lnTo>
                  <a:pt x="866546" y="362851"/>
                </a:lnTo>
                <a:lnTo>
                  <a:pt x="871994" y="369074"/>
                </a:lnTo>
                <a:lnTo>
                  <a:pt x="876922" y="375335"/>
                </a:lnTo>
                <a:lnTo>
                  <a:pt x="881545" y="381292"/>
                </a:lnTo>
                <a:lnTo>
                  <a:pt x="900391" y="350380"/>
                </a:lnTo>
                <a:lnTo>
                  <a:pt x="914920" y="312585"/>
                </a:lnTo>
                <a:lnTo>
                  <a:pt x="925220" y="267970"/>
                </a:lnTo>
                <a:lnTo>
                  <a:pt x="931341" y="216611"/>
                </a:lnTo>
                <a:lnTo>
                  <a:pt x="933310" y="160121"/>
                </a:lnTo>
                <a:lnTo>
                  <a:pt x="933361" y="109816"/>
                </a:lnTo>
                <a:lnTo>
                  <a:pt x="1114818" y="109816"/>
                </a:lnTo>
                <a:lnTo>
                  <a:pt x="1114818" y="120484"/>
                </a:lnTo>
                <a:lnTo>
                  <a:pt x="1142339" y="120484"/>
                </a:lnTo>
                <a:lnTo>
                  <a:pt x="1142339" y="109816"/>
                </a:lnTo>
                <a:lnTo>
                  <a:pt x="1142339" y="86956"/>
                </a:lnTo>
                <a:lnTo>
                  <a:pt x="1142339" y="47244"/>
                </a:lnTo>
                <a:lnTo>
                  <a:pt x="1142339" y="22860"/>
                </a:lnTo>
                <a:close/>
              </a:path>
              <a:path w="1941829" h="382904">
                <a:moveTo>
                  <a:pt x="1149959" y="137248"/>
                </a:moveTo>
                <a:lnTo>
                  <a:pt x="940981" y="137248"/>
                </a:lnTo>
                <a:lnTo>
                  <a:pt x="940981" y="160121"/>
                </a:lnTo>
                <a:lnTo>
                  <a:pt x="1008138" y="160121"/>
                </a:lnTo>
                <a:lnTo>
                  <a:pt x="992124" y="177279"/>
                </a:lnTo>
                <a:lnTo>
                  <a:pt x="976426" y="192163"/>
                </a:lnTo>
                <a:lnTo>
                  <a:pt x="961313" y="204774"/>
                </a:lnTo>
                <a:lnTo>
                  <a:pt x="947077" y="215074"/>
                </a:lnTo>
                <a:lnTo>
                  <a:pt x="953173" y="240982"/>
                </a:lnTo>
                <a:lnTo>
                  <a:pt x="977734" y="238937"/>
                </a:lnTo>
                <a:lnTo>
                  <a:pt x="1012469" y="237172"/>
                </a:lnTo>
                <a:lnTo>
                  <a:pt x="1111770" y="233362"/>
                </a:lnTo>
                <a:lnTo>
                  <a:pt x="1123962" y="245554"/>
                </a:lnTo>
                <a:lnTo>
                  <a:pt x="1128534" y="251650"/>
                </a:lnTo>
                <a:lnTo>
                  <a:pt x="1148308" y="233362"/>
                </a:lnTo>
                <a:lnTo>
                  <a:pt x="1118057" y="199631"/>
                </a:lnTo>
                <a:lnTo>
                  <a:pt x="1087386" y="170789"/>
                </a:lnTo>
                <a:lnTo>
                  <a:pt x="1067574" y="187642"/>
                </a:lnTo>
                <a:lnTo>
                  <a:pt x="1074166" y="193382"/>
                </a:lnTo>
                <a:lnTo>
                  <a:pt x="1080338" y="199263"/>
                </a:lnTo>
                <a:lnTo>
                  <a:pt x="1086218" y="205435"/>
                </a:lnTo>
                <a:lnTo>
                  <a:pt x="1091958" y="212026"/>
                </a:lnTo>
                <a:lnTo>
                  <a:pt x="1035748" y="214122"/>
                </a:lnTo>
                <a:lnTo>
                  <a:pt x="1009827" y="214807"/>
                </a:lnTo>
                <a:lnTo>
                  <a:pt x="985177" y="215074"/>
                </a:lnTo>
                <a:lnTo>
                  <a:pt x="998347" y="203911"/>
                </a:lnTo>
                <a:lnTo>
                  <a:pt x="1012507" y="191020"/>
                </a:lnTo>
                <a:lnTo>
                  <a:pt x="1027493" y="176415"/>
                </a:lnTo>
                <a:lnTo>
                  <a:pt x="1043190" y="160121"/>
                </a:lnTo>
                <a:lnTo>
                  <a:pt x="1149959" y="160121"/>
                </a:lnTo>
                <a:lnTo>
                  <a:pt x="1149959" y="137248"/>
                </a:lnTo>
                <a:close/>
              </a:path>
              <a:path w="1941829" h="382904">
                <a:moveTo>
                  <a:pt x="1159103" y="338620"/>
                </a:moveTo>
                <a:lnTo>
                  <a:pt x="1053858" y="338620"/>
                </a:lnTo>
                <a:lnTo>
                  <a:pt x="1053858" y="298996"/>
                </a:lnTo>
                <a:lnTo>
                  <a:pt x="1137767" y="298996"/>
                </a:lnTo>
                <a:lnTo>
                  <a:pt x="1137767" y="274510"/>
                </a:lnTo>
                <a:lnTo>
                  <a:pt x="1053858" y="274510"/>
                </a:lnTo>
                <a:lnTo>
                  <a:pt x="1053858" y="244030"/>
                </a:lnTo>
                <a:lnTo>
                  <a:pt x="1024902" y="244030"/>
                </a:lnTo>
                <a:lnTo>
                  <a:pt x="1024902" y="274510"/>
                </a:lnTo>
                <a:lnTo>
                  <a:pt x="944029" y="274510"/>
                </a:lnTo>
                <a:lnTo>
                  <a:pt x="944029" y="298996"/>
                </a:lnTo>
                <a:lnTo>
                  <a:pt x="1024902" y="298996"/>
                </a:lnTo>
                <a:lnTo>
                  <a:pt x="1024902" y="338620"/>
                </a:lnTo>
                <a:lnTo>
                  <a:pt x="918121" y="338620"/>
                </a:lnTo>
                <a:lnTo>
                  <a:pt x="918121" y="361480"/>
                </a:lnTo>
                <a:lnTo>
                  <a:pt x="1159103" y="361480"/>
                </a:lnTo>
                <a:lnTo>
                  <a:pt x="1159103" y="338620"/>
                </a:lnTo>
                <a:close/>
              </a:path>
              <a:path w="1941829" h="382904">
                <a:moveTo>
                  <a:pt x="1552575" y="330987"/>
                </a:moveTo>
                <a:lnTo>
                  <a:pt x="1519694" y="323583"/>
                </a:lnTo>
                <a:lnTo>
                  <a:pt x="1489824" y="312889"/>
                </a:lnTo>
                <a:lnTo>
                  <a:pt x="1463116" y="299021"/>
                </a:lnTo>
                <a:lnTo>
                  <a:pt x="1439710" y="282130"/>
                </a:lnTo>
                <a:lnTo>
                  <a:pt x="1525054" y="239458"/>
                </a:lnTo>
                <a:lnTo>
                  <a:pt x="1503718" y="213550"/>
                </a:lnTo>
                <a:lnTo>
                  <a:pt x="1481404" y="228688"/>
                </a:lnTo>
                <a:lnTo>
                  <a:pt x="1460093" y="242125"/>
                </a:lnTo>
                <a:lnTo>
                  <a:pt x="1439633" y="253834"/>
                </a:lnTo>
                <a:lnTo>
                  <a:pt x="1419898" y="263842"/>
                </a:lnTo>
                <a:lnTo>
                  <a:pt x="1407845" y="249555"/>
                </a:lnTo>
                <a:lnTo>
                  <a:pt x="1396949" y="234124"/>
                </a:lnTo>
                <a:lnTo>
                  <a:pt x="1387233" y="217551"/>
                </a:lnTo>
                <a:lnTo>
                  <a:pt x="1378648" y="199834"/>
                </a:lnTo>
                <a:lnTo>
                  <a:pt x="1547914" y="199834"/>
                </a:lnTo>
                <a:lnTo>
                  <a:pt x="1547914" y="172300"/>
                </a:lnTo>
                <a:lnTo>
                  <a:pt x="1377124" y="172300"/>
                </a:lnTo>
                <a:lnTo>
                  <a:pt x="1377124" y="134200"/>
                </a:lnTo>
                <a:lnTo>
                  <a:pt x="1520482" y="134200"/>
                </a:lnTo>
                <a:lnTo>
                  <a:pt x="1520482" y="106768"/>
                </a:lnTo>
                <a:lnTo>
                  <a:pt x="1377124" y="106768"/>
                </a:lnTo>
                <a:lnTo>
                  <a:pt x="1377124" y="70104"/>
                </a:lnTo>
                <a:lnTo>
                  <a:pt x="1537246" y="70104"/>
                </a:lnTo>
                <a:lnTo>
                  <a:pt x="1537246" y="44196"/>
                </a:lnTo>
                <a:lnTo>
                  <a:pt x="1377124" y="44196"/>
                </a:lnTo>
                <a:lnTo>
                  <a:pt x="1377124" y="0"/>
                </a:lnTo>
                <a:lnTo>
                  <a:pt x="1346644" y="0"/>
                </a:lnTo>
                <a:lnTo>
                  <a:pt x="1346644" y="44196"/>
                </a:lnTo>
                <a:lnTo>
                  <a:pt x="1188059" y="44196"/>
                </a:lnTo>
                <a:lnTo>
                  <a:pt x="1188059" y="70104"/>
                </a:lnTo>
                <a:lnTo>
                  <a:pt x="1346644" y="70104"/>
                </a:lnTo>
                <a:lnTo>
                  <a:pt x="1346644" y="106768"/>
                </a:lnTo>
                <a:lnTo>
                  <a:pt x="1203299" y="106768"/>
                </a:lnTo>
                <a:lnTo>
                  <a:pt x="1203299" y="134200"/>
                </a:lnTo>
                <a:lnTo>
                  <a:pt x="1346644" y="134200"/>
                </a:lnTo>
                <a:lnTo>
                  <a:pt x="1346644" y="172300"/>
                </a:lnTo>
                <a:lnTo>
                  <a:pt x="1175867" y="172300"/>
                </a:lnTo>
                <a:lnTo>
                  <a:pt x="1175867" y="199834"/>
                </a:lnTo>
                <a:lnTo>
                  <a:pt x="1326832" y="199834"/>
                </a:lnTo>
                <a:lnTo>
                  <a:pt x="1295679" y="231533"/>
                </a:lnTo>
                <a:lnTo>
                  <a:pt x="1259357" y="260235"/>
                </a:lnTo>
                <a:lnTo>
                  <a:pt x="1217891" y="285813"/>
                </a:lnTo>
                <a:lnTo>
                  <a:pt x="1171295" y="308127"/>
                </a:lnTo>
                <a:lnTo>
                  <a:pt x="1176743" y="314109"/>
                </a:lnTo>
                <a:lnTo>
                  <a:pt x="1181773" y="320509"/>
                </a:lnTo>
                <a:lnTo>
                  <a:pt x="1186510" y="327202"/>
                </a:lnTo>
                <a:lnTo>
                  <a:pt x="1191107" y="334035"/>
                </a:lnTo>
                <a:lnTo>
                  <a:pt x="1215656" y="322059"/>
                </a:lnTo>
                <a:lnTo>
                  <a:pt x="1238935" y="309079"/>
                </a:lnTo>
                <a:lnTo>
                  <a:pt x="1260805" y="295211"/>
                </a:lnTo>
                <a:lnTo>
                  <a:pt x="1281112" y="280606"/>
                </a:lnTo>
                <a:lnTo>
                  <a:pt x="1281112" y="341655"/>
                </a:lnTo>
                <a:lnTo>
                  <a:pt x="1278064" y="349275"/>
                </a:lnTo>
                <a:lnTo>
                  <a:pt x="1270355" y="353847"/>
                </a:lnTo>
                <a:lnTo>
                  <a:pt x="1288732" y="382803"/>
                </a:lnTo>
                <a:lnTo>
                  <a:pt x="1332534" y="363042"/>
                </a:lnTo>
                <a:lnTo>
                  <a:pt x="1379918" y="345998"/>
                </a:lnTo>
                <a:lnTo>
                  <a:pt x="1403032" y="338607"/>
                </a:lnTo>
                <a:lnTo>
                  <a:pt x="1403032" y="305079"/>
                </a:lnTo>
                <a:lnTo>
                  <a:pt x="1381010" y="313969"/>
                </a:lnTo>
                <a:lnTo>
                  <a:pt x="1358265" y="322414"/>
                </a:lnTo>
                <a:lnTo>
                  <a:pt x="1334668" y="330593"/>
                </a:lnTo>
                <a:lnTo>
                  <a:pt x="1310068" y="338607"/>
                </a:lnTo>
                <a:lnTo>
                  <a:pt x="1310068" y="257746"/>
                </a:lnTo>
                <a:lnTo>
                  <a:pt x="1321485" y="246291"/>
                </a:lnTo>
                <a:lnTo>
                  <a:pt x="1332738" y="234696"/>
                </a:lnTo>
                <a:lnTo>
                  <a:pt x="1343723" y="222808"/>
                </a:lnTo>
                <a:lnTo>
                  <a:pt x="1354264" y="210502"/>
                </a:lnTo>
                <a:lnTo>
                  <a:pt x="1378229" y="255358"/>
                </a:lnTo>
                <a:lnTo>
                  <a:pt x="1407972" y="292874"/>
                </a:lnTo>
                <a:lnTo>
                  <a:pt x="1443431" y="323062"/>
                </a:lnTo>
                <a:lnTo>
                  <a:pt x="1484515" y="345922"/>
                </a:lnTo>
                <a:lnTo>
                  <a:pt x="1531150" y="361467"/>
                </a:lnTo>
                <a:lnTo>
                  <a:pt x="1535125" y="354355"/>
                </a:lnTo>
                <a:lnTo>
                  <a:pt x="1540116" y="346798"/>
                </a:lnTo>
                <a:lnTo>
                  <a:pt x="1545983" y="338975"/>
                </a:lnTo>
                <a:lnTo>
                  <a:pt x="1552575" y="330987"/>
                </a:lnTo>
                <a:close/>
              </a:path>
              <a:path w="1941829" h="382904">
                <a:moveTo>
                  <a:pt x="1941398" y="272986"/>
                </a:moveTo>
                <a:lnTo>
                  <a:pt x="1769084" y="272986"/>
                </a:lnTo>
                <a:lnTo>
                  <a:pt x="1769084" y="230314"/>
                </a:lnTo>
                <a:lnTo>
                  <a:pt x="1874342" y="230314"/>
                </a:lnTo>
                <a:lnTo>
                  <a:pt x="1874342" y="248602"/>
                </a:lnTo>
                <a:lnTo>
                  <a:pt x="1903298" y="248602"/>
                </a:lnTo>
                <a:lnTo>
                  <a:pt x="1903298" y="62484"/>
                </a:lnTo>
                <a:lnTo>
                  <a:pt x="1874342" y="62484"/>
                </a:lnTo>
                <a:lnTo>
                  <a:pt x="1874342" y="90004"/>
                </a:lnTo>
                <a:lnTo>
                  <a:pt x="1874342" y="132676"/>
                </a:lnTo>
                <a:lnTo>
                  <a:pt x="1874342" y="158584"/>
                </a:lnTo>
                <a:lnTo>
                  <a:pt x="1874342" y="202882"/>
                </a:lnTo>
                <a:lnTo>
                  <a:pt x="1769084" y="202882"/>
                </a:lnTo>
                <a:lnTo>
                  <a:pt x="1769084" y="158584"/>
                </a:lnTo>
                <a:lnTo>
                  <a:pt x="1874342" y="158584"/>
                </a:lnTo>
                <a:lnTo>
                  <a:pt x="1874342" y="132676"/>
                </a:lnTo>
                <a:lnTo>
                  <a:pt x="1769084" y="132676"/>
                </a:lnTo>
                <a:lnTo>
                  <a:pt x="1769084" y="90004"/>
                </a:lnTo>
                <a:lnTo>
                  <a:pt x="1874342" y="90004"/>
                </a:lnTo>
                <a:lnTo>
                  <a:pt x="1874342" y="62484"/>
                </a:lnTo>
                <a:lnTo>
                  <a:pt x="1825472" y="62484"/>
                </a:lnTo>
                <a:lnTo>
                  <a:pt x="1834692" y="51930"/>
                </a:lnTo>
                <a:lnTo>
                  <a:pt x="1853641" y="29692"/>
                </a:lnTo>
                <a:lnTo>
                  <a:pt x="1863674" y="18288"/>
                </a:lnTo>
                <a:lnTo>
                  <a:pt x="1833194" y="1524"/>
                </a:lnTo>
                <a:lnTo>
                  <a:pt x="1822602" y="18122"/>
                </a:lnTo>
                <a:lnTo>
                  <a:pt x="1811769" y="33718"/>
                </a:lnTo>
                <a:lnTo>
                  <a:pt x="1800948" y="48463"/>
                </a:lnTo>
                <a:lnTo>
                  <a:pt x="1790420" y="62484"/>
                </a:lnTo>
                <a:lnTo>
                  <a:pt x="1738604" y="62484"/>
                </a:lnTo>
                <a:lnTo>
                  <a:pt x="1738604" y="90004"/>
                </a:lnTo>
                <a:lnTo>
                  <a:pt x="1738604" y="132676"/>
                </a:lnTo>
                <a:lnTo>
                  <a:pt x="1738604" y="158584"/>
                </a:lnTo>
                <a:lnTo>
                  <a:pt x="1738604" y="202882"/>
                </a:lnTo>
                <a:lnTo>
                  <a:pt x="1633359" y="202882"/>
                </a:lnTo>
                <a:lnTo>
                  <a:pt x="1633359" y="158584"/>
                </a:lnTo>
                <a:lnTo>
                  <a:pt x="1738604" y="158584"/>
                </a:lnTo>
                <a:lnTo>
                  <a:pt x="1738604" y="132676"/>
                </a:lnTo>
                <a:lnTo>
                  <a:pt x="1633359" y="132676"/>
                </a:lnTo>
                <a:lnTo>
                  <a:pt x="1633359" y="90004"/>
                </a:lnTo>
                <a:lnTo>
                  <a:pt x="1738604" y="90004"/>
                </a:lnTo>
                <a:lnTo>
                  <a:pt x="1738604" y="62484"/>
                </a:lnTo>
                <a:lnTo>
                  <a:pt x="1700504" y="62484"/>
                </a:lnTo>
                <a:lnTo>
                  <a:pt x="1715744" y="50292"/>
                </a:lnTo>
                <a:lnTo>
                  <a:pt x="1665363" y="0"/>
                </a:lnTo>
                <a:lnTo>
                  <a:pt x="1644027" y="18288"/>
                </a:lnTo>
                <a:lnTo>
                  <a:pt x="1683651" y="62484"/>
                </a:lnTo>
                <a:lnTo>
                  <a:pt x="1604403" y="62484"/>
                </a:lnTo>
                <a:lnTo>
                  <a:pt x="1604403" y="248602"/>
                </a:lnTo>
                <a:lnTo>
                  <a:pt x="1633359" y="248602"/>
                </a:lnTo>
                <a:lnTo>
                  <a:pt x="1633359" y="230314"/>
                </a:lnTo>
                <a:lnTo>
                  <a:pt x="1738604" y="230314"/>
                </a:lnTo>
                <a:lnTo>
                  <a:pt x="1738604" y="272986"/>
                </a:lnTo>
                <a:lnTo>
                  <a:pt x="1564779" y="272986"/>
                </a:lnTo>
                <a:lnTo>
                  <a:pt x="1564779" y="300520"/>
                </a:lnTo>
                <a:lnTo>
                  <a:pt x="1738604" y="300520"/>
                </a:lnTo>
                <a:lnTo>
                  <a:pt x="1738604" y="381292"/>
                </a:lnTo>
                <a:lnTo>
                  <a:pt x="1769084" y="381292"/>
                </a:lnTo>
                <a:lnTo>
                  <a:pt x="1769084" y="300520"/>
                </a:lnTo>
                <a:lnTo>
                  <a:pt x="1941398" y="300520"/>
                </a:lnTo>
                <a:lnTo>
                  <a:pt x="1941398" y="2729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8678888" y="4838611"/>
            <a:ext cx="750570" cy="381635"/>
          </a:xfrm>
          <a:custGeom>
            <a:avLst/>
            <a:gdLst/>
            <a:ahLst/>
            <a:cxnLst/>
            <a:rect l="l" t="t" r="r" b="b"/>
            <a:pathLst>
              <a:path w="750570" h="381635">
                <a:moveTo>
                  <a:pt x="180022" y="239458"/>
                </a:moveTo>
                <a:lnTo>
                  <a:pt x="147929" y="239458"/>
                </a:lnTo>
                <a:lnTo>
                  <a:pt x="147929" y="381292"/>
                </a:lnTo>
                <a:lnTo>
                  <a:pt x="180022" y="381292"/>
                </a:lnTo>
                <a:lnTo>
                  <a:pt x="180022" y="239458"/>
                </a:lnTo>
                <a:close/>
              </a:path>
              <a:path w="750570" h="381635">
                <a:moveTo>
                  <a:pt x="329476" y="239458"/>
                </a:moveTo>
                <a:lnTo>
                  <a:pt x="297472" y="239458"/>
                </a:lnTo>
                <a:lnTo>
                  <a:pt x="297472" y="260794"/>
                </a:lnTo>
                <a:lnTo>
                  <a:pt x="329476" y="260794"/>
                </a:lnTo>
                <a:lnTo>
                  <a:pt x="329476" y="239458"/>
                </a:lnTo>
                <a:close/>
              </a:path>
              <a:path w="750570" h="381635">
                <a:moveTo>
                  <a:pt x="329476" y="85432"/>
                </a:moveTo>
                <a:lnTo>
                  <a:pt x="180022" y="85432"/>
                </a:lnTo>
                <a:lnTo>
                  <a:pt x="180022" y="3048"/>
                </a:lnTo>
                <a:lnTo>
                  <a:pt x="147929" y="3048"/>
                </a:lnTo>
                <a:lnTo>
                  <a:pt x="147929" y="85432"/>
                </a:lnTo>
                <a:lnTo>
                  <a:pt x="0" y="85432"/>
                </a:lnTo>
                <a:lnTo>
                  <a:pt x="0" y="114642"/>
                </a:lnTo>
                <a:lnTo>
                  <a:pt x="0" y="212432"/>
                </a:lnTo>
                <a:lnTo>
                  <a:pt x="0" y="239102"/>
                </a:lnTo>
                <a:lnTo>
                  <a:pt x="0" y="260692"/>
                </a:lnTo>
                <a:lnTo>
                  <a:pt x="32105" y="260692"/>
                </a:lnTo>
                <a:lnTo>
                  <a:pt x="32105" y="239102"/>
                </a:lnTo>
                <a:lnTo>
                  <a:pt x="329476" y="239102"/>
                </a:lnTo>
                <a:lnTo>
                  <a:pt x="329476" y="212432"/>
                </a:lnTo>
                <a:lnTo>
                  <a:pt x="32105" y="212432"/>
                </a:lnTo>
                <a:lnTo>
                  <a:pt x="32105" y="114642"/>
                </a:lnTo>
                <a:lnTo>
                  <a:pt x="147929" y="114642"/>
                </a:lnTo>
                <a:lnTo>
                  <a:pt x="147929" y="212026"/>
                </a:lnTo>
                <a:lnTo>
                  <a:pt x="180022" y="212026"/>
                </a:lnTo>
                <a:lnTo>
                  <a:pt x="180022" y="114642"/>
                </a:lnTo>
                <a:lnTo>
                  <a:pt x="297472" y="114642"/>
                </a:lnTo>
                <a:lnTo>
                  <a:pt x="297472" y="212026"/>
                </a:lnTo>
                <a:lnTo>
                  <a:pt x="329476" y="212026"/>
                </a:lnTo>
                <a:lnTo>
                  <a:pt x="329476" y="114642"/>
                </a:lnTo>
                <a:lnTo>
                  <a:pt x="329476" y="114401"/>
                </a:lnTo>
                <a:lnTo>
                  <a:pt x="329476" y="85432"/>
                </a:lnTo>
                <a:close/>
              </a:path>
              <a:path w="750570" h="381635">
                <a:moveTo>
                  <a:pt x="687806" y="227266"/>
                </a:moveTo>
                <a:lnTo>
                  <a:pt x="657225" y="227266"/>
                </a:lnTo>
                <a:lnTo>
                  <a:pt x="657225" y="254698"/>
                </a:lnTo>
                <a:lnTo>
                  <a:pt x="657225" y="329476"/>
                </a:lnTo>
                <a:lnTo>
                  <a:pt x="457479" y="329476"/>
                </a:lnTo>
                <a:lnTo>
                  <a:pt x="457479" y="254698"/>
                </a:lnTo>
                <a:lnTo>
                  <a:pt x="657225" y="254698"/>
                </a:lnTo>
                <a:lnTo>
                  <a:pt x="657225" y="227266"/>
                </a:lnTo>
                <a:lnTo>
                  <a:pt x="426999" y="227266"/>
                </a:lnTo>
                <a:lnTo>
                  <a:pt x="426999" y="378244"/>
                </a:lnTo>
                <a:lnTo>
                  <a:pt x="457479" y="378244"/>
                </a:lnTo>
                <a:lnTo>
                  <a:pt x="457479" y="355384"/>
                </a:lnTo>
                <a:lnTo>
                  <a:pt x="657225" y="355384"/>
                </a:lnTo>
                <a:lnTo>
                  <a:pt x="657225" y="378244"/>
                </a:lnTo>
                <a:lnTo>
                  <a:pt x="687806" y="378244"/>
                </a:lnTo>
                <a:lnTo>
                  <a:pt x="687806" y="355384"/>
                </a:lnTo>
                <a:lnTo>
                  <a:pt x="687806" y="329476"/>
                </a:lnTo>
                <a:lnTo>
                  <a:pt x="687806" y="254698"/>
                </a:lnTo>
                <a:lnTo>
                  <a:pt x="687806" y="227266"/>
                </a:lnTo>
                <a:close/>
              </a:path>
              <a:path w="750570" h="381635">
                <a:moveTo>
                  <a:pt x="750290" y="190690"/>
                </a:moveTo>
                <a:lnTo>
                  <a:pt x="706031" y="186055"/>
                </a:lnTo>
                <a:lnTo>
                  <a:pt x="664895" y="178828"/>
                </a:lnTo>
                <a:lnTo>
                  <a:pt x="627189" y="168744"/>
                </a:lnTo>
                <a:lnTo>
                  <a:pt x="593217" y="155549"/>
                </a:lnTo>
                <a:lnTo>
                  <a:pt x="616673" y="140309"/>
                </a:lnTo>
                <a:lnTo>
                  <a:pt x="622655" y="136423"/>
                </a:lnTo>
                <a:lnTo>
                  <a:pt x="649236" y="115722"/>
                </a:lnTo>
                <a:lnTo>
                  <a:pt x="672985" y="93560"/>
                </a:lnTo>
                <a:lnTo>
                  <a:pt x="693902" y="70104"/>
                </a:lnTo>
                <a:lnTo>
                  <a:pt x="693902" y="42672"/>
                </a:lnTo>
                <a:lnTo>
                  <a:pt x="652653" y="42672"/>
                </a:lnTo>
                <a:lnTo>
                  <a:pt x="652653" y="70104"/>
                </a:lnTo>
                <a:lnTo>
                  <a:pt x="632345" y="89255"/>
                </a:lnTo>
                <a:lnTo>
                  <a:pt x="610171" y="107530"/>
                </a:lnTo>
                <a:lnTo>
                  <a:pt x="586003" y="124637"/>
                </a:lnTo>
                <a:lnTo>
                  <a:pt x="559689" y="140309"/>
                </a:lnTo>
                <a:lnTo>
                  <a:pt x="536778" y="124853"/>
                </a:lnTo>
                <a:lnTo>
                  <a:pt x="516166" y="108102"/>
                </a:lnTo>
                <a:lnTo>
                  <a:pt x="497878" y="89903"/>
                </a:lnTo>
                <a:lnTo>
                  <a:pt x="491807" y="82397"/>
                </a:lnTo>
                <a:lnTo>
                  <a:pt x="481876" y="70104"/>
                </a:lnTo>
                <a:lnTo>
                  <a:pt x="652653" y="70104"/>
                </a:lnTo>
                <a:lnTo>
                  <a:pt x="652653" y="42672"/>
                </a:lnTo>
                <a:lnTo>
                  <a:pt x="484924" y="42672"/>
                </a:lnTo>
                <a:lnTo>
                  <a:pt x="489470" y="34671"/>
                </a:lnTo>
                <a:lnTo>
                  <a:pt x="493877" y="26670"/>
                </a:lnTo>
                <a:lnTo>
                  <a:pt x="497992" y="18669"/>
                </a:lnTo>
                <a:lnTo>
                  <a:pt x="501688" y="10668"/>
                </a:lnTo>
                <a:lnTo>
                  <a:pt x="472719" y="0"/>
                </a:lnTo>
                <a:lnTo>
                  <a:pt x="453605" y="35445"/>
                </a:lnTo>
                <a:lnTo>
                  <a:pt x="430618" y="68630"/>
                </a:lnTo>
                <a:lnTo>
                  <a:pt x="403885" y="99517"/>
                </a:lnTo>
                <a:lnTo>
                  <a:pt x="373570" y="128117"/>
                </a:lnTo>
                <a:lnTo>
                  <a:pt x="379044" y="132969"/>
                </a:lnTo>
                <a:lnTo>
                  <a:pt x="384238" y="138404"/>
                </a:lnTo>
                <a:lnTo>
                  <a:pt x="389432" y="144399"/>
                </a:lnTo>
                <a:lnTo>
                  <a:pt x="394906" y="150977"/>
                </a:lnTo>
                <a:lnTo>
                  <a:pt x="411797" y="134683"/>
                </a:lnTo>
                <a:lnTo>
                  <a:pt x="427951" y="117830"/>
                </a:lnTo>
                <a:lnTo>
                  <a:pt x="443217" y="100393"/>
                </a:lnTo>
                <a:lnTo>
                  <a:pt x="457479" y="82397"/>
                </a:lnTo>
                <a:lnTo>
                  <a:pt x="472325" y="102400"/>
                </a:lnTo>
                <a:lnTo>
                  <a:pt x="489305" y="121259"/>
                </a:lnTo>
                <a:lnTo>
                  <a:pt x="508279" y="138976"/>
                </a:lnTo>
                <a:lnTo>
                  <a:pt x="529120" y="155549"/>
                </a:lnTo>
                <a:lnTo>
                  <a:pt x="491985" y="170649"/>
                </a:lnTo>
                <a:lnTo>
                  <a:pt x="451573" y="183781"/>
                </a:lnTo>
                <a:lnTo>
                  <a:pt x="407987" y="194627"/>
                </a:lnTo>
                <a:lnTo>
                  <a:pt x="361378" y="202882"/>
                </a:lnTo>
                <a:lnTo>
                  <a:pt x="365709" y="209981"/>
                </a:lnTo>
                <a:lnTo>
                  <a:pt x="373811" y="224739"/>
                </a:lnTo>
                <a:lnTo>
                  <a:pt x="378142" y="231838"/>
                </a:lnTo>
                <a:lnTo>
                  <a:pt x="429044" y="220433"/>
                </a:lnTo>
                <a:lnTo>
                  <a:pt x="476351" y="206870"/>
                </a:lnTo>
                <a:lnTo>
                  <a:pt x="519938" y="191287"/>
                </a:lnTo>
                <a:lnTo>
                  <a:pt x="559689" y="173837"/>
                </a:lnTo>
                <a:lnTo>
                  <a:pt x="595985" y="190741"/>
                </a:lnTo>
                <a:lnTo>
                  <a:pt x="636282" y="204774"/>
                </a:lnTo>
                <a:lnTo>
                  <a:pt x="680605" y="215925"/>
                </a:lnTo>
                <a:lnTo>
                  <a:pt x="728954" y="224218"/>
                </a:lnTo>
                <a:lnTo>
                  <a:pt x="732929" y="216839"/>
                </a:lnTo>
                <a:lnTo>
                  <a:pt x="737908" y="208597"/>
                </a:lnTo>
                <a:lnTo>
                  <a:pt x="743737" y="199783"/>
                </a:lnTo>
                <a:lnTo>
                  <a:pt x="750290" y="1906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739931" y="5312949"/>
            <a:ext cx="361950" cy="377190"/>
          </a:xfrm>
          <a:custGeom>
            <a:avLst/>
            <a:gdLst/>
            <a:ahLst/>
            <a:cxnLst/>
            <a:rect l="l" t="t" r="r" b="b"/>
            <a:pathLst>
              <a:path w="361950" h="377189">
                <a:moveTo>
                  <a:pt x="274510" y="76295"/>
                </a:moveTo>
                <a:lnTo>
                  <a:pt x="245459" y="76295"/>
                </a:lnTo>
                <a:lnTo>
                  <a:pt x="245459" y="0"/>
                </a:lnTo>
                <a:lnTo>
                  <a:pt x="274510" y="0"/>
                </a:lnTo>
                <a:lnTo>
                  <a:pt x="274510" y="76295"/>
                </a:lnTo>
                <a:close/>
              </a:path>
              <a:path w="361950" h="377189">
                <a:moveTo>
                  <a:pt x="186023" y="260889"/>
                </a:moveTo>
                <a:lnTo>
                  <a:pt x="158591" y="260889"/>
                </a:lnTo>
                <a:lnTo>
                  <a:pt x="158591" y="76295"/>
                </a:lnTo>
                <a:lnTo>
                  <a:pt x="361378" y="76295"/>
                </a:lnTo>
                <a:lnTo>
                  <a:pt x="361378" y="102203"/>
                </a:lnTo>
                <a:lnTo>
                  <a:pt x="186023" y="102203"/>
                </a:lnTo>
                <a:lnTo>
                  <a:pt x="186023" y="216598"/>
                </a:lnTo>
                <a:lnTo>
                  <a:pt x="361378" y="216598"/>
                </a:lnTo>
                <a:lnTo>
                  <a:pt x="361378" y="242601"/>
                </a:lnTo>
                <a:lnTo>
                  <a:pt x="186023" y="242601"/>
                </a:lnTo>
                <a:lnTo>
                  <a:pt x="186023" y="260889"/>
                </a:lnTo>
                <a:close/>
              </a:path>
              <a:path w="361950" h="377189">
                <a:moveTo>
                  <a:pt x="274510" y="216598"/>
                </a:moveTo>
                <a:lnTo>
                  <a:pt x="245459" y="216598"/>
                </a:lnTo>
                <a:lnTo>
                  <a:pt x="245459" y="102203"/>
                </a:lnTo>
                <a:lnTo>
                  <a:pt x="274510" y="102203"/>
                </a:lnTo>
                <a:lnTo>
                  <a:pt x="274510" y="216598"/>
                </a:lnTo>
                <a:close/>
              </a:path>
              <a:path w="361950" h="377189">
                <a:moveTo>
                  <a:pt x="361378" y="216598"/>
                </a:moveTo>
                <a:lnTo>
                  <a:pt x="333946" y="216598"/>
                </a:lnTo>
                <a:lnTo>
                  <a:pt x="333946" y="102203"/>
                </a:lnTo>
                <a:lnTo>
                  <a:pt x="361378" y="102203"/>
                </a:lnTo>
                <a:lnTo>
                  <a:pt x="361378" y="216598"/>
                </a:lnTo>
                <a:close/>
              </a:path>
              <a:path w="361950" h="377189">
                <a:moveTo>
                  <a:pt x="274510" y="376809"/>
                </a:moveTo>
                <a:lnTo>
                  <a:pt x="245459" y="376809"/>
                </a:lnTo>
                <a:lnTo>
                  <a:pt x="245459" y="242601"/>
                </a:lnTo>
                <a:lnTo>
                  <a:pt x="274510" y="242601"/>
                </a:lnTo>
                <a:lnTo>
                  <a:pt x="274510" y="376809"/>
                </a:lnTo>
                <a:close/>
              </a:path>
              <a:path w="361950" h="377189">
                <a:moveTo>
                  <a:pt x="361378" y="260889"/>
                </a:moveTo>
                <a:lnTo>
                  <a:pt x="333946" y="260889"/>
                </a:lnTo>
                <a:lnTo>
                  <a:pt x="333946" y="242601"/>
                </a:lnTo>
                <a:lnTo>
                  <a:pt x="361378" y="242601"/>
                </a:lnTo>
                <a:lnTo>
                  <a:pt x="361378" y="260889"/>
                </a:lnTo>
                <a:close/>
              </a:path>
              <a:path w="361950" h="377189">
                <a:moveTo>
                  <a:pt x="12192" y="58007"/>
                </a:moveTo>
                <a:lnTo>
                  <a:pt x="10906" y="50530"/>
                </a:lnTo>
                <a:lnTo>
                  <a:pt x="9715" y="44291"/>
                </a:lnTo>
                <a:lnTo>
                  <a:pt x="8120" y="37433"/>
                </a:lnTo>
                <a:lnTo>
                  <a:pt x="6096" y="30575"/>
                </a:lnTo>
                <a:lnTo>
                  <a:pt x="43792" y="28002"/>
                </a:lnTo>
                <a:lnTo>
                  <a:pt x="79069" y="24848"/>
                </a:lnTo>
                <a:lnTo>
                  <a:pt x="111792" y="21105"/>
                </a:lnTo>
                <a:lnTo>
                  <a:pt x="141827" y="16764"/>
                </a:lnTo>
                <a:lnTo>
                  <a:pt x="149447" y="45815"/>
                </a:lnTo>
                <a:lnTo>
                  <a:pt x="136525" y="47196"/>
                </a:lnTo>
                <a:lnTo>
                  <a:pt x="107790" y="50530"/>
                </a:lnTo>
                <a:lnTo>
                  <a:pt x="91440" y="51911"/>
                </a:lnTo>
                <a:lnTo>
                  <a:pt x="91440" y="53435"/>
                </a:lnTo>
                <a:lnTo>
                  <a:pt x="62484" y="53435"/>
                </a:lnTo>
                <a:lnTo>
                  <a:pt x="12192" y="58007"/>
                </a:lnTo>
                <a:close/>
              </a:path>
              <a:path w="361950" h="377189">
                <a:moveTo>
                  <a:pt x="91440" y="115919"/>
                </a:moveTo>
                <a:lnTo>
                  <a:pt x="62484" y="115919"/>
                </a:lnTo>
                <a:lnTo>
                  <a:pt x="62484" y="53435"/>
                </a:lnTo>
                <a:lnTo>
                  <a:pt x="91440" y="53435"/>
                </a:lnTo>
                <a:lnTo>
                  <a:pt x="91440" y="115919"/>
                </a:lnTo>
                <a:close/>
              </a:path>
              <a:path w="361950" h="377189">
                <a:moveTo>
                  <a:pt x="144875" y="143446"/>
                </a:moveTo>
                <a:lnTo>
                  <a:pt x="1524" y="143446"/>
                </a:lnTo>
                <a:lnTo>
                  <a:pt x="1524" y="115919"/>
                </a:lnTo>
                <a:lnTo>
                  <a:pt x="144875" y="115919"/>
                </a:lnTo>
                <a:lnTo>
                  <a:pt x="144875" y="143446"/>
                </a:lnTo>
                <a:close/>
              </a:path>
              <a:path w="361950" h="377189">
                <a:moveTo>
                  <a:pt x="12192" y="305085"/>
                </a:moveTo>
                <a:lnTo>
                  <a:pt x="9644" y="296203"/>
                </a:lnTo>
                <a:lnTo>
                  <a:pt x="6667" y="287750"/>
                </a:lnTo>
                <a:lnTo>
                  <a:pt x="3405" y="279582"/>
                </a:lnTo>
                <a:lnTo>
                  <a:pt x="0" y="271557"/>
                </a:lnTo>
                <a:lnTo>
                  <a:pt x="16573" y="244682"/>
                </a:lnTo>
                <a:lnTo>
                  <a:pt x="32004" y="214360"/>
                </a:lnTo>
                <a:lnTo>
                  <a:pt x="46291" y="180608"/>
                </a:lnTo>
                <a:lnTo>
                  <a:pt x="59436" y="143446"/>
                </a:lnTo>
                <a:lnTo>
                  <a:pt x="91440" y="143446"/>
                </a:lnTo>
                <a:lnTo>
                  <a:pt x="91440" y="193738"/>
                </a:lnTo>
                <a:lnTo>
                  <a:pt x="119660" y="193738"/>
                </a:lnTo>
                <a:lnTo>
                  <a:pt x="126555" y="201358"/>
                </a:lnTo>
                <a:lnTo>
                  <a:pt x="91440" y="201358"/>
                </a:lnTo>
                <a:lnTo>
                  <a:pt x="91440" y="208978"/>
                </a:lnTo>
                <a:lnTo>
                  <a:pt x="62484" y="208978"/>
                </a:lnTo>
                <a:lnTo>
                  <a:pt x="51625" y="236465"/>
                </a:lnTo>
                <a:lnTo>
                  <a:pt x="39624" y="261639"/>
                </a:lnTo>
                <a:lnTo>
                  <a:pt x="26479" y="284510"/>
                </a:lnTo>
                <a:lnTo>
                  <a:pt x="12192" y="305085"/>
                </a:lnTo>
                <a:close/>
              </a:path>
              <a:path w="361950" h="377189">
                <a:moveTo>
                  <a:pt x="119660" y="193738"/>
                </a:moveTo>
                <a:lnTo>
                  <a:pt x="91440" y="193738"/>
                </a:lnTo>
                <a:lnTo>
                  <a:pt x="106680" y="180022"/>
                </a:lnTo>
                <a:lnTo>
                  <a:pt x="117291" y="191120"/>
                </a:lnTo>
                <a:lnTo>
                  <a:pt x="119660" y="193738"/>
                </a:lnTo>
                <a:close/>
              </a:path>
              <a:path w="361950" h="377189">
                <a:moveTo>
                  <a:pt x="129540" y="251745"/>
                </a:moveTo>
                <a:lnTo>
                  <a:pt x="119514" y="238086"/>
                </a:lnTo>
                <a:lnTo>
                  <a:pt x="109918" y="224837"/>
                </a:lnTo>
                <a:lnTo>
                  <a:pt x="100607" y="212446"/>
                </a:lnTo>
                <a:lnTo>
                  <a:pt x="91440" y="201358"/>
                </a:lnTo>
                <a:lnTo>
                  <a:pt x="126555" y="201358"/>
                </a:lnTo>
                <a:lnTo>
                  <a:pt x="128635" y="203656"/>
                </a:lnTo>
                <a:lnTo>
                  <a:pt x="140836" y="217353"/>
                </a:lnTo>
                <a:lnTo>
                  <a:pt x="154019" y="231933"/>
                </a:lnTo>
                <a:lnTo>
                  <a:pt x="129540" y="251745"/>
                </a:lnTo>
                <a:close/>
              </a:path>
              <a:path w="361950" h="377189">
                <a:moveTo>
                  <a:pt x="91440" y="375285"/>
                </a:moveTo>
                <a:lnTo>
                  <a:pt x="62484" y="375285"/>
                </a:lnTo>
                <a:lnTo>
                  <a:pt x="62484" y="208978"/>
                </a:lnTo>
                <a:lnTo>
                  <a:pt x="91440" y="208978"/>
                </a:lnTo>
                <a:lnTo>
                  <a:pt x="91440" y="3752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2147023" y="5309908"/>
            <a:ext cx="2712085" cy="382905"/>
          </a:xfrm>
          <a:custGeom>
            <a:avLst/>
            <a:gdLst/>
            <a:ahLst/>
            <a:cxnLst/>
            <a:rect l="l" t="t" r="r" b="b"/>
            <a:pathLst>
              <a:path w="2712085" h="382904">
                <a:moveTo>
                  <a:pt x="331000" y="242595"/>
                </a:moveTo>
                <a:lnTo>
                  <a:pt x="190690" y="242595"/>
                </a:lnTo>
                <a:lnTo>
                  <a:pt x="190690" y="205930"/>
                </a:lnTo>
                <a:lnTo>
                  <a:pt x="265366" y="205930"/>
                </a:lnTo>
                <a:lnTo>
                  <a:pt x="265366" y="219646"/>
                </a:lnTo>
                <a:lnTo>
                  <a:pt x="294424" y="219646"/>
                </a:lnTo>
                <a:lnTo>
                  <a:pt x="294424" y="205930"/>
                </a:lnTo>
                <a:lnTo>
                  <a:pt x="294424" y="181546"/>
                </a:lnTo>
                <a:lnTo>
                  <a:pt x="294424" y="146494"/>
                </a:lnTo>
                <a:lnTo>
                  <a:pt x="294424" y="122008"/>
                </a:lnTo>
                <a:lnTo>
                  <a:pt x="265366" y="122008"/>
                </a:lnTo>
                <a:lnTo>
                  <a:pt x="265366" y="146494"/>
                </a:lnTo>
                <a:lnTo>
                  <a:pt x="265366" y="181546"/>
                </a:lnTo>
                <a:lnTo>
                  <a:pt x="85445" y="181546"/>
                </a:lnTo>
                <a:lnTo>
                  <a:pt x="85445" y="146494"/>
                </a:lnTo>
                <a:lnTo>
                  <a:pt x="265366" y="146494"/>
                </a:lnTo>
                <a:lnTo>
                  <a:pt x="265366" y="122008"/>
                </a:lnTo>
                <a:lnTo>
                  <a:pt x="54965" y="122008"/>
                </a:lnTo>
                <a:lnTo>
                  <a:pt x="54965" y="219646"/>
                </a:lnTo>
                <a:lnTo>
                  <a:pt x="85445" y="219646"/>
                </a:lnTo>
                <a:lnTo>
                  <a:pt x="85445" y="205930"/>
                </a:lnTo>
                <a:lnTo>
                  <a:pt x="160210" y="205930"/>
                </a:lnTo>
                <a:lnTo>
                  <a:pt x="160210" y="242595"/>
                </a:lnTo>
                <a:lnTo>
                  <a:pt x="22948" y="242595"/>
                </a:lnTo>
                <a:lnTo>
                  <a:pt x="22948" y="350901"/>
                </a:lnTo>
                <a:lnTo>
                  <a:pt x="51917" y="350901"/>
                </a:lnTo>
                <a:lnTo>
                  <a:pt x="51917" y="266979"/>
                </a:lnTo>
                <a:lnTo>
                  <a:pt x="160210" y="266979"/>
                </a:lnTo>
                <a:lnTo>
                  <a:pt x="160210" y="379857"/>
                </a:lnTo>
                <a:lnTo>
                  <a:pt x="190690" y="379857"/>
                </a:lnTo>
                <a:lnTo>
                  <a:pt x="190690" y="266979"/>
                </a:lnTo>
                <a:lnTo>
                  <a:pt x="300520" y="266979"/>
                </a:lnTo>
                <a:lnTo>
                  <a:pt x="300520" y="303555"/>
                </a:lnTo>
                <a:lnTo>
                  <a:pt x="299085" y="312445"/>
                </a:lnTo>
                <a:lnTo>
                  <a:pt x="294792" y="318604"/>
                </a:lnTo>
                <a:lnTo>
                  <a:pt x="287616" y="322211"/>
                </a:lnTo>
                <a:lnTo>
                  <a:pt x="277647" y="323367"/>
                </a:lnTo>
                <a:lnTo>
                  <a:pt x="267004" y="323354"/>
                </a:lnTo>
                <a:lnTo>
                  <a:pt x="256032" y="323176"/>
                </a:lnTo>
                <a:lnTo>
                  <a:pt x="244767" y="322732"/>
                </a:lnTo>
                <a:lnTo>
                  <a:pt x="233362" y="321843"/>
                </a:lnTo>
                <a:lnTo>
                  <a:pt x="235381" y="329603"/>
                </a:lnTo>
                <a:lnTo>
                  <a:pt x="236982" y="336943"/>
                </a:lnTo>
                <a:lnTo>
                  <a:pt x="238290" y="344004"/>
                </a:lnTo>
                <a:lnTo>
                  <a:pt x="239458" y="350901"/>
                </a:lnTo>
                <a:lnTo>
                  <a:pt x="283756" y="350901"/>
                </a:lnTo>
                <a:lnTo>
                  <a:pt x="304634" y="348310"/>
                </a:lnTo>
                <a:lnTo>
                  <a:pt x="319379" y="340410"/>
                </a:lnTo>
                <a:lnTo>
                  <a:pt x="328117" y="327075"/>
                </a:lnTo>
                <a:lnTo>
                  <a:pt x="328676" y="323367"/>
                </a:lnTo>
                <a:lnTo>
                  <a:pt x="331000" y="308127"/>
                </a:lnTo>
                <a:lnTo>
                  <a:pt x="331000" y="266979"/>
                </a:lnTo>
                <a:lnTo>
                  <a:pt x="331000" y="242595"/>
                </a:lnTo>
                <a:close/>
              </a:path>
              <a:path w="2712085" h="382904">
                <a:moveTo>
                  <a:pt x="349288" y="70192"/>
                </a:moveTo>
                <a:lnTo>
                  <a:pt x="262318" y="70192"/>
                </a:lnTo>
                <a:lnTo>
                  <a:pt x="305701" y="39979"/>
                </a:lnTo>
                <a:lnTo>
                  <a:pt x="318808" y="30568"/>
                </a:lnTo>
                <a:lnTo>
                  <a:pt x="297472" y="7620"/>
                </a:lnTo>
                <a:lnTo>
                  <a:pt x="283235" y="19037"/>
                </a:lnTo>
                <a:lnTo>
                  <a:pt x="268274" y="30340"/>
                </a:lnTo>
                <a:lnTo>
                  <a:pt x="253022" y="41351"/>
                </a:lnTo>
                <a:lnTo>
                  <a:pt x="237934" y="51904"/>
                </a:lnTo>
                <a:lnTo>
                  <a:pt x="253174" y="70192"/>
                </a:lnTo>
                <a:lnTo>
                  <a:pt x="189166" y="70192"/>
                </a:lnTo>
                <a:lnTo>
                  <a:pt x="189166" y="3048"/>
                </a:lnTo>
                <a:lnTo>
                  <a:pt x="158686" y="3048"/>
                </a:lnTo>
                <a:lnTo>
                  <a:pt x="158686" y="70192"/>
                </a:lnTo>
                <a:lnTo>
                  <a:pt x="91541" y="70192"/>
                </a:lnTo>
                <a:lnTo>
                  <a:pt x="112877" y="48856"/>
                </a:lnTo>
                <a:lnTo>
                  <a:pt x="83350" y="28244"/>
                </a:lnTo>
                <a:lnTo>
                  <a:pt x="68935" y="17919"/>
                </a:lnTo>
                <a:lnTo>
                  <a:pt x="54965" y="7620"/>
                </a:lnTo>
                <a:lnTo>
                  <a:pt x="36664" y="29044"/>
                </a:lnTo>
                <a:lnTo>
                  <a:pt x="50368" y="38696"/>
                </a:lnTo>
                <a:lnTo>
                  <a:pt x="63919" y="49047"/>
                </a:lnTo>
                <a:lnTo>
                  <a:pt x="77177" y="59702"/>
                </a:lnTo>
                <a:lnTo>
                  <a:pt x="90017" y="70192"/>
                </a:lnTo>
                <a:lnTo>
                  <a:pt x="0" y="70192"/>
                </a:lnTo>
                <a:lnTo>
                  <a:pt x="0" y="137350"/>
                </a:lnTo>
                <a:lnTo>
                  <a:pt x="30568" y="137350"/>
                </a:lnTo>
                <a:lnTo>
                  <a:pt x="30568" y="96100"/>
                </a:lnTo>
                <a:lnTo>
                  <a:pt x="318808" y="96100"/>
                </a:lnTo>
                <a:lnTo>
                  <a:pt x="318808" y="137350"/>
                </a:lnTo>
                <a:lnTo>
                  <a:pt x="349288" y="137350"/>
                </a:lnTo>
                <a:lnTo>
                  <a:pt x="349288" y="96100"/>
                </a:lnTo>
                <a:lnTo>
                  <a:pt x="349288" y="70192"/>
                </a:lnTo>
                <a:close/>
              </a:path>
              <a:path w="2712085" h="382904">
                <a:moveTo>
                  <a:pt x="732091" y="25996"/>
                </a:moveTo>
                <a:lnTo>
                  <a:pt x="701611" y="25996"/>
                </a:lnTo>
                <a:lnTo>
                  <a:pt x="701611" y="53428"/>
                </a:lnTo>
                <a:lnTo>
                  <a:pt x="701611" y="125056"/>
                </a:lnTo>
                <a:lnTo>
                  <a:pt x="701611" y="152590"/>
                </a:lnTo>
                <a:lnTo>
                  <a:pt x="701611" y="224218"/>
                </a:lnTo>
                <a:lnTo>
                  <a:pt x="588746" y="224218"/>
                </a:lnTo>
                <a:lnTo>
                  <a:pt x="588746" y="152590"/>
                </a:lnTo>
                <a:lnTo>
                  <a:pt x="701611" y="152590"/>
                </a:lnTo>
                <a:lnTo>
                  <a:pt x="701611" y="125056"/>
                </a:lnTo>
                <a:lnTo>
                  <a:pt x="588746" y="125056"/>
                </a:lnTo>
                <a:lnTo>
                  <a:pt x="588746" y="53428"/>
                </a:lnTo>
                <a:lnTo>
                  <a:pt x="701611" y="53428"/>
                </a:lnTo>
                <a:lnTo>
                  <a:pt x="701611" y="25996"/>
                </a:lnTo>
                <a:lnTo>
                  <a:pt x="558266" y="25996"/>
                </a:lnTo>
                <a:lnTo>
                  <a:pt x="558266" y="53428"/>
                </a:lnTo>
                <a:lnTo>
                  <a:pt x="558266" y="125056"/>
                </a:lnTo>
                <a:lnTo>
                  <a:pt x="558266" y="152590"/>
                </a:lnTo>
                <a:lnTo>
                  <a:pt x="558266" y="224218"/>
                </a:lnTo>
                <a:lnTo>
                  <a:pt x="449961" y="224218"/>
                </a:lnTo>
                <a:lnTo>
                  <a:pt x="450837" y="206806"/>
                </a:lnTo>
                <a:lnTo>
                  <a:pt x="451294" y="188976"/>
                </a:lnTo>
                <a:lnTo>
                  <a:pt x="451459" y="170853"/>
                </a:lnTo>
                <a:lnTo>
                  <a:pt x="451485" y="152590"/>
                </a:lnTo>
                <a:lnTo>
                  <a:pt x="558266" y="152590"/>
                </a:lnTo>
                <a:lnTo>
                  <a:pt x="558266" y="125056"/>
                </a:lnTo>
                <a:lnTo>
                  <a:pt x="451485" y="125056"/>
                </a:lnTo>
                <a:lnTo>
                  <a:pt x="451485" y="53428"/>
                </a:lnTo>
                <a:lnTo>
                  <a:pt x="558266" y="53428"/>
                </a:lnTo>
                <a:lnTo>
                  <a:pt x="558266" y="25996"/>
                </a:lnTo>
                <a:lnTo>
                  <a:pt x="421005" y="25996"/>
                </a:lnTo>
                <a:lnTo>
                  <a:pt x="421005" y="161734"/>
                </a:lnTo>
                <a:lnTo>
                  <a:pt x="420433" y="197446"/>
                </a:lnTo>
                <a:lnTo>
                  <a:pt x="415823" y="256324"/>
                </a:lnTo>
                <a:lnTo>
                  <a:pt x="406311" y="300329"/>
                </a:lnTo>
                <a:lnTo>
                  <a:pt x="389686" y="339229"/>
                </a:lnTo>
                <a:lnTo>
                  <a:pt x="378231" y="356997"/>
                </a:lnTo>
                <a:lnTo>
                  <a:pt x="384810" y="363829"/>
                </a:lnTo>
                <a:lnTo>
                  <a:pt x="390804" y="370522"/>
                </a:lnTo>
                <a:lnTo>
                  <a:pt x="396240" y="376923"/>
                </a:lnTo>
                <a:lnTo>
                  <a:pt x="401091" y="382905"/>
                </a:lnTo>
                <a:lnTo>
                  <a:pt x="419442" y="355130"/>
                </a:lnTo>
                <a:lnTo>
                  <a:pt x="433184" y="324180"/>
                </a:lnTo>
                <a:lnTo>
                  <a:pt x="442341" y="289814"/>
                </a:lnTo>
                <a:lnTo>
                  <a:pt x="446913" y="251739"/>
                </a:lnTo>
                <a:lnTo>
                  <a:pt x="558266" y="251739"/>
                </a:lnTo>
                <a:lnTo>
                  <a:pt x="558266" y="373761"/>
                </a:lnTo>
                <a:lnTo>
                  <a:pt x="588746" y="373761"/>
                </a:lnTo>
                <a:lnTo>
                  <a:pt x="588746" y="251739"/>
                </a:lnTo>
                <a:lnTo>
                  <a:pt x="701611" y="251739"/>
                </a:lnTo>
                <a:lnTo>
                  <a:pt x="701611" y="321843"/>
                </a:lnTo>
                <a:lnTo>
                  <a:pt x="700163" y="331901"/>
                </a:lnTo>
                <a:lnTo>
                  <a:pt x="695845" y="339077"/>
                </a:lnTo>
                <a:lnTo>
                  <a:pt x="688670" y="343369"/>
                </a:lnTo>
                <a:lnTo>
                  <a:pt x="678662" y="344805"/>
                </a:lnTo>
                <a:lnTo>
                  <a:pt x="667512" y="344538"/>
                </a:lnTo>
                <a:lnTo>
                  <a:pt x="654659" y="343852"/>
                </a:lnTo>
                <a:lnTo>
                  <a:pt x="623798" y="341757"/>
                </a:lnTo>
                <a:lnTo>
                  <a:pt x="625817" y="351472"/>
                </a:lnTo>
                <a:lnTo>
                  <a:pt x="627418" y="360045"/>
                </a:lnTo>
                <a:lnTo>
                  <a:pt x="628726" y="367474"/>
                </a:lnTo>
                <a:lnTo>
                  <a:pt x="629894" y="373761"/>
                </a:lnTo>
                <a:lnTo>
                  <a:pt x="645604" y="374637"/>
                </a:lnTo>
                <a:lnTo>
                  <a:pt x="660755" y="375094"/>
                </a:lnTo>
                <a:lnTo>
                  <a:pt x="689330" y="375285"/>
                </a:lnTo>
                <a:lnTo>
                  <a:pt x="708266" y="372427"/>
                </a:lnTo>
                <a:lnTo>
                  <a:pt x="721601" y="363842"/>
                </a:lnTo>
                <a:lnTo>
                  <a:pt x="729500" y="349529"/>
                </a:lnTo>
                <a:lnTo>
                  <a:pt x="730110" y="344805"/>
                </a:lnTo>
                <a:lnTo>
                  <a:pt x="732091" y="329463"/>
                </a:lnTo>
                <a:lnTo>
                  <a:pt x="732091" y="53428"/>
                </a:lnTo>
                <a:lnTo>
                  <a:pt x="732091" y="25996"/>
                </a:lnTo>
                <a:close/>
              </a:path>
              <a:path w="2712085" h="382904">
                <a:moveTo>
                  <a:pt x="892213" y="204406"/>
                </a:moveTo>
                <a:lnTo>
                  <a:pt x="889165" y="175450"/>
                </a:lnTo>
                <a:lnTo>
                  <a:pt x="879995" y="177761"/>
                </a:lnTo>
                <a:lnTo>
                  <a:pt x="870686" y="180213"/>
                </a:lnTo>
                <a:lnTo>
                  <a:pt x="861085" y="182956"/>
                </a:lnTo>
                <a:lnTo>
                  <a:pt x="851065" y="186118"/>
                </a:lnTo>
                <a:lnTo>
                  <a:pt x="851065" y="105244"/>
                </a:lnTo>
                <a:lnTo>
                  <a:pt x="890689" y="105244"/>
                </a:lnTo>
                <a:lnTo>
                  <a:pt x="890689" y="77812"/>
                </a:lnTo>
                <a:lnTo>
                  <a:pt x="851065" y="77812"/>
                </a:lnTo>
                <a:lnTo>
                  <a:pt x="851065" y="3048"/>
                </a:lnTo>
                <a:lnTo>
                  <a:pt x="820483" y="3048"/>
                </a:lnTo>
                <a:lnTo>
                  <a:pt x="820483" y="77812"/>
                </a:lnTo>
                <a:lnTo>
                  <a:pt x="768667" y="77812"/>
                </a:lnTo>
                <a:lnTo>
                  <a:pt x="768667" y="105244"/>
                </a:lnTo>
                <a:lnTo>
                  <a:pt x="820483" y="105244"/>
                </a:lnTo>
                <a:lnTo>
                  <a:pt x="820483" y="193738"/>
                </a:lnTo>
                <a:lnTo>
                  <a:pt x="767143" y="207454"/>
                </a:lnTo>
                <a:lnTo>
                  <a:pt x="770191" y="239560"/>
                </a:lnTo>
                <a:lnTo>
                  <a:pt x="820483" y="225742"/>
                </a:lnTo>
                <a:lnTo>
                  <a:pt x="820483" y="338709"/>
                </a:lnTo>
                <a:lnTo>
                  <a:pt x="815911" y="344792"/>
                </a:lnTo>
                <a:lnTo>
                  <a:pt x="797407" y="344779"/>
                </a:lnTo>
                <a:lnTo>
                  <a:pt x="789813" y="344614"/>
                </a:lnTo>
                <a:lnTo>
                  <a:pt x="780783" y="344157"/>
                </a:lnTo>
                <a:lnTo>
                  <a:pt x="770191" y="343281"/>
                </a:lnTo>
                <a:lnTo>
                  <a:pt x="772198" y="351256"/>
                </a:lnTo>
                <a:lnTo>
                  <a:pt x="773620" y="359092"/>
                </a:lnTo>
                <a:lnTo>
                  <a:pt x="774484" y="366636"/>
                </a:lnTo>
                <a:lnTo>
                  <a:pt x="774763" y="373761"/>
                </a:lnTo>
                <a:lnTo>
                  <a:pt x="787603" y="374637"/>
                </a:lnTo>
                <a:lnTo>
                  <a:pt x="798576" y="375094"/>
                </a:lnTo>
                <a:lnTo>
                  <a:pt x="807554" y="375259"/>
                </a:lnTo>
                <a:lnTo>
                  <a:pt x="814387" y="375285"/>
                </a:lnTo>
                <a:lnTo>
                  <a:pt x="830440" y="372706"/>
                </a:lnTo>
                <a:lnTo>
                  <a:pt x="841908" y="364985"/>
                </a:lnTo>
                <a:lnTo>
                  <a:pt x="848766" y="352094"/>
                </a:lnTo>
                <a:lnTo>
                  <a:pt x="849693" y="344805"/>
                </a:lnTo>
                <a:lnTo>
                  <a:pt x="851065" y="334048"/>
                </a:lnTo>
                <a:lnTo>
                  <a:pt x="851065" y="225742"/>
                </a:lnTo>
                <a:lnTo>
                  <a:pt x="851065" y="216598"/>
                </a:lnTo>
                <a:lnTo>
                  <a:pt x="861136" y="213410"/>
                </a:lnTo>
                <a:lnTo>
                  <a:pt x="892213" y="204406"/>
                </a:lnTo>
                <a:close/>
              </a:path>
              <a:path w="2712085" h="382904">
                <a:moveTo>
                  <a:pt x="1000506" y="134302"/>
                </a:moveTo>
                <a:lnTo>
                  <a:pt x="979170" y="114388"/>
                </a:lnTo>
                <a:lnTo>
                  <a:pt x="960043" y="132448"/>
                </a:lnTo>
                <a:lnTo>
                  <a:pt x="939457" y="150101"/>
                </a:lnTo>
                <a:lnTo>
                  <a:pt x="917778" y="167424"/>
                </a:lnTo>
                <a:lnTo>
                  <a:pt x="895261" y="184594"/>
                </a:lnTo>
                <a:lnTo>
                  <a:pt x="916597" y="207454"/>
                </a:lnTo>
                <a:lnTo>
                  <a:pt x="936548" y="190881"/>
                </a:lnTo>
                <a:lnTo>
                  <a:pt x="957364" y="173164"/>
                </a:lnTo>
                <a:lnTo>
                  <a:pt x="978776" y="154305"/>
                </a:lnTo>
                <a:lnTo>
                  <a:pt x="1000506" y="134302"/>
                </a:lnTo>
                <a:close/>
              </a:path>
              <a:path w="2712085" h="382904">
                <a:moveTo>
                  <a:pt x="1134719" y="61048"/>
                </a:moveTo>
                <a:lnTo>
                  <a:pt x="1024890" y="61048"/>
                </a:lnTo>
                <a:lnTo>
                  <a:pt x="1043178" y="48856"/>
                </a:lnTo>
                <a:lnTo>
                  <a:pt x="1035748" y="37376"/>
                </a:lnTo>
                <a:lnTo>
                  <a:pt x="1027176" y="25577"/>
                </a:lnTo>
                <a:lnTo>
                  <a:pt x="1017460" y="13208"/>
                </a:lnTo>
                <a:lnTo>
                  <a:pt x="1006602" y="0"/>
                </a:lnTo>
                <a:lnTo>
                  <a:pt x="982218" y="15240"/>
                </a:lnTo>
                <a:lnTo>
                  <a:pt x="991082" y="26720"/>
                </a:lnTo>
                <a:lnTo>
                  <a:pt x="999363" y="38188"/>
                </a:lnTo>
                <a:lnTo>
                  <a:pt x="1007084" y="49618"/>
                </a:lnTo>
                <a:lnTo>
                  <a:pt x="1014222" y="61048"/>
                </a:lnTo>
                <a:lnTo>
                  <a:pt x="904405" y="61048"/>
                </a:lnTo>
                <a:lnTo>
                  <a:pt x="904405" y="129730"/>
                </a:lnTo>
                <a:lnTo>
                  <a:pt x="933361" y="129730"/>
                </a:lnTo>
                <a:lnTo>
                  <a:pt x="933361" y="88480"/>
                </a:lnTo>
                <a:lnTo>
                  <a:pt x="1104138" y="88480"/>
                </a:lnTo>
                <a:lnTo>
                  <a:pt x="1104138" y="129730"/>
                </a:lnTo>
                <a:lnTo>
                  <a:pt x="1134719" y="129730"/>
                </a:lnTo>
                <a:lnTo>
                  <a:pt x="1134719" y="88480"/>
                </a:lnTo>
                <a:lnTo>
                  <a:pt x="1134719" y="61048"/>
                </a:lnTo>
                <a:close/>
              </a:path>
              <a:path w="2712085" h="382904">
                <a:moveTo>
                  <a:pt x="1143863" y="183070"/>
                </a:moveTo>
                <a:lnTo>
                  <a:pt x="1124699" y="166776"/>
                </a:lnTo>
                <a:lnTo>
                  <a:pt x="1103807" y="149910"/>
                </a:lnTo>
                <a:lnTo>
                  <a:pt x="1081227" y="132473"/>
                </a:lnTo>
                <a:lnTo>
                  <a:pt x="1056894" y="114388"/>
                </a:lnTo>
                <a:lnTo>
                  <a:pt x="1037082" y="134302"/>
                </a:lnTo>
                <a:lnTo>
                  <a:pt x="1061351" y="153441"/>
                </a:lnTo>
                <a:lnTo>
                  <a:pt x="1083767" y="172021"/>
                </a:lnTo>
                <a:lnTo>
                  <a:pt x="1104201" y="190017"/>
                </a:lnTo>
                <a:lnTo>
                  <a:pt x="1122527" y="207454"/>
                </a:lnTo>
                <a:lnTo>
                  <a:pt x="1143863" y="183070"/>
                </a:lnTo>
                <a:close/>
              </a:path>
              <a:path w="2712085" h="382904">
                <a:moveTo>
                  <a:pt x="1145387" y="335572"/>
                </a:moveTo>
                <a:lnTo>
                  <a:pt x="1032510" y="335572"/>
                </a:lnTo>
                <a:lnTo>
                  <a:pt x="1032510" y="239560"/>
                </a:lnTo>
                <a:lnTo>
                  <a:pt x="1127099" y="239560"/>
                </a:lnTo>
                <a:lnTo>
                  <a:pt x="1127099" y="213550"/>
                </a:lnTo>
                <a:lnTo>
                  <a:pt x="910501" y="213550"/>
                </a:lnTo>
                <a:lnTo>
                  <a:pt x="910501" y="239560"/>
                </a:lnTo>
                <a:lnTo>
                  <a:pt x="1003554" y="239560"/>
                </a:lnTo>
                <a:lnTo>
                  <a:pt x="1003554" y="335572"/>
                </a:lnTo>
                <a:lnTo>
                  <a:pt x="884593" y="335572"/>
                </a:lnTo>
                <a:lnTo>
                  <a:pt x="884593" y="363093"/>
                </a:lnTo>
                <a:lnTo>
                  <a:pt x="1145387" y="363093"/>
                </a:lnTo>
                <a:lnTo>
                  <a:pt x="1145387" y="335572"/>
                </a:lnTo>
                <a:close/>
              </a:path>
              <a:path w="2712085" h="382904">
                <a:moveTo>
                  <a:pt x="1273492" y="13716"/>
                </a:moveTo>
                <a:lnTo>
                  <a:pt x="1241386" y="4572"/>
                </a:lnTo>
                <a:lnTo>
                  <a:pt x="1224229" y="58381"/>
                </a:lnTo>
                <a:lnTo>
                  <a:pt x="1204620" y="107759"/>
                </a:lnTo>
                <a:lnTo>
                  <a:pt x="1182458" y="152831"/>
                </a:lnTo>
                <a:lnTo>
                  <a:pt x="1157566" y="193738"/>
                </a:lnTo>
                <a:lnTo>
                  <a:pt x="1160995" y="202615"/>
                </a:lnTo>
                <a:lnTo>
                  <a:pt x="1164424" y="211074"/>
                </a:lnTo>
                <a:lnTo>
                  <a:pt x="1167853" y="219240"/>
                </a:lnTo>
                <a:lnTo>
                  <a:pt x="1171282" y="227266"/>
                </a:lnTo>
                <a:lnTo>
                  <a:pt x="1181785" y="211886"/>
                </a:lnTo>
                <a:lnTo>
                  <a:pt x="1192428" y="195643"/>
                </a:lnTo>
                <a:lnTo>
                  <a:pt x="1202791" y="178828"/>
                </a:lnTo>
                <a:lnTo>
                  <a:pt x="1212430" y="161734"/>
                </a:lnTo>
                <a:lnTo>
                  <a:pt x="1212430" y="378333"/>
                </a:lnTo>
                <a:lnTo>
                  <a:pt x="1242910" y="378333"/>
                </a:lnTo>
                <a:lnTo>
                  <a:pt x="1242910" y="161734"/>
                </a:lnTo>
                <a:lnTo>
                  <a:pt x="1242910" y="97624"/>
                </a:lnTo>
                <a:lnTo>
                  <a:pt x="1250950" y="77889"/>
                </a:lnTo>
                <a:lnTo>
                  <a:pt x="1258811" y="57429"/>
                </a:lnTo>
                <a:lnTo>
                  <a:pt x="1266367" y="36080"/>
                </a:lnTo>
                <a:lnTo>
                  <a:pt x="1273492" y="13716"/>
                </a:lnTo>
                <a:close/>
              </a:path>
              <a:path w="2712085" h="382904">
                <a:moveTo>
                  <a:pt x="1538859" y="216598"/>
                </a:moveTo>
                <a:lnTo>
                  <a:pt x="1435138" y="216598"/>
                </a:lnTo>
                <a:lnTo>
                  <a:pt x="1435138" y="120484"/>
                </a:lnTo>
                <a:lnTo>
                  <a:pt x="1526667" y="120484"/>
                </a:lnTo>
                <a:lnTo>
                  <a:pt x="1526667" y="93052"/>
                </a:lnTo>
                <a:lnTo>
                  <a:pt x="1435138" y="93052"/>
                </a:lnTo>
                <a:lnTo>
                  <a:pt x="1435138" y="4572"/>
                </a:lnTo>
                <a:lnTo>
                  <a:pt x="1404658" y="4572"/>
                </a:lnTo>
                <a:lnTo>
                  <a:pt x="1404658" y="93052"/>
                </a:lnTo>
                <a:lnTo>
                  <a:pt x="1342072" y="93052"/>
                </a:lnTo>
                <a:lnTo>
                  <a:pt x="1345742" y="80225"/>
                </a:lnTo>
                <a:lnTo>
                  <a:pt x="1349692" y="66954"/>
                </a:lnTo>
                <a:lnTo>
                  <a:pt x="1353642" y="53416"/>
                </a:lnTo>
                <a:lnTo>
                  <a:pt x="1357312" y="39712"/>
                </a:lnTo>
                <a:lnTo>
                  <a:pt x="1326832" y="30568"/>
                </a:lnTo>
                <a:lnTo>
                  <a:pt x="1316786" y="69481"/>
                </a:lnTo>
                <a:lnTo>
                  <a:pt x="1304734" y="106248"/>
                </a:lnTo>
                <a:lnTo>
                  <a:pt x="1290396" y="141020"/>
                </a:lnTo>
                <a:lnTo>
                  <a:pt x="1273492" y="173926"/>
                </a:lnTo>
                <a:lnTo>
                  <a:pt x="1280083" y="178523"/>
                </a:lnTo>
                <a:lnTo>
                  <a:pt x="1286256" y="183261"/>
                </a:lnTo>
                <a:lnTo>
                  <a:pt x="1292136" y="188290"/>
                </a:lnTo>
                <a:lnTo>
                  <a:pt x="1297876" y="193738"/>
                </a:lnTo>
                <a:lnTo>
                  <a:pt x="1306969" y="177165"/>
                </a:lnTo>
                <a:lnTo>
                  <a:pt x="1315783" y="159435"/>
                </a:lnTo>
                <a:lnTo>
                  <a:pt x="1324025" y="140550"/>
                </a:lnTo>
                <a:lnTo>
                  <a:pt x="1331404" y="120484"/>
                </a:lnTo>
                <a:lnTo>
                  <a:pt x="1404658" y="120484"/>
                </a:lnTo>
                <a:lnTo>
                  <a:pt x="1404658" y="216598"/>
                </a:lnTo>
                <a:lnTo>
                  <a:pt x="1271968" y="216598"/>
                </a:lnTo>
                <a:lnTo>
                  <a:pt x="1271968" y="244132"/>
                </a:lnTo>
                <a:lnTo>
                  <a:pt x="1404658" y="244132"/>
                </a:lnTo>
                <a:lnTo>
                  <a:pt x="1404658" y="378333"/>
                </a:lnTo>
                <a:lnTo>
                  <a:pt x="1435138" y="378333"/>
                </a:lnTo>
                <a:lnTo>
                  <a:pt x="1435138" y="244132"/>
                </a:lnTo>
                <a:lnTo>
                  <a:pt x="1538859" y="244132"/>
                </a:lnTo>
                <a:lnTo>
                  <a:pt x="1538859" y="216598"/>
                </a:lnTo>
                <a:close/>
              </a:path>
              <a:path w="2712085" h="382904">
                <a:moveTo>
                  <a:pt x="1714220" y="65620"/>
                </a:moveTo>
                <a:lnTo>
                  <a:pt x="1682216" y="65620"/>
                </a:lnTo>
                <a:lnTo>
                  <a:pt x="1682216" y="94589"/>
                </a:lnTo>
                <a:lnTo>
                  <a:pt x="1682216" y="187642"/>
                </a:lnTo>
                <a:lnTo>
                  <a:pt x="1682216" y="215074"/>
                </a:lnTo>
                <a:lnTo>
                  <a:pt x="1682216" y="312712"/>
                </a:lnTo>
                <a:lnTo>
                  <a:pt x="1596771" y="312712"/>
                </a:lnTo>
                <a:lnTo>
                  <a:pt x="1596771" y="215074"/>
                </a:lnTo>
                <a:lnTo>
                  <a:pt x="1682216" y="215074"/>
                </a:lnTo>
                <a:lnTo>
                  <a:pt x="1682216" y="187642"/>
                </a:lnTo>
                <a:lnTo>
                  <a:pt x="1596771" y="187642"/>
                </a:lnTo>
                <a:lnTo>
                  <a:pt x="1596771" y="94589"/>
                </a:lnTo>
                <a:lnTo>
                  <a:pt x="1682216" y="94589"/>
                </a:lnTo>
                <a:lnTo>
                  <a:pt x="1682216" y="65620"/>
                </a:lnTo>
                <a:lnTo>
                  <a:pt x="1636395" y="65620"/>
                </a:lnTo>
                <a:lnTo>
                  <a:pt x="1648015" y="40093"/>
                </a:lnTo>
                <a:lnTo>
                  <a:pt x="1660779" y="12192"/>
                </a:lnTo>
                <a:lnTo>
                  <a:pt x="1628775" y="3048"/>
                </a:lnTo>
                <a:lnTo>
                  <a:pt x="1623682" y="17322"/>
                </a:lnTo>
                <a:lnTo>
                  <a:pt x="1617726" y="32626"/>
                </a:lnTo>
                <a:lnTo>
                  <a:pt x="1604391" y="65620"/>
                </a:lnTo>
                <a:lnTo>
                  <a:pt x="1566291" y="65620"/>
                </a:lnTo>
                <a:lnTo>
                  <a:pt x="1566291" y="373761"/>
                </a:lnTo>
                <a:lnTo>
                  <a:pt x="1596771" y="373761"/>
                </a:lnTo>
                <a:lnTo>
                  <a:pt x="1596771" y="340233"/>
                </a:lnTo>
                <a:lnTo>
                  <a:pt x="1682216" y="340233"/>
                </a:lnTo>
                <a:lnTo>
                  <a:pt x="1682216" y="370713"/>
                </a:lnTo>
                <a:lnTo>
                  <a:pt x="1714220" y="370713"/>
                </a:lnTo>
                <a:lnTo>
                  <a:pt x="1714220" y="340233"/>
                </a:lnTo>
                <a:lnTo>
                  <a:pt x="1714220" y="312712"/>
                </a:lnTo>
                <a:lnTo>
                  <a:pt x="1714220" y="215074"/>
                </a:lnTo>
                <a:lnTo>
                  <a:pt x="1714220" y="187642"/>
                </a:lnTo>
                <a:lnTo>
                  <a:pt x="1714220" y="94589"/>
                </a:lnTo>
                <a:lnTo>
                  <a:pt x="1714220" y="65620"/>
                </a:lnTo>
                <a:close/>
              </a:path>
              <a:path w="2712085" h="382904">
                <a:moveTo>
                  <a:pt x="1843849" y="239560"/>
                </a:moveTo>
                <a:lnTo>
                  <a:pt x="1830158" y="220357"/>
                </a:lnTo>
                <a:lnTo>
                  <a:pt x="1814309" y="199466"/>
                </a:lnTo>
                <a:lnTo>
                  <a:pt x="1796440" y="176885"/>
                </a:lnTo>
                <a:lnTo>
                  <a:pt x="1776704" y="152590"/>
                </a:lnTo>
                <a:lnTo>
                  <a:pt x="1752320" y="170878"/>
                </a:lnTo>
                <a:lnTo>
                  <a:pt x="1770011" y="193471"/>
                </a:lnTo>
                <a:lnTo>
                  <a:pt x="1786420" y="215658"/>
                </a:lnTo>
                <a:lnTo>
                  <a:pt x="1801431" y="237566"/>
                </a:lnTo>
                <a:lnTo>
                  <a:pt x="1814893" y="259372"/>
                </a:lnTo>
                <a:lnTo>
                  <a:pt x="1843849" y="239560"/>
                </a:lnTo>
                <a:close/>
              </a:path>
              <a:path w="2712085" h="382904">
                <a:moveTo>
                  <a:pt x="1915477" y="65620"/>
                </a:moveTo>
                <a:lnTo>
                  <a:pt x="1791944" y="65620"/>
                </a:lnTo>
                <a:lnTo>
                  <a:pt x="1797405" y="52120"/>
                </a:lnTo>
                <a:lnTo>
                  <a:pt x="1802460" y="38760"/>
                </a:lnTo>
                <a:lnTo>
                  <a:pt x="1807235" y="25082"/>
                </a:lnTo>
                <a:lnTo>
                  <a:pt x="1811845" y="10668"/>
                </a:lnTo>
                <a:lnTo>
                  <a:pt x="1779752" y="3048"/>
                </a:lnTo>
                <a:lnTo>
                  <a:pt x="1766582" y="43675"/>
                </a:lnTo>
                <a:lnTo>
                  <a:pt x="1752130" y="80873"/>
                </a:lnTo>
                <a:lnTo>
                  <a:pt x="1736242" y="114630"/>
                </a:lnTo>
                <a:lnTo>
                  <a:pt x="1718792" y="144970"/>
                </a:lnTo>
                <a:lnTo>
                  <a:pt x="1726501" y="148399"/>
                </a:lnTo>
                <a:lnTo>
                  <a:pt x="1733651" y="151828"/>
                </a:lnTo>
                <a:lnTo>
                  <a:pt x="1740217" y="155257"/>
                </a:lnTo>
                <a:lnTo>
                  <a:pt x="1746224" y="158686"/>
                </a:lnTo>
                <a:lnTo>
                  <a:pt x="1754454" y="144145"/>
                </a:lnTo>
                <a:lnTo>
                  <a:pt x="1762988" y="128155"/>
                </a:lnTo>
                <a:lnTo>
                  <a:pt x="1771510" y="111023"/>
                </a:lnTo>
                <a:lnTo>
                  <a:pt x="1779752" y="93065"/>
                </a:lnTo>
                <a:lnTo>
                  <a:pt x="1881949" y="93065"/>
                </a:lnTo>
                <a:lnTo>
                  <a:pt x="1880781" y="164592"/>
                </a:lnTo>
                <a:lnTo>
                  <a:pt x="1879473" y="223685"/>
                </a:lnTo>
                <a:lnTo>
                  <a:pt x="1877872" y="270471"/>
                </a:lnTo>
                <a:lnTo>
                  <a:pt x="1872716" y="321106"/>
                </a:lnTo>
                <a:lnTo>
                  <a:pt x="1839277" y="341757"/>
                </a:lnTo>
                <a:lnTo>
                  <a:pt x="1822945" y="341452"/>
                </a:lnTo>
                <a:lnTo>
                  <a:pt x="1805889" y="340410"/>
                </a:lnTo>
                <a:lnTo>
                  <a:pt x="1787982" y="338505"/>
                </a:lnTo>
                <a:lnTo>
                  <a:pt x="1769084" y="335572"/>
                </a:lnTo>
                <a:lnTo>
                  <a:pt x="1767560" y="335572"/>
                </a:lnTo>
                <a:lnTo>
                  <a:pt x="1769579" y="343674"/>
                </a:lnTo>
                <a:lnTo>
                  <a:pt x="1771180" y="352031"/>
                </a:lnTo>
                <a:lnTo>
                  <a:pt x="1772488" y="360946"/>
                </a:lnTo>
                <a:lnTo>
                  <a:pt x="1773656" y="370713"/>
                </a:lnTo>
                <a:lnTo>
                  <a:pt x="1791716" y="371589"/>
                </a:lnTo>
                <a:lnTo>
                  <a:pt x="1809508" y="372046"/>
                </a:lnTo>
                <a:lnTo>
                  <a:pt x="1845373" y="372237"/>
                </a:lnTo>
                <a:lnTo>
                  <a:pt x="1871637" y="368515"/>
                </a:lnTo>
                <a:lnTo>
                  <a:pt x="1901075" y="341757"/>
                </a:lnTo>
                <a:lnTo>
                  <a:pt x="1908937" y="286575"/>
                </a:lnTo>
                <a:lnTo>
                  <a:pt x="1911896" y="199466"/>
                </a:lnTo>
                <a:lnTo>
                  <a:pt x="1913661" y="137883"/>
                </a:lnTo>
                <a:lnTo>
                  <a:pt x="1914791" y="93065"/>
                </a:lnTo>
                <a:lnTo>
                  <a:pt x="1915477" y="65620"/>
                </a:lnTo>
                <a:close/>
              </a:path>
              <a:path w="2712085" h="382904">
                <a:moveTo>
                  <a:pt x="2225141" y="262420"/>
                </a:moveTo>
                <a:lnTo>
                  <a:pt x="1942998" y="262420"/>
                </a:lnTo>
                <a:lnTo>
                  <a:pt x="1942998" y="291376"/>
                </a:lnTo>
                <a:lnTo>
                  <a:pt x="2225141" y="291376"/>
                </a:lnTo>
                <a:lnTo>
                  <a:pt x="2225141" y="262420"/>
                </a:lnTo>
                <a:close/>
              </a:path>
              <a:path w="2712085" h="382904">
                <a:moveTo>
                  <a:pt x="2287625" y="186118"/>
                </a:moveTo>
                <a:lnTo>
                  <a:pt x="2037499" y="186118"/>
                </a:lnTo>
                <a:lnTo>
                  <a:pt x="2048167" y="138874"/>
                </a:lnTo>
                <a:lnTo>
                  <a:pt x="2278481" y="138874"/>
                </a:lnTo>
                <a:lnTo>
                  <a:pt x="2278481" y="109816"/>
                </a:lnTo>
                <a:lnTo>
                  <a:pt x="2054263" y="109816"/>
                </a:lnTo>
                <a:lnTo>
                  <a:pt x="2063407" y="65620"/>
                </a:lnTo>
                <a:lnTo>
                  <a:pt x="2031403" y="65620"/>
                </a:lnTo>
                <a:lnTo>
                  <a:pt x="2005482" y="187642"/>
                </a:lnTo>
                <a:lnTo>
                  <a:pt x="2005482" y="215074"/>
                </a:lnTo>
                <a:lnTo>
                  <a:pt x="2254097" y="215074"/>
                </a:lnTo>
                <a:lnTo>
                  <a:pt x="2252929" y="243420"/>
                </a:lnTo>
                <a:lnTo>
                  <a:pt x="2250021" y="291465"/>
                </a:lnTo>
                <a:lnTo>
                  <a:pt x="2235606" y="334467"/>
                </a:lnTo>
                <a:lnTo>
                  <a:pt x="2208276" y="341757"/>
                </a:lnTo>
                <a:lnTo>
                  <a:pt x="2187702" y="341477"/>
                </a:lnTo>
                <a:lnTo>
                  <a:pt x="2167128" y="340614"/>
                </a:lnTo>
                <a:lnTo>
                  <a:pt x="2146554" y="339191"/>
                </a:lnTo>
                <a:lnTo>
                  <a:pt x="2125980" y="337185"/>
                </a:lnTo>
                <a:lnTo>
                  <a:pt x="2127999" y="346062"/>
                </a:lnTo>
                <a:lnTo>
                  <a:pt x="2129599" y="354520"/>
                </a:lnTo>
                <a:lnTo>
                  <a:pt x="2130907" y="362686"/>
                </a:lnTo>
                <a:lnTo>
                  <a:pt x="2132076" y="370713"/>
                </a:lnTo>
                <a:lnTo>
                  <a:pt x="2154364" y="371589"/>
                </a:lnTo>
                <a:lnTo>
                  <a:pt x="2175510" y="372046"/>
                </a:lnTo>
                <a:lnTo>
                  <a:pt x="2214372" y="372237"/>
                </a:lnTo>
                <a:lnTo>
                  <a:pt x="2239861" y="368808"/>
                </a:lnTo>
                <a:lnTo>
                  <a:pt x="2259038" y="358508"/>
                </a:lnTo>
                <a:lnTo>
                  <a:pt x="2271585" y="341757"/>
                </a:lnTo>
                <a:lnTo>
                  <a:pt x="2271903" y="341337"/>
                </a:lnTo>
                <a:lnTo>
                  <a:pt x="2278481" y="317284"/>
                </a:lnTo>
                <a:lnTo>
                  <a:pt x="2281402" y="290156"/>
                </a:lnTo>
                <a:lnTo>
                  <a:pt x="2283625" y="259168"/>
                </a:lnTo>
                <a:lnTo>
                  <a:pt x="2285542" y="224434"/>
                </a:lnTo>
                <a:lnTo>
                  <a:pt x="2287625" y="186118"/>
                </a:lnTo>
                <a:close/>
              </a:path>
              <a:path w="2712085" h="382904">
                <a:moveTo>
                  <a:pt x="2305913" y="24384"/>
                </a:moveTo>
                <a:lnTo>
                  <a:pt x="1958238" y="24384"/>
                </a:lnTo>
                <a:lnTo>
                  <a:pt x="1958238" y="96100"/>
                </a:lnTo>
                <a:lnTo>
                  <a:pt x="1990242" y="96100"/>
                </a:lnTo>
                <a:lnTo>
                  <a:pt x="1990242" y="53428"/>
                </a:lnTo>
                <a:lnTo>
                  <a:pt x="2273909" y="53428"/>
                </a:lnTo>
                <a:lnTo>
                  <a:pt x="2273909" y="96100"/>
                </a:lnTo>
                <a:lnTo>
                  <a:pt x="2305913" y="96100"/>
                </a:lnTo>
                <a:lnTo>
                  <a:pt x="2305913" y="53428"/>
                </a:lnTo>
                <a:lnTo>
                  <a:pt x="2305913" y="24384"/>
                </a:lnTo>
                <a:close/>
              </a:path>
              <a:path w="2712085" h="382904">
                <a:moveTo>
                  <a:pt x="2418778" y="158686"/>
                </a:moveTo>
                <a:lnTo>
                  <a:pt x="2400160" y="143522"/>
                </a:lnTo>
                <a:lnTo>
                  <a:pt x="2382951" y="129921"/>
                </a:lnTo>
                <a:lnTo>
                  <a:pt x="2366873" y="117754"/>
                </a:lnTo>
                <a:lnTo>
                  <a:pt x="2351621" y="106870"/>
                </a:lnTo>
                <a:lnTo>
                  <a:pt x="2333333" y="128206"/>
                </a:lnTo>
                <a:lnTo>
                  <a:pt x="2345067" y="137642"/>
                </a:lnTo>
                <a:lnTo>
                  <a:pt x="2359672" y="149936"/>
                </a:lnTo>
                <a:lnTo>
                  <a:pt x="2377135" y="165112"/>
                </a:lnTo>
                <a:lnTo>
                  <a:pt x="2397442" y="183159"/>
                </a:lnTo>
                <a:lnTo>
                  <a:pt x="2401417" y="178269"/>
                </a:lnTo>
                <a:lnTo>
                  <a:pt x="2406396" y="172643"/>
                </a:lnTo>
                <a:lnTo>
                  <a:pt x="2412225" y="166154"/>
                </a:lnTo>
                <a:lnTo>
                  <a:pt x="2418778" y="158686"/>
                </a:lnTo>
                <a:close/>
              </a:path>
              <a:path w="2712085" h="382904">
                <a:moveTo>
                  <a:pt x="2420302" y="228879"/>
                </a:moveTo>
                <a:lnTo>
                  <a:pt x="2412327" y="225475"/>
                </a:lnTo>
                <a:lnTo>
                  <a:pt x="2404491" y="222211"/>
                </a:lnTo>
                <a:lnTo>
                  <a:pt x="2396947" y="219240"/>
                </a:lnTo>
                <a:lnTo>
                  <a:pt x="2389822" y="216687"/>
                </a:lnTo>
                <a:lnTo>
                  <a:pt x="2377236" y="256095"/>
                </a:lnTo>
                <a:lnTo>
                  <a:pt x="2364625" y="294081"/>
                </a:lnTo>
                <a:lnTo>
                  <a:pt x="2352027" y="330365"/>
                </a:lnTo>
                <a:lnTo>
                  <a:pt x="2339429" y="364617"/>
                </a:lnTo>
                <a:lnTo>
                  <a:pt x="2371534" y="376809"/>
                </a:lnTo>
                <a:lnTo>
                  <a:pt x="2382367" y="342785"/>
                </a:lnTo>
                <a:lnTo>
                  <a:pt x="2394204" y="306882"/>
                </a:lnTo>
                <a:lnTo>
                  <a:pt x="2420302" y="228879"/>
                </a:lnTo>
                <a:close/>
              </a:path>
              <a:path w="2712085" h="382904">
                <a:moveTo>
                  <a:pt x="2432494" y="64096"/>
                </a:moveTo>
                <a:lnTo>
                  <a:pt x="2415400" y="48653"/>
                </a:lnTo>
                <a:lnTo>
                  <a:pt x="2398585" y="34188"/>
                </a:lnTo>
                <a:lnTo>
                  <a:pt x="2366962" y="7708"/>
                </a:lnTo>
                <a:lnTo>
                  <a:pt x="2347049" y="29044"/>
                </a:lnTo>
                <a:lnTo>
                  <a:pt x="2361374" y="41313"/>
                </a:lnTo>
                <a:lnTo>
                  <a:pt x="2376665" y="55156"/>
                </a:lnTo>
                <a:lnTo>
                  <a:pt x="2392794" y="70459"/>
                </a:lnTo>
                <a:lnTo>
                  <a:pt x="2409634" y="87058"/>
                </a:lnTo>
                <a:lnTo>
                  <a:pt x="2414486" y="81991"/>
                </a:lnTo>
                <a:lnTo>
                  <a:pt x="2419921" y="76187"/>
                </a:lnTo>
                <a:lnTo>
                  <a:pt x="2425916" y="70091"/>
                </a:lnTo>
                <a:lnTo>
                  <a:pt x="2432494" y="64096"/>
                </a:lnTo>
                <a:close/>
              </a:path>
              <a:path w="2712085" h="382904">
                <a:moveTo>
                  <a:pt x="2711577" y="181635"/>
                </a:moveTo>
                <a:lnTo>
                  <a:pt x="2588031" y="181635"/>
                </a:lnTo>
                <a:lnTo>
                  <a:pt x="2588031" y="100774"/>
                </a:lnTo>
                <a:lnTo>
                  <a:pt x="2694813" y="100774"/>
                </a:lnTo>
                <a:lnTo>
                  <a:pt x="2694813" y="73342"/>
                </a:lnTo>
                <a:lnTo>
                  <a:pt x="2588031" y="73342"/>
                </a:lnTo>
                <a:lnTo>
                  <a:pt x="2588031" y="3136"/>
                </a:lnTo>
                <a:lnTo>
                  <a:pt x="2557551" y="3136"/>
                </a:lnTo>
                <a:lnTo>
                  <a:pt x="2557551" y="73342"/>
                </a:lnTo>
                <a:lnTo>
                  <a:pt x="2456878" y="73342"/>
                </a:lnTo>
                <a:lnTo>
                  <a:pt x="2456878" y="100774"/>
                </a:lnTo>
                <a:lnTo>
                  <a:pt x="2557551" y="100774"/>
                </a:lnTo>
                <a:lnTo>
                  <a:pt x="2557551" y="181635"/>
                </a:lnTo>
                <a:lnTo>
                  <a:pt x="2437066" y="181635"/>
                </a:lnTo>
                <a:lnTo>
                  <a:pt x="2437066" y="209067"/>
                </a:lnTo>
                <a:lnTo>
                  <a:pt x="2537739" y="209067"/>
                </a:lnTo>
                <a:lnTo>
                  <a:pt x="2526931" y="228460"/>
                </a:lnTo>
                <a:lnTo>
                  <a:pt x="2502992" y="266115"/>
                </a:lnTo>
                <a:lnTo>
                  <a:pt x="2478976" y="299567"/>
                </a:lnTo>
                <a:lnTo>
                  <a:pt x="2444686" y="329565"/>
                </a:lnTo>
                <a:lnTo>
                  <a:pt x="2458402" y="363093"/>
                </a:lnTo>
                <a:lnTo>
                  <a:pt x="2655189" y="344805"/>
                </a:lnTo>
                <a:lnTo>
                  <a:pt x="2660027" y="353707"/>
                </a:lnTo>
                <a:lnTo>
                  <a:pt x="2665285" y="362343"/>
                </a:lnTo>
                <a:lnTo>
                  <a:pt x="2670835" y="370992"/>
                </a:lnTo>
                <a:lnTo>
                  <a:pt x="2676525" y="379958"/>
                </a:lnTo>
                <a:lnTo>
                  <a:pt x="2683408" y="375323"/>
                </a:lnTo>
                <a:lnTo>
                  <a:pt x="2690431" y="370725"/>
                </a:lnTo>
                <a:lnTo>
                  <a:pt x="2697746" y="366141"/>
                </a:lnTo>
                <a:lnTo>
                  <a:pt x="2705481" y="361569"/>
                </a:lnTo>
                <a:lnTo>
                  <a:pt x="2694432" y="344805"/>
                </a:lnTo>
                <a:lnTo>
                  <a:pt x="2684957" y="330415"/>
                </a:lnTo>
                <a:lnTo>
                  <a:pt x="2684361" y="329565"/>
                </a:lnTo>
                <a:lnTo>
                  <a:pt x="2664701" y="300977"/>
                </a:lnTo>
                <a:lnTo>
                  <a:pt x="2645003" y="273227"/>
                </a:lnTo>
                <a:lnTo>
                  <a:pt x="2626144" y="247167"/>
                </a:lnTo>
                <a:lnTo>
                  <a:pt x="2601747" y="262420"/>
                </a:lnTo>
                <a:lnTo>
                  <a:pt x="2610256" y="276237"/>
                </a:lnTo>
                <a:lnTo>
                  <a:pt x="2629014" y="304939"/>
                </a:lnTo>
                <a:lnTo>
                  <a:pt x="2638425" y="320421"/>
                </a:lnTo>
                <a:lnTo>
                  <a:pt x="2602026" y="323570"/>
                </a:lnTo>
                <a:lnTo>
                  <a:pt x="2565933" y="326136"/>
                </a:lnTo>
                <a:lnTo>
                  <a:pt x="2529852" y="328142"/>
                </a:lnTo>
                <a:lnTo>
                  <a:pt x="2493454" y="329565"/>
                </a:lnTo>
                <a:lnTo>
                  <a:pt x="2514079" y="303022"/>
                </a:lnTo>
                <a:lnTo>
                  <a:pt x="2534691" y="273888"/>
                </a:lnTo>
                <a:lnTo>
                  <a:pt x="2555265" y="242468"/>
                </a:lnTo>
                <a:lnTo>
                  <a:pt x="2575839" y="209067"/>
                </a:lnTo>
                <a:lnTo>
                  <a:pt x="2711577" y="209067"/>
                </a:lnTo>
                <a:lnTo>
                  <a:pt x="2711577" y="18163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418844" y="6085332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761267" y="5920073"/>
            <a:ext cx="41275" cy="287020"/>
          </a:xfrm>
          <a:custGeom>
            <a:avLst/>
            <a:gdLst/>
            <a:ahLst/>
            <a:cxnLst/>
            <a:rect l="l" t="t" r="r" b="b"/>
            <a:pathLst>
              <a:path w="41275" h="287020">
                <a:moveTo>
                  <a:pt x="25908" y="41243"/>
                </a:moveTo>
                <a:lnTo>
                  <a:pt x="15240" y="41243"/>
                </a:lnTo>
                <a:lnTo>
                  <a:pt x="10668" y="39719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5908"/>
                </a:lnTo>
                <a:lnTo>
                  <a:pt x="0" y="15240"/>
                </a:lnTo>
                <a:lnTo>
                  <a:pt x="1524" y="10668"/>
                </a:lnTo>
                <a:lnTo>
                  <a:pt x="10668" y="1524"/>
                </a:lnTo>
                <a:lnTo>
                  <a:pt x="15240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39624" y="9144"/>
                </a:lnTo>
                <a:lnTo>
                  <a:pt x="41148" y="15240"/>
                </a:lnTo>
                <a:lnTo>
                  <a:pt x="41148" y="25908"/>
                </a:lnTo>
                <a:lnTo>
                  <a:pt x="39624" y="30480"/>
                </a:lnTo>
                <a:lnTo>
                  <a:pt x="35052" y="35052"/>
                </a:lnTo>
                <a:lnTo>
                  <a:pt x="30480" y="38195"/>
                </a:lnTo>
                <a:lnTo>
                  <a:pt x="25908" y="41243"/>
                </a:lnTo>
                <a:close/>
              </a:path>
              <a:path w="41275" h="287020">
                <a:moveTo>
                  <a:pt x="35052" y="286797"/>
                </a:moveTo>
                <a:lnTo>
                  <a:pt x="4572" y="286797"/>
                </a:lnTo>
                <a:lnTo>
                  <a:pt x="4572" y="90011"/>
                </a:lnTo>
                <a:lnTo>
                  <a:pt x="35052" y="90011"/>
                </a:lnTo>
                <a:lnTo>
                  <a:pt x="35052" y="2867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object 8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60327" y="6005512"/>
            <a:ext cx="163258" cy="201358"/>
          </a:xfrm>
          <a:prstGeom prst="rect">
            <a:avLst/>
          </a:prstGeom>
        </p:spPr>
      </p:pic>
      <p:sp>
        <p:nvSpPr>
          <p:cNvPr id="89" name="object 89" descr=""/>
          <p:cNvSpPr/>
          <p:nvPr/>
        </p:nvSpPr>
        <p:spPr>
          <a:xfrm>
            <a:off x="2081498" y="6005512"/>
            <a:ext cx="180340" cy="291465"/>
          </a:xfrm>
          <a:custGeom>
            <a:avLst/>
            <a:gdLst/>
            <a:ahLst/>
            <a:cxnLst/>
            <a:rect l="l" t="t" r="r" b="b"/>
            <a:pathLst>
              <a:path w="180339" h="291464">
                <a:moveTo>
                  <a:pt x="55510" y="39624"/>
                </a:moveTo>
                <a:lnTo>
                  <a:pt x="32004" y="39624"/>
                </a:lnTo>
                <a:lnTo>
                  <a:pt x="44877" y="22502"/>
                </a:lnTo>
                <a:lnTo>
                  <a:pt x="60626" y="10096"/>
                </a:lnTo>
                <a:lnTo>
                  <a:pt x="79233" y="2547"/>
                </a:lnTo>
                <a:lnTo>
                  <a:pt x="100679" y="0"/>
                </a:lnTo>
                <a:lnTo>
                  <a:pt x="118110" y="1714"/>
                </a:lnTo>
                <a:lnTo>
                  <a:pt x="133826" y="6858"/>
                </a:lnTo>
                <a:lnTo>
                  <a:pt x="147828" y="15430"/>
                </a:lnTo>
                <a:lnTo>
                  <a:pt x="160115" y="27432"/>
                </a:lnTo>
                <a:lnTo>
                  <a:pt x="93059" y="27432"/>
                </a:lnTo>
                <a:lnTo>
                  <a:pt x="79923" y="28575"/>
                </a:lnTo>
                <a:lnTo>
                  <a:pt x="68056" y="32004"/>
                </a:lnTo>
                <a:lnTo>
                  <a:pt x="57617" y="37719"/>
                </a:lnTo>
                <a:lnTo>
                  <a:pt x="55510" y="39624"/>
                </a:lnTo>
                <a:close/>
              </a:path>
              <a:path w="180339" h="291464">
                <a:moveTo>
                  <a:pt x="32004" y="291369"/>
                </a:moveTo>
                <a:lnTo>
                  <a:pt x="0" y="291369"/>
                </a:lnTo>
                <a:lnTo>
                  <a:pt x="0" y="4572"/>
                </a:lnTo>
                <a:lnTo>
                  <a:pt x="32004" y="4572"/>
                </a:lnTo>
                <a:lnTo>
                  <a:pt x="32004" y="39624"/>
                </a:lnTo>
                <a:lnTo>
                  <a:pt x="55510" y="39624"/>
                </a:lnTo>
                <a:lnTo>
                  <a:pt x="33123" y="79675"/>
                </a:lnTo>
                <a:lnTo>
                  <a:pt x="32004" y="93059"/>
                </a:lnTo>
                <a:lnTo>
                  <a:pt x="32004" y="120492"/>
                </a:lnTo>
                <a:lnTo>
                  <a:pt x="47244" y="161734"/>
                </a:lnTo>
                <a:lnTo>
                  <a:pt x="61286" y="172402"/>
                </a:lnTo>
                <a:lnTo>
                  <a:pt x="32004" y="172402"/>
                </a:lnTo>
                <a:lnTo>
                  <a:pt x="32004" y="291369"/>
                </a:lnTo>
                <a:close/>
              </a:path>
              <a:path w="180339" h="291464">
                <a:moveTo>
                  <a:pt x="153941" y="178498"/>
                </a:moveTo>
                <a:lnTo>
                  <a:pt x="88487" y="178498"/>
                </a:lnTo>
                <a:lnTo>
                  <a:pt x="101607" y="177306"/>
                </a:lnTo>
                <a:lnTo>
                  <a:pt x="113442" y="173533"/>
                </a:lnTo>
                <a:lnTo>
                  <a:pt x="139565" y="145399"/>
                </a:lnTo>
                <a:lnTo>
                  <a:pt x="147923" y="96107"/>
                </a:lnTo>
                <a:lnTo>
                  <a:pt x="147042" y="80961"/>
                </a:lnTo>
                <a:lnTo>
                  <a:pt x="124991" y="37719"/>
                </a:lnTo>
                <a:lnTo>
                  <a:pt x="93059" y="27432"/>
                </a:lnTo>
                <a:lnTo>
                  <a:pt x="160115" y="27432"/>
                </a:lnTo>
                <a:lnTo>
                  <a:pt x="168997" y="41401"/>
                </a:lnTo>
                <a:lnTo>
                  <a:pt x="175164" y="57959"/>
                </a:lnTo>
                <a:lnTo>
                  <a:pt x="178760" y="76804"/>
                </a:lnTo>
                <a:lnTo>
                  <a:pt x="179927" y="97631"/>
                </a:lnTo>
                <a:lnTo>
                  <a:pt x="178498" y="120492"/>
                </a:lnTo>
                <a:lnTo>
                  <a:pt x="174212" y="141077"/>
                </a:lnTo>
                <a:lnTo>
                  <a:pt x="167068" y="159393"/>
                </a:lnTo>
                <a:lnTo>
                  <a:pt x="157067" y="175450"/>
                </a:lnTo>
                <a:lnTo>
                  <a:pt x="153941" y="178498"/>
                </a:lnTo>
                <a:close/>
              </a:path>
              <a:path w="180339" h="291464">
                <a:moveTo>
                  <a:pt x="91535" y="205930"/>
                </a:moveTo>
                <a:lnTo>
                  <a:pt x="73192" y="203906"/>
                </a:lnTo>
                <a:lnTo>
                  <a:pt x="57161" y="197739"/>
                </a:lnTo>
                <a:lnTo>
                  <a:pt x="43435" y="187285"/>
                </a:lnTo>
                <a:lnTo>
                  <a:pt x="32004" y="172402"/>
                </a:lnTo>
                <a:lnTo>
                  <a:pt x="61286" y="172402"/>
                </a:lnTo>
                <a:lnTo>
                  <a:pt x="65579" y="174688"/>
                </a:lnTo>
                <a:lnTo>
                  <a:pt x="76470" y="177593"/>
                </a:lnTo>
                <a:lnTo>
                  <a:pt x="88487" y="178498"/>
                </a:lnTo>
                <a:lnTo>
                  <a:pt x="153941" y="178498"/>
                </a:lnTo>
                <a:lnTo>
                  <a:pt x="143613" y="188571"/>
                </a:lnTo>
                <a:lnTo>
                  <a:pt x="128301" y="198120"/>
                </a:lnTo>
                <a:lnTo>
                  <a:pt x="110990" y="203954"/>
                </a:lnTo>
                <a:lnTo>
                  <a:pt x="91535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0" name="object 90" descr=""/>
          <p:cNvGrpSpPr/>
          <p:nvPr/>
        </p:nvGrpSpPr>
        <p:grpSpPr>
          <a:xfrm>
            <a:off x="2308764" y="5952077"/>
            <a:ext cx="386080" cy="305435"/>
            <a:chOff x="2308764" y="5952077"/>
            <a:chExt cx="386080" cy="305435"/>
          </a:xfrm>
        </p:grpSpPr>
        <p:pic>
          <p:nvPicPr>
            <p:cNvPr id="91" name="object 9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08764" y="6010084"/>
              <a:ext cx="161639" cy="201358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2510015" y="5952083"/>
              <a:ext cx="184785" cy="305435"/>
            </a:xfrm>
            <a:custGeom>
              <a:avLst/>
              <a:gdLst/>
              <a:ahLst/>
              <a:cxnLst/>
              <a:rect l="l" t="t" r="r" b="b"/>
              <a:pathLst>
                <a:path w="184785" h="305435">
                  <a:moveTo>
                    <a:pt x="114401" y="58000"/>
                  </a:moveTo>
                  <a:lnTo>
                    <a:pt x="65633" y="58000"/>
                  </a:lnTo>
                  <a:lnTo>
                    <a:pt x="65633" y="0"/>
                  </a:lnTo>
                  <a:lnTo>
                    <a:pt x="33528" y="10756"/>
                  </a:lnTo>
                  <a:lnTo>
                    <a:pt x="33528" y="58000"/>
                  </a:lnTo>
                  <a:lnTo>
                    <a:pt x="0" y="58000"/>
                  </a:lnTo>
                  <a:lnTo>
                    <a:pt x="0" y="85432"/>
                  </a:lnTo>
                  <a:lnTo>
                    <a:pt x="33528" y="85432"/>
                  </a:lnTo>
                  <a:lnTo>
                    <a:pt x="33528" y="201358"/>
                  </a:lnTo>
                  <a:lnTo>
                    <a:pt x="36918" y="226529"/>
                  </a:lnTo>
                  <a:lnTo>
                    <a:pt x="46875" y="244690"/>
                  </a:lnTo>
                  <a:lnTo>
                    <a:pt x="63144" y="255676"/>
                  </a:lnTo>
                  <a:lnTo>
                    <a:pt x="85445" y="259359"/>
                  </a:lnTo>
                  <a:lnTo>
                    <a:pt x="94043" y="258838"/>
                  </a:lnTo>
                  <a:lnTo>
                    <a:pt x="101638" y="257454"/>
                  </a:lnTo>
                  <a:lnTo>
                    <a:pt x="108381" y="255511"/>
                  </a:lnTo>
                  <a:lnTo>
                    <a:pt x="114401" y="253263"/>
                  </a:lnTo>
                  <a:lnTo>
                    <a:pt x="114401" y="225831"/>
                  </a:lnTo>
                  <a:lnTo>
                    <a:pt x="108305" y="230403"/>
                  </a:lnTo>
                  <a:lnTo>
                    <a:pt x="102209" y="231927"/>
                  </a:lnTo>
                  <a:lnTo>
                    <a:pt x="83921" y="231927"/>
                  </a:lnTo>
                  <a:lnTo>
                    <a:pt x="76301" y="228879"/>
                  </a:lnTo>
                  <a:lnTo>
                    <a:pt x="65633" y="195262"/>
                  </a:lnTo>
                  <a:lnTo>
                    <a:pt x="65633" y="85432"/>
                  </a:lnTo>
                  <a:lnTo>
                    <a:pt x="114401" y="85432"/>
                  </a:lnTo>
                  <a:lnTo>
                    <a:pt x="114401" y="58000"/>
                  </a:lnTo>
                  <a:close/>
                </a:path>
                <a:path w="184785" h="305435">
                  <a:moveTo>
                    <a:pt x="184505" y="210502"/>
                  </a:moveTo>
                  <a:lnTo>
                    <a:pt x="154025" y="210502"/>
                  </a:lnTo>
                  <a:lnTo>
                    <a:pt x="132689" y="305079"/>
                  </a:lnTo>
                  <a:lnTo>
                    <a:pt x="154025" y="305079"/>
                  </a:lnTo>
                  <a:lnTo>
                    <a:pt x="184505" y="21050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2837878" y="5952077"/>
            <a:ext cx="813435" cy="259715"/>
            <a:chOff x="2837878" y="5952077"/>
            <a:chExt cx="813435" cy="259715"/>
          </a:xfrm>
        </p:grpSpPr>
        <p:sp>
          <p:nvSpPr>
            <p:cNvPr id="94" name="object 94" descr=""/>
            <p:cNvSpPr/>
            <p:nvPr/>
          </p:nvSpPr>
          <p:spPr>
            <a:xfrm>
              <a:off x="2837878" y="5952077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439" y="259365"/>
                  </a:moveTo>
                  <a:lnTo>
                    <a:pt x="62555" y="255673"/>
                  </a:lnTo>
                  <a:lnTo>
                    <a:pt x="46386" y="244685"/>
                  </a:lnTo>
                  <a:lnTo>
                    <a:pt x="36790" y="226535"/>
                  </a:lnTo>
                  <a:lnTo>
                    <a:pt x="33623" y="201358"/>
                  </a:lnTo>
                  <a:lnTo>
                    <a:pt x="33623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623" y="58007"/>
                  </a:lnTo>
                  <a:lnTo>
                    <a:pt x="33623" y="10763"/>
                  </a:lnTo>
                  <a:lnTo>
                    <a:pt x="64103" y="0"/>
                  </a:lnTo>
                  <a:lnTo>
                    <a:pt x="64103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4103" y="85439"/>
                  </a:lnTo>
                  <a:lnTo>
                    <a:pt x="64103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8299" y="230409"/>
                  </a:lnTo>
                  <a:lnTo>
                    <a:pt x="114395" y="225837"/>
                  </a:lnTo>
                  <a:lnTo>
                    <a:pt x="114395" y="253269"/>
                  </a:lnTo>
                  <a:lnTo>
                    <a:pt x="108370" y="255508"/>
                  </a:lnTo>
                  <a:lnTo>
                    <a:pt x="101631" y="257460"/>
                  </a:lnTo>
                  <a:lnTo>
                    <a:pt x="94035" y="258841"/>
                  </a:lnTo>
                  <a:lnTo>
                    <a:pt x="85439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81325" y="6005512"/>
              <a:ext cx="169259" cy="205930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71920" y="6010084"/>
              <a:ext cx="169259" cy="196786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3354895" y="5952077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439" y="259365"/>
                  </a:moveTo>
                  <a:lnTo>
                    <a:pt x="62540" y="255673"/>
                  </a:lnTo>
                  <a:lnTo>
                    <a:pt x="46339" y="244685"/>
                  </a:lnTo>
                  <a:lnTo>
                    <a:pt x="36709" y="226535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763"/>
                  </a:lnTo>
                  <a:lnTo>
                    <a:pt x="65627" y="0"/>
                  </a:lnTo>
                  <a:lnTo>
                    <a:pt x="65627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5627" y="85439"/>
                  </a:lnTo>
                  <a:lnTo>
                    <a:pt x="65627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8299" y="230409"/>
                  </a:lnTo>
                  <a:lnTo>
                    <a:pt x="114395" y="225837"/>
                  </a:lnTo>
                  <a:lnTo>
                    <a:pt x="114395" y="253269"/>
                  </a:lnTo>
                  <a:lnTo>
                    <a:pt x="108370" y="255508"/>
                  </a:lnTo>
                  <a:lnTo>
                    <a:pt x="101631" y="257460"/>
                  </a:lnTo>
                  <a:lnTo>
                    <a:pt x="94035" y="258841"/>
                  </a:lnTo>
                  <a:lnTo>
                    <a:pt x="85439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96722" y="6005512"/>
              <a:ext cx="154019" cy="205930"/>
            </a:xfrm>
            <a:prstGeom prst="rect">
              <a:avLst/>
            </a:prstGeom>
          </p:spPr>
        </p:pic>
      </p:grpSp>
      <p:grpSp>
        <p:nvGrpSpPr>
          <p:cNvPr id="99" name="object 99" descr=""/>
          <p:cNvGrpSpPr/>
          <p:nvPr/>
        </p:nvGrpSpPr>
        <p:grpSpPr>
          <a:xfrm>
            <a:off x="3710273" y="6005512"/>
            <a:ext cx="572135" cy="252095"/>
            <a:chOff x="3710273" y="6005512"/>
            <a:chExt cx="572135" cy="252095"/>
          </a:xfrm>
        </p:grpSpPr>
        <p:pic>
          <p:nvPicPr>
            <p:cNvPr id="100" name="object 10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10273" y="6007036"/>
              <a:ext cx="102203" cy="199834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33812" y="6005512"/>
              <a:ext cx="170783" cy="205930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36599" y="6005512"/>
              <a:ext cx="155543" cy="205930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4228814" y="6162579"/>
              <a:ext cx="53340" cy="94615"/>
            </a:xfrm>
            <a:custGeom>
              <a:avLst/>
              <a:gdLst/>
              <a:ahLst/>
              <a:cxnLst/>
              <a:rect l="l" t="t" r="r" b="b"/>
              <a:pathLst>
                <a:path w="53339" h="94614">
                  <a:moveTo>
                    <a:pt x="22860" y="94583"/>
                  </a:moveTo>
                  <a:lnTo>
                    <a:pt x="0" y="94583"/>
                  </a:lnTo>
                  <a:lnTo>
                    <a:pt x="22860" y="0"/>
                  </a:lnTo>
                  <a:lnTo>
                    <a:pt x="53339" y="0"/>
                  </a:lnTo>
                  <a:lnTo>
                    <a:pt x="22860" y="9458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4433125" y="6005512"/>
            <a:ext cx="335915" cy="206375"/>
            <a:chOff x="4433125" y="6005512"/>
            <a:chExt cx="335915" cy="206375"/>
          </a:xfrm>
        </p:grpSpPr>
        <p:pic>
          <p:nvPicPr>
            <p:cNvPr id="105" name="object 10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33125" y="6005512"/>
              <a:ext cx="129635" cy="205930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97812" y="6005512"/>
              <a:ext cx="170783" cy="205930"/>
            </a:xfrm>
            <a:prstGeom prst="rect">
              <a:avLst/>
            </a:prstGeom>
          </p:spPr>
        </p:pic>
      </p:grpSp>
      <p:sp>
        <p:nvSpPr>
          <p:cNvPr id="107" name="object 107" descr=""/>
          <p:cNvSpPr/>
          <p:nvPr/>
        </p:nvSpPr>
        <p:spPr>
          <a:xfrm>
            <a:off x="4815840" y="5916167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4898231" y="5952077"/>
            <a:ext cx="560070" cy="305435"/>
            <a:chOff x="4898231" y="5952077"/>
            <a:chExt cx="560070" cy="305435"/>
          </a:xfrm>
        </p:grpSpPr>
        <p:pic>
          <p:nvPicPr>
            <p:cNvPr id="109" name="object 10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98231" y="6005512"/>
              <a:ext cx="170878" cy="205930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02637" y="6005512"/>
              <a:ext cx="147923" cy="205930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5273408" y="5952083"/>
              <a:ext cx="184785" cy="305435"/>
            </a:xfrm>
            <a:custGeom>
              <a:avLst/>
              <a:gdLst/>
              <a:ahLst/>
              <a:cxnLst/>
              <a:rect l="l" t="t" r="r" b="b"/>
              <a:pathLst>
                <a:path w="184785" h="305435">
                  <a:moveTo>
                    <a:pt x="114401" y="58000"/>
                  </a:moveTo>
                  <a:lnTo>
                    <a:pt x="65633" y="58000"/>
                  </a:lnTo>
                  <a:lnTo>
                    <a:pt x="65633" y="0"/>
                  </a:lnTo>
                  <a:lnTo>
                    <a:pt x="33528" y="10756"/>
                  </a:lnTo>
                  <a:lnTo>
                    <a:pt x="33528" y="58000"/>
                  </a:lnTo>
                  <a:lnTo>
                    <a:pt x="0" y="58000"/>
                  </a:lnTo>
                  <a:lnTo>
                    <a:pt x="0" y="85432"/>
                  </a:lnTo>
                  <a:lnTo>
                    <a:pt x="33528" y="85432"/>
                  </a:lnTo>
                  <a:lnTo>
                    <a:pt x="33528" y="201358"/>
                  </a:lnTo>
                  <a:lnTo>
                    <a:pt x="36715" y="226529"/>
                  </a:lnTo>
                  <a:lnTo>
                    <a:pt x="46342" y="244690"/>
                  </a:lnTo>
                  <a:lnTo>
                    <a:pt x="62547" y="255676"/>
                  </a:lnTo>
                  <a:lnTo>
                    <a:pt x="85445" y="259359"/>
                  </a:lnTo>
                  <a:lnTo>
                    <a:pt x="94043" y="258838"/>
                  </a:lnTo>
                  <a:lnTo>
                    <a:pt x="101638" y="257454"/>
                  </a:lnTo>
                  <a:lnTo>
                    <a:pt x="108381" y="255511"/>
                  </a:lnTo>
                  <a:lnTo>
                    <a:pt x="114401" y="253263"/>
                  </a:lnTo>
                  <a:lnTo>
                    <a:pt x="114401" y="225831"/>
                  </a:lnTo>
                  <a:lnTo>
                    <a:pt x="108305" y="230403"/>
                  </a:lnTo>
                  <a:lnTo>
                    <a:pt x="102209" y="231927"/>
                  </a:lnTo>
                  <a:lnTo>
                    <a:pt x="83921" y="231927"/>
                  </a:lnTo>
                  <a:lnTo>
                    <a:pt x="76301" y="228879"/>
                  </a:lnTo>
                  <a:lnTo>
                    <a:pt x="65633" y="195262"/>
                  </a:lnTo>
                  <a:lnTo>
                    <a:pt x="65633" y="85432"/>
                  </a:lnTo>
                  <a:lnTo>
                    <a:pt x="114401" y="85432"/>
                  </a:lnTo>
                  <a:lnTo>
                    <a:pt x="114401" y="58000"/>
                  </a:lnTo>
                  <a:close/>
                </a:path>
                <a:path w="184785" h="305435">
                  <a:moveTo>
                    <a:pt x="184505" y="210502"/>
                  </a:moveTo>
                  <a:lnTo>
                    <a:pt x="154025" y="210502"/>
                  </a:lnTo>
                  <a:lnTo>
                    <a:pt x="132689" y="305079"/>
                  </a:lnTo>
                  <a:lnTo>
                    <a:pt x="154025" y="305079"/>
                  </a:lnTo>
                  <a:lnTo>
                    <a:pt x="184505" y="21050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2" name="object 11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607367" y="6005512"/>
            <a:ext cx="193738" cy="205930"/>
          </a:xfrm>
          <a:prstGeom prst="rect">
            <a:avLst/>
          </a:prstGeom>
        </p:spPr>
      </p:pic>
      <p:grpSp>
        <p:nvGrpSpPr>
          <p:cNvPr id="113" name="object 113" descr=""/>
          <p:cNvGrpSpPr/>
          <p:nvPr/>
        </p:nvGrpSpPr>
        <p:grpSpPr>
          <a:xfrm>
            <a:off x="5851397" y="5920073"/>
            <a:ext cx="636270" cy="377190"/>
            <a:chOff x="5851397" y="5920073"/>
            <a:chExt cx="636270" cy="377190"/>
          </a:xfrm>
        </p:grpSpPr>
        <p:sp>
          <p:nvSpPr>
            <p:cNvPr id="114" name="object 114" descr=""/>
            <p:cNvSpPr/>
            <p:nvPr/>
          </p:nvSpPr>
          <p:spPr>
            <a:xfrm>
              <a:off x="5851385" y="5920079"/>
              <a:ext cx="400050" cy="377190"/>
            </a:xfrm>
            <a:custGeom>
              <a:avLst/>
              <a:gdLst/>
              <a:ahLst/>
              <a:cxnLst/>
              <a:rect l="l" t="t" r="r" b="b"/>
              <a:pathLst>
                <a:path w="400050" h="377189">
                  <a:moveTo>
                    <a:pt x="180035" y="183070"/>
                  </a:moveTo>
                  <a:lnTo>
                    <a:pt x="174459" y="143395"/>
                  </a:lnTo>
                  <a:lnTo>
                    <a:pt x="147929" y="102273"/>
                  </a:lnTo>
                  <a:lnTo>
                    <a:pt x="147929" y="181546"/>
                  </a:lnTo>
                  <a:lnTo>
                    <a:pt x="146812" y="200075"/>
                  </a:lnTo>
                  <a:lnTo>
                    <a:pt x="131165" y="242506"/>
                  </a:lnTo>
                  <a:lnTo>
                    <a:pt x="86969" y="263944"/>
                  </a:lnTo>
                  <a:lnTo>
                    <a:pt x="74968" y="263029"/>
                  </a:lnTo>
                  <a:lnTo>
                    <a:pt x="64109" y="260134"/>
                  </a:lnTo>
                  <a:lnTo>
                    <a:pt x="59829" y="257835"/>
                  </a:lnTo>
                  <a:lnTo>
                    <a:pt x="54394" y="254939"/>
                  </a:lnTo>
                  <a:lnTo>
                    <a:pt x="31584" y="217932"/>
                  </a:lnTo>
                  <a:lnTo>
                    <a:pt x="30480" y="178498"/>
                  </a:lnTo>
                  <a:lnTo>
                    <a:pt x="31610" y="165112"/>
                  </a:lnTo>
                  <a:lnTo>
                    <a:pt x="54076" y="125056"/>
                  </a:lnTo>
                  <a:lnTo>
                    <a:pt x="91541" y="112864"/>
                  </a:lnTo>
                  <a:lnTo>
                    <a:pt x="103543" y="114007"/>
                  </a:lnTo>
                  <a:lnTo>
                    <a:pt x="138899" y="141173"/>
                  </a:lnTo>
                  <a:lnTo>
                    <a:pt x="147929" y="181546"/>
                  </a:lnTo>
                  <a:lnTo>
                    <a:pt x="147929" y="102273"/>
                  </a:lnTo>
                  <a:lnTo>
                    <a:pt x="146519" y="100863"/>
                  </a:lnTo>
                  <a:lnTo>
                    <a:pt x="132880" y="92290"/>
                  </a:lnTo>
                  <a:lnTo>
                    <a:pt x="117233" y="87147"/>
                  </a:lnTo>
                  <a:lnTo>
                    <a:pt x="99161" y="85432"/>
                  </a:lnTo>
                  <a:lnTo>
                    <a:pt x="77965" y="87985"/>
                  </a:lnTo>
                  <a:lnTo>
                    <a:pt x="59905" y="95529"/>
                  </a:lnTo>
                  <a:lnTo>
                    <a:pt x="44691" y="107937"/>
                  </a:lnTo>
                  <a:lnTo>
                    <a:pt x="32016" y="125056"/>
                  </a:lnTo>
                  <a:lnTo>
                    <a:pt x="30480" y="125056"/>
                  </a:lnTo>
                  <a:lnTo>
                    <a:pt x="30480" y="90004"/>
                  </a:lnTo>
                  <a:lnTo>
                    <a:pt x="0" y="90004"/>
                  </a:lnTo>
                  <a:lnTo>
                    <a:pt x="0" y="376809"/>
                  </a:lnTo>
                  <a:lnTo>
                    <a:pt x="30480" y="376809"/>
                  </a:lnTo>
                  <a:lnTo>
                    <a:pt x="30480" y="257835"/>
                  </a:lnTo>
                  <a:lnTo>
                    <a:pt x="32016" y="257835"/>
                  </a:lnTo>
                  <a:lnTo>
                    <a:pt x="43256" y="272719"/>
                  </a:lnTo>
                  <a:lnTo>
                    <a:pt x="56476" y="283184"/>
                  </a:lnTo>
                  <a:lnTo>
                    <a:pt x="71970" y="289344"/>
                  </a:lnTo>
                  <a:lnTo>
                    <a:pt x="90017" y="291376"/>
                  </a:lnTo>
                  <a:lnTo>
                    <a:pt x="109689" y="289394"/>
                  </a:lnTo>
                  <a:lnTo>
                    <a:pt x="152577" y="263944"/>
                  </a:lnTo>
                  <a:lnTo>
                    <a:pt x="173507" y="226517"/>
                  </a:lnTo>
                  <a:lnTo>
                    <a:pt x="178346" y="205930"/>
                  </a:lnTo>
                  <a:lnTo>
                    <a:pt x="180035" y="183070"/>
                  </a:lnTo>
                  <a:close/>
                </a:path>
                <a:path w="400050" h="377189">
                  <a:moveTo>
                    <a:pt x="320332" y="90004"/>
                  </a:moveTo>
                  <a:lnTo>
                    <a:pt x="271564" y="90004"/>
                  </a:lnTo>
                  <a:lnTo>
                    <a:pt x="271564" y="32004"/>
                  </a:lnTo>
                  <a:lnTo>
                    <a:pt x="239471" y="42760"/>
                  </a:lnTo>
                  <a:lnTo>
                    <a:pt x="239471" y="90004"/>
                  </a:lnTo>
                  <a:lnTo>
                    <a:pt x="205943" y="90004"/>
                  </a:lnTo>
                  <a:lnTo>
                    <a:pt x="205943" y="117436"/>
                  </a:lnTo>
                  <a:lnTo>
                    <a:pt x="239471" y="117436"/>
                  </a:lnTo>
                  <a:lnTo>
                    <a:pt x="239471" y="233362"/>
                  </a:lnTo>
                  <a:lnTo>
                    <a:pt x="242646" y="258533"/>
                  </a:lnTo>
                  <a:lnTo>
                    <a:pt x="252272" y="276694"/>
                  </a:lnTo>
                  <a:lnTo>
                    <a:pt x="268478" y="287680"/>
                  </a:lnTo>
                  <a:lnTo>
                    <a:pt x="291376" y="291363"/>
                  </a:lnTo>
                  <a:lnTo>
                    <a:pt x="299974" y="290842"/>
                  </a:lnTo>
                  <a:lnTo>
                    <a:pt x="307568" y="289458"/>
                  </a:lnTo>
                  <a:lnTo>
                    <a:pt x="314312" y="287515"/>
                  </a:lnTo>
                  <a:lnTo>
                    <a:pt x="320332" y="285267"/>
                  </a:lnTo>
                  <a:lnTo>
                    <a:pt x="320332" y="257835"/>
                  </a:lnTo>
                  <a:lnTo>
                    <a:pt x="314236" y="262407"/>
                  </a:lnTo>
                  <a:lnTo>
                    <a:pt x="308140" y="263931"/>
                  </a:lnTo>
                  <a:lnTo>
                    <a:pt x="289852" y="263931"/>
                  </a:lnTo>
                  <a:lnTo>
                    <a:pt x="282232" y="260883"/>
                  </a:lnTo>
                  <a:lnTo>
                    <a:pt x="271564" y="227266"/>
                  </a:lnTo>
                  <a:lnTo>
                    <a:pt x="271564" y="117436"/>
                  </a:lnTo>
                  <a:lnTo>
                    <a:pt x="320332" y="117436"/>
                  </a:lnTo>
                  <a:lnTo>
                    <a:pt x="320332" y="90004"/>
                  </a:lnTo>
                  <a:close/>
                </a:path>
                <a:path w="400050" h="377189">
                  <a:moveTo>
                    <a:pt x="393484" y="90017"/>
                  </a:moveTo>
                  <a:lnTo>
                    <a:pt x="363004" y="90017"/>
                  </a:lnTo>
                  <a:lnTo>
                    <a:pt x="363004" y="286804"/>
                  </a:lnTo>
                  <a:lnTo>
                    <a:pt x="393484" y="286804"/>
                  </a:lnTo>
                  <a:lnTo>
                    <a:pt x="393484" y="90017"/>
                  </a:lnTo>
                  <a:close/>
                </a:path>
                <a:path w="400050" h="377189">
                  <a:moveTo>
                    <a:pt x="399580" y="15240"/>
                  </a:moveTo>
                  <a:lnTo>
                    <a:pt x="396532" y="9144"/>
                  </a:lnTo>
                  <a:lnTo>
                    <a:pt x="388912" y="1524"/>
                  </a:lnTo>
                  <a:lnTo>
                    <a:pt x="384340" y="0"/>
                  </a:lnTo>
                  <a:lnTo>
                    <a:pt x="372148" y="0"/>
                  </a:lnTo>
                  <a:lnTo>
                    <a:pt x="367576" y="1524"/>
                  </a:lnTo>
                  <a:lnTo>
                    <a:pt x="364528" y="6096"/>
                  </a:lnTo>
                  <a:lnTo>
                    <a:pt x="359956" y="10668"/>
                  </a:lnTo>
                  <a:lnTo>
                    <a:pt x="358432" y="15240"/>
                  </a:lnTo>
                  <a:lnTo>
                    <a:pt x="358432" y="25908"/>
                  </a:lnTo>
                  <a:lnTo>
                    <a:pt x="359956" y="32004"/>
                  </a:lnTo>
                  <a:lnTo>
                    <a:pt x="364528" y="35052"/>
                  </a:lnTo>
                  <a:lnTo>
                    <a:pt x="367576" y="39712"/>
                  </a:lnTo>
                  <a:lnTo>
                    <a:pt x="372148" y="41236"/>
                  </a:lnTo>
                  <a:lnTo>
                    <a:pt x="384340" y="41236"/>
                  </a:lnTo>
                  <a:lnTo>
                    <a:pt x="388912" y="38188"/>
                  </a:lnTo>
                  <a:lnTo>
                    <a:pt x="393484" y="35052"/>
                  </a:lnTo>
                  <a:lnTo>
                    <a:pt x="399580" y="25908"/>
                  </a:lnTo>
                  <a:lnTo>
                    <a:pt x="399580" y="1524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95167" y="6005512"/>
              <a:ext cx="192214" cy="205930"/>
            </a:xfrm>
            <a:prstGeom prst="rect">
              <a:avLst/>
            </a:prstGeom>
          </p:spPr>
        </p:pic>
      </p:grpSp>
      <p:pic>
        <p:nvPicPr>
          <p:cNvPr id="116" name="object 11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37579" y="6005512"/>
            <a:ext cx="163258" cy="201358"/>
          </a:xfrm>
          <a:prstGeom prst="rect">
            <a:avLst/>
          </a:prstGeom>
        </p:spPr>
      </p:pic>
      <p:sp>
        <p:nvSpPr>
          <p:cNvPr id="117" name="object 117" descr=""/>
          <p:cNvSpPr/>
          <p:nvPr/>
        </p:nvSpPr>
        <p:spPr>
          <a:xfrm>
            <a:off x="1418844" y="6649211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4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744497" y="6476911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40">
                <a:moveTo>
                  <a:pt x="117348" y="3048"/>
                </a:moveTo>
                <a:lnTo>
                  <a:pt x="112776" y="1524"/>
                </a:lnTo>
                <a:lnTo>
                  <a:pt x="105156" y="0"/>
                </a:lnTo>
                <a:lnTo>
                  <a:pt x="94488" y="0"/>
                </a:lnTo>
                <a:lnTo>
                  <a:pt x="50292" y="18288"/>
                </a:lnTo>
                <a:lnTo>
                  <a:pt x="33528" y="67056"/>
                </a:lnTo>
                <a:lnTo>
                  <a:pt x="33528" y="99060"/>
                </a:lnTo>
                <a:lnTo>
                  <a:pt x="0" y="99060"/>
                </a:lnTo>
                <a:lnTo>
                  <a:pt x="0" y="125056"/>
                </a:lnTo>
                <a:lnTo>
                  <a:pt x="33528" y="125056"/>
                </a:lnTo>
                <a:lnTo>
                  <a:pt x="33528" y="294322"/>
                </a:lnTo>
                <a:lnTo>
                  <a:pt x="64008" y="294322"/>
                </a:lnTo>
                <a:lnTo>
                  <a:pt x="64008" y="125056"/>
                </a:lnTo>
                <a:lnTo>
                  <a:pt x="109728" y="125056"/>
                </a:lnTo>
                <a:lnTo>
                  <a:pt x="109728" y="99060"/>
                </a:lnTo>
                <a:lnTo>
                  <a:pt x="64008" y="99060"/>
                </a:lnTo>
                <a:lnTo>
                  <a:pt x="64008" y="68580"/>
                </a:lnTo>
                <a:lnTo>
                  <a:pt x="66027" y="50571"/>
                </a:lnTo>
                <a:lnTo>
                  <a:pt x="72199" y="37719"/>
                </a:lnTo>
                <a:lnTo>
                  <a:pt x="82651" y="29997"/>
                </a:lnTo>
                <a:lnTo>
                  <a:pt x="97536" y="27432"/>
                </a:lnTo>
                <a:lnTo>
                  <a:pt x="105156" y="27432"/>
                </a:lnTo>
                <a:lnTo>
                  <a:pt x="111252" y="28956"/>
                </a:lnTo>
                <a:lnTo>
                  <a:pt x="117348" y="32004"/>
                </a:lnTo>
                <a:lnTo>
                  <a:pt x="117348" y="3048"/>
                </a:lnTo>
                <a:close/>
              </a:path>
              <a:path w="180339" h="294640">
                <a:moveTo>
                  <a:pt x="175361" y="99060"/>
                </a:moveTo>
                <a:lnTo>
                  <a:pt x="143344" y="99060"/>
                </a:lnTo>
                <a:lnTo>
                  <a:pt x="143344" y="294322"/>
                </a:lnTo>
                <a:lnTo>
                  <a:pt x="175361" y="294322"/>
                </a:lnTo>
                <a:lnTo>
                  <a:pt x="175361" y="99060"/>
                </a:lnTo>
                <a:close/>
              </a:path>
              <a:path w="180339" h="294640">
                <a:moveTo>
                  <a:pt x="179933" y="22860"/>
                </a:moveTo>
                <a:lnTo>
                  <a:pt x="178409" y="18288"/>
                </a:lnTo>
                <a:lnTo>
                  <a:pt x="170789" y="10668"/>
                </a:lnTo>
                <a:lnTo>
                  <a:pt x="166217" y="7620"/>
                </a:lnTo>
                <a:lnTo>
                  <a:pt x="154012" y="7620"/>
                </a:lnTo>
                <a:lnTo>
                  <a:pt x="144868" y="13716"/>
                </a:lnTo>
                <a:lnTo>
                  <a:pt x="141820" y="18288"/>
                </a:lnTo>
                <a:lnTo>
                  <a:pt x="140296" y="22860"/>
                </a:lnTo>
                <a:lnTo>
                  <a:pt x="140296" y="35052"/>
                </a:lnTo>
                <a:lnTo>
                  <a:pt x="141820" y="39624"/>
                </a:lnTo>
                <a:lnTo>
                  <a:pt x="149440" y="47244"/>
                </a:lnTo>
                <a:lnTo>
                  <a:pt x="154012" y="48768"/>
                </a:lnTo>
                <a:lnTo>
                  <a:pt x="166217" y="48768"/>
                </a:lnTo>
                <a:lnTo>
                  <a:pt x="170789" y="47244"/>
                </a:lnTo>
                <a:lnTo>
                  <a:pt x="173837" y="42672"/>
                </a:lnTo>
                <a:lnTo>
                  <a:pt x="178409" y="38100"/>
                </a:lnTo>
                <a:lnTo>
                  <a:pt x="179933" y="33528"/>
                </a:lnTo>
                <a:lnTo>
                  <a:pt x="179933" y="2286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9" name="object 119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970151" y="6571392"/>
            <a:ext cx="170783" cy="204406"/>
          </a:xfrm>
          <a:prstGeom prst="rect">
            <a:avLst/>
          </a:prstGeom>
        </p:spPr>
      </p:pic>
      <p:sp>
        <p:nvSpPr>
          <p:cNvPr id="120" name="object 120" descr=""/>
          <p:cNvSpPr/>
          <p:nvPr/>
        </p:nvSpPr>
        <p:spPr>
          <a:xfrm>
            <a:off x="2186939" y="6480048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5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2269045" y="6481476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40">
                <a:moveTo>
                  <a:pt x="180022" y="120491"/>
                </a:moveTo>
                <a:lnTo>
                  <a:pt x="149447" y="120491"/>
                </a:lnTo>
                <a:lnTo>
                  <a:pt x="149447" y="0"/>
                </a:lnTo>
                <a:lnTo>
                  <a:pt x="180022" y="0"/>
                </a:lnTo>
                <a:lnTo>
                  <a:pt x="180022" y="120491"/>
                </a:lnTo>
                <a:close/>
              </a:path>
              <a:path w="180339" h="294640">
                <a:moveTo>
                  <a:pt x="80867" y="294322"/>
                </a:moveTo>
                <a:lnTo>
                  <a:pt x="33718" y="279534"/>
                </a:lnTo>
                <a:lnTo>
                  <a:pt x="5536" y="237160"/>
                </a:lnTo>
                <a:lnTo>
                  <a:pt x="0" y="196691"/>
                </a:lnTo>
                <a:lnTo>
                  <a:pt x="1454" y="173831"/>
                </a:lnTo>
                <a:lnTo>
                  <a:pt x="13541" y="134969"/>
                </a:lnTo>
                <a:lnTo>
                  <a:pt x="53244" y="97012"/>
                </a:lnTo>
                <a:lnTo>
                  <a:pt x="90011" y="89916"/>
                </a:lnTo>
                <a:lnTo>
                  <a:pt x="108275" y="91693"/>
                </a:lnTo>
                <a:lnTo>
                  <a:pt x="124110" y="97202"/>
                </a:lnTo>
                <a:lnTo>
                  <a:pt x="137374" y="106712"/>
                </a:lnTo>
                <a:lnTo>
                  <a:pt x="144422" y="115919"/>
                </a:lnTo>
                <a:lnTo>
                  <a:pt x="93059" y="115919"/>
                </a:lnTo>
                <a:lnTo>
                  <a:pt x="79938" y="117109"/>
                </a:lnTo>
                <a:lnTo>
                  <a:pt x="41743" y="148661"/>
                </a:lnTo>
                <a:lnTo>
                  <a:pt x="32099" y="195167"/>
                </a:lnTo>
                <a:lnTo>
                  <a:pt x="33194" y="211271"/>
                </a:lnTo>
                <a:lnTo>
                  <a:pt x="47339" y="248602"/>
                </a:lnTo>
                <a:lnTo>
                  <a:pt x="90011" y="268414"/>
                </a:lnTo>
                <a:lnTo>
                  <a:pt x="139273" y="268414"/>
                </a:lnTo>
                <a:lnTo>
                  <a:pt x="135945" y="273105"/>
                </a:lnTo>
                <a:lnTo>
                  <a:pt x="120681" y="284988"/>
                </a:lnTo>
                <a:lnTo>
                  <a:pt x="102274" y="292012"/>
                </a:lnTo>
                <a:lnTo>
                  <a:pt x="80867" y="294322"/>
                </a:lnTo>
                <a:close/>
              </a:path>
              <a:path w="180339" h="294640">
                <a:moveTo>
                  <a:pt x="139273" y="268414"/>
                </a:moveTo>
                <a:lnTo>
                  <a:pt x="90011" y="268414"/>
                </a:lnTo>
                <a:lnTo>
                  <a:pt x="102893" y="267247"/>
                </a:lnTo>
                <a:lnTo>
                  <a:pt x="114204" y="263652"/>
                </a:lnTo>
                <a:lnTo>
                  <a:pt x="145065" y="227838"/>
                </a:lnTo>
                <a:lnTo>
                  <a:pt x="149447" y="201358"/>
                </a:lnTo>
                <a:lnTo>
                  <a:pt x="149447" y="172307"/>
                </a:lnTo>
                <a:lnTo>
                  <a:pt x="134207" y="132683"/>
                </a:lnTo>
                <a:lnTo>
                  <a:pt x="93059" y="115919"/>
                </a:lnTo>
                <a:lnTo>
                  <a:pt x="144422" y="115919"/>
                </a:lnTo>
                <a:lnTo>
                  <a:pt x="147923" y="120491"/>
                </a:lnTo>
                <a:lnTo>
                  <a:pt x="180022" y="120491"/>
                </a:lnTo>
                <a:lnTo>
                  <a:pt x="180022" y="256222"/>
                </a:lnTo>
                <a:lnTo>
                  <a:pt x="147923" y="256222"/>
                </a:lnTo>
                <a:lnTo>
                  <a:pt x="139273" y="268414"/>
                </a:lnTo>
                <a:close/>
              </a:path>
              <a:path w="180339" h="294640">
                <a:moveTo>
                  <a:pt x="180022" y="289750"/>
                </a:moveTo>
                <a:lnTo>
                  <a:pt x="149447" y="289750"/>
                </a:lnTo>
                <a:lnTo>
                  <a:pt x="149447" y="256222"/>
                </a:lnTo>
                <a:lnTo>
                  <a:pt x="180022" y="256222"/>
                </a:lnTo>
                <a:lnTo>
                  <a:pt x="180022" y="2897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 descr=""/>
          <p:cNvGrpSpPr/>
          <p:nvPr/>
        </p:nvGrpSpPr>
        <p:grpSpPr>
          <a:xfrm>
            <a:off x="2499360" y="6518052"/>
            <a:ext cx="544830" cy="304165"/>
            <a:chOff x="2499360" y="6518052"/>
            <a:chExt cx="544830" cy="304165"/>
          </a:xfrm>
        </p:grpSpPr>
        <p:pic>
          <p:nvPicPr>
            <p:cNvPr id="123" name="object 12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99360" y="6571392"/>
              <a:ext cx="131159" cy="204406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64047" y="6571392"/>
              <a:ext cx="170783" cy="204406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2859303" y="6518058"/>
              <a:ext cx="184785" cy="304165"/>
            </a:xfrm>
            <a:custGeom>
              <a:avLst/>
              <a:gdLst/>
              <a:ahLst/>
              <a:cxnLst/>
              <a:rect l="l" t="t" r="r" b="b"/>
              <a:pathLst>
                <a:path w="184785" h="304165">
                  <a:moveTo>
                    <a:pt x="114300" y="57912"/>
                  </a:moveTo>
                  <a:lnTo>
                    <a:pt x="65532" y="57912"/>
                  </a:lnTo>
                  <a:lnTo>
                    <a:pt x="65532" y="0"/>
                  </a:lnTo>
                  <a:lnTo>
                    <a:pt x="33528" y="9144"/>
                  </a:lnTo>
                  <a:lnTo>
                    <a:pt x="33528" y="57912"/>
                  </a:lnTo>
                  <a:lnTo>
                    <a:pt x="0" y="57912"/>
                  </a:lnTo>
                  <a:lnTo>
                    <a:pt x="0" y="83908"/>
                  </a:lnTo>
                  <a:lnTo>
                    <a:pt x="33528" y="83908"/>
                  </a:lnTo>
                  <a:lnTo>
                    <a:pt x="33528" y="199834"/>
                  </a:lnTo>
                  <a:lnTo>
                    <a:pt x="36690" y="224955"/>
                  </a:lnTo>
                  <a:lnTo>
                    <a:pt x="46291" y="243078"/>
                  </a:lnTo>
                  <a:lnTo>
                    <a:pt x="62458" y="254050"/>
                  </a:lnTo>
                  <a:lnTo>
                    <a:pt x="85344" y="257746"/>
                  </a:lnTo>
                  <a:lnTo>
                    <a:pt x="93941" y="257225"/>
                  </a:lnTo>
                  <a:lnTo>
                    <a:pt x="101536" y="255841"/>
                  </a:lnTo>
                  <a:lnTo>
                    <a:pt x="108280" y="253885"/>
                  </a:lnTo>
                  <a:lnTo>
                    <a:pt x="114300" y="251650"/>
                  </a:lnTo>
                  <a:lnTo>
                    <a:pt x="114300" y="224218"/>
                  </a:lnTo>
                  <a:lnTo>
                    <a:pt x="108204" y="228790"/>
                  </a:lnTo>
                  <a:lnTo>
                    <a:pt x="102108" y="230314"/>
                  </a:lnTo>
                  <a:lnTo>
                    <a:pt x="83820" y="230314"/>
                  </a:lnTo>
                  <a:lnTo>
                    <a:pt x="76200" y="228790"/>
                  </a:lnTo>
                  <a:lnTo>
                    <a:pt x="65532" y="193738"/>
                  </a:lnTo>
                  <a:lnTo>
                    <a:pt x="65532" y="83908"/>
                  </a:lnTo>
                  <a:lnTo>
                    <a:pt x="114300" y="83908"/>
                  </a:lnTo>
                  <a:lnTo>
                    <a:pt x="114300" y="57912"/>
                  </a:lnTo>
                  <a:close/>
                </a:path>
                <a:path w="184785" h="304165">
                  <a:moveTo>
                    <a:pt x="184505" y="208978"/>
                  </a:moveTo>
                  <a:lnTo>
                    <a:pt x="154025" y="208978"/>
                  </a:lnTo>
                  <a:lnTo>
                    <a:pt x="132689" y="303555"/>
                  </a:lnTo>
                  <a:lnTo>
                    <a:pt x="154025" y="303555"/>
                  </a:lnTo>
                  <a:lnTo>
                    <a:pt x="184505" y="20897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/>
          <p:nvPr/>
        </p:nvSpPr>
        <p:spPr>
          <a:xfrm>
            <a:off x="3206495" y="6480048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5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7" name="object 127" descr=""/>
          <p:cNvGrpSpPr/>
          <p:nvPr/>
        </p:nvGrpSpPr>
        <p:grpSpPr>
          <a:xfrm>
            <a:off x="3289363" y="6571392"/>
            <a:ext cx="386080" cy="291465"/>
            <a:chOff x="3289363" y="6571392"/>
            <a:chExt cx="386080" cy="291465"/>
          </a:xfrm>
        </p:grpSpPr>
        <p:pic>
          <p:nvPicPr>
            <p:cNvPr id="128" name="object 12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289363" y="6571392"/>
              <a:ext cx="170783" cy="204406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3493781" y="6571392"/>
              <a:ext cx="181610" cy="291465"/>
            </a:xfrm>
            <a:custGeom>
              <a:avLst/>
              <a:gdLst/>
              <a:ahLst/>
              <a:cxnLst/>
              <a:rect l="l" t="t" r="r" b="b"/>
              <a:pathLst>
                <a:path w="181610" h="291465">
                  <a:moveTo>
                    <a:pt x="80760" y="204406"/>
                  </a:moveTo>
                  <a:lnTo>
                    <a:pt x="35031" y="189618"/>
                  </a:lnTo>
                  <a:lnTo>
                    <a:pt x="5607" y="147435"/>
                  </a:lnTo>
                  <a:lnTo>
                    <a:pt x="0" y="106775"/>
                  </a:lnTo>
                  <a:lnTo>
                    <a:pt x="1559" y="84558"/>
                  </a:lnTo>
                  <a:lnTo>
                    <a:pt x="14037" y="45077"/>
                  </a:lnTo>
                  <a:lnTo>
                    <a:pt x="53090" y="7096"/>
                  </a:lnTo>
                  <a:lnTo>
                    <a:pt x="89904" y="0"/>
                  </a:lnTo>
                  <a:lnTo>
                    <a:pt x="108192" y="1777"/>
                  </a:lnTo>
                  <a:lnTo>
                    <a:pt x="124194" y="7286"/>
                  </a:lnTo>
                  <a:lnTo>
                    <a:pt x="137910" y="16796"/>
                  </a:lnTo>
                  <a:lnTo>
                    <a:pt x="145547" y="26003"/>
                  </a:lnTo>
                  <a:lnTo>
                    <a:pt x="94476" y="26003"/>
                  </a:lnTo>
                  <a:lnTo>
                    <a:pt x="80474" y="27193"/>
                  </a:lnTo>
                  <a:lnTo>
                    <a:pt x="41581" y="58769"/>
                  </a:lnTo>
                  <a:lnTo>
                    <a:pt x="31896" y="106775"/>
                  </a:lnTo>
                  <a:lnTo>
                    <a:pt x="33017" y="121998"/>
                  </a:lnTo>
                  <a:lnTo>
                    <a:pt x="48756" y="158686"/>
                  </a:lnTo>
                  <a:lnTo>
                    <a:pt x="89904" y="178498"/>
                  </a:lnTo>
                  <a:lnTo>
                    <a:pt x="140054" y="178498"/>
                  </a:lnTo>
                  <a:lnTo>
                    <a:pt x="136481" y="183189"/>
                  </a:lnTo>
                  <a:lnTo>
                    <a:pt x="120765" y="195072"/>
                  </a:lnTo>
                  <a:lnTo>
                    <a:pt x="102191" y="202096"/>
                  </a:lnTo>
                  <a:lnTo>
                    <a:pt x="80760" y="204406"/>
                  </a:lnTo>
                  <a:close/>
                </a:path>
                <a:path w="181610" h="291465">
                  <a:moveTo>
                    <a:pt x="181439" y="30575"/>
                  </a:moveTo>
                  <a:lnTo>
                    <a:pt x="149340" y="30575"/>
                  </a:lnTo>
                  <a:lnTo>
                    <a:pt x="149340" y="4572"/>
                  </a:lnTo>
                  <a:lnTo>
                    <a:pt x="181439" y="4572"/>
                  </a:lnTo>
                  <a:lnTo>
                    <a:pt x="181439" y="30575"/>
                  </a:lnTo>
                  <a:close/>
                </a:path>
                <a:path w="181610" h="291465">
                  <a:moveTo>
                    <a:pt x="140054" y="178498"/>
                  </a:moveTo>
                  <a:lnTo>
                    <a:pt x="89904" y="178498"/>
                  </a:lnTo>
                  <a:lnTo>
                    <a:pt x="102786" y="177331"/>
                  </a:lnTo>
                  <a:lnTo>
                    <a:pt x="114097" y="173736"/>
                  </a:lnTo>
                  <a:lnTo>
                    <a:pt x="144958" y="137922"/>
                  </a:lnTo>
                  <a:lnTo>
                    <a:pt x="149340" y="111442"/>
                  </a:lnTo>
                  <a:lnTo>
                    <a:pt x="149340" y="82391"/>
                  </a:lnTo>
                  <a:lnTo>
                    <a:pt x="134100" y="42767"/>
                  </a:lnTo>
                  <a:lnTo>
                    <a:pt x="94476" y="26003"/>
                  </a:lnTo>
                  <a:lnTo>
                    <a:pt x="145547" y="26003"/>
                  </a:lnTo>
                  <a:lnTo>
                    <a:pt x="149340" y="30575"/>
                  </a:lnTo>
                  <a:lnTo>
                    <a:pt x="181439" y="30575"/>
                  </a:lnTo>
                  <a:lnTo>
                    <a:pt x="181439" y="166306"/>
                  </a:lnTo>
                  <a:lnTo>
                    <a:pt x="149340" y="166306"/>
                  </a:lnTo>
                  <a:lnTo>
                    <a:pt x="140054" y="178498"/>
                  </a:lnTo>
                  <a:close/>
                </a:path>
                <a:path w="181610" h="291465">
                  <a:moveTo>
                    <a:pt x="154341" y="265461"/>
                  </a:moveTo>
                  <a:lnTo>
                    <a:pt x="77712" y="265461"/>
                  </a:lnTo>
                  <a:lnTo>
                    <a:pt x="108835" y="260602"/>
                  </a:lnTo>
                  <a:lnTo>
                    <a:pt x="131242" y="246018"/>
                  </a:lnTo>
                  <a:lnTo>
                    <a:pt x="144792" y="221701"/>
                  </a:lnTo>
                  <a:lnTo>
                    <a:pt x="149340" y="187642"/>
                  </a:lnTo>
                  <a:lnTo>
                    <a:pt x="149340" y="166306"/>
                  </a:lnTo>
                  <a:lnTo>
                    <a:pt x="181439" y="166306"/>
                  </a:lnTo>
                  <a:lnTo>
                    <a:pt x="181439" y="184594"/>
                  </a:lnTo>
                  <a:lnTo>
                    <a:pt x="174876" y="231536"/>
                  </a:lnTo>
                  <a:lnTo>
                    <a:pt x="155293" y="264878"/>
                  </a:lnTo>
                  <a:lnTo>
                    <a:pt x="154341" y="265461"/>
                  </a:lnTo>
                  <a:close/>
                </a:path>
                <a:path w="181610" h="291465">
                  <a:moveTo>
                    <a:pt x="77712" y="291369"/>
                  </a:moveTo>
                  <a:lnTo>
                    <a:pt x="59980" y="290512"/>
                  </a:lnTo>
                  <a:lnTo>
                    <a:pt x="43374" y="287940"/>
                  </a:lnTo>
                  <a:lnTo>
                    <a:pt x="27911" y="283654"/>
                  </a:lnTo>
                  <a:lnTo>
                    <a:pt x="13608" y="277653"/>
                  </a:lnTo>
                  <a:lnTo>
                    <a:pt x="13608" y="247173"/>
                  </a:lnTo>
                  <a:lnTo>
                    <a:pt x="30483" y="255174"/>
                  </a:lnTo>
                  <a:lnTo>
                    <a:pt x="46803" y="260889"/>
                  </a:lnTo>
                  <a:lnTo>
                    <a:pt x="62552" y="264318"/>
                  </a:lnTo>
                  <a:lnTo>
                    <a:pt x="77712" y="265461"/>
                  </a:lnTo>
                  <a:lnTo>
                    <a:pt x="154341" y="265461"/>
                  </a:lnTo>
                  <a:lnTo>
                    <a:pt x="122851" y="284772"/>
                  </a:lnTo>
                  <a:lnTo>
                    <a:pt x="77712" y="29136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0" name="object 13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725513" y="6571392"/>
            <a:ext cx="169259" cy="204406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943540" y="6571392"/>
            <a:ext cx="161734" cy="199834"/>
          </a:xfrm>
          <a:prstGeom prst="rect">
            <a:avLst/>
          </a:prstGeom>
        </p:spPr>
      </p:pic>
      <p:sp>
        <p:nvSpPr>
          <p:cNvPr id="132" name="object 132" descr=""/>
          <p:cNvSpPr/>
          <p:nvPr/>
        </p:nvSpPr>
        <p:spPr>
          <a:xfrm>
            <a:off x="4150982" y="6481483"/>
            <a:ext cx="273050" cy="340360"/>
          </a:xfrm>
          <a:custGeom>
            <a:avLst/>
            <a:gdLst/>
            <a:ahLst/>
            <a:cxnLst/>
            <a:rect l="l" t="t" r="r" b="b"/>
            <a:pathLst>
              <a:path w="273050" h="340359">
                <a:moveTo>
                  <a:pt x="179933" y="0"/>
                </a:moveTo>
                <a:lnTo>
                  <a:pt x="149453" y="0"/>
                </a:lnTo>
                <a:lnTo>
                  <a:pt x="149453" y="120484"/>
                </a:lnTo>
                <a:lnTo>
                  <a:pt x="149453" y="172300"/>
                </a:lnTo>
                <a:lnTo>
                  <a:pt x="149453" y="201358"/>
                </a:lnTo>
                <a:lnTo>
                  <a:pt x="148336" y="215379"/>
                </a:lnTo>
                <a:lnTo>
                  <a:pt x="124091" y="257479"/>
                </a:lnTo>
                <a:lnTo>
                  <a:pt x="90017" y="268414"/>
                </a:lnTo>
                <a:lnTo>
                  <a:pt x="77724" y="267030"/>
                </a:lnTo>
                <a:lnTo>
                  <a:pt x="41008" y="237693"/>
                </a:lnTo>
                <a:lnTo>
                  <a:pt x="32004" y="195160"/>
                </a:lnTo>
                <a:lnTo>
                  <a:pt x="33134" y="177761"/>
                </a:lnTo>
                <a:lnTo>
                  <a:pt x="48768" y="137248"/>
                </a:lnTo>
                <a:lnTo>
                  <a:pt x="94589" y="115912"/>
                </a:lnTo>
                <a:lnTo>
                  <a:pt x="105714" y="117043"/>
                </a:lnTo>
                <a:lnTo>
                  <a:pt x="140449" y="141236"/>
                </a:lnTo>
                <a:lnTo>
                  <a:pt x="149453" y="172300"/>
                </a:lnTo>
                <a:lnTo>
                  <a:pt x="149453" y="120484"/>
                </a:lnTo>
                <a:lnTo>
                  <a:pt x="147929" y="120484"/>
                </a:lnTo>
                <a:lnTo>
                  <a:pt x="144424" y="115912"/>
                </a:lnTo>
                <a:lnTo>
                  <a:pt x="137375" y="106718"/>
                </a:lnTo>
                <a:lnTo>
                  <a:pt x="124117" y="97205"/>
                </a:lnTo>
                <a:lnTo>
                  <a:pt x="108280" y="91694"/>
                </a:lnTo>
                <a:lnTo>
                  <a:pt x="90017" y="89916"/>
                </a:lnTo>
                <a:lnTo>
                  <a:pt x="70510" y="91668"/>
                </a:lnTo>
                <a:lnTo>
                  <a:pt x="24384" y="118960"/>
                </a:lnTo>
                <a:lnTo>
                  <a:pt x="5905" y="153250"/>
                </a:lnTo>
                <a:lnTo>
                  <a:pt x="0" y="196684"/>
                </a:lnTo>
                <a:lnTo>
                  <a:pt x="1435" y="218224"/>
                </a:lnTo>
                <a:lnTo>
                  <a:pt x="22860" y="268414"/>
                </a:lnTo>
                <a:lnTo>
                  <a:pt x="63411" y="292633"/>
                </a:lnTo>
                <a:lnTo>
                  <a:pt x="80873" y="294322"/>
                </a:lnTo>
                <a:lnTo>
                  <a:pt x="102285" y="292011"/>
                </a:lnTo>
                <a:lnTo>
                  <a:pt x="120688" y="284988"/>
                </a:lnTo>
                <a:lnTo>
                  <a:pt x="135953" y="273100"/>
                </a:lnTo>
                <a:lnTo>
                  <a:pt x="139280" y="268414"/>
                </a:lnTo>
                <a:lnTo>
                  <a:pt x="147929" y="256222"/>
                </a:lnTo>
                <a:lnTo>
                  <a:pt x="149453" y="256222"/>
                </a:lnTo>
                <a:lnTo>
                  <a:pt x="149453" y="289750"/>
                </a:lnTo>
                <a:lnTo>
                  <a:pt x="179933" y="289750"/>
                </a:lnTo>
                <a:lnTo>
                  <a:pt x="179933" y="256222"/>
                </a:lnTo>
                <a:lnTo>
                  <a:pt x="179933" y="120484"/>
                </a:lnTo>
                <a:lnTo>
                  <a:pt x="179933" y="0"/>
                </a:lnTo>
                <a:close/>
              </a:path>
              <a:path w="273050" h="340359">
                <a:moveTo>
                  <a:pt x="272999" y="245554"/>
                </a:moveTo>
                <a:lnTo>
                  <a:pt x="242519" y="245554"/>
                </a:lnTo>
                <a:lnTo>
                  <a:pt x="219659" y="340131"/>
                </a:lnTo>
                <a:lnTo>
                  <a:pt x="242519" y="340131"/>
                </a:lnTo>
                <a:lnTo>
                  <a:pt x="272999" y="2455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4588764" y="6480048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5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4" name="object 13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669535" y="6571392"/>
            <a:ext cx="155543" cy="204406"/>
          </a:xfrm>
          <a:prstGeom prst="rect">
            <a:avLst/>
          </a:prstGeom>
        </p:spPr>
      </p:pic>
      <p:grpSp>
        <p:nvGrpSpPr>
          <p:cNvPr id="135" name="object 135" descr=""/>
          <p:cNvGrpSpPr/>
          <p:nvPr/>
        </p:nvGrpSpPr>
        <p:grpSpPr>
          <a:xfrm>
            <a:off x="4882991" y="6481476"/>
            <a:ext cx="389255" cy="294640"/>
            <a:chOff x="4882991" y="6481476"/>
            <a:chExt cx="389255" cy="294640"/>
          </a:xfrm>
        </p:grpSpPr>
        <p:sp>
          <p:nvSpPr>
            <p:cNvPr id="136" name="object 136" descr=""/>
            <p:cNvSpPr/>
            <p:nvPr/>
          </p:nvSpPr>
          <p:spPr>
            <a:xfrm>
              <a:off x="4882991" y="6481476"/>
              <a:ext cx="181610" cy="294640"/>
            </a:xfrm>
            <a:custGeom>
              <a:avLst/>
              <a:gdLst/>
              <a:ahLst/>
              <a:cxnLst/>
              <a:rect l="l" t="t" r="r" b="b"/>
              <a:pathLst>
                <a:path w="181610" h="294640">
                  <a:moveTo>
                    <a:pt x="32004" y="289750"/>
                  </a:moveTo>
                  <a:lnTo>
                    <a:pt x="0" y="289750"/>
                  </a:lnTo>
                  <a:lnTo>
                    <a:pt x="0" y="0"/>
                  </a:lnTo>
                  <a:lnTo>
                    <a:pt x="32004" y="0"/>
                  </a:lnTo>
                  <a:lnTo>
                    <a:pt x="32004" y="128111"/>
                  </a:lnTo>
                  <a:lnTo>
                    <a:pt x="55594" y="128111"/>
                  </a:lnTo>
                  <a:lnTo>
                    <a:pt x="33124" y="168925"/>
                  </a:lnTo>
                  <a:lnTo>
                    <a:pt x="32004" y="182975"/>
                  </a:lnTo>
                  <a:lnTo>
                    <a:pt x="32004" y="210502"/>
                  </a:lnTo>
                  <a:lnTo>
                    <a:pt x="47339" y="251650"/>
                  </a:lnTo>
                  <a:lnTo>
                    <a:pt x="59648" y="260794"/>
                  </a:lnTo>
                  <a:lnTo>
                    <a:pt x="32004" y="260794"/>
                  </a:lnTo>
                  <a:lnTo>
                    <a:pt x="32004" y="289750"/>
                  </a:lnTo>
                  <a:close/>
                </a:path>
                <a:path w="181610" h="294640">
                  <a:moveTo>
                    <a:pt x="55594" y="128111"/>
                  </a:moveTo>
                  <a:lnTo>
                    <a:pt x="33528" y="128111"/>
                  </a:lnTo>
                  <a:lnTo>
                    <a:pt x="46203" y="111213"/>
                  </a:lnTo>
                  <a:lnTo>
                    <a:pt x="61424" y="99298"/>
                  </a:lnTo>
                  <a:lnTo>
                    <a:pt x="79484" y="92240"/>
                  </a:lnTo>
                  <a:lnTo>
                    <a:pt x="100679" y="89916"/>
                  </a:lnTo>
                  <a:lnTo>
                    <a:pt x="118110" y="91407"/>
                  </a:lnTo>
                  <a:lnTo>
                    <a:pt x="133826" y="96059"/>
                  </a:lnTo>
                  <a:lnTo>
                    <a:pt x="147828" y="104140"/>
                  </a:lnTo>
                  <a:lnTo>
                    <a:pt x="160115" y="115919"/>
                  </a:lnTo>
                  <a:lnTo>
                    <a:pt x="93059" y="115919"/>
                  </a:lnTo>
                  <a:lnTo>
                    <a:pt x="79938" y="117062"/>
                  </a:lnTo>
                  <a:lnTo>
                    <a:pt x="68103" y="120491"/>
                  </a:lnTo>
                  <a:lnTo>
                    <a:pt x="57697" y="126206"/>
                  </a:lnTo>
                  <a:lnTo>
                    <a:pt x="55594" y="128111"/>
                  </a:lnTo>
                  <a:close/>
                </a:path>
                <a:path w="181610" h="294640">
                  <a:moveTo>
                    <a:pt x="153884" y="268414"/>
                  </a:moveTo>
                  <a:lnTo>
                    <a:pt x="88487" y="268414"/>
                  </a:lnTo>
                  <a:lnTo>
                    <a:pt x="101607" y="266985"/>
                  </a:lnTo>
                  <a:lnTo>
                    <a:pt x="113442" y="262699"/>
                  </a:lnTo>
                  <a:lnTo>
                    <a:pt x="139565" y="234123"/>
                  </a:lnTo>
                  <a:lnTo>
                    <a:pt x="147923" y="186023"/>
                  </a:lnTo>
                  <a:lnTo>
                    <a:pt x="147066" y="169997"/>
                  </a:lnTo>
                  <a:lnTo>
                    <a:pt x="125634" y="126206"/>
                  </a:lnTo>
                  <a:lnTo>
                    <a:pt x="93059" y="115919"/>
                  </a:lnTo>
                  <a:lnTo>
                    <a:pt x="160115" y="115919"/>
                  </a:lnTo>
                  <a:lnTo>
                    <a:pt x="169250" y="129873"/>
                  </a:lnTo>
                  <a:lnTo>
                    <a:pt x="175974" y="146399"/>
                  </a:lnTo>
                  <a:lnTo>
                    <a:pt x="180126" y="165211"/>
                  </a:lnTo>
                  <a:lnTo>
                    <a:pt x="181546" y="186023"/>
                  </a:lnTo>
                  <a:lnTo>
                    <a:pt x="179864" y="209176"/>
                  </a:lnTo>
                  <a:lnTo>
                    <a:pt x="175021" y="230302"/>
                  </a:lnTo>
                  <a:lnTo>
                    <a:pt x="167321" y="249124"/>
                  </a:lnTo>
                  <a:lnTo>
                    <a:pt x="157067" y="265366"/>
                  </a:lnTo>
                  <a:lnTo>
                    <a:pt x="153884" y="268414"/>
                  </a:lnTo>
                  <a:close/>
                </a:path>
                <a:path w="181610" h="294640">
                  <a:moveTo>
                    <a:pt x="91535" y="294322"/>
                  </a:moveTo>
                  <a:lnTo>
                    <a:pt x="73269" y="292298"/>
                  </a:lnTo>
                  <a:lnTo>
                    <a:pt x="57423" y="286131"/>
                  </a:lnTo>
                  <a:lnTo>
                    <a:pt x="44132" y="275677"/>
                  </a:lnTo>
                  <a:lnTo>
                    <a:pt x="33528" y="260794"/>
                  </a:lnTo>
                  <a:lnTo>
                    <a:pt x="59648" y="260794"/>
                  </a:lnTo>
                  <a:lnTo>
                    <a:pt x="65627" y="264033"/>
                  </a:lnTo>
                  <a:lnTo>
                    <a:pt x="76485" y="267295"/>
                  </a:lnTo>
                  <a:lnTo>
                    <a:pt x="88487" y="268414"/>
                  </a:lnTo>
                  <a:lnTo>
                    <a:pt x="153884" y="268414"/>
                  </a:lnTo>
                  <a:lnTo>
                    <a:pt x="143613" y="278249"/>
                  </a:lnTo>
                  <a:lnTo>
                    <a:pt x="128301" y="287274"/>
                  </a:lnTo>
                  <a:lnTo>
                    <a:pt x="110990" y="292584"/>
                  </a:lnTo>
                  <a:lnTo>
                    <a:pt x="91535" y="29432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101113" y="6571392"/>
              <a:ext cx="170783" cy="204406"/>
            </a:xfrm>
            <a:prstGeom prst="rect">
              <a:avLst/>
            </a:prstGeom>
          </p:spPr>
        </p:pic>
      </p:grpSp>
      <p:sp>
        <p:nvSpPr>
          <p:cNvPr id="138" name="object 138" descr=""/>
          <p:cNvSpPr/>
          <p:nvPr/>
        </p:nvSpPr>
        <p:spPr>
          <a:xfrm>
            <a:off x="5317235" y="6480048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5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876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19" h="431800">
                <a:moveTo>
                  <a:pt x="115824" y="431673"/>
                </a:moveTo>
                <a:lnTo>
                  <a:pt x="0" y="431673"/>
                </a:lnTo>
                <a:lnTo>
                  <a:pt x="138779" y="215074"/>
                </a:lnTo>
                <a:lnTo>
                  <a:pt x="12192" y="0"/>
                </a:lnTo>
                <a:lnTo>
                  <a:pt x="131159" y="0"/>
                </a:lnTo>
                <a:lnTo>
                  <a:pt x="192119" y="129635"/>
                </a:lnTo>
                <a:lnTo>
                  <a:pt x="195548" y="137079"/>
                </a:lnTo>
                <a:lnTo>
                  <a:pt x="198977" y="145684"/>
                </a:lnTo>
                <a:lnTo>
                  <a:pt x="202406" y="155433"/>
                </a:lnTo>
                <a:lnTo>
                  <a:pt x="205835" y="166306"/>
                </a:lnTo>
                <a:lnTo>
                  <a:pt x="296735" y="166306"/>
                </a:lnTo>
                <a:lnTo>
                  <a:pt x="268414" y="213550"/>
                </a:lnTo>
                <a:lnTo>
                  <a:pt x="298116" y="262413"/>
                </a:lnTo>
                <a:lnTo>
                  <a:pt x="201263" y="262413"/>
                </a:lnTo>
                <a:lnTo>
                  <a:pt x="199810" y="267795"/>
                </a:lnTo>
                <a:lnTo>
                  <a:pt x="197643" y="274605"/>
                </a:lnTo>
                <a:lnTo>
                  <a:pt x="194619" y="282559"/>
                </a:lnTo>
                <a:lnTo>
                  <a:pt x="190595" y="291369"/>
                </a:lnTo>
                <a:lnTo>
                  <a:pt x="115824" y="431673"/>
                </a:lnTo>
                <a:close/>
              </a:path>
              <a:path w="401319" h="431800">
                <a:moveTo>
                  <a:pt x="296735" y="166306"/>
                </a:moveTo>
                <a:lnTo>
                  <a:pt x="205835" y="166306"/>
                </a:lnTo>
                <a:lnTo>
                  <a:pt x="208407" y="158838"/>
                </a:lnTo>
                <a:lnTo>
                  <a:pt x="211550" y="150066"/>
                </a:lnTo>
                <a:lnTo>
                  <a:pt x="219551" y="128111"/>
                </a:lnTo>
                <a:lnTo>
                  <a:pt x="288226" y="0"/>
                </a:lnTo>
                <a:lnTo>
                  <a:pt x="396430" y="0"/>
                </a:lnTo>
                <a:lnTo>
                  <a:pt x="296735" y="166306"/>
                </a:lnTo>
                <a:close/>
              </a:path>
              <a:path w="401319" h="431800">
                <a:moveTo>
                  <a:pt x="401002" y="431673"/>
                </a:moveTo>
                <a:lnTo>
                  <a:pt x="285178" y="431673"/>
                </a:lnTo>
                <a:lnTo>
                  <a:pt x="210407" y="291369"/>
                </a:lnTo>
                <a:lnTo>
                  <a:pt x="209002" y="286202"/>
                </a:lnTo>
                <a:lnTo>
                  <a:pt x="207168" y="279749"/>
                </a:lnTo>
                <a:lnTo>
                  <a:pt x="205049" y="271867"/>
                </a:lnTo>
                <a:lnTo>
                  <a:pt x="202787" y="262413"/>
                </a:lnTo>
                <a:lnTo>
                  <a:pt x="298116" y="262413"/>
                </a:lnTo>
                <a:lnTo>
                  <a:pt x="401002" y="43167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66266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631" y="0"/>
                </a:lnTo>
                <a:lnTo>
                  <a:pt x="9763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66266" y="733589"/>
            <a:ext cx="375285" cy="431800"/>
          </a:xfrm>
          <a:custGeom>
            <a:avLst/>
            <a:gdLst/>
            <a:ahLst/>
            <a:cxnLst/>
            <a:rect l="l" t="t" r="r" b="b"/>
            <a:pathLst>
              <a:path w="375285" h="431800">
                <a:moveTo>
                  <a:pt x="375183" y="0"/>
                </a:moveTo>
                <a:lnTo>
                  <a:pt x="277558" y="0"/>
                </a:lnTo>
                <a:lnTo>
                  <a:pt x="277558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624" y="431800"/>
                </a:lnTo>
                <a:lnTo>
                  <a:pt x="97624" y="256540"/>
                </a:lnTo>
                <a:lnTo>
                  <a:pt x="277558" y="256540"/>
                </a:lnTo>
                <a:lnTo>
                  <a:pt x="277558" y="431800"/>
                </a:lnTo>
                <a:lnTo>
                  <a:pt x="375183" y="431800"/>
                </a:lnTo>
                <a:lnTo>
                  <a:pt x="375183" y="256540"/>
                </a:lnTo>
                <a:lnTo>
                  <a:pt x="375183" y="172720"/>
                </a:lnTo>
                <a:lnTo>
                  <a:pt x="375183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9361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00465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90634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24" y="351790"/>
                </a:lnTo>
                <a:lnTo>
                  <a:pt x="97624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49644" y="726090"/>
            <a:ext cx="491490" cy="444500"/>
          </a:xfrm>
          <a:custGeom>
            <a:avLst/>
            <a:gdLst/>
            <a:ahLst/>
            <a:cxnLst/>
            <a:rect l="l" t="t" r="r" b="b"/>
            <a:pathLst>
              <a:path w="491489" h="444500">
                <a:moveTo>
                  <a:pt x="176045" y="444500"/>
                </a:moveTo>
                <a:lnTo>
                  <a:pt x="145463" y="444500"/>
                </a:lnTo>
                <a:lnTo>
                  <a:pt x="128694" y="443230"/>
                </a:lnTo>
                <a:lnTo>
                  <a:pt x="83105" y="431800"/>
                </a:lnTo>
                <a:lnTo>
                  <a:pt x="45815" y="411480"/>
                </a:lnTo>
                <a:lnTo>
                  <a:pt x="18811" y="382270"/>
                </a:lnTo>
                <a:lnTo>
                  <a:pt x="2678" y="344170"/>
                </a:lnTo>
                <a:lnTo>
                  <a:pt x="0" y="313690"/>
                </a:lnTo>
                <a:lnTo>
                  <a:pt x="572" y="300990"/>
                </a:lnTo>
                <a:lnTo>
                  <a:pt x="14120" y="257810"/>
                </a:lnTo>
                <a:lnTo>
                  <a:pt x="33623" y="232410"/>
                </a:lnTo>
                <a:lnTo>
                  <a:pt x="40767" y="224790"/>
                </a:lnTo>
                <a:lnTo>
                  <a:pt x="48482" y="218440"/>
                </a:lnTo>
                <a:lnTo>
                  <a:pt x="56769" y="212090"/>
                </a:lnTo>
                <a:lnTo>
                  <a:pt x="65627" y="207010"/>
                </a:lnTo>
                <a:lnTo>
                  <a:pt x="75652" y="201930"/>
                </a:lnTo>
                <a:lnTo>
                  <a:pt x="85248" y="196850"/>
                </a:lnTo>
                <a:lnTo>
                  <a:pt x="94559" y="191770"/>
                </a:lnTo>
                <a:lnTo>
                  <a:pt x="103727" y="187960"/>
                </a:lnTo>
                <a:lnTo>
                  <a:pt x="97631" y="184150"/>
                </a:lnTo>
                <a:lnTo>
                  <a:pt x="68675" y="149860"/>
                </a:lnTo>
                <a:lnTo>
                  <a:pt x="65270" y="144780"/>
                </a:lnTo>
                <a:lnTo>
                  <a:pt x="52197" y="105410"/>
                </a:lnTo>
                <a:lnTo>
                  <a:pt x="51911" y="99060"/>
                </a:lnTo>
                <a:lnTo>
                  <a:pt x="52482" y="87630"/>
                </a:lnTo>
                <a:lnTo>
                  <a:pt x="66198" y="46990"/>
                </a:lnTo>
                <a:lnTo>
                  <a:pt x="97059" y="19050"/>
                </a:lnTo>
                <a:lnTo>
                  <a:pt x="141627" y="3810"/>
                </a:lnTo>
                <a:lnTo>
                  <a:pt x="154638" y="1270"/>
                </a:lnTo>
                <a:lnTo>
                  <a:pt x="168506" y="0"/>
                </a:lnTo>
                <a:lnTo>
                  <a:pt x="196500" y="0"/>
                </a:lnTo>
                <a:lnTo>
                  <a:pt x="209359" y="1270"/>
                </a:lnTo>
                <a:lnTo>
                  <a:pt x="221646" y="3810"/>
                </a:lnTo>
                <a:lnTo>
                  <a:pt x="233362" y="7620"/>
                </a:lnTo>
                <a:lnTo>
                  <a:pt x="244482" y="10160"/>
                </a:lnTo>
                <a:lnTo>
                  <a:pt x="280692" y="31750"/>
                </a:lnTo>
                <a:lnTo>
                  <a:pt x="302418" y="63500"/>
                </a:lnTo>
                <a:lnTo>
                  <a:pt x="169354" y="63500"/>
                </a:lnTo>
                <a:lnTo>
                  <a:pt x="164782" y="66040"/>
                </a:lnTo>
                <a:lnTo>
                  <a:pt x="158686" y="68580"/>
                </a:lnTo>
                <a:lnTo>
                  <a:pt x="149542" y="73660"/>
                </a:lnTo>
                <a:lnTo>
                  <a:pt x="146399" y="77470"/>
                </a:lnTo>
                <a:lnTo>
                  <a:pt x="141827" y="81280"/>
                </a:lnTo>
                <a:lnTo>
                  <a:pt x="137255" y="95250"/>
                </a:lnTo>
                <a:lnTo>
                  <a:pt x="137255" y="101600"/>
                </a:lnTo>
                <a:lnTo>
                  <a:pt x="153138" y="138430"/>
                </a:lnTo>
                <a:lnTo>
                  <a:pt x="173926" y="154940"/>
                </a:lnTo>
                <a:lnTo>
                  <a:pt x="284152" y="154940"/>
                </a:lnTo>
                <a:lnTo>
                  <a:pt x="276217" y="162560"/>
                </a:lnTo>
                <a:lnTo>
                  <a:pt x="263092" y="173990"/>
                </a:lnTo>
                <a:lnTo>
                  <a:pt x="247699" y="182880"/>
                </a:lnTo>
                <a:lnTo>
                  <a:pt x="230314" y="191770"/>
                </a:lnTo>
                <a:lnTo>
                  <a:pt x="238053" y="195580"/>
                </a:lnTo>
                <a:lnTo>
                  <a:pt x="245364" y="198120"/>
                </a:lnTo>
                <a:lnTo>
                  <a:pt x="252388" y="201930"/>
                </a:lnTo>
                <a:lnTo>
                  <a:pt x="259270" y="207010"/>
                </a:lnTo>
                <a:lnTo>
                  <a:pt x="265247" y="210820"/>
                </a:lnTo>
                <a:lnTo>
                  <a:pt x="271653" y="215900"/>
                </a:lnTo>
                <a:lnTo>
                  <a:pt x="278344" y="219710"/>
                </a:lnTo>
                <a:lnTo>
                  <a:pt x="285178" y="224790"/>
                </a:lnTo>
                <a:lnTo>
                  <a:pt x="289079" y="228600"/>
                </a:lnTo>
                <a:lnTo>
                  <a:pt x="158686" y="228600"/>
                </a:lnTo>
                <a:lnTo>
                  <a:pt x="147208" y="233680"/>
                </a:lnTo>
                <a:lnTo>
                  <a:pt x="141461" y="237490"/>
                </a:lnTo>
                <a:lnTo>
                  <a:pt x="135731" y="240030"/>
                </a:lnTo>
                <a:lnTo>
                  <a:pt x="130063" y="245110"/>
                </a:lnTo>
                <a:lnTo>
                  <a:pt x="124682" y="248920"/>
                </a:lnTo>
                <a:lnTo>
                  <a:pt x="119872" y="254000"/>
                </a:lnTo>
                <a:lnTo>
                  <a:pt x="115919" y="259080"/>
                </a:lnTo>
                <a:lnTo>
                  <a:pt x="111609" y="264160"/>
                </a:lnTo>
                <a:lnTo>
                  <a:pt x="96393" y="300990"/>
                </a:lnTo>
                <a:lnTo>
                  <a:pt x="96107" y="308610"/>
                </a:lnTo>
                <a:lnTo>
                  <a:pt x="96393" y="316230"/>
                </a:lnTo>
                <a:lnTo>
                  <a:pt x="97250" y="322580"/>
                </a:lnTo>
                <a:lnTo>
                  <a:pt x="98679" y="328930"/>
                </a:lnTo>
                <a:lnTo>
                  <a:pt x="100679" y="335280"/>
                </a:lnTo>
                <a:lnTo>
                  <a:pt x="104132" y="340360"/>
                </a:lnTo>
                <a:lnTo>
                  <a:pt x="107727" y="346710"/>
                </a:lnTo>
                <a:lnTo>
                  <a:pt x="111609" y="351790"/>
                </a:lnTo>
                <a:lnTo>
                  <a:pt x="115919" y="356870"/>
                </a:lnTo>
                <a:lnTo>
                  <a:pt x="120777" y="359410"/>
                </a:lnTo>
                <a:lnTo>
                  <a:pt x="126206" y="363220"/>
                </a:lnTo>
                <a:lnTo>
                  <a:pt x="132207" y="365760"/>
                </a:lnTo>
                <a:lnTo>
                  <a:pt x="138779" y="368300"/>
                </a:lnTo>
                <a:lnTo>
                  <a:pt x="145033" y="370840"/>
                </a:lnTo>
                <a:lnTo>
                  <a:pt x="152161" y="372110"/>
                </a:lnTo>
                <a:lnTo>
                  <a:pt x="159862" y="373380"/>
                </a:lnTo>
                <a:lnTo>
                  <a:pt x="491109" y="373380"/>
                </a:lnTo>
                <a:lnTo>
                  <a:pt x="491109" y="391160"/>
                </a:lnTo>
                <a:lnTo>
                  <a:pt x="318801" y="391160"/>
                </a:lnTo>
                <a:lnTo>
                  <a:pt x="313039" y="396240"/>
                </a:lnTo>
                <a:lnTo>
                  <a:pt x="306990" y="401320"/>
                </a:lnTo>
                <a:lnTo>
                  <a:pt x="300370" y="406400"/>
                </a:lnTo>
                <a:lnTo>
                  <a:pt x="292893" y="411480"/>
                </a:lnTo>
                <a:lnTo>
                  <a:pt x="284575" y="415290"/>
                </a:lnTo>
                <a:lnTo>
                  <a:pt x="275855" y="420370"/>
                </a:lnTo>
                <a:lnTo>
                  <a:pt x="257746" y="427990"/>
                </a:lnTo>
                <a:lnTo>
                  <a:pt x="247197" y="431800"/>
                </a:lnTo>
                <a:lnTo>
                  <a:pt x="236220" y="434340"/>
                </a:lnTo>
                <a:lnTo>
                  <a:pt x="224956" y="438150"/>
                </a:lnTo>
                <a:lnTo>
                  <a:pt x="213550" y="440690"/>
                </a:lnTo>
                <a:lnTo>
                  <a:pt x="176045" y="444500"/>
                </a:lnTo>
                <a:close/>
              </a:path>
              <a:path w="491489" h="444500">
                <a:moveTo>
                  <a:pt x="284152" y="154940"/>
                </a:moveTo>
                <a:lnTo>
                  <a:pt x="173926" y="154940"/>
                </a:lnTo>
                <a:lnTo>
                  <a:pt x="180022" y="153670"/>
                </a:lnTo>
                <a:lnTo>
                  <a:pt x="198310" y="144780"/>
                </a:lnTo>
                <a:lnTo>
                  <a:pt x="222694" y="107950"/>
                </a:lnTo>
                <a:lnTo>
                  <a:pt x="222694" y="88900"/>
                </a:lnTo>
                <a:lnTo>
                  <a:pt x="219646" y="85090"/>
                </a:lnTo>
                <a:lnTo>
                  <a:pt x="218122" y="80010"/>
                </a:lnTo>
                <a:lnTo>
                  <a:pt x="215074" y="76200"/>
                </a:lnTo>
                <a:lnTo>
                  <a:pt x="207454" y="69850"/>
                </a:lnTo>
                <a:lnTo>
                  <a:pt x="202882" y="68580"/>
                </a:lnTo>
                <a:lnTo>
                  <a:pt x="198310" y="64770"/>
                </a:lnTo>
                <a:lnTo>
                  <a:pt x="193738" y="63500"/>
                </a:lnTo>
                <a:lnTo>
                  <a:pt x="302418" y="63500"/>
                </a:lnTo>
                <a:lnTo>
                  <a:pt x="302990" y="64770"/>
                </a:lnTo>
                <a:lnTo>
                  <a:pt x="305847" y="73660"/>
                </a:lnTo>
                <a:lnTo>
                  <a:pt x="307562" y="83820"/>
                </a:lnTo>
                <a:lnTo>
                  <a:pt x="308133" y="93980"/>
                </a:lnTo>
                <a:lnTo>
                  <a:pt x="306728" y="109220"/>
                </a:lnTo>
                <a:lnTo>
                  <a:pt x="302609" y="124460"/>
                </a:lnTo>
                <a:lnTo>
                  <a:pt x="295917" y="138430"/>
                </a:lnTo>
                <a:lnTo>
                  <a:pt x="286797" y="152400"/>
                </a:lnTo>
                <a:lnTo>
                  <a:pt x="284152" y="154940"/>
                </a:lnTo>
                <a:close/>
              </a:path>
              <a:path w="491489" h="444500">
                <a:moveTo>
                  <a:pt x="421161" y="281940"/>
                </a:moveTo>
                <a:lnTo>
                  <a:pt x="332517" y="281940"/>
                </a:lnTo>
                <a:lnTo>
                  <a:pt x="344233" y="265430"/>
                </a:lnTo>
                <a:lnTo>
                  <a:pt x="354234" y="248920"/>
                </a:lnTo>
                <a:lnTo>
                  <a:pt x="373332" y="198120"/>
                </a:lnTo>
                <a:lnTo>
                  <a:pt x="379653" y="144780"/>
                </a:lnTo>
                <a:lnTo>
                  <a:pt x="379761" y="134620"/>
                </a:lnTo>
                <a:lnTo>
                  <a:pt x="378237" y="127000"/>
                </a:lnTo>
                <a:lnTo>
                  <a:pt x="378237" y="119380"/>
                </a:lnTo>
                <a:lnTo>
                  <a:pt x="373665" y="101600"/>
                </a:lnTo>
                <a:lnTo>
                  <a:pt x="454533" y="101600"/>
                </a:lnTo>
                <a:lnTo>
                  <a:pt x="460629" y="125730"/>
                </a:lnTo>
                <a:lnTo>
                  <a:pt x="460551" y="144780"/>
                </a:lnTo>
                <a:lnTo>
                  <a:pt x="457414" y="184150"/>
                </a:lnTo>
                <a:lnTo>
                  <a:pt x="451056" y="210820"/>
                </a:lnTo>
                <a:lnTo>
                  <a:pt x="447294" y="224790"/>
                </a:lnTo>
                <a:lnTo>
                  <a:pt x="442960" y="238760"/>
                </a:lnTo>
                <a:lnTo>
                  <a:pt x="437769" y="251460"/>
                </a:lnTo>
                <a:lnTo>
                  <a:pt x="431753" y="262890"/>
                </a:lnTo>
                <a:lnTo>
                  <a:pt x="425148" y="275590"/>
                </a:lnTo>
                <a:lnTo>
                  <a:pt x="421161" y="281940"/>
                </a:lnTo>
                <a:close/>
              </a:path>
              <a:path w="491489" h="444500">
                <a:moveTo>
                  <a:pt x="436245" y="373380"/>
                </a:moveTo>
                <a:lnTo>
                  <a:pt x="184594" y="373380"/>
                </a:lnTo>
                <a:lnTo>
                  <a:pt x="193119" y="372110"/>
                </a:lnTo>
                <a:lnTo>
                  <a:pt x="201358" y="369570"/>
                </a:lnTo>
                <a:lnTo>
                  <a:pt x="216408" y="365760"/>
                </a:lnTo>
                <a:lnTo>
                  <a:pt x="237148" y="358140"/>
                </a:lnTo>
                <a:lnTo>
                  <a:pt x="243840" y="354330"/>
                </a:lnTo>
                <a:lnTo>
                  <a:pt x="250245" y="351790"/>
                </a:lnTo>
                <a:lnTo>
                  <a:pt x="256222" y="346710"/>
                </a:lnTo>
                <a:lnTo>
                  <a:pt x="261913" y="344170"/>
                </a:lnTo>
                <a:lnTo>
                  <a:pt x="267462" y="340360"/>
                </a:lnTo>
                <a:lnTo>
                  <a:pt x="272724" y="336550"/>
                </a:lnTo>
                <a:lnTo>
                  <a:pt x="277558" y="331470"/>
                </a:lnTo>
                <a:lnTo>
                  <a:pt x="270438" y="321310"/>
                </a:lnTo>
                <a:lnTo>
                  <a:pt x="262890" y="309880"/>
                </a:lnTo>
                <a:lnTo>
                  <a:pt x="232600" y="275590"/>
                </a:lnTo>
                <a:lnTo>
                  <a:pt x="225218" y="269240"/>
                </a:lnTo>
                <a:lnTo>
                  <a:pt x="218122" y="261620"/>
                </a:lnTo>
                <a:lnTo>
                  <a:pt x="210383" y="256540"/>
                </a:lnTo>
                <a:lnTo>
                  <a:pt x="203073" y="251460"/>
                </a:lnTo>
                <a:lnTo>
                  <a:pt x="196048" y="246380"/>
                </a:lnTo>
                <a:lnTo>
                  <a:pt x="189166" y="241300"/>
                </a:lnTo>
                <a:lnTo>
                  <a:pt x="181403" y="238760"/>
                </a:lnTo>
                <a:lnTo>
                  <a:pt x="166449" y="231140"/>
                </a:lnTo>
                <a:lnTo>
                  <a:pt x="158686" y="228600"/>
                </a:lnTo>
                <a:lnTo>
                  <a:pt x="289079" y="228600"/>
                </a:lnTo>
                <a:lnTo>
                  <a:pt x="296882" y="236220"/>
                </a:lnTo>
                <a:lnTo>
                  <a:pt x="309657" y="248920"/>
                </a:lnTo>
                <a:lnTo>
                  <a:pt x="321087" y="264160"/>
                </a:lnTo>
                <a:lnTo>
                  <a:pt x="332517" y="281940"/>
                </a:lnTo>
                <a:lnTo>
                  <a:pt x="421161" y="281940"/>
                </a:lnTo>
                <a:lnTo>
                  <a:pt x="393858" y="320040"/>
                </a:lnTo>
                <a:lnTo>
                  <a:pt x="384952" y="330200"/>
                </a:lnTo>
                <a:lnTo>
                  <a:pt x="375189" y="341630"/>
                </a:lnTo>
                <a:lnTo>
                  <a:pt x="382952" y="347980"/>
                </a:lnTo>
                <a:lnTo>
                  <a:pt x="390429" y="354330"/>
                </a:lnTo>
                <a:lnTo>
                  <a:pt x="397906" y="359410"/>
                </a:lnTo>
                <a:lnTo>
                  <a:pt x="405669" y="364490"/>
                </a:lnTo>
                <a:lnTo>
                  <a:pt x="413447" y="368300"/>
                </a:lnTo>
                <a:lnTo>
                  <a:pt x="420957" y="370840"/>
                </a:lnTo>
                <a:lnTo>
                  <a:pt x="436245" y="373380"/>
                </a:lnTo>
                <a:close/>
              </a:path>
              <a:path w="491489" h="444500">
                <a:moveTo>
                  <a:pt x="491109" y="373380"/>
                </a:moveTo>
                <a:lnTo>
                  <a:pt x="443126" y="373380"/>
                </a:lnTo>
                <a:lnTo>
                  <a:pt x="450151" y="372110"/>
                </a:lnTo>
                <a:lnTo>
                  <a:pt x="465201" y="369570"/>
                </a:lnTo>
                <a:lnTo>
                  <a:pt x="472035" y="368300"/>
                </a:lnTo>
                <a:lnTo>
                  <a:pt x="478726" y="365760"/>
                </a:lnTo>
                <a:lnTo>
                  <a:pt x="485132" y="363220"/>
                </a:lnTo>
                <a:lnTo>
                  <a:pt x="491109" y="360680"/>
                </a:lnTo>
                <a:lnTo>
                  <a:pt x="491109" y="373380"/>
                </a:lnTo>
                <a:close/>
              </a:path>
              <a:path w="491489" h="444500">
                <a:moveTo>
                  <a:pt x="441948" y="444500"/>
                </a:moveTo>
                <a:lnTo>
                  <a:pt x="406622" y="444500"/>
                </a:lnTo>
                <a:lnTo>
                  <a:pt x="399073" y="443230"/>
                </a:lnTo>
                <a:lnTo>
                  <a:pt x="391953" y="441960"/>
                </a:lnTo>
                <a:lnTo>
                  <a:pt x="385095" y="439420"/>
                </a:lnTo>
                <a:lnTo>
                  <a:pt x="378237" y="435610"/>
                </a:lnTo>
                <a:lnTo>
                  <a:pt x="371379" y="433070"/>
                </a:lnTo>
                <a:lnTo>
                  <a:pt x="364521" y="429260"/>
                </a:lnTo>
                <a:lnTo>
                  <a:pt x="347376" y="417830"/>
                </a:lnTo>
                <a:lnTo>
                  <a:pt x="324516" y="397510"/>
                </a:lnTo>
                <a:lnTo>
                  <a:pt x="318801" y="391160"/>
                </a:lnTo>
                <a:lnTo>
                  <a:pt x="491109" y="391160"/>
                </a:lnTo>
                <a:lnTo>
                  <a:pt x="491109" y="433070"/>
                </a:lnTo>
                <a:lnTo>
                  <a:pt x="467106" y="440690"/>
                </a:lnTo>
                <a:lnTo>
                  <a:pt x="450816" y="443230"/>
                </a:lnTo>
                <a:lnTo>
                  <a:pt x="441948" y="44450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71067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20" h="172719">
                <a:moveTo>
                  <a:pt x="0" y="0"/>
                </a:moveTo>
                <a:lnTo>
                  <a:pt x="96012" y="0"/>
                </a:lnTo>
                <a:lnTo>
                  <a:pt x="96012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971061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02645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3532" y="78740"/>
                </a:lnTo>
                <a:lnTo>
                  <a:pt x="123532" y="430530"/>
                </a:lnTo>
                <a:lnTo>
                  <a:pt x="221068" y="430530"/>
                </a:lnTo>
                <a:lnTo>
                  <a:pt x="221068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03743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94565" y="99107"/>
                </a:lnTo>
                <a:lnTo>
                  <a:pt x="391108" y="114776"/>
                </a:lnTo>
                <a:lnTo>
                  <a:pt x="387668" y="127587"/>
                </a:lnTo>
                <a:lnTo>
                  <a:pt x="384238" y="137255"/>
                </a:lnTo>
                <a:lnTo>
                  <a:pt x="283654" y="431672"/>
                </a:lnTo>
                <a:lnTo>
                  <a:pt x="202787" y="431672"/>
                </a:lnTo>
                <a:lnTo>
                  <a:pt x="100584" y="140303"/>
                </a:lnTo>
                <a:lnTo>
                  <a:pt x="98012" y="132302"/>
                </a:lnTo>
                <a:lnTo>
                  <a:pt x="94869" y="119729"/>
                </a:lnTo>
                <a:lnTo>
                  <a:pt x="91154" y="102584"/>
                </a:lnTo>
                <a:lnTo>
                  <a:pt x="86868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1743" y="256317"/>
                </a:lnTo>
                <a:lnTo>
                  <a:pt x="244173" y="301537"/>
                </a:lnTo>
                <a:lnTo>
                  <a:pt x="246983" y="317277"/>
                </a:lnTo>
                <a:lnTo>
                  <a:pt x="248507" y="317277"/>
                </a:lnTo>
                <a:lnTo>
                  <a:pt x="260803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93906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37" y="351790"/>
                </a:lnTo>
                <a:lnTo>
                  <a:pt x="97637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703474" y="733710"/>
            <a:ext cx="271780" cy="439420"/>
          </a:xfrm>
          <a:custGeom>
            <a:avLst/>
            <a:gdLst/>
            <a:ahLst/>
            <a:cxnLst/>
            <a:rect l="l" t="t" r="r" b="b"/>
            <a:pathLst>
              <a:path w="271779" h="439419">
                <a:moveTo>
                  <a:pt x="103727" y="439292"/>
                </a:moveTo>
                <a:lnTo>
                  <a:pt x="74018" y="438149"/>
                </a:lnTo>
                <a:lnTo>
                  <a:pt x="46720" y="434720"/>
                </a:lnTo>
                <a:lnTo>
                  <a:pt x="21993" y="429005"/>
                </a:lnTo>
                <a:lnTo>
                  <a:pt x="0" y="421004"/>
                </a:lnTo>
                <a:lnTo>
                  <a:pt x="0" y="338613"/>
                </a:lnTo>
                <a:lnTo>
                  <a:pt x="22255" y="350670"/>
                </a:lnTo>
                <a:lnTo>
                  <a:pt x="45386" y="359271"/>
                </a:lnTo>
                <a:lnTo>
                  <a:pt x="69088" y="364425"/>
                </a:lnTo>
                <a:lnTo>
                  <a:pt x="93059" y="366140"/>
                </a:lnTo>
                <a:lnTo>
                  <a:pt x="111347" y="364996"/>
                </a:lnTo>
                <a:lnTo>
                  <a:pt x="152495" y="347757"/>
                </a:lnTo>
                <a:lnTo>
                  <a:pt x="172426" y="313896"/>
                </a:lnTo>
                <a:lnTo>
                  <a:pt x="173831" y="298989"/>
                </a:lnTo>
                <a:lnTo>
                  <a:pt x="168140" y="270971"/>
                </a:lnTo>
                <a:lnTo>
                  <a:pt x="151161" y="250936"/>
                </a:lnTo>
                <a:lnTo>
                  <a:pt x="123039" y="238901"/>
                </a:lnTo>
                <a:lnTo>
                  <a:pt x="83915" y="234886"/>
                </a:lnTo>
                <a:lnTo>
                  <a:pt x="66183" y="235196"/>
                </a:lnTo>
                <a:lnTo>
                  <a:pt x="47291" y="236219"/>
                </a:lnTo>
                <a:lnTo>
                  <a:pt x="27256" y="238101"/>
                </a:lnTo>
                <a:lnTo>
                  <a:pt x="6096" y="240982"/>
                </a:lnTo>
                <a:lnTo>
                  <a:pt x="22859" y="0"/>
                </a:lnTo>
                <a:lnTo>
                  <a:pt x="251650" y="0"/>
                </a:lnTo>
                <a:lnTo>
                  <a:pt x="251650" y="77819"/>
                </a:lnTo>
                <a:lnTo>
                  <a:pt x="94583" y="77819"/>
                </a:lnTo>
                <a:lnTo>
                  <a:pt x="88487" y="163258"/>
                </a:lnTo>
                <a:lnTo>
                  <a:pt x="99631" y="163020"/>
                </a:lnTo>
                <a:lnTo>
                  <a:pt x="120205" y="161972"/>
                </a:lnTo>
                <a:lnTo>
                  <a:pt x="129635" y="161734"/>
                </a:lnTo>
                <a:lnTo>
                  <a:pt x="188356" y="170687"/>
                </a:lnTo>
                <a:lnTo>
                  <a:pt x="233362" y="196786"/>
                </a:lnTo>
                <a:lnTo>
                  <a:pt x="261556" y="237791"/>
                </a:lnTo>
                <a:lnTo>
                  <a:pt x="271462" y="291369"/>
                </a:lnTo>
                <a:lnTo>
                  <a:pt x="268605" y="322198"/>
                </a:lnTo>
                <a:lnTo>
                  <a:pt x="245744" y="375889"/>
                </a:lnTo>
                <a:lnTo>
                  <a:pt x="201748" y="416147"/>
                </a:lnTo>
                <a:lnTo>
                  <a:pt x="140580" y="436721"/>
                </a:lnTo>
                <a:lnTo>
                  <a:pt x="103727" y="43929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29629" y="726096"/>
            <a:ext cx="489584" cy="537210"/>
          </a:xfrm>
          <a:custGeom>
            <a:avLst/>
            <a:gdLst/>
            <a:ahLst/>
            <a:cxnLst/>
            <a:rect l="l" t="t" r="r" b="b"/>
            <a:pathLst>
              <a:path w="489584" h="537210">
                <a:moveTo>
                  <a:pt x="175361" y="536917"/>
                </a:moveTo>
                <a:lnTo>
                  <a:pt x="146773" y="497141"/>
                </a:lnTo>
                <a:lnTo>
                  <a:pt x="123482" y="455625"/>
                </a:lnTo>
                <a:lnTo>
                  <a:pt x="105448" y="412432"/>
                </a:lnTo>
                <a:lnTo>
                  <a:pt x="92608" y="367588"/>
                </a:lnTo>
                <a:lnTo>
                  <a:pt x="84937" y="321119"/>
                </a:lnTo>
                <a:lnTo>
                  <a:pt x="82397" y="273075"/>
                </a:lnTo>
                <a:lnTo>
                  <a:pt x="84937" y="225666"/>
                </a:lnTo>
                <a:lnTo>
                  <a:pt x="92557" y="179514"/>
                </a:lnTo>
                <a:lnTo>
                  <a:pt x="105257" y="134632"/>
                </a:lnTo>
                <a:lnTo>
                  <a:pt x="123037" y="91020"/>
                </a:lnTo>
                <a:lnTo>
                  <a:pt x="145897" y="48691"/>
                </a:lnTo>
                <a:lnTo>
                  <a:pt x="173837" y="7620"/>
                </a:lnTo>
                <a:lnTo>
                  <a:pt x="97637" y="7620"/>
                </a:lnTo>
                <a:lnTo>
                  <a:pt x="67614" y="46888"/>
                </a:lnTo>
                <a:lnTo>
                  <a:pt x="43154" y="88315"/>
                </a:lnTo>
                <a:lnTo>
                  <a:pt x="24206" y="131775"/>
                </a:lnTo>
                <a:lnTo>
                  <a:pt x="10731" y="177139"/>
                </a:lnTo>
                <a:lnTo>
                  <a:pt x="2679" y="224282"/>
                </a:lnTo>
                <a:lnTo>
                  <a:pt x="0" y="273075"/>
                </a:lnTo>
                <a:lnTo>
                  <a:pt x="2679" y="324192"/>
                </a:lnTo>
                <a:lnTo>
                  <a:pt x="10731" y="372351"/>
                </a:lnTo>
                <a:lnTo>
                  <a:pt x="24206" y="417614"/>
                </a:lnTo>
                <a:lnTo>
                  <a:pt x="43154" y="460070"/>
                </a:lnTo>
                <a:lnTo>
                  <a:pt x="67614" y="499821"/>
                </a:lnTo>
                <a:lnTo>
                  <a:pt x="97637" y="536917"/>
                </a:lnTo>
                <a:lnTo>
                  <a:pt x="175361" y="536917"/>
                </a:lnTo>
                <a:close/>
              </a:path>
              <a:path w="489584" h="537210">
                <a:moveTo>
                  <a:pt x="489496" y="315747"/>
                </a:moveTo>
                <a:lnTo>
                  <a:pt x="475348" y="262991"/>
                </a:lnTo>
                <a:lnTo>
                  <a:pt x="432346" y="226123"/>
                </a:lnTo>
                <a:lnTo>
                  <a:pt x="391960" y="215074"/>
                </a:lnTo>
                <a:lnTo>
                  <a:pt x="391960" y="213550"/>
                </a:lnTo>
                <a:lnTo>
                  <a:pt x="429082" y="198386"/>
                </a:lnTo>
                <a:lnTo>
                  <a:pt x="455777" y="175628"/>
                </a:lnTo>
                <a:lnTo>
                  <a:pt x="471893" y="145148"/>
                </a:lnTo>
                <a:lnTo>
                  <a:pt x="477304" y="106768"/>
                </a:lnTo>
                <a:lnTo>
                  <a:pt x="475018" y="84137"/>
                </a:lnTo>
                <a:lnTo>
                  <a:pt x="456730" y="46253"/>
                </a:lnTo>
                <a:lnTo>
                  <a:pt x="420458" y="17360"/>
                </a:lnTo>
                <a:lnTo>
                  <a:pt x="368452" y="1981"/>
                </a:lnTo>
                <a:lnTo>
                  <a:pt x="336994" y="0"/>
                </a:lnTo>
                <a:lnTo>
                  <a:pt x="308140" y="1422"/>
                </a:lnTo>
                <a:lnTo>
                  <a:pt x="280987" y="5715"/>
                </a:lnTo>
                <a:lnTo>
                  <a:pt x="255562" y="12852"/>
                </a:lnTo>
                <a:lnTo>
                  <a:pt x="231838" y="22860"/>
                </a:lnTo>
                <a:lnTo>
                  <a:pt x="231838" y="100672"/>
                </a:lnTo>
                <a:lnTo>
                  <a:pt x="252437" y="88671"/>
                </a:lnTo>
                <a:lnTo>
                  <a:pt x="273177" y="80098"/>
                </a:lnTo>
                <a:lnTo>
                  <a:pt x="294208" y="74955"/>
                </a:lnTo>
                <a:lnTo>
                  <a:pt x="315658" y="73240"/>
                </a:lnTo>
                <a:lnTo>
                  <a:pt x="343712" y="76415"/>
                </a:lnTo>
                <a:lnTo>
                  <a:pt x="363753" y="86004"/>
                </a:lnTo>
                <a:lnTo>
                  <a:pt x="375754" y="102184"/>
                </a:lnTo>
                <a:lnTo>
                  <a:pt x="379768" y="125056"/>
                </a:lnTo>
                <a:lnTo>
                  <a:pt x="374573" y="149999"/>
                </a:lnTo>
                <a:lnTo>
                  <a:pt x="358952" y="167627"/>
                </a:lnTo>
                <a:lnTo>
                  <a:pt x="332752" y="178092"/>
                </a:lnTo>
                <a:lnTo>
                  <a:pt x="295846" y="181546"/>
                </a:lnTo>
                <a:lnTo>
                  <a:pt x="259270" y="181546"/>
                </a:lnTo>
                <a:lnTo>
                  <a:pt x="259270" y="254698"/>
                </a:lnTo>
                <a:lnTo>
                  <a:pt x="298894" y="254698"/>
                </a:lnTo>
                <a:lnTo>
                  <a:pt x="319468" y="255600"/>
                </a:lnTo>
                <a:lnTo>
                  <a:pt x="367576" y="270027"/>
                </a:lnTo>
                <a:lnTo>
                  <a:pt x="391782" y="301104"/>
                </a:lnTo>
                <a:lnTo>
                  <a:pt x="393484" y="314223"/>
                </a:lnTo>
                <a:lnTo>
                  <a:pt x="392099" y="327355"/>
                </a:lnTo>
                <a:lnTo>
                  <a:pt x="362242" y="365366"/>
                </a:lnTo>
                <a:lnTo>
                  <a:pt x="315658" y="373761"/>
                </a:lnTo>
                <a:lnTo>
                  <a:pt x="287934" y="371754"/>
                </a:lnTo>
                <a:lnTo>
                  <a:pt x="261924" y="365747"/>
                </a:lnTo>
                <a:lnTo>
                  <a:pt x="237604" y="355714"/>
                </a:lnTo>
                <a:lnTo>
                  <a:pt x="214985" y="341655"/>
                </a:lnTo>
                <a:lnTo>
                  <a:pt x="214985" y="425577"/>
                </a:lnTo>
                <a:lnTo>
                  <a:pt x="237299" y="434695"/>
                </a:lnTo>
                <a:lnTo>
                  <a:pt x="262877" y="441388"/>
                </a:lnTo>
                <a:lnTo>
                  <a:pt x="291579" y="445503"/>
                </a:lnTo>
                <a:lnTo>
                  <a:pt x="323278" y="446913"/>
                </a:lnTo>
                <a:lnTo>
                  <a:pt x="360172" y="444652"/>
                </a:lnTo>
                <a:lnTo>
                  <a:pt x="421309" y="426986"/>
                </a:lnTo>
                <a:lnTo>
                  <a:pt x="465061" y="392125"/>
                </a:lnTo>
                <a:lnTo>
                  <a:pt x="486867" y="344055"/>
                </a:lnTo>
                <a:lnTo>
                  <a:pt x="489496" y="31574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769512" y="733710"/>
            <a:ext cx="175895" cy="529590"/>
          </a:xfrm>
          <a:custGeom>
            <a:avLst/>
            <a:gdLst/>
            <a:ahLst/>
            <a:cxnLst/>
            <a:rect l="l" t="t" r="r" b="b"/>
            <a:pathLst>
              <a:path w="175895" h="529590">
                <a:moveTo>
                  <a:pt x="77724" y="529304"/>
                </a:moveTo>
                <a:lnTo>
                  <a:pt x="0" y="529304"/>
                </a:lnTo>
                <a:lnTo>
                  <a:pt x="27940" y="489519"/>
                </a:lnTo>
                <a:lnTo>
                  <a:pt x="50800" y="448010"/>
                </a:lnTo>
                <a:lnTo>
                  <a:pt x="68580" y="404812"/>
                </a:lnTo>
                <a:lnTo>
                  <a:pt x="81280" y="359963"/>
                </a:lnTo>
                <a:lnTo>
                  <a:pt x="88900" y="313501"/>
                </a:lnTo>
                <a:lnTo>
                  <a:pt x="91440" y="265461"/>
                </a:lnTo>
                <a:lnTo>
                  <a:pt x="88900" y="218043"/>
                </a:lnTo>
                <a:lnTo>
                  <a:pt x="81280" y="171894"/>
                </a:lnTo>
                <a:lnTo>
                  <a:pt x="68580" y="127015"/>
                </a:lnTo>
                <a:lnTo>
                  <a:pt x="50800" y="83407"/>
                </a:lnTo>
                <a:lnTo>
                  <a:pt x="27940" y="41068"/>
                </a:lnTo>
                <a:lnTo>
                  <a:pt x="0" y="0"/>
                </a:lnTo>
                <a:lnTo>
                  <a:pt x="77724" y="0"/>
                </a:lnTo>
                <a:lnTo>
                  <a:pt x="107743" y="39269"/>
                </a:lnTo>
                <a:lnTo>
                  <a:pt x="132203" y="80697"/>
                </a:lnTo>
                <a:lnTo>
                  <a:pt x="151149" y="124158"/>
                </a:lnTo>
                <a:lnTo>
                  <a:pt x="164627" y="169523"/>
                </a:lnTo>
                <a:lnTo>
                  <a:pt x="172680" y="216667"/>
                </a:lnTo>
                <a:lnTo>
                  <a:pt x="175355" y="265461"/>
                </a:lnTo>
                <a:lnTo>
                  <a:pt x="172574" y="316047"/>
                </a:lnTo>
                <a:lnTo>
                  <a:pt x="164288" y="364049"/>
                </a:lnTo>
                <a:lnTo>
                  <a:pt x="150578" y="409420"/>
                </a:lnTo>
                <a:lnTo>
                  <a:pt x="131526" y="452116"/>
                </a:lnTo>
                <a:lnTo>
                  <a:pt x="107214" y="492092"/>
                </a:lnTo>
                <a:lnTo>
                  <a:pt x="77724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1995201"/>
            <a:ext cx="109823" cy="111347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315872" y="1822894"/>
            <a:ext cx="864869" cy="431800"/>
          </a:xfrm>
          <a:custGeom>
            <a:avLst/>
            <a:gdLst/>
            <a:ahLst/>
            <a:cxnLst/>
            <a:rect l="l" t="t" r="r" b="b"/>
            <a:pathLst>
              <a:path w="864869" h="431800">
                <a:moveTo>
                  <a:pt x="388912" y="32004"/>
                </a:moveTo>
                <a:lnTo>
                  <a:pt x="0" y="32004"/>
                </a:lnTo>
                <a:lnTo>
                  <a:pt x="0" y="68580"/>
                </a:lnTo>
                <a:lnTo>
                  <a:pt x="327952" y="68580"/>
                </a:lnTo>
                <a:lnTo>
                  <a:pt x="295325" y="92621"/>
                </a:lnTo>
                <a:lnTo>
                  <a:pt x="261416" y="116484"/>
                </a:lnTo>
                <a:lnTo>
                  <a:pt x="226072" y="140042"/>
                </a:lnTo>
                <a:lnTo>
                  <a:pt x="189166" y="163169"/>
                </a:lnTo>
                <a:lnTo>
                  <a:pt x="189166" y="341668"/>
                </a:lnTo>
                <a:lnTo>
                  <a:pt x="186613" y="359435"/>
                </a:lnTo>
                <a:lnTo>
                  <a:pt x="179070" y="371767"/>
                </a:lnTo>
                <a:lnTo>
                  <a:pt x="166662" y="378955"/>
                </a:lnTo>
                <a:lnTo>
                  <a:pt x="149542" y="381292"/>
                </a:lnTo>
                <a:lnTo>
                  <a:pt x="132651" y="381000"/>
                </a:lnTo>
                <a:lnTo>
                  <a:pt x="114211" y="380149"/>
                </a:lnTo>
                <a:lnTo>
                  <a:pt x="94373" y="378714"/>
                </a:lnTo>
                <a:lnTo>
                  <a:pt x="73253" y="376720"/>
                </a:lnTo>
                <a:lnTo>
                  <a:pt x="77635" y="397497"/>
                </a:lnTo>
                <a:lnTo>
                  <a:pt x="79463" y="408266"/>
                </a:lnTo>
                <a:lnTo>
                  <a:pt x="80873" y="419481"/>
                </a:lnTo>
                <a:lnTo>
                  <a:pt x="152590" y="419481"/>
                </a:lnTo>
                <a:lnTo>
                  <a:pt x="202311" y="409803"/>
                </a:lnTo>
                <a:lnTo>
                  <a:pt x="224409" y="378434"/>
                </a:lnTo>
                <a:lnTo>
                  <a:pt x="228790" y="341668"/>
                </a:lnTo>
                <a:lnTo>
                  <a:pt x="228790" y="181457"/>
                </a:lnTo>
                <a:lnTo>
                  <a:pt x="269709" y="155168"/>
                </a:lnTo>
                <a:lnTo>
                  <a:pt x="310032" y="128866"/>
                </a:lnTo>
                <a:lnTo>
                  <a:pt x="349758" y="102552"/>
                </a:lnTo>
                <a:lnTo>
                  <a:pt x="388912" y="76200"/>
                </a:lnTo>
                <a:lnTo>
                  <a:pt x="388912" y="32004"/>
                </a:lnTo>
                <a:close/>
              </a:path>
              <a:path w="864869" h="431800">
                <a:moveTo>
                  <a:pt x="626846" y="117449"/>
                </a:moveTo>
                <a:lnTo>
                  <a:pt x="597890" y="117449"/>
                </a:lnTo>
                <a:lnTo>
                  <a:pt x="597890" y="143357"/>
                </a:lnTo>
                <a:lnTo>
                  <a:pt x="597890" y="198323"/>
                </a:lnTo>
                <a:lnTo>
                  <a:pt x="597890" y="224231"/>
                </a:lnTo>
                <a:lnTo>
                  <a:pt x="597890" y="280619"/>
                </a:lnTo>
                <a:lnTo>
                  <a:pt x="558266" y="280619"/>
                </a:lnTo>
                <a:lnTo>
                  <a:pt x="558266" y="224231"/>
                </a:lnTo>
                <a:lnTo>
                  <a:pt x="597890" y="224231"/>
                </a:lnTo>
                <a:lnTo>
                  <a:pt x="597890" y="198323"/>
                </a:lnTo>
                <a:lnTo>
                  <a:pt x="558266" y="198323"/>
                </a:lnTo>
                <a:lnTo>
                  <a:pt x="558266" y="143357"/>
                </a:lnTo>
                <a:lnTo>
                  <a:pt x="597890" y="143357"/>
                </a:lnTo>
                <a:lnTo>
                  <a:pt x="597890" y="117449"/>
                </a:lnTo>
                <a:lnTo>
                  <a:pt x="570458" y="117449"/>
                </a:lnTo>
                <a:lnTo>
                  <a:pt x="602462" y="70104"/>
                </a:lnTo>
                <a:lnTo>
                  <a:pt x="602462" y="42672"/>
                </a:lnTo>
                <a:lnTo>
                  <a:pt x="567410" y="42672"/>
                </a:lnTo>
                <a:lnTo>
                  <a:pt x="567410" y="70104"/>
                </a:lnTo>
                <a:lnTo>
                  <a:pt x="535305" y="117449"/>
                </a:lnTo>
                <a:lnTo>
                  <a:pt x="530733" y="117449"/>
                </a:lnTo>
                <a:lnTo>
                  <a:pt x="530733" y="143357"/>
                </a:lnTo>
                <a:lnTo>
                  <a:pt x="530733" y="198323"/>
                </a:lnTo>
                <a:lnTo>
                  <a:pt x="530733" y="224231"/>
                </a:lnTo>
                <a:lnTo>
                  <a:pt x="530733" y="280619"/>
                </a:lnTo>
                <a:lnTo>
                  <a:pt x="492633" y="280619"/>
                </a:lnTo>
                <a:lnTo>
                  <a:pt x="492633" y="224231"/>
                </a:lnTo>
                <a:lnTo>
                  <a:pt x="530733" y="224231"/>
                </a:lnTo>
                <a:lnTo>
                  <a:pt x="530733" y="198323"/>
                </a:lnTo>
                <a:lnTo>
                  <a:pt x="492633" y="198323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49"/>
                </a:lnTo>
                <a:lnTo>
                  <a:pt x="474345" y="117449"/>
                </a:lnTo>
                <a:lnTo>
                  <a:pt x="482320" y="105981"/>
                </a:lnTo>
                <a:lnTo>
                  <a:pt x="490156" y="94348"/>
                </a:lnTo>
                <a:lnTo>
                  <a:pt x="497700" y="82435"/>
                </a:lnTo>
                <a:lnTo>
                  <a:pt x="504825" y="70104"/>
                </a:lnTo>
                <a:lnTo>
                  <a:pt x="567410" y="70104"/>
                </a:lnTo>
                <a:lnTo>
                  <a:pt x="567410" y="42672"/>
                </a:lnTo>
                <a:lnTo>
                  <a:pt x="520065" y="42672"/>
                </a:lnTo>
                <a:lnTo>
                  <a:pt x="524637" y="34417"/>
                </a:lnTo>
                <a:lnTo>
                  <a:pt x="529209" y="25717"/>
                </a:lnTo>
                <a:lnTo>
                  <a:pt x="533781" y="16751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02"/>
                </a:lnTo>
                <a:lnTo>
                  <a:pt x="473583" y="66306"/>
                </a:lnTo>
                <a:lnTo>
                  <a:pt x="453009" y="96062"/>
                </a:lnTo>
                <a:lnTo>
                  <a:pt x="430149" y="123545"/>
                </a:lnTo>
                <a:lnTo>
                  <a:pt x="436702" y="130124"/>
                </a:lnTo>
                <a:lnTo>
                  <a:pt x="442531" y="136118"/>
                </a:lnTo>
                <a:lnTo>
                  <a:pt x="447509" y="141554"/>
                </a:lnTo>
                <a:lnTo>
                  <a:pt x="451485" y="146405"/>
                </a:lnTo>
                <a:lnTo>
                  <a:pt x="456057" y="141833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0619"/>
                </a:lnTo>
                <a:lnTo>
                  <a:pt x="461683" y="319557"/>
                </a:lnTo>
                <a:lnTo>
                  <a:pt x="455676" y="354050"/>
                </a:lnTo>
                <a:lnTo>
                  <a:pt x="445681" y="384263"/>
                </a:lnTo>
                <a:lnTo>
                  <a:pt x="431673" y="410349"/>
                </a:lnTo>
                <a:lnTo>
                  <a:pt x="438264" y="415175"/>
                </a:lnTo>
                <a:lnTo>
                  <a:pt x="444436" y="420446"/>
                </a:lnTo>
                <a:lnTo>
                  <a:pt x="450316" y="425983"/>
                </a:lnTo>
                <a:lnTo>
                  <a:pt x="456057" y="431685"/>
                </a:lnTo>
                <a:lnTo>
                  <a:pt x="470319" y="407568"/>
                </a:lnTo>
                <a:lnTo>
                  <a:pt x="481012" y="378637"/>
                </a:lnTo>
                <a:lnTo>
                  <a:pt x="487984" y="344576"/>
                </a:lnTo>
                <a:lnTo>
                  <a:pt x="491109" y="305092"/>
                </a:lnTo>
                <a:lnTo>
                  <a:pt x="530733" y="305092"/>
                </a:lnTo>
                <a:lnTo>
                  <a:pt x="530733" y="387388"/>
                </a:lnTo>
                <a:lnTo>
                  <a:pt x="558266" y="387388"/>
                </a:lnTo>
                <a:lnTo>
                  <a:pt x="558266" y="305092"/>
                </a:lnTo>
                <a:lnTo>
                  <a:pt x="597890" y="305092"/>
                </a:lnTo>
                <a:lnTo>
                  <a:pt x="597890" y="376720"/>
                </a:lnTo>
                <a:lnTo>
                  <a:pt x="596722" y="385838"/>
                </a:lnTo>
                <a:lnTo>
                  <a:pt x="593128" y="392531"/>
                </a:lnTo>
                <a:lnTo>
                  <a:pt x="586955" y="396646"/>
                </a:lnTo>
                <a:lnTo>
                  <a:pt x="578078" y="398056"/>
                </a:lnTo>
                <a:lnTo>
                  <a:pt x="568883" y="397789"/>
                </a:lnTo>
                <a:lnTo>
                  <a:pt x="559549" y="397103"/>
                </a:lnTo>
                <a:lnTo>
                  <a:pt x="549922" y="396125"/>
                </a:lnTo>
                <a:lnTo>
                  <a:pt x="539877" y="395008"/>
                </a:lnTo>
                <a:lnTo>
                  <a:pt x="541020" y="403898"/>
                </a:lnTo>
                <a:lnTo>
                  <a:pt x="542163" y="412051"/>
                </a:lnTo>
                <a:lnTo>
                  <a:pt x="543306" y="419315"/>
                </a:lnTo>
                <a:lnTo>
                  <a:pt x="544449" y="425589"/>
                </a:lnTo>
                <a:lnTo>
                  <a:pt x="584174" y="425589"/>
                </a:lnTo>
                <a:lnTo>
                  <a:pt x="624243" y="400469"/>
                </a:lnTo>
                <a:lnTo>
                  <a:pt x="626846" y="381292"/>
                </a:lnTo>
                <a:lnTo>
                  <a:pt x="626846" y="305092"/>
                </a:lnTo>
                <a:lnTo>
                  <a:pt x="626846" y="280619"/>
                </a:lnTo>
                <a:lnTo>
                  <a:pt x="626846" y="224231"/>
                </a:lnTo>
                <a:lnTo>
                  <a:pt x="626846" y="198323"/>
                </a:lnTo>
                <a:lnTo>
                  <a:pt x="626846" y="143357"/>
                </a:lnTo>
                <a:lnTo>
                  <a:pt x="626846" y="132689"/>
                </a:lnTo>
                <a:lnTo>
                  <a:pt x="626846" y="117449"/>
                </a:lnTo>
                <a:close/>
              </a:path>
              <a:path w="864869" h="431800">
                <a:moveTo>
                  <a:pt x="841921" y="22860"/>
                </a:moveTo>
                <a:lnTo>
                  <a:pt x="645134" y="22860"/>
                </a:lnTo>
                <a:lnTo>
                  <a:pt x="645134" y="51816"/>
                </a:lnTo>
                <a:lnTo>
                  <a:pt x="693902" y="51816"/>
                </a:lnTo>
                <a:lnTo>
                  <a:pt x="692188" y="69011"/>
                </a:lnTo>
                <a:lnTo>
                  <a:pt x="680186" y="108305"/>
                </a:lnTo>
                <a:lnTo>
                  <a:pt x="646747" y="140665"/>
                </a:lnTo>
                <a:lnTo>
                  <a:pt x="629894" y="150977"/>
                </a:lnTo>
                <a:lnTo>
                  <a:pt x="641705" y="166979"/>
                </a:lnTo>
                <a:lnTo>
                  <a:pt x="646607" y="173266"/>
                </a:lnTo>
                <a:lnTo>
                  <a:pt x="651230" y="178409"/>
                </a:lnTo>
                <a:lnTo>
                  <a:pt x="671220" y="164668"/>
                </a:lnTo>
                <a:lnTo>
                  <a:pt x="700379" y="136613"/>
                </a:lnTo>
                <a:lnTo>
                  <a:pt x="720280" y="90919"/>
                </a:lnTo>
                <a:lnTo>
                  <a:pt x="724471" y="51816"/>
                </a:lnTo>
                <a:lnTo>
                  <a:pt x="808291" y="51816"/>
                </a:lnTo>
                <a:lnTo>
                  <a:pt x="807389" y="64985"/>
                </a:lnTo>
                <a:lnTo>
                  <a:pt x="806767" y="77165"/>
                </a:lnTo>
                <a:lnTo>
                  <a:pt x="806145" y="88506"/>
                </a:lnTo>
                <a:lnTo>
                  <a:pt x="779335" y="123545"/>
                </a:lnTo>
                <a:lnTo>
                  <a:pt x="769353" y="123278"/>
                </a:lnTo>
                <a:lnTo>
                  <a:pt x="757809" y="122593"/>
                </a:lnTo>
                <a:lnTo>
                  <a:pt x="730567" y="120497"/>
                </a:lnTo>
                <a:lnTo>
                  <a:pt x="731735" y="128765"/>
                </a:lnTo>
                <a:lnTo>
                  <a:pt x="733044" y="137452"/>
                </a:lnTo>
                <a:lnTo>
                  <a:pt x="734644" y="146431"/>
                </a:lnTo>
                <a:lnTo>
                  <a:pt x="736663" y="155549"/>
                </a:lnTo>
                <a:lnTo>
                  <a:pt x="748931" y="155790"/>
                </a:lnTo>
                <a:lnTo>
                  <a:pt x="771169" y="156832"/>
                </a:lnTo>
                <a:lnTo>
                  <a:pt x="822248" y="143357"/>
                </a:lnTo>
                <a:lnTo>
                  <a:pt x="837349" y="102209"/>
                </a:lnTo>
                <a:lnTo>
                  <a:pt x="840206" y="63639"/>
                </a:lnTo>
                <a:lnTo>
                  <a:pt x="840981" y="43395"/>
                </a:lnTo>
                <a:lnTo>
                  <a:pt x="841921" y="22860"/>
                </a:lnTo>
                <a:close/>
              </a:path>
              <a:path w="864869" h="431800">
                <a:moveTo>
                  <a:pt x="864781" y="309664"/>
                </a:moveTo>
                <a:lnTo>
                  <a:pt x="776287" y="309664"/>
                </a:lnTo>
                <a:lnTo>
                  <a:pt x="776287" y="247091"/>
                </a:lnTo>
                <a:lnTo>
                  <a:pt x="854113" y="247091"/>
                </a:lnTo>
                <a:lnTo>
                  <a:pt x="854113" y="216611"/>
                </a:lnTo>
                <a:lnTo>
                  <a:pt x="776287" y="216611"/>
                </a:lnTo>
                <a:lnTo>
                  <a:pt x="776287" y="169265"/>
                </a:lnTo>
                <a:lnTo>
                  <a:pt x="744283" y="169265"/>
                </a:lnTo>
                <a:lnTo>
                  <a:pt x="744283" y="216611"/>
                </a:lnTo>
                <a:lnTo>
                  <a:pt x="701611" y="216611"/>
                </a:lnTo>
                <a:lnTo>
                  <a:pt x="703922" y="208559"/>
                </a:lnTo>
                <a:lnTo>
                  <a:pt x="706374" y="200367"/>
                </a:lnTo>
                <a:lnTo>
                  <a:pt x="709117" y="191884"/>
                </a:lnTo>
                <a:lnTo>
                  <a:pt x="712279" y="182981"/>
                </a:lnTo>
                <a:lnTo>
                  <a:pt x="681710" y="173837"/>
                </a:lnTo>
                <a:lnTo>
                  <a:pt x="674014" y="201066"/>
                </a:lnTo>
                <a:lnTo>
                  <a:pt x="664756" y="227838"/>
                </a:lnTo>
                <a:lnTo>
                  <a:pt x="654062" y="254304"/>
                </a:lnTo>
                <a:lnTo>
                  <a:pt x="642086" y="280619"/>
                </a:lnTo>
                <a:lnTo>
                  <a:pt x="657136" y="286905"/>
                </a:lnTo>
                <a:lnTo>
                  <a:pt x="664159" y="290258"/>
                </a:lnTo>
                <a:lnTo>
                  <a:pt x="671042" y="294335"/>
                </a:lnTo>
                <a:lnTo>
                  <a:pt x="676490" y="282879"/>
                </a:lnTo>
                <a:lnTo>
                  <a:pt x="681520" y="271284"/>
                </a:lnTo>
                <a:lnTo>
                  <a:pt x="686257" y="259397"/>
                </a:lnTo>
                <a:lnTo>
                  <a:pt x="690854" y="247091"/>
                </a:lnTo>
                <a:lnTo>
                  <a:pt x="744283" y="247091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85"/>
                </a:lnTo>
                <a:lnTo>
                  <a:pt x="776287" y="431685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351436" y="1881346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30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351430" y="188135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410" y="0"/>
                </a:moveTo>
                <a:lnTo>
                  <a:pt x="199732" y="0"/>
                </a:lnTo>
                <a:lnTo>
                  <a:pt x="199732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638234" y="1881314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80" y="313690"/>
                </a:lnTo>
                <a:lnTo>
                  <a:pt x="126580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905029" y="1880806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0" y="42767"/>
                </a:lnTo>
                <a:lnTo>
                  <a:pt x="33528" y="42767"/>
                </a:lnTo>
                <a:lnTo>
                  <a:pt x="34409" y="53578"/>
                </a:lnTo>
                <a:lnTo>
                  <a:pt x="34861" y="67532"/>
                </a:lnTo>
                <a:lnTo>
                  <a:pt x="34946" y="76104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43" y="257841"/>
                </a:moveTo>
                <a:lnTo>
                  <a:pt x="160115" y="257841"/>
                </a:lnTo>
                <a:lnTo>
                  <a:pt x="165282" y="245166"/>
                </a:lnTo>
                <a:lnTo>
                  <a:pt x="169449" y="234517"/>
                </a:lnTo>
                <a:lnTo>
                  <a:pt x="172759" y="225601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6702" y="42767"/>
                </a:lnTo>
                <a:lnTo>
                  <a:pt x="280797" y="60864"/>
                </a:lnTo>
                <a:lnTo>
                  <a:pt x="278344" y="67841"/>
                </a:lnTo>
                <a:lnTo>
                  <a:pt x="276034" y="73247"/>
                </a:lnTo>
                <a:lnTo>
                  <a:pt x="194243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910" y="69342"/>
                </a:lnTo>
                <a:lnTo>
                  <a:pt x="39624" y="62198"/>
                </a:lnTo>
                <a:lnTo>
                  <a:pt x="37338" y="53340"/>
                </a:lnTo>
                <a:lnTo>
                  <a:pt x="35052" y="42767"/>
                </a:lnTo>
                <a:lnTo>
                  <a:pt x="67480" y="42767"/>
                </a:lnTo>
                <a:lnTo>
                  <a:pt x="144875" y="219646"/>
                </a:lnTo>
                <a:lnTo>
                  <a:pt x="150042" y="231400"/>
                </a:lnTo>
                <a:lnTo>
                  <a:pt x="154209" y="241601"/>
                </a:lnTo>
                <a:lnTo>
                  <a:pt x="157519" y="250373"/>
                </a:lnTo>
                <a:lnTo>
                  <a:pt x="160115" y="257841"/>
                </a:lnTo>
                <a:lnTo>
                  <a:pt x="194243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58"/>
                </a:lnTo>
                <a:lnTo>
                  <a:pt x="284607" y="76104"/>
                </a:lnTo>
                <a:lnTo>
                  <a:pt x="286024" y="53340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307651" y="1880869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5" h="313689">
                <a:moveTo>
                  <a:pt x="163156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156" y="313690"/>
                </a:lnTo>
                <a:lnTo>
                  <a:pt x="16315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626345" y="1821370"/>
            <a:ext cx="5351780" cy="438150"/>
          </a:xfrm>
          <a:custGeom>
            <a:avLst/>
            <a:gdLst/>
            <a:ahLst/>
            <a:cxnLst/>
            <a:rect l="l" t="t" r="r" b="b"/>
            <a:pathLst>
              <a:path w="5351780" h="438150">
                <a:moveTo>
                  <a:pt x="378244" y="274510"/>
                </a:moveTo>
                <a:lnTo>
                  <a:pt x="218135" y="274510"/>
                </a:lnTo>
                <a:lnTo>
                  <a:pt x="218135" y="233362"/>
                </a:lnTo>
                <a:lnTo>
                  <a:pt x="305003" y="233362"/>
                </a:lnTo>
                <a:lnTo>
                  <a:pt x="305003" y="250126"/>
                </a:lnTo>
                <a:lnTo>
                  <a:pt x="337096" y="250126"/>
                </a:lnTo>
                <a:lnTo>
                  <a:pt x="337096" y="233362"/>
                </a:lnTo>
                <a:lnTo>
                  <a:pt x="337096" y="205930"/>
                </a:lnTo>
                <a:lnTo>
                  <a:pt x="337096" y="166217"/>
                </a:lnTo>
                <a:lnTo>
                  <a:pt x="337096" y="138785"/>
                </a:lnTo>
                <a:lnTo>
                  <a:pt x="305003" y="138785"/>
                </a:lnTo>
                <a:lnTo>
                  <a:pt x="305003" y="166217"/>
                </a:lnTo>
                <a:lnTo>
                  <a:pt x="305003" y="205930"/>
                </a:lnTo>
                <a:lnTo>
                  <a:pt x="96113" y="205930"/>
                </a:lnTo>
                <a:lnTo>
                  <a:pt x="96113" y="166217"/>
                </a:lnTo>
                <a:lnTo>
                  <a:pt x="305003" y="166217"/>
                </a:lnTo>
                <a:lnTo>
                  <a:pt x="305003" y="138785"/>
                </a:lnTo>
                <a:lnTo>
                  <a:pt x="64109" y="138785"/>
                </a:lnTo>
                <a:lnTo>
                  <a:pt x="64109" y="250126"/>
                </a:lnTo>
                <a:lnTo>
                  <a:pt x="96113" y="250126"/>
                </a:lnTo>
                <a:lnTo>
                  <a:pt x="96113" y="233362"/>
                </a:lnTo>
                <a:lnTo>
                  <a:pt x="182981" y="233362"/>
                </a:lnTo>
                <a:lnTo>
                  <a:pt x="182981" y="274510"/>
                </a:lnTo>
                <a:lnTo>
                  <a:pt x="25908" y="274510"/>
                </a:lnTo>
                <a:lnTo>
                  <a:pt x="25908" y="399580"/>
                </a:lnTo>
                <a:lnTo>
                  <a:pt x="59537" y="399580"/>
                </a:lnTo>
                <a:lnTo>
                  <a:pt x="59537" y="303568"/>
                </a:lnTo>
                <a:lnTo>
                  <a:pt x="182981" y="303568"/>
                </a:lnTo>
                <a:lnTo>
                  <a:pt x="182981" y="433209"/>
                </a:lnTo>
                <a:lnTo>
                  <a:pt x="218135" y="433209"/>
                </a:lnTo>
                <a:lnTo>
                  <a:pt x="218135" y="303568"/>
                </a:lnTo>
                <a:lnTo>
                  <a:pt x="344716" y="303568"/>
                </a:lnTo>
                <a:lnTo>
                  <a:pt x="344716" y="344716"/>
                </a:lnTo>
                <a:lnTo>
                  <a:pt x="343001" y="355600"/>
                </a:lnTo>
                <a:lnTo>
                  <a:pt x="337845" y="363194"/>
                </a:lnTo>
                <a:lnTo>
                  <a:pt x="329247" y="367652"/>
                </a:lnTo>
                <a:lnTo>
                  <a:pt x="317195" y="369100"/>
                </a:lnTo>
                <a:lnTo>
                  <a:pt x="305473" y="368833"/>
                </a:lnTo>
                <a:lnTo>
                  <a:pt x="293192" y="368147"/>
                </a:lnTo>
                <a:lnTo>
                  <a:pt x="266903" y="366052"/>
                </a:lnTo>
                <a:lnTo>
                  <a:pt x="269163" y="375145"/>
                </a:lnTo>
                <a:lnTo>
                  <a:pt x="271284" y="383959"/>
                </a:lnTo>
                <a:lnTo>
                  <a:pt x="273113" y="392201"/>
                </a:lnTo>
                <a:lnTo>
                  <a:pt x="274523" y="399580"/>
                </a:lnTo>
                <a:lnTo>
                  <a:pt x="288163" y="400456"/>
                </a:lnTo>
                <a:lnTo>
                  <a:pt x="301383" y="400913"/>
                </a:lnTo>
                <a:lnTo>
                  <a:pt x="313778" y="401078"/>
                </a:lnTo>
                <a:lnTo>
                  <a:pt x="324904" y="401104"/>
                </a:lnTo>
                <a:lnTo>
                  <a:pt x="348665" y="397954"/>
                </a:lnTo>
                <a:lnTo>
                  <a:pt x="365290" y="388531"/>
                </a:lnTo>
                <a:lnTo>
                  <a:pt x="375056" y="372808"/>
                </a:lnTo>
                <a:lnTo>
                  <a:pt x="375589" y="369100"/>
                </a:lnTo>
                <a:lnTo>
                  <a:pt x="378244" y="350812"/>
                </a:lnTo>
                <a:lnTo>
                  <a:pt x="378244" y="303568"/>
                </a:lnTo>
                <a:lnTo>
                  <a:pt x="378244" y="274510"/>
                </a:lnTo>
                <a:close/>
              </a:path>
              <a:path w="5351780" h="438150">
                <a:moveTo>
                  <a:pt x="399580" y="79248"/>
                </a:moveTo>
                <a:lnTo>
                  <a:pt x="298907" y="79248"/>
                </a:lnTo>
                <a:lnTo>
                  <a:pt x="316674" y="66941"/>
                </a:lnTo>
                <a:lnTo>
                  <a:pt x="366052" y="32004"/>
                </a:lnTo>
                <a:lnTo>
                  <a:pt x="340144" y="6096"/>
                </a:lnTo>
                <a:lnTo>
                  <a:pt x="323799" y="19532"/>
                </a:lnTo>
                <a:lnTo>
                  <a:pt x="306908" y="32385"/>
                </a:lnTo>
                <a:lnTo>
                  <a:pt x="289471" y="44678"/>
                </a:lnTo>
                <a:lnTo>
                  <a:pt x="271475" y="56388"/>
                </a:lnTo>
                <a:lnTo>
                  <a:pt x="289763" y="79248"/>
                </a:lnTo>
                <a:lnTo>
                  <a:pt x="216611" y="79248"/>
                </a:lnTo>
                <a:lnTo>
                  <a:pt x="216611" y="1524"/>
                </a:lnTo>
                <a:lnTo>
                  <a:pt x="181457" y="1524"/>
                </a:lnTo>
                <a:lnTo>
                  <a:pt x="181457" y="79248"/>
                </a:lnTo>
                <a:lnTo>
                  <a:pt x="105257" y="79248"/>
                </a:lnTo>
                <a:lnTo>
                  <a:pt x="128117" y="53340"/>
                </a:lnTo>
                <a:lnTo>
                  <a:pt x="111239" y="41910"/>
                </a:lnTo>
                <a:lnTo>
                  <a:pt x="94780" y="30480"/>
                </a:lnTo>
                <a:lnTo>
                  <a:pt x="62585" y="7620"/>
                </a:lnTo>
                <a:lnTo>
                  <a:pt x="41148" y="30480"/>
                </a:lnTo>
                <a:lnTo>
                  <a:pt x="57188" y="42176"/>
                </a:lnTo>
                <a:lnTo>
                  <a:pt x="73050" y="54292"/>
                </a:lnTo>
                <a:lnTo>
                  <a:pt x="88607" y="66700"/>
                </a:lnTo>
                <a:lnTo>
                  <a:pt x="103733" y="79248"/>
                </a:lnTo>
                <a:lnTo>
                  <a:pt x="0" y="79248"/>
                </a:lnTo>
                <a:lnTo>
                  <a:pt x="0" y="155549"/>
                </a:lnTo>
                <a:lnTo>
                  <a:pt x="33528" y="155549"/>
                </a:lnTo>
                <a:lnTo>
                  <a:pt x="33528" y="108305"/>
                </a:lnTo>
                <a:lnTo>
                  <a:pt x="364528" y="108305"/>
                </a:lnTo>
                <a:lnTo>
                  <a:pt x="364528" y="155549"/>
                </a:lnTo>
                <a:lnTo>
                  <a:pt x="399580" y="155549"/>
                </a:lnTo>
                <a:lnTo>
                  <a:pt x="399580" y="108305"/>
                </a:lnTo>
                <a:lnTo>
                  <a:pt x="399580" y="79248"/>
                </a:lnTo>
                <a:close/>
              </a:path>
              <a:path w="5351780" h="438150">
                <a:moveTo>
                  <a:pt x="838784" y="27432"/>
                </a:moveTo>
                <a:lnTo>
                  <a:pt x="803732" y="27432"/>
                </a:lnTo>
                <a:lnTo>
                  <a:pt x="803732" y="59436"/>
                </a:lnTo>
                <a:lnTo>
                  <a:pt x="803732" y="141833"/>
                </a:lnTo>
                <a:lnTo>
                  <a:pt x="803732" y="172313"/>
                </a:lnTo>
                <a:lnTo>
                  <a:pt x="803732" y="254698"/>
                </a:lnTo>
                <a:lnTo>
                  <a:pt x="675614" y="254698"/>
                </a:lnTo>
                <a:lnTo>
                  <a:pt x="675614" y="172313"/>
                </a:lnTo>
                <a:lnTo>
                  <a:pt x="803732" y="172313"/>
                </a:lnTo>
                <a:lnTo>
                  <a:pt x="803732" y="141833"/>
                </a:lnTo>
                <a:lnTo>
                  <a:pt x="675614" y="141833"/>
                </a:lnTo>
                <a:lnTo>
                  <a:pt x="675614" y="59436"/>
                </a:lnTo>
                <a:lnTo>
                  <a:pt x="803732" y="59436"/>
                </a:lnTo>
                <a:lnTo>
                  <a:pt x="803732" y="27432"/>
                </a:lnTo>
                <a:lnTo>
                  <a:pt x="640562" y="27432"/>
                </a:lnTo>
                <a:lnTo>
                  <a:pt x="640562" y="59436"/>
                </a:lnTo>
                <a:lnTo>
                  <a:pt x="640562" y="141833"/>
                </a:lnTo>
                <a:lnTo>
                  <a:pt x="640562" y="172313"/>
                </a:lnTo>
                <a:lnTo>
                  <a:pt x="640562" y="254698"/>
                </a:lnTo>
                <a:lnTo>
                  <a:pt x="515493" y="254698"/>
                </a:lnTo>
                <a:lnTo>
                  <a:pt x="516382" y="234988"/>
                </a:lnTo>
                <a:lnTo>
                  <a:pt x="516826" y="214693"/>
                </a:lnTo>
                <a:lnTo>
                  <a:pt x="517004" y="193802"/>
                </a:lnTo>
                <a:lnTo>
                  <a:pt x="517017" y="172313"/>
                </a:lnTo>
                <a:lnTo>
                  <a:pt x="640562" y="172313"/>
                </a:lnTo>
                <a:lnTo>
                  <a:pt x="640562" y="141833"/>
                </a:lnTo>
                <a:lnTo>
                  <a:pt x="517017" y="141833"/>
                </a:lnTo>
                <a:lnTo>
                  <a:pt x="517017" y="59436"/>
                </a:lnTo>
                <a:lnTo>
                  <a:pt x="640562" y="59436"/>
                </a:lnTo>
                <a:lnTo>
                  <a:pt x="640562" y="27432"/>
                </a:lnTo>
                <a:lnTo>
                  <a:pt x="481965" y="27432"/>
                </a:lnTo>
                <a:lnTo>
                  <a:pt x="481965" y="182981"/>
                </a:lnTo>
                <a:lnTo>
                  <a:pt x="481393" y="224142"/>
                </a:lnTo>
                <a:lnTo>
                  <a:pt x="476821" y="291553"/>
                </a:lnTo>
                <a:lnTo>
                  <a:pt x="466191" y="341617"/>
                </a:lnTo>
                <a:lnTo>
                  <a:pt x="446595" y="386334"/>
                </a:lnTo>
                <a:lnTo>
                  <a:pt x="433108" y="407289"/>
                </a:lnTo>
                <a:lnTo>
                  <a:pt x="440588" y="415061"/>
                </a:lnTo>
                <a:lnTo>
                  <a:pt x="447205" y="422529"/>
                </a:lnTo>
                <a:lnTo>
                  <a:pt x="453250" y="430009"/>
                </a:lnTo>
                <a:lnTo>
                  <a:pt x="459016" y="437781"/>
                </a:lnTo>
                <a:lnTo>
                  <a:pt x="479615" y="405790"/>
                </a:lnTo>
                <a:lnTo>
                  <a:pt x="495490" y="369671"/>
                </a:lnTo>
                <a:lnTo>
                  <a:pt x="506476" y="329844"/>
                </a:lnTo>
                <a:lnTo>
                  <a:pt x="512445" y="286702"/>
                </a:lnTo>
                <a:lnTo>
                  <a:pt x="640562" y="286702"/>
                </a:lnTo>
                <a:lnTo>
                  <a:pt x="640562" y="425577"/>
                </a:lnTo>
                <a:lnTo>
                  <a:pt x="675614" y="425577"/>
                </a:lnTo>
                <a:lnTo>
                  <a:pt x="675614" y="286702"/>
                </a:lnTo>
                <a:lnTo>
                  <a:pt x="803732" y="286702"/>
                </a:lnTo>
                <a:lnTo>
                  <a:pt x="803732" y="367576"/>
                </a:lnTo>
                <a:lnTo>
                  <a:pt x="802017" y="378460"/>
                </a:lnTo>
                <a:lnTo>
                  <a:pt x="796874" y="386054"/>
                </a:lnTo>
                <a:lnTo>
                  <a:pt x="788301" y="390512"/>
                </a:lnTo>
                <a:lnTo>
                  <a:pt x="777367" y="391833"/>
                </a:lnTo>
                <a:lnTo>
                  <a:pt x="749198" y="391769"/>
                </a:lnTo>
                <a:lnTo>
                  <a:pt x="732917" y="391312"/>
                </a:lnTo>
                <a:lnTo>
                  <a:pt x="715238" y="390436"/>
                </a:lnTo>
                <a:lnTo>
                  <a:pt x="717257" y="400456"/>
                </a:lnTo>
                <a:lnTo>
                  <a:pt x="718858" y="409917"/>
                </a:lnTo>
                <a:lnTo>
                  <a:pt x="720166" y="418807"/>
                </a:lnTo>
                <a:lnTo>
                  <a:pt x="721334" y="427113"/>
                </a:lnTo>
                <a:lnTo>
                  <a:pt x="790016" y="427113"/>
                </a:lnTo>
                <a:lnTo>
                  <a:pt x="811136" y="423938"/>
                </a:lnTo>
                <a:lnTo>
                  <a:pt x="826401" y="414337"/>
                </a:lnTo>
                <a:lnTo>
                  <a:pt x="835660" y="398132"/>
                </a:lnTo>
                <a:lnTo>
                  <a:pt x="836498" y="391960"/>
                </a:lnTo>
                <a:lnTo>
                  <a:pt x="838784" y="375196"/>
                </a:lnTo>
                <a:lnTo>
                  <a:pt x="838784" y="59436"/>
                </a:lnTo>
                <a:lnTo>
                  <a:pt x="838784" y="27432"/>
                </a:lnTo>
                <a:close/>
              </a:path>
              <a:path w="5351780" h="438150">
                <a:moveTo>
                  <a:pt x="1290167" y="21336"/>
                </a:moveTo>
                <a:lnTo>
                  <a:pt x="1259687" y="21336"/>
                </a:lnTo>
                <a:lnTo>
                  <a:pt x="1259687" y="47244"/>
                </a:lnTo>
                <a:lnTo>
                  <a:pt x="1259687" y="80772"/>
                </a:lnTo>
                <a:lnTo>
                  <a:pt x="959269" y="80772"/>
                </a:lnTo>
                <a:lnTo>
                  <a:pt x="959269" y="47244"/>
                </a:lnTo>
                <a:lnTo>
                  <a:pt x="1259687" y="47244"/>
                </a:lnTo>
                <a:lnTo>
                  <a:pt x="1259687" y="21336"/>
                </a:lnTo>
                <a:lnTo>
                  <a:pt x="928789" y="21336"/>
                </a:lnTo>
                <a:lnTo>
                  <a:pt x="928674" y="207467"/>
                </a:lnTo>
                <a:lnTo>
                  <a:pt x="926261" y="270154"/>
                </a:lnTo>
                <a:lnTo>
                  <a:pt x="916584" y="325615"/>
                </a:lnTo>
                <a:lnTo>
                  <a:pt x="900036" y="370801"/>
                </a:lnTo>
                <a:lnTo>
                  <a:pt x="876871" y="405676"/>
                </a:lnTo>
                <a:lnTo>
                  <a:pt x="882624" y="413499"/>
                </a:lnTo>
                <a:lnTo>
                  <a:pt x="888199" y="421005"/>
                </a:lnTo>
                <a:lnTo>
                  <a:pt x="893470" y="428485"/>
                </a:lnTo>
                <a:lnTo>
                  <a:pt x="898309" y="436257"/>
                </a:lnTo>
                <a:lnTo>
                  <a:pt x="920445" y="402361"/>
                </a:lnTo>
                <a:lnTo>
                  <a:pt x="937539" y="362915"/>
                </a:lnTo>
                <a:lnTo>
                  <a:pt x="949667" y="317855"/>
                </a:lnTo>
                <a:lnTo>
                  <a:pt x="956881" y="267081"/>
                </a:lnTo>
                <a:lnTo>
                  <a:pt x="959269" y="210515"/>
                </a:lnTo>
                <a:lnTo>
                  <a:pt x="959269" y="106781"/>
                </a:lnTo>
                <a:lnTo>
                  <a:pt x="1259687" y="106781"/>
                </a:lnTo>
                <a:lnTo>
                  <a:pt x="1259687" y="115925"/>
                </a:lnTo>
                <a:lnTo>
                  <a:pt x="1290167" y="115925"/>
                </a:lnTo>
                <a:lnTo>
                  <a:pt x="1290167" y="106781"/>
                </a:lnTo>
                <a:lnTo>
                  <a:pt x="1290167" y="80772"/>
                </a:lnTo>
                <a:lnTo>
                  <a:pt x="1290167" y="47244"/>
                </a:lnTo>
                <a:lnTo>
                  <a:pt x="1290167" y="21336"/>
                </a:lnTo>
                <a:close/>
              </a:path>
              <a:path w="5351780" h="438150">
                <a:moveTo>
                  <a:pt x="1297889" y="291287"/>
                </a:moveTo>
                <a:lnTo>
                  <a:pt x="1149870" y="291287"/>
                </a:lnTo>
                <a:lnTo>
                  <a:pt x="1149870" y="263855"/>
                </a:lnTo>
                <a:lnTo>
                  <a:pt x="1239875" y="263855"/>
                </a:lnTo>
                <a:lnTo>
                  <a:pt x="1239875" y="272999"/>
                </a:lnTo>
                <a:lnTo>
                  <a:pt x="1268831" y="272999"/>
                </a:lnTo>
                <a:lnTo>
                  <a:pt x="1268831" y="263855"/>
                </a:lnTo>
                <a:lnTo>
                  <a:pt x="1268831" y="240995"/>
                </a:lnTo>
                <a:lnTo>
                  <a:pt x="1268831" y="207467"/>
                </a:lnTo>
                <a:lnTo>
                  <a:pt x="1268831" y="184505"/>
                </a:lnTo>
                <a:lnTo>
                  <a:pt x="1239875" y="184505"/>
                </a:lnTo>
                <a:lnTo>
                  <a:pt x="1239875" y="207467"/>
                </a:lnTo>
                <a:lnTo>
                  <a:pt x="1239875" y="240995"/>
                </a:lnTo>
                <a:lnTo>
                  <a:pt x="1149870" y="240995"/>
                </a:lnTo>
                <a:lnTo>
                  <a:pt x="1149870" y="207467"/>
                </a:lnTo>
                <a:lnTo>
                  <a:pt x="1239875" y="207467"/>
                </a:lnTo>
                <a:lnTo>
                  <a:pt x="1239875" y="184505"/>
                </a:lnTo>
                <a:lnTo>
                  <a:pt x="1149870" y="184505"/>
                </a:lnTo>
                <a:lnTo>
                  <a:pt x="1149870" y="157073"/>
                </a:lnTo>
                <a:lnTo>
                  <a:pt x="1149870" y="155549"/>
                </a:lnTo>
                <a:lnTo>
                  <a:pt x="1189380" y="154165"/>
                </a:lnTo>
                <a:lnTo>
                  <a:pt x="1288643" y="149453"/>
                </a:lnTo>
                <a:lnTo>
                  <a:pt x="1282547" y="123545"/>
                </a:lnTo>
                <a:lnTo>
                  <a:pt x="1246720" y="125717"/>
                </a:lnTo>
                <a:lnTo>
                  <a:pt x="1156754" y="129451"/>
                </a:lnTo>
                <a:lnTo>
                  <a:pt x="976033" y="134213"/>
                </a:lnTo>
                <a:lnTo>
                  <a:pt x="977417" y="141719"/>
                </a:lnTo>
                <a:lnTo>
                  <a:pt x="979081" y="148501"/>
                </a:lnTo>
                <a:lnTo>
                  <a:pt x="980744" y="155003"/>
                </a:lnTo>
                <a:lnTo>
                  <a:pt x="982129" y="161645"/>
                </a:lnTo>
                <a:lnTo>
                  <a:pt x="1120914" y="157073"/>
                </a:lnTo>
                <a:lnTo>
                  <a:pt x="1120914" y="184505"/>
                </a:lnTo>
                <a:lnTo>
                  <a:pt x="1120914" y="207467"/>
                </a:lnTo>
                <a:lnTo>
                  <a:pt x="1120914" y="240995"/>
                </a:lnTo>
                <a:lnTo>
                  <a:pt x="1032522" y="240995"/>
                </a:lnTo>
                <a:lnTo>
                  <a:pt x="1032522" y="207467"/>
                </a:lnTo>
                <a:lnTo>
                  <a:pt x="1120914" y="207467"/>
                </a:lnTo>
                <a:lnTo>
                  <a:pt x="1120914" y="184505"/>
                </a:lnTo>
                <a:lnTo>
                  <a:pt x="1003465" y="184505"/>
                </a:lnTo>
                <a:lnTo>
                  <a:pt x="1003465" y="272999"/>
                </a:lnTo>
                <a:lnTo>
                  <a:pt x="1032522" y="272999"/>
                </a:lnTo>
                <a:lnTo>
                  <a:pt x="1032522" y="263855"/>
                </a:lnTo>
                <a:lnTo>
                  <a:pt x="1120914" y="263855"/>
                </a:lnTo>
                <a:lnTo>
                  <a:pt x="1120914" y="291287"/>
                </a:lnTo>
                <a:lnTo>
                  <a:pt x="982129" y="291287"/>
                </a:lnTo>
                <a:lnTo>
                  <a:pt x="982129" y="433209"/>
                </a:lnTo>
                <a:lnTo>
                  <a:pt x="1012609" y="433209"/>
                </a:lnTo>
                <a:lnTo>
                  <a:pt x="1012609" y="315760"/>
                </a:lnTo>
                <a:lnTo>
                  <a:pt x="1120914" y="315760"/>
                </a:lnTo>
                <a:lnTo>
                  <a:pt x="1120914" y="355384"/>
                </a:lnTo>
                <a:lnTo>
                  <a:pt x="1041666" y="359956"/>
                </a:lnTo>
                <a:lnTo>
                  <a:pt x="1046238" y="387388"/>
                </a:lnTo>
                <a:lnTo>
                  <a:pt x="1090828" y="383336"/>
                </a:lnTo>
                <a:lnTo>
                  <a:pt x="1133144" y="380149"/>
                </a:lnTo>
                <a:lnTo>
                  <a:pt x="1210919" y="375196"/>
                </a:lnTo>
                <a:lnTo>
                  <a:pt x="1217015" y="387388"/>
                </a:lnTo>
                <a:lnTo>
                  <a:pt x="1218539" y="393484"/>
                </a:lnTo>
                <a:lnTo>
                  <a:pt x="1244447" y="381292"/>
                </a:lnTo>
                <a:lnTo>
                  <a:pt x="1241437" y="375196"/>
                </a:lnTo>
                <a:lnTo>
                  <a:pt x="1236687" y="365556"/>
                </a:lnTo>
                <a:lnTo>
                  <a:pt x="1230972" y="353860"/>
                </a:lnTo>
                <a:lnTo>
                  <a:pt x="1229207" y="350240"/>
                </a:lnTo>
                <a:lnTo>
                  <a:pt x="1221727" y="335216"/>
                </a:lnTo>
                <a:lnTo>
                  <a:pt x="1213967" y="320332"/>
                </a:lnTo>
                <a:lnTo>
                  <a:pt x="1189583" y="331000"/>
                </a:lnTo>
                <a:lnTo>
                  <a:pt x="1192631" y="338620"/>
                </a:lnTo>
                <a:lnTo>
                  <a:pt x="1197203" y="344716"/>
                </a:lnTo>
                <a:lnTo>
                  <a:pt x="1200251" y="350812"/>
                </a:lnTo>
                <a:lnTo>
                  <a:pt x="1187678" y="351929"/>
                </a:lnTo>
                <a:lnTo>
                  <a:pt x="1175092" y="352907"/>
                </a:lnTo>
                <a:lnTo>
                  <a:pt x="1162494" y="353593"/>
                </a:lnTo>
                <a:lnTo>
                  <a:pt x="1149870" y="353860"/>
                </a:lnTo>
                <a:lnTo>
                  <a:pt x="1149870" y="315760"/>
                </a:lnTo>
                <a:lnTo>
                  <a:pt x="1267307" y="315760"/>
                </a:lnTo>
                <a:lnTo>
                  <a:pt x="1267307" y="381292"/>
                </a:lnTo>
                <a:lnTo>
                  <a:pt x="1265859" y="390410"/>
                </a:lnTo>
                <a:lnTo>
                  <a:pt x="1261402" y="397103"/>
                </a:lnTo>
                <a:lnTo>
                  <a:pt x="1253807" y="401218"/>
                </a:lnTo>
                <a:lnTo>
                  <a:pt x="1243076" y="402615"/>
                </a:lnTo>
                <a:lnTo>
                  <a:pt x="1232039" y="402602"/>
                </a:lnTo>
                <a:lnTo>
                  <a:pt x="1219873" y="402437"/>
                </a:lnTo>
                <a:lnTo>
                  <a:pt x="1206271" y="401980"/>
                </a:lnTo>
                <a:lnTo>
                  <a:pt x="1191107" y="401104"/>
                </a:lnTo>
                <a:lnTo>
                  <a:pt x="1193368" y="409752"/>
                </a:lnTo>
                <a:lnTo>
                  <a:pt x="1195489" y="417385"/>
                </a:lnTo>
                <a:lnTo>
                  <a:pt x="1197317" y="424129"/>
                </a:lnTo>
                <a:lnTo>
                  <a:pt x="1198727" y="430161"/>
                </a:lnTo>
                <a:lnTo>
                  <a:pt x="1214132" y="431038"/>
                </a:lnTo>
                <a:lnTo>
                  <a:pt x="1228255" y="431495"/>
                </a:lnTo>
                <a:lnTo>
                  <a:pt x="1240942" y="431660"/>
                </a:lnTo>
                <a:lnTo>
                  <a:pt x="1252067" y="431685"/>
                </a:lnTo>
                <a:lnTo>
                  <a:pt x="1272082" y="428840"/>
                </a:lnTo>
                <a:lnTo>
                  <a:pt x="1286408" y="420433"/>
                </a:lnTo>
                <a:lnTo>
                  <a:pt x="1295006" y="406565"/>
                </a:lnTo>
                <a:lnTo>
                  <a:pt x="1295603" y="402628"/>
                </a:lnTo>
                <a:lnTo>
                  <a:pt x="1297889" y="387388"/>
                </a:lnTo>
                <a:lnTo>
                  <a:pt x="1297889" y="315760"/>
                </a:lnTo>
                <a:lnTo>
                  <a:pt x="1297889" y="291287"/>
                </a:lnTo>
                <a:close/>
              </a:path>
              <a:path w="5351780" h="438150">
                <a:moveTo>
                  <a:pt x="1378648" y="108305"/>
                </a:moveTo>
                <a:lnTo>
                  <a:pt x="1349692" y="102209"/>
                </a:lnTo>
                <a:lnTo>
                  <a:pt x="1343964" y="133096"/>
                </a:lnTo>
                <a:lnTo>
                  <a:pt x="1338072" y="161848"/>
                </a:lnTo>
                <a:lnTo>
                  <a:pt x="1331912" y="188620"/>
                </a:lnTo>
                <a:lnTo>
                  <a:pt x="1325308" y="213550"/>
                </a:lnTo>
                <a:lnTo>
                  <a:pt x="1334795" y="214960"/>
                </a:lnTo>
                <a:lnTo>
                  <a:pt x="1342834" y="216789"/>
                </a:lnTo>
                <a:lnTo>
                  <a:pt x="1349743" y="218909"/>
                </a:lnTo>
                <a:lnTo>
                  <a:pt x="1355788" y="221170"/>
                </a:lnTo>
                <a:lnTo>
                  <a:pt x="1362367" y="191719"/>
                </a:lnTo>
                <a:lnTo>
                  <a:pt x="1368361" y="162991"/>
                </a:lnTo>
                <a:lnTo>
                  <a:pt x="1373797" y="135140"/>
                </a:lnTo>
                <a:lnTo>
                  <a:pt x="1378648" y="108305"/>
                </a:lnTo>
                <a:close/>
              </a:path>
              <a:path w="5351780" h="438150">
                <a:moveTo>
                  <a:pt x="1480858" y="143357"/>
                </a:moveTo>
                <a:lnTo>
                  <a:pt x="1459306" y="103733"/>
                </a:lnTo>
                <a:lnTo>
                  <a:pt x="1442758" y="76200"/>
                </a:lnTo>
                <a:lnTo>
                  <a:pt x="1424368" y="86868"/>
                </a:lnTo>
                <a:lnTo>
                  <a:pt x="1424368" y="3048"/>
                </a:lnTo>
                <a:lnTo>
                  <a:pt x="1389316" y="3048"/>
                </a:lnTo>
                <a:lnTo>
                  <a:pt x="1389316" y="434733"/>
                </a:lnTo>
                <a:lnTo>
                  <a:pt x="1424368" y="434733"/>
                </a:lnTo>
                <a:lnTo>
                  <a:pt x="1424368" y="103733"/>
                </a:lnTo>
                <a:lnTo>
                  <a:pt x="1439087" y="130403"/>
                </a:lnTo>
                <a:lnTo>
                  <a:pt x="1446961" y="145313"/>
                </a:lnTo>
                <a:lnTo>
                  <a:pt x="1454950" y="161645"/>
                </a:lnTo>
                <a:lnTo>
                  <a:pt x="1480858" y="143357"/>
                </a:lnTo>
                <a:close/>
              </a:path>
              <a:path w="5351780" h="438150">
                <a:moveTo>
                  <a:pt x="1762988" y="384340"/>
                </a:moveTo>
                <a:lnTo>
                  <a:pt x="1634883" y="384340"/>
                </a:lnTo>
                <a:lnTo>
                  <a:pt x="1634883" y="266890"/>
                </a:lnTo>
                <a:lnTo>
                  <a:pt x="1741652" y="266890"/>
                </a:lnTo>
                <a:lnTo>
                  <a:pt x="1741652" y="236410"/>
                </a:lnTo>
                <a:lnTo>
                  <a:pt x="1634883" y="236410"/>
                </a:lnTo>
                <a:lnTo>
                  <a:pt x="1634883" y="131165"/>
                </a:lnTo>
                <a:lnTo>
                  <a:pt x="1750796" y="131165"/>
                </a:lnTo>
                <a:lnTo>
                  <a:pt x="1750796" y="100685"/>
                </a:lnTo>
                <a:lnTo>
                  <a:pt x="1634883" y="100685"/>
                </a:lnTo>
                <a:lnTo>
                  <a:pt x="1634883" y="3048"/>
                </a:lnTo>
                <a:lnTo>
                  <a:pt x="1599831" y="3048"/>
                </a:lnTo>
                <a:lnTo>
                  <a:pt x="1599831" y="100685"/>
                </a:lnTo>
                <a:lnTo>
                  <a:pt x="1540294" y="100685"/>
                </a:lnTo>
                <a:lnTo>
                  <a:pt x="1545729" y="85775"/>
                </a:lnTo>
                <a:lnTo>
                  <a:pt x="1550581" y="70878"/>
                </a:lnTo>
                <a:lnTo>
                  <a:pt x="1554873" y="56019"/>
                </a:lnTo>
                <a:lnTo>
                  <a:pt x="1558582" y="41148"/>
                </a:lnTo>
                <a:lnTo>
                  <a:pt x="1523530" y="30480"/>
                </a:lnTo>
                <a:lnTo>
                  <a:pt x="1512938" y="72263"/>
                </a:lnTo>
                <a:lnTo>
                  <a:pt x="1499336" y="113207"/>
                </a:lnTo>
                <a:lnTo>
                  <a:pt x="1482598" y="153581"/>
                </a:lnTo>
                <a:lnTo>
                  <a:pt x="1462570" y="193649"/>
                </a:lnTo>
                <a:lnTo>
                  <a:pt x="1467954" y="196545"/>
                </a:lnTo>
                <a:lnTo>
                  <a:pt x="1474762" y="200748"/>
                </a:lnTo>
                <a:lnTo>
                  <a:pt x="1482712" y="206375"/>
                </a:lnTo>
                <a:lnTo>
                  <a:pt x="1491526" y="213550"/>
                </a:lnTo>
                <a:lnTo>
                  <a:pt x="1501762" y="192925"/>
                </a:lnTo>
                <a:lnTo>
                  <a:pt x="1511719" y="172326"/>
                </a:lnTo>
                <a:lnTo>
                  <a:pt x="1521104" y="151739"/>
                </a:lnTo>
                <a:lnTo>
                  <a:pt x="1529626" y="131165"/>
                </a:lnTo>
                <a:lnTo>
                  <a:pt x="1599831" y="131165"/>
                </a:lnTo>
                <a:lnTo>
                  <a:pt x="1599831" y="236410"/>
                </a:lnTo>
                <a:lnTo>
                  <a:pt x="1486954" y="236410"/>
                </a:lnTo>
                <a:lnTo>
                  <a:pt x="1486954" y="266890"/>
                </a:lnTo>
                <a:lnTo>
                  <a:pt x="1599831" y="266890"/>
                </a:lnTo>
                <a:lnTo>
                  <a:pt x="1599831" y="384340"/>
                </a:lnTo>
                <a:lnTo>
                  <a:pt x="1457998" y="384340"/>
                </a:lnTo>
                <a:lnTo>
                  <a:pt x="1457998" y="414921"/>
                </a:lnTo>
                <a:lnTo>
                  <a:pt x="1762988" y="414921"/>
                </a:lnTo>
                <a:lnTo>
                  <a:pt x="1762988" y="384340"/>
                </a:lnTo>
                <a:close/>
              </a:path>
              <a:path w="5351780" h="438150">
                <a:moveTo>
                  <a:pt x="1977961" y="268427"/>
                </a:moveTo>
                <a:lnTo>
                  <a:pt x="1961032" y="251561"/>
                </a:lnTo>
                <a:lnTo>
                  <a:pt x="1944243" y="235280"/>
                </a:lnTo>
                <a:lnTo>
                  <a:pt x="1940521" y="231851"/>
                </a:lnTo>
                <a:lnTo>
                  <a:pt x="1932241" y="224231"/>
                </a:lnTo>
                <a:lnTo>
                  <a:pt x="1928939" y="221183"/>
                </a:lnTo>
                <a:lnTo>
                  <a:pt x="1927174" y="219557"/>
                </a:lnTo>
                <a:lnTo>
                  <a:pt x="1909381" y="204419"/>
                </a:lnTo>
                <a:lnTo>
                  <a:pt x="1894141" y="221183"/>
                </a:lnTo>
                <a:lnTo>
                  <a:pt x="1894141" y="164693"/>
                </a:lnTo>
                <a:lnTo>
                  <a:pt x="1976437" y="164693"/>
                </a:lnTo>
                <a:lnTo>
                  <a:pt x="1976437" y="134213"/>
                </a:lnTo>
                <a:lnTo>
                  <a:pt x="1894141" y="134213"/>
                </a:lnTo>
                <a:lnTo>
                  <a:pt x="1894141" y="65544"/>
                </a:lnTo>
                <a:lnTo>
                  <a:pt x="1894141" y="59448"/>
                </a:lnTo>
                <a:lnTo>
                  <a:pt x="1968817" y="45720"/>
                </a:lnTo>
                <a:lnTo>
                  <a:pt x="1958149" y="15240"/>
                </a:lnTo>
                <a:lnTo>
                  <a:pt x="1915325" y="24053"/>
                </a:lnTo>
                <a:lnTo>
                  <a:pt x="1871624" y="32004"/>
                </a:lnTo>
                <a:lnTo>
                  <a:pt x="1827339" y="38823"/>
                </a:lnTo>
                <a:lnTo>
                  <a:pt x="1782800" y="44196"/>
                </a:lnTo>
                <a:lnTo>
                  <a:pt x="1785086" y="52184"/>
                </a:lnTo>
                <a:lnTo>
                  <a:pt x="1787372" y="60020"/>
                </a:lnTo>
                <a:lnTo>
                  <a:pt x="1789658" y="67564"/>
                </a:lnTo>
                <a:lnTo>
                  <a:pt x="1791944" y="74688"/>
                </a:lnTo>
                <a:lnTo>
                  <a:pt x="1860613" y="65544"/>
                </a:lnTo>
                <a:lnTo>
                  <a:pt x="1860613" y="134213"/>
                </a:lnTo>
                <a:lnTo>
                  <a:pt x="1776704" y="134213"/>
                </a:lnTo>
                <a:lnTo>
                  <a:pt x="1776704" y="164693"/>
                </a:lnTo>
                <a:lnTo>
                  <a:pt x="1854517" y="164693"/>
                </a:lnTo>
                <a:lnTo>
                  <a:pt x="1838223" y="203898"/>
                </a:lnTo>
                <a:lnTo>
                  <a:pt x="1819389" y="241376"/>
                </a:lnTo>
                <a:lnTo>
                  <a:pt x="1798281" y="277126"/>
                </a:lnTo>
                <a:lnTo>
                  <a:pt x="1775180" y="311188"/>
                </a:lnTo>
                <a:lnTo>
                  <a:pt x="1779727" y="321208"/>
                </a:lnTo>
                <a:lnTo>
                  <a:pt x="1784134" y="330809"/>
                </a:lnTo>
                <a:lnTo>
                  <a:pt x="1788248" y="340118"/>
                </a:lnTo>
                <a:lnTo>
                  <a:pt x="1791944" y="349288"/>
                </a:lnTo>
                <a:lnTo>
                  <a:pt x="1812518" y="319239"/>
                </a:lnTo>
                <a:lnTo>
                  <a:pt x="1830819" y="288467"/>
                </a:lnTo>
                <a:lnTo>
                  <a:pt x="1846846" y="256844"/>
                </a:lnTo>
                <a:lnTo>
                  <a:pt x="1860613" y="224231"/>
                </a:lnTo>
                <a:lnTo>
                  <a:pt x="1860613" y="434733"/>
                </a:lnTo>
                <a:lnTo>
                  <a:pt x="1894141" y="434733"/>
                </a:lnTo>
                <a:lnTo>
                  <a:pt x="1894141" y="231851"/>
                </a:lnTo>
                <a:lnTo>
                  <a:pt x="1925002" y="262902"/>
                </a:lnTo>
                <a:lnTo>
                  <a:pt x="1939582" y="277926"/>
                </a:lnTo>
                <a:lnTo>
                  <a:pt x="1953577" y="292811"/>
                </a:lnTo>
                <a:lnTo>
                  <a:pt x="1977961" y="268427"/>
                </a:lnTo>
                <a:close/>
              </a:path>
              <a:path w="5351780" h="438150">
                <a:moveTo>
                  <a:pt x="2191524" y="54864"/>
                </a:moveTo>
                <a:lnTo>
                  <a:pt x="2156472" y="54864"/>
                </a:lnTo>
                <a:lnTo>
                  <a:pt x="2156472" y="86880"/>
                </a:lnTo>
                <a:lnTo>
                  <a:pt x="2156472" y="346240"/>
                </a:lnTo>
                <a:lnTo>
                  <a:pt x="2032927" y="346240"/>
                </a:lnTo>
                <a:lnTo>
                  <a:pt x="2032927" y="86880"/>
                </a:lnTo>
                <a:lnTo>
                  <a:pt x="2156472" y="86880"/>
                </a:lnTo>
                <a:lnTo>
                  <a:pt x="2156472" y="54864"/>
                </a:lnTo>
                <a:lnTo>
                  <a:pt x="1997875" y="54864"/>
                </a:lnTo>
                <a:lnTo>
                  <a:pt x="1997875" y="421017"/>
                </a:lnTo>
                <a:lnTo>
                  <a:pt x="2032927" y="421017"/>
                </a:lnTo>
                <a:lnTo>
                  <a:pt x="2032927" y="378244"/>
                </a:lnTo>
                <a:lnTo>
                  <a:pt x="2156472" y="378244"/>
                </a:lnTo>
                <a:lnTo>
                  <a:pt x="2156472" y="421017"/>
                </a:lnTo>
                <a:lnTo>
                  <a:pt x="2191524" y="421017"/>
                </a:lnTo>
                <a:lnTo>
                  <a:pt x="2191524" y="378244"/>
                </a:lnTo>
                <a:lnTo>
                  <a:pt x="2191524" y="346240"/>
                </a:lnTo>
                <a:lnTo>
                  <a:pt x="2191524" y="86880"/>
                </a:lnTo>
                <a:lnTo>
                  <a:pt x="2191524" y="54864"/>
                </a:lnTo>
                <a:close/>
              </a:path>
              <a:path w="5351780" h="438150">
                <a:moveTo>
                  <a:pt x="2655100" y="385864"/>
                </a:moveTo>
                <a:lnTo>
                  <a:pt x="2596273" y="369023"/>
                </a:lnTo>
                <a:lnTo>
                  <a:pt x="2545702" y="350621"/>
                </a:lnTo>
                <a:lnTo>
                  <a:pt x="2513850" y="335572"/>
                </a:lnTo>
                <a:lnTo>
                  <a:pt x="2503716" y="330784"/>
                </a:lnTo>
                <a:lnTo>
                  <a:pt x="2470607" y="309664"/>
                </a:lnTo>
                <a:lnTo>
                  <a:pt x="2491181" y="286715"/>
                </a:lnTo>
                <a:lnTo>
                  <a:pt x="2499499" y="277431"/>
                </a:lnTo>
                <a:lnTo>
                  <a:pt x="2524036" y="241261"/>
                </a:lnTo>
                <a:lnTo>
                  <a:pt x="2544178" y="201206"/>
                </a:lnTo>
                <a:lnTo>
                  <a:pt x="2559926" y="157378"/>
                </a:lnTo>
                <a:lnTo>
                  <a:pt x="2571280" y="109829"/>
                </a:lnTo>
                <a:lnTo>
                  <a:pt x="2652052" y="109829"/>
                </a:lnTo>
                <a:lnTo>
                  <a:pt x="2652052" y="76200"/>
                </a:lnTo>
                <a:lnTo>
                  <a:pt x="2534615" y="76200"/>
                </a:lnTo>
                <a:lnTo>
                  <a:pt x="2534615" y="109829"/>
                </a:lnTo>
                <a:lnTo>
                  <a:pt x="2521178" y="162966"/>
                </a:lnTo>
                <a:lnTo>
                  <a:pt x="2501468" y="210273"/>
                </a:lnTo>
                <a:lnTo>
                  <a:pt x="2475458" y="251574"/>
                </a:lnTo>
                <a:lnTo>
                  <a:pt x="2443175" y="286715"/>
                </a:lnTo>
                <a:lnTo>
                  <a:pt x="2409710" y="249859"/>
                </a:lnTo>
                <a:lnTo>
                  <a:pt x="2382697" y="207987"/>
                </a:lnTo>
                <a:lnTo>
                  <a:pt x="2362276" y="161251"/>
                </a:lnTo>
                <a:lnTo>
                  <a:pt x="2348585" y="109829"/>
                </a:lnTo>
                <a:lnTo>
                  <a:pt x="2534615" y="109829"/>
                </a:lnTo>
                <a:lnTo>
                  <a:pt x="2534615" y="76200"/>
                </a:lnTo>
                <a:lnTo>
                  <a:pt x="2446223" y="76200"/>
                </a:lnTo>
                <a:lnTo>
                  <a:pt x="2478227" y="60960"/>
                </a:lnTo>
                <a:lnTo>
                  <a:pt x="2466505" y="40944"/>
                </a:lnTo>
                <a:lnTo>
                  <a:pt x="2456510" y="24193"/>
                </a:lnTo>
                <a:lnTo>
                  <a:pt x="2448217" y="10604"/>
                </a:lnTo>
                <a:lnTo>
                  <a:pt x="2441651" y="0"/>
                </a:lnTo>
                <a:lnTo>
                  <a:pt x="2406599" y="15240"/>
                </a:lnTo>
                <a:lnTo>
                  <a:pt x="2414003" y="26695"/>
                </a:lnTo>
                <a:lnTo>
                  <a:pt x="2422410" y="40576"/>
                </a:lnTo>
                <a:lnTo>
                  <a:pt x="2431669" y="57035"/>
                </a:lnTo>
                <a:lnTo>
                  <a:pt x="2441651" y="76200"/>
                </a:lnTo>
                <a:lnTo>
                  <a:pt x="2231148" y="76200"/>
                </a:lnTo>
                <a:lnTo>
                  <a:pt x="2231148" y="109829"/>
                </a:lnTo>
                <a:lnTo>
                  <a:pt x="2313533" y="109829"/>
                </a:lnTo>
                <a:lnTo>
                  <a:pt x="2324887" y="154444"/>
                </a:lnTo>
                <a:lnTo>
                  <a:pt x="2340699" y="196824"/>
                </a:lnTo>
                <a:lnTo>
                  <a:pt x="2361069" y="236867"/>
                </a:lnTo>
                <a:lnTo>
                  <a:pt x="2386050" y="274510"/>
                </a:lnTo>
                <a:lnTo>
                  <a:pt x="2415743" y="309664"/>
                </a:lnTo>
                <a:lnTo>
                  <a:pt x="2379942" y="332828"/>
                </a:lnTo>
                <a:lnTo>
                  <a:pt x="2336584" y="354431"/>
                </a:lnTo>
                <a:lnTo>
                  <a:pt x="2285517" y="374599"/>
                </a:lnTo>
                <a:lnTo>
                  <a:pt x="2226564" y="393484"/>
                </a:lnTo>
                <a:lnTo>
                  <a:pt x="2234285" y="403301"/>
                </a:lnTo>
                <a:lnTo>
                  <a:pt x="2241435" y="412242"/>
                </a:lnTo>
                <a:lnTo>
                  <a:pt x="2248001" y="420585"/>
                </a:lnTo>
                <a:lnTo>
                  <a:pt x="2254008" y="428637"/>
                </a:lnTo>
                <a:lnTo>
                  <a:pt x="2314016" y="404837"/>
                </a:lnTo>
                <a:lnTo>
                  <a:pt x="2365730" y="381495"/>
                </a:lnTo>
                <a:lnTo>
                  <a:pt x="2408872" y="358457"/>
                </a:lnTo>
                <a:lnTo>
                  <a:pt x="2443175" y="335572"/>
                </a:lnTo>
                <a:lnTo>
                  <a:pt x="2476004" y="358381"/>
                </a:lnTo>
                <a:lnTo>
                  <a:pt x="2517279" y="380923"/>
                </a:lnTo>
                <a:lnTo>
                  <a:pt x="2566873" y="402907"/>
                </a:lnTo>
                <a:lnTo>
                  <a:pt x="2624620" y="424065"/>
                </a:lnTo>
                <a:lnTo>
                  <a:pt x="2630881" y="416382"/>
                </a:lnTo>
                <a:lnTo>
                  <a:pt x="2655100" y="385864"/>
                </a:lnTo>
                <a:close/>
              </a:path>
              <a:path w="5351780" h="438150">
                <a:moveTo>
                  <a:pt x="3106585" y="317284"/>
                </a:moveTo>
                <a:lnTo>
                  <a:pt x="3069069" y="290563"/>
                </a:lnTo>
                <a:lnTo>
                  <a:pt x="3034271" y="260807"/>
                </a:lnTo>
                <a:lnTo>
                  <a:pt x="3002102" y="228003"/>
                </a:lnTo>
                <a:lnTo>
                  <a:pt x="2972460" y="192151"/>
                </a:lnTo>
                <a:lnTo>
                  <a:pt x="2945282" y="153276"/>
                </a:lnTo>
                <a:lnTo>
                  <a:pt x="2920466" y="111353"/>
                </a:lnTo>
                <a:lnTo>
                  <a:pt x="3098965" y="111353"/>
                </a:lnTo>
                <a:lnTo>
                  <a:pt x="3098965" y="79248"/>
                </a:lnTo>
                <a:lnTo>
                  <a:pt x="2908274" y="79248"/>
                </a:lnTo>
                <a:lnTo>
                  <a:pt x="2908274" y="0"/>
                </a:lnTo>
                <a:lnTo>
                  <a:pt x="2873222" y="0"/>
                </a:lnTo>
                <a:lnTo>
                  <a:pt x="2873222" y="79248"/>
                </a:lnTo>
                <a:lnTo>
                  <a:pt x="2682633" y="79248"/>
                </a:lnTo>
                <a:lnTo>
                  <a:pt x="2682633" y="111353"/>
                </a:lnTo>
                <a:lnTo>
                  <a:pt x="2859506" y="111353"/>
                </a:lnTo>
                <a:lnTo>
                  <a:pt x="2837230" y="149085"/>
                </a:lnTo>
                <a:lnTo>
                  <a:pt x="2811576" y="186118"/>
                </a:lnTo>
                <a:lnTo>
                  <a:pt x="2782455" y="222478"/>
                </a:lnTo>
                <a:lnTo>
                  <a:pt x="2749766" y="258203"/>
                </a:lnTo>
                <a:lnTo>
                  <a:pt x="2713444" y="293357"/>
                </a:lnTo>
                <a:lnTo>
                  <a:pt x="2673388" y="327952"/>
                </a:lnTo>
                <a:lnTo>
                  <a:pt x="2679636" y="333070"/>
                </a:lnTo>
                <a:lnTo>
                  <a:pt x="2686774" y="339191"/>
                </a:lnTo>
                <a:lnTo>
                  <a:pt x="2694470" y="346163"/>
                </a:lnTo>
                <a:lnTo>
                  <a:pt x="2702445" y="353860"/>
                </a:lnTo>
                <a:lnTo>
                  <a:pt x="2746540" y="312293"/>
                </a:lnTo>
                <a:lnTo>
                  <a:pt x="2785592" y="270014"/>
                </a:lnTo>
                <a:lnTo>
                  <a:pt x="2819692" y="227012"/>
                </a:lnTo>
                <a:lnTo>
                  <a:pt x="2848876" y="183273"/>
                </a:lnTo>
                <a:lnTo>
                  <a:pt x="2873222" y="138785"/>
                </a:lnTo>
                <a:lnTo>
                  <a:pt x="2873222" y="312712"/>
                </a:lnTo>
                <a:lnTo>
                  <a:pt x="2769501" y="312712"/>
                </a:lnTo>
                <a:lnTo>
                  <a:pt x="2769501" y="343192"/>
                </a:lnTo>
                <a:lnTo>
                  <a:pt x="2873222" y="343192"/>
                </a:lnTo>
                <a:lnTo>
                  <a:pt x="2873222" y="433197"/>
                </a:lnTo>
                <a:lnTo>
                  <a:pt x="2908274" y="433197"/>
                </a:lnTo>
                <a:lnTo>
                  <a:pt x="2908274" y="343192"/>
                </a:lnTo>
                <a:lnTo>
                  <a:pt x="3008960" y="343192"/>
                </a:lnTo>
                <a:lnTo>
                  <a:pt x="3008960" y="312712"/>
                </a:lnTo>
                <a:lnTo>
                  <a:pt x="2908274" y="312712"/>
                </a:lnTo>
                <a:lnTo>
                  <a:pt x="2908274" y="138785"/>
                </a:lnTo>
                <a:lnTo>
                  <a:pt x="2934805" y="188201"/>
                </a:lnTo>
                <a:lnTo>
                  <a:pt x="2965005" y="233870"/>
                </a:lnTo>
                <a:lnTo>
                  <a:pt x="2998863" y="275729"/>
                </a:lnTo>
                <a:lnTo>
                  <a:pt x="3036379" y="313715"/>
                </a:lnTo>
                <a:lnTo>
                  <a:pt x="3077540" y="347764"/>
                </a:lnTo>
                <a:lnTo>
                  <a:pt x="3086150" y="338924"/>
                </a:lnTo>
                <a:lnTo>
                  <a:pt x="3106585" y="317284"/>
                </a:lnTo>
                <a:close/>
              </a:path>
              <a:path w="5351780" h="438150">
                <a:moveTo>
                  <a:pt x="3284994" y="207467"/>
                </a:moveTo>
                <a:lnTo>
                  <a:pt x="3259036" y="181457"/>
                </a:lnTo>
                <a:lnTo>
                  <a:pt x="3245320" y="167741"/>
                </a:lnTo>
                <a:lnTo>
                  <a:pt x="3233077" y="155549"/>
                </a:lnTo>
                <a:lnTo>
                  <a:pt x="3220885" y="167741"/>
                </a:lnTo>
                <a:lnTo>
                  <a:pt x="3220885" y="118973"/>
                </a:lnTo>
                <a:lnTo>
                  <a:pt x="3275850" y="118973"/>
                </a:lnTo>
                <a:lnTo>
                  <a:pt x="3275850" y="88392"/>
                </a:lnTo>
                <a:lnTo>
                  <a:pt x="3220885" y="88392"/>
                </a:lnTo>
                <a:lnTo>
                  <a:pt x="3220885" y="3048"/>
                </a:lnTo>
                <a:lnTo>
                  <a:pt x="3187357" y="3048"/>
                </a:lnTo>
                <a:lnTo>
                  <a:pt x="3187357" y="88392"/>
                </a:lnTo>
                <a:lnTo>
                  <a:pt x="3124873" y="88392"/>
                </a:lnTo>
                <a:lnTo>
                  <a:pt x="3124873" y="118973"/>
                </a:lnTo>
                <a:lnTo>
                  <a:pt x="3187357" y="118973"/>
                </a:lnTo>
                <a:lnTo>
                  <a:pt x="3176257" y="160680"/>
                </a:lnTo>
                <a:lnTo>
                  <a:pt x="3161449" y="201129"/>
                </a:lnTo>
                <a:lnTo>
                  <a:pt x="3143212" y="240144"/>
                </a:lnTo>
                <a:lnTo>
                  <a:pt x="3121825" y="277571"/>
                </a:lnTo>
                <a:lnTo>
                  <a:pt x="3125470" y="287604"/>
                </a:lnTo>
                <a:lnTo>
                  <a:pt x="3129254" y="297230"/>
                </a:lnTo>
                <a:lnTo>
                  <a:pt x="3132759" y="306578"/>
                </a:lnTo>
                <a:lnTo>
                  <a:pt x="3135541" y="315760"/>
                </a:lnTo>
                <a:lnTo>
                  <a:pt x="3149854" y="293154"/>
                </a:lnTo>
                <a:lnTo>
                  <a:pt x="3163163" y="266712"/>
                </a:lnTo>
                <a:lnTo>
                  <a:pt x="3175622" y="236588"/>
                </a:lnTo>
                <a:lnTo>
                  <a:pt x="3187357" y="202895"/>
                </a:lnTo>
                <a:lnTo>
                  <a:pt x="3187357" y="434733"/>
                </a:lnTo>
                <a:lnTo>
                  <a:pt x="3220885" y="434733"/>
                </a:lnTo>
                <a:lnTo>
                  <a:pt x="3220885" y="202895"/>
                </a:lnTo>
                <a:lnTo>
                  <a:pt x="3220885" y="181457"/>
                </a:lnTo>
                <a:lnTo>
                  <a:pt x="3240367" y="203415"/>
                </a:lnTo>
                <a:lnTo>
                  <a:pt x="3250971" y="215607"/>
                </a:lnTo>
                <a:lnTo>
                  <a:pt x="3262122" y="228803"/>
                </a:lnTo>
                <a:lnTo>
                  <a:pt x="3284994" y="207467"/>
                </a:lnTo>
                <a:close/>
              </a:path>
              <a:path w="5351780" h="438150">
                <a:moveTo>
                  <a:pt x="3521405" y="265379"/>
                </a:moveTo>
                <a:lnTo>
                  <a:pt x="3487775" y="265379"/>
                </a:lnTo>
                <a:lnTo>
                  <a:pt x="3487775" y="295859"/>
                </a:lnTo>
                <a:lnTo>
                  <a:pt x="3487775" y="381292"/>
                </a:lnTo>
                <a:lnTo>
                  <a:pt x="3339858" y="381292"/>
                </a:lnTo>
                <a:lnTo>
                  <a:pt x="3339858" y="295859"/>
                </a:lnTo>
                <a:lnTo>
                  <a:pt x="3487775" y="295859"/>
                </a:lnTo>
                <a:lnTo>
                  <a:pt x="3487775" y="265379"/>
                </a:lnTo>
                <a:lnTo>
                  <a:pt x="3304806" y="265379"/>
                </a:lnTo>
                <a:lnTo>
                  <a:pt x="3304806" y="434733"/>
                </a:lnTo>
                <a:lnTo>
                  <a:pt x="3339858" y="434733"/>
                </a:lnTo>
                <a:lnTo>
                  <a:pt x="3339858" y="413397"/>
                </a:lnTo>
                <a:lnTo>
                  <a:pt x="3487775" y="413397"/>
                </a:lnTo>
                <a:lnTo>
                  <a:pt x="3487775" y="434733"/>
                </a:lnTo>
                <a:lnTo>
                  <a:pt x="3521405" y="434733"/>
                </a:lnTo>
                <a:lnTo>
                  <a:pt x="3521405" y="413397"/>
                </a:lnTo>
                <a:lnTo>
                  <a:pt x="3521405" y="381292"/>
                </a:lnTo>
                <a:lnTo>
                  <a:pt x="3521405" y="295859"/>
                </a:lnTo>
                <a:lnTo>
                  <a:pt x="3521405" y="265379"/>
                </a:lnTo>
                <a:close/>
              </a:path>
              <a:path w="5351780" h="438150">
                <a:moveTo>
                  <a:pt x="3557981" y="216611"/>
                </a:moveTo>
                <a:lnTo>
                  <a:pt x="3527933" y="209753"/>
                </a:lnTo>
                <a:lnTo>
                  <a:pt x="3499447" y="200748"/>
                </a:lnTo>
                <a:lnTo>
                  <a:pt x="3493236" y="198221"/>
                </a:lnTo>
                <a:lnTo>
                  <a:pt x="3472383" y="189738"/>
                </a:lnTo>
                <a:lnTo>
                  <a:pt x="3446627" y="176885"/>
                </a:lnTo>
                <a:lnTo>
                  <a:pt x="3466833" y="158597"/>
                </a:lnTo>
                <a:lnTo>
                  <a:pt x="3471494" y="154381"/>
                </a:lnTo>
                <a:lnTo>
                  <a:pt x="3493503" y="130581"/>
                </a:lnTo>
                <a:lnTo>
                  <a:pt x="3512680" y="105905"/>
                </a:lnTo>
                <a:lnTo>
                  <a:pt x="3529025" y="80772"/>
                </a:lnTo>
                <a:lnTo>
                  <a:pt x="3529025" y="79248"/>
                </a:lnTo>
                <a:lnTo>
                  <a:pt x="3529025" y="50292"/>
                </a:lnTo>
                <a:lnTo>
                  <a:pt x="3489299" y="50292"/>
                </a:lnTo>
                <a:lnTo>
                  <a:pt x="3489299" y="79248"/>
                </a:lnTo>
                <a:lnTo>
                  <a:pt x="3474440" y="101333"/>
                </a:lnTo>
                <a:lnTo>
                  <a:pt x="3457295" y="121818"/>
                </a:lnTo>
                <a:lnTo>
                  <a:pt x="3437864" y="140855"/>
                </a:lnTo>
                <a:lnTo>
                  <a:pt x="3416147" y="158597"/>
                </a:lnTo>
                <a:lnTo>
                  <a:pt x="3398672" y="142570"/>
                </a:lnTo>
                <a:lnTo>
                  <a:pt x="3382759" y="124104"/>
                </a:lnTo>
                <a:lnTo>
                  <a:pt x="3371900" y="108318"/>
                </a:lnTo>
                <a:lnTo>
                  <a:pt x="3354349" y="108318"/>
                </a:lnTo>
                <a:lnTo>
                  <a:pt x="3371888" y="108305"/>
                </a:lnTo>
                <a:lnTo>
                  <a:pt x="3368281" y="103047"/>
                </a:lnTo>
                <a:lnTo>
                  <a:pt x="3355098" y="79248"/>
                </a:lnTo>
                <a:lnTo>
                  <a:pt x="3489299" y="79248"/>
                </a:lnTo>
                <a:lnTo>
                  <a:pt x="3489299" y="50292"/>
                </a:lnTo>
                <a:lnTo>
                  <a:pt x="3370338" y="50292"/>
                </a:lnTo>
                <a:lnTo>
                  <a:pt x="3375812" y="40246"/>
                </a:lnTo>
                <a:lnTo>
                  <a:pt x="3380702" y="30480"/>
                </a:lnTo>
                <a:lnTo>
                  <a:pt x="3384994" y="20726"/>
                </a:lnTo>
                <a:lnTo>
                  <a:pt x="3388715" y="10668"/>
                </a:lnTo>
                <a:lnTo>
                  <a:pt x="3356622" y="0"/>
                </a:lnTo>
                <a:lnTo>
                  <a:pt x="3341166" y="35712"/>
                </a:lnTo>
                <a:lnTo>
                  <a:pt x="3322142" y="71869"/>
                </a:lnTo>
                <a:lnTo>
                  <a:pt x="3299396" y="108305"/>
                </a:lnTo>
                <a:lnTo>
                  <a:pt x="3272802" y="144881"/>
                </a:lnTo>
                <a:lnTo>
                  <a:pt x="3295662" y="167741"/>
                </a:lnTo>
                <a:lnTo>
                  <a:pt x="3306800" y="152882"/>
                </a:lnTo>
                <a:lnTo>
                  <a:pt x="3317379" y="138023"/>
                </a:lnTo>
                <a:lnTo>
                  <a:pt x="3327374" y="123164"/>
                </a:lnTo>
                <a:lnTo>
                  <a:pt x="3336798" y="108318"/>
                </a:lnTo>
                <a:lnTo>
                  <a:pt x="3347923" y="127165"/>
                </a:lnTo>
                <a:lnTo>
                  <a:pt x="3360623" y="144881"/>
                </a:lnTo>
                <a:lnTo>
                  <a:pt x="3374783" y="161455"/>
                </a:lnTo>
                <a:lnTo>
                  <a:pt x="3390239" y="176885"/>
                </a:lnTo>
                <a:lnTo>
                  <a:pt x="3359899" y="194373"/>
                </a:lnTo>
                <a:lnTo>
                  <a:pt x="3328428" y="210121"/>
                </a:lnTo>
                <a:lnTo>
                  <a:pt x="3295853" y="224129"/>
                </a:lnTo>
                <a:lnTo>
                  <a:pt x="3262122" y="236423"/>
                </a:lnTo>
                <a:lnTo>
                  <a:pt x="3265792" y="243535"/>
                </a:lnTo>
                <a:lnTo>
                  <a:pt x="3269742" y="251091"/>
                </a:lnTo>
                <a:lnTo>
                  <a:pt x="3273704" y="258914"/>
                </a:lnTo>
                <a:lnTo>
                  <a:pt x="3277374" y="266903"/>
                </a:lnTo>
                <a:lnTo>
                  <a:pt x="3317075" y="250609"/>
                </a:lnTo>
                <a:lnTo>
                  <a:pt x="3353803" y="233743"/>
                </a:lnTo>
                <a:lnTo>
                  <a:pt x="3387394" y="216281"/>
                </a:lnTo>
                <a:lnTo>
                  <a:pt x="3417671" y="198221"/>
                </a:lnTo>
                <a:lnTo>
                  <a:pt x="3447910" y="215442"/>
                </a:lnTo>
                <a:lnTo>
                  <a:pt x="3479025" y="230505"/>
                </a:lnTo>
                <a:lnTo>
                  <a:pt x="3510724" y="243535"/>
                </a:lnTo>
                <a:lnTo>
                  <a:pt x="3542741" y="254711"/>
                </a:lnTo>
                <a:lnTo>
                  <a:pt x="3545548" y="246176"/>
                </a:lnTo>
                <a:lnTo>
                  <a:pt x="3549218" y="236804"/>
                </a:lnTo>
                <a:lnTo>
                  <a:pt x="3553447" y="226847"/>
                </a:lnTo>
                <a:lnTo>
                  <a:pt x="3557981" y="216611"/>
                </a:lnTo>
                <a:close/>
              </a:path>
              <a:path w="5351780" h="438150">
                <a:moveTo>
                  <a:pt x="3814203" y="329476"/>
                </a:moveTo>
                <a:lnTo>
                  <a:pt x="3787876" y="333781"/>
                </a:lnTo>
                <a:lnTo>
                  <a:pt x="3710470" y="344716"/>
                </a:lnTo>
                <a:lnTo>
                  <a:pt x="3710470" y="227279"/>
                </a:lnTo>
                <a:lnTo>
                  <a:pt x="3794391" y="227279"/>
                </a:lnTo>
                <a:lnTo>
                  <a:pt x="3794391" y="193649"/>
                </a:lnTo>
                <a:lnTo>
                  <a:pt x="3588461" y="193649"/>
                </a:lnTo>
                <a:lnTo>
                  <a:pt x="3588461" y="227279"/>
                </a:lnTo>
                <a:lnTo>
                  <a:pt x="3673894" y="227279"/>
                </a:lnTo>
                <a:lnTo>
                  <a:pt x="3673894" y="349288"/>
                </a:lnTo>
                <a:lnTo>
                  <a:pt x="3647808" y="353364"/>
                </a:lnTo>
                <a:lnTo>
                  <a:pt x="3571697" y="363004"/>
                </a:lnTo>
                <a:lnTo>
                  <a:pt x="3580841" y="399580"/>
                </a:lnTo>
                <a:lnTo>
                  <a:pt x="3814203" y="364528"/>
                </a:lnTo>
                <a:lnTo>
                  <a:pt x="3814203" y="344716"/>
                </a:lnTo>
                <a:lnTo>
                  <a:pt x="3814203" y="329476"/>
                </a:lnTo>
                <a:close/>
              </a:path>
              <a:path w="5351780" h="438150">
                <a:moveTo>
                  <a:pt x="3968216" y="54864"/>
                </a:moveTo>
                <a:lnTo>
                  <a:pt x="3951338" y="40563"/>
                </a:lnTo>
                <a:lnTo>
                  <a:pt x="3935018" y="27241"/>
                </a:lnTo>
                <a:lnTo>
                  <a:pt x="3919270" y="14795"/>
                </a:lnTo>
                <a:lnTo>
                  <a:pt x="3904119" y="3048"/>
                </a:lnTo>
                <a:lnTo>
                  <a:pt x="3882783" y="24384"/>
                </a:lnTo>
                <a:lnTo>
                  <a:pt x="3898493" y="38125"/>
                </a:lnTo>
                <a:lnTo>
                  <a:pt x="3913644" y="52006"/>
                </a:lnTo>
                <a:lnTo>
                  <a:pt x="3928249" y="66179"/>
                </a:lnTo>
                <a:lnTo>
                  <a:pt x="3942308" y="80772"/>
                </a:lnTo>
                <a:lnTo>
                  <a:pt x="3968216" y="54864"/>
                </a:lnTo>
                <a:close/>
              </a:path>
              <a:path w="5351780" h="438150">
                <a:moveTo>
                  <a:pt x="4006316" y="320332"/>
                </a:moveTo>
                <a:lnTo>
                  <a:pt x="3998264" y="317779"/>
                </a:lnTo>
                <a:lnTo>
                  <a:pt x="3981031" y="311543"/>
                </a:lnTo>
                <a:lnTo>
                  <a:pt x="3971264" y="308140"/>
                </a:lnTo>
                <a:lnTo>
                  <a:pt x="3965168" y="347383"/>
                </a:lnTo>
                <a:lnTo>
                  <a:pt x="3953408" y="387146"/>
                </a:lnTo>
                <a:lnTo>
                  <a:pt x="3945725" y="393103"/>
                </a:lnTo>
                <a:lnTo>
                  <a:pt x="3936314" y="392772"/>
                </a:lnTo>
                <a:lnTo>
                  <a:pt x="3905008" y="365137"/>
                </a:lnTo>
                <a:lnTo>
                  <a:pt x="3874020" y="295122"/>
                </a:lnTo>
                <a:lnTo>
                  <a:pt x="3863479" y="245668"/>
                </a:lnTo>
                <a:lnTo>
                  <a:pt x="3856240" y="186474"/>
                </a:lnTo>
                <a:lnTo>
                  <a:pt x="3852303" y="117449"/>
                </a:lnTo>
                <a:lnTo>
                  <a:pt x="4000220" y="117449"/>
                </a:lnTo>
                <a:lnTo>
                  <a:pt x="4000220" y="85344"/>
                </a:lnTo>
                <a:lnTo>
                  <a:pt x="3850779" y="85344"/>
                </a:lnTo>
                <a:lnTo>
                  <a:pt x="3849890" y="63652"/>
                </a:lnTo>
                <a:lnTo>
                  <a:pt x="3849446" y="42100"/>
                </a:lnTo>
                <a:lnTo>
                  <a:pt x="3849319" y="27241"/>
                </a:lnTo>
                <a:lnTo>
                  <a:pt x="3849255" y="0"/>
                </a:lnTo>
                <a:lnTo>
                  <a:pt x="3811155" y="0"/>
                </a:lnTo>
                <a:lnTo>
                  <a:pt x="3812019" y="20840"/>
                </a:lnTo>
                <a:lnTo>
                  <a:pt x="3813264" y="63652"/>
                </a:lnTo>
                <a:lnTo>
                  <a:pt x="3814203" y="85344"/>
                </a:lnTo>
                <a:lnTo>
                  <a:pt x="3570173" y="85344"/>
                </a:lnTo>
                <a:lnTo>
                  <a:pt x="3570173" y="117449"/>
                </a:lnTo>
                <a:lnTo>
                  <a:pt x="3815727" y="117449"/>
                </a:lnTo>
                <a:lnTo>
                  <a:pt x="3820287" y="185699"/>
                </a:lnTo>
                <a:lnTo>
                  <a:pt x="3827856" y="245618"/>
                </a:lnTo>
                <a:lnTo>
                  <a:pt x="3838397" y="297218"/>
                </a:lnTo>
                <a:lnTo>
                  <a:pt x="3851846" y="340563"/>
                </a:lnTo>
                <a:lnTo>
                  <a:pt x="3868178" y="375691"/>
                </a:lnTo>
                <a:lnTo>
                  <a:pt x="3902227" y="415798"/>
                </a:lnTo>
                <a:lnTo>
                  <a:pt x="3948404" y="433209"/>
                </a:lnTo>
                <a:lnTo>
                  <a:pt x="3961879" y="431228"/>
                </a:lnTo>
                <a:lnTo>
                  <a:pt x="3972788" y="425386"/>
                </a:lnTo>
                <a:lnTo>
                  <a:pt x="3981412" y="415798"/>
                </a:lnTo>
                <a:lnTo>
                  <a:pt x="3988028" y="402628"/>
                </a:lnTo>
                <a:lnTo>
                  <a:pt x="3990568" y="393103"/>
                </a:lnTo>
                <a:lnTo>
                  <a:pt x="3992499" y="385864"/>
                </a:lnTo>
                <a:lnTo>
                  <a:pt x="3997172" y="366052"/>
                </a:lnTo>
                <a:lnTo>
                  <a:pt x="4001668" y="344716"/>
                </a:lnTo>
                <a:lnTo>
                  <a:pt x="4006316" y="320332"/>
                </a:lnTo>
                <a:close/>
              </a:path>
              <a:path w="5351780" h="438150">
                <a:moveTo>
                  <a:pt x="4169486" y="13716"/>
                </a:moveTo>
                <a:lnTo>
                  <a:pt x="4131373" y="3048"/>
                </a:lnTo>
                <a:lnTo>
                  <a:pt x="4115117" y="48234"/>
                </a:lnTo>
                <a:lnTo>
                  <a:pt x="4095648" y="92290"/>
                </a:lnTo>
                <a:lnTo>
                  <a:pt x="4072979" y="135356"/>
                </a:lnTo>
                <a:lnTo>
                  <a:pt x="4047248" y="177292"/>
                </a:lnTo>
                <a:lnTo>
                  <a:pt x="4018508" y="218122"/>
                </a:lnTo>
                <a:lnTo>
                  <a:pt x="4023055" y="228155"/>
                </a:lnTo>
                <a:lnTo>
                  <a:pt x="4027462" y="237744"/>
                </a:lnTo>
                <a:lnTo>
                  <a:pt x="4031577" y="247065"/>
                </a:lnTo>
                <a:lnTo>
                  <a:pt x="4035272" y="256222"/>
                </a:lnTo>
                <a:lnTo>
                  <a:pt x="4048747" y="238798"/>
                </a:lnTo>
                <a:lnTo>
                  <a:pt x="4061803" y="220789"/>
                </a:lnTo>
                <a:lnTo>
                  <a:pt x="4074566" y="202184"/>
                </a:lnTo>
                <a:lnTo>
                  <a:pt x="4087177" y="182981"/>
                </a:lnTo>
                <a:lnTo>
                  <a:pt x="4087177" y="430161"/>
                </a:lnTo>
                <a:lnTo>
                  <a:pt x="4123753" y="430161"/>
                </a:lnTo>
                <a:lnTo>
                  <a:pt x="4123753" y="182981"/>
                </a:lnTo>
                <a:lnTo>
                  <a:pt x="4123753" y="115925"/>
                </a:lnTo>
                <a:lnTo>
                  <a:pt x="4136047" y="91554"/>
                </a:lnTo>
                <a:lnTo>
                  <a:pt x="4147769" y="66497"/>
                </a:lnTo>
                <a:lnTo>
                  <a:pt x="4158907" y="40601"/>
                </a:lnTo>
                <a:lnTo>
                  <a:pt x="4169486" y="13716"/>
                </a:lnTo>
                <a:close/>
              </a:path>
              <a:path w="5351780" h="438150">
                <a:moveTo>
                  <a:pt x="4454664" y="297383"/>
                </a:moveTo>
                <a:lnTo>
                  <a:pt x="4444631" y="294830"/>
                </a:lnTo>
                <a:lnTo>
                  <a:pt x="4435043" y="291858"/>
                </a:lnTo>
                <a:lnTo>
                  <a:pt x="4425721" y="288594"/>
                </a:lnTo>
                <a:lnTo>
                  <a:pt x="4416564" y="285191"/>
                </a:lnTo>
                <a:lnTo>
                  <a:pt x="4415155" y="304101"/>
                </a:lnTo>
                <a:lnTo>
                  <a:pt x="4408944" y="353860"/>
                </a:lnTo>
                <a:lnTo>
                  <a:pt x="4373892" y="382816"/>
                </a:lnTo>
                <a:lnTo>
                  <a:pt x="4318927" y="382816"/>
                </a:lnTo>
                <a:lnTo>
                  <a:pt x="4304931" y="380834"/>
                </a:lnTo>
                <a:lnTo>
                  <a:pt x="4294924" y="375005"/>
                </a:lnTo>
                <a:lnTo>
                  <a:pt x="4288929" y="365455"/>
                </a:lnTo>
                <a:lnTo>
                  <a:pt x="4286923" y="352336"/>
                </a:lnTo>
                <a:lnTo>
                  <a:pt x="4286923" y="254698"/>
                </a:lnTo>
                <a:lnTo>
                  <a:pt x="4286923" y="228790"/>
                </a:lnTo>
                <a:lnTo>
                  <a:pt x="4328947" y="195567"/>
                </a:lnTo>
                <a:lnTo>
                  <a:pt x="4342777" y="182981"/>
                </a:lnTo>
                <a:lnTo>
                  <a:pt x="4368127" y="159931"/>
                </a:lnTo>
                <a:lnTo>
                  <a:pt x="4404449" y="121716"/>
                </a:lnTo>
                <a:lnTo>
                  <a:pt x="4437900" y="80772"/>
                </a:lnTo>
                <a:lnTo>
                  <a:pt x="4405896" y="57912"/>
                </a:lnTo>
                <a:lnTo>
                  <a:pt x="4378731" y="92290"/>
                </a:lnTo>
                <a:lnTo>
                  <a:pt x="4349839" y="124485"/>
                </a:lnTo>
                <a:lnTo>
                  <a:pt x="4319232" y="154673"/>
                </a:lnTo>
                <a:lnTo>
                  <a:pt x="4286923" y="182981"/>
                </a:lnTo>
                <a:lnTo>
                  <a:pt x="4286923" y="9144"/>
                </a:lnTo>
                <a:lnTo>
                  <a:pt x="4248823" y="9144"/>
                </a:lnTo>
                <a:lnTo>
                  <a:pt x="4248823" y="210502"/>
                </a:lnTo>
                <a:lnTo>
                  <a:pt x="4223347" y="227317"/>
                </a:lnTo>
                <a:lnTo>
                  <a:pt x="4197146" y="243268"/>
                </a:lnTo>
                <a:lnTo>
                  <a:pt x="4170095" y="258089"/>
                </a:lnTo>
                <a:lnTo>
                  <a:pt x="4142054" y="271462"/>
                </a:lnTo>
                <a:lnTo>
                  <a:pt x="4147743" y="280111"/>
                </a:lnTo>
                <a:lnTo>
                  <a:pt x="4153293" y="288048"/>
                </a:lnTo>
                <a:lnTo>
                  <a:pt x="4158551" y="295732"/>
                </a:lnTo>
                <a:lnTo>
                  <a:pt x="4163390" y="303568"/>
                </a:lnTo>
                <a:lnTo>
                  <a:pt x="4185031" y="291858"/>
                </a:lnTo>
                <a:lnTo>
                  <a:pt x="4206671" y="279666"/>
                </a:lnTo>
                <a:lnTo>
                  <a:pt x="4227969" y="267258"/>
                </a:lnTo>
                <a:lnTo>
                  <a:pt x="4248823" y="254698"/>
                </a:lnTo>
                <a:lnTo>
                  <a:pt x="4248823" y="356908"/>
                </a:lnTo>
                <a:lnTo>
                  <a:pt x="4252544" y="382930"/>
                </a:lnTo>
                <a:lnTo>
                  <a:pt x="4263682" y="401535"/>
                </a:lnTo>
                <a:lnTo>
                  <a:pt x="4282262" y="412711"/>
                </a:lnTo>
                <a:lnTo>
                  <a:pt x="4308259" y="416445"/>
                </a:lnTo>
                <a:lnTo>
                  <a:pt x="4383036" y="416445"/>
                </a:lnTo>
                <a:lnTo>
                  <a:pt x="4407586" y="413283"/>
                </a:lnTo>
                <a:lnTo>
                  <a:pt x="4426280" y="403821"/>
                </a:lnTo>
                <a:lnTo>
                  <a:pt x="4438967" y="388073"/>
                </a:lnTo>
                <a:lnTo>
                  <a:pt x="4440529" y="382816"/>
                </a:lnTo>
                <a:lnTo>
                  <a:pt x="4445520" y="366052"/>
                </a:lnTo>
                <a:lnTo>
                  <a:pt x="4448657" y="349973"/>
                </a:lnTo>
                <a:lnTo>
                  <a:pt x="4451235" y="333463"/>
                </a:lnTo>
                <a:lnTo>
                  <a:pt x="4453229" y="316077"/>
                </a:lnTo>
                <a:lnTo>
                  <a:pt x="4454664" y="297383"/>
                </a:lnTo>
                <a:close/>
              </a:path>
              <a:path w="5351780" h="438150">
                <a:moveTo>
                  <a:pt x="4634687" y="222694"/>
                </a:moveTo>
                <a:lnTo>
                  <a:pt x="4623790" y="211251"/>
                </a:lnTo>
                <a:lnTo>
                  <a:pt x="4611929" y="199796"/>
                </a:lnTo>
                <a:lnTo>
                  <a:pt x="4610189" y="198221"/>
                </a:lnTo>
                <a:lnTo>
                  <a:pt x="4608500" y="196697"/>
                </a:lnTo>
                <a:lnTo>
                  <a:pt x="4599229" y="188328"/>
                </a:lnTo>
                <a:lnTo>
                  <a:pt x="4585817" y="176885"/>
                </a:lnTo>
                <a:lnTo>
                  <a:pt x="4567529" y="196697"/>
                </a:lnTo>
                <a:lnTo>
                  <a:pt x="4567529" y="192125"/>
                </a:lnTo>
                <a:lnTo>
                  <a:pt x="4567529" y="118973"/>
                </a:lnTo>
                <a:lnTo>
                  <a:pt x="4627067" y="118973"/>
                </a:lnTo>
                <a:lnTo>
                  <a:pt x="4627067" y="88392"/>
                </a:lnTo>
                <a:lnTo>
                  <a:pt x="4567529" y="88392"/>
                </a:lnTo>
                <a:lnTo>
                  <a:pt x="4567529" y="3048"/>
                </a:lnTo>
                <a:lnTo>
                  <a:pt x="4535525" y="3048"/>
                </a:lnTo>
                <a:lnTo>
                  <a:pt x="4535525" y="88392"/>
                </a:lnTo>
                <a:lnTo>
                  <a:pt x="4469904" y="88392"/>
                </a:lnTo>
                <a:lnTo>
                  <a:pt x="4469904" y="118973"/>
                </a:lnTo>
                <a:lnTo>
                  <a:pt x="4532477" y="118973"/>
                </a:lnTo>
                <a:lnTo>
                  <a:pt x="4522241" y="158927"/>
                </a:lnTo>
                <a:lnTo>
                  <a:pt x="4507700" y="198462"/>
                </a:lnTo>
                <a:lnTo>
                  <a:pt x="4489145" y="237134"/>
                </a:lnTo>
                <a:lnTo>
                  <a:pt x="4466856" y="274510"/>
                </a:lnTo>
                <a:lnTo>
                  <a:pt x="4470489" y="284784"/>
                </a:lnTo>
                <a:lnTo>
                  <a:pt x="4474286" y="294906"/>
                </a:lnTo>
                <a:lnTo>
                  <a:pt x="4477778" y="304774"/>
                </a:lnTo>
                <a:lnTo>
                  <a:pt x="4480572" y="314236"/>
                </a:lnTo>
                <a:lnTo>
                  <a:pt x="4496054" y="289344"/>
                </a:lnTo>
                <a:lnTo>
                  <a:pt x="4510367" y="260604"/>
                </a:lnTo>
                <a:lnTo>
                  <a:pt x="4523524" y="228168"/>
                </a:lnTo>
                <a:lnTo>
                  <a:pt x="4535525" y="192125"/>
                </a:lnTo>
                <a:lnTo>
                  <a:pt x="4535525" y="430161"/>
                </a:lnTo>
                <a:lnTo>
                  <a:pt x="4567529" y="430161"/>
                </a:lnTo>
                <a:lnTo>
                  <a:pt x="4567529" y="198221"/>
                </a:lnTo>
                <a:lnTo>
                  <a:pt x="4578934" y="210616"/>
                </a:lnTo>
                <a:lnTo>
                  <a:pt x="4590199" y="222694"/>
                </a:lnTo>
                <a:lnTo>
                  <a:pt x="4601172" y="234746"/>
                </a:lnTo>
                <a:lnTo>
                  <a:pt x="4611725" y="247078"/>
                </a:lnTo>
                <a:lnTo>
                  <a:pt x="4634687" y="222694"/>
                </a:lnTo>
                <a:close/>
              </a:path>
              <a:path w="5351780" h="438150">
                <a:moveTo>
                  <a:pt x="4700219" y="242506"/>
                </a:moveTo>
                <a:lnTo>
                  <a:pt x="4666691" y="228790"/>
                </a:lnTo>
                <a:lnTo>
                  <a:pt x="4649292" y="269367"/>
                </a:lnTo>
                <a:lnTo>
                  <a:pt x="4631588" y="306374"/>
                </a:lnTo>
                <a:lnTo>
                  <a:pt x="4613884" y="339674"/>
                </a:lnTo>
                <a:lnTo>
                  <a:pt x="4596485" y="369100"/>
                </a:lnTo>
                <a:lnTo>
                  <a:pt x="4605350" y="373405"/>
                </a:lnTo>
                <a:lnTo>
                  <a:pt x="4621390" y="380885"/>
                </a:lnTo>
                <a:lnTo>
                  <a:pt x="4628591" y="384340"/>
                </a:lnTo>
                <a:lnTo>
                  <a:pt x="4645990" y="352323"/>
                </a:lnTo>
                <a:lnTo>
                  <a:pt x="4663833" y="317995"/>
                </a:lnTo>
                <a:lnTo>
                  <a:pt x="4681944" y="281393"/>
                </a:lnTo>
                <a:lnTo>
                  <a:pt x="4700219" y="242506"/>
                </a:lnTo>
                <a:close/>
              </a:path>
              <a:path w="5351780" h="438150">
                <a:moveTo>
                  <a:pt x="4878616" y="28956"/>
                </a:moveTo>
                <a:lnTo>
                  <a:pt x="4646879" y="28956"/>
                </a:lnTo>
                <a:lnTo>
                  <a:pt x="4646879" y="59436"/>
                </a:lnTo>
                <a:lnTo>
                  <a:pt x="4878616" y="59436"/>
                </a:lnTo>
                <a:lnTo>
                  <a:pt x="4878616" y="28956"/>
                </a:lnTo>
                <a:close/>
              </a:path>
              <a:path w="5351780" h="438150">
                <a:moveTo>
                  <a:pt x="4900053" y="157073"/>
                </a:moveTo>
                <a:lnTo>
                  <a:pt x="4625543" y="157073"/>
                </a:lnTo>
                <a:lnTo>
                  <a:pt x="4625543" y="187553"/>
                </a:lnTo>
                <a:lnTo>
                  <a:pt x="4744415" y="187553"/>
                </a:lnTo>
                <a:lnTo>
                  <a:pt x="4744415" y="359956"/>
                </a:lnTo>
                <a:lnTo>
                  <a:pt x="4742929" y="373964"/>
                </a:lnTo>
                <a:lnTo>
                  <a:pt x="4738319" y="383959"/>
                </a:lnTo>
                <a:lnTo>
                  <a:pt x="4730267" y="389966"/>
                </a:lnTo>
                <a:lnTo>
                  <a:pt x="4718507" y="391960"/>
                </a:lnTo>
                <a:lnTo>
                  <a:pt x="4705642" y="391693"/>
                </a:lnTo>
                <a:lnTo>
                  <a:pt x="4692218" y="391007"/>
                </a:lnTo>
                <a:lnTo>
                  <a:pt x="4663643" y="388912"/>
                </a:lnTo>
                <a:lnTo>
                  <a:pt x="4665662" y="398932"/>
                </a:lnTo>
                <a:lnTo>
                  <a:pt x="4667262" y="408393"/>
                </a:lnTo>
                <a:lnTo>
                  <a:pt x="4668571" y="417283"/>
                </a:lnTo>
                <a:lnTo>
                  <a:pt x="4669739" y="425589"/>
                </a:lnTo>
                <a:lnTo>
                  <a:pt x="4727651" y="425589"/>
                </a:lnTo>
                <a:lnTo>
                  <a:pt x="4749698" y="422148"/>
                </a:lnTo>
                <a:lnTo>
                  <a:pt x="4765446" y="411861"/>
                </a:lnTo>
                <a:lnTo>
                  <a:pt x="4774882" y="394677"/>
                </a:lnTo>
                <a:lnTo>
                  <a:pt x="4775238" y="391960"/>
                </a:lnTo>
                <a:lnTo>
                  <a:pt x="4778032" y="370624"/>
                </a:lnTo>
                <a:lnTo>
                  <a:pt x="4778032" y="187553"/>
                </a:lnTo>
                <a:lnTo>
                  <a:pt x="4900053" y="187553"/>
                </a:lnTo>
                <a:lnTo>
                  <a:pt x="4900053" y="157073"/>
                </a:lnTo>
                <a:close/>
              </a:path>
              <a:path w="5351780" h="438150">
                <a:moveTo>
                  <a:pt x="4907673" y="369100"/>
                </a:moveTo>
                <a:lnTo>
                  <a:pt x="4893043" y="337959"/>
                </a:lnTo>
                <a:lnTo>
                  <a:pt x="4876724" y="304088"/>
                </a:lnTo>
                <a:lnTo>
                  <a:pt x="4858715" y="267652"/>
                </a:lnTo>
                <a:lnTo>
                  <a:pt x="4838992" y="228790"/>
                </a:lnTo>
                <a:lnTo>
                  <a:pt x="4806988" y="244030"/>
                </a:lnTo>
                <a:lnTo>
                  <a:pt x="4824946" y="280098"/>
                </a:lnTo>
                <a:lnTo>
                  <a:pt x="4842040" y="315328"/>
                </a:lnTo>
                <a:lnTo>
                  <a:pt x="4857991" y="349986"/>
                </a:lnTo>
                <a:lnTo>
                  <a:pt x="4872520" y="384340"/>
                </a:lnTo>
                <a:lnTo>
                  <a:pt x="4907673" y="369100"/>
                </a:lnTo>
                <a:close/>
              </a:path>
              <a:path w="5351780" h="438150">
                <a:moveTo>
                  <a:pt x="5034153" y="80772"/>
                </a:moveTo>
                <a:lnTo>
                  <a:pt x="5021275" y="67627"/>
                </a:lnTo>
                <a:lnTo>
                  <a:pt x="4964049" y="7620"/>
                </a:lnTo>
                <a:lnTo>
                  <a:pt x="4938141" y="30480"/>
                </a:lnTo>
                <a:lnTo>
                  <a:pt x="4973193" y="69735"/>
                </a:lnTo>
                <a:lnTo>
                  <a:pt x="4989157" y="88392"/>
                </a:lnTo>
                <a:lnTo>
                  <a:pt x="5003673" y="106781"/>
                </a:lnTo>
                <a:lnTo>
                  <a:pt x="5034153" y="80772"/>
                </a:lnTo>
                <a:close/>
              </a:path>
              <a:path w="5351780" h="438150">
                <a:moveTo>
                  <a:pt x="5066258" y="361480"/>
                </a:moveTo>
                <a:lnTo>
                  <a:pt x="5065141" y="353860"/>
                </a:lnTo>
                <a:lnTo>
                  <a:pt x="5064163" y="344716"/>
                </a:lnTo>
                <a:lnTo>
                  <a:pt x="5063477" y="334479"/>
                </a:lnTo>
                <a:lnTo>
                  <a:pt x="5063210" y="323380"/>
                </a:lnTo>
                <a:lnTo>
                  <a:pt x="5047805" y="334479"/>
                </a:lnTo>
                <a:lnTo>
                  <a:pt x="5006721" y="364528"/>
                </a:lnTo>
                <a:lnTo>
                  <a:pt x="5006721" y="152501"/>
                </a:lnTo>
                <a:lnTo>
                  <a:pt x="4915281" y="152501"/>
                </a:lnTo>
                <a:lnTo>
                  <a:pt x="4915281" y="184505"/>
                </a:lnTo>
                <a:lnTo>
                  <a:pt x="4971669" y="184505"/>
                </a:lnTo>
                <a:lnTo>
                  <a:pt x="4971669" y="355384"/>
                </a:lnTo>
                <a:lnTo>
                  <a:pt x="4970792" y="368858"/>
                </a:lnTo>
                <a:lnTo>
                  <a:pt x="4968049" y="379768"/>
                </a:lnTo>
                <a:lnTo>
                  <a:pt x="4963312" y="388391"/>
                </a:lnTo>
                <a:lnTo>
                  <a:pt x="4956429" y="395008"/>
                </a:lnTo>
                <a:lnTo>
                  <a:pt x="4977765" y="424065"/>
                </a:lnTo>
                <a:lnTo>
                  <a:pt x="5015687" y="396773"/>
                </a:lnTo>
                <a:lnTo>
                  <a:pt x="5039322" y="380047"/>
                </a:lnTo>
                <a:lnTo>
                  <a:pt x="5061839" y="364528"/>
                </a:lnTo>
                <a:lnTo>
                  <a:pt x="5066258" y="361480"/>
                </a:lnTo>
                <a:close/>
              </a:path>
              <a:path w="5351780" h="438150">
                <a:moveTo>
                  <a:pt x="5351437" y="297383"/>
                </a:moveTo>
                <a:lnTo>
                  <a:pt x="5342293" y="294830"/>
                </a:lnTo>
                <a:lnTo>
                  <a:pt x="5333136" y="291858"/>
                </a:lnTo>
                <a:lnTo>
                  <a:pt x="5323967" y="288594"/>
                </a:lnTo>
                <a:lnTo>
                  <a:pt x="5314772" y="285191"/>
                </a:lnTo>
                <a:lnTo>
                  <a:pt x="5312486" y="306666"/>
                </a:lnTo>
                <a:lnTo>
                  <a:pt x="5305628" y="353860"/>
                </a:lnTo>
                <a:lnTo>
                  <a:pt x="5277332" y="381076"/>
                </a:lnTo>
                <a:lnTo>
                  <a:pt x="5259908" y="382816"/>
                </a:lnTo>
                <a:lnTo>
                  <a:pt x="5148554" y="382816"/>
                </a:lnTo>
                <a:lnTo>
                  <a:pt x="5134559" y="380822"/>
                </a:lnTo>
                <a:lnTo>
                  <a:pt x="5124551" y="374815"/>
                </a:lnTo>
                <a:lnTo>
                  <a:pt x="5118557" y="364820"/>
                </a:lnTo>
                <a:lnTo>
                  <a:pt x="5116550" y="350812"/>
                </a:lnTo>
                <a:lnTo>
                  <a:pt x="5116550" y="201358"/>
                </a:lnTo>
                <a:lnTo>
                  <a:pt x="5284292" y="201358"/>
                </a:lnTo>
                <a:lnTo>
                  <a:pt x="5284292" y="222707"/>
                </a:lnTo>
                <a:lnTo>
                  <a:pt x="5319433" y="222707"/>
                </a:lnTo>
                <a:lnTo>
                  <a:pt x="5319433" y="201358"/>
                </a:lnTo>
                <a:lnTo>
                  <a:pt x="5319433" y="24384"/>
                </a:lnTo>
                <a:lnTo>
                  <a:pt x="5064734" y="24384"/>
                </a:lnTo>
                <a:lnTo>
                  <a:pt x="5064734" y="56388"/>
                </a:lnTo>
                <a:lnTo>
                  <a:pt x="5284292" y="56388"/>
                </a:lnTo>
                <a:lnTo>
                  <a:pt x="5284292" y="169265"/>
                </a:lnTo>
                <a:lnTo>
                  <a:pt x="5083022" y="169265"/>
                </a:lnTo>
                <a:lnTo>
                  <a:pt x="5083022" y="359956"/>
                </a:lnTo>
                <a:lnTo>
                  <a:pt x="5086210" y="384860"/>
                </a:lnTo>
                <a:lnTo>
                  <a:pt x="5095976" y="402488"/>
                </a:lnTo>
                <a:lnTo>
                  <a:pt x="5112601" y="412965"/>
                </a:lnTo>
                <a:lnTo>
                  <a:pt x="5136362" y="416445"/>
                </a:lnTo>
                <a:lnTo>
                  <a:pt x="5267528" y="416445"/>
                </a:lnTo>
                <a:lnTo>
                  <a:pt x="5294998" y="413537"/>
                </a:lnTo>
                <a:lnTo>
                  <a:pt x="5315763" y="404774"/>
                </a:lnTo>
                <a:lnTo>
                  <a:pt x="5329961" y="390004"/>
                </a:lnTo>
                <a:lnTo>
                  <a:pt x="5332628" y="382816"/>
                </a:lnTo>
                <a:lnTo>
                  <a:pt x="5337721" y="369100"/>
                </a:lnTo>
                <a:lnTo>
                  <a:pt x="5341048" y="353860"/>
                </a:lnTo>
                <a:lnTo>
                  <a:pt x="5344579" y="336130"/>
                </a:lnTo>
                <a:lnTo>
                  <a:pt x="5348008" y="317411"/>
                </a:lnTo>
                <a:lnTo>
                  <a:pt x="5351437" y="2973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587085"/>
            <a:ext cx="109823" cy="109823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1303680" y="2411640"/>
            <a:ext cx="2653665" cy="436245"/>
          </a:xfrm>
          <a:custGeom>
            <a:avLst/>
            <a:gdLst/>
            <a:ahLst/>
            <a:cxnLst/>
            <a:rect l="l" t="t" r="r" b="b"/>
            <a:pathLst>
              <a:path w="2653665" h="436244">
                <a:moveTo>
                  <a:pt x="346240" y="112864"/>
                </a:moveTo>
                <a:lnTo>
                  <a:pt x="314236" y="112864"/>
                </a:lnTo>
                <a:lnTo>
                  <a:pt x="314236" y="140398"/>
                </a:lnTo>
                <a:lnTo>
                  <a:pt x="314236" y="170878"/>
                </a:lnTo>
                <a:lnTo>
                  <a:pt x="111353" y="170878"/>
                </a:lnTo>
                <a:lnTo>
                  <a:pt x="111353" y="140398"/>
                </a:lnTo>
                <a:lnTo>
                  <a:pt x="314236" y="140398"/>
                </a:lnTo>
                <a:lnTo>
                  <a:pt x="314236" y="112864"/>
                </a:lnTo>
                <a:lnTo>
                  <a:pt x="79349" y="112864"/>
                </a:lnTo>
                <a:lnTo>
                  <a:pt x="79349" y="210502"/>
                </a:lnTo>
                <a:lnTo>
                  <a:pt x="111353" y="210502"/>
                </a:lnTo>
                <a:lnTo>
                  <a:pt x="111353" y="198310"/>
                </a:lnTo>
                <a:lnTo>
                  <a:pt x="314236" y="198310"/>
                </a:lnTo>
                <a:lnTo>
                  <a:pt x="314236" y="210502"/>
                </a:lnTo>
                <a:lnTo>
                  <a:pt x="346240" y="210502"/>
                </a:lnTo>
                <a:lnTo>
                  <a:pt x="346240" y="198310"/>
                </a:lnTo>
                <a:lnTo>
                  <a:pt x="346240" y="170878"/>
                </a:lnTo>
                <a:lnTo>
                  <a:pt x="346240" y="140398"/>
                </a:lnTo>
                <a:lnTo>
                  <a:pt x="346240" y="112864"/>
                </a:lnTo>
                <a:close/>
              </a:path>
              <a:path w="2653665" h="436244">
                <a:moveTo>
                  <a:pt x="414820" y="62572"/>
                </a:moveTo>
                <a:lnTo>
                  <a:pt x="305092" y="62572"/>
                </a:lnTo>
                <a:lnTo>
                  <a:pt x="317703" y="53149"/>
                </a:lnTo>
                <a:lnTo>
                  <a:pt x="330619" y="43141"/>
                </a:lnTo>
                <a:lnTo>
                  <a:pt x="344093" y="32537"/>
                </a:lnTo>
                <a:lnTo>
                  <a:pt x="358432" y="21336"/>
                </a:lnTo>
                <a:lnTo>
                  <a:pt x="334048" y="1524"/>
                </a:lnTo>
                <a:lnTo>
                  <a:pt x="321830" y="11823"/>
                </a:lnTo>
                <a:lnTo>
                  <a:pt x="308317" y="22148"/>
                </a:lnTo>
                <a:lnTo>
                  <a:pt x="293928" y="32461"/>
                </a:lnTo>
                <a:lnTo>
                  <a:pt x="279082" y="42760"/>
                </a:lnTo>
                <a:lnTo>
                  <a:pt x="297472" y="62572"/>
                </a:lnTo>
                <a:lnTo>
                  <a:pt x="228790" y="62572"/>
                </a:lnTo>
                <a:lnTo>
                  <a:pt x="228790" y="1524"/>
                </a:lnTo>
                <a:lnTo>
                  <a:pt x="196786" y="1524"/>
                </a:lnTo>
                <a:lnTo>
                  <a:pt x="196786" y="62572"/>
                </a:lnTo>
                <a:lnTo>
                  <a:pt x="126593" y="62572"/>
                </a:lnTo>
                <a:lnTo>
                  <a:pt x="146405" y="44284"/>
                </a:lnTo>
                <a:lnTo>
                  <a:pt x="134416" y="33959"/>
                </a:lnTo>
                <a:lnTo>
                  <a:pt x="121450" y="23482"/>
                </a:lnTo>
                <a:lnTo>
                  <a:pt x="93065" y="1524"/>
                </a:lnTo>
                <a:lnTo>
                  <a:pt x="70205" y="21336"/>
                </a:lnTo>
                <a:lnTo>
                  <a:pt x="82511" y="31673"/>
                </a:lnTo>
                <a:lnTo>
                  <a:pt x="94399" y="41998"/>
                </a:lnTo>
                <a:lnTo>
                  <a:pt x="105994" y="52285"/>
                </a:lnTo>
                <a:lnTo>
                  <a:pt x="117449" y="62572"/>
                </a:lnTo>
                <a:lnTo>
                  <a:pt x="10668" y="62572"/>
                </a:lnTo>
                <a:lnTo>
                  <a:pt x="10668" y="141922"/>
                </a:lnTo>
                <a:lnTo>
                  <a:pt x="42773" y="141922"/>
                </a:lnTo>
                <a:lnTo>
                  <a:pt x="42773" y="90004"/>
                </a:lnTo>
                <a:lnTo>
                  <a:pt x="384340" y="90004"/>
                </a:lnTo>
                <a:lnTo>
                  <a:pt x="384340" y="141922"/>
                </a:lnTo>
                <a:lnTo>
                  <a:pt x="414820" y="141922"/>
                </a:lnTo>
                <a:lnTo>
                  <a:pt x="414820" y="90004"/>
                </a:lnTo>
                <a:lnTo>
                  <a:pt x="414820" y="62572"/>
                </a:lnTo>
                <a:close/>
              </a:path>
              <a:path w="2653665" h="436244">
                <a:moveTo>
                  <a:pt x="425488" y="334137"/>
                </a:moveTo>
                <a:lnTo>
                  <a:pt x="231838" y="334137"/>
                </a:lnTo>
                <a:lnTo>
                  <a:pt x="231838" y="308127"/>
                </a:lnTo>
                <a:lnTo>
                  <a:pt x="381292" y="308127"/>
                </a:lnTo>
                <a:lnTo>
                  <a:pt x="381292" y="280695"/>
                </a:lnTo>
                <a:lnTo>
                  <a:pt x="231838" y="280695"/>
                </a:lnTo>
                <a:lnTo>
                  <a:pt x="231838" y="254787"/>
                </a:lnTo>
                <a:lnTo>
                  <a:pt x="387388" y="251739"/>
                </a:lnTo>
                <a:lnTo>
                  <a:pt x="382816" y="222694"/>
                </a:lnTo>
                <a:lnTo>
                  <a:pt x="189001" y="226428"/>
                </a:lnTo>
                <a:lnTo>
                  <a:pt x="26009" y="227266"/>
                </a:lnTo>
                <a:lnTo>
                  <a:pt x="28028" y="235064"/>
                </a:lnTo>
                <a:lnTo>
                  <a:pt x="29629" y="242404"/>
                </a:lnTo>
                <a:lnTo>
                  <a:pt x="30937" y="249440"/>
                </a:lnTo>
                <a:lnTo>
                  <a:pt x="32105" y="256311"/>
                </a:lnTo>
                <a:lnTo>
                  <a:pt x="159232" y="255676"/>
                </a:lnTo>
                <a:lnTo>
                  <a:pt x="199834" y="254787"/>
                </a:lnTo>
                <a:lnTo>
                  <a:pt x="199834" y="280695"/>
                </a:lnTo>
                <a:lnTo>
                  <a:pt x="32105" y="280695"/>
                </a:lnTo>
                <a:lnTo>
                  <a:pt x="32105" y="308127"/>
                </a:lnTo>
                <a:lnTo>
                  <a:pt x="199834" y="308127"/>
                </a:lnTo>
                <a:lnTo>
                  <a:pt x="199834" y="334137"/>
                </a:lnTo>
                <a:lnTo>
                  <a:pt x="0" y="334137"/>
                </a:lnTo>
                <a:lnTo>
                  <a:pt x="0" y="363093"/>
                </a:lnTo>
                <a:lnTo>
                  <a:pt x="199834" y="363093"/>
                </a:lnTo>
                <a:lnTo>
                  <a:pt x="199834" y="369189"/>
                </a:lnTo>
                <a:lnTo>
                  <a:pt x="198145" y="380949"/>
                </a:lnTo>
                <a:lnTo>
                  <a:pt x="193167" y="389001"/>
                </a:lnTo>
                <a:lnTo>
                  <a:pt x="185051" y="393623"/>
                </a:lnTo>
                <a:lnTo>
                  <a:pt x="173926" y="395097"/>
                </a:lnTo>
                <a:lnTo>
                  <a:pt x="159105" y="394830"/>
                </a:lnTo>
                <a:lnTo>
                  <a:pt x="142252" y="394144"/>
                </a:lnTo>
                <a:lnTo>
                  <a:pt x="103733" y="392049"/>
                </a:lnTo>
                <a:lnTo>
                  <a:pt x="104876" y="400926"/>
                </a:lnTo>
                <a:lnTo>
                  <a:pt x="148729" y="426910"/>
                </a:lnTo>
                <a:lnTo>
                  <a:pt x="180022" y="427101"/>
                </a:lnTo>
                <a:lnTo>
                  <a:pt x="202907" y="423697"/>
                </a:lnTo>
                <a:lnTo>
                  <a:pt x="219075" y="413575"/>
                </a:lnTo>
                <a:lnTo>
                  <a:pt x="228676" y="396887"/>
                </a:lnTo>
                <a:lnTo>
                  <a:pt x="228917" y="395097"/>
                </a:lnTo>
                <a:lnTo>
                  <a:pt x="231838" y="373761"/>
                </a:lnTo>
                <a:lnTo>
                  <a:pt x="231838" y="363093"/>
                </a:lnTo>
                <a:lnTo>
                  <a:pt x="425488" y="363093"/>
                </a:lnTo>
                <a:lnTo>
                  <a:pt x="425488" y="334137"/>
                </a:lnTo>
                <a:close/>
              </a:path>
              <a:path w="2653665" h="436244">
                <a:moveTo>
                  <a:pt x="571969" y="83908"/>
                </a:moveTo>
                <a:lnTo>
                  <a:pt x="529209" y="83908"/>
                </a:lnTo>
                <a:lnTo>
                  <a:pt x="529209" y="3048"/>
                </a:lnTo>
                <a:lnTo>
                  <a:pt x="498729" y="3048"/>
                </a:lnTo>
                <a:lnTo>
                  <a:pt x="498729" y="83908"/>
                </a:lnTo>
                <a:lnTo>
                  <a:pt x="446913" y="83908"/>
                </a:lnTo>
                <a:lnTo>
                  <a:pt x="446913" y="114388"/>
                </a:lnTo>
                <a:lnTo>
                  <a:pt x="498729" y="114388"/>
                </a:lnTo>
                <a:lnTo>
                  <a:pt x="498729" y="213550"/>
                </a:lnTo>
                <a:lnTo>
                  <a:pt x="484136" y="219265"/>
                </a:lnTo>
                <a:lnTo>
                  <a:pt x="456082" y="230733"/>
                </a:lnTo>
                <a:lnTo>
                  <a:pt x="442341" y="236512"/>
                </a:lnTo>
                <a:lnTo>
                  <a:pt x="449961" y="274612"/>
                </a:lnTo>
                <a:lnTo>
                  <a:pt x="462508" y="268008"/>
                </a:lnTo>
                <a:lnTo>
                  <a:pt x="498729" y="250228"/>
                </a:lnTo>
                <a:lnTo>
                  <a:pt x="498729" y="382905"/>
                </a:lnTo>
                <a:lnTo>
                  <a:pt x="492645" y="388988"/>
                </a:lnTo>
                <a:lnTo>
                  <a:pt x="476084" y="388975"/>
                </a:lnTo>
                <a:lnTo>
                  <a:pt x="467677" y="388810"/>
                </a:lnTo>
                <a:lnTo>
                  <a:pt x="458419" y="388353"/>
                </a:lnTo>
                <a:lnTo>
                  <a:pt x="448437" y="387477"/>
                </a:lnTo>
                <a:lnTo>
                  <a:pt x="450723" y="403669"/>
                </a:lnTo>
                <a:lnTo>
                  <a:pt x="451866" y="412127"/>
                </a:lnTo>
                <a:lnTo>
                  <a:pt x="453009" y="421005"/>
                </a:lnTo>
                <a:lnTo>
                  <a:pt x="465035" y="420979"/>
                </a:lnTo>
                <a:lnTo>
                  <a:pt x="510565" y="415772"/>
                </a:lnTo>
                <a:lnTo>
                  <a:pt x="527596" y="389001"/>
                </a:lnTo>
                <a:lnTo>
                  <a:pt x="529209" y="373761"/>
                </a:lnTo>
                <a:lnTo>
                  <a:pt x="529209" y="250228"/>
                </a:lnTo>
                <a:lnTo>
                  <a:pt x="529209" y="234988"/>
                </a:lnTo>
                <a:lnTo>
                  <a:pt x="540359" y="229476"/>
                </a:lnTo>
                <a:lnTo>
                  <a:pt x="560971" y="219671"/>
                </a:lnTo>
                <a:lnTo>
                  <a:pt x="570445" y="215074"/>
                </a:lnTo>
                <a:lnTo>
                  <a:pt x="569544" y="207022"/>
                </a:lnTo>
                <a:lnTo>
                  <a:pt x="568896" y="198310"/>
                </a:lnTo>
                <a:lnTo>
                  <a:pt x="568274" y="189788"/>
                </a:lnTo>
                <a:lnTo>
                  <a:pt x="567309" y="180022"/>
                </a:lnTo>
                <a:lnTo>
                  <a:pt x="548830" y="189166"/>
                </a:lnTo>
                <a:lnTo>
                  <a:pt x="539229" y="193738"/>
                </a:lnTo>
                <a:lnTo>
                  <a:pt x="529209" y="198310"/>
                </a:lnTo>
                <a:lnTo>
                  <a:pt x="529209" y="114388"/>
                </a:lnTo>
                <a:lnTo>
                  <a:pt x="571969" y="114388"/>
                </a:lnTo>
                <a:lnTo>
                  <a:pt x="571969" y="83908"/>
                </a:lnTo>
                <a:close/>
              </a:path>
              <a:path w="2653665" h="436244">
                <a:moveTo>
                  <a:pt x="858685" y="24472"/>
                </a:moveTo>
                <a:lnTo>
                  <a:pt x="826579" y="24472"/>
                </a:lnTo>
                <a:lnTo>
                  <a:pt x="826579" y="51904"/>
                </a:lnTo>
                <a:lnTo>
                  <a:pt x="826579" y="97624"/>
                </a:lnTo>
                <a:lnTo>
                  <a:pt x="617702" y="97624"/>
                </a:lnTo>
                <a:lnTo>
                  <a:pt x="617702" y="51904"/>
                </a:lnTo>
                <a:lnTo>
                  <a:pt x="826579" y="51904"/>
                </a:lnTo>
                <a:lnTo>
                  <a:pt x="826579" y="24472"/>
                </a:lnTo>
                <a:lnTo>
                  <a:pt x="587209" y="24472"/>
                </a:lnTo>
                <a:lnTo>
                  <a:pt x="587197" y="189788"/>
                </a:lnTo>
                <a:lnTo>
                  <a:pt x="585038" y="245656"/>
                </a:lnTo>
                <a:lnTo>
                  <a:pt x="578624" y="295706"/>
                </a:lnTo>
                <a:lnTo>
                  <a:pt x="568109" y="339648"/>
                </a:lnTo>
                <a:lnTo>
                  <a:pt x="553618" y="377342"/>
                </a:lnTo>
                <a:lnTo>
                  <a:pt x="535305" y="408813"/>
                </a:lnTo>
                <a:lnTo>
                  <a:pt x="542112" y="414794"/>
                </a:lnTo>
                <a:lnTo>
                  <a:pt x="548640" y="421195"/>
                </a:lnTo>
                <a:lnTo>
                  <a:pt x="554596" y="427888"/>
                </a:lnTo>
                <a:lnTo>
                  <a:pt x="559689" y="434721"/>
                </a:lnTo>
                <a:lnTo>
                  <a:pt x="580974" y="399618"/>
                </a:lnTo>
                <a:lnTo>
                  <a:pt x="597268" y="356603"/>
                </a:lnTo>
                <a:lnTo>
                  <a:pt x="608711" y="305816"/>
                </a:lnTo>
                <a:lnTo>
                  <a:pt x="615480" y="247421"/>
                </a:lnTo>
                <a:lnTo>
                  <a:pt x="617588" y="184594"/>
                </a:lnTo>
                <a:lnTo>
                  <a:pt x="617702" y="125056"/>
                </a:lnTo>
                <a:lnTo>
                  <a:pt x="826579" y="125056"/>
                </a:lnTo>
                <a:lnTo>
                  <a:pt x="826579" y="137350"/>
                </a:lnTo>
                <a:lnTo>
                  <a:pt x="858685" y="137350"/>
                </a:lnTo>
                <a:lnTo>
                  <a:pt x="858685" y="125056"/>
                </a:lnTo>
                <a:lnTo>
                  <a:pt x="858685" y="97624"/>
                </a:lnTo>
                <a:lnTo>
                  <a:pt x="858685" y="51904"/>
                </a:lnTo>
                <a:lnTo>
                  <a:pt x="858685" y="24472"/>
                </a:lnTo>
                <a:close/>
              </a:path>
              <a:path w="2653665" h="436244">
                <a:moveTo>
                  <a:pt x="867829" y="263944"/>
                </a:moveTo>
                <a:lnTo>
                  <a:pt x="847902" y="244132"/>
                </a:lnTo>
                <a:lnTo>
                  <a:pt x="830592" y="227126"/>
                </a:lnTo>
                <a:lnTo>
                  <a:pt x="812647" y="210070"/>
                </a:lnTo>
                <a:lnTo>
                  <a:pt x="794575" y="193738"/>
                </a:lnTo>
                <a:lnTo>
                  <a:pt x="773239" y="213550"/>
                </a:lnTo>
                <a:lnTo>
                  <a:pt x="800671" y="241084"/>
                </a:lnTo>
                <a:lnTo>
                  <a:pt x="706120" y="243865"/>
                </a:lnTo>
                <a:lnTo>
                  <a:pt x="678662" y="244132"/>
                </a:lnTo>
                <a:lnTo>
                  <a:pt x="693191" y="231546"/>
                </a:lnTo>
                <a:lnTo>
                  <a:pt x="709180" y="216992"/>
                </a:lnTo>
                <a:lnTo>
                  <a:pt x="726313" y="200736"/>
                </a:lnTo>
                <a:lnTo>
                  <a:pt x="744283" y="183070"/>
                </a:lnTo>
                <a:lnTo>
                  <a:pt x="866305" y="183070"/>
                </a:lnTo>
                <a:lnTo>
                  <a:pt x="866305" y="155638"/>
                </a:lnTo>
                <a:lnTo>
                  <a:pt x="628370" y="155638"/>
                </a:lnTo>
                <a:lnTo>
                  <a:pt x="628370" y="183070"/>
                </a:lnTo>
                <a:lnTo>
                  <a:pt x="704570" y="183070"/>
                </a:lnTo>
                <a:lnTo>
                  <a:pt x="685685" y="202488"/>
                </a:lnTo>
                <a:lnTo>
                  <a:pt x="667804" y="219506"/>
                </a:lnTo>
                <a:lnTo>
                  <a:pt x="650773" y="233946"/>
                </a:lnTo>
                <a:lnTo>
                  <a:pt x="634466" y="245656"/>
                </a:lnTo>
                <a:lnTo>
                  <a:pt x="640562" y="274612"/>
                </a:lnTo>
                <a:lnTo>
                  <a:pt x="669150" y="272326"/>
                </a:lnTo>
                <a:lnTo>
                  <a:pt x="709180" y="270040"/>
                </a:lnTo>
                <a:lnTo>
                  <a:pt x="823531" y="265468"/>
                </a:lnTo>
                <a:lnTo>
                  <a:pt x="828103" y="271157"/>
                </a:lnTo>
                <a:lnTo>
                  <a:pt x="832675" y="276707"/>
                </a:lnTo>
                <a:lnTo>
                  <a:pt x="837247" y="281965"/>
                </a:lnTo>
                <a:lnTo>
                  <a:pt x="841819" y="286804"/>
                </a:lnTo>
                <a:lnTo>
                  <a:pt x="866089" y="265468"/>
                </a:lnTo>
                <a:lnTo>
                  <a:pt x="867829" y="263944"/>
                </a:lnTo>
                <a:close/>
              </a:path>
              <a:path w="2653665" h="436244">
                <a:moveTo>
                  <a:pt x="876973" y="385953"/>
                </a:moveTo>
                <a:lnTo>
                  <a:pt x="756475" y="385953"/>
                </a:lnTo>
                <a:lnTo>
                  <a:pt x="756475" y="340233"/>
                </a:lnTo>
                <a:lnTo>
                  <a:pt x="852589" y="340233"/>
                </a:lnTo>
                <a:lnTo>
                  <a:pt x="852589" y="312712"/>
                </a:lnTo>
                <a:lnTo>
                  <a:pt x="756475" y="312712"/>
                </a:lnTo>
                <a:lnTo>
                  <a:pt x="756475" y="277660"/>
                </a:lnTo>
                <a:lnTo>
                  <a:pt x="724471" y="277660"/>
                </a:lnTo>
                <a:lnTo>
                  <a:pt x="724471" y="312712"/>
                </a:lnTo>
                <a:lnTo>
                  <a:pt x="629894" y="312712"/>
                </a:lnTo>
                <a:lnTo>
                  <a:pt x="629894" y="340233"/>
                </a:lnTo>
                <a:lnTo>
                  <a:pt x="724471" y="340233"/>
                </a:lnTo>
                <a:lnTo>
                  <a:pt x="724471" y="385953"/>
                </a:lnTo>
                <a:lnTo>
                  <a:pt x="602449" y="385953"/>
                </a:lnTo>
                <a:lnTo>
                  <a:pt x="602449" y="413385"/>
                </a:lnTo>
                <a:lnTo>
                  <a:pt x="876973" y="413385"/>
                </a:lnTo>
                <a:lnTo>
                  <a:pt x="876973" y="385953"/>
                </a:lnTo>
                <a:close/>
              </a:path>
              <a:path w="2653665" h="436244">
                <a:moveTo>
                  <a:pt x="1052322" y="320332"/>
                </a:moveTo>
                <a:lnTo>
                  <a:pt x="1051420" y="312280"/>
                </a:lnTo>
                <a:lnTo>
                  <a:pt x="1050671" y="302044"/>
                </a:lnTo>
                <a:lnTo>
                  <a:pt x="1050175" y="295033"/>
                </a:lnTo>
                <a:lnTo>
                  <a:pt x="1049274" y="285280"/>
                </a:lnTo>
                <a:lnTo>
                  <a:pt x="1018222" y="294233"/>
                </a:lnTo>
                <a:lnTo>
                  <a:pt x="1003198" y="298348"/>
                </a:lnTo>
                <a:lnTo>
                  <a:pt x="988314" y="302044"/>
                </a:lnTo>
                <a:lnTo>
                  <a:pt x="988314" y="144970"/>
                </a:lnTo>
                <a:lnTo>
                  <a:pt x="1046226" y="144970"/>
                </a:lnTo>
                <a:lnTo>
                  <a:pt x="1046226" y="112864"/>
                </a:lnTo>
                <a:lnTo>
                  <a:pt x="988314" y="112864"/>
                </a:lnTo>
                <a:lnTo>
                  <a:pt x="988314" y="4572"/>
                </a:lnTo>
                <a:lnTo>
                  <a:pt x="954684" y="4572"/>
                </a:lnTo>
                <a:lnTo>
                  <a:pt x="954684" y="112864"/>
                </a:lnTo>
                <a:lnTo>
                  <a:pt x="896772" y="112864"/>
                </a:lnTo>
                <a:lnTo>
                  <a:pt x="896772" y="144970"/>
                </a:lnTo>
                <a:lnTo>
                  <a:pt x="954684" y="144970"/>
                </a:lnTo>
                <a:lnTo>
                  <a:pt x="954684" y="311188"/>
                </a:lnTo>
                <a:lnTo>
                  <a:pt x="938707" y="315518"/>
                </a:lnTo>
                <a:lnTo>
                  <a:pt x="907326" y="323608"/>
                </a:lnTo>
                <a:lnTo>
                  <a:pt x="892200" y="327952"/>
                </a:lnTo>
                <a:lnTo>
                  <a:pt x="901344" y="363093"/>
                </a:lnTo>
                <a:lnTo>
                  <a:pt x="977976" y="340563"/>
                </a:lnTo>
                <a:lnTo>
                  <a:pt x="1015441" y="330009"/>
                </a:lnTo>
                <a:lnTo>
                  <a:pt x="1052322" y="320332"/>
                </a:lnTo>
                <a:close/>
              </a:path>
              <a:path w="2653665" h="436244">
                <a:moveTo>
                  <a:pt x="1322260" y="224218"/>
                </a:moveTo>
                <a:lnTo>
                  <a:pt x="1278064" y="224218"/>
                </a:lnTo>
                <a:lnTo>
                  <a:pt x="1278064" y="82384"/>
                </a:lnTo>
                <a:lnTo>
                  <a:pt x="1244447" y="82384"/>
                </a:lnTo>
                <a:lnTo>
                  <a:pt x="1244447" y="112864"/>
                </a:lnTo>
                <a:lnTo>
                  <a:pt x="1244447" y="224218"/>
                </a:lnTo>
                <a:lnTo>
                  <a:pt x="1165199" y="224218"/>
                </a:lnTo>
                <a:lnTo>
                  <a:pt x="1167193" y="201904"/>
                </a:lnTo>
                <a:lnTo>
                  <a:pt x="1168628" y="176009"/>
                </a:lnTo>
                <a:lnTo>
                  <a:pt x="1169479" y="146596"/>
                </a:lnTo>
                <a:lnTo>
                  <a:pt x="1169771" y="112864"/>
                </a:lnTo>
                <a:lnTo>
                  <a:pt x="1244447" y="112864"/>
                </a:lnTo>
                <a:lnTo>
                  <a:pt x="1244447" y="82384"/>
                </a:lnTo>
                <a:lnTo>
                  <a:pt x="1171295" y="82384"/>
                </a:lnTo>
                <a:lnTo>
                  <a:pt x="1171295" y="4572"/>
                </a:lnTo>
                <a:lnTo>
                  <a:pt x="1136243" y="4572"/>
                </a:lnTo>
                <a:lnTo>
                  <a:pt x="1136243" y="82384"/>
                </a:lnTo>
                <a:lnTo>
                  <a:pt x="1056894" y="82384"/>
                </a:lnTo>
                <a:lnTo>
                  <a:pt x="1056894" y="112864"/>
                </a:lnTo>
                <a:lnTo>
                  <a:pt x="1136243" y="112864"/>
                </a:lnTo>
                <a:lnTo>
                  <a:pt x="1135710" y="146596"/>
                </a:lnTo>
                <a:lnTo>
                  <a:pt x="1134338" y="176580"/>
                </a:lnTo>
                <a:lnTo>
                  <a:pt x="1132382" y="202552"/>
                </a:lnTo>
                <a:lnTo>
                  <a:pt x="1130147" y="224218"/>
                </a:lnTo>
                <a:lnTo>
                  <a:pt x="1030986" y="224218"/>
                </a:lnTo>
                <a:lnTo>
                  <a:pt x="1030986" y="256324"/>
                </a:lnTo>
                <a:lnTo>
                  <a:pt x="1124051" y="256324"/>
                </a:lnTo>
                <a:lnTo>
                  <a:pt x="1106297" y="297434"/>
                </a:lnTo>
                <a:lnTo>
                  <a:pt x="1078433" y="335991"/>
                </a:lnTo>
                <a:lnTo>
                  <a:pt x="1040587" y="371703"/>
                </a:lnTo>
                <a:lnTo>
                  <a:pt x="992886" y="404241"/>
                </a:lnTo>
                <a:lnTo>
                  <a:pt x="999502" y="411365"/>
                </a:lnTo>
                <a:lnTo>
                  <a:pt x="1005840" y="418909"/>
                </a:lnTo>
                <a:lnTo>
                  <a:pt x="1012177" y="426745"/>
                </a:lnTo>
                <a:lnTo>
                  <a:pt x="1018794" y="434721"/>
                </a:lnTo>
                <a:lnTo>
                  <a:pt x="1065669" y="400138"/>
                </a:lnTo>
                <a:lnTo>
                  <a:pt x="1103426" y="362699"/>
                </a:lnTo>
                <a:lnTo>
                  <a:pt x="1132027" y="322376"/>
                </a:lnTo>
                <a:lnTo>
                  <a:pt x="1151483" y="279184"/>
                </a:lnTo>
                <a:lnTo>
                  <a:pt x="1172883" y="324446"/>
                </a:lnTo>
                <a:lnTo>
                  <a:pt x="1202728" y="364413"/>
                </a:lnTo>
                <a:lnTo>
                  <a:pt x="1240891" y="399503"/>
                </a:lnTo>
                <a:lnTo>
                  <a:pt x="1287208" y="430149"/>
                </a:lnTo>
                <a:lnTo>
                  <a:pt x="1294968" y="420382"/>
                </a:lnTo>
                <a:lnTo>
                  <a:pt x="1302448" y="411480"/>
                </a:lnTo>
                <a:lnTo>
                  <a:pt x="1309928" y="403148"/>
                </a:lnTo>
                <a:lnTo>
                  <a:pt x="1317688" y="395097"/>
                </a:lnTo>
                <a:lnTo>
                  <a:pt x="1269339" y="370840"/>
                </a:lnTo>
                <a:lnTo>
                  <a:pt x="1229588" y="339420"/>
                </a:lnTo>
                <a:lnTo>
                  <a:pt x="1198435" y="301142"/>
                </a:lnTo>
                <a:lnTo>
                  <a:pt x="1187373" y="279184"/>
                </a:lnTo>
                <a:lnTo>
                  <a:pt x="1175867" y="256324"/>
                </a:lnTo>
                <a:lnTo>
                  <a:pt x="1322260" y="256324"/>
                </a:lnTo>
                <a:lnTo>
                  <a:pt x="1322260" y="224218"/>
                </a:lnTo>
                <a:close/>
              </a:path>
              <a:path w="2653665" h="436244">
                <a:moveTo>
                  <a:pt x="1729460" y="32092"/>
                </a:moveTo>
                <a:lnTo>
                  <a:pt x="1389316" y="32092"/>
                </a:lnTo>
                <a:lnTo>
                  <a:pt x="1389316" y="65620"/>
                </a:lnTo>
                <a:lnTo>
                  <a:pt x="1729460" y="65620"/>
                </a:lnTo>
                <a:lnTo>
                  <a:pt x="1729460" y="32092"/>
                </a:lnTo>
                <a:close/>
              </a:path>
              <a:path w="2653665" h="436244">
                <a:moveTo>
                  <a:pt x="1776704" y="309664"/>
                </a:moveTo>
                <a:lnTo>
                  <a:pt x="1766671" y="306463"/>
                </a:lnTo>
                <a:lnTo>
                  <a:pt x="1747761" y="300659"/>
                </a:lnTo>
                <a:lnTo>
                  <a:pt x="1738604" y="297472"/>
                </a:lnTo>
                <a:lnTo>
                  <a:pt x="1737220" y="315810"/>
                </a:lnTo>
                <a:lnTo>
                  <a:pt x="1735556" y="332181"/>
                </a:lnTo>
                <a:lnTo>
                  <a:pt x="1733880" y="346837"/>
                </a:lnTo>
                <a:lnTo>
                  <a:pt x="1732508" y="360045"/>
                </a:lnTo>
                <a:lnTo>
                  <a:pt x="1728508" y="372922"/>
                </a:lnTo>
                <a:lnTo>
                  <a:pt x="1721078" y="381952"/>
                </a:lnTo>
                <a:lnTo>
                  <a:pt x="1710220" y="387261"/>
                </a:lnTo>
                <a:lnTo>
                  <a:pt x="1695932" y="389001"/>
                </a:lnTo>
                <a:lnTo>
                  <a:pt x="1657731" y="389001"/>
                </a:lnTo>
                <a:lnTo>
                  <a:pt x="1646605" y="387311"/>
                </a:lnTo>
                <a:lnTo>
                  <a:pt x="1638490" y="382333"/>
                </a:lnTo>
                <a:lnTo>
                  <a:pt x="1633512" y="374218"/>
                </a:lnTo>
                <a:lnTo>
                  <a:pt x="1631823" y="363093"/>
                </a:lnTo>
                <a:lnTo>
                  <a:pt x="1631823" y="192214"/>
                </a:lnTo>
                <a:lnTo>
                  <a:pt x="1770608" y="192214"/>
                </a:lnTo>
                <a:lnTo>
                  <a:pt x="1770608" y="158686"/>
                </a:lnTo>
                <a:lnTo>
                  <a:pt x="1346644" y="158686"/>
                </a:lnTo>
                <a:lnTo>
                  <a:pt x="1346644" y="192214"/>
                </a:lnTo>
                <a:lnTo>
                  <a:pt x="1468666" y="192214"/>
                </a:lnTo>
                <a:lnTo>
                  <a:pt x="1468666" y="208978"/>
                </a:lnTo>
                <a:lnTo>
                  <a:pt x="1462570" y="277456"/>
                </a:lnTo>
                <a:lnTo>
                  <a:pt x="1442758" y="326428"/>
                </a:lnTo>
                <a:lnTo>
                  <a:pt x="1404797" y="367271"/>
                </a:lnTo>
                <a:lnTo>
                  <a:pt x="1340548" y="405765"/>
                </a:lnTo>
                <a:lnTo>
                  <a:pt x="1346530" y="411149"/>
                </a:lnTo>
                <a:lnTo>
                  <a:pt x="1352867" y="417880"/>
                </a:lnTo>
                <a:lnTo>
                  <a:pt x="1359623" y="425907"/>
                </a:lnTo>
                <a:lnTo>
                  <a:pt x="1366456" y="434721"/>
                </a:lnTo>
                <a:lnTo>
                  <a:pt x="1405115" y="413600"/>
                </a:lnTo>
                <a:lnTo>
                  <a:pt x="1436458" y="391477"/>
                </a:lnTo>
                <a:lnTo>
                  <a:pt x="1477810" y="344805"/>
                </a:lnTo>
                <a:lnTo>
                  <a:pt x="1498384" y="287375"/>
                </a:lnTo>
                <a:lnTo>
                  <a:pt x="1505115" y="208978"/>
                </a:lnTo>
                <a:lnTo>
                  <a:pt x="1505242" y="192214"/>
                </a:lnTo>
                <a:lnTo>
                  <a:pt x="1595247" y="192214"/>
                </a:lnTo>
                <a:lnTo>
                  <a:pt x="1595247" y="366141"/>
                </a:lnTo>
                <a:lnTo>
                  <a:pt x="1598676" y="390144"/>
                </a:lnTo>
                <a:lnTo>
                  <a:pt x="1608963" y="407289"/>
                </a:lnTo>
                <a:lnTo>
                  <a:pt x="1626108" y="417576"/>
                </a:lnTo>
                <a:lnTo>
                  <a:pt x="1650111" y="421005"/>
                </a:lnTo>
                <a:lnTo>
                  <a:pt x="1703552" y="421005"/>
                </a:lnTo>
                <a:lnTo>
                  <a:pt x="1728127" y="417880"/>
                </a:lnTo>
                <a:lnTo>
                  <a:pt x="1746986" y="408622"/>
                </a:lnTo>
                <a:lnTo>
                  <a:pt x="1760131" y="393357"/>
                </a:lnTo>
                <a:lnTo>
                  <a:pt x="1761655" y="389001"/>
                </a:lnTo>
                <a:lnTo>
                  <a:pt x="1767560" y="372237"/>
                </a:lnTo>
                <a:lnTo>
                  <a:pt x="1769846" y="358825"/>
                </a:lnTo>
                <a:lnTo>
                  <a:pt x="1772132" y="343839"/>
                </a:lnTo>
                <a:lnTo>
                  <a:pt x="1774418" y="327406"/>
                </a:lnTo>
                <a:lnTo>
                  <a:pt x="1776704" y="309664"/>
                </a:lnTo>
                <a:close/>
              </a:path>
              <a:path w="2653665" h="436244">
                <a:moveTo>
                  <a:pt x="1932241" y="360045"/>
                </a:moveTo>
                <a:lnTo>
                  <a:pt x="1910905" y="335661"/>
                </a:lnTo>
                <a:lnTo>
                  <a:pt x="1879777" y="354850"/>
                </a:lnTo>
                <a:lnTo>
                  <a:pt x="1850504" y="371475"/>
                </a:lnTo>
                <a:lnTo>
                  <a:pt x="1823212" y="385813"/>
                </a:lnTo>
                <a:lnTo>
                  <a:pt x="1798027" y="398145"/>
                </a:lnTo>
                <a:lnTo>
                  <a:pt x="1803463" y="405866"/>
                </a:lnTo>
                <a:lnTo>
                  <a:pt x="1808327" y="413004"/>
                </a:lnTo>
                <a:lnTo>
                  <a:pt x="1812645" y="419582"/>
                </a:lnTo>
                <a:lnTo>
                  <a:pt x="1816417" y="425577"/>
                </a:lnTo>
                <a:lnTo>
                  <a:pt x="1842439" y="412127"/>
                </a:lnTo>
                <a:lnTo>
                  <a:pt x="1870329" y="396811"/>
                </a:lnTo>
                <a:lnTo>
                  <a:pt x="1900212" y="379501"/>
                </a:lnTo>
                <a:lnTo>
                  <a:pt x="1932241" y="360045"/>
                </a:lnTo>
                <a:close/>
              </a:path>
              <a:path w="2653665" h="436244">
                <a:moveTo>
                  <a:pt x="2205228" y="395097"/>
                </a:moveTo>
                <a:lnTo>
                  <a:pt x="2115172" y="346659"/>
                </a:lnTo>
                <a:lnTo>
                  <a:pt x="2090826" y="334137"/>
                </a:lnTo>
                <a:lnTo>
                  <a:pt x="2071014" y="356997"/>
                </a:lnTo>
                <a:lnTo>
                  <a:pt x="2096820" y="371335"/>
                </a:lnTo>
                <a:lnTo>
                  <a:pt x="2123871" y="387096"/>
                </a:lnTo>
                <a:lnTo>
                  <a:pt x="2152345" y="404571"/>
                </a:lnTo>
                <a:lnTo>
                  <a:pt x="2182368" y="424053"/>
                </a:lnTo>
                <a:lnTo>
                  <a:pt x="2205228" y="395097"/>
                </a:lnTo>
                <a:close/>
              </a:path>
              <a:path w="2653665" h="436244">
                <a:moveTo>
                  <a:pt x="2220468" y="152590"/>
                </a:moveTo>
                <a:lnTo>
                  <a:pt x="2025294" y="152590"/>
                </a:lnTo>
                <a:lnTo>
                  <a:pt x="2025294" y="122008"/>
                </a:lnTo>
                <a:lnTo>
                  <a:pt x="2173224" y="122008"/>
                </a:lnTo>
                <a:lnTo>
                  <a:pt x="2173224" y="94576"/>
                </a:lnTo>
                <a:lnTo>
                  <a:pt x="2025294" y="94576"/>
                </a:lnTo>
                <a:lnTo>
                  <a:pt x="2025294" y="65620"/>
                </a:lnTo>
                <a:lnTo>
                  <a:pt x="2203704" y="65620"/>
                </a:lnTo>
                <a:lnTo>
                  <a:pt x="2203704" y="38188"/>
                </a:lnTo>
                <a:lnTo>
                  <a:pt x="2025294" y="38188"/>
                </a:lnTo>
                <a:lnTo>
                  <a:pt x="2025294" y="0"/>
                </a:lnTo>
                <a:lnTo>
                  <a:pt x="1990242" y="0"/>
                </a:lnTo>
                <a:lnTo>
                  <a:pt x="1990242" y="38188"/>
                </a:lnTo>
                <a:lnTo>
                  <a:pt x="1813267" y="38188"/>
                </a:lnTo>
                <a:lnTo>
                  <a:pt x="1813267" y="65620"/>
                </a:lnTo>
                <a:lnTo>
                  <a:pt x="1990242" y="65620"/>
                </a:lnTo>
                <a:lnTo>
                  <a:pt x="1990242" y="94576"/>
                </a:lnTo>
                <a:lnTo>
                  <a:pt x="1837753" y="94576"/>
                </a:lnTo>
                <a:lnTo>
                  <a:pt x="1837753" y="122008"/>
                </a:lnTo>
                <a:lnTo>
                  <a:pt x="1990242" y="122008"/>
                </a:lnTo>
                <a:lnTo>
                  <a:pt x="1990242" y="152590"/>
                </a:lnTo>
                <a:lnTo>
                  <a:pt x="1796503" y="152590"/>
                </a:lnTo>
                <a:lnTo>
                  <a:pt x="1796503" y="180022"/>
                </a:lnTo>
                <a:lnTo>
                  <a:pt x="1930717" y="180022"/>
                </a:lnTo>
                <a:lnTo>
                  <a:pt x="1917877" y="187782"/>
                </a:lnTo>
                <a:lnTo>
                  <a:pt x="1904619" y="195262"/>
                </a:lnTo>
                <a:lnTo>
                  <a:pt x="1891068" y="202742"/>
                </a:lnTo>
                <a:lnTo>
                  <a:pt x="1877377" y="210502"/>
                </a:lnTo>
                <a:lnTo>
                  <a:pt x="1867941" y="213906"/>
                </a:lnTo>
                <a:lnTo>
                  <a:pt x="1857946" y="217170"/>
                </a:lnTo>
                <a:lnTo>
                  <a:pt x="1847367" y="220141"/>
                </a:lnTo>
                <a:lnTo>
                  <a:pt x="1836229" y="222694"/>
                </a:lnTo>
                <a:lnTo>
                  <a:pt x="1851469" y="256324"/>
                </a:lnTo>
                <a:lnTo>
                  <a:pt x="1859711" y="254317"/>
                </a:lnTo>
                <a:lnTo>
                  <a:pt x="1868233" y="252895"/>
                </a:lnTo>
                <a:lnTo>
                  <a:pt x="1876755" y="252031"/>
                </a:lnTo>
                <a:lnTo>
                  <a:pt x="1884997" y="251752"/>
                </a:lnTo>
                <a:lnTo>
                  <a:pt x="1907286" y="249478"/>
                </a:lnTo>
                <a:lnTo>
                  <a:pt x="1930730" y="247370"/>
                </a:lnTo>
                <a:lnTo>
                  <a:pt x="1955330" y="245529"/>
                </a:lnTo>
                <a:lnTo>
                  <a:pt x="1981098" y="244132"/>
                </a:lnTo>
                <a:lnTo>
                  <a:pt x="1957933" y="254152"/>
                </a:lnTo>
                <a:lnTo>
                  <a:pt x="1886521" y="282232"/>
                </a:lnTo>
                <a:lnTo>
                  <a:pt x="1844306" y="295300"/>
                </a:lnTo>
                <a:lnTo>
                  <a:pt x="1828609" y="298996"/>
                </a:lnTo>
                <a:lnTo>
                  <a:pt x="1845373" y="332524"/>
                </a:lnTo>
                <a:lnTo>
                  <a:pt x="1869567" y="329666"/>
                </a:lnTo>
                <a:lnTo>
                  <a:pt x="1882876" y="328447"/>
                </a:lnTo>
                <a:lnTo>
                  <a:pt x="1897189" y="327952"/>
                </a:lnTo>
                <a:lnTo>
                  <a:pt x="1968639" y="323875"/>
                </a:lnTo>
                <a:lnTo>
                  <a:pt x="1996338" y="321856"/>
                </a:lnTo>
                <a:lnTo>
                  <a:pt x="1996338" y="372237"/>
                </a:lnTo>
                <a:lnTo>
                  <a:pt x="1994623" y="382244"/>
                </a:lnTo>
                <a:lnTo>
                  <a:pt x="1989480" y="389382"/>
                </a:lnTo>
                <a:lnTo>
                  <a:pt x="1980907" y="393674"/>
                </a:lnTo>
                <a:lnTo>
                  <a:pt x="1968906" y="395097"/>
                </a:lnTo>
                <a:lnTo>
                  <a:pt x="1958898" y="394830"/>
                </a:lnTo>
                <a:lnTo>
                  <a:pt x="1947151" y="394144"/>
                </a:lnTo>
                <a:lnTo>
                  <a:pt x="1918525" y="392049"/>
                </a:lnTo>
                <a:lnTo>
                  <a:pt x="1920544" y="401815"/>
                </a:lnTo>
                <a:lnTo>
                  <a:pt x="1922145" y="410718"/>
                </a:lnTo>
                <a:lnTo>
                  <a:pt x="1923453" y="419049"/>
                </a:lnTo>
                <a:lnTo>
                  <a:pt x="1924621" y="427101"/>
                </a:lnTo>
                <a:lnTo>
                  <a:pt x="1976526" y="427101"/>
                </a:lnTo>
                <a:lnTo>
                  <a:pt x="2017674" y="414337"/>
                </a:lnTo>
                <a:lnTo>
                  <a:pt x="2031390" y="375285"/>
                </a:lnTo>
                <a:lnTo>
                  <a:pt x="2031390" y="321856"/>
                </a:lnTo>
                <a:lnTo>
                  <a:pt x="2031390" y="320332"/>
                </a:lnTo>
                <a:lnTo>
                  <a:pt x="2118055" y="316255"/>
                </a:lnTo>
                <a:lnTo>
                  <a:pt x="2150364" y="314236"/>
                </a:lnTo>
                <a:lnTo>
                  <a:pt x="2157196" y="321335"/>
                </a:lnTo>
                <a:lnTo>
                  <a:pt x="2163889" y="328752"/>
                </a:lnTo>
                <a:lnTo>
                  <a:pt x="2170290" y="336169"/>
                </a:lnTo>
                <a:lnTo>
                  <a:pt x="2176272" y="343281"/>
                </a:lnTo>
                <a:lnTo>
                  <a:pt x="2184603" y="334911"/>
                </a:lnTo>
                <a:lnTo>
                  <a:pt x="2191512" y="328142"/>
                </a:lnTo>
                <a:lnTo>
                  <a:pt x="2197277" y="322821"/>
                </a:lnTo>
                <a:lnTo>
                  <a:pt x="2202180" y="318808"/>
                </a:lnTo>
                <a:lnTo>
                  <a:pt x="2197633" y="314236"/>
                </a:lnTo>
                <a:lnTo>
                  <a:pt x="2185492" y="302044"/>
                </a:lnTo>
                <a:lnTo>
                  <a:pt x="2181682" y="298208"/>
                </a:lnTo>
                <a:lnTo>
                  <a:pt x="2159317" y="277469"/>
                </a:lnTo>
                <a:lnTo>
                  <a:pt x="2135530" y="256438"/>
                </a:lnTo>
                <a:lnTo>
                  <a:pt x="2110740" y="234975"/>
                </a:lnTo>
                <a:lnTo>
                  <a:pt x="2087778" y="254800"/>
                </a:lnTo>
                <a:lnTo>
                  <a:pt x="2097227" y="263944"/>
                </a:lnTo>
                <a:lnTo>
                  <a:pt x="2116594" y="282232"/>
                </a:lnTo>
                <a:lnTo>
                  <a:pt x="2125980" y="291376"/>
                </a:lnTo>
                <a:lnTo>
                  <a:pt x="1907857" y="302044"/>
                </a:lnTo>
                <a:lnTo>
                  <a:pt x="1951964" y="284289"/>
                </a:lnTo>
                <a:lnTo>
                  <a:pt x="1996351" y="265722"/>
                </a:lnTo>
                <a:lnTo>
                  <a:pt x="2040953" y="246278"/>
                </a:lnTo>
                <a:lnTo>
                  <a:pt x="2082634" y="227266"/>
                </a:lnTo>
                <a:lnTo>
                  <a:pt x="2130552" y="204406"/>
                </a:lnTo>
                <a:lnTo>
                  <a:pt x="2106168" y="183070"/>
                </a:lnTo>
                <a:lnTo>
                  <a:pt x="2071789" y="201168"/>
                </a:lnTo>
                <a:lnTo>
                  <a:pt x="2054644" y="209854"/>
                </a:lnTo>
                <a:lnTo>
                  <a:pt x="2037486" y="218122"/>
                </a:lnTo>
                <a:lnTo>
                  <a:pt x="1892617" y="227266"/>
                </a:lnTo>
                <a:lnTo>
                  <a:pt x="1938159" y="204216"/>
                </a:lnTo>
                <a:lnTo>
                  <a:pt x="1960600" y="192328"/>
                </a:lnTo>
                <a:lnTo>
                  <a:pt x="1982622" y="180022"/>
                </a:lnTo>
                <a:lnTo>
                  <a:pt x="2220468" y="180022"/>
                </a:lnTo>
                <a:lnTo>
                  <a:pt x="2220468" y="152590"/>
                </a:lnTo>
                <a:close/>
              </a:path>
              <a:path w="2653665" h="436244">
                <a:moveTo>
                  <a:pt x="2440114" y="268516"/>
                </a:moveTo>
                <a:lnTo>
                  <a:pt x="2406396" y="236651"/>
                </a:lnTo>
                <a:lnTo>
                  <a:pt x="2402903" y="233464"/>
                </a:lnTo>
                <a:lnTo>
                  <a:pt x="2394445" y="225742"/>
                </a:lnTo>
                <a:lnTo>
                  <a:pt x="2389441" y="221170"/>
                </a:lnTo>
                <a:lnTo>
                  <a:pt x="2371534" y="205930"/>
                </a:lnTo>
                <a:lnTo>
                  <a:pt x="2356193" y="221170"/>
                </a:lnTo>
                <a:lnTo>
                  <a:pt x="2356193" y="164782"/>
                </a:lnTo>
                <a:lnTo>
                  <a:pt x="2438590" y="164782"/>
                </a:lnTo>
                <a:lnTo>
                  <a:pt x="2438590" y="135826"/>
                </a:lnTo>
                <a:lnTo>
                  <a:pt x="2356193" y="135826"/>
                </a:lnTo>
                <a:lnTo>
                  <a:pt x="2356193" y="65633"/>
                </a:lnTo>
                <a:lnTo>
                  <a:pt x="2356193" y="61061"/>
                </a:lnTo>
                <a:lnTo>
                  <a:pt x="2430970" y="47332"/>
                </a:lnTo>
                <a:lnTo>
                  <a:pt x="2420302" y="15240"/>
                </a:lnTo>
                <a:lnTo>
                  <a:pt x="2377427" y="24980"/>
                </a:lnTo>
                <a:lnTo>
                  <a:pt x="2333726" y="33426"/>
                </a:lnTo>
                <a:lnTo>
                  <a:pt x="2289479" y="40411"/>
                </a:lnTo>
                <a:lnTo>
                  <a:pt x="2244941" y="45808"/>
                </a:lnTo>
                <a:lnTo>
                  <a:pt x="2247227" y="53581"/>
                </a:lnTo>
                <a:lnTo>
                  <a:pt x="2251799" y="68529"/>
                </a:lnTo>
                <a:lnTo>
                  <a:pt x="2254085" y="76301"/>
                </a:lnTo>
                <a:lnTo>
                  <a:pt x="2288375" y="71539"/>
                </a:lnTo>
                <a:lnTo>
                  <a:pt x="2305520" y="68795"/>
                </a:lnTo>
                <a:lnTo>
                  <a:pt x="2322665" y="65633"/>
                </a:lnTo>
                <a:lnTo>
                  <a:pt x="2322665" y="135826"/>
                </a:lnTo>
                <a:lnTo>
                  <a:pt x="2238845" y="135826"/>
                </a:lnTo>
                <a:lnTo>
                  <a:pt x="2238845" y="164782"/>
                </a:lnTo>
                <a:lnTo>
                  <a:pt x="2316569" y="164782"/>
                </a:lnTo>
                <a:lnTo>
                  <a:pt x="2300554" y="204825"/>
                </a:lnTo>
                <a:lnTo>
                  <a:pt x="2282088" y="242747"/>
                </a:lnTo>
                <a:lnTo>
                  <a:pt x="2261070" y="278663"/>
                </a:lnTo>
                <a:lnTo>
                  <a:pt x="2237321" y="312712"/>
                </a:lnTo>
                <a:lnTo>
                  <a:pt x="2241880" y="322745"/>
                </a:lnTo>
                <a:lnTo>
                  <a:pt x="2246274" y="332371"/>
                </a:lnTo>
                <a:lnTo>
                  <a:pt x="2250402" y="341718"/>
                </a:lnTo>
                <a:lnTo>
                  <a:pt x="2254085" y="350901"/>
                </a:lnTo>
                <a:lnTo>
                  <a:pt x="2274659" y="320814"/>
                </a:lnTo>
                <a:lnTo>
                  <a:pt x="2292947" y="290042"/>
                </a:lnTo>
                <a:lnTo>
                  <a:pt x="2308949" y="258394"/>
                </a:lnTo>
                <a:lnTo>
                  <a:pt x="2322665" y="225742"/>
                </a:lnTo>
                <a:lnTo>
                  <a:pt x="2322665" y="436245"/>
                </a:lnTo>
                <a:lnTo>
                  <a:pt x="2356193" y="436245"/>
                </a:lnTo>
                <a:lnTo>
                  <a:pt x="2356193" y="233464"/>
                </a:lnTo>
                <a:lnTo>
                  <a:pt x="2371966" y="248551"/>
                </a:lnTo>
                <a:lnTo>
                  <a:pt x="2387142" y="263944"/>
                </a:lnTo>
                <a:lnTo>
                  <a:pt x="2401722" y="279323"/>
                </a:lnTo>
                <a:lnTo>
                  <a:pt x="2415730" y="294424"/>
                </a:lnTo>
                <a:lnTo>
                  <a:pt x="2440114" y="268516"/>
                </a:lnTo>
                <a:close/>
              </a:path>
              <a:path w="2653665" h="436244">
                <a:moveTo>
                  <a:pt x="2653665" y="56476"/>
                </a:moveTo>
                <a:lnTo>
                  <a:pt x="2618524" y="56476"/>
                </a:lnTo>
                <a:lnTo>
                  <a:pt x="2618524" y="88493"/>
                </a:lnTo>
                <a:lnTo>
                  <a:pt x="2618524" y="347853"/>
                </a:lnTo>
                <a:lnTo>
                  <a:pt x="2494978" y="347853"/>
                </a:lnTo>
                <a:lnTo>
                  <a:pt x="2494978" y="88493"/>
                </a:lnTo>
                <a:lnTo>
                  <a:pt x="2618524" y="88493"/>
                </a:lnTo>
                <a:lnTo>
                  <a:pt x="2618524" y="56476"/>
                </a:lnTo>
                <a:lnTo>
                  <a:pt x="2459926" y="56476"/>
                </a:lnTo>
                <a:lnTo>
                  <a:pt x="2459926" y="422529"/>
                </a:lnTo>
                <a:lnTo>
                  <a:pt x="2494978" y="422529"/>
                </a:lnTo>
                <a:lnTo>
                  <a:pt x="2494978" y="379857"/>
                </a:lnTo>
                <a:lnTo>
                  <a:pt x="2618524" y="379857"/>
                </a:lnTo>
                <a:lnTo>
                  <a:pt x="2618524" y="422529"/>
                </a:lnTo>
                <a:lnTo>
                  <a:pt x="2653665" y="422529"/>
                </a:lnTo>
                <a:lnTo>
                  <a:pt x="2653665" y="379857"/>
                </a:lnTo>
                <a:lnTo>
                  <a:pt x="2653665" y="347853"/>
                </a:lnTo>
                <a:lnTo>
                  <a:pt x="2653665" y="88493"/>
                </a:lnTo>
                <a:lnTo>
                  <a:pt x="2653665" y="564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028979" y="2417730"/>
            <a:ext cx="358775" cy="424180"/>
          </a:xfrm>
          <a:custGeom>
            <a:avLst/>
            <a:gdLst/>
            <a:ahLst/>
            <a:cxnLst/>
            <a:rect l="l" t="t" r="r" b="b"/>
            <a:pathLst>
              <a:path w="358775" h="424180">
                <a:moveTo>
                  <a:pt x="35052" y="424052"/>
                </a:moveTo>
                <a:lnTo>
                  <a:pt x="0" y="424052"/>
                </a:lnTo>
                <a:lnTo>
                  <a:pt x="0" y="76295"/>
                </a:lnTo>
                <a:lnTo>
                  <a:pt x="161639" y="76295"/>
                </a:lnTo>
                <a:lnTo>
                  <a:pt x="161639" y="0"/>
                </a:lnTo>
                <a:lnTo>
                  <a:pt x="196691" y="0"/>
                </a:lnTo>
                <a:lnTo>
                  <a:pt x="196691" y="76295"/>
                </a:lnTo>
                <a:lnTo>
                  <a:pt x="358425" y="76295"/>
                </a:lnTo>
                <a:lnTo>
                  <a:pt x="358425" y="364616"/>
                </a:lnTo>
                <a:lnTo>
                  <a:pt x="354995" y="389501"/>
                </a:lnTo>
                <a:lnTo>
                  <a:pt x="344697" y="407098"/>
                </a:lnTo>
                <a:lnTo>
                  <a:pt x="327524" y="417552"/>
                </a:lnTo>
                <a:lnTo>
                  <a:pt x="303466" y="421004"/>
                </a:lnTo>
                <a:lnTo>
                  <a:pt x="287988" y="420766"/>
                </a:lnTo>
                <a:lnTo>
                  <a:pt x="252460" y="419719"/>
                </a:lnTo>
                <a:lnTo>
                  <a:pt x="231838" y="419480"/>
                </a:lnTo>
                <a:lnTo>
                  <a:pt x="231314" y="411813"/>
                </a:lnTo>
                <a:lnTo>
                  <a:pt x="229933" y="402716"/>
                </a:lnTo>
                <a:lnTo>
                  <a:pt x="225742" y="381380"/>
                </a:lnTo>
                <a:lnTo>
                  <a:pt x="245459" y="383166"/>
                </a:lnTo>
                <a:lnTo>
                  <a:pt x="263461" y="384238"/>
                </a:lnTo>
                <a:lnTo>
                  <a:pt x="279749" y="385024"/>
                </a:lnTo>
                <a:lnTo>
                  <a:pt x="294322" y="385952"/>
                </a:lnTo>
                <a:lnTo>
                  <a:pt x="306324" y="384214"/>
                </a:lnTo>
                <a:lnTo>
                  <a:pt x="314896" y="378904"/>
                </a:lnTo>
                <a:lnTo>
                  <a:pt x="320040" y="369879"/>
                </a:lnTo>
                <a:lnTo>
                  <a:pt x="321754" y="356996"/>
                </a:lnTo>
                <a:lnTo>
                  <a:pt x="321754" y="109823"/>
                </a:lnTo>
                <a:lnTo>
                  <a:pt x="196691" y="109823"/>
                </a:lnTo>
                <a:lnTo>
                  <a:pt x="195238" y="128761"/>
                </a:lnTo>
                <a:lnTo>
                  <a:pt x="193071" y="146673"/>
                </a:lnTo>
                <a:lnTo>
                  <a:pt x="190047" y="163709"/>
                </a:lnTo>
                <a:lnTo>
                  <a:pt x="186023" y="180022"/>
                </a:lnTo>
                <a:lnTo>
                  <a:pt x="223202" y="210041"/>
                </a:lnTo>
                <a:lnTo>
                  <a:pt x="256782" y="238363"/>
                </a:lnTo>
                <a:lnTo>
                  <a:pt x="286629" y="264970"/>
                </a:lnTo>
                <a:lnTo>
                  <a:pt x="312610" y="289845"/>
                </a:lnTo>
                <a:lnTo>
                  <a:pt x="285178" y="318801"/>
                </a:lnTo>
                <a:lnTo>
                  <a:pt x="261197" y="292487"/>
                </a:lnTo>
                <a:lnTo>
                  <a:pt x="235065" y="266021"/>
                </a:lnTo>
                <a:lnTo>
                  <a:pt x="206914" y="239251"/>
                </a:lnTo>
                <a:lnTo>
                  <a:pt x="176879" y="212026"/>
                </a:lnTo>
                <a:lnTo>
                  <a:pt x="158591" y="242966"/>
                </a:lnTo>
                <a:lnTo>
                  <a:pt x="133445" y="271736"/>
                </a:lnTo>
                <a:lnTo>
                  <a:pt x="101441" y="298488"/>
                </a:lnTo>
                <a:lnTo>
                  <a:pt x="62579" y="323373"/>
                </a:lnTo>
                <a:lnTo>
                  <a:pt x="47446" y="302990"/>
                </a:lnTo>
                <a:lnTo>
                  <a:pt x="42125" y="296584"/>
                </a:lnTo>
                <a:lnTo>
                  <a:pt x="38100" y="292893"/>
                </a:lnTo>
                <a:lnTo>
                  <a:pt x="70968" y="273151"/>
                </a:lnTo>
                <a:lnTo>
                  <a:pt x="98381" y="252686"/>
                </a:lnTo>
                <a:lnTo>
                  <a:pt x="135731" y="208978"/>
                </a:lnTo>
                <a:lnTo>
                  <a:pt x="152495" y="166866"/>
                </a:lnTo>
                <a:lnTo>
                  <a:pt x="160115" y="109823"/>
                </a:lnTo>
                <a:lnTo>
                  <a:pt x="35052" y="109823"/>
                </a:lnTo>
                <a:lnTo>
                  <a:pt x="35052" y="42405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437684" y="2411640"/>
            <a:ext cx="1766570" cy="434975"/>
          </a:xfrm>
          <a:custGeom>
            <a:avLst/>
            <a:gdLst/>
            <a:ahLst/>
            <a:cxnLst/>
            <a:rect l="l" t="t" r="r" b="b"/>
            <a:pathLst>
              <a:path w="1766570" h="434975">
                <a:moveTo>
                  <a:pt x="204317" y="332511"/>
                </a:moveTo>
                <a:lnTo>
                  <a:pt x="203415" y="325374"/>
                </a:lnTo>
                <a:lnTo>
                  <a:pt x="203377" y="324891"/>
                </a:lnTo>
                <a:lnTo>
                  <a:pt x="202793" y="317652"/>
                </a:lnTo>
                <a:lnTo>
                  <a:pt x="202171" y="309372"/>
                </a:lnTo>
                <a:lnTo>
                  <a:pt x="202044" y="308127"/>
                </a:lnTo>
                <a:lnTo>
                  <a:pt x="201269" y="300507"/>
                </a:lnTo>
                <a:lnTo>
                  <a:pt x="181457" y="304888"/>
                </a:lnTo>
                <a:lnTo>
                  <a:pt x="171691" y="306730"/>
                </a:lnTo>
                <a:lnTo>
                  <a:pt x="161645" y="308127"/>
                </a:lnTo>
                <a:lnTo>
                  <a:pt x="161645" y="253263"/>
                </a:lnTo>
                <a:lnTo>
                  <a:pt x="161645" y="222694"/>
                </a:lnTo>
                <a:lnTo>
                  <a:pt x="161645" y="158686"/>
                </a:lnTo>
                <a:lnTo>
                  <a:pt x="161645" y="129730"/>
                </a:lnTo>
                <a:lnTo>
                  <a:pt x="161645" y="65620"/>
                </a:lnTo>
                <a:lnTo>
                  <a:pt x="195173" y="65620"/>
                </a:lnTo>
                <a:lnTo>
                  <a:pt x="195173" y="33616"/>
                </a:lnTo>
                <a:lnTo>
                  <a:pt x="129641" y="33616"/>
                </a:lnTo>
                <a:lnTo>
                  <a:pt x="129641" y="65620"/>
                </a:lnTo>
                <a:lnTo>
                  <a:pt x="129641" y="129730"/>
                </a:lnTo>
                <a:lnTo>
                  <a:pt x="129641" y="158686"/>
                </a:lnTo>
                <a:lnTo>
                  <a:pt x="129641" y="222694"/>
                </a:lnTo>
                <a:lnTo>
                  <a:pt x="129641" y="253263"/>
                </a:lnTo>
                <a:lnTo>
                  <a:pt x="129641" y="314223"/>
                </a:lnTo>
                <a:lnTo>
                  <a:pt x="113639" y="317398"/>
                </a:lnTo>
                <a:lnTo>
                  <a:pt x="97624" y="320128"/>
                </a:lnTo>
                <a:lnTo>
                  <a:pt x="65544" y="324891"/>
                </a:lnTo>
                <a:lnTo>
                  <a:pt x="65544" y="253263"/>
                </a:lnTo>
                <a:lnTo>
                  <a:pt x="129641" y="253263"/>
                </a:lnTo>
                <a:lnTo>
                  <a:pt x="129641" y="222694"/>
                </a:lnTo>
                <a:lnTo>
                  <a:pt x="65544" y="222694"/>
                </a:lnTo>
                <a:lnTo>
                  <a:pt x="65544" y="158686"/>
                </a:lnTo>
                <a:lnTo>
                  <a:pt x="129641" y="158686"/>
                </a:lnTo>
                <a:lnTo>
                  <a:pt x="129641" y="129730"/>
                </a:lnTo>
                <a:lnTo>
                  <a:pt x="65544" y="129730"/>
                </a:lnTo>
                <a:lnTo>
                  <a:pt x="65544" y="65620"/>
                </a:lnTo>
                <a:lnTo>
                  <a:pt x="129641" y="65620"/>
                </a:lnTo>
                <a:lnTo>
                  <a:pt x="129641" y="33616"/>
                </a:lnTo>
                <a:lnTo>
                  <a:pt x="4584" y="33616"/>
                </a:lnTo>
                <a:lnTo>
                  <a:pt x="4584" y="65620"/>
                </a:lnTo>
                <a:lnTo>
                  <a:pt x="33540" y="65620"/>
                </a:lnTo>
                <a:lnTo>
                  <a:pt x="33540" y="330987"/>
                </a:lnTo>
                <a:lnTo>
                  <a:pt x="25514" y="332384"/>
                </a:lnTo>
                <a:lnTo>
                  <a:pt x="8890" y="335788"/>
                </a:lnTo>
                <a:lnTo>
                  <a:pt x="0" y="337185"/>
                </a:lnTo>
                <a:lnTo>
                  <a:pt x="9156" y="372237"/>
                </a:lnTo>
                <a:lnTo>
                  <a:pt x="129641" y="346329"/>
                </a:lnTo>
                <a:lnTo>
                  <a:pt x="129641" y="433197"/>
                </a:lnTo>
                <a:lnTo>
                  <a:pt x="161645" y="433197"/>
                </a:lnTo>
                <a:lnTo>
                  <a:pt x="161645" y="346329"/>
                </a:lnTo>
                <a:lnTo>
                  <a:pt x="161645" y="340233"/>
                </a:lnTo>
                <a:lnTo>
                  <a:pt x="183553" y="335838"/>
                </a:lnTo>
                <a:lnTo>
                  <a:pt x="194005" y="333971"/>
                </a:lnTo>
                <a:lnTo>
                  <a:pt x="204317" y="332511"/>
                </a:lnTo>
                <a:close/>
              </a:path>
              <a:path w="1766570" h="434975">
                <a:moveTo>
                  <a:pt x="280619" y="68668"/>
                </a:moveTo>
                <a:lnTo>
                  <a:pt x="268922" y="50939"/>
                </a:lnTo>
                <a:lnTo>
                  <a:pt x="256806" y="34188"/>
                </a:lnTo>
                <a:lnTo>
                  <a:pt x="244398" y="18275"/>
                </a:lnTo>
                <a:lnTo>
                  <a:pt x="231851" y="3048"/>
                </a:lnTo>
                <a:lnTo>
                  <a:pt x="205841" y="21336"/>
                </a:lnTo>
                <a:lnTo>
                  <a:pt x="219062" y="39370"/>
                </a:lnTo>
                <a:lnTo>
                  <a:pt x="231267" y="56667"/>
                </a:lnTo>
                <a:lnTo>
                  <a:pt x="253187" y="88480"/>
                </a:lnTo>
                <a:lnTo>
                  <a:pt x="280619" y="68668"/>
                </a:lnTo>
                <a:close/>
              </a:path>
              <a:path w="1766570" h="434975">
                <a:moveTo>
                  <a:pt x="437680" y="395097"/>
                </a:moveTo>
                <a:lnTo>
                  <a:pt x="397421" y="366509"/>
                </a:lnTo>
                <a:lnTo>
                  <a:pt x="363715" y="331038"/>
                </a:lnTo>
                <a:lnTo>
                  <a:pt x="336867" y="288721"/>
                </a:lnTo>
                <a:lnTo>
                  <a:pt x="333667" y="280695"/>
                </a:lnTo>
                <a:lnTo>
                  <a:pt x="317195" y="239547"/>
                </a:lnTo>
                <a:lnTo>
                  <a:pt x="431584" y="239547"/>
                </a:lnTo>
                <a:lnTo>
                  <a:pt x="431584" y="207454"/>
                </a:lnTo>
                <a:lnTo>
                  <a:pt x="312623" y="207454"/>
                </a:lnTo>
                <a:lnTo>
                  <a:pt x="312851" y="190576"/>
                </a:lnTo>
                <a:lnTo>
                  <a:pt x="313385" y="171831"/>
                </a:lnTo>
                <a:lnTo>
                  <a:pt x="313905" y="151091"/>
                </a:lnTo>
                <a:lnTo>
                  <a:pt x="314147" y="128206"/>
                </a:lnTo>
                <a:lnTo>
                  <a:pt x="416344" y="128206"/>
                </a:lnTo>
                <a:lnTo>
                  <a:pt x="416344" y="96100"/>
                </a:lnTo>
                <a:lnTo>
                  <a:pt x="343103" y="96100"/>
                </a:lnTo>
                <a:lnTo>
                  <a:pt x="354863" y="78409"/>
                </a:lnTo>
                <a:lnTo>
                  <a:pt x="393484" y="19812"/>
                </a:lnTo>
                <a:lnTo>
                  <a:pt x="359956" y="3048"/>
                </a:lnTo>
                <a:lnTo>
                  <a:pt x="344512" y="31991"/>
                </a:lnTo>
                <a:lnTo>
                  <a:pt x="330530" y="57048"/>
                </a:lnTo>
                <a:lnTo>
                  <a:pt x="318287" y="78371"/>
                </a:lnTo>
                <a:lnTo>
                  <a:pt x="308051" y="96100"/>
                </a:lnTo>
                <a:lnTo>
                  <a:pt x="189077" y="96100"/>
                </a:lnTo>
                <a:lnTo>
                  <a:pt x="189077" y="128206"/>
                </a:lnTo>
                <a:lnTo>
                  <a:pt x="279095" y="128206"/>
                </a:lnTo>
                <a:lnTo>
                  <a:pt x="279704" y="151091"/>
                </a:lnTo>
                <a:lnTo>
                  <a:pt x="279476" y="171831"/>
                </a:lnTo>
                <a:lnTo>
                  <a:pt x="278663" y="190576"/>
                </a:lnTo>
                <a:lnTo>
                  <a:pt x="277571" y="207454"/>
                </a:lnTo>
                <a:lnTo>
                  <a:pt x="176885" y="207454"/>
                </a:lnTo>
                <a:lnTo>
                  <a:pt x="176885" y="239547"/>
                </a:lnTo>
                <a:lnTo>
                  <a:pt x="276047" y="239547"/>
                </a:lnTo>
                <a:lnTo>
                  <a:pt x="263448" y="290144"/>
                </a:lnTo>
                <a:lnTo>
                  <a:pt x="241554" y="334467"/>
                </a:lnTo>
                <a:lnTo>
                  <a:pt x="210210" y="372503"/>
                </a:lnTo>
                <a:lnTo>
                  <a:pt x="169265" y="404241"/>
                </a:lnTo>
                <a:lnTo>
                  <a:pt x="174358" y="410260"/>
                </a:lnTo>
                <a:lnTo>
                  <a:pt x="180314" y="417004"/>
                </a:lnTo>
                <a:lnTo>
                  <a:pt x="186842" y="424599"/>
                </a:lnTo>
                <a:lnTo>
                  <a:pt x="193649" y="433197"/>
                </a:lnTo>
                <a:lnTo>
                  <a:pt x="231165" y="401459"/>
                </a:lnTo>
                <a:lnTo>
                  <a:pt x="261366" y="365556"/>
                </a:lnTo>
                <a:lnTo>
                  <a:pt x="284391" y="325374"/>
                </a:lnTo>
                <a:lnTo>
                  <a:pt x="300431" y="280695"/>
                </a:lnTo>
                <a:lnTo>
                  <a:pt x="318414" y="323354"/>
                </a:lnTo>
                <a:lnTo>
                  <a:pt x="342569" y="362127"/>
                </a:lnTo>
                <a:lnTo>
                  <a:pt x="372732" y="397167"/>
                </a:lnTo>
                <a:lnTo>
                  <a:pt x="408724" y="428625"/>
                </a:lnTo>
                <a:lnTo>
                  <a:pt x="415607" y="419747"/>
                </a:lnTo>
                <a:lnTo>
                  <a:pt x="422630" y="411289"/>
                </a:lnTo>
                <a:lnTo>
                  <a:pt x="429945" y="403123"/>
                </a:lnTo>
                <a:lnTo>
                  <a:pt x="437680" y="395097"/>
                </a:lnTo>
                <a:close/>
              </a:path>
              <a:path w="1766570" h="434975">
                <a:moveTo>
                  <a:pt x="838784" y="32092"/>
                </a:moveTo>
                <a:lnTo>
                  <a:pt x="498741" y="32092"/>
                </a:lnTo>
                <a:lnTo>
                  <a:pt x="498741" y="65620"/>
                </a:lnTo>
                <a:lnTo>
                  <a:pt x="838784" y="65620"/>
                </a:lnTo>
                <a:lnTo>
                  <a:pt x="838784" y="32092"/>
                </a:lnTo>
                <a:close/>
              </a:path>
              <a:path w="1766570" h="434975">
                <a:moveTo>
                  <a:pt x="886028" y="309664"/>
                </a:moveTo>
                <a:lnTo>
                  <a:pt x="875995" y="306463"/>
                </a:lnTo>
                <a:lnTo>
                  <a:pt x="857084" y="300659"/>
                </a:lnTo>
                <a:lnTo>
                  <a:pt x="847928" y="297472"/>
                </a:lnTo>
                <a:lnTo>
                  <a:pt x="846543" y="315810"/>
                </a:lnTo>
                <a:lnTo>
                  <a:pt x="844880" y="332181"/>
                </a:lnTo>
                <a:lnTo>
                  <a:pt x="843203" y="346837"/>
                </a:lnTo>
                <a:lnTo>
                  <a:pt x="841832" y="360045"/>
                </a:lnTo>
                <a:lnTo>
                  <a:pt x="837831" y="372922"/>
                </a:lnTo>
                <a:lnTo>
                  <a:pt x="830402" y="381952"/>
                </a:lnTo>
                <a:lnTo>
                  <a:pt x="819543" y="387261"/>
                </a:lnTo>
                <a:lnTo>
                  <a:pt x="805256" y="389001"/>
                </a:lnTo>
                <a:lnTo>
                  <a:pt x="767156" y="389001"/>
                </a:lnTo>
                <a:lnTo>
                  <a:pt x="755980" y="387311"/>
                </a:lnTo>
                <a:lnTo>
                  <a:pt x="747826" y="382333"/>
                </a:lnTo>
                <a:lnTo>
                  <a:pt x="742835" y="374218"/>
                </a:lnTo>
                <a:lnTo>
                  <a:pt x="741146" y="363093"/>
                </a:lnTo>
                <a:lnTo>
                  <a:pt x="741146" y="192214"/>
                </a:lnTo>
                <a:lnTo>
                  <a:pt x="879932" y="192214"/>
                </a:lnTo>
                <a:lnTo>
                  <a:pt x="879932" y="158686"/>
                </a:lnTo>
                <a:lnTo>
                  <a:pt x="455968" y="158686"/>
                </a:lnTo>
                <a:lnTo>
                  <a:pt x="455968" y="192214"/>
                </a:lnTo>
                <a:lnTo>
                  <a:pt x="577989" y="192214"/>
                </a:lnTo>
                <a:lnTo>
                  <a:pt x="577989" y="208978"/>
                </a:lnTo>
                <a:lnTo>
                  <a:pt x="571893" y="277456"/>
                </a:lnTo>
                <a:lnTo>
                  <a:pt x="552081" y="326428"/>
                </a:lnTo>
                <a:lnTo>
                  <a:pt x="513588" y="367271"/>
                </a:lnTo>
                <a:lnTo>
                  <a:pt x="449872" y="405765"/>
                </a:lnTo>
                <a:lnTo>
                  <a:pt x="455637" y="411149"/>
                </a:lnTo>
                <a:lnTo>
                  <a:pt x="461619" y="417880"/>
                </a:lnTo>
                <a:lnTo>
                  <a:pt x="468299" y="425907"/>
                </a:lnTo>
                <a:lnTo>
                  <a:pt x="475780" y="434721"/>
                </a:lnTo>
                <a:lnTo>
                  <a:pt x="514438" y="413600"/>
                </a:lnTo>
                <a:lnTo>
                  <a:pt x="545782" y="391477"/>
                </a:lnTo>
                <a:lnTo>
                  <a:pt x="587133" y="344805"/>
                </a:lnTo>
                <a:lnTo>
                  <a:pt x="607707" y="287375"/>
                </a:lnTo>
                <a:lnTo>
                  <a:pt x="614438" y="208978"/>
                </a:lnTo>
                <a:lnTo>
                  <a:pt x="614565" y="192214"/>
                </a:lnTo>
                <a:lnTo>
                  <a:pt x="704570" y="192214"/>
                </a:lnTo>
                <a:lnTo>
                  <a:pt x="704570" y="366141"/>
                </a:lnTo>
                <a:lnTo>
                  <a:pt x="707999" y="390144"/>
                </a:lnTo>
                <a:lnTo>
                  <a:pt x="718286" y="407289"/>
                </a:lnTo>
                <a:lnTo>
                  <a:pt x="735431" y="417576"/>
                </a:lnTo>
                <a:lnTo>
                  <a:pt x="759434" y="421005"/>
                </a:lnTo>
                <a:lnTo>
                  <a:pt x="812876" y="421005"/>
                </a:lnTo>
                <a:lnTo>
                  <a:pt x="837450" y="417880"/>
                </a:lnTo>
                <a:lnTo>
                  <a:pt x="856310" y="408622"/>
                </a:lnTo>
                <a:lnTo>
                  <a:pt x="869454" y="393357"/>
                </a:lnTo>
                <a:lnTo>
                  <a:pt x="870978" y="389001"/>
                </a:lnTo>
                <a:lnTo>
                  <a:pt x="876884" y="372237"/>
                </a:lnTo>
                <a:lnTo>
                  <a:pt x="879170" y="358825"/>
                </a:lnTo>
                <a:lnTo>
                  <a:pt x="881456" y="343839"/>
                </a:lnTo>
                <a:lnTo>
                  <a:pt x="883742" y="327406"/>
                </a:lnTo>
                <a:lnTo>
                  <a:pt x="886028" y="309664"/>
                </a:lnTo>
                <a:close/>
              </a:path>
              <a:path w="1766570" h="434975">
                <a:moveTo>
                  <a:pt x="1041654" y="360045"/>
                </a:moveTo>
                <a:lnTo>
                  <a:pt x="1020229" y="335661"/>
                </a:lnTo>
                <a:lnTo>
                  <a:pt x="989101" y="354850"/>
                </a:lnTo>
                <a:lnTo>
                  <a:pt x="959840" y="371475"/>
                </a:lnTo>
                <a:lnTo>
                  <a:pt x="932573" y="385813"/>
                </a:lnTo>
                <a:lnTo>
                  <a:pt x="907453" y="398145"/>
                </a:lnTo>
                <a:lnTo>
                  <a:pt x="912876" y="405866"/>
                </a:lnTo>
                <a:lnTo>
                  <a:pt x="917740" y="413004"/>
                </a:lnTo>
                <a:lnTo>
                  <a:pt x="922020" y="419582"/>
                </a:lnTo>
                <a:lnTo>
                  <a:pt x="925741" y="425577"/>
                </a:lnTo>
                <a:lnTo>
                  <a:pt x="951128" y="412127"/>
                </a:lnTo>
                <a:lnTo>
                  <a:pt x="979093" y="396811"/>
                </a:lnTo>
                <a:lnTo>
                  <a:pt x="1009357" y="379501"/>
                </a:lnTo>
                <a:lnTo>
                  <a:pt x="1041654" y="360045"/>
                </a:lnTo>
                <a:close/>
              </a:path>
              <a:path w="1766570" h="434975">
                <a:moveTo>
                  <a:pt x="1314551" y="395097"/>
                </a:moveTo>
                <a:lnTo>
                  <a:pt x="1224546" y="346659"/>
                </a:lnTo>
                <a:lnTo>
                  <a:pt x="1200251" y="334137"/>
                </a:lnTo>
                <a:lnTo>
                  <a:pt x="1180439" y="356997"/>
                </a:lnTo>
                <a:lnTo>
                  <a:pt x="1205534" y="371335"/>
                </a:lnTo>
                <a:lnTo>
                  <a:pt x="1232636" y="387096"/>
                </a:lnTo>
                <a:lnTo>
                  <a:pt x="1261452" y="404571"/>
                </a:lnTo>
                <a:lnTo>
                  <a:pt x="1291691" y="424053"/>
                </a:lnTo>
                <a:lnTo>
                  <a:pt x="1314551" y="395097"/>
                </a:lnTo>
                <a:close/>
              </a:path>
              <a:path w="1766570" h="434975">
                <a:moveTo>
                  <a:pt x="1329893" y="152590"/>
                </a:moveTo>
                <a:lnTo>
                  <a:pt x="1134618" y="152590"/>
                </a:lnTo>
                <a:lnTo>
                  <a:pt x="1134618" y="122008"/>
                </a:lnTo>
                <a:lnTo>
                  <a:pt x="1282547" y="122008"/>
                </a:lnTo>
                <a:lnTo>
                  <a:pt x="1282547" y="94576"/>
                </a:lnTo>
                <a:lnTo>
                  <a:pt x="1134618" y="94576"/>
                </a:lnTo>
                <a:lnTo>
                  <a:pt x="1134618" y="65620"/>
                </a:lnTo>
                <a:lnTo>
                  <a:pt x="1313027" y="65620"/>
                </a:lnTo>
                <a:lnTo>
                  <a:pt x="1313027" y="38188"/>
                </a:lnTo>
                <a:lnTo>
                  <a:pt x="1134618" y="38188"/>
                </a:lnTo>
                <a:lnTo>
                  <a:pt x="1134618" y="0"/>
                </a:lnTo>
                <a:lnTo>
                  <a:pt x="1099566" y="0"/>
                </a:lnTo>
                <a:lnTo>
                  <a:pt x="1099566" y="38188"/>
                </a:lnTo>
                <a:lnTo>
                  <a:pt x="921169" y="38188"/>
                </a:lnTo>
                <a:lnTo>
                  <a:pt x="921169" y="65620"/>
                </a:lnTo>
                <a:lnTo>
                  <a:pt x="1099566" y="65620"/>
                </a:lnTo>
                <a:lnTo>
                  <a:pt x="1099566" y="94576"/>
                </a:lnTo>
                <a:lnTo>
                  <a:pt x="947077" y="94576"/>
                </a:lnTo>
                <a:lnTo>
                  <a:pt x="947077" y="122008"/>
                </a:lnTo>
                <a:lnTo>
                  <a:pt x="1099566" y="122008"/>
                </a:lnTo>
                <a:lnTo>
                  <a:pt x="1099566" y="152590"/>
                </a:lnTo>
                <a:lnTo>
                  <a:pt x="905929" y="152590"/>
                </a:lnTo>
                <a:lnTo>
                  <a:pt x="905929" y="180022"/>
                </a:lnTo>
                <a:lnTo>
                  <a:pt x="1040130" y="180022"/>
                </a:lnTo>
                <a:lnTo>
                  <a:pt x="1026579" y="187782"/>
                </a:lnTo>
                <a:lnTo>
                  <a:pt x="985177" y="210502"/>
                </a:lnTo>
                <a:lnTo>
                  <a:pt x="945553" y="222694"/>
                </a:lnTo>
                <a:lnTo>
                  <a:pt x="960793" y="256324"/>
                </a:lnTo>
                <a:lnTo>
                  <a:pt x="969035" y="254317"/>
                </a:lnTo>
                <a:lnTo>
                  <a:pt x="977557" y="252895"/>
                </a:lnTo>
                <a:lnTo>
                  <a:pt x="986078" y="252031"/>
                </a:lnTo>
                <a:lnTo>
                  <a:pt x="994321" y="251752"/>
                </a:lnTo>
                <a:lnTo>
                  <a:pt x="1016622" y="249478"/>
                </a:lnTo>
                <a:lnTo>
                  <a:pt x="1040091" y="247370"/>
                </a:lnTo>
                <a:lnTo>
                  <a:pt x="1064691" y="245529"/>
                </a:lnTo>
                <a:lnTo>
                  <a:pt x="1090422" y="244132"/>
                </a:lnTo>
                <a:lnTo>
                  <a:pt x="1067295" y="254152"/>
                </a:lnTo>
                <a:lnTo>
                  <a:pt x="995845" y="282232"/>
                </a:lnTo>
                <a:lnTo>
                  <a:pt x="953630" y="295300"/>
                </a:lnTo>
                <a:lnTo>
                  <a:pt x="937933" y="298996"/>
                </a:lnTo>
                <a:lnTo>
                  <a:pt x="954697" y="332524"/>
                </a:lnTo>
                <a:lnTo>
                  <a:pt x="978890" y="329666"/>
                </a:lnTo>
                <a:lnTo>
                  <a:pt x="992200" y="328447"/>
                </a:lnTo>
                <a:lnTo>
                  <a:pt x="1006513" y="327952"/>
                </a:lnTo>
                <a:lnTo>
                  <a:pt x="1077963" y="323875"/>
                </a:lnTo>
                <a:lnTo>
                  <a:pt x="1105662" y="321856"/>
                </a:lnTo>
                <a:lnTo>
                  <a:pt x="1105662" y="372237"/>
                </a:lnTo>
                <a:lnTo>
                  <a:pt x="1103947" y="382244"/>
                </a:lnTo>
                <a:lnTo>
                  <a:pt x="1098804" y="389382"/>
                </a:lnTo>
                <a:lnTo>
                  <a:pt x="1090231" y="393674"/>
                </a:lnTo>
                <a:lnTo>
                  <a:pt x="1078230" y="395097"/>
                </a:lnTo>
                <a:lnTo>
                  <a:pt x="1068235" y="394830"/>
                </a:lnTo>
                <a:lnTo>
                  <a:pt x="1056513" y="394144"/>
                </a:lnTo>
                <a:lnTo>
                  <a:pt x="1027849" y="392049"/>
                </a:lnTo>
                <a:lnTo>
                  <a:pt x="1029843" y="401815"/>
                </a:lnTo>
                <a:lnTo>
                  <a:pt x="1031278" y="410718"/>
                </a:lnTo>
                <a:lnTo>
                  <a:pt x="1032129" y="419049"/>
                </a:lnTo>
                <a:lnTo>
                  <a:pt x="1032421" y="427101"/>
                </a:lnTo>
                <a:lnTo>
                  <a:pt x="1085850" y="427101"/>
                </a:lnTo>
                <a:lnTo>
                  <a:pt x="1126998" y="414337"/>
                </a:lnTo>
                <a:lnTo>
                  <a:pt x="1140714" y="375285"/>
                </a:lnTo>
                <a:lnTo>
                  <a:pt x="1140714" y="321856"/>
                </a:lnTo>
                <a:lnTo>
                  <a:pt x="1140714" y="320332"/>
                </a:lnTo>
                <a:lnTo>
                  <a:pt x="1227378" y="316255"/>
                </a:lnTo>
                <a:lnTo>
                  <a:pt x="1259687" y="314236"/>
                </a:lnTo>
                <a:lnTo>
                  <a:pt x="1266304" y="321335"/>
                </a:lnTo>
                <a:lnTo>
                  <a:pt x="1278978" y="336169"/>
                </a:lnTo>
                <a:lnTo>
                  <a:pt x="1285595" y="343281"/>
                </a:lnTo>
                <a:lnTo>
                  <a:pt x="1293926" y="334911"/>
                </a:lnTo>
                <a:lnTo>
                  <a:pt x="1300835" y="328142"/>
                </a:lnTo>
                <a:lnTo>
                  <a:pt x="1306601" y="322821"/>
                </a:lnTo>
                <a:lnTo>
                  <a:pt x="1311503" y="318808"/>
                </a:lnTo>
                <a:lnTo>
                  <a:pt x="1306957" y="314236"/>
                </a:lnTo>
                <a:lnTo>
                  <a:pt x="1294815" y="302044"/>
                </a:lnTo>
                <a:lnTo>
                  <a:pt x="1291005" y="298208"/>
                </a:lnTo>
                <a:lnTo>
                  <a:pt x="1268641" y="277469"/>
                </a:lnTo>
                <a:lnTo>
                  <a:pt x="1244854" y="256438"/>
                </a:lnTo>
                <a:lnTo>
                  <a:pt x="1220063" y="234975"/>
                </a:lnTo>
                <a:lnTo>
                  <a:pt x="1197203" y="254800"/>
                </a:lnTo>
                <a:lnTo>
                  <a:pt x="1206588" y="263944"/>
                </a:lnTo>
                <a:lnTo>
                  <a:pt x="1225918" y="282232"/>
                </a:lnTo>
                <a:lnTo>
                  <a:pt x="1235303" y="291376"/>
                </a:lnTo>
                <a:lnTo>
                  <a:pt x="1017181" y="302044"/>
                </a:lnTo>
                <a:lnTo>
                  <a:pt x="1061288" y="284289"/>
                </a:lnTo>
                <a:lnTo>
                  <a:pt x="1105674" y="265722"/>
                </a:lnTo>
                <a:lnTo>
                  <a:pt x="1150277" y="246278"/>
                </a:lnTo>
                <a:lnTo>
                  <a:pt x="1191958" y="227266"/>
                </a:lnTo>
                <a:lnTo>
                  <a:pt x="1239875" y="204406"/>
                </a:lnTo>
                <a:lnTo>
                  <a:pt x="1215491" y="183070"/>
                </a:lnTo>
                <a:lnTo>
                  <a:pt x="1181150" y="201168"/>
                </a:lnTo>
                <a:lnTo>
                  <a:pt x="1163980" y="209854"/>
                </a:lnTo>
                <a:lnTo>
                  <a:pt x="1146810" y="218122"/>
                </a:lnTo>
                <a:lnTo>
                  <a:pt x="1001941" y="227266"/>
                </a:lnTo>
                <a:lnTo>
                  <a:pt x="1047521" y="204216"/>
                </a:lnTo>
                <a:lnTo>
                  <a:pt x="1069962" y="192328"/>
                </a:lnTo>
                <a:lnTo>
                  <a:pt x="1091946" y="180022"/>
                </a:lnTo>
                <a:lnTo>
                  <a:pt x="1329893" y="180022"/>
                </a:lnTo>
                <a:lnTo>
                  <a:pt x="1329893" y="152590"/>
                </a:lnTo>
                <a:close/>
              </a:path>
              <a:path w="1766570" h="434975">
                <a:moveTo>
                  <a:pt x="1534198" y="74764"/>
                </a:moveTo>
                <a:lnTo>
                  <a:pt x="1499146" y="74764"/>
                </a:lnTo>
                <a:lnTo>
                  <a:pt x="1499146" y="108305"/>
                </a:lnTo>
                <a:lnTo>
                  <a:pt x="1499146" y="215074"/>
                </a:lnTo>
                <a:lnTo>
                  <a:pt x="1499146" y="245656"/>
                </a:lnTo>
                <a:lnTo>
                  <a:pt x="1499146" y="356997"/>
                </a:lnTo>
                <a:lnTo>
                  <a:pt x="1401521" y="356997"/>
                </a:lnTo>
                <a:lnTo>
                  <a:pt x="1401521" y="245656"/>
                </a:lnTo>
                <a:lnTo>
                  <a:pt x="1499146" y="245656"/>
                </a:lnTo>
                <a:lnTo>
                  <a:pt x="1499146" y="215074"/>
                </a:lnTo>
                <a:lnTo>
                  <a:pt x="1401521" y="215074"/>
                </a:lnTo>
                <a:lnTo>
                  <a:pt x="1401521" y="108305"/>
                </a:lnTo>
                <a:lnTo>
                  <a:pt x="1499146" y="108305"/>
                </a:lnTo>
                <a:lnTo>
                  <a:pt x="1499146" y="74764"/>
                </a:lnTo>
                <a:lnTo>
                  <a:pt x="1447241" y="74764"/>
                </a:lnTo>
                <a:lnTo>
                  <a:pt x="1459699" y="45237"/>
                </a:lnTo>
                <a:lnTo>
                  <a:pt x="1466405" y="29083"/>
                </a:lnTo>
                <a:lnTo>
                  <a:pt x="1473238" y="12192"/>
                </a:lnTo>
                <a:lnTo>
                  <a:pt x="1436573" y="1524"/>
                </a:lnTo>
                <a:lnTo>
                  <a:pt x="1430807" y="19011"/>
                </a:lnTo>
                <a:lnTo>
                  <a:pt x="1424762" y="37045"/>
                </a:lnTo>
                <a:lnTo>
                  <a:pt x="1418132" y="55626"/>
                </a:lnTo>
                <a:lnTo>
                  <a:pt x="1410665" y="74764"/>
                </a:lnTo>
                <a:lnTo>
                  <a:pt x="1366469" y="74764"/>
                </a:lnTo>
                <a:lnTo>
                  <a:pt x="1366469" y="427101"/>
                </a:lnTo>
                <a:lnTo>
                  <a:pt x="1401521" y="427101"/>
                </a:lnTo>
                <a:lnTo>
                  <a:pt x="1401521" y="389001"/>
                </a:lnTo>
                <a:lnTo>
                  <a:pt x="1499146" y="389001"/>
                </a:lnTo>
                <a:lnTo>
                  <a:pt x="1499146" y="424053"/>
                </a:lnTo>
                <a:lnTo>
                  <a:pt x="1534198" y="424053"/>
                </a:lnTo>
                <a:lnTo>
                  <a:pt x="1534198" y="389001"/>
                </a:lnTo>
                <a:lnTo>
                  <a:pt x="1534198" y="356997"/>
                </a:lnTo>
                <a:lnTo>
                  <a:pt x="1534198" y="245656"/>
                </a:lnTo>
                <a:lnTo>
                  <a:pt x="1534198" y="215074"/>
                </a:lnTo>
                <a:lnTo>
                  <a:pt x="1534198" y="108305"/>
                </a:lnTo>
                <a:lnTo>
                  <a:pt x="1534198" y="74764"/>
                </a:lnTo>
                <a:close/>
              </a:path>
              <a:path w="1766570" h="434975">
                <a:moveTo>
                  <a:pt x="1683651" y="274612"/>
                </a:moveTo>
                <a:lnTo>
                  <a:pt x="1667649" y="252895"/>
                </a:lnTo>
                <a:lnTo>
                  <a:pt x="1649361" y="229031"/>
                </a:lnTo>
                <a:lnTo>
                  <a:pt x="1628787" y="203161"/>
                </a:lnTo>
                <a:lnTo>
                  <a:pt x="1605927" y="175450"/>
                </a:lnTo>
                <a:lnTo>
                  <a:pt x="1579918" y="195262"/>
                </a:lnTo>
                <a:lnTo>
                  <a:pt x="1599742" y="220662"/>
                </a:lnTo>
                <a:lnTo>
                  <a:pt x="1618107" y="246367"/>
                </a:lnTo>
                <a:lnTo>
                  <a:pt x="1635302" y="272072"/>
                </a:lnTo>
                <a:lnTo>
                  <a:pt x="1651647" y="297472"/>
                </a:lnTo>
                <a:lnTo>
                  <a:pt x="1683651" y="274612"/>
                </a:lnTo>
                <a:close/>
              </a:path>
              <a:path w="1766570" h="434975">
                <a:moveTo>
                  <a:pt x="1766036" y="73240"/>
                </a:moveTo>
                <a:lnTo>
                  <a:pt x="1624215" y="73240"/>
                </a:lnTo>
                <a:lnTo>
                  <a:pt x="1629930" y="59004"/>
                </a:lnTo>
                <a:lnTo>
                  <a:pt x="1635645" y="43903"/>
                </a:lnTo>
                <a:lnTo>
                  <a:pt x="1641360" y="28206"/>
                </a:lnTo>
                <a:lnTo>
                  <a:pt x="1647075" y="12192"/>
                </a:lnTo>
                <a:lnTo>
                  <a:pt x="1610499" y="1524"/>
                </a:lnTo>
                <a:lnTo>
                  <a:pt x="1595628" y="48704"/>
                </a:lnTo>
                <a:lnTo>
                  <a:pt x="1578787" y="91732"/>
                </a:lnTo>
                <a:lnTo>
                  <a:pt x="1560245" y="130454"/>
                </a:lnTo>
                <a:lnTo>
                  <a:pt x="1540294" y="164782"/>
                </a:lnTo>
                <a:lnTo>
                  <a:pt x="1557248" y="173164"/>
                </a:lnTo>
                <a:lnTo>
                  <a:pt x="1564513" y="177215"/>
                </a:lnTo>
                <a:lnTo>
                  <a:pt x="1570774" y="181546"/>
                </a:lnTo>
                <a:lnTo>
                  <a:pt x="1581023" y="164782"/>
                </a:lnTo>
                <a:lnTo>
                  <a:pt x="1591208" y="146481"/>
                </a:lnTo>
                <a:lnTo>
                  <a:pt x="1601076" y="127076"/>
                </a:lnTo>
                <a:lnTo>
                  <a:pt x="1610499" y="106781"/>
                </a:lnTo>
                <a:lnTo>
                  <a:pt x="1727847" y="106781"/>
                </a:lnTo>
                <a:lnTo>
                  <a:pt x="1726907" y="173164"/>
                </a:lnTo>
                <a:lnTo>
                  <a:pt x="1725930" y="229031"/>
                </a:lnTo>
                <a:lnTo>
                  <a:pt x="1724774" y="278345"/>
                </a:lnTo>
                <a:lnTo>
                  <a:pt x="1723402" y="317627"/>
                </a:lnTo>
                <a:lnTo>
                  <a:pt x="1717408" y="366737"/>
                </a:lnTo>
                <a:lnTo>
                  <a:pt x="1677555" y="390525"/>
                </a:lnTo>
                <a:lnTo>
                  <a:pt x="1658950" y="390220"/>
                </a:lnTo>
                <a:lnTo>
                  <a:pt x="1639646" y="389191"/>
                </a:lnTo>
                <a:lnTo>
                  <a:pt x="1619465" y="387311"/>
                </a:lnTo>
                <a:lnTo>
                  <a:pt x="1598307" y="384429"/>
                </a:lnTo>
                <a:lnTo>
                  <a:pt x="1596783" y="384429"/>
                </a:lnTo>
                <a:lnTo>
                  <a:pt x="1598828" y="392976"/>
                </a:lnTo>
                <a:lnTo>
                  <a:pt x="1600593" y="402526"/>
                </a:lnTo>
                <a:lnTo>
                  <a:pt x="1602346" y="412927"/>
                </a:lnTo>
                <a:lnTo>
                  <a:pt x="1604403" y="424053"/>
                </a:lnTo>
                <a:lnTo>
                  <a:pt x="1624736" y="424929"/>
                </a:lnTo>
                <a:lnTo>
                  <a:pt x="1644789" y="425386"/>
                </a:lnTo>
                <a:lnTo>
                  <a:pt x="1685175" y="425577"/>
                </a:lnTo>
                <a:lnTo>
                  <a:pt x="1715452" y="421297"/>
                </a:lnTo>
                <a:lnTo>
                  <a:pt x="1749196" y="390525"/>
                </a:lnTo>
                <a:lnTo>
                  <a:pt x="1758416" y="333197"/>
                </a:lnTo>
                <a:lnTo>
                  <a:pt x="1761464" y="257416"/>
                </a:lnTo>
                <a:lnTo>
                  <a:pt x="1762988" y="205422"/>
                </a:lnTo>
                <a:lnTo>
                  <a:pt x="1764449" y="146481"/>
                </a:lnTo>
                <a:lnTo>
                  <a:pt x="1765312" y="106781"/>
                </a:lnTo>
                <a:lnTo>
                  <a:pt x="1766036" y="73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6267729" y="2416212"/>
            <a:ext cx="823594" cy="431800"/>
          </a:xfrm>
          <a:custGeom>
            <a:avLst/>
            <a:gdLst/>
            <a:ahLst/>
            <a:cxnLst/>
            <a:rect l="l" t="t" r="r" b="b"/>
            <a:pathLst>
              <a:path w="823595" h="431800">
                <a:moveTo>
                  <a:pt x="349288" y="317284"/>
                </a:moveTo>
                <a:lnTo>
                  <a:pt x="320027" y="289915"/>
                </a:lnTo>
                <a:lnTo>
                  <a:pt x="291668" y="262978"/>
                </a:lnTo>
                <a:lnTo>
                  <a:pt x="266750" y="239560"/>
                </a:lnTo>
                <a:lnTo>
                  <a:pt x="263893" y="236867"/>
                </a:lnTo>
                <a:lnTo>
                  <a:pt x="236410" y="212026"/>
                </a:lnTo>
                <a:lnTo>
                  <a:pt x="258178" y="187642"/>
                </a:lnTo>
                <a:lnTo>
                  <a:pt x="260146" y="185432"/>
                </a:lnTo>
                <a:lnTo>
                  <a:pt x="283476" y="158102"/>
                </a:lnTo>
                <a:lnTo>
                  <a:pt x="306527" y="129908"/>
                </a:lnTo>
                <a:lnTo>
                  <a:pt x="329476" y="100685"/>
                </a:lnTo>
                <a:lnTo>
                  <a:pt x="297370" y="79349"/>
                </a:lnTo>
                <a:lnTo>
                  <a:pt x="276275" y="108267"/>
                </a:lnTo>
                <a:lnTo>
                  <a:pt x="254317" y="135775"/>
                </a:lnTo>
                <a:lnTo>
                  <a:pt x="231787" y="162153"/>
                </a:lnTo>
                <a:lnTo>
                  <a:pt x="208978" y="187642"/>
                </a:lnTo>
                <a:lnTo>
                  <a:pt x="179489" y="161010"/>
                </a:lnTo>
                <a:lnTo>
                  <a:pt x="150596" y="135775"/>
                </a:lnTo>
                <a:lnTo>
                  <a:pt x="122301" y="111696"/>
                </a:lnTo>
                <a:lnTo>
                  <a:pt x="94589" y="88493"/>
                </a:lnTo>
                <a:lnTo>
                  <a:pt x="70205" y="111353"/>
                </a:lnTo>
                <a:lnTo>
                  <a:pt x="99631" y="136804"/>
                </a:lnTo>
                <a:lnTo>
                  <a:pt x="128498" y="162674"/>
                </a:lnTo>
                <a:lnTo>
                  <a:pt x="156819" y="188810"/>
                </a:lnTo>
                <a:lnTo>
                  <a:pt x="184594" y="215074"/>
                </a:lnTo>
                <a:lnTo>
                  <a:pt x="152488" y="245110"/>
                </a:lnTo>
                <a:lnTo>
                  <a:pt x="120116" y="273265"/>
                </a:lnTo>
                <a:lnTo>
                  <a:pt x="87210" y="299377"/>
                </a:lnTo>
                <a:lnTo>
                  <a:pt x="53441" y="323380"/>
                </a:lnTo>
                <a:lnTo>
                  <a:pt x="68872" y="338505"/>
                </a:lnTo>
                <a:lnTo>
                  <a:pt x="75514" y="345541"/>
                </a:lnTo>
                <a:lnTo>
                  <a:pt x="80873" y="352425"/>
                </a:lnTo>
                <a:lnTo>
                  <a:pt x="113753" y="326605"/>
                </a:lnTo>
                <a:lnTo>
                  <a:pt x="146202" y="299389"/>
                </a:lnTo>
                <a:lnTo>
                  <a:pt x="178422" y="270459"/>
                </a:lnTo>
                <a:lnTo>
                  <a:pt x="210502" y="239560"/>
                </a:lnTo>
                <a:lnTo>
                  <a:pt x="237909" y="266128"/>
                </a:lnTo>
                <a:lnTo>
                  <a:pt x="265188" y="293281"/>
                </a:lnTo>
                <a:lnTo>
                  <a:pt x="292201" y="321030"/>
                </a:lnTo>
                <a:lnTo>
                  <a:pt x="318808" y="349377"/>
                </a:lnTo>
                <a:lnTo>
                  <a:pt x="349288" y="317284"/>
                </a:lnTo>
                <a:close/>
              </a:path>
              <a:path w="823595" h="431800">
                <a:moveTo>
                  <a:pt x="382816" y="369189"/>
                </a:moveTo>
                <a:lnTo>
                  <a:pt x="36576" y="369189"/>
                </a:lnTo>
                <a:lnTo>
                  <a:pt x="36576" y="64109"/>
                </a:lnTo>
                <a:lnTo>
                  <a:pt x="376720" y="64109"/>
                </a:lnTo>
                <a:lnTo>
                  <a:pt x="376720" y="29044"/>
                </a:lnTo>
                <a:lnTo>
                  <a:pt x="0" y="29044"/>
                </a:lnTo>
                <a:lnTo>
                  <a:pt x="0" y="402717"/>
                </a:lnTo>
                <a:lnTo>
                  <a:pt x="382816" y="402717"/>
                </a:lnTo>
                <a:lnTo>
                  <a:pt x="382816" y="369189"/>
                </a:lnTo>
                <a:close/>
              </a:path>
              <a:path w="823595" h="431800">
                <a:moveTo>
                  <a:pt x="642086" y="22948"/>
                </a:moveTo>
                <a:lnTo>
                  <a:pt x="608558" y="22948"/>
                </a:lnTo>
                <a:lnTo>
                  <a:pt x="608558" y="54965"/>
                </a:lnTo>
                <a:lnTo>
                  <a:pt x="608558" y="126682"/>
                </a:lnTo>
                <a:lnTo>
                  <a:pt x="477393" y="126682"/>
                </a:lnTo>
                <a:lnTo>
                  <a:pt x="477393" y="54965"/>
                </a:lnTo>
                <a:lnTo>
                  <a:pt x="608558" y="54965"/>
                </a:lnTo>
                <a:lnTo>
                  <a:pt x="608558" y="22948"/>
                </a:lnTo>
                <a:lnTo>
                  <a:pt x="443776" y="22948"/>
                </a:lnTo>
                <a:lnTo>
                  <a:pt x="443776" y="176974"/>
                </a:lnTo>
                <a:lnTo>
                  <a:pt x="477393" y="176974"/>
                </a:lnTo>
                <a:lnTo>
                  <a:pt x="477393" y="158686"/>
                </a:lnTo>
                <a:lnTo>
                  <a:pt x="608558" y="158686"/>
                </a:lnTo>
                <a:lnTo>
                  <a:pt x="608558" y="176974"/>
                </a:lnTo>
                <a:lnTo>
                  <a:pt x="642086" y="176974"/>
                </a:lnTo>
                <a:lnTo>
                  <a:pt x="642086" y="158686"/>
                </a:lnTo>
                <a:lnTo>
                  <a:pt x="642086" y="126682"/>
                </a:lnTo>
                <a:lnTo>
                  <a:pt x="642086" y="54965"/>
                </a:lnTo>
                <a:lnTo>
                  <a:pt x="642086" y="22948"/>
                </a:lnTo>
                <a:close/>
              </a:path>
              <a:path w="823595" h="431800">
                <a:moveTo>
                  <a:pt x="646658" y="222694"/>
                </a:moveTo>
                <a:lnTo>
                  <a:pt x="532257" y="222694"/>
                </a:lnTo>
                <a:lnTo>
                  <a:pt x="532498" y="210985"/>
                </a:lnTo>
                <a:lnTo>
                  <a:pt x="533539" y="185839"/>
                </a:lnTo>
                <a:lnTo>
                  <a:pt x="533781" y="172402"/>
                </a:lnTo>
                <a:lnTo>
                  <a:pt x="500253" y="172402"/>
                </a:lnTo>
                <a:lnTo>
                  <a:pt x="500011" y="185839"/>
                </a:lnTo>
                <a:lnTo>
                  <a:pt x="498970" y="210985"/>
                </a:lnTo>
                <a:lnTo>
                  <a:pt x="498729" y="222694"/>
                </a:lnTo>
                <a:lnTo>
                  <a:pt x="426999" y="222694"/>
                </a:lnTo>
                <a:lnTo>
                  <a:pt x="426999" y="254800"/>
                </a:lnTo>
                <a:lnTo>
                  <a:pt x="497205" y="254800"/>
                </a:lnTo>
                <a:lnTo>
                  <a:pt x="490296" y="297599"/>
                </a:lnTo>
                <a:lnTo>
                  <a:pt x="473951" y="336562"/>
                </a:lnTo>
                <a:lnTo>
                  <a:pt x="447878" y="371246"/>
                </a:lnTo>
                <a:lnTo>
                  <a:pt x="411759" y="401193"/>
                </a:lnTo>
                <a:lnTo>
                  <a:pt x="419214" y="409168"/>
                </a:lnTo>
                <a:lnTo>
                  <a:pt x="425665" y="417004"/>
                </a:lnTo>
                <a:lnTo>
                  <a:pt x="431266" y="424548"/>
                </a:lnTo>
                <a:lnTo>
                  <a:pt x="436143" y="431673"/>
                </a:lnTo>
                <a:lnTo>
                  <a:pt x="475399" y="396544"/>
                </a:lnTo>
                <a:lnTo>
                  <a:pt x="504050" y="355269"/>
                </a:lnTo>
                <a:lnTo>
                  <a:pt x="522401" y="307975"/>
                </a:lnTo>
                <a:lnTo>
                  <a:pt x="530733" y="254800"/>
                </a:lnTo>
                <a:lnTo>
                  <a:pt x="611606" y="254800"/>
                </a:lnTo>
                <a:lnTo>
                  <a:pt x="610463" y="303758"/>
                </a:lnTo>
                <a:lnTo>
                  <a:pt x="607034" y="344805"/>
                </a:lnTo>
                <a:lnTo>
                  <a:pt x="586409" y="382739"/>
                </a:lnTo>
                <a:lnTo>
                  <a:pt x="570357" y="384429"/>
                </a:lnTo>
                <a:lnTo>
                  <a:pt x="556336" y="384149"/>
                </a:lnTo>
                <a:lnTo>
                  <a:pt x="541591" y="383286"/>
                </a:lnTo>
                <a:lnTo>
                  <a:pt x="525995" y="381863"/>
                </a:lnTo>
                <a:lnTo>
                  <a:pt x="509397" y="379857"/>
                </a:lnTo>
                <a:lnTo>
                  <a:pt x="511416" y="388150"/>
                </a:lnTo>
                <a:lnTo>
                  <a:pt x="513016" y="397002"/>
                </a:lnTo>
                <a:lnTo>
                  <a:pt x="514324" y="406438"/>
                </a:lnTo>
                <a:lnTo>
                  <a:pt x="515493" y="416433"/>
                </a:lnTo>
                <a:lnTo>
                  <a:pt x="531228" y="417309"/>
                </a:lnTo>
                <a:lnTo>
                  <a:pt x="546544" y="417766"/>
                </a:lnTo>
                <a:lnTo>
                  <a:pt x="576453" y="417957"/>
                </a:lnTo>
                <a:lnTo>
                  <a:pt x="603897" y="413651"/>
                </a:lnTo>
                <a:lnTo>
                  <a:pt x="633653" y="384429"/>
                </a:lnTo>
                <a:lnTo>
                  <a:pt x="643229" y="321843"/>
                </a:lnTo>
                <a:lnTo>
                  <a:pt x="645515" y="258991"/>
                </a:lnTo>
                <a:lnTo>
                  <a:pt x="646658" y="222694"/>
                </a:lnTo>
                <a:close/>
              </a:path>
              <a:path w="823595" h="431800">
                <a:moveTo>
                  <a:pt x="732002" y="45821"/>
                </a:moveTo>
                <a:lnTo>
                  <a:pt x="696950" y="45821"/>
                </a:lnTo>
                <a:lnTo>
                  <a:pt x="696950" y="324904"/>
                </a:lnTo>
                <a:lnTo>
                  <a:pt x="732002" y="324904"/>
                </a:lnTo>
                <a:lnTo>
                  <a:pt x="732002" y="45821"/>
                </a:lnTo>
                <a:close/>
              </a:path>
              <a:path w="823595" h="431800">
                <a:moveTo>
                  <a:pt x="823531" y="0"/>
                </a:moveTo>
                <a:lnTo>
                  <a:pt x="786955" y="0"/>
                </a:lnTo>
                <a:lnTo>
                  <a:pt x="786955" y="356997"/>
                </a:lnTo>
                <a:lnTo>
                  <a:pt x="784974" y="370116"/>
                </a:lnTo>
                <a:lnTo>
                  <a:pt x="779145" y="379666"/>
                </a:lnTo>
                <a:lnTo>
                  <a:pt x="769594" y="385495"/>
                </a:lnTo>
                <a:lnTo>
                  <a:pt x="756475" y="387477"/>
                </a:lnTo>
                <a:lnTo>
                  <a:pt x="745604" y="387197"/>
                </a:lnTo>
                <a:lnTo>
                  <a:pt x="731278" y="386334"/>
                </a:lnTo>
                <a:lnTo>
                  <a:pt x="713536" y="384911"/>
                </a:lnTo>
                <a:lnTo>
                  <a:pt x="692378" y="382905"/>
                </a:lnTo>
                <a:lnTo>
                  <a:pt x="694397" y="393814"/>
                </a:lnTo>
                <a:lnTo>
                  <a:pt x="695998" y="403860"/>
                </a:lnTo>
                <a:lnTo>
                  <a:pt x="697306" y="413334"/>
                </a:lnTo>
                <a:lnTo>
                  <a:pt x="698474" y="422529"/>
                </a:lnTo>
                <a:lnTo>
                  <a:pt x="768667" y="422529"/>
                </a:lnTo>
                <a:lnTo>
                  <a:pt x="792670" y="419100"/>
                </a:lnTo>
                <a:lnTo>
                  <a:pt x="809815" y="408813"/>
                </a:lnTo>
                <a:lnTo>
                  <a:pt x="820102" y="391668"/>
                </a:lnTo>
                <a:lnTo>
                  <a:pt x="820699" y="387477"/>
                </a:lnTo>
                <a:lnTo>
                  <a:pt x="823531" y="367665"/>
                </a:lnTo>
                <a:lnTo>
                  <a:pt x="82353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418844" y="319582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752123" y="3027902"/>
            <a:ext cx="181610" cy="294640"/>
          </a:xfrm>
          <a:custGeom>
            <a:avLst/>
            <a:gdLst/>
            <a:ahLst/>
            <a:cxnLst/>
            <a:rect l="l" t="t" r="r" b="b"/>
            <a:pathLst>
              <a:path w="181610" h="294639">
                <a:moveTo>
                  <a:pt x="181451" y="122015"/>
                </a:moveTo>
                <a:lnTo>
                  <a:pt x="149447" y="122015"/>
                </a:lnTo>
                <a:lnTo>
                  <a:pt x="149447" y="0"/>
                </a:lnTo>
                <a:lnTo>
                  <a:pt x="181451" y="0"/>
                </a:lnTo>
                <a:lnTo>
                  <a:pt x="181451" y="122015"/>
                </a:lnTo>
                <a:close/>
              </a:path>
              <a:path w="181610" h="294639">
                <a:moveTo>
                  <a:pt x="80772" y="294417"/>
                </a:moveTo>
                <a:lnTo>
                  <a:pt x="34266" y="280273"/>
                </a:lnTo>
                <a:lnTo>
                  <a:pt x="5715" y="237791"/>
                </a:lnTo>
                <a:lnTo>
                  <a:pt x="0" y="196786"/>
                </a:lnTo>
                <a:lnTo>
                  <a:pt x="1452" y="173925"/>
                </a:lnTo>
                <a:lnTo>
                  <a:pt x="13501" y="135024"/>
                </a:lnTo>
                <a:lnTo>
                  <a:pt x="53149" y="97059"/>
                </a:lnTo>
                <a:lnTo>
                  <a:pt x="89916" y="90011"/>
                </a:lnTo>
                <a:lnTo>
                  <a:pt x="108861" y="92011"/>
                </a:lnTo>
                <a:lnTo>
                  <a:pt x="124825" y="98012"/>
                </a:lnTo>
                <a:lnTo>
                  <a:pt x="138216" y="108013"/>
                </a:lnTo>
                <a:lnTo>
                  <a:pt x="144557" y="115919"/>
                </a:lnTo>
                <a:lnTo>
                  <a:pt x="94488" y="115919"/>
                </a:lnTo>
                <a:lnTo>
                  <a:pt x="80486" y="117325"/>
                </a:lnTo>
                <a:lnTo>
                  <a:pt x="41648" y="148756"/>
                </a:lnTo>
                <a:lnTo>
                  <a:pt x="32004" y="195262"/>
                </a:lnTo>
                <a:lnTo>
                  <a:pt x="33123" y="211541"/>
                </a:lnTo>
                <a:lnTo>
                  <a:pt x="48768" y="248697"/>
                </a:lnTo>
                <a:lnTo>
                  <a:pt x="89916" y="268509"/>
                </a:lnTo>
                <a:lnTo>
                  <a:pt x="140150" y="268509"/>
                </a:lnTo>
                <a:lnTo>
                  <a:pt x="136573" y="273200"/>
                </a:lnTo>
                <a:lnTo>
                  <a:pt x="120824" y="285083"/>
                </a:lnTo>
                <a:lnTo>
                  <a:pt x="102218" y="292107"/>
                </a:lnTo>
                <a:lnTo>
                  <a:pt x="80772" y="294417"/>
                </a:lnTo>
                <a:close/>
              </a:path>
              <a:path w="181610" h="294639">
                <a:moveTo>
                  <a:pt x="140150" y="268509"/>
                </a:moveTo>
                <a:lnTo>
                  <a:pt x="89916" y="268509"/>
                </a:lnTo>
                <a:lnTo>
                  <a:pt x="102813" y="267366"/>
                </a:lnTo>
                <a:lnTo>
                  <a:pt x="114157" y="263937"/>
                </a:lnTo>
                <a:lnTo>
                  <a:pt x="145065" y="228076"/>
                </a:lnTo>
                <a:lnTo>
                  <a:pt x="149447" y="201358"/>
                </a:lnTo>
                <a:lnTo>
                  <a:pt x="149447" y="172402"/>
                </a:lnTo>
                <a:lnTo>
                  <a:pt x="134207" y="132778"/>
                </a:lnTo>
                <a:lnTo>
                  <a:pt x="94488" y="115919"/>
                </a:lnTo>
                <a:lnTo>
                  <a:pt x="144557" y="115919"/>
                </a:lnTo>
                <a:lnTo>
                  <a:pt x="149447" y="122015"/>
                </a:lnTo>
                <a:lnTo>
                  <a:pt x="181451" y="122015"/>
                </a:lnTo>
                <a:lnTo>
                  <a:pt x="181451" y="256317"/>
                </a:lnTo>
                <a:lnTo>
                  <a:pt x="149447" y="256317"/>
                </a:lnTo>
                <a:lnTo>
                  <a:pt x="140150" y="268509"/>
                </a:lnTo>
                <a:close/>
              </a:path>
              <a:path w="181610" h="294639">
                <a:moveTo>
                  <a:pt x="181451" y="289845"/>
                </a:moveTo>
                <a:lnTo>
                  <a:pt x="149447" y="289845"/>
                </a:lnTo>
                <a:lnTo>
                  <a:pt x="149447" y="256317"/>
                </a:lnTo>
                <a:lnTo>
                  <a:pt x="181451" y="256317"/>
                </a:lnTo>
                <a:lnTo>
                  <a:pt x="181451" y="2898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1993010" y="3030950"/>
            <a:ext cx="252095" cy="287020"/>
            <a:chOff x="1993010" y="3030950"/>
            <a:chExt cx="252095" cy="287020"/>
          </a:xfrm>
        </p:grpSpPr>
        <p:sp>
          <p:nvSpPr>
            <p:cNvPr id="33" name="object 33" descr=""/>
            <p:cNvSpPr/>
            <p:nvPr/>
          </p:nvSpPr>
          <p:spPr>
            <a:xfrm>
              <a:off x="1993010" y="3030950"/>
              <a:ext cx="40005" cy="287020"/>
            </a:xfrm>
            <a:custGeom>
              <a:avLst/>
              <a:gdLst/>
              <a:ahLst/>
              <a:cxnLst/>
              <a:rect l="l" t="t" r="r" b="b"/>
              <a:pathLst>
                <a:path w="40005" h="287020">
                  <a:moveTo>
                    <a:pt x="26003" y="41243"/>
                  </a:moveTo>
                  <a:lnTo>
                    <a:pt x="13716" y="41243"/>
                  </a:lnTo>
                  <a:lnTo>
                    <a:pt x="9144" y="39719"/>
                  </a:lnTo>
                  <a:lnTo>
                    <a:pt x="1524" y="32099"/>
                  </a:lnTo>
                  <a:lnTo>
                    <a:pt x="0" y="27527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4572" y="6096"/>
                  </a:lnTo>
                  <a:lnTo>
                    <a:pt x="13716" y="0"/>
                  </a:lnTo>
                  <a:lnTo>
                    <a:pt x="26003" y="0"/>
                  </a:lnTo>
                  <a:lnTo>
                    <a:pt x="30575" y="3048"/>
                  </a:lnTo>
                  <a:lnTo>
                    <a:pt x="38195" y="10668"/>
                  </a:lnTo>
                  <a:lnTo>
                    <a:pt x="39719" y="15240"/>
                  </a:lnTo>
                  <a:lnTo>
                    <a:pt x="39719" y="27527"/>
                  </a:lnTo>
                  <a:lnTo>
                    <a:pt x="38195" y="32099"/>
                  </a:lnTo>
                  <a:lnTo>
                    <a:pt x="33623" y="35147"/>
                  </a:lnTo>
                  <a:lnTo>
                    <a:pt x="30575" y="39719"/>
                  </a:lnTo>
                  <a:lnTo>
                    <a:pt x="26003" y="41243"/>
                  </a:lnTo>
                  <a:close/>
                </a:path>
                <a:path w="40005" h="287020">
                  <a:moveTo>
                    <a:pt x="35147" y="286797"/>
                  </a:moveTo>
                  <a:lnTo>
                    <a:pt x="3048" y="286797"/>
                  </a:lnTo>
                  <a:lnTo>
                    <a:pt x="3048" y="91535"/>
                  </a:lnTo>
                  <a:lnTo>
                    <a:pt x="35147" y="91535"/>
                  </a:lnTo>
                  <a:lnTo>
                    <a:pt x="35147" y="2867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1686" y="3122485"/>
              <a:ext cx="182975" cy="195262"/>
            </a:xfrm>
            <a:prstGeom prst="rect">
              <a:avLst/>
            </a:prstGeom>
          </p:spPr>
        </p:pic>
      </p:grpSp>
      <p:sp>
        <p:nvSpPr>
          <p:cNvPr id="35" name="object 35" descr=""/>
          <p:cNvSpPr/>
          <p:nvPr/>
        </p:nvSpPr>
        <p:spPr>
          <a:xfrm>
            <a:off x="2359056" y="3003518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5377"/>
                </a:moveTo>
                <a:lnTo>
                  <a:pt x="195167" y="355377"/>
                </a:lnTo>
                <a:lnTo>
                  <a:pt x="195167" y="35052"/>
                </a:lnTo>
                <a:lnTo>
                  <a:pt x="364521" y="35052"/>
                </a:lnTo>
                <a:lnTo>
                  <a:pt x="364521" y="64103"/>
                </a:lnTo>
                <a:lnTo>
                  <a:pt x="225742" y="64103"/>
                </a:lnTo>
                <a:lnTo>
                  <a:pt x="225742" y="291369"/>
                </a:lnTo>
                <a:lnTo>
                  <a:pt x="364521" y="291369"/>
                </a:lnTo>
                <a:lnTo>
                  <a:pt x="364521" y="318801"/>
                </a:lnTo>
                <a:lnTo>
                  <a:pt x="225742" y="318801"/>
                </a:lnTo>
                <a:lnTo>
                  <a:pt x="225742" y="355377"/>
                </a:lnTo>
                <a:close/>
              </a:path>
              <a:path w="365125" h="367664">
                <a:moveTo>
                  <a:pt x="364521" y="291369"/>
                </a:moveTo>
                <a:lnTo>
                  <a:pt x="332422" y="291369"/>
                </a:lnTo>
                <a:lnTo>
                  <a:pt x="332422" y="64103"/>
                </a:lnTo>
                <a:lnTo>
                  <a:pt x="364521" y="64103"/>
                </a:lnTo>
                <a:lnTo>
                  <a:pt x="364521" y="291369"/>
                </a:lnTo>
                <a:close/>
              </a:path>
              <a:path w="365125" h="367664">
                <a:moveTo>
                  <a:pt x="364521" y="355377"/>
                </a:moveTo>
                <a:lnTo>
                  <a:pt x="332422" y="355377"/>
                </a:lnTo>
                <a:lnTo>
                  <a:pt x="332422" y="318801"/>
                </a:lnTo>
                <a:lnTo>
                  <a:pt x="364521" y="318801"/>
                </a:lnTo>
                <a:lnTo>
                  <a:pt x="364521" y="355377"/>
                </a:lnTo>
                <a:close/>
              </a:path>
              <a:path w="365125" h="367664">
                <a:moveTo>
                  <a:pt x="13716" y="53435"/>
                </a:moveTo>
                <a:lnTo>
                  <a:pt x="12311" y="46522"/>
                </a:lnTo>
                <a:lnTo>
                  <a:pt x="10473" y="39624"/>
                </a:lnTo>
                <a:lnTo>
                  <a:pt x="8358" y="32767"/>
                </a:lnTo>
                <a:lnTo>
                  <a:pt x="6096" y="25908"/>
                </a:lnTo>
                <a:lnTo>
                  <a:pt x="45592" y="21645"/>
                </a:lnTo>
                <a:lnTo>
                  <a:pt x="84248" y="15811"/>
                </a:lnTo>
                <a:lnTo>
                  <a:pt x="122333" y="8548"/>
                </a:lnTo>
                <a:lnTo>
                  <a:pt x="160115" y="0"/>
                </a:lnTo>
                <a:lnTo>
                  <a:pt x="169259" y="27432"/>
                </a:lnTo>
                <a:lnTo>
                  <a:pt x="153233" y="30622"/>
                </a:lnTo>
                <a:lnTo>
                  <a:pt x="120610" y="36433"/>
                </a:lnTo>
                <a:lnTo>
                  <a:pt x="103727" y="39624"/>
                </a:lnTo>
                <a:lnTo>
                  <a:pt x="103727" y="44196"/>
                </a:lnTo>
                <a:lnTo>
                  <a:pt x="74771" y="44196"/>
                </a:lnTo>
                <a:lnTo>
                  <a:pt x="13716" y="53435"/>
                </a:lnTo>
                <a:close/>
              </a:path>
              <a:path w="365125" h="367664">
                <a:moveTo>
                  <a:pt x="103727" y="105251"/>
                </a:moveTo>
                <a:lnTo>
                  <a:pt x="74771" y="105251"/>
                </a:lnTo>
                <a:lnTo>
                  <a:pt x="74771" y="44196"/>
                </a:lnTo>
                <a:lnTo>
                  <a:pt x="103727" y="44196"/>
                </a:lnTo>
                <a:lnTo>
                  <a:pt x="103727" y="105251"/>
                </a:lnTo>
                <a:close/>
              </a:path>
              <a:path w="365125" h="367664">
                <a:moveTo>
                  <a:pt x="175355" y="131159"/>
                </a:moveTo>
                <a:lnTo>
                  <a:pt x="1524" y="131159"/>
                </a:lnTo>
                <a:lnTo>
                  <a:pt x="1524" y="105251"/>
                </a:lnTo>
                <a:lnTo>
                  <a:pt x="175355" y="105251"/>
                </a:lnTo>
                <a:lnTo>
                  <a:pt x="175355" y="131159"/>
                </a:lnTo>
                <a:close/>
              </a:path>
              <a:path w="365125" h="367664">
                <a:moveTo>
                  <a:pt x="13716" y="292893"/>
                </a:moveTo>
                <a:lnTo>
                  <a:pt x="10929" y="284867"/>
                </a:lnTo>
                <a:lnTo>
                  <a:pt x="7429" y="276689"/>
                </a:lnTo>
                <a:lnTo>
                  <a:pt x="3643" y="268207"/>
                </a:lnTo>
                <a:lnTo>
                  <a:pt x="0" y="259270"/>
                </a:lnTo>
                <a:lnTo>
                  <a:pt x="20575" y="229836"/>
                </a:lnTo>
                <a:lnTo>
                  <a:pt x="38873" y="198679"/>
                </a:lnTo>
                <a:lnTo>
                  <a:pt x="54904" y="165790"/>
                </a:lnTo>
                <a:lnTo>
                  <a:pt x="68675" y="131159"/>
                </a:lnTo>
                <a:lnTo>
                  <a:pt x="103727" y="131159"/>
                </a:lnTo>
                <a:lnTo>
                  <a:pt x="103727" y="180022"/>
                </a:lnTo>
                <a:lnTo>
                  <a:pt x="132302" y="180022"/>
                </a:lnTo>
                <a:lnTo>
                  <a:pt x="137255" y="184594"/>
                </a:lnTo>
                <a:lnTo>
                  <a:pt x="74771" y="184594"/>
                </a:lnTo>
                <a:lnTo>
                  <a:pt x="62405" y="212647"/>
                </a:lnTo>
                <a:lnTo>
                  <a:pt x="48208" y="239851"/>
                </a:lnTo>
                <a:lnTo>
                  <a:pt x="32029" y="266502"/>
                </a:lnTo>
                <a:lnTo>
                  <a:pt x="13716" y="292893"/>
                </a:lnTo>
                <a:close/>
              </a:path>
              <a:path w="365125" h="367664">
                <a:moveTo>
                  <a:pt x="132302" y="180022"/>
                </a:moveTo>
                <a:lnTo>
                  <a:pt x="103727" y="180022"/>
                </a:lnTo>
                <a:lnTo>
                  <a:pt x="117443" y="166306"/>
                </a:lnTo>
                <a:lnTo>
                  <a:pt x="132302" y="180022"/>
                </a:lnTo>
                <a:close/>
              </a:path>
              <a:path w="365125" h="367664">
                <a:moveTo>
                  <a:pt x="103727" y="367665"/>
                </a:moveTo>
                <a:lnTo>
                  <a:pt x="74771" y="367665"/>
                </a:lnTo>
                <a:lnTo>
                  <a:pt x="74771" y="184594"/>
                </a:lnTo>
                <a:lnTo>
                  <a:pt x="137255" y="184594"/>
                </a:lnTo>
                <a:lnTo>
                  <a:pt x="143859" y="190690"/>
                </a:lnTo>
                <a:lnTo>
                  <a:pt x="103727" y="190690"/>
                </a:lnTo>
                <a:lnTo>
                  <a:pt x="103727" y="367665"/>
                </a:lnTo>
                <a:close/>
              </a:path>
              <a:path w="365125" h="367664">
                <a:moveTo>
                  <a:pt x="155543" y="244030"/>
                </a:moveTo>
                <a:lnTo>
                  <a:pt x="143803" y="230552"/>
                </a:lnTo>
                <a:lnTo>
                  <a:pt x="131349" y="217360"/>
                </a:lnTo>
                <a:lnTo>
                  <a:pt x="118038" y="204168"/>
                </a:lnTo>
                <a:lnTo>
                  <a:pt x="103727" y="190690"/>
                </a:lnTo>
                <a:lnTo>
                  <a:pt x="143859" y="190690"/>
                </a:lnTo>
                <a:lnTo>
                  <a:pt x="176879" y="221170"/>
                </a:lnTo>
                <a:lnTo>
                  <a:pt x="155543" y="2440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73025" y="3117913"/>
            <a:ext cx="129635" cy="204406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3051429" y="3117913"/>
            <a:ext cx="370840" cy="290195"/>
            <a:chOff x="3051429" y="3117913"/>
            <a:chExt cx="370840" cy="290195"/>
          </a:xfrm>
        </p:grpSpPr>
        <p:sp>
          <p:nvSpPr>
            <p:cNvPr id="38" name="object 38" descr=""/>
            <p:cNvSpPr/>
            <p:nvPr/>
          </p:nvSpPr>
          <p:spPr>
            <a:xfrm>
              <a:off x="3051429" y="3117913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54883" y="38100"/>
                  </a:moveTo>
                  <a:lnTo>
                    <a:pt x="32004" y="38100"/>
                  </a:lnTo>
                  <a:lnTo>
                    <a:pt x="44853" y="21216"/>
                  </a:lnTo>
                  <a:lnTo>
                    <a:pt x="60436" y="9334"/>
                  </a:lnTo>
                  <a:lnTo>
                    <a:pt x="78590" y="2309"/>
                  </a:lnTo>
                  <a:lnTo>
                    <a:pt x="99155" y="0"/>
                  </a:lnTo>
                  <a:lnTo>
                    <a:pt x="117443" y="1476"/>
                  </a:lnTo>
                  <a:lnTo>
                    <a:pt x="133445" y="6096"/>
                  </a:lnTo>
                  <a:lnTo>
                    <a:pt x="147161" y="14144"/>
                  </a:lnTo>
                  <a:lnTo>
                    <a:pt x="158591" y="25908"/>
                  </a:lnTo>
                  <a:lnTo>
                    <a:pt x="91535" y="25908"/>
                  </a:lnTo>
                  <a:lnTo>
                    <a:pt x="78399" y="27076"/>
                  </a:lnTo>
                  <a:lnTo>
                    <a:pt x="66532" y="30682"/>
                  </a:lnTo>
                  <a:lnTo>
                    <a:pt x="56093" y="36878"/>
                  </a:lnTo>
                  <a:lnTo>
                    <a:pt x="54883" y="38100"/>
                  </a:lnTo>
                  <a:close/>
                </a:path>
                <a:path w="180339" h="290195">
                  <a:moveTo>
                    <a:pt x="30480" y="289845"/>
                  </a:moveTo>
                  <a:lnTo>
                    <a:pt x="0" y="289845"/>
                  </a:lnTo>
                  <a:lnTo>
                    <a:pt x="0" y="4572"/>
                  </a:lnTo>
                  <a:lnTo>
                    <a:pt x="30480" y="4572"/>
                  </a:lnTo>
                  <a:lnTo>
                    <a:pt x="30480" y="38100"/>
                  </a:lnTo>
                  <a:lnTo>
                    <a:pt x="54883" y="38100"/>
                  </a:lnTo>
                  <a:lnTo>
                    <a:pt x="31599" y="79033"/>
                  </a:lnTo>
                  <a:lnTo>
                    <a:pt x="30480" y="93059"/>
                  </a:lnTo>
                  <a:lnTo>
                    <a:pt x="30480" y="120491"/>
                  </a:lnTo>
                  <a:lnTo>
                    <a:pt x="47244" y="161734"/>
                  </a:lnTo>
                  <a:lnTo>
                    <a:pt x="61812" y="172402"/>
                  </a:lnTo>
                  <a:lnTo>
                    <a:pt x="30480" y="172402"/>
                  </a:lnTo>
                  <a:lnTo>
                    <a:pt x="30480" y="289845"/>
                  </a:lnTo>
                  <a:close/>
                </a:path>
                <a:path w="180339" h="290195">
                  <a:moveTo>
                    <a:pt x="152512" y="178498"/>
                  </a:moveTo>
                  <a:lnTo>
                    <a:pt x="86963" y="178498"/>
                  </a:lnTo>
                  <a:lnTo>
                    <a:pt x="100083" y="177093"/>
                  </a:lnTo>
                  <a:lnTo>
                    <a:pt x="111918" y="172974"/>
                  </a:lnTo>
                  <a:lnTo>
                    <a:pt x="138279" y="144796"/>
                  </a:lnTo>
                  <a:lnTo>
                    <a:pt x="147923" y="96107"/>
                  </a:lnTo>
                  <a:lnTo>
                    <a:pt x="147042" y="80724"/>
                  </a:lnTo>
                  <a:lnTo>
                    <a:pt x="132683" y="44291"/>
                  </a:lnTo>
                  <a:lnTo>
                    <a:pt x="91535" y="25908"/>
                  </a:lnTo>
                  <a:lnTo>
                    <a:pt x="158591" y="25908"/>
                  </a:lnTo>
                  <a:lnTo>
                    <a:pt x="167711" y="40560"/>
                  </a:lnTo>
                  <a:lnTo>
                    <a:pt x="174402" y="57042"/>
                  </a:lnTo>
                  <a:lnTo>
                    <a:pt x="178522" y="75507"/>
                  </a:lnTo>
                  <a:lnTo>
                    <a:pt x="179927" y="96107"/>
                  </a:lnTo>
                  <a:lnTo>
                    <a:pt x="178474" y="119863"/>
                  </a:lnTo>
                  <a:lnTo>
                    <a:pt x="174021" y="140922"/>
                  </a:lnTo>
                  <a:lnTo>
                    <a:pt x="166425" y="159409"/>
                  </a:lnTo>
                  <a:lnTo>
                    <a:pt x="155543" y="175450"/>
                  </a:lnTo>
                  <a:lnTo>
                    <a:pt x="152512" y="178498"/>
                  </a:lnTo>
                  <a:close/>
                </a:path>
                <a:path w="180339" h="290195">
                  <a:moveTo>
                    <a:pt x="90011" y="204406"/>
                  </a:moveTo>
                  <a:lnTo>
                    <a:pt x="72549" y="202406"/>
                  </a:lnTo>
                  <a:lnTo>
                    <a:pt x="56971" y="196405"/>
                  </a:lnTo>
                  <a:lnTo>
                    <a:pt x="43411" y="186404"/>
                  </a:lnTo>
                  <a:lnTo>
                    <a:pt x="32004" y="172402"/>
                  </a:lnTo>
                  <a:lnTo>
                    <a:pt x="61812" y="172402"/>
                  </a:lnTo>
                  <a:lnTo>
                    <a:pt x="64817" y="174117"/>
                  </a:lnTo>
                  <a:lnTo>
                    <a:pt x="75184" y="177379"/>
                  </a:lnTo>
                  <a:lnTo>
                    <a:pt x="86963" y="178498"/>
                  </a:lnTo>
                  <a:lnTo>
                    <a:pt x="152512" y="178498"/>
                  </a:lnTo>
                  <a:lnTo>
                    <a:pt x="142732" y="188333"/>
                  </a:lnTo>
                  <a:lnTo>
                    <a:pt x="127349" y="197358"/>
                  </a:lnTo>
                  <a:lnTo>
                    <a:pt x="109680" y="202668"/>
                  </a:lnTo>
                  <a:lnTo>
                    <a:pt x="90011" y="20440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6503" y="3117913"/>
              <a:ext cx="155543" cy="204406"/>
            </a:xfrm>
            <a:prstGeom prst="rect">
              <a:avLst/>
            </a:prstGeom>
          </p:spPr>
        </p:pic>
      </p:grpSp>
      <p:pic>
        <p:nvPicPr>
          <p:cNvPr id="40" name="object 4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81482" y="3117913"/>
            <a:ext cx="161639" cy="199834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1418844" y="371398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65839" y="3546538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39">
                <a:moveTo>
                  <a:pt x="30480" y="289845"/>
                </a:moveTo>
                <a:lnTo>
                  <a:pt x="0" y="289845"/>
                </a:lnTo>
                <a:lnTo>
                  <a:pt x="0" y="0"/>
                </a:lnTo>
                <a:lnTo>
                  <a:pt x="30480" y="0"/>
                </a:lnTo>
                <a:lnTo>
                  <a:pt x="30480" y="128111"/>
                </a:lnTo>
                <a:lnTo>
                  <a:pt x="54527" y="128111"/>
                </a:lnTo>
                <a:lnTo>
                  <a:pt x="31599" y="168163"/>
                </a:lnTo>
                <a:lnTo>
                  <a:pt x="30480" y="181546"/>
                </a:lnTo>
                <a:lnTo>
                  <a:pt x="30501" y="209207"/>
                </a:lnTo>
                <a:lnTo>
                  <a:pt x="47244" y="250221"/>
                </a:lnTo>
                <a:lnTo>
                  <a:pt x="59867" y="260889"/>
                </a:lnTo>
                <a:lnTo>
                  <a:pt x="30480" y="260889"/>
                </a:lnTo>
                <a:lnTo>
                  <a:pt x="30480" y="289845"/>
                </a:lnTo>
                <a:close/>
              </a:path>
              <a:path w="180339" h="294639">
                <a:moveTo>
                  <a:pt x="54527" y="128111"/>
                </a:moveTo>
                <a:lnTo>
                  <a:pt x="32004" y="128111"/>
                </a:lnTo>
                <a:lnTo>
                  <a:pt x="44838" y="110990"/>
                </a:lnTo>
                <a:lnTo>
                  <a:pt x="60388" y="98583"/>
                </a:lnTo>
                <a:lnTo>
                  <a:pt x="78509" y="91035"/>
                </a:lnTo>
                <a:lnTo>
                  <a:pt x="99060" y="88487"/>
                </a:lnTo>
                <a:lnTo>
                  <a:pt x="117403" y="90201"/>
                </a:lnTo>
                <a:lnTo>
                  <a:pt x="133433" y="95345"/>
                </a:lnTo>
                <a:lnTo>
                  <a:pt x="147159" y="103917"/>
                </a:lnTo>
                <a:lnTo>
                  <a:pt x="158591" y="115919"/>
                </a:lnTo>
                <a:lnTo>
                  <a:pt x="91440" y="115919"/>
                </a:lnTo>
                <a:lnTo>
                  <a:pt x="78533" y="117063"/>
                </a:lnTo>
                <a:lnTo>
                  <a:pt x="67056" y="120503"/>
                </a:lnTo>
                <a:lnTo>
                  <a:pt x="56721" y="126246"/>
                </a:lnTo>
                <a:lnTo>
                  <a:pt x="54527" y="128111"/>
                </a:lnTo>
                <a:close/>
              </a:path>
              <a:path w="180339" h="294639">
                <a:moveTo>
                  <a:pt x="151153" y="268509"/>
                </a:moveTo>
                <a:lnTo>
                  <a:pt x="86868" y="268509"/>
                </a:lnTo>
                <a:lnTo>
                  <a:pt x="100003" y="267081"/>
                </a:lnTo>
                <a:lnTo>
                  <a:pt x="111871" y="262794"/>
                </a:lnTo>
                <a:lnTo>
                  <a:pt x="138279" y="233926"/>
                </a:lnTo>
                <a:lnTo>
                  <a:pt x="147923" y="184594"/>
                </a:lnTo>
                <a:lnTo>
                  <a:pt x="147042" y="169449"/>
                </a:lnTo>
                <a:lnTo>
                  <a:pt x="124109" y="126246"/>
                </a:lnTo>
                <a:lnTo>
                  <a:pt x="91440" y="115919"/>
                </a:lnTo>
                <a:lnTo>
                  <a:pt x="158591" y="115919"/>
                </a:lnTo>
                <a:lnTo>
                  <a:pt x="167711" y="129928"/>
                </a:lnTo>
                <a:lnTo>
                  <a:pt x="174402" y="146482"/>
                </a:lnTo>
                <a:lnTo>
                  <a:pt x="178522" y="165304"/>
                </a:lnTo>
                <a:lnTo>
                  <a:pt x="179927" y="186118"/>
                </a:lnTo>
                <a:lnTo>
                  <a:pt x="178474" y="209207"/>
                </a:lnTo>
                <a:lnTo>
                  <a:pt x="174021" y="230171"/>
                </a:lnTo>
                <a:lnTo>
                  <a:pt x="166425" y="248563"/>
                </a:lnTo>
                <a:lnTo>
                  <a:pt x="155543" y="263937"/>
                </a:lnTo>
                <a:lnTo>
                  <a:pt x="151153" y="268509"/>
                </a:lnTo>
                <a:close/>
              </a:path>
              <a:path w="180339" h="294639">
                <a:moveTo>
                  <a:pt x="89916" y="294417"/>
                </a:moveTo>
                <a:lnTo>
                  <a:pt x="72509" y="292393"/>
                </a:lnTo>
                <a:lnTo>
                  <a:pt x="56959" y="286226"/>
                </a:lnTo>
                <a:lnTo>
                  <a:pt x="43410" y="275772"/>
                </a:lnTo>
                <a:lnTo>
                  <a:pt x="32004" y="260889"/>
                </a:lnTo>
                <a:lnTo>
                  <a:pt x="59867" y="260889"/>
                </a:lnTo>
                <a:lnTo>
                  <a:pt x="64770" y="263937"/>
                </a:lnTo>
                <a:lnTo>
                  <a:pt x="75104" y="267366"/>
                </a:lnTo>
                <a:lnTo>
                  <a:pt x="86868" y="268509"/>
                </a:lnTo>
                <a:lnTo>
                  <a:pt x="151153" y="268509"/>
                </a:lnTo>
                <a:lnTo>
                  <a:pt x="142944" y="277058"/>
                </a:lnTo>
                <a:lnTo>
                  <a:pt x="127908" y="286607"/>
                </a:lnTo>
                <a:lnTo>
                  <a:pt x="110283" y="292441"/>
                </a:lnTo>
                <a:lnTo>
                  <a:pt x="89916" y="2944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996439" y="3544823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4" y="0"/>
                </a:lnTo>
                <a:lnTo>
                  <a:pt x="32004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2076926" y="3635025"/>
            <a:ext cx="377190" cy="206375"/>
            <a:chOff x="2076926" y="3635025"/>
            <a:chExt cx="377190" cy="206375"/>
          </a:xfrm>
        </p:grpSpPr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6926" y="3635025"/>
              <a:ext cx="193643" cy="20593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07240" y="3635025"/>
              <a:ext cx="146399" cy="205930"/>
            </a:xfrm>
            <a:prstGeom prst="rect">
              <a:avLst/>
            </a:prstGeom>
          </p:spPr>
        </p:pic>
      </p:grpSp>
      <p:sp>
        <p:nvSpPr>
          <p:cNvPr id="47" name="object 47" descr=""/>
          <p:cNvSpPr/>
          <p:nvPr/>
        </p:nvSpPr>
        <p:spPr>
          <a:xfrm>
            <a:off x="2500871" y="3546538"/>
            <a:ext cx="361950" cy="380365"/>
          </a:xfrm>
          <a:custGeom>
            <a:avLst/>
            <a:gdLst/>
            <a:ahLst/>
            <a:cxnLst/>
            <a:rect l="l" t="t" r="r" b="b"/>
            <a:pathLst>
              <a:path w="361950" h="380364">
                <a:moveTo>
                  <a:pt x="163169" y="289852"/>
                </a:moveTo>
                <a:lnTo>
                  <a:pt x="71501" y="195262"/>
                </a:lnTo>
                <a:lnTo>
                  <a:pt x="64109" y="187642"/>
                </a:lnTo>
                <a:lnTo>
                  <a:pt x="68529" y="183070"/>
                </a:lnTo>
                <a:lnTo>
                  <a:pt x="155549" y="93065"/>
                </a:lnTo>
                <a:lnTo>
                  <a:pt x="114401" y="93065"/>
                </a:lnTo>
                <a:lnTo>
                  <a:pt x="32004" y="183070"/>
                </a:lnTo>
                <a:lnTo>
                  <a:pt x="32004" y="0"/>
                </a:lnTo>
                <a:lnTo>
                  <a:pt x="0" y="0"/>
                </a:lnTo>
                <a:lnTo>
                  <a:pt x="0" y="289852"/>
                </a:lnTo>
                <a:lnTo>
                  <a:pt x="32004" y="289852"/>
                </a:lnTo>
                <a:lnTo>
                  <a:pt x="32004" y="195262"/>
                </a:lnTo>
                <a:lnTo>
                  <a:pt x="118973" y="289852"/>
                </a:lnTo>
                <a:lnTo>
                  <a:pt x="163169" y="289852"/>
                </a:lnTo>
                <a:close/>
              </a:path>
              <a:path w="361950" h="380364">
                <a:moveTo>
                  <a:pt x="361480" y="93065"/>
                </a:moveTo>
                <a:lnTo>
                  <a:pt x="330898" y="93065"/>
                </a:lnTo>
                <a:lnTo>
                  <a:pt x="330898" y="120497"/>
                </a:lnTo>
                <a:lnTo>
                  <a:pt x="330898" y="172402"/>
                </a:lnTo>
                <a:lnTo>
                  <a:pt x="330898" y="201358"/>
                </a:lnTo>
                <a:lnTo>
                  <a:pt x="329780" y="215404"/>
                </a:lnTo>
                <a:lnTo>
                  <a:pt x="305308" y="256946"/>
                </a:lnTo>
                <a:lnTo>
                  <a:pt x="269938" y="268516"/>
                </a:lnTo>
                <a:lnTo>
                  <a:pt x="257937" y="267131"/>
                </a:lnTo>
                <a:lnTo>
                  <a:pt x="221919" y="238429"/>
                </a:lnTo>
                <a:lnTo>
                  <a:pt x="213550" y="195262"/>
                </a:lnTo>
                <a:lnTo>
                  <a:pt x="214680" y="177190"/>
                </a:lnTo>
                <a:lnTo>
                  <a:pt x="230314" y="135826"/>
                </a:lnTo>
                <a:lnTo>
                  <a:pt x="274510" y="115925"/>
                </a:lnTo>
                <a:lnTo>
                  <a:pt x="286283" y="116827"/>
                </a:lnTo>
                <a:lnTo>
                  <a:pt x="321259" y="141338"/>
                </a:lnTo>
                <a:lnTo>
                  <a:pt x="330898" y="172402"/>
                </a:lnTo>
                <a:lnTo>
                  <a:pt x="330898" y="120497"/>
                </a:lnTo>
                <a:lnTo>
                  <a:pt x="329374" y="120497"/>
                </a:lnTo>
                <a:lnTo>
                  <a:pt x="326009" y="115925"/>
                </a:lnTo>
                <a:lnTo>
                  <a:pt x="319049" y="106489"/>
                </a:lnTo>
                <a:lnTo>
                  <a:pt x="306133" y="96494"/>
                </a:lnTo>
                <a:lnTo>
                  <a:pt x="290372" y="90487"/>
                </a:lnTo>
                <a:lnTo>
                  <a:pt x="271462" y="88493"/>
                </a:lnTo>
                <a:lnTo>
                  <a:pt x="252018" y="90474"/>
                </a:lnTo>
                <a:lnTo>
                  <a:pt x="205930" y="118973"/>
                </a:lnTo>
                <a:lnTo>
                  <a:pt x="182905" y="173075"/>
                </a:lnTo>
                <a:lnTo>
                  <a:pt x="181457" y="196786"/>
                </a:lnTo>
                <a:lnTo>
                  <a:pt x="182867" y="217639"/>
                </a:lnTo>
                <a:lnTo>
                  <a:pt x="202882" y="268516"/>
                </a:lnTo>
                <a:lnTo>
                  <a:pt x="244894" y="292735"/>
                </a:lnTo>
                <a:lnTo>
                  <a:pt x="262318" y="294424"/>
                </a:lnTo>
                <a:lnTo>
                  <a:pt x="284378" y="291896"/>
                </a:lnTo>
                <a:lnTo>
                  <a:pt x="302704" y="284518"/>
                </a:lnTo>
                <a:lnTo>
                  <a:pt x="317614" y="272567"/>
                </a:lnTo>
                <a:lnTo>
                  <a:pt x="320548" y="268516"/>
                </a:lnTo>
                <a:lnTo>
                  <a:pt x="329374" y="256324"/>
                </a:lnTo>
                <a:lnTo>
                  <a:pt x="330898" y="256324"/>
                </a:lnTo>
                <a:lnTo>
                  <a:pt x="330898" y="379857"/>
                </a:lnTo>
                <a:lnTo>
                  <a:pt x="361480" y="379857"/>
                </a:lnTo>
                <a:lnTo>
                  <a:pt x="361480" y="256324"/>
                </a:lnTo>
                <a:lnTo>
                  <a:pt x="361480" y="120497"/>
                </a:lnTo>
                <a:lnTo>
                  <a:pt x="361480" y="930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3820" y="3635025"/>
            <a:ext cx="193643" cy="205930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21793" y="3639597"/>
            <a:ext cx="163163" cy="201358"/>
          </a:xfrm>
          <a:prstGeom prst="rect">
            <a:avLst/>
          </a:prstGeom>
        </p:spPr>
      </p:pic>
      <p:grpSp>
        <p:nvGrpSpPr>
          <p:cNvPr id="50" name="object 50" descr=""/>
          <p:cNvGrpSpPr/>
          <p:nvPr/>
        </p:nvGrpSpPr>
        <p:grpSpPr>
          <a:xfrm>
            <a:off x="3354895" y="3581686"/>
            <a:ext cx="314325" cy="259715"/>
            <a:chOff x="3354895" y="3581686"/>
            <a:chExt cx="314325" cy="259715"/>
          </a:xfrm>
        </p:grpSpPr>
        <p:sp>
          <p:nvSpPr>
            <p:cNvPr id="51" name="object 51" descr=""/>
            <p:cNvSpPr/>
            <p:nvPr/>
          </p:nvSpPr>
          <p:spPr>
            <a:xfrm>
              <a:off x="3354895" y="3581686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439" y="259270"/>
                  </a:moveTo>
                  <a:lnTo>
                    <a:pt x="62540" y="255579"/>
                  </a:lnTo>
                  <a:lnTo>
                    <a:pt x="46339" y="244602"/>
                  </a:lnTo>
                  <a:lnTo>
                    <a:pt x="36709" y="226480"/>
                  </a:lnTo>
                  <a:lnTo>
                    <a:pt x="33527" y="201358"/>
                  </a:lnTo>
                  <a:lnTo>
                    <a:pt x="33527" y="85344"/>
                  </a:lnTo>
                  <a:lnTo>
                    <a:pt x="0" y="85344"/>
                  </a:lnTo>
                  <a:lnTo>
                    <a:pt x="0" y="57912"/>
                  </a:lnTo>
                  <a:lnTo>
                    <a:pt x="33527" y="57912"/>
                  </a:lnTo>
                  <a:lnTo>
                    <a:pt x="33527" y="10668"/>
                  </a:lnTo>
                  <a:lnTo>
                    <a:pt x="65627" y="0"/>
                  </a:lnTo>
                  <a:lnTo>
                    <a:pt x="65627" y="57912"/>
                  </a:lnTo>
                  <a:lnTo>
                    <a:pt x="114395" y="57912"/>
                  </a:lnTo>
                  <a:lnTo>
                    <a:pt x="114395" y="85344"/>
                  </a:lnTo>
                  <a:lnTo>
                    <a:pt x="65627" y="85344"/>
                  </a:lnTo>
                  <a:lnTo>
                    <a:pt x="65627" y="195167"/>
                  </a:lnTo>
                  <a:lnTo>
                    <a:pt x="83915" y="231838"/>
                  </a:lnTo>
                  <a:lnTo>
                    <a:pt x="102203" y="231838"/>
                  </a:lnTo>
                  <a:lnTo>
                    <a:pt x="108299" y="230314"/>
                  </a:lnTo>
                  <a:lnTo>
                    <a:pt x="114395" y="225742"/>
                  </a:lnTo>
                  <a:lnTo>
                    <a:pt x="114395" y="253174"/>
                  </a:lnTo>
                  <a:lnTo>
                    <a:pt x="108370" y="255412"/>
                  </a:lnTo>
                  <a:lnTo>
                    <a:pt x="101631" y="257365"/>
                  </a:lnTo>
                  <a:lnTo>
                    <a:pt x="94035" y="258746"/>
                  </a:lnTo>
                  <a:lnTo>
                    <a:pt x="85439" y="25927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8246" y="3635026"/>
              <a:ext cx="170783" cy="205930"/>
            </a:xfrm>
            <a:prstGeom prst="rect">
              <a:avLst/>
            </a:prstGeom>
          </p:spPr>
        </p:pic>
      </p:grpSp>
      <p:sp>
        <p:nvSpPr>
          <p:cNvPr id="53" name="object 53" descr=""/>
          <p:cNvSpPr/>
          <p:nvPr/>
        </p:nvSpPr>
        <p:spPr>
          <a:xfrm>
            <a:off x="3795617" y="3522154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3853"/>
                </a:moveTo>
                <a:lnTo>
                  <a:pt x="195262" y="353853"/>
                </a:lnTo>
                <a:lnTo>
                  <a:pt x="195262" y="35052"/>
                </a:lnTo>
                <a:lnTo>
                  <a:pt x="364521" y="35052"/>
                </a:lnTo>
                <a:lnTo>
                  <a:pt x="364521" y="64103"/>
                </a:lnTo>
                <a:lnTo>
                  <a:pt x="225742" y="64103"/>
                </a:lnTo>
                <a:lnTo>
                  <a:pt x="225742" y="289845"/>
                </a:lnTo>
                <a:lnTo>
                  <a:pt x="364521" y="289845"/>
                </a:lnTo>
                <a:lnTo>
                  <a:pt x="364521" y="317277"/>
                </a:lnTo>
                <a:lnTo>
                  <a:pt x="225742" y="317277"/>
                </a:lnTo>
                <a:lnTo>
                  <a:pt x="225742" y="353853"/>
                </a:lnTo>
                <a:close/>
              </a:path>
              <a:path w="365125" h="367664">
                <a:moveTo>
                  <a:pt x="364521" y="289845"/>
                </a:moveTo>
                <a:lnTo>
                  <a:pt x="334041" y="289845"/>
                </a:lnTo>
                <a:lnTo>
                  <a:pt x="334041" y="64103"/>
                </a:lnTo>
                <a:lnTo>
                  <a:pt x="364521" y="64103"/>
                </a:lnTo>
                <a:lnTo>
                  <a:pt x="364521" y="289845"/>
                </a:lnTo>
                <a:close/>
              </a:path>
              <a:path w="365125" h="367664">
                <a:moveTo>
                  <a:pt x="364521" y="353853"/>
                </a:moveTo>
                <a:lnTo>
                  <a:pt x="334041" y="353853"/>
                </a:lnTo>
                <a:lnTo>
                  <a:pt x="334041" y="317277"/>
                </a:lnTo>
                <a:lnTo>
                  <a:pt x="364521" y="317277"/>
                </a:lnTo>
                <a:lnTo>
                  <a:pt x="364521" y="353853"/>
                </a:lnTo>
                <a:close/>
              </a:path>
              <a:path w="365125" h="367664">
                <a:moveTo>
                  <a:pt x="15240" y="51911"/>
                </a:moveTo>
                <a:lnTo>
                  <a:pt x="12954" y="45879"/>
                </a:lnTo>
                <a:lnTo>
                  <a:pt x="10668" y="39445"/>
                </a:lnTo>
                <a:lnTo>
                  <a:pt x="8382" y="32743"/>
                </a:lnTo>
                <a:lnTo>
                  <a:pt x="6096" y="25908"/>
                </a:lnTo>
                <a:lnTo>
                  <a:pt x="45847" y="21002"/>
                </a:lnTo>
                <a:lnTo>
                  <a:pt x="84867" y="15240"/>
                </a:lnTo>
                <a:lnTo>
                  <a:pt x="123030" y="8334"/>
                </a:lnTo>
                <a:lnTo>
                  <a:pt x="160210" y="0"/>
                </a:lnTo>
                <a:lnTo>
                  <a:pt x="169354" y="27432"/>
                </a:lnTo>
                <a:lnTo>
                  <a:pt x="153273" y="29979"/>
                </a:lnTo>
                <a:lnTo>
                  <a:pt x="137076" y="32956"/>
                </a:lnTo>
                <a:lnTo>
                  <a:pt x="103727" y="39624"/>
                </a:lnTo>
                <a:lnTo>
                  <a:pt x="103727" y="44196"/>
                </a:lnTo>
                <a:lnTo>
                  <a:pt x="74771" y="44196"/>
                </a:lnTo>
                <a:lnTo>
                  <a:pt x="45041" y="48589"/>
                </a:lnTo>
                <a:lnTo>
                  <a:pt x="30154" y="50451"/>
                </a:lnTo>
                <a:lnTo>
                  <a:pt x="15240" y="51911"/>
                </a:lnTo>
                <a:close/>
              </a:path>
              <a:path w="365125" h="367664">
                <a:moveTo>
                  <a:pt x="103727" y="105251"/>
                </a:moveTo>
                <a:lnTo>
                  <a:pt x="74771" y="105251"/>
                </a:lnTo>
                <a:lnTo>
                  <a:pt x="74771" y="44196"/>
                </a:lnTo>
                <a:lnTo>
                  <a:pt x="103727" y="44196"/>
                </a:lnTo>
                <a:lnTo>
                  <a:pt x="103727" y="105251"/>
                </a:lnTo>
                <a:close/>
              </a:path>
              <a:path w="365125" h="367664">
                <a:moveTo>
                  <a:pt x="175450" y="131159"/>
                </a:moveTo>
                <a:lnTo>
                  <a:pt x="3048" y="131159"/>
                </a:lnTo>
                <a:lnTo>
                  <a:pt x="3048" y="105251"/>
                </a:lnTo>
                <a:lnTo>
                  <a:pt x="175450" y="105251"/>
                </a:lnTo>
                <a:lnTo>
                  <a:pt x="175450" y="131159"/>
                </a:lnTo>
                <a:close/>
              </a:path>
              <a:path w="365125" h="367664">
                <a:moveTo>
                  <a:pt x="15240" y="291369"/>
                </a:moveTo>
                <a:lnTo>
                  <a:pt x="11787" y="284226"/>
                </a:lnTo>
                <a:lnTo>
                  <a:pt x="4310" y="268224"/>
                </a:lnTo>
                <a:lnTo>
                  <a:pt x="0" y="259365"/>
                </a:lnTo>
                <a:lnTo>
                  <a:pt x="20629" y="229876"/>
                </a:lnTo>
                <a:lnTo>
                  <a:pt x="38945" y="198691"/>
                </a:lnTo>
                <a:lnTo>
                  <a:pt x="54957" y="165791"/>
                </a:lnTo>
                <a:lnTo>
                  <a:pt x="68675" y="131159"/>
                </a:lnTo>
                <a:lnTo>
                  <a:pt x="103727" y="131159"/>
                </a:lnTo>
                <a:lnTo>
                  <a:pt x="103727" y="180022"/>
                </a:lnTo>
                <a:lnTo>
                  <a:pt x="134143" y="180022"/>
                </a:lnTo>
                <a:lnTo>
                  <a:pt x="137587" y="183070"/>
                </a:lnTo>
                <a:lnTo>
                  <a:pt x="74771" y="183070"/>
                </a:lnTo>
                <a:lnTo>
                  <a:pt x="63125" y="211337"/>
                </a:lnTo>
                <a:lnTo>
                  <a:pt x="49041" y="238898"/>
                </a:lnTo>
                <a:lnTo>
                  <a:pt x="32940" y="265621"/>
                </a:lnTo>
                <a:lnTo>
                  <a:pt x="15240" y="291369"/>
                </a:lnTo>
                <a:close/>
              </a:path>
              <a:path w="365125" h="367664">
                <a:moveTo>
                  <a:pt x="134143" y="180022"/>
                </a:moveTo>
                <a:lnTo>
                  <a:pt x="103727" y="180022"/>
                </a:lnTo>
                <a:lnTo>
                  <a:pt x="117443" y="166306"/>
                </a:lnTo>
                <a:lnTo>
                  <a:pt x="133174" y="179165"/>
                </a:lnTo>
                <a:lnTo>
                  <a:pt x="134143" y="180022"/>
                </a:lnTo>
                <a:close/>
              </a:path>
              <a:path w="365125" h="367664">
                <a:moveTo>
                  <a:pt x="103727" y="367665"/>
                </a:moveTo>
                <a:lnTo>
                  <a:pt x="74771" y="367665"/>
                </a:lnTo>
                <a:lnTo>
                  <a:pt x="74771" y="183070"/>
                </a:lnTo>
                <a:lnTo>
                  <a:pt x="137587" y="183070"/>
                </a:lnTo>
                <a:lnTo>
                  <a:pt x="144476" y="189166"/>
                </a:lnTo>
                <a:lnTo>
                  <a:pt x="103727" y="189166"/>
                </a:lnTo>
                <a:lnTo>
                  <a:pt x="103727" y="367665"/>
                </a:lnTo>
                <a:close/>
              </a:path>
              <a:path w="365125" h="367664">
                <a:moveTo>
                  <a:pt x="155638" y="244030"/>
                </a:moveTo>
                <a:lnTo>
                  <a:pt x="143843" y="230314"/>
                </a:lnTo>
                <a:lnTo>
                  <a:pt x="131361" y="216598"/>
                </a:lnTo>
                <a:lnTo>
                  <a:pt x="118040" y="202882"/>
                </a:lnTo>
                <a:lnTo>
                  <a:pt x="103727" y="189166"/>
                </a:lnTo>
                <a:lnTo>
                  <a:pt x="144476" y="189166"/>
                </a:lnTo>
                <a:lnTo>
                  <a:pt x="148351" y="192595"/>
                </a:lnTo>
                <a:lnTo>
                  <a:pt x="162957" y="206597"/>
                </a:lnTo>
                <a:lnTo>
                  <a:pt x="176974" y="221170"/>
                </a:lnTo>
                <a:lnTo>
                  <a:pt x="155638" y="2440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4308062" y="3549586"/>
            <a:ext cx="655955" cy="337185"/>
            <a:chOff x="4308062" y="3549586"/>
            <a:chExt cx="655955" cy="337185"/>
          </a:xfrm>
        </p:grpSpPr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08062" y="3635025"/>
              <a:ext cx="147923" cy="205930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4498644" y="3549586"/>
              <a:ext cx="189230" cy="291465"/>
            </a:xfrm>
            <a:custGeom>
              <a:avLst/>
              <a:gdLst/>
              <a:ahLst/>
              <a:cxnLst/>
              <a:rect l="l" t="t" r="r" b="b"/>
              <a:pathLst>
                <a:path w="189229" h="291464">
                  <a:moveTo>
                    <a:pt x="35153" y="90017"/>
                  </a:moveTo>
                  <a:lnTo>
                    <a:pt x="4572" y="90017"/>
                  </a:lnTo>
                  <a:lnTo>
                    <a:pt x="4572" y="286804"/>
                  </a:lnTo>
                  <a:lnTo>
                    <a:pt x="35153" y="286804"/>
                  </a:lnTo>
                  <a:lnTo>
                    <a:pt x="35153" y="90017"/>
                  </a:lnTo>
                  <a:close/>
                </a:path>
                <a:path w="189229" h="291464">
                  <a:moveTo>
                    <a:pt x="41249" y="15240"/>
                  </a:moveTo>
                  <a:lnTo>
                    <a:pt x="38201" y="9144"/>
                  </a:lnTo>
                  <a:lnTo>
                    <a:pt x="30581" y="1524"/>
                  </a:lnTo>
                  <a:lnTo>
                    <a:pt x="26009" y="0"/>
                  </a:lnTo>
                  <a:lnTo>
                    <a:pt x="13817" y="0"/>
                  </a:lnTo>
                  <a:lnTo>
                    <a:pt x="9245" y="1524"/>
                  </a:lnTo>
                  <a:lnTo>
                    <a:pt x="6096" y="6096"/>
                  </a:lnTo>
                  <a:lnTo>
                    <a:pt x="1524" y="10668"/>
                  </a:lnTo>
                  <a:lnTo>
                    <a:pt x="0" y="15240"/>
                  </a:lnTo>
                  <a:lnTo>
                    <a:pt x="0" y="26009"/>
                  </a:lnTo>
                  <a:lnTo>
                    <a:pt x="1524" y="32105"/>
                  </a:lnTo>
                  <a:lnTo>
                    <a:pt x="6096" y="35153"/>
                  </a:lnTo>
                  <a:lnTo>
                    <a:pt x="9245" y="39725"/>
                  </a:lnTo>
                  <a:lnTo>
                    <a:pt x="15341" y="41249"/>
                  </a:lnTo>
                  <a:lnTo>
                    <a:pt x="26009" y="41249"/>
                  </a:lnTo>
                  <a:lnTo>
                    <a:pt x="30581" y="39725"/>
                  </a:lnTo>
                  <a:lnTo>
                    <a:pt x="35153" y="35153"/>
                  </a:lnTo>
                  <a:lnTo>
                    <a:pt x="41249" y="26009"/>
                  </a:lnTo>
                  <a:lnTo>
                    <a:pt x="41249" y="15240"/>
                  </a:lnTo>
                  <a:close/>
                </a:path>
                <a:path w="189229" h="291464">
                  <a:moveTo>
                    <a:pt x="189179" y="90017"/>
                  </a:moveTo>
                  <a:lnTo>
                    <a:pt x="140309" y="90017"/>
                  </a:lnTo>
                  <a:lnTo>
                    <a:pt x="140309" y="32105"/>
                  </a:lnTo>
                  <a:lnTo>
                    <a:pt x="108305" y="42773"/>
                  </a:lnTo>
                  <a:lnTo>
                    <a:pt x="108305" y="90017"/>
                  </a:lnTo>
                  <a:lnTo>
                    <a:pt x="74777" y="90017"/>
                  </a:lnTo>
                  <a:lnTo>
                    <a:pt x="74777" y="117449"/>
                  </a:lnTo>
                  <a:lnTo>
                    <a:pt x="108305" y="117449"/>
                  </a:lnTo>
                  <a:lnTo>
                    <a:pt x="108305" y="233464"/>
                  </a:lnTo>
                  <a:lnTo>
                    <a:pt x="111683" y="258584"/>
                  </a:lnTo>
                  <a:lnTo>
                    <a:pt x="121653" y="276707"/>
                  </a:lnTo>
                  <a:lnTo>
                    <a:pt x="137922" y="287680"/>
                  </a:lnTo>
                  <a:lnTo>
                    <a:pt x="160223" y="291376"/>
                  </a:lnTo>
                  <a:lnTo>
                    <a:pt x="168808" y="290855"/>
                  </a:lnTo>
                  <a:lnTo>
                    <a:pt x="176415" y="289471"/>
                  </a:lnTo>
                  <a:lnTo>
                    <a:pt x="183146" y="287515"/>
                  </a:lnTo>
                  <a:lnTo>
                    <a:pt x="189179" y="285280"/>
                  </a:lnTo>
                  <a:lnTo>
                    <a:pt x="189179" y="257848"/>
                  </a:lnTo>
                  <a:lnTo>
                    <a:pt x="184607" y="262420"/>
                  </a:lnTo>
                  <a:lnTo>
                    <a:pt x="176987" y="263944"/>
                  </a:lnTo>
                  <a:lnTo>
                    <a:pt x="158699" y="263944"/>
                  </a:lnTo>
                  <a:lnTo>
                    <a:pt x="151079" y="260896"/>
                  </a:lnTo>
                  <a:lnTo>
                    <a:pt x="140309" y="227266"/>
                  </a:lnTo>
                  <a:lnTo>
                    <a:pt x="140309" y="117449"/>
                  </a:lnTo>
                  <a:lnTo>
                    <a:pt x="189179" y="117449"/>
                  </a:lnTo>
                  <a:lnTo>
                    <a:pt x="189179" y="900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16779" y="3635025"/>
              <a:ext cx="170783" cy="20593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910423" y="3792188"/>
              <a:ext cx="53975" cy="94615"/>
            </a:xfrm>
            <a:custGeom>
              <a:avLst/>
              <a:gdLst/>
              <a:ahLst/>
              <a:cxnLst/>
              <a:rect l="l" t="t" r="r" b="b"/>
              <a:pathLst>
                <a:path w="53975" h="94614">
                  <a:moveTo>
                    <a:pt x="22955" y="94583"/>
                  </a:moveTo>
                  <a:lnTo>
                    <a:pt x="0" y="94583"/>
                  </a:lnTo>
                  <a:lnTo>
                    <a:pt x="22955" y="0"/>
                  </a:lnTo>
                  <a:lnTo>
                    <a:pt x="53435" y="0"/>
                  </a:lnTo>
                  <a:lnTo>
                    <a:pt x="22955" y="9458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/>
          <p:nvPr/>
        </p:nvSpPr>
        <p:spPr>
          <a:xfrm>
            <a:off x="5113305" y="3635025"/>
            <a:ext cx="181610" cy="291465"/>
          </a:xfrm>
          <a:custGeom>
            <a:avLst/>
            <a:gdLst/>
            <a:ahLst/>
            <a:cxnLst/>
            <a:rect l="l" t="t" r="r" b="b"/>
            <a:pathLst>
              <a:path w="181610" h="291464">
                <a:moveTo>
                  <a:pt x="82296" y="205930"/>
                </a:moveTo>
                <a:lnTo>
                  <a:pt x="35147" y="191142"/>
                </a:lnTo>
                <a:lnTo>
                  <a:pt x="5715" y="148161"/>
                </a:lnTo>
                <a:lnTo>
                  <a:pt x="0" y="108299"/>
                </a:lnTo>
                <a:lnTo>
                  <a:pt x="1666" y="84580"/>
                </a:lnTo>
                <a:lnTo>
                  <a:pt x="14144" y="45679"/>
                </a:lnTo>
                <a:lnTo>
                  <a:pt x="53161" y="7810"/>
                </a:lnTo>
                <a:lnTo>
                  <a:pt x="90011" y="0"/>
                </a:lnTo>
                <a:lnTo>
                  <a:pt x="109156" y="2000"/>
                </a:lnTo>
                <a:lnTo>
                  <a:pt x="125444" y="8001"/>
                </a:lnTo>
                <a:lnTo>
                  <a:pt x="138874" y="18002"/>
                </a:lnTo>
                <a:lnTo>
                  <a:pt x="145994" y="27432"/>
                </a:lnTo>
                <a:lnTo>
                  <a:pt x="94583" y="27432"/>
                </a:lnTo>
                <a:lnTo>
                  <a:pt x="80526" y="28600"/>
                </a:lnTo>
                <a:lnTo>
                  <a:pt x="41648" y="59412"/>
                </a:lnTo>
                <a:lnTo>
                  <a:pt x="32004" y="106775"/>
                </a:lnTo>
                <a:lnTo>
                  <a:pt x="33123" y="123054"/>
                </a:lnTo>
                <a:lnTo>
                  <a:pt x="48768" y="160210"/>
                </a:lnTo>
                <a:lnTo>
                  <a:pt x="90011" y="180022"/>
                </a:lnTo>
                <a:lnTo>
                  <a:pt x="140454" y="180022"/>
                </a:lnTo>
                <a:lnTo>
                  <a:pt x="137468" y="184070"/>
                </a:lnTo>
                <a:lnTo>
                  <a:pt x="122193" y="196024"/>
                </a:lnTo>
                <a:lnTo>
                  <a:pt x="103758" y="203406"/>
                </a:lnTo>
                <a:lnTo>
                  <a:pt x="82296" y="205930"/>
                </a:lnTo>
                <a:close/>
              </a:path>
              <a:path w="181610" h="291464">
                <a:moveTo>
                  <a:pt x="181451" y="32004"/>
                </a:moveTo>
                <a:lnTo>
                  <a:pt x="149447" y="32004"/>
                </a:lnTo>
                <a:lnTo>
                  <a:pt x="149447" y="4572"/>
                </a:lnTo>
                <a:lnTo>
                  <a:pt x="181451" y="4572"/>
                </a:lnTo>
                <a:lnTo>
                  <a:pt x="181451" y="32004"/>
                </a:lnTo>
                <a:close/>
              </a:path>
              <a:path w="181610" h="291464">
                <a:moveTo>
                  <a:pt x="140454" y="180022"/>
                </a:moveTo>
                <a:lnTo>
                  <a:pt x="90011" y="180022"/>
                </a:lnTo>
                <a:lnTo>
                  <a:pt x="102893" y="178641"/>
                </a:lnTo>
                <a:lnTo>
                  <a:pt x="114204" y="174688"/>
                </a:lnTo>
                <a:lnTo>
                  <a:pt x="145637" y="139398"/>
                </a:lnTo>
                <a:lnTo>
                  <a:pt x="149447" y="112871"/>
                </a:lnTo>
                <a:lnTo>
                  <a:pt x="149447" y="83915"/>
                </a:lnTo>
                <a:lnTo>
                  <a:pt x="134207" y="44291"/>
                </a:lnTo>
                <a:lnTo>
                  <a:pt x="94583" y="27432"/>
                </a:lnTo>
                <a:lnTo>
                  <a:pt x="145994" y="27432"/>
                </a:lnTo>
                <a:lnTo>
                  <a:pt x="149447" y="32004"/>
                </a:lnTo>
                <a:lnTo>
                  <a:pt x="181451" y="32004"/>
                </a:lnTo>
                <a:lnTo>
                  <a:pt x="181451" y="167830"/>
                </a:lnTo>
                <a:lnTo>
                  <a:pt x="149447" y="167830"/>
                </a:lnTo>
                <a:lnTo>
                  <a:pt x="140454" y="180022"/>
                </a:lnTo>
                <a:close/>
              </a:path>
              <a:path w="181610" h="291464">
                <a:moveTo>
                  <a:pt x="181451" y="291369"/>
                </a:moveTo>
                <a:lnTo>
                  <a:pt x="149447" y="291369"/>
                </a:lnTo>
                <a:lnTo>
                  <a:pt x="149447" y="167830"/>
                </a:lnTo>
                <a:lnTo>
                  <a:pt x="181451" y="167830"/>
                </a:lnTo>
                <a:lnTo>
                  <a:pt x="181451" y="2913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418844" y="4232148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765839" y="4153661"/>
            <a:ext cx="180340" cy="290195"/>
          </a:xfrm>
          <a:custGeom>
            <a:avLst/>
            <a:gdLst/>
            <a:ahLst/>
            <a:cxnLst/>
            <a:rect l="l" t="t" r="r" b="b"/>
            <a:pathLst>
              <a:path w="180339" h="290195">
                <a:moveTo>
                  <a:pt x="55425" y="38100"/>
                </a:moveTo>
                <a:lnTo>
                  <a:pt x="32004" y="38100"/>
                </a:lnTo>
                <a:lnTo>
                  <a:pt x="44838" y="21216"/>
                </a:lnTo>
                <a:lnTo>
                  <a:pt x="60388" y="9334"/>
                </a:lnTo>
                <a:lnTo>
                  <a:pt x="78509" y="2309"/>
                </a:lnTo>
                <a:lnTo>
                  <a:pt x="99060" y="0"/>
                </a:lnTo>
                <a:lnTo>
                  <a:pt x="117403" y="1476"/>
                </a:lnTo>
                <a:lnTo>
                  <a:pt x="133433" y="6096"/>
                </a:lnTo>
                <a:lnTo>
                  <a:pt x="147159" y="14144"/>
                </a:lnTo>
                <a:lnTo>
                  <a:pt x="158591" y="25908"/>
                </a:lnTo>
                <a:lnTo>
                  <a:pt x="91440" y="25908"/>
                </a:lnTo>
                <a:lnTo>
                  <a:pt x="78533" y="27076"/>
                </a:lnTo>
                <a:lnTo>
                  <a:pt x="67056" y="30682"/>
                </a:lnTo>
                <a:lnTo>
                  <a:pt x="56721" y="36878"/>
                </a:lnTo>
                <a:lnTo>
                  <a:pt x="55425" y="38100"/>
                </a:lnTo>
                <a:close/>
              </a:path>
              <a:path w="180339" h="290195">
                <a:moveTo>
                  <a:pt x="30480" y="289845"/>
                </a:moveTo>
                <a:lnTo>
                  <a:pt x="0" y="289845"/>
                </a:lnTo>
                <a:lnTo>
                  <a:pt x="0" y="4572"/>
                </a:lnTo>
                <a:lnTo>
                  <a:pt x="30480" y="4572"/>
                </a:lnTo>
                <a:lnTo>
                  <a:pt x="30480" y="38100"/>
                </a:lnTo>
                <a:lnTo>
                  <a:pt x="55425" y="38100"/>
                </a:lnTo>
                <a:lnTo>
                  <a:pt x="31599" y="79033"/>
                </a:lnTo>
                <a:lnTo>
                  <a:pt x="30480" y="93059"/>
                </a:lnTo>
                <a:lnTo>
                  <a:pt x="30480" y="120491"/>
                </a:lnTo>
                <a:lnTo>
                  <a:pt x="47244" y="161734"/>
                </a:lnTo>
                <a:lnTo>
                  <a:pt x="61775" y="172402"/>
                </a:lnTo>
                <a:lnTo>
                  <a:pt x="30480" y="172402"/>
                </a:lnTo>
                <a:lnTo>
                  <a:pt x="30480" y="289845"/>
                </a:lnTo>
                <a:close/>
              </a:path>
              <a:path w="180339" h="290195">
                <a:moveTo>
                  <a:pt x="152562" y="178498"/>
                </a:moveTo>
                <a:lnTo>
                  <a:pt x="86868" y="178498"/>
                </a:lnTo>
                <a:lnTo>
                  <a:pt x="100003" y="177093"/>
                </a:lnTo>
                <a:lnTo>
                  <a:pt x="111871" y="172974"/>
                </a:lnTo>
                <a:lnTo>
                  <a:pt x="138279" y="144796"/>
                </a:lnTo>
                <a:lnTo>
                  <a:pt x="147923" y="96107"/>
                </a:lnTo>
                <a:lnTo>
                  <a:pt x="147042" y="80724"/>
                </a:lnTo>
                <a:lnTo>
                  <a:pt x="132683" y="44291"/>
                </a:lnTo>
                <a:lnTo>
                  <a:pt x="91440" y="25908"/>
                </a:lnTo>
                <a:lnTo>
                  <a:pt x="158591" y="25908"/>
                </a:lnTo>
                <a:lnTo>
                  <a:pt x="167711" y="39917"/>
                </a:lnTo>
                <a:lnTo>
                  <a:pt x="174402" y="56471"/>
                </a:lnTo>
                <a:lnTo>
                  <a:pt x="178522" y="75293"/>
                </a:lnTo>
                <a:lnTo>
                  <a:pt x="179927" y="96107"/>
                </a:lnTo>
                <a:lnTo>
                  <a:pt x="178474" y="119863"/>
                </a:lnTo>
                <a:lnTo>
                  <a:pt x="174021" y="140922"/>
                </a:lnTo>
                <a:lnTo>
                  <a:pt x="166425" y="159409"/>
                </a:lnTo>
                <a:lnTo>
                  <a:pt x="155543" y="175450"/>
                </a:lnTo>
                <a:lnTo>
                  <a:pt x="152562" y="178498"/>
                </a:lnTo>
                <a:close/>
              </a:path>
              <a:path w="180339" h="290195">
                <a:moveTo>
                  <a:pt x="89916" y="204406"/>
                </a:moveTo>
                <a:lnTo>
                  <a:pt x="72509" y="202406"/>
                </a:lnTo>
                <a:lnTo>
                  <a:pt x="56959" y="196405"/>
                </a:lnTo>
                <a:lnTo>
                  <a:pt x="43410" y="186404"/>
                </a:lnTo>
                <a:lnTo>
                  <a:pt x="32004" y="172402"/>
                </a:lnTo>
                <a:lnTo>
                  <a:pt x="61775" y="172402"/>
                </a:lnTo>
                <a:lnTo>
                  <a:pt x="64770" y="174117"/>
                </a:lnTo>
                <a:lnTo>
                  <a:pt x="75104" y="177379"/>
                </a:lnTo>
                <a:lnTo>
                  <a:pt x="86868" y="178498"/>
                </a:lnTo>
                <a:lnTo>
                  <a:pt x="152562" y="178498"/>
                </a:lnTo>
                <a:lnTo>
                  <a:pt x="142944" y="188333"/>
                </a:lnTo>
                <a:lnTo>
                  <a:pt x="127908" y="197358"/>
                </a:lnTo>
                <a:lnTo>
                  <a:pt x="110283" y="202668"/>
                </a:lnTo>
                <a:lnTo>
                  <a:pt x="89916" y="20440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1996058" y="4153661"/>
            <a:ext cx="293370" cy="204470"/>
            <a:chOff x="1996058" y="4153661"/>
            <a:chExt cx="293370" cy="204470"/>
          </a:xfrm>
        </p:grpSpPr>
        <p:pic>
          <p:nvPicPr>
            <p:cNvPr id="63" name="object 6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96058" y="4155185"/>
              <a:ext cx="102203" cy="198310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18074" y="4153661"/>
              <a:ext cx="170878" cy="204406"/>
            </a:xfrm>
            <a:prstGeom prst="rect">
              <a:avLst/>
            </a:prstGeom>
          </p:spPr>
        </p:pic>
      </p:grpSp>
      <p:sp>
        <p:nvSpPr>
          <p:cNvPr id="65" name="object 65" descr=""/>
          <p:cNvSpPr/>
          <p:nvPr/>
        </p:nvSpPr>
        <p:spPr>
          <a:xfrm>
            <a:off x="2416968" y="4039267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5377"/>
                </a:moveTo>
                <a:lnTo>
                  <a:pt x="195262" y="355377"/>
                </a:lnTo>
                <a:lnTo>
                  <a:pt x="195262" y="36576"/>
                </a:lnTo>
                <a:lnTo>
                  <a:pt x="364521" y="36576"/>
                </a:lnTo>
                <a:lnTo>
                  <a:pt x="364521" y="64103"/>
                </a:lnTo>
                <a:lnTo>
                  <a:pt x="225742" y="64103"/>
                </a:lnTo>
                <a:lnTo>
                  <a:pt x="225742" y="289845"/>
                </a:lnTo>
                <a:lnTo>
                  <a:pt x="364521" y="289845"/>
                </a:lnTo>
                <a:lnTo>
                  <a:pt x="364521" y="318801"/>
                </a:lnTo>
                <a:lnTo>
                  <a:pt x="225742" y="318801"/>
                </a:lnTo>
                <a:lnTo>
                  <a:pt x="225742" y="355377"/>
                </a:lnTo>
                <a:close/>
              </a:path>
              <a:path w="365125" h="367664">
                <a:moveTo>
                  <a:pt x="364521" y="289845"/>
                </a:moveTo>
                <a:lnTo>
                  <a:pt x="334041" y="289845"/>
                </a:lnTo>
                <a:lnTo>
                  <a:pt x="334041" y="64103"/>
                </a:lnTo>
                <a:lnTo>
                  <a:pt x="364521" y="64103"/>
                </a:lnTo>
                <a:lnTo>
                  <a:pt x="364521" y="289845"/>
                </a:lnTo>
                <a:close/>
              </a:path>
              <a:path w="365125" h="367664">
                <a:moveTo>
                  <a:pt x="364521" y="355377"/>
                </a:moveTo>
                <a:lnTo>
                  <a:pt x="334041" y="355377"/>
                </a:lnTo>
                <a:lnTo>
                  <a:pt x="334041" y="318801"/>
                </a:lnTo>
                <a:lnTo>
                  <a:pt x="364521" y="318801"/>
                </a:lnTo>
                <a:lnTo>
                  <a:pt x="364521" y="355377"/>
                </a:lnTo>
                <a:close/>
              </a:path>
              <a:path w="365125" h="367664">
                <a:moveTo>
                  <a:pt x="15335" y="53435"/>
                </a:moveTo>
                <a:lnTo>
                  <a:pt x="13928" y="46736"/>
                </a:lnTo>
                <a:lnTo>
                  <a:pt x="12084" y="40207"/>
                </a:lnTo>
                <a:lnTo>
                  <a:pt x="9937" y="33410"/>
                </a:lnTo>
                <a:lnTo>
                  <a:pt x="7620" y="25908"/>
                </a:lnTo>
                <a:lnTo>
                  <a:pt x="46514" y="21645"/>
                </a:lnTo>
                <a:lnTo>
                  <a:pt x="85248" y="15811"/>
                </a:lnTo>
                <a:lnTo>
                  <a:pt x="123697" y="8548"/>
                </a:lnTo>
                <a:lnTo>
                  <a:pt x="161734" y="0"/>
                </a:lnTo>
                <a:lnTo>
                  <a:pt x="169354" y="27432"/>
                </a:lnTo>
                <a:lnTo>
                  <a:pt x="137302" y="34099"/>
                </a:lnTo>
                <a:lnTo>
                  <a:pt x="121268" y="37076"/>
                </a:lnTo>
                <a:lnTo>
                  <a:pt x="105251" y="39624"/>
                </a:lnTo>
                <a:lnTo>
                  <a:pt x="105251" y="44196"/>
                </a:lnTo>
                <a:lnTo>
                  <a:pt x="76295" y="44196"/>
                </a:lnTo>
                <a:lnTo>
                  <a:pt x="15335" y="53435"/>
                </a:lnTo>
                <a:close/>
              </a:path>
              <a:path w="365125" h="367664">
                <a:moveTo>
                  <a:pt x="105251" y="105251"/>
                </a:moveTo>
                <a:lnTo>
                  <a:pt x="76295" y="105251"/>
                </a:lnTo>
                <a:lnTo>
                  <a:pt x="76295" y="44196"/>
                </a:lnTo>
                <a:lnTo>
                  <a:pt x="105251" y="44196"/>
                </a:lnTo>
                <a:lnTo>
                  <a:pt x="105251" y="105251"/>
                </a:lnTo>
                <a:close/>
              </a:path>
              <a:path w="365125" h="367664">
                <a:moveTo>
                  <a:pt x="176974" y="131159"/>
                </a:moveTo>
                <a:lnTo>
                  <a:pt x="3048" y="131159"/>
                </a:lnTo>
                <a:lnTo>
                  <a:pt x="3048" y="105251"/>
                </a:lnTo>
                <a:lnTo>
                  <a:pt x="176974" y="105251"/>
                </a:lnTo>
                <a:lnTo>
                  <a:pt x="176974" y="131159"/>
                </a:lnTo>
                <a:close/>
              </a:path>
              <a:path w="365125" h="367664">
                <a:moveTo>
                  <a:pt x="15335" y="292893"/>
                </a:moveTo>
                <a:lnTo>
                  <a:pt x="11867" y="284867"/>
                </a:lnTo>
                <a:lnTo>
                  <a:pt x="8239" y="276689"/>
                </a:lnTo>
                <a:lnTo>
                  <a:pt x="4324" y="268207"/>
                </a:lnTo>
                <a:lnTo>
                  <a:pt x="0" y="259270"/>
                </a:lnTo>
                <a:lnTo>
                  <a:pt x="20652" y="229836"/>
                </a:lnTo>
                <a:lnTo>
                  <a:pt x="39135" y="198679"/>
                </a:lnTo>
                <a:lnTo>
                  <a:pt x="55600" y="165790"/>
                </a:lnTo>
                <a:lnTo>
                  <a:pt x="70199" y="131159"/>
                </a:lnTo>
                <a:lnTo>
                  <a:pt x="105251" y="131159"/>
                </a:lnTo>
                <a:lnTo>
                  <a:pt x="105251" y="180022"/>
                </a:lnTo>
                <a:lnTo>
                  <a:pt x="133850" y="180022"/>
                </a:lnTo>
                <a:lnTo>
                  <a:pt x="138811" y="184594"/>
                </a:lnTo>
                <a:lnTo>
                  <a:pt x="76295" y="184594"/>
                </a:lnTo>
                <a:lnTo>
                  <a:pt x="63984" y="212004"/>
                </a:lnTo>
                <a:lnTo>
                  <a:pt x="49815" y="239279"/>
                </a:lnTo>
                <a:lnTo>
                  <a:pt x="33647" y="266287"/>
                </a:lnTo>
                <a:lnTo>
                  <a:pt x="15335" y="292893"/>
                </a:lnTo>
                <a:close/>
              </a:path>
              <a:path w="365125" h="367664">
                <a:moveTo>
                  <a:pt x="133850" y="180022"/>
                </a:moveTo>
                <a:lnTo>
                  <a:pt x="105251" y="180022"/>
                </a:lnTo>
                <a:lnTo>
                  <a:pt x="118967" y="166306"/>
                </a:lnTo>
                <a:lnTo>
                  <a:pt x="133850" y="180022"/>
                </a:lnTo>
                <a:close/>
              </a:path>
              <a:path w="365125" h="367664">
                <a:moveTo>
                  <a:pt x="105251" y="367665"/>
                </a:moveTo>
                <a:lnTo>
                  <a:pt x="76295" y="367665"/>
                </a:lnTo>
                <a:lnTo>
                  <a:pt x="76295" y="184594"/>
                </a:lnTo>
                <a:lnTo>
                  <a:pt x="138811" y="184594"/>
                </a:lnTo>
                <a:lnTo>
                  <a:pt x="145425" y="190690"/>
                </a:lnTo>
                <a:lnTo>
                  <a:pt x="105251" y="190690"/>
                </a:lnTo>
                <a:lnTo>
                  <a:pt x="105251" y="367665"/>
                </a:lnTo>
                <a:close/>
              </a:path>
              <a:path w="365125" h="367664">
                <a:moveTo>
                  <a:pt x="155638" y="244030"/>
                </a:moveTo>
                <a:lnTo>
                  <a:pt x="143867" y="230552"/>
                </a:lnTo>
                <a:lnTo>
                  <a:pt x="131552" y="217360"/>
                </a:lnTo>
                <a:lnTo>
                  <a:pt x="118682" y="204168"/>
                </a:lnTo>
                <a:lnTo>
                  <a:pt x="105251" y="190690"/>
                </a:lnTo>
                <a:lnTo>
                  <a:pt x="145425" y="190690"/>
                </a:lnTo>
                <a:lnTo>
                  <a:pt x="178498" y="221170"/>
                </a:lnTo>
                <a:lnTo>
                  <a:pt x="155638" y="2440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2930937" y="4063650"/>
            <a:ext cx="591820" cy="294640"/>
            <a:chOff x="2930937" y="4063650"/>
            <a:chExt cx="591820" cy="294640"/>
          </a:xfrm>
        </p:grpSpPr>
        <p:pic>
          <p:nvPicPr>
            <p:cNvPr id="67" name="object 6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30937" y="4153662"/>
              <a:ext cx="146399" cy="204406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10865" y="4153662"/>
              <a:ext cx="192214" cy="20440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3341179" y="4063650"/>
              <a:ext cx="181610" cy="294640"/>
            </a:xfrm>
            <a:custGeom>
              <a:avLst/>
              <a:gdLst/>
              <a:ahLst/>
              <a:cxnLst/>
              <a:rect l="l" t="t" r="r" b="b"/>
              <a:pathLst>
                <a:path w="181610" h="294639">
                  <a:moveTo>
                    <a:pt x="181451" y="122015"/>
                  </a:moveTo>
                  <a:lnTo>
                    <a:pt x="149447" y="122015"/>
                  </a:lnTo>
                  <a:lnTo>
                    <a:pt x="149447" y="0"/>
                  </a:lnTo>
                  <a:lnTo>
                    <a:pt x="181451" y="0"/>
                  </a:lnTo>
                  <a:lnTo>
                    <a:pt x="181451" y="122015"/>
                  </a:lnTo>
                  <a:close/>
                </a:path>
                <a:path w="181610" h="294639">
                  <a:moveTo>
                    <a:pt x="80867" y="294417"/>
                  </a:moveTo>
                  <a:lnTo>
                    <a:pt x="34281" y="279630"/>
                  </a:lnTo>
                  <a:lnTo>
                    <a:pt x="5715" y="237220"/>
                  </a:lnTo>
                  <a:lnTo>
                    <a:pt x="0" y="196786"/>
                  </a:lnTo>
                  <a:lnTo>
                    <a:pt x="1666" y="173925"/>
                  </a:lnTo>
                  <a:lnTo>
                    <a:pt x="14144" y="135024"/>
                  </a:lnTo>
                  <a:lnTo>
                    <a:pt x="53197" y="97059"/>
                  </a:lnTo>
                  <a:lnTo>
                    <a:pt x="90011" y="90011"/>
                  </a:lnTo>
                  <a:lnTo>
                    <a:pt x="109156" y="92011"/>
                  </a:lnTo>
                  <a:lnTo>
                    <a:pt x="125444" y="98012"/>
                  </a:lnTo>
                  <a:lnTo>
                    <a:pt x="138874" y="108013"/>
                  </a:lnTo>
                  <a:lnTo>
                    <a:pt x="144844" y="115919"/>
                  </a:lnTo>
                  <a:lnTo>
                    <a:pt x="94583" y="115919"/>
                  </a:lnTo>
                  <a:lnTo>
                    <a:pt x="80580" y="117325"/>
                  </a:lnTo>
                  <a:lnTo>
                    <a:pt x="41648" y="148756"/>
                  </a:lnTo>
                  <a:lnTo>
                    <a:pt x="32004" y="195262"/>
                  </a:lnTo>
                  <a:lnTo>
                    <a:pt x="33123" y="211313"/>
                  </a:lnTo>
                  <a:lnTo>
                    <a:pt x="48768" y="248697"/>
                  </a:lnTo>
                  <a:lnTo>
                    <a:pt x="90011" y="268509"/>
                  </a:lnTo>
                  <a:lnTo>
                    <a:pt x="140161" y="268509"/>
                  </a:lnTo>
                  <a:lnTo>
                    <a:pt x="136588" y="273200"/>
                  </a:lnTo>
                  <a:lnTo>
                    <a:pt x="120872" y="285083"/>
                  </a:lnTo>
                  <a:lnTo>
                    <a:pt x="102298" y="292107"/>
                  </a:lnTo>
                  <a:lnTo>
                    <a:pt x="80867" y="294417"/>
                  </a:lnTo>
                  <a:close/>
                </a:path>
                <a:path w="181610" h="294639">
                  <a:moveTo>
                    <a:pt x="140161" y="268509"/>
                  </a:moveTo>
                  <a:lnTo>
                    <a:pt x="90011" y="268509"/>
                  </a:lnTo>
                  <a:lnTo>
                    <a:pt x="102893" y="267342"/>
                  </a:lnTo>
                  <a:lnTo>
                    <a:pt x="114204" y="263747"/>
                  </a:lnTo>
                  <a:lnTo>
                    <a:pt x="145637" y="227885"/>
                  </a:lnTo>
                  <a:lnTo>
                    <a:pt x="149447" y="201358"/>
                  </a:lnTo>
                  <a:lnTo>
                    <a:pt x="149447" y="172402"/>
                  </a:lnTo>
                  <a:lnTo>
                    <a:pt x="134207" y="132778"/>
                  </a:lnTo>
                  <a:lnTo>
                    <a:pt x="94583" y="115919"/>
                  </a:lnTo>
                  <a:lnTo>
                    <a:pt x="144844" y="115919"/>
                  </a:lnTo>
                  <a:lnTo>
                    <a:pt x="149447" y="122015"/>
                  </a:lnTo>
                  <a:lnTo>
                    <a:pt x="181451" y="122015"/>
                  </a:lnTo>
                  <a:lnTo>
                    <a:pt x="181451" y="256317"/>
                  </a:lnTo>
                  <a:lnTo>
                    <a:pt x="149447" y="256317"/>
                  </a:lnTo>
                  <a:lnTo>
                    <a:pt x="140161" y="268509"/>
                  </a:lnTo>
                  <a:close/>
                </a:path>
                <a:path w="181610" h="294639">
                  <a:moveTo>
                    <a:pt x="181451" y="289845"/>
                  </a:moveTo>
                  <a:lnTo>
                    <a:pt x="149447" y="289845"/>
                  </a:lnTo>
                  <a:lnTo>
                    <a:pt x="149447" y="256317"/>
                  </a:lnTo>
                  <a:lnTo>
                    <a:pt x="181451" y="256317"/>
                  </a:lnTo>
                  <a:lnTo>
                    <a:pt x="181451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0" name="object 7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573017" y="4153661"/>
            <a:ext cx="169259" cy="204406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49928" y="4731829"/>
            <a:ext cx="109823" cy="111347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1297584" y="4557902"/>
            <a:ext cx="1334770" cy="436880"/>
          </a:xfrm>
          <a:custGeom>
            <a:avLst/>
            <a:gdLst/>
            <a:ahLst/>
            <a:cxnLst/>
            <a:rect l="l" t="t" r="r" b="b"/>
            <a:pathLst>
              <a:path w="1334770" h="436879">
                <a:moveTo>
                  <a:pt x="218122" y="369201"/>
                </a:moveTo>
                <a:lnTo>
                  <a:pt x="181063" y="338620"/>
                </a:lnTo>
                <a:lnTo>
                  <a:pt x="162356" y="323024"/>
                </a:lnTo>
                <a:lnTo>
                  <a:pt x="144868" y="308140"/>
                </a:lnTo>
                <a:lnTo>
                  <a:pt x="155587" y="286804"/>
                </a:lnTo>
                <a:lnTo>
                  <a:pt x="162674" y="272694"/>
                </a:lnTo>
                <a:lnTo>
                  <a:pt x="177152" y="230352"/>
                </a:lnTo>
                <a:lnTo>
                  <a:pt x="188480" y="181152"/>
                </a:lnTo>
                <a:lnTo>
                  <a:pt x="196786" y="125069"/>
                </a:lnTo>
                <a:lnTo>
                  <a:pt x="196786" y="93065"/>
                </a:lnTo>
                <a:lnTo>
                  <a:pt x="161734" y="93065"/>
                </a:lnTo>
                <a:lnTo>
                  <a:pt x="161734" y="126593"/>
                </a:lnTo>
                <a:lnTo>
                  <a:pt x="155422" y="174371"/>
                </a:lnTo>
                <a:lnTo>
                  <a:pt x="145834" y="216992"/>
                </a:lnTo>
                <a:lnTo>
                  <a:pt x="133134" y="254457"/>
                </a:lnTo>
                <a:lnTo>
                  <a:pt x="117436" y="286804"/>
                </a:lnTo>
                <a:lnTo>
                  <a:pt x="102844" y="274739"/>
                </a:lnTo>
                <a:lnTo>
                  <a:pt x="88671" y="263512"/>
                </a:lnTo>
                <a:lnTo>
                  <a:pt x="74790" y="252857"/>
                </a:lnTo>
                <a:lnTo>
                  <a:pt x="61048" y="242519"/>
                </a:lnTo>
                <a:lnTo>
                  <a:pt x="69672" y="214769"/>
                </a:lnTo>
                <a:lnTo>
                  <a:pt x="77431" y="186309"/>
                </a:lnTo>
                <a:lnTo>
                  <a:pt x="84632" y="156959"/>
                </a:lnTo>
                <a:lnTo>
                  <a:pt x="91528" y="126593"/>
                </a:lnTo>
                <a:lnTo>
                  <a:pt x="161734" y="126593"/>
                </a:lnTo>
                <a:lnTo>
                  <a:pt x="161734" y="93065"/>
                </a:lnTo>
                <a:lnTo>
                  <a:pt x="99148" y="93065"/>
                </a:lnTo>
                <a:lnTo>
                  <a:pt x="103466" y="72212"/>
                </a:lnTo>
                <a:lnTo>
                  <a:pt x="107340" y="50914"/>
                </a:lnTo>
                <a:lnTo>
                  <a:pt x="110947" y="29337"/>
                </a:lnTo>
                <a:lnTo>
                  <a:pt x="114388" y="7620"/>
                </a:lnTo>
                <a:lnTo>
                  <a:pt x="77812" y="1524"/>
                </a:lnTo>
                <a:lnTo>
                  <a:pt x="74371" y="25260"/>
                </a:lnTo>
                <a:lnTo>
                  <a:pt x="70764" y="48437"/>
                </a:lnTo>
                <a:lnTo>
                  <a:pt x="66890" y="71043"/>
                </a:lnTo>
                <a:lnTo>
                  <a:pt x="62572" y="93065"/>
                </a:lnTo>
                <a:lnTo>
                  <a:pt x="1524" y="93065"/>
                </a:lnTo>
                <a:lnTo>
                  <a:pt x="1524" y="126593"/>
                </a:lnTo>
                <a:lnTo>
                  <a:pt x="56476" y="126593"/>
                </a:lnTo>
                <a:lnTo>
                  <a:pt x="48463" y="159270"/>
                </a:lnTo>
                <a:lnTo>
                  <a:pt x="40284" y="191071"/>
                </a:lnTo>
                <a:lnTo>
                  <a:pt x="31838" y="222275"/>
                </a:lnTo>
                <a:lnTo>
                  <a:pt x="22948" y="253187"/>
                </a:lnTo>
                <a:lnTo>
                  <a:pt x="41503" y="267500"/>
                </a:lnTo>
                <a:lnTo>
                  <a:pt x="60477" y="282790"/>
                </a:lnTo>
                <a:lnTo>
                  <a:pt x="79743" y="298919"/>
                </a:lnTo>
                <a:lnTo>
                  <a:pt x="99148" y="315760"/>
                </a:lnTo>
                <a:lnTo>
                  <a:pt x="78320" y="339826"/>
                </a:lnTo>
                <a:lnTo>
                  <a:pt x="54762" y="361911"/>
                </a:lnTo>
                <a:lnTo>
                  <a:pt x="28600" y="382282"/>
                </a:lnTo>
                <a:lnTo>
                  <a:pt x="0" y="401205"/>
                </a:lnTo>
                <a:lnTo>
                  <a:pt x="5689" y="409816"/>
                </a:lnTo>
                <a:lnTo>
                  <a:pt x="11252" y="417588"/>
                </a:lnTo>
                <a:lnTo>
                  <a:pt x="16548" y="424776"/>
                </a:lnTo>
                <a:lnTo>
                  <a:pt x="21424" y="431685"/>
                </a:lnTo>
                <a:lnTo>
                  <a:pt x="50914" y="412013"/>
                </a:lnTo>
                <a:lnTo>
                  <a:pt x="77812" y="389763"/>
                </a:lnTo>
                <a:lnTo>
                  <a:pt x="102438" y="365201"/>
                </a:lnTo>
                <a:lnTo>
                  <a:pt x="125056" y="338620"/>
                </a:lnTo>
                <a:lnTo>
                  <a:pt x="141109" y="352640"/>
                </a:lnTo>
                <a:lnTo>
                  <a:pt x="157302" y="367245"/>
                </a:lnTo>
                <a:lnTo>
                  <a:pt x="173786" y="382422"/>
                </a:lnTo>
                <a:lnTo>
                  <a:pt x="190690" y="398157"/>
                </a:lnTo>
                <a:lnTo>
                  <a:pt x="218122" y="369201"/>
                </a:lnTo>
                <a:close/>
              </a:path>
              <a:path w="1334770" h="436879">
                <a:moveTo>
                  <a:pt x="408724" y="53441"/>
                </a:moveTo>
                <a:lnTo>
                  <a:pt x="375196" y="53441"/>
                </a:lnTo>
                <a:lnTo>
                  <a:pt x="375196" y="86969"/>
                </a:lnTo>
                <a:lnTo>
                  <a:pt x="375196" y="347764"/>
                </a:lnTo>
                <a:lnTo>
                  <a:pt x="269938" y="347764"/>
                </a:lnTo>
                <a:lnTo>
                  <a:pt x="269938" y="86969"/>
                </a:lnTo>
                <a:lnTo>
                  <a:pt x="375196" y="86969"/>
                </a:lnTo>
                <a:lnTo>
                  <a:pt x="375196" y="53441"/>
                </a:lnTo>
                <a:lnTo>
                  <a:pt x="236410" y="53441"/>
                </a:lnTo>
                <a:lnTo>
                  <a:pt x="236410" y="416445"/>
                </a:lnTo>
                <a:lnTo>
                  <a:pt x="269938" y="416445"/>
                </a:lnTo>
                <a:lnTo>
                  <a:pt x="269938" y="378345"/>
                </a:lnTo>
                <a:lnTo>
                  <a:pt x="375196" y="378345"/>
                </a:lnTo>
                <a:lnTo>
                  <a:pt x="375196" y="413397"/>
                </a:lnTo>
                <a:lnTo>
                  <a:pt x="408724" y="413397"/>
                </a:lnTo>
                <a:lnTo>
                  <a:pt x="408724" y="378345"/>
                </a:lnTo>
                <a:lnTo>
                  <a:pt x="408724" y="347764"/>
                </a:lnTo>
                <a:lnTo>
                  <a:pt x="408724" y="86969"/>
                </a:lnTo>
                <a:lnTo>
                  <a:pt x="408724" y="53441"/>
                </a:lnTo>
                <a:close/>
              </a:path>
              <a:path w="1334770" h="436879">
                <a:moveTo>
                  <a:pt x="578065" y="13716"/>
                </a:moveTo>
                <a:lnTo>
                  <a:pt x="542925" y="3048"/>
                </a:lnTo>
                <a:lnTo>
                  <a:pt x="528840" y="48996"/>
                </a:lnTo>
                <a:lnTo>
                  <a:pt x="512203" y="93383"/>
                </a:lnTo>
                <a:lnTo>
                  <a:pt x="493001" y="136156"/>
                </a:lnTo>
                <a:lnTo>
                  <a:pt x="471233" y="177253"/>
                </a:lnTo>
                <a:lnTo>
                  <a:pt x="446913" y="216611"/>
                </a:lnTo>
                <a:lnTo>
                  <a:pt x="451434" y="225755"/>
                </a:lnTo>
                <a:lnTo>
                  <a:pt x="455676" y="234899"/>
                </a:lnTo>
                <a:lnTo>
                  <a:pt x="459346" y="244043"/>
                </a:lnTo>
                <a:lnTo>
                  <a:pt x="462153" y="253187"/>
                </a:lnTo>
                <a:lnTo>
                  <a:pt x="474459" y="235724"/>
                </a:lnTo>
                <a:lnTo>
                  <a:pt x="486346" y="217563"/>
                </a:lnTo>
                <a:lnTo>
                  <a:pt x="497941" y="198526"/>
                </a:lnTo>
                <a:lnTo>
                  <a:pt x="509397" y="178511"/>
                </a:lnTo>
                <a:lnTo>
                  <a:pt x="509397" y="433209"/>
                </a:lnTo>
                <a:lnTo>
                  <a:pt x="542925" y="433209"/>
                </a:lnTo>
                <a:lnTo>
                  <a:pt x="542925" y="178511"/>
                </a:lnTo>
                <a:lnTo>
                  <a:pt x="542925" y="108305"/>
                </a:lnTo>
                <a:lnTo>
                  <a:pt x="552043" y="86029"/>
                </a:lnTo>
                <a:lnTo>
                  <a:pt x="561035" y="62725"/>
                </a:lnTo>
                <a:lnTo>
                  <a:pt x="569760" y="38569"/>
                </a:lnTo>
                <a:lnTo>
                  <a:pt x="578065" y="13716"/>
                </a:lnTo>
                <a:close/>
              </a:path>
              <a:path w="1334770" h="436879">
                <a:moveTo>
                  <a:pt x="751903" y="128117"/>
                </a:moveTo>
                <a:lnTo>
                  <a:pt x="719899" y="128117"/>
                </a:lnTo>
                <a:lnTo>
                  <a:pt x="719899" y="160223"/>
                </a:lnTo>
                <a:lnTo>
                  <a:pt x="719899" y="271564"/>
                </a:lnTo>
                <a:lnTo>
                  <a:pt x="634466" y="271564"/>
                </a:lnTo>
                <a:lnTo>
                  <a:pt x="634466" y="160223"/>
                </a:lnTo>
                <a:lnTo>
                  <a:pt x="719899" y="160223"/>
                </a:lnTo>
                <a:lnTo>
                  <a:pt x="719899" y="128117"/>
                </a:lnTo>
                <a:lnTo>
                  <a:pt x="603986" y="128117"/>
                </a:lnTo>
                <a:lnTo>
                  <a:pt x="603986" y="324904"/>
                </a:lnTo>
                <a:lnTo>
                  <a:pt x="634466" y="324904"/>
                </a:lnTo>
                <a:lnTo>
                  <a:pt x="634466" y="302044"/>
                </a:lnTo>
                <a:lnTo>
                  <a:pt x="751903" y="302044"/>
                </a:lnTo>
                <a:lnTo>
                  <a:pt x="751903" y="271564"/>
                </a:lnTo>
                <a:lnTo>
                  <a:pt x="751903" y="160223"/>
                </a:lnTo>
                <a:lnTo>
                  <a:pt x="751903" y="128117"/>
                </a:lnTo>
                <a:close/>
              </a:path>
              <a:path w="1334770" h="436879">
                <a:moveTo>
                  <a:pt x="884593" y="35052"/>
                </a:moveTo>
                <a:lnTo>
                  <a:pt x="591781" y="35052"/>
                </a:lnTo>
                <a:lnTo>
                  <a:pt x="591781" y="67157"/>
                </a:lnTo>
                <a:lnTo>
                  <a:pt x="812863" y="67157"/>
                </a:lnTo>
                <a:lnTo>
                  <a:pt x="812863" y="358432"/>
                </a:lnTo>
                <a:lnTo>
                  <a:pt x="810628" y="374484"/>
                </a:lnTo>
                <a:lnTo>
                  <a:pt x="804100" y="385953"/>
                </a:lnTo>
                <a:lnTo>
                  <a:pt x="793572" y="392811"/>
                </a:lnTo>
                <a:lnTo>
                  <a:pt x="779335" y="395109"/>
                </a:lnTo>
                <a:lnTo>
                  <a:pt x="763041" y="394817"/>
                </a:lnTo>
                <a:lnTo>
                  <a:pt x="746175" y="393966"/>
                </a:lnTo>
                <a:lnTo>
                  <a:pt x="728713" y="392531"/>
                </a:lnTo>
                <a:lnTo>
                  <a:pt x="710666" y="390537"/>
                </a:lnTo>
                <a:lnTo>
                  <a:pt x="712736" y="401408"/>
                </a:lnTo>
                <a:lnTo>
                  <a:pt x="714362" y="411302"/>
                </a:lnTo>
                <a:lnTo>
                  <a:pt x="715683" y="420319"/>
                </a:lnTo>
                <a:lnTo>
                  <a:pt x="716851" y="428637"/>
                </a:lnTo>
                <a:lnTo>
                  <a:pt x="786955" y="428637"/>
                </a:lnTo>
                <a:lnTo>
                  <a:pt x="831532" y="412445"/>
                </a:lnTo>
                <a:lnTo>
                  <a:pt x="846391" y="363105"/>
                </a:lnTo>
                <a:lnTo>
                  <a:pt x="846391" y="67157"/>
                </a:lnTo>
                <a:lnTo>
                  <a:pt x="884593" y="67157"/>
                </a:lnTo>
                <a:lnTo>
                  <a:pt x="884593" y="35052"/>
                </a:lnTo>
                <a:close/>
              </a:path>
              <a:path w="1334770" h="436879">
                <a:moveTo>
                  <a:pt x="968400" y="149453"/>
                </a:moveTo>
                <a:lnTo>
                  <a:pt x="956386" y="126568"/>
                </a:lnTo>
                <a:lnTo>
                  <a:pt x="945349" y="105829"/>
                </a:lnTo>
                <a:lnTo>
                  <a:pt x="935189" y="87083"/>
                </a:lnTo>
                <a:lnTo>
                  <a:pt x="925728" y="70205"/>
                </a:lnTo>
                <a:lnTo>
                  <a:pt x="896772" y="86969"/>
                </a:lnTo>
                <a:lnTo>
                  <a:pt x="905332" y="102158"/>
                </a:lnTo>
                <a:lnTo>
                  <a:pt x="914869" y="120510"/>
                </a:lnTo>
                <a:lnTo>
                  <a:pt x="925283" y="142303"/>
                </a:lnTo>
                <a:lnTo>
                  <a:pt x="936396" y="167843"/>
                </a:lnTo>
                <a:lnTo>
                  <a:pt x="968400" y="149453"/>
                </a:lnTo>
                <a:close/>
              </a:path>
              <a:path w="1334770" h="436879">
                <a:moveTo>
                  <a:pt x="1009650" y="6096"/>
                </a:moveTo>
                <a:lnTo>
                  <a:pt x="976020" y="6096"/>
                </a:lnTo>
                <a:lnTo>
                  <a:pt x="976020" y="218135"/>
                </a:lnTo>
                <a:lnTo>
                  <a:pt x="953731" y="242404"/>
                </a:lnTo>
                <a:lnTo>
                  <a:pt x="932586" y="264845"/>
                </a:lnTo>
                <a:lnTo>
                  <a:pt x="912583" y="285292"/>
                </a:lnTo>
                <a:lnTo>
                  <a:pt x="893724" y="303568"/>
                </a:lnTo>
                <a:lnTo>
                  <a:pt x="916584" y="335572"/>
                </a:lnTo>
                <a:lnTo>
                  <a:pt x="931443" y="317576"/>
                </a:lnTo>
                <a:lnTo>
                  <a:pt x="946302" y="300139"/>
                </a:lnTo>
                <a:lnTo>
                  <a:pt x="961161" y="283286"/>
                </a:lnTo>
                <a:lnTo>
                  <a:pt x="976020" y="266992"/>
                </a:lnTo>
                <a:lnTo>
                  <a:pt x="976020" y="436257"/>
                </a:lnTo>
                <a:lnTo>
                  <a:pt x="1009650" y="436257"/>
                </a:lnTo>
                <a:lnTo>
                  <a:pt x="1009650" y="266992"/>
                </a:lnTo>
                <a:lnTo>
                  <a:pt x="1009650" y="6096"/>
                </a:lnTo>
                <a:close/>
              </a:path>
              <a:path w="1334770" h="436879">
                <a:moveTo>
                  <a:pt x="1163675" y="343192"/>
                </a:moveTo>
                <a:lnTo>
                  <a:pt x="1104138" y="279184"/>
                </a:lnTo>
                <a:lnTo>
                  <a:pt x="1079754" y="298996"/>
                </a:lnTo>
                <a:lnTo>
                  <a:pt x="1107960" y="331965"/>
                </a:lnTo>
                <a:lnTo>
                  <a:pt x="1122222" y="348970"/>
                </a:lnTo>
                <a:lnTo>
                  <a:pt x="1136243" y="366153"/>
                </a:lnTo>
                <a:lnTo>
                  <a:pt x="1163675" y="343192"/>
                </a:lnTo>
                <a:close/>
              </a:path>
              <a:path w="1334770" h="436879">
                <a:moveTo>
                  <a:pt x="1313116" y="53441"/>
                </a:moveTo>
                <a:lnTo>
                  <a:pt x="1139291" y="53441"/>
                </a:lnTo>
                <a:lnTo>
                  <a:pt x="1148194" y="44221"/>
                </a:lnTo>
                <a:lnTo>
                  <a:pt x="1156817" y="34874"/>
                </a:lnTo>
                <a:lnTo>
                  <a:pt x="1165428" y="25273"/>
                </a:lnTo>
                <a:lnTo>
                  <a:pt x="1174343" y="15240"/>
                </a:lnTo>
                <a:lnTo>
                  <a:pt x="1143863" y="0"/>
                </a:lnTo>
                <a:lnTo>
                  <a:pt x="1117460" y="31140"/>
                </a:lnTo>
                <a:lnTo>
                  <a:pt x="1088529" y="60439"/>
                </a:lnTo>
                <a:lnTo>
                  <a:pt x="1056754" y="87744"/>
                </a:lnTo>
                <a:lnTo>
                  <a:pt x="1021842" y="112877"/>
                </a:lnTo>
                <a:lnTo>
                  <a:pt x="1028179" y="119468"/>
                </a:lnTo>
                <a:lnTo>
                  <a:pt x="1033653" y="125641"/>
                </a:lnTo>
                <a:lnTo>
                  <a:pt x="1038555" y="131521"/>
                </a:lnTo>
                <a:lnTo>
                  <a:pt x="1043178" y="137261"/>
                </a:lnTo>
                <a:lnTo>
                  <a:pt x="1061161" y="123571"/>
                </a:lnTo>
                <a:lnTo>
                  <a:pt x="1078420" y="110020"/>
                </a:lnTo>
                <a:lnTo>
                  <a:pt x="1094828" y="96761"/>
                </a:lnTo>
                <a:lnTo>
                  <a:pt x="1110234" y="83921"/>
                </a:lnTo>
                <a:lnTo>
                  <a:pt x="1271968" y="83921"/>
                </a:lnTo>
                <a:lnTo>
                  <a:pt x="1250200" y="102755"/>
                </a:lnTo>
                <a:lnTo>
                  <a:pt x="1226159" y="120307"/>
                </a:lnTo>
                <a:lnTo>
                  <a:pt x="1199870" y="136423"/>
                </a:lnTo>
                <a:lnTo>
                  <a:pt x="1171295" y="150977"/>
                </a:lnTo>
                <a:lnTo>
                  <a:pt x="1160195" y="141528"/>
                </a:lnTo>
                <a:lnTo>
                  <a:pt x="1133957" y="120332"/>
                </a:lnTo>
                <a:lnTo>
                  <a:pt x="1119378" y="108305"/>
                </a:lnTo>
                <a:lnTo>
                  <a:pt x="1096518" y="128117"/>
                </a:lnTo>
                <a:lnTo>
                  <a:pt x="1109433" y="138125"/>
                </a:lnTo>
                <a:lnTo>
                  <a:pt x="1120952" y="147561"/>
                </a:lnTo>
                <a:lnTo>
                  <a:pt x="1131316" y="156451"/>
                </a:lnTo>
                <a:lnTo>
                  <a:pt x="1140815" y="164795"/>
                </a:lnTo>
                <a:lnTo>
                  <a:pt x="1115923" y="173647"/>
                </a:lnTo>
                <a:lnTo>
                  <a:pt x="1089482" y="181940"/>
                </a:lnTo>
                <a:lnTo>
                  <a:pt x="1061631" y="189649"/>
                </a:lnTo>
                <a:lnTo>
                  <a:pt x="1032510" y="196799"/>
                </a:lnTo>
                <a:lnTo>
                  <a:pt x="1036154" y="204558"/>
                </a:lnTo>
                <a:lnTo>
                  <a:pt x="1039939" y="212039"/>
                </a:lnTo>
                <a:lnTo>
                  <a:pt x="1043444" y="219506"/>
                </a:lnTo>
                <a:lnTo>
                  <a:pt x="1046226" y="227279"/>
                </a:lnTo>
                <a:lnTo>
                  <a:pt x="1110792" y="208610"/>
                </a:lnTo>
                <a:lnTo>
                  <a:pt x="1167282" y="187731"/>
                </a:lnTo>
                <a:lnTo>
                  <a:pt x="1215605" y="164795"/>
                </a:lnTo>
                <a:lnTo>
                  <a:pt x="1256131" y="139712"/>
                </a:lnTo>
                <a:lnTo>
                  <a:pt x="1288592" y="112737"/>
                </a:lnTo>
                <a:lnTo>
                  <a:pt x="1313116" y="83921"/>
                </a:lnTo>
                <a:lnTo>
                  <a:pt x="1313116" y="53441"/>
                </a:lnTo>
                <a:close/>
              </a:path>
              <a:path w="1334770" h="436879">
                <a:moveTo>
                  <a:pt x="1334452" y="239471"/>
                </a:moveTo>
                <a:lnTo>
                  <a:pt x="1270444" y="239471"/>
                </a:lnTo>
                <a:lnTo>
                  <a:pt x="1270444" y="184607"/>
                </a:lnTo>
                <a:lnTo>
                  <a:pt x="1235303" y="184607"/>
                </a:lnTo>
                <a:lnTo>
                  <a:pt x="1235303" y="239471"/>
                </a:lnTo>
                <a:lnTo>
                  <a:pt x="1030986" y="239471"/>
                </a:lnTo>
                <a:lnTo>
                  <a:pt x="1030986" y="270040"/>
                </a:lnTo>
                <a:lnTo>
                  <a:pt x="1235303" y="270040"/>
                </a:lnTo>
                <a:lnTo>
                  <a:pt x="1235303" y="363105"/>
                </a:lnTo>
                <a:lnTo>
                  <a:pt x="1233589" y="376224"/>
                </a:lnTo>
                <a:lnTo>
                  <a:pt x="1228445" y="385775"/>
                </a:lnTo>
                <a:lnTo>
                  <a:pt x="1219873" y="391604"/>
                </a:lnTo>
                <a:lnTo>
                  <a:pt x="1207871" y="393585"/>
                </a:lnTo>
                <a:lnTo>
                  <a:pt x="1195819" y="393319"/>
                </a:lnTo>
                <a:lnTo>
                  <a:pt x="1182344" y="392633"/>
                </a:lnTo>
                <a:lnTo>
                  <a:pt x="1149959" y="390537"/>
                </a:lnTo>
                <a:lnTo>
                  <a:pt x="1151978" y="400532"/>
                </a:lnTo>
                <a:lnTo>
                  <a:pt x="1153579" y="409968"/>
                </a:lnTo>
                <a:lnTo>
                  <a:pt x="1154887" y="418820"/>
                </a:lnTo>
                <a:lnTo>
                  <a:pt x="1156055" y="427113"/>
                </a:lnTo>
                <a:lnTo>
                  <a:pt x="1218539" y="427113"/>
                </a:lnTo>
                <a:lnTo>
                  <a:pt x="1257630" y="413397"/>
                </a:lnTo>
                <a:lnTo>
                  <a:pt x="1270444" y="372249"/>
                </a:lnTo>
                <a:lnTo>
                  <a:pt x="1270444" y="270040"/>
                </a:lnTo>
                <a:lnTo>
                  <a:pt x="1334452" y="270040"/>
                </a:lnTo>
                <a:lnTo>
                  <a:pt x="1334452" y="23947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2799778" y="4617973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29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799778" y="4617973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410" y="0"/>
                </a:moveTo>
                <a:lnTo>
                  <a:pt x="199732" y="0"/>
                </a:lnTo>
                <a:lnTo>
                  <a:pt x="199732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086570" y="4617948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80" y="313690"/>
                </a:lnTo>
                <a:lnTo>
                  <a:pt x="126580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353371" y="4617434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03"/>
                </a:lnTo>
                <a:lnTo>
                  <a:pt x="284607" y="76021"/>
                </a:lnTo>
                <a:lnTo>
                  <a:pt x="286702" y="42672"/>
                </a:lnTo>
                <a:lnTo>
                  <a:pt x="280987" y="60769"/>
                </a:lnTo>
                <a:lnTo>
                  <a:pt x="277558" y="73152"/>
                </a:lnTo>
                <a:lnTo>
                  <a:pt x="169259" y="314229"/>
                </a:lnTo>
                <a:lnTo>
                  <a:pt x="150971" y="314229"/>
                </a:lnTo>
                <a:lnTo>
                  <a:pt x="41950" y="69246"/>
                </a:lnTo>
                <a:lnTo>
                  <a:pt x="39635" y="62103"/>
                </a:lnTo>
                <a:lnTo>
                  <a:pt x="37339" y="53244"/>
                </a:lnTo>
                <a:lnTo>
                  <a:pt x="35052" y="42672"/>
                </a:lnTo>
                <a:lnTo>
                  <a:pt x="33528" y="42672"/>
                </a:lnTo>
                <a:lnTo>
                  <a:pt x="36314" y="84931"/>
                </a:lnTo>
                <a:lnTo>
                  <a:pt x="36576" y="314229"/>
                </a:ln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61639" y="257746"/>
                </a:lnTo>
                <a:lnTo>
                  <a:pt x="169830" y="235267"/>
                </a:lnTo>
                <a:lnTo>
                  <a:pt x="173426" y="226456"/>
                </a:lnTo>
                <a:lnTo>
                  <a:pt x="176879" y="219646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755987" y="4617440"/>
            <a:ext cx="398145" cy="314325"/>
          </a:xfrm>
          <a:custGeom>
            <a:avLst/>
            <a:gdLst/>
            <a:ahLst/>
            <a:cxnLst/>
            <a:rect l="l" t="t" r="r" b="b"/>
            <a:pathLst>
              <a:path w="398145" h="314325">
                <a:moveTo>
                  <a:pt x="163169" y="282219"/>
                </a:moveTo>
                <a:lnTo>
                  <a:pt x="38100" y="282219"/>
                </a:lnTo>
                <a:lnTo>
                  <a:pt x="38100" y="279"/>
                </a:lnTo>
                <a:lnTo>
                  <a:pt x="0" y="279"/>
                </a:lnTo>
                <a:lnTo>
                  <a:pt x="0" y="282219"/>
                </a:lnTo>
                <a:lnTo>
                  <a:pt x="0" y="313969"/>
                </a:lnTo>
                <a:lnTo>
                  <a:pt x="163169" y="313969"/>
                </a:lnTo>
                <a:lnTo>
                  <a:pt x="163169" y="282219"/>
                </a:lnTo>
                <a:close/>
              </a:path>
              <a:path w="398145" h="314325">
                <a:moveTo>
                  <a:pt x="398056" y="207454"/>
                </a:moveTo>
                <a:lnTo>
                  <a:pt x="358419" y="207454"/>
                </a:lnTo>
                <a:lnTo>
                  <a:pt x="358419" y="54864"/>
                </a:lnTo>
                <a:lnTo>
                  <a:pt x="358419" y="0"/>
                </a:lnTo>
                <a:lnTo>
                  <a:pt x="323278" y="0"/>
                </a:lnTo>
                <a:lnTo>
                  <a:pt x="323278" y="54864"/>
                </a:lnTo>
                <a:lnTo>
                  <a:pt x="323278" y="207454"/>
                </a:lnTo>
                <a:lnTo>
                  <a:pt x="215074" y="207454"/>
                </a:lnTo>
                <a:lnTo>
                  <a:pt x="220789" y="201218"/>
                </a:lnTo>
                <a:lnTo>
                  <a:pt x="226504" y="194259"/>
                </a:lnTo>
                <a:lnTo>
                  <a:pt x="232219" y="187020"/>
                </a:lnTo>
                <a:lnTo>
                  <a:pt x="237934" y="179933"/>
                </a:lnTo>
                <a:lnTo>
                  <a:pt x="244551" y="171907"/>
                </a:lnTo>
                <a:lnTo>
                  <a:pt x="250888" y="163741"/>
                </a:lnTo>
                <a:lnTo>
                  <a:pt x="277558" y="126974"/>
                </a:lnTo>
                <a:lnTo>
                  <a:pt x="291274" y="105257"/>
                </a:lnTo>
                <a:lnTo>
                  <a:pt x="299059" y="93484"/>
                </a:lnTo>
                <a:lnTo>
                  <a:pt x="306705" y="81165"/>
                </a:lnTo>
                <a:lnTo>
                  <a:pt x="314629" y="68300"/>
                </a:lnTo>
                <a:lnTo>
                  <a:pt x="323278" y="54864"/>
                </a:lnTo>
                <a:lnTo>
                  <a:pt x="323278" y="0"/>
                </a:lnTo>
                <a:lnTo>
                  <a:pt x="320230" y="0"/>
                </a:lnTo>
                <a:lnTo>
                  <a:pt x="314223" y="12814"/>
                </a:lnTo>
                <a:lnTo>
                  <a:pt x="307657" y="25908"/>
                </a:lnTo>
                <a:lnTo>
                  <a:pt x="284530" y="65532"/>
                </a:lnTo>
                <a:lnTo>
                  <a:pt x="257746" y="106781"/>
                </a:lnTo>
                <a:lnTo>
                  <a:pt x="226885" y="147281"/>
                </a:lnTo>
                <a:lnTo>
                  <a:pt x="216598" y="160121"/>
                </a:lnTo>
                <a:lnTo>
                  <a:pt x="206298" y="173545"/>
                </a:lnTo>
                <a:lnTo>
                  <a:pt x="195973" y="186410"/>
                </a:lnTo>
                <a:lnTo>
                  <a:pt x="185661" y="198729"/>
                </a:lnTo>
                <a:lnTo>
                  <a:pt x="175348" y="210502"/>
                </a:lnTo>
                <a:lnTo>
                  <a:pt x="175348" y="240982"/>
                </a:lnTo>
                <a:lnTo>
                  <a:pt x="323278" y="240982"/>
                </a:lnTo>
                <a:lnTo>
                  <a:pt x="323278" y="314236"/>
                </a:lnTo>
                <a:lnTo>
                  <a:pt x="358419" y="314236"/>
                </a:lnTo>
                <a:lnTo>
                  <a:pt x="358419" y="240982"/>
                </a:lnTo>
                <a:lnTo>
                  <a:pt x="398056" y="240982"/>
                </a:lnTo>
                <a:lnTo>
                  <a:pt x="398056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4298912" y="4556378"/>
            <a:ext cx="2231390" cy="436880"/>
          </a:xfrm>
          <a:custGeom>
            <a:avLst/>
            <a:gdLst/>
            <a:ahLst/>
            <a:cxnLst/>
            <a:rect l="l" t="t" r="r" b="b"/>
            <a:pathLst>
              <a:path w="2231390" h="436879">
                <a:moveTo>
                  <a:pt x="428536" y="389013"/>
                </a:moveTo>
                <a:lnTo>
                  <a:pt x="369658" y="371297"/>
                </a:lnTo>
                <a:lnTo>
                  <a:pt x="319100" y="352577"/>
                </a:lnTo>
                <a:lnTo>
                  <a:pt x="285927" y="337096"/>
                </a:lnTo>
                <a:lnTo>
                  <a:pt x="277126" y="332994"/>
                </a:lnTo>
                <a:lnTo>
                  <a:pt x="244030" y="312712"/>
                </a:lnTo>
                <a:lnTo>
                  <a:pt x="264083" y="289852"/>
                </a:lnTo>
                <a:lnTo>
                  <a:pt x="272923" y="279781"/>
                </a:lnTo>
                <a:lnTo>
                  <a:pt x="297434" y="243179"/>
                </a:lnTo>
                <a:lnTo>
                  <a:pt x="317550" y="202907"/>
                </a:lnTo>
                <a:lnTo>
                  <a:pt x="333273" y="158953"/>
                </a:lnTo>
                <a:lnTo>
                  <a:pt x="344614" y="111353"/>
                </a:lnTo>
                <a:lnTo>
                  <a:pt x="425488" y="111353"/>
                </a:lnTo>
                <a:lnTo>
                  <a:pt x="425488" y="79349"/>
                </a:lnTo>
                <a:lnTo>
                  <a:pt x="306514" y="79349"/>
                </a:lnTo>
                <a:lnTo>
                  <a:pt x="306514" y="111353"/>
                </a:lnTo>
                <a:lnTo>
                  <a:pt x="293966" y="164553"/>
                </a:lnTo>
                <a:lnTo>
                  <a:pt x="274701" y="212039"/>
                </a:lnTo>
                <a:lnTo>
                  <a:pt x="248869" y="253796"/>
                </a:lnTo>
                <a:lnTo>
                  <a:pt x="216598" y="289852"/>
                </a:lnTo>
                <a:lnTo>
                  <a:pt x="182486" y="252082"/>
                </a:lnTo>
                <a:lnTo>
                  <a:pt x="155549" y="209753"/>
                </a:lnTo>
                <a:lnTo>
                  <a:pt x="135496" y="162839"/>
                </a:lnTo>
                <a:lnTo>
                  <a:pt x="122021" y="111353"/>
                </a:lnTo>
                <a:lnTo>
                  <a:pt x="306514" y="111353"/>
                </a:lnTo>
                <a:lnTo>
                  <a:pt x="306514" y="79349"/>
                </a:lnTo>
                <a:lnTo>
                  <a:pt x="219646" y="79349"/>
                </a:lnTo>
                <a:lnTo>
                  <a:pt x="251650" y="62585"/>
                </a:lnTo>
                <a:lnTo>
                  <a:pt x="229743" y="26301"/>
                </a:lnTo>
                <a:lnTo>
                  <a:pt x="221005" y="12344"/>
                </a:lnTo>
                <a:lnTo>
                  <a:pt x="213550" y="1524"/>
                </a:lnTo>
                <a:lnTo>
                  <a:pt x="179933" y="16764"/>
                </a:lnTo>
                <a:lnTo>
                  <a:pt x="187121" y="28244"/>
                </a:lnTo>
                <a:lnTo>
                  <a:pt x="195173" y="42303"/>
                </a:lnTo>
                <a:lnTo>
                  <a:pt x="204393" y="59245"/>
                </a:lnTo>
                <a:lnTo>
                  <a:pt x="215074" y="79349"/>
                </a:lnTo>
                <a:lnTo>
                  <a:pt x="4572" y="79349"/>
                </a:lnTo>
                <a:lnTo>
                  <a:pt x="4572" y="111353"/>
                </a:lnTo>
                <a:lnTo>
                  <a:pt x="86969" y="111353"/>
                </a:lnTo>
                <a:lnTo>
                  <a:pt x="98310" y="156006"/>
                </a:lnTo>
                <a:lnTo>
                  <a:pt x="114122" y="198386"/>
                </a:lnTo>
                <a:lnTo>
                  <a:pt x="134480" y="238417"/>
                </a:lnTo>
                <a:lnTo>
                  <a:pt x="159435" y="276034"/>
                </a:lnTo>
                <a:lnTo>
                  <a:pt x="189077" y="311188"/>
                </a:lnTo>
                <a:lnTo>
                  <a:pt x="153327" y="334391"/>
                </a:lnTo>
                <a:lnTo>
                  <a:pt x="110007" y="356196"/>
                </a:lnTo>
                <a:lnTo>
                  <a:pt x="58940" y="376847"/>
                </a:lnTo>
                <a:lnTo>
                  <a:pt x="0" y="396633"/>
                </a:lnTo>
                <a:lnTo>
                  <a:pt x="7696" y="405511"/>
                </a:lnTo>
                <a:lnTo>
                  <a:pt x="14668" y="413969"/>
                </a:lnTo>
                <a:lnTo>
                  <a:pt x="20789" y="422135"/>
                </a:lnTo>
                <a:lnTo>
                  <a:pt x="25908" y="430161"/>
                </a:lnTo>
                <a:lnTo>
                  <a:pt x="86779" y="406412"/>
                </a:lnTo>
                <a:lnTo>
                  <a:pt x="138785" y="383095"/>
                </a:lnTo>
                <a:lnTo>
                  <a:pt x="181635" y="360032"/>
                </a:lnTo>
                <a:lnTo>
                  <a:pt x="215074" y="337096"/>
                </a:lnTo>
                <a:lnTo>
                  <a:pt x="248793" y="359981"/>
                </a:lnTo>
                <a:lnTo>
                  <a:pt x="290525" y="382714"/>
                </a:lnTo>
                <a:lnTo>
                  <a:pt x="340271" y="405130"/>
                </a:lnTo>
                <a:lnTo>
                  <a:pt x="398056" y="427113"/>
                </a:lnTo>
                <a:lnTo>
                  <a:pt x="404101" y="418795"/>
                </a:lnTo>
                <a:lnTo>
                  <a:pt x="411010" y="409778"/>
                </a:lnTo>
                <a:lnTo>
                  <a:pt x="419049" y="399884"/>
                </a:lnTo>
                <a:lnTo>
                  <a:pt x="428536" y="389013"/>
                </a:lnTo>
                <a:close/>
              </a:path>
              <a:path w="2231390" h="436879">
                <a:moveTo>
                  <a:pt x="622173" y="242506"/>
                </a:moveTo>
                <a:lnTo>
                  <a:pt x="608126" y="228219"/>
                </a:lnTo>
                <a:lnTo>
                  <a:pt x="588048" y="207454"/>
                </a:lnTo>
                <a:lnTo>
                  <a:pt x="577164" y="196215"/>
                </a:lnTo>
                <a:lnTo>
                  <a:pt x="573214" y="192214"/>
                </a:lnTo>
                <a:lnTo>
                  <a:pt x="559689" y="178498"/>
                </a:lnTo>
                <a:lnTo>
                  <a:pt x="545973" y="192214"/>
                </a:lnTo>
                <a:lnTo>
                  <a:pt x="545973" y="125069"/>
                </a:lnTo>
                <a:lnTo>
                  <a:pt x="606933" y="125069"/>
                </a:lnTo>
                <a:lnTo>
                  <a:pt x="606933" y="96113"/>
                </a:lnTo>
                <a:lnTo>
                  <a:pt x="545973" y="96113"/>
                </a:lnTo>
                <a:lnTo>
                  <a:pt x="545973" y="7620"/>
                </a:lnTo>
                <a:lnTo>
                  <a:pt x="512445" y="7620"/>
                </a:lnTo>
                <a:lnTo>
                  <a:pt x="512445" y="96113"/>
                </a:lnTo>
                <a:lnTo>
                  <a:pt x="445287" y="96113"/>
                </a:lnTo>
                <a:lnTo>
                  <a:pt x="445287" y="125069"/>
                </a:lnTo>
                <a:lnTo>
                  <a:pt x="512445" y="125069"/>
                </a:lnTo>
                <a:lnTo>
                  <a:pt x="498690" y="169418"/>
                </a:lnTo>
                <a:lnTo>
                  <a:pt x="482485" y="210883"/>
                </a:lnTo>
                <a:lnTo>
                  <a:pt x="463715" y="249504"/>
                </a:lnTo>
                <a:lnTo>
                  <a:pt x="442239" y="285280"/>
                </a:lnTo>
                <a:lnTo>
                  <a:pt x="445909" y="294449"/>
                </a:lnTo>
                <a:lnTo>
                  <a:pt x="449859" y="303758"/>
                </a:lnTo>
                <a:lnTo>
                  <a:pt x="453821" y="313359"/>
                </a:lnTo>
                <a:lnTo>
                  <a:pt x="457479" y="323380"/>
                </a:lnTo>
                <a:lnTo>
                  <a:pt x="472935" y="298196"/>
                </a:lnTo>
                <a:lnTo>
                  <a:pt x="487248" y="270560"/>
                </a:lnTo>
                <a:lnTo>
                  <a:pt x="500430" y="240360"/>
                </a:lnTo>
                <a:lnTo>
                  <a:pt x="512445" y="207454"/>
                </a:lnTo>
                <a:lnTo>
                  <a:pt x="512445" y="433209"/>
                </a:lnTo>
                <a:lnTo>
                  <a:pt x="545973" y="433209"/>
                </a:lnTo>
                <a:lnTo>
                  <a:pt x="545973" y="207454"/>
                </a:lnTo>
                <a:lnTo>
                  <a:pt x="559396" y="222326"/>
                </a:lnTo>
                <a:lnTo>
                  <a:pt x="572262" y="237185"/>
                </a:lnTo>
                <a:lnTo>
                  <a:pt x="584542" y="252082"/>
                </a:lnTo>
                <a:lnTo>
                  <a:pt x="596265" y="266992"/>
                </a:lnTo>
                <a:lnTo>
                  <a:pt x="622173" y="242506"/>
                </a:lnTo>
                <a:close/>
              </a:path>
              <a:path w="2231390" h="436879">
                <a:moveTo>
                  <a:pt x="689330" y="122021"/>
                </a:moveTo>
                <a:lnTo>
                  <a:pt x="673531" y="98285"/>
                </a:lnTo>
                <a:lnTo>
                  <a:pt x="657898" y="74955"/>
                </a:lnTo>
                <a:lnTo>
                  <a:pt x="641959" y="51904"/>
                </a:lnTo>
                <a:lnTo>
                  <a:pt x="625322" y="28956"/>
                </a:lnTo>
                <a:lnTo>
                  <a:pt x="597789" y="47244"/>
                </a:lnTo>
                <a:lnTo>
                  <a:pt x="613524" y="70421"/>
                </a:lnTo>
                <a:lnTo>
                  <a:pt x="628700" y="94005"/>
                </a:lnTo>
                <a:lnTo>
                  <a:pt x="643305" y="117856"/>
                </a:lnTo>
                <a:lnTo>
                  <a:pt x="657326" y="141833"/>
                </a:lnTo>
                <a:lnTo>
                  <a:pt x="689330" y="122021"/>
                </a:lnTo>
                <a:close/>
              </a:path>
              <a:path w="2231390" h="436879">
                <a:moveTo>
                  <a:pt x="863155" y="166306"/>
                </a:moveTo>
                <a:lnTo>
                  <a:pt x="751814" y="166306"/>
                </a:lnTo>
                <a:lnTo>
                  <a:pt x="751814" y="7620"/>
                </a:lnTo>
                <a:lnTo>
                  <a:pt x="718286" y="7620"/>
                </a:lnTo>
                <a:lnTo>
                  <a:pt x="718286" y="166306"/>
                </a:lnTo>
                <a:lnTo>
                  <a:pt x="606933" y="166306"/>
                </a:lnTo>
                <a:lnTo>
                  <a:pt x="606933" y="196786"/>
                </a:lnTo>
                <a:lnTo>
                  <a:pt x="831151" y="196786"/>
                </a:lnTo>
                <a:lnTo>
                  <a:pt x="831151" y="271564"/>
                </a:lnTo>
                <a:lnTo>
                  <a:pt x="614553" y="271564"/>
                </a:lnTo>
                <a:lnTo>
                  <a:pt x="614553" y="300520"/>
                </a:lnTo>
                <a:lnTo>
                  <a:pt x="831151" y="300520"/>
                </a:lnTo>
                <a:lnTo>
                  <a:pt x="831151" y="378333"/>
                </a:lnTo>
                <a:lnTo>
                  <a:pt x="596265" y="378333"/>
                </a:lnTo>
                <a:lnTo>
                  <a:pt x="596265" y="408825"/>
                </a:lnTo>
                <a:lnTo>
                  <a:pt x="831151" y="408825"/>
                </a:lnTo>
                <a:lnTo>
                  <a:pt x="831151" y="433209"/>
                </a:lnTo>
                <a:lnTo>
                  <a:pt x="863155" y="433209"/>
                </a:lnTo>
                <a:lnTo>
                  <a:pt x="863155" y="166306"/>
                </a:lnTo>
                <a:close/>
              </a:path>
              <a:path w="2231390" h="436879">
                <a:moveTo>
                  <a:pt x="878395" y="47244"/>
                </a:moveTo>
                <a:lnTo>
                  <a:pt x="846391" y="28956"/>
                </a:lnTo>
                <a:lnTo>
                  <a:pt x="831532" y="54711"/>
                </a:lnTo>
                <a:lnTo>
                  <a:pt x="816673" y="79146"/>
                </a:lnTo>
                <a:lnTo>
                  <a:pt x="801814" y="102133"/>
                </a:lnTo>
                <a:lnTo>
                  <a:pt x="786955" y="123545"/>
                </a:lnTo>
                <a:lnTo>
                  <a:pt x="814387" y="143357"/>
                </a:lnTo>
                <a:lnTo>
                  <a:pt x="829462" y="122021"/>
                </a:lnTo>
                <a:lnTo>
                  <a:pt x="845248" y="98767"/>
                </a:lnTo>
                <a:lnTo>
                  <a:pt x="861542" y="73875"/>
                </a:lnTo>
                <a:lnTo>
                  <a:pt x="878395" y="47244"/>
                </a:lnTo>
                <a:close/>
              </a:path>
              <a:path w="2231390" h="436879">
                <a:moveTo>
                  <a:pt x="1094994" y="294424"/>
                </a:moveTo>
                <a:lnTo>
                  <a:pt x="1026312" y="303568"/>
                </a:lnTo>
                <a:lnTo>
                  <a:pt x="1026312" y="244030"/>
                </a:lnTo>
                <a:lnTo>
                  <a:pt x="1085850" y="244030"/>
                </a:lnTo>
                <a:lnTo>
                  <a:pt x="1085850" y="215074"/>
                </a:lnTo>
                <a:lnTo>
                  <a:pt x="1026312" y="215074"/>
                </a:lnTo>
                <a:lnTo>
                  <a:pt x="1026312" y="128117"/>
                </a:lnTo>
                <a:lnTo>
                  <a:pt x="994308" y="128117"/>
                </a:lnTo>
                <a:lnTo>
                  <a:pt x="994308" y="215074"/>
                </a:lnTo>
                <a:lnTo>
                  <a:pt x="940968" y="215074"/>
                </a:lnTo>
                <a:lnTo>
                  <a:pt x="951242" y="187350"/>
                </a:lnTo>
                <a:lnTo>
                  <a:pt x="961351" y="159029"/>
                </a:lnTo>
                <a:lnTo>
                  <a:pt x="971156" y="130225"/>
                </a:lnTo>
                <a:lnTo>
                  <a:pt x="980592" y="100685"/>
                </a:lnTo>
                <a:lnTo>
                  <a:pt x="1085850" y="100685"/>
                </a:lnTo>
                <a:lnTo>
                  <a:pt x="1085850" y="71729"/>
                </a:lnTo>
                <a:lnTo>
                  <a:pt x="991260" y="71729"/>
                </a:lnTo>
                <a:lnTo>
                  <a:pt x="996073" y="55676"/>
                </a:lnTo>
                <a:lnTo>
                  <a:pt x="1006271" y="23634"/>
                </a:lnTo>
                <a:lnTo>
                  <a:pt x="1011072" y="7620"/>
                </a:lnTo>
                <a:lnTo>
                  <a:pt x="974496" y="1524"/>
                </a:lnTo>
                <a:lnTo>
                  <a:pt x="970572" y="19558"/>
                </a:lnTo>
                <a:lnTo>
                  <a:pt x="965923" y="37160"/>
                </a:lnTo>
                <a:lnTo>
                  <a:pt x="960996" y="54508"/>
                </a:lnTo>
                <a:lnTo>
                  <a:pt x="956208" y="71729"/>
                </a:lnTo>
                <a:lnTo>
                  <a:pt x="899731" y="71729"/>
                </a:lnTo>
                <a:lnTo>
                  <a:pt x="899731" y="100685"/>
                </a:lnTo>
                <a:lnTo>
                  <a:pt x="947064" y="100685"/>
                </a:lnTo>
                <a:lnTo>
                  <a:pt x="936764" y="132702"/>
                </a:lnTo>
                <a:lnTo>
                  <a:pt x="926299" y="162458"/>
                </a:lnTo>
                <a:lnTo>
                  <a:pt x="915568" y="189915"/>
                </a:lnTo>
                <a:lnTo>
                  <a:pt x="904392" y="215074"/>
                </a:lnTo>
                <a:lnTo>
                  <a:pt x="904392" y="244030"/>
                </a:lnTo>
                <a:lnTo>
                  <a:pt x="994308" y="244030"/>
                </a:lnTo>
                <a:lnTo>
                  <a:pt x="994308" y="308140"/>
                </a:lnTo>
                <a:lnTo>
                  <a:pt x="942873" y="314807"/>
                </a:lnTo>
                <a:lnTo>
                  <a:pt x="917981" y="317779"/>
                </a:lnTo>
                <a:lnTo>
                  <a:pt x="893635" y="320332"/>
                </a:lnTo>
                <a:lnTo>
                  <a:pt x="898207" y="353860"/>
                </a:lnTo>
                <a:lnTo>
                  <a:pt x="994308" y="340144"/>
                </a:lnTo>
                <a:lnTo>
                  <a:pt x="994308" y="434733"/>
                </a:lnTo>
                <a:lnTo>
                  <a:pt x="1026312" y="434733"/>
                </a:lnTo>
                <a:lnTo>
                  <a:pt x="1026312" y="340144"/>
                </a:lnTo>
                <a:lnTo>
                  <a:pt x="1026312" y="335572"/>
                </a:lnTo>
                <a:lnTo>
                  <a:pt x="1042619" y="332409"/>
                </a:lnTo>
                <a:lnTo>
                  <a:pt x="1059167" y="329666"/>
                </a:lnTo>
                <a:lnTo>
                  <a:pt x="1091946" y="324904"/>
                </a:lnTo>
                <a:lnTo>
                  <a:pt x="1092212" y="316928"/>
                </a:lnTo>
                <a:lnTo>
                  <a:pt x="1092898" y="309092"/>
                </a:lnTo>
                <a:lnTo>
                  <a:pt x="1093609" y="303568"/>
                </a:lnTo>
                <a:lnTo>
                  <a:pt x="1093876" y="301548"/>
                </a:lnTo>
                <a:lnTo>
                  <a:pt x="1094994" y="294424"/>
                </a:lnTo>
                <a:close/>
              </a:path>
              <a:path w="2231390" h="436879">
                <a:moveTo>
                  <a:pt x="1329880" y="158686"/>
                </a:moveTo>
                <a:lnTo>
                  <a:pt x="1174242" y="158686"/>
                </a:lnTo>
                <a:lnTo>
                  <a:pt x="1177912" y="144868"/>
                </a:lnTo>
                <a:lnTo>
                  <a:pt x="1181950" y="130225"/>
                </a:lnTo>
                <a:lnTo>
                  <a:pt x="1185913" y="115519"/>
                </a:lnTo>
                <a:lnTo>
                  <a:pt x="1189583" y="100685"/>
                </a:lnTo>
                <a:lnTo>
                  <a:pt x="1314551" y="100685"/>
                </a:lnTo>
                <a:lnTo>
                  <a:pt x="1314551" y="71729"/>
                </a:lnTo>
                <a:lnTo>
                  <a:pt x="1197203" y="71729"/>
                </a:lnTo>
                <a:lnTo>
                  <a:pt x="1200594" y="55676"/>
                </a:lnTo>
                <a:lnTo>
                  <a:pt x="1204252" y="38684"/>
                </a:lnTo>
                <a:lnTo>
                  <a:pt x="1208125" y="21704"/>
                </a:lnTo>
                <a:lnTo>
                  <a:pt x="1212443" y="4572"/>
                </a:lnTo>
                <a:lnTo>
                  <a:pt x="1177391" y="4572"/>
                </a:lnTo>
                <a:lnTo>
                  <a:pt x="1173873" y="21704"/>
                </a:lnTo>
                <a:lnTo>
                  <a:pt x="1170254" y="38684"/>
                </a:lnTo>
                <a:lnTo>
                  <a:pt x="1166355" y="55410"/>
                </a:lnTo>
                <a:lnTo>
                  <a:pt x="1162050" y="71729"/>
                </a:lnTo>
                <a:lnTo>
                  <a:pt x="1102614" y="71729"/>
                </a:lnTo>
                <a:lnTo>
                  <a:pt x="1102614" y="100685"/>
                </a:lnTo>
                <a:lnTo>
                  <a:pt x="1155954" y="100685"/>
                </a:lnTo>
                <a:lnTo>
                  <a:pt x="1151648" y="116166"/>
                </a:lnTo>
                <a:lnTo>
                  <a:pt x="1147940" y="130136"/>
                </a:lnTo>
                <a:lnTo>
                  <a:pt x="1144219" y="144665"/>
                </a:lnTo>
                <a:lnTo>
                  <a:pt x="1140714" y="158686"/>
                </a:lnTo>
                <a:lnTo>
                  <a:pt x="1082802" y="158686"/>
                </a:lnTo>
                <a:lnTo>
                  <a:pt x="1082802" y="189166"/>
                </a:lnTo>
                <a:lnTo>
                  <a:pt x="1133094" y="189166"/>
                </a:lnTo>
                <a:lnTo>
                  <a:pt x="1124140" y="217932"/>
                </a:lnTo>
                <a:lnTo>
                  <a:pt x="1120025" y="231825"/>
                </a:lnTo>
                <a:lnTo>
                  <a:pt x="1116330" y="245554"/>
                </a:lnTo>
                <a:lnTo>
                  <a:pt x="1116330" y="276136"/>
                </a:lnTo>
                <a:lnTo>
                  <a:pt x="1267307" y="276136"/>
                </a:lnTo>
                <a:lnTo>
                  <a:pt x="1198727" y="353860"/>
                </a:lnTo>
                <a:lnTo>
                  <a:pt x="1181265" y="342430"/>
                </a:lnTo>
                <a:lnTo>
                  <a:pt x="1163396" y="331000"/>
                </a:lnTo>
                <a:lnTo>
                  <a:pt x="1126998" y="308140"/>
                </a:lnTo>
                <a:lnTo>
                  <a:pt x="1107186" y="335572"/>
                </a:lnTo>
                <a:lnTo>
                  <a:pt x="1145514" y="359918"/>
                </a:lnTo>
                <a:lnTo>
                  <a:pt x="1182865" y="384810"/>
                </a:lnTo>
                <a:lnTo>
                  <a:pt x="1219352" y="410248"/>
                </a:lnTo>
                <a:lnTo>
                  <a:pt x="1255115" y="436257"/>
                </a:lnTo>
                <a:lnTo>
                  <a:pt x="1277975" y="407301"/>
                </a:lnTo>
                <a:lnTo>
                  <a:pt x="1265161" y="398386"/>
                </a:lnTo>
                <a:lnTo>
                  <a:pt x="1238961" y="381152"/>
                </a:lnTo>
                <a:lnTo>
                  <a:pt x="1226159" y="372249"/>
                </a:lnTo>
                <a:lnTo>
                  <a:pt x="1242441" y="353860"/>
                </a:lnTo>
                <a:lnTo>
                  <a:pt x="1309979" y="277660"/>
                </a:lnTo>
                <a:lnTo>
                  <a:pt x="1309979" y="245554"/>
                </a:lnTo>
                <a:lnTo>
                  <a:pt x="1149858" y="245554"/>
                </a:lnTo>
                <a:lnTo>
                  <a:pt x="1154188" y="231825"/>
                </a:lnTo>
                <a:lnTo>
                  <a:pt x="1158240" y="217932"/>
                </a:lnTo>
                <a:lnTo>
                  <a:pt x="1162291" y="203771"/>
                </a:lnTo>
                <a:lnTo>
                  <a:pt x="1166622" y="189166"/>
                </a:lnTo>
                <a:lnTo>
                  <a:pt x="1329880" y="189166"/>
                </a:lnTo>
                <a:lnTo>
                  <a:pt x="1329880" y="158686"/>
                </a:lnTo>
                <a:close/>
              </a:path>
              <a:path w="2231390" h="436879">
                <a:moveTo>
                  <a:pt x="1480858" y="86969"/>
                </a:moveTo>
                <a:lnTo>
                  <a:pt x="1431988" y="86969"/>
                </a:lnTo>
                <a:lnTo>
                  <a:pt x="1431988" y="6096"/>
                </a:lnTo>
                <a:lnTo>
                  <a:pt x="1398460" y="6096"/>
                </a:lnTo>
                <a:lnTo>
                  <a:pt x="1398460" y="86969"/>
                </a:lnTo>
                <a:lnTo>
                  <a:pt x="1346644" y="86969"/>
                </a:lnTo>
                <a:lnTo>
                  <a:pt x="1346644" y="117449"/>
                </a:lnTo>
                <a:lnTo>
                  <a:pt x="1398460" y="117449"/>
                </a:lnTo>
                <a:lnTo>
                  <a:pt x="1398460" y="218122"/>
                </a:lnTo>
                <a:lnTo>
                  <a:pt x="1356448" y="231203"/>
                </a:lnTo>
                <a:lnTo>
                  <a:pt x="1343596" y="234886"/>
                </a:lnTo>
                <a:lnTo>
                  <a:pt x="1348168" y="271564"/>
                </a:lnTo>
                <a:lnTo>
                  <a:pt x="1361592" y="266979"/>
                </a:lnTo>
                <a:lnTo>
                  <a:pt x="1374457" y="262369"/>
                </a:lnTo>
                <a:lnTo>
                  <a:pt x="1386738" y="257771"/>
                </a:lnTo>
                <a:lnTo>
                  <a:pt x="1398460" y="253174"/>
                </a:lnTo>
                <a:lnTo>
                  <a:pt x="1398460" y="389013"/>
                </a:lnTo>
                <a:lnTo>
                  <a:pt x="1393888" y="396633"/>
                </a:lnTo>
                <a:lnTo>
                  <a:pt x="1383220" y="396633"/>
                </a:lnTo>
                <a:lnTo>
                  <a:pt x="1374648" y="396367"/>
                </a:lnTo>
                <a:lnTo>
                  <a:pt x="1364932" y="395681"/>
                </a:lnTo>
                <a:lnTo>
                  <a:pt x="1342072" y="393585"/>
                </a:lnTo>
                <a:lnTo>
                  <a:pt x="1344091" y="402729"/>
                </a:lnTo>
                <a:lnTo>
                  <a:pt x="1345692" y="411873"/>
                </a:lnTo>
                <a:lnTo>
                  <a:pt x="1346898" y="420255"/>
                </a:lnTo>
                <a:lnTo>
                  <a:pt x="1348168" y="430161"/>
                </a:lnTo>
                <a:lnTo>
                  <a:pt x="1360195" y="430136"/>
                </a:lnTo>
                <a:lnTo>
                  <a:pt x="1408836" y="425564"/>
                </a:lnTo>
                <a:lnTo>
                  <a:pt x="1431988" y="382917"/>
                </a:lnTo>
                <a:lnTo>
                  <a:pt x="1431988" y="253174"/>
                </a:lnTo>
                <a:lnTo>
                  <a:pt x="1431988" y="240982"/>
                </a:lnTo>
                <a:lnTo>
                  <a:pt x="1450543" y="234086"/>
                </a:lnTo>
                <a:lnTo>
                  <a:pt x="1473873" y="225983"/>
                </a:lnTo>
                <a:lnTo>
                  <a:pt x="1477810" y="224218"/>
                </a:lnTo>
                <a:lnTo>
                  <a:pt x="1477810" y="205930"/>
                </a:lnTo>
                <a:lnTo>
                  <a:pt x="1477810" y="189166"/>
                </a:lnTo>
                <a:lnTo>
                  <a:pt x="1442580" y="202247"/>
                </a:lnTo>
                <a:lnTo>
                  <a:pt x="1431988" y="205930"/>
                </a:lnTo>
                <a:lnTo>
                  <a:pt x="1431988" y="117449"/>
                </a:lnTo>
                <a:lnTo>
                  <a:pt x="1480858" y="117449"/>
                </a:lnTo>
                <a:lnTo>
                  <a:pt x="1480858" y="86969"/>
                </a:lnTo>
                <a:close/>
              </a:path>
              <a:path w="2231390" h="436879">
                <a:moveTo>
                  <a:pt x="1779752" y="270040"/>
                </a:moveTo>
                <a:lnTo>
                  <a:pt x="1744700" y="270040"/>
                </a:lnTo>
                <a:lnTo>
                  <a:pt x="1744700" y="167830"/>
                </a:lnTo>
                <a:lnTo>
                  <a:pt x="1744700" y="138785"/>
                </a:lnTo>
                <a:lnTo>
                  <a:pt x="1712595" y="138785"/>
                </a:lnTo>
                <a:lnTo>
                  <a:pt x="1712595" y="167830"/>
                </a:lnTo>
                <a:lnTo>
                  <a:pt x="1712595" y="270040"/>
                </a:lnTo>
                <a:lnTo>
                  <a:pt x="1636395" y="270040"/>
                </a:lnTo>
                <a:lnTo>
                  <a:pt x="1637512" y="246532"/>
                </a:lnTo>
                <a:lnTo>
                  <a:pt x="1638490" y="221754"/>
                </a:lnTo>
                <a:lnTo>
                  <a:pt x="1639176" y="195580"/>
                </a:lnTo>
                <a:lnTo>
                  <a:pt x="1639443" y="167830"/>
                </a:lnTo>
                <a:lnTo>
                  <a:pt x="1712595" y="167830"/>
                </a:lnTo>
                <a:lnTo>
                  <a:pt x="1712595" y="138785"/>
                </a:lnTo>
                <a:lnTo>
                  <a:pt x="1665351" y="138785"/>
                </a:lnTo>
                <a:lnTo>
                  <a:pt x="1682229" y="119380"/>
                </a:lnTo>
                <a:lnTo>
                  <a:pt x="1696402" y="102400"/>
                </a:lnTo>
                <a:lnTo>
                  <a:pt x="1707997" y="87998"/>
                </a:lnTo>
                <a:lnTo>
                  <a:pt x="1715973" y="77825"/>
                </a:lnTo>
                <a:lnTo>
                  <a:pt x="1717167" y="76301"/>
                </a:lnTo>
                <a:lnTo>
                  <a:pt x="1717167" y="47244"/>
                </a:lnTo>
                <a:lnTo>
                  <a:pt x="1677543" y="47244"/>
                </a:lnTo>
                <a:lnTo>
                  <a:pt x="1677543" y="77825"/>
                </a:lnTo>
                <a:lnTo>
                  <a:pt x="1666925" y="90995"/>
                </a:lnTo>
                <a:lnTo>
                  <a:pt x="1642821" y="121335"/>
                </a:lnTo>
                <a:lnTo>
                  <a:pt x="1628775" y="138785"/>
                </a:lnTo>
                <a:lnTo>
                  <a:pt x="1608963" y="138785"/>
                </a:lnTo>
                <a:lnTo>
                  <a:pt x="1608963" y="167830"/>
                </a:lnTo>
                <a:lnTo>
                  <a:pt x="1608683" y="204368"/>
                </a:lnTo>
                <a:lnTo>
                  <a:pt x="1607794" y="234086"/>
                </a:lnTo>
                <a:lnTo>
                  <a:pt x="1606397" y="255739"/>
                </a:lnTo>
                <a:lnTo>
                  <a:pt x="1604391" y="270040"/>
                </a:lnTo>
                <a:lnTo>
                  <a:pt x="1535722" y="270040"/>
                </a:lnTo>
                <a:lnTo>
                  <a:pt x="1535722" y="167830"/>
                </a:lnTo>
                <a:lnTo>
                  <a:pt x="1608963" y="167830"/>
                </a:lnTo>
                <a:lnTo>
                  <a:pt x="1608963" y="138785"/>
                </a:lnTo>
                <a:lnTo>
                  <a:pt x="1518958" y="138785"/>
                </a:lnTo>
                <a:lnTo>
                  <a:pt x="1531264" y="123901"/>
                </a:lnTo>
                <a:lnTo>
                  <a:pt x="1543151" y="108877"/>
                </a:lnTo>
                <a:lnTo>
                  <a:pt x="1554746" y="93560"/>
                </a:lnTo>
                <a:lnTo>
                  <a:pt x="1566202" y="77825"/>
                </a:lnTo>
                <a:lnTo>
                  <a:pt x="1677543" y="77825"/>
                </a:lnTo>
                <a:lnTo>
                  <a:pt x="1677543" y="47244"/>
                </a:lnTo>
                <a:lnTo>
                  <a:pt x="1584490" y="47244"/>
                </a:lnTo>
                <a:lnTo>
                  <a:pt x="1590890" y="37172"/>
                </a:lnTo>
                <a:lnTo>
                  <a:pt x="1596567" y="27241"/>
                </a:lnTo>
                <a:lnTo>
                  <a:pt x="1601939" y="17030"/>
                </a:lnTo>
                <a:lnTo>
                  <a:pt x="1607439" y="6096"/>
                </a:lnTo>
                <a:lnTo>
                  <a:pt x="1572298" y="0"/>
                </a:lnTo>
                <a:lnTo>
                  <a:pt x="1553692" y="35737"/>
                </a:lnTo>
                <a:lnTo>
                  <a:pt x="1532102" y="69773"/>
                </a:lnTo>
                <a:lnTo>
                  <a:pt x="1507350" y="102095"/>
                </a:lnTo>
                <a:lnTo>
                  <a:pt x="1479334" y="132689"/>
                </a:lnTo>
                <a:lnTo>
                  <a:pt x="1486801" y="138137"/>
                </a:lnTo>
                <a:lnTo>
                  <a:pt x="1493431" y="143167"/>
                </a:lnTo>
                <a:lnTo>
                  <a:pt x="1499476" y="147904"/>
                </a:lnTo>
                <a:lnTo>
                  <a:pt x="1505242" y="152501"/>
                </a:lnTo>
                <a:lnTo>
                  <a:pt x="1505242" y="270040"/>
                </a:lnTo>
                <a:lnTo>
                  <a:pt x="1467142" y="270040"/>
                </a:lnTo>
                <a:lnTo>
                  <a:pt x="1467142" y="300520"/>
                </a:lnTo>
                <a:lnTo>
                  <a:pt x="1598295" y="300520"/>
                </a:lnTo>
                <a:lnTo>
                  <a:pt x="1581619" y="331939"/>
                </a:lnTo>
                <a:lnTo>
                  <a:pt x="1552105" y="359816"/>
                </a:lnTo>
                <a:lnTo>
                  <a:pt x="1509433" y="383971"/>
                </a:lnTo>
                <a:lnTo>
                  <a:pt x="1453324" y="404253"/>
                </a:lnTo>
                <a:lnTo>
                  <a:pt x="1460144" y="412203"/>
                </a:lnTo>
                <a:lnTo>
                  <a:pt x="1466748" y="420255"/>
                </a:lnTo>
                <a:lnTo>
                  <a:pt x="1472704" y="428256"/>
                </a:lnTo>
                <a:lnTo>
                  <a:pt x="1477810" y="436257"/>
                </a:lnTo>
                <a:lnTo>
                  <a:pt x="1532394" y="412203"/>
                </a:lnTo>
                <a:lnTo>
                  <a:pt x="1575003" y="385572"/>
                </a:lnTo>
                <a:lnTo>
                  <a:pt x="1605610" y="356057"/>
                </a:lnTo>
                <a:lnTo>
                  <a:pt x="1624203" y="323380"/>
                </a:lnTo>
                <a:lnTo>
                  <a:pt x="1645894" y="360083"/>
                </a:lnTo>
                <a:lnTo>
                  <a:pt x="1674317" y="390334"/>
                </a:lnTo>
                <a:lnTo>
                  <a:pt x="1709331" y="414553"/>
                </a:lnTo>
                <a:lnTo>
                  <a:pt x="1750796" y="433209"/>
                </a:lnTo>
                <a:lnTo>
                  <a:pt x="1756549" y="424916"/>
                </a:lnTo>
                <a:lnTo>
                  <a:pt x="1762607" y="416064"/>
                </a:lnTo>
                <a:lnTo>
                  <a:pt x="1769224" y="406628"/>
                </a:lnTo>
                <a:lnTo>
                  <a:pt x="1776704" y="396633"/>
                </a:lnTo>
                <a:lnTo>
                  <a:pt x="1731543" y="382917"/>
                </a:lnTo>
                <a:lnTo>
                  <a:pt x="1694319" y="362292"/>
                </a:lnTo>
                <a:lnTo>
                  <a:pt x="1665160" y="334822"/>
                </a:lnTo>
                <a:lnTo>
                  <a:pt x="1658112" y="323380"/>
                </a:lnTo>
                <a:lnTo>
                  <a:pt x="1644015" y="300520"/>
                </a:lnTo>
                <a:lnTo>
                  <a:pt x="1779752" y="300520"/>
                </a:lnTo>
                <a:lnTo>
                  <a:pt x="1779752" y="270040"/>
                </a:lnTo>
                <a:close/>
              </a:path>
              <a:path w="2231390" h="436879">
                <a:moveTo>
                  <a:pt x="2191512" y="47244"/>
                </a:moveTo>
                <a:lnTo>
                  <a:pt x="2175205" y="36055"/>
                </a:lnTo>
                <a:lnTo>
                  <a:pt x="2158314" y="25146"/>
                </a:lnTo>
                <a:lnTo>
                  <a:pt x="2122843" y="3048"/>
                </a:lnTo>
                <a:lnTo>
                  <a:pt x="2104555" y="25908"/>
                </a:lnTo>
                <a:lnTo>
                  <a:pt x="2121446" y="37388"/>
                </a:lnTo>
                <a:lnTo>
                  <a:pt x="2137930" y="49009"/>
                </a:lnTo>
                <a:lnTo>
                  <a:pt x="2154136" y="60921"/>
                </a:lnTo>
                <a:lnTo>
                  <a:pt x="2170176" y="73253"/>
                </a:lnTo>
                <a:lnTo>
                  <a:pt x="2191512" y="47244"/>
                </a:lnTo>
                <a:close/>
              </a:path>
              <a:path w="2231390" h="436879">
                <a:moveTo>
                  <a:pt x="2231136" y="318808"/>
                </a:moveTo>
                <a:lnTo>
                  <a:pt x="2223998" y="316255"/>
                </a:lnTo>
                <a:lnTo>
                  <a:pt x="2199132" y="306616"/>
                </a:lnTo>
                <a:lnTo>
                  <a:pt x="2196820" y="323494"/>
                </a:lnTo>
                <a:lnTo>
                  <a:pt x="2188464" y="372237"/>
                </a:lnTo>
                <a:lnTo>
                  <a:pt x="2171700" y="393573"/>
                </a:lnTo>
                <a:lnTo>
                  <a:pt x="2156561" y="389343"/>
                </a:lnTo>
                <a:lnTo>
                  <a:pt x="2140978" y="376809"/>
                </a:lnTo>
                <a:lnTo>
                  <a:pt x="2125624" y="356908"/>
                </a:lnTo>
                <a:lnTo>
                  <a:pt x="2125116" y="356247"/>
                </a:lnTo>
                <a:lnTo>
                  <a:pt x="2109127" y="327952"/>
                </a:lnTo>
                <a:lnTo>
                  <a:pt x="2134539" y="293357"/>
                </a:lnTo>
                <a:lnTo>
                  <a:pt x="2137714" y="288328"/>
                </a:lnTo>
                <a:lnTo>
                  <a:pt x="2158123" y="255892"/>
                </a:lnTo>
                <a:lnTo>
                  <a:pt x="2179713" y="215569"/>
                </a:lnTo>
                <a:lnTo>
                  <a:pt x="2199132" y="172402"/>
                </a:lnTo>
                <a:lnTo>
                  <a:pt x="2164080" y="158686"/>
                </a:lnTo>
                <a:lnTo>
                  <a:pt x="2149449" y="193509"/>
                </a:lnTo>
                <a:lnTo>
                  <a:pt x="2133130" y="226898"/>
                </a:lnTo>
                <a:lnTo>
                  <a:pt x="2115121" y="258597"/>
                </a:lnTo>
                <a:lnTo>
                  <a:pt x="2095411" y="288328"/>
                </a:lnTo>
                <a:lnTo>
                  <a:pt x="2087118" y="255739"/>
                </a:lnTo>
                <a:lnTo>
                  <a:pt x="2080564" y="215569"/>
                </a:lnTo>
                <a:lnTo>
                  <a:pt x="2075688" y="167754"/>
                </a:lnTo>
                <a:lnTo>
                  <a:pt x="2072551" y="112877"/>
                </a:lnTo>
                <a:lnTo>
                  <a:pt x="2223516" y="112877"/>
                </a:lnTo>
                <a:lnTo>
                  <a:pt x="2223516" y="79349"/>
                </a:lnTo>
                <a:lnTo>
                  <a:pt x="2072551" y="79349"/>
                </a:lnTo>
                <a:lnTo>
                  <a:pt x="2071662" y="58407"/>
                </a:lnTo>
                <a:lnTo>
                  <a:pt x="2071217" y="39065"/>
                </a:lnTo>
                <a:lnTo>
                  <a:pt x="2071090" y="25908"/>
                </a:lnTo>
                <a:lnTo>
                  <a:pt x="2071027" y="4572"/>
                </a:lnTo>
                <a:lnTo>
                  <a:pt x="2034451" y="4572"/>
                </a:lnTo>
                <a:lnTo>
                  <a:pt x="2035352" y="24625"/>
                </a:lnTo>
                <a:lnTo>
                  <a:pt x="2036584" y="61874"/>
                </a:lnTo>
                <a:lnTo>
                  <a:pt x="2037499" y="79349"/>
                </a:lnTo>
                <a:lnTo>
                  <a:pt x="1837651" y="79349"/>
                </a:lnTo>
                <a:lnTo>
                  <a:pt x="1837651" y="198310"/>
                </a:lnTo>
                <a:lnTo>
                  <a:pt x="1834756" y="264617"/>
                </a:lnTo>
                <a:lnTo>
                  <a:pt x="1825840" y="321475"/>
                </a:lnTo>
                <a:lnTo>
                  <a:pt x="1810651" y="368617"/>
                </a:lnTo>
                <a:lnTo>
                  <a:pt x="1788883" y="405777"/>
                </a:lnTo>
                <a:lnTo>
                  <a:pt x="1794598" y="413753"/>
                </a:lnTo>
                <a:lnTo>
                  <a:pt x="1800313" y="421589"/>
                </a:lnTo>
                <a:lnTo>
                  <a:pt x="1806028" y="429133"/>
                </a:lnTo>
                <a:lnTo>
                  <a:pt x="1811743" y="436257"/>
                </a:lnTo>
                <a:lnTo>
                  <a:pt x="1832584" y="403872"/>
                </a:lnTo>
                <a:lnTo>
                  <a:pt x="1849259" y="365252"/>
                </a:lnTo>
                <a:lnTo>
                  <a:pt x="1861629" y="320408"/>
                </a:lnTo>
                <a:lnTo>
                  <a:pt x="1869528" y="269328"/>
                </a:lnTo>
                <a:lnTo>
                  <a:pt x="1872805" y="212026"/>
                </a:lnTo>
                <a:lnTo>
                  <a:pt x="1964245" y="212026"/>
                </a:lnTo>
                <a:lnTo>
                  <a:pt x="1961769" y="266179"/>
                </a:lnTo>
                <a:lnTo>
                  <a:pt x="1958149" y="311188"/>
                </a:lnTo>
                <a:lnTo>
                  <a:pt x="1930717" y="346240"/>
                </a:lnTo>
                <a:lnTo>
                  <a:pt x="1919617" y="345948"/>
                </a:lnTo>
                <a:lnTo>
                  <a:pt x="1907095" y="345097"/>
                </a:lnTo>
                <a:lnTo>
                  <a:pt x="1893430" y="343662"/>
                </a:lnTo>
                <a:lnTo>
                  <a:pt x="1878901" y="341668"/>
                </a:lnTo>
                <a:lnTo>
                  <a:pt x="1883283" y="361149"/>
                </a:lnTo>
                <a:lnTo>
                  <a:pt x="1885111" y="370039"/>
                </a:lnTo>
                <a:lnTo>
                  <a:pt x="1886521" y="378333"/>
                </a:lnTo>
                <a:lnTo>
                  <a:pt x="1900542" y="379222"/>
                </a:lnTo>
                <a:lnTo>
                  <a:pt x="1913001" y="379666"/>
                </a:lnTo>
                <a:lnTo>
                  <a:pt x="1924024" y="379844"/>
                </a:lnTo>
                <a:lnTo>
                  <a:pt x="1933765" y="379857"/>
                </a:lnTo>
                <a:lnTo>
                  <a:pt x="1957197" y="376135"/>
                </a:lnTo>
                <a:lnTo>
                  <a:pt x="1974913" y="364959"/>
                </a:lnTo>
                <a:lnTo>
                  <a:pt x="1986915" y="346354"/>
                </a:lnTo>
                <a:lnTo>
                  <a:pt x="1993188" y="320408"/>
                </a:lnTo>
                <a:lnTo>
                  <a:pt x="1993265" y="318808"/>
                </a:lnTo>
                <a:lnTo>
                  <a:pt x="1994585" y="290029"/>
                </a:lnTo>
                <a:lnTo>
                  <a:pt x="1996135" y="258597"/>
                </a:lnTo>
                <a:lnTo>
                  <a:pt x="1997913" y="219100"/>
                </a:lnTo>
                <a:lnTo>
                  <a:pt x="1998154" y="212026"/>
                </a:lnTo>
                <a:lnTo>
                  <a:pt x="1999297" y="178498"/>
                </a:lnTo>
                <a:lnTo>
                  <a:pt x="1872805" y="178498"/>
                </a:lnTo>
                <a:lnTo>
                  <a:pt x="1872805" y="112877"/>
                </a:lnTo>
                <a:lnTo>
                  <a:pt x="2039023" y="112877"/>
                </a:lnTo>
                <a:lnTo>
                  <a:pt x="2042490" y="179857"/>
                </a:lnTo>
                <a:lnTo>
                  <a:pt x="2048548" y="236829"/>
                </a:lnTo>
                <a:lnTo>
                  <a:pt x="2057450" y="284073"/>
                </a:lnTo>
                <a:lnTo>
                  <a:pt x="2069503" y="321856"/>
                </a:lnTo>
                <a:lnTo>
                  <a:pt x="2048344" y="343230"/>
                </a:lnTo>
                <a:lnTo>
                  <a:pt x="2026056" y="363626"/>
                </a:lnTo>
                <a:lnTo>
                  <a:pt x="2002586" y="382587"/>
                </a:lnTo>
                <a:lnTo>
                  <a:pt x="1977961" y="399669"/>
                </a:lnTo>
                <a:lnTo>
                  <a:pt x="1984794" y="406539"/>
                </a:lnTo>
                <a:lnTo>
                  <a:pt x="1991487" y="413397"/>
                </a:lnTo>
                <a:lnTo>
                  <a:pt x="1997887" y="420255"/>
                </a:lnTo>
                <a:lnTo>
                  <a:pt x="2003869" y="427113"/>
                </a:lnTo>
                <a:lnTo>
                  <a:pt x="2025116" y="410794"/>
                </a:lnTo>
                <a:lnTo>
                  <a:pt x="2045487" y="393763"/>
                </a:lnTo>
                <a:lnTo>
                  <a:pt x="2065261" y="375843"/>
                </a:lnTo>
                <a:lnTo>
                  <a:pt x="2084743" y="356908"/>
                </a:lnTo>
                <a:lnTo>
                  <a:pt x="2094433" y="373468"/>
                </a:lnTo>
                <a:lnTo>
                  <a:pt x="2128939" y="411873"/>
                </a:lnTo>
                <a:lnTo>
                  <a:pt x="2167369" y="429869"/>
                </a:lnTo>
                <a:lnTo>
                  <a:pt x="2180844" y="430161"/>
                </a:lnTo>
                <a:lnTo>
                  <a:pt x="2193417" y="427062"/>
                </a:lnTo>
                <a:lnTo>
                  <a:pt x="2203704" y="420255"/>
                </a:lnTo>
                <a:lnTo>
                  <a:pt x="2211705" y="410006"/>
                </a:lnTo>
                <a:lnTo>
                  <a:pt x="2217420" y="396621"/>
                </a:lnTo>
                <a:lnTo>
                  <a:pt x="2218080" y="393573"/>
                </a:lnTo>
                <a:lnTo>
                  <a:pt x="2221065" y="379971"/>
                </a:lnTo>
                <a:lnTo>
                  <a:pt x="2224849" y="361721"/>
                </a:lnTo>
                <a:lnTo>
                  <a:pt x="2228316" y="341668"/>
                </a:lnTo>
                <a:lnTo>
                  <a:pt x="2231136" y="3188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6659689" y="4617434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45720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340" y="0"/>
                </a:lnTo>
                <a:lnTo>
                  <a:pt x="118967" y="111347"/>
                </a:lnTo>
                <a:lnTo>
                  <a:pt x="122015" y="118967"/>
                </a:lnTo>
                <a:lnTo>
                  <a:pt x="126587" y="125063"/>
                </a:lnTo>
                <a:lnTo>
                  <a:pt x="129635" y="132683"/>
                </a:lnTo>
                <a:lnTo>
                  <a:pt x="167888" y="132683"/>
                </a:lnTo>
                <a:lnTo>
                  <a:pt x="152495" y="157067"/>
                </a:lnTo>
                <a:lnTo>
                  <a:pt x="166163" y="178403"/>
                </a:lnTo>
                <a:lnTo>
                  <a:pt x="128111" y="178403"/>
                </a:lnTo>
                <a:lnTo>
                  <a:pt x="126587" y="182975"/>
                </a:lnTo>
                <a:lnTo>
                  <a:pt x="123539" y="187547"/>
                </a:lnTo>
                <a:lnTo>
                  <a:pt x="120491" y="195167"/>
                </a:lnTo>
                <a:lnTo>
                  <a:pt x="45720" y="314229"/>
                </a:lnTo>
                <a:close/>
              </a:path>
              <a:path w="253365" h="314325">
                <a:moveTo>
                  <a:pt x="167888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888" y="132683"/>
                </a:lnTo>
                <a:close/>
              </a:path>
              <a:path w="253365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5167"/>
                </a:lnTo>
                <a:lnTo>
                  <a:pt x="134207" y="190595"/>
                </a:lnTo>
                <a:lnTo>
                  <a:pt x="131159" y="186023"/>
                </a:lnTo>
                <a:lnTo>
                  <a:pt x="128111" y="178403"/>
                </a:lnTo>
                <a:lnTo>
                  <a:pt x="166163" y="178403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6960107" y="4617973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29" h="138429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6960108" y="4617973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9732" y="0"/>
                </a:lnTo>
                <a:lnTo>
                  <a:pt x="199732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7246899" y="4617948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40" h="313689">
                <a:moveTo>
                  <a:pt x="218033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93" y="313690"/>
                </a:lnTo>
                <a:lnTo>
                  <a:pt x="126593" y="33020"/>
                </a:lnTo>
                <a:lnTo>
                  <a:pt x="218033" y="33020"/>
                </a:lnTo>
                <a:lnTo>
                  <a:pt x="21803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7513701" y="4617434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03"/>
                </a:lnTo>
                <a:lnTo>
                  <a:pt x="284606" y="76021"/>
                </a:lnTo>
                <a:lnTo>
                  <a:pt x="286702" y="42672"/>
                </a:lnTo>
                <a:lnTo>
                  <a:pt x="280987" y="60769"/>
                </a:lnTo>
                <a:lnTo>
                  <a:pt x="277558" y="73152"/>
                </a:lnTo>
                <a:lnTo>
                  <a:pt x="169259" y="314229"/>
                </a:lnTo>
                <a:lnTo>
                  <a:pt x="150971" y="314229"/>
                </a:lnTo>
                <a:lnTo>
                  <a:pt x="41950" y="69246"/>
                </a:lnTo>
                <a:lnTo>
                  <a:pt x="39635" y="62103"/>
                </a:lnTo>
                <a:lnTo>
                  <a:pt x="37339" y="53244"/>
                </a:lnTo>
                <a:lnTo>
                  <a:pt x="35051" y="42672"/>
                </a:lnTo>
                <a:lnTo>
                  <a:pt x="33527" y="42672"/>
                </a:lnTo>
                <a:lnTo>
                  <a:pt x="34409" y="53508"/>
                </a:lnTo>
                <a:lnTo>
                  <a:pt x="34861" y="67639"/>
                </a:lnTo>
                <a:lnTo>
                  <a:pt x="35051" y="105251"/>
                </a:lnTo>
                <a:lnTo>
                  <a:pt x="35051" y="314229"/>
                </a:ln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61639" y="257746"/>
                </a:lnTo>
                <a:lnTo>
                  <a:pt x="169830" y="235267"/>
                </a:lnTo>
                <a:lnTo>
                  <a:pt x="173426" y="226456"/>
                </a:lnTo>
                <a:lnTo>
                  <a:pt x="176879" y="219646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7916316" y="4617720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5" h="313689">
                <a:moveTo>
                  <a:pt x="163169" y="281940"/>
                </a:moveTo>
                <a:lnTo>
                  <a:pt x="38100" y="281940"/>
                </a:lnTo>
                <a:lnTo>
                  <a:pt x="38100" y="0"/>
                </a:lnTo>
                <a:lnTo>
                  <a:pt x="0" y="0"/>
                </a:lnTo>
                <a:lnTo>
                  <a:pt x="0" y="281940"/>
                </a:lnTo>
                <a:lnTo>
                  <a:pt x="0" y="313690"/>
                </a:lnTo>
                <a:lnTo>
                  <a:pt x="163169" y="313690"/>
                </a:lnTo>
                <a:lnTo>
                  <a:pt x="163169" y="2819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8215217" y="4573142"/>
            <a:ext cx="416559" cy="421005"/>
          </a:xfrm>
          <a:custGeom>
            <a:avLst/>
            <a:gdLst/>
            <a:ahLst/>
            <a:cxnLst/>
            <a:rect l="l" t="t" r="r" b="b"/>
            <a:pathLst>
              <a:path w="416559" h="421004">
                <a:moveTo>
                  <a:pt x="257746" y="405765"/>
                </a:moveTo>
                <a:lnTo>
                  <a:pt x="222694" y="405765"/>
                </a:lnTo>
                <a:lnTo>
                  <a:pt x="222694" y="39719"/>
                </a:lnTo>
                <a:lnTo>
                  <a:pt x="416337" y="39719"/>
                </a:lnTo>
                <a:lnTo>
                  <a:pt x="416337" y="71723"/>
                </a:lnTo>
                <a:lnTo>
                  <a:pt x="257746" y="71723"/>
                </a:lnTo>
                <a:lnTo>
                  <a:pt x="257746" y="330993"/>
                </a:lnTo>
                <a:lnTo>
                  <a:pt x="416337" y="330993"/>
                </a:lnTo>
                <a:lnTo>
                  <a:pt x="416337" y="363093"/>
                </a:lnTo>
                <a:lnTo>
                  <a:pt x="257746" y="363093"/>
                </a:lnTo>
                <a:lnTo>
                  <a:pt x="257746" y="405765"/>
                </a:lnTo>
                <a:close/>
              </a:path>
              <a:path w="416559" h="421004">
                <a:moveTo>
                  <a:pt x="416337" y="330993"/>
                </a:moveTo>
                <a:lnTo>
                  <a:pt x="381285" y="330993"/>
                </a:lnTo>
                <a:lnTo>
                  <a:pt x="381285" y="71723"/>
                </a:lnTo>
                <a:lnTo>
                  <a:pt x="416337" y="71723"/>
                </a:lnTo>
                <a:lnTo>
                  <a:pt x="416337" y="330993"/>
                </a:lnTo>
                <a:close/>
              </a:path>
              <a:path w="416559" h="421004">
                <a:moveTo>
                  <a:pt x="416337" y="405765"/>
                </a:moveTo>
                <a:lnTo>
                  <a:pt x="381285" y="405765"/>
                </a:lnTo>
                <a:lnTo>
                  <a:pt x="381285" y="363093"/>
                </a:lnTo>
                <a:lnTo>
                  <a:pt x="416337" y="363093"/>
                </a:lnTo>
                <a:lnTo>
                  <a:pt x="416337" y="405765"/>
                </a:lnTo>
                <a:close/>
              </a:path>
              <a:path w="416559" h="421004">
                <a:moveTo>
                  <a:pt x="16764" y="59531"/>
                </a:moveTo>
                <a:lnTo>
                  <a:pt x="12001" y="44850"/>
                </a:lnTo>
                <a:lnTo>
                  <a:pt x="9263" y="36988"/>
                </a:lnTo>
                <a:lnTo>
                  <a:pt x="6096" y="28956"/>
                </a:lnTo>
                <a:lnTo>
                  <a:pt x="51562" y="23574"/>
                </a:lnTo>
                <a:lnTo>
                  <a:pt x="96297" y="16764"/>
                </a:lnTo>
                <a:lnTo>
                  <a:pt x="140175" y="8810"/>
                </a:lnTo>
                <a:lnTo>
                  <a:pt x="183070" y="0"/>
                </a:lnTo>
                <a:lnTo>
                  <a:pt x="193738" y="30480"/>
                </a:lnTo>
                <a:lnTo>
                  <a:pt x="118967" y="44291"/>
                </a:lnTo>
                <a:lnTo>
                  <a:pt x="118967" y="50387"/>
                </a:lnTo>
                <a:lnTo>
                  <a:pt x="85439" y="50387"/>
                </a:lnTo>
                <a:lnTo>
                  <a:pt x="16764" y="59531"/>
                </a:lnTo>
                <a:close/>
              </a:path>
              <a:path w="416559" h="421004">
                <a:moveTo>
                  <a:pt x="118967" y="118967"/>
                </a:moveTo>
                <a:lnTo>
                  <a:pt x="85439" y="118967"/>
                </a:lnTo>
                <a:lnTo>
                  <a:pt x="85439" y="50387"/>
                </a:lnTo>
                <a:lnTo>
                  <a:pt x="118967" y="50387"/>
                </a:lnTo>
                <a:lnTo>
                  <a:pt x="118967" y="118967"/>
                </a:lnTo>
                <a:close/>
              </a:path>
              <a:path w="416559" h="421004">
                <a:moveTo>
                  <a:pt x="201358" y="149542"/>
                </a:moveTo>
                <a:lnTo>
                  <a:pt x="1524" y="149542"/>
                </a:lnTo>
                <a:lnTo>
                  <a:pt x="1524" y="118967"/>
                </a:lnTo>
                <a:lnTo>
                  <a:pt x="201358" y="118967"/>
                </a:lnTo>
                <a:lnTo>
                  <a:pt x="201358" y="149542"/>
                </a:lnTo>
                <a:close/>
              </a:path>
              <a:path w="416559" h="421004">
                <a:moveTo>
                  <a:pt x="15240" y="334041"/>
                </a:moveTo>
                <a:lnTo>
                  <a:pt x="11787" y="324873"/>
                </a:lnTo>
                <a:lnTo>
                  <a:pt x="8191" y="315563"/>
                </a:lnTo>
                <a:lnTo>
                  <a:pt x="4310" y="305966"/>
                </a:lnTo>
                <a:lnTo>
                  <a:pt x="0" y="295941"/>
                </a:lnTo>
                <a:lnTo>
                  <a:pt x="23113" y="261922"/>
                </a:lnTo>
                <a:lnTo>
                  <a:pt x="44243" y="226171"/>
                </a:lnTo>
                <a:lnTo>
                  <a:pt x="63088" y="188705"/>
                </a:lnTo>
                <a:lnTo>
                  <a:pt x="79343" y="149542"/>
                </a:lnTo>
                <a:lnTo>
                  <a:pt x="118967" y="149542"/>
                </a:lnTo>
                <a:lnTo>
                  <a:pt x="118967" y="205930"/>
                </a:lnTo>
                <a:lnTo>
                  <a:pt x="153134" y="205930"/>
                </a:lnTo>
                <a:lnTo>
                  <a:pt x="158128" y="210502"/>
                </a:lnTo>
                <a:lnTo>
                  <a:pt x="85439" y="210502"/>
                </a:lnTo>
                <a:lnTo>
                  <a:pt x="71697" y="242275"/>
                </a:lnTo>
                <a:lnTo>
                  <a:pt x="55518" y="273450"/>
                </a:lnTo>
                <a:lnTo>
                  <a:pt x="36750" y="304036"/>
                </a:lnTo>
                <a:lnTo>
                  <a:pt x="15240" y="334041"/>
                </a:lnTo>
                <a:close/>
              </a:path>
              <a:path w="416559" h="421004">
                <a:moveTo>
                  <a:pt x="153134" y="205930"/>
                </a:moveTo>
                <a:lnTo>
                  <a:pt x="118967" y="205930"/>
                </a:lnTo>
                <a:lnTo>
                  <a:pt x="134207" y="189166"/>
                </a:lnTo>
                <a:lnTo>
                  <a:pt x="151367" y="204312"/>
                </a:lnTo>
                <a:lnTo>
                  <a:pt x="153134" y="205930"/>
                </a:lnTo>
                <a:close/>
              </a:path>
              <a:path w="416559" h="421004">
                <a:moveTo>
                  <a:pt x="118967" y="421005"/>
                </a:moveTo>
                <a:lnTo>
                  <a:pt x="85439" y="421005"/>
                </a:lnTo>
                <a:lnTo>
                  <a:pt x="85439" y="210502"/>
                </a:lnTo>
                <a:lnTo>
                  <a:pt x="158128" y="210502"/>
                </a:lnTo>
                <a:lnTo>
                  <a:pt x="164786" y="216598"/>
                </a:lnTo>
                <a:lnTo>
                  <a:pt x="118967" y="216598"/>
                </a:lnTo>
                <a:lnTo>
                  <a:pt x="118967" y="421005"/>
                </a:lnTo>
                <a:close/>
              </a:path>
              <a:path w="416559" h="421004">
                <a:moveTo>
                  <a:pt x="176974" y="277653"/>
                </a:moveTo>
                <a:lnTo>
                  <a:pt x="163798" y="262756"/>
                </a:lnTo>
                <a:lnTo>
                  <a:pt x="149649" y="247697"/>
                </a:lnTo>
                <a:lnTo>
                  <a:pt x="134661" y="232353"/>
                </a:lnTo>
                <a:lnTo>
                  <a:pt x="118967" y="216598"/>
                </a:lnTo>
                <a:lnTo>
                  <a:pt x="164786" y="216598"/>
                </a:lnTo>
                <a:lnTo>
                  <a:pt x="168544" y="220039"/>
                </a:lnTo>
                <a:lnTo>
                  <a:pt x="185722" y="236355"/>
                </a:lnTo>
                <a:lnTo>
                  <a:pt x="202882" y="253269"/>
                </a:lnTo>
                <a:lnTo>
                  <a:pt x="176974" y="2776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332738" y="5102986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332725" y="5102986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619338" y="5103050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122" y="0"/>
                </a:moveTo>
                <a:lnTo>
                  <a:pt x="0" y="0"/>
                </a:lnTo>
                <a:lnTo>
                  <a:pt x="0" y="33020"/>
                </a:lnTo>
                <a:lnTo>
                  <a:pt x="90017" y="33020"/>
                </a:lnTo>
                <a:lnTo>
                  <a:pt x="90017" y="313690"/>
                </a:lnTo>
                <a:lnTo>
                  <a:pt x="128117" y="313690"/>
                </a:lnTo>
                <a:lnTo>
                  <a:pt x="128117" y="33020"/>
                </a:lnTo>
                <a:lnTo>
                  <a:pt x="218122" y="33020"/>
                </a:lnTo>
                <a:lnTo>
                  <a:pt x="21812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886330" y="5102447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940" y="41243"/>
                </a:lnTo>
                <a:lnTo>
                  <a:pt x="35052" y="41243"/>
                </a:lnTo>
                <a:lnTo>
                  <a:pt x="35290" y="52720"/>
                </a:lnTo>
                <a:lnTo>
                  <a:pt x="35866" y="68460"/>
                </a:lnTo>
                <a:lnTo>
                  <a:pt x="36337" y="83677"/>
                </a:lnTo>
                <a:lnTo>
                  <a:pt x="36576" y="103727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21" y="256317"/>
                </a:moveTo>
                <a:lnTo>
                  <a:pt x="161639" y="256317"/>
                </a:lnTo>
                <a:lnTo>
                  <a:pt x="165949" y="244348"/>
                </a:lnTo>
                <a:lnTo>
                  <a:pt x="169830" y="233791"/>
                </a:lnTo>
                <a:lnTo>
                  <a:pt x="173426" y="224947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243"/>
                </a:lnTo>
                <a:lnTo>
                  <a:pt x="286702" y="41243"/>
                </a:lnTo>
                <a:lnTo>
                  <a:pt x="284416" y="51577"/>
                </a:lnTo>
                <a:lnTo>
                  <a:pt x="282130" y="59912"/>
                </a:lnTo>
                <a:lnTo>
                  <a:pt x="279844" y="66532"/>
                </a:lnTo>
                <a:lnTo>
                  <a:pt x="277558" y="71723"/>
                </a:lnTo>
                <a:lnTo>
                  <a:pt x="195121" y="256317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4771"/>
                </a:lnTo>
                <a:lnTo>
                  <a:pt x="41910" y="68460"/>
                </a:lnTo>
                <a:lnTo>
                  <a:pt x="39624" y="60864"/>
                </a:lnTo>
                <a:lnTo>
                  <a:pt x="37281" y="51577"/>
                </a:lnTo>
                <a:lnTo>
                  <a:pt x="35052" y="41243"/>
                </a:lnTo>
                <a:lnTo>
                  <a:pt x="66940" y="41243"/>
                </a:lnTo>
                <a:lnTo>
                  <a:pt x="144875" y="218122"/>
                </a:lnTo>
                <a:lnTo>
                  <a:pt x="150256" y="230131"/>
                </a:lnTo>
                <a:lnTo>
                  <a:pt x="154781" y="240684"/>
                </a:lnTo>
                <a:lnTo>
                  <a:pt x="158162" y="249505"/>
                </a:lnTo>
                <a:lnTo>
                  <a:pt x="160115" y="256317"/>
                </a:lnTo>
                <a:lnTo>
                  <a:pt x="195121" y="256317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320"/>
                </a:lnTo>
                <a:lnTo>
                  <a:pt x="284641" y="74771"/>
                </a:lnTo>
                <a:lnTo>
                  <a:pt x="285583" y="58935"/>
                </a:lnTo>
                <a:lnTo>
                  <a:pt x="286702" y="41243"/>
                </a:lnTo>
                <a:lnTo>
                  <a:pt x="320230" y="41243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2290470" y="5102859"/>
            <a:ext cx="161925" cy="313690"/>
          </a:xfrm>
          <a:custGeom>
            <a:avLst/>
            <a:gdLst/>
            <a:ahLst/>
            <a:cxnLst/>
            <a:rect l="l" t="t" r="r" b="b"/>
            <a:pathLst>
              <a:path w="161925" h="313689">
                <a:moveTo>
                  <a:pt x="161645" y="280682"/>
                </a:moveTo>
                <a:lnTo>
                  <a:pt x="36576" y="280682"/>
                </a:lnTo>
                <a:lnTo>
                  <a:pt x="36576" y="0"/>
                </a:lnTo>
                <a:lnTo>
                  <a:pt x="0" y="0"/>
                </a:lnTo>
                <a:lnTo>
                  <a:pt x="0" y="280682"/>
                </a:lnTo>
                <a:lnTo>
                  <a:pt x="0" y="313690"/>
                </a:lnTo>
                <a:lnTo>
                  <a:pt x="161645" y="313690"/>
                </a:lnTo>
                <a:lnTo>
                  <a:pt x="161645" y="2806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2497835" y="5102447"/>
            <a:ext cx="175895" cy="319405"/>
          </a:xfrm>
          <a:custGeom>
            <a:avLst/>
            <a:gdLst/>
            <a:ahLst/>
            <a:cxnLst/>
            <a:rect l="l" t="t" r="r" b="b"/>
            <a:pathLst>
              <a:path w="175894" h="319404">
                <a:moveTo>
                  <a:pt x="64008" y="318801"/>
                </a:moveTo>
                <a:lnTo>
                  <a:pt x="43719" y="317968"/>
                </a:lnTo>
                <a:lnTo>
                  <a:pt x="26289" y="315563"/>
                </a:lnTo>
                <a:lnTo>
                  <a:pt x="11715" y="311729"/>
                </a:lnTo>
                <a:lnTo>
                  <a:pt x="0" y="306609"/>
                </a:lnTo>
                <a:lnTo>
                  <a:pt x="0" y="268509"/>
                </a:lnTo>
                <a:lnTo>
                  <a:pt x="15382" y="277391"/>
                </a:lnTo>
                <a:lnTo>
                  <a:pt x="31623" y="283559"/>
                </a:lnTo>
                <a:lnTo>
                  <a:pt x="48434" y="287154"/>
                </a:lnTo>
                <a:lnTo>
                  <a:pt x="65532" y="288321"/>
                </a:lnTo>
                <a:lnTo>
                  <a:pt x="73564" y="288036"/>
                </a:lnTo>
                <a:lnTo>
                  <a:pt x="114109" y="274320"/>
                </a:lnTo>
                <a:lnTo>
                  <a:pt x="136207" y="241801"/>
                </a:lnTo>
                <a:lnTo>
                  <a:pt x="138779" y="219646"/>
                </a:lnTo>
                <a:lnTo>
                  <a:pt x="137612" y="205406"/>
                </a:lnTo>
                <a:lnTo>
                  <a:pt x="107511" y="164401"/>
                </a:lnTo>
                <a:lnTo>
                  <a:pt x="57912" y="154114"/>
                </a:lnTo>
                <a:lnTo>
                  <a:pt x="45720" y="154114"/>
                </a:lnTo>
                <a:lnTo>
                  <a:pt x="41148" y="155638"/>
                </a:lnTo>
                <a:lnTo>
                  <a:pt x="13716" y="155638"/>
                </a:lnTo>
                <a:lnTo>
                  <a:pt x="9144" y="157162"/>
                </a:lnTo>
                <a:lnTo>
                  <a:pt x="4572" y="157162"/>
                </a:lnTo>
                <a:lnTo>
                  <a:pt x="15240" y="0"/>
                </a:lnTo>
                <a:lnTo>
                  <a:pt x="161639" y="0"/>
                </a:lnTo>
                <a:lnTo>
                  <a:pt x="161639" y="32099"/>
                </a:lnTo>
                <a:lnTo>
                  <a:pt x="47244" y="32099"/>
                </a:lnTo>
                <a:lnTo>
                  <a:pt x="41148" y="123539"/>
                </a:lnTo>
                <a:lnTo>
                  <a:pt x="70199" y="123539"/>
                </a:lnTo>
                <a:lnTo>
                  <a:pt x="82248" y="123850"/>
                </a:lnTo>
                <a:lnTo>
                  <a:pt x="124134" y="133445"/>
                </a:lnTo>
                <a:lnTo>
                  <a:pt x="159734" y="162115"/>
                </a:lnTo>
                <a:lnTo>
                  <a:pt x="175045" y="207216"/>
                </a:lnTo>
                <a:lnTo>
                  <a:pt x="175355" y="218122"/>
                </a:lnTo>
                <a:lnTo>
                  <a:pt x="174807" y="229321"/>
                </a:lnTo>
                <a:lnTo>
                  <a:pt x="163734" y="268224"/>
                </a:lnTo>
                <a:lnTo>
                  <a:pt x="137469" y="297703"/>
                </a:lnTo>
                <a:lnTo>
                  <a:pt x="99249" y="315587"/>
                </a:lnTo>
                <a:lnTo>
                  <a:pt x="76350" y="318492"/>
                </a:lnTo>
                <a:lnTo>
                  <a:pt x="64008" y="3188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2831769" y="5041493"/>
            <a:ext cx="878840" cy="433705"/>
          </a:xfrm>
          <a:custGeom>
            <a:avLst/>
            <a:gdLst/>
            <a:ahLst/>
            <a:cxnLst/>
            <a:rect l="l" t="t" r="r" b="b"/>
            <a:pathLst>
              <a:path w="878839" h="433704">
                <a:moveTo>
                  <a:pt x="428637" y="387388"/>
                </a:moveTo>
                <a:lnTo>
                  <a:pt x="369747" y="369684"/>
                </a:lnTo>
                <a:lnTo>
                  <a:pt x="319151" y="351002"/>
                </a:lnTo>
                <a:lnTo>
                  <a:pt x="277152" y="331444"/>
                </a:lnTo>
                <a:lnTo>
                  <a:pt x="244043" y="311188"/>
                </a:lnTo>
                <a:lnTo>
                  <a:pt x="264642" y="288226"/>
                </a:lnTo>
                <a:lnTo>
                  <a:pt x="272973" y="278942"/>
                </a:lnTo>
                <a:lnTo>
                  <a:pt x="297510" y="242709"/>
                </a:lnTo>
                <a:lnTo>
                  <a:pt x="317639" y="202438"/>
                </a:lnTo>
                <a:lnTo>
                  <a:pt x="333375" y="158153"/>
                </a:lnTo>
                <a:lnTo>
                  <a:pt x="344716" y="109829"/>
                </a:lnTo>
                <a:lnTo>
                  <a:pt x="425488" y="109829"/>
                </a:lnTo>
                <a:lnTo>
                  <a:pt x="425488" y="77724"/>
                </a:lnTo>
                <a:lnTo>
                  <a:pt x="306616" y="77724"/>
                </a:lnTo>
                <a:lnTo>
                  <a:pt x="306616" y="109829"/>
                </a:lnTo>
                <a:lnTo>
                  <a:pt x="294055" y="162991"/>
                </a:lnTo>
                <a:lnTo>
                  <a:pt x="274751" y="210451"/>
                </a:lnTo>
                <a:lnTo>
                  <a:pt x="248881" y="252209"/>
                </a:lnTo>
                <a:lnTo>
                  <a:pt x="216611" y="288226"/>
                </a:lnTo>
                <a:lnTo>
                  <a:pt x="182537" y="250494"/>
                </a:lnTo>
                <a:lnTo>
                  <a:pt x="155600" y="208165"/>
                </a:lnTo>
                <a:lnTo>
                  <a:pt x="135509" y="161277"/>
                </a:lnTo>
                <a:lnTo>
                  <a:pt x="122021" y="109829"/>
                </a:lnTo>
                <a:lnTo>
                  <a:pt x="306616" y="109829"/>
                </a:lnTo>
                <a:lnTo>
                  <a:pt x="306616" y="77724"/>
                </a:lnTo>
                <a:lnTo>
                  <a:pt x="219659" y="77724"/>
                </a:lnTo>
                <a:lnTo>
                  <a:pt x="250139" y="60960"/>
                </a:lnTo>
                <a:lnTo>
                  <a:pt x="239280" y="41579"/>
                </a:lnTo>
                <a:lnTo>
                  <a:pt x="229565" y="24765"/>
                </a:lnTo>
                <a:lnTo>
                  <a:pt x="220992" y="10807"/>
                </a:lnTo>
                <a:lnTo>
                  <a:pt x="213563" y="0"/>
                </a:lnTo>
                <a:lnTo>
                  <a:pt x="180035" y="16764"/>
                </a:lnTo>
                <a:lnTo>
                  <a:pt x="187223" y="27355"/>
                </a:lnTo>
                <a:lnTo>
                  <a:pt x="195275" y="40957"/>
                </a:lnTo>
                <a:lnTo>
                  <a:pt x="204457" y="57696"/>
                </a:lnTo>
                <a:lnTo>
                  <a:pt x="215087" y="77724"/>
                </a:lnTo>
                <a:lnTo>
                  <a:pt x="4572" y="77724"/>
                </a:lnTo>
                <a:lnTo>
                  <a:pt x="4572" y="109829"/>
                </a:lnTo>
                <a:lnTo>
                  <a:pt x="86969" y="109829"/>
                </a:lnTo>
                <a:lnTo>
                  <a:pt x="98323" y="155041"/>
                </a:lnTo>
                <a:lnTo>
                  <a:pt x="114134" y="197573"/>
                </a:lnTo>
                <a:lnTo>
                  <a:pt x="134505" y="237629"/>
                </a:lnTo>
                <a:lnTo>
                  <a:pt x="159486" y="275424"/>
                </a:lnTo>
                <a:lnTo>
                  <a:pt x="189179" y="311188"/>
                </a:lnTo>
                <a:lnTo>
                  <a:pt x="153377" y="333489"/>
                </a:lnTo>
                <a:lnTo>
                  <a:pt x="110020" y="354812"/>
                </a:lnTo>
                <a:lnTo>
                  <a:pt x="58953" y="375259"/>
                </a:lnTo>
                <a:lnTo>
                  <a:pt x="0" y="395008"/>
                </a:lnTo>
                <a:lnTo>
                  <a:pt x="7543" y="404152"/>
                </a:lnTo>
                <a:lnTo>
                  <a:pt x="14185" y="412991"/>
                </a:lnTo>
                <a:lnTo>
                  <a:pt x="20243" y="421246"/>
                </a:lnTo>
                <a:lnTo>
                  <a:pt x="26009" y="428625"/>
                </a:lnTo>
                <a:lnTo>
                  <a:pt x="86626" y="405511"/>
                </a:lnTo>
                <a:lnTo>
                  <a:pt x="138264" y="382092"/>
                </a:lnTo>
                <a:lnTo>
                  <a:pt x="181038" y="358673"/>
                </a:lnTo>
                <a:lnTo>
                  <a:pt x="215087" y="335572"/>
                </a:lnTo>
                <a:lnTo>
                  <a:pt x="248818" y="359041"/>
                </a:lnTo>
                <a:lnTo>
                  <a:pt x="290563" y="381673"/>
                </a:lnTo>
                <a:lnTo>
                  <a:pt x="340321" y="403758"/>
                </a:lnTo>
                <a:lnTo>
                  <a:pt x="398056" y="425577"/>
                </a:lnTo>
                <a:lnTo>
                  <a:pt x="404101" y="417271"/>
                </a:lnTo>
                <a:lnTo>
                  <a:pt x="411022" y="408228"/>
                </a:lnTo>
                <a:lnTo>
                  <a:pt x="419100" y="398322"/>
                </a:lnTo>
                <a:lnTo>
                  <a:pt x="428637" y="387388"/>
                </a:lnTo>
                <a:close/>
              </a:path>
              <a:path w="878839" h="433704">
                <a:moveTo>
                  <a:pt x="622274" y="242506"/>
                </a:moveTo>
                <a:lnTo>
                  <a:pt x="593305" y="211442"/>
                </a:lnTo>
                <a:lnTo>
                  <a:pt x="559689" y="176872"/>
                </a:lnTo>
                <a:lnTo>
                  <a:pt x="544449" y="190690"/>
                </a:lnTo>
                <a:lnTo>
                  <a:pt x="544449" y="125056"/>
                </a:lnTo>
                <a:lnTo>
                  <a:pt x="607034" y="125056"/>
                </a:lnTo>
                <a:lnTo>
                  <a:pt x="607034" y="94576"/>
                </a:lnTo>
                <a:lnTo>
                  <a:pt x="544449" y="94576"/>
                </a:lnTo>
                <a:lnTo>
                  <a:pt x="544449" y="6096"/>
                </a:lnTo>
                <a:lnTo>
                  <a:pt x="512445" y="6096"/>
                </a:lnTo>
                <a:lnTo>
                  <a:pt x="512445" y="94576"/>
                </a:lnTo>
                <a:lnTo>
                  <a:pt x="445389" y="94576"/>
                </a:lnTo>
                <a:lnTo>
                  <a:pt x="445389" y="125056"/>
                </a:lnTo>
                <a:lnTo>
                  <a:pt x="510921" y="125056"/>
                </a:lnTo>
                <a:lnTo>
                  <a:pt x="498043" y="168490"/>
                </a:lnTo>
                <a:lnTo>
                  <a:pt x="482155" y="209499"/>
                </a:lnTo>
                <a:lnTo>
                  <a:pt x="463130" y="247942"/>
                </a:lnTo>
                <a:lnTo>
                  <a:pt x="440817" y="283654"/>
                </a:lnTo>
                <a:lnTo>
                  <a:pt x="445135" y="293090"/>
                </a:lnTo>
                <a:lnTo>
                  <a:pt x="449008" y="302793"/>
                </a:lnTo>
                <a:lnTo>
                  <a:pt x="452615" y="312470"/>
                </a:lnTo>
                <a:lnTo>
                  <a:pt x="456057" y="321843"/>
                </a:lnTo>
                <a:lnTo>
                  <a:pt x="471728" y="297510"/>
                </a:lnTo>
                <a:lnTo>
                  <a:pt x="486537" y="270332"/>
                </a:lnTo>
                <a:lnTo>
                  <a:pt x="500214" y="240322"/>
                </a:lnTo>
                <a:lnTo>
                  <a:pt x="512445" y="207454"/>
                </a:lnTo>
                <a:lnTo>
                  <a:pt x="512445" y="431673"/>
                </a:lnTo>
                <a:lnTo>
                  <a:pt x="544449" y="431673"/>
                </a:lnTo>
                <a:lnTo>
                  <a:pt x="544449" y="207454"/>
                </a:lnTo>
                <a:lnTo>
                  <a:pt x="557923" y="221437"/>
                </a:lnTo>
                <a:lnTo>
                  <a:pt x="570979" y="235839"/>
                </a:lnTo>
                <a:lnTo>
                  <a:pt x="583755" y="250532"/>
                </a:lnTo>
                <a:lnTo>
                  <a:pt x="596366" y="265366"/>
                </a:lnTo>
                <a:lnTo>
                  <a:pt x="622274" y="242506"/>
                </a:lnTo>
                <a:close/>
              </a:path>
              <a:path w="878839" h="433704">
                <a:moveTo>
                  <a:pt x="689330" y="120484"/>
                </a:moveTo>
                <a:lnTo>
                  <a:pt x="673328" y="97396"/>
                </a:lnTo>
                <a:lnTo>
                  <a:pt x="657326" y="74155"/>
                </a:lnTo>
                <a:lnTo>
                  <a:pt x="641324" y="51193"/>
                </a:lnTo>
                <a:lnTo>
                  <a:pt x="625322" y="28956"/>
                </a:lnTo>
                <a:lnTo>
                  <a:pt x="597890" y="45720"/>
                </a:lnTo>
                <a:lnTo>
                  <a:pt x="613613" y="68859"/>
                </a:lnTo>
                <a:lnTo>
                  <a:pt x="628751" y="92443"/>
                </a:lnTo>
                <a:lnTo>
                  <a:pt x="643331" y="116306"/>
                </a:lnTo>
                <a:lnTo>
                  <a:pt x="657326" y="140296"/>
                </a:lnTo>
                <a:lnTo>
                  <a:pt x="689330" y="120484"/>
                </a:lnTo>
                <a:close/>
              </a:path>
              <a:path w="878839" h="433704">
                <a:moveTo>
                  <a:pt x="863257" y="164680"/>
                </a:moveTo>
                <a:lnTo>
                  <a:pt x="751916" y="164680"/>
                </a:lnTo>
                <a:lnTo>
                  <a:pt x="751916" y="6096"/>
                </a:lnTo>
                <a:lnTo>
                  <a:pt x="718388" y="6096"/>
                </a:lnTo>
                <a:lnTo>
                  <a:pt x="718388" y="164680"/>
                </a:lnTo>
                <a:lnTo>
                  <a:pt x="607034" y="164680"/>
                </a:lnTo>
                <a:lnTo>
                  <a:pt x="607034" y="196786"/>
                </a:lnTo>
                <a:lnTo>
                  <a:pt x="831164" y="196786"/>
                </a:lnTo>
                <a:lnTo>
                  <a:pt x="831164" y="269938"/>
                </a:lnTo>
                <a:lnTo>
                  <a:pt x="614654" y="269938"/>
                </a:lnTo>
                <a:lnTo>
                  <a:pt x="614654" y="300507"/>
                </a:lnTo>
                <a:lnTo>
                  <a:pt x="831164" y="300507"/>
                </a:lnTo>
                <a:lnTo>
                  <a:pt x="831164" y="376707"/>
                </a:lnTo>
                <a:lnTo>
                  <a:pt x="596366" y="376707"/>
                </a:lnTo>
                <a:lnTo>
                  <a:pt x="596366" y="408813"/>
                </a:lnTo>
                <a:lnTo>
                  <a:pt x="831164" y="408813"/>
                </a:lnTo>
                <a:lnTo>
                  <a:pt x="831164" y="433197"/>
                </a:lnTo>
                <a:lnTo>
                  <a:pt x="863257" y="433197"/>
                </a:lnTo>
                <a:lnTo>
                  <a:pt x="863257" y="164680"/>
                </a:lnTo>
                <a:close/>
              </a:path>
              <a:path w="878839" h="433704">
                <a:moveTo>
                  <a:pt x="878497" y="45720"/>
                </a:moveTo>
                <a:lnTo>
                  <a:pt x="846493" y="27432"/>
                </a:lnTo>
                <a:lnTo>
                  <a:pt x="831583" y="53136"/>
                </a:lnTo>
                <a:lnTo>
                  <a:pt x="816686" y="77584"/>
                </a:lnTo>
                <a:lnTo>
                  <a:pt x="801827" y="100596"/>
                </a:lnTo>
                <a:lnTo>
                  <a:pt x="786968" y="122008"/>
                </a:lnTo>
                <a:lnTo>
                  <a:pt x="814400" y="141820"/>
                </a:lnTo>
                <a:lnTo>
                  <a:pt x="829475" y="120484"/>
                </a:lnTo>
                <a:lnTo>
                  <a:pt x="845299" y="97205"/>
                </a:lnTo>
                <a:lnTo>
                  <a:pt x="861618" y="72313"/>
                </a:lnTo>
                <a:lnTo>
                  <a:pt x="878497" y="457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418844" y="5826252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1738407" y="5616511"/>
            <a:ext cx="5861050" cy="387985"/>
            <a:chOff x="1738407" y="5616511"/>
            <a:chExt cx="5861050" cy="387985"/>
          </a:xfrm>
        </p:grpSpPr>
        <p:sp>
          <p:nvSpPr>
            <p:cNvPr id="95" name="object 95" descr=""/>
            <p:cNvSpPr/>
            <p:nvPr/>
          </p:nvSpPr>
          <p:spPr>
            <a:xfrm>
              <a:off x="1738401" y="5619559"/>
              <a:ext cx="1931035" cy="383540"/>
            </a:xfrm>
            <a:custGeom>
              <a:avLst/>
              <a:gdLst/>
              <a:ahLst/>
              <a:cxnLst/>
              <a:rect l="l" t="t" r="r" b="b"/>
              <a:pathLst>
                <a:path w="1931035" h="383539">
                  <a:moveTo>
                    <a:pt x="175348" y="256324"/>
                  </a:moveTo>
                  <a:lnTo>
                    <a:pt x="145630" y="260705"/>
                  </a:lnTo>
                  <a:lnTo>
                    <a:pt x="130733" y="262534"/>
                  </a:lnTo>
                  <a:lnTo>
                    <a:pt x="115824" y="263944"/>
                  </a:lnTo>
                  <a:lnTo>
                    <a:pt x="115824" y="213550"/>
                  </a:lnTo>
                  <a:lnTo>
                    <a:pt x="167728" y="213550"/>
                  </a:lnTo>
                  <a:lnTo>
                    <a:pt x="167728" y="186118"/>
                  </a:lnTo>
                  <a:lnTo>
                    <a:pt x="115824" y="186118"/>
                  </a:lnTo>
                  <a:lnTo>
                    <a:pt x="115824" y="111353"/>
                  </a:lnTo>
                  <a:lnTo>
                    <a:pt x="88392" y="111353"/>
                  </a:lnTo>
                  <a:lnTo>
                    <a:pt x="88392" y="186118"/>
                  </a:lnTo>
                  <a:lnTo>
                    <a:pt x="41148" y="186118"/>
                  </a:lnTo>
                  <a:lnTo>
                    <a:pt x="50266" y="162064"/>
                  </a:lnTo>
                  <a:lnTo>
                    <a:pt x="59245" y="137693"/>
                  </a:lnTo>
                  <a:lnTo>
                    <a:pt x="67932" y="112750"/>
                  </a:lnTo>
                  <a:lnTo>
                    <a:pt x="76200" y="86969"/>
                  </a:lnTo>
                  <a:lnTo>
                    <a:pt x="167728" y="86969"/>
                  </a:lnTo>
                  <a:lnTo>
                    <a:pt x="167728" y="61061"/>
                  </a:lnTo>
                  <a:lnTo>
                    <a:pt x="85344" y="61061"/>
                  </a:lnTo>
                  <a:lnTo>
                    <a:pt x="89890" y="48183"/>
                  </a:lnTo>
                  <a:lnTo>
                    <a:pt x="94297" y="34721"/>
                  </a:lnTo>
                  <a:lnTo>
                    <a:pt x="98412" y="20688"/>
                  </a:lnTo>
                  <a:lnTo>
                    <a:pt x="102108" y="6096"/>
                  </a:lnTo>
                  <a:lnTo>
                    <a:pt x="71628" y="0"/>
                  </a:lnTo>
                  <a:lnTo>
                    <a:pt x="67297" y="15976"/>
                  </a:lnTo>
                  <a:lnTo>
                    <a:pt x="63246" y="31673"/>
                  </a:lnTo>
                  <a:lnTo>
                    <a:pt x="59194" y="46812"/>
                  </a:lnTo>
                  <a:lnTo>
                    <a:pt x="54864" y="61061"/>
                  </a:lnTo>
                  <a:lnTo>
                    <a:pt x="4572" y="61061"/>
                  </a:lnTo>
                  <a:lnTo>
                    <a:pt x="4572" y="86969"/>
                  </a:lnTo>
                  <a:lnTo>
                    <a:pt x="47244" y="86969"/>
                  </a:lnTo>
                  <a:lnTo>
                    <a:pt x="38074" y="114706"/>
                  </a:lnTo>
                  <a:lnTo>
                    <a:pt x="28765" y="140741"/>
                  </a:lnTo>
                  <a:lnTo>
                    <a:pt x="19278" y="164782"/>
                  </a:lnTo>
                  <a:lnTo>
                    <a:pt x="9144" y="187642"/>
                  </a:lnTo>
                  <a:lnTo>
                    <a:pt x="9144" y="213550"/>
                  </a:lnTo>
                  <a:lnTo>
                    <a:pt x="88392" y="213550"/>
                  </a:lnTo>
                  <a:lnTo>
                    <a:pt x="88392" y="268516"/>
                  </a:lnTo>
                  <a:lnTo>
                    <a:pt x="65582" y="271678"/>
                  </a:lnTo>
                  <a:lnTo>
                    <a:pt x="0" y="279184"/>
                  </a:lnTo>
                  <a:lnTo>
                    <a:pt x="4572" y="308140"/>
                  </a:lnTo>
                  <a:lnTo>
                    <a:pt x="25171" y="305587"/>
                  </a:lnTo>
                  <a:lnTo>
                    <a:pt x="45910" y="302615"/>
                  </a:lnTo>
                  <a:lnTo>
                    <a:pt x="88392" y="295948"/>
                  </a:lnTo>
                  <a:lnTo>
                    <a:pt x="88392" y="379869"/>
                  </a:lnTo>
                  <a:lnTo>
                    <a:pt x="115824" y="379869"/>
                  </a:lnTo>
                  <a:lnTo>
                    <a:pt x="115824" y="295948"/>
                  </a:lnTo>
                  <a:lnTo>
                    <a:pt x="115824" y="291376"/>
                  </a:lnTo>
                  <a:lnTo>
                    <a:pt x="130505" y="289966"/>
                  </a:lnTo>
                  <a:lnTo>
                    <a:pt x="144868" y="288137"/>
                  </a:lnTo>
                  <a:lnTo>
                    <a:pt x="173824" y="283756"/>
                  </a:lnTo>
                  <a:lnTo>
                    <a:pt x="174066" y="276872"/>
                  </a:lnTo>
                  <a:lnTo>
                    <a:pt x="175056" y="263944"/>
                  </a:lnTo>
                  <a:lnTo>
                    <a:pt x="175120" y="263182"/>
                  </a:lnTo>
                  <a:lnTo>
                    <a:pt x="175348" y="256324"/>
                  </a:lnTo>
                  <a:close/>
                </a:path>
                <a:path w="1931035" h="383539">
                  <a:moveTo>
                    <a:pt x="381190" y="138874"/>
                  </a:moveTo>
                  <a:lnTo>
                    <a:pt x="245465" y="138874"/>
                  </a:lnTo>
                  <a:lnTo>
                    <a:pt x="248869" y="126250"/>
                  </a:lnTo>
                  <a:lnTo>
                    <a:pt x="252133" y="113652"/>
                  </a:lnTo>
                  <a:lnTo>
                    <a:pt x="255104" y="101066"/>
                  </a:lnTo>
                  <a:lnTo>
                    <a:pt x="257657" y="88493"/>
                  </a:lnTo>
                  <a:lnTo>
                    <a:pt x="367474" y="88493"/>
                  </a:lnTo>
                  <a:lnTo>
                    <a:pt x="367474" y="62585"/>
                  </a:lnTo>
                  <a:lnTo>
                    <a:pt x="265277" y="62585"/>
                  </a:lnTo>
                  <a:lnTo>
                    <a:pt x="268376" y="48183"/>
                  </a:lnTo>
                  <a:lnTo>
                    <a:pt x="274231" y="18567"/>
                  </a:lnTo>
                  <a:lnTo>
                    <a:pt x="277558" y="3048"/>
                  </a:lnTo>
                  <a:lnTo>
                    <a:pt x="248513" y="3048"/>
                  </a:lnTo>
                  <a:lnTo>
                    <a:pt x="245084" y="18567"/>
                  </a:lnTo>
                  <a:lnTo>
                    <a:pt x="241655" y="33388"/>
                  </a:lnTo>
                  <a:lnTo>
                    <a:pt x="238264" y="47713"/>
                  </a:lnTo>
                  <a:lnTo>
                    <a:pt x="234797" y="62585"/>
                  </a:lnTo>
                  <a:lnTo>
                    <a:pt x="182968" y="62585"/>
                  </a:lnTo>
                  <a:lnTo>
                    <a:pt x="182968" y="88493"/>
                  </a:lnTo>
                  <a:lnTo>
                    <a:pt x="228701" y="88493"/>
                  </a:lnTo>
                  <a:lnTo>
                    <a:pt x="225285" y="101066"/>
                  </a:lnTo>
                  <a:lnTo>
                    <a:pt x="222034" y="113652"/>
                  </a:lnTo>
                  <a:lnTo>
                    <a:pt x="219049" y="126250"/>
                  </a:lnTo>
                  <a:lnTo>
                    <a:pt x="216509" y="138874"/>
                  </a:lnTo>
                  <a:lnTo>
                    <a:pt x="164680" y="138874"/>
                  </a:lnTo>
                  <a:lnTo>
                    <a:pt x="164680" y="164782"/>
                  </a:lnTo>
                  <a:lnTo>
                    <a:pt x="208889" y="164782"/>
                  </a:lnTo>
                  <a:lnTo>
                    <a:pt x="205219" y="177342"/>
                  </a:lnTo>
                  <a:lnTo>
                    <a:pt x="201269" y="189738"/>
                  </a:lnTo>
                  <a:lnTo>
                    <a:pt x="197307" y="201866"/>
                  </a:lnTo>
                  <a:lnTo>
                    <a:pt x="193649" y="213550"/>
                  </a:lnTo>
                  <a:lnTo>
                    <a:pt x="193649" y="241084"/>
                  </a:lnTo>
                  <a:lnTo>
                    <a:pt x="326326" y="241084"/>
                  </a:lnTo>
                  <a:lnTo>
                    <a:pt x="266801" y="309664"/>
                  </a:lnTo>
                  <a:lnTo>
                    <a:pt x="251028" y="299377"/>
                  </a:lnTo>
                  <a:lnTo>
                    <a:pt x="220078" y="278803"/>
                  </a:lnTo>
                  <a:lnTo>
                    <a:pt x="204317" y="268516"/>
                  </a:lnTo>
                  <a:lnTo>
                    <a:pt x="187540" y="291376"/>
                  </a:lnTo>
                  <a:lnTo>
                    <a:pt x="220421" y="313131"/>
                  </a:lnTo>
                  <a:lnTo>
                    <a:pt x="252742" y="335051"/>
                  </a:lnTo>
                  <a:lnTo>
                    <a:pt x="284492" y="357251"/>
                  </a:lnTo>
                  <a:lnTo>
                    <a:pt x="315658" y="379869"/>
                  </a:lnTo>
                  <a:lnTo>
                    <a:pt x="335470" y="355485"/>
                  </a:lnTo>
                  <a:lnTo>
                    <a:pt x="301828" y="332041"/>
                  </a:lnTo>
                  <a:lnTo>
                    <a:pt x="291274" y="324904"/>
                  </a:lnTo>
                  <a:lnTo>
                    <a:pt x="304292" y="309664"/>
                  </a:lnTo>
                  <a:lnTo>
                    <a:pt x="362902" y="241084"/>
                  </a:lnTo>
                  <a:lnTo>
                    <a:pt x="362902" y="215074"/>
                  </a:lnTo>
                  <a:lnTo>
                    <a:pt x="224129" y="215074"/>
                  </a:lnTo>
                  <a:lnTo>
                    <a:pt x="237845" y="164782"/>
                  </a:lnTo>
                  <a:lnTo>
                    <a:pt x="381190" y="164782"/>
                  </a:lnTo>
                  <a:lnTo>
                    <a:pt x="381190" y="138874"/>
                  </a:lnTo>
                  <a:close/>
                </a:path>
                <a:path w="1931035" h="383539">
                  <a:moveTo>
                    <a:pt x="512356" y="74777"/>
                  </a:moveTo>
                  <a:lnTo>
                    <a:pt x="469671" y="74777"/>
                  </a:lnTo>
                  <a:lnTo>
                    <a:pt x="469671" y="4572"/>
                  </a:lnTo>
                  <a:lnTo>
                    <a:pt x="440715" y="4572"/>
                  </a:lnTo>
                  <a:lnTo>
                    <a:pt x="440715" y="74777"/>
                  </a:lnTo>
                  <a:lnTo>
                    <a:pt x="396430" y="74777"/>
                  </a:lnTo>
                  <a:lnTo>
                    <a:pt x="396430" y="100685"/>
                  </a:lnTo>
                  <a:lnTo>
                    <a:pt x="440715" y="100685"/>
                  </a:lnTo>
                  <a:lnTo>
                    <a:pt x="440715" y="190690"/>
                  </a:lnTo>
                  <a:lnTo>
                    <a:pt x="428155" y="194335"/>
                  </a:lnTo>
                  <a:lnTo>
                    <a:pt x="415721" y="198120"/>
                  </a:lnTo>
                  <a:lnTo>
                    <a:pt x="403567" y="201625"/>
                  </a:lnTo>
                  <a:lnTo>
                    <a:pt x="391858" y="204406"/>
                  </a:lnTo>
                  <a:lnTo>
                    <a:pt x="396430" y="238036"/>
                  </a:lnTo>
                  <a:lnTo>
                    <a:pt x="440715" y="221170"/>
                  </a:lnTo>
                  <a:lnTo>
                    <a:pt x="440715" y="340245"/>
                  </a:lnTo>
                  <a:lnTo>
                    <a:pt x="436156" y="344805"/>
                  </a:lnTo>
                  <a:lnTo>
                    <a:pt x="419582" y="344792"/>
                  </a:lnTo>
                  <a:lnTo>
                    <a:pt x="411149" y="344627"/>
                  </a:lnTo>
                  <a:lnTo>
                    <a:pt x="401853" y="344170"/>
                  </a:lnTo>
                  <a:lnTo>
                    <a:pt x="391858" y="343293"/>
                  </a:lnTo>
                  <a:lnTo>
                    <a:pt x="396430" y="375297"/>
                  </a:lnTo>
                  <a:lnTo>
                    <a:pt x="434619" y="373773"/>
                  </a:lnTo>
                  <a:lnTo>
                    <a:pt x="467410" y="351218"/>
                  </a:lnTo>
                  <a:lnTo>
                    <a:pt x="469671" y="221170"/>
                  </a:lnTo>
                  <a:lnTo>
                    <a:pt x="469671" y="210502"/>
                  </a:lnTo>
                  <a:lnTo>
                    <a:pt x="506539" y="197002"/>
                  </a:lnTo>
                  <a:lnTo>
                    <a:pt x="510832" y="195262"/>
                  </a:lnTo>
                  <a:lnTo>
                    <a:pt x="509943" y="189217"/>
                  </a:lnTo>
                  <a:lnTo>
                    <a:pt x="509498" y="182308"/>
                  </a:lnTo>
                  <a:lnTo>
                    <a:pt x="509447" y="180022"/>
                  </a:lnTo>
                  <a:lnTo>
                    <a:pt x="509409" y="178549"/>
                  </a:lnTo>
                  <a:lnTo>
                    <a:pt x="509308" y="164782"/>
                  </a:lnTo>
                  <a:lnTo>
                    <a:pt x="499033" y="169100"/>
                  </a:lnTo>
                  <a:lnTo>
                    <a:pt x="488911" y="172974"/>
                  </a:lnTo>
                  <a:lnTo>
                    <a:pt x="469671" y="180022"/>
                  </a:lnTo>
                  <a:lnTo>
                    <a:pt x="469671" y="100685"/>
                  </a:lnTo>
                  <a:lnTo>
                    <a:pt x="512356" y="100685"/>
                  </a:lnTo>
                  <a:lnTo>
                    <a:pt x="512356" y="74777"/>
                  </a:lnTo>
                  <a:close/>
                </a:path>
                <a:path w="1931035" h="383539">
                  <a:moveTo>
                    <a:pt x="773150" y="236512"/>
                  </a:moveTo>
                  <a:lnTo>
                    <a:pt x="742670" y="236512"/>
                  </a:lnTo>
                  <a:lnTo>
                    <a:pt x="742670" y="146494"/>
                  </a:lnTo>
                  <a:lnTo>
                    <a:pt x="742670" y="120497"/>
                  </a:lnTo>
                  <a:lnTo>
                    <a:pt x="715238" y="120497"/>
                  </a:lnTo>
                  <a:lnTo>
                    <a:pt x="715238" y="146494"/>
                  </a:lnTo>
                  <a:lnTo>
                    <a:pt x="715238" y="236512"/>
                  </a:lnTo>
                  <a:lnTo>
                    <a:pt x="648081" y="236512"/>
                  </a:lnTo>
                  <a:lnTo>
                    <a:pt x="649198" y="215341"/>
                  </a:lnTo>
                  <a:lnTo>
                    <a:pt x="650176" y="193179"/>
                  </a:lnTo>
                  <a:lnTo>
                    <a:pt x="650862" y="170192"/>
                  </a:lnTo>
                  <a:lnTo>
                    <a:pt x="651129" y="146494"/>
                  </a:lnTo>
                  <a:lnTo>
                    <a:pt x="715238" y="146494"/>
                  </a:lnTo>
                  <a:lnTo>
                    <a:pt x="715238" y="120497"/>
                  </a:lnTo>
                  <a:lnTo>
                    <a:pt x="673989" y="120497"/>
                  </a:lnTo>
                  <a:lnTo>
                    <a:pt x="688047" y="103593"/>
                  </a:lnTo>
                  <a:lnTo>
                    <a:pt x="700366" y="89255"/>
                  </a:lnTo>
                  <a:lnTo>
                    <a:pt x="719810" y="67157"/>
                  </a:lnTo>
                  <a:lnTo>
                    <a:pt x="719810" y="41249"/>
                  </a:lnTo>
                  <a:lnTo>
                    <a:pt x="684657" y="41249"/>
                  </a:lnTo>
                  <a:lnTo>
                    <a:pt x="684657" y="67157"/>
                  </a:lnTo>
                  <a:lnTo>
                    <a:pt x="675182" y="78917"/>
                  </a:lnTo>
                  <a:lnTo>
                    <a:pt x="664845" y="91541"/>
                  </a:lnTo>
                  <a:lnTo>
                    <a:pt x="653364" y="105308"/>
                  </a:lnTo>
                  <a:lnTo>
                    <a:pt x="640461" y="120497"/>
                  </a:lnTo>
                  <a:lnTo>
                    <a:pt x="623697" y="120497"/>
                  </a:lnTo>
                  <a:lnTo>
                    <a:pt x="623697" y="146494"/>
                  </a:lnTo>
                  <a:lnTo>
                    <a:pt x="623595" y="182308"/>
                  </a:lnTo>
                  <a:lnTo>
                    <a:pt x="623290" y="204482"/>
                  </a:lnTo>
                  <a:lnTo>
                    <a:pt x="622414" y="223266"/>
                  </a:lnTo>
                  <a:lnTo>
                    <a:pt x="620649" y="236512"/>
                  </a:lnTo>
                  <a:lnTo>
                    <a:pt x="561213" y="236512"/>
                  </a:lnTo>
                  <a:lnTo>
                    <a:pt x="561213" y="146494"/>
                  </a:lnTo>
                  <a:lnTo>
                    <a:pt x="623697" y="146494"/>
                  </a:lnTo>
                  <a:lnTo>
                    <a:pt x="623697" y="120497"/>
                  </a:lnTo>
                  <a:lnTo>
                    <a:pt x="545884" y="120497"/>
                  </a:lnTo>
                  <a:lnTo>
                    <a:pt x="557072" y="107657"/>
                  </a:lnTo>
                  <a:lnTo>
                    <a:pt x="567677" y="94399"/>
                  </a:lnTo>
                  <a:lnTo>
                    <a:pt x="577684" y="80848"/>
                  </a:lnTo>
                  <a:lnTo>
                    <a:pt x="587121" y="67157"/>
                  </a:lnTo>
                  <a:lnTo>
                    <a:pt x="684657" y="67157"/>
                  </a:lnTo>
                  <a:lnTo>
                    <a:pt x="684657" y="41249"/>
                  </a:lnTo>
                  <a:lnTo>
                    <a:pt x="603885" y="41249"/>
                  </a:lnTo>
                  <a:lnTo>
                    <a:pt x="608698" y="32334"/>
                  </a:lnTo>
                  <a:lnTo>
                    <a:pt x="618883" y="15024"/>
                  </a:lnTo>
                  <a:lnTo>
                    <a:pt x="623697" y="6096"/>
                  </a:lnTo>
                  <a:lnTo>
                    <a:pt x="591693" y="0"/>
                  </a:lnTo>
                  <a:lnTo>
                    <a:pt x="575652" y="30594"/>
                  </a:lnTo>
                  <a:lnTo>
                    <a:pt x="557161" y="60286"/>
                  </a:lnTo>
                  <a:lnTo>
                    <a:pt x="536105" y="88823"/>
                  </a:lnTo>
                  <a:lnTo>
                    <a:pt x="512356" y="115925"/>
                  </a:lnTo>
                  <a:lnTo>
                    <a:pt x="518045" y="120256"/>
                  </a:lnTo>
                  <a:lnTo>
                    <a:pt x="523595" y="124320"/>
                  </a:lnTo>
                  <a:lnTo>
                    <a:pt x="528853" y="128397"/>
                  </a:lnTo>
                  <a:lnTo>
                    <a:pt x="533692" y="132778"/>
                  </a:lnTo>
                  <a:lnTo>
                    <a:pt x="533692" y="236512"/>
                  </a:lnTo>
                  <a:lnTo>
                    <a:pt x="500164" y="236512"/>
                  </a:lnTo>
                  <a:lnTo>
                    <a:pt x="500164" y="262420"/>
                  </a:lnTo>
                  <a:lnTo>
                    <a:pt x="614553" y="262420"/>
                  </a:lnTo>
                  <a:lnTo>
                    <a:pt x="600570" y="289547"/>
                  </a:lnTo>
                  <a:lnTo>
                    <a:pt x="574725" y="313677"/>
                  </a:lnTo>
                  <a:lnTo>
                    <a:pt x="537146" y="334683"/>
                  </a:lnTo>
                  <a:lnTo>
                    <a:pt x="487959" y="352437"/>
                  </a:lnTo>
                  <a:lnTo>
                    <a:pt x="494258" y="359244"/>
                  </a:lnTo>
                  <a:lnTo>
                    <a:pt x="499770" y="366153"/>
                  </a:lnTo>
                  <a:lnTo>
                    <a:pt x="504685" y="373011"/>
                  </a:lnTo>
                  <a:lnTo>
                    <a:pt x="509308" y="379869"/>
                  </a:lnTo>
                  <a:lnTo>
                    <a:pt x="557644" y="359244"/>
                  </a:lnTo>
                  <a:lnTo>
                    <a:pt x="595109" y="336194"/>
                  </a:lnTo>
                  <a:lnTo>
                    <a:pt x="621690" y="310565"/>
                  </a:lnTo>
                  <a:lnTo>
                    <a:pt x="637413" y="282232"/>
                  </a:lnTo>
                  <a:lnTo>
                    <a:pt x="656526" y="313944"/>
                  </a:lnTo>
                  <a:lnTo>
                    <a:pt x="681659" y="340385"/>
                  </a:lnTo>
                  <a:lnTo>
                    <a:pt x="712508" y="361391"/>
                  </a:lnTo>
                  <a:lnTo>
                    <a:pt x="748766" y="376821"/>
                  </a:lnTo>
                  <a:lnTo>
                    <a:pt x="753618" y="369697"/>
                  </a:lnTo>
                  <a:lnTo>
                    <a:pt x="759053" y="362153"/>
                  </a:lnTo>
                  <a:lnTo>
                    <a:pt x="765048" y="354317"/>
                  </a:lnTo>
                  <a:lnTo>
                    <a:pt x="771626" y="346341"/>
                  </a:lnTo>
                  <a:lnTo>
                    <a:pt x="731837" y="334251"/>
                  </a:lnTo>
                  <a:lnTo>
                    <a:pt x="699185" y="316344"/>
                  </a:lnTo>
                  <a:lnTo>
                    <a:pt x="673379" y="292442"/>
                  </a:lnTo>
                  <a:lnTo>
                    <a:pt x="666851" y="282232"/>
                  </a:lnTo>
                  <a:lnTo>
                    <a:pt x="654177" y="262420"/>
                  </a:lnTo>
                  <a:lnTo>
                    <a:pt x="773150" y="262420"/>
                  </a:lnTo>
                  <a:lnTo>
                    <a:pt x="773150" y="236512"/>
                  </a:lnTo>
                  <a:close/>
                </a:path>
                <a:path w="1931035" h="383539">
                  <a:moveTo>
                    <a:pt x="913447" y="218135"/>
                  </a:moveTo>
                  <a:lnTo>
                    <a:pt x="889063" y="196799"/>
                  </a:lnTo>
                  <a:lnTo>
                    <a:pt x="865327" y="221983"/>
                  </a:lnTo>
                  <a:lnTo>
                    <a:pt x="841997" y="245033"/>
                  </a:lnTo>
                  <a:lnTo>
                    <a:pt x="819023" y="266026"/>
                  </a:lnTo>
                  <a:lnTo>
                    <a:pt x="796010" y="285280"/>
                  </a:lnTo>
                  <a:lnTo>
                    <a:pt x="801458" y="290995"/>
                  </a:lnTo>
                  <a:lnTo>
                    <a:pt x="806488" y="296710"/>
                  </a:lnTo>
                  <a:lnTo>
                    <a:pt x="811225" y="302425"/>
                  </a:lnTo>
                  <a:lnTo>
                    <a:pt x="815822" y="308140"/>
                  </a:lnTo>
                  <a:lnTo>
                    <a:pt x="839254" y="287870"/>
                  </a:lnTo>
                  <a:lnTo>
                    <a:pt x="863447" y="266090"/>
                  </a:lnTo>
                  <a:lnTo>
                    <a:pt x="888352" y="242735"/>
                  </a:lnTo>
                  <a:lnTo>
                    <a:pt x="913447" y="218135"/>
                  </a:lnTo>
                  <a:close/>
                </a:path>
                <a:path w="1931035" h="383539">
                  <a:moveTo>
                    <a:pt x="995845" y="181559"/>
                  </a:moveTo>
                  <a:lnTo>
                    <a:pt x="963739" y="181559"/>
                  </a:lnTo>
                  <a:lnTo>
                    <a:pt x="963739" y="295948"/>
                  </a:lnTo>
                  <a:lnTo>
                    <a:pt x="995845" y="295948"/>
                  </a:lnTo>
                  <a:lnTo>
                    <a:pt x="995845" y="181559"/>
                  </a:lnTo>
                  <a:close/>
                </a:path>
                <a:path w="1931035" h="383539">
                  <a:moveTo>
                    <a:pt x="1133094" y="236512"/>
                  </a:moveTo>
                  <a:lnTo>
                    <a:pt x="1108710" y="213563"/>
                  </a:lnTo>
                  <a:lnTo>
                    <a:pt x="1077506" y="244487"/>
                  </a:lnTo>
                  <a:lnTo>
                    <a:pt x="1041488" y="271856"/>
                  </a:lnTo>
                  <a:lnTo>
                    <a:pt x="1000658" y="295694"/>
                  </a:lnTo>
                  <a:lnTo>
                    <a:pt x="955065" y="315963"/>
                  </a:lnTo>
                  <a:lnTo>
                    <a:pt x="904722" y="332689"/>
                  </a:lnTo>
                  <a:lnTo>
                    <a:pt x="849655" y="345859"/>
                  </a:lnTo>
                  <a:lnTo>
                    <a:pt x="789901" y="355485"/>
                  </a:lnTo>
                  <a:lnTo>
                    <a:pt x="793318" y="362343"/>
                  </a:lnTo>
                  <a:lnTo>
                    <a:pt x="796582" y="369201"/>
                  </a:lnTo>
                  <a:lnTo>
                    <a:pt x="799553" y="376059"/>
                  </a:lnTo>
                  <a:lnTo>
                    <a:pt x="802106" y="382917"/>
                  </a:lnTo>
                  <a:lnTo>
                    <a:pt x="863168" y="373202"/>
                  </a:lnTo>
                  <a:lnTo>
                    <a:pt x="919594" y="359752"/>
                  </a:lnTo>
                  <a:lnTo>
                    <a:pt x="971410" y="342569"/>
                  </a:lnTo>
                  <a:lnTo>
                    <a:pt x="1018641" y="321640"/>
                  </a:lnTo>
                  <a:lnTo>
                    <a:pt x="1061313" y="296989"/>
                  </a:lnTo>
                  <a:lnTo>
                    <a:pt x="1099464" y="268617"/>
                  </a:lnTo>
                  <a:lnTo>
                    <a:pt x="1133094" y="236512"/>
                  </a:lnTo>
                  <a:close/>
                </a:path>
                <a:path w="1931035" h="383539">
                  <a:moveTo>
                    <a:pt x="1159002" y="144970"/>
                  </a:moveTo>
                  <a:lnTo>
                    <a:pt x="998893" y="144970"/>
                  </a:lnTo>
                  <a:lnTo>
                    <a:pt x="998893" y="85445"/>
                  </a:lnTo>
                  <a:lnTo>
                    <a:pt x="1130046" y="85445"/>
                  </a:lnTo>
                  <a:lnTo>
                    <a:pt x="1130046" y="58013"/>
                  </a:lnTo>
                  <a:lnTo>
                    <a:pt x="998893" y="58013"/>
                  </a:lnTo>
                  <a:lnTo>
                    <a:pt x="998893" y="1524"/>
                  </a:lnTo>
                  <a:lnTo>
                    <a:pt x="968413" y="1524"/>
                  </a:lnTo>
                  <a:lnTo>
                    <a:pt x="968413" y="144970"/>
                  </a:lnTo>
                  <a:lnTo>
                    <a:pt x="886015" y="144970"/>
                  </a:lnTo>
                  <a:lnTo>
                    <a:pt x="886015" y="36677"/>
                  </a:lnTo>
                  <a:lnTo>
                    <a:pt x="855535" y="36677"/>
                  </a:lnTo>
                  <a:lnTo>
                    <a:pt x="855535" y="144970"/>
                  </a:lnTo>
                  <a:lnTo>
                    <a:pt x="789901" y="144970"/>
                  </a:lnTo>
                  <a:lnTo>
                    <a:pt x="789901" y="172415"/>
                  </a:lnTo>
                  <a:lnTo>
                    <a:pt x="1159002" y="172415"/>
                  </a:lnTo>
                  <a:lnTo>
                    <a:pt x="1159002" y="144970"/>
                  </a:lnTo>
                  <a:close/>
                </a:path>
                <a:path w="1931035" h="383539">
                  <a:moveTo>
                    <a:pt x="1264246" y="248704"/>
                  </a:moveTo>
                  <a:lnTo>
                    <a:pt x="1238808" y="253873"/>
                  </a:lnTo>
                  <a:lnTo>
                    <a:pt x="1215402" y="258038"/>
                  </a:lnTo>
                  <a:lnTo>
                    <a:pt x="1194295" y="261353"/>
                  </a:lnTo>
                  <a:lnTo>
                    <a:pt x="1175766" y="263944"/>
                  </a:lnTo>
                  <a:lnTo>
                    <a:pt x="1180338" y="289852"/>
                  </a:lnTo>
                  <a:lnTo>
                    <a:pt x="1201153" y="285546"/>
                  </a:lnTo>
                  <a:lnTo>
                    <a:pt x="1222260" y="281660"/>
                  </a:lnTo>
                  <a:lnTo>
                    <a:pt x="1264246" y="274612"/>
                  </a:lnTo>
                  <a:lnTo>
                    <a:pt x="1264246" y="248704"/>
                  </a:lnTo>
                  <a:close/>
                </a:path>
                <a:path w="1931035" h="383539">
                  <a:moveTo>
                    <a:pt x="1300822" y="184607"/>
                  </a:moveTo>
                  <a:lnTo>
                    <a:pt x="1281010" y="184607"/>
                  </a:lnTo>
                  <a:lnTo>
                    <a:pt x="1293202" y="22860"/>
                  </a:lnTo>
                  <a:lnTo>
                    <a:pt x="1183386" y="22860"/>
                  </a:lnTo>
                  <a:lnTo>
                    <a:pt x="1183386" y="48869"/>
                  </a:lnTo>
                  <a:lnTo>
                    <a:pt x="1265770" y="48869"/>
                  </a:lnTo>
                  <a:lnTo>
                    <a:pt x="1256626" y="184607"/>
                  </a:lnTo>
                  <a:lnTo>
                    <a:pt x="1213866" y="184607"/>
                  </a:lnTo>
                  <a:lnTo>
                    <a:pt x="1224534" y="70205"/>
                  </a:lnTo>
                  <a:lnTo>
                    <a:pt x="1198626" y="70205"/>
                  </a:lnTo>
                  <a:lnTo>
                    <a:pt x="1186434" y="210515"/>
                  </a:lnTo>
                  <a:lnTo>
                    <a:pt x="1274914" y="210515"/>
                  </a:lnTo>
                  <a:lnTo>
                    <a:pt x="1274521" y="221183"/>
                  </a:lnTo>
                  <a:lnTo>
                    <a:pt x="1272628" y="267741"/>
                  </a:lnTo>
                  <a:lnTo>
                    <a:pt x="1270342" y="311188"/>
                  </a:lnTo>
                  <a:lnTo>
                    <a:pt x="1245958" y="344817"/>
                  </a:lnTo>
                  <a:lnTo>
                    <a:pt x="1235316" y="344525"/>
                  </a:lnTo>
                  <a:lnTo>
                    <a:pt x="1223975" y="343674"/>
                  </a:lnTo>
                  <a:lnTo>
                    <a:pt x="1211795" y="342239"/>
                  </a:lnTo>
                  <a:lnTo>
                    <a:pt x="1198626" y="340245"/>
                  </a:lnTo>
                  <a:lnTo>
                    <a:pt x="1200619" y="347980"/>
                  </a:lnTo>
                  <a:lnTo>
                    <a:pt x="1202055" y="355295"/>
                  </a:lnTo>
                  <a:lnTo>
                    <a:pt x="1202905" y="362318"/>
                  </a:lnTo>
                  <a:lnTo>
                    <a:pt x="1203198" y="369201"/>
                  </a:lnTo>
                  <a:lnTo>
                    <a:pt x="1216101" y="370078"/>
                  </a:lnTo>
                  <a:lnTo>
                    <a:pt x="1227594" y="370535"/>
                  </a:lnTo>
                  <a:lnTo>
                    <a:pt x="1237957" y="370700"/>
                  </a:lnTo>
                  <a:lnTo>
                    <a:pt x="1247482" y="370725"/>
                  </a:lnTo>
                  <a:lnTo>
                    <a:pt x="1268615" y="367030"/>
                  </a:lnTo>
                  <a:lnTo>
                    <a:pt x="1296250" y="312712"/>
                  </a:lnTo>
                  <a:lnTo>
                    <a:pt x="1298498" y="261353"/>
                  </a:lnTo>
                  <a:lnTo>
                    <a:pt x="1299591" y="228041"/>
                  </a:lnTo>
                  <a:lnTo>
                    <a:pt x="1300822" y="184607"/>
                  </a:lnTo>
                  <a:close/>
                </a:path>
                <a:path w="1931035" h="383539">
                  <a:moveTo>
                    <a:pt x="1399984" y="260896"/>
                  </a:moveTo>
                  <a:lnTo>
                    <a:pt x="1383220" y="244132"/>
                  </a:lnTo>
                  <a:lnTo>
                    <a:pt x="1364640" y="258368"/>
                  </a:lnTo>
                  <a:lnTo>
                    <a:pt x="1345793" y="271183"/>
                  </a:lnTo>
                  <a:lnTo>
                    <a:pt x="1326972" y="282282"/>
                  </a:lnTo>
                  <a:lnTo>
                    <a:pt x="1308442" y="291376"/>
                  </a:lnTo>
                  <a:lnTo>
                    <a:pt x="1314538" y="298996"/>
                  </a:lnTo>
                  <a:lnTo>
                    <a:pt x="1317586" y="306616"/>
                  </a:lnTo>
                  <a:lnTo>
                    <a:pt x="1320634" y="311188"/>
                  </a:lnTo>
                  <a:lnTo>
                    <a:pt x="1340091" y="301828"/>
                  </a:lnTo>
                  <a:lnTo>
                    <a:pt x="1359700" y="290042"/>
                  </a:lnTo>
                  <a:lnTo>
                    <a:pt x="1379613" y="276250"/>
                  </a:lnTo>
                  <a:lnTo>
                    <a:pt x="1399984" y="260896"/>
                  </a:lnTo>
                  <a:close/>
                </a:path>
                <a:path w="1931035" h="383539">
                  <a:moveTo>
                    <a:pt x="1407604" y="318808"/>
                  </a:moveTo>
                  <a:lnTo>
                    <a:pt x="1390840" y="298996"/>
                  </a:lnTo>
                  <a:lnTo>
                    <a:pt x="1370253" y="316179"/>
                  </a:lnTo>
                  <a:lnTo>
                    <a:pt x="1347698" y="331241"/>
                  </a:lnTo>
                  <a:lnTo>
                    <a:pt x="1323454" y="344297"/>
                  </a:lnTo>
                  <a:lnTo>
                    <a:pt x="1297774" y="355485"/>
                  </a:lnTo>
                  <a:lnTo>
                    <a:pt x="1303870" y="363105"/>
                  </a:lnTo>
                  <a:lnTo>
                    <a:pt x="1308442" y="370725"/>
                  </a:lnTo>
                  <a:lnTo>
                    <a:pt x="1311490" y="376821"/>
                  </a:lnTo>
                  <a:lnTo>
                    <a:pt x="1337221" y="364553"/>
                  </a:lnTo>
                  <a:lnTo>
                    <a:pt x="1361795" y="350710"/>
                  </a:lnTo>
                  <a:lnTo>
                    <a:pt x="1385265" y="335407"/>
                  </a:lnTo>
                  <a:lnTo>
                    <a:pt x="1407604" y="318808"/>
                  </a:lnTo>
                  <a:close/>
                </a:path>
                <a:path w="1931035" h="383539">
                  <a:moveTo>
                    <a:pt x="1554010" y="175463"/>
                  </a:moveTo>
                  <a:lnTo>
                    <a:pt x="1544574" y="165176"/>
                  </a:lnTo>
                  <a:lnTo>
                    <a:pt x="1534566" y="154889"/>
                  </a:lnTo>
                  <a:lnTo>
                    <a:pt x="1533779" y="154127"/>
                  </a:lnTo>
                  <a:lnTo>
                    <a:pt x="1523961" y="144602"/>
                  </a:lnTo>
                  <a:lnTo>
                    <a:pt x="1512760" y="134315"/>
                  </a:lnTo>
                  <a:lnTo>
                    <a:pt x="1523644" y="117944"/>
                  </a:lnTo>
                  <a:lnTo>
                    <a:pt x="1523923" y="117449"/>
                  </a:lnTo>
                  <a:lnTo>
                    <a:pt x="1533232" y="100888"/>
                  </a:lnTo>
                  <a:lnTo>
                    <a:pt x="1541360" y="82994"/>
                  </a:lnTo>
                  <a:lnTo>
                    <a:pt x="1547914" y="64109"/>
                  </a:lnTo>
                  <a:lnTo>
                    <a:pt x="1547914" y="41249"/>
                  </a:lnTo>
                  <a:lnTo>
                    <a:pt x="1444180" y="41249"/>
                  </a:lnTo>
                  <a:lnTo>
                    <a:pt x="1444180" y="21336"/>
                  </a:lnTo>
                  <a:lnTo>
                    <a:pt x="1401508" y="21336"/>
                  </a:lnTo>
                  <a:lnTo>
                    <a:pt x="1401508" y="42773"/>
                  </a:lnTo>
                  <a:lnTo>
                    <a:pt x="1401508" y="67157"/>
                  </a:lnTo>
                  <a:lnTo>
                    <a:pt x="1401508" y="86969"/>
                  </a:lnTo>
                  <a:lnTo>
                    <a:pt x="1401508" y="112877"/>
                  </a:lnTo>
                  <a:lnTo>
                    <a:pt x="1401508" y="132791"/>
                  </a:lnTo>
                  <a:lnTo>
                    <a:pt x="1401508" y="152603"/>
                  </a:lnTo>
                  <a:lnTo>
                    <a:pt x="1387754" y="154647"/>
                  </a:lnTo>
                  <a:lnTo>
                    <a:pt x="1359636" y="158165"/>
                  </a:lnTo>
                  <a:lnTo>
                    <a:pt x="1345018" y="160223"/>
                  </a:lnTo>
                  <a:lnTo>
                    <a:pt x="1345018" y="132791"/>
                  </a:lnTo>
                  <a:lnTo>
                    <a:pt x="1401508" y="132791"/>
                  </a:lnTo>
                  <a:lnTo>
                    <a:pt x="1401508" y="112877"/>
                  </a:lnTo>
                  <a:lnTo>
                    <a:pt x="1345018" y="112877"/>
                  </a:lnTo>
                  <a:lnTo>
                    <a:pt x="1345018" y="86969"/>
                  </a:lnTo>
                  <a:lnTo>
                    <a:pt x="1401508" y="86969"/>
                  </a:lnTo>
                  <a:lnTo>
                    <a:pt x="1401508" y="67157"/>
                  </a:lnTo>
                  <a:lnTo>
                    <a:pt x="1345018" y="67157"/>
                  </a:lnTo>
                  <a:lnTo>
                    <a:pt x="1345018" y="42773"/>
                  </a:lnTo>
                  <a:lnTo>
                    <a:pt x="1401508" y="42773"/>
                  </a:lnTo>
                  <a:lnTo>
                    <a:pt x="1401508" y="21336"/>
                  </a:lnTo>
                  <a:lnTo>
                    <a:pt x="1303870" y="21336"/>
                  </a:lnTo>
                  <a:lnTo>
                    <a:pt x="1303870" y="42773"/>
                  </a:lnTo>
                  <a:lnTo>
                    <a:pt x="1323682" y="42773"/>
                  </a:lnTo>
                  <a:lnTo>
                    <a:pt x="1323682" y="161747"/>
                  </a:lnTo>
                  <a:lnTo>
                    <a:pt x="1316062" y="161747"/>
                  </a:lnTo>
                  <a:lnTo>
                    <a:pt x="1309966" y="163271"/>
                  </a:lnTo>
                  <a:lnTo>
                    <a:pt x="1302346" y="163271"/>
                  </a:lnTo>
                  <a:lnTo>
                    <a:pt x="1306918" y="186131"/>
                  </a:lnTo>
                  <a:lnTo>
                    <a:pt x="1329194" y="183578"/>
                  </a:lnTo>
                  <a:lnTo>
                    <a:pt x="1401508" y="173939"/>
                  </a:lnTo>
                  <a:lnTo>
                    <a:pt x="1401508" y="196799"/>
                  </a:lnTo>
                  <a:lnTo>
                    <a:pt x="1424368" y="196799"/>
                  </a:lnTo>
                  <a:lnTo>
                    <a:pt x="1424368" y="173939"/>
                  </a:lnTo>
                  <a:lnTo>
                    <a:pt x="1424368" y="172415"/>
                  </a:lnTo>
                  <a:lnTo>
                    <a:pt x="1430464" y="170891"/>
                  </a:lnTo>
                  <a:lnTo>
                    <a:pt x="1436560" y="170891"/>
                  </a:lnTo>
                  <a:lnTo>
                    <a:pt x="1441132" y="169367"/>
                  </a:lnTo>
                  <a:lnTo>
                    <a:pt x="1441132" y="161747"/>
                  </a:lnTo>
                  <a:lnTo>
                    <a:pt x="1441437" y="160223"/>
                  </a:lnTo>
                  <a:lnTo>
                    <a:pt x="1442554" y="154647"/>
                  </a:lnTo>
                  <a:lnTo>
                    <a:pt x="1442656" y="151079"/>
                  </a:lnTo>
                  <a:lnTo>
                    <a:pt x="1442656" y="148031"/>
                  </a:lnTo>
                  <a:lnTo>
                    <a:pt x="1436560" y="149555"/>
                  </a:lnTo>
                  <a:lnTo>
                    <a:pt x="1430464" y="149555"/>
                  </a:lnTo>
                  <a:lnTo>
                    <a:pt x="1424368" y="151079"/>
                  </a:lnTo>
                  <a:lnTo>
                    <a:pt x="1424368" y="132791"/>
                  </a:lnTo>
                  <a:lnTo>
                    <a:pt x="1424368" y="112877"/>
                  </a:lnTo>
                  <a:lnTo>
                    <a:pt x="1424368" y="86969"/>
                  </a:lnTo>
                  <a:lnTo>
                    <a:pt x="1424368" y="67157"/>
                  </a:lnTo>
                  <a:lnTo>
                    <a:pt x="1424368" y="42773"/>
                  </a:lnTo>
                  <a:lnTo>
                    <a:pt x="1439608" y="42773"/>
                  </a:lnTo>
                  <a:lnTo>
                    <a:pt x="1439608" y="62585"/>
                  </a:lnTo>
                  <a:lnTo>
                    <a:pt x="1523530" y="62585"/>
                  </a:lnTo>
                  <a:lnTo>
                    <a:pt x="1517472" y="77152"/>
                  </a:lnTo>
                  <a:lnTo>
                    <a:pt x="1510868" y="91160"/>
                  </a:lnTo>
                  <a:lnTo>
                    <a:pt x="1503718" y="104597"/>
                  </a:lnTo>
                  <a:lnTo>
                    <a:pt x="1495996" y="117449"/>
                  </a:lnTo>
                  <a:lnTo>
                    <a:pt x="1485684" y="108038"/>
                  </a:lnTo>
                  <a:lnTo>
                    <a:pt x="1464487" y="88087"/>
                  </a:lnTo>
                  <a:lnTo>
                    <a:pt x="1453324" y="77825"/>
                  </a:lnTo>
                  <a:lnTo>
                    <a:pt x="1436560" y="91541"/>
                  </a:lnTo>
                  <a:lnTo>
                    <a:pt x="1447990" y="103835"/>
                  </a:lnTo>
                  <a:lnTo>
                    <a:pt x="1459420" y="115557"/>
                  </a:lnTo>
                  <a:lnTo>
                    <a:pt x="1470850" y="126733"/>
                  </a:lnTo>
                  <a:lnTo>
                    <a:pt x="1482280" y="137363"/>
                  </a:lnTo>
                  <a:lnTo>
                    <a:pt x="1471714" y="149377"/>
                  </a:lnTo>
                  <a:lnTo>
                    <a:pt x="1460563" y="160413"/>
                  </a:lnTo>
                  <a:lnTo>
                    <a:pt x="1448854" y="170573"/>
                  </a:lnTo>
                  <a:lnTo>
                    <a:pt x="1436560" y="180035"/>
                  </a:lnTo>
                  <a:lnTo>
                    <a:pt x="1447228" y="190703"/>
                  </a:lnTo>
                  <a:lnTo>
                    <a:pt x="1488490" y="166141"/>
                  </a:lnTo>
                  <a:lnTo>
                    <a:pt x="1499044" y="154127"/>
                  </a:lnTo>
                  <a:lnTo>
                    <a:pt x="1525917" y="184340"/>
                  </a:lnTo>
                  <a:lnTo>
                    <a:pt x="1534198" y="193751"/>
                  </a:lnTo>
                  <a:lnTo>
                    <a:pt x="1554010" y="175463"/>
                  </a:lnTo>
                  <a:close/>
                </a:path>
                <a:path w="1931035" h="383539">
                  <a:moveTo>
                    <a:pt x="1557058" y="344817"/>
                  </a:moveTo>
                  <a:lnTo>
                    <a:pt x="1539087" y="335013"/>
                  </a:lnTo>
                  <a:lnTo>
                    <a:pt x="1521955" y="323964"/>
                  </a:lnTo>
                  <a:lnTo>
                    <a:pt x="1505966" y="311492"/>
                  </a:lnTo>
                  <a:lnTo>
                    <a:pt x="1491424" y="297472"/>
                  </a:lnTo>
                  <a:lnTo>
                    <a:pt x="1507159" y="288086"/>
                  </a:lnTo>
                  <a:lnTo>
                    <a:pt x="1518742" y="280708"/>
                  </a:lnTo>
                  <a:lnTo>
                    <a:pt x="1522336" y="278422"/>
                  </a:lnTo>
                  <a:lnTo>
                    <a:pt x="1550962" y="259372"/>
                  </a:lnTo>
                  <a:lnTo>
                    <a:pt x="1535722" y="239560"/>
                  </a:lnTo>
                  <a:lnTo>
                    <a:pt x="1520558" y="250710"/>
                  </a:lnTo>
                  <a:lnTo>
                    <a:pt x="1505153" y="261277"/>
                  </a:lnTo>
                  <a:lnTo>
                    <a:pt x="1489760" y="271284"/>
                  </a:lnTo>
                  <a:lnTo>
                    <a:pt x="1474660" y="280708"/>
                  </a:lnTo>
                  <a:lnTo>
                    <a:pt x="1464894" y="268986"/>
                  </a:lnTo>
                  <a:lnTo>
                    <a:pt x="1464551" y="268516"/>
                  </a:lnTo>
                  <a:lnTo>
                    <a:pt x="1455991" y="256692"/>
                  </a:lnTo>
                  <a:lnTo>
                    <a:pt x="1447660" y="243801"/>
                  </a:lnTo>
                  <a:lnTo>
                    <a:pt x="1440522" y="231851"/>
                  </a:lnTo>
                  <a:lnTo>
                    <a:pt x="1439608" y="230327"/>
                  </a:lnTo>
                  <a:lnTo>
                    <a:pt x="1461681" y="228041"/>
                  </a:lnTo>
                  <a:lnTo>
                    <a:pt x="1522006" y="221183"/>
                  </a:lnTo>
                  <a:lnTo>
                    <a:pt x="1514284" y="196799"/>
                  </a:lnTo>
                  <a:lnTo>
                    <a:pt x="1470279" y="203085"/>
                  </a:lnTo>
                  <a:lnTo>
                    <a:pt x="1422831" y="208229"/>
                  </a:lnTo>
                  <a:lnTo>
                    <a:pt x="1371942" y="212229"/>
                  </a:lnTo>
                  <a:lnTo>
                    <a:pt x="1317586" y="215087"/>
                  </a:lnTo>
                  <a:lnTo>
                    <a:pt x="1320634" y="222707"/>
                  </a:lnTo>
                  <a:lnTo>
                    <a:pt x="1323682" y="238036"/>
                  </a:lnTo>
                  <a:lnTo>
                    <a:pt x="1347419" y="236651"/>
                  </a:lnTo>
                  <a:lnTo>
                    <a:pt x="1415224" y="231851"/>
                  </a:lnTo>
                  <a:lnTo>
                    <a:pt x="1415224" y="378345"/>
                  </a:lnTo>
                  <a:lnTo>
                    <a:pt x="1439608" y="378345"/>
                  </a:lnTo>
                  <a:lnTo>
                    <a:pt x="1439608" y="268516"/>
                  </a:lnTo>
                  <a:lnTo>
                    <a:pt x="1457591" y="297078"/>
                  </a:lnTo>
                  <a:lnTo>
                    <a:pt x="1479435" y="323240"/>
                  </a:lnTo>
                  <a:lnTo>
                    <a:pt x="1505013" y="346824"/>
                  </a:lnTo>
                  <a:lnTo>
                    <a:pt x="1534198" y="367677"/>
                  </a:lnTo>
                  <a:lnTo>
                    <a:pt x="1557058" y="344817"/>
                  </a:lnTo>
                  <a:close/>
                </a:path>
                <a:path w="1931035" h="383539">
                  <a:moveTo>
                    <a:pt x="1743075" y="234988"/>
                  </a:moveTo>
                  <a:lnTo>
                    <a:pt x="1729092" y="220357"/>
                  </a:lnTo>
                  <a:lnTo>
                    <a:pt x="1714690" y="206324"/>
                  </a:lnTo>
                  <a:lnTo>
                    <a:pt x="1710931" y="202895"/>
                  </a:lnTo>
                  <a:lnTo>
                    <a:pt x="1704263" y="196799"/>
                  </a:lnTo>
                  <a:lnTo>
                    <a:pt x="1700936" y="193751"/>
                  </a:lnTo>
                  <a:lnTo>
                    <a:pt x="1699996" y="192887"/>
                  </a:lnTo>
                  <a:lnTo>
                    <a:pt x="1685163" y="180035"/>
                  </a:lnTo>
                  <a:lnTo>
                    <a:pt x="1669923" y="193751"/>
                  </a:lnTo>
                  <a:lnTo>
                    <a:pt x="1669923" y="144983"/>
                  </a:lnTo>
                  <a:lnTo>
                    <a:pt x="1741551" y="144983"/>
                  </a:lnTo>
                  <a:lnTo>
                    <a:pt x="1741551" y="118973"/>
                  </a:lnTo>
                  <a:lnTo>
                    <a:pt x="1669923" y="118973"/>
                  </a:lnTo>
                  <a:lnTo>
                    <a:pt x="1669923" y="58013"/>
                  </a:lnTo>
                  <a:lnTo>
                    <a:pt x="1669923" y="53441"/>
                  </a:lnTo>
                  <a:lnTo>
                    <a:pt x="1703260" y="46774"/>
                  </a:lnTo>
                  <a:lnTo>
                    <a:pt x="1719427" y="43802"/>
                  </a:lnTo>
                  <a:lnTo>
                    <a:pt x="1735455" y="41249"/>
                  </a:lnTo>
                  <a:lnTo>
                    <a:pt x="1726311" y="13716"/>
                  </a:lnTo>
                  <a:lnTo>
                    <a:pt x="1689176" y="22072"/>
                  </a:lnTo>
                  <a:lnTo>
                    <a:pt x="1651012" y="29006"/>
                  </a:lnTo>
                  <a:lnTo>
                    <a:pt x="1611998" y="34810"/>
                  </a:lnTo>
                  <a:lnTo>
                    <a:pt x="1572285" y="39725"/>
                  </a:lnTo>
                  <a:lnTo>
                    <a:pt x="1574571" y="46558"/>
                  </a:lnTo>
                  <a:lnTo>
                    <a:pt x="1576857" y="53251"/>
                  </a:lnTo>
                  <a:lnTo>
                    <a:pt x="1579143" y="59651"/>
                  </a:lnTo>
                  <a:lnTo>
                    <a:pt x="1581429" y="65633"/>
                  </a:lnTo>
                  <a:lnTo>
                    <a:pt x="1596288" y="64223"/>
                  </a:lnTo>
                  <a:lnTo>
                    <a:pt x="1611147" y="62395"/>
                  </a:lnTo>
                  <a:lnTo>
                    <a:pt x="1640865" y="58013"/>
                  </a:lnTo>
                  <a:lnTo>
                    <a:pt x="1640865" y="118973"/>
                  </a:lnTo>
                  <a:lnTo>
                    <a:pt x="1569237" y="118973"/>
                  </a:lnTo>
                  <a:lnTo>
                    <a:pt x="1569237" y="144983"/>
                  </a:lnTo>
                  <a:lnTo>
                    <a:pt x="1634769" y="144983"/>
                  </a:lnTo>
                  <a:lnTo>
                    <a:pt x="1621053" y="179565"/>
                  </a:lnTo>
                  <a:lnTo>
                    <a:pt x="1605051" y="212458"/>
                  </a:lnTo>
                  <a:lnTo>
                    <a:pt x="1586763" y="243636"/>
                  </a:lnTo>
                  <a:lnTo>
                    <a:pt x="1566189" y="273088"/>
                  </a:lnTo>
                  <a:lnTo>
                    <a:pt x="1570507" y="281952"/>
                  </a:lnTo>
                  <a:lnTo>
                    <a:pt x="1577987" y="297954"/>
                  </a:lnTo>
                  <a:lnTo>
                    <a:pt x="1581429" y="305092"/>
                  </a:lnTo>
                  <a:lnTo>
                    <a:pt x="1599082" y="279400"/>
                  </a:lnTo>
                  <a:lnTo>
                    <a:pt x="1615147" y="252691"/>
                  </a:lnTo>
                  <a:lnTo>
                    <a:pt x="1629232" y="225107"/>
                  </a:lnTo>
                  <a:lnTo>
                    <a:pt x="1640865" y="196799"/>
                  </a:lnTo>
                  <a:lnTo>
                    <a:pt x="1640865" y="381393"/>
                  </a:lnTo>
                  <a:lnTo>
                    <a:pt x="1669923" y="381393"/>
                  </a:lnTo>
                  <a:lnTo>
                    <a:pt x="1669923" y="202895"/>
                  </a:lnTo>
                  <a:lnTo>
                    <a:pt x="1684235" y="216623"/>
                  </a:lnTo>
                  <a:lnTo>
                    <a:pt x="1697545" y="230365"/>
                  </a:lnTo>
                  <a:lnTo>
                    <a:pt x="1710004" y="244119"/>
                  </a:lnTo>
                  <a:lnTo>
                    <a:pt x="1721739" y="257848"/>
                  </a:lnTo>
                  <a:lnTo>
                    <a:pt x="1743075" y="234988"/>
                  </a:lnTo>
                  <a:close/>
                </a:path>
                <a:path w="1931035" h="383539">
                  <a:moveTo>
                    <a:pt x="1930628" y="48869"/>
                  </a:moveTo>
                  <a:lnTo>
                    <a:pt x="1900148" y="48869"/>
                  </a:lnTo>
                  <a:lnTo>
                    <a:pt x="1900148" y="77825"/>
                  </a:lnTo>
                  <a:lnTo>
                    <a:pt x="1900148" y="303568"/>
                  </a:lnTo>
                  <a:lnTo>
                    <a:pt x="1791843" y="303568"/>
                  </a:lnTo>
                  <a:lnTo>
                    <a:pt x="1791843" y="77825"/>
                  </a:lnTo>
                  <a:lnTo>
                    <a:pt x="1900148" y="77825"/>
                  </a:lnTo>
                  <a:lnTo>
                    <a:pt x="1900148" y="48869"/>
                  </a:lnTo>
                  <a:lnTo>
                    <a:pt x="1761363" y="48869"/>
                  </a:lnTo>
                  <a:lnTo>
                    <a:pt x="1761363" y="369201"/>
                  </a:lnTo>
                  <a:lnTo>
                    <a:pt x="1791843" y="369201"/>
                  </a:lnTo>
                  <a:lnTo>
                    <a:pt x="1791843" y="331000"/>
                  </a:lnTo>
                  <a:lnTo>
                    <a:pt x="1900148" y="331000"/>
                  </a:lnTo>
                  <a:lnTo>
                    <a:pt x="1900148" y="369201"/>
                  </a:lnTo>
                  <a:lnTo>
                    <a:pt x="1930628" y="369201"/>
                  </a:lnTo>
                  <a:lnTo>
                    <a:pt x="1930628" y="331000"/>
                  </a:lnTo>
                  <a:lnTo>
                    <a:pt x="1930628" y="303568"/>
                  </a:lnTo>
                  <a:lnTo>
                    <a:pt x="1930628" y="77825"/>
                  </a:lnTo>
                  <a:lnTo>
                    <a:pt x="1930628" y="4886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96557" y="5616511"/>
              <a:ext cx="3902583" cy="387477"/>
            </a:xfrm>
            <a:prstGeom prst="rect">
              <a:avLst/>
            </a:prstGeom>
          </p:spPr>
        </p:pic>
      </p:grpSp>
      <p:pic>
        <p:nvPicPr>
          <p:cNvPr id="97" name="object 9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49928" y="6325838"/>
            <a:ext cx="109823" cy="109823"/>
          </a:xfrm>
          <a:prstGeom prst="rect">
            <a:avLst/>
          </a:prstGeom>
        </p:spPr>
      </p:pic>
      <p:sp>
        <p:nvSpPr>
          <p:cNvPr id="98" name="object 98" descr=""/>
          <p:cNvSpPr/>
          <p:nvPr/>
        </p:nvSpPr>
        <p:spPr>
          <a:xfrm>
            <a:off x="1297584" y="6150393"/>
            <a:ext cx="886460" cy="436880"/>
          </a:xfrm>
          <a:custGeom>
            <a:avLst/>
            <a:gdLst/>
            <a:ahLst/>
            <a:cxnLst/>
            <a:rect l="l" t="t" r="r" b="b"/>
            <a:pathLst>
              <a:path w="886460" h="436879">
                <a:moveTo>
                  <a:pt x="164782" y="221272"/>
                </a:moveTo>
                <a:lnTo>
                  <a:pt x="151587" y="206070"/>
                </a:lnTo>
                <a:lnTo>
                  <a:pt x="139192" y="192214"/>
                </a:lnTo>
                <a:lnTo>
                  <a:pt x="134950" y="187642"/>
                </a:lnTo>
                <a:lnTo>
                  <a:pt x="128689" y="180886"/>
                </a:lnTo>
                <a:lnTo>
                  <a:pt x="118960" y="170878"/>
                </a:lnTo>
                <a:lnTo>
                  <a:pt x="99148" y="187642"/>
                </a:lnTo>
                <a:lnTo>
                  <a:pt x="99148" y="119062"/>
                </a:lnTo>
                <a:lnTo>
                  <a:pt x="154012" y="119062"/>
                </a:lnTo>
                <a:lnTo>
                  <a:pt x="154012" y="88493"/>
                </a:lnTo>
                <a:lnTo>
                  <a:pt x="99148" y="88493"/>
                </a:lnTo>
                <a:lnTo>
                  <a:pt x="99148" y="1524"/>
                </a:lnTo>
                <a:lnTo>
                  <a:pt x="67144" y="1524"/>
                </a:lnTo>
                <a:lnTo>
                  <a:pt x="67144" y="88493"/>
                </a:lnTo>
                <a:lnTo>
                  <a:pt x="3048" y="88493"/>
                </a:lnTo>
                <a:lnTo>
                  <a:pt x="3048" y="119062"/>
                </a:lnTo>
                <a:lnTo>
                  <a:pt x="67144" y="119062"/>
                </a:lnTo>
                <a:lnTo>
                  <a:pt x="55384" y="160769"/>
                </a:lnTo>
                <a:lnTo>
                  <a:pt x="40474" y="201218"/>
                </a:lnTo>
                <a:lnTo>
                  <a:pt x="22110" y="240233"/>
                </a:lnTo>
                <a:lnTo>
                  <a:pt x="0" y="277660"/>
                </a:lnTo>
                <a:lnTo>
                  <a:pt x="4305" y="287032"/>
                </a:lnTo>
                <a:lnTo>
                  <a:pt x="8191" y="296710"/>
                </a:lnTo>
                <a:lnTo>
                  <a:pt x="11785" y="306374"/>
                </a:lnTo>
                <a:lnTo>
                  <a:pt x="15240" y="315760"/>
                </a:lnTo>
                <a:lnTo>
                  <a:pt x="29603" y="292303"/>
                </a:lnTo>
                <a:lnTo>
                  <a:pt x="42951" y="265264"/>
                </a:lnTo>
                <a:lnTo>
                  <a:pt x="55410" y="234492"/>
                </a:lnTo>
                <a:lnTo>
                  <a:pt x="67144" y="199834"/>
                </a:lnTo>
                <a:lnTo>
                  <a:pt x="67144" y="434822"/>
                </a:lnTo>
                <a:lnTo>
                  <a:pt x="99148" y="434822"/>
                </a:lnTo>
                <a:lnTo>
                  <a:pt x="99148" y="199834"/>
                </a:lnTo>
                <a:lnTo>
                  <a:pt x="99148" y="192214"/>
                </a:lnTo>
                <a:lnTo>
                  <a:pt x="110299" y="205663"/>
                </a:lnTo>
                <a:lnTo>
                  <a:pt x="120865" y="218554"/>
                </a:lnTo>
                <a:lnTo>
                  <a:pt x="130873" y="230873"/>
                </a:lnTo>
                <a:lnTo>
                  <a:pt x="140296" y="242608"/>
                </a:lnTo>
                <a:lnTo>
                  <a:pt x="164782" y="221272"/>
                </a:lnTo>
                <a:close/>
              </a:path>
              <a:path w="886460" h="436879">
                <a:moveTo>
                  <a:pt x="425488" y="300520"/>
                </a:moveTo>
                <a:lnTo>
                  <a:pt x="337096" y="300520"/>
                </a:lnTo>
                <a:lnTo>
                  <a:pt x="337096" y="231940"/>
                </a:lnTo>
                <a:lnTo>
                  <a:pt x="407200" y="231940"/>
                </a:lnTo>
                <a:lnTo>
                  <a:pt x="407200" y="202882"/>
                </a:lnTo>
                <a:lnTo>
                  <a:pt x="337096" y="202882"/>
                </a:lnTo>
                <a:lnTo>
                  <a:pt x="337096" y="138874"/>
                </a:lnTo>
                <a:lnTo>
                  <a:pt x="416344" y="138874"/>
                </a:lnTo>
                <a:lnTo>
                  <a:pt x="416344" y="109829"/>
                </a:lnTo>
                <a:lnTo>
                  <a:pt x="227266" y="109829"/>
                </a:lnTo>
                <a:lnTo>
                  <a:pt x="227266" y="138874"/>
                </a:lnTo>
                <a:lnTo>
                  <a:pt x="305092" y="138874"/>
                </a:lnTo>
                <a:lnTo>
                  <a:pt x="305092" y="202882"/>
                </a:lnTo>
                <a:lnTo>
                  <a:pt x="234886" y="202882"/>
                </a:lnTo>
                <a:lnTo>
                  <a:pt x="234886" y="231940"/>
                </a:lnTo>
                <a:lnTo>
                  <a:pt x="305092" y="231940"/>
                </a:lnTo>
                <a:lnTo>
                  <a:pt x="305092" y="300520"/>
                </a:lnTo>
                <a:lnTo>
                  <a:pt x="215074" y="300520"/>
                </a:lnTo>
                <a:lnTo>
                  <a:pt x="215074" y="329565"/>
                </a:lnTo>
                <a:lnTo>
                  <a:pt x="425488" y="329565"/>
                </a:lnTo>
                <a:lnTo>
                  <a:pt x="425488" y="300520"/>
                </a:lnTo>
                <a:close/>
              </a:path>
              <a:path w="886460" h="436879">
                <a:moveTo>
                  <a:pt x="433108" y="384429"/>
                </a:moveTo>
                <a:lnTo>
                  <a:pt x="201358" y="384429"/>
                </a:lnTo>
                <a:lnTo>
                  <a:pt x="201358" y="61061"/>
                </a:lnTo>
                <a:lnTo>
                  <a:pt x="427012" y="61061"/>
                </a:lnTo>
                <a:lnTo>
                  <a:pt x="427012" y="29044"/>
                </a:lnTo>
                <a:lnTo>
                  <a:pt x="167830" y="29044"/>
                </a:lnTo>
                <a:lnTo>
                  <a:pt x="167830" y="414909"/>
                </a:lnTo>
                <a:lnTo>
                  <a:pt x="433108" y="414909"/>
                </a:lnTo>
                <a:lnTo>
                  <a:pt x="433108" y="384429"/>
                </a:lnTo>
                <a:close/>
              </a:path>
              <a:path w="886460" h="436879">
                <a:moveTo>
                  <a:pt x="657313" y="50380"/>
                </a:moveTo>
                <a:lnTo>
                  <a:pt x="558165" y="50380"/>
                </a:lnTo>
                <a:lnTo>
                  <a:pt x="559041" y="38671"/>
                </a:lnTo>
                <a:lnTo>
                  <a:pt x="559498" y="26377"/>
                </a:lnTo>
                <a:lnTo>
                  <a:pt x="559663" y="13487"/>
                </a:lnTo>
                <a:lnTo>
                  <a:pt x="559689" y="0"/>
                </a:lnTo>
                <a:lnTo>
                  <a:pt x="527685" y="0"/>
                </a:lnTo>
                <a:lnTo>
                  <a:pt x="527443" y="13487"/>
                </a:lnTo>
                <a:lnTo>
                  <a:pt x="526402" y="38671"/>
                </a:lnTo>
                <a:lnTo>
                  <a:pt x="526161" y="50380"/>
                </a:lnTo>
                <a:lnTo>
                  <a:pt x="462153" y="50380"/>
                </a:lnTo>
                <a:lnTo>
                  <a:pt x="462153" y="80860"/>
                </a:lnTo>
                <a:lnTo>
                  <a:pt x="523113" y="80860"/>
                </a:lnTo>
                <a:lnTo>
                  <a:pt x="515950" y="119849"/>
                </a:lnTo>
                <a:lnTo>
                  <a:pt x="501205" y="154673"/>
                </a:lnTo>
                <a:lnTo>
                  <a:pt x="478751" y="185762"/>
                </a:lnTo>
                <a:lnTo>
                  <a:pt x="448437" y="213550"/>
                </a:lnTo>
                <a:lnTo>
                  <a:pt x="456133" y="219316"/>
                </a:lnTo>
                <a:lnTo>
                  <a:pt x="463105" y="225069"/>
                </a:lnTo>
                <a:lnTo>
                  <a:pt x="469226" y="230784"/>
                </a:lnTo>
                <a:lnTo>
                  <a:pt x="474345" y="236499"/>
                </a:lnTo>
                <a:lnTo>
                  <a:pt x="508635" y="202730"/>
                </a:lnTo>
                <a:lnTo>
                  <a:pt x="533781" y="165544"/>
                </a:lnTo>
                <a:lnTo>
                  <a:pt x="549783" y="124929"/>
                </a:lnTo>
                <a:lnTo>
                  <a:pt x="556641" y="80860"/>
                </a:lnTo>
                <a:lnTo>
                  <a:pt x="623785" y="80860"/>
                </a:lnTo>
                <a:lnTo>
                  <a:pt x="622642" y="97713"/>
                </a:lnTo>
                <a:lnTo>
                  <a:pt x="621499" y="116154"/>
                </a:lnTo>
                <a:lnTo>
                  <a:pt x="620356" y="136029"/>
                </a:lnTo>
                <a:lnTo>
                  <a:pt x="619213" y="157162"/>
                </a:lnTo>
                <a:lnTo>
                  <a:pt x="616648" y="169164"/>
                </a:lnTo>
                <a:lnTo>
                  <a:pt x="611212" y="177736"/>
                </a:lnTo>
                <a:lnTo>
                  <a:pt x="602932" y="182880"/>
                </a:lnTo>
                <a:lnTo>
                  <a:pt x="591921" y="184581"/>
                </a:lnTo>
                <a:lnTo>
                  <a:pt x="583438" y="184569"/>
                </a:lnTo>
                <a:lnTo>
                  <a:pt x="574217" y="184404"/>
                </a:lnTo>
                <a:lnTo>
                  <a:pt x="563841" y="183946"/>
                </a:lnTo>
                <a:lnTo>
                  <a:pt x="552069" y="183070"/>
                </a:lnTo>
                <a:lnTo>
                  <a:pt x="553453" y="190207"/>
                </a:lnTo>
                <a:lnTo>
                  <a:pt x="555117" y="197929"/>
                </a:lnTo>
                <a:lnTo>
                  <a:pt x="556780" y="206209"/>
                </a:lnTo>
                <a:lnTo>
                  <a:pt x="558165" y="215074"/>
                </a:lnTo>
                <a:lnTo>
                  <a:pt x="593305" y="215074"/>
                </a:lnTo>
                <a:lnTo>
                  <a:pt x="637501" y="201358"/>
                </a:lnTo>
                <a:lnTo>
                  <a:pt x="652741" y="148018"/>
                </a:lnTo>
                <a:lnTo>
                  <a:pt x="655027" y="105486"/>
                </a:lnTo>
                <a:lnTo>
                  <a:pt x="656120" y="80860"/>
                </a:lnTo>
                <a:lnTo>
                  <a:pt x="657313" y="50380"/>
                </a:lnTo>
                <a:close/>
              </a:path>
              <a:path w="886460" h="436879">
                <a:moveTo>
                  <a:pt x="854100" y="39712"/>
                </a:moveTo>
                <a:lnTo>
                  <a:pt x="822007" y="39712"/>
                </a:lnTo>
                <a:lnTo>
                  <a:pt x="822007" y="68668"/>
                </a:lnTo>
                <a:lnTo>
                  <a:pt x="822007" y="160210"/>
                </a:lnTo>
                <a:lnTo>
                  <a:pt x="727519" y="160210"/>
                </a:lnTo>
                <a:lnTo>
                  <a:pt x="727519" y="68668"/>
                </a:lnTo>
                <a:lnTo>
                  <a:pt x="822007" y="68668"/>
                </a:lnTo>
                <a:lnTo>
                  <a:pt x="822007" y="39712"/>
                </a:lnTo>
                <a:lnTo>
                  <a:pt x="693889" y="39712"/>
                </a:lnTo>
                <a:lnTo>
                  <a:pt x="693889" y="213550"/>
                </a:lnTo>
                <a:lnTo>
                  <a:pt x="727519" y="213550"/>
                </a:lnTo>
                <a:lnTo>
                  <a:pt x="727519" y="189166"/>
                </a:lnTo>
                <a:lnTo>
                  <a:pt x="822007" y="189166"/>
                </a:lnTo>
                <a:lnTo>
                  <a:pt x="822007" y="212026"/>
                </a:lnTo>
                <a:lnTo>
                  <a:pt x="854100" y="212026"/>
                </a:lnTo>
                <a:lnTo>
                  <a:pt x="854100" y="189166"/>
                </a:lnTo>
                <a:lnTo>
                  <a:pt x="854100" y="160210"/>
                </a:lnTo>
                <a:lnTo>
                  <a:pt x="854100" y="68668"/>
                </a:lnTo>
                <a:lnTo>
                  <a:pt x="854100" y="39712"/>
                </a:lnTo>
                <a:close/>
              </a:path>
              <a:path w="886460" h="436879">
                <a:moveTo>
                  <a:pt x="886117" y="381381"/>
                </a:moveTo>
                <a:lnTo>
                  <a:pt x="834618" y="367118"/>
                </a:lnTo>
                <a:lnTo>
                  <a:pt x="787717" y="347268"/>
                </a:lnTo>
                <a:lnTo>
                  <a:pt x="745388" y="321970"/>
                </a:lnTo>
                <a:lnTo>
                  <a:pt x="715137" y="297459"/>
                </a:lnTo>
                <a:lnTo>
                  <a:pt x="707605" y="291363"/>
                </a:lnTo>
                <a:lnTo>
                  <a:pt x="880008" y="291363"/>
                </a:lnTo>
                <a:lnTo>
                  <a:pt x="880008" y="259359"/>
                </a:lnTo>
                <a:lnTo>
                  <a:pt x="684745" y="259359"/>
                </a:lnTo>
                <a:lnTo>
                  <a:pt x="684745" y="210502"/>
                </a:lnTo>
                <a:lnTo>
                  <a:pt x="651217" y="210502"/>
                </a:lnTo>
                <a:lnTo>
                  <a:pt x="651217" y="259359"/>
                </a:lnTo>
                <a:lnTo>
                  <a:pt x="457581" y="259359"/>
                </a:lnTo>
                <a:lnTo>
                  <a:pt x="457581" y="291363"/>
                </a:lnTo>
                <a:lnTo>
                  <a:pt x="625309" y="291363"/>
                </a:lnTo>
                <a:lnTo>
                  <a:pt x="585914" y="321691"/>
                </a:lnTo>
                <a:lnTo>
                  <a:pt x="543356" y="348411"/>
                </a:lnTo>
                <a:lnTo>
                  <a:pt x="497928" y="371398"/>
                </a:lnTo>
                <a:lnTo>
                  <a:pt x="449961" y="390525"/>
                </a:lnTo>
                <a:lnTo>
                  <a:pt x="456768" y="398500"/>
                </a:lnTo>
                <a:lnTo>
                  <a:pt x="463296" y="406336"/>
                </a:lnTo>
                <a:lnTo>
                  <a:pt x="469252" y="413880"/>
                </a:lnTo>
                <a:lnTo>
                  <a:pt x="474345" y="421005"/>
                </a:lnTo>
                <a:lnTo>
                  <a:pt x="524052" y="397002"/>
                </a:lnTo>
                <a:lnTo>
                  <a:pt x="570217" y="368414"/>
                </a:lnTo>
                <a:lnTo>
                  <a:pt x="612660" y="335241"/>
                </a:lnTo>
                <a:lnTo>
                  <a:pt x="651217" y="297459"/>
                </a:lnTo>
                <a:lnTo>
                  <a:pt x="651217" y="436346"/>
                </a:lnTo>
                <a:lnTo>
                  <a:pt x="684745" y="436346"/>
                </a:lnTo>
                <a:lnTo>
                  <a:pt x="684745" y="298983"/>
                </a:lnTo>
                <a:lnTo>
                  <a:pt x="719670" y="335572"/>
                </a:lnTo>
                <a:lnTo>
                  <a:pt x="760285" y="367271"/>
                </a:lnTo>
                <a:lnTo>
                  <a:pt x="806615" y="393814"/>
                </a:lnTo>
                <a:lnTo>
                  <a:pt x="858672" y="414909"/>
                </a:lnTo>
                <a:lnTo>
                  <a:pt x="864679" y="406882"/>
                </a:lnTo>
                <a:lnTo>
                  <a:pt x="871245" y="398716"/>
                </a:lnTo>
                <a:lnTo>
                  <a:pt x="878395" y="390258"/>
                </a:lnTo>
                <a:lnTo>
                  <a:pt x="886117" y="3813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2256853" y="6470713"/>
            <a:ext cx="69215" cy="118110"/>
          </a:xfrm>
          <a:custGeom>
            <a:avLst/>
            <a:gdLst/>
            <a:ahLst/>
            <a:cxnLst/>
            <a:rect l="l" t="t" r="r" b="b"/>
            <a:pathLst>
              <a:path w="69214" h="118109">
                <a:moveTo>
                  <a:pt x="30575" y="117538"/>
                </a:moveTo>
                <a:lnTo>
                  <a:pt x="0" y="117538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2651848" y="6153442"/>
            <a:ext cx="1328420" cy="434975"/>
          </a:xfrm>
          <a:custGeom>
            <a:avLst/>
            <a:gdLst/>
            <a:ahLst/>
            <a:cxnLst/>
            <a:rect l="l" t="t" r="r" b="b"/>
            <a:pathLst>
              <a:path w="1328420" h="434975">
                <a:moveTo>
                  <a:pt x="385864" y="44284"/>
                </a:moveTo>
                <a:lnTo>
                  <a:pt x="179920" y="44284"/>
                </a:lnTo>
                <a:lnTo>
                  <a:pt x="191389" y="33743"/>
                </a:lnTo>
                <a:lnTo>
                  <a:pt x="202679" y="22758"/>
                </a:lnTo>
                <a:lnTo>
                  <a:pt x="213664" y="11455"/>
                </a:lnTo>
                <a:lnTo>
                  <a:pt x="224218" y="0"/>
                </a:lnTo>
                <a:lnTo>
                  <a:pt x="179920" y="0"/>
                </a:lnTo>
                <a:lnTo>
                  <a:pt x="144513" y="33464"/>
                </a:lnTo>
                <a:lnTo>
                  <a:pt x="104673" y="65049"/>
                </a:lnTo>
                <a:lnTo>
                  <a:pt x="60515" y="94640"/>
                </a:lnTo>
                <a:lnTo>
                  <a:pt x="12192" y="122110"/>
                </a:lnTo>
                <a:lnTo>
                  <a:pt x="18999" y="129819"/>
                </a:lnTo>
                <a:lnTo>
                  <a:pt x="31483" y="143535"/>
                </a:lnTo>
                <a:lnTo>
                  <a:pt x="36576" y="149542"/>
                </a:lnTo>
                <a:lnTo>
                  <a:pt x="66611" y="131864"/>
                </a:lnTo>
                <a:lnTo>
                  <a:pt x="94767" y="113296"/>
                </a:lnTo>
                <a:lnTo>
                  <a:pt x="120891" y="94170"/>
                </a:lnTo>
                <a:lnTo>
                  <a:pt x="144868" y="74764"/>
                </a:lnTo>
                <a:lnTo>
                  <a:pt x="332524" y="74764"/>
                </a:lnTo>
                <a:lnTo>
                  <a:pt x="301345" y="97078"/>
                </a:lnTo>
                <a:lnTo>
                  <a:pt x="267474" y="118249"/>
                </a:lnTo>
                <a:lnTo>
                  <a:pt x="231051" y="138290"/>
                </a:lnTo>
                <a:lnTo>
                  <a:pt x="192214" y="157162"/>
                </a:lnTo>
                <a:lnTo>
                  <a:pt x="181343" y="145465"/>
                </a:lnTo>
                <a:lnTo>
                  <a:pt x="169646" y="133337"/>
                </a:lnTo>
                <a:lnTo>
                  <a:pt x="144868" y="108292"/>
                </a:lnTo>
                <a:lnTo>
                  <a:pt x="120484" y="128206"/>
                </a:lnTo>
                <a:lnTo>
                  <a:pt x="132486" y="140233"/>
                </a:lnTo>
                <a:lnTo>
                  <a:pt x="143344" y="151257"/>
                </a:lnTo>
                <a:lnTo>
                  <a:pt x="153060" y="161429"/>
                </a:lnTo>
                <a:lnTo>
                  <a:pt x="161632" y="170878"/>
                </a:lnTo>
                <a:lnTo>
                  <a:pt x="124828" y="185432"/>
                </a:lnTo>
                <a:lnTo>
                  <a:pt x="85432" y="199275"/>
                </a:lnTo>
                <a:lnTo>
                  <a:pt x="43726" y="212280"/>
                </a:lnTo>
                <a:lnTo>
                  <a:pt x="0" y="224320"/>
                </a:lnTo>
                <a:lnTo>
                  <a:pt x="5448" y="231457"/>
                </a:lnTo>
                <a:lnTo>
                  <a:pt x="10477" y="239179"/>
                </a:lnTo>
                <a:lnTo>
                  <a:pt x="15214" y="247459"/>
                </a:lnTo>
                <a:lnTo>
                  <a:pt x="19812" y="256324"/>
                </a:lnTo>
                <a:lnTo>
                  <a:pt x="72567" y="239991"/>
                </a:lnTo>
                <a:lnTo>
                  <a:pt x="123329" y="221919"/>
                </a:lnTo>
                <a:lnTo>
                  <a:pt x="172085" y="202069"/>
                </a:lnTo>
                <a:lnTo>
                  <a:pt x="218833" y="180403"/>
                </a:lnTo>
                <a:lnTo>
                  <a:pt x="263042" y="157162"/>
                </a:lnTo>
                <a:lnTo>
                  <a:pt x="306349" y="131457"/>
                </a:lnTo>
                <a:lnTo>
                  <a:pt x="347103" y="104101"/>
                </a:lnTo>
                <a:lnTo>
                  <a:pt x="385864" y="74764"/>
                </a:lnTo>
                <a:lnTo>
                  <a:pt x="385864" y="44284"/>
                </a:lnTo>
                <a:close/>
              </a:path>
              <a:path w="1328420" h="434975">
                <a:moveTo>
                  <a:pt x="408724" y="213550"/>
                </a:moveTo>
                <a:lnTo>
                  <a:pt x="248602" y="213550"/>
                </a:lnTo>
                <a:lnTo>
                  <a:pt x="269748" y="195072"/>
                </a:lnTo>
                <a:lnTo>
                  <a:pt x="280111" y="185470"/>
                </a:lnTo>
                <a:lnTo>
                  <a:pt x="289750" y="175450"/>
                </a:lnTo>
                <a:lnTo>
                  <a:pt x="247078" y="175450"/>
                </a:lnTo>
                <a:lnTo>
                  <a:pt x="206794" y="207860"/>
                </a:lnTo>
                <a:lnTo>
                  <a:pt x="164706" y="237337"/>
                </a:lnTo>
                <a:lnTo>
                  <a:pt x="120777" y="263867"/>
                </a:lnTo>
                <a:lnTo>
                  <a:pt x="75031" y="287464"/>
                </a:lnTo>
                <a:lnTo>
                  <a:pt x="27432" y="308140"/>
                </a:lnTo>
                <a:lnTo>
                  <a:pt x="33096" y="316763"/>
                </a:lnTo>
                <a:lnTo>
                  <a:pt x="38481" y="324561"/>
                </a:lnTo>
                <a:lnTo>
                  <a:pt x="43294" y="331787"/>
                </a:lnTo>
                <a:lnTo>
                  <a:pt x="47244" y="338709"/>
                </a:lnTo>
                <a:lnTo>
                  <a:pt x="89928" y="318960"/>
                </a:lnTo>
                <a:lnTo>
                  <a:pt x="131152" y="296519"/>
                </a:lnTo>
                <a:lnTo>
                  <a:pt x="171246" y="271538"/>
                </a:lnTo>
                <a:lnTo>
                  <a:pt x="210502" y="244132"/>
                </a:lnTo>
                <a:lnTo>
                  <a:pt x="361480" y="244132"/>
                </a:lnTo>
                <a:lnTo>
                  <a:pt x="333082" y="270421"/>
                </a:lnTo>
                <a:lnTo>
                  <a:pt x="302717" y="294424"/>
                </a:lnTo>
                <a:lnTo>
                  <a:pt x="270078" y="316179"/>
                </a:lnTo>
                <a:lnTo>
                  <a:pt x="234886" y="335661"/>
                </a:lnTo>
                <a:lnTo>
                  <a:pt x="224815" y="324180"/>
                </a:lnTo>
                <a:lnTo>
                  <a:pt x="214884" y="312712"/>
                </a:lnTo>
                <a:lnTo>
                  <a:pt x="204673" y="301282"/>
                </a:lnTo>
                <a:lnTo>
                  <a:pt x="193738" y="289852"/>
                </a:lnTo>
                <a:lnTo>
                  <a:pt x="167728" y="309664"/>
                </a:lnTo>
                <a:lnTo>
                  <a:pt x="178587" y="320827"/>
                </a:lnTo>
                <a:lnTo>
                  <a:pt x="188163" y="331266"/>
                </a:lnTo>
                <a:lnTo>
                  <a:pt x="196316" y="340829"/>
                </a:lnTo>
                <a:lnTo>
                  <a:pt x="202882" y="349377"/>
                </a:lnTo>
                <a:lnTo>
                  <a:pt x="159346" y="366471"/>
                </a:lnTo>
                <a:lnTo>
                  <a:pt x="113245" y="381000"/>
                </a:lnTo>
                <a:lnTo>
                  <a:pt x="64300" y="392671"/>
                </a:lnTo>
                <a:lnTo>
                  <a:pt x="12192" y="401193"/>
                </a:lnTo>
                <a:lnTo>
                  <a:pt x="17640" y="410070"/>
                </a:lnTo>
                <a:lnTo>
                  <a:pt x="22669" y="418541"/>
                </a:lnTo>
                <a:lnTo>
                  <a:pt x="27406" y="426732"/>
                </a:lnTo>
                <a:lnTo>
                  <a:pt x="32004" y="434822"/>
                </a:lnTo>
                <a:lnTo>
                  <a:pt x="83172" y="425196"/>
                </a:lnTo>
                <a:lnTo>
                  <a:pt x="131991" y="412673"/>
                </a:lnTo>
                <a:lnTo>
                  <a:pt x="178460" y="397268"/>
                </a:lnTo>
                <a:lnTo>
                  <a:pt x="222592" y="379006"/>
                </a:lnTo>
                <a:lnTo>
                  <a:pt x="264414" y="357911"/>
                </a:lnTo>
                <a:lnTo>
                  <a:pt x="301167" y="335661"/>
                </a:lnTo>
                <a:lnTo>
                  <a:pt x="303923" y="333997"/>
                </a:lnTo>
                <a:lnTo>
                  <a:pt x="341134" y="307301"/>
                </a:lnTo>
                <a:lnTo>
                  <a:pt x="376059" y="277850"/>
                </a:lnTo>
                <a:lnTo>
                  <a:pt x="408724" y="245656"/>
                </a:lnTo>
                <a:lnTo>
                  <a:pt x="408724" y="244132"/>
                </a:lnTo>
                <a:lnTo>
                  <a:pt x="408724" y="213550"/>
                </a:lnTo>
                <a:close/>
              </a:path>
              <a:path w="1328420" h="434975">
                <a:moveTo>
                  <a:pt x="594741" y="341757"/>
                </a:moveTo>
                <a:lnTo>
                  <a:pt x="585495" y="334137"/>
                </a:lnTo>
                <a:lnTo>
                  <a:pt x="583336" y="332359"/>
                </a:lnTo>
                <a:lnTo>
                  <a:pt x="572071" y="322656"/>
                </a:lnTo>
                <a:lnTo>
                  <a:pt x="550545" y="303555"/>
                </a:lnTo>
                <a:lnTo>
                  <a:pt x="558787" y="282219"/>
                </a:lnTo>
                <a:lnTo>
                  <a:pt x="564235" y="268109"/>
                </a:lnTo>
                <a:lnTo>
                  <a:pt x="575500" y="225793"/>
                </a:lnTo>
                <a:lnTo>
                  <a:pt x="584187" y="176606"/>
                </a:lnTo>
                <a:lnTo>
                  <a:pt x="590169" y="120586"/>
                </a:lnTo>
                <a:lnTo>
                  <a:pt x="590169" y="93052"/>
                </a:lnTo>
                <a:lnTo>
                  <a:pt x="556641" y="93052"/>
                </a:lnTo>
                <a:lnTo>
                  <a:pt x="556641" y="123634"/>
                </a:lnTo>
                <a:lnTo>
                  <a:pt x="552069" y="170268"/>
                </a:lnTo>
                <a:lnTo>
                  <a:pt x="545211" y="212077"/>
                </a:lnTo>
                <a:lnTo>
                  <a:pt x="536067" y="249301"/>
                </a:lnTo>
                <a:lnTo>
                  <a:pt x="524637" y="282219"/>
                </a:lnTo>
                <a:lnTo>
                  <a:pt x="515251" y="273342"/>
                </a:lnTo>
                <a:lnTo>
                  <a:pt x="505587" y="264883"/>
                </a:lnTo>
                <a:lnTo>
                  <a:pt x="495922" y="256717"/>
                </a:lnTo>
                <a:lnTo>
                  <a:pt x="486537" y="248691"/>
                </a:lnTo>
                <a:lnTo>
                  <a:pt x="493395" y="224650"/>
                </a:lnTo>
                <a:lnTo>
                  <a:pt x="500202" y="196075"/>
                </a:lnTo>
                <a:lnTo>
                  <a:pt x="507111" y="162255"/>
                </a:lnTo>
                <a:lnTo>
                  <a:pt x="513969" y="123634"/>
                </a:lnTo>
                <a:lnTo>
                  <a:pt x="556641" y="123634"/>
                </a:lnTo>
                <a:lnTo>
                  <a:pt x="556641" y="93052"/>
                </a:lnTo>
                <a:lnTo>
                  <a:pt x="520065" y="93052"/>
                </a:lnTo>
                <a:lnTo>
                  <a:pt x="523494" y="72415"/>
                </a:lnTo>
                <a:lnTo>
                  <a:pt x="526923" y="51333"/>
                </a:lnTo>
                <a:lnTo>
                  <a:pt x="530352" y="29362"/>
                </a:lnTo>
                <a:lnTo>
                  <a:pt x="533781" y="6096"/>
                </a:lnTo>
                <a:lnTo>
                  <a:pt x="498729" y="1524"/>
                </a:lnTo>
                <a:lnTo>
                  <a:pt x="496176" y="25298"/>
                </a:lnTo>
                <a:lnTo>
                  <a:pt x="493204" y="48475"/>
                </a:lnTo>
                <a:lnTo>
                  <a:pt x="489940" y="71056"/>
                </a:lnTo>
                <a:lnTo>
                  <a:pt x="486537" y="93052"/>
                </a:lnTo>
                <a:lnTo>
                  <a:pt x="442239" y="93052"/>
                </a:lnTo>
                <a:lnTo>
                  <a:pt x="442239" y="123634"/>
                </a:lnTo>
                <a:lnTo>
                  <a:pt x="481965" y="123634"/>
                </a:lnTo>
                <a:lnTo>
                  <a:pt x="474827" y="161124"/>
                </a:lnTo>
                <a:lnTo>
                  <a:pt x="467296" y="195884"/>
                </a:lnTo>
                <a:lnTo>
                  <a:pt x="459384" y="228727"/>
                </a:lnTo>
                <a:lnTo>
                  <a:pt x="451383" y="259359"/>
                </a:lnTo>
                <a:lnTo>
                  <a:pt x="466280" y="272173"/>
                </a:lnTo>
                <a:lnTo>
                  <a:pt x="480999" y="285267"/>
                </a:lnTo>
                <a:lnTo>
                  <a:pt x="509397" y="311175"/>
                </a:lnTo>
                <a:lnTo>
                  <a:pt x="494525" y="335267"/>
                </a:lnTo>
                <a:lnTo>
                  <a:pt x="477342" y="357174"/>
                </a:lnTo>
                <a:lnTo>
                  <a:pt x="457885" y="377075"/>
                </a:lnTo>
                <a:lnTo>
                  <a:pt x="436143" y="395097"/>
                </a:lnTo>
                <a:lnTo>
                  <a:pt x="441604" y="402831"/>
                </a:lnTo>
                <a:lnTo>
                  <a:pt x="446620" y="410146"/>
                </a:lnTo>
                <a:lnTo>
                  <a:pt x="451370" y="417169"/>
                </a:lnTo>
                <a:lnTo>
                  <a:pt x="455955" y="424053"/>
                </a:lnTo>
                <a:lnTo>
                  <a:pt x="478853" y="403174"/>
                </a:lnTo>
                <a:lnTo>
                  <a:pt x="499478" y="381381"/>
                </a:lnTo>
                <a:lnTo>
                  <a:pt x="517779" y="358470"/>
                </a:lnTo>
                <a:lnTo>
                  <a:pt x="533781" y="334137"/>
                </a:lnTo>
                <a:lnTo>
                  <a:pt x="542683" y="343281"/>
                </a:lnTo>
                <a:lnTo>
                  <a:pt x="559930" y="361569"/>
                </a:lnTo>
                <a:lnTo>
                  <a:pt x="568833" y="370713"/>
                </a:lnTo>
                <a:lnTo>
                  <a:pt x="594741" y="341757"/>
                </a:lnTo>
                <a:close/>
              </a:path>
              <a:path w="1328420" h="434975">
                <a:moveTo>
                  <a:pt x="882967" y="376809"/>
                </a:moveTo>
                <a:lnTo>
                  <a:pt x="849528" y="361378"/>
                </a:lnTo>
                <a:lnTo>
                  <a:pt x="820102" y="342506"/>
                </a:lnTo>
                <a:lnTo>
                  <a:pt x="794664" y="320192"/>
                </a:lnTo>
                <a:lnTo>
                  <a:pt x="773239" y="294411"/>
                </a:lnTo>
                <a:lnTo>
                  <a:pt x="876871" y="294411"/>
                </a:lnTo>
                <a:lnTo>
                  <a:pt x="876871" y="265455"/>
                </a:lnTo>
                <a:lnTo>
                  <a:pt x="744181" y="265455"/>
                </a:lnTo>
                <a:lnTo>
                  <a:pt x="744181" y="221259"/>
                </a:lnTo>
                <a:lnTo>
                  <a:pt x="796099" y="221259"/>
                </a:lnTo>
                <a:lnTo>
                  <a:pt x="796099" y="234975"/>
                </a:lnTo>
                <a:lnTo>
                  <a:pt x="828103" y="234975"/>
                </a:lnTo>
                <a:lnTo>
                  <a:pt x="828103" y="80860"/>
                </a:lnTo>
                <a:lnTo>
                  <a:pt x="873823" y="80860"/>
                </a:lnTo>
                <a:lnTo>
                  <a:pt x="873823" y="53428"/>
                </a:lnTo>
                <a:lnTo>
                  <a:pt x="828103" y="53428"/>
                </a:lnTo>
                <a:lnTo>
                  <a:pt x="828103" y="3048"/>
                </a:lnTo>
                <a:lnTo>
                  <a:pt x="796099" y="3048"/>
                </a:lnTo>
                <a:lnTo>
                  <a:pt x="796099" y="53428"/>
                </a:lnTo>
                <a:lnTo>
                  <a:pt x="796099" y="80860"/>
                </a:lnTo>
                <a:lnTo>
                  <a:pt x="796099" y="122110"/>
                </a:lnTo>
                <a:lnTo>
                  <a:pt x="796099" y="151066"/>
                </a:lnTo>
                <a:lnTo>
                  <a:pt x="796099" y="192214"/>
                </a:lnTo>
                <a:lnTo>
                  <a:pt x="660361" y="192214"/>
                </a:lnTo>
                <a:lnTo>
                  <a:pt x="660361" y="151066"/>
                </a:lnTo>
                <a:lnTo>
                  <a:pt x="796099" y="151066"/>
                </a:lnTo>
                <a:lnTo>
                  <a:pt x="796099" y="122110"/>
                </a:lnTo>
                <a:lnTo>
                  <a:pt x="660361" y="122110"/>
                </a:lnTo>
                <a:lnTo>
                  <a:pt x="660361" y="80860"/>
                </a:lnTo>
                <a:lnTo>
                  <a:pt x="796099" y="80860"/>
                </a:lnTo>
                <a:lnTo>
                  <a:pt x="796099" y="53428"/>
                </a:lnTo>
                <a:lnTo>
                  <a:pt x="660361" y="53428"/>
                </a:lnTo>
                <a:lnTo>
                  <a:pt x="660361" y="1524"/>
                </a:lnTo>
                <a:lnTo>
                  <a:pt x="628357" y="1524"/>
                </a:lnTo>
                <a:lnTo>
                  <a:pt x="628357" y="53428"/>
                </a:lnTo>
                <a:lnTo>
                  <a:pt x="584073" y="53428"/>
                </a:lnTo>
                <a:lnTo>
                  <a:pt x="584073" y="80860"/>
                </a:lnTo>
                <a:lnTo>
                  <a:pt x="628357" y="80860"/>
                </a:lnTo>
                <a:lnTo>
                  <a:pt x="628357" y="234975"/>
                </a:lnTo>
                <a:lnTo>
                  <a:pt x="660361" y="234975"/>
                </a:lnTo>
                <a:lnTo>
                  <a:pt x="660361" y="221259"/>
                </a:lnTo>
                <a:lnTo>
                  <a:pt x="712177" y="221259"/>
                </a:lnTo>
                <a:lnTo>
                  <a:pt x="712177" y="265455"/>
                </a:lnTo>
                <a:lnTo>
                  <a:pt x="584073" y="265455"/>
                </a:lnTo>
                <a:lnTo>
                  <a:pt x="584073" y="294411"/>
                </a:lnTo>
                <a:lnTo>
                  <a:pt x="678649" y="294411"/>
                </a:lnTo>
                <a:lnTo>
                  <a:pt x="656958" y="322783"/>
                </a:lnTo>
                <a:lnTo>
                  <a:pt x="630834" y="348411"/>
                </a:lnTo>
                <a:lnTo>
                  <a:pt x="600392" y="371449"/>
                </a:lnTo>
                <a:lnTo>
                  <a:pt x="565785" y="392049"/>
                </a:lnTo>
                <a:lnTo>
                  <a:pt x="572350" y="398881"/>
                </a:lnTo>
                <a:lnTo>
                  <a:pt x="578358" y="405574"/>
                </a:lnTo>
                <a:lnTo>
                  <a:pt x="583780" y="411975"/>
                </a:lnTo>
                <a:lnTo>
                  <a:pt x="588645" y="417957"/>
                </a:lnTo>
                <a:lnTo>
                  <a:pt x="627278" y="391375"/>
                </a:lnTo>
                <a:lnTo>
                  <a:pt x="660742" y="361937"/>
                </a:lnTo>
                <a:lnTo>
                  <a:pt x="689038" y="329615"/>
                </a:lnTo>
                <a:lnTo>
                  <a:pt x="712177" y="294411"/>
                </a:lnTo>
                <a:lnTo>
                  <a:pt x="712177" y="431774"/>
                </a:lnTo>
                <a:lnTo>
                  <a:pt x="744181" y="431774"/>
                </a:lnTo>
                <a:lnTo>
                  <a:pt x="744181" y="294411"/>
                </a:lnTo>
                <a:lnTo>
                  <a:pt x="745807" y="294411"/>
                </a:lnTo>
                <a:lnTo>
                  <a:pt x="766051" y="328434"/>
                </a:lnTo>
                <a:lnTo>
                  <a:pt x="792289" y="359270"/>
                </a:lnTo>
                <a:lnTo>
                  <a:pt x="824242" y="386664"/>
                </a:lnTo>
                <a:lnTo>
                  <a:pt x="861631" y="410337"/>
                </a:lnTo>
                <a:lnTo>
                  <a:pt x="866254" y="403174"/>
                </a:lnTo>
                <a:lnTo>
                  <a:pt x="871156" y="395287"/>
                </a:lnTo>
                <a:lnTo>
                  <a:pt x="876554" y="386664"/>
                </a:lnTo>
                <a:lnTo>
                  <a:pt x="882967" y="376809"/>
                </a:lnTo>
                <a:close/>
              </a:path>
              <a:path w="1328420" h="434975">
                <a:moveTo>
                  <a:pt x="1015644" y="9144"/>
                </a:moveTo>
                <a:lnTo>
                  <a:pt x="982116" y="0"/>
                </a:lnTo>
                <a:lnTo>
                  <a:pt x="968197" y="46520"/>
                </a:lnTo>
                <a:lnTo>
                  <a:pt x="951941" y="90919"/>
                </a:lnTo>
                <a:lnTo>
                  <a:pt x="933183" y="133248"/>
                </a:lnTo>
                <a:lnTo>
                  <a:pt x="911796" y="173596"/>
                </a:lnTo>
                <a:lnTo>
                  <a:pt x="887628" y="212026"/>
                </a:lnTo>
                <a:lnTo>
                  <a:pt x="891946" y="220345"/>
                </a:lnTo>
                <a:lnTo>
                  <a:pt x="895819" y="229069"/>
                </a:lnTo>
                <a:lnTo>
                  <a:pt x="899426" y="238048"/>
                </a:lnTo>
                <a:lnTo>
                  <a:pt x="902868" y="247167"/>
                </a:lnTo>
                <a:lnTo>
                  <a:pt x="924013" y="214744"/>
                </a:lnTo>
                <a:lnTo>
                  <a:pt x="934377" y="197802"/>
                </a:lnTo>
                <a:lnTo>
                  <a:pt x="944016" y="180022"/>
                </a:lnTo>
                <a:lnTo>
                  <a:pt x="944016" y="430250"/>
                </a:lnTo>
                <a:lnTo>
                  <a:pt x="976020" y="430250"/>
                </a:lnTo>
                <a:lnTo>
                  <a:pt x="976020" y="180022"/>
                </a:lnTo>
                <a:lnTo>
                  <a:pt x="976020" y="114490"/>
                </a:lnTo>
                <a:lnTo>
                  <a:pt x="986929" y="89217"/>
                </a:lnTo>
                <a:lnTo>
                  <a:pt x="996975" y="63525"/>
                </a:lnTo>
                <a:lnTo>
                  <a:pt x="1006462" y="36995"/>
                </a:lnTo>
                <a:lnTo>
                  <a:pt x="1015644" y="9144"/>
                </a:lnTo>
                <a:close/>
              </a:path>
              <a:path w="1328420" h="434975">
                <a:moveTo>
                  <a:pt x="1328356" y="317271"/>
                </a:moveTo>
                <a:lnTo>
                  <a:pt x="1296276" y="290398"/>
                </a:lnTo>
                <a:lnTo>
                  <a:pt x="1267739" y="257352"/>
                </a:lnTo>
                <a:lnTo>
                  <a:pt x="1242568" y="218236"/>
                </a:lnTo>
                <a:lnTo>
                  <a:pt x="1220635" y="173126"/>
                </a:lnTo>
                <a:lnTo>
                  <a:pt x="1201762" y="122110"/>
                </a:lnTo>
                <a:lnTo>
                  <a:pt x="1313116" y="122110"/>
                </a:lnTo>
                <a:lnTo>
                  <a:pt x="1313116" y="90004"/>
                </a:lnTo>
                <a:lnTo>
                  <a:pt x="1174330" y="90004"/>
                </a:lnTo>
                <a:lnTo>
                  <a:pt x="1174330" y="1524"/>
                </a:lnTo>
                <a:lnTo>
                  <a:pt x="1140714" y="1524"/>
                </a:lnTo>
                <a:lnTo>
                  <a:pt x="1140714" y="90004"/>
                </a:lnTo>
                <a:lnTo>
                  <a:pt x="1006500" y="90004"/>
                </a:lnTo>
                <a:lnTo>
                  <a:pt x="1006500" y="122110"/>
                </a:lnTo>
                <a:lnTo>
                  <a:pt x="1110234" y="122110"/>
                </a:lnTo>
                <a:lnTo>
                  <a:pt x="1091209" y="172059"/>
                </a:lnTo>
                <a:lnTo>
                  <a:pt x="1068895" y="217716"/>
                </a:lnTo>
                <a:lnTo>
                  <a:pt x="1043279" y="259130"/>
                </a:lnTo>
                <a:lnTo>
                  <a:pt x="1014361" y="296392"/>
                </a:lnTo>
                <a:lnTo>
                  <a:pt x="982116" y="329565"/>
                </a:lnTo>
                <a:lnTo>
                  <a:pt x="988720" y="337286"/>
                </a:lnTo>
                <a:lnTo>
                  <a:pt x="994879" y="344424"/>
                </a:lnTo>
                <a:lnTo>
                  <a:pt x="1000683" y="350901"/>
                </a:lnTo>
                <a:lnTo>
                  <a:pt x="1006500" y="356997"/>
                </a:lnTo>
                <a:lnTo>
                  <a:pt x="1041857" y="320548"/>
                </a:lnTo>
                <a:lnTo>
                  <a:pt x="1072883" y="278917"/>
                </a:lnTo>
                <a:lnTo>
                  <a:pt x="1099642" y="232016"/>
                </a:lnTo>
                <a:lnTo>
                  <a:pt x="1122235" y="179781"/>
                </a:lnTo>
                <a:lnTo>
                  <a:pt x="1140714" y="122110"/>
                </a:lnTo>
                <a:lnTo>
                  <a:pt x="1140714" y="306603"/>
                </a:lnTo>
                <a:lnTo>
                  <a:pt x="1076706" y="306603"/>
                </a:lnTo>
                <a:lnTo>
                  <a:pt x="1076706" y="338709"/>
                </a:lnTo>
                <a:lnTo>
                  <a:pt x="1140714" y="338709"/>
                </a:lnTo>
                <a:lnTo>
                  <a:pt x="1140714" y="430250"/>
                </a:lnTo>
                <a:lnTo>
                  <a:pt x="1174330" y="430250"/>
                </a:lnTo>
                <a:lnTo>
                  <a:pt x="1174330" y="338709"/>
                </a:lnTo>
                <a:lnTo>
                  <a:pt x="1238338" y="338709"/>
                </a:lnTo>
                <a:lnTo>
                  <a:pt x="1238338" y="306603"/>
                </a:lnTo>
                <a:lnTo>
                  <a:pt x="1174330" y="306603"/>
                </a:lnTo>
                <a:lnTo>
                  <a:pt x="1174330" y="122110"/>
                </a:lnTo>
                <a:lnTo>
                  <a:pt x="1192631" y="182511"/>
                </a:lnTo>
                <a:lnTo>
                  <a:pt x="1214577" y="235572"/>
                </a:lnTo>
                <a:lnTo>
                  <a:pt x="1240193" y="281330"/>
                </a:lnTo>
                <a:lnTo>
                  <a:pt x="1269479" y="319760"/>
                </a:lnTo>
                <a:lnTo>
                  <a:pt x="1302448" y="350901"/>
                </a:lnTo>
                <a:lnTo>
                  <a:pt x="1308430" y="342874"/>
                </a:lnTo>
                <a:lnTo>
                  <a:pt x="1321523" y="326212"/>
                </a:lnTo>
                <a:lnTo>
                  <a:pt x="1328356" y="31727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4051839" y="6470713"/>
            <a:ext cx="67310" cy="118110"/>
          </a:xfrm>
          <a:custGeom>
            <a:avLst/>
            <a:gdLst/>
            <a:ahLst/>
            <a:cxnLst/>
            <a:rect l="l" t="t" r="r" b="b"/>
            <a:pathLst>
              <a:path w="67310" h="118109">
                <a:moveTo>
                  <a:pt x="30479" y="117538"/>
                </a:moveTo>
                <a:lnTo>
                  <a:pt x="0" y="117538"/>
                </a:lnTo>
                <a:lnTo>
                  <a:pt x="27431" y="0"/>
                </a:lnTo>
                <a:lnTo>
                  <a:pt x="67151" y="0"/>
                </a:lnTo>
                <a:lnTo>
                  <a:pt x="30479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4437684" y="6148870"/>
            <a:ext cx="2670810" cy="438150"/>
          </a:xfrm>
          <a:custGeom>
            <a:avLst/>
            <a:gdLst/>
            <a:ahLst/>
            <a:cxnLst/>
            <a:rect l="l" t="t" r="r" b="b"/>
            <a:pathLst>
              <a:path w="2670809" h="438150">
                <a:moveTo>
                  <a:pt x="152501" y="324904"/>
                </a:moveTo>
                <a:lnTo>
                  <a:pt x="126593" y="300520"/>
                </a:lnTo>
                <a:lnTo>
                  <a:pt x="99072" y="324853"/>
                </a:lnTo>
                <a:lnTo>
                  <a:pt x="71107" y="347459"/>
                </a:lnTo>
                <a:lnTo>
                  <a:pt x="42291" y="368325"/>
                </a:lnTo>
                <a:lnTo>
                  <a:pt x="12192" y="387477"/>
                </a:lnTo>
                <a:lnTo>
                  <a:pt x="18554" y="394335"/>
                </a:lnTo>
                <a:lnTo>
                  <a:pt x="24206" y="401193"/>
                </a:lnTo>
                <a:lnTo>
                  <a:pt x="29552" y="408051"/>
                </a:lnTo>
                <a:lnTo>
                  <a:pt x="35064" y="414909"/>
                </a:lnTo>
                <a:lnTo>
                  <a:pt x="66306" y="392925"/>
                </a:lnTo>
                <a:lnTo>
                  <a:pt x="96100" y="370509"/>
                </a:lnTo>
                <a:lnTo>
                  <a:pt x="124739" y="347789"/>
                </a:lnTo>
                <a:lnTo>
                  <a:pt x="152501" y="324904"/>
                </a:lnTo>
                <a:close/>
              </a:path>
              <a:path w="2670809" h="438150">
                <a:moveTo>
                  <a:pt x="391960" y="253276"/>
                </a:moveTo>
                <a:lnTo>
                  <a:pt x="240995" y="253276"/>
                </a:lnTo>
                <a:lnTo>
                  <a:pt x="240995" y="210502"/>
                </a:lnTo>
                <a:lnTo>
                  <a:pt x="205841" y="210502"/>
                </a:lnTo>
                <a:lnTo>
                  <a:pt x="205841" y="253276"/>
                </a:lnTo>
                <a:lnTo>
                  <a:pt x="44208" y="253276"/>
                </a:lnTo>
                <a:lnTo>
                  <a:pt x="44208" y="285280"/>
                </a:lnTo>
                <a:lnTo>
                  <a:pt x="205841" y="285280"/>
                </a:lnTo>
                <a:lnTo>
                  <a:pt x="205841" y="360045"/>
                </a:lnTo>
                <a:lnTo>
                  <a:pt x="204101" y="374053"/>
                </a:lnTo>
                <a:lnTo>
                  <a:pt x="198793" y="384048"/>
                </a:lnTo>
                <a:lnTo>
                  <a:pt x="189763" y="390055"/>
                </a:lnTo>
                <a:lnTo>
                  <a:pt x="177152" y="392010"/>
                </a:lnTo>
                <a:lnTo>
                  <a:pt x="165785" y="391998"/>
                </a:lnTo>
                <a:lnTo>
                  <a:pt x="153263" y="391668"/>
                </a:lnTo>
                <a:lnTo>
                  <a:pt x="139598" y="390766"/>
                </a:lnTo>
                <a:lnTo>
                  <a:pt x="125069" y="389001"/>
                </a:lnTo>
                <a:lnTo>
                  <a:pt x="127088" y="399021"/>
                </a:lnTo>
                <a:lnTo>
                  <a:pt x="128689" y="408622"/>
                </a:lnTo>
                <a:lnTo>
                  <a:pt x="129997" y="417931"/>
                </a:lnTo>
                <a:lnTo>
                  <a:pt x="131165" y="427101"/>
                </a:lnTo>
                <a:lnTo>
                  <a:pt x="146596" y="427342"/>
                </a:lnTo>
                <a:lnTo>
                  <a:pt x="174028" y="428383"/>
                </a:lnTo>
                <a:lnTo>
                  <a:pt x="186029" y="428625"/>
                </a:lnTo>
                <a:lnTo>
                  <a:pt x="210083" y="425246"/>
                </a:lnTo>
                <a:lnTo>
                  <a:pt x="227266" y="415290"/>
                </a:lnTo>
                <a:lnTo>
                  <a:pt x="237553" y="399046"/>
                </a:lnTo>
                <a:lnTo>
                  <a:pt x="238633" y="392049"/>
                </a:lnTo>
                <a:lnTo>
                  <a:pt x="240995" y="376809"/>
                </a:lnTo>
                <a:lnTo>
                  <a:pt x="240995" y="285280"/>
                </a:lnTo>
                <a:lnTo>
                  <a:pt x="391960" y="285280"/>
                </a:lnTo>
                <a:lnTo>
                  <a:pt x="391960" y="253276"/>
                </a:lnTo>
                <a:close/>
              </a:path>
              <a:path w="2670809" h="438150">
                <a:moveTo>
                  <a:pt x="430060" y="381381"/>
                </a:moveTo>
                <a:lnTo>
                  <a:pt x="400837" y="362826"/>
                </a:lnTo>
                <a:lnTo>
                  <a:pt x="370039" y="343839"/>
                </a:lnTo>
                <a:lnTo>
                  <a:pt x="337223" y="324548"/>
                </a:lnTo>
                <a:lnTo>
                  <a:pt x="301955" y="305092"/>
                </a:lnTo>
                <a:lnTo>
                  <a:pt x="282143" y="331089"/>
                </a:lnTo>
                <a:lnTo>
                  <a:pt x="317563" y="351637"/>
                </a:lnTo>
                <a:lnTo>
                  <a:pt x="350570" y="372046"/>
                </a:lnTo>
                <a:lnTo>
                  <a:pt x="380758" y="391998"/>
                </a:lnTo>
                <a:lnTo>
                  <a:pt x="408724" y="411861"/>
                </a:lnTo>
                <a:lnTo>
                  <a:pt x="430060" y="381381"/>
                </a:lnTo>
                <a:close/>
              </a:path>
              <a:path w="2670809" h="438150">
                <a:moveTo>
                  <a:pt x="437680" y="195262"/>
                </a:moveTo>
                <a:lnTo>
                  <a:pt x="385394" y="189572"/>
                </a:lnTo>
                <a:lnTo>
                  <a:pt x="338378" y="181737"/>
                </a:lnTo>
                <a:lnTo>
                  <a:pt x="331127" y="180022"/>
                </a:lnTo>
                <a:lnTo>
                  <a:pt x="296799" y="171907"/>
                </a:lnTo>
                <a:lnTo>
                  <a:pt x="260807" y="160210"/>
                </a:lnTo>
                <a:lnTo>
                  <a:pt x="284683" y="144970"/>
                </a:lnTo>
                <a:lnTo>
                  <a:pt x="289064" y="142163"/>
                </a:lnTo>
                <a:lnTo>
                  <a:pt x="316623" y="122250"/>
                </a:lnTo>
                <a:lnTo>
                  <a:pt x="343357" y="100342"/>
                </a:lnTo>
                <a:lnTo>
                  <a:pt x="369100" y="76288"/>
                </a:lnTo>
                <a:lnTo>
                  <a:pt x="369100" y="74764"/>
                </a:lnTo>
                <a:lnTo>
                  <a:pt x="369100" y="45808"/>
                </a:lnTo>
                <a:lnTo>
                  <a:pt x="324815" y="45808"/>
                </a:lnTo>
                <a:lnTo>
                  <a:pt x="324815" y="74764"/>
                </a:lnTo>
                <a:lnTo>
                  <a:pt x="300761" y="94526"/>
                </a:lnTo>
                <a:lnTo>
                  <a:pt x="276428" y="112725"/>
                </a:lnTo>
                <a:lnTo>
                  <a:pt x="251510" y="129501"/>
                </a:lnTo>
                <a:lnTo>
                  <a:pt x="225755" y="144970"/>
                </a:lnTo>
                <a:lnTo>
                  <a:pt x="200266" y="129501"/>
                </a:lnTo>
                <a:lnTo>
                  <a:pt x="176517" y="112725"/>
                </a:lnTo>
                <a:lnTo>
                  <a:pt x="158254" y="97624"/>
                </a:lnTo>
                <a:lnTo>
                  <a:pt x="154508" y="94526"/>
                </a:lnTo>
                <a:lnTo>
                  <a:pt x="134213" y="74764"/>
                </a:lnTo>
                <a:lnTo>
                  <a:pt x="324815" y="74764"/>
                </a:lnTo>
                <a:lnTo>
                  <a:pt x="324815" y="45808"/>
                </a:lnTo>
                <a:lnTo>
                  <a:pt x="155549" y="45808"/>
                </a:lnTo>
                <a:lnTo>
                  <a:pt x="162407" y="35509"/>
                </a:lnTo>
                <a:lnTo>
                  <a:pt x="169265" y="25044"/>
                </a:lnTo>
                <a:lnTo>
                  <a:pt x="176123" y="14274"/>
                </a:lnTo>
                <a:lnTo>
                  <a:pt x="182981" y="3048"/>
                </a:lnTo>
                <a:lnTo>
                  <a:pt x="143357" y="3048"/>
                </a:lnTo>
                <a:lnTo>
                  <a:pt x="116166" y="41922"/>
                </a:lnTo>
                <a:lnTo>
                  <a:pt x="86956" y="78193"/>
                </a:lnTo>
                <a:lnTo>
                  <a:pt x="55448" y="111620"/>
                </a:lnTo>
                <a:lnTo>
                  <a:pt x="21348" y="141922"/>
                </a:lnTo>
                <a:lnTo>
                  <a:pt x="26466" y="146786"/>
                </a:lnTo>
                <a:lnTo>
                  <a:pt x="32588" y="152209"/>
                </a:lnTo>
                <a:lnTo>
                  <a:pt x="47256" y="164782"/>
                </a:lnTo>
                <a:lnTo>
                  <a:pt x="64427" y="149377"/>
                </a:lnTo>
                <a:lnTo>
                  <a:pt x="81432" y="132956"/>
                </a:lnTo>
                <a:lnTo>
                  <a:pt x="98132" y="115658"/>
                </a:lnTo>
                <a:lnTo>
                  <a:pt x="114401" y="97624"/>
                </a:lnTo>
                <a:lnTo>
                  <a:pt x="132067" y="116255"/>
                </a:lnTo>
                <a:lnTo>
                  <a:pt x="150596" y="133146"/>
                </a:lnTo>
                <a:lnTo>
                  <a:pt x="169697" y="148297"/>
                </a:lnTo>
                <a:lnTo>
                  <a:pt x="189077" y="161734"/>
                </a:lnTo>
                <a:lnTo>
                  <a:pt x="152260" y="175171"/>
                </a:lnTo>
                <a:lnTo>
                  <a:pt x="108292" y="188023"/>
                </a:lnTo>
                <a:lnTo>
                  <a:pt x="57454" y="200317"/>
                </a:lnTo>
                <a:lnTo>
                  <a:pt x="0" y="212026"/>
                </a:lnTo>
                <a:lnTo>
                  <a:pt x="4559" y="220078"/>
                </a:lnTo>
                <a:lnTo>
                  <a:pt x="8953" y="228117"/>
                </a:lnTo>
                <a:lnTo>
                  <a:pt x="13081" y="236118"/>
                </a:lnTo>
                <a:lnTo>
                  <a:pt x="16764" y="244132"/>
                </a:lnTo>
                <a:lnTo>
                  <a:pt x="77927" y="229819"/>
                </a:lnTo>
                <a:lnTo>
                  <a:pt x="133070" y="214363"/>
                </a:lnTo>
                <a:lnTo>
                  <a:pt x="181927" y="197751"/>
                </a:lnTo>
                <a:lnTo>
                  <a:pt x="224231" y="180022"/>
                </a:lnTo>
                <a:lnTo>
                  <a:pt x="262178" y="195427"/>
                </a:lnTo>
                <a:lnTo>
                  <a:pt x="307289" y="209562"/>
                </a:lnTo>
                <a:lnTo>
                  <a:pt x="359283" y="222288"/>
                </a:lnTo>
                <a:lnTo>
                  <a:pt x="417868" y="233464"/>
                </a:lnTo>
                <a:lnTo>
                  <a:pt x="420751" y="224917"/>
                </a:lnTo>
                <a:lnTo>
                  <a:pt x="424916" y="215506"/>
                </a:lnTo>
                <a:lnTo>
                  <a:pt x="430517" y="205511"/>
                </a:lnTo>
                <a:lnTo>
                  <a:pt x="437680" y="195262"/>
                </a:lnTo>
                <a:close/>
              </a:path>
              <a:path w="2670809" h="438150">
                <a:moveTo>
                  <a:pt x="581037" y="16852"/>
                </a:moveTo>
                <a:lnTo>
                  <a:pt x="545973" y="6096"/>
                </a:lnTo>
                <a:lnTo>
                  <a:pt x="530275" y="55727"/>
                </a:lnTo>
                <a:lnTo>
                  <a:pt x="512521" y="102133"/>
                </a:lnTo>
                <a:lnTo>
                  <a:pt x="492848" y="145402"/>
                </a:lnTo>
                <a:lnTo>
                  <a:pt x="471411" y="185597"/>
                </a:lnTo>
                <a:lnTo>
                  <a:pt x="448348" y="222783"/>
                </a:lnTo>
                <a:lnTo>
                  <a:pt x="452653" y="232816"/>
                </a:lnTo>
                <a:lnTo>
                  <a:pt x="456539" y="242404"/>
                </a:lnTo>
                <a:lnTo>
                  <a:pt x="460133" y="251726"/>
                </a:lnTo>
                <a:lnTo>
                  <a:pt x="463588" y="260896"/>
                </a:lnTo>
                <a:lnTo>
                  <a:pt x="476148" y="243420"/>
                </a:lnTo>
                <a:lnTo>
                  <a:pt x="488594" y="225221"/>
                </a:lnTo>
                <a:lnTo>
                  <a:pt x="500748" y="206159"/>
                </a:lnTo>
                <a:lnTo>
                  <a:pt x="512445" y="186118"/>
                </a:lnTo>
                <a:lnTo>
                  <a:pt x="512445" y="434822"/>
                </a:lnTo>
                <a:lnTo>
                  <a:pt x="545973" y="434822"/>
                </a:lnTo>
                <a:lnTo>
                  <a:pt x="545973" y="186118"/>
                </a:lnTo>
                <a:lnTo>
                  <a:pt x="545973" y="112864"/>
                </a:lnTo>
                <a:lnTo>
                  <a:pt x="555739" y="90576"/>
                </a:lnTo>
                <a:lnTo>
                  <a:pt x="564642" y="67144"/>
                </a:lnTo>
                <a:lnTo>
                  <a:pt x="572985" y="42570"/>
                </a:lnTo>
                <a:lnTo>
                  <a:pt x="581037" y="16852"/>
                </a:lnTo>
                <a:close/>
              </a:path>
              <a:path w="2670809" h="438150">
                <a:moveTo>
                  <a:pt x="886028" y="250215"/>
                </a:moveTo>
                <a:lnTo>
                  <a:pt x="767156" y="250215"/>
                </a:lnTo>
                <a:lnTo>
                  <a:pt x="767156" y="138874"/>
                </a:lnTo>
                <a:lnTo>
                  <a:pt x="872312" y="138874"/>
                </a:lnTo>
                <a:lnTo>
                  <a:pt x="872312" y="108292"/>
                </a:lnTo>
                <a:lnTo>
                  <a:pt x="767156" y="108292"/>
                </a:lnTo>
                <a:lnTo>
                  <a:pt x="767156" y="6096"/>
                </a:lnTo>
                <a:lnTo>
                  <a:pt x="732002" y="6096"/>
                </a:lnTo>
                <a:lnTo>
                  <a:pt x="732002" y="108292"/>
                </a:lnTo>
                <a:lnTo>
                  <a:pt x="658850" y="108292"/>
                </a:lnTo>
                <a:lnTo>
                  <a:pt x="664298" y="93395"/>
                </a:lnTo>
                <a:lnTo>
                  <a:pt x="669328" y="78193"/>
                </a:lnTo>
                <a:lnTo>
                  <a:pt x="674065" y="62433"/>
                </a:lnTo>
                <a:lnTo>
                  <a:pt x="678662" y="45808"/>
                </a:lnTo>
                <a:lnTo>
                  <a:pt x="642086" y="36664"/>
                </a:lnTo>
                <a:lnTo>
                  <a:pt x="631266" y="80378"/>
                </a:lnTo>
                <a:lnTo>
                  <a:pt x="617270" y="122250"/>
                </a:lnTo>
                <a:lnTo>
                  <a:pt x="600468" y="162039"/>
                </a:lnTo>
                <a:lnTo>
                  <a:pt x="581037" y="199834"/>
                </a:lnTo>
                <a:lnTo>
                  <a:pt x="588772" y="205549"/>
                </a:lnTo>
                <a:lnTo>
                  <a:pt x="596087" y="211277"/>
                </a:lnTo>
                <a:lnTo>
                  <a:pt x="603110" y="217017"/>
                </a:lnTo>
                <a:lnTo>
                  <a:pt x="609993" y="222783"/>
                </a:lnTo>
                <a:lnTo>
                  <a:pt x="620280" y="203847"/>
                </a:lnTo>
                <a:lnTo>
                  <a:pt x="630262" y="183654"/>
                </a:lnTo>
                <a:lnTo>
                  <a:pt x="639622" y="162128"/>
                </a:lnTo>
                <a:lnTo>
                  <a:pt x="648182" y="138874"/>
                </a:lnTo>
                <a:lnTo>
                  <a:pt x="732002" y="138874"/>
                </a:lnTo>
                <a:lnTo>
                  <a:pt x="732002" y="250215"/>
                </a:lnTo>
                <a:lnTo>
                  <a:pt x="579513" y="250215"/>
                </a:lnTo>
                <a:lnTo>
                  <a:pt x="579513" y="280708"/>
                </a:lnTo>
                <a:lnTo>
                  <a:pt x="732002" y="280708"/>
                </a:lnTo>
                <a:lnTo>
                  <a:pt x="732002" y="433298"/>
                </a:lnTo>
                <a:lnTo>
                  <a:pt x="767156" y="433298"/>
                </a:lnTo>
                <a:lnTo>
                  <a:pt x="767156" y="280708"/>
                </a:lnTo>
                <a:lnTo>
                  <a:pt x="886028" y="280708"/>
                </a:lnTo>
                <a:lnTo>
                  <a:pt x="886028" y="250215"/>
                </a:lnTo>
                <a:close/>
              </a:path>
              <a:path w="2670809" h="438150">
                <a:moveTo>
                  <a:pt x="994321" y="263931"/>
                </a:moveTo>
                <a:lnTo>
                  <a:pt x="985418" y="260502"/>
                </a:lnTo>
                <a:lnTo>
                  <a:pt x="968171" y="253644"/>
                </a:lnTo>
                <a:lnTo>
                  <a:pt x="959269" y="250215"/>
                </a:lnTo>
                <a:lnTo>
                  <a:pt x="946429" y="295960"/>
                </a:lnTo>
                <a:lnTo>
                  <a:pt x="933170" y="339420"/>
                </a:lnTo>
                <a:lnTo>
                  <a:pt x="919619" y="380606"/>
                </a:lnTo>
                <a:lnTo>
                  <a:pt x="905929" y="419481"/>
                </a:lnTo>
                <a:lnTo>
                  <a:pt x="944029" y="431774"/>
                </a:lnTo>
                <a:lnTo>
                  <a:pt x="956602" y="387718"/>
                </a:lnTo>
                <a:lnTo>
                  <a:pt x="969175" y="344957"/>
                </a:lnTo>
                <a:lnTo>
                  <a:pt x="981748" y="303644"/>
                </a:lnTo>
                <a:lnTo>
                  <a:pt x="994321" y="263931"/>
                </a:lnTo>
                <a:close/>
              </a:path>
              <a:path w="2670809" h="438150">
                <a:moveTo>
                  <a:pt x="997369" y="183070"/>
                </a:moveTo>
                <a:lnTo>
                  <a:pt x="975360" y="164782"/>
                </a:lnTo>
                <a:lnTo>
                  <a:pt x="955078" y="148780"/>
                </a:lnTo>
                <a:lnTo>
                  <a:pt x="936498" y="135064"/>
                </a:lnTo>
                <a:lnTo>
                  <a:pt x="919645" y="123634"/>
                </a:lnTo>
                <a:lnTo>
                  <a:pt x="898207" y="148018"/>
                </a:lnTo>
                <a:lnTo>
                  <a:pt x="913130" y="159727"/>
                </a:lnTo>
                <a:lnTo>
                  <a:pt x="930300" y="174307"/>
                </a:lnTo>
                <a:lnTo>
                  <a:pt x="949667" y="191668"/>
                </a:lnTo>
                <a:lnTo>
                  <a:pt x="971461" y="212026"/>
                </a:lnTo>
                <a:lnTo>
                  <a:pt x="976579" y="206006"/>
                </a:lnTo>
                <a:lnTo>
                  <a:pt x="982700" y="199263"/>
                </a:lnTo>
                <a:lnTo>
                  <a:pt x="989609" y="191731"/>
                </a:lnTo>
                <a:lnTo>
                  <a:pt x="997369" y="183070"/>
                </a:lnTo>
                <a:close/>
              </a:path>
              <a:path w="2670809" h="438150">
                <a:moveTo>
                  <a:pt x="1012609" y="73240"/>
                </a:moveTo>
                <a:lnTo>
                  <a:pt x="995133" y="57264"/>
                </a:lnTo>
                <a:lnTo>
                  <a:pt x="976795" y="41427"/>
                </a:lnTo>
                <a:lnTo>
                  <a:pt x="957313" y="25844"/>
                </a:lnTo>
                <a:lnTo>
                  <a:pt x="936409" y="10668"/>
                </a:lnTo>
                <a:lnTo>
                  <a:pt x="913549" y="33616"/>
                </a:lnTo>
                <a:lnTo>
                  <a:pt x="955649" y="71716"/>
                </a:lnTo>
                <a:lnTo>
                  <a:pt x="972058" y="87198"/>
                </a:lnTo>
                <a:lnTo>
                  <a:pt x="985177" y="100672"/>
                </a:lnTo>
                <a:lnTo>
                  <a:pt x="991819" y="94678"/>
                </a:lnTo>
                <a:lnTo>
                  <a:pt x="998321" y="88099"/>
                </a:lnTo>
                <a:lnTo>
                  <a:pt x="1005103" y="80962"/>
                </a:lnTo>
                <a:lnTo>
                  <a:pt x="1012609" y="73240"/>
                </a:lnTo>
                <a:close/>
              </a:path>
              <a:path w="2670809" h="438150">
                <a:moveTo>
                  <a:pt x="1331417" y="375285"/>
                </a:moveTo>
                <a:lnTo>
                  <a:pt x="1189583" y="375285"/>
                </a:lnTo>
                <a:lnTo>
                  <a:pt x="1189583" y="251739"/>
                </a:lnTo>
                <a:lnTo>
                  <a:pt x="1303883" y="251739"/>
                </a:lnTo>
                <a:lnTo>
                  <a:pt x="1303883" y="218122"/>
                </a:lnTo>
                <a:lnTo>
                  <a:pt x="1189583" y="218122"/>
                </a:lnTo>
                <a:lnTo>
                  <a:pt x="1189583" y="111340"/>
                </a:lnTo>
                <a:lnTo>
                  <a:pt x="1319225" y="111340"/>
                </a:lnTo>
                <a:lnTo>
                  <a:pt x="1319225" y="79336"/>
                </a:lnTo>
                <a:lnTo>
                  <a:pt x="1172730" y="79336"/>
                </a:lnTo>
                <a:lnTo>
                  <a:pt x="1200251" y="61048"/>
                </a:lnTo>
                <a:lnTo>
                  <a:pt x="1190523" y="47675"/>
                </a:lnTo>
                <a:lnTo>
                  <a:pt x="1179626" y="32854"/>
                </a:lnTo>
                <a:lnTo>
                  <a:pt x="1167599" y="16865"/>
                </a:lnTo>
                <a:lnTo>
                  <a:pt x="1154442" y="0"/>
                </a:lnTo>
                <a:lnTo>
                  <a:pt x="1125486" y="19900"/>
                </a:lnTo>
                <a:lnTo>
                  <a:pt x="1135773" y="33045"/>
                </a:lnTo>
                <a:lnTo>
                  <a:pt x="1146060" y="47332"/>
                </a:lnTo>
                <a:lnTo>
                  <a:pt x="1156347" y="62763"/>
                </a:lnTo>
                <a:lnTo>
                  <a:pt x="1166634" y="79336"/>
                </a:lnTo>
                <a:lnTo>
                  <a:pt x="1026325" y="79336"/>
                </a:lnTo>
                <a:lnTo>
                  <a:pt x="1026325" y="111340"/>
                </a:lnTo>
                <a:lnTo>
                  <a:pt x="1152918" y="111340"/>
                </a:lnTo>
                <a:lnTo>
                  <a:pt x="1152918" y="218122"/>
                </a:lnTo>
                <a:lnTo>
                  <a:pt x="1040142" y="218122"/>
                </a:lnTo>
                <a:lnTo>
                  <a:pt x="1040142" y="251739"/>
                </a:lnTo>
                <a:lnTo>
                  <a:pt x="1152918" y="251739"/>
                </a:lnTo>
                <a:lnTo>
                  <a:pt x="1152918" y="375285"/>
                </a:lnTo>
                <a:lnTo>
                  <a:pt x="1006513" y="375285"/>
                </a:lnTo>
                <a:lnTo>
                  <a:pt x="1006513" y="408813"/>
                </a:lnTo>
                <a:lnTo>
                  <a:pt x="1331417" y="408813"/>
                </a:lnTo>
                <a:lnTo>
                  <a:pt x="1331417" y="375285"/>
                </a:lnTo>
                <a:close/>
              </a:path>
              <a:path w="2670809" h="438150">
                <a:moveTo>
                  <a:pt x="1412176" y="149542"/>
                </a:moveTo>
                <a:lnTo>
                  <a:pt x="1405877" y="135788"/>
                </a:lnTo>
                <a:lnTo>
                  <a:pt x="1398270" y="119583"/>
                </a:lnTo>
                <a:lnTo>
                  <a:pt x="1389253" y="100812"/>
                </a:lnTo>
                <a:lnTo>
                  <a:pt x="1378648" y="79349"/>
                </a:lnTo>
                <a:lnTo>
                  <a:pt x="1354264" y="91541"/>
                </a:lnTo>
                <a:lnTo>
                  <a:pt x="1361147" y="107238"/>
                </a:lnTo>
                <a:lnTo>
                  <a:pt x="1368171" y="124536"/>
                </a:lnTo>
                <a:lnTo>
                  <a:pt x="1375486" y="143268"/>
                </a:lnTo>
                <a:lnTo>
                  <a:pt x="1383220" y="163258"/>
                </a:lnTo>
                <a:lnTo>
                  <a:pt x="1412176" y="149542"/>
                </a:lnTo>
                <a:close/>
              </a:path>
              <a:path w="2670809" h="438150">
                <a:moveTo>
                  <a:pt x="1525054" y="280708"/>
                </a:moveTo>
                <a:lnTo>
                  <a:pt x="1515935" y="269824"/>
                </a:lnTo>
                <a:lnTo>
                  <a:pt x="1504670" y="257657"/>
                </a:lnTo>
                <a:lnTo>
                  <a:pt x="1498904" y="251752"/>
                </a:lnTo>
                <a:lnTo>
                  <a:pt x="1491411" y="244055"/>
                </a:lnTo>
                <a:lnTo>
                  <a:pt x="1489964" y="242608"/>
                </a:lnTo>
                <a:lnTo>
                  <a:pt x="1476286" y="228892"/>
                </a:lnTo>
                <a:lnTo>
                  <a:pt x="1456474" y="242608"/>
                </a:lnTo>
                <a:lnTo>
                  <a:pt x="1456474" y="202882"/>
                </a:lnTo>
                <a:lnTo>
                  <a:pt x="1518958" y="202882"/>
                </a:lnTo>
                <a:lnTo>
                  <a:pt x="1518958" y="175450"/>
                </a:lnTo>
                <a:lnTo>
                  <a:pt x="1456474" y="175450"/>
                </a:lnTo>
                <a:lnTo>
                  <a:pt x="1456474" y="61061"/>
                </a:lnTo>
                <a:lnTo>
                  <a:pt x="1456474" y="58000"/>
                </a:lnTo>
                <a:lnTo>
                  <a:pt x="1473377" y="56629"/>
                </a:lnTo>
                <a:lnTo>
                  <a:pt x="1506626" y="53289"/>
                </a:lnTo>
                <a:lnTo>
                  <a:pt x="1523530" y="51904"/>
                </a:lnTo>
                <a:lnTo>
                  <a:pt x="1511338" y="19900"/>
                </a:lnTo>
                <a:lnTo>
                  <a:pt x="1477314" y="24434"/>
                </a:lnTo>
                <a:lnTo>
                  <a:pt x="1439278" y="28663"/>
                </a:lnTo>
                <a:lnTo>
                  <a:pt x="1397241" y="32334"/>
                </a:lnTo>
                <a:lnTo>
                  <a:pt x="1351216" y="35140"/>
                </a:lnTo>
                <a:lnTo>
                  <a:pt x="1353248" y="42913"/>
                </a:lnTo>
                <a:lnTo>
                  <a:pt x="1354836" y="50380"/>
                </a:lnTo>
                <a:lnTo>
                  <a:pt x="1356156" y="57861"/>
                </a:lnTo>
                <a:lnTo>
                  <a:pt x="1357312" y="65633"/>
                </a:lnTo>
                <a:lnTo>
                  <a:pt x="1425892" y="61061"/>
                </a:lnTo>
                <a:lnTo>
                  <a:pt x="1425892" y="175450"/>
                </a:lnTo>
                <a:lnTo>
                  <a:pt x="1351216" y="175450"/>
                </a:lnTo>
                <a:lnTo>
                  <a:pt x="1351216" y="202882"/>
                </a:lnTo>
                <a:lnTo>
                  <a:pt x="1418272" y="202882"/>
                </a:lnTo>
                <a:lnTo>
                  <a:pt x="1404302" y="239801"/>
                </a:lnTo>
                <a:lnTo>
                  <a:pt x="1387602" y="274993"/>
                </a:lnTo>
                <a:lnTo>
                  <a:pt x="1368348" y="308457"/>
                </a:lnTo>
                <a:lnTo>
                  <a:pt x="1346644" y="340233"/>
                </a:lnTo>
                <a:lnTo>
                  <a:pt x="1350937" y="348500"/>
                </a:lnTo>
                <a:lnTo>
                  <a:pt x="1354645" y="357187"/>
                </a:lnTo>
                <a:lnTo>
                  <a:pt x="1357795" y="366166"/>
                </a:lnTo>
                <a:lnTo>
                  <a:pt x="1360360" y="375285"/>
                </a:lnTo>
                <a:lnTo>
                  <a:pt x="1378966" y="347243"/>
                </a:lnTo>
                <a:lnTo>
                  <a:pt x="1395984" y="317893"/>
                </a:lnTo>
                <a:lnTo>
                  <a:pt x="1411592" y="287121"/>
                </a:lnTo>
                <a:lnTo>
                  <a:pt x="1425892" y="254800"/>
                </a:lnTo>
                <a:lnTo>
                  <a:pt x="1425892" y="434822"/>
                </a:lnTo>
                <a:lnTo>
                  <a:pt x="1456474" y="434822"/>
                </a:lnTo>
                <a:lnTo>
                  <a:pt x="1456474" y="254800"/>
                </a:lnTo>
                <a:lnTo>
                  <a:pt x="1456474" y="251752"/>
                </a:lnTo>
                <a:lnTo>
                  <a:pt x="1469593" y="266052"/>
                </a:lnTo>
                <a:lnTo>
                  <a:pt x="1481429" y="279374"/>
                </a:lnTo>
                <a:lnTo>
                  <a:pt x="1491830" y="291820"/>
                </a:lnTo>
                <a:lnTo>
                  <a:pt x="1500670" y="303568"/>
                </a:lnTo>
                <a:lnTo>
                  <a:pt x="1525054" y="280708"/>
                </a:lnTo>
                <a:close/>
              </a:path>
              <a:path w="2670809" h="438150">
                <a:moveTo>
                  <a:pt x="1529626" y="93065"/>
                </a:moveTo>
                <a:lnTo>
                  <a:pt x="1502194" y="80873"/>
                </a:lnTo>
                <a:lnTo>
                  <a:pt x="1494790" y="97434"/>
                </a:lnTo>
                <a:lnTo>
                  <a:pt x="1486471" y="114846"/>
                </a:lnTo>
                <a:lnTo>
                  <a:pt x="1477124" y="133451"/>
                </a:lnTo>
                <a:lnTo>
                  <a:pt x="1467142" y="152590"/>
                </a:lnTo>
                <a:lnTo>
                  <a:pt x="1491526" y="164782"/>
                </a:lnTo>
                <a:lnTo>
                  <a:pt x="1501762" y="148234"/>
                </a:lnTo>
                <a:lnTo>
                  <a:pt x="1511719" y="130670"/>
                </a:lnTo>
                <a:lnTo>
                  <a:pt x="1521104" y="112229"/>
                </a:lnTo>
                <a:lnTo>
                  <a:pt x="1529626" y="93065"/>
                </a:lnTo>
                <a:close/>
              </a:path>
              <a:path w="2670809" h="438150">
                <a:moveTo>
                  <a:pt x="1784324" y="328041"/>
                </a:moveTo>
                <a:lnTo>
                  <a:pt x="1668411" y="328041"/>
                </a:lnTo>
                <a:lnTo>
                  <a:pt x="1668411" y="276136"/>
                </a:lnTo>
                <a:lnTo>
                  <a:pt x="1764512" y="276136"/>
                </a:lnTo>
                <a:lnTo>
                  <a:pt x="1764512" y="245656"/>
                </a:lnTo>
                <a:lnTo>
                  <a:pt x="1668411" y="245656"/>
                </a:lnTo>
                <a:lnTo>
                  <a:pt x="1668411" y="195262"/>
                </a:lnTo>
                <a:lnTo>
                  <a:pt x="1634883" y="195262"/>
                </a:lnTo>
                <a:lnTo>
                  <a:pt x="1634883" y="245656"/>
                </a:lnTo>
                <a:lnTo>
                  <a:pt x="1540294" y="245656"/>
                </a:lnTo>
                <a:lnTo>
                  <a:pt x="1540294" y="276136"/>
                </a:lnTo>
                <a:lnTo>
                  <a:pt x="1634883" y="276136"/>
                </a:lnTo>
                <a:lnTo>
                  <a:pt x="1634883" y="328041"/>
                </a:lnTo>
                <a:lnTo>
                  <a:pt x="1520482" y="328041"/>
                </a:lnTo>
                <a:lnTo>
                  <a:pt x="1520482" y="358521"/>
                </a:lnTo>
                <a:lnTo>
                  <a:pt x="1634883" y="358521"/>
                </a:lnTo>
                <a:lnTo>
                  <a:pt x="1634883" y="433298"/>
                </a:lnTo>
                <a:lnTo>
                  <a:pt x="1668411" y="433298"/>
                </a:lnTo>
                <a:lnTo>
                  <a:pt x="1668411" y="358521"/>
                </a:lnTo>
                <a:lnTo>
                  <a:pt x="1784324" y="358521"/>
                </a:lnTo>
                <a:lnTo>
                  <a:pt x="1784324" y="328041"/>
                </a:lnTo>
                <a:close/>
              </a:path>
              <a:path w="2670809" h="438150">
                <a:moveTo>
                  <a:pt x="1784324" y="175450"/>
                </a:moveTo>
                <a:lnTo>
                  <a:pt x="1738947" y="166306"/>
                </a:lnTo>
                <a:lnTo>
                  <a:pt x="1682127" y="146494"/>
                </a:lnTo>
                <a:lnTo>
                  <a:pt x="1701736" y="129730"/>
                </a:lnTo>
                <a:lnTo>
                  <a:pt x="1705597" y="126428"/>
                </a:lnTo>
                <a:lnTo>
                  <a:pt x="1725790" y="104914"/>
                </a:lnTo>
                <a:lnTo>
                  <a:pt x="1742846" y="81686"/>
                </a:lnTo>
                <a:lnTo>
                  <a:pt x="1756816" y="56629"/>
                </a:lnTo>
                <a:lnTo>
                  <a:pt x="1756892" y="27520"/>
                </a:lnTo>
                <a:lnTo>
                  <a:pt x="1723275" y="27520"/>
                </a:lnTo>
                <a:lnTo>
                  <a:pt x="1723275" y="58000"/>
                </a:lnTo>
                <a:lnTo>
                  <a:pt x="1709508" y="77990"/>
                </a:lnTo>
                <a:lnTo>
                  <a:pt x="1693176" y="96685"/>
                </a:lnTo>
                <a:lnTo>
                  <a:pt x="1673974" y="113982"/>
                </a:lnTo>
                <a:lnTo>
                  <a:pt x="1651647" y="129730"/>
                </a:lnTo>
                <a:lnTo>
                  <a:pt x="1633093" y="114846"/>
                </a:lnTo>
                <a:lnTo>
                  <a:pt x="1616392" y="97828"/>
                </a:lnTo>
                <a:lnTo>
                  <a:pt x="1601660" y="78841"/>
                </a:lnTo>
                <a:lnTo>
                  <a:pt x="1589062" y="58000"/>
                </a:lnTo>
                <a:lnTo>
                  <a:pt x="1723275" y="58000"/>
                </a:lnTo>
                <a:lnTo>
                  <a:pt x="1723275" y="27520"/>
                </a:lnTo>
                <a:lnTo>
                  <a:pt x="1537246" y="27520"/>
                </a:lnTo>
                <a:lnTo>
                  <a:pt x="1537246" y="58000"/>
                </a:lnTo>
                <a:lnTo>
                  <a:pt x="1558582" y="58000"/>
                </a:lnTo>
                <a:lnTo>
                  <a:pt x="1570316" y="83197"/>
                </a:lnTo>
                <a:lnTo>
                  <a:pt x="1584921" y="106248"/>
                </a:lnTo>
                <a:lnTo>
                  <a:pt x="1602384" y="127304"/>
                </a:lnTo>
                <a:lnTo>
                  <a:pt x="1622691" y="146494"/>
                </a:lnTo>
                <a:lnTo>
                  <a:pt x="1600949" y="157353"/>
                </a:lnTo>
                <a:lnTo>
                  <a:pt x="1576920" y="167068"/>
                </a:lnTo>
                <a:lnTo>
                  <a:pt x="1550593" y="175641"/>
                </a:lnTo>
                <a:lnTo>
                  <a:pt x="1522006" y="183070"/>
                </a:lnTo>
                <a:lnTo>
                  <a:pt x="1528051" y="193433"/>
                </a:lnTo>
                <a:lnTo>
                  <a:pt x="1532674" y="201930"/>
                </a:lnTo>
                <a:lnTo>
                  <a:pt x="1536141" y="208978"/>
                </a:lnTo>
                <a:lnTo>
                  <a:pt x="1538770" y="215074"/>
                </a:lnTo>
                <a:lnTo>
                  <a:pt x="1570545" y="204457"/>
                </a:lnTo>
                <a:lnTo>
                  <a:pt x="1599780" y="192976"/>
                </a:lnTo>
                <a:lnTo>
                  <a:pt x="1626717" y="180352"/>
                </a:lnTo>
                <a:lnTo>
                  <a:pt x="1651647" y="166306"/>
                </a:lnTo>
                <a:lnTo>
                  <a:pt x="1676806" y="180047"/>
                </a:lnTo>
                <a:lnTo>
                  <a:pt x="1704416" y="191643"/>
                </a:lnTo>
                <a:lnTo>
                  <a:pt x="1734616" y="201244"/>
                </a:lnTo>
                <a:lnTo>
                  <a:pt x="1767560" y="208978"/>
                </a:lnTo>
                <a:lnTo>
                  <a:pt x="1772754" y="197523"/>
                </a:lnTo>
                <a:lnTo>
                  <a:pt x="1777085" y="188214"/>
                </a:lnTo>
                <a:lnTo>
                  <a:pt x="1780844" y="180898"/>
                </a:lnTo>
                <a:lnTo>
                  <a:pt x="1784324" y="175450"/>
                </a:lnTo>
                <a:close/>
              </a:path>
              <a:path w="2670809" h="438150">
                <a:moveTo>
                  <a:pt x="2220480" y="42760"/>
                </a:moveTo>
                <a:lnTo>
                  <a:pt x="1804136" y="42760"/>
                </a:lnTo>
                <a:lnTo>
                  <a:pt x="1804136" y="76301"/>
                </a:lnTo>
                <a:lnTo>
                  <a:pt x="2013115" y="76301"/>
                </a:lnTo>
                <a:lnTo>
                  <a:pt x="1983359" y="121412"/>
                </a:lnTo>
                <a:lnTo>
                  <a:pt x="1950618" y="163652"/>
                </a:lnTo>
                <a:lnTo>
                  <a:pt x="1914918" y="202920"/>
                </a:lnTo>
                <a:lnTo>
                  <a:pt x="1876285" y="239128"/>
                </a:lnTo>
                <a:lnTo>
                  <a:pt x="1834781" y="272199"/>
                </a:lnTo>
                <a:lnTo>
                  <a:pt x="1790420" y="302044"/>
                </a:lnTo>
                <a:lnTo>
                  <a:pt x="1797011" y="310045"/>
                </a:lnTo>
                <a:lnTo>
                  <a:pt x="1803184" y="318046"/>
                </a:lnTo>
                <a:lnTo>
                  <a:pt x="1809064" y="326085"/>
                </a:lnTo>
                <a:lnTo>
                  <a:pt x="1814804" y="334137"/>
                </a:lnTo>
                <a:lnTo>
                  <a:pt x="1854161" y="307225"/>
                </a:lnTo>
                <a:lnTo>
                  <a:pt x="1891588" y="277926"/>
                </a:lnTo>
                <a:lnTo>
                  <a:pt x="1927034" y="246354"/>
                </a:lnTo>
                <a:lnTo>
                  <a:pt x="1960422" y="212661"/>
                </a:lnTo>
                <a:lnTo>
                  <a:pt x="1991690" y="176974"/>
                </a:lnTo>
                <a:lnTo>
                  <a:pt x="1991690" y="437870"/>
                </a:lnTo>
                <a:lnTo>
                  <a:pt x="2028355" y="437870"/>
                </a:lnTo>
                <a:lnTo>
                  <a:pt x="2028355" y="176974"/>
                </a:lnTo>
                <a:lnTo>
                  <a:pt x="2028355" y="163258"/>
                </a:lnTo>
                <a:lnTo>
                  <a:pt x="2003882" y="163258"/>
                </a:lnTo>
                <a:lnTo>
                  <a:pt x="2020239" y="138950"/>
                </a:lnTo>
                <a:lnTo>
                  <a:pt x="2035009" y="116344"/>
                </a:lnTo>
                <a:lnTo>
                  <a:pt x="2048332" y="95453"/>
                </a:lnTo>
                <a:lnTo>
                  <a:pt x="2060359" y="76301"/>
                </a:lnTo>
                <a:lnTo>
                  <a:pt x="2220480" y="76301"/>
                </a:lnTo>
                <a:lnTo>
                  <a:pt x="2220480" y="42760"/>
                </a:lnTo>
                <a:close/>
              </a:path>
              <a:path w="2670809" h="438150">
                <a:moveTo>
                  <a:pt x="2231148" y="277660"/>
                </a:moveTo>
                <a:lnTo>
                  <a:pt x="2192871" y="252501"/>
                </a:lnTo>
                <a:lnTo>
                  <a:pt x="2153653" y="227368"/>
                </a:lnTo>
                <a:lnTo>
                  <a:pt x="2113407" y="202133"/>
                </a:lnTo>
                <a:lnTo>
                  <a:pt x="2072551" y="176974"/>
                </a:lnTo>
                <a:lnTo>
                  <a:pt x="2051215" y="205930"/>
                </a:lnTo>
                <a:lnTo>
                  <a:pt x="2084844" y="227317"/>
                </a:lnTo>
                <a:lnTo>
                  <a:pt x="2122093" y="252488"/>
                </a:lnTo>
                <a:lnTo>
                  <a:pt x="2162695" y="281038"/>
                </a:lnTo>
                <a:lnTo>
                  <a:pt x="2206764" y="312712"/>
                </a:lnTo>
                <a:lnTo>
                  <a:pt x="2231148" y="277660"/>
                </a:lnTo>
                <a:close/>
              </a:path>
              <a:path w="2670809" h="438150">
                <a:moveTo>
                  <a:pt x="2670340" y="143446"/>
                </a:moveTo>
                <a:lnTo>
                  <a:pt x="2536139" y="143446"/>
                </a:lnTo>
                <a:lnTo>
                  <a:pt x="2561336" y="122770"/>
                </a:lnTo>
                <a:lnTo>
                  <a:pt x="2586507" y="101828"/>
                </a:lnTo>
                <a:lnTo>
                  <a:pt x="2611666" y="80340"/>
                </a:lnTo>
                <a:lnTo>
                  <a:pt x="2636812" y="58000"/>
                </a:lnTo>
                <a:lnTo>
                  <a:pt x="2609380" y="35140"/>
                </a:lnTo>
                <a:lnTo>
                  <a:pt x="2579979" y="63411"/>
                </a:lnTo>
                <a:lnTo>
                  <a:pt x="2549131" y="90970"/>
                </a:lnTo>
                <a:lnTo>
                  <a:pt x="2517140" y="117703"/>
                </a:lnTo>
                <a:lnTo>
                  <a:pt x="2484323" y="143446"/>
                </a:lnTo>
                <a:lnTo>
                  <a:pt x="2440127" y="143446"/>
                </a:lnTo>
                <a:lnTo>
                  <a:pt x="2440127" y="86956"/>
                </a:lnTo>
                <a:lnTo>
                  <a:pt x="2531567" y="86956"/>
                </a:lnTo>
                <a:lnTo>
                  <a:pt x="2531567" y="58000"/>
                </a:lnTo>
                <a:lnTo>
                  <a:pt x="2440127" y="58000"/>
                </a:lnTo>
                <a:lnTo>
                  <a:pt x="2440127" y="4572"/>
                </a:lnTo>
                <a:lnTo>
                  <a:pt x="2404973" y="4572"/>
                </a:lnTo>
                <a:lnTo>
                  <a:pt x="2404973" y="58000"/>
                </a:lnTo>
                <a:lnTo>
                  <a:pt x="2287625" y="58000"/>
                </a:lnTo>
                <a:lnTo>
                  <a:pt x="2287625" y="86956"/>
                </a:lnTo>
                <a:lnTo>
                  <a:pt x="2404973" y="86956"/>
                </a:lnTo>
                <a:lnTo>
                  <a:pt x="2404973" y="143446"/>
                </a:lnTo>
                <a:lnTo>
                  <a:pt x="2252484" y="143446"/>
                </a:lnTo>
                <a:lnTo>
                  <a:pt x="2252484" y="173926"/>
                </a:lnTo>
                <a:lnTo>
                  <a:pt x="2440127" y="173926"/>
                </a:lnTo>
                <a:lnTo>
                  <a:pt x="2393467" y="202539"/>
                </a:lnTo>
                <a:lnTo>
                  <a:pt x="2344966" y="229031"/>
                </a:lnTo>
                <a:lnTo>
                  <a:pt x="2294471" y="253517"/>
                </a:lnTo>
                <a:lnTo>
                  <a:pt x="2241816" y="276123"/>
                </a:lnTo>
                <a:lnTo>
                  <a:pt x="2247265" y="284124"/>
                </a:lnTo>
                <a:lnTo>
                  <a:pt x="2252294" y="292125"/>
                </a:lnTo>
                <a:lnTo>
                  <a:pt x="2261628" y="308127"/>
                </a:lnTo>
                <a:lnTo>
                  <a:pt x="2295969" y="292684"/>
                </a:lnTo>
                <a:lnTo>
                  <a:pt x="2330285" y="275932"/>
                </a:lnTo>
                <a:lnTo>
                  <a:pt x="2364587" y="257771"/>
                </a:lnTo>
                <a:lnTo>
                  <a:pt x="2398877" y="238023"/>
                </a:lnTo>
                <a:lnTo>
                  <a:pt x="2403449" y="238023"/>
                </a:lnTo>
                <a:lnTo>
                  <a:pt x="2383637" y="276123"/>
                </a:lnTo>
                <a:lnTo>
                  <a:pt x="2383637" y="306603"/>
                </a:lnTo>
                <a:lnTo>
                  <a:pt x="2555951" y="306603"/>
                </a:lnTo>
                <a:lnTo>
                  <a:pt x="2553665" y="323545"/>
                </a:lnTo>
                <a:lnTo>
                  <a:pt x="2541663" y="372287"/>
                </a:lnTo>
                <a:lnTo>
                  <a:pt x="2505659" y="389001"/>
                </a:lnTo>
                <a:lnTo>
                  <a:pt x="2482240" y="388708"/>
                </a:lnTo>
                <a:lnTo>
                  <a:pt x="2457831" y="387858"/>
                </a:lnTo>
                <a:lnTo>
                  <a:pt x="2432532" y="386422"/>
                </a:lnTo>
                <a:lnTo>
                  <a:pt x="2406497" y="384429"/>
                </a:lnTo>
                <a:lnTo>
                  <a:pt x="2409647" y="394449"/>
                </a:lnTo>
                <a:lnTo>
                  <a:pt x="2412212" y="404050"/>
                </a:lnTo>
                <a:lnTo>
                  <a:pt x="2414219" y="413359"/>
                </a:lnTo>
                <a:lnTo>
                  <a:pt x="2415641" y="422529"/>
                </a:lnTo>
                <a:lnTo>
                  <a:pt x="2441410" y="423405"/>
                </a:lnTo>
                <a:lnTo>
                  <a:pt x="2466022" y="423862"/>
                </a:lnTo>
                <a:lnTo>
                  <a:pt x="2511755" y="424053"/>
                </a:lnTo>
                <a:lnTo>
                  <a:pt x="2538336" y="420598"/>
                </a:lnTo>
                <a:lnTo>
                  <a:pt x="2572689" y="392544"/>
                </a:lnTo>
                <a:lnTo>
                  <a:pt x="2586139" y="336791"/>
                </a:lnTo>
                <a:lnTo>
                  <a:pt x="2594140" y="276123"/>
                </a:lnTo>
                <a:lnTo>
                  <a:pt x="2418689" y="276123"/>
                </a:lnTo>
                <a:lnTo>
                  <a:pt x="2437079" y="238023"/>
                </a:lnTo>
                <a:lnTo>
                  <a:pt x="2641384" y="238023"/>
                </a:lnTo>
                <a:lnTo>
                  <a:pt x="2641384" y="208978"/>
                </a:lnTo>
                <a:lnTo>
                  <a:pt x="2446223" y="208978"/>
                </a:lnTo>
                <a:lnTo>
                  <a:pt x="2458796" y="200075"/>
                </a:lnTo>
                <a:lnTo>
                  <a:pt x="2483942" y="182829"/>
                </a:lnTo>
                <a:lnTo>
                  <a:pt x="2496515" y="173926"/>
                </a:lnTo>
                <a:lnTo>
                  <a:pt x="2670340" y="173926"/>
                </a:lnTo>
                <a:lnTo>
                  <a:pt x="2670340" y="1434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6212" y="726090"/>
            <a:ext cx="337185" cy="447040"/>
          </a:xfrm>
          <a:custGeom>
            <a:avLst/>
            <a:gdLst/>
            <a:ahLst/>
            <a:cxnLst/>
            <a:rect l="l" t="t" r="r" b="b"/>
            <a:pathLst>
              <a:path w="337184" h="447040">
                <a:moveTo>
                  <a:pt x="213455" y="446912"/>
                </a:moveTo>
                <a:lnTo>
                  <a:pt x="165982" y="443222"/>
                </a:lnTo>
                <a:lnTo>
                  <a:pt x="124063" y="432244"/>
                </a:lnTo>
                <a:lnTo>
                  <a:pt x="87573" y="414123"/>
                </a:lnTo>
                <a:lnTo>
                  <a:pt x="56387" y="389000"/>
                </a:lnTo>
                <a:lnTo>
                  <a:pt x="31503" y="356916"/>
                </a:lnTo>
                <a:lnTo>
                  <a:pt x="13906" y="320135"/>
                </a:lnTo>
                <a:lnTo>
                  <a:pt x="3452" y="278496"/>
                </a:lnTo>
                <a:lnTo>
                  <a:pt x="0" y="231838"/>
                </a:lnTo>
                <a:lnTo>
                  <a:pt x="4000" y="182912"/>
                </a:lnTo>
                <a:lnTo>
                  <a:pt x="16001" y="138826"/>
                </a:lnTo>
                <a:lnTo>
                  <a:pt x="36004" y="99313"/>
                </a:lnTo>
                <a:lnTo>
                  <a:pt x="64007" y="64103"/>
                </a:lnTo>
                <a:lnTo>
                  <a:pt x="98376" y="36044"/>
                </a:lnTo>
                <a:lnTo>
                  <a:pt x="137433" y="16013"/>
                </a:lnTo>
                <a:lnTo>
                  <a:pt x="181330" y="4001"/>
                </a:lnTo>
                <a:lnTo>
                  <a:pt x="230219" y="0"/>
                </a:lnTo>
                <a:lnTo>
                  <a:pt x="260230" y="881"/>
                </a:lnTo>
                <a:lnTo>
                  <a:pt x="288214" y="3619"/>
                </a:lnTo>
                <a:lnTo>
                  <a:pt x="313894" y="8358"/>
                </a:lnTo>
                <a:lnTo>
                  <a:pt x="336994" y="15239"/>
                </a:lnTo>
                <a:lnTo>
                  <a:pt x="336994" y="109823"/>
                </a:lnTo>
                <a:lnTo>
                  <a:pt x="314442" y="98702"/>
                </a:lnTo>
                <a:lnTo>
                  <a:pt x="290310" y="90582"/>
                </a:lnTo>
                <a:lnTo>
                  <a:pt x="264731" y="85605"/>
                </a:lnTo>
                <a:lnTo>
                  <a:pt x="237839" y="83915"/>
                </a:lnTo>
                <a:lnTo>
                  <a:pt x="208645" y="86225"/>
                </a:lnTo>
                <a:lnTo>
                  <a:pt x="159400" y="105132"/>
                </a:lnTo>
                <a:lnTo>
                  <a:pt x="122762" y="142937"/>
                </a:lnTo>
                <a:lnTo>
                  <a:pt x="104408" y="194533"/>
                </a:lnTo>
                <a:lnTo>
                  <a:pt x="102107" y="225742"/>
                </a:lnTo>
                <a:lnTo>
                  <a:pt x="104385" y="255206"/>
                </a:lnTo>
                <a:lnTo>
                  <a:pt x="122119" y="304917"/>
                </a:lnTo>
                <a:lnTo>
                  <a:pt x="156090" y="341795"/>
                </a:lnTo>
                <a:lnTo>
                  <a:pt x="203477" y="360768"/>
                </a:lnTo>
                <a:lnTo>
                  <a:pt x="231743" y="363092"/>
                </a:lnTo>
                <a:lnTo>
                  <a:pt x="259801" y="361363"/>
                </a:lnTo>
                <a:lnTo>
                  <a:pt x="286690" y="356187"/>
                </a:lnTo>
                <a:lnTo>
                  <a:pt x="312418" y="347582"/>
                </a:lnTo>
                <a:lnTo>
                  <a:pt x="336994" y="335565"/>
                </a:lnTo>
                <a:lnTo>
                  <a:pt x="336994" y="424052"/>
                </a:lnTo>
                <a:lnTo>
                  <a:pt x="311275" y="434054"/>
                </a:lnTo>
                <a:lnTo>
                  <a:pt x="282118" y="441197"/>
                </a:lnTo>
                <a:lnTo>
                  <a:pt x="249514" y="445484"/>
                </a:lnTo>
                <a:lnTo>
                  <a:pt x="213455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6641" y="726090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09" h="447040">
                <a:moveTo>
                  <a:pt x="124968" y="446912"/>
                </a:moveTo>
                <a:lnTo>
                  <a:pt x="72675" y="443698"/>
                </a:lnTo>
                <a:lnTo>
                  <a:pt x="26670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4620" y="336351"/>
                </a:lnTo>
                <a:lnTo>
                  <a:pt x="28575" y="345281"/>
                </a:lnTo>
                <a:lnTo>
                  <a:pt x="73675" y="363600"/>
                </a:lnTo>
                <a:lnTo>
                  <a:pt x="120396" y="370712"/>
                </a:lnTo>
                <a:lnTo>
                  <a:pt x="129309" y="37045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8801"/>
                </a:lnTo>
                <a:lnTo>
                  <a:pt x="166211" y="285273"/>
                </a:lnTo>
                <a:lnTo>
                  <a:pt x="128032" y="265698"/>
                </a:lnTo>
                <a:lnTo>
                  <a:pt x="99060" y="253174"/>
                </a:lnTo>
                <a:lnTo>
                  <a:pt x="75604" y="242292"/>
                </a:lnTo>
                <a:lnTo>
                  <a:pt x="38409" y="216527"/>
                </a:lnTo>
                <a:lnTo>
                  <a:pt x="13501" y="185640"/>
                </a:lnTo>
                <a:lnTo>
                  <a:pt x="1452" y="149026"/>
                </a:lnTo>
                <a:lnTo>
                  <a:pt x="0" y="128111"/>
                </a:lnTo>
                <a:lnTo>
                  <a:pt x="857" y="111775"/>
                </a:lnTo>
                <a:lnTo>
                  <a:pt x="13716" y="70199"/>
                </a:lnTo>
                <a:lnTo>
                  <a:pt x="39433" y="39043"/>
                </a:lnTo>
                <a:lnTo>
                  <a:pt x="75247" y="16763"/>
                </a:lnTo>
                <a:lnTo>
                  <a:pt x="119672" y="4500"/>
                </a:lnTo>
                <a:lnTo>
                  <a:pt x="169259" y="0"/>
                </a:lnTo>
                <a:lnTo>
                  <a:pt x="185832" y="285"/>
                </a:lnTo>
                <a:lnTo>
                  <a:pt x="201263" y="1142"/>
                </a:lnTo>
                <a:lnTo>
                  <a:pt x="215550" y="2571"/>
                </a:lnTo>
                <a:lnTo>
                  <a:pt x="228695" y="4571"/>
                </a:lnTo>
                <a:lnTo>
                  <a:pt x="241245" y="6262"/>
                </a:lnTo>
                <a:lnTo>
                  <a:pt x="253662" y="8953"/>
                </a:lnTo>
                <a:lnTo>
                  <a:pt x="265811" y="12501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65890" y="99917"/>
                </a:lnTo>
                <a:lnTo>
                  <a:pt x="259690" y="96488"/>
                </a:lnTo>
                <a:lnTo>
                  <a:pt x="220313" y="81891"/>
                </a:lnTo>
                <a:lnTo>
                  <a:pt x="193119" y="77581"/>
                </a:lnTo>
                <a:lnTo>
                  <a:pt x="180451" y="76533"/>
                </a:lnTo>
                <a:lnTo>
                  <a:pt x="135731" y="82391"/>
                </a:lnTo>
                <a:lnTo>
                  <a:pt x="103632" y="108299"/>
                </a:lnTo>
                <a:lnTo>
                  <a:pt x="102108" y="112871"/>
                </a:lnTo>
                <a:lnTo>
                  <a:pt x="102108" y="128111"/>
                </a:lnTo>
                <a:lnTo>
                  <a:pt x="103632" y="134207"/>
                </a:lnTo>
                <a:lnTo>
                  <a:pt x="108204" y="140303"/>
                </a:lnTo>
                <a:lnTo>
                  <a:pt x="111252" y="144875"/>
                </a:lnTo>
                <a:lnTo>
                  <a:pt x="141968" y="167425"/>
                </a:lnTo>
                <a:lnTo>
                  <a:pt x="157472" y="174545"/>
                </a:lnTo>
                <a:lnTo>
                  <a:pt x="174093" y="182451"/>
                </a:lnTo>
                <a:lnTo>
                  <a:pt x="219622" y="203263"/>
                </a:lnTo>
                <a:lnTo>
                  <a:pt x="257865" y="228695"/>
                </a:lnTo>
                <a:lnTo>
                  <a:pt x="283367" y="262422"/>
                </a:lnTo>
                <a:lnTo>
                  <a:pt x="295298" y="304990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6332" y="409622"/>
                </a:lnTo>
                <a:lnTo>
                  <a:pt x="219170" y="431482"/>
                </a:lnTo>
                <a:lnTo>
                  <a:pt x="174567" y="442412"/>
                </a:lnTo>
                <a:lnTo>
                  <a:pt x="141906" y="446365"/>
                </a:lnTo>
                <a:lnTo>
                  <a:pt x="124968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72780" y="726090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10" h="447040">
                <a:moveTo>
                  <a:pt x="125063" y="446912"/>
                </a:moveTo>
                <a:lnTo>
                  <a:pt x="72730" y="443698"/>
                </a:lnTo>
                <a:lnTo>
                  <a:pt x="26670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4620" y="336351"/>
                </a:lnTo>
                <a:lnTo>
                  <a:pt x="28575" y="345281"/>
                </a:lnTo>
                <a:lnTo>
                  <a:pt x="73730" y="363600"/>
                </a:lnTo>
                <a:lnTo>
                  <a:pt x="120491" y="370712"/>
                </a:lnTo>
                <a:lnTo>
                  <a:pt x="129349" y="37045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8801"/>
                </a:lnTo>
                <a:lnTo>
                  <a:pt x="166211" y="285273"/>
                </a:lnTo>
                <a:lnTo>
                  <a:pt x="128087" y="265698"/>
                </a:lnTo>
                <a:lnTo>
                  <a:pt x="99155" y="253174"/>
                </a:lnTo>
                <a:lnTo>
                  <a:pt x="75685" y="242292"/>
                </a:lnTo>
                <a:lnTo>
                  <a:pt x="38424" y="216527"/>
                </a:lnTo>
                <a:lnTo>
                  <a:pt x="13501" y="185640"/>
                </a:lnTo>
                <a:lnTo>
                  <a:pt x="1452" y="149026"/>
                </a:lnTo>
                <a:lnTo>
                  <a:pt x="0" y="128111"/>
                </a:lnTo>
                <a:lnTo>
                  <a:pt x="833" y="111775"/>
                </a:lnTo>
                <a:lnTo>
                  <a:pt x="12192" y="70199"/>
                </a:lnTo>
                <a:lnTo>
                  <a:pt x="38552" y="39043"/>
                </a:lnTo>
                <a:lnTo>
                  <a:pt x="75330" y="16763"/>
                </a:lnTo>
                <a:lnTo>
                  <a:pt x="119753" y="4500"/>
                </a:lnTo>
                <a:lnTo>
                  <a:pt x="169259" y="0"/>
                </a:lnTo>
                <a:lnTo>
                  <a:pt x="184990" y="285"/>
                </a:lnTo>
                <a:lnTo>
                  <a:pt x="241315" y="6262"/>
                </a:lnTo>
                <a:lnTo>
                  <a:pt x="276034" y="16763"/>
                </a:lnTo>
                <a:lnTo>
                  <a:pt x="276034" y="106775"/>
                </a:lnTo>
                <a:lnTo>
                  <a:pt x="271176" y="103346"/>
                </a:lnTo>
                <a:lnTo>
                  <a:pt x="265747" y="99917"/>
                </a:lnTo>
                <a:lnTo>
                  <a:pt x="227266" y="83915"/>
                </a:lnTo>
                <a:lnTo>
                  <a:pt x="193159" y="77581"/>
                </a:lnTo>
                <a:lnTo>
                  <a:pt x="180452" y="76533"/>
                </a:lnTo>
                <a:lnTo>
                  <a:pt x="135731" y="82391"/>
                </a:lnTo>
                <a:lnTo>
                  <a:pt x="103727" y="108299"/>
                </a:lnTo>
                <a:lnTo>
                  <a:pt x="102203" y="112871"/>
                </a:lnTo>
                <a:lnTo>
                  <a:pt x="102203" y="128111"/>
                </a:lnTo>
                <a:lnTo>
                  <a:pt x="103727" y="134207"/>
                </a:lnTo>
                <a:lnTo>
                  <a:pt x="106775" y="140303"/>
                </a:lnTo>
                <a:lnTo>
                  <a:pt x="111347" y="144875"/>
                </a:lnTo>
                <a:lnTo>
                  <a:pt x="115919" y="150971"/>
                </a:lnTo>
                <a:lnTo>
                  <a:pt x="123539" y="155638"/>
                </a:lnTo>
                <a:lnTo>
                  <a:pt x="129301" y="159948"/>
                </a:lnTo>
                <a:lnTo>
                  <a:pt x="135350" y="163829"/>
                </a:lnTo>
                <a:lnTo>
                  <a:pt x="141970" y="167425"/>
                </a:lnTo>
                <a:lnTo>
                  <a:pt x="149447" y="170878"/>
                </a:lnTo>
                <a:lnTo>
                  <a:pt x="165068" y="178498"/>
                </a:lnTo>
                <a:lnTo>
                  <a:pt x="173878" y="182451"/>
                </a:lnTo>
                <a:lnTo>
                  <a:pt x="182975" y="186118"/>
                </a:lnTo>
                <a:lnTo>
                  <a:pt x="207823" y="197548"/>
                </a:lnTo>
                <a:lnTo>
                  <a:pt x="248983" y="221551"/>
                </a:lnTo>
                <a:lnTo>
                  <a:pt x="277939" y="253412"/>
                </a:lnTo>
                <a:lnTo>
                  <a:pt x="293751" y="293274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5770" y="409622"/>
                </a:lnTo>
                <a:lnTo>
                  <a:pt x="219063" y="431482"/>
                </a:lnTo>
                <a:lnTo>
                  <a:pt x="174569" y="442412"/>
                </a:lnTo>
                <a:lnTo>
                  <a:pt x="141946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208085" y="733710"/>
            <a:ext cx="175895" cy="529590"/>
          </a:xfrm>
          <a:custGeom>
            <a:avLst/>
            <a:gdLst/>
            <a:ahLst/>
            <a:cxnLst/>
            <a:rect l="l" t="t" r="r" b="b"/>
            <a:pathLst>
              <a:path w="175894" h="529590">
                <a:moveTo>
                  <a:pt x="175355" y="529304"/>
                </a:moveTo>
                <a:lnTo>
                  <a:pt x="97631" y="529304"/>
                </a:lnTo>
                <a:lnTo>
                  <a:pt x="67612" y="492198"/>
                </a:lnTo>
                <a:lnTo>
                  <a:pt x="43151" y="452455"/>
                </a:lnTo>
                <a:lnTo>
                  <a:pt x="24205" y="409991"/>
                </a:lnTo>
                <a:lnTo>
                  <a:pt x="10727" y="364726"/>
                </a:lnTo>
                <a:lnTo>
                  <a:pt x="2674" y="316577"/>
                </a:lnTo>
                <a:lnTo>
                  <a:pt x="0" y="265461"/>
                </a:lnTo>
                <a:lnTo>
                  <a:pt x="2674" y="216667"/>
                </a:lnTo>
                <a:lnTo>
                  <a:pt x="10727" y="169523"/>
                </a:lnTo>
                <a:lnTo>
                  <a:pt x="24205" y="124158"/>
                </a:lnTo>
                <a:lnTo>
                  <a:pt x="43151" y="80697"/>
                </a:lnTo>
                <a:lnTo>
                  <a:pt x="67612" y="39269"/>
                </a:lnTo>
                <a:lnTo>
                  <a:pt x="97631" y="0"/>
                </a:lnTo>
                <a:lnTo>
                  <a:pt x="173831" y="0"/>
                </a:lnTo>
                <a:lnTo>
                  <a:pt x="146004" y="41068"/>
                </a:lnTo>
                <a:lnTo>
                  <a:pt x="123426" y="83407"/>
                </a:lnTo>
                <a:lnTo>
                  <a:pt x="106013" y="127015"/>
                </a:lnTo>
                <a:lnTo>
                  <a:pt x="93680" y="171894"/>
                </a:lnTo>
                <a:lnTo>
                  <a:pt x="86342" y="218043"/>
                </a:lnTo>
                <a:lnTo>
                  <a:pt x="83915" y="265461"/>
                </a:lnTo>
                <a:lnTo>
                  <a:pt x="86455" y="313501"/>
                </a:lnTo>
                <a:lnTo>
                  <a:pt x="94075" y="359963"/>
                </a:lnTo>
                <a:lnTo>
                  <a:pt x="106775" y="404812"/>
                </a:lnTo>
                <a:lnTo>
                  <a:pt x="124555" y="448010"/>
                </a:lnTo>
                <a:lnTo>
                  <a:pt x="147415" y="489519"/>
                </a:lnTo>
                <a:lnTo>
                  <a:pt x="175355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449067" y="723042"/>
            <a:ext cx="187960" cy="442595"/>
          </a:xfrm>
          <a:custGeom>
            <a:avLst/>
            <a:gdLst/>
            <a:ahLst/>
            <a:cxnLst/>
            <a:rect l="l" t="t" r="r" b="b"/>
            <a:pathLst>
              <a:path w="187960" h="442594">
                <a:moveTo>
                  <a:pt x="187547" y="442341"/>
                </a:moveTo>
                <a:lnTo>
                  <a:pt x="92964" y="442341"/>
                </a:lnTo>
                <a:lnTo>
                  <a:pt x="92964" y="108299"/>
                </a:lnTo>
                <a:lnTo>
                  <a:pt x="80772" y="117443"/>
                </a:lnTo>
                <a:lnTo>
                  <a:pt x="73152" y="120491"/>
                </a:lnTo>
                <a:lnTo>
                  <a:pt x="68294" y="123682"/>
                </a:lnTo>
                <a:lnTo>
                  <a:pt x="62865" y="126587"/>
                </a:lnTo>
                <a:lnTo>
                  <a:pt x="50292" y="132683"/>
                </a:lnTo>
                <a:lnTo>
                  <a:pt x="38671" y="137064"/>
                </a:lnTo>
                <a:lnTo>
                  <a:pt x="32504" y="138898"/>
                </a:lnTo>
                <a:lnTo>
                  <a:pt x="25908" y="140303"/>
                </a:lnTo>
                <a:lnTo>
                  <a:pt x="19288" y="142303"/>
                </a:lnTo>
                <a:lnTo>
                  <a:pt x="12954" y="143732"/>
                </a:lnTo>
                <a:lnTo>
                  <a:pt x="6619" y="144589"/>
                </a:lnTo>
                <a:lnTo>
                  <a:pt x="0" y="144875"/>
                </a:lnTo>
                <a:lnTo>
                  <a:pt x="0" y="65627"/>
                </a:lnTo>
                <a:lnTo>
                  <a:pt x="18883" y="59611"/>
                </a:lnTo>
                <a:lnTo>
                  <a:pt x="36766" y="53006"/>
                </a:lnTo>
                <a:lnTo>
                  <a:pt x="85821" y="28932"/>
                </a:lnTo>
                <a:lnTo>
                  <a:pt x="129635" y="0"/>
                </a:lnTo>
                <a:lnTo>
                  <a:pt x="187547" y="0"/>
                </a:lnTo>
                <a:lnTo>
                  <a:pt x="187547" y="44234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46438" y="733710"/>
            <a:ext cx="173990" cy="529590"/>
          </a:xfrm>
          <a:custGeom>
            <a:avLst/>
            <a:gdLst/>
            <a:ahLst/>
            <a:cxnLst/>
            <a:rect l="l" t="t" r="r" b="b"/>
            <a:pathLst>
              <a:path w="173989" h="529590">
                <a:moveTo>
                  <a:pt x="76200" y="529304"/>
                </a:moveTo>
                <a:lnTo>
                  <a:pt x="0" y="529304"/>
                </a:lnTo>
                <a:lnTo>
                  <a:pt x="27940" y="489519"/>
                </a:lnTo>
                <a:lnTo>
                  <a:pt x="50800" y="448010"/>
                </a:lnTo>
                <a:lnTo>
                  <a:pt x="68580" y="404812"/>
                </a:lnTo>
                <a:lnTo>
                  <a:pt x="81280" y="359963"/>
                </a:lnTo>
                <a:lnTo>
                  <a:pt x="88900" y="313501"/>
                </a:lnTo>
                <a:lnTo>
                  <a:pt x="91440" y="265461"/>
                </a:lnTo>
                <a:lnTo>
                  <a:pt x="88900" y="218043"/>
                </a:lnTo>
                <a:lnTo>
                  <a:pt x="81280" y="171894"/>
                </a:lnTo>
                <a:lnTo>
                  <a:pt x="68580" y="127015"/>
                </a:lnTo>
                <a:lnTo>
                  <a:pt x="50800" y="83407"/>
                </a:lnTo>
                <a:lnTo>
                  <a:pt x="27940" y="41068"/>
                </a:lnTo>
                <a:lnTo>
                  <a:pt x="0" y="0"/>
                </a:lnTo>
                <a:lnTo>
                  <a:pt x="76200" y="0"/>
                </a:lnTo>
                <a:lnTo>
                  <a:pt x="106219" y="39269"/>
                </a:lnTo>
                <a:lnTo>
                  <a:pt x="130679" y="80697"/>
                </a:lnTo>
                <a:lnTo>
                  <a:pt x="149625" y="124158"/>
                </a:lnTo>
                <a:lnTo>
                  <a:pt x="163103" y="169523"/>
                </a:lnTo>
                <a:lnTo>
                  <a:pt x="171156" y="216667"/>
                </a:lnTo>
                <a:lnTo>
                  <a:pt x="173831" y="265461"/>
                </a:lnTo>
                <a:lnTo>
                  <a:pt x="171156" y="316047"/>
                </a:lnTo>
                <a:lnTo>
                  <a:pt x="163103" y="364049"/>
                </a:lnTo>
                <a:lnTo>
                  <a:pt x="149625" y="409420"/>
                </a:lnTo>
                <a:lnTo>
                  <a:pt x="130679" y="452116"/>
                </a:lnTo>
                <a:lnTo>
                  <a:pt x="106219" y="492092"/>
                </a:lnTo>
                <a:lnTo>
                  <a:pt x="76200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300632" y="1873186"/>
            <a:ext cx="6259195" cy="439420"/>
          </a:xfrm>
          <a:custGeom>
            <a:avLst/>
            <a:gdLst/>
            <a:ahLst/>
            <a:cxnLst/>
            <a:rect l="l" t="t" r="r" b="b"/>
            <a:pathLst>
              <a:path w="6259195" h="439419">
                <a:moveTo>
                  <a:pt x="163258" y="231838"/>
                </a:moveTo>
                <a:lnTo>
                  <a:pt x="140944" y="219532"/>
                </a:lnTo>
                <a:lnTo>
                  <a:pt x="117640" y="207645"/>
                </a:lnTo>
                <a:lnTo>
                  <a:pt x="93510" y="196049"/>
                </a:lnTo>
                <a:lnTo>
                  <a:pt x="68681" y="184594"/>
                </a:lnTo>
                <a:lnTo>
                  <a:pt x="51917" y="212026"/>
                </a:lnTo>
                <a:lnTo>
                  <a:pt x="75869" y="223748"/>
                </a:lnTo>
                <a:lnTo>
                  <a:pt x="99542" y="236042"/>
                </a:lnTo>
                <a:lnTo>
                  <a:pt x="122631" y="248932"/>
                </a:lnTo>
                <a:lnTo>
                  <a:pt x="144881" y="262420"/>
                </a:lnTo>
                <a:lnTo>
                  <a:pt x="163258" y="231838"/>
                </a:lnTo>
                <a:close/>
              </a:path>
              <a:path w="6259195" h="439419">
                <a:moveTo>
                  <a:pt x="199834" y="166306"/>
                </a:moveTo>
                <a:lnTo>
                  <a:pt x="178676" y="153962"/>
                </a:lnTo>
                <a:lnTo>
                  <a:pt x="156349" y="141884"/>
                </a:lnTo>
                <a:lnTo>
                  <a:pt x="132892" y="129794"/>
                </a:lnTo>
                <a:lnTo>
                  <a:pt x="108305" y="117449"/>
                </a:lnTo>
                <a:lnTo>
                  <a:pt x="91541" y="143357"/>
                </a:lnTo>
                <a:lnTo>
                  <a:pt x="138023" y="170116"/>
                </a:lnTo>
                <a:lnTo>
                  <a:pt x="159727" y="183311"/>
                </a:lnTo>
                <a:lnTo>
                  <a:pt x="180022" y="196786"/>
                </a:lnTo>
                <a:lnTo>
                  <a:pt x="199834" y="166306"/>
                </a:lnTo>
                <a:close/>
              </a:path>
              <a:path w="6259195" h="439419">
                <a:moveTo>
                  <a:pt x="416344" y="65633"/>
                </a:moveTo>
                <a:lnTo>
                  <a:pt x="228790" y="65633"/>
                </a:lnTo>
                <a:lnTo>
                  <a:pt x="253174" y="53441"/>
                </a:lnTo>
                <a:lnTo>
                  <a:pt x="243192" y="38214"/>
                </a:lnTo>
                <a:lnTo>
                  <a:pt x="233934" y="24587"/>
                </a:lnTo>
                <a:lnTo>
                  <a:pt x="225526" y="12407"/>
                </a:lnTo>
                <a:lnTo>
                  <a:pt x="218122" y="1524"/>
                </a:lnTo>
                <a:lnTo>
                  <a:pt x="186118" y="19812"/>
                </a:lnTo>
                <a:lnTo>
                  <a:pt x="194716" y="32981"/>
                </a:lnTo>
                <a:lnTo>
                  <a:pt x="202311" y="45008"/>
                </a:lnTo>
                <a:lnTo>
                  <a:pt x="215074" y="65633"/>
                </a:lnTo>
                <a:lnTo>
                  <a:pt x="15240" y="65633"/>
                </a:lnTo>
                <a:lnTo>
                  <a:pt x="15240" y="144881"/>
                </a:lnTo>
                <a:lnTo>
                  <a:pt x="50393" y="144881"/>
                </a:lnTo>
                <a:lnTo>
                  <a:pt x="50393" y="99161"/>
                </a:lnTo>
                <a:lnTo>
                  <a:pt x="381292" y="99161"/>
                </a:lnTo>
                <a:lnTo>
                  <a:pt x="381292" y="144881"/>
                </a:lnTo>
                <a:lnTo>
                  <a:pt x="416344" y="144881"/>
                </a:lnTo>
                <a:lnTo>
                  <a:pt x="416344" y="99161"/>
                </a:lnTo>
                <a:lnTo>
                  <a:pt x="416344" y="65633"/>
                </a:lnTo>
                <a:close/>
              </a:path>
              <a:path w="6259195" h="439419">
                <a:moveTo>
                  <a:pt x="428536" y="276136"/>
                </a:moveTo>
                <a:lnTo>
                  <a:pt x="262318" y="276136"/>
                </a:lnTo>
                <a:lnTo>
                  <a:pt x="267436" y="248285"/>
                </a:lnTo>
                <a:lnTo>
                  <a:pt x="271208" y="213169"/>
                </a:lnTo>
                <a:lnTo>
                  <a:pt x="271297" y="212026"/>
                </a:lnTo>
                <a:lnTo>
                  <a:pt x="273596" y="170116"/>
                </a:lnTo>
                <a:lnTo>
                  <a:pt x="273710" y="166306"/>
                </a:lnTo>
                <a:lnTo>
                  <a:pt x="274510" y="115925"/>
                </a:lnTo>
                <a:lnTo>
                  <a:pt x="237934" y="115925"/>
                </a:lnTo>
                <a:lnTo>
                  <a:pt x="237121" y="166306"/>
                </a:lnTo>
                <a:lnTo>
                  <a:pt x="237007" y="170116"/>
                </a:lnTo>
                <a:lnTo>
                  <a:pt x="234505" y="213169"/>
                </a:lnTo>
                <a:lnTo>
                  <a:pt x="230212" y="248932"/>
                </a:lnTo>
                <a:lnTo>
                  <a:pt x="224218" y="276136"/>
                </a:lnTo>
                <a:lnTo>
                  <a:pt x="6096" y="276136"/>
                </a:lnTo>
                <a:lnTo>
                  <a:pt x="6096" y="308140"/>
                </a:lnTo>
                <a:lnTo>
                  <a:pt x="207454" y="308140"/>
                </a:lnTo>
                <a:lnTo>
                  <a:pt x="184429" y="333209"/>
                </a:lnTo>
                <a:lnTo>
                  <a:pt x="152019" y="355358"/>
                </a:lnTo>
                <a:lnTo>
                  <a:pt x="110375" y="374586"/>
                </a:lnTo>
                <a:lnTo>
                  <a:pt x="59651" y="390893"/>
                </a:lnTo>
                <a:lnTo>
                  <a:pt x="0" y="404241"/>
                </a:lnTo>
                <a:lnTo>
                  <a:pt x="4813" y="412267"/>
                </a:lnTo>
                <a:lnTo>
                  <a:pt x="9918" y="420446"/>
                </a:lnTo>
                <a:lnTo>
                  <a:pt x="15036" y="428891"/>
                </a:lnTo>
                <a:lnTo>
                  <a:pt x="19913" y="437781"/>
                </a:lnTo>
                <a:lnTo>
                  <a:pt x="85407" y="420966"/>
                </a:lnTo>
                <a:lnTo>
                  <a:pt x="140347" y="400431"/>
                </a:lnTo>
                <a:lnTo>
                  <a:pt x="185013" y="376440"/>
                </a:lnTo>
                <a:lnTo>
                  <a:pt x="219646" y="349288"/>
                </a:lnTo>
                <a:lnTo>
                  <a:pt x="265645" y="370230"/>
                </a:lnTo>
                <a:lnTo>
                  <a:pt x="312089" y="391858"/>
                </a:lnTo>
                <a:lnTo>
                  <a:pt x="358813" y="414324"/>
                </a:lnTo>
                <a:lnTo>
                  <a:pt x="405676" y="437781"/>
                </a:lnTo>
                <a:lnTo>
                  <a:pt x="425488" y="404241"/>
                </a:lnTo>
                <a:lnTo>
                  <a:pt x="301853" y="349288"/>
                </a:lnTo>
                <a:lnTo>
                  <a:pt x="287642" y="343090"/>
                </a:lnTo>
                <a:lnTo>
                  <a:pt x="240982" y="323380"/>
                </a:lnTo>
                <a:lnTo>
                  <a:pt x="244030" y="317284"/>
                </a:lnTo>
                <a:lnTo>
                  <a:pt x="250126" y="308140"/>
                </a:lnTo>
                <a:lnTo>
                  <a:pt x="428536" y="308140"/>
                </a:lnTo>
                <a:lnTo>
                  <a:pt x="428536" y="276136"/>
                </a:lnTo>
                <a:close/>
              </a:path>
              <a:path w="6259195" h="439419">
                <a:moveTo>
                  <a:pt x="613117" y="334048"/>
                </a:moveTo>
                <a:lnTo>
                  <a:pt x="612216" y="326021"/>
                </a:lnTo>
                <a:lnTo>
                  <a:pt x="611797" y="320332"/>
                </a:lnTo>
                <a:lnTo>
                  <a:pt x="610984" y="309397"/>
                </a:lnTo>
                <a:lnTo>
                  <a:pt x="610069" y="300520"/>
                </a:lnTo>
                <a:lnTo>
                  <a:pt x="594055" y="305968"/>
                </a:lnTo>
                <a:lnTo>
                  <a:pt x="578027" y="310997"/>
                </a:lnTo>
                <a:lnTo>
                  <a:pt x="545973" y="320332"/>
                </a:lnTo>
                <a:lnTo>
                  <a:pt x="545973" y="202895"/>
                </a:lnTo>
                <a:lnTo>
                  <a:pt x="602449" y="202895"/>
                </a:lnTo>
                <a:lnTo>
                  <a:pt x="602449" y="172415"/>
                </a:lnTo>
                <a:lnTo>
                  <a:pt x="545973" y="172415"/>
                </a:lnTo>
                <a:lnTo>
                  <a:pt x="545973" y="70205"/>
                </a:lnTo>
                <a:lnTo>
                  <a:pt x="608545" y="70205"/>
                </a:lnTo>
                <a:lnTo>
                  <a:pt x="608545" y="38100"/>
                </a:lnTo>
                <a:lnTo>
                  <a:pt x="449961" y="38100"/>
                </a:lnTo>
                <a:lnTo>
                  <a:pt x="449961" y="70205"/>
                </a:lnTo>
                <a:lnTo>
                  <a:pt x="512445" y="70205"/>
                </a:lnTo>
                <a:lnTo>
                  <a:pt x="512445" y="172415"/>
                </a:lnTo>
                <a:lnTo>
                  <a:pt x="454533" y="172415"/>
                </a:lnTo>
                <a:lnTo>
                  <a:pt x="454533" y="202895"/>
                </a:lnTo>
                <a:lnTo>
                  <a:pt x="512445" y="202895"/>
                </a:lnTo>
                <a:lnTo>
                  <a:pt x="512445" y="331000"/>
                </a:lnTo>
                <a:lnTo>
                  <a:pt x="461657" y="344716"/>
                </a:lnTo>
                <a:lnTo>
                  <a:pt x="445389" y="349288"/>
                </a:lnTo>
                <a:lnTo>
                  <a:pt x="457581" y="382917"/>
                </a:lnTo>
                <a:lnTo>
                  <a:pt x="613117" y="334048"/>
                </a:lnTo>
                <a:close/>
              </a:path>
              <a:path w="6259195" h="439419">
                <a:moveTo>
                  <a:pt x="844867" y="22860"/>
                </a:moveTo>
                <a:lnTo>
                  <a:pt x="620737" y="22860"/>
                </a:lnTo>
                <a:lnTo>
                  <a:pt x="620737" y="292900"/>
                </a:lnTo>
                <a:lnTo>
                  <a:pt x="655789" y="292900"/>
                </a:lnTo>
                <a:lnTo>
                  <a:pt x="655789" y="54965"/>
                </a:lnTo>
                <a:lnTo>
                  <a:pt x="811339" y="54965"/>
                </a:lnTo>
                <a:lnTo>
                  <a:pt x="811339" y="285280"/>
                </a:lnTo>
                <a:lnTo>
                  <a:pt x="844867" y="285280"/>
                </a:lnTo>
                <a:lnTo>
                  <a:pt x="844867" y="54965"/>
                </a:lnTo>
                <a:lnTo>
                  <a:pt x="844867" y="22860"/>
                </a:lnTo>
                <a:close/>
              </a:path>
              <a:path w="6259195" h="439419">
                <a:moveTo>
                  <a:pt x="883069" y="324904"/>
                </a:moveTo>
                <a:lnTo>
                  <a:pt x="873061" y="320827"/>
                </a:lnTo>
                <a:lnTo>
                  <a:pt x="854735" y="314401"/>
                </a:lnTo>
                <a:lnTo>
                  <a:pt x="846391" y="311188"/>
                </a:lnTo>
                <a:lnTo>
                  <a:pt x="842962" y="357771"/>
                </a:lnTo>
                <a:lnTo>
                  <a:pt x="812863" y="392061"/>
                </a:lnTo>
                <a:lnTo>
                  <a:pt x="793051" y="392061"/>
                </a:lnTo>
                <a:lnTo>
                  <a:pt x="781291" y="390626"/>
                </a:lnTo>
                <a:lnTo>
                  <a:pt x="773239" y="386346"/>
                </a:lnTo>
                <a:lnTo>
                  <a:pt x="768616" y="379196"/>
                </a:lnTo>
                <a:lnTo>
                  <a:pt x="767143" y="369201"/>
                </a:lnTo>
                <a:lnTo>
                  <a:pt x="767143" y="276136"/>
                </a:lnTo>
                <a:lnTo>
                  <a:pt x="767143" y="257848"/>
                </a:lnTo>
                <a:lnTo>
                  <a:pt x="738187" y="257848"/>
                </a:lnTo>
                <a:lnTo>
                  <a:pt x="742188" y="236105"/>
                </a:lnTo>
                <a:lnTo>
                  <a:pt x="745045" y="212229"/>
                </a:lnTo>
                <a:lnTo>
                  <a:pt x="746760" y="186385"/>
                </a:lnTo>
                <a:lnTo>
                  <a:pt x="747268" y="161747"/>
                </a:lnTo>
                <a:lnTo>
                  <a:pt x="747331" y="85445"/>
                </a:lnTo>
                <a:lnTo>
                  <a:pt x="713803" y="85445"/>
                </a:lnTo>
                <a:lnTo>
                  <a:pt x="713803" y="161747"/>
                </a:lnTo>
                <a:lnTo>
                  <a:pt x="711784" y="208648"/>
                </a:lnTo>
                <a:lnTo>
                  <a:pt x="705751" y="248843"/>
                </a:lnTo>
                <a:lnTo>
                  <a:pt x="681697" y="309664"/>
                </a:lnTo>
                <a:lnTo>
                  <a:pt x="635977" y="361149"/>
                </a:lnTo>
                <a:lnTo>
                  <a:pt x="602792" y="384327"/>
                </a:lnTo>
                <a:lnTo>
                  <a:pt x="562737" y="405777"/>
                </a:lnTo>
                <a:lnTo>
                  <a:pt x="569391" y="412648"/>
                </a:lnTo>
                <a:lnTo>
                  <a:pt x="575589" y="419684"/>
                </a:lnTo>
                <a:lnTo>
                  <a:pt x="581482" y="426986"/>
                </a:lnTo>
                <a:lnTo>
                  <a:pt x="587209" y="434733"/>
                </a:lnTo>
                <a:lnTo>
                  <a:pt x="626656" y="411251"/>
                </a:lnTo>
                <a:lnTo>
                  <a:pt x="660361" y="386346"/>
                </a:lnTo>
                <a:lnTo>
                  <a:pt x="688416" y="359676"/>
                </a:lnTo>
                <a:lnTo>
                  <a:pt x="717334" y="318350"/>
                </a:lnTo>
                <a:lnTo>
                  <a:pt x="733615" y="276136"/>
                </a:lnTo>
                <a:lnTo>
                  <a:pt x="733615" y="373773"/>
                </a:lnTo>
                <a:lnTo>
                  <a:pt x="736777" y="394893"/>
                </a:lnTo>
                <a:lnTo>
                  <a:pt x="746379" y="410159"/>
                </a:lnTo>
                <a:lnTo>
                  <a:pt x="762546" y="419417"/>
                </a:lnTo>
                <a:lnTo>
                  <a:pt x="785431" y="422541"/>
                </a:lnTo>
                <a:lnTo>
                  <a:pt x="817435" y="422541"/>
                </a:lnTo>
                <a:lnTo>
                  <a:pt x="840689" y="419989"/>
                </a:lnTo>
                <a:lnTo>
                  <a:pt x="857910" y="412445"/>
                </a:lnTo>
                <a:lnTo>
                  <a:pt x="869391" y="400037"/>
                </a:lnTo>
                <a:lnTo>
                  <a:pt x="872210" y="392061"/>
                </a:lnTo>
                <a:lnTo>
                  <a:pt x="875449" y="382917"/>
                </a:lnTo>
                <a:lnTo>
                  <a:pt x="877493" y="371703"/>
                </a:lnTo>
                <a:lnTo>
                  <a:pt x="879259" y="358482"/>
                </a:lnTo>
                <a:lnTo>
                  <a:pt x="883069" y="324904"/>
                </a:lnTo>
                <a:close/>
              </a:path>
              <a:path w="6259195" h="439419">
                <a:moveTo>
                  <a:pt x="1322260" y="401205"/>
                </a:moveTo>
                <a:lnTo>
                  <a:pt x="1276223" y="376059"/>
                </a:lnTo>
                <a:lnTo>
                  <a:pt x="1227493" y="351053"/>
                </a:lnTo>
                <a:lnTo>
                  <a:pt x="1189050" y="332524"/>
                </a:lnTo>
                <a:lnTo>
                  <a:pt x="1122426" y="302044"/>
                </a:lnTo>
                <a:lnTo>
                  <a:pt x="1127366" y="284327"/>
                </a:lnTo>
                <a:lnTo>
                  <a:pt x="1130706" y="265455"/>
                </a:lnTo>
                <a:lnTo>
                  <a:pt x="1132598" y="245427"/>
                </a:lnTo>
                <a:lnTo>
                  <a:pt x="1133195" y="224231"/>
                </a:lnTo>
                <a:lnTo>
                  <a:pt x="1133195" y="172415"/>
                </a:lnTo>
                <a:lnTo>
                  <a:pt x="1098042" y="172415"/>
                </a:lnTo>
                <a:lnTo>
                  <a:pt x="1097915" y="224231"/>
                </a:lnTo>
                <a:lnTo>
                  <a:pt x="1094917" y="261073"/>
                </a:lnTo>
                <a:lnTo>
                  <a:pt x="1070394" y="321170"/>
                </a:lnTo>
                <a:lnTo>
                  <a:pt x="1024140" y="360705"/>
                </a:lnTo>
                <a:lnTo>
                  <a:pt x="946962" y="391083"/>
                </a:lnTo>
                <a:lnTo>
                  <a:pt x="895248" y="404253"/>
                </a:lnTo>
                <a:lnTo>
                  <a:pt x="902677" y="414007"/>
                </a:lnTo>
                <a:lnTo>
                  <a:pt x="908964" y="422922"/>
                </a:lnTo>
                <a:lnTo>
                  <a:pt x="914107" y="431253"/>
                </a:lnTo>
                <a:lnTo>
                  <a:pt x="918108" y="439305"/>
                </a:lnTo>
                <a:lnTo>
                  <a:pt x="965060" y="426745"/>
                </a:lnTo>
                <a:lnTo>
                  <a:pt x="1005598" y="412064"/>
                </a:lnTo>
                <a:lnTo>
                  <a:pt x="1040142" y="395363"/>
                </a:lnTo>
                <a:lnTo>
                  <a:pt x="1080846" y="367106"/>
                </a:lnTo>
                <a:lnTo>
                  <a:pt x="1108710" y="332524"/>
                </a:lnTo>
                <a:lnTo>
                  <a:pt x="1161059" y="357746"/>
                </a:lnTo>
                <a:lnTo>
                  <a:pt x="1210538" y="383095"/>
                </a:lnTo>
                <a:lnTo>
                  <a:pt x="1257147" y="408698"/>
                </a:lnTo>
                <a:lnTo>
                  <a:pt x="1300924" y="434733"/>
                </a:lnTo>
                <a:lnTo>
                  <a:pt x="1322260" y="401205"/>
                </a:lnTo>
                <a:close/>
              </a:path>
              <a:path w="6259195" h="439419">
                <a:moveTo>
                  <a:pt x="1323784" y="25908"/>
                </a:moveTo>
                <a:lnTo>
                  <a:pt x="904392" y="25908"/>
                </a:lnTo>
                <a:lnTo>
                  <a:pt x="904392" y="58013"/>
                </a:lnTo>
                <a:lnTo>
                  <a:pt x="1090422" y="58013"/>
                </a:lnTo>
                <a:lnTo>
                  <a:pt x="1087018" y="75209"/>
                </a:lnTo>
                <a:lnTo>
                  <a:pt x="1083881" y="89827"/>
                </a:lnTo>
                <a:lnTo>
                  <a:pt x="1080820" y="103657"/>
                </a:lnTo>
                <a:lnTo>
                  <a:pt x="1078230" y="115925"/>
                </a:lnTo>
                <a:lnTo>
                  <a:pt x="953173" y="115925"/>
                </a:lnTo>
                <a:lnTo>
                  <a:pt x="953173" y="326428"/>
                </a:lnTo>
                <a:lnTo>
                  <a:pt x="989838" y="326428"/>
                </a:lnTo>
                <a:lnTo>
                  <a:pt x="989838" y="149555"/>
                </a:lnTo>
                <a:lnTo>
                  <a:pt x="1242923" y="149555"/>
                </a:lnTo>
                <a:lnTo>
                  <a:pt x="1242923" y="324904"/>
                </a:lnTo>
                <a:lnTo>
                  <a:pt x="1278064" y="324904"/>
                </a:lnTo>
                <a:lnTo>
                  <a:pt x="1278064" y="149555"/>
                </a:lnTo>
                <a:lnTo>
                  <a:pt x="1278064" y="115925"/>
                </a:lnTo>
                <a:lnTo>
                  <a:pt x="1113282" y="115925"/>
                </a:lnTo>
                <a:lnTo>
                  <a:pt x="1116914" y="103873"/>
                </a:lnTo>
                <a:lnTo>
                  <a:pt x="1121105" y="89827"/>
                </a:lnTo>
                <a:lnTo>
                  <a:pt x="1125537" y="74561"/>
                </a:lnTo>
                <a:lnTo>
                  <a:pt x="1130147" y="58013"/>
                </a:lnTo>
                <a:lnTo>
                  <a:pt x="1323784" y="58013"/>
                </a:lnTo>
                <a:lnTo>
                  <a:pt x="1323784" y="25908"/>
                </a:lnTo>
                <a:close/>
              </a:path>
              <a:path w="6259195" h="439419">
                <a:moveTo>
                  <a:pt x="1772132" y="28956"/>
                </a:moveTo>
                <a:lnTo>
                  <a:pt x="1351216" y="28956"/>
                </a:lnTo>
                <a:lnTo>
                  <a:pt x="1351216" y="61061"/>
                </a:lnTo>
                <a:lnTo>
                  <a:pt x="1532674" y="61061"/>
                </a:lnTo>
                <a:lnTo>
                  <a:pt x="1528775" y="73964"/>
                </a:lnTo>
                <a:lnTo>
                  <a:pt x="1523911" y="88303"/>
                </a:lnTo>
                <a:lnTo>
                  <a:pt x="1518526" y="103276"/>
                </a:lnTo>
                <a:lnTo>
                  <a:pt x="1512862" y="118973"/>
                </a:lnTo>
                <a:lnTo>
                  <a:pt x="1477810" y="118973"/>
                </a:lnTo>
                <a:lnTo>
                  <a:pt x="1477810" y="148031"/>
                </a:lnTo>
                <a:lnTo>
                  <a:pt x="1477810" y="379869"/>
                </a:lnTo>
                <a:lnTo>
                  <a:pt x="1407706" y="379869"/>
                </a:lnTo>
                <a:lnTo>
                  <a:pt x="1407706" y="148031"/>
                </a:lnTo>
                <a:lnTo>
                  <a:pt x="1477810" y="148031"/>
                </a:lnTo>
                <a:lnTo>
                  <a:pt x="1477810" y="118973"/>
                </a:lnTo>
                <a:lnTo>
                  <a:pt x="1374076" y="118973"/>
                </a:lnTo>
                <a:lnTo>
                  <a:pt x="1374076" y="433209"/>
                </a:lnTo>
                <a:lnTo>
                  <a:pt x="1407706" y="433209"/>
                </a:lnTo>
                <a:lnTo>
                  <a:pt x="1407706" y="408825"/>
                </a:lnTo>
                <a:lnTo>
                  <a:pt x="1714220" y="408825"/>
                </a:lnTo>
                <a:lnTo>
                  <a:pt x="1714220" y="433209"/>
                </a:lnTo>
                <a:lnTo>
                  <a:pt x="1747748" y="433209"/>
                </a:lnTo>
                <a:lnTo>
                  <a:pt x="1747748" y="408825"/>
                </a:lnTo>
                <a:lnTo>
                  <a:pt x="1747748" y="379869"/>
                </a:lnTo>
                <a:lnTo>
                  <a:pt x="1747748" y="148031"/>
                </a:lnTo>
                <a:lnTo>
                  <a:pt x="1747748" y="118973"/>
                </a:lnTo>
                <a:lnTo>
                  <a:pt x="1714220" y="118973"/>
                </a:lnTo>
                <a:lnTo>
                  <a:pt x="1714220" y="148031"/>
                </a:lnTo>
                <a:lnTo>
                  <a:pt x="1714220" y="379869"/>
                </a:lnTo>
                <a:lnTo>
                  <a:pt x="1642491" y="379869"/>
                </a:lnTo>
                <a:lnTo>
                  <a:pt x="1642491" y="148031"/>
                </a:lnTo>
                <a:lnTo>
                  <a:pt x="1714220" y="148031"/>
                </a:lnTo>
                <a:lnTo>
                  <a:pt x="1714220" y="118973"/>
                </a:lnTo>
                <a:lnTo>
                  <a:pt x="1612011" y="118973"/>
                </a:lnTo>
                <a:lnTo>
                  <a:pt x="1612011" y="148031"/>
                </a:lnTo>
                <a:lnTo>
                  <a:pt x="1612011" y="207467"/>
                </a:lnTo>
                <a:lnTo>
                  <a:pt x="1612011" y="234899"/>
                </a:lnTo>
                <a:lnTo>
                  <a:pt x="1612011" y="292900"/>
                </a:lnTo>
                <a:lnTo>
                  <a:pt x="1612011" y="320332"/>
                </a:lnTo>
                <a:lnTo>
                  <a:pt x="1612011" y="379869"/>
                </a:lnTo>
                <a:lnTo>
                  <a:pt x="1509814" y="379869"/>
                </a:lnTo>
                <a:lnTo>
                  <a:pt x="1509814" y="320332"/>
                </a:lnTo>
                <a:lnTo>
                  <a:pt x="1612011" y="320332"/>
                </a:lnTo>
                <a:lnTo>
                  <a:pt x="1612011" y="292900"/>
                </a:lnTo>
                <a:lnTo>
                  <a:pt x="1509814" y="292900"/>
                </a:lnTo>
                <a:lnTo>
                  <a:pt x="1509814" y="234899"/>
                </a:lnTo>
                <a:lnTo>
                  <a:pt x="1612011" y="234899"/>
                </a:lnTo>
                <a:lnTo>
                  <a:pt x="1612011" y="207467"/>
                </a:lnTo>
                <a:lnTo>
                  <a:pt x="1509814" y="207467"/>
                </a:lnTo>
                <a:lnTo>
                  <a:pt x="1509814" y="148031"/>
                </a:lnTo>
                <a:lnTo>
                  <a:pt x="1612011" y="148031"/>
                </a:lnTo>
                <a:lnTo>
                  <a:pt x="1612011" y="118973"/>
                </a:lnTo>
                <a:lnTo>
                  <a:pt x="1548003" y="118973"/>
                </a:lnTo>
                <a:lnTo>
                  <a:pt x="1555457" y="102641"/>
                </a:lnTo>
                <a:lnTo>
                  <a:pt x="1561909" y="87731"/>
                </a:lnTo>
                <a:lnTo>
                  <a:pt x="1567421" y="74180"/>
                </a:lnTo>
                <a:lnTo>
                  <a:pt x="1572387" y="61061"/>
                </a:lnTo>
                <a:lnTo>
                  <a:pt x="1772132" y="61061"/>
                </a:lnTo>
                <a:lnTo>
                  <a:pt x="1772132" y="28956"/>
                </a:lnTo>
                <a:close/>
              </a:path>
              <a:path w="6259195" h="439419">
                <a:moveTo>
                  <a:pt x="1949005" y="335572"/>
                </a:moveTo>
                <a:lnTo>
                  <a:pt x="1910118" y="344474"/>
                </a:lnTo>
                <a:lnTo>
                  <a:pt x="1831733" y="361149"/>
                </a:lnTo>
                <a:lnTo>
                  <a:pt x="1791931" y="369201"/>
                </a:lnTo>
                <a:lnTo>
                  <a:pt x="1801075" y="402729"/>
                </a:lnTo>
                <a:lnTo>
                  <a:pt x="1875459" y="384822"/>
                </a:lnTo>
                <a:lnTo>
                  <a:pt x="1911756" y="376580"/>
                </a:lnTo>
                <a:lnTo>
                  <a:pt x="1947481" y="369201"/>
                </a:lnTo>
                <a:lnTo>
                  <a:pt x="1947710" y="361149"/>
                </a:lnTo>
                <a:lnTo>
                  <a:pt x="1948764" y="343827"/>
                </a:lnTo>
                <a:lnTo>
                  <a:pt x="1949005" y="335572"/>
                </a:lnTo>
                <a:close/>
              </a:path>
              <a:path w="6259195" h="439419">
                <a:moveTo>
                  <a:pt x="1949005" y="111353"/>
                </a:moveTo>
                <a:lnTo>
                  <a:pt x="1917001" y="96113"/>
                </a:lnTo>
                <a:lnTo>
                  <a:pt x="1909000" y="110693"/>
                </a:lnTo>
                <a:lnTo>
                  <a:pt x="1900999" y="124701"/>
                </a:lnTo>
                <a:lnTo>
                  <a:pt x="1871548" y="151955"/>
                </a:lnTo>
                <a:lnTo>
                  <a:pt x="1833181" y="152590"/>
                </a:lnTo>
                <a:lnTo>
                  <a:pt x="1849158" y="126580"/>
                </a:lnTo>
                <a:lnTo>
                  <a:pt x="1867281" y="94589"/>
                </a:lnTo>
                <a:lnTo>
                  <a:pt x="1887397" y="56883"/>
                </a:lnTo>
                <a:lnTo>
                  <a:pt x="1909381" y="13716"/>
                </a:lnTo>
                <a:lnTo>
                  <a:pt x="1877377" y="0"/>
                </a:lnTo>
                <a:lnTo>
                  <a:pt x="1855711" y="47498"/>
                </a:lnTo>
                <a:lnTo>
                  <a:pt x="1834311" y="89255"/>
                </a:lnTo>
                <a:lnTo>
                  <a:pt x="1813471" y="125298"/>
                </a:lnTo>
                <a:lnTo>
                  <a:pt x="1793455" y="155638"/>
                </a:lnTo>
                <a:lnTo>
                  <a:pt x="1801075" y="184594"/>
                </a:lnTo>
                <a:lnTo>
                  <a:pt x="1868233" y="180022"/>
                </a:lnTo>
                <a:lnTo>
                  <a:pt x="1849399" y="209791"/>
                </a:lnTo>
                <a:lnTo>
                  <a:pt x="1831835" y="235127"/>
                </a:lnTo>
                <a:lnTo>
                  <a:pt x="1815680" y="256184"/>
                </a:lnTo>
                <a:lnTo>
                  <a:pt x="1801075" y="273088"/>
                </a:lnTo>
                <a:lnTo>
                  <a:pt x="1808695" y="305092"/>
                </a:lnTo>
                <a:lnTo>
                  <a:pt x="1848764" y="298780"/>
                </a:lnTo>
                <a:lnTo>
                  <a:pt x="1941385" y="285280"/>
                </a:lnTo>
                <a:lnTo>
                  <a:pt x="1941652" y="277037"/>
                </a:lnTo>
                <a:lnTo>
                  <a:pt x="1942338" y="268516"/>
                </a:lnTo>
                <a:lnTo>
                  <a:pt x="1942515" y="266992"/>
                </a:lnTo>
                <a:lnTo>
                  <a:pt x="1943315" y="259994"/>
                </a:lnTo>
                <a:lnTo>
                  <a:pt x="1944433" y="251752"/>
                </a:lnTo>
                <a:lnTo>
                  <a:pt x="1924710" y="255206"/>
                </a:lnTo>
                <a:lnTo>
                  <a:pt x="1848421" y="266992"/>
                </a:lnTo>
                <a:lnTo>
                  <a:pt x="1873567" y="230644"/>
                </a:lnTo>
                <a:lnTo>
                  <a:pt x="1898713" y="192595"/>
                </a:lnTo>
                <a:lnTo>
                  <a:pt x="1906663" y="180022"/>
                </a:lnTo>
                <a:lnTo>
                  <a:pt x="1924011" y="152590"/>
                </a:lnTo>
                <a:lnTo>
                  <a:pt x="1949005" y="111353"/>
                </a:lnTo>
                <a:close/>
              </a:path>
              <a:path w="6259195" h="439419">
                <a:moveTo>
                  <a:pt x="2200656" y="256324"/>
                </a:moveTo>
                <a:lnTo>
                  <a:pt x="2167128" y="256324"/>
                </a:lnTo>
                <a:lnTo>
                  <a:pt x="2167128" y="286804"/>
                </a:lnTo>
                <a:lnTo>
                  <a:pt x="2167128" y="376821"/>
                </a:lnTo>
                <a:lnTo>
                  <a:pt x="2003971" y="376821"/>
                </a:lnTo>
                <a:lnTo>
                  <a:pt x="2003971" y="286804"/>
                </a:lnTo>
                <a:lnTo>
                  <a:pt x="2167128" y="286804"/>
                </a:lnTo>
                <a:lnTo>
                  <a:pt x="2167128" y="256324"/>
                </a:lnTo>
                <a:lnTo>
                  <a:pt x="1970443" y="256324"/>
                </a:lnTo>
                <a:lnTo>
                  <a:pt x="1970443" y="434733"/>
                </a:lnTo>
                <a:lnTo>
                  <a:pt x="2003971" y="434733"/>
                </a:lnTo>
                <a:lnTo>
                  <a:pt x="2003971" y="407301"/>
                </a:lnTo>
                <a:lnTo>
                  <a:pt x="2167128" y="407301"/>
                </a:lnTo>
                <a:lnTo>
                  <a:pt x="2167128" y="434733"/>
                </a:lnTo>
                <a:lnTo>
                  <a:pt x="2200656" y="434733"/>
                </a:lnTo>
                <a:lnTo>
                  <a:pt x="2200656" y="407301"/>
                </a:lnTo>
                <a:lnTo>
                  <a:pt x="2200656" y="376821"/>
                </a:lnTo>
                <a:lnTo>
                  <a:pt x="2200656" y="286804"/>
                </a:lnTo>
                <a:lnTo>
                  <a:pt x="2200656" y="256324"/>
                </a:lnTo>
                <a:close/>
              </a:path>
              <a:path w="6259195" h="439419">
                <a:moveTo>
                  <a:pt x="2226564" y="73253"/>
                </a:moveTo>
                <a:lnTo>
                  <a:pt x="2103120" y="73253"/>
                </a:lnTo>
                <a:lnTo>
                  <a:pt x="2103120" y="3048"/>
                </a:lnTo>
                <a:lnTo>
                  <a:pt x="2067979" y="3048"/>
                </a:lnTo>
                <a:lnTo>
                  <a:pt x="2067979" y="73253"/>
                </a:lnTo>
                <a:lnTo>
                  <a:pt x="1947481" y="73253"/>
                </a:lnTo>
                <a:lnTo>
                  <a:pt x="1947481" y="105257"/>
                </a:lnTo>
                <a:lnTo>
                  <a:pt x="2067979" y="105257"/>
                </a:lnTo>
                <a:lnTo>
                  <a:pt x="2067979" y="172402"/>
                </a:lnTo>
                <a:lnTo>
                  <a:pt x="1961286" y="172402"/>
                </a:lnTo>
                <a:lnTo>
                  <a:pt x="1961286" y="204406"/>
                </a:lnTo>
                <a:lnTo>
                  <a:pt x="2209800" y="204406"/>
                </a:lnTo>
                <a:lnTo>
                  <a:pt x="2209800" y="172402"/>
                </a:lnTo>
                <a:lnTo>
                  <a:pt x="2103120" y="172402"/>
                </a:lnTo>
                <a:lnTo>
                  <a:pt x="2103120" y="105257"/>
                </a:lnTo>
                <a:lnTo>
                  <a:pt x="2226564" y="105257"/>
                </a:lnTo>
                <a:lnTo>
                  <a:pt x="2226564" y="73253"/>
                </a:lnTo>
                <a:close/>
              </a:path>
              <a:path w="6259195" h="439419">
                <a:moveTo>
                  <a:pt x="2409634" y="228803"/>
                </a:moveTo>
                <a:lnTo>
                  <a:pt x="2378189" y="199847"/>
                </a:lnTo>
                <a:lnTo>
                  <a:pt x="2347049" y="172415"/>
                </a:lnTo>
                <a:lnTo>
                  <a:pt x="2334857" y="184607"/>
                </a:lnTo>
                <a:lnTo>
                  <a:pt x="2334857" y="125069"/>
                </a:lnTo>
                <a:lnTo>
                  <a:pt x="2392870" y="125069"/>
                </a:lnTo>
                <a:lnTo>
                  <a:pt x="2392870" y="96113"/>
                </a:lnTo>
                <a:lnTo>
                  <a:pt x="2334857" y="96113"/>
                </a:lnTo>
                <a:lnTo>
                  <a:pt x="2334857" y="9144"/>
                </a:lnTo>
                <a:lnTo>
                  <a:pt x="2305901" y="9144"/>
                </a:lnTo>
                <a:lnTo>
                  <a:pt x="2305901" y="96113"/>
                </a:lnTo>
                <a:lnTo>
                  <a:pt x="2243417" y="96113"/>
                </a:lnTo>
                <a:lnTo>
                  <a:pt x="2243417" y="125069"/>
                </a:lnTo>
                <a:lnTo>
                  <a:pt x="2304377" y="125069"/>
                </a:lnTo>
                <a:lnTo>
                  <a:pt x="2293518" y="166560"/>
                </a:lnTo>
                <a:lnTo>
                  <a:pt x="2279231" y="206324"/>
                </a:lnTo>
                <a:lnTo>
                  <a:pt x="2261514" y="244360"/>
                </a:lnTo>
                <a:lnTo>
                  <a:pt x="2240369" y="280708"/>
                </a:lnTo>
                <a:lnTo>
                  <a:pt x="2244661" y="290728"/>
                </a:lnTo>
                <a:lnTo>
                  <a:pt x="2248370" y="300329"/>
                </a:lnTo>
                <a:lnTo>
                  <a:pt x="2251519" y="309638"/>
                </a:lnTo>
                <a:lnTo>
                  <a:pt x="2254085" y="318808"/>
                </a:lnTo>
                <a:lnTo>
                  <a:pt x="2268397" y="296519"/>
                </a:lnTo>
                <a:lnTo>
                  <a:pt x="2281707" y="270789"/>
                </a:lnTo>
                <a:lnTo>
                  <a:pt x="2294166" y="241617"/>
                </a:lnTo>
                <a:lnTo>
                  <a:pt x="2305901" y="208991"/>
                </a:lnTo>
                <a:lnTo>
                  <a:pt x="2305901" y="434733"/>
                </a:lnTo>
                <a:lnTo>
                  <a:pt x="2334857" y="434733"/>
                </a:lnTo>
                <a:lnTo>
                  <a:pt x="2334857" y="208991"/>
                </a:lnTo>
                <a:lnTo>
                  <a:pt x="2334857" y="199847"/>
                </a:lnTo>
                <a:lnTo>
                  <a:pt x="2347455" y="211823"/>
                </a:lnTo>
                <a:lnTo>
                  <a:pt x="2360206" y="224802"/>
                </a:lnTo>
                <a:lnTo>
                  <a:pt x="2373261" y="238671"/>
                </a:lnTo>
                <a:lnTo>
                  <a:pt x="2386774" y="253276"/>
                </a:lnTo>
                <a:lnTo>
                  <a:pt x="2409634" y="228803"/>
                </a:lnTo>
                <a:close/>
              </a:path>
              <a:path w="6259195" h="439419">
                <a:moveTo>
                  <a:pt x="2603284" y="324904"/>
                </a:moveTo>
                <a:lnTo>
                  <a:pt x="2599245" y="317284"/>
                </a:lnTo>
                <a:lnTo>
                  <a:pt x="2587129" y="294424"/>
                </a:lnTo>
                <a:lnTo>
                  <a:pt x="2586151" y="292569"/>
                </a:lnTo>
                <a:lnTo>
                  <a:pt x="2569184" y="261797"/>
                </a:lnTo>
                <a:lnTo>
                  <a:pt x="2552484" y="232460"/>
                </a:lnTo>
                <a:lnTo>
                  <a:pt x="2536228" y="204419"/>
                </a:lnTo>
                <a:lnTo>
                  <a:pt x="2510218" y="218135"/>
                </a:lnTo>
                <a:lnTo>
                  <a:pt x="2520277" y="236410"/>
                </a:lnTo>
                <a:lnTo>
                  <a:pt x="2529738" y="254558"/>
                </a:lnTo>
                <a:lnTo>
                  <a:pt x="2538603" y="272427"/>
                </a:lnTo>
                <a:lnTo>
                  <a:pt x="2546896" y="289852"/>
                </a:lnTo>
                <a:lnTo>
                  <a:pt x="2443162" y="294424"/>
                </a:lnTo>
                <a:lnTo>
                  <a:pt x="2468613" y="252907"/>
                </a:lnTo>
                <a:lnTo>
                  <a:pt x="2490228" y="215277"/>
                </a:lnTo>
                <a:lnTo>
                  <a:pt x="2508135" y="181381"/>
                </a:lnTo>
                <a:lnTo>
                  <a:pt x="2522512" y="151066"/>
                </a:lnTo>
                <a:lnTo>
                  <a:pt x="2488882" y="137261"/>
                </a:lnTo>
                <a:lnTo>
                  <a:pt x="2471712" y="176987"/>
                </a:lnTo>
                <a:lnTo>
                  <a:pt x="2454402" y="213563"/>
                </a:lnTo>
                <a:lnTo>
                  <a:pt x="2418778" y="276136"/>
                </a:lnTo>
                <a:lnTo>
                  <a:pt x="2394394" y="300520"/>
                </a:lnTo>
                <a:lnTo>
                  <a:pt x="2409634" y="332524"/>
                </a:lnTo>
                <a:lnTo>
                  <a:pt x="2421585" y="329615"/>
                </a:lnTo>
                <a:lnTo>
                  <a:pt x="2432113" y="327571"/>
                </a:lnTo>
                <a:lnTo>
                  <a:pt x="2447734" y="324904"/>
                </a:lnTo>
                <a:lnTo>
                  <a:pt x="2560612" y="317284"/>
                </a:lnTo>
                <a:lnTo>
                  <a:pt x="2563774" y="323240"/>
                </a:lnTo>
                <a:lnTo>
                  <a:pt x="2566517" y="329476"/>
                </a:lnTo>
                <a:lnTo>
                  <a:pt x="2568968" y="335711"/>
                </a:lnTo>
                <a:lnTo>
                  <a:pt x="2571280" y="341668"/>
                </a:lnTo>
                <a:lnTo>
                  <a:pt x="2603284" y="324904"/>
                </a:lnTo>
                <a:close/>
              </a:path>
              <a:path w="6259195" h="439419">
                <a:moveTo>
                  <a:pt x="2661285" y="71729"/>
                </a:moveTo>
                <a:lnTo>
                  <a:pt x="2472118" y="71729"/>
                </a:lnTo>
                <a:lnTo>
                  <a:pt x="2478074" y="57975"/>
                </a:lnTo>
                <a:lnTo>
                  <a:pt x="2484310" y="44056"/>
                </a:lnTo>
                <a:lnTo>
                  <a:pt x="2490546" y="29857"/>
                </a:lnTo>
                <a:lnTo>
                  <a:pt x="2496502" y="15240"/>
                </a:lnTo>
                <a:lnTo>
                  <a:pt x="2462974" y="3048"/>
                </a:lnTo>
                <a:lnTo>
                  <a:pt x="2446972" y="46520"/>
                </a:lnTo>
                <a:lnTo>
                  <a:pt x="2428684" y="87541"/>
                </a:lnTo>
                <a:lnTo>
                  <a:pt x="2408110" y="125984"/>
                </a:lnTo>
                <a:lnTo>
                  <a:pt x="2385250" y="161734"/>
                </a:lnTo>
                <a:lnTo>
                  <a:pt x="2392946" y="166319"/>
                </a:lnTo>
                <a:lnTo>
                  <a:pt x="2399919" y="170891"/>
                </a:lnTo>
                <a:lnTo>
                  <a:pt x="2406040" y="175463"/>
                </a:lnTo>
                <a:lnTo>
                  <a:pt x="2411158" y="180035"/>
                </a:lnTo>
                <a:lnTo>
                  <a:pt x="2422588" y="163398"/>
                </a:lnTo>
                <a:lnTo>
                  <a:pt x="2434018" y="145313"/>
                </a:lnTo>
                <a:lnTo>
                  <a:pt x="2445448" y="125514"/>
                </a:lnTo>
                <a:lnTo>
                  <a:pt x="2456878" y="103733"/>
                </a:lnTo>
                <a:lnTo>
                  <a:pt x="2626144" y="103733"/>
                </a:lnTo>
                <a:lnTo>
                  <a:pt x="2624328" y="170891"/>
                </a:lnTo>
                <a:lnTo>
                  <a:pt x="2622740" y="223354"/>
                </a:lnTo>
                <a:lnTo>
                  <a:pt x="2621165" y="270789"/>
                </a:lnTo>
                <a:lnTo>
                  <a:pt x="2619603" y="314642"/>
                </a:lnTo>
                <a:lnTo>
                  <a:pt x="2616822" y="356933"/>
                </a:lnTo>
                <a:lnTo>
                  <a:pt x="2590330" y="391109"/>
                </a:lnTo>
                <a:lnTo>
                  <a:pt x="2565184" y="393585"/>
                </a:lnTo>
                <a:lnTo>
                  <a:pt x="2527833" y="391109"/>
                </a:lnTo>
                <a:lnTo>
                  <a:pt x="2507272" y="389509"/>
                </a:lnTo>
                <a:lnTo>
                  <a:pt x="2485834" y="387489"/>
                </a:lnTo>
                <a:lnTo>
                  <a:pt x="2488742" y="397725"/>
                </a:lnTo>
                <a:lnTo>
                  <a:pt x="2490787" y="407682"/>
                </a:lnTo>
                <a:lnTo>
                  <a:pt x="2492260" y="417055"/>
                </a:lnTo>
                <a:lnTo>
                  <a:pt x="2493454" y="425589"/>
                </a:lnTo>
                <a:lnTo>
                  <a:pt x="2531262" y="427685"/>
                </a:lnTo>
                <a:lnTo>
                  <a:pt x="2549271" y="428371"/>
                </a:lnTo>
                <a:lnTo>
                  <a:pt x="2566708" y="428637"/>
                </a:lnTo>
                <a:lnTo>
                  <a:pt x="2587853" y="427507"/>
                </a:lnTo>
                <a:lnTo>
                  <a:pt x="2630716" y="411873"/>
                </a:lnTo>
                <a:lnTo>
                  <a:pt x="2642933" y="393585"/>
                </a:lnTo>
                <a:lnTo>
                  <a:pt x="2645994" y="386715"/>
                </a:lnTo>
                <a:lnTo>
                  <a:pt x="2652141" y="347764"/>
                </a:lnTo>
                <a:lnTo>
                  <a:pt x="2655493" y="254558"/>
                </a:lnTo>
                <a:lnTo>
                  <a:pt x="2660294" y="103733"/>
                </a:lnTo>
                <a:lnTo>
                  <a:pt x="2661285" y="71729"/>
                </a:lnTo>
                <a:close/>
              </a:path>
              <a:path w="6259195" h="439419">
                <a:moveTo>
                  <a:pt x="2891498" y="270040"/>
                </a:moveTo>
                <a:lnTo>
                  <a:pt x="2875242" y="253365"/>
                </a:lnTo>
                <a:lnTo>
                  <a:pt x="2858541" y="237566"/>
                </a:lnTo>
                <a:lnTo>
                  <a:pt x="2853855" y="233375"/>
                </a:lnTo>
                <a:lnTo>
                  <a:pt x="2847048" y="227279"/>
                </a:lnTo>
                <a:lnTo>
                  <a:pt x="2841942" y="222707"/>
                </a:lnTo>
                <a:lnTo>
                  <a:pt x="2824442" y="207467"/>
                </a:lnTo>
                <a:lnTo>
                  <a:pt x="2807678" y="222707"/>
                </a:lnTo>
                <a:lnTo>
                  <a:pt x="2807678" y="166319"/>
                </a:lnTo>
                <a:lnTo>
                  <a:pt x="2889974" y="166319"/>
                </a:lnTo>
                <a:lnTo>
                  <a:pt x="2889974" y="135737"/>
                </a:lnTo>
                <a:lnTo>
                  <a:pt x="2807678" y="135737"/>
                </a:lnTo>
                <a:lnTo>
                  <a:pt x="2807678" y="67157"/>
                </a:lnTo>
                <a:lnTo>
                  <a:pt x="2807678" y="61061"/>
                </a:lnTo>
                <a:lnTo>
                  <a:pt x="2882354" y="47345"/>
                </a:lnTo>
                <a:lnTo>
                  <a:pt x="2873210" y="16764"/>
                </a:lnTo>
                <a:lnTo>
                  <a:pt x="2829725" y="25577"/>
                </a:lnTo>
                <a:lnTo>
                  <a:pt x="2785922" y="33540"/>
                </a:lnTo>
                <a:lnTo>
                  <a:pt x="2741549" y="40386"/>
                </a:lnTo>
                <a:lnTo>
                  <a:pt x="2696337" y="45821"/>
                </a:lnTo>
                <a:lnTo>
                  <a:pt x="2698623" y="53797"/>
                </a:lnTo>
                <a:lnTo>
                  <a:pt x="2700909" y="61633"/>
                </a:lnTo>
                <a:lnTo>
                  <a:pt x="2703195" y="69176"/>
                </a:lnTo>
                <a:lnTo>
                  <a:pt x="2705481" y="76301"/>
                </a:lnTo>
                <a:lnTo>
                  <a:pt x="2775585" y="67157"/>
                </a:lnTo>
                <a:lnTo>
                  <a:pt x="2775585" y="135737"/>
                </a:lnTo>
                <a:lnTo>
                  <a:pt x="2691765" y="135737"/>
                </a:lnTo>
                <a:lnTo>
                  <a:pt x="2691765" y="166319"/>
                </a:lnTo>
                <a:lnTo>
                  <a:pt x="2767965" y="166319"/>
                </a:lnTo>
                <a:lnTo>
                  <a:pt x="2751937" y="205473"/>
                </a:lnTo>
                <a:lnTo>
                  <a:pt x="2733484" y="242938"/>
                </a:lnTo>
                <a:lnTo>
                  <a:pt x="2712453" y="278688"/>
                </a:lnTo>
                <a:lnTo>
                  <a:pt x="2688717" y="312712"/>
                </a:lnTo>
                <a:lnTo>
                  <a:pt x="2697670" y="332905"/>
                </a:lnTo>
                <a:lnTo>
                  <a:pt x="2701785" y="342290"/>
                </a:lnTo>
                <a:lnTo>
                  <a:pt x="2705481" y="350812"/>
                </a:lnTo>
                <a:lnTo>
                  <a:pt x="2726080" y="320802"/>
                </a:lnTo>
                <a:lnTo>
                  <a:pt x="2744533" y="290220"/>
                </a:lnTo>
                <a:lnTo>
                  <a:pt x="2760992" y="259041"/>
                </a:lnTo>
                <a:lnTo>
                  <a:pt x="2775585" y="227279"/>
                </a:lnTo>
                <a:lnTo>
                  <a:pt x="2775585" y="437781"/>
                </a:lnTo>
                <a:lnTo>
                  <a:pt x="2807678" y="437781"/>
                </a:lnTo>
                <a:lnTo>
                  <a:pt x="2807678" y="233375"/>
                </a:lnTo>
                <a:lnTo>
                  <a:pt x="2824048" y="249186"/>
                </a:lnTo>
                <a:lnTo>
                  <a:pt x="2839110" y="264693"/>
                </a:lnTo>
                <a:lnTo>
                  <a:pt x="2853334" y="280187"/>
                </a:lnTo>
                <a:lnTo>
                  <a:pt x="2867114" y="295948"/>
                </a:lnTo>
                <a:lnTo>
                  <a:pt x="2891498" y="270040"/>
                </a:lnTo>
                <a:close/>
              </a:path>
              <a:path w="6259195" h="439419">
                <a:moveTo>
                  <a:pt x="3105061" y="56489"/>
                </a:moveTo>
                <a:lnTo>
                  <a:pt x="3070009" y="56489"/>
                </a:lnTo>
                <a:lnTo>
                  <a:pt x="3070009" y="90017"/>
                </a:lnTo>
                <a:lnTo>
                  <a:pt x="3070009" y="349288"/>
                </a:lnTo>
                <a:lnTo>
                  <a:pt x="2946463" y="349288"/>
                </a:lnTo>
                <a:lnTo>
                  <a:pt x="2946463" y="90017"/>
                </a:lnTo>
                <a:lnTo>
                  <a:pt x="3070009" y="90017"/>
                </a:lnTo>
                <a:lnTo>
                  <a:pt x="3070009" y="56489"/>
                </a:lnTo>
                <a:lnTo>
                  <a:pt x="2911322" y="56489"/>
                </a:lnTo>
                <a:lnTo>
                  <a:pt x="2911322" y="422541"/>
                </a:lnTo>
                <a:lnTo>
                  <a:pt x="2946463" y="422541"/>
                </a:lnTo>
                <a:lnTo>
                  <a:pt x="2946463" y="379869"/>
                </a:lnTo>
                <a:lnTo>
                  <a:pt x="3070009" y="379869"/>
                </a:lnTo>
                <a:lnTo>
                  <a:pt x="3070009" y="422541"/>
                </a:lnTo>
                <a:lnTo>
                  <a:pt x="3105061" y="422541"/>
                </a:lnTo>
                <a:lnTo>
                  <a:pt x="3105061" y="379869"/>
                </a:lnTo>
                <a:lnTo>
                  <a:pt x="3105061" y="349288"/>
                </a:lnTo>
                <a:lnTo>
                  <a:pt x="3105061" y="90017"/>
                </a:lnTo>
                <a:lnTo>
                  <a:pt x="3105061" y="56489"/>
                </a:lnTo>
                <a:close/>
              </a:path>
              <a:path w="6259195" h="439419">
                <a:moveTo>
                  <a:pt x="3574732" y="378333"/>
                </a:moveTo>
                <a:lnTo>
                  <a:pt x="3537331" y="369747"/>
                </a:lnTo>
                <a:lnTo>
                  <a:pt x="3503053" y="357720"/>
                </a:lnTo>
                <a:lnTo>
                  <a:pt x="3472205" y="342252"/>
                </a:lnTo>
                <a:lnTo>
                  <a:pt x="3445103" y="323380"/>
                </a:lnTo>
                <a:lnTo>
                  <a:pt x="3542728" y="273088"/>
                </a:lnTo>
                <a:lnTo>
                  <a:pt x="3518344" y="244030"/>
                </a:lnTo>
                <a:lnTo>
                  <a:pt x="3492614" y="260642"/>
                </a:lnTo>
                <a:lnTo>
                  <a:pt x="3468001" y="275932"/>
                </a:lnTo>
                <a:lnTo>
                  <a:pt x="3444544" y="289775"/>
                </a:lnTo>
                <a:lnTo>
                  <a:pt x="3422243" y="302044"/>
                </a:lnTo>
                <a:lnTo>
                  <a:pt x="3408210" y="285445"/>
                </a:lnTo>
                <a:lnTo>
                  <a:pt x="3395764" y="267550"/>
                </a:lnTo>
                <a:lnTo>
                  <a:pt x="3384727" y="248208"/>
                </a:lnTo>
                <a:lnTo>
                  <a:pt x="3374999" y="227266"/>
                </a:lnTo>
                <a:lnTo>
                  <a:pt x="3570160" y="227266"/>
                </a:lnTo>
                <a:lnTo>
                  <a:pt x="3570160" y="196786"/>
                </a:lnTo>
                <a:lnTo>
                  <a:pt x="3373475" y="196786"/>
                </a:lnTo>
                <a:lnTo>
                  <a:pt x="3373475" y="152590"/>
                </a:lnTo>
                <a:lnTo>
                  <a:pt x="3538156" y="152590"/>
                </a:lnTo>
                <a:lnTo>
                  <a:pt x="3538156" y="122021"/>
                </a:lnTo>
                <a:lnTo>
                  <a:pt x="3373475" y="122021"/>
                </a:lnTo>
                <a:lnTo>
                  <a:pt x="3373475" y="79349"/>
                </a:lnTo>
                <a:lnTo>
                  <a:pt x="3557968" y="79349"/>
                </a:lnTo>
                <a:lnTo>
                  <a:pt x="3557968" y="48869"/>
                </a:lnTo>
                <a:lnTo>
                  <a:pt x="3373475" y="48869"/>
                </a:lnTo>
                <a:lnTo>
                  <a:pt x="3373475" y="0"/>
                </a:lnTo>
                <a:lnTo>
                  <a:pt x="3339846" y="0"/>
                </a:lnTo>
                <a:lnTo>
                  <a:pt x="3339846" y="48869"/>
                </a:lnTo>
                <a:lnTo>
                  <a:pt x="3156877" y="48869"/>
                </a:lnTo>
                <a:lnTo>
                  <a:pt x="3156877" y="79349"/>
                </a:lnTo>
                <a:lnTo>
                  <a:pt x="3339846" y="79349"/>
                </a:lnTo>
                <a:lnTo>
                  <a:pt x="3339846" y="122021"/>
                </a:lnTo>
                <a:lnTo>
                  <a:pt x="3173641" y="122021"/>
                </a:lnTo>
                <a:lnTo>
                  <a:pt x="3173641" y="152590"/>
                </a:lnTo>
                <a:lnTo>
                  <a:pt x="3339846" y="152590"/>
                </a:lnTo>
                <a:lnTo>
                  <a:pt x="3339846" y="196786"/>
                </a:lnTo>
                <a:lnTo>
                  <a:pt x="3143161" y="196786"/>
                </a:lnTo>
                <a:lnTo>
                  <a:pt x="3143161" y="227266"/>
                </a:lnTo>
                <a:lnTo>
                  <a:pt x="3315462" y="227266"/>
                </a:lnTo>
                <a:lnTo>
                  <a:pt x="3280333" y="264210"/>
                </a:lnTo>
                <a:lnTo>
                  <a:pt x="3239058" y="297268"/>
                </a:lnTo>
                <a:lnTo>
                  <a:pt x="3191764" y="326593"/>
                </a:lnTo>
                <a:lnTo>
                  <a:pt x="3138589" y="352336"/>
                </a:lnTo>
                <a:lnTo>
                  <a:pt x="3144278" y="359486"/>
                </a:lnTo>
                <a:lnTo>
                  <a:pt x="3149828" y="366903"/>
                </a:lnTo>
                <a:lnTo>
                  <a:pt x="3159925" y="381381"/>
                </a:lnTo>
                <a:lnTo>
                  <a:pt x="3188551" y="367347"/>
                </a:lnTo>
                <a:lnTo>
                  <a:pt x="3215208" y="352577"/>
                </a:lnTo>
                <a:lnTo>
                  <a:pt x="3240151" y="336943"/>
                </a:lnTo>
                <a:lnTo>
                  <a:pt x="3263646" y="320332"/>
                </a:lnTo>
                <a:lnTo>
                  <a:pt x="3263646" y="381381"/>
                </a:lnTo>
                <a:lnTo>
                  <a:pt x="3262807" y="388200"/>
                </a:lnTo>
                <a:lnTo>
                  <a:pt x="3260407" y="394716"/>
                </a:lnTo>
                <a:lnTo>
                  <a:pt x="3256572" y="400672"/>
                </a:lnTo>
                <a:lnTo>
                  <a:pt x="3251454" y="405765"/>
                </a:lnTo>
                <a:lnTo>
                  <a:pt x="3271266" y="437769"/>
                </a:lnTo>
                <a:lnTo>
                  <a:pt x="3323069" y="415315"/>
                </a:lnTo>
                <a:lnTo>
                  <a:pt x="3377387" y="395363"/>
                </a:lnTo>
                <a:lnTo>
                  <a:pt x="3403955" y="385953"/>
                </a:lnTo>
                <a:lnTo>
                  <a:pt x="3403066" y="376796"/>
                </a:lnTo>
                <a:lnTo>
                  <a:pt x="3402622" y="367474"/>
                </a:lnTo>
                <a:lnTo>
                  <a:pt x="3402431" y="347764"/>
                </a:lnTo>
                <a:lnTo>
                  <a:pt x="3377603" y="358076"/>
                </a:lnTo>
                <a:lnTo>
                  <a:pt x="3351326" y="368236"/>
                </a:lnTo>
                <a:lnTo>
                  <a:pt x="3323907" y="378079"/>
                </a:lnTo>
                <a:lnTo>
                  <a:pt x="3295650" y="387477"/>
                </a:lnTo>
                <a:lnTo>
                  <a:pt x="3295650" y="294424"/>
                </a:lnTo>
                <a:lnTo>
                  <a:pt x="3309963" y="280924"/>
                </a:lnTo>
                <a:lnTo>
                  <a:pt x="3323285" y="267550"/>
                </a:lnTo>
                <a:lnTo>
                  <a:pt x="3335769" y="253873"/>
                </a:lnTo>
                <a:lnTo>
                  <a:pt x="3347567" y="239458"/>
                </a:lnTo>
                <a:lnTo>
                  <a:pt x="3369767" y="283070"/>
                </a:lnTo>
                <a:lnTo>
                  <a:pt x="3396665" y="320840"/>
                </a:lnTo>
                <a:lnTo>
                  <a:pt x="3428149" y="352755"/>
                </a:lnTo>
                <a:lnTo>
                  <a:pt x="3464090" y="378815"/>
                </a:lnTo>
                <a:lnTo>
                  <a:pt x="3504361" y="399034"/>
                </a:lnTo>
                <a:lnTo>
                  <a:pt x="3548824" y="413385"/>
                </a:lnTo>
                <a:lnTo>
                  <a:pt x="3560635" y="397002"/>
                </a:lnTo>
                <a:lnTo>
                  <a:pt x="3574732" y="378333"/>
                </a:lnTo>
                <a:close/>
              </a:path>
              <a:path w="6259195" h="439419">
                <a:moveTo>
                  <a:pt x="3754653" y="334048"/>
                </a:moveTo>
                <a:lnTo>
                  <a:pt x="3751605" y="300520"/>
                </a:lnTo>
                <a:lnTo>
                  <a:pt x="3734727" y="305968"/>
                </a:lnTo>
                <a:lnTo>
                  <a:pt x="3718268" y="310997"/>
                </a:lnTo>
                <a:lnTo>
                  <a:pt x="3686073" y="320332"/>
                </a:lnTo>
                <a:lnTo>
                  <a:pt x="3686073" y="202895"/>
                </a:lnTo>
                <a:lnTo>
                  <a:pt x="3742461" y="202895"/>
                </a:lnTo>
                <a:lnTo>
                  <a:pt x="3742461" y="172415"/>
                </a:lnTo>
                <a:lnTo>
                  <a:pt x="3686073" y="172415"/>
                </a:lnTo>
                <a:lnTo>
                  <a:pt x="3686073" y="70205"/>
                </a:lnTo>
                <a:lnTo>
                  <a:pt x="3748557" y="70205"/>
                </a:lnTo>
                <a:lnTo>
                  <a:pt x="3748557" y="38100"/>
                </a:lnTo>
                <a:lnTo>
                  <a:pt x="3591496" y="38100"/>
                </a:lnTo>
                <a:lnTo>
                  <a:pt x="3591496" y="70205"/>
                </a:lnTo>
                <a:lnTo>
                  <a:pt x="3652545" y="70205"/>
                </a:lnTo>
                <a:lnTo>
                  <a:pt x="3652545" y="172415"/>
                </a:lnTo>
                <a:lnTo>
                  <a:pt x="3594544" y="172415"/>
                </a:lnTo>
                <a:lnTo>
                  <a:pt x="3594544" y="202895"/>
                </a:lnTo>
                <a:lnTo>
                  <a:pt x="3652545" y="202895"/>
                </a:lnTo>
                <a:lnTo>
                  <a:pt x="3652545" y="331000"/>
                </a:lnTo>
                <a:lnTo>
                  <a:pt x="3618598" y="340144"/>
                </a:lnTo>
                <a:lnTo>
                  <a:pt x="3602317" y="344716"/>
                </a:lnTo>
                <a:lnTo>
                  <a:pt x="3586924" y="349288"/>
                </a:lnTo>
                <a:lnTo>
                  <a:pt x="3599116" y="382917"/>
                </a:lnTo>
                <a:lnTo>
                  <a:pt x="3754653" y="334048"/>
                </a:lnTo>
                <a:close/>
              </a:path>
              <a:path w="6259195" h="439419">
                <a:moveTo>
                  <a:pt x="3986504" y="22860"/>
                </a:moveTo>
                <a:lnTo>
                  <a:pt x="3762375" y="22860"/>
                </a:lnTo>
                <a:lnTo>
                  <a:pt x="3762375" y="292900"/>
                </a:lnTo>
                <a:lnTo>
                  <a:pt x="3795903" y="292900"/>
                </a:lnTo>
                <a:lnTo>
                  <a:pt x="3795903" y="54965"/>
                </a:lnTo>
                <a:lnTo>
                  <a:pt x="3951452" y="54965"/>
                </a:lnTo>
                <a:lnTo>
                  <a:pt x="3951452" y="285280"/>
                </a:lnTo>
                <a:lnTo>
                  <a:pt x="3986504" y="285280"/>
                </a:lnTo>
                <a:lnTo>
                  <a:pt x="3986504" y="54965"/>
                </a:lnTo>
                <a:lnTo>
                  <a:pt x="3986504" y="22860"/>
                </a:lnTo>
                <a:close/>
              </a:path>
              <a:path w="6259195" h="439419">
                <a:moveTo>
                  <a:pt x="4023080" y="324904"/>
                </a:moveTo>
                <a:lnTo>
                  <a:pt x="4013073" y="320827"/>
                </a:lnTo>
                <a:lnTo>
                  <a:pt x="3994785" y="314401"/>
                </a:lnTo>
                <a:lnTo>
                  <a:pt x="3986504" y="311188"/>
                </a:lnTo>
                <a:lnTo>
                  <a:pt x="3984574" y="357771"/>
                </a:lnTo>
                <a:lnTo>
                  <a:pt x="3954500" y="392061"/>
                </a:lnTo>
                <a:lnTo>
                  <a:pt x="3933164" y="392061"/>
                </a:lnTo>
                <a:lnTo>
                  <a:pt x="3922039" y="390626"/>
                </a:lnTo>
                <a:lnTo>
                  <a:pt x="3913924" y="386346"/>
                </a:lnTo>
                <a:lnTo>
                  <a:pt x="3908945" y="379196"/>
                </a:lnTo>
                <a:lnTo>
                  <a:pt x="3907256" y="369201"/>
                </a:lnTo>
                <a:lnTo>
                  <a:pt x="3907256" y="276136"/>
                </a:lnTo>
                <a:lnTo>
                  <a:pt x="3907256" y="257848"/>
                </a:lnTo>
                <a:lnTo>
                  <a:pt x="3878199" y="257848"/>
                </a:lnTo>
                <a:lnTo>
                  <a:pt x="3882199" y="236105"/>
                </a:lnTo>
                <a:lnTo>
                  <a:pt x="3885057" y="212229"/>
                </a:lnTo>
                <a:lnTo>
                  <a:pt x="3886771" y="186385"/>
                </a:lnTo>
                <a:lnTo>
                  <a:pt x="3887279" y="161747"/>
                </a:lnTo>
                <a:lnTo>
                  <a:pt x="3887343" y="85445"/>
                </a:lnTo>
                <a:lnTo>
                  <a:pt x="3853815" y="85445"/>
                </a:lnTo>
                <a:lnTo>
                  <a:pt x="3853815" y="161747"/>
                </a:lnTo>
                <a:lnTo>
                  <a:pt x="3851808" y="208648"/>
                </a:lnTo>
                <a:lnTo>
                  <a:pt x="3845814" y="248843"/>
                </a:lnTo>
                <a:lnTo>
                  <a:pt x="3821811" y="309664"/>
                </a:lnTo>
                <a:lnTo>
                  <a:pt x="3776268" y="361149"/>
                </a:lnTo>
                <a:lnTo>
                  <a:pt x="3743541" y="384327"/>
                </a:lnTo>
                <a:lnTo>
                  <a:pt x="3704361" y="405777"/>
                </a:lnTo>
                <a:lnTo>
                  <a:pt x="3710076" y="412648"/>
                </a:lnTo>
                <a:lnTo>
                  <a:pt x="3715791" y="419684"/>
                </a:lnTo>
                <a:lnTo>
                  <a:pt x="3721506" y="426986"/>
                </a:lnTo>
                <a:lnTo>
                  <a:pt x="3727221" y="434733"/>
                </a:lnTo>
                <a:lnTo>
                  <a:pt x="3767569" y="411251"/>
                </a:lnTo>
                <a:lnTo>
                  <a:pt x="3801592" y="386346"/>
                </a:lnTo>
                <a:lnTo>
                  <a:pt x="3829329" y="359676"/>
                </a:lnTo>
                <a:lnTo>
                  <a:pt x="3857345" y="318350"/>
                </a:lnTo>
                <a:lnTo>
                  <a:pt x="3873627" y="276136"/>
                </a:lnTo>
                <a:lnTo>
                  <a:pt x="3873627" y="373773"/>
                </a:lnTo>
                <a:lnTo>
                  <a:pt x="3877005" y="394893"/>
                </a:lnTo>
                <a:lnTo>
                  <a:pt x="3886974" y="410159"/>
                </a:lnTo>
                <a:lnTo>
                  <a:pt x="3903243" y="419417"/>
                </a:lnTo>
                <a:lnTo>
                  <a:pt x="3925544" y="422541"/>
                </a:lnTo>
                <a:lnTo>
                  <a:pt x="3959072" y="422541"/>
                </a:lnTo>
                <a:lnTo>
                  <a:pt x="3981589" y="419989"/>
                </a:lnTo>
                <a:lnTo>
                  <a:pt x="3998696" y="412445"/>
                </a:lnTo>
                <a:lnTo>
                  <a:pt x="4010075" y="400037"/>
                </a:lnTo>
                <a:lnTo>
                  <a:pt x="4012577" y="392061"/>
                </a:lnTo>
                <a:lnTo>
                  <a:pt x="4015460" y="382917"/>
                </a:lnTo>
                <a:lnTo>
                  <a:pt x="4017505" y="371703"/>
                </a:lnTo>
                <a:lnTo>
                  <a:pt x="4019270" y="358482"/>
                </a:lnTo>
                <a:lnTo>
                  <a:pt x="4023080" y="324904"/>
                </a:lnTo>
                <a:close/>
              </a:path>
              <a:path w="6259195" h="439419">
                <a:moveTo>
                  <a:pt x="4218343" y="24384"/>
                </a:moveTo>
                <a:lnTo>
                  <a:pt x="4186339" y="7620"/>
                </a:lnTo>
                <a:lnTo>
                  <a:pt x="4159745" y="49733"/>
                </a:lnTo>
                <a:lnTo>
                  <a:pt x="4131195" y="88176"/>
                </a:lnTo>
                <a:lnTo>
                  <a:pt x="4100525" y="122948"/>
                </a:lnTo>
                <a:lnTo>
                  <a:pt x="4067581" y="154076"/>
                </a:lnTo>
                <a:lnTo>
                  <a:pt x="4032212" y="181546"/>
                </a:lnTo>
                <a:lnTo>
                  <a:pt x="4046969" y="197942"/>
                </a:lnTo>
                <a:lnTo>
                  <a:pt x="4053103" y="205130"/>
                </a:lnTo>
                <a:lnTo>
                  <a:pt x="4058221" y="212039"/>
                </a:lnTo>
                <a:lnTo>
                  <a:pt x="4094619" y="181851"/>
                </a:lnTo>
                <a:lnTo>
                  <a:pt x="4128820" y="147980"/>
                </a:lnTo>
                <a:lnTo>
                  <a:pt x="4160837" y="110451"/>
                </a:lnTo>
                <a:lnTo>
                  <a:pt x="4190669" y="69253"/>
                </a:lnTo>
                <a:lnTo>
                  <a:pt x="4218343" y="24384"/>
                </a:lnTo>
                <a:close/>
              </a:path>
              <a:path w="6259195" h="439419">
                <a:moveTo>
                  <a:pt x="4383024" y="196786"/>
                </a:moveTo>
                <a:lnTo>
                  <a:pt x="4091749" y="196786"/>
                </a:lnTo>
                <a:lnTo>
                  <a:pt x="4091749" y="228803"/>
                </a:lnTo>
                <a:lnTo>
                  <a:pt x="4177195" y="228803"/>
                </a:lnTo>
                <a:lnTo>
                  <a:pt x="4173702" y="258279"/>
                </a:lnTo>
                <a:lnTo>
                  <a:pt x="4159948" y="308610"/>
                </a:lnTo>
                <a:lnTo>
                  <a:pt x="4131106" y="354126"/>
                </a:lnTo>
                <a:lnTo>
                  <a:pt x="4079151" y="393649"/>
                </a:lnTo>
                <a:lnTo>
                  <a:pt x="4046029" y="408825"/>
                </a:lnTo>
                <a:lnTo>
                  <a:pt x="4052620" y="415696"/>
                </a:lnTo>
                <a:lnTo>
                  <a:pt x="4058793" y="422732"/>
                </a:lnTo>
                <a:lnTo>
                  <a:pt x="4064673" y="430034"/>
                </a:lnTo>
                <a:lnTo>
                  <a:pt x="4070413" y="437781"/>
                </a:lnTo>
                <a:lnTo>
                  <a:pt x="4106659" y="420052"/>
                </a:lnTo>
                <a:lnTo>
                  <a:pt x="4162602" y="374294"/>
                </a:lnTo>
                <a:lnTo>
                  <a:pt x="4193171" y="322541"/>
                </a:lnTo>
                <a:lnTo>
                  <a:pt x="4208551" y="263690"/>
                </a:lnTo>
                <a:lnTo>
                  <a:pt x="4212247" y="228803"/>
                </a:lnTo>
                <a:lnTo>
                  <a:pt x="4347972" y="228803"/>
                </a:lnTo>
                <a:lnTo>
                  <a:pt x="4345495" y="287172"/>
                </a:lnTo>
                <a:lnTo>
                  <a:pt x="4341876" y="338620"/>
                </a:lnTo>
                <a:lnTo>
                  <a:pt x="4327957" y="377571"/>
                </a:lnTo>
                <a:lnTo>
                  <a:pt x="4294543" y="389013"/>
                </a:lnTo>
                <a:lnTo>
                  <a:pt x="4273626" y="388721"/>
                </a:lnTo>
                <a:lnTo>
                  <a:pt x="4254157" y="387870"/>
                </a:lnTo>
                <a:lnTo>
                  <a:pt x="4235818" y="386435"/>
                </a:lnTo>
                <a:lnTo>
                  <a:pt x="4218343" y="384441"/>
                </a:lnTo>
                <a:lnTo>
                  <a:pt x="4220362" y="393585"/>
                </a:lnTo>
                <a:lnTo>
                  <a:pt x="4221962" y="402729"/>
                </a:lnTo>
                <a:lnTo>
                  <a:pt x="4223270" y="411873"/>
                </a:lnTo>
                <a:lnTo>
                  <a:pt x="4224439" y="421017"/>
                </a:lnTo>
                <a:lnTo>
                  <a:pt x="4262920" y="423113"/>
                </a:lnTo>
                <a:lnTo>
                  <a:pt x="4281436" y="423799"/>
                </a:lnTo>
                <a:lnTo>
                  <a:pt x="4299115" y="424065"/>
                </a:lnTo>
                <a:lnTo>
                  <a:pt x="4331449" y="418909"/>
                </a:lnTo>
                <a:lnTo>
                  <a:pt x="4363720" y="389013"/>
                </a:lnTo>
                <a:lnTo>
                  <a:pt x="4376928" y="341668"/>
                </a:lnTo>
                <a:lnTo>
                  <a:pt x="4380547" y="269798"/>
                </a:lnTo>
                <a:lnTo>
                  <a:pt x="4381855" y="233362"/>
                </a:lnTo>
                <a:lnTo>
                  <a:pt x="4383024" y="196786"/>
                </a:lnTo>
                <a:close/>
              </a:path>
              <a:path w="6259195" h="439419">
                <a:moveTo>
                  <a:pt x="4474565" y="176974"/>
                </a:moveTo>
                <a:lnTo>
                  <a:pt x="4428972" y="150939"/>
                </a:lnTo>
                <a:lnTo>
                  <a:pt x="4389259" y="120383"/>
                </a:lnTo>
                <a:lnTo>
                  <a:pt x="4355389" y="85140"/>
                </a:lnTo>
                <a:lnTo>
                  <a:pt x="4327385" y="45072"/>
                </a:lnTo>
                <a:lnTo>
                  <a:pt x="4305211" y="0"/>
                </a:lnTo>
                <a:lnTo>
                  <a:pt x="4273207" y="13716"/>
                </a:lnTo>
                <a:lnTo>
                  <a:pt x="4296969" y="61874"/>
                </a:lnTo>
                <a:lnTo>
                  <a:pt x="4326166" y="105638"/>
                </a:lnTo>
                <a:lnTo>
                  <a:pt x="4360710" y="144995"/>
                </a:lnTo>
                <a:lnTo>
                  <a:pt x="4400524" y="179959"/>
                </a:lnTo>
                <a:lnTo>
                  <a:pt x="4445508" y="210515"/>
                </a:lnTo>
                <a:lnTo>
                  <a:pt x="4450689" y="203339"/>
                </a:lnTo>
                <a:lnTo>
                  <a:pt x="4457179" y="195453"/>
                </a:lnTo>
                <a:lnTo>
                  <a:pt x="4465091" y="186715"/>
                </a:lnTo>
                <a:lnTo>
                  <a:pt x="4474565" y="176974"/>
                </a:lnTo>
                <a:close/>
              </a:path>
              <a:path w="6259195" h="439419">
                <a:moveTo>
                  <a:pt x="4813084" y="155638"/>
                </a:moveTo>
                <a:lnTo>
                  <a:pt x="4786173" y="144881"/>
                </a:lnTo>
                <a:lnTo>
                  <a:pt x="4778984" y="142036"/>
                </a:lnTo>
                <a:lnTo>
                  <a:pt x="4762284" y="135623"/>
                </a:lnTo>
                <a:lnTo>
                  <a:pt x="4746028" y="129641"/>
                </a:lnTo>
                <a:lnTo>
                  <a:pt x="4761763" y="122758"/>
                </a:lnTo>
                <a:lnTo>
                  <a:pt x="4776660" y="115925"/>
                </a:lnTo>
                <a:lnTo>
                  <a:pt x="4792103" y="108419"/>
                </a:lnTo>
                <a:lnTo>
                  <a:pt x="4806988" y="100685"/>
                </a:lnTo>
                <a:lnTo>
                  <a:pt x="4793272" y="77825"/>
                </a:lnTo>
                <a:lnTo>
                  <a:pt x="4773307" y="88061"/>
                </a:lnTo>
                <a:lnTo>
                  <a:pt x="4752492" y="98018"/>
                </a:lnTo>
                <a:lnTo>
                  <a:pt x="4731080" y="107403"/>
                </a:lnTo>
                <a:lnTo>
                  <a:pt x="4709350" y="115925"/>
                </a:lnTo>
                <a:lnTo>
                  <a:pt x="4602670" y="80873"/>
                </a:lnTo>
                <a:lnTo>
                  <a:pt x="4590377" y="103733"/>
                </a:lnTo>
                <a:lnTo>
                  <a:pt x="4610151" y="109728"/>
                </a:lnTo>
                <a:lnTo>
                  <a:pt x="4630471" y="116306"/>
                </a:lnTo>
                <a:lnTo>
                  <a:pt x="4651337" y="123444"/>
                </a:lnTo>
                <a:lnTo>
                  <a:pt x="4672774" y="131165"/>
                </a:lnTo>
                <a:lnTo>
                  <a:pt x="4606302" y="151815"/>
                </a:lnTo>
                <a:lnTo>
                  <a:pt x="4582757" y="158686"/>
                </a:lnTo>
                <a:lnTo>
                  <a:pt x="4587113" y="164426"/>
                </a:lnTo>
                <a:lnTo>
                  <a:pt x="4591189" y="170307"/>
                </a:lnTo>
                <a:lnTo>
                  <a:pt x="4599622" y="183070"/>
                </a:lnTo>
                <a:lnTo>
                  <a:pt x="4628146" y="174548"/>
                </a:lnTo>
                <a:lnTo>
                  <a:pt x="4656391" y="165163"/>
                </a:lnTo>
                <a:lnTo>
                  <a:pt x="4684065" y="155181"/>
                </a:lnTo>
                <a:lnTo>
                  <a:pt x="4710874" y="144881"/>
                </a:lnTo>
                <a:lnTo>
                  <a:pt x="4732693" y="153200"/>
                </a:lnTo>
                <a:lnTo>
                  <a:pt x="4800892" y="180022"/>
                </a:lnTo>
                <a:lnTo>
                  <a:pt x="4813084" y="155638"/>
                </a:lnTo>
                <a:close/>
              </a:path>
              <a:path w="6259195" h="439419">
                <a:moveTo>
                  <a:pt x="4884801" y="257848"/>
                </a:moveTo>
                <a:lnTo>
                  <a:pt x="4700206" y="257848"/>
                </a:lnTo>
                <a:lnTo>
                  <a:pt x="4705680" y="247738"/>
                </a:lnTo>
                <a:lnTo>
                  <a:pt x="4715954" y="228396"/>
                </a:lnTo>
                <a:lnTo>
                  <a:pt x="4721542" y="218122"/>
                </a:lnTo>
                <a:lnTo>
                  <a:pt x="4835944" y="218122"/>
                </a:lnTo>
                <a:lnTo>
                  <a:pt x="4835944" y="233362"/>
                </a:lnTo>
                <a:lnTo>
                  <a:pt x="4867948" y="233362"/>
                </a:lnTo>
                <a:lnTo>
                  <a:pt x="4867948" y="190690"/>
                </a:lnTo>
                <a:lnTo>
                  <a:pt x="4867948" y="90017"/>
                </a:lnTo>
                <a:lnTo>
                  <a:pt x="4835944" y="90017"/>
                </a:lnTo>
                <a:lnTo>
                  <a:pt x="4835944" y="190690"/>
                </a:lnTo>
                <a:lnTo>
                  <a:pt x="4567517" y="190690"/>
                </a:lnTo>
                <a:lnTo>
                  <a:pt x="4567517" y="91541"/>
                </a:lnTo>
                <a:lnTo>
                  <a:pt x="4535513" y="91541"/>
                </a:lnTo>
                <a:lnTo>
                  <a:pt x="4535513" y="218122"/>
                </a:lnTo>
                <a:lnTo>
                  <a:pt x="4681918" y="218122"/>
                </a:lnTo>
                <a:lnTo>
                  <a:pt x="4677448" y="228180"/>
                </a:lnTo>
                <a:lnTo>
                  <a:pt x="4672774" y="238518"/>
                </a:lnTo>
                <a:lnTo>
                  <a:pt x="4668202" y="248386"/>
                </a:lnTo>
                <a:lnTo>
                  <a:pt x="4663630" y="257848"/>
                </a:lnTo>
                <a:lnTo>
                  <a:pt x="4518749" y="257848"/>
                </a:lnTo>
                <a:lnTo>
                  <a:pt x="4518749" y="433209"/>
                </a:lnTo>
                <a:lnTo>
                  <a:pt x="4552277" y="433209"/>
                </a:lnTo>
                <a:lnTo>
                  <a:pt x="4552277" y="286804"/>
                </a:lnTo>
                <a:lnTo>
                  <a:pt x="4648390" y="286804"/>
                </a:lnTo>
                <a:lnTo>
                  <a:pt x="4627054" y="318808"/>
                </a:lnTo>
                <a:lnTo>
                  <a:pt x="4596574" y="346240"/>
                </a:lnTo>
                <a:lnTo>
                  <a:pt x="4608766" y="378345"/>
                </a:lnTo>
                <a:lnTo>
                  <a:pt x="4619053" y="376339"/>
                </a:lnTo>
                <a:lnTo>
                  <a:pt x="4629340" y="374916"/>
                </a:lnTo>
                <a:lnTo>
                  <a:pt x="4639627" y="374053"/>
                </a:lnTo>
                <a:lnTo>
                  <a:pt x="4649914" y="373773"/>
                </a:lnTo>
                <a:lnTo>
                  <a:pt x="4744288" y="367550"/>
                </a:lnTo>
                <a:lnTo>
                  <a:pt x="4773460" y="366153"/>
                </a:lnTo>
                <a:lnTo>
                  <a:pt x="4777143" y="370954"/>
                </a:lnTo>
                <a:lnTo>
                  <a:pt x="4781270" y="376059"/>
                </a:lnTo>
                <a:lnTo>
                  <a:pt x="4785665" y="381152"/>
                </a:lnTo>
                <a:lnTo>
                  <a:pt x="4790224" y="385965"/>
                </a:lnTo>
                <a:lnTo>
                  <a:pt x="4813084" y="366153"/>
                </a:lnTo>
                <a:lnTo>
                  <a:pt x="4797933" y="348945"/>
                </a:lnTo>
                <a:lnTo>
                  <a:pt x="4792662" y="343192"/>
                </a:lnTo>
                <a:lnTo>
                  <a:pt x="4782223" y="331774"/>
                </a:lnTo>
                <a:lnTo>
                  <a:pt x="4765929" y="314617"/>
                </a:lnTo>
                <a:lnTo>
                  <a:pt x="4749076" y="297472"/>
                </a:lnTo>
                <a:lnTo>
                  <a:pt x="4726114" y="314236"/>
                </a:lnTo>
                <a:lnTo>
                  <a:pt x="4731880" y="320852"/>
                </a:lnTo>
                <a:lnTo>
                  <a:pt x="4743348" y="333527"/>
                </a:lnTo>
                <a:lnTo>
                  <a:pt x="4749076" y="340144"/>
                </a:lnTo>
                <a:lnTo>
                  <a:pt x="4696599" y="342239"/>
                </a:lnTo>
                <a:lnTo>
                  <a:pt x="4670755" y="342925"/>
                </a:lnTo>
                <a:lnTo>
                  <a:pt x="4645342" y="343192"/>
                </a:lnTo>
                <a:lnTo>
                  <a:pt x="4654728" y="330098"/>
                </a:lnTo>
                <a:lnTo>
                  <a:pt x="4664392" y="316141"/>
                </a:lnTo>
                <a:lnTo>
                  <a:pt x="4674057" y="301612"/>
                </a:lnTo>
                <a:lnTo>
                  <a:pt x="4683442" y="286804"/>
                </a:lnTo>
                <a:lnTo>
                  <a:pt x="4851184" y="286804"/>
                </a:lnTo>
                <a:lnTo>
                  <a:pt x="4851184" y="379869"/>
                </a:lnTo>
                <a:lnTo>
                  <a:pt x="4850041" y="388747"/>
                </a:lnTo>
                <a:lnTo>
                  <a:pt x="4846612" y="394919"/>
                </a:lnTo>
                <a:lnTo>
                  <a:pt x="4840897" y="398513"/>
                </a:lnTo>
                <a:lnTo>
                  <a:pt x="4832896" y="399681"/>
                </a:lnTo>
                <a:lnTo>
                  <a:pt x="4823193" y="399415"/>
                </a:lnTo>
                <a:lnTo>
                  <a:pt x="4812512" y="398729"/>
                </a:lnTo>
                <a:lnTo>
                  <a:pt x="4788700" y="396633"/>
                </a:lnTo>
                <a:lnTo>
                  <a:pt x="4790719" y="405726"/>
                </a:lnTo>
                <a:lnTo>
                  <a:pt x="4792319" y="414540"/>
                </a:lnTo>
                <a:lnTo>
                  <a:pt x="4794796" y="430161"/>
                </a:lnTo>
                <a:lnTo>
                  <a:pt x="4807077" y="431038"/>
                </a:lnTo>
                <a:lnTo>
                  <a:pt x="4818799" y="431495"/>
                </a:lnTo>
                <a:lnTo>
                  <a:pt x="4829937" y="431660"/>
                </a:lnTo>
                <a:lnTo>
                  <a:pt x="4840516" y="431685"/>
                </a:lnTo>
                <a:lnTo>
                  <a:pt x="4859680" y="428802"/>
                </a:lnTo>
                <a:lnTo>
                  <a:pt x="4873549" y="420065"/>
                </a:lnTo>
                <a:lnTo>
                  <a:pt x="4881969" y="405320"/>
                </a:lnTo>
                <a:lnTo>
                  <a:pt x="4882731" y="399681"/>
                </a:lnTo>
                <a:lnTo>
                  <a:pt x="4884801" y="384441"/>
                </a:lnTo>
                <a:lnTo>
                  <a:pt x="4884801" y="286804"/>
                </a:lnTo>
                <a:lnTo>
                  <a:pt x="4884801" y="257848"/>
                </a:lnTo>
                <a:close/>
              </a:path>
              <a:path w="6259195" h="439419">
                <a:moveTo>
                  <a:pt x="4912233" y="44297"/>
                </a:moveTo>
                <a:lnTo>
                  <a:pt x="4726114" y="44297"/>
                </a:lnTo>
                <a:lnTo>
                  <a:pt x="4718405" y="30480"/>
                </a:lnTo>
                <a:lnTo>
                  <a:pt x="4711255" y="18681"/>
                </a:lnTo>
                <a:lnTo>
                  <a:pt x="4704689" y="8623"/>
                </a:lnTo>
                <a:lnTo>
                  <a:pt x="4698682" y="0"/>
                </a:lnTo>
                <a:lnTo>
                  <a:pt x="4665154" y="15240"/>
                </a:lnTo>
                <a:lnTo>
                  <a:pt x="4669485" y="21488"/>
                </a:lnTo>
                <a:lnTo>
                  <a:pt x="4673536" y="28587"/>
                </a:lnTo>
                <a:lnTo>
                  <a:pt x="4677588" y="36283"/>
                </a:lnTo>
                <a:lnTo>
                  <a:pt x="4681918" y="44297"/>
                </a:lnTo>
                <a:lnTo>
                  <a:pt x="4491317" y="44297"/>
                </a:lnTo>
                <a:lnTo>
                  <a:pt x="4491317" y="73253"/>
                </a:lnTo>
                <a:lnTo>
                  <a:pt x="4912233" y="73253"/>
                </a:lnTo>
                <a:lnTo>
                  <a:pt x="4912233" y="44297"/>
                </a:lnTo>
                <a:close/>
              </a:path>
              <a:path w="6259195" h="439419">
                <a:moveTo>
                  <a:pt x="5118074" y="76301"/>
                </a:moveTo>
                <a:lnTo>
                  <a:pt x="5083022" y="76301"/>
                </a:lnTo>
                <a:lnTo>
                  <a:pt x="5083022" y="108305"/>
                </a:lnTo>
                <a:lnTo>
                  <a:pt x="5083022" y="215087"/>
                </a:lnTo>
                <a:lnTo>
                  <a:pt x="5083022" y="247091"/>
                </a:lnTo>
                <a:lnTo>
                  <a:pt x="5083022" y="357009"/>
                </a:lnTo>
                <a:lnTo>
                  <a:pt x="4985385" y="357009"/>
                </a:lnTo>
                <a:lnTo>
                  <a:pt x="4985385" y="247091"/>
                </a:lnTo>
                <a:lnTo>
                  <a:pt x="5083022" y="247091"/>
                </a:lnTo>
                <a:lnTo>
                  <a:pt x="5083022" y="215087"/>
                </a:lnTo>
                <a:lnTo>
                  <a:pt x="4985385" y="215087"/>
                </a:lnTo>
                <a:lnTo>
                  <a:pt x="4985385" y="108305"/>
                </a:lnTo>
                <a:lnTo>
                  <a:pt x="5083022" y="108305"/>
                </a:lnTo>
                <a:lnTo>
                  <a:pt x="5083022" y="76301"/>
                </a:lnTo>
                <a:lnTo>
                  <a:pt x="5031206" y="76301"/>
                </a:lnTo>
                <a:lnTo>
                  <a:pt x="5037175" y="61163"/>
                </a:lnTo>
                <a:lnTo>
                  <a:pt x="5043589" y="45580"/>
                </a:lnTo>
                <a:lnTo>
                  <a:pt x="5050269" y="29718"/>
                </a:lnTo>
                <a:lnTo>
                  <a:pt x="5057114" y="13716"/>
                </a:lnTo>
                <a:lnTo>
                  <a:pt x="5020538" y="3048"/>
                </a:lnTo>
                <a:lnTo>
                  <a:pt x="5015395" y="19646"/>
                </a:lnTo>
                <a:lnTo>
                  <a:pt x="5009248" y="37388"/>
                </a:lnTo>
                <a:lnTo>
                  <a:pt x="5002238" y="56286"/>
                </a:lnTo>
                <a:lnTo>
                  <a:pt x="4994529" y="76301"/>
                </a:lnTo>
                <a:lnTo>
                  <a:pt x="4950333" y="76301"/>
                </a:lnTo>
                <a:lnTo>
                  <a:pt x="4950333" y="427113"/>
                </a:lnTo>
                <a:lnTo>
                  <a:pt x="4985385" y="427113"/>
                </a:lnTo>
                <a:lnTo>
                  <a:pt x="4985385" y="390537"/>
                </a:lnTo>
                <a:lnTo>
                  <a:pt x="5083022" y="390537"/>
                </a:lnTo>
                <a:lnTo>
                  <a:pt x="5083022" y="424065"/>
                </a:lnTo>
                <a:lnTo>
                  <a:pt x="5118074" y="424065"/>
                </a:lnTo>
                <a:lnTo>
                  <a:pt x="5118074" y="390537"/>
                </a:lnTo>
                <a:lnTo>
                  <a:pt x="5118074" y="357009"/>
                </a:lnTo>
                <a:lnTo>
                  <a:pt x="5118074" y="247091"/>
                </a:lnTo>
                <a:lnTo>
                  <a:pt x="5118074" y="215087"/>
                </a:lnTo>
                <a:lnTo>
                  <a:pt x="5118074" y="108305"/>
                </a:lnTo>
                <a:lnTo>
                  <a:pt x="5118074" y="76301"/>
                </a:lnTo>
                <a:close/>
              </a:path>
              <a:path w="6259195" h="439419">
                <a:moveTo>
                  <a:pt x="5267515" y="274612"/>
                </a:moveTo>
                <a:lnTo>
                  <a:pt x="5251729" y="252869"/>
                </a:lnTo>
                <a:lnTo>
                  <a:pt x="5233797" y="228993"/>
                </a:lnTo>
                <a:lnTo>
                  <a:pt x="5213299" y="203149"/>
                </a:lnTo>
                <a:lnTo>
                  <a:pt x="5189791" y="175463"/>
                </a:lnTo>
                <a:lnTo>
                  <a:pt x="5163883" y="195275"/>
                </a:lnTo>
                <a:lnTo>
                  <a:pt x="5183644" y="221310"/>
                </a:lnTo>
                <a:lnTo>
                  <a:pt x="5201983" y="246938"/>
                </a:lnTo>
                <a:lnTo>
                  <a:pt x="5219179" y="272288"/>
                </a:lnTo>
                <a:lnTo>
                  <a:pt x="5235511" y="297472"/>
                </a:lnTo>
                <a:lnTo>
                  <a:pt x="5267515" y="274612"/>
                </a:lnTo>
                <a:close/>
              </a:path>
              <a:path w="6259195" h="439419">
                <a:moveTo>
                  <a:pt x="5349913" y="74777"/>
                </a:moveTo>
                <a:lnTo>
                  <a:pt x="5208079" y="74777"/>
                </a:lnTo>
                <a:lnTo>
                  <a:pt x="5213794" y="59639"/>
                </a:lnTo>
                <a:lnTo>
                  <a:pt x="5219509" y="44056"/>
                </a:lnTo>
                <a:lnTo>
                  <a:pt x="5225224" y="28194"/>
                </a:lnTo>
                <a:lnTo>
                  <a:pt x="5230939" y="12192"/>
                </a:lnTo>
                <a:lnTo>
                  <a:pt x="5194363" y="3048"/>
                </a:lnTo>
                <a:lnTo>
                  <a:pt x="5179555" y="49352"/>
                </a:lnTo>
                <a:lnTo>
                  <a:pt x="5162728" y="91922"/>
                </a:lnTo>
                <a:lnTo>
                  <a:pt x="5144173" y="130492"/>
                </a:lnTo>
                <a:lnTo>
                  <a:pt x="5124170" y="164795"/>
                </a:lnTo>
                <a:lnTo>
                  <a:pt x="5133657" y="169341"/>
                </a:lnTo>
                <a:lnTo>
                  <a:pt x="5141734" y="173748"/>
                </a:lnTo>
                <a:lnTo>
                  <a:pt x="5148681" y="177863"/>
                </a:lnTo>
                <a:lnTo>
                  <a:pt x="5154739" y="181559"/>
                </a:lnTo>
                <a:lnTo>
                  <a:pt x="5165001" y="164934"/>
                </a:lnTo>
                <a:lnTo>
                  <a:pt x="5175123" y="147027"/>
                </a:lnTo>
                <a:lnTo>
                  <a:pt x="5184953" y="127685"/>
                </a:lnTo>
                <a:lnTo>
                  <a:pt x="5194363" y="106781"/>
                </a:lnTo>
                <a:lnTo>
                  <a:pt x="5311813" y="106781"/>
                </a:lnTo>
                <a:lnTo>
                  <a:pt x="5310886" y="172859"/>
                </a:lnTo>
                <a:lnTo>
                  <a:pt x="5309895" y="228993"/>
                </a:lnTo>
                <a:lnTo>
                  <a:pt x="5308739" y="278650"/>
                </a:lnTo>
                <a:lnTo>
                  <a:pt x="5307368" y="318376"/>
                </a:lnTo>
                <a:lnTo>
                  <a:pt x="5301373" y="367347"/>
                </a:lnTo>
                <a:lnTo>
                  <a:pt x="5261419" y="390537"/>
                </a:lnTo>
                <a:lnTo>
                  <a:pt x="5242826" y="390220"/>
                </a:lnTo>
                <a:lnTo>
                  <a:pt x="5223510" y="389204"/>
                </a:lnTo>
                <a:lnTo>
                  <a:pt x="5203342" y="387311"/>
                </a:lnTo>
                <a:lnTo>
                  <a:pt x="5182171" y="384441"/>
                </a:lnTo>
                <a:lnTo>
                  <a:pt x="5180647" y="384441"/>
                </a:lnTo>
                <a:lnTo>
                  <a:pt x="5182692" y="393623"/>
                </a:lnTo>
                <a:lnTo>
                  <a:pt x="5184457" y="403110"/>
                </a:lnTo>
                <a:lnTo>
                  <a:pt x="5186223" y="413156"/>
                </a:lnTo>
                <a:lnTo>
                  <a:pt x="5188267" y="424065"/>
                </a:lnTo>
                <a:lnTo>
                  <a:pt x="5228653" y="426161"/>
                </a:lnTo>
                <a:lnTo>
                  <a:pt x="5248707" y="426847"/>
                </a:lnTo>
                <a:lnTo>
                  <a:pt x="5269039" y="427113"/>
                </a:lnTo>
                <a:lnTo>
                  <a:pt x="5299354" y="422821"/>
                </a:lnTo>
                <a:lnTo>
                  <a:pt x="5334063" y="390537"/>
                </a:lnTo>
                <a:lnTo>
                  <a:pt x="5342293" y="334098"/>
                </a:lnTo>
                <a:lnTo>
                  <a:pt x="5345341" y="257797"/>
                </a:lnTo>
                <a:lnTo>
                  <a:pt x="5346865" y="205943"/>
                </a:lnTo>
                <a:lnTo>
                  <a:pt x="5348325" y="147027"/>
                </a:lnTo>
                <a:lnTo>
                  <a:pt x="5349214" y="106781"/>
                </a:lnTo>
                <a:lnTo>
                  <a:pt x="5349913" y="74777"/>
                </a:lnTo>
                <a:close/>
              </a:path>
              <a:path w="6259195" h="439419">
                <a:moveTo>
                  <a:pt x="5517642" y="16764"/>
                </a:moveTo>
                <a:lnTo>
                  <a:pt x="5482590" y="4572"/>
                </a:lnTo>
                <a:lnTo>
                  <a:pt x="5467426" y="50177"/>
                </a:lnTo>
                <a:lnTo>
                  <a:pt x="5449392" y="93662"/>
                </a:lnTo>
                <a:lnTo>
                  <a:pt x="5428577" y="135089"/>
                </a:lnTo>
                <a:lnTo>
                  <a:pt x="5405044" y="174523"/>
                </a:lnTo>
                <a:lnTo>
                  <a:pt x="5378856" y="212039"/>
                </a:lnTo>
                <a:lnTo>
                  <a:pt x="5383174" y="222300"/>
                </a:lnTo>
                <a:lnTo>
                  <a:pt x="5387048" y="232422"/>
                </a:lnTo>
                <a:lnTo>
                  <a:pt x="5394096" y="251752"/>
                </a:lnTo>
                <a:lnTo>
                  <a:pt x="5405285" y="236791"/>
                </a:lnTo>
                <a:lnTo>
                  <a:pt x="5416054" y="221564"/>
                </a:lnTo>
                <a:lnTo>
                  <a:pt x="5426545" y="205790"/>
                </a:lnTo>
                <a:lnTo>
                  <a:pt x="5436870" y="189179"/>
                </a:lnTo>
                <a:lnTo>
                  <a:pt x="5436870" y="433209"/>
                </a:lnTo>
                <a:lnTo>
                  <a:pt x="5470398" y="433209"/>
                </a:lnTo>
                <a:lnTo>
                  <a:pt x="5470398" y="189179"/>
                </a:lnTo>
                <a:lnTo>
                  <a:pt x="5470398" y="129641"/>
                </a:lnTo>
                <a:lnTo>
                  <a:pt x="5482920" y="103022"/>
                </a:lnTo>
                <a:lnTo>
                  <a:pt x="5495163" y="75526"/>
                </a:lnTo>
                <a:lnTo>
                  <a:pt x="5506834" y="46875"/>
                </a:lnTo>
                <a:lnTo>
                  <a:pt x="5517642" y="16764"/>
                </a:lnTo>
                <a:close/>
              </a:path>
              <a:path w="6259195" h="439419">
                <a:moveTo>
                  <a:pt x="5773864" y="68681"/>
                </a:moveTo>
                <a:lnTo>
                  <a:pt x="5756999" y="54927"/>
                </a:lnTo>
                <a:lnTo>
                  <a:pt x="5738419" y="41008"/>
                </a:lnTo>
                <a:lnTo>
                  <a:pt x="5718099" y="26809"/>
                </a:lnTo>
                <a:lnTo>
                  <a:pt x="5696051" y="12192"/>
                </a:lnTo>
                <a:lnTo>
                  <a:pt x="5676239" y="36576"/>
                </a:lnTo>
                <a:lnTo>
                  <a:pt x="5695454" y="50634"/>
                </a:lnTo>
                <a:lnTo>
                  <a:pt x="5714225" y="65239"/>
                </a:lnTo>
                <a:lnTo>
                  <a:pt x="5732691" y="80391"/>
                </a:lnTo>
                <a:lnTo>
                  <a:pt x="5751004" y="96113"/>
                </a:lnTo>
                <a:lnTo>
                  <a:pt x="5773864" y="68681"/>
                </a:lnTo>
                <a:close/>
              </a:path>
              <a:path w="6259195" h="439419">
                <a:moveTo>
                  <a:pt x="5815012" y="302044"/>
                </a:moveTo>
                <a:lnTo>
                  <a:pt x="5805868" y="297738"/>
                </a:lnTo>
                <a:lnTo>
                  <a:pt x="5796724" y="293852"/>
                </a:lnTo>
                <a:lnTo>
                  <a:pt x="5787580" y="290258"/>
                </a:lnTo>
                <a:lnTo>
                  <a:pt x="5778436" y="286804"/>
                </a:lnTo>
                <a:lnTo>
                  <a:pt x="5777268" y="307378"/>
                </a:lnTo>
                <a:lnTo>
                  <a:pt x="5775960" y="325678"/>
                </a:lnTo>
                <a:lnTo>
                  <a:pt x="5769483" y="368363"/>
                </a:lnTo>
                <a:lnTo>
                  <a:pt x="5740336" y="384441"/>
                </a:lnTo>
                <a:lnTo>
                  <a:pt x="5712904" y="384441"/>
                </a:lnTo>
                <a:lnTo>
                  <a:pt x="5701728" y="382981"/>
                </a:lnTo>
                <a:lnTo>
                  <a:pt x="5693575" y="378536"/>
                </a:lnTo>
                <a:lnTo>
                  <a:pt x="5688596" y="370928"/>
                </a:lnTo>
                <a:lnTo>
                  <a:pt x="5686907" y="360057"/>
                </a:lnTo>
                <a:lnTo>
                  <a:pt x="5686907" y="155651"/>
                </a:lnTo>
                <a:lnTo>
                  <a:pt x="5807392" y="155651"/>
                </a:lnTo>
                <a:lnTo>
                  <a:pt x="5807392" y="123545"/>
                </a:lnTo>
                <a:lnTo>
                  <a:pt x="5632043" y="123545"/>
                </a:lnTo>
                <a:lnTo>
                  <a:pt x="5632894" y="97282"/>
                </a:lnTo>
                <a:lnTo>
                  <a:pt x="5633364" y="68859"/>
                </a:lnTo>
                <a:lnTo>
                  <a:pt x="5633440" y="54927"/>
                </a:lnTo>
                <a:lnTo>
                  <a:pt x="5633567" y="6096"/>
                </a:lnTo>
                <a:lnTo>
                  <a:pt x="5598515" y="6096"/>
                </a:lnTo>
                <a:lnTo>
                  <a:pt x="5598401" y="54927"/>
                </a:lnTo>
                <a:lnTo>
                  <a:pt x="5598325" y="68859"/>
                </a:lnTo>
                <a:lnTo>
                  <a:pt x="5597868" y="97282"/>
                </a:lnTo>
                <a:lnTo>
                  <a:pt x="5596991" y="123545"/>
                </a:lnTo>
                <a:lnTo>
                  <a:pt x="5500878" y="123545"/>
                </a:lnTo>
                <a:lnTo>
                  <a:pt x="5500878" y="155651"/>
                </a:lnTo>
                <a:lnTo>
                  <a:pt x="5595467" y="155651"/>
                </a:lnTo>
                <a:lnTo>
                  <a:pt x="5591022" y="203822"/>
                </a:lnTo>
                <a:lnTo>
                  <a:pt x="5580812" y="249250"/>
                </a:lnTo>
                <a:lnTo>
                  <a:pt x="5564937" y="291947"/>
                </a:lnTo>
                <a:lnTo>
                  <a:pt x="5543461" y="331990"/>
                </a:lnTo>
                <a:lnTo>
                  <a:pt x="5516486" y="369404"/>
                </a:lnTo>
                <a:lnTo>
                  <a:pt x="5484114" y="404253"/>
                </a:lnTo>
                <a:lnTo>
                  <a:pt x="5490946" y="411111"/>
                </a:lnTo>
                <a:lnTo>
                  <a:pt x="5497639" y="417969"/>
                </a:lnTo>
                <a:lnTo>
                  <a:pt x="5504040" y="424827"/>
                </a:lnTo>
                <a:lnTo>
                  <a:pt x="5510022" y="431685"/>
                </a:lnTo>
                <a:lnTo>
                  <a:pt x="5545760" y="393458"/>
                </a:lnTo>
                <a:lnTo>
                  <a:pt x="5575173" y="352005"/>
                </a:lnTo>
                <a:lnTo>
                  <a:pt x="5598312" y="307416"/>
                </a:lnTo>
                <a:lnTo>
                  <a:pt x="5615216" y="259765"/>
                </a:lnTo>
                <a:lnTo>
                  <a:pt x="5625935" y="209143"/>
                </a:lnTo>
                <a:lnTo>
                  <a:pt x="5630519" y="155651"/>
                </a:lnTo>
                <a:lnTo>
                  <a:pt x="5651855" y="155651"/>
                </a:lnTo>
                <a:lnTo>
                  <a:pt x="5651855" y="363105"/>
                </a:lnTo>
                <a:lnTo>
                  <a:pt x="5652681" y="377698"/>
                </a:lnTo>
                <a:lnTo>
                  <a:pt x="5671782" y="410895"/>
                </a:lnTo>
                <a:lnTo>
                  <a:pt x="5706808" y="417969"/>
                </a:lnTo>
                <a:lnTo>
                  <a:pt x="5743384" y="417969"/>
                </a:lnTo>
                <a:lnTo>
                  <a:pt x="5787580" y="407301"/>
                </a:lnTo>
                <a:lnTo>
                  <a:pt x="5801995" y="384441"/>
                </a:lnTo>
                <a:lnTo>
                  <a:pt x="5803011" y="381787"/>
                </a:lnTo>
                <a:lnTo>
                  <a:pt x="5805868" y="369201"/>
                </a:lnTo>
                <a:lnTo>
                  <a:pt x="5808154" y="353733"/>
                </a:lnTo>
                <a:lnTo>
                  <a:pt x="5810440" y="337299"/>
                </a:lnTo>
                <a:lnTo>
                  <a:pt x="5812726" y="320027"/>
                </a:lnTo>
                <a:lnTo>
                  <a:pt x="5815012" y="302044"/>
                </a:lnTo>
                <a:close/>
              </a:path>
              <a:path w="6259195" h="439419">
                <a:moveTo>
                  <a:pt x="5917222" y="337096"/>
                </a:moveTo>
                <a:lnTo>
                  <a:pt x="5886742" y="320332"/>
                </a:lnTo>
                <a:lnTo>
                  <a:pt x="5872111" y="345579"/>
                </a:lnTo>
                <a:lnTo>
                  <a:pt x="5857773" y="368808"/>
                </a:lnTo>
                <a:lnTo>
                  <a:pt x="5843409" y="390296"/>
                </a:lnTo>
                <a:lnTo>
                  <a:pt x="5828728" y="410349"/>
                </a:lnTo>
                <a:lnTo>
                  <a:pt x="5859297" y="431685"/>
                </a:lnTo>
                <a:lnTo>
                  <a:pt x="5872429" y="412838"/>
                </a:lnTo>
                <a:lnTo>
                  <a:pt x="5886551" y="390715"/>
                </a:lnTo>
                <a:lnTo>
                  <a:pt x="5901525" y="365417"/>
                </a:lnTo>
                <a:lnTo>
                  <a:pt x="5917222" y="337096"/>
                </a:lnTo>
                <a:close/>
              </a:path>
              <a:path w="6259195" h="439419">
                <a:moveTo>
                  <a:pt x="6025515" y="411873"/>
                </a:moveTo>
                <a:lnTo>
                  <a:pt x="6018111" y="387235"/>
                </a:lnTo>
                <a:lnTo>
                  <a:pt x="6009703" y="363435"/>
                </a:lnTo>
                <a:lnTo>
                  <a:pt x="6000445" y="340207"/>
                </a:lnTo>
                <a:lnTo>
                  <a:pt x="5990463" y="317284"/>
                </a:lnTo>
                <a:lnTo>
                  <a:pt x="5959894" y="329476"/>
                </a:lnTo>
                <a:lnTo>
                  <a:pt x="5967882" y="352653"/>
                </a:lnTo>
                <a:lnTo>
                  <a:pt x="5975743" y="376237"/>
                </a:lnTo>
                <a:lnTo>
                  <a:pt x="5983325" y="400075"/>
                </a:lnTo>
                <a:lnTo>
                  <a:pt x="5990463" y="424065"/>
                </a:lnTo>
                <a:lnTo>
                  <a:pt x="6025515" y="411873"/>
                </a:lnTo>
                <a:close/>
              </a:path>
              <a:path w="6259195" h="439419">
                <a:moveTo>
                  <a:pt x="6133820" y="405777"/>
                </a:moveTo>
                <a:lnTo>
                  <a:pt x="6125273" y="382041"/>
                </a:lnTo>
                <a:lnTo>
                  <a:pt x="6115863" y="358863"/>
                </a:lnTo>
                <a:lnTo>
                  <a:pt x="6105868" y="336257"/>
                </a:lnTo>
                <a:lnTo>
                  <a:pt x="6095619" y="314236"/>
                </a:lnTo>
                <a:lnTo>
                  <a:pt x="6063615" y="327952"/>
                </a:lnTo>
                <a:lnTo>
                  <a:pt x="6074448" y="352793"/>
                </a:lnTo>
                <a:lnTo>
                  <a:pt x="6083998" y="376618"/>
                </a:lnTo>
                <a:lnTo>
                  <a:pt x="6092114" y="398983"/>
                </a:lnTo>
                <a:lnTo>
                  <a:pt x="6098667" y="419493"/>
                </a:lnTo>
                <a:lnTo>
                  <a:pt x="6133820" y="405777"/>
                </a:lnTo>
                <a:close/>
              </a:path>
              <a:path w="6259195" h="439419">
                <a:moveTo>
                  <a:pt x="6255829" y="54965"/>
                </a:moveTo>
                <a:lnTo>
                  <a:pt x="6059043" y="54965"/>
                </a:lnTo>
                <a:lnTo>
                  <a:pt x="6059043" y="1524"/>
                </a:lnTo>
                <a:lnTo>
                  <a:pt x="6022467" y="1524"/>
                </a:lnTo>
                <a:lnTo>
                  <a:pt x="6022467" y="138785"/>
                </a:lnTo>
                <a:lnTo>
                  <a:pt x="5885205" y="138785"/>
                </a:lnTo>
                <a:lnTo>
                  <a:pt x="5885205" y="306616"/>
                </a:lnTo>
                <a:lnTo>
                  <a:pt x="5920270" y="306616"/>
                </a:lnTo>
                <a:lnTo>
                  <a:pt x="5920270" y="288328"/>
                </a:lnTo>
                <a:lnTo>
                  <a:pt x="6178016" y="288328"/>
                </a:lnTo>
                <a:lnTo>
                  <a:pt x="6178016" y="306616"/>
                </a:lnTo>
                <a:lnTo>
                  <a:pt x="6214592" y="306616"/>
                </a:lnTo>
                <a:lnTo>
                  <a:pt x="6214592" y="288328"/>
                </a:lnTo>
                <a:lnTo>
                  <a:pt x="6214592" y="256324"/>
                </a:lnTo>
                <a:lnTo>
                  <a:pt x="6214592" y="170891"/>
                </a:lnTo>
                <a:lnTo>
                  <a:pt x="6214592" y="138785"/>
                </a:lnTo>
                <a:lnTo>
                  <a:pt x="6178016" y="138785"/>
                </a:lnTo>
                <a:lnTo>
                  <a:pt x="6178016" y="170891"/>
                </a:lnTo>
                <a:lnTo>
                  <a:pt x="6178016" y="256324"/>
                </a:lnTo>
                <a:lnTo>
                  <a:pt x="5920270" y="256324"/>
                </a:lnTo>
                <a:lnTo>
                  <a:pt x="5920270" y="170891"/>
                </a:lnTo>
                <a:lnTo>
                  <a:pt x="6178016" y="170891"/>
                </a:lnTo>
                <a:lnTo>
                  <a:pt x="6178016" y="138785"/>
                </a:lnTo>
                <a:lnTo>
                  <a:pt x="6059043" y="138785"/>
                </a:lnTo>
                <a:lnTo>
                  <a:pt x="6059043" y="85445"/>
                </a:lnTo>
                <a:lnTo>
                  <a:pt x="6255829" y="85445"/>
                </a:lnTo>
                <a:lnTo>
                  <a:pt x="6255829" y="54965"/>
                </a:lnTo>
                <a:close/>
              </a:path>
              <a:path w="6259195" h="439419">
                <a:moveTo>
                  <a:pt x="6258877" y="411873"/>
                </a:moveTo>
                <a:lnTo>
                  <a:pt x="6246800" y="390448"/>
                </a:lnTo>
                <a:lnTo>
                  <a:pt x="6233452" y="367436"/>
                </a:lnTo>
                <a:lnTo>
                  <a:pt x="6218707" y="342988"/>
                </a:lnTo>
                <a:lnTo>
                  <a:pt x="6202400" y="317284"/>
                </a:lnTo>
                <a:lnTo>
                  <a:pt x="6171920" y="332524"/>
                </a:lnTo>
                <a:lnTo>
                  <a:pt x="6187110" y="358317"/>
                </a:lnTo>
                <a:lnTo>
                  <a:pt x="6200876" y="383095"/>
                </a:lnTo>
                <a:lnTo>
                  <a:pt x="6213487" y="406984"/>
                </a:lnTo>
                <a:lnTo>
                  <a:pt x="6225260" y="430161"/>
                </a:lnTo>
                <a:lnTo>
                  <a:pt x="6258877" y="4118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1312830" y="2574893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19">
                <a:moveTo>
                  <a:pt x="148018" y="324897"/>
                </a:moveTo>
                <a:lnTo>
                  <a:pt x="86975" y="314420"/>
                </a:lnTo>
                <a:lnTo>
                  <a:pt x="39719" y="282225"/>
                </a:lnTo>
                <a:lnTo>
                  <a:pt x="10144" y="232028"/>
                </a:lnTo>
                <a:lnTo>
                  <a:pt x="0" y="169259"/>
                </a:lnTo>
                <a:lnTo>
                  <a:pt x="2872" y="133277"/>
                </a:lnTo>
                <a:lnTo>
                  <a:pt x="25797" y="72135"/>
                </a:lnTo>
                <a:lnTo>
                  <a:pt x="69462" y="26360"/>
                </a:lnTo>
                <a:lnTo>
                  <a:pt x="127079" y="2881"/>
                </a:lnTo>
                <a:lnTo>
                  <a:pt x="160210" y="0"/>
                </a:lnTo>
                <a:lnTo>
                  <a:pt x="181951" y="857"/>
                </a:lnTo>
                <a:lnTo>
                  <a:pt x="201549" y="3428"/>
                </a:lnTo>
                <a:lnTo>
                  <a:pt x="219146" y="7715"/>
                </a:lnTo>
                <a:lnTo>
                  <a:pt x="234886" y="13715"/>
                </a:lnTo>
                <a:lnTo>
                  <a:pt x="234886" y="51815"/>
                </a:lnTo>
                <a:lnTo>
                  <a:pt x="217431" y="43814"/>
                </a:lnTo>
                <a:lnTo>
                  <a:pt x="199263" y="38099"/>
                </a:lnTo>
                <a:lnTo>
                  <a:pt x="180236" y="34670"/>
                </a:lnTo>
                <a:lnTo>
                  <a:pt x="160210" y="33527"/>
                </a:lnTo>
                <a:lnTo>
                  <a:pt x="134128" y="35815"/>
                </a:lnTo>
                <a:lnTo>
                  <a:pt x="90036" y="54142"/>
                </a:lnTo>
                <a:lnTo>
                  <a:pt x="57483" y="89915"/>
                </a:lnTo>
                <a:lnTo>
                  <a:pt x="40433" y="137921"/>
                </a:lnTo>
                <a:lnTo>
                  <a:pt x="38195" y="166211"/>
                </a:lnTo>
                <a:lnTo>
                  <a:pt x="40195" y="193412"/>
                </a:lnTo>
                <a:lnTo>
                  <a:pt x="56197" y="239171"/>
                </a:lnTo>
                <a:lnTo>
                  <a:pt x="86702" y="272684"/>
                </a:lnTo>
                <a:lnTo>
                  <a:pt x="128318" y="289344"/>
                </a:lnTo>
                <a:lnTo>
                  <a:pt x="152590" y="291369"/>
                </a:lnTo>
                <a:lnTo>
                  <a:pt x="175521" y="290201"/>
                </a:lnTo>
                <a:lnTo>
                  <a:pt x="196596" y="286595"/>
                </a:lnTo>
                <a:lnTo>
                  <a:pt x="216241" y="280399"/>
                </a:lnTo>
                <a:lnTo>
                  <a:pt x="234886" y="271462"/>
                </a:lnTo>
                <a:lnTo>
                  <a:pt x="234886" y="306609"/>
                </a:lnTo>
                <a:lnTo>
                  <a:pt x="215741" y="314610"/>
                </a:lnTo>
                <a:lnTo>
                  <a:pt x="194881" y="320325"/>
                </a:lnTo>
                <a:lnTo>
                  <a:pt x="172307" y="323754"/>
                </a:lnTo>
                <a:lnTo>
                  <a:pt x="14801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96580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67056" y="324897"/>
                </a:moveTo>
                <a:lnTo>
                  <a:pt x="59436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129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124968" y="284940"/>
                </a:lnTo>
                <a:lnTo>
                  <a:pt x="150064" y="254223"/>
                </a:lnTo>
                <a:lnTo>
                  <a:pt x="150971" y="242506"/>
                </a:lnTo>
                <a:lnTo>
                  <a:pt x="150971" y="234886"/>
                </a:lnTo>
                <a:lnTo>
                  <a:pt x="125325" y="200096"/>
                </a:lnTo>
                <a:lnTo>
                  <a:pt x="99798" y="185499"/>
                </a:lnTo>
                <a:lnTo>
                  <a:pt x="85463" y="177593"/>
                </a:lnTo>
                <a:lnTo>
                  <a:pt x="77724" y="173926"/>
                </a:lnTo>
                <a:lnTo>
                  <a:pt x="69746" y="169537"/>
                </a:lnTo>
                <a:lnTo>
                  <a:pt x="54363" y="161402"/>
                </a:lnTo>
                <a:lnTo>
                  <a:pt x="22859" y="138779"/>
                </a:lnTo>
                <a:lnTo>
                  <a:pt x="1904" y="100869"/>
                </a:lnTo>
                <a:lnTo>
                  <a:pt x="0" y="83915"/>
                </a:lnTo>
                <a:lnTo>
                  <a:pt x="571" y="73899"/>
                </a:lnTo>
                <a:lnTo>
                  <a:pt x="20383" y="32575"/>
                </a:lnTo>
                <a:lnTo>
                  <a:pt x="35052" y="21335"/>
                </a:lnTo>
                <a:lnTo>
                  <a:pt x="42433" y="16144"/>
                </a:lnTo>
                <a:lnTo>
                  <a:pt x="78867" y="2571"/>
                </a:lnTo>
                <a:lnTo>
                  <a:pt x="109728" y="0"/>
                </a:lnTo>
                <a:lnTo>
                  <a:pt x="131190" y="833"/>
                </a:lnTo>
                <a:lnTo>
                  <a:pt x="149625" y="3238"/>
                </a:lnTo>
                <a:lnTo>
                  <a:pt x="164900" y="7072"/>
                </a:lnTo>
                <a:lnTo>
                  <a:pt x="176879" y="12191"/>
                </a:lnTo>
                <a:lnTo>
                  <a:pt x="176879" y="53339"/>
                </a:lnTo>
                <a:lnTo>
                  <a:pt x="162029" y="44457"/>
                </a:lnTo>
                <a:lnTo>
                  <a:pt x="145018" y="38290"/>
                </a:lnTo>
                <a:lnTo>
                  <a:pt x="126006" y="34694"/>
                </a:lnTo>
                <a:lnTo>
                  <a:pt x="105155" y="33527"/>
                </a:lnTo>
                <a:lnTo>
                  <a:pt x="97536" y="33527"/>
                </a:lnTo>
                <a:lnTo>
                  <a:pt x="89916" y="35051"/>
                </a:lnTo>
                <a:lnTo>
                  <a:pt x="80772" y="36575"/>
                </a:lnTo>
                <a:lnTo>
                  <a:pt x="73152" y="38099"/>
                </a:lnTo>
                <a:lnTo>
                  <a:pt x="67056" y="41147"/>
                </a:lnTo>
                <a:lnTo>
                  <a:pt x="59436" y="44195"/>
                </a:lnTo>
                <a:lnTo>
                  <a:pt x="53339" y="48767"/>
                </a:lnTo>
                <a:lnTo>
                  <a:pt x="48768" y="53339"/>
                </a:lnTo>
                <a:lnTo>
                  <a:pt x="44195" y="59435"/>
                </a:lnTo>
                <a:lnTo>
                  <a:pt x="38100" y="71723"/>
                </a:lnTo>
                <a:lnTo>
                  <a:pt x="38100" y="88487"/>
                </a:lnTo>
                <a:lnTo>
                  <a:pt x="62484" y="122015"/>
                </a:lnTo>
                <a:lnTo>
                  <a:pt x="98940" y="142732"/>
                </a:lnTo>
                <a:lnTo>
                  <a:pt x="106679" y="146399"/>
                </a:lnTo>
                <a:lnTo>
                  <a:pt x="138779" y="164687"/>
                </a:lnTo>
                <a:lnTo>
                  <a:pt x="170116" y="190333"/>
                </a:lnTo>
                <a:lnTo>
                  <a:pt x="188499" y="223837"/>
                </a:lnTo>
                <a:lnTo>
                  <a:pt x="190595" y="240982"/>
                </a:lnTo>
                <a:lnTo>
                  <a:pt x="190023" y="251866"/>
                </a:lnTo>
                <a:lnTo>
                  <a:pt x="170402" y="294036"/>
                </a:lnTo>
                <a:lnTo>
                  <a:pt x="130412" y="317753"/>
                </a:lnTo>
                <a:lnTo>
                  <a:pt x="89106" y="324611"/>
                </a:lnTo>
                <a:lnTo>
                  <a:pt x="67056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834419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79343" y="324897"/>
                </a:moveTo>
                <a:lnTo>
                  <a:pt x="67151" y="324897"/>
                </a:lnTo>
                <a:lnTo>
                  <a:pt x="61055" y="323373"/>
                </a:lnTo>
                <a:lnTo>
                  <a:pt x="53435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129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719" y="283749"/>
                </a:lnTo>
                <a:lnTo>
                  <a:pt x="47339" y="286797"/>
                </a:lnTo>
                <a:lnTo>
                  <a:pt x="70199" y="291369"/>
                </a:lnTo>
                <a:lnTo>
                  <a:pt x="83915" y="291369"/>
                </a:lnTo>
                <a:lnTo>
                  <a:pt x="125706" y="284940"/>
                </a:lnTo>
                <a:lnTo>
                  <a:pt x="151376" y="254223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49447" y="227266"/>
                </a:lnTo>
                <a:lnTo>
                  <a:pt x="143351" y="215074"/>
                </a:lnTo>
                <a:lnTo>
                  <a:pt x="137255" y="208978"/>
                </a:lnTo>
                <a:lnTo>
                  <a:pt x="131159" y="204406"/>
                </a:lnTo>
                <a:lnTo>
                  <a:pt x="126087" y="200096"/>
                </a:lnTo>
                <a:lnTo>
                  <a:pt x="120300" y="196214"/>
                </a:lnTo>
                <a:lnTo>
                  <a:pt x="108299" y="189166"/>
                </a:lnTo>
                <a:lnTo>
                  <a:pt x="85796" y="177593"/>
                </a:lnTo>
                <a:lnTo>
                  <a:pt x="77819" y="173926"/>
                </a:lnTo>
                <a:lnTo>
                  <a:pt x="47339" y="157067"/>
                </a:lnTo>
                <a:lnTo>
                  <a:pt x="13906" y="127158"/>
                </a:lnTo>
                <a:lnTo>
                  <a:pt x="0" y="83915"/>
                </a:lnTo>
                <a:lnTo>
                  <a:pt x="595" y="73899"/>
                </a:lnTo>
                <a:lnTo>
                  <a:pt x="21145" y="32575"/>
                </a:lnTo>
                <a:lnTo>
                  <a:pt x="60220" y="8048"/>
                </a:lnTo>
                <a:lnTo>
                  <a:pt x="99560" y="285"/>
                </a:lnTo>
                <a:lnTo>
                  <a:pt x="109823" y="0"/>
                </a:lnTo>
                <a:lnTo>
                  <a:pt x="131232" y="833"/>
                </a:lnTo>
                <a:lnTo>
                  <a:pt x="149649" y="3238"/>
                </a:lnTo>
                <a:lnTo>
                  <a:pt x="164941" y="7072"/>
                </a:lnTo>
                <a:lnTo>
                  <a:pt x="176974" y="12191"/>
                </a:lnTo>
                <a:lnTo>
                  <a:pt x="176974" y="53339"/>
                </a:lnTo>
                <a:lnTo>
                  <a:pt x="162298" y="44457"/>
                </a:lnTo>
                <a:lnTo>
                  <a:pt x="145649" y="38290"/>
                </a:lnTo>
                <a:lnTo>
                  <a:pt x="126731" y="34694"/>
                </a:lnTo>
                <a:lnTo>
                  <a:pt x="105251" y="33527"/>
                </a:lnTo>
                <a:lnTo>
                  <a:pt x="97631" y="33527"/>
                </a:lnTo>
                <a:lnTo>
                  <a:pt x="82391" y="36575"/>
                </a:lnTo>
                <a:lnTo>
                  <a:pt x="73247" y="38099"/>
                </a:lnTo>
                <a:lnTo>
                  <a:pt x="61055" y="44195"/>
                </a:lnTo>
                <a:lnTo>
                  <a:pt x="53435" y="48767"/>
                </a:lnTo>
                <a:lnTo>
                  <a:pt x="48863" y="53339"/>
                </a:lnTo>
                <a:lnTo>
                  <a:pt x="45815" y="59435"/>
                </a:lnTo>
                <a:lnTo>
                  <a:pt x="41243" y="65531"/>
                </a:lnTo>
                <a:lnTo>
                  <a:pt x="39719" y="71723"/>
                </a:lnTo>
                <a:lnTo>
                  <a:pt x="39719" y="88487"/>
                </a:lnTo>
                <a:lnTo>
                  <a:pt x="62579" y="122015"/>
                </a:lnTo>
                <a:lnTo>
                  <a:pt x="99036" y="142732"/>
                </a:lnTo>
                <a:lnTo>
                  <a:pt x="106775" y="146399"/>
                </a:lnTo>
                <a:lnTo>
                  <a:pt x="115633" y="150971"/>
                </a:lnTo>
                <a:lnTo>
                  <a:pt x="123920" y="155543"/>
                </a:lnTo>
                <a:lnTo>
                  <a:pt x="131635" y="160115"/>
                </a:lnTo>
                <a:lnTo>
                  <a:pt x="138779" y="164687"/>
                </a:lnTo>
                <a:lnTo>
                  <a:pt x="146494" y="169338"/>
                </a:lnTo>
                <a:lnTo>
                  <a:pt x="176545" y="196214"/>
                </a:lnTo>
                <a:lnTo>
                  <a:pt x="190166" y="232124"/>
                </a:lnTo>
                <a:lnTo>
                  <a:pt x="190690" y="240982"/>
                </a:lnTo>
                <a:lnTo>
                  <a:pt x="190119" y="251866"/>
                </a:lnTo>
                <a:lnTo>
                  <a:pt x="170985" y="294036"/>
                </a:lnTo>
                <a:lnTo>
                  <a:pt x="130492" y="317753"/>
                </a:lnTo>
                <a:lnTo>
                  <a:pt x="89844" y="324611"/>
                </a:lnTo>
                <a:lnTo>
                  <a:pt x="7934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070823" y="2519933"/>
            <a:ext cx="2795905" cy="445770"/>
          </a:xfrm>
          <a:custGeom>
            <a:avLst/>
            <a:gdLst/>
            <a:ahLst/>
            <a:cxnLst/>
            <a:rect l="l" t="t" r="r" b="b"/>
            <a:pathLst>
              <a:path w="2795904" h="445769">
                <a:moveTo>
                  <a:pt x="169265" y="74777"/>
                </a:moveTo>
                <a:lnTo>
                  <a:pt x="134213" y="74777"/>
                </a:lnTo>
                <a:lnTo>
                  <a:pt x="134213" y="106781"/>
                </a:lnTo>
                <a:lnTo>
                  <a:pt x="134213" y="213563"/>
                </a:lnTo>
                <a:lnTo>
                  <a:pt x="134213" y="245656"/>
                </a:lnTo>
                <a:lnTo>
                  <a:pt x="134213" y="355485"/>
                </a:lnTo>
                <a:lnTo>
                  <a:pt x="35052" y="355485"/>
                </a:lnTo>
                <a:lnTo>
                  <a:pt x="35052" y="245656"/>
                </a:lnTo>
                <a:lnTo>
                  <a:pt x="134213" y="245656"/>
                </a:lnTo>
                <a:lnTo>
                  <a:pt x="134213" y="213563"/>
                </a:lnTo>
                <a:lnTo>
                  <a:pt x="35052" y="213563"/>
                </a:lnTo>
                <a:lnTo>
                  <a:pt x="35052" y="106781"/>
                </a:lnTo>
                <a:lnTo>
                  <a:pt x="134213" y="106781"/>
                </a:lnTo>
                <a:lnTo>
                  <a:pt x="134213" y="74777"/>
                </a:lnTo>
                <a:lnTo>
                  <a:pt x="82397" y="74777"/>
                </a:lnTo>
                <a:lnTo>
                  <a:pt x="88366" y="59867"/>
                </a:lnTo>
                <a:lnTo>
                  <a:pt x="94780" y="44665"/>
                </a:lnTo>
                <a:lnTo>
                  <a:pt x="101460" y="28879"/>
                </a:lnTo>
                <a:lnTo>
                  <a:pt x="108305" y="12192"/>
                </a:lnTo>
                <a:lnTo>
                  <a:pt x="71628" y="1524"/>
                </a:lnTo>
                <a:lnTo>
                  <a:pt x="65633" y="18161"/>
                </a:lnTo>
                <a:lnTo>
                  <a:pt x="59055" y="35902"/>
                </a:lnTo>
                <a:lnTo>
                  <a:pt x="51917" y="54775"/>
                </a:lnTo>
                <a:lnTo>
                  <a:pt x="44196" y="74777"/>
                </a:lnTo>
                <a:lnTo>
                  <a:pt x="0" y="74777"/>
                </a:lnTo>
                <a:lnTo>
                  <a:pt x="0" y="425589"/>
                </a:lnTo>
                <a:lnTo>
                  <a:pt x="35052" y="425589"/>
                </a:lnTo>
                <a:lnTo>
                  <a:pt x="35052" y="389013"/>
                </a:lnTo>
                <a:lnTo>
                  <a:pt x="134213" y="389013"/>
                </a:lnTo>
                <a:lnTo>
                  <a:pt x="134213" y="422541"/>
                </a:lnTo>
                <a:lnTo>
                  <a:pt x="169265" y="422541"/>
                </a:lnTo>
                <a:lnTo>
                  <a:pt x="169265" y="389013"/>
                </a:lnTo>
                <a:lnTo>
                  <a:pt x="169265" y="355485"/>
                </a:lnTo>
                <a:lnTo>
                  <a:pt x="169265" y="245656"/>
                </a:lnTo>
                <a:lnTo>
                  <a:pt x="169265" y="213563"/>
                </a:lnTo>
                <a:lnTo>
                  <a:pt x="169265" y="106781"/>
                </a:lnTo>
                <a:lnTo>
                  <a:pt x="169265" y="74777"/>
                </a:lnTo>
                <a:close/>
              </a:path>
              <a:path w="2795904" h="445769">
                <a:moveTo>
                  <a:pt x="318706" y="273088"/>
                </a:moveTo>
                <a:lnTo>
                  <a:pt x="302704" y="251383"/>
                </a:lnTo>
                <a:lnTo>
                  <a:pt x="284416" y="227507"/>
                </a:lnTo>
                <a:lnTo>
                  <a:pt x="263842" y="201637"/>
                </a:lnTo>
                <a:lnTo>
                  <a:pt x="240982" y="173939"/>
                </a:lnTo>
                <a:lnTo>
                  <a:pt x="214985" y="193751"/>
                </a:lnTo>
                <a:lnTo>
                  <a:pt x="234149" y="219824"/>
                </a:lnTo>
                <a:lnTo>
                  <a:pt x="252590" y="245452"/>
                </a:lnTo>
                <a:lnTo>
                  <a:pt x="270154" y="270776"/>
                </a:lnTo>
                <a:lnTo>
                  <a:pt x="286702" y="295948"/>
                </a:lnTo>
                <a:lnTo>
                  <a:pt x="318706" y="273088"/>
                </a:lnTo>
                <a:close/>
              </a:path>
              <a:path w="2795904" h="445769">
                <a:moveTo>
                  <a:pt x="401104" y="73253"/>
                </a:moveTo>
                <a:lnTo>
                  <a:pt x="259270" y="73253"/>
                </a:lnTo>
                <a:lnTo>
                  <a:pt x="264985" y="58127"/>
                </a:lnTo>
                <a:lnTo>
                  <a:pt x="270700" y="42570"/>
                </a:lnTo>
                <a:lnTo>
                  <a:pt x="276415" y="26708"/>
                </a:lnTo>
                <a:lnTo>
                  <a:pt x="282130" y="10668"/>
                </a:lnTo>
                <a:lnTo>
                  <a:pt x="245554" y="1524"/>
                </a:lnTo>
                <a:lnTo>
                  <a:pt x="230733" y="48501"/>
                </a:lnTo>
                <a:lnTo>
                  <a:pt x="213880" y="91160"/>
                </a:lnTo>
                <a:lnTo>
                  <a:pt x="195326" y="129819"/>
                </a:lnTo>
                <a:lnTo>
                  <a:pt x="175361" y="164795"/>
                </a:lnTo>
                <a:lnTo>
                  <a:pt x="184188" y="168452"/>
                </a:lnTo>
                <a:lnTo>
                  <a:pt x="192316" y="172415"/>
                </a:lnTo>
                <a:lnTo>
                  <a:pt x="199567" y="176364"/>
                </a:lnTo>
                <a:lnTo>
                  <a:pt x="205841" y="180035"/>
                </a:lnTo>
                <a:lnTo>
                  <a:pt x="216154" y="163436"/>
                </a:lnTo>
                <a:lnTo>
                  <a:pt x="226301" y="145542"/>
                </a:lnTo>
                <a:lnTo>
                  <a:pt x="236143" y="126199"/>
                </a:lnTo>
                <a:lnTo>
                  <a:pt x="245554" y="105257"/>
                </a:lnTo>
                <a:lnTo>
                  <a:pt x="363004" y="105257"/>
                </a:lnTo>
                <a:lnTo>
                  <a:pt x="361861" y="173939"/>
                </a:lnTo>
                <a:lnTo>
                  <a:pt x="360540" y="229285"/>
                </a:lnTo>
                <a:lnTo>
                  <a:pt x="358940" y="277596"/>
                </a:lnTo>
                <a:lnTo>
                  <a:pt x="357200" y="317042"/>
                </a:lnTo>
                <a:lnTo>
                  <a:pt x="351866" y="366102"/>
                </a:lnTo>
                <a:lnTo>
                  <a:pt x="312610" y="390537"/>
                </a:lnTo>
                <a:lnTo>
                  <a:pt x="294017" y="390004"/>
                </a:lnTo>
                <a:lnTo>
                  <a:pt x="274701" y="388632"/>
                </a:lnTo>
                <a:lnTo>
                  <a:pt x="233362" y="384441"/>
                </a:lnTo>
                <a:lnTo>
                  <a:pt x="231838" y="384441"/>
                </a:lnTo>
                <a:lnTo>
                  <a:pt x="233857" y="392963"/>
                </a:lnTo>
                <a:lnTo>
                  <a:pt x="235458" y="402348"/>
                </a:lnTo>
                <a:lnTo>
                  <a:pt x="236766" y="412292"/>
                </a:lnTo>
                <a:lnTo>
                  <a:pt x="237934" y="422541"/>
                </a:lnTo>
                <a:lnTo>
                  <a:pt x="279082" y="424637"/>
                </a:lnTo>
                <a:lnTo>
                  <a:pt x="299656" y="425323"/>
                </a:lnTo>
                <a:lnTo>
                  <a:pt x="320230" y="425589"/>
                </a:lnTo>
                <a:lnTo>
                  <a:pt x="350545" y="421297"/>
                </a:lnTo>
                <a:lnTo>
                  <a:pt x="372706" y="408444"/>
                </a:lnTo>
                <a:lnTo>
                  <a:pt x="384263" y="390537"/>
                </a:lnTo>
                <a:lnTo>
                  <a:pt x="386549" y="387007"/>
                </a:lnTo>
                <a:lnTo>
                  <a:pt x="393369" y="332574"/>
                </a:lnTo>
                <a:lnTo>
                  <a:pt x="395960" y="256273"/>
                </a:lnTo>
                <a:lnTo>
                  <a:pt x="398983" y="145542"/>
                </a:lnTo>
                <a:lnTo>
                  <a:pt x="400164" y="105257"/>
                </a:lnTo>
                <a:lnTo>
                  <a:pt x="401104" y="73253"/>
                </a:lnTo>
                <a:close/>
              </a:path>
              <a:path w="2795904" h="445769">
                <a:moveTo>
                  <a:pt x="545973" y="80873"/>
                </a:moveTo>
                <a:lnTo>
                  <a:pt x="533095" y="67754"/>
                </a:lnTo>
                <a:lnTo>
                  <a:pt x="517194" y="51333"/>
                </a:lnTo>
                <a:lnTo>
                  <a:pt x="498144" y="31750"/>
                </a:lnTo>
                <a:lnTo>
                  <a:pt x="475767" y="9144"/>
                </a:lnTo>
                <a:lnTo>
                  <a:pt x="449859" y="32105"/>
                </a:lnTo>
                <a:lnTo>
                  <a:pt x="467601" y="51269"/>
                </a:lnTo>
                <a:lnTo>
                  <a:pt x="484200" y="70015"/>
                </a:lnTo>
                <a:lnTo>
                  <a:pt x="499668" y="88468"/>
                </a:lnTo>
                <a:lnTo>
                  <a:pt x="513969" y="106781"/>
                </a:lnTo>
                <a:lnTo>
                  <a:pt x="545973" y="80873"/>
                </a:lnTo>
                <a:close/>
              </a:path>
              <a:path w="2795904" h="445769">
                <a:moveTo>
                  <a:pt x="573405" y="361581"/>
                </a:moveTo>
                <a:lnTo>
                  <a:pt x="573138" y="354139"/>
                </a:lnTo>
                <a:lnTo>
                  <a:pt x="572452" y="345567"/>
                </a:lnTo>
                <a:lnTo>
                  <a:pt x="570357" y="324904"/>
                </a:lnTo>
                <a:lnTo>
                  <a:pt x="543877" y="344233"/>
                </a:lnTo>
                <a:lnTo>
                  <a:pt x="529424" y="354355"/>
                </a:lnTo>
                <a:lnTo>
                  <a:pt x="513969" y="364629"/>
                </a:lnTo>
                <a:lnTo>
                  <a:pt x="513969" y="152590"/>
                </a:lnTo>
                <a:lnTo>
                  <a:pt x="431571" y="152590"/>
                </a:lnTo>
                <a:lnTo>
                  <a:pt x="431571" y="184594"/>
                </a:lnTo>
                <a:lnTo>
                  <a:pt x="480339" y="184594"/>
                </a:lnTo>
                <a:lnTo>
                  <a:pt x="480339" y="357009"/>
                </a:lnTo>
                <a:lnTo>
                  <a:pt x="479488" y="368769"/>
                </a:lnTo>
                <a:lnTo>
                  <a:pt x="476910" y="379107"/>
                </a:lnTo>
                <a:lnTo>
                  <a:pt x="472630" y="388289"/>
                </a:lnTo>
                <a:lnTo>
                  <a:pt x="466623" y="396633"/>
                </a:lnTo>
                <a:lnTo>
                  <a:pt x="486435" y="425589"/>
                </a:lnTo>
                <a:lnTo>
                  <a:pt x="508431" y="407873"/>
                </a:lnTo>
                <a:lnTo>
                  <a:pt x="530529" y="391299"/>
                </a:lnTo>
                <a:lnTo>
                  <a:pt x="552335" y="375869"/>
                </a:lnTo>
                <a:lnTo>
                  <a:pt x="568909" y="364629"/>
                </a:lnTo>
                <a:lnTo>
                  <a:pt x="573405" y="361581"/>
                </a:lnTo>
                <a:close/>
              </a:path>
              <a:path w="2795904" h="445769">
                <a:moveTo>
                  <a:pt x="825055" y="271564"/>
                </a:moveTo>
                <a:lnTo>
                  <a:pt x="793051" y="271564"/>
                </a:lnTo>
                <a:lnTo>
                  <a:pt x="793051" y="302044"/>
                </a:lnTo>
                <a:lnTo>
                  <a:pt x="793051" y="375297"/>
                </a:lnTo>
                <a:lnTo>
                  <a:pt x="623697" y="375297"/>
                </a:lnTo>
                <a:lnTo>
                  <a:pt x="623697" y="302044"/>
                </a:lnTo>
                <a:lnTo>
                  <a:pt x="793051" y="302044"/>
                </a:lnTo>
                <a:lnTo>
                  <a:pt x="793051" y="271564"/>
                </a:lnTo>
                <a:lnTo>
                  <a:pt x="590169" y="271564"/>
                </a:lnTo>
                <a:lnTo>
                  <a:pt x="590169" y="431685"/>
                </a:lnTo>
                <a:lnTo>
                  <a:pt x="623697" y="431685"/>
                </a:lnTo>
                <a:lnTo>
                  <a:pt x="623697" y="405777"/>
                </a:lnTo>
                <a:lnTo>
                  <a:pt x="793051" y="405777"/>
                </a:lnTo>
                <a:lnTo>
                  <a:pt x="793051" y="431685"/>
                </a:lnTo>
                <a:lnTo>
                  <a:pt x="825055" y="431685"/>
                </a:lnTo>
                <a:lnTo>
                  <a:pt x="825055" y="405777"/>
                </a:lnTo>
                <a:lnTo>
                  <a:pt x="825055" y="375297"/>
                </a:lnTo>
                <a:lnTo>
                  <a:pt x="825055" y="302044"/>
                </a:lnTo>
                <a:lnTo>
                  <a:pt x="825055" y="271564"/>
                </a:lnTo>
                <a:close/>
              </a:path>
              <a:path w="2795904" h="445769">
                <a:moveTo>
                  <a:pt x="864679" y="196786"/>
                </a:moveTo>
                <a:lnTo>
                  <a:pt x="809815" y="196786"/>
                </a:lnTo>
                <a:lnTo>
                  <a:pt x="809815" y="103733"/>
                </a:lnTo>
                <a:lnTo>
                  <a:pt x="777811" y="103733"/>
                </a:lnTo>
                <a:lnTo>
                  <a:pt x="777811" y="134302"/>
                </a:lnTo>
                <a:lnTo>
                  <a:pt x="777811" y="196786"/>
                </a:lnTo>
                <a:lnTo>
                  <a:pt x="660374" y="196786"/>
                </a:lnTo>
                <a:lnTo>
                  <a:pt x="667994" y="134302"/>
                </a:lnTo>
                <a:lnTo>
                  <a:pt x="777811" y="134302"/>
                </a:lnTo>
                <a:lnTo>
                  <a:pt x="777811" y="103733"/>
                </a:lnTo>
                <a:lnTo>
                  <a:pt x="672566" y="103733"/>
                </a:lnTo>
                <a:lnTo>
                  <a:pt x="680186" y="53441"/>
                </a:lnTo>
                <a:lnTo>
                  <a:pt x="846391" y="53441"/>
                </a:lnTo>
                <a:lnTo>
                  <a:pt x="846391" y="22961"/>
                </a:lnTo>
                <a:lnTo>
                  <a:pt x="562737" y="22961"/>
                </a:lnTo>
                <a:lnTo>
                  <a:pt x="562737" y="53441"/>
                </a:lnTo>
                <a:lnTo>
                  <a:pt x="646658" y="53441"/>
                </a:lnTo>
                <a:lnTo>
                  <a:pt x="639038" y="103733"/>
                </a:lnTo>
                <a:lnTo>
                  <a:pt x="571881" y="103733"/>
                </a:lnTo>
                <a:lnTo>
                  <a:pt x="571881" y="134302"/>
                </a:lnTo>
                <a:lnTo>
                  <a:pt x="634466" y="134302"/>
                </a:lnTo>
                <a:lnTo>
                  <a:pt x="626745" y="196786"/>
                </a:lnTo>
                <a:lnTo>
                  <a:pt x="552069" y="196786"/>
                </a:lnTo>
                <a:lnTo>
                  <a:pt x="552069" y="227368"/>
                </a:lnTo>
                <a:lnTo>
                  <a:pt x="864679" y="227368"/>
                </a:lnTo>
                <a:lnTo>
                  <a:pt x="864679" y="196786"/>
                </a:lnTo>
                <a:close/>
              </a:path>
              <a:path w="2795904" h="445769">
                <a:moveTo>
                  <a:pt x="977544" y="180022"/>
                </a:moveTo>
                <a:lnTo>
                  <a:pt x="956424" y="162598"/>
                </a:lnTo>
                <a:lnTo>
                  <a:pt x="936586" y="146875"/>
                </a:lnTo>
                <a:lnTo>
                  <a:pt x="918146" y="132842"/>
                </a:lnTo>
                <a:lnTo>
                  <a:pt x="901255" y="120497"/>
                </a:lnTo>
                <a:lnTo>
                  <a:pt x="878395" y="146494"/>
                </a:lnTo>
                <a:lnTo>
                  <a:pt x="892441" y="157340"/>
                </a:lnTo>
                <a:lnTo>
                  <a:pt x="909497" y="171450"/>
                </a:lnTo>
                <a:lnTo>
                  <a:pt x="929589" y="188620"/>
                </a:lnTo>
                <a:lnTo>
                  <a:pt x="953160" y="208978"/>
                </a:lnTo>
                <a:lnTo>
                  <a:pt x="958049" y="202958"/>
                </a:lnTo>
                <a:lnTo>
                  <a:pt x="963637" y="196215"/>
                </a:lnTo>
                <a:lnTo>
                  <a:pt x="970013" y="188722"/>
                </a:lnTo>
                <a:lnTo>
                  <a:pt x="977544" y="180022"/>
                </a:lnTo>
                <a:close/>
              </a:path>
              <a:path w="2795904" h="445769">
                <a:moveTo>
                  <a:pt x="979068" y="260896"/>
                </a:moveTo>
                <a:lnTo>
                  <a:pt x="960970" y="254038"/>
                </a:lnTo>
                <a:lnTo>
                  <a:pt x="952284" y="250609"/>
                </a:lnTo>
                <a:lnTo>
                  <a:pt x="944016" y="247180"/>
                </a:lnTo>
                <a:lnTo>
                  <a:pt x="929386" y="292277"/>
                </a:lnTo>
                <a:lnTo>
                  <a:pt x="915022" y="335813"/>
                </a:lnTo>
                <a:lnTo>
                  <a:pt x="900645" y="377342"/>
                </a:lnTo>
                <a:lnTo>
                  <a:pt x="886015" y="416445"/>
                </a:lnTo>
                <a:lnTo>
                  <a:pt x="924204" y="430161"/>
                </a:lnTo>
                <a:lnTo>
                  <a:pt x="936205" y="391274"/>
                </a:lnTo>
                <a:lnTo>
                  <a:pt x="949350" y="350100"/>
                </a:lnTo>
                <a:lnTo>
                  <a:pt x="963637" y="306628"/>
                </a:lnTo>
                <a:lnTo>
                  <a:pt x="979068" y="260896"/>
                </a:lnTo>
                <a:close/>
              </a:path>
              <a:path w="2795904" h="445769">
                <a:moveTo>
                  <a:pt x="992784" y="71729"/>
                </a:moveTo>
                <a:lnTo>
                  <a:pt x="973404" y="54013"/>
                </a:lnTo>
                <a:lnTo>
                  <a:pt x="954303" y="37426"/>
                </a:lnTo>
                <a:lnTo>
                  <a:pt x="935786" y="21971"/>
                </a:lnTo>
                <a:lnTo>
                  <a:pt x="918108" y="7620"/>
                </a:lnTo>
                <a:lnTo>
                  <a:pt x="895159" y="32105"/>
                </a:lnTo>
                <a:lnTo>
                  <a:pt x="911758" y="45770"/>
                </a:lnTo>
                <a:lnTo>
                  <a:pt x="929347" y="61442"/>
                </a:lnTo>
                <a:lnTo>
                  <a:pt x="947762" y="78828"/>
                </a:lnTo>
                <a:lnTo>
                  <a:pt x="966876" y="97637"/>
                </a:lnTo>
                <a:lnTo>
                  <a:pt x="992784" y="71729"/>
                </a:lnTo>
                <a:close/>
              </a:path>
              <a:path w="2795904" h="445769">
                <a:moveTo>
                  <a:pt x="1313027" y="205930"/>
                </a:moveTo>
                <a:lnTo>
                  <a:pt x="1171194" y="205930"/>
                </a:lnTo>
                <a:lnTo>
                  <a:pt x="1171194" y="112877"/>
                </a:lnTo>
                <a:lnTo>
                  <a:pt x="1293215" y="112877"/>
                </a:lnTo>
                <a:lnTo>
                  <a:pt x="1293215" y="82397"/>
                </a:lnTo>
                <a:lnTo>
                  <a:pt x="1171194" y="82397"/>
                </a:lnTo>
                <a:lnTo>
                  <a:pt x="1171194" y="1524"/>
                </a:lnTo>
                <a:lnTo>
                  <a:pt x="1136142" y="1524"/>
                </a:lnTo>
                <a:lnTo>
                  <a:pt x="1136142" y="82397"/>
                </a:lnTo>
                <a:lnTo>
                  <a:pt x="1020216" y="82397"/>
                </a:lnTo>
                <a:lnTo>
                  <a:pt x="1020216" y="112877"/>
                </a:lnTo>
                <a:lnTo>
                  <a:pt x="1136142" y="112877"/>
                </a:lnTo>
                <a:lnTo>
                  <a:pt x="1136142" y="205930"/>
                </a:lnTo>
                <a:lnTo>
                  <a:pt x="998880" y="205930"/>
                </a:lnTo>
                <a:lnTo>
                  <a:pt x="998880" y="238036"/>
                </a:lnTo>
                <a:lnTo>
                  <a:pt x="1114806" y="238036"/>
                </a:lnTo>
                <a:lnTo>
                  <a:pt x="1101940" y="260604"/>
                </a:lnTo>
                <a:lnTo>
                  <a:pt x="1074508" y="304050"/>
                </a:lnTo>
                <a:lnTo>
                  <a:pt x="1047051" y="342671"/>
                </a:lnTo>
                <a:lnTo>
                  <a:pt x="1006500" y="375297"/>
                </a:lnTo>
                <a:lnTo>
                  <a:pt x="1023264" y="413397"/>
                </a:lnTo>
                <a:lnTo>
                  <a:pt x="1247495" y="393585"/>
                </a:lnTo>
                <a:lnTo>
                  <a:pt x="1253439" y="403631"/>
                </a:lnTo>
                <a:lnTo>
                  <a:pt x="1265923" y="423189"/>
                </a:lnTo>
                <a:lnTo>
                  <a:pt x="1271879" y="433298"/>
                </a:lnTo>
                <a:lnTo>
                  <a:pt x="1288834" y="423303"/>
                </a:lnTo>
                <a:lnTo>
                  <a:pt x="1297800" y="418198"/>
                </a:lnTo>
                <a:lnTo>
                  <a:pt x="1282192" y="376821"/>
                </a:lnTo>
                <a:lnTo>
                  <a:pt x="1258925" y="343242"/>
                </a:lnTo>
                <a:lnTo>
                  <a:pt x="1236637" y="311721"/>
                </a:lnTo>
                <a:lnTo>
                  <a:pt x="1215491" y="282232"/>
                </a:lnTo>
                <a:lnTo>
                  <a:pt x="1186434" y="300520"/>
                </a:lnTo>
                <a:lnTo>
                  <a:pt x="1196797" y="315683"/>
                </a:lnTo>
                <a:lnTo>
                  <a:pt x="1207287" y="331431"/>
                </a:lnTo>
                <a:lnTo>
                  <a:pt x="1229207" y="364629"/>
                </a:lnTo>
                <a:lnTo>
                  <a:pt x="1187754" y="368668"/>
                </a:lnTo>
                <a:lnTo>
                  <a:pt x="1146060" y="371868"/>
                </a:lnTo>
                <a:lnTo>
                  <a:pt x="1062990" y="376821"/>
                </a:lnTo>
                <a:lnTo>
                  <a:pt x="1086116" y="345909"/>
                </a:lnTo>
                <a:lnTo>
                  <a:pt x="1109662" y="312572"/>
                </a:lnTo>
                <a:lnTo>
                  <a:pt x="1133500" y="276656"/>
                </a:lnTo>
                <a:lnTo>
                  <a:pt x="1157478" y="238036"/>
                </a:lnTo>
                <a:lnTo>
                  <a:pt x="1313027" y="238036"/>
                </a:lnTo>
                <a:lnTo>
                  <a:pt x="1313027" y="205930"/>
                </a:lnTo>
                <a:close/>
              </a:path>
              <a:path w="2795904" h="445769">
                <a:moveTo>
                  <a:pt x="1453324" y="61061"/>
                </a:moveTo>
                <a:lnTo>
                  <a:pt x="1421320" y="61061"/>
                </a:lnTo>
                <a:lnTo>
                  <a:pt x="1391323" y="103111"/>
                </a:lnTo>
                <a:lnTo>
                  <a:pt x="1369885" y="149326"/>
                </a:lnTo>
                <a:lnTo>
                  <a:pt x="1357033" y="199847"/>
                </a:lnTo>
                <a:lnTo>
                  <a:pt x="1352740" y="254800"/>
                </a:lnTo>
                <a:lnTo>
                  <a:pt x="1357033" y="309702"/>
                </a:lnTo>
                <a:lnTo>
                  <a:pt x="1369885" y="359854"/>
                </a:lnTo>
                <a:lnTo>
                  <a:pt x="1391323" y="405168"/>
                </a:lnTo>
                <a:lnTo>
                  <a:pt x="1421320" y="445490"/>
                </a:lnTo>
                <a:lnTo>
                  <a:pt x="1451800" y="445490"/>
                </a:lnTo>
                <a:lnTo>
                  <a:pt x="1422679" y="403440"/>
                </a:lnTo>
                <a:lnTo>
                  <a:pt x="1401699" y="357543"/>
                </a:lnTo>
                <a:lnTo>
                  <a:pt x="1389011" y="307936"/>
                </a:lnTo>
                <a:lnTo>
                  <a:pt x="1384744" y="254800"/>
                </a:lnTo>
                <a:lnTo>
                  <a:pt x="1389037" y="200698"/>
                </a:lnTo>
                <a:lnTo>
                  <a:pt x="1401889" y="150469"/>
                </a:lnTo>
                <a:lnTo>
                  <a:pt x="1423327" y="103962"/>
                </a:lnTo>
                <a:lnTo>
                  <a:pt x="1453324" y="61061"/>
                </a:lnTo>
                <a:close/>
              </a:path>
              <a:path w="2795904" h="445769">
                <a:moveTo>
                  <a:pt x="1816328" y="112877"/>
                </a:moveTo>
                <a:lnTo>
                  <a:pt x="1782800" y="112877"/>
                </a:lnTo>
                <a:lnTo>
                  <a:pt x="1782800" y="140398"/>
                </a:lnTo>
                <a:lnTo>
                  <a:pt x="1782800" y="169354"/>
                </a:lnTo>
                <a:lnTo>
                  <a:pt x="1581442" y="169354"/>
                </a:lnTo>
                <a:lnTo>
                  <a:pt x="1581442" y="140398"/>
                </a:lnTo>
                <a:lnTo>
                  <a:pt x="1782800" y="140398"/>
                </a:lnTo>
                <a:lnTo>
                  <a:pt x="1782800" y="112877"/>
                </a:lnTo>
                <a:lnTo>
                  <a:pt x="1549438" y="112877"/>
                </a:lnTo>
                <a:lnTo>
                  <a:pt x="1549438" y="208978"/>
                </a:lnTo>
                <a:lnTo>
                  <a:pt x="1581442" y="208978"/>
                </a:lnTo>
                <a:lnTo>
                  <a:pt x="1581442" y="196786"/>
                </a:lnTo>
                <a:lnTo>
                  <a:pt x="1782800" y="196786"/>
                </a:lnTo>
                <a:lnTo>
                  <a:pt x="1782800" y="208978"/>
                </a:lnTo>
                <a:lnTo>
                  <a:pt x="1816328" y="208978"/>
                </a:lnTo>
                <a:lnTo>
                  <a:pt x="1816328" y="196786"/>
                </a:lnTo>
                <a:lnTo>
                  <a:pt x="1816328" y="169354"/>
                </a:lnTo>
                <a:lnTo>
                  <a:pt x="1816328" y="140398"/>
                </a:lnTo>
                <a:lnTo>
                  <a:pt x="1816328" y="112877"/>
                </a:lnTo>
                <a:close/>
              </a:path>
              <a:path w="2795904" h="445769">
                <a:moveTo>
                  <a:pt x="1857476" y="250228"/>
                </a:moveTo>
                <a:lnTo>
                  <a:pt x="1852904" y="221170"/>
                </a:lnTo>
                <a:lnTo>
                  <a:pt x="1759381" y="224447"/>
                </a:lnTo>
                <a:lnTo>
                  <a:pt x="1606461" y="226961"/>
                </a:lnTo>
                <a:lnTo>
                  <a:pt x="1496098" y="227368"/>
                </a:lnTo>
                <a:lnTo>
                  <a:pt x="1498117" y="234467"/>
                </a:lnTo>
                <a:lnTo>
                  <a:pt x="1499717" y="241846"/>
                </a:lnTo>
                <a:lnTo>
                  <a:pt x="1501025" y="249224"/>
                </a:lnTo>
                <a:lnTo>
                  <a:pt x="1502194" y="256324"/>
                </a:lnTo>
                <a:lnTo>
                  <a:pt x="1669923" y="253276"/>
                </a:lnTo>
                <a:lnTo>
                  <a:pt x="1741703" y="253009"/>
                </a:lnTo>
                <a:lnTo>
                  <a:pt x="1857476" y="250228"/>
                </a:lnTo>
                <a:close/>
              </a:path>
              <a:path w="2795904" h="445769">
                <a:moveTo>
                  <a:pt x="1884997" y="61061"/>
                </a:moveTo>
                <a:lnTo>
                  <a:pt x="1773656" y="61061"/>
                </a:lnTo>
                <a:lnTo>
                  <a:pt x="1799755" y="42392"/>
                </a:lnTo>
                <a:lnTo>
                  <a:pt x="1813293" y="32346"/>
                </a:lnTo>
                <a:lnTo>
                  <a:pt x="1826996" y="21437"/>
                </a:lnTo>
                <a:lnTo>
                  <a:pt x="1802612" y="0"/>
                </a:lnTo>
                <a:lnTo>
                  <a:pt x="1790611" y="10337"/>
                </a:lnTo>
                <a:lnTo>
                  <a:pt x="1777466" y="20815"/>
                </a:lnTo>
                <a:lnTo>
                  <a:pt x="1763179" y="31584"/>
                </a:lnTo>
                <a:lnTo>
                  <a:pt x="1747748" y="42773"/>
                </a:lnTo>
                <a:lnTo>
                  <a:pt x="1766036" y="61061"/>
                </a:lnTo>
                <a:lnTo>
                  <a:pt x="1698879" y="61061"/>
                </a:lnTo>
                <a:lnTo>
                  <a:pt x="1698879" y="0"/>
                </a:lnTo>
                <a:lnTo>
                  <a:pt x="1665351" y="0"/>
                </a:lnTo>
                <a:lnTo>
                  <a:pt x="1665351" y="61061"/>
                </a:lnTo>
                <a:lnTo>
                  <a:pt x="1596682" y="61061"/>
                </a:lnTo>
                <a:lnTo>
                  <a:pt x="1616583" y="44297"/>
                </a:lnTo>
                <a:lnTo>
                  <a:pt x="1604556" y="33731"/>
                </a:lnTo>
                <a:lnTo>
                  <a:pt x="1591538" y="22720"/>
                </a:lnTo>
                <a:lnTo>
                  <a:pt x="1577695" y="11430"/>
                </a:lnTo>
                <a:lnTo>
                  <a:pt x="1563154" y="0"/>
                </a:lnTo>
                <a:lnTo>
                  <a:pt x="1540294" y="19913"/>
                </a:lnTo>
                <a:lnTo>
                  <a:pt x="1552575" y="30200"/>
                </a:lnTo>
                <a:lnTo>
                  <a:pt x="1564297" y="40487"/>
                </a:lnTo>
                <a:lnTo>
                  <a:pt x="1575435" y="50774"/>
                </a:lnTo>
                <a:lnTo>
                  <a:pt x="1586014" y="61061"/>
                </a:lnTo>
                <a:lnTo>
                  <a:pt x="1480858" y="61061"/>
                </a:lnTo>
                <a:lnTo>
                  <a:pt x="1480858" y="141922"/>
                </a:lnTo>
                <a:lnTo>
                  <a:pt x="1512862" y="141922"/>
                </a:lnTo>
                <a:lnTo>
                  <a:pt x="1512862" y="90017"/>
                </a:lnTo>
                <a:lnTo>
                  <a:pt x="1852904" y="90017"/>
                </a:lnTo>
                <a:lnTo>
                  <a:pt x="1852904" y="141922"/>
                </a:lnTo>
                <a:lnTo>
                  <a:pt x="1884997" y="141922"/>
                </a:lnTo>
                <a:lnTo>
                  <a:pt x="1884997" y="90017"/>
                </a:lnTo>
                <a:lnTo>
                  <a:pt x="1884997" y="61061"/>
                </a:lnTo>
                <a:close/>
              </a:path>
              <a:path w="2795904" h="445769">
                <a:moveTo>
                  <a:pt x="1895665" y="334137"/>
                </a:moveTo>
                <a:lnTo>
                  <a:pt x="1701927" y="334137"/>
                </a:lnTo>
                <a:lnTo>
                  <a:pt x="1701927" y="306616"/>
                </a:lnTo>
                <a:lnTo>
                  <a:pt x="1851380" y="306616"/>
                </a:lnTo>
                <a:lnTo>
                  <a:pt x="1851380" y="279184"/>
                </a:lnTo>
                <a:lnTo>
                  <a:pt x="1701927" y="279184"/>
                </a:lnTo>
                <a:lnTo>
                  <a:pt x="1701927" y="253276"/>
                </a:lnTo>
                <a:lnTo>
                  <a:pt x="1669923" y="253276"/>
                </a:lnTo>
                <a:lnTo>
                  <a:pt x="1669923" y="279184"/>
                </a:lnTo>
                <a:lnTo>
                  <a:pt x="1500670" y="279184"/>
                </a:lnTo>
                <a:lnTo>
                  <a:pt x="1500670" y="306616"/>
                </a:lnTo>
                <a:lnTo>
                  <a:pt x="1669923" y="306616"/>
                </a:lnTo>
                <a:lnTo>
                  <a:pt x="1669923" y="334137"/>
                </a:lnTo>
                <a:lnTo>
                  <a:pt x="1470190" y="334137"/>
                </a:lnTo>
                <a:lnTo>
                  <a:pt x="1470190" y="361581"/>
                </a:lnTo>
                <a:lnTo>
                  <a:pt x="1669923" y="361581"/>
                </a:lnTo>
                <a:lnTo>
                  <a:pt x="1669923" y="369201"/>
                </a:lnTo>
                <a:lnTo>
                  <a:pt x="1668233" y="380314"/>
                </a:lnTo>
                <a:lnTo>
                  <a:pt x="1663255" y="388442"/>
                </a:lnTo>
                <a:lnTo>
                  <a:pt x="1655140" y="393407"/>
                </a:lnTo>
                <a:lnTo>
                  <a:pt x="1644015" y="395109"/>
                </a:lnTo>
                <a:lnTo>
                  <a:pt x="1628521" y="394817"/>
                </a:lnTo>
                <a:lnTo>
                  <a:pt x="1611579" y="393966"/>
                </a:lnTo>
                <a:lnTo>
                  <a:pt x="1592922" y="392531"/>
                </a:lnTo>
                <a:lnTo>
                  <a:pt x="1572298" y="390537"/>
                </a:lnTo>
                <a:lnTo>
                  <a:pt x="1574317" y="399656"/>
                </a:lnTo>
                <a:lnTo>
                  <a:pt x="1575917" y="408635"/>
                </a:lnTo>
                <a:lnTo>
                  <a:pt x="1577225" y="417322"/>
                </a:lnTo>
                <a:lnTo>
                  <a:pt x="1578394" y="425589"/>
                </a:lnTo>
                <a:lnTo>
                  <a:pt x="1650111" y="425589"/>
                </a:lnTo>
                <a:lnTo>
                  <a:pt x="1672996" y="422389"/>
                </a:lnTo>
                <a:lnTo>
                  <a:pt x="1689163" y="412635"/>
                </a:lnTo>
                <a:lnTo>
                  <a:pt x="1698764" y="396011"/>
                </a:lnTo>
                <a:lnTo>
                  <a:pt x="1698879" y="395109"/>
                </a:lnTo>
                <a:lnTo>
                  <a:pt x="1701927" y="372249"/>
                </a:lnTo>
                <a:lnTo>
                  <a:pt x="1701927" y="361581"/>
                </a:lnTo>
                <a:lnTo>
                  <a:pt x="1895665" y="361581"/>
                </a:lnTo>
                <a:lnTo>
                  <a:pt x="1895665" y="334137"/>
                </a:lnTo>
                <a:close/>
              </a:path>
              <a:path w="2795904" h="445769">
                <a:moveTo>
                  <a:pt x="2042058" y="82397"/>
                </a:moveTo>
                <a:lnTo>
                  <a:pt x="1999297" y="82397"/>
                </a:lnTo>
                <a:lnTo>
                  <a:pt x="1999297" y="1524"/>
                </a:lnTo>
                <a:lnTo>
                  <a:pt x="1968817" y="1524"/>
                </a:lnTo>
                <a:lnTo>
                  <a:pt x="1968817" y="82397"/>
                </a:lnTo>
                <a:lnTo>
                  <a:pt x="1915477" y="82397"/>
                </a:lnTo>
                <a:lnTo>
                  <a:pt x="1915477" y="112877"/>
                </a:lnTo>
                <a:lnTo>
                  <a:pt x="1968817" y="112877"/>
                </a:lnTo>
                <a:lnTo>
                  <a:pt x="1968817" y="212039"/>
                </a:lnTo>
                <a:lnTo>
                  <a:pt x="1954009" y="218643"/>
                </a:lnTo>
                <a:lnTo>
                  <a:pt x="1925523" y="230759"/>
                </a:lnTo>
                <a:lnTo>
                  <a:pt x="1912429" y="236512"/>
                </a:lnTo>
                <a:lnTo>
                  <a:pt x="1920049" y="273088"/>
                </a:lnTo>
                <a:lnTo>
                  <a:pt x="1932381" y="267131"/>
                </a:lnTo>
                <a:lnTo>
                  <a:pt x="1956485" y="254660"/>
                </a:lnTo>
                <a:lnTo>
                  <a:pt x="1968817" y="248704"/>
                </a:lnTo>
                <a:lnTo>
                  <a:pt x="1968817" y="382917"/>
                </a:lnTo>
                <a:lnTo>
                  <a:pt x="1962734" y="389001"/>
                </a:lnTo>
                <a:lnTo>
                  <a:pt x="1946148" y="388988"/>
                </a:lnTo>
                <a:lnTo>
                  <a:pt x="1937575" y="388823"/>
                </a:lnTo>
                <a:lnTo>
                  <a:pt x="1927860" y="388366"/>
                </a:lnTo>
                <a:lnTo>
                  <a:pt x="1917001" y="387489"/>
                </a:lnTo>
                <a:lnTo>
                  <a:pt x="1919020" y="395490"/>
                </a:lnTo>
                <a:lnTo>
                  <a:pt x="1920621" y="403491"/>
                </a:lnTo>
                <a:lnTo>
                  <a:pt x="1921929" y="411492"/>
                </a:lnTo>
                <a:lnTo>
                  <a:pt x="1923097" y="419493"/>
                </a:lnTo>
                <a:lnTo>
                  <a:pt x="1935099" y="420128"/>
                </a:lnTo>
                <a:lnTo>
                  <a:pt x="1945957" y="420065"/>
                </a:lnTo>
                <a:lnTo>
                  <a:pt x="1955673" y="419696"/>
                </a:lnTo>
                <a:lnTo>
                  <a:pt x="1964245" y="419493"/>
                </a:lnTo>
                <a:lnTo>
                  <a:pt x="1980006" y="414896"/>
                </a:lnTo>
                <a:lnTo>
                  <a:pt x="1990915" y="405587"/>
                </a:lnTo>
                <a:lnTo>
                  <a:pt x="1997252" y="391414"/>
                </a:lnTo>
                <a:lnTo>
                  <a:pt x="1997506" y="389013"/>
                </a:lnTo>
                <a:lnTo>
                  <a:pt x="1999297" y="372249"/>
                </a:lnTo>
                <a:lnTo>
                  <a:pt x="1999297" y="248704"/>
                </a:lnTo>
                <a:lnTo>
                  <a:pt x="1999297" y="233464"/>
                </a:lnTo>
                <a:lnTo>
                  <a:pt x="2010460" y="228663"/>
                </a:lnTo>
                <a:lnTo>
                  <a:pt x="2031098" y="219024"/>
                </a:lnTo>
                <a:lnTo>
                  <a:pt x="2040534" y="215087"/>
                </a:lnTo>
                <a:lnTo>
                  <a:pt x="2039416" y="206819"/>
                </a:lnTo>
                <a:lnTo>
                  <a:pt x="2038438" y="198132"/>
                </a:lnTo>
                <a:lnTo>
                  <a:pt x="2038337" y="196799"/>
                </a:lnTo>
                <a:lnTo>
                  <a:pt x="2037753" y="189153"/>
                </a:lnTo>
                <a:lnTo>
                  <a:pt x="2037486" y="180022"/>
                </a:lnTo>
                <a:lnTo>
                  <a:pt x="2017826" y="188988"/>
                </a:lnTo>
                <a:lnTo>
                  <a:pt x="2008479" y="193103"/>
                </a:lnTo>
                <a:lnTo>
                  <a:pt x="1999297" y="196799"/>
                </a:lnTo>
                <a:lnTo>
                  <a:pt x="1999297" y="112877"/>
                </a:lnTo>
                <a:lnTo>
                  <a:pt x="2042058" y="112877"/>
                </a:lnTo>
                <a:lnTo>
                  <a:pt x="2042058" y="82397"/>
                </a:lnTo>
                <a:close/>
              </a:path>
              <a:path w="2795904" h="445769">
                <a:moveTo>
                  <a:pt x="2328773" y="24485"/>
                </a:moveTo>
                <a:lnTo>
                  <a:pt x="2296769" y="24485"/>
                </a:lnTo>
                <a:lnTo>
                  <a:pt x="2296769" y="51917"/>
                </a:lnTo>
                <a:lnTo>
                  <a:pt x="2296769" y="96113"/>
                </a:lnTo>
                <a:lnTo>
                  <a:pt x="2087791" y="96113"/>
                </a:lnTo>
                <a:lnTo>
                  <a:pt x="2087791" y="51917"/>
                </a:lnTo>
                <a:lnTo>
                  <a:pt x="2296769" y="51917"/>
                </a:lnTo>
                <a:lnTo>
                  <a:pt x="2296769" y="24485"/>
                </a:lnTo>
                <a:lnTo>
                  <a:pt x="2057298" y="24485"/>
                </a:lnTo>
                <a:lnTo>
                  <a:pt x="2057247" y="189153"/>
                </a:lnTo>
                <a:lnTo>
                  <a:pt x="2055139" y="244614"/>
                </a:lnTo>
                <a:lnTo>
                  <a:pt x="2048713" y="294855"/>
                </a:lnTo>
                <a:lnTo>
                  <a:pt x="2038197" y="338569"/>
                </a:lnTo>
                <a:lnTo>
                  <a:pt x="2023706" y="375970"/>
                </a:lnTo>
                <a:lnTo>
                  <a:pt x="2005393" y="407301"/>
                </a:lnTo>
                <a:lnTo>
                  <a:pt x="2012010" y="414159"/>
                </a:lnTo>
                <a:lnTo>
                  <a:pt x="2018207" y="421017"/>
                </a:lnTo>
                <a:lnTo>
                  <a:pt x="2024113" y="427913"/>
                </a:lnTo>
                <a:lnTo>
                  <a:pt x="2029866" y="434822"/>
                </a:lnTo>
                <a:lnTo>
                  <a:pt x="2051113" y="399084"/>
                </a:lnTo>
                <a:lnTo>
                  <a:pt x="2067369" y="355879"/>
                </a:lnTo>
                <a:lnTo>
                  <a:pt x="2078812" y="305066"/>
                </a:lnTo>
                <a:lnTo>
                  <a:pt x="2085568" y="246494"/>
                </a:lnTo>
                <a:lnTo>
                  <a:pt x="2087727" y="181559"/>
                </a:lnTo>
                <a:lnTo>
                  <a:pt x="2087791" y="123634"/>
                </a:lnTo>
                <a:lnTo>
                  <a:pt x="2296769" y="123634"/>
                </a:lnTo>
                <a:lnTo>
                  <a:pt x="2296769" y="135826"/>
                </a:lnTo>
                <a:lnTo>
                  <a:pt x="2328773" y="135826"/>
                </a:lnTo>
                <a:lnTo>
                  <a:pt x="2328773" y="123634"/>
                </a:lnTo>
                <a:lnTo>
                  <a:pt x="2328773" y="96113"/>
                </a:lnTo>
                <a:lnTo>
                  <a:pt x="2328773" y="51917"/>
                </a:lnTo>
                <a:lnTo>
                  <a:pt x="2328773" y="24485"/>
                </a:lnTo>
                <a:close/>
              </a:path>
              <a:path w="2795904" h="445769">
                <a:moveTo>
                  <a:pt x="2336393" y="154114"/>
                </a:moveTo>
                <a:lnTo>
                  <a:pt x="2098459" y="154114"/>
                </a:lnTo>
                <a:lnTo>
                  <a:pt x="2098459" y="181559"/>
                </a:lnTo>
                <a:lnTo>
                  <a:pt x="2173224" y="181559"/>
                </a:lnTo>
                <a:lnTo>
                  <a:pt x="2155164" y="200977"/>
                </a:lnTo>
                <a:lnTo>
                  <a:pt x="2137702" y="217982"/>
                </a:lnTo>
                <a:lnTo>
                  <a:pt x="2120836" y="232422"/>
                </a:lnTo>
                <a:lnTo>
                  <a:pt x="2104555" y="244132"/>
                </a:lnTo>
                <a:lnTo>
                  <a:pt x="2110651" y="274612"/>
                </a:lnTo>
                <a:lnTo>
                  <a:pt x="2139238" y="272326"/>
                </a:lnTo>
                <a:lnTo>
                  <a:pt x="2179269" y="270040"/>
                </a:lnTo>
                <a:lnTo>
                  <a:pt x="2293620" y="265468"/>
                </a:lnTo>
                <a:lnTo>
                  <a:pt x="2298242" y="270941"/>
                </a:lnTo>
                <a:lnTo>
                  <a:pt x="2307425" y="281330"/>
                </a:lnTo>
                <a:lnTo>
                  <a:pt x="2312009" y="286804"/>
                </a:lnTo>
                <a:lnTo>
                  <a:pt x="2334768" y="265468"/>
                </a:lnTo>
                <a:lnTo>
                  <a:pt x="2336393" y="263944"/>
                </a:lnTo>
                <a:lnTo>
                  <a:pt x="2318054" y="244132"/>
                </a:lnTo>
                <a:lnTo>
                  <a:pt x="2299957" y="225983"/>
                </a:lnTo>
                <a:lnTo>
                  <a:pt x="2282088" y="209219"/>
                </a:lnTo>
                <a:lnTo>
                  <a:pt x="2264664" y="193751"/>
                </a:lnTo>
                <a:lnTo>
                  <a:pt x="2241804" y="212039"/>
                </a:lnTo>
                <a:lnTo>
                  <a:pt x="2249538" y="218935"/>
                </a:lnTo>
                <a:lnTo>
                  <a:pt x="2256853" y="225983"/>
                </a:lnTo>
                <a:lnTo>
                  <a:pt x="2263876" y="233324"/>
                </a:lnTo>
                <a:lnTo>
                  <a:pt x="2270760" y="241084"/>
                </a:lnTo>
                <a:lnTo>
                  <a:pt x="2176208" y="243865"/>
                </a:lnTo>
                <a:lnTo>
                  <a:pt x="2148751" y="244132"/>
                </a:lnTo>
                <a:lnTo>
                  <a:pt x="2163114" y="230924"/>
                </a:lnTo>
                <a:lnTo>
                  <a:pt x="2178735" y="216268"/>
                </a:lnTo>
                <a:lnTo>
                  <a:pt x="2195779" y="199898"/>
                </a:lnTo>
                <a:lnTo>
                  <a:pt x="2214372" y="181559"/>
                </a:lnTo>
                <a:lnTo>
                  <a:pt x="2336393" y="181559"/>
                </a:lnTo>
                <a:lnTo>
                  <a:pt x="2336393" y="154114"/>
                </a:lnTo>
                <a:close/>
              </a:path>
              <a:path w="2795904" h="445769">
                <a:moveTo>
                  <a:pt x="2347061" y="384441"/>
                </a:moveTo>
                <a:lnTo>
                  <a:pt x="2225040" y="384441"/>
                </a:lnTo>
                <a:lnTo>
                  <a:pt x="2225040" y="340245"/>
                </a:lnTo>
                <a:lnTo>
                  <a:pt x="2322677" y="340245"/>
                </a:lnTo>
                <a:lnTo>
                  <a:pt x="2322677" y="312712"/>
                </a:lnTo>
                <a:lnTo>
                  <a:pt x="2225040" y="312712"/>
                </a:lnTo>
                <a:lnTo>
                  <a:pt x="2225040" y="276136"/>
                </a:lnTo>
                <a:lnTo>
                  <a:pt x="2194560" y="276136"/>
                </a:lnTo>
                <a:lnTo>
                  <a:pt x="2194560" y="312712"/>
                </a:lnTo>
                <a:lnTo>
                  <a:pt x="2099983" y="312712"/>
                </a:lnTo>
                <a:lnTo>
                  <a:pt x="2099983" y="340245"/>
                </a:lnTo>
                <a:lnTo>
                  <a:pt x="2194560" y="340245"/>
                </a:lnTo>
                <a:lnTo>
                  <a:pt x="2194560" y="384441"/>
                </a:lnTo>
                <a:lnTo>
                  <a:pt x="2071014" y="384441"/>
                </a:lnTo>
                <a:lnTo>
                  <a:pt x="2071014" y="411873"/>
                </a:lnTo>
                <a:lnTo>
                  <a:pt x="2347061" y="411873"/>
                </a:lnTo>
                <a:lnTo>
                  <a:pt x="2347061" y="384441"/>
                </a:lnTo>
                <a:close/>
              </a:path>
              <a:path w="2795904" h="445769">
                <a:moveTo>
                  <a:pt x="2795397" y="367677"/>
                </a:moveTo>
                <a:lnTo>
                  <a:pt x="2655100" y="367677"/>
                </a:lnTo>
                <a:lnTo>
                  <a:pt x="2655100" y="236512"/>
                </a:lnTo>
                <a:lnTo>
                  <a:pt x="2771013" y="236512"/>
                </a:lnTo>
                <a:lnTo>
                  <a:pt x="2771013" y="204419"/>
                </a:lnTo>
                <a:lnTo>
                  <a:pt x="2655100" y="204419"/>
                </a:lnTo>
                <a:lnTo>
                  <a:pt x="2655100" y="115925"/>
                </a:lnTo>
                <a:lnTo>
                  <a:pt x="2618524" y="115925"/>
                </a:lnTo>
                <a:lnTo>
                  <a:pt x="2618524" y="204419"/>
                </a:lnTo>
                <a:lnTo>
                  <a:pt x="2504122" y="204419"/>
                </a:lnTo>
                <a:lnTo>
                  <a:pt x="2504122" y="236512"/>
                </a:lnTo>
                <a:lnTo>
                  <a:pt x="2618524" y="236512"/>
                </a:lnTo>
                <a:lnTo>
                  <a:pt x="2618524" y="367677"/>
                </a:lnTo>
                <a:lnTo>
                  <a:pt x="2481262" y="367677"/>
                </a:lnTo>
                <a:lnTo>
                  <a:pt x="2481262" y="398157"/>
                </a:lnTo>
                <a:lnTo>
                  <a:pt x="2795397" y="398157"/>
                </a:lnTo>
                <a:lnTo>
                  <a:pt x="2795397" y="367677"/>
                </a:lnTo>
                <a:close/>
              </a:path>
              <a:path w="2795904" h="445769">
                <a:moveTo>
                  <a:pt x="2795397" y="54965"/>
                </a:moveTo>
                <a:lnTo>
                  <a:pt x="2540698" y="54965"/>
                </a:lnTo>
                <a:lnTo>
                  <a:pt x="2545245" y="44411"/>
                </a:lnTo>
                <a:lnTo>
                  <a:pt x="2549652" y="33426"/>
                </a:lnTo>
                <a:lnTo>
                  <a:pt x="2553766" y="22136"/>
                </a:lnTo>
                <a:lnTo>
                  <a:pt x="2557462" y="10668"/>
                </a:lnTo>
                <a:lnTo>
                  <a:pt x="2520886" y="1524"/>
                </a:lnTo>
                <a:lnTo>
                  <a:pt x="2516289" y="15278"/>
                </a:lnTo>
                <a:lnTo>
                  <a:pt x="2511552" y="28854"/>
                </a:lnTo>
                <a:lnTo>
                  <a:pt x="2506522" y="42125"/>
                </a:lnTo>
                <a:lnTo>
                  <a:pt x="2501074" y="54965"/>
                </a:lnTo>
                <a:lnTo>
                  <a:pt x="2372969" y="54965"/>
                </a:lnTo>
                <a:lnTo>
                  <a:pt x="2372969" y="88493"/>
                </a:lnTo>
                <a:lnTo>
                  <a:pt x="2487358" y="88493"/>
                </a:lnTo>
                <a:lnTo>
                  <a:pt x="2462225" y="136601"/>
                </a:lnTo>
                <a:lnTo>
                  <a:pt x="2432634" y="182702"/>
                </a:lnTo>
                <a:lnTo>
                  <a:pt x="2398763" y="227076"/>
                </a:lnTo>
                <a:lnTo>
                  <a:pt x="2360765" y="270040"/>
                </a:lnTo>
                <a:lnTo>
                  <a:pt x="2366467" y="278015"/>
                </a:lnTo>
                <a:lnTo>
                  <a:pt x="2372004" y="285851"/>
                </a:lnTo>
                <a:lnTo>
                  <a:pt x="2377275" y="293395"/>
                </a:lnTo>
                <a:lnTo>
                  <a:pt x="2382113" y="300520"/>
                </a:lnTo>
                <a:lnTo>
                  <a:pt x="2394686" y="287426"/>
                </a:lnTo>
                <a:lnTo>
                  <a:pt x="2407259" y="273469"/>
                </a:lnTo>
                <a:lnTo>
                  <a:pt x="2419832" y="258940"/>
                </a:lnTo>
                <a:lnTo>
                  <a:pt x="2432405" y="244132"/>
                </a:lnTo>
                <a:lnTo>
                  <a:pt x="2432405" y="430161"/>
                </a:lnTo>
                <a:lnTo>
                  <a:pt x="2466022" y="430161"/>
                </a:lnTo>
                <a:lnTo>
                  <a:pt x="2466022" y="244132"/>
                </a:lnTo>
                <a:lnTo>
                  <a:pt x="2466022" y="198323"/>
                </a:lnTo>
                <a:lnTo>
                  <a:pt x="2482837" y="171742"/>
                </a:lnTo>
                <a:lnTo>
                  <a:pt x="2498788" y="144589"/>
                </a:lnTo>
                <a:lnTo>
                  <a:pt x="2513596" y="116840"/>
                </a:lnTo>
                <a:lnTo>
                  <a:pt x="2526982" y="88493"/>
                </a:lnTo>
                <a:lnTo>
                  <a:pt x="2795397" y="88493"/>
                </a:lnTo>
                <a:lnTo>
                  <a:pt x="2795397" y="549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033962" y="2581529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671" y="0"/>
                </a:lnTo>
                <a:lnTo>
                  <a:pt x="36671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033962" y="2581528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8310" y="0"/>
                </a:lnTo>
                <a:lnTo>
                  <a:pt x="198310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664" y="313690"/>
                </a:lnTo>
                <a:lnTo>
                  <a:pt x="36664" y="170180"/>
                </a:lnTo>
                <a:lnTo>
                  <a:pt x="198310" y="170180"/>
                </a:lnTo>
                <a:lnTo>
                  <a:pt x="198310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716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319229" y="2581249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33" y="0"/>
                </a:moveTo>
                <a:lnTo>
                  <a:pt x="0" y="0"/>
                </a:lnTo>
                <a:lnTo>
                  <a:pt x="0" y="31750"/>
                </a:lnTo>
                <a:lnTo>
                  <a:pt x="91440" y="31750"/>
                </a:lnTo>
                <a:lnTo>
                  <a:pt x="91440" y="313690"/>
                </a:lnTo>
                <a:lnTo>
                  <a:pt x="128117" y="313690"/>
                </a:lnTo>
                <a:lnTo>
                  <a:pt x="128117" y="31750"/>
                </a:lnTo>
                <a:lnTo>
                  <a:pt x="218033" y="31750"/>
                </a:lnTo>
                <a:lnTo>
                  <a:pt x="21803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587555" y="2580989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147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66975" y="41148"/>
                </a:lnTo>
                <a:lnTo>
                  <a:pt x="33623" y="41148"/>
                </a:lnTo>
                <a:lnTo>
                  <a:pt x="34504" y="52640"/>
                </a:lnTo>
                <a:lnTo>
                  <a:pt x="34950" y="66517"/>
                </a:lnTo>
                <a:lnTo>
                  <a:pt x="35039" y="75140"/>
                </a:lnTo>
                <a:lnTo>
                  <a:pt x="35147" y="314229"/>
                </a:lnTo>
                <a:close/>
              </a:path>
              <a:path w="320675" h="314325">
                <a:moveTo>
                  <a:pt x="194871" y="256222"/>
                </a:moveTo>
                <a:lnTo>
                  <a:pt x="160115" y="256222"/>
                </a:lnTo>
                <a:lnTo>
                  <a:pt x="164694" y="244268"/>
                </a:lnTo>
                <a:lnTo>
                  <a:pt x="168961" y="233743"/>
                </a:lnTo>
                <a:lnTo>
                  <a:pt x="172639" y="224932"/>
                </a:lnTo>
                <a:lnTo>
                  <a:pt x="175450" y="218122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41148"/>
                </a:lnTo>
                <a:lnTo>
                  <a:pt x="285178" y="41148"/>
                </a:lnTo>
                <a:lnTo>
                  <a:pt x="282827" y="51735"/>
                </a:lnTo>
                <a:lnTo>
                  <a:pt x="280606" y="59864"/>
                </a:lnTo>
                <a:lnTo>
                  <a:pt x="278320" y="66517"/>
                </a:lnTo>
                <a:lnTo>
                  <a:pt x="194871" y="256222"/>
                </a:lnTo>
                <a:close/>
              </a:path>
              <a:path w="320675" h="314325">
                <a:moveTo>
                  <a:pt x="169354" y="314229"/>
                </a:moveTo>
                <a:lnTo>
                  <a:pt x="150971" y="314229"/>
                </a:lnTo>
                <a:lnTo>
                  <a:pt x="44291" y="73247"/>
                </a:lnTo>
                <a:lnTo>
                  <a:pt x="41981" y="67803"/>
                </a:lnTo>
                <a:lnTo>
                  <a:pt x="39528" y="60626"/>
                </a:lnTo>
                <a:lnTo>
                  <a:pt x="36719" y="51497"/>
                </a:lnTo>
                <a:lnTo>
                  <a:pt x="33623" y="41148"/>
                </a:lnTo>
                <a:lnTo>
                  <a:pt x="66975" y="41148"/>
                </a:lnTo>
                <a:lnTo>
                  <a:pt x="144875" y="218122"/>
                </a:lnTo>
                <a:lnTo>
                  <a:pt x="158591" y="256222"/>
                </a:lnTo>
                <a:lnTo>
                  <a:pt x="194871" y="256222"/>
                </a:lnTo>
                <a:lnTo>
                  <a:pt x="169354" y="314229"/>
                </a:lnTo>
                <a:close/>
              </a:path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702" y="89676"/>
                </a:lnTo>
                <a:lnTo>
                  <a:pt x="284035" y="75140"/>
                </a:lnTo>
                <a:lnTo>
                  <a:pt x="284940" y="58871"/>
                </a:lnTo>
                <a:lnTo>
                  <a:pt x="286702" y="41148"/>
                </a:lnTo>
                <a:lnTo>
                  <a:pt x="320325" y="41148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991695" y="2580639"/>
            <a:ext cx="163195" cy="314960"/>
          </a:xfrm>
          <a:custGeom>
            <a:avLst/>
            <a:gdLst/>
            <a:ahLst/>
            <a:cxnLst/>
            <a:rect l="l" t="t" r="r" b="b"/>
            <a:pathLst>
              <a:path w="163195" h="314960">
                <a:moveTo>
                  <a:pt x="163156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156" y="314960"/>
                </a:lnTo>
                <a:lnTo>
                  <a:pt x="16315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6319647" y="2516885"/>
            <a:ext cx="1276985" cy="441325"/>
          </a:xfrm>
          <a:custGeom>
            <a:avLst/>
            <a:gdLst/>
            <a:ahLst/>
            <a:cxnLst/>
            <a:rect l="l" t="t" r="r" b="b"/>
            <a:pathLst>
              <a:path w="1276984" h="441325">
                <a:moveTo>
                  <a:pt x="207352" y="276136"/>
                </a:moveTo>
                <a:lnTo>
                  <a:pt x="169252" y="276136"/>
                </a:lnTo>
                <a:lnTo>
                  <a:pt x="169252" y="437870"/>
                </a:lnTo>
                <a:lnTo>
                  <a:pt x="207352" y="437870"/>
                </a:lnTo>
                <a:lnTo>
                  <a:pt x="207352" y="276136"/>
                </a:lnTo>
                <a:close/>
              </a:path>
              <a:path w="1276984" h="441325">
                <a:moveTo>
                  <a:pt x="207352" y="131267"/>
                </a:moveTo>
                <a:lnTo>
                  <a:pt x="169252" y="131267"/>
                </a:lnTo>
                <a:lnTo>
                  <a:pt x="169252" y="242608"/>
                </a:lnTo>
                <a:lnTo>
                  <a:pt x="207352" y="242608"/>
                </a:lnTo>
                <a:lnTo>
                  <a:pt x="207352" y="131267"/>
                </a:lnTo>
                <a:close/>
              </a:path>
              <a:path w="1276984" h="441325">
                <a:moveTo>
                  <a:pt x="376618" y="276136"/>
                </a:moveTo>
                <a:lnTo>
                  <a:pt x="341566" y="276136"/>
                </a:lnTo>
                <a:lnTo>
                  <a:pt x="341566" y="298996"/>
                </a:lnTo>
                <a:lnTo>
                  <a:pt x="376618" y="298996"/>
                </a:lnTo>
                <a:lnTo>
                  <a:pt x="376618" y="276136"/>
                </a:lnTo>
                <a:close/>
              </a:path>
              <a:path w="1276984" h="441325">
                <a:moveTo>
                  <a:pt x="376618" y="131267"/>
                </a:moveTo>
                <a:lnTo>
                  <a:pt x="341566" y="131267"/>
                </a:lnTo>
                <a:lnTo>
                  <a:pt x="341566" y="242608"/>
                </a:lnTo>
                <a:lnTo>
                  <a:pt x="376618" y="242608"/>
                </a:lnTo>
                <a:lnTo>
                  <a:pt x="376618" y="131267"/>
                </a:lnTo>
                <a:close/>
              </a:path>
              <a:path w="1276984" h="441325">
                <a:moveTo>
                  <a:pt x="376618" y="99161"/>
                </a:moveTo>
                <a:lnTo>
                  <a:pt x="207352" y="99161"/>
                </a:lnTo>
                <a:lnTo>
                  <a:pt x="207352" y="3048"/>
                </a:lnTo>
                <a:lnTo>
                  <a:pt x="169252" y="3048"/>
                </a:lnTo>
                <a:lnTo>
                  <a:pt x="169252" y="99161"/>
                </a:lnTo>
                <a:lnTo>
                  <a:pt x="0" y="99161"/>
                </a:lnTo>
                <a:lnTo>
                  <a:pt x="0" y="130911"/>
                </a:lnTo>
                <a:lnTo>
                  <a:pt x="0" y="242671"/>
                </a:lnTo>
                <a:lnTo>
                  <a:pt x="0" y="275691"/>
                </a:lnTo>
                <a:lnTo>
                  <a:pt x="0" y="298551"/>
                </a:lnTo>
                <a:lnTo>
                  <a:pt x="36576" y="298551"/>
                </a:lnTo>
                <a:lnTo>
                  <a:pt x="36576" y="275691"/>
                </a:lnTo>
                <a:lnTo>
                  <a:pt x="376618" y="275691"/>
                </a:lnTo>
                <a:lnTo>
                  <a:pt x="376618" y="242671"/>
                </a:lnTo>
                <a:lnTo>
                  <a:pt x="36576" y="242671"/>
                </a:lnTo>
                <a:lnTo>
                  <a:pt x="36576" y="130911"/>
                </a:lnTo>
                <a:lnTo>
                  <a:pt x="376618" y="130911"/>
                </a:lnTo>
                <a:lnTo>
                  <a:pt x="376618" y="99161"/>
                </a:lnTo>
                <a:close/>
              </a:path>
              <a:path w="1276984" h="441325">
                <a:moveTo>
                  <a:pt x="609968" y="331000"/>
                </a:moveTo>
                <a:lnTo>
                  <a:pt x="597382" y="282117"/>
                </a:lnTo>
                <a:lnTo>
                  <a:pt x="584631" y="236080"/>
                </a:lnTo>
                <a:lnTo>
                  <a:pt x="571614" y="192900"/>
                </a:lnTo>
                <a:lnTo>
                  <a:pt x="558152" y="152603"/>
                </a:lnTo>
                <a:lnTo>
                  <a:pt x="524535" y="163271"/>
                </a:lnTo>
                <a:lnTo>
                  <a:pt x="537997" y="208711"/>
                </a:lnTo>
                <a:lnTo>
                  <a:pt x="550722" y="253619"/>
                </a:lnTo>
                <a:lnTo>
                  <a:pt x="562559" y="297967"/>
                </a:lnTo>
                <a:lnTo>
                  <a:pt x="573392" y="341769"/>
                </a:lnTo>
                <a:lnTo>
                  <a:pt x="609968" y="331000"/>
                </a:lnTo>
                <a:close/>
              </a:path>
              <a:path w="1276984" h="441325">
                <a:moveTo>
                  <a:pt x="704557" y="308140"/>
                </a:moveTo>
                <a:lnTo>
                  <a:pt x="695109" y="260362"/>
                </a:lnTo>
                <a:lnTo>
                  <a:pt x="685076" y="215125"/>
                </a:lnTo>
                <a:lnTo>
                  <a:pt x="674471" y="172186"/>
                </a:lnTo>
                <a:lnTo>
                  <a:pt x="663321" y="131267"/>
                </a:lnTo>
                <a:lnTo>
                  <a:pt x="629793" y="141935"/>
                </a:lnTo>
                <a:lnTo>
                  <a:pt x="640626" y="186499"/>
                </a:lnTo>
                <a:lnTo>
                  <a:pt x="650176" y="230936"/>
                </a:lnTo>
                <a:lnTo>
                  <a:pt x="658291" y="275094"/>
                </a:lnTo>
                <a:lnTo>
                  <a:pt x="664845" y="318808"/>
                </a:lnTo>
                <a:lnTo>
                  <a:pt x="704557" y="308140"/>
                </a:lnTo>
                <a:close/>
              </a:path>
              <a:path w="1276984" h="441325">
                <a:moveTo>
                  <a:pt x="844867" y="65633"/>
                </a:moveTo>
                <a:lnTo>
                  <a:pt x="666369" y="65633"/>
                </a:lnTo>
                <a:lnTo>
                  <a:pt x="687793" y="53441"/>
                </a:lnTo>
                <a:lnTo>
                  <a:pt x="679475" y="39090"/>
                </a:lnTo>
                <a:lnTo>
                  <a:pt x="670750" y="25577"/>
                </a:lnTo>
                <a:lnTo>
                  <a:pt x="661771" y="12636"/>
                </a:lnTo>
                <a:lnTo>
                  <a:pt x="652653" y="0"/>
                </a:lnTo>
                <a:lnTo>
                  <a:pt x="620649" y="18288"/>
                </a:lnTo>
                <a:lnTo>
                  <a:pt x="628624" y="29806"/>
                </a:lnTo>
                <a:lnTo>
                  <a:pt x="636460" y="41427"/>
                </a:lnTo>
                <a:lnTo>
                  <a:pt x="644004" y="53327"/>
                </a:lnTo>
                <a:lnTo>
                  <a:pt x="651129" y="65633"/>
                </a:lnTo>
                <a:lnTo>
                  <a:pt x="466623" y="65633"/>
                </a:lnTo>
                <a:lnTo>
                  <a:pt x="466623" y="205943"/>
                </a:lnTo>
                <a:lnTo>
                  <a:pt x="463219" y="271729"/>
                </a:lnTo>
                <a:lnTo>
                  <a:pt x="453097" y="327228"/>
                </a:lnTo>
                <a:lnTo>
                  <a:pt x="436410" y="372414"/>
                </a:lnTo>
                <a:lnTo>
                  <a:pt x="413283" y="407301"/>
                </a:lnTo>
                <a:lnTo>
                  <a:pt x="420979" y="415277"/>
                </a:lnTo>
                <a:lnTo>
                  <a:pt x="427951" y="423113"/>
                </a:lnTo>
                <a:lnTo>
                  <a:pt x="434073" y="430695"/>
                </a:lnTo>
                <a:lnTo>
                  <a:pt x="439191" y="437870"/>
                </a:lnTo>
                <a:lnTo>
                  <a:pt x="462229" y="403771"/>
                </a:lnTo>
                <a:lnTo>
                  <a:pt x="480161" y="363677"/>
                </a:lnTo>
                <a:lnTo>
                  <a:pt x="492963" y="317436"/>
                </a:lnTo>
                <a:lnTo>
                  <a:pt x="500634" y="264909"/>
                </a:lnTo>
                <a:lnTo>
                  <a:pt x="503085" y="208711"/>
                </a:lnTo>
                <a:lnTo>
                  <a:pt x="503199" y="97637"/>
                </a:lnTo>
                <a:lnTo>
                  <a:pt x="844867" y="97637"/>
                </a:lnTo>
                <a:lnTo>
                  <a:pt x="844867" y="65633"/>
                </a:lnTo>
                <a:close/>
              </a:path>
              <a:path w="1276984" h="441325">
                <a:moveTo>
                  <a:pt x="849439" y="378345"/>
                </a:moveTo>
                <a:lnTo>
                  <a:pt x="741133" y="378345"/>
                </a:lnTo>
                <a:lnTo>
                  <a:pt x="754303" y="342087"/>
                </a:lnTo>
                <a:lnTo>
                  <a:pt x="768197" y="301078"/>
                </a:lnTo>
                <a:lnTo>
                  <a:pt x="782828" y="255333"/>
                </a:lnTo>
                <a:lnTo>
                  <a:pt x="798195" y="204825"/>
                </a:lnTo>
                <a:lnTo>
                  <a:pt x="814285" y="149555"/>
                </a:lnTo>
                <a:lnTo>
                  <a:pt x="776185" y="138887"/>
                </a:lnTo>
                <a:lnTo>
                  <a:pt x="760818" y="197459"/>
                </a:lnTo>
                <a:lnTo>
                  <a:pt x="745832" y="250621"/>
                </a:lnTo>
                <a:lnTo>
                  <a:pt x="731202" y="298424"/>
                </a:lnTo>
                <a:lnTo>
                  <a:pt x="716927" y="340969"/>
                </a:lnTo>
                <a:lnTo>
                  <a:pt x="703033" y="378345"/>
                </a:lnTo>
                <a:lnTo>
                  <a:pt x="500151" y="378345"/>
                </a:lnTo>
                <a:lnTo>
                  <a:pt x="500151" y="411873"/>
                </a:lnTo>
                <a:lnTo>
                  <a:pt x="849439" y="411873"/>
                </a:lnTo>
                <a:lnTo>
                  <a:pt x="849439" y="378345"/>
                </a:lnTo>
                <a:close/>
              </a:path>
              <a:path w="1276984" h="441325">
                <a:moveTo>
                  <a:pt x="1276438" y="30581"/>
                </a:moveTo>
                <a:lnTo>
                  <a:pt x="1241386" y="30581"/>
                </a:lnTo>
                <a:lnTo>
                  <a:pt x="1241386" y="62585"/>
                </a:lnTo>
                <a:lnTo>
                  <a:pt x="1241386" y="144970"/>
                </a:lnTo>
                <a:lnTo>
                  <a:pt x="1241386" y="176974"/>
                </a:lnTo>
                <a:lnTo>
                  <a:pt x="1241386" y="257848"/>
                </a:lnTo>
                <a:lnTo>
                  <a:pt x="1111758" y="257848"/>
                </a:lnTo>
                <a:lnTo>
                  <a:pt x="1111758" y="176974"/>
                </a:lnTo>
                <a:lnTo>
                  <a:pt x="1241386" y="176974"/>
                </a:lnTo>
                <a:lnTo>
                  <a:pt x="1241386" y="144970"/>
                </a:lnTo>
                <a:lnTo>
                  <a:pt x="1111758" y="144970"/>
                </a:lnTo>
                <a:lnTo>
                  <a:pt x="1111758" y="62585"/>
                </a:lnTo>
                <a:lnTo>
                  <a:pt x="1241386" y="62585"/>
                </a:lnTo>
                <a:lnTo>
                  <a:pt x="1241386" y="30581"/>
                </a:lnTo>
                <a:lnTo>
                  <a:pt x="1076604" y="30581"/>
                </a:lnTo>
                <a:lnTo>
                  <a:pt x="1076604" y="62585"/>
                </a:lnTo>
                <a:lnTo>
                  <a:pt x="1076604" y="144970"/>
                </a:lnTo>
                <a:lnTo>
                  <a:pt x="1076604" y="176974"/>
                </a:lnTo>
                <a:lnTo>
                  <a:pt x="1076604" y="257848"/>
                </a:lnTo>
                <a:lnTo>
                  <a:pt x="951534" y="257848"/>
                </a:lnTo>
                <a:lnTo>
                  <a:pt x="953300" y="238137"/>
                </a:lnTo>
                <a:lnTo>
                  <a:pt x="954201" y="217982"/>
                </a:lnTo>
                <a:lnTo>
                  <a:pt x="954544" y="197548"/>
                </a:lnTo>
                <a:lnTo>
                  <a:pt x="954582" y="176974"/>
                </a:lnTo>
                <a:lnTo>
                  <a:pt x="1076604" y="176974"/>
                </a:lnTo>
                <a:lnTo>
                  <a:pt x="1076604" y="144970"/>
                </a:lnTo>
                <a:lnTo>
                  <a:pt x="954582" y="144970"/>
                </a:lnTo>
                <a:lnTo>
                  <a:pt x="954582" y="62585"/>
                </a:lnTo>
                <a:lnTo>
                  <a:pt x="1076604" y="62585"/>
                </a:lnTo>
                <a:lnTo>
                  <a:pt x="1076604" y="30581"/>
                </a:lnTo>
                <a:lnTo>
                  <a:pt x="919530" y="30581"/>
                </a:lnTo>
                <a:lnTo>
                  <a:pt x="919530" y="187642"/>
                </a:lnTo>
                <a:lnTo>
                  <a:pt x="918946" y="228587"/>
                </a:lnTo>
                <a:lnTo>
                  <a:pt x="913752" y="295541"/>
                </a:lnTo>
                <a:lnTo>
                  <a:pt x="903135" y="345579"/>
                </a:lnTo>
                <a:lnTo>
                  <a:pt x="884224" y="390105"/>
                </a:lnTo>
                <a:lnTo>
                  <a:pt x="870762" y="410337"/>
                </a:lnTo>
                <a:lnTo>
                  <a:pt x="884288" y="426161"/>
                </a:lnTo>
                <a:lnTo>
                  <a:pt x="890701" y="433743"/>
                </a:lnTo>
                <a:lnTo>
                  <a:pt x="896670" y="440918"/>
                </a:lnTo>
                <a:lnTo>
                  <a:pt x="917232" y="409143"/>
                </a:lnTo>
                <a:lnTo>
                  <a:pt x="933056" y="373380"/>
                </a:lnTo>
                <a:lnTo>
                  <a:pt x="944041" y="333629"/>
                </a:lnTo>
                <a:lnTo>
                  <a:pt x="950010" y="289852"/>
                </a:lnTo>
                <a:lnTo>
                  <a:pt x="1076604" y="289852"/>
                </a:lnTo>
                <a:lnTo>
                  <a:pt x="1076604" y="428625"/>
                </a:lnTo>
                <a:lnTo>
                  <a:pt x="1111758" y="428625"/>
                </a:lnTo>
                <a:lnTo>
                  <a:pt x="1111758" y="289852"/>
                </a:lnTo>
                <a:lnTo>
                  <a:pt x="1241386" y="289852"/>
                </a:lnTo>
                <a:lnTo>
                  <a:pt x="1241386" y="370713"/>
                </a:lnTo>
                <a:lnTo>
                  <a:pt x="1239659" y="381838"/>
                </a:lnTo>
                <a:lnTo>
                  <a:pt x="1234478" y="389953"/>
                </a:lnTo>
                <a:lnTo>
                  <a:pt x="1225880" y="394931"/>
                </a:lnTo>
                <a:lnTo>
                  <a:pt x="1213866" y="396621"/>
                </a:lnTo>
                <a:lnTo>
                  <a:pt x="1201331" y="396367"/>
                </a:lnTo>
                <a:lnTo>
                  <a:pt x="1186815" y="395668"/>
                </a:lnTo>
                <a:lnTo>
                  <a:pt x="1152906" y="393573"/>
                </a:lnTo>
                <a:lnTo>
                  <a:pt x="1154277" y="404431"/>
                </a:lnTo>
                <a:lnTo>
                  <a:pt x="1155954" y="414147"/>
                </a:lnTo>
                <a:lnTo>
                  <a:pt x="1157617" y="422719"/>
                </a:lnTo>
                <a:lnTo>
                  <a:pt x="1159002" y="430161"/>
                </a:lnTo>
                <a:lnTo>
                  <a:pt x="1176972" y="431038"/>
                </a:lnTo>
                <a:lnTo>
                  <a:pt x="1194244" y="431495"/>
                </a:lnTo>
                <a:lnTo>
                  <a:pt x="1226058" y="431685"/>
                </a:lnTo>
                <a:lnTo>
                  <a:pt x="1248105" y="428294"/>
                </a:lnTo>
                <a:lnTo>
                  <a:pt x="1263853" y="418338"/>
                </a:lnTo>
                <a:lnTo>
                  <a:pt x="1273289" y="402107"/>
                </a:lnTo>
                <a:lnTo>
                  <a:pt x="1274064" y="396621"/>
                </a:lnTo>
                <a:lnTo>
                  <a:pt x="1276438" y="379857"/>
                </a:lnTo>
                <a:lnTo>
                  <a:pt x="1276438" y="62585"/>
                </a:lnTo>
                <a:lnTo>
                  <a:pt x="1276438" y="305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771447" y="2574893"/>
            <a:ext cx="233679" cy="325120"/>
          </a:xfrm>
          <a:custGeom>
            <a:avLst/>
            <a:gdLst/>
            <a:ahLst/>
            <a:cxnLst/>
            <a:rect l="l" t="t" r="r" b="b"/>
            <a:pathLst>
              <a:path w="233679" h="325119">
                <a:moveTo>
                  <a:pt x="147923" y="324897"/>
                </a:moveTo>
                <a:lnTo>
                  <a:pt x="86951" y="314420"/>
                </a:lnTo>
                <a:lnTo>
                  <a:pt x="39624" y="282225"/>
                </a:lnTo>
                <a:lnTo>
                  <a:pt x="10096" y="232028"/>
                </a:lnTo>
                <a:lnTo>
                  <a:pt x="0" y="169259"/>
                </a:lnTo>
                <a:lnTo>
                  <a:pt x="2857" y="133277"/>
                </a:lnTo>
                <a:lnTo>
                  <a:pt x="25717" y="72135"/>
                </a:lnTo>
                <a:lnTo>
                  <a:pt x="69206" y="26360"/>
                </a:lnTo>
                <a:lnTo>
                  <a:pt x="126395" y="2881"/>
                </a:lnTo>
                <a:lnTo>
                  <a:pt x="160115" y="0"/>
                </a:lnTo>
                <a:lnTo>
                  <a:pt x="181204" y="857"/>
                </a:lnTo>
                <a:lnTo>
                  <a:pt x="200739" y="3428"/>
                </a:lnTo>
                <a:lnTo>
                  <a:pt x="218274" y="7715"/>
                </a:lnTo>
                <a:lnTo>
                  <a:pt x="233362" y="13715"/>
                </a:lnTo>
                <a:lnTo>
                  <a:pt x="233362" y="51815"/>
                </a:lnTo>
                <a:lnTo>
                  <a:pt x="216559" y="43814"/>
                </a:lnTo>
                <a:lnTo>
                  <a:pt x="198453" y="38099"/>
                </a:lnTo>
                <a:lnTo>
                  <a:pt x="179489" y="34670"/>
                </a:lnTo>
                <a:lnTo>
                  <a:pt x="160115" y="33527"/>
                </a:lnTo>
                <a:lnTo>
                  <a:pt x="134088" y="35815"/>
                </a:lnTo>
                <a:lnTo>
                  <a:pt x="90035" y="54142"/>
                </a:lnTo>
                <a:lnTo>
                  <a:pt x="56785" y="89915"/>
                </a:lnTo>
                <a:lnTo>
                  <a:pt x="40125" y="137921"/>
                </a:lnTo>
                <a:lnTo>
                  <a:pt x="38100" y="166211"/>
                </a:lnTo>
                <a:lnTo>
                  <a:pt x="40101" y="193412"/>
                </a:lnTo>
                <a:lnTo>
                  <a:pt x="56142" y="239171"/>
                </a:lnTo>
                <a:lnTo>
                  <a:pt x="86486" y="272684"/>
                </a:lnTo>
                <a:lnTo>
                  <a:pt x="127635" y="289344"/>
                </a:lnTo>
                <a:lnTo>
                  <a:pt x="152495" y="291369"/>
                </a:lnTo>
                <a:lnTo>
                  <a:pt x="174774" y="290201"/>
                </a:lnTo>
                <a:lnTo>
                  <a:pt x="195786" y="286595"/>
                </a:lnTo>
                <a:lnTo>
                  <a:pt x="215369" y="280399"/>
                </a:lnTo>
                <a:lnTo>
                  <a:pt x="233362" y="271462"/>
                </a:lnTo>
                <a:lnTo>
                  <a:pt x="233362" y="306609"/>
                </a:lnTo>
                <a:lnTo>
                  <a:pt x="215083" y="314610"/>
                </a:lnTo>
                <a:lnTo>
                  <a:pt x="194643" y="320325"/>
                </a:lnTo>
                <a:lnTo>
                  <a:pt x="172203" y="323754"/>
                </a:lnTo>
                <a:lnTo>
                  <a:pt x="14792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055102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4" h="325119">
                <a:moveTo>
                  <a:pt x="67151" y="324897"/>
                </a:moveTo>
                <a:lnTo>
                  <a:pt x="59531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5240" y="314229"/>
                </a:lnTo>
                <a:lnTo>
                  <a:pt x="9144" y="312705"/>
                </a:lnTo>
                <a:lnTo>
                  <a:pt x="3048" y="309657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6764" y="276129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99" y="291369"/>
                </a:lnTo>
                <a:lnTo>
                  <a:pt x="83915" y="291369"/>
                </a:lnTo>
                <a:lnTo>
                  <a:pt x="125063" y="284940"/>
                </a:lnTo>
                <a:lnTo>
                  <a:pt x="150066" y="254223"/>
                </a:lnTo>
                <a:lnTo>
                  <a:pt x="150971" y="242506"/>
                </a:lnTo>
                <a:lnTo>
                  <a:pt x="150971" y="234886"/>
                </a:lnTo>
                <a:lnTo>
                  <a:pt x="125420" y="200096"/>
                </a:lnTo>
                <a:lnTo>
                  <a:pt x="99893" y="185499"/>
                </a:lnTo>
                <a:lnTo>
                  <a:pt x="85558" y="177593"/>
                </a:lnTo>
                <a:lnTo>
                  <a:pt x="77819" y="173926"/>
                </a:lnTo>
                <a:lnTo>
                  <a:pt x="69840" y="169537"/>
                </a:lnTo>
                <a:lnTo>
                  <a:pt x="54419" y="161402"/>
                </a:lnTo>
                <a:lnTo>
                  <a:pt x="22859" y="138779"/>
                </a:lnTo>
                <a:lnTo>
                  <a:pt x="1333" y="100869"/>
                </a:lnTo>
                <a:lnTo>
                  <a:pt x="0" y="83915"/>
                </a:lnTo>
                <a:lnTo>
                  <a:pt x="571" y="73899"/>
                </a:lnTo>
                <a:lnTo>
                  <a:pt x="20193" y="32575"/>
                </a:lnTo>
                <a:lnTo>
                  <a:pt x="59540" y="8048"/>
                </a:lnTo>
                <a:lnTo>
                  <a:pt x="99536" y="285"/>
                </a:lnTo>
                <a:lnTo>
                  <a:pt x="109823" y="0"/>
                </a:lnTo>
                <a:lnTo>
                  <a:pt x="131230" y="833"/>
                </a:lnTo>
                <a:lnTo>
                  <a:pt x="149637" y="3238"/>
                </a:lnTo>
                <a:lnTo>
                  <a:pt x="164901" y="7072"/>
                </a:lnTo>
                <a:lnTo>
                  <a:pt x="176879" y="12191"/>
                </a:lnTo>
                <a:lnTo>
                  <a:pt x="176879" y="53339"/>
                </a:lnTo>
                <a:lnTo>
                  <a:pt x="162044" y="44457"/>
                </a:lnTo>
                <a:lnTo>
                  <a:pt x="145065" y="38290"/>
                </a:lnTo>
                <a:lnTo>
                  <a:pt x="126087" y="34694"/>
                </a:lnTo>
                <a:lnTo>
                  <a:pt x="105251" y="33527"/>
                </a:lnTo>
                <a:lnTo>
                  <a:pt x="97631" y="33527"/>
                </a:lnTo>
                <a:lnTo>
                  <a:pt x="90011" y="35051"/>
                </a:lnTo>
                <a:lnTo>
                  <a:pt x="80867" y="36575"/>
                </a:lnTo>
                <a:lnTo>
                  <a:pt x="44195" y="59435"/>
                </a:lnTo>
                <a:lnTo>
                  <a:pt x="38100" y="71723"/>
                </a:lnTo>
                <a:lnTo>
                  <a:pt x="38100" y="88487"/>
                </a:lnTo>
                <a:lnTo>
                  <a:pt x="68675" y="126587"/>
                </a:lnTo>
                <a:lnTo>
                  <a:pt x="77819" y="131159"/>
                </a:lnTo>
                <a:lnTo>
                  <a:pt x="91154" y="138779"/>
                </a:lnTo>
                <a:lnTo>
                  <a:pt x="98821" y="142732"/>
                </a:lnTo>
                <a:lnTo>
                  <a:pt x="106775" y="146399"/>
                </a:lnTo>
                <a:lnTo>
                  <a:pt x="138779" y="164687"/>
                </a:lnTo>
                <a:lnTo>
                  <a:pt x="170116" y="190333"/>
                </a:lnTo>
                <a:lnTo>
                  <a:pt x="188499" y="223837"/>
                </a:lnTo>
                <a:lnTo>
                  <a:pt x="190595" y="240982"/>
                </a:lnTo>
                <a:lnTo>
                  <a:pt x="190023" y="251866"/>
                </a:lnTo>
                <a:lnTo>
                  <a:pt x="170402" y="294036"/>
                </a:lnTo>
                <a:lnTo>
                  <a:pt x="130492" y="317753"/>
                </a:lnTo>
                <a:lnTo>
                  <a:pt x="88987" y="324611"/>
                </a:lnTo>
                <a:lnTo>
                  <a:pt x="67151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293036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4" h="325119">
                <a:moveTo>
                  <a:pt x="79248" y="324897"/>
                </a:moveTo>
                <a:lnTo>
                  <a:pt x="67056" y="324897"/>
                </a:lnTo>
                <a:lnTo>
                  <a:pt x="59436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129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125704" y="284940"/>
                </a:lnTo>
                <a:lnTo>
                  <a:pt x="151376" y="254223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25420" y="200096"/>
                </a:lnTo>
                <a:lnTo>
                  <a:pt x="106775" y="189166"/>
                </a:lnTo>
                <a:lnTo>
                  <a:pt x="93392" y="181546"/>
                </a:lnTo>
                <a:lnTo>
                  <a:pt x="85692" y="177593"/>
                </a:lnTo>
                <a:lnTo>
                  <a:pt x="77724" y="173926"/>
                </a:lnTo>
                <a:lnTo>
                  <a:pt x="47244" y="157067"/>
                </a:lnTo>
                <a:lnTo>
                  <a:pt x="17668" y="133040"/>
                </a:lnTo>
                <a:lnTo>
                  <a:pt x="523" y="92749"/>
                </a:lnTo>
                <a:lnTo>
                  <a:pt x="0" y="83915"/>
                </a:lnTo>
                <a:lnTo>
                  <a:pt x="571" y="73899"/>
                </a:lnTo>
                <a:lnTo>
                  <a:pt x="20955" y="32575"/>
                </a:lnTo>
                <a:lnTo>
                  <a:pt x="60126" y="8048"/>
                </a:lnTo>
                <a:lnTo>
                  <a:pt x="99545" y="285"/>
                </a:lnTo>
                <a:lnTo>
                  <a:pt x="109823" y="0"/>
                </a:lnTo>
                <a:lnTo>
                  <a:pt x="131230" y="833"/>
                </a:lnTo>
                <a:lnTo>
                  <a:pt x="149637" y="3238"/>
                </a:lnTo>
                <a:lnTo>
                  <a:pt x="164901" y="7072"/>
                </a:lnTo>
                <a:lnTo>
                  <a:pt x="176879" y="12191"/>
                </a:lnTo>
                <a:lnTo>
                  <a:pt x="176879" y="53339"/>
                </a:lnTo>
                <a:lnTo>
                  <a:pt x="162044" y="44457"/>
                </a:lnTo>
                <a:lnTo>
                  <a:pt x="145065" y="38290"/>
                </a:lnTo>
                <a:lnTo>
                  <a:pt x="126087" y="34694"/>
                </a:lnTo>
                <a:lnTo>
                  <a:pt x="105251" y="33527"/>
                </a:lnTo>
                <a:lnTo>
                  <a:pt x="97631" y="33527"/>
                </a:lnTo>
                <a:lnTo>
                  <a:pt x="82296" y="36575"/>
                </a:lnTo>
                <a:lnTo>
                  <a:pt x="73152" y="38099"/>
                </a:lnTo>
                <a:lnTo>
                  <a:pt x="67056" y="41147"/>
                </a:lnTo>
                <a:lnTo>
                  <a:pt x="59436" y="44195"/>
                </a:lnTo>
                <a:lnTo>
                  <a:pt x="53339" y="48767"/>
                </a:lnTo>
                <a:lnTo>
                  <a:pt x="48768" y="53339"/>
                </a:lnTo>
                <a:lnTo>
                  <a:pt x="44195" y="59435"/>
                </a:lnTo>
                <a:lnTo>
                  <a:pt x="41148" y="65531"/>
                </a:lnTo>
                <a:lnTo>
                  <a:pt x="39624" y="71723"/>
                </a:lnTo>
                <a:lnTo>
                  <a:pt x="39624" y="96107"/>
                </a:lnTo>
                <a:lnTo>
                  <a:pt x="77724" y="131159"/>
                </a:lnTo>
                <a:lnTo>
                  <a:pt x="106775" y="146399"/>
                </a:lnTo>
                <a:lnTo>
                  <a:pt x="115633" y="150971"/>
                </a:lnTo>
                <a:lnTo>
                  <a:pt x="123920" y="155543"/>
                </a:lnTo>
                <a:lnTo>
                  <a:pt x="131635" y="160115"/>
                </a:lnTo>
                <a:lnTo>
                  <a:pt x="138779" y="164687"/>
                </a:lnTo>
                <a:lnTo>
                  <a:pt x="146494" y="169338"/>
                </a:lnTo>
                <a:lnTo>
                  <a:pt x="175736" y="196214"/>
                </a:lnTo>
                <a:lnTo>
                  <a:pt x="190047" y="232124"/>
                </a:lnTo>
                <a:lnTo>
                  <a:pt x="190595" y="240982"/>
                </a:lnTo>
                <a:lnTo>
                  <a:pt x="190023" y="251866"/>
                </a:lnTo>
                <a:lnTo>
                  <a:pt x="170973" y="294036"/>
                </a:lnTo>
                <a:lnTo>
                  <a:pt x="130492" y="317753"/>
                </a:lnTo>
                <a:lnTo>
                  <a:pt x="89764" y="324611"/>
                </a:lnTo>
                <a:lnTo>
                  <a:pt x="7924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652891" y="2521458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80">
                <a:moveTo>
                  <a:pt x="80867" y="73247"/>
                </a:moveTo>
                <a:lnTo>
                  <a:pt x="44291" y="73247"/>
                </a:lnTo>
                <a:lnTo>
                  <a:pt x="51982" y="53243"/>
                </a:lnTo>
                <a:lnTo>
                  <a:pt x="58959" y="34373"/>
                </a:lnTo>
                <a:lnTo>
                  <a:pt x="65079" y="16628"/>
                </a:lnTo>
                <a:lnTo>
                  <a:pt x="70199" y="0"/>
                </a:lnTo>
                <a:lnTo>
                  <a:pt x="106775" y="10668"/>
                </a:lnTo>
                <a:lnTo>
                  <a:pt x="100155" y="27344"/>
                </a:lnTo>
                <a:lnTo>
                  <a:pt x="93821" y="43136"/>
                </a:lnTo>
                <a:lnTo>
                  <a:pt x="87487" y="58339"/>
                </a:lnTo>
                <a:lnTo>
                  <a:pt x="80867" y="73247"/>
                </a:lnTo>
                <a:close/>
              </a:path>
              <a:path w="400050" h="424180">
                <a:moveTo>
                  <a:pt x="35147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830" y="73247"/>
                </a:lnTo>
                <a:lnTo>
                  <a:pt x="167830" y="105251"/>
                </a:lnTo>
                <a:lnTo>
                  <a:pt x="35147" y="105251"/>
                </a:lnTo>
                <a:lnTo>
                  <a:pt x="35147" y="212026"/>
                </a:lnTo>
                <a:lnTo>
                  <a:pt x="167830" y="212026"/>
                </a:lnTo>
                <a:lnTo>
                  <a:pt x="167830" y="244125"/>
                </a:lnTo>
                <a:lnTo>
                  <a:pt x="35147" y="244125"/>
                </a:lnTo>
                <a:lnTo>
                  <a:pt x="35147" y="353949"/>
                </a:lnTo>
                <a:lnTo>
                  <a:pt x="167830" y="353949"/>
                </a:lnTo>
                <a:lnTo>
                  <a:pt x="167830" y="387477"/>
                </a:lnTo>
                <a:lnTo>
                  <a:pt x="35147" y="387477"/>
                </a:lnTo>
                <a:lnTo>
                  <a:pt x="35147" y="424053"/>
                </a:lnTo>
                <a:close/>
              </a:path>
              <a:path w="400050" h="424180">
                <a:moveTo>
                  <a:pt x="167830" y="212026"/>
                </a:moveTo>
                <a:lnTo>
                  <a:pt x="132683" y="212026"/>
                </a:lnTo>
                <a:lnTo>
                  <a:pt x="132683" y="105251"/>
                </a:lnTo>
                <a:lnTo>
                  <a:pt x="167830" y="105251"/>
                </a:lnTo>
                <a:lnTo>
                  <a:pt x="167830" y="212026"/>
                </a:lnTo>
                <a:close/>
              </a:path>
              <a:path w="400050" h="424180">
                <a:moveTo>
                  <a:pt x="167830" y="353949"/>
                </a:moveTo>
                <a:lnTo>
                  <a:pt x="132683" y="353949"/>
                </a:lnTo>
                <a:lnTo>
                  <a:pt x="132683" y="244125"/>
                </a:lnTo>
                <a:lnTo>
                  <a:pt x="167830" y="244125"/>
                </a:lnTo>
                <a:lnTo>
                  <a:pt x="167830" y="353949"/>
                </a:lnTo>
                <a:close/>
              </a:path>
              <a:path w="400050" h="424180">
                <a:moveTo>
                  <a:pt x="167830" y="421005"/>
                </a:moveTo>
                <a:lnTo>
                  <a:pt x="132683" y="421005"/>
                </a:lnTo>
                <a:lnTo>
                  <a:pt x="132683" y="387477"/>
                </a:lnTo>
                <a:lnTo>
                  <a:pt x="167830" y="387477"/>
                </a:lnTo>
                <a:lnTo>
                  <a:pt x="167830" y="421005"/>
                </a:lnTo>
                <a:close/>
              </a:path>
              <a:path w="400050" h="424180">
                <a:moveTo>
                  <a:pt x="205930" y="178498"/>
                </a:moveTo>
                <a:lnTo>
                  <a:pt x="199024" y="174831"/>
                </a:lnTo>
                <a:lnTo>
                  <a:pt x="191833" y="170878"/>
                </a:lnTo>
                <a:lnTo>
                  <a:pt x="184070" y="166925"/>
                </a:lnTo>
                <a:lnTo>
                  <a:pt x="175450" y="163258"/>
                </a:lnTo>
                <a:lnTo>
                  <a:pt x="195167" y="128292"/>
                </a:lnTo>
                <a:lnTo>
                  <a:pt x="213169" y="89630"/>
                </a:lnTo>
                <a:lnTo>
                  <a:pt x="229457" y="46967"/>
                </a:lnTo>
                <a:lnTo>
                  <a:pt x="244030" y="0"/>
                </a:lnTo>
                <a:lnTo>
                  <a:pt x="282130" y="9144"/>
                </a:lnTo>
                <a:lnTo>
                  <a:pt x="276415" y="25177"/>
                </a:lnTo>
                <a:lnTo>
                  <a:pt x="270700" y="41040"/>
                </a:lnTo>
                <a:lnTo>
                  <a:pt x="264985" y="56600"/>
                </a:lnTo>
                <a:lnTo>
                  <a:pt x="259270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648" y="124665"/>
                </a:lnTo>
                <a:lnTo>
                  <a:pt x="224980" y="144006"/>
                </a:lnTo>
                <a:lnTo>
                  <a:pt x="215312" y="161899"/>
                </a:lnTo>
                <a:lnTo>
                  <a:pt x="205930" y="178498"/>
                </a:lnTo>
                <a:close/>
              </a:path>
              <a:path w="400050" h="424180">
                <a:moveTo>
                  <a:pt x="382749" y="389001"/>
                </a:moveTo>
                <a:lnTo>
                  <a:pt x="312705" y="389001"/>
                </a:lnTo>
                <a:lnTo>
                  <a:pt x="329874" y="386191"/>
                </a:lnTo>
                <a:lnTo>
                  <a:pt x="342614" y="377952"/>
                </a:lnTo>
                <a:lnTo>
                  <a:pt x="357035" y="315511"/>
                </a:lnTo>
                <a:lnTo>
                  <a:pt x="358401" y="276061"/>
                </a:lnTo>
                <a:lnTo>
                  <a:pt x="359578" y="225980"/>
                </a:lnTo>
                <a:lnTo>
                  <a:pt x="360538" y="170878"/>
                </a:lnTo>
                <a:lnTo>
                  <a:pt x="361473" y="103727"/>
                </a:lnTo>
                <a:lnTo>
                  <a:pt x="398878" y="103727"/>
                </a:lnTo>
                <a:lnTo>
                  <a:pt x="397996" y="144006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24" y="385476"/>
                </a:lnTo>
                <a:lnTo>
                  <a:pt x="382749" y="389001"/>
                </a:lnTo>
                <a:close/>
              </a:path>
              <a:path w="400050" h="424180">
                <a:moveTo>
                  <a:pt x="285178" y="294417"/>
                </a:moveTo>
                <a:lnTo>
                  <a:pt x="269486" y="269246"/>
                </a:lnTo>
                <a:lnTo>
                  <a:pt x="252222" y="243923"/>
                </a:lnTo>
                <a:lnTo>
                  <a:pt x="233529" y="218296"/>
                </a:lnTo>
                <a:lnTo>
                  <a:pt x="213550" y="192214"/>
                </a:lnTo>
                <a:lnTo>
                  <a:pt x="240982" y="172402"/>
                </a:lnTo>
                <a:lnTo>
                  <a:pt x="263833" y="200111"/>
                </a:lnTo>
                <a:lnTo>
                  <a:pt x="284273" y="225980"/>
                </a:lnTo>
                <a:lnTo>
                  <a:pt x="302141" y="249849"/>
                </a:lnTo>
                <a:lnTo>
                  <a:pt x="317277" y="271557"/>
                </a:lnTo>
                <a:lnTo>
                  <a:pt x="285178" y="294417"/>
                </a:lnTo>
                <a:close/>
              </a:path>
              <a:path w="400050" h="424180">
                <a:moveTo>
                  <a:pt x="318801" y="424053"/>
                </a:moveTo>
                <a:lnTo>
                  <a:pt x="299093" y="423791"/>
                </a:lnTo>
                <a:lnTo>
                  <a:pt x="278939" y="423100"/>
                </a:lnTo>
                <a:lnTo>
                  <a:pt x="237934" y="421005"/>
                </a:lnTo>
                <a:lnTo>
                  <a:pt x="236529" y="410765"/>
                </a:lnTo>
                <a:lnTo>
                  <a:pt x="234696" y="400812"/>
                </a:lnTo>
                <a:lnTo>
                  <a:pt x="232576" y="391429"/>
                </a:lnTo>
                <a:lnTo>
                  <a:pt x="230314" y="382905"/>
                </a:lnTo>
                <a:lnTo>
                  <a:pt x="231838" y="382905"/>
                </a:lnTo>
                <a:lnTo>
                  <a:pt x="253247" y="385143"/>
                </a:lnTo>
                <a:lnTo>
                  <a:pt x="273950" y="387096"/>
                </a:lnTo>
                <a:lnTo>
                  <a:pt x="293815" y="388477"/>
                </a:lnTo>
                <a:lnTo>
                  <a:pt x="312705" y="389001"/>
                </a:lnTo>
                <a:lnTo>
                  <a:pt x="382749" y="389001"/>
                </a:lnTo>
                <a:lnTo>
                  <a:pt x="371189" y="406908"/>
                </a:lnTo>
                <a:lnTo>
                  <a:pt x="349067" y="419766"/>
                </a:lnTo>
                <a:lnTo>
                  <a:pt x="318801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116568" y="2553557"/>
            <a:ext cx="378460" cy="398145"/>
          </a:xfrm>
          <a:custGeom>
            <a:avLst/>
            <a:gdLst/>
            <a:ahLst/>
            <a:cxnLst/>
            <a:rect l="l" t="t" r="r" b="b"/>
            <a:pathLst>
              <a:path w="378459" h="398144">
                <a:moveTo>
                  <a:pt x="36576" y="398049"/>
                </a:moveTo>
                <a:lnTo>
                  <a:pt x="0" y="398049"/>
                </a:lnTo>
                <a:lnTo>
                  <a:pt x="0" y="0"/>
                </a:lnTo>
                <a:lnTo>
                  <a:pt x="378142" y="0"/>
                </a:lnTo>
                <a:lnTo>
                  <a:pt x="378142" y="35052"/>
                </a:lnTo>
                <a:lnTo>
                  <a:pt x="36576" y="35052"/>
                </a:lnTo>
                <a:lnTo>
                  <a:pt x="36576" y="337089"/>
                </a:lnTo>
                <a:lnTo>
                  <a:pt x="378142" y="337089"/>
                </a:lnTo>
                <a:lnTo>
                  <a:pt x="378142" y="370617"/>
                </a:lnTo>
                <a:lnTo>
                  <a:pt x="36576" y="370617"/>
                </a:lnTo>
                <a:lnTo>
                  <a:pt x="36576" y="398049"/>
                </a:lnTo>
                <a:close/>
              </a:path>
              <a:path w="378459" h="398144">
                <a:moveTo>
                  <a:pt x="65532" y="286702"/>
                </a:moveTo>
                <a:lnTo>
                  <a:pt x="59531" y="280487"/>
                </a:lnTo>
                <a:lnTo>
                  <a:pt x="52959" y="273558"/>
                </a:lnTo>
                <a:lnTo>
                  <a:pt x="45815" y="266342"/>
                </a:lnTo>
                <a:lnTo>
                  <a:pt x="38100" y="259270"/>
                </a:lnTo>
                <a:lnTo>
                  <a:pt x="64938" y="241576"/>
                </a:lnTo>
                <a:lnTo>
                  <a:pt x="85927" y="222873"/>
                </a:lnTo>
                <a:lnTo>
                  <a:pt x="109823" y="182975"/>
                </a:lnTo>
                <a:lnTo>
                  <a:pt x="118205" y="131337"/>
                </a:lnTo>
                <a:lnTo>
                  <a:pt x="120538" y="88851"/>
                </a:lnTo>
                <a:lnTo>
                  <a:pt x="122015" y="35052"/>
                </a:lnTo>
                <a:lnTo>
                  <a:pt x="157067" y="35052"/>
                </a:lnTo>
                <a:lnTo>
                  <a:pt x="156210" y="91663"/>
                </a:lnTo>
                <a:lnTo>
                  <a:pt x="153638" y="137826"/>
                </a:lnTo>
                <a:lnTo>
                  <a:pt x="143351" y="198310"/>
                </a:lnTo>
                <a:lnTo>
                  <a:pt x="116478" y="244792"/>
                </a:lnTo>
                <a:lnTo>
                  <a:pt x="94233" y="266461"/>
                </a:lnTo>
                <a:lnTo>
                  <a:pt x="65532" y="286702"/>
                </a:lnTo>
                <a:close/>
              </a:path>
              <a:path w="378459" h="398144">
                <a:moveTo>
                  <a:pt x="329374" y="253174"/>
                </a:moveTo>
                <a:lnTo>
                  <a:pt x="277558" y="253174"/>
                </a:lnTo>
                <a:lnTo>
                  <a:pt x="252381" y="250007"/>
                </a:lnTo>
                <a:lnTo>
                  <a:pt x="234231" y="240411"/>
                </a:lnTo>
                <a:lnTo>
                  <a:pt x="223243" y="224242"/>
                </a:lnTo>
                <a:lnTo>
                  <a:pt x="219551" y="201358"/>
                </a:lnTo>
                <a:lnTo>
                  <a:pt x="219551" y="35052"/>
                </a:lnTo>
                <a:lnTo>
                  <a:pt x="256222" y="35052"/>
                </a:lnTo>
                <a:lnTo>
                  <a:pt x="256222" y="195262"/>
                </a:lnTo>
                <a:lnTo>
                  <a:pt x="257937" y="205263"/>
                </a:lnTo>
                <a:lnTo>
                  <a:pt x="263080" y="212407"/>
                </a:lnTo>
                <a:lnTo>
                  <a:pt x="271653" y="216693"/>
                </a:lnTo>
                <a:lnTo>
                  <a:pt x="283654" y="218122"/>
                </a:lnTo>
                <a:lnTo>
                  <a:pt x="335470" y="218122"/>
                </a:lnTo>
                <a:lnTo>
                  <a:pt x="329374" y="253174"/>
                </a:lnTo>
                <a:close/>
              </a:path>
              <a:path w="378459" h="398144">
                <a:moveTo>
                  <a:pt x="378142" y="337089"/>
                </a:moveTo>
                <a:lnTo>
                  <a:pt x="341566" y="337089"/>
                </a:lnTo>
                <a:lnTo>
                  <a:pt x="341566" y="35052"/>
                </a:lnTo>
                <a:lnTo>
                  <a:pt x="378142" y="35052"/>
                </a:lnTo>
                <a:lnTo>
                  <a:pt x="378142" y="337089"/>
                </a:lnTo>
                <a:close/>
              </a:path>
              <a:path w="378459" h="398144">
                <a:moveTo>
                  <a:pt x="378142" y="398049"/>
                </a:moveTo>
                <a:lnTo>
                  <a:pt x="341566" y="398049"/>
                </a:lnTo>
                <a:lnTo>
                  <a:pt x="341566" y="370617"/>
                </a:lnTo>
                <a:lnTo>
                  <a:pt x="378142" y="370617"/>
                </a:lnTo>
                <a:lnTo>
                  <a:pt x="378142" y="3980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297584" y="3058477"/>
            <a:ext cx="1333500" cy="434975"/>
          </a:xfrm>
          <a:custGeom>
            <a:avLst/>
            <a:gdLst/>
            <a:ahLst/>
            <a:cxnLst/>
            <a:rect l="l" t="t" r="r" b="b"/>
            <a:pathLst>
              <a:path w="1333500" h="434975">
                <a:moveTo>
                  <a:pt x="176974" y="268427"/>
                </a:moveTo>
                <a:lnTo>
                  <a:pt x="162585" y="250964"/>
                </a:lnTo>
                <a:lnTo>
                  <a:pt x="149072" y="235089"/>
                </a:lnTo>
                <a:lnTo>
                  <a:pt x="146189" y="231851"/>
                </a:lnTo>
                <a:lnTo>
                  <a:pt x="138010" y="222707"/>
                </a:lnTo>
                <a:lnTo>
                  <a:pt x="136156" y="220624"/>
                </a:lnTo>
                <a:lnTo>
                  <a:pt x="123532" y="207467"/>
                </a:lnTo>
                <a:lnTo>
                  <a:pt x="105244" y="222707"/>
                </a:lnTo>
                <a:lnTo>
                  <a:pt x="105244" y="166217"/>
                </a:lnTo>
                <a:lnTo>
                  <a:pt x="167830" y="166217"/>
                </a:lnTo>
                <a:lnTo>
                  <a:pt x="167830" y="134213"/>
                </a:lnTo>
                <a:lnTo>
                  <a:pt x="105244" y="134213"/>
                </a:lnTo>
                <a:lnTo>
                  <a:pt x="105244" y="64008"/>
                </a:lnTo>
                <a:lnTo>
                  <a:pt x="105244" y="60960"/>
                </a:lnTo>
                <a:lnTo>
                  <a:pt x="124091" y="58940"/>
                </a:lnTo>
                <a:lnTo>
                  <a:pt x="141643" y="57340"/>
                </a:lnTo>
                <a:lnTo>
                  <a:pt x="172402" y="54864"/>
                </a:lnTo>
                <a:lnTo>
                  <a:pt x="164782" y="21336"/>
                </a:lnTo>
                <a:lnTo>
                  <a:pt x="130149" y="25628"/>
                </a:lnTo>
                <a:lnTo>
                  <a:pt x="92671" y="29337"/>
                </a:lnTo>
                <a:lnTo>
                  <a:pt x="52349" y="32486"/>
                </a:lnTo>
                <a:lnTo>
                  <a:pt x="9144" y="35052"/>
                </a:lnTo>
                <a:lnTo>
                  <a:pt x="11163" y="43916"/>
                </a:lnTo>
                <a:lnTo>
                  <a:pt x="12763" y="52197"/>
                </a:lnTo>
                <a:lnTo>
                  <a:pt x="14071" y="59918"/>
                </a:lnTo>
                <a:lnTo>
                  <a:pt x="15240" y="67056"/>
                </a:lnTo>
                <a:lnTo>
                  <a:pt x="45427" y="64960"/>
                </a:lnTo>
                <a:lnTo>
                  <a:pt x="59486" y="64274"/>
                </a:lnTo>
                <a:lnTo>
                  <a:pt x="73240" y="64008"/>
                </a:lnTo>
                <a:lnTo>
                  <a:pt x="73240" y="134213"/>
                </a:lnTo>
                <a:lnTo>
                  <a:pt x="3048" y="134213"/>
                </a:lnTo>
                <a:lnTo>
                  <a:pt x="3048" y="166217"/>
                </a:lnTo>
                <a:lnTo>
                  <a:pt x="68668" y="166217"/>
                </a:lnTo>
                <a:lnTo>
                  <a:pt x="54102" y="208851"/>
                </a:lnTo>
                <a:lnTo>
                  <a:pt x="37807" y="247472"/>
                </a:lnTo>
                <a:lnTo>
                  <a:pt x="19773" y="282079"/>
                </a:lnTo>
                <a:lnTo>
                  <a:pt x="0" y="312712"/>
                </a:lnTo>
                <a:lnTo>
                  <a:pt x="4305" y="322097"/>
                </a:lnTo>
                <a:lnTo>
                  <a:pt x="8191" y="331762"/>
                </a:lnTo>
                <a:lnTo>
                  <a:pt x="11785" y="341426"/>
                </a:lnTo>
                <a:lnTo>
                  <a:pt x="15240" y="350812"/>
                </a:lnTo>
                <a:lnTo>
                  <a:pt x="31838" y="327012"/>
                </a:lnTo>
                <a:lnTo>
                  <a:pt x="47142" y="301040"/>
                </a:lnTo>
                <a:lnTo>
                  <a:pt x="60985" y="272503"/>
                </a:lnTo>
                <a:lnTo>
                  <a:pt x="73240" y="240995"/>
                </a:lnTo>
                <a:lnTo>
                  <a:pt x="73240" y="431685"/>
                </a:lnTo>
                <a:lnTo>
                  <a:pt x="105244" y="431685"/>
                </a:lnTo>
                <a:lnTo>
                  <a:pt x="105244" y="240995"/>
                </a:lnTo>
                <a:lnTo>
                  <a:pt x="105244" y="231851"/>
                </a:lnTo>
                <a:lnTo>
                  <a:pt x="115824" y="244970"/>
                </a:lnTo>
                <a:lnTo>
                  <a:pt x="126961" y="259092"/>
                </a:lnTo>
                <a:lnTo>
                  <a:pt x="150964" y="289763"/>
                </a:lnTo>
                <a:lnTo>
                  <a:pt x="176974" y="268427"/>
                </a:lnTo>
                <a:close/>
              </a:path>
              <a:path w="1333500" h="434975">
                <a:moveTo>
                  <a:pt x="414820" y="88392"/>
                </a:moveTo>
                <a:lnTo>
                  <a:pt x="384340" y="88392"/>
                </a:lnTo>
                <a:lnTo>
                  <a:pt x="384340" y="118973"/>
                </a:lnTo>
                <a:lnTo>
                  <a:pt x="384340" y="248615"/>
                </a:lnTo>
                <a:lnTo>
                  <a:pt x="315760" y="248615"/>
                </a:lnTo>
                <a:lnTo>
                  <a:pt x="315760" y="118973"/>
                </a:lnTo>
                <a:lnTo>
                  <a:pt x="384340" y="118973"/>
                </a:lnTo>
                <a:lnTo>
                  <a:pt x="384340" y="88392"/>
                </a:lnTo>
                <a:lnTo>
                  <a:pt x="315760" y="88392"/>
                </a:lnTo>
                <a:lnTo>
                  <a:pt x="315760" y="1524"/>
                </a:lnTo>
                <a:lnTo>
                  <a:pt x="282130" y="1524"/>
                </a:lnTo>
                <a:lnTo>
                  <a:pt x="282130" y="88392"/>
                </a:lnTo>
                <a:lnTo>
                  <a:pt x="282130" y="118973"/>
                </a:lnTo>
                <a:lnTo>
                  <a:pt x="282130" y="248615"/>
                </a:lnTo>
                <a:lnTo>
                  <a:pt x="215074" y="248615"/>
                </a:lnTo>
                <a:lnTo>
                  <a:pt x="215074" y="118973"/>
                </a:lnTo>
                <a:lnTo>
                  <a:pt x="282130" y="118973"/>
                </a:lnTo>
                <a:lnTo>
                  <a:pt x="282130" y="88392"/>
                </a:lnTo>
                <a:lnTo>
                  <a:pt x="183070" y="88392"/>
                </a:lnTo>
                <a:lnTo>
                  <a:pt x="183070" y="300431"/>
                </a:lnTo>
                <a:lnTo>
                  <a:pt x="215074" y="300431"/>
                </a:lnTo>
                <a:lnTo>
                  <a:pt x="215074" y="279095"/>
                </a:lnTo>
                <a:lnTo>
                  <a:pt x="282130" y="279095"/>
                </a:lnTo>
                <a:lnTo>
                  <a:pt x="282130" y="433209"/>
                </a:lnTo>
                <a:lnTo>
                  <a:pt x="315760" y="433209"/>
                </a:lnTo>
                <a:lnTo>
                  <a:pt x="315760" y="279095"/>
                </a:lnTo>
                <a:lnTo>
                  <a:pt x="384340" y="279095"/>
                </a:lnTo>
                <a:lnTo>
                  <a:pt x="384340" y="300431"/>
                </a:lnTo>
                <a:lnTo>
                  <a:pt x="414820" y="300431"/>
                </a:lnTo>
                <a:lnTo>
                  <a:pt x="414820" y="279095"/>
                </a:lnTo>
                <a:lnTo>
                  <a:pt x="414820" y="248615"/>
                </a:lnTo>
                <a:lnTo>
                  <a:pt x="414820" y="118973"/>
                </a:lnTo>
                <a:lnTo>
                  <a:pt x="414820" y="88392"/>
                </a:lnTo>
                <a:close/>
              </a:path>
              <a:path w="1333500" h="434975">
                <a:moveTo>
                  <a:pt x="878497" y="76200"/>
                </a:moveTo>
                <a:lnTo>
                  <a:pt x="671042" y="76200"/>
                </a:lnTo>
                <a:lnTo>
                  <a:pt x="703046" y="60960"/>
                </a:lnTo>
                <a:lnTo>
                  <a:pt x="691324" y="40944"/>
                </a:lnTo>
                <a:lnTo>
                  <a:pt x="681329" y="24193"/>
                </a:lnTo>
                <a:lnTo>
                  <a:pt x="666470" y="0"/>
                </a:lnTo>
                <a:lnTo>
                  <a:pt x="632942" y="15240"/>
                </a:lnTo>
                <a:lnTo>
                  <a:pt x="647420" y="40576"/>
                </a:lnTo>
                <a:lnTo>
                  <a:pt x="656513" y="57035"/>
                </a:lnTo>
                <a:lnTo>
                  <a:pt x="666470" y="76200"/>
                </a:lnTo>
                <a:lnTo>
                  <a:pt x="456057" y="76200"/>
                </a:lnTo>
                <a:lnTo>
                  <a:pt x="456057" y="109829"/>
                </a:lnTo>
                <a:lnTo>
                  <a:pt x="576554" y="109829"/>
                </a:lnTo>
                <a:lnTo>
                  <a:pt x="575360" y="136969"/>
                </a:lnTo>
                <a:lnTo>
                  <a:pt x="572401" y="182689"/>
                </a:lnTo>
                <a:lnTo>
                  <a:pt x="563219" y="250507"/>
                </a:lnTo>
                <a:lnTo>
                  <a:pt x="547319" y="295643"/>
                </a:lnTo>
                <a:lnTo>
                  <a:pt x="522630" y="336600"/>
                </a:lnTo>
                <a:lnTo>
                  <a:pt x="489153" y="373303"/>
                </a:lnTo>
                <a:lnTo>
                  <a:pt x="446913" y="405676"/>
                </a:lnTo>
                <a:lnTo>
                  <a:pt x="454418" y="413473"/>
                </a:lnTo>
                <a:lnTo>
                  <a:pt x="467702" y="427850"/>
                </a:lnTo>
                <a:lnTo>
                  <a:pt x="474345" y="434721"/>
                </a:lnTo>
                <a:lnTo>
                  <a:pt x="511695" y="406869"/>
                </a:lnTo>
                <a:lnTo>
                  <a:pt x="542950" y="375196"/>
                </a:lnTo>
                <a:lnTo>
                  <a:pt x="568121" y="339725"/>
                </a:lnTo>
                <a:lnTo>
                  <a:pt x="587197" y="300456"/>
                </a:lnTo>
                <a:lnTo>
                  <a:pt x="600163" y="257378"/>
                </a:lnTo>
                <a:lnTo>
                  <a:pt x="607034" y="210502"/>
                </a:lnTo>
                <a:lnTo>
                  <a:pt x="782383" y="210502"/>
                </a:lnTo>
                <a:lnTo>
                  <a:pt x="777811" y="280238"/>
                </a:lnTo>
                <a:lnTo>
                  <a:pt x="773239" y="338620"/>
                </a:lnTo>
                <a:lnTo>
                  <a:pt x="759523" y="374243"/>
                </a:lnTo>
                <a:lnTo>
                  <a:pt x="727519" y="385864"/>
                </a:lnTo>
                <a:lnTo>
                  <a:pt x="708914" y="385533"/>
                </a:lnTo>
                <a:lnTo>
                  <a:pt x="687616" y="384340"/>
                </a:lnTo>
                <a:lnTo>
                  <a:pt x="663778" y="382003"/>
                </a:lnTo>
                <a:lnTo>
                  <a:pt x="637514" y="378244"/>
                </a:lnTo>
                <a:lnTo>
                  <a:pt x="639533" y="390245"/>
                </a:lnTo>
                <a:lnTo>
                  <a:pt x="643610" y="419481"/>
                </a:lnTo>
                <a:lnTo>
                  <a:pt x="715225" y="422275"/>
                </a:lnTo>
                <a:lnTo>
                  <a:pt x="733615" y="422529"/>
                </a:lnTo>
                <a:lnTo>
                  <a:pt x="765022" y="417639"/>
                </a:lnTo>
                <a:lnTo>
                  <a:pt x="803262" y="378091"/>
                </a:lnTo>
                <a:lnTo>
                  <a:pt x="813003" y="306273"/>
                </a:lnTo>
                <a:lnTo>
                  <a:pt x="815911" y="266509"/>
                </a:lnTo>
                <a:lnTo>
                  <a:pt x="822007" y="178409"/>
                </a:lnTo>
                <a:lnTo>
                  <a:pt x="610082" y="178409"/>
                </a:lnTo>
                <a:lnTo>
                  <a:pt x="611200" y="163830"/>
                </a:lnTo>
                <a:lnTo>
                  <a:pt x="612178" y="147548"/>
                </a:lnTo>
                <a:lnTo>
                  <a:pt x="612863" y="129540"/>
                </a:lnTo>
                <a:lnTo>
                  <a:pt x="613130" y="109829"/>
                </a:lnTo>
                <a:lnTo>
                  <a:pt x="878497" y="109829"/>
                </a:lnTo>
                <a:lnTo>
                  <a:pt x="878497" y="76200"/>
                </a:lnTo>
                <a:close/>
              </a:path>
              <a:path w="1333500" h="434975">
                <a:moveTo>
                  <a:pt x="997458" y="260794"/>
                </a:moveTo>
                <a:lnTo>
                  <a:pt x="988288" y="257136"/>
                </a:lnTo>
                <a:lnTo>
                  <a:pt x="979271" y="253174"/>
                </a:lnTo>
                <a:lnTo>
                  <a:pt x="970572" y="249224"/>
                </a:lnTo>
                <a:lnTo>
                  <a:pt x="962304" y="245554"/>
                </a:lnTo>
                <a:lnTo>
                  <a:pt x="948359" y="291325"/>
                </a:lnTo>
                <a:lnTo>
                  <a:pt x="934110" y="334962"/>
                </a:lnTo>
                <a:lnTo>
                  <a:pt x="919873" y="376631"/>
                </a:lnTo>
                <a:lnTo>
                  <a:pt x="905916" y="416445"/>
                </a:lnTo>
                <a:lnTo>
                  <a:pt x="942492" y="428637"/>
                </a:lnTo>
                <a:lnTo>
                  <a:pt x="955141" y="389953"/>
                </a:lnTo>
                <a:lnTo>
                  <a:pt x="968222" y="349288"/>
                </a:lnTo>
                <a:lnTo>
                  <a:pt x="982192" y="306336"/>
                </a:lnTo>
                <a:lnTo>
                  <a:pt x="997458" y="260794"/>
                </a:lnTo>
                <a:close/>
              </a:path>
              <a:path w="1333500" h="434975">
                <a:moveTo>
                  <a:pt x="997458" y="179933"/>
                </a:moveTo>
                <a:lnTo>
                  <a:pt x="975398" y="162496"/>
                </a:lnTo>
                <a:lnTo>
                  <a:pt x="955078" y="146786"/>
                </a:lnTo>
                <a:lnTo>
                  <a:pt x="936498" y="132778"/>
                </a:lnTo>
                <a:lnTo>
                  <a:pt x="919632" y="120497"/>
                </a:lnTo>
                <a:lnTo>
                  <a:pt x="898296" y="146405"/>
                </a:lnTo>
                <a:lnTo>
                  <a:pt x="911440" y="157022"/>
                </a:lnTo>
                <a:lnTo>
                  <a:pt x="928014" y="170802"/>
                </a:lnTo>
                <a:lnTo>
                  <a:pt x="948016" y="188023"/>
                </a:lnTo>
                <a:lnTo>
                  <a:pt x="971448" y="208978"/>
                </a:lnTo>
                <a:lnTo>
                  <a:pt x="976579" y="202907"/>
                </a:lnTo>
                <a:lnTo>
                  <a:pt x="982700" y="196138"/>
                </a:lnTo>
                <a:lnTo>
                  <a:pt x="989711" y="188531"/>
                </a:lnTo>
                <a:lnTo>
                  <a:pt x="997458" y="179933"/>
                </a:lnTo>
                <a:close/>
              </a:path>
              <a:path w="1333500" h="434975">
                <a:moveTo>
                  <a:pt x="1012698" y="70104"/>
                </a:moveTo>
                <a:lnTo>
                  <a:pt x="954735" y="21247"/>
                </a:lnTo>
                <a:lnTo>
                  <a:pt x="936396" y="6096"/>
                </a:lnTo>
                <a:lnTo>
                  <a:pt x="915060" y="30480"/>
                </a:lnTo>
                <a:lnTo>
                  <a:pt x="986688" y="97536"/>
                </a:lnTo>
                <a:lnTo>
                  <a:pt x="992517" y="91541"/>
                </a:lnTo>
                <a:lnTo>
                  <a:pt x="1005217" y="77825"/>
                </a:lnTo>
                <a:lnTo>
                  <a:pt x="1012698" y="70104"/>
                </a:lnTo>
                <a:close/>
              </a:path>
              <a:path w="1333500" h="434975">
                <a:moveTo>
                  <a:pt x="1332928" y="205930"/>
                </a:moveTo>
                <a:lnTo>
                  <a:pt x="1191094" y="205930"/>
                </a:lnTo>
                <a:lnTo>
                  <a:pt x="1191094" y="112877"/>
                </a:lnTo>
                <a:lnTo>
                  <a:pt x="1311592" y="112877"/>
                </a:lnTo>
                <a:lnTo>
                  <a:pt x="1311592" y="80772"/>
                </a:lnTo>
                <a:lnTo>
                  <a:pt x="1191094" y="80772"/>
                </a:lnTo>
                <a:lnTo>
                  <a:pt x="1191094" y="1524"/>
                </a:lnTo>
                <a:lnTo>
                  <a:pt x="1156042" y="1524"/>
                </a:lnTo>
                <a:lnTo>
                  <a:pt x="1156042" y="80772"/>
                </a:lnTo>
                <a:lnTo>
                  <a:pt x="1040130" y="80772"/>
                </a:lnTo>
                <a:lnTo>
                  <a:pt x="1040130" y="112877"/>
                </a:lnTo>
                <a:lnTo>
                  <a:pt x="1156042" y="112877"/>
                </a:lnTo>
                <a:lnTo>
                  <a:pt x="1156042" y="205930"/>
                </a:lnTo>
                <a:lnTo>
                  <a:pt x="1017270" y="205930"/>
                </a:lnTo>
                <a:lnTo>
                  <a:pt x="1017270" y="237934"/>
                </a:lnTo>
                <a:lnTo>
                  <a:pt x="1133182" y="237934"/>
                </a:lnTo>
                <a:lnTo>
                  <a:pt x="1120305" y="260489"/>
                </a:lnTo>
                <a:lnTo>
                  <a:pt x="1093444" y="303352"/>
                </a:lnTo>
                <a:lnTo>
                  <a:pt x="1066038" y="341972"/>
                </a:lnTo>
                <a:lnTo>
                  <a:pt x="1024890" y="375196"/>
                </a:lnTo>
                <a:lnTo>
                  <a:pt x="1041654" y="413397"/>
                </a:lnTo>
                <a:lnTo>
                  <a:pt x="1267396" y="393484"/>
                </a:lnTo>
                <a:lnTo>
                  <a:pt x="1273111" y="402907"/>
                </a:lnTo>
                <a:lnTo>
                  <a:pt x="1278826" y="412775"/>
                </a:lnTo>
                <a:lnTo>
                  <a:pt x="1284541" y="422922"/>
                </a:lnTo>
                <a:lnTo>
                  <a:pt x="1290256" y="433209"/>
                </a:lnTo>
                <a:lnTo>
                  <a:pt x="1299159" y="428396"/>
                </a:lnTo>
                <a:lnTo>
                  <a:pt x="1316405" y="418198"/>
                </a:lnTo>
                <a:lnTo>
                  <a:pt x="1325308" y="413397"/>
                </a:lnTo>
                <a:lnTo>
                  <a:pt x="1312418" y="393484"/>
                </a:lnTo>
                <a:lnTo>
                  <a:pt x="1301546" y="376720"/>
                </a:lnTo>
                <a:lnTo>
                  <a:pt x="1278394" y="342430"/>
                </a:lnTo>
                <a:lnTo>
                  <a:pt x="1255788" y="310388"/>
                </a:lnTo>
                <a:lnTo>
                  <a:pt x="1233779" y="280606"/>
                </a:lnTo>
                <a:lnTo>
                  <a:pt x="1204810" y="298907"/>
                </a:lnTo>
                <a:lnTo>
                  <a:pt x="1215364" y="314337"/>
                </a:lnTo>
                <a:lnTo>
                  <a:pt x="1226337" y="330606"/>
                </a:lnTo>
                <a:lnTo>
                  <a:pt x="1249019" y="364528"/>
                </a:lnTo>
                <a:lnTo>
                  <a:pt x="1123391" y="374167"/>
                </a:lnTo>
                <a:lnTo>
                  <a:pt x="1081278" y="376720"/>
                </a:lnTo>
                <a:lnTo>
                  <a:pt x="1105077" y="345821"/>
                </a:lnTo>
                <a:lnTo>
                  <a:pt x="1128763" y="312470"/>
                </a:lnTo>
                <a:lnTo>
                  <a:pt x="1152728" y="276555"/>
                </a:lnTo>
                <a:lnTo>
                  <a:pt x="1177378" y="237934"/>
                </a:lnTo>
                <a:lnTo>
                  <a:pt x="1332928" y="237934"/>
                </a:lnTo>
                <a:lnTo>
                  <a:pt x="1332928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703766" y="3378803"/>
            <a:ext cx="68580" cy="116205"/>
          </a:xfrm>
          <a:custGeom>
            <a:avLst/>
            <a:gdLst/>
            <a:ahLst/>
            <a:cxnLst/>
            <a:rect l="l" t="t" r="r" b="b"/>
            <a:pathLst>
              <a:path w="68580" h="116204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8580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104769" y="3113341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20">
                <a:moveTo>
                  <a:pt x="147923" y="324897"/>
                </a:moveTo>
                <a:lnTo>
                  <a:pt x="88296" y="313848"/>
                </a:lnTo>
                <a:lnTo>
                  <a:pt x="41243" y="282225"/>
                </a:lnTo>
                <a:lnTo>
                  <a:pt x="10298" y="231850"/>
                </a:lnTo>
                <a:lnTo>
                  <a:pt x="0" y="167830"/>
                </a:lnTo>
                <a:lnTo>
                  <a:pt x="2872" y="132007"/>
                </a:lnTo>
                <a:lnTo>
                  <a:pt x="25797" y="71255"/>
                </a:lnTo>
                <a:lnTo>
                  <a:pt x="70129" y="25717"/>
                </a:lnTo>
                <a:lnTo>
                  <a:pt x="127937" y="2857"/>
                </a:lnTo>
                <a:lnTo>
                  <a:pt x="161734" y="0"/>
                </a:lnTo>
                <a:lnTo>
                  <a:pt x="182594" y="833"/>
                </a:lnTo>
                <a:lnTo>
                  <a:pt x="201739" y="3238"/>
                </a:lnTo>
                <a:lnTo>
                  <a:pt x="219170" y="7072"/>
                </a:lnTo>
                <a:lnTo>
                  <a:pt x="234886" y="12191"/>
                </a:lnTo>
                <a:lnTo>
                  <a:pt x="234886" y="51911"/>
                </a:lnTo>
                <a:lnTo>
                  <a:pt x="217431" y="43855"/>
                </a:lnTo>
                <a:lnTo>
                  <a:pt x="199263" y="38111"/>
                </a:lnTo>
                <a:lnTo>
                  <a:pt x="180236" y="34672"/>
                </a:lnTo>
                <a:lnTo>
                  <a:pt x="160210" y="33527"/>
                </a:lnTo>
                <a:lnTo>
                  <a:pt x="135009" y="35791"/>
                </a:lnTo>
                <a:lnTo>
                  <a:pt x="91536" y="53499"/>
                </a:lnTo>
                <a:lnTo>
                  <a:pt x="58364" y="88417"/>
                </a:lnTo>
                <a:lnTo>
                  <a:pt x="41743" y="137081"/>
                </a:lnTo>
                <a:lnTo>
                  <a:pt x="39719" y="166306"/>
                </a:lnTo>
                <a:lnTo>
                  <a:pt x="41695" y="193454"/>
                </a:lnTo>
                <a:lnTo>
                  <a:pt x="57078" y="239212"/>
                </a:lnTo>
                <a:lnTo>
                  <a:pt x="87344" y="272724"/>
                </a:lnTo>
                <a:lnTo>
                  <a:pt x="128492" y="289345"/>
                </a:lnTo>
                <a:lnTo>
                  <a:pt x="152495" y="291369"/>
                </a:lnTo>
                <a:lnTo>
                  <a:pt x="175696" y="290179"/>
                </a:lnTo>
                <a:lnTo>
                  <a:pt x="197155" y="286416"/>
                </a:lnTo>
                <a:lnTo>
                  <a:pt x="216882" y="279796"/>
                </a:lnTo>
                <a:lnTo>
                  <a:pt x="234886" y="270033"/>
                </a:lnTo>
                <a:lnTo>
                  <a:pt x="234886" y="306609"/>
                </a:lnTo>
                <a:lnTo>
                  <a:pt x="216597" y="314610"/>
                </a:lnTo>
                <a:lnTo>
                  <a:pt x="196012" y="320325"/>
                </a:lnTo>
                <a:lnTo>
                  <a:pt x="173124" y="323754"/>
                </a:lnTo>
                <a:lnTo>
                  <a:pt x="14792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388423" y="3113341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20">
                <a:moveTo>
                  <a:pt x="68675" y="324897"/>
                </a:moveTo>
                <a:lnTo>
                  <a:pt x="61055" y="323373"/>
                </a:lnTo>
                <a:lnTo>
                  <a:pt x="53435" y="323373"/>
                </a:lnTo>
                <a:lnTo>
                  <a:pt x="30575" y="318801"/>
                </a:lnTo>
                <a:lnTo>
                  <a:pt x="24479" y="317277"/>
                </a:lnTo>
                <a:lnTo>
                  <a:pt x="16859" y="314229"/>
                </a:lnTo>
                <a:lnTo>
                  <a:pt x="10763" y="312705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3937"/>
                </a:lnTo>
                <a:lnTo>
                  <a:pt x="6096" y="266985"/>
                </a:lnTo>
                <a:lnTo>
                  <a:pt x="12287" y="271557"/>
                </a:lnTo>
                <a:lnTo>
                  <a:pt x="18383" y="274605"/>
                </a:lnTo>
                <a:lnTo>
                  <a:pt x="26003" y="279177"/>
                </a:lnTo>
                <a:lnTo>
                  <a:pt x="32099" y="282225"/>
                </a:lnTo>
                <a:lnTo>
                  <a:pt x="41243" y="283749"/>
                </a:lnTo>
                <a:lnTo>
                  <a:pt x="48863" y="286797"/>
                </a:lnTo>
                <a:lnTo>
                  <a:pt x="71723" y="291369"/>
                </a:lnTo>
                <a:lnTo>
                  <a:pt x="85439" y="291369"/>
                </a:lnTo>
                <a:lnTo>
                  <a:pt x="126587" y="284297"/>
                </a:lnTo>
                <a:lnTo>
                  <a:pt x="151456" y="253420"/>
                </a:lnTo>
                <a:lnTo>
                  <a:pt x="152590" y="242506"/>
                </a:lnTo>
                <a:lnTo>
                  <a:pt x="152590" y="234886"/>
                </a:lnTo>
                <a:lnTo>
                  <a:pt x="151066" y="227266"/>
                </a:lnTo>
                <a:lnTo>
                  <a:pt x="146399" y="221170"/>
                </a:lnTo>
                <a:lnTo>
                  <a:pt x="143351" y="213550"/>
                </a:lnTo>
                <a:lnTo>
                  <a:pt x="108299" y="189166"/>
                </a:lnTo>
                <a:lnTo>
                  <a:pt x="101417" y="184856"/>
                </a:lnTo>
                <a:lnTo>
                  <a:pt x="94392" y="180974"/>
                </a:lnTo>
                <a:lnTo>
                  <a:pt x="87082" y="177379"/>
                </a:lnTo>
                <a:lnTo>
                  <a:pt x="79343" y="173926"/>
                </a:lnTo>
                <a:lnTo>
                  <a:pt x="55983" y="160853"/>
                </a:lnTo>
                <a:lnTo>
                  <a:pt x="24479" y="137255"/>
                </a:lnTo>
                <a:lnTo>
                  <a:pt x="19072" y="132397"/>
                </a:lnTo>
                <a:lnTo>
                  <a:pt x="1833" y="92535"/>
                </a:lnTo>
                <a:lnTo>
                  <a:pt x="1524" y="83915"/>
                </a:lnTo>
                <a:lnTo>
                  <a:pt x="2096" y="73674"/>
                </a:lnTo>
                <a:lnTo>
                  <a:pt x="21240" y="32194"/>
                </a:lnTo>
                <a:lnTo>
                  <a:pt x="60436" y="7381"/>
                </a:lnTo>
                <a:lnTo>
                  <a:pt x="99774" y="285"/>
                </a:lnTo>
                <a:lnTo>
                  <a:pt x="109823" y="0"/>
                </a:lnTo>
                <a:lnTo>
                  <a:pt x="131912" y="595"/>
                </a:lnTo>
                <a:lnTo>
                  <a:pt x="150447" y="2476"/>
                </a:lnTo>
                <a:lnTo>
                  <a:pt x="165839" y="5786"/>
                </a:lnTo>
                <a:lnTo>
                  <a:pt x="178498" y="10667"/>
                </a:lnTo>
                <a:lnTo>
                  <a:pt x="178498" y="51911"/>
                </a:lnTo>
                <a:lnTo>
                  <a:pt x="163648" y="43855"/>
                </a:lnTo>
                <a:lnTo>
                  <a:pt x="146637" y="38111"/>
                </a:lnTo>
                <a:lnTo>
                  <a:pt x="127626" y="34672"/>
                </a:lnTo>
                <a:lnTo>
                  <a:pt x="106775" y="33527"/>
                </a:lnTo>
                <a:lnTo>
                  <a:pt x="90011" y="33527"/>
                </a:lnTo>
                <a:lnTo>
                  <a:pt x="82391" y="35051"/>
                </a:lnTo>
                <a:lnTo>
                  <a:pt x="74771" y="38099"/>
                </a:lnTo>
                <a:lnTo>
                  <a:pt x="67151" y="39623"/>
                </a:lnTo>
                <a:lnTo>
                  <a:pt x="61055" y="44195"/>
                </a:lnTo>
                <a:lnTo>
                  <a:pt x="54959" y="47339"/>
                </a:lnTo>
                <a:lnTo>
                  <a:pt x="48863" y="51911"/>
                </a:lnTo>
                <a:lnTo>
                  <a:pt x="45815" y="58007"/>
                </a:lnTo>
                <a:lnTo>
                  <a:pt x="41243" y="64103"/>
                </a:lnTo>
                <a:lnTo>
                  <a:pt x="39719" y="71723"/>
                </a:lnTo>
                <a:lnTo>
                  <a:pt x="39719" y="88487"/>
                </a:lnTo>
                <a:lnTo>
                  <a:pt x="41243" y="96107"/>
                </a:lnTo>
                <a:lnTo>
                  <a:pt x="44291" y="100679"/>
                </a:lnTo>
                <a:lnTo>
                  <a:pt x="47339" y="106775"/>
                </a:lnTo>
                <a:lnTo>
                  <a:pt x="51911" y="112871"/>
                </a:lnTo>
                <a:lnTo>
                  <a:pt x="58007" y="117443"/>
                </a:lnTo>
                <a:lnTo>
                  <a:pt x="62579" y="122015"/>
                </a:lnTo>
                <a:lnTo>
                  <a:pt x="70199" y="126587"/>
                </a:lnTo>
                <a:lnTo>
                  <a:pt x="79343" y="131159"/>
                </a:lnTo>
                <a:lnTo>
                  <a:pt x="85367" y="134612"/>
                </a:lnTo>
                <a:lnTo>
                  <a:pt x="99702" y="142089"/>
                </a:lnTo>
                <a:lnTo>
                  <a:pt x="108299" y="146399"/>
                </a:lnTo>
                <a:lnTo>
                  <a:pt x="116300" y="150145"/>
                </a:lnTo>
                <a:lnTo>
                  <a:pt x="124301" y="154293"/>
                </a:lnTo>
                <a:lnTo>
                  <a:pt x="160328" y="178903"/>
                </a:lnTo>
                <a:lnTo>
                  <a:pt x="184594" y="208978"/>
                </a:lnTo>
                <a:lnTo>
                  <a:pt x="190690" y="239458"/>
                </a:lnTo>
                <a:lnTo>
                  <a:pt x="190119" y="251276"/>
                </a:lnTo>
                <a:lnTo>
                  <a:pt x="171069" y="293846"/>
                </a:lnTo>
                <a:lnTo>
                  <a:pt x="131779" y="317730"/>
                </a:lnTo>
                <a:lnTo>
                  <a:pt x="90511" y="324611"/>
                </a:lnTo>
                <a:lnTo>
                  <a:pt x="68675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627869" y="3063049"/>
            <a:ext cx="1073785" cy="431800"/>
          </a:xfrm>
          <a:custGeom>
            <a:avLst/>
            <a:gdLst/>
            <a:ahLst/>
            <a:cxnLst/>
            <a:rect l="l" t="t" r="r" b="b"/>
            <a:pathLst>
              <a:path w="1073785" h="431800">
                <a:moveTo>
                  <a:pt x="189166" y="289750"/>
                </a:moveTo>
                <a:lnTo>
                  <a:pt x="179260" y="252679"/>
                </a:lnTo>
                <a:lnTo>
                  <a:pt x="152311" y="223647"/>
                </a:lnTo>
                <a:lnTo>
                  <a:pt x="114782" y="200444"/>
                </a:lnTo>
                <a:lnTo>
                  <a:pt x="106781" y="196697"/>
                </a:lnTo>
                <a:lnTo>
                  <a:pt x="98831" y="192392"/>
                </a:lnTo>
                <a:lnTo>
                  <a:pt x="84061" y="184912"/>
                </a:lnTo>
                <a:lnTo>
                  <a:pt x="77825" y="181457"/>
                </a:lnTo>
                <a:lnTo>
                  <a:pt x="68681" y="176885"/>
                </a:lnTo>
                <a:lnTo>
                  <a:pt x="50393" y="163169"/>
                </a:lnTo>
                <a:lnTo>
                  <a:pt x="45821" y="157073"/>
                </a:lnTo>
                <a:lnTo>
                  <a:pt x="42672" y="150977"/>
                </a:lnTo>
                <a:lnTo>
                  <a:pt x="39624" y="146405"/>
                </a:lnTo>
                <a:lnTo>
                  <a:pt x="38100" y="138785"/>
                </a:lnTo>
                <a:lnTo>
                  <a:pt x="38100" y="122021"/>
                </a:lnTo>
                <a:lnTo>
                  <a:pt x="59537" y="94488"/>
                </a:lnTo>
                <a:lnTo>
                  <a:pt x="65633" y="89916"/>
                </a:lnTo>
                <a:lnTo>
                  <a:pt x="73253" y="88392"/>
                </a:lnTo>
                <a:lnTo>
                  <a:pt x="80873" y="85344"/>
                </a:lnTo>
                <a:lnTo>
                  <a:pt x="90017" y="83820"/>
                </a:lnTo>
                <a:lnTo>
                  <a:pt x="105257" y="83820"/>
                </a:lnTo>
                <a:lnTo>
                  <a:pt x="126098" y="84975"/>
                </a:lnTo>
                <a:lnTo>
                  <a:pt x="145072" y="88404"/>
                </a:lnTo>
                <a:lnTo>
                  <a:pt x="162052" y="94157"/>
                </a:lnTo>
                <a:lnTo>
                  <a:pt x="176885" y="102209"/>
                </a:lnTo>
                <a:lnTo>
                  <a:pt x="176885" y="60960"/>
                </a:lnTo>
                <a:lnTo>
                  <a:pt x="164884" y="56083"/>
                </a:lnTo>
                <a:lnTo>
                  <a:pt x="149453" y="52768"/>
                </a:lnTo>
                <a:lnTo>
                  <a:pt x="130594" y="50888"/>
                </a:lnTo>
                <a:lnTo>
                  <a:pt x="108305" y="50292"/>
                </a:lnTo>
                <a:lnTo>
                  <a:pt x="98894" y="50584"/>
                </a:lnTo>
                <a:lnTo>
                  <a:pt x="59550" y="57683"/>
                </a:lnTo>
                <a:lnTo>
                  <a:pt x="20193" y="82486"/>
                </a:lnTo>
                <a:lnTo>
                  <a:pt x="571" y="123977"/>
                </a:lnTo>
                <a:lnTo>
                  <a:pt x="0" y="134213"/>
                </a:lnTo>
                <a:lnTo>
                  <a:pt x="317" y="142836"/>
                </a:lnTo>
                <a:lnTo>
                  <a:pt x="17678" y="182689"/>
                </a:lnTo>
                <a:lnTo>
                  <a:pt x="22860" y="187553"/>
                </a:lnTo>
                <a:lnTo>
                  <a:pt x="27965" y="193027"/>
                </a:lnTo>
                <a:lnTo>
                  <a:pt x="33921" y="198081"/>
                </a:lnTo>
                <a:lnTo>
                  <a:pt x="40474" y="202844"/>
                </a:lnTo>
                <a:lnTo>
                  <a:pt x="47345" y="207454"/>
                </a:lnTo>
                <a:lnTo>
                  <a:pt x="54470" y="211150"/>
                </a:lnTo>
                <a:lnTo>
                  <a:pt x="77825" y="224218"/>
                </a:lnTo>
                <a:lnTo>
                  <a:pt x="85559" y="227672"/>
                </a:lnTo>
                <a:lnTo>
                  <a:pt x="92875" y="231267"/>
                </a:lnTo>
                <a:lnTo>
                  <a:pt x="99898" y="235153"/>
                </a:lnTo>
                <a:lnTo>
                  <a:pt x="106781" y="239458"/>
                </a:lnTo>
                <a:lnTo>
                  <a:pt x="113347" y="242887"/>
                </a:lnTo>
                <a:lnTo>
                  <a:pt x="146405" y="271462"/>
                </a:lnTo>
                <a:lnTo>
                  <a:pt x="150977" y="285178"/>
                </a:lnTo>
                <a:lnTo>
                  <a:pt x="150977" y="292798"/>
                </a:lnTo>
                <a:lnTo>
                  <a:pt x="134213" y="329476"/>
                </a:lnTo>
                <a:lnTo>
                  <a:pt x="83921" y="341668"/>
                </a:lnTo>
                <a:lnTo>
                  <a:pt x="70205" y="341668"/>
                </a:lnTo>
                <a:lnTo>
                  <a:pt x="47345" y="337096"/>
                </a:lnTo>
                <a:lnTo>
                  <a:pt x="39624" y="334048"/>
                </a:lnTo>
                <a:lnTo>
                  <a:pt x="32004" y="332524"/>
                </a:lnTo>
                <a:lnTo>
                  <a:pt x="24384" y="329476"/>
                </a:lnTo>
                <a:lnTo>
                  <a:pt x="16764" y="324904"/>
                </a:lnTo>
                <a:lnTo>
                  <a:pt x="10668" y="321856"/>
                </a:lnTo>
                <a:lnTo>
                  <a:pt x="4572" y="317284"/>
                </a:lnTo>
                <a:lnTo>
                  <a:pt x="0" y="314236"/>
                </a:lnTo>
                <a:lnTo>
                  <a:pt x="0" y="356908"/>
                </a:lnTo>
                <a:lnTo>
                  <a:pt x="3048" y="359956"/>
                </a:lnTo>
                <a:lnTo>
                  <a:pt x="9144" y="363004"/>
                </a:lnTo>
                <a:lnTo>
                  <a:pt x="15240" y="364528"/>
                </a:lnTo>
                <a:lnTo>
                  <a:pt x="22860" y="367576"/>
                </a:lnTo>
                <a:lnTo>
                  <a:pt x="30480" y="369100"/>
                </a:lnTo>
                <a:lnTo>
                  <a:pt x="36576" y="370624"/>
                </a:lnTo>
                <a:lnTo>
                  <a:pt x="45821" y="372148"/>
                </a:lnTo>
                <a:lnTo>
                  <a:pt x="51917" y="373672"/>
                </a:lnTo>
                <a:lnTo>
                  <a:pt x="59537" y="373672"/>
                </a:lnTo>
                <a:lnTo>
                  <a:pt x="67157" y="375196"/>
                </a:lnTo>
                <a:lnTo>
                  <a:pt x="110185" y="372618"/>
                </a:lnTo>
                <a:lnTo>
                  <a:pt x="148145" y="360553"/>
                </a:lnTo>
                <a:lnTo>
                  <a:pt x="155549" y="355384"/>
                </a:lnTo>
                <a:lnTo>
                  <a:pt x="163245" y="350266"/>
                </a:lnTo>
                <a:lnTo>
                  <a:pt x="187642" y="311937"/>
                </a:lnTo>
                <a:lnTo>
                  <a:pt x="188836" y="301574"/>
                </a:lnTo>
                <a:lnTo>
                  <a:pt x="189166" y="289750"/>
                </a:lnTo>
                <a:close/>
              </a:path>
              <a:path w="1073785" h="431800">
                <a:moveTo>
                  <a:pt x="407200" y="335572"/>
                </a:moveTo>
                <a:lnTo>
                  <a:pt x="383717" y="312089"/>
                </a:lnTo>
                <a:lnTo>
                  <a:pt x="361086" y="289763"/>
                </a:lnTo>
                <a:lnTo>
                  <a:pt x="353123" y="282143"/>
                </a:lnTo>
                <a:lnTo>
                  <a:pt x="339013" y="268617"/>
                </a:lnTo>
                <a:lnTo>
                  <a:pt x="317182" y="248615"/>
                </a:lnTo>
                <a:lnTo>
                  <a:pt x="318312" y="241515"/>
                </a:lnTo>
                <a:lnTo>
                  <a:pt x="319278" y="234137"/>
                </a:lnTo>
                <a:lnTo>
                  <a:pt x="319976" y="226745"/>
                </a:lnTo>
                <a:lnTo>
                  <a:pt x="320230" y="219659"/>
                </a:lnTo>
                <a:lnTo>
                  <a:pt x="393484" y="219659"/>
                </a:lnTo>
                <a:lnTo>
                  <a:pt x="393484" y="190601"/>
                </a:lnTo>
                <a:lnTo>
                  <a:pt x="321754" y="190601"/>
                </a:lnTo>
                <a:lnTo>
                  <a:pt x="322008" y="168363"/>
                </a:lnTo>
                <a:lnTo>
                  <a:pt x="322478" y="150977"/>
                </a:lnTo>
                <a:lnTo>
                  <a:pt x="323126" y="128447"/>
                </a:lnTo>
                <a:lnTo>
                  <a:pt x="323380" y="111353"/>
                </a:lnTo>
                <a:lnTo>
                  <a:pt x="385864" y="111353"/>
                </a:lnTo>
                <a:lnTo>
                  <a:pt x="385864" y="82296"/>
                </a:lnTo>
                <a:lnTo>
                  <a:pt x="323380" y="82296"/>
                </a:lnTo>
                <a:lnTo>
                  <a:pt x="323380" y="0"/>
                </a:lnTo>
                <a:lnTo>
                  <a:pt x="289750" y="0"/>
                </a:lnTo>
                <a:lnTo>
                  <a:pt x="289750" y="82296"/>
                </a:lnTo>
                <a:lnTo>
                  <a:pt x="227266" y="82296"/>
                </a:lnTo>
                <a:lnTo>
                  <a:pt x="227266" y="111353"/>
                </a:lnTo>
                <a:lnTo>
                  <a:pt x="289750" y="111353"/>
                </a:lnTo>
                <a:lnTo>
                  <a:pt x="289750" y="190601"/>
                </a:lnTo>
                <a:lnTo>
                  <a:pt x="221170" y="190601"/>
                </a:lnTo>
                <a:lnTo>
                  <a:pt x="221170" y="219659"/>
                </a:lnTo>
                <a:lnTo>
                  <a:pt x="286702" y="219659"/>
                </a:lnTo>
                <a:lnTo>
                  <a:pt x="281559" y="265938"/>
                </a:lnTo>
                <a:lnTo>
                  <a:pt x="268439" y="310908"/>
                </a:lnTo>
                <a:lnTo>
                  <a:pt x="247269" y="354533"/>
                </a:lnTo>
                <a:lnTo>
                  <a:pt x="218122" y="396532"/>
                </a:lnTo>
                <a:lnTo>
                  <a:pt x="224624" y="405345"/>
                </a:lnTo>
                <a:lnTo>
                  <a:pt x="230505" y="413575"/>
                </a:lnTo>
                <a:lnTo>
                  <a:pt x="235483" y="420839"/>
                </a:lnTo>
                <a:lnTo>
                  <a:pt x="239458" y="427113"/>
                </a:lnTo>
                <a:lnTo>
                  <a:pt x="263753" y="394995"/>
                </a:lnTo>
                <a:lnTo>
                  <a:pt x="284035" y="360337"/>
                </a:lnTo>
                <a:lnTo>
                  <a:pt x="300329" y="322821"/>
                </a:lnTo>
                <a:lnTo>
                  <a:pt x="312610" y="282143"/>
                </a:lnTo>
                <a:lnTo>
                  <a:pt x="337908" y="310908"/>
                </a:lnTo>
                <a:lnTo>
                  <a:pt x="346798" y="321081"/>
                </a:lnTo>
                <a:lnTo>
                  <a:pt x="363499" y="340525"/>
                </a:lnTo>
                <a:lnTo>
                  <a:pt x="379768" y="359956"/>
                </a:lnTo>
                <a:lnTo>
                  <a:pt x="407200" y="335572"/>
                </a:lnTo>
                <a:close/>
              </a:path>
              <a:path w="1073785" h="431800">
                <a:moveTo>
                  <a:pt x="617702" y="18288"/>
                </a:moveTo>
                <a:lnTo>
                  <a:pt x="405676" y="18288"/>
                </a:lnTo>
                <a:lnTo>
                  <a:pt x="405676" y="288239"/>
                </a:lnTo>
                <a:lnTo>
                  <a:pt x="437680" y="288239"/>
                </a:lnTo>
                <a:lnTo>
                  <a:pt x="437680" y="50292"/>
                </a:lnTo>
                <a:lnTo>
                  <a:pt x="585609" y="50292"/>
                </a:lnTo>
                <a:lnTo>
                  <a:pt x="585609" y="280619"/>
                </a:lnTo>
                <a:lnTo>
                  <a:pt x="617702" y="280619"/>
                </a:lnTo>
                <a:lnTo>
                  <a:pt x="617702" y="50292"/>
                </a:lnTo>
                <a:lnTo>
                  <a:pt x="617702" y="18288"/>
                </a:lnTo>
                <a:close/>
              </a:path>
              <a:path w="1073785" h="431800">
                <a:moveTo>
                  <a:pt x="654278" y="320332"/>
                </a:moveTo>
                <a:lnTo>
                  <a:pt x="646874" y="317766"/>
                </a:lnTo>
                <a:lnTo>
                  <a:pt x="638467" y="314617"/>
                </a:lnTo>
                <a:lnTo>
                  <a:pt x="629323" y="310946"/>
                </a:lnTo>
                <a:lnTo>
                  <a:pt x="619226" y="306616"/>
                </a:lnTo>
                <a:lnTo>
                  <a:pt x="618947" y="322821"/>
                </a:lnTo>
                <a:lnTo>
                  <a:pt x="616178" y="364528"/>
                </a:lnTo>
                <a:lnTo>
                  <a:pt x="590181" y="387388"/>
                </a:lnTo>
                <a:lnTo>
                  <a:pt x="568845" y="387388"/>
                </a:lnTo>
                <a:lnTo>
                  <a:pt x="545985" y="266903"/>
                </a:lnTo>
                <a:lnTo>
                  <a:pt x="545985" y="253187"/>
                </a:lnTo>
                <a:lnTo>
                  <a:pt x="517029" y="253187"/>
                </a:lnTo>
                <a:lnTo>
                  <a:pt x="520141" y="230568"/>
                </a:lnTo>
                <a:lnTo>
                  <a:pt x="522554" y="206082"/>
                </a:lnTo>
                <a:lnTo>
                  <a:pt x="524090" y="179590"/>
                </a:lnTo>
                <a:lnTo>
                  <a:pt x="524649" y="150977"/>
                </a:lnTo>
                <a:lnTo>
                  <a:pt x="524649" y="85344"/>
                </a:lnTo>
                <a:lnTo>
                  <a:pt x="492645" y="85344"/>
                </a:lnTo>
                <a:lnTo>
                  <a:pt x="492645" y="150977"/>
                </a:lnTo>
                <a:lnTo>
                  <a:pt x="491210" y="195008"/>
                </a:lnTo>
                <a:lnTo>
                  <a:pt x="486918" y="233172"/>
                </a:lnTo>
                <a:lnTo>
                  <a:pt x="469773" y="291287"/>
                </a:lnTo>
                <a:lnTo>
                  <a:pt x="431025" y="346417"/>
                </a:lnTo>
                <a:lnTo>
                  <a:pt x="401751" y="374319"/>
                </a:lnTo>
                <a:lnTo>
                  <a:pt x="366052" y="402628"/>
                </a:lnTo>
                <a:lnTo>
                  <a:pt x="371195" y="407847"/>
                </a:lnTo>
                <a:lnTo>
                  <a:pt x="377482" y="414337"/>
                </a:lnTo>
                <a:lnTo>
                  <a:pt x="384911" y="422224"/>
                </a:lnTo>
                <a:lnTo>
                  <a:pt x="393484" y="431685"/>
                </a:lnTo>
                <a:lnTo>
                  <a:pt x="438670" y="392188"/>
                </a:lnTo>
                <a:lnTo>
                  <a:pt x="473735" y="351574"/>
                </a:lnTo>
                <a:lnTo>
                  <a:pt x="498792" y="309816"/>
                </a:lnTo>
                <a:lnTo>
                  <a:pt x="513981" y="266903"/>
                </a:lnTo>
                <a:lnTo>
                  <a:pt x="513981" y="367576"/>
                </a:lnTo>
                <a:lnTo>
                  <a:pt x="516851" y="389597"/>
                </a:lnTo>
                <a:lnTo>
                  <a:pt x="525602" y="405345"/>
                </a:lnTo>
                <a:lnTo>
                  <a:pt x="540334" y="414807"/>
                </a:lnTo>
                <a:lnTo>
                  <a:pt x="561225" y="417969"/>
                </a:lnTo>
                <a:lnTo>
                  <a:pt x="596277" y="417969"/>
                </a:lnTo>
                <a:lnTo>
                  <a:pt x="616635" y="415353"/>
                </a:lnTo>
                <a:lnTo>
                  <a:pt x="631977" y="407441"/>
                </a:lnTo>
                <a:lnTo>
                  <a:pt x="642442" y="394093"/>
                </a:lnTo>
                <a:lnTo>
                  <a:pt x="644474" y="387388"/>
                </a:lnTo>
                <a:lnTo>
                  <a:pt x="648182" y="375196"/>
                </a:lnTo>
                <a:lnTo>
                  <a:pt x="649566" y="362343"/>
                </a:lnTo>
                <a:lnTo>
                  <a:pt x="650900" y="351574"/>
                </a:lnTo>
                <a:lnTo>
                  <a:pt x="652894" y="334911"/>
                </a:lnTo>
                <a:lnTo>
                  <a:pt x="654278" y="320332"/>
                </a:lnTo>
                <a:close/>
              </a:path>
              <a:path w="1073785" h="431800">
                <a:moveTo>
                  <a:pt x="890689" y="24396"/>
                </a:moveTo>
                <a:lnTo>
                  <a:pt x="696950" y="24396"/>
                </a:lnTo>
                <a:lnTo>
                  <a:pt x="696950" y="306616"/>
                </a:lnTo>
                <a:lnTo>
                  <a:pt x="730478" y="306616"/>
                </a:lnTo>
                <a:lnTo>
                  <a:pt x="730478" y="54876"/>
                </a:lnTo>
                <a:lnTo>
                  <a:pt x="857059" y="54876"/>
                </a:lnTo>
                <a:lnTo>
                  <a:pt x="857059" y="306616"/>
                </a:lnTo>
                <a:lnTo>
                  <a:pt x="890689" y="306616"/>
                </a:lnTo>
                <a:lnTo>
                  <a:pt x="890689" y="54876"/>
                </a:lnTo>
                <a:lnTo>
                  <a:pt x="890689" y="24396"/>
                </a:lnTo>
                <a:close/>
              </a:path>
              <a:path w="1073785" h="431800">
                <a:moveTo>
                  <a:pt x="912025" y="385864"/>
                </a:moveTo>
                <a:lnTo>
                  <a:pt x="882802" y="360172"/>
                </a:lnTo>
                <a:lnTo>
                  <a:pt x="839914" y="323380"/>
                </a:lnTo>
                <a:lnTo>
                  <a:pt x="800671" y="291287"/>
                </a:lnTo>
                <a:lnTo>
                  <a:pt x="806437" y="262140"/>
                </a:lnTo>
                <a:lnTo>
                  <a:pt x="810196" y="218262"/>
                </a:lnTo>
                <a:lnTo>
                  <a:pt x="812253" y="159791"/>
                </a:lnTo>
                <a:lnTo>
                  <a:pt x="812863" y="86880"/>
                </a:lnTo>
                <a:lnTo>
                  <a:pt x="779335" y="86880"/>
                </a:lnTo>
                <a:lnTo>
                  <a:pt x="778751" y="158356"/>
                </a:lnTo>
                <a:lnTo>
                  <a:pt x="776859" y="214833"/>
                </a:lnTo>
                <a:lnTo>
                  <a:pt x="773557" y="256146"/>
                </a:lnTo>
                <a:lnTo>
                  <a:pt x="755230" y="318795"/>
                </a:lnTo>
                <a:lnTo>
                  <a:pt x="733196" y="350989"/>
                </a:lnTo>
                <a:lnTo>
                  <a:pt x="702589" y="378891"/>
                </a:lnTo>
                <a:lnTo>
                  <a:pt x="663422" y="402628"/>
                </a:lnTo>
                <a:lnTo>
                  <a:pt x="669112" y="410425"/>
                </a:lnTo>
                <a:lnTo>
                  <a:pt x="674662" y="417766"/>
                </a:lnTo>
                <a:lnTo>
                  <a:pt x="679919" y="424802"/>
                </a:lnTo>
                <a:lnTo>
                  <a:pt x="684758" y="431685"/>
                </a:lnTo>
                <a:lnTo>
                  <a:pt x="719632" y="409575"/>
                </a:lnTo>
                <a:lnTo>
                  <a:pt x="748817" y="384352"/>
                </a:lnTo>
                <a:lnTo>
                  <a:pt x="772274" y="355714"/>
                </a:lnTo>
                <a:lnTo>
                  <a:pt x="790003" y="323380"/>
                </a:lnTo>
                <a:lnTo>
                  <a:pt x="814844" y="346214"/>
                </a:lnTo>
                <a:lnTo>
                  <a:pt x="838974" y="368922"/>
                </a:lnTo>
                <a:lnTo>
                  <a:pt x="862279" y="391363"/>
                </a:lnTo>
                <a:lnTo>
                  <a:pt x="884593" y="413397"/>
                </a:lnTo>
                <a:lnTo>
                  <a:pt x="912025" y="385864"/>
                </a:lnTo>
                <a:close/>
              </a:path>
              <a:path w="1073785" h="431800">
                <a:moveTo>
                  <a:pt x="982129" y="44208"/>
                </a:moveTo>
                <a:lnTo>
                  <a:pt x="948601" y="44208"/>
                </a:lnTo>
                <a:lnTo>
                  <a:pt x="948601" y="314236"/>
                </a:lnTo>
                <a:lnTo>
                  <a:pt x="982129" y="314236"/>
                </a:lnTo>
                <a:lnTo>
                  <a:pt x="982129" y="44208"/>
                </a:lnTo>
                <a:close/>
              </a:path>
              <a:path w="1073785" h="431800">
                <a:moveTo>
                  <a:pt x="1073670" y="4572"/>
                </a:moveTo>
                <a:lnTo>
                  <a:pt x="1038618" y="4572"/>
                </a:lnTo>
                <a:lnTo>
                  <a:pt x="1038618" y="358432"/>
                </a:lnTo>
                <a:lnTo>
                  <a:pt x="1036878" y="371309"/>
                </a:lnTo>
                <a:lnTo>
                  <a:pt x="1031557" y="380339"/>
                </a:lnTo>
                <a:lnTo>
                  <a:pt x="1022502" y="385648"/>
                </a:lnTo>
                <a:lnTo>
                  <a:pt x="1009561" y="387388"/>
                </a:lnTo>
                <a:lnTo>
                  <a:pt x="998702" y="387108"/>
                </a:lnTo>
                <a:lnTo>
                  <a:pt x="984415" y="386245"/>
                </a:lnTo>
                <a:lnTo>
                  <a:pt x="966698" y="384822"/>
                </a:lnTo>
                <a:lnTo>
                  <a:pt x="945553" y="382816"/>
                </a:lnTo>
                <a:lnTo>
                  <a:pt x="947813" y="394589"/>
                </a:lnTo>
                <a:lnTo>
                  <a:pt x="949934" y="404964"/>
                </a:lnTo>
                <a:lnTo>
                  <a:pt x="951763" y="414185"/>
                </a:lnTo>
                <a:lnTo>
                  <a:pt x="953173" y="422541"/>
                </a:lnTo>
                <a:lnTo>
                  <a:pt x="1021842" y="422541"/>
                </a:lnTo>
                <a:lnTo>
                  <a:pt x="1044727" y="419112"/>
                </a:lnTo>
                <a:lnTo>
                  <a:pt x="1060907" y="408965"/>
                </a:lnTo>
                <a:lnTo>
                  <a:pt x="1070495" y="392239"/>
                </a:lnTo>
                <a:lnTo>
                  <a:pt x="1071156" y="387388"/>
                </a:lnTo>
                <a:lnTo>
                  <a:pt x="1073670" y="369100"/>
                </a:lnTo>
                <a:lnTo>
                  <a:pt x="1073670" y="4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2500" y="3386423"/>
            <a:ext cx="108299" cy="102203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5189505" y="3060001"/>
            <a:ext cx="1473835" cy="428625"/>
            <a:chOff x="5189505" y="3060001"/>
            <a:chExt cx="1473835" cy="428625"/>
          </a:xfrm>
        </p:grpSpPr>
        <p:sp>
          <p:nvSpPr>
            <p:cNvPr id="33" name="object 33" descr=""/>
            <p:cNvSpPr/>
            <p:nvPr/>
          </p:nvSpPr>
          <p:spPr>
            <a:xfrm>
              <a:off x="5189499" y="3060001"/>
              <a:ext cx="1331595" cy="429259"/>
            </a:xfrm>
            <a:custGeom>
              <a:avLst/>
              <a:gdLst/>
              <a:ahLst/>
              <a:cxnLst/>
              <a:rect l="l" t="t" r="r" b="b"/>
              <a:pathLst>
                <a:path w="1331595" h="429260">
                  <a:moveTo>
                    <a:pt x="115912" y="91440"/>
                  </a:moveTo>
                  <a:lnTo>
                    <a:pt x="97396" y="64846"/>
                  </a:lnTo>
                  <a:lnTo>
                    <a:pt x="80860" y="42100"/>
                  </a:lnTo>
                  <a:lnTo>
                    <a:pt x="66624" y="23075"/>
                  </a:lnTo>
                  <a:lnTo>
                    <a:pt x="54952" y="7620"/>
                  </a:lnTo>
                  <a:lnTo>
                    <a:pt x="25996" y="27432"/>
                  </a:lnTo>
                  <a:lnTo>
                    <a:pt x="38265" y="43992"/>
                  </a:lnTo>
                  <a:lnTo>
                    <a:pt x="52095" y="63830"/>
                  </a:lnTo>
                  <a:lnTo>
                    <a:pt x="67297" y="86728"/>
                  </a:lnTo>
                  <a:lnTo>
                    <a:pt x="83908" y="112877"/>
                  </a:lnTo>
                  <a:lnTo>
                    <a:pt x="115912" y="91440"/>
                  </a:lnTo>
                  <a:close/>
                </a:path>
                <a:path w="1331595" h="429260">
                  <a:moveTo>
                    <a:pt x="431673" y="179933"/>
                  </a:moveTo>
                  <a:lnTo>
                    <a:pt x="297472" y="179933"/>
                  </a:lnTo>
                  <a:lnTo>
                    <a:pt x="297472" y="106781"/>
                  </a:lnTo>
                  <a:lnTo>
                    <a:pt x="411772" y="106781"/>
                  </a:lnTo>
                  <a:lnTo>
                    <a:pt x="411772" y="76200"/>
                  </a:lnTo>
                  <a:lnTo>
                    <a:pt x="297472" y="76200"/>
                  </a:lnTo>
                  <a:lnTo>
                    <a:pt x="297472" y="0"/>
                  </a:lnTo>
                  <a:lnTo>
                    <a:pt x="262318" y="0"/>
                  </a:lnTo>
                  <a:lnTo>
                    <a:pt x="262318" y="76200"/>
                  </a:lnTo>
                  <a:lnTo>
                    <a:pt x="199834" y="76200"/>
                  </a:lnTo>
                  <a:lnTo>
                    <a:pt x="204063" y="63830"/>
                  </a:lnTo>
                  <a:lnTo>
                    <a:pt x="208026" y="50863"/>
                  </a:lnTo>
                  <a:lnTo>
                    <a:pt x="211620" y="37846"/>
                  </a:lnTo>
                  <a:lnTo>
                    <a:pt x="215074" y="24384"/>
                  </a:lnTo>
                  <a:lnTo>
                    <a:pt x="181546" y="16764"/>
                  </a:lnTo>
                  <a:lnTo>
                    <a:pt x="172402" y="52527"/>
                  </a:lnTo>
                  <a:lnTo>
                    <a:pt x="160959" y="86728"/>
                  </a:lnTo>
                  <a:lnTo>
                    <a:pt x="147218" y="119507"/>
                  </a:lnTo>
                  <a:lnTo>
                    <a:pt x="131165" y="150977"/>
                  </a:lnTo>
                  <a:lnTo>
                    <a:pt x="140004" y="154647"/>
                  </a:lnTo>
                  <a:lnTo>
                    <a:pt x="148158" y="158597"/>
                  </a:lnTo>
                  <a:lnTo>
                    <a:pt x="155460" y="162547"/>
                  </a:lnTo>
                  <a:lnTo>
                    <a:pt x="161734" y="166217"/>
                  </a:lnTo>
                  <a:lnTo>
                    <a:pt x="168592" y="152209"/>
                  </a:lnTo>
                  <a:lnTo>
                    <a:pt x="175450" y="137642"/>
                  </a:lnTo>
                  <a:lnTo>
                    <a:pt x="182308" y="122491"/>
                  </a:lnTo>
                  <a:lnTo>
                    <a:pt x="189166" y="106781"/>
                  </a:lnTo>
                  <a:lnTo>
                    <a:pt x="262318" y="106781"/>
                  </a:lnTo>
                  <a:lnTo>
                    <a:pt x="262318" y="179933"/>
                  </a:lnTo>
                  <a:lnTo>
                    <a:pt x="117449" y="179933"/>
                  </a:lnTo>
                  <a:lnTo>
                    <a:pt x="117449" y="210515"/>
                  </a:lnTo>
                  <a:lnTo>
                    <a:pt x="202882" y="210515"/>
                  </a:lnTo>
                  <a:lnTo>
                    <a:pt x="202641" y="220484"/>
                  </a:lnTo>
                  <a:lnTo>
                    <a:pt x="202120" y="229755"/>
                  </a:lnTo>
                  <a:lnTo>
                    <a:pt x="201599" y="238150"/>
                  </a:lnTo>
                  <a:lnTo>
                    <a:pt x="201358" y="245567"/>
                  </a:lnTo>
                  <a:lnTo>
                    <a:pt x="195376" y="273583"/>
                  </a:lnTo>
                  <a:lnTo>
                    <a:pt x="179819" y="298183"/>
                  </a:lnTo>
                  <a:lnTo>
                    <a:pt x="154813" y="319366"/>
                  </a:lnTo>
                  <a:lnTo>
                    <a:pt x="120497" y="337096"/>
                  </a:lnTo>
                  <a:lnTo>
                    <a:pt x="127063" y="345694"/>
                  </a:lnTo>
                  <a:lnTo>
                    <a:pt x="133070" y="353288"/>
                  </a:lnTo>
                  <a:lnTo>
                    <a:pt x="143357" y="366052"/>
                  </a:lnTo>
                  <a:lnTo>
                    <a:pt x="182549" y="344004"/>
                  </a:lnTo>
                  <a:lnTo>
                    <a:pt x="210870" y="316661"/>
                  </a:lnTo>
                  <a:lnTo>
                    <a:pt x="228307" y="283895"/>
                  </a:lnTo>
                  <a:lnTo>
                    <a:pt x="234886" y="245567"/>
                  </a:lnTo>
                  <a:lnTo>
                    <a:pt x="235127" y="237299"/>
                  </a:lnTo>
                  <a:lnTo>
                    <a:pt x="236169" y="219633"/>
                  </a:lnTo>
                  <a:lnTo>
                    <a:pt x="236410" y="210515"/>
                  </a:lnTo>
                  <a:lnTo>
                    <a:pt x="294424" y="210515"/>
                  </a:lnTo>
                  <a:lnTo>
                    <a:pt x="294424" y="306527"/>
                  </a:lnTo>
                  <a:lnTo>
                    <a:pt x="297281" y="328574"/>
                  </a:lnTo>
                  <a:lnTo>
                    <a:pt x="305854" y="344322"/>
                  </a:lnTo>
                  <a:lnTo>
                    <a:pt x="320141" y="353758"/>
                  </a:lnTo>
                  <a:lnTo>
                    <a:pt x="340144" y="356908"/>
                  </a:lnTo>
                  <a:lnTo>
                    <a:pt x="373672" y="356908"/>
                  </a:lnTo>
                  <a:lnTo>
                    <a:pt x="392214" y="354355"/>
                  </a:lnTo>
                  <a:lnTo>
                    <a:pt x="406628" y="346811"/>
                  </a:lnTo>
                  <a:lnTo>
                    <a:pt x="416737" y="334403"/>
                  </a:lnTo>
                  <a:lnTo>
                    <a:pt x="419392" y="326428"/>
                  </a:lnTo>
                  <a:lnTo>
                    <a:pt x="422440" y="317284"/>
                  </a:lnTo>
                  <a:lnTo>
                    <a:pt x="424713" y="306527"/>
                  </a:lnTo>
                  <a:lnTo>
                    <a:pt x="426897" y="294335"/>
                  </a:lnTo>
                  <a:lnTo>
                    <a:pt x="428739" y="281190"/>
                  </a:lnTo>
                  <a:lnTo>
                    <a:pt x="430149" y="266903"/>
                  </a:lnTo>
                  <a:lnTo>
                    <a:pt x="403910" y="257251"/>
                  </a:lnTo>
                  <a:lnTo>
                    <a:pt x="396532" y="254711"/>
                  </a:lnTo>
                  <a:lnTo>
                    <a:pt x="395389" y="270725"/>
                  </a:lnTo>
                  <a:lnTo>
                    <a:pt x="394296" y="283895"/>
                  </a:lnTo>
                  <a:lnTo>
                    <a:pt x="385102" y="321652"/>
                  </a:lnTo>
                  <a:lnTo>
                    <a:pt x="369100" y="326428"/>
                  </a:lnTo>
                  <a:lnTo>
                    <a:pt x="347764" y="326428"/>
                  </a:lnTo>
                  <a:lnTo>
                    <a:pt x="339763" y="324993"/>
                  </a:lnTo>
                  <a:lnTo>
                    <a:pt x="334048" y="320700"/>
                  </a:lnTo>
                  <a:lnTo>
                    <a:pt x="330619" y="313524"/>
                  </a:lnTo>
                  <a:lnTo>
                    <a:pt x="329476" y="303479"/>
                  </a:lnTo>
                  <a:lnTo>
                    <a:pt x="329476" y="210515"/>
                  </a:lnTo>
                  <a:lnTo>
                    <a:pt x="431673" y="210515"/>
                  </a:lnTo>
                  <a:lnTo>
                    <a:pt x="431673" y="179933"/>
                  </a:lnTo>
                  <a:close/>
                </a:path>
                <a:path w="1331595" h="429260">
                  <a:moveTo>
                    <a:pt x="436245" y="384340"/>
                  </a:moveTo>
                  <a:lnTo>
                    <a:pt x="274510" y="387388"/>
                  </a:lnTo>
                  <a:lnTo>
                    <a:pt x="183070" y="385864"/>
                  </a:lnTo>
                  <a:lnTo>
                    <a:pt x="152196" y="383057"/>
                  </a:lnTo>
                  <a:lnTo>
                    <a:pt x="126212" y="374815"/>
                  </a:lnTo>
                  <a:lnTo>
                    <a:pt x="112585" y="366052"/>
                  </a:lnTo>
                  <a:lnTo>
                    <a:pt x="105397" y="361429"/>
                  </a:lnTo>
                  <a:lnTo>
                    <a:pt x="90004" y="343192"/>
                  </a:lnTo>
                  <a:lnTo>
                    <a:pt x="90004" y="155549"/>
                  </a:lnTo>
                  <a:lnTo>
                    <a:pt x="3048" y="155549"/>
                  </a:lnTo>
                  <a:lnTo>
                    <a:pt x="3048" y="187553"/>
                  </a:lnTo>
                  <a:lnTo>
                    <a:pt x="56476" y="187553"/>
                  </a:lnTo>
                  <a:lnTo>
                    <a:pt x="56476" y="335572"/>
                  </a:lnTo>
                  <a:lnTo>
                    <a:pt x="46177" y="344766"/>
                  </a:lnTo>
                  <a:lnTo>
                    <a:pt x="33426" y="356527"/>
                  </a:lnTo>
                  <a:lnTo>
                    <a:pt x="18084" y="371144"/>
                  </a:lnTo>
                  <a:lnTo>
                    <a:pt x="0" y="388912"/>
                  </a:lnTo>
                  <a:lnTo>
                    <a:pt x="18376" y="425589"/>
                  </a:lnTo>
                  <a:lnTo>
                    <a:pt x="34404" y="405523"/>
                  </a:lnTo>
                  <a:lnTo>
                    <a:pt x="48285" y="388924"/>
                  </a:lnTo>
                  <a:lnTo>
                    <a:pt x="60172" y="375767"/>
                  </a:lnTo>
                  <a:lnTo>
                    <a:pt x="70192" y="366052"/>
                  </a:lnTo>
                  <a:lnTo>
                    <a:pt x="88201" y="388327"/>
                  </a:lnTo>
                  <a:lnTo>
                    <a:pt x="112496" y="404774"/>
                  </a:lnTo>
                  <a:lnTo>
                    <a:pt x="143103" y="415213"/>
                  </a:lnTo>
                  <a:lnTo>
                    <a:pt x="180022" y="419493"/>
                  </a:lnTo>
                  <a:lnTo>
                    <a:pt x="271462" y="421017"/>
                  </a:lnTo>
                  <a:lnTo>
                    <a:pt x="423964" y="419493"/>
                  </a:lnTo>
                  <a:lnTo>
                    <a:pt x="427418" y="409460"/>
                  </a:lnTo>
                  <a:lnTo>
                    <a:pt x="433692" y="391744"/>
                  </a:lnTo>
                  <a:lnTo>
                    <a:pt x="435190" y="387388"/>
                  </a:lnTo>
                  <a:lnTo>
                    <a:pt x="436245" y="384340"/>
                  </a:lnTo>
                  <a:close/>
                </a:path>
                <a:path w="1331595" h="429260">
                  <a:moveTo>
                    <a:pt x="597877" y="86880"/>
                  </a:moveTo>
                  <a:lnTo>
                    <a:pt x="541401" y="86880"/>
                  </a:lnTo>
                  <a:lnTo>
                    <a:pt x="541401" y="1524"/>
                  </a:lnTo>
                  <a:lnTo>
                    <a:pt x="509397" y="1524"/>
                  </a:lnTo>
                  <a:lnTo>
                    <a:pt x="509397" y="86880"/>
                  </a:lnTo>
                  <a:lnTo>
                    <a:pt x="451485" y="86880"/>
                  </a:lnTo>
                  <a:lnTo>
                    <a:pt x="451485" y="117449"/>
                  </a:lnTo>
                  <a:lnTo>
                    <a:pt x="509397" y="117449"/>
                  </a:lnTo>
                  <a:lnTo>
                    <a:pt x="509397" y="221183"/>
                  </a:lnTo>
                  <a:lnTo>
                    <a:pt x="478726" y="228231"/>
                  </a:lnTo>
                  <a:lnTo>
                    <a:pt x="462889" y="232105"/>
                  </a:lnTo>
                  <a:lnTo>
                    <a:pt x="446913" y="236423"/>
                  </a:lnTo>
                  <a:lnTo>
                    <a:pt x="451485" y="271475"/>
                  </a:lnTo>
                  <a:lnTo>
                    <a:pt x="465251" y="267804"/>
                  </a:lnTo>
                  <a:lnTo>
                    <a:pt x="479298" y="263855"/>
                  </a:lnTo>
                  <a:lnTo>
                    <a:pt x="493915" y="259892"/>
                  </a:lnTo>
                  <a:lnTo>
                    <a:pt x="509397" y="256235"/>
                  </a:lnTo>
                  <a:lnTo>
                    <a:pt x="509397" y="370624"/>
                  </a:lnTo>
                  <a:lnTo>
                    <a:pt x="508228" y="380631"/>
                  </a:lnTo>
                  <a:lnTo>
                    <a:pt x="504634" y="387769"/>
                  </a:lnTo>
                  <a:lnTo>
                    <a:pt x="498462" y="392061"/>
                  </a:lnTo>
                  <a:lnTo>
                    <a:pt x="489585" y="393484"/>
                  </a:lnTo>
                  <a:lnTo>
                    <a:pt x="482130" y="393204"/>
                  </a:lnTo>
                  <a:lnTo>
                    <a:pt x="473392" y="392341"/>
                  </a:lnTo>
                  <a:lnTo>
                    <a:pt x="463219" y="390918"/>
                  </a:lnTo>
                  <a:lnTo>
                    <a:pt x="451485" y="388912"/>
                  </a:lnTo>
                  <a:lnTo>
                    <a:pt x="452843" y="398068"/>
                  </a:lnTo>
                  <a:lnTo>
                    <a:pt x="454342" y="407250"/>
                  </a:lnTo>
                  <a:lnTo>
                    <a:pt x="455561" y="416420"/>
                  </a:lnTo>
                  <a:lnTo>
                    <a:pt x="456057" y="425589"/>
                  </a:lnTo>
                  <a:lnTo>
                    <a:pt x="497205" y="425589"/>
                  </a:lnTo>
                  <a:lnTo>
                    <a:pt x="538784" y="398538"/>
                  </a:lnTo>
                  <a:lnTo>
                    <a:pt x="541401" y="376720"/>
                  </a:lnTo>
                  <a:lnTo>
                    <a:pt x="541401" y="256235"/>
                  </a:lnTo>
                  <a:lnTo>
                    <a:pt x="541401" y="247091"/>
                  </a:lnTo>
                  <a:lnTo>
                    <a:pt x="578561" y="236804"/>
                  </a:lnTo>
                  <a:lnTo>
                    <a:pt x="591781" y="233375"/>
                  </a:lnTo>
                  <a:lnTo>
                    <a:pt x="590664" y="226225"/>
                  </a:lnTo>
                  <a:lnTo>
                    <a:pt x="589686" y="218503"/>
                  </a:lnTo>
                  <a:lnTo>
                    <a:pt x="589280" y="213563"/>
                  </a:lnTo>
                  <a:lnTo>
                    <a:pt x="589000" y="210185"/>
                  </a:lnTo>
                  <a:lnTo>
                    <a:pt x="588733" y="201269"/>
                  </a:lnTo>
                  <a:lnTo>
                    <a:pt x="577265" y="203873"/>
                  </a:lnTo>
                  <a:lnTo>
                    <a:pt x="565645" y="206883"/>
                  </a:lnTo>
                  <a:lnTo>
                    <a:pt x="541401" y="213563"/>
                  </a:lnTo>
                  <a:lnTo>
                    <a:pt x="541401" y="117449"/>
                  </a:lnTo>
                  <a:lnTo>
                    <a:pt x="597877" y="117449"/>
                  </a:lnTo>
                  <a:lnTo>
                    <a:pt x="597877" y="86880"/>
                  </a:lnTo>
                  <a:close/>
                </a:path>
                <a:path w="1331595" h="429260">
                  <a:moveTo>
                    <a:pt x="884593" y="321856"/>
                  </a:moveTo>
                  <a:lnTo>
                    <a:pt x="751903" y="321856"/>
                  </a:lnTo>
                  <a:lnTo>
                    <a:pt x="751903" y="271475"/>
                  </a:lnTo>
                  <a:lnTo>
                    <a:pt x="863257" y="271475"/>
                  </a:lnTo>
                  <a:lnTo>
                    <a:pt x="863257" y="239471"/>
                  </a:lnTo>
                  <a:lnTo>
                    <a:pt x="751903" y="239471"/>
                  </a:lnTo>
                  <a:lnTo>
                    <a:pt x="751903" y="189077"/>
                  </a:lnTo>
                  <a:lnTo>
                    <a:pt x="718375" y="189077"/>
                  </a:lnTo>
                  <a:lnTo>
                    <a:pt x="718375" y="239471"/>
                  </a:lnTo>
                  <a:lnTo>
                    <a:pt x="608558" y="239471"/>
                  </a:lnTo>
                  <a:lnTo>
                    <a:pt x="608558" y="271475"/>
                  </a:lnTo>
                  <a:lnTo>
                    <a:pt x="718375" y="271475"/>
                  </a:lnTo>
                  <a:lnTo>
                    <a:pt x="718375" y="321856"/>
                  </a:lnTo>
                  <a:lnTo>
                    <a:pt x="582637" y="321856"/>
                  </a:lnTo>
                  <a:lnTo>
                    <a:pt x="582637" y="353860"/>
                  </a:lnTo>
                  <a:lnTo>
                    <a:pt x="718375" y="353860"/>
                  </a:lnTo>
                  <a:lnTo>
                    <a:pt x="718375" y="428637"/>
                  </a:lnTo>
                  <a:lnTo>
                    <a:pt x="751903" y="428637"/>
                  </a:lnTo>
                  <a:lnTo>
                    <a:pt x="751903" y="353860"/>
                  </a:lnTo>
                  <a:lnTo>
                    <a:pt x="884593" y="353860"/>
                  </a:lnTo>
                  <a:lnTo>
                    <a:pt x="884593" y="321856"/>
                  </a:lnTo>
                  <a:close/>
                </a:path>
                <a:path w="1331595" h="429260">
                  <a:moveTo>
                    <a:pt x="884593" y="169265"/>
                  </a:moveTo>
                  <a:lnTo>
                    <a:pt x="852284" y="164096"/>
                  </a:lnTo>
                  <a:lnTo>
                    <a:pt x="833640" y="160121"/>
                  </a:lnTo>
                  <a:lnTo>
                    <a:pt x="822020" y="157645"/>
                  </a:lnTo>
                  <a:lnTo>
                    <a:pt x="794054" y="149758"/>
                  </a:lnTo>
                  <a:lnTo>
                    <a:pt x="768667" y="140309"/>
                  </a:lnTo>
                  <a:lnTo>
                    <a:pt x="791095" y="123545"/>
                  </a:lnTo>
                  <a:lnTo>
                    <a:pt x="795502" y="120243"/>
                  </a:lnTo>
                  <a:lnTo>
                    <a:pt x="818781" y="98729"/>
                  </a:lnTo>
                  <a:lnTo>
                    <a:pt x="838365" y="75501"/>
                  </a:lnTo>
                  <a:lnTo>
                    <a:pt x="854113" y="50292"/>
                  </a:lnTo>
                  <a:lnTo>
                    <a:pt x="854113" y="21336"/>
                  </a:lnTo>
                  <a:lnTo>
                    <a:pt x="815911" y="21336"/>
                  </a:lnTo>
                  <a:lnTo>
                    <a:pt x="815911" y="51816"/>
                  </a:lnTo>
                  <a:lnTo>
                    <a:pt x="801357" y="71818"/>
                  </a:lnTo>
                  <a:lnTo>
                    <a:pt x="782955" y="90538"/>
                  </a:lnTo>
                  <a:lnTo>
                    <a:pt x="760831" y="107835"/>
                  </a:lnTo>
                  <a:lnTo>
                    <a:pt x="735139" y="123545"/>
                  </a:lnTo>
                  <a:lnTo>
                    <a:pt x="712571" y="108699"/>
                  </a:lnTo>
                  <a:lnTo>
                    <a:pt x="692988" y="91681"/>
                  </a:lnTo>
                  <a:lnTo>
                    <a:pt x="676554" y="72669"/>
                  </a:lnTo>
                  <a:lnTo>
                    <a:pt x="663422" y="51816"/>
                  </a:lnTo>
                  <a:lnTo>
                    <a:pt x="815911" y="51816"/>
                  </a:lnTo>
                  <a:lnTo>
                    <a:pt x="815911" y="21336"/>
                  </a:lnTo>
                  <a:lnTo>
                    <a:pt x="603986" y="21336"/>
                  </a:lnTo>
                  <a:lnTo>
                    <a:pt x="603986" y="51816"/>
                  </a:lnTo>
                  <a:lnTo>
                    <a:pt x="629894" y="51816"/>
                  </a:lnTo>
                  <a:lnTo>
                    <a:pt x="643039" y="77012"/>
                  </a:lnTo>
                  <a:lnTo>
                    <a:pt x="659612" y="100063"/>
                  </a:lnTo>
                  <a:lnTo>
                    <a:pt x="679653" y="121119"/>
                  </a:lnTo>
                  <a:lnTo>
                    <a:pt x="703135" y="140309"/>
                  </a:lnTo>
                  <a:lnTo>
                    <a:pt x="677938" y="150317"/>
                  </a:lnTo>
                  <a:lnTo>
                    <a:pt x="650468" y="159740"/>
                  </a:lnTo>
                  <a:lnTo>
                    <a:pt x="620750" y="168605"/>
                  </a:lnTo>
                  <a:lnTo>
                    <a:pt x="588733" y="176885"/>
                  </a:lnTo>
                  <a:lnTo>
                    <a:pt x="593902" y="184886"/>
                  </a:lnTo>
                  <a:lnTo>
                    <a:pt x="598068" y="192900"/>
                  </a:lnTo>
                  <a:lnTo>
                    <a:pt x="601383" y="200926"/>
                  </a:lnTo>
                  <a:lnTo>
                    <a:pt x="603986" y="208991"/>
                  </a:lnTo>
                  <a:lnTo>
                    <a:pt x="640537" y="198958"/>
                  </a:lnTo>
                  <a:lnTo>
                    <a:pt x="674662" y="187375"/>
                  </a:lnTo>
                  <a:lnTo>
                    <a:pt x="706247" y="174383"/>
                  </a:lnTo>
                  <a:lnTo>
                    <a:pt x="735139" y="160121"/>
                  </a:lnTo>
                  <a:lnTo>
                    <a:pt x="763765" y="173888"/>
                  </a:lnTo>
                  <a:lnTo>
                    <a:pt x="794969" y="185661"/>
                  </a:lnTo>
                  <a:lnTo>
                    <a:pt x="829043" y="195732"/>
                  </a:lnTo>
                  <a:lnTo>
                    <a:pt x="866305" y="204419"/>
                  </a:lnTo>
                  <a:lnTo>
                    <a:pt x="870013" y="196303"/>
                  </a:lnTo>
                  <a:lnTo>
                    <a:pt x="874306" y="187947"/>
                  </a:lnTo>
                  <a:lnTo>
                    <a:pt x="879157" y="179031"/>
                  </a:lnTo>
                  <a:lnTo>
                    <a:pt x="884593" y="169265"/>
                  </a:lnTo>
                  <a:close/>
                </a:path>
                <a:path w="1331595" h="429260">
                  <a:moveTo>
                    <a:pt x="1088898" y="24384"/>
                  </a:moveTo>
                  <a:lnTo>
                    <a:pt x="1058418" y="24384"/>
                  </a:lnTo>
                  <a:lnTo>
                    <a:pt x="1058418" y="51816"/>
                  </a:lnTo>
                  <a:lnTo>
                    <a:pt x="1058418" y="111353"/>
                  </a:lnTo>
                  <a:lnTo>
                    <a:pt x="965365" y="111353"/>
                  </a:lnTo>
                  <a:lnTo>
                    <a:pt x="965365" y="51816"/>
                  </a:lnTo>
                  <a:lnTo>
                    <a:pt x="1058418" y="51816"/>
                  </a:lnTo>
                  <a:lnTo>
                    <a:pt x="1058418" y="24384"/>
                  </a:lnTo>
                  <a:lnTo>
                    <a:pt x="934885" y="24384"/>
                  </a:lnTo>
                  <a:lnTo>
                    <a:pt x="934885" y="157073"/>
                  </a:lnTo>
                  <a:lnTo>
                    <a:pt x="965365" y="157073"/>
                  </a:lnTo>
                  <a:lnTo>
                    <a:pt x="965365" y="138785"/>
                  </a:lnTo>
                  <a:lnTo>
                    <a:pt x="1058418" y="138785"/>
                  </a:lnTo>
                  <a:lnTo>
                    <a:pt x="1058418" y="152501"/>
                  </a:lnTo>
                  <a:lnTo>
                    <a:pt x="1088898" y="152501"/>
                  </a:lnTo>
                  <a:lnTo>
                    <a:pt x="1088898" y="138785"/>
                  </a:lnTo>
                  <a:lnTo>
                    <a:pt x="1088898" y="111353"/>
                  </a:lnTo>
                  <a:lnTo>
                    <a:pt x="1088898" y="51816"/>
                  </a:lnTo>
                  <a:lnTo>
                    <a:pt x="1088898" y="24384"/>
                  </a:lnTo>
                  <a:close/>
                </a:path>
                <a:path w="1331595" h="429260">
                  <a:moveTo>
                    <a:pt x="1290256" y="24384"/>
                  </a:moveTo>
                  <a:lnTo>
                    <a:pt x="1259776" y="24384"/>
                  </a:lnTo>
                  <a:lnTo>
                    <a:pt x="1259776" y="51816"/>
                  </a:lnTo>
                  <a:lnTo>
                    <a:pt x="1259776" y="111353"/>
                  </a:lnTo>
                  <a:lnTo>
                    <a:pt x="1166723" y="111353"/>
                  </a:lnTo>
                  <a:lnTo>
                    <a:pt x="1166723" y="51816"/>
                  </a:lnTo>
                  <a:lnTo>
                    <a:pt x="1259776" y="51816"/>
                  </a:lnTo>
                  <a:lnTo>
                    <a:pt x="1259776" y="24384"/>
                  </a:lnTo>
                  <a:lnTo>
                    <a:pt x="1136243" y="24384"/>
                  </a:lnTo>
                  <a:lnTo>
                    <a:pt x="1136243" y="152501"/>
                  </a:lnTo>
                  <a:lnTo>
                    <a:pt x="1166723" y="152501"/>
                  </a:lnTo>
                  <a:lnTo>
                    <a:pt x="1166723" y="138785"/>
                  </a:lnTo>
                  <a:lnTo>
                    <a:pt x="1197203" y="138785"/>
                  </a:lnTo>
                  <a:lnTo>
                    <a:pt x="1259776" y="138785"/>
                  </a:lnTo>
                  <a:lnTo>
                    <a:pt x="1259776" y="154025"/>
                  </a:lnTo>
                  <a:lnTo>
                    <a:pt x="1290256" y="154025"/>
                  </a:lnTo>
                  <a:lnTo>
                    <a:pt x="1290256" y="138785"/>
                  </a:lnTo>
                  <a:lnTo>
                    <a:pt x="1290256" y="111353"/>
                  </a:lnTo>
                  <a:lnTo>
                    <a:pt x="1290256" y="51816"/>
                  </a:lnTo>
                  <a:lnTo>
                    <a:pt x="1290256" y="24384"/>
                  </a:lnTo>
                  <a:close/>
                </a:path>
                <a:path w="1331595" h="429260">
                  <a:moveTo>
                    <a:pt x="1331404" y="259283"/>
                  </a:moveTo>
                  <a:lnTo>
                    <a:pt x="1271955" y="257924"/>
                  </a:lnTo>
                  <a:lnTo>
                    <a:pt x="1221968" y="249567"/>
                  </a:lnTo>
                  <a:lnTo>
                    <a:pt x="1181722" y="234632"/>
                  </a:lnTo>
                  <a:lnTo>
                    <a:pt x="1151483" y="213563"/>
                  </a:lnTo>
                  <a:lnTo>
                    <a:pt x="1320736" y="213563"/>
                  </a:lnTo>
                  <a:lnTo>
                    <a:pt x="1320736" y="184505"/>
                  </a:lnTo>
                  <a:lnTo>
                    <a:pt x="1239875" y="184505"/>
                  </a:lnTo>
                  <a:lnTo>
                    <a:pt x="1249019" y="173837"/>
                  </a:lnTo>
                  <a:lnTo>
                    <a:pt x="1237272" y="164934"/>
                  </a:lnTo>
                  <a:lnTo>
                    <a:pt x="1224826" y="156311"/>
                  </a:lnTo>
                  <a:lnTo>
                    <a:pt x="1211503" y="147688"/>
                  </a:lnTo>
                  <a:lnTo>
                    <a:pt x="1197203" y="138785"/>
                  </a:lnTo>
                  <a:lnTo>
                    <a:pt x="1178915" y="158597"/>
                  </a:lnTo>
                  <a:lnTo>
                    <a:pt x="1198346" y="171551"/>
                  </a:lnTo>
                  <a:lnTo>
                    <a:pt x="1207198" y="177888"/>
                  </a:lnTo>
                  <a:lnTo>
                    <a:pt x="1215491" y="184505"/>
                  </a:lnTo>
                  <a:lnTo>
                    <a:pt x="1121003" y="184505"/>
                  </a:lnTo>
                  <a:lnTo>
                    <a:pt x="1123264" y="176479"/>
                  </a:lnTo>
                  <a:lnTo>
                    <a:pt x="1125385" y="168313"/>
                  </a:lnTo>
                  <a:lnTo>
                    <a:pt x="1127213" y="159854"/>
                  </a:lnTo>
                  <a:lnTo>
                    <a:pt x="1128623" y="150977"/>
                  </a:lnTo>
                  <a:lnTo>
                    <a:pt x="1096518" y="146405"/>
                  </a:lnTo>
                  <a:lnTo>
                    <a:pt x="1095095" y="156641"/>
                  </a:lnTo>
                  <a:lnTo>
                    <a:pt x="1093089" y="166598"/>
                  </a:lnTo>
                  <a:lnTo>
                    <a:pt x="1090523" y="175983"/>
                  </a:lnTo>
                  <a:lnTo>
                    <a:pt x="1087374" y="184505"/>
                  </a:lnTo>
                  <a:lnTo>
                    <a:pt x="910488" y="184505"/>
                  </a:lnTo>
                  <a:lnTo>
                    <a:pt x="910488" y="213563"/>
                  </a:lnTo>
                  <a:lnTo>
                    <a:pt x="1069086" y="213563"/>
                  </a:lnTo>
                  <a:lnTo>
                    <a:pt x="1047064" y="228942"/>
                  </a:lnTo>
                  <a:lnTo>
                    <a:pt x="1010589" y="242900"/>
                  </a:lnTo>
                  <a:lnTo>
                    <a:pt x="959535" y="255130"/>
                  </a:lnTo>
                  <a:lnTo>
                    <a:pt x="893724" y="265379"/>
                  </a:lnTo>
                  <a:lnTo>
                    <a:pt x="898918" y="274231"/>
                  </a:lnTo>
                  <a:lnTo>
                    <a:pt x="903249" y="282524"/>
                  </a:lnTo>
                  <a:lnTo>
                    <a:pt x="910488" y="297383"/>
                  </a:lnTo>
                  <a:lnTo>
                    <a:pt x="919645" y="295859"/>
                  </a:lnTo>
                  <a:lnTo>
                    <a:pt x="934885" y="292811"/>
                  </a:lnTo>
                  <a:lnTo>
                    <a:pt x="934885" y="425589"/>
                  </a:lnTo>
                  <a:lnTo>
                    <a:pt x="965365" y="425589"/>
                  </a:lnTo>
                  <a:lnTo>
                    <a:pt x="965365" y="401104"/>
                  </a:lnTo>
                  <a:lnTo>
                    <a:pt x="1058418" y="401104"/>
                  </a:lnTo>
                  <a:lnTo>
                    <a:pt x="1058418" y="425589"/>
                  </a:lnTo>
                  <a:lnTo>
                    <a:pt x="1088898" y="425589"/>
                  </a:lnTo>
                  <a:lnTo>
                    <a:pt x="1088898" y="289763"/>
                  </a:lnTo>
                  <a:lnTo>
                    <a:pt x="1058418" y="289763"/>
                  </a:lnTo>
                  <a:lnTo>
                    <a:pt x="1058418" y="317284"/>
                  </a:lnTo>
                  <a:lnTo>
                    <a:pt x="1058418" y="373672"/>
                  </a:lnTo>
                  <a:lnTo>
                    <a:pt x="965365" y="373672"/>
                  </a:lnTo>
                  <a:lnTo>
                    <a:pt x="965365" y="317284"/>
                  </a:lnTo>
                  <a:lnTo>
                    <a:pt x="1058418" y="317284"/>
                  </a:lnTo>
                  <a:lnTo>
                    <a:pt x="1058418" y="289763"/>
                  </a:lnTo>
                  <a:lnTo>
                    <a:pt x="948601" y="289763"/>
                  </a:lnTo>
                  <a:lnTo>
                    <a:pt x="1009205" y="275488"/>
                  </a:lnTo>
                  <a:lnTo>
                    <a:pt x="1055928" y="257949"/>
                  </a:lnTo>
                  <a:lnTo>
                    <a:pt x="1088631" y="237248"/>
                  </a:lnTo>
                  <a:lnTo>
                    <a:pt x="1107186" y="213563"/>
                  </a:lnTo>
                  <a:lnTo>
                    <a:pt x="1114806" y="213563"/>
                  </a:lnTo>
                  <a:lnTo>
                    <a:pt x="1138580" y="240677"/>
                  </a:lnTo>
                  <a:lnTo>
                    <a:pt x="1173200" y="262521"/>
                  </a:lnTo>
                  <a:lnTo>
                    <a:pt x="1218666" y="278917"/>
                  </a:lnTo>
                  <a:lnTo>
                    <a:pt x="1275016" y="289763"/>
                  </a:lnTo>
                  <a:lnTo>
                    <a:pt x="1261300" y="289763"/>
                  </a:lnTo>
                  <a:lnTo>
                    <a:pt x="1261300" y="317284"/>
                  </a:lnTo>
                  <a:lnTo>
                    <a:pt x="1261300" y="373672"/>
                  </a:lnTo>
                  <a:lnTo>
                    <a:pt x="1166723" y="373672"/>
                  </a:lnTo>
                  <a:lnTo>
                    <a:pt x="1166723" y="317284"/>
                  </a:lnTo>
                  <a:lnTo>
                    <a:pt x="1261300" y="317284"/>
                  </a:lnTo>
                  <a:lnTo>
                    <a:pt x="1261300" y="289763"/>
                  </a:lnTo>
                  <a:lnTo>
                    <a:pt x="1136243" y="289763"/>
                  </a:lnTo>
                  <a:lnTo>
                    <a:pt x="1136243" y="425589"/>
                  </a:lnTo>
                  <a:lnTo>
                    <a:pt x="1166723" y="425589"/>
                  </a:lnTo>
                  <a:lnTo>
                    <a:pt x="1166723" y="401104"/>
                  </a:lnTo>
                  <a:lnTo>
                    <a:pt x="1261300" y="401104"/>
                  </a:lnTo>
                  <a:lnTo>
                    <a:pt x="1261300" y="425589"/>
                  </a:lnTo>
                  <a:lnTo>
                    <a:pt x="1291780" y="425589"/>
                  </a:lnTo>
                  <a:lnTo>
                    <a:pt x="1291780" y="401104"/>
                  </a:lnTo>
                  <a:lnTo>
                    <a:pt x="1291780" y="373672"/>
                  </a:lnTo>
                  <a:lnTo>
                    <a:pt x="1291780" y="317284"/>
                  </a:lnTo>
                  <a:lnTo>
                    <a:pt x="1291780" y="291287"/>
                  </a:lnTo>
                  <a:lnTo>
                    <a:pt x="1297876" y="292811"/>
                  </a:lnTo>
                  <a:lnTo>
                    <a:pt x="1305496" y="292811"/>
                  </a:lnTo>
                  <a:lnTo>
                    <a:pt x="1313116" y="294335"/>
                  </a:lnTo>
                  <a:lnTo>
                    <a:pt x="1314729" y="291287"/>
                  </a:lnTo>
                  <a:lnTo>
                    <a:pt x="1317472" y="286067"/>
                  </a:lnTo>
                  <a:lnTo>
                    <a:pt x="1321689" y="277380"/>
                  </a:lnTo>
                  <a:lnTo>
                    <a:pt x="1326184" y="268401"/>
                  </a:lnTo>
                  <a:lnTo>
                    <a:pt x="1331404" y="25928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5962" y="3386423"/>
              <a:ext cx="106775" cy="102203"/>
            </a:xfrm>
            <a:prstGeom prst="rect">
              <a:avLst/>
            </a:prstGeom>
          </p:spPr>
        </p:pic>
      </p:grpSp>
      <p:sp>
        <p:nvSpPr>
          <p:cNvPr id="35" name="object 35" descr=""/>
          <p:cNvSpPr/>
          <p:nvPr/>
        </p:nvSpPr>
        <p:spPr>
          <a:xfrm>
            <a:off x="6979907" y="3060001"/>
            <a:ext cx="2791460" cy="443865"/>
          </a:xfrm>
          <a:custGeom>
            <a:avLst/>
            <a:gdLst/>
            <a:ahLst/>
            <a:cxnLst/>
            <a:rect l="l" t="t" r="r" b="b"/>
            <a:pathLst>
              <a:path w="2791459" h="443864">
                <a:moveTo>
                  <a:pt x="413296" y="21336"/>
                </a:moveTo>
                <a:lnTo>
                  <a:pt x="382816" y="21336"/>
                </a:lnTo>
                <a:lnTo>
                  <a:pt x="382816" y="45720"/>
                </a:lnTo>
                <a:lnTo>
                  <a:pt x="382816" y="79248"/>
                </a:lnTo>
                <a:lnTo>
                  <a:pt x="82397" y="79248"/>
                </a:lnTo>
                <a:lnTo>
                  <a:pt x="82397" y="45720"/>
                </a:lnTo>
                <a:lnTo>
                  <a:pt x="382816" y="45720"/>
                </a:lnTo>
                <a:lnTo>
                  <a:pt x="382816" y="21336"/>
                </a:lnTo>
                <a:lnTo>
                  <a:pt x="51917" y="21336"/>
                </a:lnTo>
                <a:lnTo>
                  <a:pt x="51790" y="205943"/>
                </a:lnTo>
                <a:lnTo>
                  <a:pt x="49390" y="268592"/>
                </a:lnTo>
                <a:lnTo>
                  <a:pt x="39712" y="324078"/>
                </a:lnTo>
                <a:lnTo>
                  <a:pt x="23164" y="369277"/>
                </a:lnTo>
                <a:lnTo>
                  <a:pt x="0" y="404152"/>
                </a:lnTo>
                <a:lnTo>
                  <a:pt x="5702" y="411975"/>
                </a:lnTo>
                <a:lnTo>
                  <a:pt x="11252" y="419481"/>
                </a:lnTo>
                <a:lnTo>
                  <a:pt x="16548" y="426961"/>
                </a:lnTo>
                <a:lnTo>
                  <a:pt x="21437" y="434733"/>
                </a:lnTo>
                <a:lnTo>
                  <a:pt x="43573" y="401421"/>
                </a:lnTo>
                <a:lnTo>
                  <a:pt x="60667" y="362051"/>
                </a:lnTo>
                <a:lnTo>
                  <a:pt x="72796" y="316776"/>
                </a:lnTo>
                <a:lnTo>
                  <a:pt x="80010" y="265696"/>
                </a:lnTo>
                <a:lnTo>
                  <a:pt x="82397" y="208991"/>
                </a:lnTo>
                <a:lnTo>
                  <a:pt x="82397" y="105257"/>
                </a:lnTo>
                <a:lnTo>
                  <a:pt x="382816" y="105257"/>
                </a:lnTo>
                <a:lnTo>
                  <a:pt x="382816" y="114401"/>
                </a:lnTo>
                <a:lnTo>
                  <a:pt x="413296" y="114401"/>
                </a:lnTo>
                <a:lnTo>
                  <a:pt x="413296" y="105257"/>
                </a:lnTo>
                <a:lnTo>
                  <a:pt x="413296" y="79248"/>
                </a:lnTo>
                <a:lnTo>
                  <a:pt x="413296" y="45720"/>
                </a:lnTo>
                <a:lnTo>
                  <a:pt x="413296" y="21336"/>
                </a:lnTo>
                <a:close/>
              </a:path>
              <a:path w="2791459" h="443864">
                <a:moveTo>
                  <a:pt x="419392" y="291287"/>
                </a:moveTo>
                <a:lnTo>
                  <a:pt x="272999" y="291287"/>
                </a:lnTo>
                <a:lnTo>
                  <a:pt x="272999" y="262331"/>
                </a:lnTo>
                <a:lnTo>
                  <a:pt x="363004" y="262331"/>
                </a:lnTo>
                <a:lnTo>
                  <a:pt x="363004" y="271475"/>
                </a:lnTo>
                <a:lnTo>
                  <a:pt x="391960" y="271475"/>
                </a:lnTo>
                <a:lnTo>
                  <a:pt x="391960" y="262331"/>
                </a:lnTo>
                <a:lnTo>
                  <a:pt x="391960" y="239471"/>
                </a:lnTo>
                <a:lnTo>
                  <a:pt x="391960" y="205943"/>
                </a:lnTo>
                <a:lnTo>
                  <a:pt x="391960" y="182981"/>
                </a:lnTo>
                <a:lnTo>
                  <a:pt x="363004" y="182981"/>
                </a:lnTo>
                <a:lnTo>
                  <a:pt x="363004" y="205943"/>
                </a:lnTo>
                <a:lnTo>
                  <a:pt x="363004" y="239471"/>
                </a:lnTo>
                <a:lnTo>
                  <a:pt x="272999" y="239471"/>
                </a:lnTo>
                <a:lnTo>
                  <a:pt x="272999" y="205943"/>
                </a:lnTo>
                <a:lnTo>
                  <a:pt x="363004" y="205943"/>
                </a:lnTo>
                <a:lnTo>
                  <a:pt x="363004" y="182981"/>
                </a:lnTo>
                <a:lnTo>
                  <a:pt x="272999" y="182981"/>
                </a:lnTo>
                <a:lnTo>
                  <a:pt x="272999" y="155549"/>
                </a:lnTo>
                <a:lnTo>
                  <a:pt x="272999" y="154025"/>
                </a:lnTo>
                <a:lnTo>
                  <a:pt x="312508" y="152641"/>
                </a:lnTo>
                <a:lnTo>
                  <a:pt x="411772" y="147929"/>
                </a:lnTo>
                <a:lnTo>
                  <a:pt x="405676" y="122021"/>
                </a:lnTo>
                <a:lnTo>
                  <a:pt x="369849" y="124193"/>
                </a:lnTo>
                <a:lnTo>
                  <a:pt x="279692" y="127927"/>
                </a:lnTo>
                <a:lnTo>
                  <a:pt x="97637" y="132689"/>
                </a:lnTo>
                <a:lnTo>
                  <a:pt x="99872" y="140195"/>
                </a:lnTo>
                <a:lnTo>
                  <a:pt x="101828" y="146977"/>
                </a:lnTo>
                <a:lnTo>
                  <a:pt x="103212" y="153479"/>
                </a:lnTo>
                <a:lnTo>
                  <a:pt x="103733" y="160121"/>
                </a:lnTo>
                <a:lnTo>
                  <a:pt x="244043" y="155549"/>
                </a:lnTo>
                <a:lnTo>
                  <a:pt x="244043" y="182981"/>
                </a:lnTo>
                <a:lnTo>
                  <a:pt x="244043" y="205943"/>
                </a:lnTo>
                <a:lnTo>
                  <a:pt x="244043" y="239471"/>
                </a:lnTo>
                <a:lnTo>
                  <a:pt x="155549" y="239471"/>
                </a:lnTo>
                <a:lnTo>
                  <a:pt x="155549" y="205943"/>
                </a:lnTo>
                <a:lnTo>
                  <a:pt x="244043" y="205943"/>
                </a:lnTo>
                <a:lnTo>
                  <a:pt x="244043" y="182981"/>
                </a:lnTo>
                <a:lnTo>
                  <a:pt x="126593" y="182981"/>
                </a:lnTo>
                <a:lnTo>
                  <a:pt x="126593" y="271475"/>
                </a:lnTo>
                <a:lnTo>
                  <a:pt x="155549" y="271475"/>
                </a:lnTo>
                <a:lnTo>
                  <a:pt x="155549" y="262331"/>
                </a:lnTo>
                <a:lnTo>
                  <a:pt x="244043" y="262331"/>
                </a:lnTo>
                <a:lnTo>
                  <a:pt x="244043" y="291287"/>
                </a:lnTo>
                <a:lnTo>
                  <a:pt x="105257" y="291287"/>
                </a:lnTo>
                <a:lnTo>
                  <a:pt x="105257" y="433209"/>
                </a:lnTo>
                <a:lnTo>
                  <a:pt x="135737" y="433209"/>
                </a:lnTo>
                <a:lnTo>
                  <a:pt x="135737" y="314236"/>
                </a:lnTo>
                <a:lnTo>
                  <a:pt x="244043" y="314236"/>
                </a:lnTo>
                <a:lnTo>
                  <a:pt x="244043" y="353860"/>
                </a:lnTo>
                <a:lnTo>
                  <a:pt x="164795" y="358432"/>
                </a:lnTo>
                <a:lnTo>
                  <a:pt x="169367" y="385864"/>
                </a:lnTo>
                <a:lnTo>
                  <a:pt x="213944" y="381812"/>
                </a:lnTo>
                <a:lnTo>
                  <a:pt x="256235" y="378625"/>
                </a:lnTo>
                <a:lnTo>
                  <a:pt x="334048" y="373672"/>
                </a:lnTo>
                <a:lnTo>
                  <a:pt x="337096" y="379768"/>
                </a:lnTo>
                <a:lnTo>
                  <a:pt x="338620" y="385864"/>
                </a:lnTo>
                <a:lnTo>
                  <a:pt x="341668" y="391960"/>
                </a:lnTo>
                <a:lnTo>
                  <a:pt x="367576" y="379768"/>
                </a:lnTo>
                <a:lnTo>
                  <a:pt x="364477" y="373672"/>
                </a:lnTo>
                <a:lnTo>
                  <a:pt x="359575" y="364032"/>
                </a:lnTo>
                <a:lnTo>
                  <a:pt x="354266" y="353860"/>
                </a:lnTo>
                <a:lnTo>
                  <a:pt x="351574" y="348716"/>
                </a:lnTo>
                <a:lnTo>
                  <a:pt x="343573" y="333692"/>
                </a:lnTo>
                <a:lnTo>
                  <a:pt x="335572" y="318808"/>
                </a:lnTo>
                <a:lnTo>
                  <a:pt x="312712" y="329476"/>
                </a:lnTo>
                <a:lnTo>
                  <a:pt x="315760" y="337096"/>
                </a:lnTo>
                <a:lnTo>
                  <a:pt x="318808" y="343192"/>
                </a:lnTo>
                <a:lnTo>
                  <a:pt x="323380" y="350812"/>
                </a:lnTo>
                <a:lnTo>
                  <a:pt x="310794" y="351078"/>
                </a:lnTo>
                <a:lnTo>
                  <a:pt x="298183" y="351764"/>
                </a:lnTo>
                <a:lnTo>
                  <a:pt x="285584" y="352742"/>
                </a:lnTo>
                <a:lnTo>
                  <a:pt x="272999" y="353860"/>
                </a:lnTo>
                <a:lnTo>
                  <a:pt x="272999" y="314236"/>
                </a:lnTo>
                <a:lnTo>
                  <a:pt x="390436" y="314236"/>
                </a:lnTo>
                <a:lnTo>
                  <a:pt x="390436" y="379768"/>
                </a:lnTo>
                <a:lnTo>
                  <a:pt x="388988" y="389534"/>
                </a:lnTo>
                <a:lnTo>
                  <a:pt x="384530" y="396151"/>
                </a:lnTo>
                <a:lnTo>
                  <a:pt x="376936" y="399910"/>
                </a:lnTo>
                <a:lnTo>
                  <a:pt x="366229" y="401091"/>
                </a:lnTo>
                <a:lnTo>
                  <a:pt x="354952" y="401078"/>
                </a:lnTo>
                <a:lnTo>
                  <a:pt x="342430" y="400913"/>
                </a:lnTo>
                <a:lnTo>
                  <a:pt x="328764" y="400456"/>
                </a:lnTo>
                <a:lnTo>
                  <a:pt x="314236" y="399580"/>
                </a:lnTo>
                <a:lnTo>
                  <a:pt x="316255" y="408254"/>
                </a:lnTo>
                <a:lnTo>
                  <a:pt x="317855" y="416052"/>
                </a:lnTo>
                <a:lnTo>
                  <a:pt x="319163" y="423252"/>
                </a:lnTo>
                <a:lnTo>
                  <a:pt x="320332" y="430161"/>
                </a:lnTo>
                <a:lnTo>
                  <a:pt x="375196" y="430161"/>
                </a:lnTo>
                <a:lnTo>
                  <a:pt x="394957" y="427316"/>
                </a:lnTo>
                <a:lnTo>
                  <a:pt x="408724" y="418909"/>
                </a:lnTo>
                <a:lnTo>
                  <a:pt x="416775" y="405041"/>
                </a:lnTo>
                <a:lnTo>
                  <a:pt x="417309" y="401104"/>
                </a:lnTo>
                <a:lnTo>
                  <a:pt x="419392" y="385864"/>
                </a:lnTo>
                <a:lnTo>
                  <a:pt x="419392" y="314236"/>
                </a:lnTo>
                <a:lnTo>
                  <a:pt x="419392" y="291287"/>
                </a:lnTo>
                <a:close/>
              </a:path>
              <a:path w="2791459" h="443864">
                <a:moveTo>
                  <a:pt x="500253" y="106781"/>
                </a:moveTo>
                <a:lnTo>
                  <a:pt x="472821" y="100685"/>
                </a:lnTo>
                <a:lnTo>
                  <a:pt x="467093" y="131572"/>
                </a:lnTo>
                <a:lnTo>
                  <a:pt x="461200" y="160324"/>
                </a:lnTo>
                <a:lnTo>
                  <a:pt x="455041" y="187096"/>
                </a:lnTo>
                <a:lnTo>
                  <a:pt x="448437" y="212026"/>
                </a:lnTo>
                <a:lnTo>
                  <a:pt x="457276" y="214083"/>
                </a:lnTo>
                <a:lnTo>
                  <a:pt x="465391" y="215836"/>
                </a:lnTo>
                <a:lnTo>
                  <a:pt x="472655" y="217601"/>
                </a:lnTo>
                <a:lnTo>
                  <a:pt x="478917" y="219646"/>
                </a:lnTo>
                <a:lnTo>
                  <a:pt x="485470" y="190398"/>
                </a:lnTo>
                <a:lnTo>
                  <a:pt x="491299" y="162039"/>
                </a:lnTo>
                <a:lnTo>
                  <a:pt x="496277" y="134264"/>
                </a:lnTo>
                <a:lnTo>
                  <a:pt x="500253" y="106781"/>
                </a:lnTo>
                <a:close/>
              </a:path>
              <a:path w="2791459" h="443864">
                <a:moveTo>
                  <a:pt x="603986" y="141833"/>
                </a:moveTo>
                <a:lnTo>
                  <a:pt x="595680" y="125768"/>
                </a:lnTo>
                <a:lnTo>
                  <a:pt x="586638" y="109397"/>
                </a:lnTo>
                <a:lnTo>
                  <a:pt x="582434" y="102209"/>
                </a:lnTo>
                <a:lnTo>
                  <a:pt x="576732" y="92456"/>
                </a:lnTo>
                <a:lnTo>
                  <a:pt x="572350" y="85344"/>
                </a:lnTo>
                <a:lnTo>
                  <a:pt x="565785" y="74676"/>
                </a:lnTo>
                <a:lnTo>
                  <a:pt x="545973" y="85344"/>
                </a:lnTo>
                <a:lnTo>
                  <a:pt x="545973" y="1524"/>
                </a:lnTo>
                <a:lnTo>
                  <a:pt x="512445" y="1524"/>
                </a:lnTo>
                <a:lnTo>
                  <a:pt x="512445" y="433209"/>
                </a:lnTo>
                <a:lnTo>
                  <a:pt x="545973" y="433209"/>
                </a:lnTo>
                <a:lnTo>
                  <a:pt x="545973" y="102209"/>
                </a:lnTo>
                <a:lnTo>
                  <a:pt x="553961" y="115112"/>
                </a:lnTo>
                <a:lnTo>
                  <a:pt x="561797" y="128879"/>
                </a:lnTo>
                <a:lnTo>
                  <a:pt x="569379" y="143789"/>
                </a:lnTo>
                <a:lnTo>
                  <a:pt x="576554" y="160121"/>
                </a:lnTo>
                <a:lnTo>
                  <a:pt x="603986" y="141833"/>
                </a:lnTo>
                <a:close/>
              </a:path>
              <a:path w="2791459" h="443864">
                <a:moveTo>
                  <a:pt x="886117" y="382816"/>
                </a:moveTo>
                <a:lnTo>
                  <a:pt x="758012" y="382816"/>
                </a:lnTo>
                <a:lnTo>
                  <a:pt x="758012" y="265366"/>
                </a:lnTo>
                <a:lnTo>
                  <a:pt x="864781" y="265366"/>
                </a:lnTo>
                <a:lnTo>
                  <a:pt x="864781" y="234886"/>
                </a:lnTo>
                <a:lnTo>
                  <a:pt x="758012" y="234886"/>
                </a:lnTo>
                <a:lnTo>
                  <a:pt x="758012" y="129641"/>
                </a:lnTo>
                <a:lnTo>
                  <a:pt x="872401" y="129641"/>
                </a:lnTo>
                <a:lnTo>
                  <a:pt x="872401" y="99060"/>
                </a:lnTo>
                <a:lnTo>
                  <a:pt x="758012" y="99060"/>
                </a:lnTo>
                <a:lnTo>
                  <a:pt x="758012" y="1524"/>
                </a:lnTo>
                <a:lnTo>
                  <a:pt x="722960" y="1524"/>
                </a:lnTo>
                <a:lnTo>
                  <a:pt x="722960" y="99060"/>
                </a:lnTo>
                <a:lnTo>
                  <a:pt x="663422" y="99060"/>
                </a:lnTo>
                <a:lnTo>
                  <a:pt x="668642" y="84201"/>
                </a:lnTo>
                <a:lnTo>
                  <a:pt x="673138" y="69342"/>
                </a:lnTo>
                <a:lnTo>
                  <a:pt x="677354" y="54483"/>
                </a:lnTo>
                <a:lnTo>
                  <a:pt x="681710" y="39624"/>
                </a:lnTo>
                <a:lnTo>
                  <a:pt x="646658" y="30480"/>
                </a:lnTo>
                <a:lnTo>
                  <a:pt x="636066" y="71386"/>
                </a:lnTo>
                <a:lnTo>
                  <a:pt x="622465" y="111874"/>
                </a:lnTo>
                <a:lnTo>
                  <a:pt x="605726" y="152082"/>
                </a:lnTo>
                <a:lnTo>
                  <a:pt x="585698" y="192125"/>
                </a:lnTo>
                <a:lnTo>
                  <a:pt x="591083" y="195008"/>
                </a:lnTo>
                <a:lnTo>
                  <a:pt x="597890" y="199186"/>
                </a:lnTo>
                <a:lnTo>
                  <a:pt x="605840" y="204812"/>
                </a:lnTo>
                <a:lnTo>
                  <a:pt x="614654" y="212026"/>
                </a:lnTo>
                <a:lnTo>
                  <a:pt x="624890" y="191401"/>
                </a:lnTo>
                <a:lnTo>
                  <a:pt x="634847" y="170802"/>
                </a:lnTo>
                <a:lnTo>
                  <a:pt x="644232" y="150215"/>
                </a:lnTo>
                <a:lnTo>
                  <a:pt x="652754" y="129641"/>
                </a:lnTo>
                <a:lnTo>
                  <a:pt x="722960" y="129641"/>
                </a:lnTo>
                <a:lnTo>
                  <a:pt x="722960" y="234886"/>
                </a:lnTo>
                <a:lnTo>
                  <a:pt x="610082" y="234886"/>
                </a:lnTo>
                <a:lnTo>
                  <a:pt x="610082" y="265366"/>
                </a:lnTo>
                <a:lnTo>
                  <a:pt x="722960" y="265366"/>
                </a:lnTo>
                <a:lnTo>
                  <a:pt x="722960" y="382816"/>
                </a:lnTo>
                <a:lnTo>
                  <a:pt x="581126" y="382816"/>
                </a:lnTo>
                <a:lnTo>
                  <a:pt x="581126" y="414921"/>
                </a:lnTo>
                <a:lnTo>
                  <a:pt x="886117" y="414921"/>
                </a:lnTo>
                <a:lnTo>
                  <a:pt x="886117" y="382816"/>
                </a:lnTo>
                <a:close/>
              </a:path>
              <a:path w="2791459" h="443864">
                <a:moveTo>
                  <a:pt x="1101090" y="266903"/>
                </a:moveTo>
                <a:lnTo>
                  <a:pt x="1083945" y="250037"/>
                </a:lnTo>
                <a:lnTo>
                  <a:pt x="1066800" y="233743"/>
                </a:lnTo>
                <a:lnTo>
                  <a:pt x="1063091" y="230327"/>
                </a:lnTo>
                <a:lnTo>
                  <a:pt x="1056449" y="224231"/>
                </a:lnTo>
                <a:lnTo>
                  <a:pt x="1051471" y="219659"/>
                </a:lnTo>
                <a:lnTo>
                  <a:pt x="1049655" y="217995"/>
                </a:lnTo>
                <a:lnTo>
                  <a:pt x="1032510" y="202793"/>
                </a:lnTo>
                <a:lnTo>
                  <a:pt x="1017270" y="219659"/>
                </a:lnTo>
                <a:lnTo>
                  <a:pt x="1017270" y="163169"/>
                </a:lnTo>
                <a:lnTo>
                  <a:pt x="1099566" y="163169"/>
                </a:lnTo>
                <a:lnTo>
                  <a:pt x="1099566" y="132689"/>
                </a:lnTo>
                <a:lnTo>
                  <a:pt x="1017270" y="132689"/>
                </a:lnTo>
                <a:lnTo>
                  <a:pt x="1017270" y="64020"/>
                </a:lnTo>
                <a:lnTo>
                  <a:pt x="1017270" y="57924"/>
                </a:lnTo>
                <a:lnTo>
                  <a:pt x="1091946" y="44196"/>
                </a:lnTo>
                <a:lnTo>
                  <a:pt x="1081278" y="13716"/>
                </a:lnTo>
                <a:lnTo>
                  <a:pt x="1038428" y="22529"/>
                </a:lnTo>
                <a:lnTo>
                  <a:pt x="994562" y="30480"/>
                </a:lnTo>
                <a:lnTo>
                  <a:pt x="949833" y="37299"/>
                </a:lnTo>
                <a:lnTo>
                  <a:pt x="904405" y="42672"/>
                </a:lnTo>
                <a:lnTo>
                  <a:pt x="907567" y="50660"/>
                </a:lnTo>
                <a:lnTo>
                  <a:pt x="910310" y="58496"/>
                </a:lnTo>
                <a:lnTo>
                  <a:pt x="915073" y="73164"/>
                </a:lnTo>
                <a:lnTo>
                  <a:pt x="983653" y="64020"/>
                </a:lnTo>
                <a:lnTo>
                  <a:pt x="983653" y="132689"/>
                </a:lnTo>
                <a:lnTo>
                  <a:pt x="899833" y="132689"/>
                </a:lnTo>
                <a:lnTo>
                  <a:pt x="899833" y="163169"/>
                </a:lnTo>
                <a:lnTo>
                  <a:pt x="976033" y="163169"/>
                </a:lnTo>
                <a:lnTo>
                  <a:pt x="960653" y="202374"/>
                </a:lnTo>
                <a:lnTo>
                  <a:pt x="942124" y="239852"/>
                </a:lnTo>
                <a:lnTo>
                  <a:pt x="920737" y="275602"/>
                </a:lnTo>
                <a:lnTo>
                  <a:pt x="896785" y="309664"/>
                </a:lnTo>
                <a:lnTo>
                  <a:pt x="901979" y="319684"/>
                </a:lnTo>
                <a:lnTo>
                  <a:pt x="906310" y="329285"/>
                </a:lnTo>
                <a:lnTo>
                  <a:pt x="910069" y="338594"/>
                </a:lnTo>
                <a:lnTo>
                  <a:pt x="913549" y="347764"/>
                </a:lnTo>
                <a:lnTo>
                  <a:pt x="934999" y="317741"/>
                </a:lnTo>
                <a:lnTo>
                  <a:pt x="953744" y="287134"/>
                </a:lnTo>
                <a:lnTo>
                  <a:pt x="969911" y="255955"/>
                </a:lnTo>
                <a:lnTo>
                  <a:pt x="983653" y="224231"/>
                </a:lnTo>
                <a:lnTo>
                  <a:pt x="983653" y="433209"/>
                </a:lnTo>
                <a:lnTo>
                  <a:pt x="1017270" y="433209"/>
                </a:lnTo>
                <a:lnTo>
                  <a:pt x="1017270" y="230327"/>
                </a:lnTo>
                <a:lnTo>
                  <a:pt x="1032967" y="246062"/>
                </a:lnTo>
                <a:lnTo>
                  <a:pt x="1047940" y="261378"/>
                </a:lnTo>
                <a:lnTo>
                  <a:pt x="1062062" y="276402"/>
                </a:lnTo>
                <a:lnTo>
                  <a:pt x="1075182" y="291287"/>
                </a:lnTo>
                <a:lnTo>
                  <a:pt x="1101090" y="266903"/>
                </a:lnTo>
                <a:close/>
              </a:path>
              <a:path w="2791459" h="443864">
                <a:moveTo>
                  <a:pt x="1314653" y="53340"/>
                </a:moveTo>
                <a:lnTo>
                  <a:pt x="1279601" y="53340"/>
                </a:lnTo>
                <a:lnTo>
                  <a:pt x="1279601" y="85356"/>
                </a:lnTo>
                <a:lnTo>
                  <a:pt x="1279601" y="344716"/>
                </a:lnTo>
                <a:lnTo>
                  <a:pt x="1156055" y="344716"/>
                </a:lnTo>
                <a:lnTo>
                  <a:pt x="1156055" y="85356"/>
                </a:lnTo>
                <a:lnTo>
                  <a:pt x="1279601" y="85356"/>
                </a:lnTo>
                <a:lnTo>
                  <a:pt x="1279601" y="53340"/>
                </a:lnTo>
                <a:lnTo>
                  <a:pt x="1120914" y="53340"/>
                </a:lnTo>
                <a:lnTo>
                  <a:pt x="1120914" y="419493"/>
                </a:lnTo>
                <a:lnTo>
                  <a:pt x="1156055" y="419493"/>
                </a:lnTo>
                <a:lnTo>
                  <a:pt x="1156055" y="376720"/>
                </a:lnTo>
                <a:lnTo>
                  <a:pt x="1279601" y="376720"/>
                </a:lnTo>
                <a:lnTo>
                  <a:pt x="1279601" y="419493"/>
                </a:lnTo>
                <a:lnTo>
                  <a:pt x="1314653" y="419493"/>
                </a:lnTo>
                <a:lnTo>
                  <a:pt x="1314653" y="376720"/>
                </a:lnTo>
                <a:lnTo>
                  <a:pt x="1314653" y="344716"/>
                </a:lnTo>
                <a:lnTo>
                  <a:pt x="1314653" y="85356"/>
                </a:lnTo>
                <a:lnTo>
                  <a:pt x="1314653" y="53340"/>
                </a:lnTo>
                <a:close/>
              </a:path>
              <a:path w="2791459" h="443864">
                <a:moveTo>
                  <a:pt x="1467142" y="12192"/>
                </a:moveTo>
                <a:lnTo>
                  <a:pt x="1435138" y="3048"/>
                </a:lnTo>
                <a:lnTo>
                  <a:pt x="1421231" y="51142"/>
                </a:lnTo>
                <a:lnTo>
                  <a:pt x="1405115" y="96532"/>
                </a:lnTo>
                <a:lnTo>
                  <a:pt x="1386801" y="139090"/>
                </a:lnTo>
                <a:lnTo>
                  <a:pt x="1366291" y="178650"/>
                </a:lnTo>
                <a:lnTo>
                  <a:pt x="1343596" y="215074"/>
                </a:lnTo>
                <a:lnTo>
                  <a:pt x="1347673" y="224218"/>
                </a:lnTo>
                <a:lnTo>
                  <a:pt x="1351026" y="233362"/>
                </a:lnTo>
                <a:lnTo>
                  <a:pt x="1354099" y="242506"/>
                </a:lnTo>
                <a:lnTo>
                  <a:pt x="1357312" y="251650"/>
                </a:lnTo>
                <a:lnTo>
                  <a:pt x="1367586" y="235635"/>
                </a:lnTo>
                <a:lnTo>
                  <a:pt x="1377696" y="219456"/>
                </a:lnTo>
                <a:lnTo>
                  <a:pt x="1387538" y="202971"/>
                </a:lnTo>
                <a:lnTo>
                  <a:pt x="1396936" y="186029"/>
                </a:lnTo>
                <a:lnTo>
                  <a:pt x="1396936" y="430161"/>
                </a:lnTo>
                <a:lnTo>
                  <a:pt x="1429042" y="430161"/>
                </a:lnTo>
                <a:lnTo>
                  <a:pt x="1429042" y="186029"/>
                </a:lnTo>
                <a:lnTo>
                  <a:pt x="1429042" y="118973"/>
                </a:lnTo>
                <a:lnTo>
                  <a:pt x="1439278" y="93459"/>
                </a:lnTo>
                <a:lnTo>
                  <a:pt x="1449235" y="67259"/>
                </a:lnTo>
                <a:lnTo>
                  <a:pt x="1458620" y="40220"/>
                </a:lnTo>
                <a:lnTo>
                  <a:pt x="1467142" y="12192"/>
                </a:lnTo>
                <a:close/>
              </a:path>
              <a:path w="2791459" h="443864">
                <a:moveTo>
                  <a:pt x="1781276" y="387388"/>
                </a:moveTo>
                <a:lnTo>
                  <a:pt x="1740128" y="387388"/>
                </a:lnTo>
                <a:lnTo>
                  <a:pt x="1740128" y="347764"/>
                </a:lnTo>
                <a:lnTo>
                  <a:pt x="1740128" y="320332"/>
                </a:lnTo>
                <a:lnTo>
                  <a:pt x="1740128" y="115925"/>
                </a:lnTo>
                <a:lnTo>
                  <a:pt x="1706600" y="115925"/>
                </a:lnTo>
                <a:lnTo>
                  <a:pt x="1706600" y="387388"/>
                </a:lnTo>
                <a:lnTo>
                  <a:pt x="1529626" y="387388"/>
                </a:lnTo>
                <a:lnTo>
                  <a:pt x="1529626" y="347764"/>
                </a:lnTo>
                <a:lnTo>
                  <a:pt x="1706600" y="347764"/>
                </a:lnTo>
                <a:lnTo>
                  <a:pt x="1706600" y="320332"/>
                </a:lnTo>
                <a:lnTo>
                  <a:pt x="1529626" y="320332"/>
                </a:lnTo>
                <a:lnTo>
                  <a:pt x="1529626" y="280606"/>
                </a:lnTo>
                <a:lnTo>
                  <a:pt x="1706600" y="280606"/>
                </a:lnTo>
                <a:lnTo>
                  <a:pt x="1706600" y="253174"/>
                </a:lnTo>
                <a:lnTo>
                  <a:pt x="1529626" y="253174"/>
                </a:lnTo>
                <a:lnTo>
                  <a:pt x="1529626" y="213550"/>
                </a:lnTo>
                <a:lnTo>
                  <a:pt x="1706600" y="213550"/>
                </a:lnTo>
                <a:lnTo>
                  <a:pt x="1706600" y="184505"/>
                </a:lnTo>
                <a:lnTo>
                  <a:pt x="1529626" y="184505"/>
                </a:lnTo>
                <a:lnTo>
                  <a:pt x="1529626" y="144881"/>
                </a:lnTo>
                <a:lnTo>
                  <a:pt x="1706600" y="144881"/>
                </a:lnTo>
                <a:lnTo>
                  <a:pt x="1706600" y="115925"/>
                </a:lnTo>
                <a:lnTo>
                  <a:pt x="1633359" y="115925"/>
                </a:lnTo>
                <a:lnTo>
                  <a:pt x="1633359" y="76200"/>
                </a:lnTo>
                <a:lnTo>
                  <a:pt x="1772132" y="76200"/>
                </a:lnTo>
                <a:lnTo>
                  <a:pt x="1772132" y="47244"/>
                </a:lnTo>
                <a:lnTo>
                  <a:pt x="1633359" y="47244"/>
                </a:lnTo>
                <a:lnTo>
                  <a:pt x="1633359" y="0"/>
                </a:lnTo>
                <a:lnTo>
                  <a:pt x="1599831" y="0"/>
                </a:lnTo>
                <a:lnTo>
                  <a:pt x="1599831" y="47244"/>
                </a:lnTo>
                <a:lnTo>
                  <a:pt x="1473238" y="47244"/>
                </a:lnTo>
                <a:lnTo>
                  <a:pt x="1473238" y="76200"/>
                </a:lnTo>
                <a:lnTo>
                  <a:pt x="1599831" y="76200"/>
                </a:lnTo>
                <a:lnTo>
                  <a:pt x="1599831" y="115925"/>
                </a:lnTo>
                <a:lnTo>
                  <a:pt x="1496098" y="115925"/>
                </a:lnTo>
                <a:lnTo>
                  <a:pt x="1496098" y="387388"/>
                </a:lnTo>
                <a:lnTo>
                  <a:pt x="1451902" y="387388"/>
                </a:lnTo>
                <a:lnTo>
                  <a:pt x="1451902" y="417969"/>
                </a:lnTo>
                <a:lnTo>
                  <a:pt x="1781276" y="417969"/>
                </a:lnTo>
                <a:lnTo>
                  <a:pt x="1781276" y="387388"/>
                </a:lnTo>
                <a:close/>
              </a:path>
              <a:path w="2791459" h="443864">
                <a:moveTo>
                  <a:pt x="2118372" y="297383"/>
                </a:moveTo>
                <a:lnTo>
                  <a:pt x="1794992" y="297383"/>
                </a:lnTo>
                <a:lnTo>
                  <a:pt x="1794992" y="329476"/>
                </a:lnTo>
                <a:lnTo>
                  <a:pt x="2118372" y="329476"/>
                </a:lnTo>
                <a:lnTo>
                  <a:pt x="2118372" y="297383"/>
                </a:lnTo>
                <a:close/>
              </a:path>
              <a:path w="2791459" h="443864">
                <a:moveTo>
                  <a:pt x="2191524" y="210502"/>
                </a:moveTo>
                <a:lnTo>
                  <a:pt x="1904822" y="210502"/>
                </a:lnTo>
                <a:lnTo>
                  <a:pt x="1915490" y="155549"/>
                </a:lnTo>
                <a:lnTo>
                  <a:pt x="2179332" y="155549"/>
                </a:lnTo>
                <a:lnTo>
                  <a:pt x="2179332" y="123545"/>
                </a:lnTo>
                <a:lnTo>
                  <a:pt x="1923110" y="123545"/>
                </a:lnTo>
                <a:lnTo>
                  <a:pt x="1933778" y="71628"/>
                </a:lnTo>
                <a:lnTo>
                  <a:pt x="1895678" y="71628"/>
                </a:lnTo>
                <a:lnTo>
                  <a:pt x="1866722" y="212026"/>
                </a:lnTo>
                <a:lnTo>
                  <a:pt x="1866722" y="242506"/>
                </a:lnTo>
                <a:lnTo>
                  <a:pt x="2153424" y="242506"/>
                </a:lnTo>
                <a:lnTo>
                  <a:pt x="2151367" y="275132"/>
                </a:lnTo>
                <a:lnTo>
                  <a:pt x="2147849" y="330669"/>
                </a:lnTo>
                <a:lnTo>
                  <a:pt x="2140369" y="368985"/>
                </a:lnTo>
                <a:lnTo>
                  <a:pt x="2099983" y="388912"/>
                </a:lnTo>
                <a:lnTo>
                  <a:pt x="2076221" y="388607"/>
                </a:lnTo>
                <a:lnTo>
                  <a:pt x="2052739" y="387578"/>
                </a:lnTo>
                <a:lnTo>
                  <a:pt x="2029256" y="385699"/>
                </a:lnTo>
                <a:lnTo>
                  <a:pt x="2005495" y="382816"/>
                </a:lnTo>
                <a:lnTo>
                  <a:pt x="2007514" y="393065"/>
                </a:lnTo>
                <a:lnTo>
                  <a:pt x="2009114" y="403059"/>
                </a:lnTo>
                <a:lnTo>
                  <a:pt x="2011591" y="421017"/>
                </a:lnTo>
                <a:lnTo>
                  <a:pt x="2061705" y="423113"/>
                </a:lnTo>
                <a:lnTo>
                  <a:pt x="2084717" y="423799"/>
                </a:lnTo>
                <a:lnTo>
                  <a:pt x="2106180" y="424065"/>
                </a:lnTo>
                <a:lnTo>
                  <a:pt x="2136483" y="420039"/>
                </a:lnTo>
                <a:lnTo>
                  <a:pt x="2172995" y="388912"/>
                </a:lnTo>
                <a:lnTo>
                  <a:pt x="2183244" y="330669"/>
                </a:lnTo>
                <a:lnTo>
                  <a:pt x="2188997" y="254215"/>
                </a:lnTo>
                <a:lnTo>
                  <a:pt x="2191524" y="210502"/>
                </a:lnTo>
                <a:close/>
              </a:path>
              <a:path w="2791459" h="443864">
                <a:moveTo>
                  <a:pt x="2211336" y="24384"/>
                </a:moveTo>
                <a:lnTo>
                  <a:pt x="1813280" y="24384"/>
                </a:lnTo>
                <a:lnTo>
                  <a:pt x="1813280" y="106781"/>
                </a:lnTo>
                <a:lnTo>
                  <a:pt x="1849945" y="106781"/>
                </a:lnTo>
                <a:lnTo>
                  <a:pt x="1849945" y="57912"/>
                </a:lnTo>
                <a:lnTo>
                  <a:pt x="2174760" y="57912"/>
                </a:lnTo>
                <a:lnTo>
                  <a:pt x="2174760" y="106781"/>
                </a:lnTo>
                <a:lnTo>
                  <a:pt x="2211336" y="106781"/>
                </a:lnTo>
                <a:lnTo>
                  <a:pt x="2211336" y="57912"/>
                </a:lnTo>
                <a:lnTo>
                  <a:pt x="2211336" y="24384"/>
                </a:lnTo>
                <a:close/>
              </a:path>
              <a:path w="2791459" h="443864">
                <a:moveTo>
                  <a:pt x="2340965" y="178409"/>
                </a:moveTo>
                <a:lnTo>
                  <a:pt x="2319845" y="160972"/>
                </a:lnTo>
                <a:lnTo>
                  <a:pt x="2300008" y="145262"/>
                </a:lnTo>
                <a:lnTo>
                  <a:pt x="2281605" y="131254"/>
                </a:lnTo>
                <a:lnTo>
                  <a:pt x="2264765" y="118973"/>
                </a:lnTo>
                <a:lnTo>
                  <a:pt x="2241905" y="144881"/>
                </a:lnTo>
                <a:lnTo>
                  <a:pt x="2255926" y="155498"/>
                </a:lnTo>
                <a:lnTo>
                  <a:pt x="2272957" y="169278"/>
                </a:lnTo>
                <a:lnTo>
                  <a:pt x="2293124" y="186499"/>
                </a:lnTo>
                <a:lnTo>
                  <a:pt x="2316581" y="207454"/>
                </a:lnTo>
                <a:lnTo>
                  <a:pt x="2321458" y="201383"/>
                </a:lnTo>
                <a:lnTo>
                  <a:pt x="2327059" y="194614"/>
                </a:lnTo>
                <a:lnTo>
                  <a:pt x="2333510" y="187007"/>
                </a:lnTo>
                <a:lnTo>
                  <a:pt x="2340965" y="178409"/>
                </a:lnTo>
                <a:close/>
              </a:path>
              <a:path w="2791459" h="443864">
                <a:moveTo>
                  <a:pt x="2342489" y="259270"/>
                </a:moveTo>
                <a:lnTo>
                  <a:pt x="2333371" y="255612"/>
                </a:lnTo>
                <a:lnTo>
                  <a:pt x="2324392" y="251650"/>
                </a:lnTo>
                <a:lnTo>
                  <a:pt x="2315705" y="247700"/>
                </a:lnTo>
                <a:lnTo>
                  <a:pt x="2307437" y="244030"/>
                </a:lnTo>
                <a:lnTo>
                  <a:pt x="2292820" y="289801"/>
                </a:lnTo>
                <a:lnTo>
                  <a:pt x="2278481" y="333438"/>
                </a:lnTo>
                <a:lnTo>
                  <a:pt x="2264143" y="375107"/>
                </a:lnTo>
                <a:lnTo>
                  <a:pt x="2249525" y="414921"/>
                </a:lnTo>
                <a:lnTo>
                  <a:pt x="2287625" y="427113"/>
                </a:lnTo>
                <a:lnTo>
                  <a:pt x="2299627" y="388429"/>
                </a:lnTo>
                <a:lnTo>
                  <a:pt x="2312771" y="347764"/>
                </a:lnTo>
                <a:lnTo>
                  <a:pt x="2327059" y="304812"/>
                </a:lnTo>
                <a:lnTo>
                  <a:pt x="2342489" y="259270"/>
                </a:lnTo>
                <a:close/>
              </a:path>
              <a:path w="2791459" h="443864">
                <a:moveTo>
                  <a:pt x="2356205" y="68580"/>
                </a:moveTo>
                <a:lnTo>
                  <a:pt x="2336825" y="51727"/>
                </a:lnTo>
                <a:lnTo>
                  <a:pt x="2281529" y="4572"/>
                </a:lnTo>
                <a:lnTo>
                  <a:pt x="2258669" y="28956"/>
                </a:lnTo>
                <a:lnTo>
                  <a:pt x="2275217" y="43510"/>
                </a:lnTo>
                <a:lnTo>
                  <a:pt x="2292769" y="59626"/>
                </a:lnTo>
                <a:lnTo>
                  <a:pt x="2311171" y="77177"/>
                </a:lnTo>
                <a:lnTo>
                  <a:pt x="2330297" y="96012"/>
                </a:lnTo>
                <a:lnTo>
                  <a:pt x="2336279" y="90017"/>
                </a:lnTo>
                <a:lnTo>
                  <a:pt x="2342680" y="83439"/>
                </a:lnTo>
                <a:lnTo>
                  <a:pt x="2349373" y="76301"/>
                </a:lnTo>
                <a:lnTo>
                  <a:pt x="2356205" y="68580"/>
                </a:lnTo>
                <a:close/>
              </a:path>
              <a:path w="2791459" h="443864">
                <a:moveTo>
                  <a:pt x="2676537" y="204406"/>
                </a:moveTo>
                <a:lnTo>
                  <a:pt x="2534704" y="204406"/>
                </a:lnTo>
                <a:lnTo>
                  <a:pt x="2534704" y="111353"/>
                </a:lnTo>
                <a:lnTo>
                  <a:pt x="2656725" y="111353"/>
                </a:lnTo>
                <a:lnTo>
                  <a:pt x="2656725" y="79248"/>
                </a:lnTo>
                <a:lnTo>
                  <a:pt x="2534704" y="79248"/>
                </a:lnTo>
                <a:lnTo>
                  <a:pt x="2534704" y="0"/>
                </a:lnTo>
                <a:lnTo>
                  <a:pt x="2499550" y="0"/>
                </a:lnTo>
                <a:lnTo>
                  <a:pt x="2499550" y="79248"/>
                </a:lnTo>
                <a:lnTo>
                  <a:pt x="2383726" y="79248"/>
                </a:lnTo>
                <a:lnTo>
                  <a:pt x="2383726" y="111353"/>
                </a:lnTo>
                <a:lnTo>
                  <a:pt x="2499550" y="111353"/>
                </a:lnTo>
                <a:lnTo>
                  <a:pt x="2499550" y="204406"/>
                </a:lnTo>
                <a:lnTo>
                  <a:pt x="2362301" y="204406"/>
                </a:lnTo>
                <a:lnTo>
                  <a:pt x="2362301" y="236410"/>
                </a:lnTo>
                <a:lnTo>
                  <a:pt x="2478214" y="236410"/>
                </a:lnTo>
                <a:lnTo>
                  <a:pt x="2465362" y="258965"/>
                </a:lnTo>
                <a:lnTo>
                  <a:pt x="2451925" y="280809"/>
                </a:lnTo>
                <a:lnTo>
                  <a:pt x="2437930" y="301828"/>
                </a:lnTo>
                <a:lnTo>
                  <a:pt x="2423350" y="321856"/>
                </a:lnTo>
                <a:lnTo>
                  <a:pt x="2410523" y="340448"/>
                </a:lnTo>
                <a:lnTo>
                  <a:pt x="2397252" y="355193"/>
                </a:lnTo>
                <a:lnTo>
                  <a:pt x="2383663" y="366217"/>
                </a:lnTo>
                <a:lnTo>
                  <a:pt x="2369921" y="373672"/>
                </a:lnTo>
                <a:lnTo>
                  <a:pt x="2386774" y="411873"/>
                </a:lnTo>
                <a:lnTo>
                  <a:pt x="2610904" y="391960"/>
                </a:lnTo>
                <a:lnTo>
                  <a:pt x="2623096" y="411251"/>
                </a:lnTo>
                <a:lnTo>
                  <a:pt x="2629331" y="421398"/>
                </a:lnTo>
                <a:lnTo>
                  <a:pt x="2635288" y="431685"/>
                </a:lnTo>
                <a:lnTo>
                  <a:pt x="2652293" y="421779"/>
                </a:lnTo>
                <a:lnTo>
                  <a:pt x="2661297" y="416674"/>
                </a:lnTo>
                <a:lnTo>
                  <a:pt x="2670441" y="411873"/>
                </a:lnTo>
                <a:lnTo>
                  <a:pt x="2657056" y="391960"/>
                </a:lnTo>
                <a:lnTo>
                  <a:pt x="2645778" y="375196"/>
                </a:lnTo>
                <a:lnTo>
                  <a:pt x="2622346" y="340906"/>
                </a:lnTo>
                <a:lnTo>
                  <a:pt x="2600045" y="308864"/>
                </a:lnTo>
                <a:lnTo>
                  <a:pt x="2578900" y="279082"/>
                </a:lnTo>
                <a:lnTo>
                  <a:pt x="2549944" y="297383"/>
                </a:lnTo>
                <a:lnTo>
                  <a:pt x="2560256" y="312813"/>
                </a:lnTo>
                <a:lnTo>
                  <a:pt x="2570708" y="329082"/>
                </a:lnTo>
                <a:lnTo>
                  <a:pt x="2581452" y="345909"/>
                </a:lnTo>
                <a:lnTo>
                  <a:pt x="2592616" y="363004"/>
                </a:lnTo>
                <a:lnTo>
                  <a:pt x="2467800" y="372643"/>
                </a:lnTo>
                <a:lnTo>
                  <a:pt x="2426398" y="375196"/>
                </a:lnTo>
                <a:lnTo>
                  <a:pt x="2449525" y="344297"/>
                </a:lnTo>
                <a:lnTo>
                  <a:pt x="2473083" y="310946"/>
                </a:lnTo>
                <a:lnTo>
                  <a:pt x="2496959" y="275031"/>
                </a:lnTo>
                <a:lnTo>
                  <a:pt x="2520988" y="236410"/>
                </a:lnTo>
                <a:lnTo>
                  <a:pt x="2676537" y="236410"/>
                </a:lnTo>
                <a:lnTo>
                  <a:pt x="2676537" y="204406"/>
                </a:lnTo>
                <a:close/>
              </a:path>
              <a:path w="2791459" h="443864">
                <a:moveTo>
                  <a:pt x="2790837" y="253174"/>
                </a:moveTo>
                <a:lnTo>
                  <a:pt x="2786545" y="197993"/>
                </a:lnTo>
                <a:lnTo>
                  <a:pt x="2773692" y="146977"/>
                </a:lnTo>
                <a:lnTo>
                  <a:pt x="2752255" y="100241"/>
                </a:lnTo>
                <a:lnTo>
                  <a:pt x="2722257" y="57912"/>
                </a:lnTo>
                <a:lnTo>
                  <a:pt x="2690253" y="57912"/>
                </a:lnTo>
                <a:lnTo>
                  <a:pt x="2720251" y="101739"/>
                </a:lnTo>
                <a:lnTo>
                  <a:pt x="2741688" y="148691"/>
                </a:lnTo>
                <a:lnTo>
                  <a:pt x="2754541" y="199072"/>
                </a:lnTo>
                <a:lnTo>
                  <a:pt x="2758833" y="253174"/>
                </a:lnTo>
                <a:lnTo>
                  <a:pt x="2754541" y="305511"/>
                </a:lnTo>
                <a:lnTo>
                  <a:pt x="2741688" y="354812"/>
                </a:lnTo>
                <a:lnTo>
                  <a:pt x="2720251" y="400977"/>
                </a:lnTo>
                <a:lnTo>
                  <a:pt x="2690253" y="443865"/>
                </a:lnTo>
                <a:lnTo>
                  <a:pt x="2722257" y="443865"/>
                </a:lnTo>
                <a:lnTo>
                  <a:pt x="2752255" y="402691"/>
                </a:lnTo>
                <a:lnTo>
                  <a:pt x="2773692" y="357098"/>
                </a:lnTo>
                <a:lnTo>
                  <a:pt x="2786545" y="307225"/>
                </a:lnTo>
                <a:lnTo>
                  <a:pt x="2790837" y="25317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9928" y="3877627"/>
            <a:ext cx="109823" cy="111347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312830" y="3758565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20">
                <a:moveTo>
                  <a:pt x="148018" y="324897"/>
                </a:moveTo>
                <a:lnTo>
                  <a:pt x="86975" y="313848"/>
                </a:lnTo>
                <a:lnTo>
                  <a:pt x="39719" y="282225"/>
                </a:lnTo>
                <a:lnTo>
                  <a:pt x="10144" y="231886"/>
                </a:lnTo>
                <a:lnTo>
                  <a:pt x="0" y="167830"/>
                </a:lnTo>
                <a:lnTo>
                  <a:pt x="2872" y="132009"/>
                </a:lnTo>
                <a:lnTo>
                  <a:pt x="25797" y="71296"/>
                </a:lnTo>
                <a:lnTo>
                  <a:pt x="69462" y="25757"/>
                </a:lnTo>
                <a:lnTo>
                  <a:pt x="127079" y="2858"/>
                </a:lnTo>
                <a:lnTo>
                  <a:pt x="160210" y="0"/>
                </a:lnTo>
                <a:lnTo>
                  <a:pt x="181951" y="857"/>
                </a:lnTo>
                <a:lnTo>
                  <a:pt x="201549" y="3428"/>
                </a:lnTo>
                <a:lnTo>
                  <a:pt x="219146" y="7715"/>
                </a:lnTo>
                <a:lnTo>
                  <a:pt x="234886" y="13715"/>
                </a:lnTo>
                <a:lnTo>
                  <a:pt x="234886" y="51911"/>
                </a:lnTo>
                <a:lnTo>
                  <a:pt x="217431" y="43910"/>
                </a:lnTo>
                <a:lnTo>
                  <a:pt x="199263" y="38195"/>
                </a:lnTo>
                <a:lnTo>
                  <a:pt x="180236" y="34766"/>
                </a:lnTo>
                <a:lnTo>
                  <a:pt x="160210" y="33623"/>
                </a:lnTo>
                <a:lnTo>
                  <a:pt x="134128" y="35909"/>
                </a:lnTo>
                <a:lnTo>
                  <a:pt x="90036" y="54197"/>
                </a:lnTo>
                <a:lnTo>
                  <a:pt x="57483" y="89060"/>
                </a:lnTo>
                <a:lnTo>
                  <a:pt x="40433" y="137104"/>
                </a:lnTo>
                <a:lnTo>
                  <a:pt x="38195" y="166306"/>
                </a:lnTo>
                <a:lnTo>
                  <a:pt x="40195" y="193467"/>
                </a:lnTo>
                <a:lnTo>
                  <a:pt x="56197" y="239253"/>
                </a:lnTo>
                <a:lnTo>
                  <a:pt x="86702" y="272724"/>
                </a:lnTo>
                <a:lnTo>
                  <a:pt x="128318" y="289345"/>
                </a:lnTo>
                <a:lnTo>
                  <a:pt x="152590" y="291369"/>
                </a:lnTo>
                <a:lnTo>
                  <a:pt x="175521" y="290179"/>
                </a:lnTo>
                <a:lnTo>
                  <a:pt x="196596" y="286416"/>
                </a:lnTo>
                <a:lnTo>
                  <a:pt x="216241" y="279796"/>
                </a:lnTo>
                <a:lnTo>
                  <a:pt x="234886" y="270033"/>
                </a:lnTo>
                <a:lnTo>
                  <a:pt x="234886" y="306609"/>
                </a:lnTo>
                <a:lnTo>
                  <a:pt x="215741" y="314610"/>
                </a:lnTo>
                <a:lnTo>
                  <a:pt x="194881" y="320325"/>
                </a:lnTo>
                <a:lnTo>
                  <a:pt x="172307" y="323754"/>
                </a:lnTo>
                <a:lnTo>
                  <a:pt x="14801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596580" y="3758565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20">
                <a:moveTo>
                  <a:pt x="67056" y="324897"/>
                </a:moveTo>
                <a:lnTo>
                  <a:pt x="59436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937"/>
                </a:lnTo>
                <a:lnTo>
                  <a:pt x="4572" y="268509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99822" y="290536"/>
                </a:lnTo>
                <a:lnTo>
                  <a:pt x="141929" y="271962"/>
                </a:lnTo>
                <a:lnTo>
                  <a:pt x="150971" y="242601"/>
                </a:lnTo>
                <a:lnTo>
                  <a:pt x="150971" y="234981"/>
                </a:lnTo>
                <a:lnTo>
                  <a:pt x="119443" y="196024"/>
                </a:lnTo>
                <a:lnTo>
                  <a:pt x="99798" y="185499"/>
                </a:lnTo>
                <a:lnTo>
                  <a:pt x="85463" y="177593"/>
                </a:lnTo>
                <a:lnTo>
                  <a:pt x="77724" y="173926"/>
                </a:lnTo>
                <a:lnTo>
                  <a:pt x="54363" y="160853"/>
                </a:lnTo>
                <a:lnTo>
                  <a:pt x="47244" y="157162"/>
                </a:lnTo>
                <a:lnTo>
                  <a:pt x="17668" y="132477"/>
                </a:lnTo>
                <a:lnTo>
                  <a:pt x="523" y="92535"/>
                </a:lnTo>
                <a:lnTo>
                  <a:pt x="0" y="83915"/>
                </a:lnTo>
                <a:lnTo>
                  <a:pt x="571" y="73913"/>
                </a:lnTo>
                <a:lnTo>
                  <a:pt x="20383" y="32468"/>
                </a:lnTo>
                <a:lnTo>
                  <a:pt x="59483" y="8024"/>
                </a:lnTo>
                <a:lnTo>
                  <a:pt x="99441" y="285"/>
                </a:lnTo>
                <a:lnTo>
                  <a:pt x="109728" y="0"/>
                </a:lnTo>
                <a:lnTo>
                  <a:pt x="131190" y="595"/>
                </a:lnTo>
                <a:lnTo>
                  <a:pt x="149625" y="2476"/>
                </a:lnTo>
                <a:lnTo>
                  <a:pt x="164900" y="5786"/>
                </a:lnTo>
                <a:lnTo>
                  <a:pt x="176879" y="10667"/>
                </a:lnTo>
                <a:lnTo>
                  <a:pt x="176879" y="53435"/>
                </a:lnTo>
                <a:lnTo>
                  <a:pt x="162029" y="44553"/>
                </a:lnTo>
                <a:lnTo>
                  <a:pt x="145018" y="38385"/>
                </a:lnTo>
                <a:lnTo>
                  <a:pt x="126006" y="34790"/>
                </a:lnTo>
                <a:lnTo>
                  <a:pt x="105155" y="33623"/>
                </a:lnTo>
                <a:lnTo>
                  <a:pt x="89916" y="33623"/>
                </a:lnTo>
                <a:lnTo>
                  <a:pt x="80772" y="36671"/>
                </a:lnTo>
                <a:lnTo>
                  <a:pt x="73152" y="38195"/>
                </a:lnTo>
                <a:lnTo>
                  <a:pt x="67056" y="39719"/>
                </a:lnTo>
                <a:lnTo>
                  <a:pt x="59436" y="44291"/>
                </a:lnTo>
                <a:lnTo>
                  <a:pt x="53339" y="47339"/>
                </a:lnTo>
                <a:lnTo>
                  <a:pt x="44195" y="59531"/>
                </a:lnTo>
                <a:lnTo>
                  <a:pt x="41148" y="64103"/>
                </a:lnTo>
                <a:lnTo>
                  <a:pt x="38100" y="71723"/>
                </a:lnTo>
                <a:lnTo>
                  <a:pt x="38100" y="88487"/>
                </a:lnTo>
                <a:lnTo>
                  <a:pt x="61221" y="120887"/>
                </a:lnTo>
                <a:lnTo>
                  <a:pt x="91630" y="138302"/>
                </a:lnTo>
                <a:lnTo>
                  <a:pt x="114682" y="150828"/>
                </a:lnTo>
                <a:lnTo>
                  <a:pt x="152876" y="173354"/>
                </a:lnTo>
                <a:lnTo>
                  <a:pt x="179260" y="202382"/>
                </a:lnTo>
                <a:lnTo>
                  <a:pt x="190595" y="239553"/>
                </a:lnTo>
                <a:lnTo>
                  <a:pt x="190023" y="251317"/>
                </a:lnTo>
                <a:lnTo>
                  <a:pt x="170402" y="293846"/>
                </a:lnTo>
                <a:lnTo>
                  <a:pt x="130412" y="317730"/>
                </a:lnTo>
                <a:lnTo>
                  <a:pt x="89106" y="324611"/>
                </a:lnTo>
                <a:lnTo>
                  <a:pt x="67056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834419" y="3758565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20">
                <a:moveTo>
                  <a:pt x="79343" y="324897"/>
                </a:moveTo>
                <a:lnTo>
                  <a:pt x="67151" y="324897"/>
                </a:lnTo>
                <a:lnTo>
                  <a:pt x="61055" y="323373"/>
                </a:lnTo>
                <a:lnTo>
                  <a:pt x="53435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937"/>
                </a:lnTo>
                <a:lnTo>
                  <a:pt x="4572" y="268509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719" y="283749"/>
                </a:lnTo>
                <a:lnTo>
                  <a:pt x="47339" y="286797"/>
                </a:lnTo>
                <a:lnTo>
                  <a:pt x="70199" y="291369"/>
                </a:lnTo>
                <a:lnTo>
                  <a:pt x="83915" y="291369"/>
                </a:lnTo>
                <a:lnTo>
                  <a:pt x="99941" y="290536"/>
                </a:lnTo>
                <a:lnTo>
                  <a:pt x="142851" y="271962"/>
                </a:lnTo>
                <a:lnTo>
                  <a:pt x="152495" y="242601"/>
                </a:lnTo>
                <a:lnTo>
                  <a:pt x="152495" y="234981"/>
                </a:lnTo>
                <a:lnTo>
                  <a:pt x="131159" y="202882"/>
                </a:lnTo>
                <a:lnTo>
                  <a:pt x="85796" y="177593"/>
                </a:lnTo>
                <a:lnTo>
                  <a:pt x="77819" y="173926"/>
                </a:lnTo>
                <a:lnTo>
                  <a:pt x="62579" y="164972"/>
                </a:lnTo>
                <a:lnTo>
                  <a:pt x="55102" y="160853"/>
                </a:lnTo>
                <a:lnTo>
                  <a:pt x="47339" y="157162"/>
                </a:lnTo>
                <a:lnTo>
                  <a:pt x="40728" y="152566"/>
                </a:lnTo>
                <a:lnTo>
                  <a:pt x="9786" y="120982"/>
                </a:lnTo>
                <a:lnTo>
                  <a:pt x="0" y="83915"/>
                </a:lnTo>
                <a:lnTo>
                  <a:pt x="595" y="73913"/>
                </a:lnTo>
                <a:lnTo>
                  <a:pt x="21145" y="32468"/>
                </a:lnTo>
                <a:lnTo>
                  <a:pt x="60220" y="8024"/>
                </a:lnTo>
                <a:lnTo>
                  <a:pt x="99560" y="285"/>
                </a:lnTo>
                <a:lnTo>
                  <a:pt x="109823" y="0"/>
                </a:lnTo>
                <a:lnTo>
                  <a:pt x="131232" y="595"/>
                </a:lnTo>
                <a:lnTo>
                  <a:pt x="149649" y="2476"/>
                </a:lnTo>
                <a:lnTo>
                  <a:pt x="164941" y="5786"/>
                </a:lnTo>
                <a:lnTo>
                  <a:pt x="176974" y="10667"/>
                </a:lnTo>
                <a:lnTo>
                  <a:pt x="176974" y="53435"/>
                </a:lnTo>
                <a:lnTo>
                  <a:pt x="162298" y="44553"/>
                </a:lnTo>
                <a:lnTo>
                  <a:pt x="145649" y="38385"/>
                </a:lnTo>
                <a:lnTo>
                  <a:pt x="126731" y="34790"/>
                </a:lnTo>
                <a:lnTo>
                  <a:pt x="105251" y="33623"/>
                </a:lnTo>
                <a:lnTo>
                  <a:pt x="90011" y="33623"/>
                </a:lnTo>
                <a:lnTo>
                  <a:pt x="82391" y="36671"/>
                </a:lnTo>
                <a:lnTo>
                  <a:pt x="73247" y="38195"/>
                </a:lnTo>
                <a:lnTo>
                  <a:pt x="67151" y="39719"/>
                </a:lnTo>
                <a:lnTo>
                  <a:pt x="61055" y="44291"/>
                </a:lnTo>
                <a:lnTo>
                  <a:pt x="53435" y="47339"/>
                </a:lnTo>
                <a:lnTo>
                  <a:pt x="48863" y="53435"/>
                </a:lnTo>
                <a:lnTo>
                  <a:pt x="45815" y="59531"/>
                </a:lnTo>
                <a:lnTo>
                  <a:pt x="41243" y="64103"/>
                </a:lnTo>
                <a:lnTo>
                  <a:pt x="39719" y="71723"/>
                </a:lnTo>
                <a:lnTo>
                  <a:pt x="39719" y="88487"/>
                </a:lnTo>
                <a:lnTo>
                  <a:pt x="41243" y="96107"/>
                </a:lnTo>
                <a:lnTo>
                  <a:pt x="44291" y="102203"/>
                </a:lnTo>
                <a:lnTo>
                  <a:pt x="47339" y="106775"/>
                </a:lnTo>
                <a:lnTo>
                  <a:pt x="50387" y="112871"/>
                </a:lnTo>
                <a:lnTo>
                  <a:pt x="61317" y="120887"/>
                </a:lnTo>
                <a:lnTo>
                  <a:pt x="72128" y="127810"/>
                </a:lnTo>
                <a:lnTo>
                  <a:pt x="77819" y="131254"/>
                </a:lnTo>
                <a:lnTo>
                  <a:pt x="91725" y="138302"/>
                </a:lnTo>
                <a:lnTo>
                  <a:pt x="106775" y="146494"/>
                </a:lnTo>
                <a:lnTo>
                  <a:pt x="146494" y="168092"/>
                </a:lnTo>
                <a:lnTo>
                  <a:pt x="176545" y="196214"/>
                </a:lnTo>
                <a:lnTo>
                  <a:pt x="190690" y="239553"/>
                </a:lnTo>
                <a:lnTo>
                  <a:pt x="190119" y="251317"/>
                </a:lnTo>
                <a:lnTo>
                  <a:pt x="170985" y="293846"/>
                </a:lnTo>
                <a:lnTo>
                  <a:pt x="130492" y="317730"/>
                </a:lnTo>
                <a:lnTo>
                  <a:pt x="89844" y="324611"/>
                </a:lnTo>
                <a:lnTo>
                  <a:pt x="7934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194356" y="3705225"/>
            <a:ext cx="1763395" cy="436880"/>
          </a:xfrm>
          <a:custGeom>
            <a:avLst/>
            <a:gdLst/>
            <a:ahLst/>
            <a:cxnLst/>
            <a:rect l="l" t="t" r="r" b="b"/>
            <a:pathLst>
              <a:path w="1763395" h="436879">
                <a:moveTo>
                  <a:pt x="378244" y="274510"/>
                </a:moveTo>
                <a:lnTo>
                  <a:pt x="218033" y="274510"/>
                </a:lnTo>
                <a:lnTo>
                  <a:pt x="218033" y="233362"/>
                </a:lnTo>
                <a:lnTo>
                  <a:pt x="305003" y="233362"/>
                </a:lnTo>
                <a:lnTo>
                  <a:pt x="305003" y="248602"/>
                </a:lnTo>
                <a:lnTo>
                  <a:pt x="337007" y="248602"/>
                </a:lnTo>
                <a:lnTo>
                  <a:pt x="337007" y="233362"/>
                </a:lnTo>
                <a:lnTo>
                  <a:pt x="337007" y="204406"/>
                </a:lnTo>
                <a:lnTo>
                  <a:pt x="337007" y="164693"/>
                </a:lnTo>
                <a:lnTo>
                  <a:pt x="337007" y="137261"/>
                </a:lnTo>
                <a:lnTo>
                  <a:pt x="305003" y="137261"/>
                </a:lnTo>
                <a:lnTo>
                  <a:pt x="305003" y="164693"/>
                </a:lnTo>
                <a:lnTo>
                  <a:pt x="305003" y="204406"/>
                </a:lnTo>
                <a:lnTo>
                  <a:pt x="96113" y="204406"/>
                </a:lnTo>
                <a:lnTo>
                  <a:pt x="96113" y="164693"/>
                </a:lnTo>
                <a:lnTo>
                  <a:pt x="305003" y="164693"/>
                </a:lnTo>
                <a:lnTo>
                  <a:pt x="305003" y="137261"/>
                </a:lnTo>
                <a:lnTo>
                  <a:pt x="64020" y="137261"/>
                </a:lnTo>
                <a:lnTo>
                  <a:pt x="64020" y="248602"/>
                </a:lnTo>
                <a:lnTo>
                  <a:pt x="96113" y="248602"/>
                </a:lnTo>
                <a:lnTo>
                  <a:pt x="96113" y="233362"/>
                </a:lnTo>
                <a:lnTo>
                  <a:pt x="182981" y="233362"/>
                </a:lnTo>
                <a:lnTo>
                  <a:pt x="182981" y="274510"/>
                </a:lnTo>
                <a:lnTo>
                  <a:pt x="25908" y="274510"/>
                </a:lnTo>
                <a:lnTo>
                  <a:pt x="25908" y="399669"/>
                </a:lnTo>
                <a:lnTo>
                  <a:pt x="59448" y="399669"/>
                </a:lnTo>
                <a:lnTo>
                  <a:pt x="59448" y="303568"/>
                </a:lnTo>
                <a:lnTo>
                  <a:pt x="182981" y="303568"/>
                </a:lnTo>
                <a:lnTo>
                  <a:pt x="182981" y="433209"/>
                </a:lnTo>
                <a:lnTo>
                  <a:pt x="218033" y="433209"/>
                </a:lnTo>
                <a:lnTo>
                  <a:pt x="218033" y="303568"/>
                </a:lnTo>
                <a:lnTo>
                  <a:pt x="344627" y="303568"/>
                </a:lnTo>
                <a:lnTo>
                  <a:pt x="344627" y="344716"/>
                </a:lnTo>
                <a:lnTo>
                  <a:pt x="342912" y="354711"/>
                </a:lnTo>
                <a:lnTo>
                  <a:pt x="337769" y="361861"/>
                </a:lnTo>
                <a:lnTo>
                  <a:pt x="329196" y="366141"/>
                </a:lnTo>
                <a:lnTo>
                  <a:pt x="317538" y="367538"/>
                </a:lnTo>
                <a:lnTo>
                  <a:pt x="305473" y="367525"/>
                </a:lnTo>
                <a:lnTo>
                  <a:pt x="293192" y="367195"/>
                </a:lnTo>
                <a:lnTo>
                  <a:pt x="280327" y="366293"/>
                </a:lnTo>
                <a:lnTo>
                  <a:pt x="266903" y="364528"/>
                </a:lnTo>
                <a:lnTo>
                  <a:pt x="269163" y="373659"/>
                </a:lnTo>
                <a:lnTo>
                  <a:pt x="271284" y="382676"/>
                </a:lnTo>
                <a:lnTo>
                  <a:pt x="273113" y="391401"/>
                </a:lnTo>
                <a:lnTo>
                  <a:pt x="274523" y="399669"/>
                </a:lnTo>
                <a:lnTo>
                  <a:pt x="324815" y="399669"/>
                </a:lnTo>
                <a:lnTo>
                  <a:pt x="348589" y="396519"/>
                </a:lnTo>
                <a:lnTo>
                  <a:pt x="365239" y="387057"/>
                </a:lnTo>
                <a:lnTo>
                  <a:pt x="375043" y="371309"/>
                </a:lnTo>
                <a:lnTo>
                  <a:pt x="375577" y="367576"/>
                </a:lnTo>
                <a:lnTo>
                  <a:pt x="378244" y="349288"/>
                </a:lnTo>
                <a:lnTo>
                  <a:pt x="378244" y="303568"/>
                </a:lnTo>
                <a:lnTo>
                  <a:pt x="378244" y="274510"/>
                </a:lnTo>
                <a:close/>
              </a:path>
              <a:path w="1763395" h="436879">
                <a:moveTo>
                  <a:pt x="399580" y="77825"/>
                </a:moveTo>
                <a:lnTo>
                  <a:pt x="298907" y="77825"/>
                </a:lnTo>
                <a:lnTo>
                  <a:pt x="316661" y="65455"/>
                </a:lnTo>
                <a:lnTo>
                  <a:pt x="365963" y="30480"/>
                </a:lnTo>
                <a:lnTo>
                  <a:pt x="340055" y="4572"/>
                </a:lnTo>
                <a:lnTo>
                  <a:pt x="323761" y="18008"/>
                </a:lnTo>
                <a:lnTo>
                  <a:pt x="306908" y="30861"/>
                </a:lnTo>
                <a:lnTo>
                  <a:pt x="289471" y="43154"/>
                </a:lnTo>
                <a:lnTo>
                  <a:pt x="271475" y="54864"/>
                </a:lnTo>
                <a:lnTo>
                  <a:pt x="289763" y="77825"/>
                </a:lnTo>
                <a:lnTo>
                  <a:pt x="216509" y="77825"/>
                </a:lnTo>
                <a:lnTo>
                  <a:pt x="216509" y="0"/>
                </a:lnTo>
                <a:lnTo>
                  <a:pt x="181457" y="0"/>
                </a:lnTo>
                <a:lnTo>
                  <a:pt x="181457" y="77825"/>
                </a:lnTo>
                <a:lnTo>
                  <a:pt x="105257" y="77825"/>
                </a:lnTo>
                <a:lnTo>
                  <a:pt x="128117" y="51816"/>
                </a:lnTo>
                <a:lnTo>
                  <a:pt x="111213" y="40386"/>
                </a:lnTo>
                <a:lnTo>
                  <a:pt x="94729" y="28956"/>
                </a:lnTo>
                <a:lnTo>
                  <a:pt x="62496" y="6096"/>
                </a:lnTo>
                <a:lnTo>
                  <a:pt x="41148" y="28956"/>
                </a:lnTo>
                <a:lnTo>
                  <a:pt x="57137" y="40652"/>
                </a:lnTo>
                <a:lnTo>
                  <a:pt x="72974" y="52781"/>
                </a:lnTo>
                <a:lnTo>
                  <a:pt x="88557" y="65227"/>
                </a:lnTo>
                <a:lnTo>
                  <a:pt x="103733" y="77825"/>
                </a:lnTo>
                <a:lnTo>
                  <a:pt x="0" y="77825"/>
                </a:lnTo>
                <a:lnTo>
                  <a:pt x="0" y="155549"/>
                </a:lnTo>
                <a:lnTo>
                  <a:pt x="33528" y="155549"/>
                </a:lnTo>
                <a:lnTo>
                  <a:pt x="33528" y="106781"/>
                </a:lnTo>
                <a:lnTo>
                  <a:pt x="364439" y="106781"/>
                </a:lnTo>
                <a:lnTo>
                  <a:pt x="364439" y="155549"/>
                </a:lnTo>
                <a:lnTo>
                  <a:pt x="399580" y="155549"/>
                </a:lnTo>
                <a:lnTo>
                  <a:pt x="399580" y="106781"/>
                </a:lnTo>
                <a:lnTo>
                  <a:pt x="399580" y="77825"/>
                </a:lnTo>
                <a:close/>
              </a:path>
              <a:path w="1763395" h="436879">
                <a:moveTo>
                  <a:pt x="838784" y="25908"/>
                </a:moveTo>
                <a:lnTo>
                  <a:pt x="803732" y="25908"/>
                </a:lnTo>
                <a:lnTo>
                  <a:pt x="803732" y="57912"/>
                </a:lnTo>
                <a:lnTo>
                  <a:pt x="803732" y="140309"/>
                </a:lnTo>
                <a:lnTo>
                  <a:pt x="803732" y="170789"/>
                </a:lnTo>
                <a:lnTo>
                  <a:pt x="803732" y="253174"/>
                </a:lnTo>
                <a:lnTo>
                  <a:pt x="675614" y="253174"/>
                </a:lnTo>
                <a:lnTo>
                  <a:pt x="675614" y="170789"/>
                </a:lnTo>
                <a:lnTo>
                  <a:pt x="803732" y="170789"/>
                </a:lnTo>
                <a:lnTo>
                  <a:pt x="803732" y="140309"/>
                </a:lnTo>
                <a:lnTo>
                  <a:pt x="675614" y="140309"/>
                </a:lnTo>
                <a:lnTo>
                  <a:pt x="675614" y="57912"/>
                </a:lnTo>
                <a:lnTo>
                  <a:pt x="803732" y="57912"/>
                </a:lnTo>
                <a:lnTo>
                  <a:pt x="803732" y="25908"/>
                </a:lnTo>
                <a:lnTo>
                  <a:pt x="640473" y="25908"/>
                </a:lnTo>
                <a:lnTo>
                  <a:pt x="640473" y="57912"/>
                </a:lnTo>
                <a:lnTo>
                  <a:pt x="640473" y="140309"/>
                </a:lnTo>
                <a:lnTo>
                  <a:pt x="640473" y="170789"/>
                </a:lnTo>
                <a:lnTo>
                  <a:pt x="640473" y="253174"/>
                </a:lnTo>
                <a:lnTo>
                  <a:pt x="515493" y="253174"/>
                </a:lnTo>
                <a:lnTo>
                  <a:pt x="516382" y="233464"/>
                </a:lnTo>
                <a:lnTo>
                  <a:pt x="516826" y="213169"/>
                </a:lnTo>
                <a:lnTo>
                  <a:pt x="517004" y="192278"/>
                </a:lnTo>
                <a:lnTo>
                  <a:pt x="517017" y="170789"/>
                </a:lnTo>
                <a:lnTo>
                  <a:pt x="640473" y="170789"/>
                </a:lnTo>
                <a:lnTo>
                  <a:pt x="640473" y="140309"/>
                </a:lnTo>
                <a:lnTo>
                  <a:pt x="517017" y="140309"/>
                </a:lnTo>
                <a:lnTo>
                  <a:pt x="517017" y="57912"/>
                </a:lnTo>
                <a:lnTo>
                  <a:pt x="640473" y="57912"/>
                </a:lnTo>
                <a:lnTo>
                  <a:pt x="640473" y="25908"/>
                </a:lnTo>
                <a:lnTo>
                  <a:pt x="481876" y="25908"/>
                </a:lnTo>
                <a:lnTo>
                  <a:pt x="481876" y="183070"/>
                </a:lnTo>
                <a:lnTo>
                  <a:pt x="481304" y="223977"/>
                </a:lnTo>
                <a:lnTo>
                  <a:pt x="476732" y="290957"/>
                </a:lnTo>
                <a:lnTo>
                  <a:pt x="466115" y="340956"/>
                </a:lnTo>
                <a:lnTo>
                  <a:pt x="446582" y="385470"/>
                </a:lnTo>
                <a:lnTo>
                  <a:pt x="433108" y="405765"/>
                </a:lnTo>
                <a:lnTo>
                  <a:pt x="440588" y="413753"/>
                </a:lnTo>
                <a:lnTo>
                  <a:pt x="447205" y="421576"/>
                </a:lnTo>
                <a:lnTo>
                  <a:pt x="453250" y="429133"/>
                </a:lnTo>
                <a:lnTo>
                  <a:pt x="459016" y="436257"/>
                </a:lnTo>
                <a:lnTo>
                  <a:pt x="479564" y="404520"/>
                </a:lnTo>
                <a:lnTo>
                  <a:pt x="495414" y="368769"/>
                </a:lnTo>
                <a:lnTo>
                  <a:pt x="506425" y="329018"/>
                </a:lnTo>
                <a:lnTo>
                  <a:pt x="512445" y="285280"/>
                </a:lnTo>
                <a:lnTo>
                  <a:pt x="640473" y="285280"/>
                </a:lnTo>
                <a:lnTo>
                  <a:pt x="640473" y="424053"/>
                </a:lnTo>
                <a:lnTo>
                  <a:pt x="675614" y="424053"/>
                </a:lnTo>
                <a:lnTo>
                  <a:pt x="675614" y="285280"/>
                </a:lnTo>
                <a:lnTo>
                  <a:pt x="803732" y="285280"/>
                </a:lnTo>
                <a:lnTo>
                  <a:pt x="803732" y="366052"/>
                </a:lnTo>
                <a:lnTo>
                  <a:pt x="802005" y="377190"/>
                </a:lnTo>
                <a:lnTo>
                  <a:pt x="796861" y="385343"/>
                </a:lnTo>
                <a:lnTo>
                  <a:pt x="788250" y="390347"/>
                </a:lnTo>
                <a:lnTo>
                  <a:pt x="776198" y="392049"/>
                </a:lnTo>
                <a:lnTo>
                  <a:pt x="763676" y="391795"/>
                </a:lnTo>
                <a:lnTo>
                  <a:pt x="749147" y="391096"/>
                </a:lnTo>
                <a:lnTo>
                  <a:pt x="715238" y="389001"/>
                </a:lnTo>
                <a:lnTo>
                  <a:pt x="717257" y="399656"/>
                </a:lnTo>
                <a:lnTo>
                  <a:pt x="718858" y="409003"/>
                </a:lnTo>
                <a:lnTo>
                  <a:pt x="720166" y="417512"/>
                </a:lnTo>
                <a:lnTo>
                  <a:pt x="721334" y="425589"/>
                </a:lnTo>
                <a:lnTo>
                  <a:pt x="739978" y="425818"/>
                </a:lnTo>
                <a:lnTo>
                  <a:pt x="773887" y="426872"/>
                </a:lnTo>
                <a:lnTo>
                  <a:pt x="790016" y="427113"/>
                </a:lnTo>
                <a:lnTo>
                  <a:pt x="811136" y="423697"/>
                </a:lnTo>
                <a:lnTo>
                  <a:pt x="826401" y="413575"/>
                </a:lnTo>
                <a:lnTo>
                  <a:pt x="835660" y="396849"/>
                </a:lnTo>
                <a:lnTo>
                  <a:pt x="836307" y="392049"/>
                </a:lnTo>
                <a:lnTo>
                  <a:pt x="838784" y="373672"/>
                </a:lnTo>
                <a:lnTo>
                  <a:pt x="838784" y="285280"/>
                </a:lnTo>
                <a:lnTo>
                  <a:pt x="838784" y="253174"/>
                </a:lnTo>
                <a:lnTo>
                  <a:pt x="838784" y="170789"/>
                </a:lnTo>
                <a:lnTo>
                  <a:pt x="838784" y="140309"/>
                </a:lnTo>
                <a:lnTo>
                  <a:pt x="838784" y="57912"/>
                </a:lnTo>
                <a:lnTo>
                  <a:pt x="838784" y="25908"/>
                </a:lnTo>
                <a:close/>
              </a:path>
              <a:path w="1763395" h="436879">
                <a:moveTo>
                  <a:pt x="1290167" y="21336"/>
                </a:moveTo>
                <a:lnTo>
                  <a:pt x="1259687" y="21336"/>
                </a:lnTo>
                <a:lnTo>
                  <a:pt x="1259687" y="45720"/>
                </a:lnTo>
                <a:lnTo>
                  <a:pt x="1259687" y="79349"/>
                </a:lnTo>
                <a:lnTo>
                  <a:pt x="959269" y="79349"/>
                </a:lnTo>
                <a:lnTo>
                  <a:pt x="959269" y="45720"/>
                </a:lnTo>
                <a:lnTo>
                  <a:pt x="1259687" y="45720"/>
                </a:lnTo>
                <a:lnTo>
                  <a:pt x="1259687" y="21336"/>
                </a:lnTo>
                <a:lnTo>
                  <a:pt x="928789" y="21336"/>
                </a:lnTo>
                <a:lnTo>
                  <a:pt x="928674" y="205943"/>
                </a:lnTo>
                <a:lnTo>
                  <a:pt x="926249" y="268693"/>
                </a:lnTo>
                <a:lnTo>
                  <a:pt x="916546" y="324332"/>
                </a:lnTo>
                <a:lnTo>
                  <a:pt x="899985" y="369976"/>
                </a:lnTo>
                <a:lnTo>
                  <a:pt x="876871" y="405777"/>
                </a:lnTo>
                <a:lnTo>
                  <a:pt x="882573" y="412648"/>
                </a:lnTo>
                <a:lnTo>
                  <a:pt x="888111" y="419684"/>
                </a:lnTo>
                <a:lnTo>
                  <a:pt x="893381" y="426986"/>
                </a:lnTo>
                <a:lnTo>
                  <a:pt x="898207" y="434733"/>
                </a:lnTo>
                <a:lnTo>
                  <a:pt x="920407" y="401561"/>
                </a:lnTo>
                <a:lnTo>
                  <a:pt x="937526" y="362496"/>
                </a:lnTo>
                <a:lnTo>
                  <a:pt x="949655" y="317423"/>
                </a:lnTo>
                <a:lnTo>
                  <a:pt x="956881" y="266280"/>
                </a:lnTo>
                <a:lnTo>
                  <a:pt x="959269" y="208991"/>
                </a:lnTo>
                <a:lnTo>
                  <a:pt x="959269" y="105257"/>
                </a:lnTo>
                <a:lnTo>
                  <a:pt x="1259687" y="105257"/>
                </a:lnTo>
                <a:lnTo>
                  <a:pt x="1259687" y="114401"/>
                </a:lnTo>
                <a:lnTo>
                  <a:pt x="1290167" y="114401"/>
                </a:lnTo>
                <a:lnTo>
                  <a:pt x="1290167" y="105257"/>
                </a:lnTo>
                <a:lnTo>
                  <a:pt x="1290167" y="79349"/>
                </a:lnTo>
                <a:lnTo>
                  <a:pt x="1290167" y="45720"/>
                </a:lnTo>
                <a:lnTo>
                  <a:pt x="1290167" y="21336"/>
                </a:lnTo>
                <a:close/>
              </a:path>
              <a:path w="1763395" h="436879">
                <a:moveTo>
                  <a:pt x="1297787" y="291376"/>
                </a:moveTo>
                <a:lnTo>
                  <a:pt x="1149870" y="291376"/>
                </a:lnTo>
                <a:lnTo>
                  <a:pt x="1149870" y="262331"/>
                </a:lnTo>
                <a:lnTo>
                  <a:pt x="1239875" y="262331"/>
                </a:lnTo>
                <a:lnTo>
                  <a:pt x="1239875" y="271475"/>
                </a:lnTo>
                <a:lnTo>
                  <a:pt x="1268831" y="271475"/>
                </a:lnTo>
                <a:lnTo>
                  <a:pt x="1268831" y="262331"/>
                </a:lnTo>
                <a:lnTo>
                  <a:pt x="1268831" y="239471"/>
                </a:lnTo>
                <a:lnTo>
                  <a:pt x="1268831" y="205943"/>
                </a:lnTo>
                <a:lnTo>
                  <a:pt x="1268831" y="183070"/>
                </a:lnTo>
                <a:lnTo>
                  <a:pt x="1239875" y="183070"/>
                </a:lnTo>
                <a:lnTo>
                  <a:pt x="1239875" y="205943"/>
                </a:lnTo>
                <a:lnTo>
                  <a:pt x="1239875" y="239471"/>
                </a:lnTo>
                <a:lnTo>
                  <a:pt x="1149870" y="239471"/>
                </a:lnTo>
                <a:lnTo>
                  <a:pt x="1149870" y="205943"/>
                </a:lnTo>
                <a:lnTo>
                  <a:pt x="1239875" y="205943"/>
                </a:lnTo>
                <a:lnTo>
                  <a:pt x="1239875" y="183070"/>
                </a:lnTo>
                <a:lnTo>
                  <a:pt x="1149870" y="183070"/>
                </a:lnTo>
                <a:lnTo>
                  <a:pt x="1149870" y="155549"/>
                </a:lnTo>
                <a:lnTo>
                  <a:pt x="1149870" y="154025"/>
                </a:lnTo>
                <a:lnTo>
                  <a:pt x="1225575" y="151549"/>
                </a:lnTo>
                <a:lnTo>
                  <a:pt x="1258620" y="149948"/>
                </a:lnTo>
                <a:lnTo>
                  <a:pt x="1288643" y="147929"/>
                </a:lnTo>
                <a:lnTo>
                  <a:pt x="1282547" y="123545"/>
                </a:lnTo>
                <a:lnTo>
                  <a:pt x="976033" y="132689"/>
                </a:lnTo>
                <a:lnTo>
                  <a:pt x="977417" y="140398"/>
                </a:lnTo>
                <a:lnTo>
                  <a:pt x="979081" y="147548"/>
                </a:lnTo>
                <a:lnTo>
                  <a:pt x="980719" y="154025"/>
                </a:lnTo>
                <a:lnTo>
                  <a:pt x="982129" y="160121"/>
                </a:lnTo>
                <a:lnTo>
                  <a:pt x="1120914" y="155549"/>
                </a:lnTo>
                <a:lnTo>
                  <a:pt x="1120914" y="183070"/>
                </a:lnTo>
                <a:lnTo>
                  <a:pt x="1120914" y="205943"/>
                </a:lnTo>
                <a:lnTo>
                  <a:pt x="1120914" y="239471"/>
                </a:lnTo>
                <a:lnTo>
                  <a:pt x="1032421" y="239471"/>
                </a:lnTo>
                <a:lnTo>
                  <a:pt x="1032421" y="205943"/>
                </a:lnTo>
                <a:lnTo>
                  <a:pt x="1120914" y="205943"/>
                </a:lnTo>
                <a:lnTo>
                  <a:pt x="1120914" y="183070"/>
                </a:lnTo>
                <a:lnTo>
                  <a:pt x="1003465" y="183070"/>
                </a:lnTo>
                <a:lnTo>
                  <a:pt x="1003465" y="271475"/>
                </a:lnTo>
                <a:lnTo>
                  <a:pt x="1032421" y="271475"/>
                </a:lnTo>
                <a:lnTo>
                  <a:pt x="1032421" y="262331"/>
                </a:lnTo>
                <a:lnTo>
                  <a:pt x="1120914" y="262331"/>
                </a:lnTo>
                <a:lnTo>
                  <a:pt x="1120914" y="291376"/>
                </a:lnTo>
                <a:lnTo>
                  <a:pt x="982129" y="291376"/>
                </a:lnTo>
                <a:lnTo>
                  <a:pt x="982129" y="433209"/>
                </a:lnTo>
                <a:lnTo>
                  <a:pt x="1012609" y="433209"/>
                </a:lnTo>
                <a:lnTo>
                  <a:pt x="1012609" y="314236"/>
                </a:lnTo>
                <a:lnTo>
                  <a:pt x="1120914" y="314236"/>
                </a:lnTo>
                <a:lnTo>
                  <a:pt x="1120914" y="355384"/>
                </a:lnTo>
                <a:lnTo>
                  <a:pt x="1101242" y="356285"/>
                </a:lnTo>
                <a:lnTo>
                  <a:pt x="1061288" y="357530"/>
                </a:lnTo>
                <a:lnTo>
                  <a:pt x="1041565" y="358432"/>
                </a:lnTo>
                <a:lnTo>
                  <a:pt x="1046137" y="385864"/>
                </a:lnTo>
                <a:lnTo>
                  <a:pt x="1090764" y="381812"/>
                </a:lnTo>
                <a:lnTo>
                  <a:pt x="1133106" y="378625"/>
                </a:lnTo>
                <a:lnTo>
                  <a:pt x="1210919" y="373672"/>
                </a:lnTo>
                <a:lnTo>
                  <a:pt x="1217015" y="385864"/>
                </a:lnTo>
                <a:lnTo>
                  <a:pt x="1218539" y="392061"/>
                </a:lnTo>
                <a:lnTo>
                  <a:pt x="1244447" y="379768"/>
                </a:lnTo>
                <a:lnTo>
                  <a:pt x="1241437" y="373672"/>
                </a:lnTo>
                <a:lnTo>
                  <a:pt x="1236687" y="364032"/>
                </a:lnTo>
                <a:lnTo>
                  <a:pt x="1231722" y="353860"/>
                </a:lnTo>
                <a:lnTo>
                  <a:pt x="1229207" y="348716"/>
                </a:lnTo>
                <a:lnTo>
                  <a:pt x="1221727" y="333692"/>
                </a:lnTo>
                <a:lnTo>
                  <a:pt x="1213967" y="318808"/>
                </a:lnTo>
                <a:lnTo>
                  <a:pt x="1189494" y="329476"/>
                </a:lnTo>
                <a:lnTo>
                  <a:pt x="1192542" y="337096"/>
                </a:lnTo>
                <a:lnTo>
                  <a:pt x="1197114" y="343192"/>
                </a:lnTo>
                <a:lnTo>
                  <a:pt x="1200162" y="350812"/>
                </a:lnTo>
                <a:lnTo>
                  <a:pt x="1187589" y="351078"/>
                </a:lnTo>
                <a:lnTo>
                  <a:pt x="1175016" y="351764"/>
                </a:lnTo>
                <a:lnTo>
                  <a:pt x="1162443" y="352742"/>
                </a:lnTo>
                <a:lnTo>
                  <a:pt x="1149870" y="353860"/>
                </a:lnTo>
                <a:lnTo>
                  <a:pt x="1149870" y="314236"/>
                </a:lnTo>
                <a:lnTo>
                  <a:pt x="1267307" y="314236"/>
                </a:lnTo>
                <a:lnTo>
                  <a:pt x="1267307" y="379768"/>
                </a:lnTo>
                <a:lnTo>
                  <a:pt x="1265859" y="389826"/>
                </a:lnTo>
                <a:lnTo>
                  <a:pt x="1261402" y="397002"/>
                </a:lnTo>
                <a:lnTo>
                  <a:pt x="1253807" y="401294"/>
                </a:lnTo>
                <a:lnTo>
                  <a:pt x="1242923" y="402729"/>
                </a:lnTo>
                <a:lnTo>
                  <a:pt x="1232039" y="402463"/>
                </a:lnTo>
                <a:lnTo>
                  <a:pt x="1219860" y="401777"/>
                </a:lnTo>
                <a:lnTo>
                  <a:pt x="1191018" y="399681"/>
                </a:lnTo>
                <a:lnTo>
                  <a:pt x="1193279" y="408292"/>
                </a:lnTo>
                <a:lnTo>
                  <a:pt x="1195400" y="416064"/>
                </a:lnTo>
                <a:lnTo>
                  <a:pt x="1197229" y="423252"/>
                </a:lnTo>
                <a:lnTo>
                  <a:pt x="1198638" y="430161"/>
                </a:lnTo>
                <a:lnTo>
                  <a:pt x="1252067" y="430161"/>
                </a:lnTo>
                <a:lnTo>
                  <a:pt x="1272070" y="427316"/>
                </a:lnTo>
                <a:lnTo>
                  <a:pt x="1286357" y="418909"/>
                </a:lnTo>
                <a:lnTo>
                  <a:pt x="1294930" y="405041"/>
                </a:lnTo>
                <a:lnTo>
                  <a:pt x="1295273" y="402729"/>
                </a:lnTo>
                <a:lnTo>
                  <a:pt x="1297787" y="385864"/>
                </a:lnTo>
                <a:lnTo>
                  <a:pt x="1297787" y="314236"/>
                </a:lnTo>
                <a:lnTo>
                  <a:pt x="1297787" y="291376"/>
                </a:lnTo>
                <a:close/>
              </a:path>
              <a:path w="1763395" h="436879">
                <a:moveTo>
                  <a:pt x="1378648" y="108305"/>
                </a:moveTo>
                <a:lnTo>
                  <a:pt x="1349692" y="100685"/>
                </a:lnTo>
                <a:lnTo>
                  <a:pt x="1343939" y="131584"/>
                </a:lnTo>
                <a:lnTo>
                  <a:pt x="1338033" y="160362"/>
                </a:lnTo>
                <a:lnTo>
                  <a:pt x="1331836" y="187134"/>
                </a:lnTo>
                <a:lnTo>
                  <a:pt x="1325219" y="212026"/>
                </a:lnTo>
                <a:lnTo>
                  <a:pt x="1342796" y="215836"/>
                </a:lnTo>
                <a:lnTo>
                  <a:pt x="1349730" y="217601"/>
                </a:lnTo>
                <a:lnTo>
                  <a:pt x="1355788" y="219646"/>
                </a:lnTo>
                <a:lnTo>
                  <a:pt x="1362367" y="190461"/>
                </a:lnTo>
                <a:lnTo>
                  <a:pt x="1368361" y="162267"/>
                </a:lnTo>
                <a:lnTo>
                  <a:pt x="1373797" y="134924"/>
                </a:lnTo>
                <a:lnTo>
                  <a:pt x="1378648" y="108305"/>
                </a:lnTo>
                <a:close/>
              </a:path>
              <a:path w="1763395" h="436879">
                <a:moveTo>
                  <a:pt x="1480858" y="141833"/>
                </a:moveTo>
                <a:lnTo>
                  <a:pt x="1458734" y="102209"/>
                </a:lnTo>
                <a:lnTo>
                  <a:pt x="1442656" y="76301"/>
                </a:lnTo>
                <a:lnTo>
                  <a:pt x="1424368" y="85445"/>
                </a:lnTo>
                <a:lnTo>
                  <a:pt x="1424368" y="1524"/>
                </a:lnTo>
                <a:lnTo>
                  <a:pt x="1389316" y="1524"/>
                </a:lnTo>
                <a:lnTo>
                  <a:pt x="1389316" y="434733"/>
                </a:lnTo>
                <a:lnTo>
                  <a:pt x="1424368" y="434733"/>
                </a:lnTo>
                <a:lnTo>
                  <a:pt x="1424368" y="102209"/>
                </a:lnTo>
                <a:lnTo>
                  <a:pt x="1431493" y="115328"/>
                </a:lnTo>
                <a:lnTo>
                  <a:pt x="1439037" y="129451"/>
                </a:lnTo>
                <a:lnTo>
                  <a:pt x="1446872" y="144424"/>
                </a:lnTo>
                <a:lnTo>
                  <a:pt x="1454848" y="160121"/>
                </a:lnTo>
                <a:lnTo>
                  <a:pt x="1480858" y="141833"/>
                </a:lnTo>
                <a:close/>
              </a:path>
              <a:path w="1763395" h="436879">
                <a:moveTo>
                  <a:pt x="1762988" y="382816"/>
                </a:moveTo>
                <a:lnTo>
                  <a:pt x="1634883" y="382816"/>
                </a:lnTo>
                <a:lnTo>
                  <a:pt x="1634883" y="266890"/>
                </a:lnTo>
                <a:lnTo>
                  <a:pt x="1741563" y="266890"/>
                </a:lnTo>
                <a:lnTo>
                  <a:pt x="1741563" y="234886"/>
                </a:lnTo>
                <a:lnTo>
                  <a:pt x="1634883" y="234886"/>
                </a:lnTo>
                <a:lnTo>
                  <a:pt x="1634883" y="129641"/>
                </a:lnTo>
                <a:lnTo>
                  <a:pt x="1750707" y="129641"/>
                </a:lnTo>
                <a:lnTo>
                  <a:pt x="1750707" y="99161"/>
                </a:lnTo>
                <a:lnTo>
                  <a:pt x="1634883" y="99161"/>
                </a:lnTo>
                <a:lnTo>
                  <a:pt x="1634883" y="3048"/>
                </a:lnTo>
                <a:lnTo>
                  <a:pt x="1599730" y="3048"/>
                </a:lnTo>
                <a:lnTo>
                  <a:pt x="1599730" y="99161"/>
                </a:lnTo>
                <a:lnTo>
                  <a:pt x="1540294" y="99161"/>
                </a:lnTo>
                <a:lnTo>
                  <a:pt x="1545513" y="84289"/>
                </a:lnTo>
                <a:lnTo>
                  <a:pt x="1550009" y="69392"/>
                </a:lnTo>
                <a:lnTo>
                  <a:pt x="1554226" y="54508"/>
                </a:lnTo>
                <a:lnTo>
                  <a:pt x="1558582" y="39624"/>
                </a:lnTo>
                <a:lnTo>
                  <a:pt x="1523530" y="30480"/>
                </a:lnTo>
                <a:lnTo>
                  <a:pt x="1512938" y="71424"/>
                </a:lnTo>
                <a:lnTo>
                  <a:pt x="1499323" y="111925"/>
                </a:lnTo>
                <a:lnTo>
                  <a:pt x="1482559" y="152133"/>
                </a:lnTo>
                <a:lnTo>
                  <a:pt x="1462481" y="192214"/>
                </a:lnTo>
                <a:lnTo>
                  <a:pt x="1467866" y="195097"/>
                </a:lnTo>
                <a:lnTo>
                  <a:pt x="1474711" y="199263"/>
                </a:lnTo>
                <a:lnTo>
                  <a:pt x="1482699" y="204863"/>
                </a:lnTo>
                <a:lnTo>
                  <a:pt x="1491526" y="212026"/>
                </a:lnTo>
                <a:lnTo>
                  <a:pt x="1501762" y="191439"/>
                </a:lnTo>
                <a:lnTo>
                  <a:pt x="1511719" y="170840"/>
                </a:lnTo>
                <a:lnTo>
                  <a:pt x="1521104" y="150228"/>
                </a:lnTo>
                <a:lnTo>
                  <a:pt x="1529626" y="129641"/>
                </a:lnTo>
                <a:lnTo>
                  <a:pt x="1599730" y="129641"/>
                </a:lnTo>
                <a:lnTo>
                  <a:pt x="1599730" y="234886"/>
                </a:lnTo>
                <a:lnTo>
                  <a:pt x="1486954" y="234886"/>
                </a:lnTo>
                <a:lnTo>
                  <a:pt x="1486954" y="266890"/>
                </a:lnTo>
                <a:lnTo>
                  <a:pt x="1599730" y="266890"/>
                </a:lnTo>
                <a:lnTo>
                  <a:pt x="1599730" y="382816"/>
                </a:lnTo>
                <a:lnTo>
                  <a:pt x="1457909" y="382816"/>
                </a:lnTo>
                <a:lnTo>
                  <a:pt x="1457909" y="414921"/>
                </a:lnTo>
                <a:lnTo>
                  <a:pt x="1762988" y="414921"/>
                </a:lnTo>
                <a:lnTo>
                  <a:pt x="1762988" y="382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418844" y="453390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36877" y="4326064"/>
            <a:ext cx="1937385" cy="386080"/>
          </a:xfrm>
          <a:custGeom>
            <a:avLst/>
            <a:gdLst/>
            <a:ahLst/>
            <a:cxnLst/>
            <a:rect l="l" t="t" r="r" b="b"/>
            <a:pathLst>
              <a:path w="1937385" h="386079">
                <a:moveTo>
                  <a:pt x="94488" y="128117"/>
                </a:moveTo>
                <a:lnTo>
                  <a:pt x="88480" y="116408"/>
                </a:lnTo>
                <a:lnTo>
                  <a:pt x="81915" y="104114"/>
                </a:lnTo>
                <a:lnTo>
                  <a:pt x="74764" y="91249"/>
                </a:lnTo>
                <a:lnTo>
                  <a:pt x="67056" y="77825"/>
                </a:lnTo>
                <a:lnTo>
                  <a:pt x="42672" y="90017"/>
                </a:lnTo>
                <a:lnTo>
                  <a:pt x="50368" y="102590"/>
                </a:lnTo>
                <a:lnTo>
                  <a:pt x="57340" y="115163"/>
                </a:lnTo>
                <a:lnTo>
                  <a:pt x="63461" y="127736"/>
                </a:lnTo>
                <a:lnTo>
                  <a:pt x="68580" y="140309"/>
                </a:lnTo>
                <a:lnTo>
                  <a:pt x="94488" y="128117"/>
                </a:lnTo>
                <a:close/>
              </a:path>
              <a:path w="1937385" h="386079">
                <a:moveTo>
                  <a:pt x="176872" y="192227"/>
                </a:moveTo>
                <a:lnTo>
                  <a:pt x="161632" y="169265"/>
                </a:lnTo>
                <a:lnTo>
                  <a:pt x="134670" y="185293"/>
                </a:lnTo>
                <a:lnTo>
                  <a:pt x="108597" y="198882"/>
                </a:lnTo>
                <a:lnTo>
                  <a:pt x="83108" y="209867"/>
                </a:lnTo>
                <a:lnTo>
                  <a:pt x="57912" y="218135"/>
                </a:lnTo>
                <a:lnTo>
                  <a:pt x="61607" y="223012"/>
                </a:lnTo>
                <a:lnTo>
                  <a:pt x="65722" y="228612"/>
                </a:lnTo>
                <a:lnTo>
                  <a:pt x="70129" y="235064"/>
                </a:lnTo>
                <a:lnTo>
                  <a:pt x="74676" y="242519"/>
                </a:lnTo>
                <a:lnTo>
                  <a:pt x="99212" y="231660"/>
                </a:lnTo>
                <a:lnTo>
                  <a:pt x="124637" y="219659"/>
                </a:lnTo>
                <a:lnTo>
                  <a:pt x="150622" y="206514"/>
                </a:lnTo>
                <a:lnTo>
                  <a:pt x="176872" y="192227"/>
                </a:lnTo>
                <a:close/>
              </a:path>
              <a:path w="1937385" h="386079">
                <a:moveTo>
                  <a:pt x="187540" y="247091"/>
                </a:moveTo>
                <a:lnTo>
                  <a:pt x="170776" y="227279"/>
                </a:lnTo>
                <a:lnTo>
                  <a:pt x="143929" y="244462"/>
                </a:lnTo>
                <a:lnTo>
                  <a:pt x="116065" y="259664"/>
                </a:lnTo>
                <a:lnTo>
                  <a:pt x="87337" y="273177"/>
                </a:lnTo>
                <a:lnTo>
                  <a:pt x="57912" y="285280"/>
                </a:lnTo>
                <a:lnTo>
                  <a:pt x="61391" y="290156"/>
                </a:lnTo>
                <a:lnTo>
                  <a:pt x="69481" y="302209"/>
                </a:lnTo>
                <a:lnTo>
                  <a:pt x="74676" y="309664"/>
                </a:lnTo>
                <a:lnTo>
                  <a:pt x="102171" y="297103"/>
                </a:lnTo>
                <a:lnTo>
                  <a:pt x="129971" y="282371"/>
                </a:lnTo>
                <a:lnTo>
                  <a:pt x="158343" y="265645"/>
                </a:lnTo>
                <a:lnTo>
                  <a:pt x="187540" y="247091"/>
                </a:lnTo>
                <a:close/>
              </a:path>
              <a:path w="1937385" h="386079">
                <a:moveTo>
                  <a:pt x="193636" y="141833"/>
                </a:moveTo>
                <a:lnTo>
                  <a:pt x="146392" y="141833"/>
                </a:lnTo>
                <a:lnTo>
                  <a:pt x="154990" y="127304"/>
                </a:lnTo>
                <a:lnTo>
                  <a:pt x="162585" y="113639"/>
                </a:lnTo>
                <a:lnTo>
                  <a:pt x="169329" y="101117"/>
                </a:lnTo>
                <a:lnTo>
                  <a:pt x="175348" y="90017"/>
                </a:lnTo>
                <a:lnTo>
                  <a:pt x="144868" y="77825"/>
                </a:lnTo>
                <a:lnTo>
                  <a:pt x="139738" y="93827"/>
                </a:lnTo>
                <a:lnTo>
                  <a:pt x="133591" y="109829"/>
                </a:lnTo>
                <a:lnTo>
                  <a:pt x="126580" y="125831"/>
                </a:lnTo>
                <a:lnTo>
                  <a:pt x="118872" y="141833"/>
                </a:lnTo>
                <a:lnTo>
                  <a:pt x="24384" y="141833"/>
                </a:lnTo>
                <a:lnTo>
                  <a:pt x="24320" y="245567"/>
                </a:lnTo>
                <a:lnTo>
                  <a:pt x="22936" y="278625"/>
                </a:lnTo>
                <a:lnTo>
                  <a:pt x="18478" y="308889"/>
                </a:lnTo>
                <a:lnTo>
                  <a:pt x="10883" y="334568"/>
                </a:lnTo>
                <a:lnTo>
                  <a:pt x="0" y="355384"/>
                </a:lnTo>
                <a:lnTo>
                  <a:pt x="5473" y="361365"/>
                </a:lnTo>
                <a:lnTo>
                  <a:pt x="10668" y="367766"/>
                </a:lnTo>
                <a:lnTo>
                  <a:pt x="15862" y="374459"/>
                </a:lnTo>
                <a:lnTo>
                  <a:pt x="21336" y="381292"/>
                </a:lnTo>
                <a:lnTo>
                  <a:pt x="43243" y="321462"/>
                </a:lnTo>
                <a:lnTo>
                  <a:pt x="50228" y="247091"/>
                </a:lnTo>
                <a:lnTo>
                  <a:pt x="50292" y="166217"/>
                </a:lnTo>
                <a:lnTo>
                  <a:pt x="193636" y="166217"/>
                </a:lnTo>
                <a:lnTo>
                  <a:pt x="193636" y="141833"/>
                </a:lnTo>
                <a:close/>
              </a:path>
              <a:path w="1937385" h="386079">
                <a:moveTo>
                  <a:pt x="193636" y="50292"/>
                </a:moveTo>
                <a:lnTo>
                  <a:pt x="111252" y="50292"/>
                </a:lnTo>
                <a:lnTo>
                  <a:pt x="128016" y="42672"/>
                </a:lnTo>
                <a:lnTo>
                  <a:pt x="123139" y="33274"/>
                </a:lnTo>
                <a:lnTo>
                  <a:pt x="117538" y="23431"/>
                </a:lnTo>
                <a:lnTo>
                  <a:pt x="111086" y="13322"/>
                </a:lnTo>
                <a:lnTo>
                  <a:pt x="103632" y="3048"/>
                </a:lnTo>
                <a:lnTo>
                  <a:pt x="79248" y="15240"/>
                </a:lnTo>
                <a:lnTo>
                  <a:pt x="85559" y="25222"/>
                </a:lnTo>
                <a:lnTo>
                  <a:pt x="90868" y="34480"/>
                </a:lnTo>
                <a:lnTo>
                  <a:pt x="95211" y="42672"/>
                </a:lnTo>
                <a:lnTo>
                  <a:pt x="99060" y="50292"/>
                </a:lnTo>
                <a:lnTo>
                  <a:pt x="13716" y="50292"/>
                </a:lnTo>
                <a:lnTo>
                  <a:pt x="13716" y="74676"/>
                </a:lnTo>
                <a:lnTo>
                  <a:pt x="193636" y="74676"/>
                </a:lnTo>
                <a:lnTo>
                  <a:pt x="193636" y="50292"/>
                </a:lnTo>
                <a:close/>
              </a:path>
              <a:path w="1937385" h="386079">
                <a:moveTo>
                  <a:pt x="195160" y="308140"/>
                </a:moveTo>
                <a:lnTo>
                  <a:pt x="178396" y="286804"/>
                </a:lnTo>
                <a:lnTo>
                  <a:pt x="147866" y="308521"/>
                </a:lnTo>
                <a:lnTo>
                  <a:pt x="115874" y="327952"/>
                </a:lnTo>
                <a:lnTo>
                  <a:pt x="82740" y="345097"/>
                </a:lnTo>
                <a:lnTo>
                  <a:pt x="48768" y="359956"/>
                </a:lnTo>
                <a:lnTo>
                  <a:pt x="53073" y="365671"/>
                </a:lnTo>
                <a:lnTo>
                  <a:pt x="56959" y="371386"/>
                </a:lnTo>
                <a:lnTo>
                  <a:pt x="60553" y="377101"/>
                </a:lnTo>
                <a:lnTo>
                  <a:pt x="64008" y="382816"/>
                </a:lnTo>
                <a:lnTo>
                  <a:pt x="97142" y="368579"/>
                </a:lnTo>
                <a:lnTo>
                  <a:pt x="130162" y="351193"/>
                </a:lnTo>
                <a:lnTo>
                  <a:pt x="162890" y="330949"/>
                </a:lnTo>
                <a:lnTo>
                  <a:pt x="195160" y="308140"/>
                </a:lnTo>
                <a:close/>
              </a:path>
              <a:path w="1937385" h="386079">
                <a:moveTo>
                  <a:pt x="382714" y="24384"/>
                </a:moveTo>
                <a:lnTo>
                  <a:pt x="196684" y="24384"/>
                </a:lnTo>
                <a:lnTo>
                  <a:pt x="196684" y="50292"/>
                </a:lnTo>
                <a:lnTo>
                  <a:pt x="265277" y="50292"/>
                </a:lnTo>
                <a:lnTo>
                  <a:pt x="257657" y="102209"/>
                </a:lnTo>
                <a:lnTo>
                  <a:pt x="205841" y="102209"/>
                </a:lnTo>
                <a:lnTo>
                  <a:pt x="205841" y="292900"/>
                </a:lnTo>
                <a:lnTo>
                  <a:pt x="231749" y="292900"/>
                </a:lnTo>
                <a:lnTo>
                  <a:pt x="231749" y="128117"/>
                </a:lnTo>
                <a:lnTo>
                  <a:pt x="340042" y="128117"/>
                </a:lnTo>
                <a:lnTo>
                  <a:pt x="340042" y="292900"/>
                </a:lnTo>
                <a:lnTo>
                  <a:pt x="365950" y="292900"/>
                </a:lnTo>
                <a:lnTo>
                  <a:pt x="365950" y="128117"/>
                </a:lnTo>
                <a:lnTo>
                  <a:pt x="365950" y="102209"/>
                </a:lnTo>
                <a:lnTo>
                  <a:pt x="285178" y="102209"/>
                </a:lnTo>
                <a:lnTo>
                  <a:pt x="295846" y="50292"/>
                </a:lnTo>
                <a:lnTo>
                  <a:pt x="382714" y="50292"/>
                </a:lnTo>
                <a:lnTo>
                  <a:pt x="382714" y="24384"/>
                </a:lnTo>
                <a:close/>
              </a:path>
              <a:path w="1937385" h="386079">
                <a:moveTo>
                  <a:pt x="384238" y="359956"/>
                </a:moveTo>
                <a:lnTo>
                  <a:pt x="361950" y="340766"/>
                </a:lnTo>
                <a:lnTo>
                  <a:pt x="338518" y="321856"/>
                </a:lnTo>
                <a:lnTo>
                  <a:pt x="320687" y="308140"/>
                </a:lnTo>
                <a:lnTo>
                  <a:pt x="313944" y="302945"/>
                </a:lnTo>
                <a:lnTo>
                  <a:pt x="288226" y="283756"/>
                </a:lnTo>
                <a:lnTo>
                  <a:pt x="293103" y="264502"/>
                </a:lnTo>
                <a:lnTo>
                  <a:pt x="296418" y="243281"/>
                </a:lnTo>
                <a:lnTo>
                  <a:pt x="298297" y="219798"/>
                </a:lnTo>
                <a:lnTo>
                  <a:pt x="298780" y="198882"/>
                </a:lnTo>
                <a:lnTo>
                  <a:pt x="298894" y="144881"/>
                </a:lnTo>
                <a:lnTo>
                  <a:pt x="272897" y="144881"/>
                </a:lnTo>
                <a:lnTo>
                  <a:pt x="272834" y="193751"/>
                </a:lnTo>
                <a:lnTo>
                  <a:pt x="271729" y="224231"/>
                </a:lnTo>
                <a:lnTo>
                  <a:pt x="261962" y="274561"/>
                </a:lnTo>
                <a:lnTo>
                  <a:pt x="240245" y="310908"/>
                </a:lnTo>
                <a:lnTo>
                  <a:pt x="199720" y="345198"/>
                </a:lnTo>
                <a:lnTo>
                  <a:pt x="172300" y="361480"/>
                </a:lnTo>
                <a:lnTo>
                  <a:pt x="184492" y="375386"/>
                </a:lnTo>
                <a:lnTo>
                  <a:pt x="189026" y="380987"/>
                </a:lnTo>
                <a:lnTo>
                  <a:pt x="192112" y="385864"/>
                </a:lnTo>
                <a:lnTo>
                  <a:pt x="220459" y="367296"/>
                </a:lnTo>
                <a:lnTo>
                  <a:pt x="243941" y="348145"/>
                </a:lnTo>
                <a:lnTo>
                  <a:pt x="262877" y="328434"/>
                </a:lnTo>
                <a:lnTo>
                  <a:pt x="277558" y="308140"/>
                </a:lnTo>
                <a:lnTo>
                  <a:pt x="300113" y="325577"/>
                </a:lnTo>
                <a:lnTo>
                  <a:pt x="321945" y="343573"/>
                </a:lnTo>
                <a:lnTo>
                  <a:pt x="342925" y="362153"/>
                </a:lnTo>
                <a:lnTo>
                  <a:pt x="362902" y="381292"/>
                </a:lnTo>
                <a:lnTo>
                  <a:pt x="384238" y="359956"/>
                </a:lnTo>
                <a:close/>
              </a:path>
              <a:path w="1937385" h="386079">
                <a:moveTo>
                  <a:pt x="773150" y="274523"/>
                </a:moveTo>
                <a:lnTo>
                  <a:pt x="754862" y="268617"/>
                </a:lnTo>
                <a:lnTo>
                  <a:pt x="747433" y="266153"/>
                </a:lnTo>
                <a:lnTo>
                  <a:pt x="741146" y="263855"/>
                </a:lnTo>
                <a:lnTo>
                  <a:pt x="739711" y="280454"/>
                </a:lnTo>
                <a:lnTo>
                  <a:pt x="732002" y="321856"/>
                </a:lnTo>
                <a:lnTo>
                  <a:pt x="699998" y="338620"/>
                </a:lnTo>
                <a:lnTo>
                  <a:pt x="494068" y="338620"/>
                </a:lnTo>
                <a:lnTo>
                  <a:pt x="483184" y="336931"/>
                </a:lnTo>
                <a:lnTo>
                  <a:pt x="475589" y="331952"/>
                </a:lnTo>
                <a:lnTo>
                  <a:pt x="471131" y="323837"/>
                </a:lnTo>
                <a:lnTo>
                  <a:pt x="469684" y="312712"/>
                </a:lnTo>
                <a:lnTo>
                  <a:pt x="469684" y="244043"/>
                </a:lnTo>
                <a:lnTo>
                  <a:pt x="699998" y="244043"/>
                </a:lnTo>
                <a:lnTo>
                  <a:pt x="699998" y="257759"/>
                </a:lnTo>
                <a:lnTo>
                  <a:pt x="730478" y="257759"/>
                </a:lnTo>
                <a:lnTo>
                  <a:pt x="730478" y="117449"/>
                </a:lnTo>
                <a:lnTo>
                  <a:pt x="699998" y="117449"/>
                </a:lnTo>
                <a:lnTo>
                  <a:pt x="699998" y="144881"/>
                </a:lnTo>
                <a:lnTo>
                  <a:pt x="699998" y="216611"/>
                </a:lnTo>
                <a:lnTo>
                  <a:pt x="599313" y="216611"/>
                </a:lnTo>
                <a:lnTo>
                  <a:pt x="599313" y="144881"/>
                </a:lnTo>
                <a:lnTo>
                  <a:pt x="699998" y="144881"/>
                </a:lnTo>
                <a:lnTo>
                  <a:pt x="699998" y="117449"/>
                </a:lnTo>
                <a:lnTo>
                  <a:pt x="626745" y="117449"/>
                </a:lnTo>
                <a:lnTo>
                  <a:pt x="672465" y="67056"/>
                </a:lnTo>
                <a:lnTo>
                  <a:pt x="672465" y="41148"/>
                </a:lnTo>
                <a:lnTo>
                  <a:pt x="632841" y="41148"/>
                </a:lnTo>
                <a:lnTo>
                  <a:pt x="632841" y="67056"/>
                </a:lnTo>
                <a:lnTo>
                  <a:pt x="622528" y="79692"/>
                </a:lnTo>
                <a:lnTo>
                  <a:pt x="612076" y="92290"/>
                </a:lnTo>
                <a:lnTo>
                  <a:pt x="601332" y="104876"/>
                </a:lnTo>
                <a:lnTo>
                  <a:pt x="590169" y="117449"/>
                </a:lnTo>
                <a:lnTo>
                  <a:pt x="570357" y="117449"/>
                </a:lnTo>
                <a:lnTo>
                  <a:pt x="570357" y="144881"/>
                </a:lnTo>
                <a:lnTo>
                  <a:pt x="570357" y="216611"/>
                </a:lnTo>
                <a:lnTo>
                  <a:pt x="469684" y="216611"/>
                </a:lnTo>
                <a:lnTo>
                  <a:pt x="469684" y="144881"/>
                </a:lnTo>
                <a:lnTo>
                  <a:pt x="570357" y="144881"/>
                </a:lnTo>
                <a:lnTo>
                  <a:pt x="570357" y="117449"/>
                </a:lnTo>
                <a:lnTo>
                  <a:pt x="452920" y="117449"/>
                </a:lnTo>
                <a:lnTo>
                  <a:pt x="465201" y="105727"/>
                </a:lnTo>
                <a:lnTo>
                  <a:pt x="476923" y="93433"/>
                </a:lnTo>
                <a:lnTo>
                  <a:pt x="488061" y="80543"/>
                </a:lnTo>
                <a:lnTo>
                  <a:pt x="498640" y="67056"/>
                </a:lnTo>
                <a:lnTo>
                  <a:pt x="632841" y="67056"/>
                </a:lnTo>
                <a:lnTo>
                  <a:pt x="632841" y="41148"/>
                </a:lnTo>
                <a:lnTo>
                  <a:pt x="519976" y="41148"/>
                </a:lnTo>
                <a:lnTo>
                  <a:pt x="542836" y="9144"/>
                </a:lnTo>
                <a:lnTo>
                  <a:pt x="510832" y="0"/>
                </a:lnTo>
                <a:lnTo>
                  <a:pt x="487108" y="36360"/>
                </a:lnTo>
                <a:lnTo>
                  <a:pt x="459384" y="70154"/>
                </a:lnTo>
                <a:lnTo>
                  <a:pt x="427634" y="101676"/>
                </a:lnTo>
                <a:lnTo>
                  <a:pt x="391858" y="131165"/>
                </a:lnTo>
                <a:lnTo>
                  <a:pt x="398449" y="135978"/>
                </a:lnTo>
                <a:lnTo>
                  <a:pt x="404634" y="141071"/>
                </a:lnTo>
                <a:lnTo>
                  <a:pt x="410540" y="146164"/>
                </a:lnTo>
                <a:lnTo>
                  <a:pt x="416344" y="150977"/>
                </a:lnTo>
                <a:lnTo>
                  <a:pt x="422059" y="145503"/>
                </a:lnTo>
                <a:lnTo>
                  <a:pt x="433489" y="135115"/>
                </a:lnTo>
                <a:lnTo>
                  <a:pt x="439204" y="129641"/>
                </a:lnTo>
                <a:lnTo>
                  <a:pt x="439204" y="314236"/>
                </a:lnTo>
                <a:lnTo>
                  <a:pt x="442366" y="337362"/>
                </a:lnTo>
                <a:lnTo>
                  <a:pt x="451967" y="354050"/>
                </a:lnTo>
                <a:lnTo>
                  <a:pt x="468134" y="364172"/>
                </a:lnTo>
                <a:lnTo>
                  <a:pt x="491020" y="367576"/>
                </a:lnTo>
                <a:lnTo>
                  <a:pt x="706094" y="367576"/>
                </a:lnTo>
                <a:lnTo>
                  <a:pt x="726681" y="365290"/>
                </a:lnTo>
                <a:lnTo>
                  <a:pt x="742861" y="358432"/>
                </a:lnTo>
                <a:lnTo>
                  <a:pt x="754735" y="347002"/>
                </a:lnTo>
                <a:lnTo>
                  <a:pt x="758786" y="338620"/>
                </a:lnTo>
                <a:lnTo>
                  <a:pt x="762482" y="331000"/>
                </a:lnTo>
                <a:lnTo>
                  <a:pt x="764997" y="319836"/>
                </a:lnTo>
                <a:lnTo>
                  <a:pt x="767816" y="306793"/>
                </a:lnTo>
                <a:lnTo>
                  <a:pt x="770623" y="291744"/>
                </a:lnTo>
                <a:lnTo>
                  <a:pt x="773150" y="274523"/>
                </a:lnTo>
                <a:close/>
              </a:path>
              <a:path w="1937385" h="386079">
                <a:moveTo>
                  <a:pt x="1166622" y="344716"/>
                </a:moveTo>
                <a:lnTo>
                  <a:pt x="1097991" y="324142"/>
                </a:lnTo>
                <a:lnTo>
                  <a:pt x="1038517" y="289852"/>
                </a:lnTo>
                <a:lnTo>
                  <a:pt x="1056093" y="269951"/>
                </a:lnTo>
                <a:lnTo>
                  <a:pt x="1062278" y="262940"/>
                </a:lnTo>
                <a:lnTo>
                  <a:pt x="1083475" y="232600"/>
                </a:lnTo>
                <a:lnTo>
                  <a:pt x="1102410" y="198843"/>
                </a:lnTo>
                <a:lnTo>
                  <a:pt x="1119378" y="161645"/>
                </a:lnTo>
                <a:lnTo>
                  <a:pt x="1119378" y="134213"/>
                </a:lnTo>
                <a:lnTo>
                  <a:pt x="1084237" y="134213"/>
                </a:lnTo>
                <a:lnTo>
                  <a:pt x="1084237" y="163169"/>
                </a:lnTo>
                <a:lnTo>
                  <a:pt x="1071105" y="192328"/>
                </a:lnTo>
                <a:lnTo>
                  <a:pt x="1054709" y="220027"/>
                </a:lnTo>
                <a:lnTo>
                  <a:pt x="1035151" y="245986"/>
                </a:lnTo>
                <a:lnTo>
                  <a:pt x="1012609" y="269951"/>
                </a:lnTo>
                <a:lnTo>
                  <a:pt x="983157" y="237070"/>
                </a:lnTo>
                <a:lnTo>
                  <a:pt x="956551" y="197891"/>
                </a:lnTo>
                <a:lnTo>
                  <a:pt x="936815" y="160121"/>
                </a:lnTo>
                <a:lnTo>
                  <a:pt x="932802" y="152425"/>
                </a:lnTo>
                <a:lnTo>
                  <a:pt x="911923" y="100685"/>
                </a:lnTo>
                <a:lnTo>
                  <a:pt x="912799" y="90385"/>
                </a:lnTo>
                <a:lnTo>
                  <a:pt x="913257" y="80060"/>
                </a:lnTo>
                <a:lnTo>
                  <a:pt x="913422" y="69748"/>
                </a:lnTo>
                <a:lnTo>
                  <a:pt x="913447" y="59436"/>
                </a:lnTo>
                <a:lnTo>
                  <a:pt x="1050709" y="59436"/>
                </a:lnTo>
                <a:lnTo>
                  <a:pt x="1011085" y="138785"/>
                </a:lnTo>
                <a:lnTo>
                  <a:pt x="1011085" y="163169"/>
                </a:lnTo>
                <a:lnTo>
                  <a:pt x="1084237" y="163169"/>
                </a:lnTo>
                <a:lnTo>
                  <a:pt x="1084237" y="134213"/>
                </a:lnTo>
                <a:lnTo>
                  <a:pt x="1047661" y="134213"/>
                </a:lnTo>
                <a:lnTo>
                  <a:pt x="1085761" y="59436"/>
                </a:lnTo>
                <a:lnTo>
                  <a:pt x="1085761" y="30480"/>
                </a:lnTo>
                <a:lnTo>
                  <a:pt x="803617" y="30480"/>
                </a:lnTo>
                <a:lnTo>
                  <a:pt x="803617" y="59436"/>
                </a:lnTo>
                <a:lnTo>
                  <a:pt x="881443" y="59436"/>
                </a:lnTo>
                <a:lnTo>
                  <a:pt x="879208" y="114896"/>
                </a:lnTo>
                <a:lnTo>
                  <a:pt x="874966" y="162064"/>
                </a:lnTo>
                <a:lnTo>
                  <a:pt x="869010" y="200634"/>
                </a:lnTo>
                <a:lnTo>
                  <a:pt x="850163" y="260959"/>
                </a:lnTo>
                <a:lnTo>
                  <a:pt x="812901" y="321703"/>
                </a:lnTo>
                <a:lnTo>
                  <a:pt x="786853" y="352336"/>
                </a:lnTo>
                <a:lnTo>
                  <a:pt x="793432" y="359168"/>
                </a:lnTo>
                <a:lnTo>
                  <a:pt x="799426" y="365861"/>
                </a:lnTo>
                <a:lnTo>
                  <a:pt x="804862" y="372262"/>
                </a:lnTo>
                <a:lnTo>
                  <a:pt x="809713" y="378244"/>
                </a:lnTo>
                <a:lnTo>
                  <a:pt x="838060" y="344855"/>
                </a:lnTo>
                <a:lnTo>
                  <a:pt x="861237" y="311175"/>
                </a:lnTo>
                <a:lnTo>
                  <a:pt x="879246" y="277482"/>
                </a:lnTo>
                <a:lnTo>
                  <a:pt x="896632" y="226009"/>
                </a:lnTo>
                <a:lnTo>
                  <a:pt x="904544" y="184200"/>
                </a:lnTo>
                <a:lnTo>
                  <a:pt x="907351" y="160121"/>
                </a:lnTo>
                <a:lnTo>
                  <a:pt x="923645" y="197586"/>
                </a:lnTo>
                <a:lnTo>
                  <a:pt x="942797" y="232029"/>
                </a:lnTo>
                <a:lnTo>
                  <a:pt x="964831" y="263334"/>
                </a:lnTo>
                <a:lnTo>
                  <a:pt x="989749" y="291376"/>
                </a:lnTo>
                <a:lnTo>
                  <a:pt x="963117" y="309956"/>
                </a:lnTo>
                <a:lnTo>
                  <a:pt x="933653" y="326809"/>
                </a:lnTo>
                <a:lnTo>
                  <a:pt x="901357" y="341960"/>
                </a:lnTo>
                <a:lnTo>
                  <a:pt x="866203" y="355384"/>
                </a:lnTo>
                <a:lnTo>
                  <a:pt x="872515" y="363105"/>
                </a:lnTo>
                <a:lnTo>
                  <a:pt x="877824" y="370243"/>
                </a:lnTo>
                <a:lnTo>
                  <a:pt x="882218" y="376720"/>
                </a:lnTo>
                <a:lnTo>
                  <a:pt x="886015" y="382816"/>
                </a:lnTo>
                <a:lnTo>
                  <a:pt x="922324" y="368007"/>
                </a:lnTo>
                <a:lnTo>
                  <a:pt x="955789" y="351193"/>
                </a:lnTo>
                <a:lnTo>
                  <a:pt x="986396" y="332663"/>
                </a:lnTo>
                <a:lnTo>
                  <a:pt x="1014133" y="312712"/>
                </a:lnTo>
                <a:lnTo>
                  <a:pt x="1040422" y="331292"/>
                </a:lnTo>
                <a:lnTo>
                  <a:pt x="1071283" y="348145"/>
                </a:lnTo>
                <a:lnTo>
                  <a:pt x="1106754" y="363296"/>
                </a:lnTo>
                <a:lnTo>
                  <a:pt x="1146810" y="376720"/>
                </a:lnTo>
                <a:lnTo>
                  <a:pt x="1150543" y="369582"/>
                </a:lnTo>
                <a:lnTo>
                  <a:pt x="1155001" y="361861"/>
                </a:lnTo>
                <a:lnTo>
                  <a:pt x="1160310" y="353580"/>
                </a:lnTo>
                <a:lnTo>
                  <a:pt x="1166622" y="344716"/>
                </a:lnTo>
                <a:close/>
              </a:path>
              <a:path w="1937385" h="386079">
                <a:moveTo>
                  <a:pt x="1329791" y="4572"/>
                </a:moveTo>
                <a:lnTo>
                  <a:pt x="1302359" y="4572"/>
                </a:lnTo>
                <a:lnTo>
                  <a:pt x="1302359" y="44196"/>
                </a:lnTo>
                <a:lnTo>
                  <a:pt x="1191006" y="44196"/>
                </a:lnTo>
                <a:lnTo>
                  <a:pt x="1191006" y="68580"/>
                </a:lnTo>
                <a:lnTo>
                  <a:pt x="1302359" y="68580"/>
                </a:lnTo>
                <a:lnTo>
                  <a:pt x="1302359" y="94589"/>
                </a:lnTo>
                <a:lnTo>
                  <a:pt x="1274076" y="100279"/>
                </a:lnTo>
                <a:lnTo>
                  <a:pt x="1244206" y="105829"/>
                </a:lnTo>
                <a:lnTo>
                  <a:pt x="1212900" y="111086"/>
                </a:lnTo>
                <a:lnTo>
                  <a:pt x="1180338" y="115925"/>
                </a:lnTo>
                <a:lnTo>
                  <a:pt x="1186434" y="144881"/>
                </a:lnTo>
                <a:lnTo>
                  <a:pt x="1214196" y="139166"/>
                </a:lnTo>
                <a:lnTo>
                  <a:pt x="1302359" y="122021"/>
                </a:lnTo>
                <a:lnTo>
                  <a:pt x="1302359" y="149453"/>
                </a:lnTo>
                <a:lnTo>
                  <a:pt x="1329791" y="149453"/>
                </a:lnTo>
                <a:lnTo>
                  <a:pt x="1329791" y="122021"/>
                </a:lnTo>
                <a:lnTo>
                  <a:pt x="1329791" y="4572"/>
                </a:lnTo>
                <a:close/>
              </a:path>
              <a:path w="1937385" h="386079">
                <a:moveTo>
                  <a:pt x="1503616" y="169265"/>
                </a:moveTo>
                <a:lnTo>
                  <a:pt x="1473136" y="169265"/>
                </a:lnTo>
                <a:lnTo>
                  <a:pt x="1473136" y="195262"/>
                </a:lnTo>
                <a:lnTo>
                  <a:pt x="1473136" y="225742"/>
                </a:lnTo>
                <a:lnTo>
                  <a:pt x="1473136" y="250126"/>
                </a:lnTo>
                <a:lnTo>
                  <a:pt x="1473136" y="282130"/>
                </a:lnTo>
                <a:lnTo>
                  <a:pt x="1262735" y="282130"/>
                </a:lnTo>
                <a:lnTo>
                  <a:pt x="1262735" y="250126"/>
                </a:lnTo>
                <a:lnTo>
                  <a:pt x="1473136" y="250126"/>
                </a:lnTo>
                <a:lnTo>
                  <a:pt x="1473136" y="225742"/>
                </a:lnTo>
                <a:lnTo>
                  <a:pt x="1262735" y="225742"/>
                </a:lnTo>
                <a:lnTo>
                  <a:pt x="1262735" y="195262"/>
                </a:lnTo>
                <a:lnTo>
                  <a:pt x="1473136" y="195262"/>
                </a:lnTo>
                <a:lnTo>
                  <a:pt x="1473136" y="169265"/>
                </a:lnTo>
                <a:lnTo>
                  <a:pt x="1232154" y="169265"/>
                </a:lnTo>
                <a:lnTo>
                  <a:pt x="1232154" y="379768"/>
                </a:lnTo>
                <a:lnTo>
                  <a:pt x="1262735" y="379768"/>
                </a:lnTo>
                <a:lnTo>
                  <a:pt x="1262735" y="306616"/>
                </a:lnTo>
                <a:lnTo>
                  <a:pt x="1473136" y="306616"/>
                </a:lnTo>
                <a:lnTo>
                  <a:pt x="1473136" y="324904"/>
                </a:lnTo>
                <a:lnTo>
                  <a:pt x="1471422" y="334899"/>
                </a:lnTo>
                <a:lnTo>
                  <a:pt x="1466278" y="342049"/>
                </a:lnTo>
                <a:lnTo>
                  <a:pt x="1457706" y="346329"/>
                </a:lnTo>
                <a:lnTo>
                  <a:pt x="1445704" y="347764"/>
                </a:lnTo>
                <a:lnTo>
                  <a:pt x="1427175" y="347497"/>
                </a:lnTo>
                <a:lnTo>
                  <a:pt x="1408353" y="346811"/>
                </a:lnTo>
                <a:lnTo>
                  <a:pt x="1370939" y="344716"/>
                </a:lnTo>
                <a:lnTo>
                  <a:pt x="1372958" y="353555"/>
                </a:lnTo>
                <a:lnTo>
                  <a:pt x="1374559" y="361670"/>
                </a:lnTo>
                <a:lnTo>
                  <a:pt x="1375867" y="368935"/>
                </a:lnTo>
                <a:lnTo>
                  <a:pt x="1377035" y="375196"/>
                </a:lnTo>
                <a:lnTo>
                  <a:pt x="1397114" y="376072"/>
                </a:lnTo>
                <a:lnTo>
                  <a:pt x="1416164" y="376529"/>
                </a:lnTo>
                <a:lnTo>
                  <a:pt x="1451800" y="376720"/>
                </a:lnTo>
                <a:lnTo>
                  <a:pt x="1474685" y="373862"/>
                </a:lnTo>
                <a:lnTo>
                  <a:pt x="1490853" y="365290"/>
                </a:lnTo>
                <a:lnTo>
                  <a:pt x="1500454" y="351002"/>
                </a:lnTo>
                <a:lnTo>
                  <a:pt x="1500962" y="347764"/>
                </a:lnTo>
                <a:lnTo>
                  <a:pt x="1503616" y="331000"/>
                </a:lnTo>
                <a:lnTo>
                  <a:pt x="1503616" y="195262"/>
                </a:lnTo>
                <a:lnTo>
                  <a:pt x="1503616" y="169265"/>
                </a:lnTo>
                <a:close/>
              </a:path>
              <a:path w="1937385" h="386079">
                <a:moveTo>
                  <a:pt x="1555534" y="82397"/>
                </a:moveTo>
                <a:lnTo>
                  <a:pt x="1547812" y="79857"/>
                </a:lnTo>
                <a:lnTo>
                  <a:pt x="1540675" y="77012"/>
                </a:lnTo>
                <a:lnTo>
                  <a:pt x="1528102" y="71628"/>
                </a:lnTo>
                <a:lnTo>
                  <a:pt x="1524279" y="93433"/>
                </a:lnTo>
                <a:lnTo>
                  <a:pt x="1495996" y="122021"/>
                </a:lnTo>
                <a:lnTo>
                  <a:pt x="1444180" y="122021"/>
                </a:lnTo>
                <a:lnTo>
                  <a:pt x="1433944" y="120586"/>
                </a:lnTo>
                <a:lnTo>
                  <a:pt x="1426273" y="116306"/>
                </a:lnTo>
                <a:lnTo>
                  <a:pt x="1421460" y="109156"/>
                </a:lnTo>
                <a:lnTo>
                  <a:pt x="1419796" y="99161"/>
                </a:lnTo>
                <a:lnTo>
                  <a:pt x="1419796" y="83921"/>
                </a:lnTo>
                <a:lnTo>
                  <a:pt x="1480388" y="69735"/>
                </a:lnTo>
                <a:lnTo>
                  <a:pt x="1511566" y="61963"/>
                </a:lnTo>
                <a:lnTo>
                  <a:pt x="1520875" y="59436"/>
                </a:lnTo>
                <a:lnTo>
                  <a:pt x="1543342" y="53340"/>
                </a:lnTo>
                <a:lnTo>
                  <a:pt x="1532674" y="27432"/>
                </a:lnTo>
                <a:lnTo>
                  <a:pt x="1504061" y="36296"/>
                </a:lnTo>
                <a:lnTo>
                  <a:pt x="1475625" y="44577"/>
                </a:lnTo>
                <a:lnTo>
                  <a:pt x="1447495" y="52298"/>
                </a:lnTo>
                <a:lnTo>
                  <a:pt x="1419796" y="59436"/>
                </a:lnTo>
                <a:lnTo>
                  <a:pt x="1419796" y="6096"/>
                </a:lnTo>
                <a:lnTo>
                  <a:pt x="1392364" y="6096"/>
                </a:lnTo>
                <a:lnTo>
                  <a:pt x="1392364" y="102209"/>
                </a:lnTo>
                <a:lnTo>
                  <a:pt x="1395247" y="122212"/>
                </a:lnTo>
                <a:lnTo>
                  <a:pt x="1403985" y="136499"/>
                </a:lnTo>
                <a:lnTo>
                  <a:pt x="1418729" y="145072"/>
                </a:lnTo>
                <a:lnTo>
                  <a:pt x="1439608" y="147929"/>
                </a:lnTo>
                <a:lnTo>
                  <a:pt x="1503616" y="147929"/>
                </a:lnTo>
                <a:lnTo>
                  <a:pt x="1540357" y="133146"/>
                </a:lnTo>
                <a:lnTo>
                  <a:pt x="1553248" y="94373"/>
                </a:lnTo>
                <a:lnTo>
                  <a:pt x="1555534" y="82397"/>
                </a:lnTo>
                <a:close/>
              </a:path>
              <a:path w="1937385" h="386079">
                <a:moveTo>
                  <a:pt x="1712595" y="323380"/>
                </a:moveTo>
                <a:lnTo>
                  <a:pt x="1695831" y="298996"/>
                </a:lnTo>
                <a:lnTo>
                  <a:pt x="1671574" y="311594"/>
                </a:lnTo>
                <a:lnTo>
                  <a:pt x="1644726" y="324332"/>
                </a:lnTo>
                <a:lnTo>
                  <a:pt x="1615592" y="337362"/>
                </a:lnTo>
                <a:lnTo>
                  <a:pt x="1584477" y="350812"/>
                </a:lnTo>
                <a:lnTo>
                  <a:pt x="1588795" y="357403"/>
                </a:lnTo>
                <a:lnTo>
                  <a:pt x="1592668" y="363575"/>
                </a:lnTo>
                <a:lnTo>
                  <a:pt x="1596275" y="369455"/>
                </a:lnTo>
                <a:lnTo>
                  <a:pt x="1599717" y="375196"/>
                </a:lnTo>
                <a:lnTo>
                  <a:pt x="1628292" y="362381"/>
                </a:lnTo>
                <a:lnTo>
                  <a:pt x="1639049" y="357428"/>
                </a:lnTo>
                <a:lnTo>
                  <a:pt x="1712595" y="323380"/>
                </a:lnTo>
                <a:close/>
              </a:path>
              <a:path w="1937385" h="386079">
                <a:moveTo>
                  <a:pt x="1895576" y="207467"/>
                </a:moveTo>
                <a:lnTo>
                  <a:pt x="1868144" y="207467"/>
                </a:lnTo>
                <a:lnTo>
                  <a:pt x="1868144" y="230327"/>
                </a:lnTo>
                <a:lnTo>
                  <a:pt x="1868144" y="260807"/>
                </a:lnTo>
                <a:lnTo>
                  <a:pt x="1653070" y="260807"/>
                </a:lnTo>
                <a:lnTo>
                  <a:pt x="1653070" y="230327"/>
                </a:lnTo>
                <a:lnTo>
                  <a:pt x="1868144" y="230327"/>
                </a:lnTo>
                <a:lnTo>
                  <a:pt x="1868144" y="207467"/>
                </a:lnTo>
                <a:lnTo>
                  <a:pt x="1625638" y="207467"/>
                </a:lnTo>
                <a:lnTo>
                  <a:pt x="1625638" y="295948"/>
                </a:lnTo>
                <a:lnTo>
                  <a:pt x="1653070" y="295948"/>
                </a:lnTo>
                <a:lnTo>
                  <a:pt x="1653070" y="283756"/>
                </a:lnTo>
                <a:lnTo>
                  <a:pt x="1747647" y="283756"/>
                </a:lnTo>
                <a:lnTo>
                  <a:pt x="1747647" y="329476"/>
                </a:lnTo>
                <a:lnTo>
                  <a:pt x="1746504" y="337718"/>
                </a:lnTo>
                <a:lnTo>
                  <a:pt x="1743075" y="343954"/>
                </a:lnTo>
                <a:lnTo>
                  <a:pt x="1737360" y="347903"/>
                </a:lnTo>
                <a:lnTo>
                  <a:pt x="1729359" y="349288"/>
                </a:lnTo>
                <a:lnTo>
                  <a:pt x="1719935" y="349021"/>
                </a:lnTo>
                <a:lnTo>
                  <a:pt x="1709928" y="348335"/>
                </a:lnTo>
                <a:lnTo>
                  <a:pt x="1688211" y="346240"/>
                </a:lnTo>
                <a:lnTo>
                  <a:pt x="1690230" y="357403"/>
                </a:lnTo>
                <a:lnTo>
                  <a:pt x="1691830" y="366052"/>
                </a:lnTo>
                <a:lnTo>
                  <a:pt x="1693138" y="372389"/>
                </a:lnTo>
                <a:lnTo>
                  <a:pt x="1694307" y="376720"/>
                </a:lnTo>
                <a:lnTo>
                  <a:pt x="1735455" y="376720"/>
                </a:lnTo>
                <a:lnTo>
                  <a:pt x="1753463" y="374167"/>
                </a:lnTo>
                <a:lnTo>
                  <a:pt x="1766316" y="366623"/>
                </a:lnTo>
                <a:lnTo>
                  <a:pt x="1774037" y="354215"/>
                </a:lnTo>
                <a:lnTo>
                  <a:pt x="1774774" y="349288"/>
                </a:lnTo>
                <a:lnTo>
                  <a:pt x="1776514" y="337718"/>
                </a:lnTo>
                <a:lnTo>
                  <a:pt x="1776603" y="283756"/>
                </a:lnTo>
                <a:lnTo>
                  <a:pt x="1868144" y="283756"/>
                </a:lnTo>
                <a:lnTo>
                  <a:pt x="1868144" y="295948"/>
                </a:lnTo>
                <a:lnTo>
                  <a:pt x="1895576" y="295948"/>
                </a:lnTo>
                <a:lnTo>
                  <a:pt x="1895576" y="283756"/>
                </a:lnTo>
                <a:lnTo>
                  <a:pt x="1895576" y="260807"/>
                </a:lnTo>
                <a:lnTo>
                  <a:pt x="1895576" y="230327"/>
                </a:lnTo>
                <a:lnTo>
                  <a:pt x="1895576" y="207467"/>
                </a:lnTo>
                <a:close/>
              </a:path>
              <a:path w="1937385" h="386079">
                <a:moveTo>
                  <a:pt x="1900148" y="18288"/>
                </a:moveTo>
                <a:lnTo>
                  <a:pt x="1872716" y="18288"/>
                </a:lnTo>
                <a:lnTo>
                  <a:pt x="1872716" y="41160"/>
                </a:lnTo>
                <a:lnTo>
                  <a:pt x="1872716" y="65544"/>
                </a:lnTo>
                <a:lnTo>
                  <a:pt x="1872716" y="86969"/>
                </a:lnTo>
                <a:lnTo>
                  <a:pt x="1872716" y="111353"/>
                </a:lnTo>
                <a:lnTo>
                  <a:pt x="1645450" y="111353"/>
                </a:lnTo>
                <a:lnTo>
                  <a:pt x="1645450" y="86969"/>
                </a:lnTo>
                <a:lnTo>
                  <a:pt x="1872716" y="86969"/>
                </a:lnTo>
                <a:lnTo>
                  <a:pt x="1872716" y="65544"/>
                </a:lnTo>
                <a:lnTo>
                  <a:pt x="1645450" y="65544"/>
                </a:lnTo>
                <a:lnTo>
                  <a:pt x="1645450" y="41160"/>
                </a:lnTo>
                <a:lnTo>
                  <a:pt x="1872716" y="41160"/>
                </a:lnTo>
                <a:lnTo>
                  <a:pt x="1872716" y="18288"/>
                </a:lnTo>
                <a:lnTo>
                  <a:pt x="1618018" y="18288"/>
                </a:lnTo>
                <a:lnTo>
                  <a:pt x="1618018" y="147929"/>
                </a:lnTo>
                <a:lnTo>
                  <a:pt x="1645450" y="147929"/>
                </a:lnTo>
                <a:lnTo>
                  <a:pt x="1645450" y="134213"/>
                </a:lnTo>
                <a:lnTo>
                  <a:pt x="1759839" y="134213"/>
                </a:lnTo>
                <a:lnTo>
                  <a:pt x="1872716" y="134213"/>
                </a:lnTo>
                <a:lnTo>
                  <a:pt x="1872716" y="147929"/>
                </a:lnTo>
                <a:lnTo>
                  <a:pt x="1900148" y="147929"/>
                </a:lnTo>
                <a:lnTo>
                  <a:pt x="1900148" y="41160"/>
                </a:lnTo>
                <a:lnTo>
                  <a:pt x="1900148" y="18288"/>
                </a:lnTo>
                <a:close/>
              </a:path>
              <a:path w="1937385" h="386079">
                <a:moveTo>
                  <a:pt x="1935200" y="161645"/>
                </a:moveTo>
                <a:lnTo>
                  <a:pt x="1775079" y="161645"/>
                </a:lnTo>
                <a:lnTo>
                  <a:pt x="1771624" y="154787"/>
                </a:lnTo>
                <a:lnTo>
                  <a:pt x="1768030" y="147929"/>
                </a:lnTo>
                <a:lnTo>
                  <a:pt x="1764144" y="141071"/>
                </a:lnTo>
                <a:lnTo>
                  <a:pt x="1759839" y="134213"/>
                </a:lnTo>
                <a:lnTo>
                  <a:pt x="1733931" y="144881"/>
                </a:lnTo>
                <a:lnTo>
                  <a:pt x="1738503" y="150977"/>
                </a:lnTo>
                <a:lnTo>
                  <a:pt x="1741551" y="155549"/>
                </a:lnTo>
                <a:lnTo>
                  <a:pt x="1743075" y="161645"/>
                </a:lnTo>
                <a:lnTo>
                  <a:pt x="1584477" y="161645"/>
                </a:lnTo>
                <a:lnTo>
                  <a:pt x="1584477" y="184607"/>
                </a:lnTo>
                <a:lnTo>
                  <a:pt x="1935200" y="184607"/>
                </a:lnTo>
                <a:lnTo>
                  <a:pt x="1935200" y="161645"/>
                </a:lnTo>
                <a:close/>
              </a:path>
              <a:path w="1937385" h="386079">
                <a:moveTo>
                  <a:pt x="1936813" y="344716"/>
                </a:moveTo>
                <a:lnTo>
                  <a:pt x="1879384" y="322046"/>
                </a:lnTo>
                <a:lnTo>
                  <a:pt x="1850351" y="311073"/>
                </a:lnTo>
                <a:lnTo>
                  <a:pt x="1820900" y="300520"/>
                </a:lnTo>
                <a:lnTo>
                  <a:pt x="1808708" y="323380"/>
                </a:lnTo>
                <a:lnTo>
                  <a:pt x="1868144" y="347764"/>
                </a:lnTo>
                <a:lnTo>
                  <a:pt x="1896148" y="359816"/>
                </a:lnTo>
                <a:lnTo>
                  <a:pt x="1923008" y="372148"/>
                </a:lnTo>
                <a:lnTo>
                  <a:pt x="1936813" y="3447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3749897" y="4608195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090022" y="4326064"/>
            <a:ext cx="1554480" cy="382905"/>
          </a:xfrm>
          <a:custGeom>
            <a:avLst/>
            <a:gdLst/>
            <a:ahLst/>
            <a:cxnLst/>
            <a:rect l="l" t="t" r="r" b="b"/>
            <a:pathLst>
              <a:path w="1554479" h="382904">
                <a:moveTo>
                  <a:pt x="365963" y="60960"/>
                </a:moveTo>
                <a:lnTo>
                  <a:pt x="204317" y="60960"/>
                </a:lnTo>
                <a:lnTo>
                  <a:pt x="222605" y="48768"/>
                </a:lnTo>
                <a:lnTo>
                  <a:pt x="214058" y="37934"/>
                </a:lnTo>
                <a:lnTo>
                  <a:pt x="204508" y="26098"/>
                </a:lnTo>
                <a:lnTo>
                  <a:pt x="194106" y="13411"/>
                </a:lnTo>
                <a:lnTo>
                  <a:pt x="182981" y="0"/>
                </a:lnTo>
                <a:lnTo>
                  <a:pt x="157073" y="18288"/>
                </a:lnTo>
                <a:lnTo>
                  <a:pt x="166814" y="29679"/>
                </a:lnTo>
                <a:lnTo>
                  <a:pt x="175552" y="40767"/>
                </a:lnTo>
                <a:lnTo>
                  <a:pt x="183438" y="51295"/>
                </a:lnTo>
                <a:lnTo>
                  <a:pt x="190601" y="60960"/>
                </a:lnTo>
                <a:lnTo>
                  <a:pt x="15252" y="60960"/>
                </a:lnTo>
                <a:lnTo>
                  <a:pt x="15252" y="138785"/>
                </a:lnTo>
                <a:lnTo>
                  <a:pt x="45732" y="138785"/>
                </a:lnTo>
                <a:lnTo>
                  <a:pt x="45732" y="90017"/>
                </a:lnTo>
                <a:lnTo>
                  <a:pt x="333959" y="90017"/>
                </a:lnTo>
                <a:lnTo>
                  <a:pt x="333959" y="138785"/>
                </a:lnTo>
                <a:lnTo>
                  <a:pt x="365963" y="138785"/>
                </a:lnTo>
                <a:lnTo>
                  <a:pt x="365963" y="90017"/>
                </a:lnTo>
                <a:lnTo>
                  <a:pt x="365963" y="60960"/>
                </a:lnTo>
                <a:close/>
              </a:path>
              <a:path w="1554479" h="382904">
                <a:moveTo>
                  <a:pt x="378155" y="230314"/>
                </a:moveTo>
                <a:lnTo>
                  <a:pt x="211937" y="230314"/>
                </a:lnTo>
                <a:lnTo>
                  <a:pt x="211937" y="219646"/>
                </a:lnTo>
                <a:lnTo>
                  <a:pt x="301955" y="161645"/>
                </a:lnTo>
                <a:lnTo>
                  <a:pt x="301955" y="131165"/>
                </a:lnTo>
                <a:lnTo>
                  <a:pt x="70116" y="131165"/>
                </a:lnTo>
                <a:lnTo>
                  <a:pt x="70116" y="158597"/>
                </a:lnTo>
                <a:lnTo>
                  <a:pt x="256133" y="158597"/>
                </a:lnTo>
                <a:lnTo>
                  <a:pt x="179933" y="205930"/>
                </a:lnTo>
                <a:lnTo>
                  <a:pt x="179933" y="230314"/>
                </a:lnTo>
                <a:lnTo>
                  <a:pt x="0" y="230314"/>
                </a:lnTo>
                <a:lnTo>
                  <a:pt x="0" y="259283"/>
                </a:lnTo>
                <a:lnTo>
                  <a:pt x="179933" y="259283"/>
                </a:lnTo>
                <a:lnTo>
                  <a:pt x="179933" y="320332"/>
                </a:lnTo>
                <a:lnTo>
                  <a:pt x="178485" y="332333"/>
                </a:lnTo>
                <a:lnTo>
                  <a:pt x="174028" y="340906"/>
                </a:lnTo>
                <a:lnTo>
                  <a:pt x="166433" y="346049"/>
                </a:lnTo>
                <a:lnTo>
                  <a:pt x="155549" y="347764"/>
                </a:lnTo>
                <a:lnTo>
                  <a:pt x="142887" y="347484"/>
                </a:lnTo>
                <a:lnTo>
                  <a:pt x="129781" y="346621"/>
                </a:lnTo>
                <a:lnTo>
                  <a:pt x="115824" y="345198"/>
                </a:lnTo>
                <a:lnTo>
                  <a:pt x="100596" y="343192"/>
                </a:lnTo>
                <a:lnTo>
                  <a:pt x="102590" y="352285"/>
                </a:lnTo>
                <a:lnTo>
                  <a:pt x="104025" y="361099"/>
                </a:lnTo>
                <a:lnTo>
                  <a:pt x="104876" y="369341"/>
                </a:lnTo>
                <a:lnTo>
                  <a:pt x="105168" y="376720"/>
                </a:lnTo>
                <a:lnTo>
                  <a:pt x="123228" y="377596"/>
                </a:lnTo>
                <a:lnTo>
                  <a:pt x="138734" y="378053"/>
                </a:lnTo>
                <a:lnTo>
                  <a:pt x="151968" y="378218"/>
                </a:lnTo>
                <a:lnTo>
                  <a:pt x="163169" y="378244"/>
                </a:lnTo>
                <a:lnTo>
                  <a:pt x="184289" y="375119"/>
                </a:lnTo>
                <a:lnTo>
                  <a:pt x="199555" y="365861"/>
                </a:lnTo>
                <a:lnTo>
                  <a:pt x="208813" y="350596"/>
                </a:lnTo>
                <a:lnTo>
                  <a:pt x="209232" y="347764"/>
                </a:lnTo>
                <a:lnTo>
                  <a:pt x="211937" y="329476"/>
                </a:lnTo>
                <a:lnTo>
                  <a:pt x="211937" y="259283"/>
                </a:lnTo>
                <a:lnTo>
                  <a:pt x="378155" y="259283"/>
                </a:lnTo>
                <a:lnTo>
                  <a:pt x="378155" y="230314"/>
                </a:lnTo>
                <a:close/>
              </a:path>
              <a:path w="1554479" h="382904">
                <a:moveTo>
                  <a:pt x="500164" y="13716"/>
                </a:moveTo>
                <a:lnTo>
                  <a:pt x="471208" y="4572"/>
                </a:lnTo>
                <a:lnTo>
                  <a:pt x="455752" y="54838"/>
                </a:lnTo>
                <a:lnTo>
                  <a:pt x="436714" y="102552"/>
                </a:lnTo>
                <a:lnTo>
                  <a:pt x="413943" y="147434"/>
                </a:lnTo>
                <a:lnTo>
                  <a:pt x="387286" y="189166"/>
                </a:lnTo>
                <a:lnTo>
                  <a:pt x="391363" y="197167"/>
                </a:lnTo>
                <a:lnTo>
                  <a:pt x="394716" y="205168"/>
                </a:lnTo>
                <a:lnTo>
                  <a:pt x="397789" y="213169"/>
                </a:lnTo>
                <a:lnTo>
                  <a:pt x="401002" y="221170"/>
                </a:lnTo>
                <a:lnTo>
                  <a:pt x="410171" y="207175"/>
                </a:lnTo>
                <a:lnTo>
                  <a:pt x="419341" y="192595"/>
                </a:lnTo>
                <a:lnTo>
                  <a:pt x="428523" y="177419"/>
                </a:lnTo>
                <a:lnTo>
                  <a:pt x="437680" y="161645"/>
                </a:lnTo>
                <a:lnTo>
                  <a:pt x="437680" y="379768"/>
                </a:lnTo>
                <a:lnTo>
                  <a:pt x="466636" y="379768"/>
                </a:lnTo>
                <a:lnTo>
                  <a:pt x="466636" y="161645"/>
                </a:lnTo>
                <a:lnTo>
                  <a:pt x="466636" y="105257"/>
                </a:lnTo>
                <a:lnTo>
                  <a:pt x="475513" y="83197"/>
                </a:lnTo>
                <a:lnTo>
                  <a:pt x="483971" y="60591"/>
                </a:lnTo>
                <a:lnTo>
                  <a:pt x="492137" y="37439"/>
                </a:lnTo>
                <a:lnTo>
                  <a:pt x="500164" y="13716"/>
                </a:lnTo>
                <a:close/>
              </a:path>
              <a:path w="1554479" h="382904">
                <a:moveTo>
                  <a:pt x="773150" y="282130"/>
                </a:moveTo>
                <a:lnTo>
                  <a:pt x="738847" y="251828"/>
                </a:lnTo>
                <a:lnTo>
                  <a:pt x="709091" y="213360"/>
                </a:lnTo>
                <a:lnTo>
                  <a:pt x="683920" y="166585"/>
                </a:lnTo>
                <a:lnTo>
                  <a:pt x="663321" y="111353"/>
                </a:lnTo>
                <a:lnTo>
                  <a:pt x="760958" y="111353"/>
                </a:lnTo>
                <a:lnTo>
                  <a:pt x="760958" y="83921"/>
                </a:lnTo>
                <a:lnTo>
                  <a:pt x="638937" y="83921"/>
                </a:lnTo>
                <a:lnTo>
                  <a:pt x="638937" y="6096"/>
                </a:lnTo>
                <a:lnTo>
                  <a:pt x="609981" y="6096"/>
                </a:lnTo>
                <a:lnTo>
                  <a:pt x="609981" y="83921"/>
                </a:lnTo>
                <a:lnTo>
                  <a:pt x="492544" y="83921"/>
                </a:lnTo>
                <a:lnTo>
                  <a:pt x="492544" y="111353"/>
                </a:lnTo>
                <a:lnTo>
                  <a:pt x="582549" y="111353"/>
                </a:lnTo>
                <a:lnTo>
                  <a:pt x="561733" y="165684"/>
                </a:lnTo>
                <a:lnTo>
                  <a:pt x="536028" y="214122"/>
                </a:lnTo>
                <a:lnTo>
                  <a:pt x="505752" y="256578"/>
                </a:lnTo>
                <a:lnTo>
                  <a:pt x="471208" y="292900"/>
                </a:lnTo>
                <a:lnTo>
                  <a:pt x="476872" y="299491"/>
                </a:lnTo>
                <a:lnTo>
                  <a:pt x="482257" y="305663"/>
                </a:lnTo>
                <a:lnTo>
                  <a:pt x="487070" y="311543"/>
                </a:lnTo>
                <a:lnTo>
                  <a:pt x="491020" y="317284"/>
                </a:lnTo>
                <a:lnTo>
                  <a:pt x="522109" y="285597"/>
                </a:lnTo>
                <a:lnTo>
                  <a:pt x="549478" y="249174"/>
                </a:lnTo>
                <a:lnTo>
                  <a:pt x="573049" y="208000"/>
                </a:lnTo>
                <a:lnTo>
                  <a:pt x="592734" y="162064"/>
                </a:lnTo>
                <a:lnTo>
                  <a:pt x="608457" y="111353"/>
                </a:lnTo>
                <a:lnTo>
                  <a:pt x="609981" y="111353"/>
                </a:lnTo>
                <a:lnTo>
                  <a:pt x="609981" y="272986"/>
                </a:lnTo>
                <a:lnTo>
                  <a:pt x="553504" y="272986"/>
                </a:lnTo>
                <a:lnTo>
                  <a:pt x="553504" y="300520"/>
                </a:lnTo>
                <a:lnTo>
                  <a:pt x="609981" y="300520"/>
                </a:lnTo>
                <a:lnTo>
                  <a:pt x="609981" y="379768"/>
                </a:lnTo>
                <a:lnTo>
                  <a:pt x="638937" y="379768"/>
                </a:lnTo>
                <a:lnTo>
                  <a:pt x="638937" y="300520"/>
                </a:lnTo>
                <a:lnTo>
                  <a:pt x="693902" y="300520"/>
                </a:lnTo>
                <a:lnTo>
                  <a:pt x="693902" y="272986"/>
                </a:lnTo>
                <a:lnTo>
                  <a:pt x="638937" y="272986"/>
                </a:lnTo>
                <a:lnTo>
                  <a:pt x="638937" y="111353"/>
                </a:lnTo>
                <a:lnTo>
                  <a:pt x="654469" y="164058"/>
                </a:lnTo>
                <a:lnTo>
                  <a:pt x="673531" y="210451"/>
                </a:lnTo>
                <a:lnTo>
                  <a:pt x="695960" y="250494"/>
                </a:lnTo>
                <a:lnTo>
                  <a:pt x="721588" y="284086"/>
                </a:lnTo>
                <a:lnTo>
                  <a:pt x="750290" y="311188"/>
                </a:lnTo>
                <a:lnTo>
                  <a:pt x="755142" y="304304"/>
                </a:lnTo>
                <a:lnTo>
                  <a:pt x="760577" y="297268"/>
                </a:lnTo>
                <a:lnTo>
                  <a:pt x="766572" y="289928"/>
                </a:lnTo>
                <a:lnTo>
                  <a:pt x="773150" y="282130"/>
                </a:lnTo>
                <a:close/>
              </a:path>
              <a:path w="1554479" h="382904">
                <a:moveTo>
                  <a:pt x="934796" y="205930"/>
                </a:moveTo>
                <a:lnTo>
                  <a:pt x="922451" y="193344"/>
                </a:lnTo>
                <a:lnTo>
                  <a:pt x="908177" y="178409"/>
                </a:lnTo>
                <a:lnTo>
                  <a:pt x="903808" y="173837"/>
                </a:lnTo>
                <a:lnTo>
                  <a:pt x="899439" y="169265"/>
                </a:lnTo>
                <a:lnTo>
                  <a:pt x="898359" y="168135"/>
                </a:lnTo>
                <a:lnTo>
                  <a:pt x="886015" y="155549"/>
                </a:lnTo>
                <a:lnTo>
                  <a:pt x="870775" y="169265"/>
                </a:lnTo>
                <a:lnTo>
                  <a:pt x="870775" y="109829"/>
                </a:lnTo>
                <a:lnTo>
                  <a:pt x="914984" y="109829"/>
                </a:lnTo>
                <a:lnTo>
                  <a:pt x="914984" y="83921"/>
                </a:lnTo>
                <a:lnTo>
                  <a:pt x="870775" y="83921"/>
                </a:lnTo>
                <a:lnTo>
                  <a:pt x="870775" y="7620"/>
                </a:lnTo>
                <a:lnTo>
                  <a:pt x="843343" y="7620"/>
                </a:lnTo>
                <a:lnTo>
                  <a:pt x="843343" y="83921"/>
                </a:lnTo>
                <a:lnTo>
                  <a:pt x="785342" y="83921"/>
                </a:lnTo>
                <a:lnTo>
                  <a:pt x="785342" y="109829"/>
                </a:lnTo>
                <a:lnTo>
                  <a:pt x="840295" y="109829"/>
                </a:lnTo>
                <a:lnTo>
                  <a:pt x="828192" y="147535"/>
                </a:lnTo>
                <a:lnTo>
                  <a:pt x="814692" y="182841"/>
                </a:lnTo>
                <a:lnTo>
                  <a:pt x="799490" y="215569"/>
                </a:lnTo>
                <a:lnTo>
                  <a:pt x="782294" y="245554"/>
                </a:lnTo>
                <a:lnTo>
                  <a:pt x="785723" y="253796"/>
                </a:lnTo>
                <a:lnTo>
                  <a:pt x="792581" y="270852"/>
                </a:lnTo>
                <a:lnTo>
                  <a:pt x="796010" y="279095"/>
                </a:lnTo>
                <a:lnTo>
                  <a:pt x="808316" y="256222"/>
                </a:lnTo>
                <a:lnTo>
                  <a:pt x="820216" y="231076"/>
                </a:lnTo>
                <a:lnTo>
                  <a:pt x="831837" y="203606"/>
                </a:lnTo>
                <a:lnTo>
                  <a:pt x="843343" y="173837"/>
                </a:lnTo>
                <a:lnTo>
                  <a:pt x="843343" y="382816"/>
                </a:lnTo>
                <a:lnTo>
                  <a:pt x="870775" y="382816"/>
                </a:lnTo>
                <a:lnTo>
                  <a:pt x="870775" y="178409"/>
                </a:lnTo>
                <a:lnTo>
                  <a:pt x="878522" y="186702"/>
                </a:lnTo>
                <a:lnTo>
                  <a:pt x="899718" y="210654"/>
                </a:lnTo>
                <a:lnTo>
                  <a:pt x="913460" y="225742"/>
                </a:lnTo>
                <a:lnTo>
                  <a:pt x="934796" y="205930"/>
                </a:lnTo>
                <a:close/>
              </a:path>
              <a:path w="1554479" h="382904">
                <a:moveTo>
                  <a:pt x="1015657" y="56388"/>
                </a:moveTo>
                <a:lnTo>
                  <a:pt x="1007897" y="46367"/>
                </a:lnTo>
                <a:lnTo>
                  <a:pt x="998131" y="34480"/>
                </a:lnTo>
                <a:lnTo>
                  <a:pt x="986078" y="20599"/>
                </a:lnTo>
                <a:lnTo>
                  <a:pt x="971461" y="4572"/>
                </a:lnTo>
                <a:lnTo>
                  <a:pt x="950036" y="21336"/>
                </a:lnTo>
                <a:lnTo>
                  <a:pt x="958596" y="32461"/>
                </a:lnTo>
                <a:lnTo>
                  <a:pt x="968171" y="45148"/>
                </a:lnTo>
                <a:lnTo>
                  <a:pt x="978611" y="59270"/>
                </a:lnTo>
                <a:lnTo>
                  <a:pt x="989749" y="74676"/>
                </a:lnTo>
                <a:lnTo>
                  <a:pt x="1015657" y="56388"/>
                </a:lnTo>
                <a:close/>
              </a:path>
              <a:path w="1554479" h="382904">
                <a:moveTo>
                  <a:pt x="1160538" y="256222"/>
                </a:moveTo>
                <a:lnTo>
                  <a:pt x="1049185" y="256222"/>
                </a:lnTo>
                <a:lnTo>
                  <a:pt x="1049185" y="193738"/>
                </a:lnTo>
                <a:lnTo>
                  <a:pt x="1137678" y="193738"/>
                </a:lnTo>
                <a:lnTo>
                  <a:pt x="1137678" y="167741"/>
                </a:lnTo>
                <a:lnTo>
                  <a:pt x="1049185" y="167741"/>
                </a:lnTo>
                <a:lnTo>
                  <a:pt x="1049185" y="106781"/>
                </a:lnTo>
                <a:lnTo>
                  <a:pt x="1148346" y="106781"/>
                </a:lnTo>
                <a:lnTo>
                  <a:pt x="1148346" y="80873"/>
                </a:lnTo>
                <a:lnTo>
                  <a:pt x="1078141" y="80873"/>
                </a:lnTo>
                <a:lnTo>
                  <a:pt x="1089545" y="65341"/>
                </a:lnTo>
                <a:lnTo>
                  <a:pt x="1100823" y="50685"/>
                </a:lnTo>
                <a:lnTo>
                  <a:pt x="1111834" y="36626"/>
                </a:lnTo>
                <a:lnTo>
                  <a:pt x="1122438" y="22860"/>
                </a:lnTo>
                <a:lnTo>
                  <a:pt x="1093381" y="4572"/>
                </a:lnTo>
                <a:lnTo>
                  <a:pt x="1084503" y="20561"/>
                </a:lnTo>
                <a:lnTo>
                  <a:pt x="1073759" y="38684"/>
                </a:lnTo>
                <a:lnTo>
                  <a:pt x="1061021" y="58839"/>
                </a:lnTo>
                <a:lnTo>
                  <a:pt x="1046137" y="80873"/>
                </a:lnTo>
                <a:lnTo>
                  <a:pt x="927176" y="80873"/>
                </a:lnTo>
                <a:lnTo>
                  <a:pt x="927176" y="106781"/>
                </a:lnTo>
                <a:lnTo>
                  <a:pt x="1020229" y="106781"/>
                </a:lnTo>
                <a:lnTo>
                  <a:pt x="1020229" y="167741"/>
                </a:lnTo>
                <a:lnTo>
                  <a:pt x="936320" y="167741"/>
                </a:lnTo>
                <a:lnTo>
                  <a:pt x="936320" y="193738"/>
                </a:lnTo>
                <a:lnTo>
                  <a:pt x="1020229" y="193738"/>
                </a:lnTo>
                <a:lnTo>
                  <a:pt x="1020229" y="256222"/>
                </a:lnTo>
                <a:lnTo>
                  <a:pt x="907364" y="256222"/>
                </a:lnTo>
                <a:lnTo>
                  <a:pt x="907364" y="283756"/>
                </a:lnTo>
                <a:lnTo>
                  <a:pt x="1020229" y="283756"/>
                </a:lnTo>
                <a:lnTo>
                  <a:pt x="1020229" y="382816"/>
                </a:lnTo>
                <a:lnTo>
                  <a:pt x="1049185" y="382816"/>
                </a:lnTo>
                <a:lnTo>
                  <a:pt x="1049185" y="283756"/>
                </a:lnTo>
                <a:lnTo>
                  <a:pt x="1160538" y="283756"/>
                </a:lnTo>
                <a:lnTo>
                  <a:pt x="1160538" y="256222"/>
                </a:lnTo>
                <a:close/>
              </a:path>
              <a:path w="1554479" h="382904">
                <a:moveTo>
                  <a:pt x="1386281" y="291376"/>
                </a:moveTo>
                <a:lnTo>
                  <a:pt x="1294739" y="305092"/>
                </a:lnTo>
                <a:lnTo>
                  <a:pt x="1294739" y="201371"/>
                </a:lnTo>
                <a:lnTo>
                  <a:pt x="1369415" y="201371"/>
                </a:lnTo>
                <a:lnTo>
                  <a:pt x="1369415" y="172313"/>
                </a:lnTo>
                <a:lnTo>
                  <a:pt x="1189494" y="172313"/>
                </a:lnTo>
                <a:lnTo>
                  <a:pt x="1189494" y="201371"/>
                </a:lnTo>
                <a:lnTo>
                  <a:pt x="1264259" y="201371"/>
                </a:lnTo>
                <a:lnTo>
                  <a:pt x="1264259" y="309664"/>
                </a:lnTo>
                <a:lnTo>
                  <a:pt x="1241374" y="312191"/>
                </a:lnTo>
                <a:lnTo>
                  <a:pt x="1174254" y="320332"/>
                </a:lnTo>
                <a:lnTo>
                  <a:pt x="1181874" y="352336"/>
                </a:lnTo>
                <a:lnTo>
                  <a:pt x="1386281" y="321856"/>
                </a:lnTo>
                <a:lnTo>
                  <a:pt x="1386281" y="305092"/>
                </a:lnTo>
                <a:lnTo>
                  <a:pt x="1386281" y="291376"/>
                </a:lnTo>
                <a:close/>
              </a:path>
              <a:path w="1554479" h="382904">
                <a:moveTo>
                  <a:pt x="1520393" y="50292"/>
                </a:moveTo>
                <a:lnTo>
                  <a:pt x="1505788" y="38036"/>
                </a:lnTo>
                <a:lnTo>
                  <a:pt x="1491627" y="26479"/>
                </a:lnTo>
                <a:lnTo>
                  <a:pt x="1477733" y="15798"/>
                </a:lnTo>
                <a:lnTo>
                  <a:pt x="1464005" y="6096"/>
                </a:lnTo>
                <a:lnTo>
                  <a:pt x="1445717" y="25908"/>
                </a:lnTo>
                <a:lnTo>
                  <a:pt x="1459382" y="37363"/>
                </a:lnTo>
                <a:lnTo>
                  <a:pt x="1472768" y="48958"/>
                </a:lnTo>
                <a:lnTo>
                  <a:pt x="1485569" y="60845"/>
                </a:lnTo>
                <a:lnTo>
                  <a:pt x="1497533" y="73152"/>
                </a:lnTo>
                <a:lnTo>
                  <a:pt x="1520393" y="50292"/>
                </a:lnTo>
                <a:close/>
              </a:path>
              <a:path w="1554479" h="382904">
                <a:moveTo>
                  <a:pt x="1554010" y="282143"/>
                </a:moveTo>
                <a:lnTo>
                  <a:pt x="1546860" y="280708"/>
                </a:lnTo>
                <a:lnTo>
                  <a:pt x="1539138" y="278714"/>
                </a:lnTo>
                <a:lnTo>
                  <a:pt x="1530819" y="276136"/>
                </a:lnTo>
                <a:lnTo>
                  <a:pt x="1521917" y="272999"/>
                </a:lnTo>
                <a:lnTo>
                  <a:pt x="1519631" y="291312"/>
                </a:lnTo>
                <a:lnTo>
                  <a:pt x="1512773" y="331000"/>
                </a:lnTo>
                <a:lnTo>
                  <a:pt x="1501152" y="347002"/>
                </a:lnTo>
                <a:lnTo>
                  <a:pt x="1493266" y="346430"/>
                </a:lnTo>
                <a:lnTo>
                  <a:pt x="1462951" y="317639"/>
                </a:lnTo>
                <a:lnTo>
                  <a:pt x="1446034" y="283044"/>
                </a:lnTo>
                <a:lnTo>
                  <a:pt x="1433004" y="236372"/>
                </a:lnTo>
                <a:lnTo>
                  <a:pt x="1423771" y="177609"/>
                </a:lnTo>
                <a:lnTo>
                  <a:pt x="1418285" y="106781"/>
                </a:lnTo>
                <a:lnTo>
                  <a:pt x="1549438" y="106781"/>
                </a:lnTo>
                <a:lnTo>
                  <a:pt x="1549438" y="77825"/>
                </a:lnTo>
                <a:lnTo>
                  <a:pt x="1416761" y="77825"/>
                </a:lnTo>
                <a:lnTo>
                  <a:pt x="1416761" y="3048"/>
                </a:lnTo>
                <a:lnTo>
                  <a:pt x="1383131" y="3048"/>
                </a:lnTo>
                <a:lnTo>
                  <a:pt x="1384033" y="22440"/>
                </a:lnTo>
                <a:lnTo>
                  <a:pt x="1385316" y="60096"/>
                </a:lnTo>
                <a:lnTo>
                  <a:pt x="1386281" y="77825"/>
                </a:lnTo>
                <a:lnTo>
                  <a:pt x="1172730" y="77825"/>
                </a:lnTo>
                <a:lnTo>
                  <a:pt x="1172730" y="106781"/>
                </a:lnTo>
                <a:lnTo>
                  <a:pt x="1387805" y="106781"/>
                </a:lnTo>
                <a:lnTo>
                  <a:pt x="1392542" y="177431"/>
                </a:lnTo>
                <a:lnTo>
                  <a:pt x="1401229" y="237464"/>
                </a:lnTo>
                <a:lnTo>
                  <a:pt x="1413802" y="286880"/>
                </a:lnTo>
                <a:lnTo>
                  <a:pt x="1430172" y="325691"/>
                </a:lnTo>
                <a:lnTo>
                  <a:pt x="1463090" y="365861"/>
                </a:lnTo>
                <a:lnTo>
                  <a:pt x="1502105" y="381292"/>
                </a:lnTo>
                <a:lnTo>
                  <a:pt x="1514449" y="379603"/>
                </a:lnTo>
                <a:lnTo>
                  <a:pt x="1539811" y="347002"/>
                </a:lnTo>
                <a:lnTo>
                  <a:pt x="1550314" y="303911"/>
                </a:lnTo>
                <a:lnTo>
                  <a:pt x="1554010" y="2821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5708046" y="4608195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1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531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6048171" y="4329112"/>
            <a:ext cx="1552575" cy="380365"/>
          </a:xfrm>
          <a:custGeom>
            <a:avLst/>
            <a:gdLst/>
            <a:ahLst/>
            <a:cxnLst/>
            <a:rect l="l" t="t" r="r" b="b"/>
            <a:pathLst>
              <a:path w="1552575" h="380364">
                <a:moveTo>
                  <a:pt x="375107" y="338620"/>
                </a:moveTo>
                <a:lnTo>
                  <a:pt x="323049" y="323215"/>
                </a:lnTo>
                <a:lnTo>
                  <a:pt x="278853" y="306793"/>
                </a:lnTo>
                <a:lnTo>
                  <a:pt x="242366" y="289496"/>
                </a:lnTo>
                <a:lnTo>
                  <a:pt x="213461" y="271475"/>
                </a:lnTo>
                <a:lnTo>
                  <a:pt x="230251" y="251663"/>
                </a:lnTo>
                <a:lnTo>
                  <a:pt x="243763" y="235712"/>
                </a:lnTo>
                <a:lnTo>
                  <a:pt x="268376" y="194652"/>
                </a:lnTo>
                <a:lnTo>
                  <a:pt x="287261" y="148158"/>
                </a:lnTo>
                <a:lnTo>
                  <a:pt x="300431" y="96113"/>
                </a:lnTo>
                <a:lnTo>
                  <a:pt x="372059" y="96113"/>
                </a:lnTo>
                <a:lnTo>
                  <a:pt x="372059" y="67056"/>
                </a:lnTo>
                <a:lnTo>
                  <a:pt x="268427" y="67056"/>
                </a:lnTo>
                <a:lnTo>
                  <a:pt x="268427" y="96113"/>
                </a:lnTo>
                <a:lnTo>
                  <a:pt x="257263" y="142709"/>
                </a:lnTo>
                <a:lnTo>
                  <a:pt x="240144" y="184175"/>
                </a:lnTo>
                <a:lnTo>
                  <a:pt x="217322" y="220497"/>
                </a:lnTo>
                <a:lnTo>
                  <a:pt x="189077" y="251663"/>
                </a:lnTo>
                <a:lnTo>
                  <a:pt x="159918" y="218782"/>
                </a:lnTo>
                <a:lnTo>
                  <a:pt x="136448" y="181889"/>
                </a:lnTo>
                <a:lnTo>
                  <a:pt x="118706" y="140995"/>
                </a:lnTo>
                <a:lnTo>
                  <a:pt x="106692" y="96113"/>
                </a:lnTo>
                <a:lnTo>
                  <a:pt x="268427" y="96113"/>
                </a:lnTo>
                <a:lnTo>
                  <a:pt x="268427" y="67056"/>
                </a:lnTo>
                <a:lnTo>
                  <a:pt x="192125" y="67056"/>
                </a:lnTo>
                <a:lnTo>
                  <a:pt x="219557" y="53340"/>
                </a:lnTo>
                <a:lnTo>
                  <a:pt x="208991" y="36220"/>
                </a:lnTo>
                <a:lnTo>
                  <a:pt x="200126" y="21526"/>
                </a:lnTo>
                <a:lnTo>
                  <a:pt x="192989" y="9410"/>
                </a:lnTo>
                <a:lnTo>
                  <a:pt x="187553" y="0"/>
                </a:lnTo>
                <a:lnTo>
                  <a:pt x="157073" y="13716"/>
                </a:lnTo>
                <a:lnTo>
                  <a:pt x="163334" y="23126"/>
                </a:lnTo>
                <a:lnTo>
                  <a:pt x="170599" y="35242"/>
                </a:lnTo>
                <a:lnTo>
                  <a:pt x="178714" y="49936"/>
                </a:lnTo>
                <a:lnTo>
                  <a:pt x="187553" y="67056"/>
                </a:lnTo>
                <a:lnTo>
                  <a:pt x="4584" y="67056"/>
                </a:lnTo>
                <a:lnTo>
                  <a:pt x="4584" y="96113"/>
                </a:lnTo>
                <a:lnTo>
                  <a:pt x="76212" y="96113"/>
                </a:lnTo>
                <a:lnTo>
                  <a:pt x="88734" y="144729"/>
                </a:lnTo>
                <a:lnTo>
                  <a:pt x="107835" y="190080"/>
                </a:lnTo>
                <a:lnTo>
                  <a:pt x="133248" y="232283"/>
                </a:lnTo>
                <a:lnTo>
                  <a:pt x="164693" y="271475"/>
                </a:lnTo>
                <a:lnTo>
                  <a:pt x="133819" y="291528"/>
                </a:lnTo>
                <a:lnTo>
                  <a:pt x="96062" y="310413"/>
                </a:lnTo>
                <a:lnTo>
                  <a:pt x="51460" y="328142"/>
                </a:lnTo>
                <a:lnTo>
                  <a:pt x="0" y="344716"/>
                </a:lnTo>
                <a:lnTo>
                  <a:pt x="6578" y="352666"/>
                </a:lnTo>
                <a:lnTo>
                  <a:pt x="12585" y="360337"/>
                </a:lnTo>
                <a:lnTo>
                  <a:pt x="18008" y="367436"/>
                </a:lnTo>
                <a:lnTo>
                  <a:pt x="22872" y="373672"/>
                </a:lnTo>
                <a:lnTo>
                  <a:pt x="76060" y="353974"/>
                </a:lnTo>
                <a:lnTo>
                  <a:pt x="121399" y="333857"/>
                </a:lnTo>
                <a:lnTo>
                  <a:pt x="159029" y="313448"/>
                </a:lnTo>
                <a:lnTo>
                  <a:pt x="189077" y="292900"/>
                </a:lnTo>
                <a:lnTo>
                  <a:pt x="217932" y="313194"/>
                </a:lnTo>
                <a:lnTo>
                  <a:pt x="254088" y="332905"/>
                </a:lnTo>
                <a:lnTo>
                  <a:pt x="297383" y="352056"/>
                </a:lnTo>
                <a:lnTo>
                  <a:pt x="347675" y="370624"/>
                </a:lnTo>
                <a:lnTo>
                  <a:pt x="352818" y="364121"/>
                </a:lnTo>
                <a:lnTo>
                  <a:pt x="359105" y="356336"/>
                </a:lnTo>
                <a:lnTo>
                  <a:pt x="366534" y="347687"/>
                </a:lnTo>
                <a:lnTo>
                  <a:pt x="375107" y="338620"/>
                </a:lnTo>
                <a:close/>
              </a:path>
              <a:path w="1552575" h="380364">
                <a:moveTo>
                  <a:pt x="768578" y="277558"/>
                </a:moveTo>
                <a:lnTo>
                  <a:pt x="729221" y="249199"/>
                </a:lnTo>
                <a:lnTo>
                  <a:pt x="693369" y="217081"/>
                </a:lnTo>
                <a:lnTo>
                  <a:pt x="660869" y="181165"/>
                </a:lnTo>
                <a:lnTo>
                  <a:pt x="631596" y="141363"/>
                </a:lnTo>
                <a:lnTo>
                  <a:pt x="605409" y="97637"/>
                </a:lnTo>
                <a:lnTo>
                  <a:pt x="760958" y="97637"/>
                </a:lnTo>
                <a:lnTo>
                  <a:pt x="760958" y="68580"/>
                </a:lnTo>
                <a:lnTo>
                  <a:pt x="594741" y="68580"/>
                </a:lnTo>
                <a:lnTo>
                  <a:pt x="594741" y="0"/>
                </a:lnTo>
                <a:lnTo>
                  <a:pt x="564261" y="0"/>
                </a:lnTo>
                <a:lnTo>
                  <a:pt x="564261" y="68580"/>
                </a:lnTo>
                <a:lnTo>
                  <a:pt x="397954" y="68580"/>
                </a:lnTo>
                <a:lnTo>
                  <a:pt x="397954" y="97637"/>
                </a:lnTo>
                <a:lnTo>
                  <a:pt x="553593" y="97637"/>
                </a:lnTo>
                <a:lnTo>
                  <a:pt x="529424" y="136766"/>
                </a:lnTo>
                <a:lnTo>
                  <a:pt x="500951" y="175387"/>
                </a:lnTo>
                <a:lnTo>
                  <a:pt x="468236" y="213372"/>
                </a:lnTo>
                <a:lnTo>
                  <a:pt x="431342" y="250558"/>
                </a:lnTo>
                <a:lnTo>
                  <a:pt x="390334" y="286804"/>
                </a:lnTo>
                <a:lnTo>
                  <a:pt x="395452" y="291655"/>
                </a:lnTo>
                <a:lnTo>
                  <a:pt x="408000" y="303085"/>
                </a:lnTo>
                <a:lnTo>
                  <a:pt x="414820" y="309664"/>
                </a:lnTo>
                <a:lnTo>
                  <a:pt x="453034" y="272859"/>
                </a:lnTo>
                <a:lnTo>
                  <a:pt x="487146" y="235699"/>
                </a:lnTo>
                <a:lnTo>
                  <a:pt x="517105" y="198183"/>
                </a:lnTo>
                <a:lnTo>
                  <a:pt x="542836" y="160286"/>
                </a:lnTo>
                <a:lnTo>
                  <a:pt x="564261" y="122021"/>
                </a:lnTo>
                <a:lnTo>
                  <a:pt x="564261" y="272986"/>
                </a:lnTo>
                <a:lnTo>
                  <a:pt x="474256" y="272986"/>
                </a:lnTo>
                <a:lnTo>
                  <a:pt x="474256" y="300520"/>
                </a:lnTo>
                <a:lnTo>
                  <a:pt x="564261" y="300520"/>
                </a:lnTo>
                <a:lnTo>
                  <a:pt x="564261" y="378244"/>
                </a:lnTo>
                <a:lnTo>
                  <a:pt x="594741" y="378244"/>
                </a:lnTo>
                <a:lnTo>
                  <a:pt x="594741" y="300520"/>
                </a:lnTo>
                <a:lnTo>
                  <a:pt x="681710" y="300520"/>
                </a:lnTo>
                <a:lnTo>
                  <a:pt x="681710" y="272986"/>
                </a:lnTo>
                <a:lnTo>
                  <a:pt x="594741" y="272986"/>
                </a:lnTo>
                <a:lnTo>
                  <a:pt x="594741" y="122021"/>
                </a:lnTo>
                <a:lnTo>
                  <a:pt x="618172" y="165227"/>
                </a:lnTo>
                <a:lnTo>
                  <a:pt x="644626" y="205130"/>
                </a:lnTo>
                <a:lnTo>
                  <a:pt x="674141" y="241731"/>
                </a:lnTo>
                <a:lnTo>
                  <a:pt x="706805" y="275056"/>
                </a:lnTo>
                <a:lnTo>
                  <a:pt x="742670" y="305092"/>
                </a:lnTo>
                <a:lnTo>
                  <a:pt x="750366" y="296735"/>
                </a:lnTo>
                <a:lnTo>
                  <a:pt x="763460" y="283400"/>
                </a:lnTo>
                <a:lnTo>
                  <a:pt x="768578" y="277558"/>
                </a:lnTo>
                <a:close/>
              </a:path>
              <a:path w="1552575" h="380364">
                <a:moveTo>
                  <a:pt x="870775" y="64008"/>
                </a:moveTo>
                <a:lnTo>
                  <a:pt x="860513" y="54292"/>
                </a:lnTo>
                <a:lnTo>
                  <a:pt x="848106" y="43434"/>
                </a:lnTo>
                <a:lnTo>
                  <a:pt x="833704" y="31432"/>
                </a:lnTo>
                <a:lnTo>
                  <a:pt x="817435" y="18288"/>
                </a:lnTo>
                <a:lnTo>
                  <a:pt x="797534" y="38100"/>
                </a:lnTo>
                <a:lnTo>
                  <a:pt x="809269" y="48082"/>
                </a:lnTo>
                <a:lnTo>
                  <a:pt x="821588" y="59639"/>
                </a:lnTo>
                <a:lnTo>
                  <a:pt x="834478" y="72656"/>
                </a:lnTo>
                <a:lnTo>
                  <a:pt x="847915" y="86969"/>
                </a:lnTo>
                <a:lnTo>
                  <a:pt x="870775" y="64008"/>
                </a:lnTo>
                <a:close/>
              </a:path>
              <a:path w="1552575" h="380364">
                <a:moveTo>
                  <a:pt x="918019" y="0"/>
                </a:moveTo>
                <a:lnTo>
                  <a:pt x="889063" y="0"/>
                </a:lnTo>
                <a:lnTo>
                  <a:pt x="889063" y="83921"/>
                </a:lnTo>
                <a:lnTo>
                  <a:pt x="864755" y="97637"/>
                </a:lnTo>
                <a:lnTo>
                  <a:pt x="839724" y="111353"/>
                </a:lnTo>
                <a:lnTo>
                  <a:pt x="813803" y="125069"/>
                </a:lnTo>
                <a:lnTo>
                  <a:pt x="786866" y="138785"/>
                </a:lnTo>
                <a:lnTo>
                  <a:pt x="792276" y="148234"/>
                </a:lnTo>
                <a:lnTo>
                  <a:pt x="800798" y="162572"/>
                </a:lnTo>
                <a:lnTo>
                  <a:pt x="803630" y="167741"/>
                </a:lnTo>
                <a:lnTo>
                  <a:pt x="825373" y="154305"/>
                </a:lnTo>
                <a:lnTo>
                  <a:pt x="846963" y="141452"/>
                </a:lnTo>
                <a:lnTo>
                  <a:pt x="868235" y="129159"/>
                </a:lnTo>
                <a:lnTo>
                  <a:pt x="889063" y="117449"/>
                </a:lnTo>
                <a:lnTo>
                  <a:pt x="889063" y="175361"/>
                </a:lnTo>
                <a:lnTo>
                  <a:pt x="918019" y="175361"/>
                </a:lnTo>
                <a:lnTo>
                  <a:pt x="918019" y="117449"/>
                </a:lnTo>
                <a:lnTo>
                  <a:pt x="918019" y="0"/>
                </a:lnTo>
                <a:close/>
              </a:path>
              <a:path w="1552575" h="380364">
                <a:moveTo>
                  <a:pt x="1159014" y="51816"/>
                </a:moveTo>
                <a:lnTo>
                  <a:pt x="1059853" y="51816"/>
                </a:lnTo>
                <a:lnTo>
                  <a:pt x="1059853" y="0"/>
                </a:lnTo>
                <a:lnTo>
                  <a:pt x="1030897" y="0"/>
                </a:lnTo>
                <a:lnTo>
                  <a:pt x="1030897" y="51816"/>
                </a:lnTo>
                <a:lnTo>
                  <a:pt x="934783" y="51816"/>
                </a:lnTo>
                <a:lnTo>
                  <a:pt x="934783" y="77825"/>
                </a:lnTo>
                <a:lnTo>
                  <a:pt x="1030897" y="77825"/>
                </a:lnTo>
                <a:lnTo>
                  <a:pt x="1030897" y="129641"/>
                </a:lnTo>
                <a:lnTo>
                  <a:pt x="948499" y="129641"/>
                </a:lnTo>
                <a:lnTo>
                  <a:pt x="948499" y="155549"/>
                </a:lnTo>
                <a:lnTo>
                  <a:pt x="1145298" y="155549"/>
                </a:lnTo>
                <a:lnTo>
                  <a:pt x="1145298" y="129641"/>
                </a:lnTo>
                <a:lnTo>
                  <a:pt x="1059853" y="129641"/>
                </a:lnTo>
                <a:lnTo>
                  <a:pt x="1059853" y="77825"/>
                </a:lnTo>
                <a:lnTo>
                  <a:pt x="1159014" y="77825"/>
                </a:lnTo>
                <a:lnTo>
                  <a:pt x="1159014" y="51816"/>
                </a:lnTo>
                <a:close/>
              </a:path>
              <a:path w="1552575" h="380364">
                <a:moveTo>
                  <a:pt x="1162062" y="335572"/>
                </a:moveTo>
                <a:lnTo>
                  <a:pt x="1129423" y="329831"/>
                </a:lnTo>
                <a:lnTo>
                  <a:pt x="1099908" y="321665"/>
                </a:lnTo>
                <a:lnTo>
                  <a:pt x="1073251" y="310921"/>
                </a:lnTo>
                <a:lnTo>
                  <a:pt x="1049185" y="297472"/>
                </a:lnTo>
                <a:lnTo>
                  <a:pt x="1069492" y="289458"/>
                </a:lnTo>
                <a:lnTo>
                  <a:pt x="1089240" y="281419"/>
                </a:lnTo>
                <a:lnTo>
                  <a:pt x="1090942" y="280708"/>
                </a:lnTo>
                <a:lnTo>
                  <a:pt x="1108354" y="273418"/>
                </a:lnTo>
                <a:lnTo>
                  <a:pt x="1127010" y="265366"/>
                </a:lnTo>
                <a:lnTo>
                  <a:pt x="1111770" y="237934"/>
                </a:lnTo>
                <a:lnTo>
                  <a:pt x="1090891" y="249110"/>
                </a:lnTo>
                <a:lnTo>
                  <a:pt x="1069771" y="259854"/>
                </a:lnTo>
                <a:lnTo>
                  <a:pt x="1027849" y="280708"/>
                </a:lnTo>
                <a:lnTo>
                  <a:pt x="1014971" y="268681"/>
                </a:lnTo>
                <a:lnTo>
                  <a:pt x="1003655" y="255663"/>
                </a:lnTo>
                <a:lnTo>
                  <a:pt x="994270" y="242506"/>
                </a:lnTo>
                <a:lnTo>
                  <a:pt x="993775" y="241820"/>
                </a:lnTo>
                <a:lnTo>
                  <a:pt x="985177" y="227266"/>
                </a:lnTo>
                <a:lnTo>
                  <a:pt x="1159014" y="227266"/>
                </a:lnTo>
                <a:lnTo>
                  <a:pt x="1159014" y="199834"/>
                </a:lnTo>
                <a:lnTo>
                  <a:pt x="982129" y="199834"/>
                </a:lnTo>
                <a:lnTo>
                  <a:pt x="994321" y="193738"/>
                </a:lnTo>
                <a:lnTo>
                  <a:pt x="989253" y="184797"/>
                </a:lnTo>
                <a:lnTo>
                  <a:pt x="983462" y="175983"/>
                </a:lnTo>
                <a:lnTo>
                  <a:pt x="977392" y="166878"/>
                </a:lnTo>
                <a:lnTo>
                  <a:pt x="971461" y="157073"/>
                </a:lnTo>
                <a:lnTo>
                  <a:pt x="946975" y="172313"/>
                </a:lnTo>
                <a:lnTo>
                  <a:pt x="965365" y="199834"/>
                </a:lnTo>
                <a:lnTo>
                  <a:pt x="785342" y="199834"/>
                </a:lnTo>
                <a:lnTo>
                  <a:pt x="785342" y="227266"/>
                </a:lnTo>
                <a:lnTo>
                  <a:pt x="940879" y="227266"/>
                </a:lnTo>
                <a:lnTo>
                  <a:pt x="909243" y="253314"/>
                </a:lnTo>
                <a:lnTo>
                  <a:pt x="871728" y="276656"/>
                </a:lnTo>
                <a:lnTo>
                  <a:pt x="828763" y="297434"/>
                </a:lnTo>
                <a:lnTo>
                  <a:pt x="780770" y="315760"/>
                </a:lnTo>
                <a:lnTo>
                  <a:pt x="785266" y="321665"/>
                </a:lnTo>
                <a:lnTo>
                  <a:pt x="789724" y="328142"/>
                </a:lnTo>
                <a:lnTo>
                  <a:pt x="793838" y="334835"/>
                </a:lnTo>
                <a:lnTo>
                  <a:pt x="797534" y="341668"/>
                </a:lnTo>
                <a:lnTo>
                  <a:pt x="821258" y="332244"/>
                </a:lnTo>
                <a:lnTo>
                  <a:pt x="844105" y="322237"/>
                </a:lnTo>
                <a:lnTo>
                  <a:pt x="865784" y="311658"/>
                </a:lnTo>
                <a:lnTo>
                  <a:pt x="886015" y="300520"/>
                </a:lnTo>
                <a:lnTo>
                  <a:pt x="885913" y="332638"/>
                </a:lnTo>
                <a:lnTo>
                  <a:pt x="885444" y="339547"/>
                </a:lnTo>
                <a:lnTo>
                  <a:pt x="883729" y="346811"/>
                </a:lnTo>
                <a:lnTo>
                  <a:pt x="880872" y="352640"/>
                </a:lnTo>
                <a:lnTo>
                  <a:pt x="876871" y="356908"/>
                </a:lnTo>
                <a:lnTo>
                  <a:pt x="893635" y="379768"/>
                </a:lnTo>
                <a:lnTo>
                  <a:pt x="901357" y="376364"/>
                </a:lnTo>
                <a:lnTo>
                  <a:pt x="915073" y="370128"/>
                </a:lnTo>
                <a:lnTo>
                  <a:pt x="921067" y="367576"/>
                </a:lnTo>
                <a:lnTo>
                  <a:pt x="937348" y="361835"/>
                </a:lnTo>
                <a:lnTo>
                  <a:pt x="956360" y="355955"/>
                </a:lnTo>
                <a:lnTo>
                  <a:pt x="977950" y="349783"/>
                </a:lnTo>
                <a:lnTo>
                  <a:pt x="1001941" y="343192"/>
                </a:lnTo>
                <a:lnTo>
                  <a:pt x="1001941" y="338620"/>
                </a:lnTo>
                <a:lnTo>
                  <a:pt x="1001941" y="312712"/>
                </a:lnTo>
                <a:lnTo>
                  <a:pt x="958265" y="326237"/>
                </a:lnTo>
                <a:lnTo>
                  <a:pt x="936066" y="332638"/>
                </a:lnTo>
                <a:lnTo>
                  <a:pt x="913447" y="338620"/>
                </a:lnTo>
                <a:lnTo>
                  <a:pt x="913447" y="300520"/>
                </a:lnTo>
                <a:lnTo>
                  <a:pt x="913447" y="283756"/>
                </a:lnTo>
                <a:lnTo>
                  <a:pt x="926884" y="273418"/>
                </a:lnTo>
                <a:lnTo>
                  <a:pt x="939749" y="263093"/>
                </a:lnTo>
                <a:lnTo>
                  <a:pt x="952068" y="252806"/>
                </a:lnTo>
                <a:lnTo>
                  <a:pt x="963841" y="242506"/>
                </a:lnTo>
                <a:lnTo>
                  <a:pt x="987780" y="278790"/>
                </a:lnTo>
                <a:lnTo>
                  <a:pt x="1017511" y="308991"/>
                </a:lnTo>
                <a:lnTo>
                  <a:pt x="1052957" y="333235"/>
                </a:lnTo>
                <a:lnTo>
                  <a:pt x="1094054" y="351701"/>
                </a:lnTo>
                <a:lnTo>
                  <a:pt x="1140726" y="364528"/>
                </a:lnTo>
                <a:lnTo>
                  <a:pt x="1145552" y="357644"/>
                </a:lnTo>
                <a:lnTo>
                  <a:pt x="1150823" y="350621"/>
                </a:lnTo>
                <a:lnTo>
                  <a:pt x="1156360" y="343306"/>
                </a:lnTo>
                <a:lnTo>
                  <a:pt x="1162062" y="335572"/>
                </a:lnTo>
                <a:close/>
              </a:path>
              <a:path w="1552575" h="380364">
                <a:moveTo>
                  <a:pt x="1308455" y="317284"/>
                </a:moveTo>
                <a:lnTo>
                  <a:pt x="1307338" y="310349"/>
                </a:lnTo>
                <a:lnTo>
                  <a:pt x="1306360" y="302996"/>
                </a:lnTo>
                <a:lnTo>
                  <a:pt x="1305687" y="295046"/>
                </a:lnTo>
                <a:lnTo>
                  <a:pt x="1305407" y="285280"/>
                </a:lnTo>
                <a:lnTo>
                  <a:pt x="1290599" y="295046"/>
                </a:lnTo>
                <a:lnTo>
                  <a:pt x="1276146" y="303898"/>
                </a:lnTo>
                <a:lnTo>
                  <a:pt x="1262113" y="312280"/>
                </a:lnTo>
                <a:lnTo>
                  <a:pt x="1249019" y="320332"/>
                </a:lnTo>
                <a:lnTo>
                  <a:pt x="1249019" y="137261"/>
                </a:lnTo>
                <a:lnTo>
                  <a:pt x="1221486" y="137261"/>
                </a:lnTo>
                <a:lnTo>
                  <a:pt x="1221486" y="312712"/>
                </a:lnTo>
                <a:lnTo>
                  <a:pt x="1220660" y="320421"/>
                </a:lnTo>
                <a:lnTo>
                  <a:pt x="1218247" y="327571"/>
                </a:lnTo>
                <a:lnTo>
                  <a:pt x="1214424" y="334149"/>
                </a:lnTo>
                <a:lnTo>
                  <a:pt x="1209294" y="340144"/>
                </a:lnTo>
                <a:lnTo>
                  <a:pt x="1229106" y="367576"/>
                </a:lnTo>
                <a:lnTo>
                  <a:pt x="1235303" y="361480"/>
                </a:lnTo>
                <a:lnTo>
                  <a:pt x="1241399" y="356908"/>
                </a:lnTo>
                <a:lnTo>
                  <a:pt x="1245971" y="353860"/>
                </a:lnTo>
                <a:lnTo>
                  <a:pt x="1261732" y="344716"/>
                </a:lnTo>
                <a:lnTo>
                  <a:pt x="1292694" y="326428"/>
                </a:lnTo>
                <a:lnTo>
                  <a:pt x="1303197" y="320332"/>
                </a:lnTo>
                <a:lnTo>
                  <a:pt x="1308455" y="317284"/>
                </a:lnTo>
                <a:close/>
              </a:path>
              <a:path w="1552575" h="380364">
                <a:moveTo>
                  <a:pt x="1313027" y="59436"/>
                </a:moveTo>
                <a:lnTo>
                  <a:pt x="1241399" y="59436"/>
                </a:lnTo>
                <a:lnTo>
                  <a:pt x="1245069" y="46850"/>
                </a:lnTo>
                <a:lnTo>
                  <a:pt x="1249019" y="34099"/>
                </a:lnTo>
                <a:lnTo>
                  <a:pt x="1252969" y="21082"/>
                </a:lnTo>
                <a:lnTo>
                  <a:pt x="1256639" y="7620"/>
                </a:lnTo>
                <a:lnTo>
                  <a:pt x="1227582" y="1524"/>
                </a:lnTo>
                <a:lnTo>
                  <a:pt x="1216177" y="44069"/>
                </a:lnTo>
                <a:lnTo>
                  <a:pt x="1202626" y="84632"/>
                </a:lnTo>
                <a:lnTo>
                  <a:pt x="1187081" y="122910"/>
                </a:lnTo>
                <a:lnTo>
                  <a:pt x="1169670" y="158597"/>
                </a:lnTo>
                <a:lnTo>
                  <a:pt x="1176515" y="162026"/>
                </a:lnTo>
                <a:lnTo>
                  <a:pt x="1183195" y="165455"/>
                </a:lnTo>
                <a:lnTo>
                  <a:pt x="1189609" y="168884"/>
                </a:lnTo>
                <a:lnTo>
                  <a:pt x="1195578" y="172313"/>
                </a:lnTo>
                <a:lnTo>
                  <a:pt x="1205585" y="151447"/>
                </a:lnTo>
                <a:lnTo>
                  <a:pt x="1215021" y="130048"/>
                </a:lnTo>
                <a:lnTo>
                  <a:pt x="1223911" y="108013"/>
                </a:lnTo>
                <a:lnTo>
                  <a:pt x="1232255" y="85445"/>
                </a:lnTo>
                <a:lnTo>
                  <a:pt x="1284071" y="85445"/>
                </a:lnTo>
                <a:lnTo>
                  <a:pt x="1261211" y="138785"/>
                </a:lnTo>
                <a:lnTo>
                  <a:pt x="1267802" y="141071"/>
                </a:lnTo>
                <a:lnTo>
                  <a:pt x="1273975" y="143357"/>
                </a:lnTo>
                <a:lnTo>
                  <a:pt x="1285595" y="147929"/>
                </a:lnTo>
                <a:lnTo>
                  <a:pt x="1313027" y="85445"/>
                </a:lnTo>
                <a:lnTo>
                  <a:pt x="1313027" y="59436"/>
                </a:lnTo>
                <a:close/>
              </a:path>
              <a:path w="1552575" h="380364">
                <a:moveTo>
                  <a:pt x="1540294" y="154025"/>
                </a:moveTo>
                <a:lnTo>
                  <a:pt x="1447241" y="154025"/>
                </a:lnTo>
                <a:lnTo>
                  <a:pt x="1447241" y="99161"/>
                </a:lnTo>
                <a:lnTo>
                  <a:pt x="1418285" y="99161"/>
                </a:lnTo>
                <a:lnTo>
                  <a:pt x="1418285" y="154025"/>
                </a:lnTo>
                <a:lnTo>
                  <a:pt x="1332839" y="154025"/>
                </a:lnTo>
                <a:lnTo>
                  <a:pt x="1332839" y="334048"/>
                </a:lnTo>
                <a:lnTo>
                  <a:pt x="1360271" y="334048"/>
                </a:lnTo>
                <a:lnTo>
                  <a:pt x="1360271" y="181546"/>
                </a:lnTo>
                <a:lnTo>
                  <a:pt x="1418285" y="181546"/>
                </a:lnTo>
                <a:lnTo>
                  <a:pt x="1418285" y="378244"/>
                </a:lnTo>
                <a:lnTo>
                  <a:pt x="1447241" y="378244"/>
                </a:lnTo>
                <a:lnTo>
                  <a:pt x="1447241" y="181546"/>
                </a:lnTo>
                <a:lnTo>
                  <a:pt x="1511338" y="181546"/>
                </a:lnTo>
                <a:lnTo>
                  <a:pt x="1511338" y="283756"/>
                </a:lnTo>
                <a:lnTo>
                  <a:pt x="1509915" y="293522"/>
                </a:lnTo>
                <a:lnTo>
                  <a:pt x="1505762" y="300139"/>
                </a:lnTo>
                <a:lnTo>
                  <a:pt x="1499044" y="303898"/>
                </a:lnTo>
                <a:lnTo>
                  <a:pt x="1490078" y="305079"/>
                </a:lnTo>
                <a:lnTo>
                  <a:pt x="1482712" y="305066"/>
                </a:lnTo>
                <a:lnTo>
                  <a:pt x="1474673" y="304901"/>
                </a:lnTo>
                <a:lnTo>
                  <a:pt x="1465478" y="304444"/>
                </a:lnTo>
                <a:lnTo>
                  <a:pt x="1454861" y="303568"/>
                </a:lnTo>
                <a:lnTo>
                  <a:pt x="1456880" y="311277"/>
                </a:lnTo>
                <a:lnTo>
                  <a:pt x="1458480" y="318427"/>
                </a:lnTo>
                <a:lnTo>
                  <a:pt x="1460957" y="331000"/>
                </a:lnTo>
                <a:lnTo>
                  <a:pt x="1470952" y="331876"/>
                </a:lnTo>
                <a:lnTo>
                  <a:pt x="1480388" y="332333"/>
                </a:lnTo>
                <a:lnTo>
                  <a:pt x="1489240" y="332498"/>
                </a:lnTo>
                <a:lnTo>
                  <a:pt x="1497533" y="332524"/>
                </a:lnTo>
                <a:lnTo>
                  <a:pt x="1515821" y="329933"/>
                </a:lnTo>
                <a:lnTo>
                  <a:pt x="1529232" y="322046"/>
                </a:lnTo>
                <a:lnTo>
                  <a:pt x="1537487" y="308737"/>
                </a:lnTo>
                <a:lnTo>
                  <a:pt x="1538020" y="305092"/>
                </a:lnTo>
                <a:lnTo>
                  <a:pt x="1540294" y="289852"/>
                </a:lnTo>
                <a:lnTo>
                  <a:pt x="1540294" y="181546"/>
                </a:lnTo>
                <a:lnTo>
                  <a:pt x="1540294" y="154025"/>
                </a:lnTo>
                <a:close/>
              </a:path>
              <a:path w="1552575" h="380364">
                <a:moveTo>
                  <a:pt x="1552486" y="51816"/>
                </a:moveTo>
                <a:lnTo>
                  <a:pt x="1380185" y="51816"/>
                </a:lnTo>
                <a:lnTo>
                  <a:pt x="1383842" y="41275"/>
                </a:lnTo>
                <a:lnTo>
                  <a:pt x="1387805" y="30289"/>
                </a:lnTo>
                <a:lnTo>
                  <a:pt x="1391754" y="19037"/>
                </a:lnTo>
                <a:lnTo>
                  <a:pt x="1395425" y="7620"/>
                </a:lnTo>
                <a:lnTo>
                  <a:pt x="1366367" y="1524"/>
                </a:lnTo>
                <a:lnTo>
                  <a:pt x="1356055" y="32435"/>
                </a:lnTo>
                <a:lnTo>
                  <a:pt x="1343317" y="63487"/>
                </a:lnTo>
                <a:lnTo>
                  <a:pt x="1328000" y="94830"/>
                </a:lnTo>
                <a:lnTo>
                  <a:pt x="1309979" y="126593"/>
                </a:lnTo>
                <a:lnTo>
                  <a:pt x="1316786" y="130022"/>
                </a:lnTo>
                <a:lnTo>
                  <a:pt x="1323695" y="133642"/>
                </a:lnTo>
                <a:lnTo>
                  <a:pt x="1330553" y="137528"/>
                </a:lnTo>
                <a:lnTo>
                  <a:pt x="1337411" y="141833"/>
                </a:lnTo>
                <a:lnTo>
                  <a:pt x="1345387" y="126707"/>
                </a:lnTo>
                <a:lnTo>
                  <a:pt x="1353223" y="111163"/>
                </a:lnTo>
                <a:lnTo>
                  <a:pt x="1360766" y="95326"/>
                </a:lnTo>
                <a:lnTo>
                  <a:pt x="1367891" y="79349"/>
                </a:lnTo>
                <a:lnTo>
                  <a:pt x="1552486" y="79349"/>
                </a:lnTo>
                <a:lnTo>
                  <a:pt x="1552486" y="51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7666196" y="4608195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7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8007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8003273" y="4327588"/>
            <a:ext cx="773430" cy="381635"/>
          </a:xfrm>
          <a:custGeom>
            <a:avLst/>
            <a:gdLst/>
            <a:ahLst/>
            <a:cxnLst/>
            <a:rect l="l" t="t" r="r" b="b"/>
            <a:pathLst>
              <a:path w="773429" h="381635">
                <a:moveTo>
                  <a:pt x="227177" y="22860"/>
                </a:moveTo>
                <a:lnTo>
                  <a:pt x="12192" y="22860"/>
                </a:lnTo>
                <a:lnTo>
                  <a:pt x="12192" y="50292"/>
                </a:lnTo>
                <a:lnTo>
                  <a:pt x="88404" y="50292"/>
                </a:lnTo>
                <a:lnTo>
                  <a:pt x="71589" y="100355"/>
                </a:lnTo>
                <a:lnTo>
                  <a:pt x="51054" y="147396"/>
                </a:lnTo>
                <a:lnTo>
                  <a:pt x="27101" y="191274"/>
                </a:lnTo>
                <a:lnTo>
                  <a:pt x="0" y="231851"/>
                </a:lnTo>
                <a:lnTo>
                  <a:pt x="3454" y="237896"/>
                </a:lnTo>
                <a:lnTo>
                  <a:pt x="7048" y="244805"/>
                </a:lnTo>
                <a:lnTo>
                  <a:pt x="10934" y="252844"/>
                </a:lnTo>
                <a:lnTo>
                  <a:pt x="15240" y="262331"/>
                </a:lnTo>
                <a:lnTo>
                  <a:pt x="36106" y="234035"/>
                </a:lnTo>
                <a:lnTo>
                  <a:pt x="55245" y="204025"/>
                </a:lnTo>
                <a:lnTo>
                  <a:pt x="72682" y="172275"/>
                </a:lnTo>
                <a:lnTo>
                  <a:pt x="88404" y="138785"/>
                </a:lnTo>
                <a:lnTo>
                  <a:pt x="175361" y="138785"/>
                </a:lnTo>
                <a:lnTo>
                  <a:pt x="168795" y="163664"/>
                </a:lnTo>
                <a:lnTo>
                  <a:pt x="160502" y="187985"/>
                </a:lnTo>
                <a:lnTo>
                  <a:pt x="150507" y="211734"/>
                </a:lnTo>
                <a:lnTo>
                  <a:pt x="138785" y="234899"/>
                </a:lnTo>
                <a:lnTo>
                  <a:pt x="126847" y="223278"/>
                </a:lnTo>
                <a:lnTo>
                  <a:pt x="113779" y="211277"/>
                </a:lnTo>
                <a:lnTo>
                  <a:pt x="99910" y="199313"/>
                </a:lnTo>
                <a:lnTo>
                  <a:pt x="85356" y="187642"/>
                </a:lnTo>
                <a:lnTo>
                  <a:pt x="67068" y="208978"/>
                </a:lnTo>
                <a:lnTo>
                  <a:pt x="83312" y="223227"/>
                </a:lnTo>
                <a:lnTo>
                  <a:pt x="97967" y="236423"/>
                </a:lnTo>
                <a:lnTo>
                  <a:pt x="110858" y="248424"/>
                </a:lnTo>
                <a:lnTo>
                  <a:pt x="122021" y="259283"/>
                </a:lnTo>
                <a:lnTo>
                  <a:pt x="100850" y="286791"/>
                </a:lnTo>
                <a:lnTo>
                  <a:pt x="76403" y="312127"/>
                </a:lnTo>
                <a:lnTo>
                  <a:pt x="48844" y="335457"/>
                </a:lnTo>
                <a:lnTo>
                  <a:pt x="18288" y="356908"/>
                </a:lnTo>
                <a:lnTo>
                  <a:pt x="24866" y="363499"/>
                </a:lnTo>
                <a:lnTo>
                  <a:pt x="30861" y="369671"/>
                </a:lnTo>
                <a:lnTo>
                  <a:pt x="36296" y="375551"/>
                </a:lnTo>
                <a:lnTo>
                  <a:pt x="41148" y="381292"/>
                </a:lnTo>
                <a:lnTo>
                  <a:pt x="83235" y="350418"/>
                </a:lnTo>
                <a:lnTo>
                  <a:pt x="119456" y="315734"/>
                </a:lnTo>
                <a:lnTo>
                  <a:pt x="149821" y="277215"/>
                </a:lnTo>
                <a:lnTo>
                  <a:pt x="174345" y="234899"/>
                </a:lnTo>
                <a:lnTo>
                  <a:pt x="193014" y="188747"/>
                </a:lnTo>
                <a:lnTo>
                  <a:pt x="205841" y="138785"/>
                </a:lnTo>
                <a:lnTo>
                  <a:pt x="205841" y="111353"/>
                </a:lnTo>
                <a:lnTo>
                  <a:pt x="100596" y="111353"/>
                </a:lnTo>
                <a:lnTo>
                  <a:pt x="106095" y="96240"/>
                </a:lnTo>
                <a:lnTo>
                  <a:pt x="111150" y="80822"/>
                </a:lnTo>
                <a:lnTo>
                  <a:pt x="115900" y="65405"/>
                </a:lnTo>
                <a:lnTo>
                  <a:pt x="120497" y="50292"/>
                </a:lnTo>
                <a:lnTo>
                  <a:pt x="227177" y="50292"/>
                </a:lnTo>
                <a:lnTo>
                  <a:pt x="227177" y="22860"/>
                </a:lnTo>
                <a:close/>
              </a:path>
              <a:path w="773429" h="381635">
                <a:moveTo>
                  <a:pt x="272999" y="50292"/>
                </a:moveTo>
                <a:lnTo>
                  <a:pt x="242417" y="50292"/>
                </a:lnTo>
                <a:lnTo>
                  <a:pt x="242417" y="285280"/>
                </a:lnTo>
                <a:lnTo>
                  <a:pt x="272999" y="285280"/>
                </a:lnTo>
                <a:lnTo>
                  <a:pt x="272999" y="50292"/>
                </a:lnTo>
                <a:close/>
              </a:path>
              <a:path w="773429" h="381635">
                <a:moveTo>
                  <a:pt x="358343" y="9144"/>
                </a:moveTo>
                <a:lnTo>
                  <a:pt x="327863" y="9144"/>
                </a:lnTo>
                <a:lnTo>
                  <a:pt x="327863" y="317284"/>
                </a:lnTo>
                <a:lnTo>
                  <a:pt x="326402" y="328168"/>
                </a:lnTo>
                <a:lnTo>
                  <a:pt x="321957" y="335762"/>
                </a:lnTo>
                <a:lnTo>
                  <a:pt x="314350" y="340220"/>
                </a:lnTo>
                <a:lnTo>
                  <a:pt x="303784" y="341630"/>
                </a:lnTo>
                <a:lnTo>
                  <a:pt x="292925" y="341617"/>
                </a:lnTo>
                <a:lnTo>
                  <a:pt x="279666" y="341287"/>
                </a:lnTo>
                <a:lnTo>
                  <a:pt x="263829" y="340385"/>
                </a:lnTo>
                <a:lnTo>
                  <a:pt x="245567" y="338620"/>
                </a:lnTo>
                <a:lnTo>
                  <a:pt x="247586" y="347522"/>
                </a:lnTo>
                <a:lnTo>
                  <a:pt x="249186" y="356146"/>
                </a:lnTo>
                <a:lnTo>
                  <a:pt x="250494" y="364769"/>
                </a:lnTo>
                <a:lnTo>
                  <a:pt x="251663" y="373672"/>
                </a:lnTo>
                <a:lnTo>
                  <a:pt x="314147" y="373672"/>
                </a:lnTo>
                <a:lnTo>
                  <a:pt x="333260" y="370547"/>
                </a:lnTo>
                <a:lnTo>
                  <a:pt x="347103" y="361289"/>
                </a:lnTo>
                <a:lnTo>
                  <a:pt x="355498" y="346024"/>
                </a:lnTo>
                <a:lnTo>
                  <a:pt x="356082" y="341668"/>
                </a:lnTo>
                <a:lnTo>
                  <a:pt x="358343" y="324904"/>
                </a:lnTo>
                <a:lnTo>
                  <a:pt x="358343" y="9144"/>
                </a:lnTo>
                <a:close/>
              </a:path>
              <a:path w="773429" h="381635">
                <a:moveTo>
                  <a:pt x="773150" y="331000"/>
                </a:moveTo>
                <a:lnTo>
                  <a:pt x="741172" y="323596"/>
                </a:lnTo>
                <a:lnTo>
                  <a:pt x="711606" y="312902"/>
                </a:lnTo>
                <a:lnTo>
                  <a:pt x="684593" y="299072"/>
                </a:lnTo>
                <a:lnTo>
                  <a:pt x="660285" y="282232"/>
                </a:lnTo>
                <a:lnTo>
                  <a:pt x="745718" y="239458"/>
                </a:lnTo>
                <a:lnTo>
                  <a:pt x="725906" y="213550"/>
                </a:lnTo>
                <a:lnTo>
                  <a:pt x="703351" y="227838"/>
                </a:lnTo>
                <a:lnTo>
                  <a:pt x="681507" y="240982"/>
                </a:lnTo>
                <a:lnTo>
                  <a:pt x="660501" y="252984"/>
                </a:lnTo>
                <a:lnTo>
                  <a:pt x="640473" y="263842"/>
                </a:lnTo>
                <a:lnTo>
                  <a:pt x="628472" y="249542"/>
                </a:lnTo>
                <a:lnTo>
                  <a:pt x="617613" y="233934"/>
                </a:lnTo>
                <a:lnTo>
                  <a:pt x="607898" y="216916"/>
                </a:lnTo>
                <a:lnTo>
                  <a:pt x="599325" y="198310"/>
                </a:lnTo>
                <a:lnTo>
                  <a:pt x="770102" y="198310"/>
                </a:lnTo>
                <a:lnTo>
                  <a:pt x="770102" y="172313"/>
                </a:lnTo>
                <a:lnTo>
                  <a:pt x="599325" y="172313"/>
                </a:lnTo>
                <a:lnTo>
                  <a:pt x="599325" y="132689"/>
                </a:lnTo>
                <a:lnTo>
                  <a:pt x="742670" y="132689"/>
                </a:lnTo>
                <a:lnTo>
                  <a:pt x="742670" y="106781"/>
                </a:lnTo>
                <a:lnTo>
                  <a:pt x="599325" y="106781"/>
                </a:lnTo>
                <a:lnTo>
                  <a:pt x="599325" y="68580"/>
                </a:lnTo>
                <a:lnTo>
                  <a:pt x="759434" y="68580"/>
                </a:lnTo>
                <a:lnTo>
                  <a:pt x="759434" y="42672"/>
                </a:lnTo>
                <a:lnTo>
                  <a:pt x="599325" y="42672"/>
                </a:lnTo>
                <a:lnTo>
                  <a:pt x="599325" y="0"/>
                </a:lnTo>
                <a:lnTo>
                  <a:pt x="568845" y="0"/>
                </a:lnTo>
                <a:lnTo>
                  <a:pt x="568845" y="42672"/>
                </a:lnTo>
                <a:lnTo>
                  <a:pt x="408724" y="42672"/>
                </a:lnTo>
                <a:lnTo>
                  <a:pt x="408724" y="68580"/>
                </a:lnTo>
                <a:lnTo>
                  <a:pt x="568845" y="68580"/>
                </a:lnTo>
                <a:lnTo>
                  <a:pt x="568845" y="106781"/>
                </a:lnTo>
                <a:lnTo>
                  <a:pt x="423964" y="106781"/>
                </a:lnTo>
                <a:lnTo>
                  <a:pt x="423964" y="132689"/>
                </a:lnTo>
                <a:lnTo>
                  <a:pt x="568845" y="132689"/>
                </a:lnTo>
                <a:lnTo>
                  <a:pt x="568845" y="172313"/>
                </a:lnTo>
                <a:lnTo>
                  <a:pt x="396532" y="172313"/>
                </a:lnTo>
                <a:lnTo>
                  <a:pt x="396532" y="198310"/>
                </a:lnTo>
                <a:lnTo>
                  <a:pt x="547509" y="198310"/>
                </a:lnTo>
                <a:lnTo>
                  <a:pt x="517182" y="230898"/>
                </a:lnTo>
                <a:lnTo>
                  <a:pt x="481317" y="260045"/>
                </a:lnTo>
                <a:lnTo>
                  <a:pt x="440042" y="285800"/>
                </a:lnTo>
                <a:lnTo>
                  <a:pt x="393484" y="308140"/>
                </a:lnTo>
                <a:lnTo>
                  <a:pt x="398919" y="314121"/>
                </a:lnTo>
                <a:lnTo>
                  <a:pt x="403771" y="320522"/>
                </a:lnTo>
                <a:lnTo>
                  <a:pt x="408063" y="327215"/>
                </a:lnTo>
                <a:lnTo>
                  <a:pt x="411772" y="334048"/>
                </a:lnTo>
                <a:lnTo>
                  <a:pt x="436321" y="321424"/>
                </a:lnTo>
                <a:lnTo>
                  <a:pt x="459587" y="308508"/>
                </a:lnTo>
                <a:lnTo>
                  <a:pt x="481418" y="295008"/>
                </a:lnTo>
                <a:lnTo>
                  <a:pt x="501688" y="280606"/>
                </a:lnTo>
                <a:lnTo>
                  <a:pt x="501688" y="341668"/>
                </a:lnTo>
                <a:lnTo>
                  <a:pt x="498640" y="349288"/>
                </a:lnTo>
                <a:lnTo>
                  <a:pt x="491020" y="353860"/>
                </a:lnTo>
                <a:lnTo>
                  <a:pt x="509308" y="381292"/>
                </a:lnTo>
                <a:lnTo>
                  <a:pt x="516928" y="378244"/>
                </a:lnTo>
                <a:lnTo>
                  <a:pt x="529221" y="372148"/>
                </a:lnTo>
                <a:lnTo>
                  <a:pt x="602081" y="345363"/>
                </a:lnTo>
                <a:lnTo>
                  <a:pt x="625233" y="337096"/>
                </a:lnTo>
                <a:lnTo>
                  <a:pt x="624344" y="329095"/>
                </a:lnTo>
                <a:lnTo>
                  <a:pt x="623900" y="321094"/>
                </a:lnTo>
                <a:lnTo>
                  <a:pt x="623709" y="305092"/>
                </a:lnTo>
                <a:lnTo>
                  <a:pt x="578942" y="321856"/>
                </a:lnTo>
                <a:lnTo>
                  <a:pt x="555332" y="330377"/>
                </a:lnTo>
                <a:lnTo>
                  <a:pt x="530745" y="338620"/>
                </a:lnTo>
                <a:lnTo>
                  <a:pt x="530745" y="256222"/>
                </a:lnTo>
                <a:lnTo>
                  <a:pt x="543001" y="245414"/>
                </a:lnTo>
                <a:lnTo>
                  <a:pt x="554558" y="233743"/>
                </a:lnTo>
                <a:lnTo>
                  <a:pt x="565238" y="221513"/>
                </a:lnTo>
                <a:lnTo>
                  <a:pt x="574941" y="208978"/>
                </a:lnTo>
                <a:lnTo>
                  <a:pt x="599478" y="254584"/>
                </a:lnTo>
                <a:lnTo>
                  <a:pt x="629297" y="292544"/>
                </a:lnTo>
                <a:lnTo>
                  <a:pt x="664540" y="322973"/>
                </a:lnTo>
                <a:lnTo>
                  <a:pt x="705332" y="345922"/>
                </a:lnTo>
                <a:lnTo>
                  <a:pt x="751814" y="361480"/>
                </a:lnTo>
                <a:lnTo>
                  <a:pt x="756653" y="354355"/>
                </a:lnTo>
                <a:lnTo>
                  <a:pt x="773150" y="3310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928" y="5088731"/>
            <a:ext cx="109823" cy="109823"/>
          </a:xfrm>
          <a:prstGeom prst="rect">
            <a:avLst/>
          </a:prstGeom>
        </p:spPr>
      </p:pic>
      <p:sp>
        <p:nvSpPr>
          <p:cNvPr id="50" name="object 50" descr=""/>
          <p:cNvSpPr/>
          <p:nvPr/>
        </p:nvSpPr>
        <p:spPr>
          <a:xfrm>
            <a:off x="1312830" y="4969764"/>
            <a:ext cx="234950" cy="323850"/>
          </a:xfrm>
          <a:custGeom>
            <a:avLst/>
            <a:gdLst/>
            <a:ahLst/>
            <a:cxnLst/>
            <a:rect l="l" t="t" r="r" b="b"/>
            <a:pathLst>
              <a:path w="234950" h="323850">
                <a:moveTo>
                  <a:pt x="148018" y="323373"/>
                </a:moveTo>
                <a:lnTo>
                  <a:pt x="86975" y="312896"/>
                </a:lnTo>
                <a:lnTo>
                  <a:pt x="39719" y="280701"/>
                </a:lnTo>
                <a:lnTo>
                  <a:pt x="10144" y="231088"/>
                </a:lnTo>
                <a:lnTo>
                  <a:pt x="0" y="167830"/>
                </a:lnTo>
                <a:lnTo>
                  <a:pt x="2872" y="131793"/>
                </a:lnTo>
                <a:lnTo>
                  <a:pt x="25797" y="70612"/>
                </a:lnTo>
                <a:lnTo>
                  <a:pt x="69462" y="25717"/>
                </a:lnTo>
                <a:lnTo>
                  <a:pt x="127079" y="2857"/>
                </a:lnTo>
                <a:lnTo>
                  <a:pt x="160210" y="0"/>
                </a:lnTo>
                <a:lnTo>
                  <a:pt x="181951" y="619"/>
                </a:lnTo>
                <a:lnTo>
                  <a:pt x="201549" y="2667"/>
                </a:lnTo>
                <a:lnTo>
                  <a:pt x="219146" y="6429"/>
                </a:lnTo>
                <a:lnTo>
                  <a:pt x="234886" y="12192"/>
                </a:lnTo>
                <a:lnTo>
                  <a:pt x="234886" y="51816"/>
                </a:lnTo>
                <a:lnTo>
                  <a:pt x="217431" y="43576"/>
                </a:lnTo>
                <a:lnTo>
                  <a:pt x="199263" y="37338"/>
                </a:lnTo>
                <a:lnTo>
                  <a:pt x="180236" y="33385"/>
                </a:lnTo>
                <a:lnTo>
                  <a:pt x="160210" y="32004"/>
                </a:lnTo>
                <a:lnTo>
                  <a:pt x="134128" y="34291"/>
                </a:lnTo>
                <a:lnTo>
                  <a:pt x="90036" y="52618"/>
                </a:lnTo>
                <a:lnTo>
                  <a:pt x="57483" y="88393"/>
                </a:lnTo>
                <a:lnTo>
                  <a:pt x="40433" y="136438"/>
                </a:lnTo>
                <a:lnTo>
                  <a:pt x="38195" y="164782"/>
                </a:lnTo>
                <a:lnTo>
                  <a:pt x="40195" y="192571"/>
                </a:lnTo>
                <a:lnTo>
                  <a:pt x="56197" y="237863"/>
                </a:lnTo>
                <a:lnTo>
                  <a:pt x="86702" y="271398"/>
                </a:lnTo>
                <a:lnTo>
                  <a:pt x="128318" y="289106"/>
                </a:lnTo>
                <a:lnTo>
                  <a:pt x="152590" y="291369"/>
                </a:lnTo>
                <a:lnTo>
                  <a:pt x="175521" y="289964"/>
                </a:lnTo>
                <a:lnTo>
                  <a:pt x="196596" y="285845"/>
                </a:lnTo>
                <a:lnTo>
                  <a:pt x="216241" y="279153"/>
                </a:lnTo>
                <a:lnTo>
                  <a:pt x="234886" y="270033"/>
                </a:lnTo>
                <a:lnTo>
                  <a:pt x="234886" y="305085"/>
                </a:lnTo>
                <a:lnTo>
                  <a:pt x="215741" y="313086"/>
                </a:lnTo>
                <a:lnTo>
                  <a:pt x="194881" y="318801"/>
                </a:lnTo>
                <a:lnTo>
                  <a:pt x="172307" y="322230"/>
                </a:lnTo>
                <a:lnTo>
                  <a:pt x="148018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596580" y="4969764"/>
            <a:ext cx="191135" cy="323850"/>
          </a:xfrm>
          <a:custGeom>
            <a:avLst/>
            <a:gdLst/>
            <a:ahLst/>
            <a:cxnLst/>
            <a:rect l="l" t="t" r="r" b="b"/>
            <a:pathLst>
              <a:path w="191135" h="323850">
                <a:moveTo>
                  <a:pt x="59436" y="323373"/>
                </a:moveTo>
                <a:lnTo>
                  <a:pt x="53339" y="321849"/>
                </a:lnTo>
                <a:lnTo>
                  <a:pt x="22859" y="315753"/>
                </a:lnTo>
                <a:lnTo>
                  <a:pt x="16764" y="314229"/>
                </a:lnTo>
                <a:lnTo>
                  <a:pt x="9144" y="311181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2413"/>
                </a:lnTo>
                <a:lnTo>
                  <a:pt x="4572" y="266985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7653"/>
                </a:lnTo>
                <a:lnTo>
                  <a:pt x="39624" y="283749"/>
                </a:lnTo>
                <a:lnTo>
                  <a:pt x="47244" y="285273"/>
                </a:lnTo>
                <a:lnTo>
                  <a:pt x="54864" y="288321"/>
                </a:lnTo>
                <a:lnTo>
                  <a:pt x="62484" y="288321"/>
                </a:lnTo>
                <a:lnTo>
                  <a:pt x="77724" y="291369"/>
                </a:lnTo>
                <a:lnTo>
                  <a:pt x="83820" y="291369"/>
                </a:lnTo>
                <a:lnTo>
                  <a:pt x="124968" y="284297"/>
                </a:lnTo>
                <a:lnTo>
                  <a:pt x="150064" y="253379"/>
                </a:lnTo>
                <a:lnTo>
                  <a:pt x="150971" y="242506"/>
                </a:lnTo>
                <a:lnTo>
                  <a:pt x="150971" y="233362"/>
                </a:lnTo>
                <a:lnTo>
                  <a:pt x="113276" y="191309"/>
                </a:lnTo>
                <a:lnTo>
                  <a:pt x="92773" y="180593"/>
                </a:lnTo>
                <a:lnTo>
                  <a:pt x="77724" y="172402"/>
                </a:lnTo>
                <a:lnTo>
                  <a:pt x="69746" y="168710"/>
                </a:lnTo>
                <a:lnTo>
                  <a:pt x="61912" y="164580"/>
                </a:lnTo>
                <a:lnTo>
                  <a:pt x="54363" y="160146"/>
                </a:lnTo>
                <a:lnTo>
                  <a:pt x="47244" y="155543"/>
                </a:lnTo>
                <a:lnTo>
                  <a:pt x="40647" y="151614"/>
                </a:lnTo>
                <a:lnTo>
                  <a:pt x="9572" y="120110"/>
                </a:lnTo>
                <a:lnTo>
                  <a:pt x="0" y="83915"/>
                </a:lnTo>
                <a:lnTo>
                  <a:pt x="571" y="73031"/>
                </a:lnTo>
                <a:lnTo>
                  <a:pt x="20383" y="31051"/>
                </a:lnTo>
                <a:lnTo>
                  <a:pt x="35052" y="19811"/>
                </a:lnTo>
                <a:lnTo>
                  <a:pt x="42433" y="14644"/>
                </a:lnTo>
                <a:lnTo>
                  <a:pt x="78867" y="2571"/>
                </a:lnTo>
                <a:lnTo>
                  <a:pt x="109728" y="0"/>
                </a:lnTo>
                <a:lnTo>
                  <a:pt x="131190" y="595"/>
                </a:lnTo>
                <a:lnTo>
                  <a:pt x="149625" y="2476"/>
                </a:lnTo>
                <a:lnTo>
                  <a:pt x="164900" y="5786"/>
                </a:lnTo>
                <a:lnTo>
                  <a:pt x="176879" y="10667"/>
                </a:lnTo>
                <a:lnTo>
                  <a:pt x="176879" y="51815"/>
                </a:lnTo>
                <a:lnTo>
                  <a:pt x="162029" y="43576"/>
                </a:lnTo>
                <a:lnTo>
                  <a:pt x="145018" y="37337"/>
                </a:lnTo>
                <a:lnTo>
                  <a:pt x="126006" y="33385"/>
                </a:lnTo>
                <a:lnTo>
                  <a:pt x="105155" y="32003"/>
                </a:lnTo>
                <a:lnTo>
                  <a:pt x="97536" y="32003"/>
                </a:lnTo>
                <a:lnTo>
                  <a:pt x="89916" y="33527"/>
                </a:lnTo>
                <a:lnTo>
                  <a:pt x="80772" y="35051"/>
                </a:lnTo>
                <a:lnTo>
                  <a:pt x="73152" y="36575"/>
                </a:lnTo>
                <a:lnTo>
                  <a:pt x="67056" y="39623"/>
                </a:lnTo>
                <a:lnTo>
                  <a:pt x="59436" y="42671"/>
                </a:lnTo>
                <a:lnTo>
                  <a:pt x="38100" y="71723"/>
                </a:lnTo>
                <a:lnTo>
                  <a:pt x="38100" y="88487"/>
                </a:lnTo>
                <a:lnTo>
                  <a:pt x="62484" y="122015"/>
                </a:lnTo>
                <a:lnTo>
                  <a:pt x="91630" y="138207"/>
                </a:lnTo>
                <a:lnTo>
                  <a:pt x="106679" y="146399"/>
                </a:lnTo>
                <a:lnTo>
                  <a:pt x="146256" y="167854"/>
                </a:lnTo>
                <a:lnTo>
                  <a:pt x="174974" y="195452"/>
                </a:lnTo>
                <a:lnTo>
                  <a:pt x="190047" y="230838"/>
                </a:lnTo>
                <a:lnTo>
                  <a:pt x="190595" y="239458"/>
                </a:lnTo>
                <a:lnTo>
                  <a:pt x="190023" y="250593"/>
                </a:lnTo>
                <a:lnTo>
                  <a:pt x="176355" y="286869"/>
                </a:lnTo>
                <a:lnTo>
                  <a:pt x="139874" y="313848"/>
                </a:lnTo>
                <a:lnTo>
                  <a:pt x="100203" y="322421"/>
                </a:lnTo>
                <a:lnTo>
                  <a:pt x="89106" y="323111"/>
                </a:lnTo>
                <a:lnTo>
                  <a:pt x="59436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834419" y="4969764"/>
            <a:ext cx="191135" cy="323850"/>
          </a:xfrm>
          <a:custGeom>
            <a:avLst/>
            <a:gdLst/>
            <a:ahLst/>
            <a:cxnLst/>
            <a:rect l="l" t="t" r="r" b="b"/>
            <a:pathLst>
              <a:path w="191135" h="323850">
                <a:moveTo>
                  <a:pt x="79343" y="323373"/>
                </a:moveTo>
                <a:lnTo>
                  <a:pt x="61055" y="323373"/>
                </a:lnTo>
                <a:lnTo>
                  <a:pt x="22859" y="315753"/>
                </a:lnTo>
                <a:lnTo>
                  <a:pt x="16764" y="314229"/>
                </a:lnTo>
                <a:lnTo>
                  <a:pt x="9144" y="311181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2413"/>
                </a:lnTo>
                <a:lnTo>
                  <a:pt x="4572" y="266985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7653"/>
                </a:lnTo>
                <a:lnTo>
                  <a:pt x="39719" y="283749"/>
                </a:lnTo>
                <a:lnTo>
                  <a:pt x="47339" y="285273"/>
                </a:lnTo>
                <a:lnTo>
                  <a:pt x="54959" y="288321"/>
                </a:lnTo>
                <a:lnTo>
                  <a:pt x="62579" y="288321"/>
                </a:lnTo>
                <a:lnTo>
                  <a:pt x="77819" y="291369"/>
                </a:lnTo>
                <a:lnTo>
                  <a:pt x="83915" y="291369"/>
                </a:lnTo>
                <a:lnTo>
                  <a:pt x="125706" y="284297"/>
                </a:lnTo>
                <a:lnTo>
                  <a:pt x="151376" y="253379"/>
                </a:lnTo>
                <a:lnTo>
                  <a:pt x="152495" y="242506"/>
                </a:lnTo>
                <a:lnTo>
                  <a:pt x="152495" y="233362"/>
                </a:lnTo>
                <a:lnTo>
                  <a:pt x="126087" y="199215"/>
                </a:lnTo>
                <a:lnTo>
                  <a:pt x="85796" y="176712"/>
                </a:lnTo>
                <a:lnTo>
                  <a:pt x="77819" y="172402"/>
                </a:lnTo>
                <a:lnTo>
                  <a:pt x="40728" y="151614"/>
                </a:lnTo>
                <a:lnTo>
                  <a:pt x="9786" y="120110"/>
                </a:lnTo>
                <a:lnTo>
                  <a:pt x="0" y="83915"/>
                </a:lnTo>
                <a:lnTo>
                  <a:pt x="595" y="73031"/>
                </a:lnTo>
                <a:lnTo>
                  <a:pt x="21145" y="31051"/>
                </a:lnTo>
                <a:lnTo>
                  <a:pt x="60220" y="7167"/>
                </a:lnTo>
                <a:lnTo>
                  <a:pt x="99560" y="285"/>
                </a:lnTo>
                <a:lnTo>
                  <a:pt x="109823" y="0"/>
                </a:lnTo>
                <a:lnTo>
                  <a:pt x="131232" y="595"/>
                </a:lnTo>
                <a:lnTo>
                  <a:pt x="149649" y="2476"/>
                </a:lnTo>
                <a:lnTo>
                  <a:pt x="164941" y="5786"/>
                </a:lnTo>
                <a:lnTo>
                  <a:pt x="176974" y="10667"/>
                </a:lnTo>
                <a:lnTo>
                  <a:pt x="176974" y="51815"/>
                </a:lnTo>
                <a:lnTo>
                  <a:pt x="162298" y="43576"/>
                </a:lnTo>
                <a:lnTo>
                  <a:pt x="145649" y="37337"/>
                </a:lnTo>
                <a:lnTo>
                  <a:pt x="126731" y="33385"/>
                </a:lnTo>
                <a:lnTo>
                  <a:pt x="105251" y="32003"/>
                </a:lnTo>
                <a:lnTo>
                  <a:pt x="97631" y="32003"/>
                </a:lnTo>
                <a:lnTo>
                  <a:pt x="82391" y="35051"/>
                </a:lnTo>
                <a:lnTo>
                  <a:pt x="73247" y="36575"/>
                </a:lnTo>
                <a:lnTo>
                  <a:pt x="61055" y="42671"/>
                </a:lnTo>
                <a:lnTo>
                  <a:pt x="53435" y="47243"/>
                </a:lnTo>
                <a:lnTo>
                  <a:pt x="48863" y="51815"/>
                </a:lnTo>
                <a:lnTo>
                  <a:pt x="45815" y="58007"/>
                </a:lnTo>
                <a:lnTo>
                  <a:pt x="41243" y="64103"/>
                </a:lnTo>
                <a:lnTo>
                  <a:pt x="39719" y="71723"/>
                </a:lnTo>
                <a:lnTo>
                  <a:pt x="39719" y="88487"/>
                </a:lnTo>
                <a:lnTo>
                  <a:pt x="62579" y="122015"/>
                </a:lnTo>
                <a:lnTo>
                  <a:pt x="91725" y="138207"/>
                </a:lnTo>
                <a:lnTo>
                  <a:pt x="106775" y="146399"/>
                </a:lnTo>
                <a:lnTo>
                  <a:pt x="115633" y="150091"/>
                </a:lnTo>
                <a:lnTo>
                  <a:pt x="123920" y="154221"/>
                </a:lnTo>
                <a:lnTo>
                  <a:pt x="131635" y="158655"/>
                </a:lnTo>
                <a:lnTo>
                  <a:pt x="138779" y="163258"/>
                </a:lnTo>
                <a:lnTo>
                  <a:pt x="146494" y="167854"/>
                </a:lnTo>
                <a:lnTo>
                  <a:pt x="176545" y="195452"/>
                </a:lnTo>
                <a:lnTo>
                  <a:pt x="190690" y="239458"/>
                </a:lnTo>
                <a:lnTo>
                  <a:pt x="190119" y="250593"/>
                </a:lnTo>
                <a:lnTo>
                  <a:pt x="176609" y="286869"/>
                </a:lnTo>
                <a:lnTo>
                  <a:pt x="139922" y="313848"/>
                </a:lnTo>
                <a:lnTo>
                  <a:pt x="100488" y="322421"/>
                </a:lnTo>
                <a:lnTo>
                  <a:pt x="89844" y="323111"/>
                </a:lnTo>
                <a:lnTo>
                  <a:pt x="79343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2194369" y="4914804"/>
            <a:ext cx="400050" cy="426084"/>
          </a:xfrm>
          <a:custGeom>
            <a:avLst/>
            <a:gdLst/>
            <a:ahLst/>
            <a:cxnLst/>
            <a:rect l="l" t="t" r="r" b="b"/>
            <a:pathLst>
              <a:path w="400050" h="426085">
                <a:moveTo>
                  <a:pt x="80772" y="73247"/>
                </a:moveTo>
                <a:lnTo>
                  <a:pt x="44196" y="73247"/>
                </a:lnTo>
                <a:lnTo>
                  <a:pt x="51887" y="54100"/>
                </a:lnTo>
                <a:lnTo>
                  <a:pt x="58864" y="35516"/>
                </a:lnTo>
                <a:lnTo>
                  <a:pt x="64984" y="17485"/>
                </a:lnTo>
                <a:lnTo>
                  <a:pt x="70104" y="0"/>
                </a:lnTo>
                <a:lnTo>
                  <a:pt x="108299" y="10763"/>
                </a:lnTo>
                <a:lnTo>
                  <a:pt x="100783" y="27598"/>
                </a:lnTo>
                <a:lnTo>
                  <a:pt x="93964" y="43719"/>
                </a:lnTo>
                <a:lnTo>
                  <a:pt x="87430" y="58983"/>
                </a:lnTo>
                <a:lnTo>
                  <a:pt x="80772" y="73247"/>
                </a:lnTo>
                <a:close/>
              </a:path>
              <a:path w="400050" h="426085">
                <a:moveTo>
                  <a:pt x="35052" y="425672"/>
                </a:moveTo>
                <a:lnTo>
                  <a:pt x="0" y="425672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6775"/>
                </a:lnTo>
                <a:lnTo>
                  <a:pt x="35052" y="106775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125"/>
                </a:lnTo>
                <a:lnTo>
                  <a:pt x="35052" y="244125"/>
                </a:lnTo>
                <a:lnTo>
                  <a:pt x="35052" y="355473"/>
                </a:lnTo>
                <a:lnTo>
                  <a:pt x="167735" y="355473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5672"/>
                </a:lnTo>
                <a:close/>
              </a:path>
              <a:path w="400050" h="426085">
                <a:moveTo>
                  <a:pt x="167735" y="212026"/>
                </a:moveTo>
                <a:lnTo>
                  <a:pt x="132683" y="212026"/>
                </a:lnTo>
                <a:lnTo>
                  <a:pt x="132683" y="106775"/>
                </a:lnTo>
                <a:lnTo>
                  <a:pt x="167735" y="106775"/>
                </a:lnTo>
                <a:lnTo>
                  <a:pt x="167735" y="212026"/>
                </a:lnTo>
                <a:close/>
              </a:path>
              <a:path w="400050" h="426085">
                <a:moveTo>
                  <a:pt x="167735" y="355473"/>
                </a:moveTo>
                <a:lnTo>
                  <a:pt x="132683" y="355473"/>
                </a:lnTo>
                <a:lnTo>
                  <a:pt x="132683" y="244125"/>
                </a:lnTo>
                <a:lnTo>
                  <a:pt x="167735" y="244125"/>
                </a:lnTo>
                <a:lnTo>
                  <a:pt x="167735" y="355473"/>
                </a:lnTo>
                <a:close/>
              </a:path>
              <a:path w="400050" h="426085">
                <a:moveTo>
                  <a:pt x="167735" y="422624"/>
                </a:moveTo>
                <a:lnTo>
                  <a:pt x="132683" y="422624"/>
                </a:lnTo>
                <a:lnTo>
                  <a:pt x="132683" y="387477"/>
                </a:lnTo>
                <a:lnTo>
                  <a:pt x="167735" y="387477"/>
                </a:lnTo>
                <a:lnTo>
                  <a:pt x="167735" y="422624"/>
                </a:lnTo>
                <a:close/>
              </a:path>
              <a:path w="400050" h="426085">
                <a:moveTo>
                  <a:pt x="205835" y="180022"/>
                </a:moveTo>
                <a:lnTo>
                  <a:pt x="198929" y="175474"/>
                </a:lnTo>
                <a:lnTo>
                  <a:pt x="191738" y="171069"/>
                </a:lnTo>
                <a:lnTo>
                  <a:pt x="183975" y="166949"/>
                </a:lnTo>
                <a:lnTo>
                  <a:pt x="175355" y="163258"/>
                </a:lnTo>
                <a:lnTo>
                  <a:pt x="195073" y="128333"/>
                </a:lnTo>
                <a:lnTo>
                  <a:pt x="213086" y="89665"/>
                </a:lnTo>
                <a:lnTo>
                  <a:pt x="229402" y="46980"/>
                </a:lnTo>
                <a:lnTo>
                  <a:pt x="244030" y="0"/>
                </a:lnTo>
                <a:lnTo>
                  <a:pt x="282130" y="9239"/>
                </a:lnTo>
                <a:lnTo>
                  <a:pt x="276415" y="25860"/>
                </a:lnTo>
                <a:lnTo>
                  <a:pt x="270700" y="41624"/>
                </a:lnTo>
                <a:lnTo>
                  <a:pt x="264985" y="56816"/>
                </a:lnTo>
                <a:lnTo>
                  <a:pt x="259270" y="71723"/>
                </a:lnTo>
                <a:lnTo>
                  <a:pt x="399573" y="71723"/>
                </a:lnTo>
                <a:lnTo>
                  <a:pt x="398852" y="105251"/>
                </a:lnTo>
                <a:lnTo>
                  <a:pt x="244030" y="105251"/>
                </a:lnTo>
                <a:lnTo>
                  <a:pt x="234633" y="125546"/>
                </a:lnTo>
                <a:lnTo>
                  <a:pt x="224932" y="144958"/>
                </a:lnTo>
                <a:lnTo>
                  <a:pt x="215204" y="163258"/>
                </a:lnTo>
                <a:lnTo>
                  <a:pt x="205835" y="180022"/>
                </a:lnTo>
                <a:close/>
              </a:path>
              <a:path w="400050" h="426085">
                <a:moveTo>
                  <a:pt x="382742" y="389001"/>
                </a:moveTo>
                <a:lnTo>
                  <a:pt x="312610" y="389001"/>
                </a:lnTo>
                <a:lnTo>
                  <a:pt x="329779" y="386405"/>
                </a:lnTo>
                <a:lnTo>
                  <a:pt x="342519" y="378523"/>
                </a:lnTo>
                <a:lnTo>
                  <a:pt x="356940" y="316117"/>
                </a:lnTo>
                <a:lnTo>
                  <a:pt x="358306" y="276845"/>
                </a:lnTo>
                <a:lnTo>
                  <a:pt x="359480" y="226933"/>
                </a:lnTo>
                <a:lnTo>
                  <a:pt x="360451" y="171352"/>
                </a:lnTo>
                <a:lnTo>
                  <a:pt x="361378" y="105251"/>
                </a:lnTo>
                <a:lnTo>
                  <a:pt x="398852" y="105251"/>
                </a:lnTo>
                <a:lnTo>
                  <a:pt x="397989" y="144958"/>
                </a:lnTo>
                <a:lnTo>
                  <a:pt x="396525" y="203962"/>
                </a:lnTo>
                <a:lnTo>
                  <a:pt x="395001" y="255960"/>
                </a:lnTo>
                <a:lnTo>
                  <a:pt x="393477" y="298545"/>
                </a:lnTo>
                <a:lnTo>
                  <a:pt x="390429" y="355473"/>
                </a:lnTo>
                <a:lnTo>
                  <a:pt x="385009" y="385491"/>
                </a:lnTo>
                <a:lnTo>
                  <a:pt x="382742" y="389001"/>
                </a:lnTo>
                <a:close/>
              </a:path>
              <a:path w="400050" h="426085">
                <a:moveTo>
                  <a:pt x="285178" y="295941"/>
                </a:moveTo>
                <a:lnTo>
                  <a:pt x="269484" y="270556"/>
                </a:lnTo>
                <a:lnTo>
                  <a:pt x="252210" y="244875"/>
                </a:lnTo>
                <a:lnTo>
                  <a:pt x="233489" y="219177"/>
                </a:lnTo>
                <a:lnTo>
                  <a:pt x="213455" y="193738"/>
                </a:lnTo>
                <a:lnTo>
                  <a:pt x="240982" y="173926"/>
                </a:lnTo>
                <a:lnTo>
                  <a:pt x="263818" y="201421"/>
                </a:lnTo>
                <a:lnTo>
                  <a:pt x="284226" y="226933"/>
                </a:lnTo>
                <a:lnTo>
                  <a:pt x="302061" y="250730"/>
                </a:lnTo>
                <a:lnTo>
                  <a:pt x="317182" y="273081"/>
                </a:lnTo>
                <a:lnTo>
                  <a:pt x="285178" y="295941"/>
                </a:lnTo>
                <a:close/>
              </a:path>
              <a:path w="400050" h="426085">
                <a:moveTo>
                  <a:pt x="318706" y="424148"/>
                </a:moveTo>
                <a:lnTo>
                  <a:pt x="278892" y="423767"/>
                </a:lnTo>
                <a:lnTo>
                  <a:pt x="237934" y="421100"/>
                </a:lnTo>
                <a:lnTo>
                  <a:pt x="236528" y="410805"/>
                </a:lnTo>
                <a:lnTo>
                  <a:pt x="234684" y="400823"/>
                </a:lnTo>
                <a:lnTo>
                  <a:pt x="232536" y="391431"/>
                </a:lnTo>
                <a:lnTo>
                  <a:pt x="230219" y="382905"/>
                </a:lnTo>
                <a:lnTo>
                  <a:pt x="231838" y="382905"/>
                </a:lnTo>
                <a:lnTo>
                  <a:pt x="253245" y="385786"/>
                </a:lnTo>
                <a:lnTo>
                  <a:pt x="273939" y="387667"/>
                </a:lnTo>
                <a:lnTo>
                  <a:pt x="293774" y="388691"/>
                </a:lnTo>
                <a:lnTo>
                  <a:pt x="312610" y="389001"/>
                </a:lnTo>
                <a:lnTo>
                  <a:pt x="382742" y="389001"/>
                </a:lnTo>
                <a:lnTo>
                  <a:pt x="371141" y="406955"/>
                </a:lnTo>
                <a:lnTo>
                  <a:pt x="348987" y="419847"/>
                </a:lnTo>
                <a:lnTo>
                  <a:pt x="318706" y="424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642704" y="4916335"/>
            <a:ext cx="2211705" cy="436880"/>
          </a:xfrm>
          <a:custGeom>
            <a:avLst/>
            <a:gdLst/>
            <a:ahLst/>
            <a:cxnLst/>
            <a:rect l="l" t="t" r="r" b="b"/>
            <a:pathLst>
              <a:path w="2211704" h="436879">
                <a:moveTo>
                  <a:pt x="378244" y="273075"/>
                </a:moveTo>
                <a:lnTo>
                  <a:pt x="218122" y="273075"/>
                </a:lnTo>
                <a:lnTo>
                  <a:pt x="218122" y="231927"/>
                </a:lnTo>
                <a:lnTo>
                  <a:pt x="304990" y="231927"/>
                </a:lnTo>
                <a:lnTo>
                  <a:pt x="304990" y="248691"/>
                </a:lnTo>
                <a:lnTo>
                  <a:pt x="338620" y="248691"/>
                </a:lnTo>
                <a:lnTo>
                  <a:pt x="338620" y="231927"/>
                </a:lnTo>
                <a:lnTo>
                  <a:pt x="338620" y="204406"/>
                </a:lnTo>
                <a:lnTo>
                  <a:pt x="338620" y="164782"/>
                </a:lnTo>
                <a:lnTo>
                  <a:pt x="338620" y="135826"/>
                </a:lnTo>
                <a:lnTo>
                  <a:pt x="304990" y="135826"/>
                </a:lnTo>
                <a:lnTo>
                  <a:pt x="304990" y="164782"/>
                </a:lnTo>
                <a:lnTo>
                  <a:pt x="304990" y="204406"/>
                </a:lnTo>
                <a:lnTo>
                  <a:pt x="97637" y="204406"/>
                </a:lnTo>
                <a:lnTo>
                  <a:pt x="97637" y="164782"/>
                </a:lnTo>
                <a:lnTo>
                  <a:pt x="304990" y="164782"/>
                </a:lnTo>
                <a:lnTo>
                  <a:pt x="304990" y="135826"/>
                </a:lnTo>
                <a:lnTo>
                  <a:pt x="64109" y="135826"/>
                </a:lnTo>
                <a:lnTo>
                  <a:pt x="64109" y="248691"/>
                </a:lnTo>
                <a:lnTo>
                  <a:pt x="97637" y="248691"/>
                </a:lnTo>
                <a:lnTo>
                  <a:pt x="97637" y="231927"/>
                </a:lnTo>
                <a:lnTo>
                  <a:pt x="182981" y="231927"/>
                </a:lnTo>
                <a:lnTo>
                  <a:pt x="182981" y="273075"/>
                </a:lnTo>
                <a:lnTo>
                  <a:pt x="25908" y="273075"/>
                </a:lnTo>
                <a:lnTo>
                  <a:pt x="25908" y="398145"/>
                </a:lnTo>
                <a:lnTo>
                  <a:pt x="59436" y="398145"/>
                </a:lnTo>
                <a:lnTo>
                  <a:pt x="59436" y="302031"/>
                </a:lnTo>
                <a:lnTo>
                  <a:pt x="182981" y="302031"/>
                </a:lnTo>
                <a:lnTo>
                  <a:pt x="182981" y="431774"/>
                </a:lnTo>
                <a:lnTo>
                  <a:pt x="218122" y="431774"/>
                </a:lnTo>
                <a:lnTo>
                  <a:pt x="218122" y="302031"/>
                </a:lnTo>
                <a:lnTo>
                  <a:pt x="344716" y="302031"/>
                </a:lnTo>
                <a:lnTo>
                  <a:pt x="344716" y="343281"/>
                </a:lnTo>
                <a:lnTo>
                  <a:pt x="342976" y="354164"/>
                </a:lnTo>
                <a:lnTo>
                  <a:pt x="337807" y="361759"/>
                </a:lnTo>
                <a:lnTo>
                  <a:pt x="329196" y="366217"/>
                </a:lnTo>
                <a:lnTo>
                  <a:pt x="317182" y="367665"/>
                </a:lnTo>
                <a:lnTo>
                  <a:pt x="305485" y="367398"/>
                </a:lnTo>
                <a:lnTo>
                  <a:pt x="293370" y="366712"/>
                </a:lnTo>
                <a:lnTo>
                  <a:pt x="280962" y="365734"/>
                </a:lnTo>
                <a:lnTo>
                  <a:pt x="268414" y="364617"/>
                </a:lnTo>
                <a:lnTo>
                  <a:pt x="269798" y="373494"/>
                </a:lnTo>
                <a:lnTo>
                  <a:pt x="271462" y="381952"/>
                </a:lnTo>
                <a:lnTo>
                  <a:pt x="273126" y="390118"/>
                </a:lnTo>
                <a:lnTo>
                  <a:pt x="274510" y="398145"/>
                </a:lnTo>
                <a:lnTo>
                  <a:pt x="324802" y="398145"/>
                </a:lnTo>
                <a:lnTo>
                  <a:pt x="348627" y="394995"/>
                </a:lnTo>
                <a:lnTo>
                  <a:pt x="365277" y="385572"/>
                </a:lnTo>
                <a:lnTo>
                  <a:pt x="375043" y="369849"/>
                </a:lnTo>
                <a:lnTo>
                  <a:pt x="375361" y="367665"/>
                </a:lnTo>
                <a:lnTo>
                  <a:pt x="378244" y="347853"/>
                </a:lnTo>
                <a:lnTo>
                  <a:pt x="378244" y="302031"/>
                </a:lnTo>
                <a:lnTo>
                  <a:pt x="378244" y="273075"/>
                </a:lnTo>
                <a:close/>
              </a:path>
              <a:path w="2211704" h="436879">
                <a:moveTo>
                  <a:pt x="399580" y="76288"/>
                </a:moveTo>
                <a:lnTo>
                  <a:pt x="300418" y="76288"/>
                </a:lnTo>
                <a:lnTo>
                  <a:pt x="317322" y="64858"/>
                </a:lnTo>
                <a:lnTo>
                  <a:pt x="333806" y="53428"/>
                </a:lnTo>
                <a:lnTo>
                  <a:pt x="366052" y="30568"/>
                </a:lnTo>
                <a:lnTo>
                  <a:pt x="340144" y="4660"/>
                </a:lnTo>
                <a:lnTo>
                  <a:pt x="323799" y="18097"/>
                </a:lnTo>
                <a:lnTo>
                  <a:pt x="306908" y="30949"/>
                </a:lnTo>
                <a:lnTo>
                  <a:pt x="289471" y="43243"/>
                </a:lnTo>
                <a:lnTo>
                  <a:pt x="271462" y="54952"/>
                </a:lnTo>
                <a:lnTo>
                  <a:pt x="289750" y="76288"/>
                </a:lnTo>
                <a:lnTo>
                  <a:pt x="218122" y="76288"/>
                </a:lnTo>
                <a:lnTo>
                  <a:pt x="218122" y="0"/>
                </a:lnTo>
                <a:lnTo>
                  <a:pt x="182981" y="0"/>
                </a:lnTo>
                <a:lnTo>
                  <a:pt x="182981" y="76288"/>
                </a:lnTo>
                <a:lnTo>
                  <a:pt x="105257" y="76288"/>
                </a:lnTo>
                <a:lnTo>
                  <a:pt x="128117" y="51904"/>
                </a:lnTo>
                <a:lnTo>
                  <a:pt x="111874" y="39624"/>
                </a:lnTo>
                <a:lnTo>
                  <a:pt x="95351" y="27901"/>
                </a:lnTo>
                <a:lnTo>
                  <a:pt x="78816" y="16764"/>
                </a:lnTo>
                <a:lnTo>
                  <a:pt x="62585" y="6184"/>
                </a:lnTo>
                <a:lnTo>
                  <a:pt x="42672" y="29044"/>
                </a:lnTo>
                <a:lnTo>
                  <a:pt x="58470" y="40500"/>
                </a:lnTo>
                <a:lnTo>
                  <a:pt x="73812" y="52095"/>
                </a:lnTo>
                <a:lnTo>
                  <a:pt x="88849" y="63982"/>
                </a:lnTo>
                <a:lnTo>
                  <a:pt x="103733" y="76288"/>
                </a:lnTo>
                <a:lnTo>
                  <a:pt x="0" y="76288"/>
                </a:lnTo>
                <a:lnTo>
                  <a:pt x="0" y="154114"/>
                </a:lnTo>
                <a:lnTo>
                  <a:pt x="33528" y="154114"/>
                </a:lnTo>
                <a:lnTo>
                  <a:pt x="33528" y="106768"/>
                </a:lnTo>
                <a:lnTo>
                  <a:pt x="366052" y="106768"/>
                </a:lnTo>
                <a:lnTo>
                  <a:pt x="366052" y="154114"/>
                </a:lnTo>
                <a:lnTo>
                  <a:pt x="399580" y="154114"/>
                </a:lnTo>
                <a:lnTo>
                  <a:pt x="399580" y="106768"/>
                </a:lnTo>
                <a:lnTo>
                  <a:pt x="399580" y="76288"/>
                </a:lnTo>
                <a:close/>
              </a:path>
              <a:path w="2211704" h="436879">
                <a:moveTo>
                  <a:pt x="838771" y="25996"/>
                </a:moveTo>
                <a:lnTo>
                  <a:pt x="803719" y="25996"/>
                </a:lnTo>
                <a:lnTo>
                  <a:pt x="803719" y="58000"/>
                </a:lnTo>
                <a:lnTo>
                  <a:pt x="803719" y="138874"/>
                </a:lnTo>
                <a:lnTo>
                  <a:pt x="803719" y="170878"/>
                </a:lnTo>
                <a:lnTo>
                  <a:pt x="803719" y="253263"/>
                </a:lnTo>
                <a:lnTo>
                  <a:pt x="675614" y="253263"/>
                </a:lnTo>
                <a:lnTo>
                  <a:pt x="675614" y="170878"/>
                </a:lnTo>
                <a:lnTo>
                  <a:pt x="803719" y="170878"/>
                </a:lnTo>
                <a:lnTo>
                  <a:pt x="803719" y="138874"/>
                </a:lnTo>
                <a:lnTo>
                  <a:pt x="675614" y="138874"/>
                </a:lnTo>
                <a:lnTo>
                  <a:pt x="675614" y="58000"/>
                </a:lnTo>
                <a:lnTo>
                  <a:pt x="803719" y="58000"/>
                </a:lnTo>
                <a:lnTo>
                  <a:pt x="803719" y="25996"/>
                </a:lnTo>
                <a:lnTo>
                  <a:pt x="640549" y="25996"/>
                </a:lnTo>
                <a:lnTo>
                  <a:pt x="640549" y="58000"/>
                </a:lnTo>
                <a:lnTo>
                  <a:pt x="640549" y="138874"/>
                </a:lnTo>
                <a:lnTo>
                  <a:pt x="640549" y="170878"/>
                </a:lnTo>
                <a:lnTo>
                  <a:pt x="640549" y="253263"/>
                </a:lnTo>
                <a:lnTo>
                  <a:pt x="515493" y="253263"/>
                </a:lnTo>
                <a:lnTo>
                  <a:pt x="516585" y="232892"/>
                </a:lnTo>
                <a:lnTo>
                  <a:pt x="517398" y="212648"/>
                </a:lnTo>
                <a:lnTo>
                  <a:pt x="517639" y="192112"/>
                </a:lnTo>
                <a:lnTo>
                  <a:pt x="517017" y="170878"/>
                </a:lnTo>
                <a:lnTo>
                  <a:pt x="640549" y="170878"/>
                </a:lnTo>
                <a:lnTo>
                  <a:pt x="640549" y="138874"/>
                </a:lnTo>
                <a:lnTo>
                  <a:pt x="517017" y="138874"/>
                </a:lnTo>
                <a:lnTo>
                  <a:pt x="517017" y="58000"/>
                </a:lnTo>
                <a:lnTo>
                  <a:pt x="640549" y="58000"/>
                </a:lnTo>
                <a:lnTo>
                  <a:pt x="640549" y="25996"/>
                </a:lnTo>
                <a:lnTo>
                  <a:pt x="481965" y="25996"/>
                </a:lnTo>
                <a:lnTo>
                  <a:pt x="481965" y="181546"/>
                </a:lnTo>
                <a:lnTo>
                  <a:pt x="481393" y="222491"/>
                </a:lnTo>
                <a:lnTo>
                  <a:pt x="476783" y="289483"/>
                </a:lnTo>
                <a:lnTo>
                  <a:pt x="466102" y="340182"/>
                </a:lnTo>
                <a:lnTo>
                  <a:pt x="446582" y="384860"/>
                </a:lnTo>
                <a:lnTo>
                  <a:pt x="433095" y="405765"/>
                </a:lnTo>
                <a:lnTo>
                  <a:pt x="440575" y="413537"/>
                </a:lnTo>
                <a:lnTo>
                  <a:pt x="447192" y="421055"/>
                </a:lnTo>
                <a:lnTo>
                  <a:pt x="453250" y="428561"/>
                </a:lnTo>
                <a:lnTo>
                  <a:pt x="459003" y="436346"/>
                </a:lnTo>
                <a:lnTo>
                  <a:pt x="479615" y="403682"/>
                </a:lnTo>
                <a:lnTo>
                  <a:pt x="495477" y="367474"/>
                </a:lnTo>
                <a:lnTo>
                  <a:pt x="506463" y="327545"/>
                </a:lnTo>
                <a:lnTo>
                  <a:pt x="512445" y="283743"/>
                </a:lnTo>
                <a:lnTo>
                  <a:pt x="640549" y="283743"/>
                </a:lnTo>
                <a:lnTo>
                  <a:pt x="640549" y="424141"/>
                </a:lnTo>
                <a:lnTo>
                  <a:pt x="675614" y="424141"/>
                </a:lnTo>
                <a:lnTo>
                  <a:pt x="675614" y="283743"/>
                </a:lnTo>
                <a:lnTo>
                  <a:pt x="803719" y="283743"/>
                </a:lnTo>
                <a:lnTo>
                  <a:pt x="803719" y="364617"/>
                </a:lnTo>
                <a:lnTo>
                  <a:pt x="802005" y="376377"/>
                </a:lnTo>
                <a:lnTo>
                  <a:pt x="796861" y="384429"/>
                </a:lnTo>
                <a:lnTo>
                  <a:pt x="788289" y="389051"/>
                </a:lnTo>
                <a:lnTo>
                  <a:pt x="776617" y="390486"/>
                </a:lnTo>
                <a:lnTo>
                  <a:pt x="763955" y="390474"/>
                </a:lnTo>
                <a:lnTo>
                  <a:pt x="749757" y="390144"/>
                </a:lnTo>
                <a:lnTo>
                  <a:pt x="733564" y="389242"/>
                </a:lnTo>
                <a:lnTo>
                  <a:pt x="715238" y="387477"/>
                </a:lnTo>
                <a:lnTo>
                  <a:pt x="717257" y="398335"/>
                </a:lnTo>
                <a:lnTo>
                  <a:pt x="718858" y="408063"/>
                </a:lnTo>
                <a:lnTo>
                  <a:pt x="721334" y="424141"/>
                </a:lnTo>
                <a:lnTo>
                  <a:pt x="740206" y="425030"/>
                </a:lnTo>
                <a:lnTo>
                  <a:pt x="757948" y="425488"/>
                </a:lnTo>
                <a:lnTo>
                  <a:pt x="790003" y="425678"/>
                </a:lnTo>
                <a:lnTo>
                  <a:pt x="811123" y="422490"/>
                </a:lnTo>
                <a:lnTo>
                  <a:pt x="826389" y="412864"/>
                </a:lnTo>
                <a:lnTo>
                  <a:pt x="835647" y="396659"/>
                </a:lnTo>
                <a:lnTo>
                  <a:pt x="836485" y="390525"/>
                </a:lnTo>
                <a:lnTo>
                  <a:pt x="838771" y="373761"/>
                </a:lnTo>
                <a:lnTo>
                  <a:pt x="838771" y="283743"/>
                </a:lnTo>
                <a:lnTo>
                  <a:pt x="838771" y="253263"/>
                </a:lnTo>
                <a:lnTo>
                  <a:pt x="838771" y="170878"/>
                </a:lnTo>
                <a:lnTo>
                  <a:pt x="838771" y="138874"/>
                </a:lnTo>
                <a:lnTo>
                  <a:pt x="838771" y="58000"/>
                </a:lnTo>
                <a:lnTo>
                  <a:pt x="838771" y="25996"/>
                </a:lnTo>
                <a:close/>
              </a:path>
              <a:path w="2211704" h="436879">
                <a:moveTo>
                  <a:pt x="994308" y="90004"/>
                </a:moveTo>
                <a:lnTo>
                  <a:pt x="975766" y="64287"/>
                </a:lnTo>
                <a:lnTo>
                  <a:pt x="959065" y="41998"/>
                </a:lnTo>
                <a:lnTo>
                  <a:pt x="944384" y="23139"/>
                </a:lnTo>
                <a:lnTo>
                  <a:pt x="931824" y="7708"/>
                </a:lnTo>
                <a:lnTo>
                  <a:pt x="904392" y="25996"/>
                </a:lnTo>
                <a:lnTo>
                  <a:pt x="916660" y="42583"/>
                </a:lnTo>
                <a:lnTo>
                  <a:pt x="930490" y="62585"/>
                </a:lnTo>
                <a:lnTo>
                  <a:pt x="945756" y="86055"/>
                </a:lnTo>
                <a:lnTo>
                  <a:pt x="962304" y="112966"/>
                </a:lnTo>
                <a:lnTo>
                  <a:pt x="994308" y="90004"/>
                </a:lnTo>
                <a:close/>
              </a:path>
              <a:path w="2211704" h="436879">
                <a:moveTo>
                  <a:pt x="1310068" y="178498"/>
                </a:moveTo>
                <a:lnTo>
                  <a:pt x="1174343" y="178498"/>
                </a:lnTo>
                <a:lnTo>
                  <a:pt x="1174343" y="105244"/>
                </a:lnTo>
                <a:lnTo>
                  <a:pt x="1288643" y="105244"/>
                </a:lnTo>
                <a:lnTo>
                  <a:pt x="1288643" y="76288"/>
                </a:lnTo>
                <a:lnTo>
                  <a:pt x="1174343" y="76288"/>
                </a:lnTo>
                <a:lnTo>
                  <a:pt x="1174343" y="0"/>
                </a:lnTo>
                <a:lnTo>
                  <a:pt x="1140714" y="0"/>
                </a:lnTo>
                <a:lnTo>
                  <a:pt x="1140714" y="76288"/>
                </a:lnTo>
                <a:lnTo>
                  <a:pt x="1078230" y="76288"/>
                </a:lnTo>
                <a:lnTo>
                  <a:pt x="1081900" y="63703"/>
                </a:lnTo>
                <a:lnTo>
                  <a:pt x="1085850" y="50952"/>
                </a:lnTo>
                <a:lnTo>
                  <a:pt x="1089799" y="37934"/>
                </a:lnTo>
                <a:lnTo>
                  <a:pt x="1093470" y="24472"/>
                </a:lnTo>
                <a:lnTo>
                  <a:pt x="1059942" y="16852"/>
                </a:lnTo>
                <a:lnTo>
                  <a:pt x="1049921" y="52590"/>
                </a:lnTo>
                <a:lnTo>
                  <a:pt x="1038021" y="86626"/>
                </a:lnTo>
                <a:lnTo>
                  <a:pt x="1024115" y="118948"/>
                </a:lnTo>
                <a:lnTo>
                  <a:pt x="1008037" y="149542"/>
                </a:lnTo>
                <a:lnTo>
                  <a:pt x="1017739" y="153873"/>
                </a:lnTo>
                <a:lnTo>
                  <a:pt x="1026172" y="157924"/>
                </a:lnTo>
                <a:lnTo>
                  <a:pt x="1033183" y="161975"/>
                </a:lnTo>
                <a:lnTo>
                  <a:pt x="1038606" y="166306"/>
                </a:lnTo>
                <a:lnTo>
                  <a:pt x="1046327" y="152285"/>
                </a:lnTo>
                <a:lnTo>
                  <a:pt x="1053465" y="137528"/>
                </a:lnTo>
                <a:lnTo>
                  <a:pt x="1060043" y="121907"/>
                </a:lnTo>
                <a:lnTo>
                  <a:pt x="1066038" y="105244"/>
                </a:lnTo>
                <a:lnTo>
                  <a:pt x="1140714" y="105244"/>
                </a:lnTo>
                <a:lnTo>
                  <a:pt x="1140714" y="178498"/>
                </a:lnTo>
                <a:lnTo>
                  <a:pt x="995845" y="178498"/>
                </a:lnTo>
                <a:lnTo>
                  <a:pt x="995845" y="208978"/>
                </a:lnTo>
                <a:lnTo>
                  <a:pt x="1081278" y="208978"/>
                </a:lnTo>
                <a:lnTo>
                  <a:pt x="1080401" y="219887"/>
                </a:lnTo>
                <a:lnTo>
                  <a:pt x="1079944" y="229641"/>
                </a:lnTo>
                <a:lnTo>
                  <a:pt x="1079779" y="238213"/>
                </a:lnTo>
                <a:lnTo>
                  <a:pt x="1079754" y="245656"/>
                </a:lnTo>
                <a:lnTo>
                  <a:pt x="1073137" y="273672"/>
                </a:lnTo>
                <a:lnTo>
                  <a:pt x="1057643" y="298272"/>
                </a:lnTo>
                <a:lnTo>
                  <a:pt x="1032992" y="319455"/>
                </a:lnTo>
                <a:lnTo>
                  <a:pt x="998893" y="337185"/>
                </a:lnTo>
                <a:lnTo>
                  <a:pt x="1005433" y="345135"/>
                </a:lnTo>
                <a:lnTo>
                  <a:pt x="1011275" y="352806"/>
                </a:lnTo>
                <a:lnTo>
                  <a:pt x="1016241" y="359905"/>
                </a:lnTo>
                <a:lnTo>
                  <a:pt x="1020229" y="366141"/>
                </a:lnTo>
                <a:lnTo>
                  <a:pt x="1059662" y="343890"/>
                </a:lnTo>
                <a:lnTo>
                  <a:pt x="1088504" y="316179"/>
                </a:lnTo>
                <a:lnTo>
                  <a:pt x="1106474" y="283337"/>
                </a:lnTo>
                <a:lnTo>
                  <a:pt x="1113282" y="245656"/>
                </a:lnTo>
                <a:lnTo>
                  <a:pt x="1113282" y="208978"/>
                </a:lnTo>
                <a:lnTo>
                  <a:pt x="1172819" y="208978"/>
                </a:lnTo>
                <a:lnTo>
                  <a:pt x="1172819" y="306616"/>
                </a:lnTo>
                <a:lnTo>
                  <a:pt x="1175677" y="328663"/>
                </a:lnTo>
                <a:lnTo>
                  <a:pt x="1184249" y="344411"/>
                </a:lnTo>
                <a:lnTo>
                  <a:pt x="1198537" y="353847"/>
                </a:lnTo>
                <a:lnTo>
                  <a:pt x="1218539" y="356997"/>
                </a:lnTo>
                <a:lnTo>
                  <a:pt x="1250543" y="356997"/>
                </a:lnTo>
                <a:lnTo>
                  <a:pt x="1269974" y="354444"/>
                </a:lnTo>
                <a:lnTo>
                  <a:pt x="1284833" y="346900"/>
                </a:lnTo>
                <a:lnTo>
                  <a:pt x="1295120" y="334492"/>
                </a:lnTo>
                <a:lnTo>
                  <a:pt x="1297774" y="326517"/>
                </a:lnTo>
                <a:lnTo>
                  <a:pt x="1300835" y="317373"/>
                </a:lnTo>
                <a:lnTo>
                  <a:pt x="1302854" y="306616"/>
                </a:lnTo>
                <a:lnTo>
                  <a:pt x="1304645" y="294424"/>
                </a:lnTo>
                <a:lnTo>
                  <a:pt x="1306436" y="281279"/>
                </a:lnTo>
                <a:lnTo>
                  <a:pt x="1308544" y="266992"/>
                </a:lnTo>
                <a:lnTo>
                  <a:pt x="1298752" y="263563"/>
                </a:lnTo>
                <a:lnTo>
                  <a:pt x="1289977" y="260134"/>
                </a:lnTo>
                <a:lnTo>
                  <a:pt x="1282090" y="256705"/>
                </a:lnTo>
                <a:lnTo>
                  <a:pt x="1274927" y="253276"/>
                </a:lnTo>
                <a:lnTo>
                  <a:pt x="1273784" y="269506"/>
                </a:lnTo>
                <a:lnTo>
                  <a:pt x="1267853" y="314261"/>
                </a:lnTo>
                <a:lnTo>
                  <a:pt x="1247495" y="326517"/>
                </a:lnTo>
                <a:lnTo>
                  <a:pt x="1226159" y="326517"/>
                </a:lnTo>
                <a:lnTo>
                  <a:pt x="1217269" y="325081"/>
                </a:lnTo>
                <a:lnTo>
                  <a:pt x="1211110" y="320789"/>
                </a:lnTo>
                <a:lnTo>
                  <a:pt x="1207503" y="313613"/>
                </a:lnTo>
                <a:lnTo>
                  <a:pt x="1206347" y="303568"/>
                </a:lnTo>
                <a:lnTo>
                  <a:pt x="1206347" y="208978"/>
                </a:lnTo>
                <a:lnTo>
                  <a:pt x="1310068" y="208978"/>
                </a:lnTo>
                <a:lnTo>
                  <a:pt x="1310068" y="178498"/>
                </a:lnTo>
                <a:close/>
              </a:path>
              <a:path w="2211704" h="436879">
                <a:moveTo>
                  <a:pt x="1314640" y="384429"/>
                </a:moveTo>
                <a:lnTo>
                  <a:pt x="1152906" y="387477"/>
                </a:lnTo>
                <a:lnTo>
                  <a:pt x="1061466" y="385953"/>
                </a:lnTo>
                <a:lnTo>
                  <a:pt x="1030579" y="383120"/>
                </a:lnTo>
                <a:lnTo>
                  <a:pt x="1004417" y="374713"/>
                </a:lnTo>
                <a:lnTo>
                  <a:pt x="991235" y="366141"/>
                </a:lnTo>
                <a:lnTo>
                  <a:pt x="983145" y="360883"/>
                </a:lnTo>
                <a:lnTo>
                  <a:pt x="966876" y="341757"/>
                </a:lnTo>
                <a:lnTo>
                  <a:pt x="966876" y="154114"/>
                </a:lnTo>
                <a:lnTo>
                  <a:pt x="881443" y="154114"/>
                </a:lnTo>
                <a:lnTo>
                  <a:pt x="881443" y="187642"/>
                </a:lnTo>
                <a:lnTo>
                  <a:pt x="933348" y="187642"/>
                </a:lnTo>
                <a:lnTo>
                  <a:pt x="933348" y="334137"/>
                </a:lnTo>
                <a:lnTo>
                  <a:pt x="923683" y="343547"/>
                </a:lnTo>
                <a:lnTo>
                  <a:pt x="876871" y="387477"/>
                </a:lnTo>
                <a:lnTo>
                  <a:pt x="895248" y="424154"/>
                </a:lnTo>
                <a:lnTo>
                  <a:pt x="911517" y="404977"/>
                </a:lnTo>
                <a:lnTo>
                  <a:pt x="925918" y="388823"/>
                </a:lnTo>
                <a:lnTo>
                  <a:pt x="938326" y="375831"/>
                </a:lnTo>
                <a:lnTo>
                  <a:pt x="948588" y="366141"/>
                </a:lnTo>
                <a:lnTo>
                  <a:pt x="966571" y="388188"/>
                </a:lnTo>
                <a:lnTo>
                  <a:pt x="990701" y="404253"/>
                </a:lnTo>
                <a:lnTo>
                  <a:pt x="1020864" y="414616"/>
                </a:lnTo>
                <a:lnTo>
                  <a:pt x="1056894" y="419582"/>
                </a:lnTo>
                <a:lnTo>
                  <a:pt x="1148334" y="419582"/>
                </a:lnTo>
                <a:lnTo>
                  <a:pt x="1302359" y="417957"/>
                </a:lnTo>
                <a:lnTo>
                  <a:pt x="1305775" y="408216"/>
                </a:lnTo>
                <a:lnTo>
                  <a:pt x="1309065" y="399478"/>
                </a:lnTo>
                <a:lnTo>
                  <a:pt x="1312075" y="391591"/>
                </a:lnTo>
                <a:lnTo>
                  <a:pt x="1313548" y="387477"/>
                </a:lnTo>
                <a:lnTo>
                  <a:pt x="1314640" y="384429"/>
                </a:lnTo>
                <a:close/>
              </a:path>
              <a:path w="2211704" h="436879">
                <a:moveTo>
                  <a:pt x="1477797" y="85445"/>
                </a:moveTo>
                <a:lnTo>
                  <a:pt x="1421320" y="85445"/>
                </a:lnTo>
                <a:lnTo>
                  <a:pt x="1421320" y="0"/>
                </a:lnTo>
                <a:lnTo>
                  <a:pt x="1389316" y="0"/>
                </a:lnTo>
                <a:lnTo>
                  <a:pt x="1389316" y="85445"/>
                </a:lnTo>
                <a:lnTo>
                  <a:pt x="1331404" y="85445"/>
                </a:lnTo>
                <a:lnTo>
                  <a:pt x="1331404" y="116014"/>
                </a:lnTo>
                <a:lnTo>
                  <a:pt x="1389316" y="116014"/>
                </a:lnTo>
                <a:lnTo>
                  <a:pt x="1389316" y="221272"/>
                </a:lnTo>
                <a:lnTo>
                  <a:pt x="1326832" y="234988"/>
                </a:lnTo>
                <a:lnTo>
                  <a:pt x="1331404" y="271564"/>
                </a:lnTo>
                <a:lnTo>
                  <a:pt x="1345171" y="267220"/>
                </a:lnTo>
                <a:lnTo>
                  <a:pt x="1389316" y="254800"/>
                </a:lnTo>
                <a:lnTo>
                  <a:pt x="1389316" y="369189"/>
                </a:lnTo>
                <a:lnTo>
                  <a:pt x="1387932" y="379196"/>
                </a:lnTo>
                <a:lnTo>
                  <a:pt x="1383982" y="386334"/>
                </a:lnTo>
                <a:lnTo>
                  <a:pt x="1377746" y="390626"/>
                </a:lnTo>
                <a:lnTo>
                  <a:pt x="1369745" y="392010"/>
                </a:lnTo>
                <a:lnTo>
                  <a:pt x="1361833" y="391998"/>
                </a:lnTo>
                <a:lnTo>
                  <a:pt x="1352740" y="391668"/>
                </a:lnTo>
                <a:lnTo>
                  <a:pt x="1342504" y="390766"/>
                </a:lnTo>
                <a:lnTo>
                  <a:pt x="1331404" y="389001"/>
                </a:lnTo>
                <a:lnTo>
                  <a:pt x="1332738" y="397941"/>
                </a:lnTo>
                <a:lnTo>
                  <a:pt x="1334262" y="407111"/>
                </a:lnTo>
                <a:lnTo>
                  <a:pt x="1335481" y="415836"/>
                </a:lnTo>
                <a:lnTo>
                  <a:pt x="1335976" y="424154"/>
                </a:lnTo>
                <a:lnTo>
                  <a:pt x="1350543" y="425030"/>
                </a:lnTo>
                <a:lnTo>
                  <a:pt x="1362265" y="425488"/>
                </a:lnTo>
                <a:lnTo>
                  <a:pt x="1371117" y="425653"/>
                </a:lnTo>
                <a:lnTo>
                  <a:pt x="1377124" y="425678"/>
                </a:lnTo>
                <a:lnTo>
                  <a:pt x="1396885" y="422541"/>
                </a:lnTo>
                <a:lnTo>
                  <a:pt x="1410652" y="413245"/>
                </a:lnTo>
                <a:lnTo>
                  <a:pt x="1418704" y="397941"/>
                </a:lnTo>
                <a:lnTo>
                  <a:pt x="1419428" y="392049"/>
                </a:lnTo>
                <a:lnTo>
                  <a:pt x="1421320" y="376809"/>
                </a:lnTo>
                <a:lnTo>
                  <a:pt x="1421320" y="254800"/>
                </a:lnTo>
                <a:lnTo>
                  <a:pt x="1421320" y="245656"/>
                </a:lnTo>
                <a:lnTo>
                  <a:pt x="1445755" y="238988"/>
                </a:lnTo>
                <a:lnTo>
                  <a:pt x="1457833" y="236004"/>
                </a:lnTo>
                <a:lnTo>
                  <a:pt x="1470177" y="233464"/>
                </a:lnTo>
                <a:lnTo>
                  <a:pt x="1469275" y="226288"/>
                </a:lnTo>
                <a:lnTo>
                  <a:pt x="1468653" y="218401"/>
                </a:lnTo>
                <a:lnTo>
                  <a:pt x="1468221" y="212128"/>
                </a:lnTo>
                <a:lnTo>
                  <a:pt x="1468043" y="209626"/>
                </a:lnTo>
                <a:lnTo>
                  <a:pt x="1467129" y="199834"/>
                </a:lnTo>
                <a:lnTo>
                  <a:pt x="1456550" y="203238"/>
                </a:lnTo>
                <a:lnTo>
                  <a:pt x="1445374" y="206514"/>
                </a:lnTo>
                <a:lnTo>
                  <a:pt x="1433626" y="209524"/>
                </a:lnTo>
                <a:lnTo>
                  <a:pt x="1421320" y="212128"/>
                </a:lnTo>
                <a:lnTo>
                  <a:pt x="1421320" y="116014"/>
                </a:lnTo>
                <a:lnTo>
                  <a:pt x="1477797" y="116014"/>
                </a:lnTo>
                <a:lnTo>
                  <a:pt x="1477797" y="85445"/>
                </a:lnTo>
                <a:close/>
              </a:path>
              <a:path w="2211704" h="436879">
                <a:moveTo>
                  <a:pt x="1764512" y="321945"/>
                </a:moveTo>
                <a:lnTo>
                  <a:pt x="1631823" y="321945"/>
                </a:lnTo>
                <a:lnTo>
                  <a:pt x="1631823" y="270040"/>
                </a:lnTo>
                <a:lnTo>
                  <a:pt x="1743176" y="270040"/>
                </a:lnTo>
                <a:lnTo>
                  <a:pt x="1743176" y="239560"/>
                </a:lnTo>
                <a:lnTo>
                  <a:pt x="1631823" y="239560"/>
                </a:lnTo>
                <a:lnTo>
                  <a:pt x="1631823" y="189166"/>
                </a:lnTo>
                <a:lnTo>
                  <a:pt x="1598295" y="189166"/>
                </a:lnTo>
                <a:lnTo>
                  <a:pt x="1598295" y="239560"/>
                </a:lnTo>
                <a:lnTo>
                  <a:pt x="1488478" y="239560"/>
                </a:lnTo>
                <a:lnTo>
                  <a:pt x="1488478" y="270040"/>
                </a:lnTo>
                <a:lnTo>
                  <a:pt x="1598295" y="270040"/>
                </a:lnTo>
                <a:lnTo>
                  <a:pt x="1598295" y="321945"/>
                </a:lnTo>
                <a:lnTo>
                  <a:pt x="1461033" y="321945"/>
                </a:lnTo>
                <a:lnTo>
                  <a:pt x="1461033" y="352425"/>
                </a:lnTo>
                <a:lnTo>
                  <a:pt x="1598295" y="352425"/>
                </a:lnTo>
                <a:lnTo>
                  <a:pt x="1598295" y="427202"/>
                </a:lnTo>
                <a:lnTo>
                  <a:pt x="1631823" y="427202"/>
                </a:lnTo>
                <a:lnTo>
                  <a:pt x="1631823" y="352425"/>
                </a:lnTo>
                <a:lnTo>
                  <a:pt x="1764512" y="352425"/>
                </a:lnTo>
                <a:lnTo>
                  <a:pt x="1764512" y="321945"/>
                </a:lnTo>
                <a:close/>
              </a:path>
              <a:path w="2211704" h="436879">
                <a:moveTo>
                  <a:pt x="1764512" y="169354"/>
                </a:moveTo>
                <a:lnTo>
                  <a:pt x="1712950" y="160210"/>
                </a:lnTo>
                <a:lnTo>
                  <a:pt x="1673758" y="149847"/>
                </a:lnTo>
                <a:lnTo>
                  <a:pt x="1648587" y="140398"/>
                </a:lnTo>
                <a:lnTo>
                  <a:pt x="1670773" y="123634"/>
                </a:lnTo>
                <a:lnTo>
                  <a:pt x="1675422" y="120116"/>
                </a:lnTo>
                <a:lnTo>
                  <a:pt x="1698701" y="98247"/>
                </a:lnTo>
                <a:lnTo>
                  <a:pt x="1718284" y="74955"/>
                </a:lnTo>
                <a:lnTo>
                  <a:pt x="1734032" y="50380"/>
                </a:lnTo>
                <a:lnTo>
                  <a:pt x="1734032" y="21424"/>
                </a:lnTo>
                <a:lnTo>
                  <a:pt x="1695831" y="21424"/>
                </a:lnTo>
                <a:lnTo>
                  <a:pt x="1695831" y="51904"/>
                </a:lnTo>
                <a:lnTo>
                  <a:pt x="1681276" y="71894"/>
                </a:lnTo>
                <a:lnTo>
                  <a:pt x="1662874" y="90589"/>
                </a:lnTo>
                <a:lnTo>
                  <a:pt x="1640751" y="107886"/>
                </a:lnTo>
                <a:lnTo>
                  <a:pt x="1615059" y="123634"/>
                </a:lnTo>
                <a:lnTo>
                  <a:pt x="1592427" y="108750"/>
                </a:lnTo>
                <a:lnTo>
                  <a:pt x="1572679" y="91732"/>
                </a:lnTo>
                <a:lnTo>
                  <a:pt x="1555813" y="72745"/>
                </a:lnTo>
                <a:lnTo>
                  <a:pt x="1541818" y="51904"/>
                </a:lnTo>
                <a:lnTo>
                  <a:pt x="1695831" y="51904"/>
                </a:lnTo>
                <a:lnTo>
                  <a:pt x="1695831" y="21424"/>
                </a:lnTo>
                <a:lnTo>
                  <a:pt x="1483906" y="21424"/>
                </a:lnTo>
                <a:lnTo>
                  <a:pt x="1483906" y="51904"/>
                </a:lnTo>
                <a:lnTo>
                  <a:pt x="1509814" y="51904"/>
                </a:lnTo>
                <a:lnTo>
                  <a:pt x="1522958" y="76454"/>
                </a:lnTo>
                <a:lnTo>
                  <a:pt x="1539532" y="99580"/>
                </a:lnTo>
                <a:lnTo>
                  <a:pt x="1559534" y="121005"/>
                </a:lnTo>
                <a:lnTo>
                  <a:pt x="1582966" y="140398"/>
                </a:lnTo>
                <a:lnTo>
                  <a:pt x="1557820" y="150380"/>
                </a:lnTo>
                <a:lnTo>
                  <a:pt x="1530388" y="159639"/>
                </a:lnTo>
                <a:lnTo>
                  <a:pt x="1500670" y="168046"/>
                </a:lnTo>
                <a:lnTo>
                  <a:pt x="1468653" y="175450"/>
                </a:lnTo>
                <a:lnTo>
                  <a:pt x="1473822" y="184327"/>
                </a:lnTo>
                <a:lnTo>
                  <a:pt x="1477987" y="192786"/>
                </a:lnTo>
                <a:lnTo>
                  <a:pt x="1481302" y="200952"/>
                </a:lnTo>
                <a:lnTo>
                  <a:pt x="1483906" y="208978"/>
                </a:lnTo>
                <a:lnTo>
                  <a:pt x="1520456" y="198361"/>
                </a:lnTo>
                <a:lnTo>
                  <a:pt x="1554581" y="186880"/>
                </a:lnTo>
                <a:lnTo>
                  <a:pt x="1586166" y="174256"/>
                </a:lnTo>
                <a:lnTo>
                  <a:pt x="1615059" y="160210"/>
                </a:lnTo>
                <a:lnTo>
                  <a:pt x="1643684" y="173304"/>
                </a:lnTo>
                <a:lnTo>
                  <a:pt x="1674888" y="184975"/>
                </a:lnTo>
                <a:lnTo>
                  <a:pt x="1708962" y="194932"/>
                </a:lnTo>
                <a:lnTo>
                  <a:pt x="1746224" y="202882"/>
                </a:lnTo>
                <a:lnTo>
                  <a:pt x="1749933" y="195503"/>
                </a:lnTo>
                <a:lnTo>
                  <a:pt x="1754225" y="187261"/>
                </a:lnTo>
                <a:lnTo>
                  <a:pt x="1759077" y="178447"/>
                </a:lnTo>
                <a:lnTo>
                  <a:pt x="1764512" y="169354"/>
                </a:lnTo>
                <a:close/>
              </a:path>
              <a:path w="2211704" h="436879">
                <a:moveTo>
                  <a:pt x="1968817" y="24472"/>
                </a:moveTo>
                <a:lnTo>
                  <a:pt x="1936813" y="24472"/>
                </a:lnTo>
                <a:lnTo>
                  <a:pt x="1936813" y="51904"/>
                </a:lnTo>
                <a:lnTo>
                  <a:pt x="1936813" y="111442"/>
                </a:lnTo>
                <a:lnTo>
                  <a:pt x="1845284" y="111442"/>
                </a:lnTo>
                <a:lnTo>
                  <a:pt x="1845284" y="51904"/>
                </a:lnTo>
                <a:lnTo>
                  <a:pt x="1936813" y="51904"/>
                </a:lnTo>
                <a:lnTo>
                  <a:pt x="1936813" y="24472"/>
                </a:lnTo>
                <a:lnTo>
                  <a:pt x="1814804" y="24472"/>
                </a:lnTo>
                <a:lnTo>
                  <a:pt x="1814804" y="155638"/>
                </a:lnTo>
                <a:lnTo>
                  <a:pt x="1845284" y="155638"/>
                </a:lnTo>
                <a:lnTo>
                  <a:pt x="1845284" y="137350"/>
                </a:lnTo>
                <a:lnTo>
                  <a:pt x="1936813" y="137350"/>
                </a:lnTo>
                <a:lnTo>
                  <a:pt x="1936813" y="151066"/>
                </a:lnTo>
                <a:lnTo>
                  <a:pt x="1968817" y="151066"/>
                </a:lnTo>
                <a:lnTo>
                  <a:pt x="1968817" y="137350"/>
                </a:lnTo>
                <a:lnTo>
                  <a:pt x="1968817" y="111442"/>
                </a:lnTo>
                <a:lnTo>
                  <a:pt x="1968817" y="51904"/>
                </a:lnTo>
                <a:lnTo>
                  <a:pt x="1968817" y="24472"/>
                </a:lnTo>
                <a:close/>
              </a:path>
              <a:path w="2211704" h="436879">
                <a:moveTo>
                  <a:pt x="2170176" y="24472"/>
                </a:moveTo>
                <a:lnTo>
                  <a:pt x="2139607" y="24472"/>
                </a:lnTo>
                <a:lnTo>
                  <a:pt x="2139607" y="51904"/>
                </a:lnTo>
                <a:lnTo>
                  <a:pt x="2139607" y="111442"/>
                </a:lnTo>
                <a:lnTo>
                  <a:pt x="2046643" y="111442"/>
                </a:lnTo>
                <a:lnTo>
                  <a:pt x="2046643" y="51904"/>
                </a:lnTo>
                <a:lnTo>
                  <a:pt x="2139607" y="51904"/>
                </a:lnTo>
                <a:lnTo>
                  <a:pt x="2139607" y="24472"/>
                </a:lnTo>
                <a:lnTo>
                  <a:pt x="2016163" y="24472"/>
                </a:lnTo>
                <a:lnTo>
                  <a:pt x="2016163" y="151066"/>
                </a:lnTo>
                <a:lnTo>
                  <a:pt x="2046643" y="151066"/>
                </a:lnTo>
                <a:lnTo>
                  <a:pt x="2046643" y="137350"/>
                </a:lnTo>
                <a:lnTo>
                  <a:pt x="2139607" y="137350"/>
                </a:lnTo>
                <a:lnTo>
                  <a:pt x="2139607" y="154114"/>
                </a:lnTo>
                <a:lnTo>
                  <a:pt x="2170176" y="154114"/>
                </a:lnTo>
                <a:lnTo>
                  <a:pt x="2170176" y="137350"/>
                </a:lnTo>
                <a:lnTo>
                  <a:pt x="2170176" y="111442"/>
                </a:lnTo>
                <a:lnTo>
                  <a:pt x="2170176" y="51904"/>
                </a:lnTo>
                <a:lnTo>
                  <a:pt x="2170176" y="24472"/>
                </a:lnTo>
                <a:close/>
              </a:path>
              <a:path w="2211704" h="436879">
                <a:moveTo>
                  <a:pt x="2211324" y="259372"/>
                </a:moveTo>
                <a:lnTo>
                  <a:pt x="2151875" y="257340"/>
                </a:lnTo>
                <a:lnTo>
                  <a:pt x="2101888" y="248894"/>
                </a:lnTo>
                <a:lnTo>
                  <a:pt x="2061641" y="233857"/>
                </a:lnTo>
                <a:lnTo>
                  <a:pt x="2031403" y="212128"/>
                </a:lnTo>
                <a:lnTo>
                  <a:pt x="2200656" y="212128"/>
                </a:lnTo>
                <a:lnTo>
                  <a:pt x="2200656" y="183070"/>
                </a:lnTo>
                <a:lnTo>
                  <a:pt x="2118271" y="183070"/>
                </a:lnTo>
                <a:lnTo>
                  <a:pt x="2128939" y="172402"/>
                </a:lnTo>
                <a:lnTo>
                  <a:pt x="2116975" y="164376"/>
                </a:lnTo>
                <a:lnTo>
                  <a:pt x="2108047" y="158686"/>
                </a:lnTo>
                <a:lnTo>
                  <a:pt x="2090788" y="147751"/>
                </a:lnTo>
                <a:lnTo>
                  <a:pt x="2077123" y="138874"/>
                </a:lnTo>
                <a:lnTo>
                  <a:pt x="2058835" y="158686"/>
                </a:lnTo>
                <a:lnTo>
                  <a:pt x="2068830" y="164642"/>
                </a:lnTo>
                <a:lnTo>
                  <a:pt x="2078266" y="170878"/>
                </a:lnTo>
                <a:lnTo>
                  <a:pt x="2087118" y="177114"/>
                </a:lnTo>
                <a:lnTo>
                  <a:pt x="2095411" y="183070"/>
                </a:lnTo>
                <a:lnTo>
                  <a:pt x="2000821" y="183070"/>
                </a:lnTo>
                <a:lnTo>
                  <a:pt x="2003132" y="175691"/>
                </a:lnTo>
                <a:lnTo>
                  <a:pt x="2005291" y="167449"/>
                </a:lnTo>
                <a:lnTo>
                  <a:pt x="2007120" y="158686"/>
                </a:lnTo>
                <a:lnTo>
                  <a:pt x="2008543" y="149542"/>
                </a:lnTo>
                <a:lnTo>
                  <a:pt x="1976437" y="144970"/>
                </a:lnTo>
                <a:lnTo>
                  <a:pt x="1975040" y="155638"/>
                </a:lnTo>
                <a:lnTo>
                  <a:pt x="1974938" y="156210"/>
                </a:lnTo>
                <a:lnTo>
                  <a:pt x="1973008" y="165735"/>
                </a:lnTo>
                <a:lnTo>
                  <a:pt x="1970443" y="174764"/>
                </a:lnTo>
                <a:lnTo>
                  <a:pt x="1967293" y="183070"/>
                </a:lnTo>
                <a:lnTo>
                  <a:pt x="1790420" y="183070"/>
                </a:lnTo>
                <a:lnTo>
                  <a:pt x="1790420" y="212128"/>
                </a:lnTo>
                <a:lnTo>
                  <a:pt x="1949005" y="212128"/>
                </a:lnTo>
                <a:lnTo>
                  <a:pt x="1926983" y="228384"/>
                </a:lnTo>
                <a:lnTo>
                  <a:pt x="1890509" y="242798"/>
                </a:lnTo>
                <a:lnTo>
                  <a:pt x="1839455" y="255193"/>
                </a:lnTo>
                <a:lnTo>
                  <a:pt x="1773643" y="265468"/>
                </a:lnTo>
                <a:lnTo>
                  <a:pt x="1778838" y="274078"/>
                </a:lnTo>
                <a:lnTo>
                  <a:pt x="1783168" y="281851"/>
                </a:lnTo>
                <a:lnTo>
                  <a:pt x="1786940" y="289039"/>
                </a:lnTo>
                <a:lnTo>
                  <a:pt x="1790420" y="295948"/>
                </a:lnTo>
                <a:lnTo>
                  <a:pt x="1799564" y="294424"/>
                </a:lnTo>
                <a:lnTo>
                  <a:pt x="1814804" y="291376"/>
                </a:lnTo>
                <a:lnTo>
                  <a:pt x="1814804" y="425678"/>
                </a:lnTo>
                <a:lnTo>
                  <a:pt x="1845284" y="425678"/>
                </a:lnTo>
                <a:lnTo>
                  <a:pt x="1845284" y="401193"/>
                </a:lnTo>
                <a:lnTo>
                  <a:pt x="1938337" y="401193"/>
                </a:lnTo>
                <a:lnTo>
                  <a:pt x="1938337" y="424154"/>
                </a:lnTo>
                <a:lnTo>
                  <a:pt x="1968817" y="424154"/>
                </a:lnTo>
                <a:lnTo>
                  <a:pt x="1968817" y="289852"/>
                </a:lnTo>
                <a:lnTo>
                  <a:pt x="1938337" y="289852"/>
                </a:lnTo>
                <a:lnTo>
                  <a:pt x="1938337" y="315849"/>
                </a:lnTo>
                <a:lnTo>
                  <a:pt x="1938337" y="373761"/>
                </a:lnTo>
                <a:lnTo>
                  <a:pt x="1845284" y="373761"/>
                </a:lnTo>
                <a:lnTo>
                  <a:pt x="1845284" y="315849"/>
                </a:lnTo>
                <a:lnTo>
                  <a:pt x="1938337" y="315849"/>
                </a:lnTo>
                <a:lnTo>
                  <a:pt x="1938337" y="289852"/>
                </a:lnTo>
                <a:lnTo>
                  <a:pt x="1828520" y="289852"/>
                </a:lnTo>
                <a:lnTo>
                  <a:pt x="1888909" y="275564"/>
                </a:lnTo>
                <a:lnTo>
                  <a:pt x="1935276" y="257848"/>
                </a:lnTo>
                <a:lnTo>
                  <a:pt x="1967915" y="236702"/>
                </a:lnTo>
                <a:lnTo>
                  <a:pt x="1987105" y="212128"/>
                </a:lnTo>
                <a:lnTo>
                  <a:pt x="1994725" y="212128"/>
                </a:lnTo>
                <a:lnTo>
                  <a:pt x="2018499" y="239268"/>
                </a:lnTo>
                <a:lnTo>
                  <a:pt x="2053120" y="261277"/>
                </a:lnTo>
                <a:lnTo>
                  <a:pt x="2098586" y="278130"/>
                </a:lnTo>
                <a:lnTo>
                  <a:pt x="2154936" y="289852"/>
                </a:lnTo>
                <a:lnTo>
                  <a:pt x="2139607" y="289852"/>
                </a:lnTo>
                <a:lnTo>
                  <a:pt x="2139607" y="315849"/>
                </a:lnTo>
                <a:lnTo>
                  <a:pt x="2139607" y="373761"/>
                </a:lnTo>
                <a:lnTo>
                  <a:pt x="2046643" y="373761"/>
                </a:lnTo>
                <a:lnTo>
                  <a:pt x="2046643" y="315849"/>
                </a:lnTo>
                <a:lnTo>
                  <a:pt x="2139607" y="315849"/>
                </a:lnTo>
                <a:lnTo>
                  <a:pt x="2139607" y="289852"/>
                </a:lnTo>
                <a:lnTo>
                  <a:pt x="2016163" y="289852"/>
                </a:lnTo>
                <a:lnTo>
                  <a:pt x="2016163" y="424154"/>
                </a:lnTo>
                <a:lnTo>
                  <a:pt x="2046643" y="424154"/>
                </a:lnTo>
                <a:lnTo>
                  <a:pt x="2046643" y="401193"/>
                </a:lnTo>
                <a:lnTo>
                  <a:pt x="2139607" y="401193"/>
                </a:lnTo>
                <a:lnTo>
                  <a:pt x="2139607" y="425678"/>
                </a:lnTo>
                <a:lnTo>
                  <a:pt x="2171700" y="425678"/>
                </a:lnTo>
                <a:lnTo>
                  <a:pt x="2171700" y="401193"/>
                </a:lnTo>
                <a:lnTo>
                  <a:pt x="2171700" y="373761"/>
                </a:lnTo>
                <a:lnTo>
                  <a:pt x="2171700" y="315849"/>
                </a:lnTo>
                <a:lnTo>
                  <a:pt x="2171700" y="291376"/>
                </a:lnTo>
                <a:lnTo>
                  <a:pt x="2177796" y="291376"/>
                </a:lnTo>
                <a:lnTo>
                  <a:pt x="2185416" y="292900"/>
                </a:lnTo>
                <a:lnTo>
                  <a:pt x="2193036" y="292900"/>
                </a:lnTo>
                <a:lnTo>
                  <a:pt x="2193747" y="291376"/>
                </a:lnTo>
                <a:lnTo>
                  <a:pt x="2196757" y="284873"/>
                </a:lnTo>
                <a:lnTo>
                  <a:pt x="2201037" y="276707"/>
                </a:lnTo>
                <a:lnTo>
                  <a:pt x="2205901" y="268249"/>
                </a:lnTo>
                <a:lnTo>
                  <a:pt x="2211324" y="2593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5152929" y="4949952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2"/>
                </a:moveTo>
                <a:lnTo>
                  <a:pt x="79343" y="416432"/>
                </a:lnTo>
                <a:lnTo>
                  <a:pt x="50572" y="380346"/>
                </a:lnTo>
                <a:lnTo>
                  <a:pt x="28330" y="341639"/>
                </a:lnTo>
                <a:lnTo>
                  <a:pt x="12539" y="300231"/>
                </a:lnTo>
                <a:lnTo>
                  <a:pt x="3121" y="256038"/>
                </a:lnTo>
                <a:lnTo>
                  <a:pt x="0" y="208978"/>
                </a:lnTo>
                <a:lnTo>
                  <a:pt x="3121" y="161166"/>
                </a:lnTo>
                <a:lnTo>
                  <a:pt x="12539" y="116503"/>
                </a:lnTo>
                <a:lnTo>
                  <a:pt x="28330" y="74849"/>
                </a:lnTo>
                <a:lnTo>
                  <a:pt x="50572" y="36062"/>
                </a:lnTo>
                <a:lnTo>
                  <a:pt x="79343" y="0"/>
                </a:lnTo>
                <a:lnTo>
                  <a:pt x="115919" y="0"/>
                </a:lnTo>
                <a:lnTo>
                  <a:pt x="87928" y="36208"/>
                </a:lnTo>
                <a:lnTo>
                  <a:pt x="66142" y="75288"/>
                </a:lnTo>
                <a:lnTo>
                  <a:pt x="50569" y="117162"/>
                </a:lnTo>
                <a:lnTo>
                  <a:pt x="41218" y="161751"/>
                </a:lnTo>
                <a:lnTo>
                  <a:pt x="38100" y="208978"/>
                </a:lnTo>
                <a:lnTo>
                  <a:pt x="41218" y="254721"/>
                </a:lnTo>
                <a:lnTo>
                  <a:pt x="50569" y="298475"/>
                </a:lnTo>
                <a:lnTo>
                  <a:pt x="66142" y="340103"/>
                </a:lnTo>
                <a:lnTo>
                  <a:pt x="87928" y="379468"/>
                </a:lnTo>
                <a:lnTo>
                  <a:pt x="115919" y="416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5316080" y="4913286"/>
            <a:ext cx="2228215" cy="434975"/>
          </a:xfrm>
          <a:custGeom>
            <a:avLst/>
            <a:gdLst/>
            <a:ahLst/>
            <a:cxnLst/>
            <a:rect l="l" t="t" r="r" b="b"/>
            <a:pathLst>
              <a:path w="2228215" h="434975">
                <a:moveTo>
                  <a:pt x="388912" y="32092"/>
                </a:moveTo>
                <a:lnTo>
                  <a:pt x="48869" y="32092"/>
                </a:lnTo>
                <a:lnTo>
                  <a:pt x="48869" y="64096"/>
                </a:lnTo>
                <a:lnTo>
                  <a:pt x="388912" y="64096"/>
                </a:lnTo>
                <a:lnTo>
                  <a:pt x="388912" y="32092"/>
                </a:lnTo>
                <a:close/>
              </a:path>
              <a:path w="2228215" h="434975">
                <a:moveTo>
                  <a:pt x="436156" y="308140"/>
                </a:moveTo>
                <a:lnTo>
                  <a:pt x="426135" y="305828"/>
                </a:lnTo>
                <a:lnTo>
                  <a:pt x="416534" y="303377"/>
                </a:lnTo>
                <a:lnTo>
                  <a:pt x="407225" y="300634"/>
                </a:lnTo>
                <a:lnTo>
                  <a:pt x="398056" y="297472"/>
                </a:lnTo>
                <a:lnTo>
                  <a:pt x="396671" y="315861"/>
                </a:lnTo>
                <a:lnTo>
                  <a:pt x="395008" y="332219"/>
                </a:lnTo>
                <a:lnTo>
                  <a:pt x="393344" y="346824"/>
                </a:lnTo>
                <a:lnTo>
                  <a:pt x="391960" y="360045"/>
                </a:lnTo>
                <a:lnTo>
                  <a:pt x="387959" y="372922"/>
                </a:lnTo>
                <a:lnTo>
                  <a:pt x="380530" y="381952"/>
                </a:lnTo>
                <a:lnTo>
                  <a:pt x="369671" y="387261"/>
                </a:lnTo>
                <a:lnTo>
                  <a:pt x="355384" y="389001"/>
                </a:lnTo>
                <a:lnTo>
                  <a:pt x="317284" y="389001"/>
                </a:lnTo>
                <a:lnTo>
                  <a:pt x="306146" y="387311"/>
                </a:lnTo>
                <a:lnTo>
                  <a:pt x="297992" y="382333"/>
                </a:lnTo>
                <a:lnTo>
                  <a:pt x="292989" y="374218"/>
                </a:lnTo>
                <a:lnTo>
                  <a:pt x="291287" y="363093"/>
                </a:lnTo>
                <a:lnTo>
                  <a:pt x="291287" y="192214"/>
                </a:lnTo>
                <a:lnTo>
                  <a:pt x="430060" y="192214"/>
                </a:lnTo>
                <a:lnTo>
                  <a:pt x="430060" y="158686"/>
                </a:lnTo>
                <a:lnTo>
                  <a:pt x="6108" y="158686"/>
                </a:lnTo>
                <a:lnTo>
                  <a:pt x="6108" y="192214"/>
                </a:lnTo>
                <a:lnTo>
                  <a:pt x="128117" y="192214"/>
                </a:lnTo>
                <a:lnTo>
                  <a:pt x="128117" y="207454"/>
                </a:lnTo>
                <a:lnTo>
                  <a:pt x="122021" y="277279"/>
                </a:lnTo>
                <a:lnTo>
                  <a:pt x="102209" y="326517"/>
                </a:lnTo>
                <a:lnTo>
                  <a:pt x="63715" y="366712"/>
                </a:lnTo>
                <a:lnTo>
                  <a:pt x="0" y="405765"/>
                </a:lnTo>
                <a:lnTo>
                  <a:pt x="5765" y="411162"/>
                </a:lnTo>
                <a:lnTo>
                  <a:pt x="11823" y="418007"/>
                </a:lnTo>
                <a:lnTo>
                  <a:pt x="18478" y="425996"/>
                </a:lnTo>
                <a:lnTo>
                  <a:pt x="26009" y="434822"/>
                </a:lnTo>
                <a:lnTo>
                  <a:pt x="63969" y="413613"/>
                </a:lnTo>
                <a:lnTo>
                  <a:pt x="95351" y="391299"/>
                </a:lnTo>
                <a:lnTo>
                  <a:pt x="137261" y="343281"/>
                </a:lnTo>
                <a:lnTo>
                  <a:pt x="157886" y="287185"/>
                </a:lnTo>
                <a:lnTo>
                  <a:pt x="164731" y="207454"/>
                </a:lnTo>
                <a:lnTo>
                  <a:pt x="164795" y="192214"/>
                </a:lnTo>
                <a:lnTo>
                  <a:pt x="254711" y="192214"/>
                </a:lnTo>
                <a:lnTo>
                  <a:pt x="254787" y="366712"/>
                </a:lnTo>
                <a:lnTo>
                  <a:pt x="268427" y="406527"/>
                </a:lnTo>
                <a:lnTo>
                  <a:pt x="309664" y="419481"/>
                </a:lnTo>
                <a:lnTo>
                  <a:pt x="363004" y="419481"/>
                </a:lnTo>
                <a:lnTo>
                  <a:pt x="387578" y="416598"/>
                </a:lnTo>
                <a:lnTo>
                  <a:pt x="406438" y="407860"/>
                </a:lnTo>
                <a:lnTo>
                  <a:pt x="419582" y="393115"/>
                </a:lnTo>
                <a:lnTo>
                  <a:pt x="421043" y="389001"/>
                </a:lnTo>
                <a:lnTo>
                  <a:pt x="427012" y="372237"/>
                </a:lnTo>
                <a:lnTo>
                  <a:pt x="429298" y="358800"/>
                </a:lnTo>
                <a:lnTo>
                  <a:pt x="431584" y="343649"/>
                </a:lnTo>
                <a:lnTo>
                  <a:pt x="433870" y="326758"/>
                </a:lnTo>
                <a:lnTo>
                  <a:pt x="436156" y="308140"/>
                </a:lnTo>
                <a:close/>
              </a:path>
              <a:path w="2228215" h="434975">
                <a:moveTo>
                  <a:pt x="591794" y="360045"/>
                </a:moveTo>
                <a:lnTo>
                  <a:pt x="570357" y="335661"/>
                </a:lnTo>
                <a:lnTo>
                  <a:pt x="539242" y="354850"/>
                </a:lnTo>
                <a:lnTo>
                  <a:pt x="509968" y="371475"/>
                </a:lnTo>
                <a:lnTo>
                  <a:pt x="482714" y="385813"/>
                </a:lnTo>
                <a:lnTo>
                  <a:pt x="457581" y="398145"/>
                </a:lnTo>
                <a:lnTo>
                  <a:pt x="463016" y="405866"/>
                </a:lnTo>
                <a:lnTo>
                  <a:pt x="467868" y="413016"/>
                </a:lnTo>
                <a:lnTo>
                  <a:pt x="472160" y="419620"/>
                </a:lnTo>
                <a:lnTo>
                  <a:pt x="475869" y="425678"/>
                </a:lnTo>
                <a:lnTo>
                  <a:pt x="501256" y="412165"/>
                </a:lnTo>
                <a:lnTo>
                  <a:pt x="529221" y="396824"/>
                </a:lnTo>
                <a:lnTo>
                  <a:pt x="559498" y="379501"/>
                </a:lnTo>
                <a:lnTo>
                  <a:pt x="591794" y="360045"/>
                </a:lnTo>
                <a:close/>
              </a:path>
              <a:path w="2228215" h="434975">
                <a:moveTo>
                  <a:pt x="864781" y="395097"/>
                </a:moveTo>
                <a:lnTo>
                  <a:pt x="774674" y="346659"/>
                </a:lnTo>
                <a:lnTo>
                  <a:pt x="750379" y="334137"/>
                </a:lnTo>
                <a:lnTo>
                  <a:pt x="730567" y="356997"/>
                </a:lnTo>
                <a:lnTo>
                  <a:pt x="755675" y="371335"/>
                </a:lnTo>
                <a:lnTo>
                  <a:pt x="782777" y="387108"/>
                </a:lnTo>
                <a:lnTo>
                  <a:pt x="811580" y="404609"/>
                </a:lnTo>
                <a:lnTo>
                  <a:pt x="841832" y="424154"/>
                </a:lnTo>
                <a:lnTo>
                  <a:pt x="864781" y="395097"/>
                </a:lnTo>
                <a:close/>
              </a:path>
              <a:path w="2228215" h="434975">
                <a:moveTo>
                  <a:pt x="880021" y="152590"/>
                </a:moveTo>
                <a:lnTo>
                  <a:pt x="684758" y="152590"/>
                </a:lnTo>
                <a:lnTo>
                  <a:pt x="684758" y="122110"/>
                </a:lnTo>
                <a:lnTo>
                  <a:pt x="832688" y="122110"/>
                </a:lnTo>
                <a:lnTo>
                  <a:pt x="832688" y="94576"/>
                </a:lnTo>
                <a:lnTo>
                  <a:pt x="684758" y="94576"/>
                </a:lnTo>
                <a:lnTo>
                  <a:pt x="684758" y="65620"/>
                </a:lnTo>
                <a:lnTo>
                  <a:pt x="863257" y="65620"/>
                </a:lnTo>
                <a:lnTo>
                  <a:pt x="863257" y="38188"/>
                </a:lnTo>
                <a:lnTo>
                  <a:pt x="684758" y="38188"/>
                </a:lnTo>
                <a:lnTo>
                  <a:pt x="684758" y="0"/>
                </a:lnTo>
                <a:lnTo>
                  <a:pt x="649706" y="0"/>
                </a:lnTo>
                <a:lnTo>
                  <a:pt x="649706" y="38188"/>
                </a:lnTo>
                <a:lnTo>
                  <a:pt x="471297" y="38188"/>
                </a:lnTo>
                <a:lnTo>
                  <a:pt x="471297" y="65620"/>
                </a:lnTo>
                <a:lnTo>
                  <a:pt x="649706" y="65620"/>
                </a:lnTo>
                <a:lnTo>
                  <a:pt x="649706" y="94576"/>
                </a:lnTo>
                <a:lnTo>
                  <a:pt x="497205" y="94576"/>
                </a:lnTo>
                <a:lnTo>
                  <a:pt x="497205" y="122110"/>
                </a:lnTo>
                <a:lnTo>
                  <a:pt x="649706" y="122110"/>
                </a:lnTo>
                <a:lnTo>
                  <a:pt x="649706" y="152590"/>
                </a:lnTo>
                <a:lnTo>
                  <a:pt x="456057" y="152590"/>
                </a:lnTo>
                <a:lnTo>
                  <a:pt x="456057" y="180022"/>
                </a:lnTo>
                <a:lnTo>
                  <a:pt x="590270" y="180022"/>
                </a:lnTo>
                <a:lnTo>
                  <a:pt x="576719" y="187782"/>
                </a:lnTo>
                <a:lnTo>
                  <a:pt x="535305" y="210502"/>
                </a:lnTo>
                <a:lnTo>
                  <a:pt x="495681" y="222783"/>
                </a:lnTo>
                <a:lnTo>
                  <a:pt x="510921" y="254800"/>
                </a:lnTo>
                <a:lnTo>
                  <a:pt x="519163" y="253669"/>
                </a:lnTo>
                <a:lnTo>
                  <a:pt x="527685" y="252704"/>
                </a:lnTo>
                <a:lnTo>
                  <a:pt x="536219" y="252006"/>
                </a:lnTo>
                <a:lnTo>
                  <a:pt x="544449" y="251752"/>
                </a:lnTo>
                <a:lnTo>
                  <a:pt x="566762" y="249478"/>
                </a:lnTo>
                <a:lnTo>
                  <a:pt x="590219" y="247370"/>
                </a:lnTo>
                <a:lnTo>
                  <a:pt x="614832" y="245529"/>
                </a:lnTo>
                <a:lnTo>
                  <a:pt x="640562" y="244132"/>
                </a:lnTo>
                <a:lnTo>
                  <a:pt x="570014" y="272846"/>
                </a:lnTo>
                <a:lnTo>
                  <a:pt x="532853" y="286778"/>
                </a:lnTo>
                <a:lnTo>
                  <a:pt x="488061" y="298996"/>
                </a:lnTo>
                <a:lnTo>
                  <a:pt x="504825" y="332613"/>
                </a:lnTo>
                <a:lnTo>
                  <a:pt x="529018" y="329755"/>
                </a:lnTo>
                <a:lnTo>
                  <a:pt x="542340" y="328536"/>
                </a:lnTo>
                <a:lnTo>
                  <a:pt x="556641" y="328041"/>
                </a:lnTo>
                <a:lnTo>
                  <a:pt x="628103" y="323329"/>
                </a:lnTo>
                <a:lnTo>
                  <a:pt x="655802" y="321945"/>
                </a:lnTo>
                <a:lnTo>
                  <a:pt x="655802" y="372237"/>
                </a:lnTo>
                <a:lnTo>
                  <a:pt x="654088" y="382244"/>
                </a:lnTo>
                <a:lnTo>
                  <a:pt x="648944" y="389382"/>
                </a:lnTo>
                <a:lnTo>
                  <a:pt x="640372" y="393674"/>
                </a:lnTo>
                <a:lnTo>
                  <a:pt x="628370" y="395097"/>
                </a:lnTo>
                <a:lnTo>
                  <a:pt x="618363" y="394817"/>
                </a:lnTo>
                <a:lnTo>
                  <a:pt x="606653" y="393954"/>
                </a:lnTo>
                <a:lnTo>
                  <a:pt x="593217" y="392531"/>
                </a:lnTo>
                <a:lnTo>
                  <a:pt x="578078" y="390525"/>
                </a:lnTo>
                <a:lnTo>
                  <a:pt x="580072" y="401167"/>
                </a:lnTo>
                <a:lnTo>
                  <a:pt x="581507" y="410540"/>
                </a:lnTo>
                <a:lnTo>
                  <a:pt x="582358" y="419074"/>
                </a:lnTo>
                <a:lnTo>
                  <a:pt x="582650" y="427202"/>
                </a:lnTo>
                <a:lnTo>
                  <a:pt x="635990" y="427202"/>
                </a:lnTo>
                <a:lnTo>
                  <a:pt x="659993" y="424014"/>
                </a:lnTo>
                <a:lnTo>
                  <a:pt x="677138" y="414388"/>
                </a:lnTo>
                <a:lnTo>
                  <a:pt x="687425" y="398183"/>
                </a:lnTo>
                <a:lnTo>
                  <a:pt x="687882" y="395097"/>
                </a:lnTo>
                <a:lnTo>
                  <a:pt x="690854" y="375285"/>
                </a:lnTo>
                <a:lnTo>
                  <a:pt x="690854" y="321945"/>
                </a:lnTo>
                <a:lnTo>
                  <a:pt x="690854" y="320421"/>
                </a:lnTo>
                <a:lnTo>
                  <a:pt x="746950" y="317893"/>
                </a:lnTo>
                <a:lnTo>
                  <a:pt x="809828" y="314236"/>
                </a:lnTo>
                <a:lnTo>
                  <a:pt x="816444" y="321386"/>
                </a:lnTo>
                <a:lnTo>
                  <a:pt x="829106" y="336181"/>
                </a:lnTo>
                <a:lnTo>
                  <a:pt x="835736" y="343281"/>
                </a:lnTo>
                <a:lnTo>
                  <a:pt x="844080" y="334975"/>
                </a:lnTo>
                <a:lnTo>
                  <a:pt x="851014" y="328231"/>
                </a:lnTo>
                <a:lnTo>
                  <a:pt x="856818" y="322922"/>
                </a:lnTo>
                <a:lnTo>
                  <a:pt x="861733" y="318897"/>
                </a:lnTo>
                <a:lnTo>
                  <a:pt x="856945" y="314236"/>
                </a:lnTo>
                <a:lnTo>
                  <a:pt x="844423" y="302044"/>
                </a:lnTo>
                <a:lnTo>
                  <a:pt x="840536" y="298246"/>
                </a:lnTo>
                <a:lnTo>
                  <a:pt x="818210" y="277469"/>
                </a:lnTo>
                <a:lnTo>
                  <a:pt x="794778" y="256438"/>
                </a:lnTo>
                <a:lnTo>
                  <a:pt x="770204" y="234975"/>
                </a:lnTo>
                <a:lnTo>
                  <a:pt x="747331" y="254800"/>
                </a:lnTo>
                <a:lnTo>
                  <a:pt x="756716" y="263944"/>
                </a:lnTo>
                <a:lnTo>
                  <a:pt x="776058" y="282232"/>
                </a:lnTo>
                <a:lnTo>
                  <a:pt x="785444" y="291376"/>
                </a:lnTo>
                <a:lnTo>
                  <a:pt x="567309" y="302044"/>
                </a:lnTo>
                <a:lnTo>
                  <a:pt x="611428" y="284137"/>
                </a:lnTo>
                <a:lnTo>
                  <a:pt x="655840" y="265290"/>
                </a:lnTo>
                <a:lnTo>
                  <a:pt x="700455" y="245618"/>
                </a:lnTo>
                <a:lnTo>
                  <a:pt x="703732" y="244132"/>
                </a:lnTo>
                <a:lnTo>
                  <a:pt x="743966" y="225831"/>
                </a:lnTo>
                <a:lnTo>
                  <a:pt x="790016" y="204406"/>
                </a:lnTo>
                <a:lnTo>
                  <a:pt x="765619" y="183070"/>
                </a:lnTo>
                <a:lnTo>
                  <a:pt x="748474" y="191973"/>
                </a:lnTo>
                <a:lnTo>
                  <a:pt x="714146" y="209257"/>
                </a:lnTo>
                <a:lnTo>
                  <a:pt x="696950" y="218211"/>
                </a:lnTo>
                <a:lnTo>
                  <a:pt x="586105" y="224434"/>
                </a:lnTo>
                <a:lnTo>
                  <a:pt x="552069" y="225831"/>
                </a:lnTo>
                <a:lnTo>
                  <a:pt x="574967" y="215214"/>
                </a:lnTo>
                <a:lnTo>
                  <a:pt x="597687" y="204038"/>
                </a:lnTo>
                <a:lnTo>
                  <a:pt x="620102" y="192316"/>
                </a:lnTo>
                <a:lnTo>
                  <a:pt x="642086" y="180022"/>
                </a:lnTo>
                <a:lnTo>
                  <a:pt x="880021" y="180022"/>
                </a:lnTo>
                <a:lnTo>
                  <a:pt x="880021" y="152590"/>
                </a:lnTo>
                <a:close/>
              </a:path>
              <a:path w="2228215" h="434975">
                <a:moveTo>
                  <a:pt x="1012698" y="93052"/>
                </a:moveTo>
                <a:lnTo>
                  <a:pt x="994105" y="67335"/>
                </a:lnTo>
                <a:lnTo>
                  <a:pt x="977379" y="45046"/>
                </a:lnTo>
                <a:lnTo>
                  <a:pt x="962672" y="26187"/>
                </a:lnTo>
                <a:lnTo>
                  <a:pt x="950125" y="10756"/>
                </a:lnTo>
                <a:lnTo>
                  <a:pt x="922693" y="29044"/>
                </a:lnTo>
                <a:lnTo>
                  <a:pt x="934961" y="45631"/>
                </a:lnTo>
                <a:lnTo>
                  <a:pt x="948791" y="65633"/>
                </a:lnTo>
                <a:lnTo>
                  <a:pt x="964057" y="89103"/>
                </a:lnTo>
                <a:lnTo>
                  <a:pt x="980605" y="116014"/>
                </a:lnTo>
                <a:lnTo>
                  <a:pt x="1012698" y="93052"/>
                </a:lnTo>
                <a:close/>
              </a:path>
              <a:path w="2228215" h="434975">
                <a:moveTo>
                  <a:pt x="1328369" y="181546"/>
                </a:moveTo>
                <a:lnTo>
                  <a:pt x="1192631" y="181546"/>
                </a:lnTo>
                <a:lnTo>
                  <a:pt x="1192631" y="108292"/>
                </a:lnTo>
                <a:lnTo>
                  <a:pt x="1307033" y="108292"/>
                </a:lnTo>
                <a:lnTo>
                  <a:pt x="1307033" y="79336"/>
                </a:lnTo>
                <a:lnTo>
                  <a:pt x="1192631" y="79336"/>
                </a:lnTo>
                <a:lnTo>
                  <a:pt x="1192631" y="3048"/>
                </a:lnTo>
                <a:lnTo>
                  <a:pt x="1159103" y="3048"/>
                </a:lnTo>
                <a:lnTo>
                  <a:pt x="1159103" y="79336"/>
                </a:lnTo>
                <a:lnTo>
                  <a:pt x="1096530" y="79336"/>
                </a:lnTo>
                <a:lnTo>
                  <a:pt x="1100188" y="66751"/>
                </a:lnTo>
                <a:lnTo>
                  <a:pt x="1104150" y="54000"/>
                </a:lnTo>
                <a:lnTo>
                  <a:pt x="1108100" y="40982"/>
                </a:lnTo>
                <a:lnTo>
                  <a:pt x="1111770" y="27520"/>
                </a:lnTo>
                <a:lnTo>
                  <a:pt x="1078242" y="19900"/>
                </a:lnTo>
                <a:lnTo>
                  <a:pt x="1068209" y="55638"/>
                </a:lnTo>
                <a:lnTo>
                  <a:pt x="1056335" y="89674"/>
                </a:lnTo>
                <a:lnTo>
                  <a:pt x="1042441" y="121996"/>
                </a:lnTo>
                <a:lnTo>
                  <a:pt x="1026426" y="152590"/>
                </a:lnTo>
                <a:lnTo>
                  <a:pt x="1036142" y="156921"/>
                </a:lnTo>
                <a:lnTo>
                  <a:pt x="1044714" y="160972"/>
                </a:lnTo>
                <a:lnTo>
                  <a:pt x="1052144" y="165023"/>
                </a:lnTo>
                <a:lnTo>
                  <a:pt x="1058430" y="169354"/>
                </a:lnTo>
                <a:lnTo>
                  <a:pt x="1065288" y="155333"/>
                </a:lnTo>
                <a:lnTo>
                  <a:pt x="1072146" y="140576"/>
                </a:lnTo>
                <a:lnTo>
                  <a:pt x="1079004" y="124955"/>
                </a:lnTo>
                <a:lnTo>
                  <a:pt x="1085862" y="108292"/>
                </a:lnTo>
                <a:lnTo>
                  <a:pt x="1159103" y="108292"/>
                </a:lnTo>
                <a:lnTo>
                  <a:pt x="1159103" y="181546"/>
                </a:lnTo>
                <a:lnTo>
                  <a:pt x="1014234" y="181546"/>
                </a:lnTo>
                <a:lnTo>
                  <a:pt x="1014234" y="212026"/>
                </a:lnTo>
                <a:lnTo>
                  <a:pt x="1099578" y="212026"/>
                </a:lnTo>
                <a:lnTo>
                  <a:pt x="1098689" y="222935"/>
                </a:lnTo>
                <a:lnTo>
                  <a:pt x="1098245" y="232689"/>
                </a:lnTo>
                <a:lnTo>
                  <a:pt x="1098092" y="240411"/>
                </a:lnTo>
                <a:lnTo>
                  <a:pt x="1098054" y="248704"/>
                </a:lnTo>
                <a:lnTo>
                  <a:pt x="1091425" y="276720"/>
                </a:lnTo>
                <a:lnTo>
                  <a:pt x="1075956" y="301320"/>
                </a:lnTo>
                <a:lnTo>
                  <a:pt x="1051331" y="322503"/>
                </a:lnTo>
                <a:lnTo>
                  <a:pt x="1017282" y="340233"/>
                </a:lnTo>
                <a:lnTo>
                  <a:pt x="1023823" y="348183"/>
                </a:lnTo>
                <a:lnTo>
                  <a:pt x="1029665" y="355854"/>
                </a:lnTo>
                <a:lnTo>
                  <a:pt x="1034630" y="362953"/>
                </a:lnTo>
                <a:lnTo>
                  <a:pt x="1038618" y="369189"/>
                </a:lnTo>
                <a:lnTo>
                  <a:pt x="1078636" y="346938"/>
                </a:lnTo>
                <a:lnTo>
                  <a:pt x="1107389" y="319227"/>
                </a:lnTo>
                <a:lnTo>
                  <a:pt x="1125016" y="286385"/>
                </a:lnTo>
                <a:lnTo>
                  <a:pt x="1131671" y="248704"/>
                </a:lnTo>
                <a:lnTo>
                  <a:pt x="1131697" y="240411"/>
                </a:lnTo>
                <a:lnTo>
                  <a:pt x="1131862" y="231546"/>
                </a:lnTo>
                <a:lnTo>
                  <a:pt x="1132319" y="222084"/>
                </a:lnTo>
                <a:lnTo>
                  <a:pt x="1133195" y="212026"/>
                </a:lnTo>
                <a:lnTo>
                  <a:pt x="1191107" y="212026"/>
                </a:lnTo>
                <a:lnTo>
                  <a:pt x="1191107" y="309664"/>
                </a:lnTo>
                <a:lnTo>
                  <a:pt x="1193965" y="331711"/>
                </a:lnTo>
                <a:lnTo>
                  <a:pt x="1202537" y="347459"/>
                </a:lnTo>
                <a:lnTo>
                  <a:pt x="1216825" y="356895"/>
                </a:lnTo>
                <a:lnTo>
                  <a:pt x="1236827" y="360045"/>
                </a:lnTo>
                <a:lnTo>
                  <a:pt x="1268933" y="360045"/>
                </a:lnTo>
                <a:lnTo>
                  <a:pt x="1288364" y="357492"/>
                </a:lnTo>
                <a:lnTo>
                  <a:pt x="1303223" y="349948"/>
                </a:lnTo>
                <a:lnTo>
                  <a:pt x="1313510" y="337540"/>
                </a:lnTo>
                <a:lnTo>
                  <a:pt x="1316164" y="329565"/>
                </a:lnTo>
                <a:lnTo>
                  <a:pt x="1319225" y="320421"/>
                </a:lnTo>
                <a:lnTo>
                  <a:pt x="1321244" y="309664"/>
                </a:lnTo>
                <a:lnTo>
                  <a:pt x="1323035" y="297472"/>
                </a:lnTo>
                <a:lnTo>
                  <a:pt x="1324787" y="284327"/>
                </a:lnTo>
                <a:lnTo>
                  <a:pt x="1326845" y="270040"/>
                </a:lnTo>
                <a:lnTo>
                  <a:pt x="1317104" y="266611"/>
                </a:lnTo>
                <a:lnTo>
                  <a:pt x="1308366" y="263182"/>
                </a:lnTo>
                <a:lnTo>
                  <a:pt x="1300480" y="259753"/>
                </a:lnTo>
                <a:lnTo>
                  <a:pt x="1293317" y="256324"/>
                </a:lnTo>
                <a:lnTo>
                  <a:pt x="1292174" y="272554"/>
                </a:lnTo>
                <a:lnTo>
                  <a:pt x="1286243" y="317309"/>
                </a:lnTo>
                <a:lnTo>
                  <a:pt x="1265783" y="329565"/>
                </a:lnTo>
                <a:lnTo>
                  <a:pt x="1244447" y="329565"/>
                </a:lnTo>
                <a:lnTo>
                  <a:pt x="1235570" y="328129"/>
                </a:lnTo>
                <a:lnTo>
                  <a:pt x="1229398" y="323837"/>
                </a:lnTo>
                <a:lnTo>
                  <a:pt x="1225804" y="316661"/>
                </a:lnTo>
                <a:lnTo>
                  <a:pt x="1224635" y="306616"/>
                </a:lnTo>
                <a:lnTo>
                  <a:pt x="1224635" y="212026"/>
                </a:lnTo>
                <a:lnTo>
                  <a:pt x="1328369" y="212026"/>
                </a:lnTo>
                <a:lnTo>
                  <a:pt x="1328369" y="181546"/>
                </a:lnTo>
                <a:close/>
              </a:path>
              <a:path w="2228215" h="434975">
                <a:moveTo>
                  <a:pt x="1332941" y="387477"/>
                </a:moveTo>
                <a:lnTo>
                  <a:pt x="1171295" y="390525"/>
                </a:lnTo>
                <a:lnTo>
                  <a:pt x="1079766" y="389001"/>
                </a:lnTo>
                <a:lnTo>
                  <a:pt x="1048918" y="386168"/>
                </a:lnTo>
                <a:lnTo>
                  <a:pt x="1022794" y="377761"/>
                </a:lnTo>
                <a:lnTo>
                  <a:pt x="1009599" y="369189"/>
                </a:lnTo>
                <a:lnTo>
                  <a:pt x="1001496" y="363931"/>
                </a:lnTo>
                <a:lnTo>
                  <a:pt x="985177" y="344805"/>
                </a:lnTo>
                <a:lnTo>
                  <a:pt x="985177" y="157162"/>
                </a:lnTo>
                <a:lnTo>
                  <a:pt x="899833" y="157162"/>
                </a:lnTo>
                <a:lnTo>
                  <a:pt x="899833" y="190690"/>
                </a:lnTo>
                <a:lnTo>
                  <a:pt x="951649" y="190690"/>
                </a:lnTo>
                <a:lnTo>
                  <a:pt x="951649" y="337185"/>
                </a:lnTo>
                <a:lnTo>
                  <a:pt x="942009" y="346595"/>
                </a:lnTo>
                <a:lnTo>
                  <a:pt x="914146" y="373405"/>
                </a:lnTo>
                <a:lnTo>
                  <a:pt x="896785" y="390525"/>
                </a:lnTo>
                <a:lnTo>
                  <a:pt x="913549" y="427202"/>
                </a:lnTo>
                <a:lnTo>
                  <a:pt x="929817" y="408025"/>
                </a:lnTo>
                <a:lnTo>
                  <a:pt x="944219" y="391871"/>
                </a:lnTo>
                <a:lnTo>
                  <a:pt x="956627" y="378879"/>
                </a:lnTo>
                <a:lnTo>
                  <a:pt x="966889" y="369189"/>
                </a:lnTo>
                <a:lnTo>
                  <a:pt x="984885" y="391236"/>
                </a:lnTo>
                <a:lnTo>
                  <a:pt x="1009040" y="407301"/>
                </a:lnTo>
                <a:lnTo>
                  <a:pt x="1039190" y="417664"/>
                </a:lnTo>
                <a:lnTo>
                  <a:pt x="1075194" y="422630"/>
                </a:lnTo>
                <a:lnTo>
                  <a:pt x="1168247" y="422630"/>
                </a:lnTo>
                <a:lnTo>
                  <a:pt x="1320749" y="421005"/>
                </a:lnTo>
                <a:lnTo>
                  <a:pt x="1324152" y="411264"/>
                </a:lnTo>
                <a:lnTo>
                  <a:pt x="1327416" y="402526"/>
                </a:lnTo>
                <a:lnTo>
                  <a:pt x="1330388" y="394639"/>
                </a:lnTo>
                <a:lnTo>
                  <a:pt x="1331849" y="390525"/>
                </a:lnTo>
                <a:lnTo>
                  <a:pt x="1332941" y="387477"/>
                </a:lnTo>
                <a:close/>
              </a:path>
              <a:path w="2228215" h="434975">
                <a:moveTo>
                  <a:pt x="1496098" y="88493"/>
                </a:moveTo>
                <a:lnTo>
                  <a:pt x="1439710" y="88493"/>
                </a:lnTo>
                <a:lnTo>
                  <a:pt x="1439710" y="3048"/>
                </a:lnTo>
                <a:lnTo>
                  <a:pt x="1407706" y="3048"/>
                </a:lnTo>
                <a:lnTo>
                  <a:pt x="1407706" y="88493"/>
                </a:lnTo>
                <a:lnTo>
                  <a:pt x="1349692" y="88493"/>
                </a:lnTo>
                <a:lnTo>
                  <a:pt x="1349692" y="119062"/>
                </a:lnTo>
                <a:lnTo>
                  <a:pt x="1407706" y="119062"/>
                </a:lnTo>
                <a:lnTo>
                  <a:pt x="1407706" y="224320"/>
                </a:lnTo>
                <a:lnTo>
                  <a:pt x="1345120" y="238036"/>
                </a:lnTo>
                <a:lnTo>
                  <a:pt x="1349692" y="274612"/>
                </a:lnTo>
                <a:lnTo>
                  <a:pt x="1363459" y="270268"/>
                </a:lnTo>
                <a:lnTo>
                  <a:pt x="1377518" y="266230"/>
                </a:lnTo>
                <a:lnTo>
                  <a:pt x="1407706" y="257848"/>
                </a:lnTo>
                <a:lnTo>
                  <a:pt x="1407706" y="372237"/>
                </a:lnTo>
                <a:lnTo>
                  <a:pt x="1406525" y="382244"/>
                </a:lnTo>
                <a:lnTo>
                  <a:pt x="1402892" y="389382"/>
                </a:lnTo>
                <a:lnTo>
                  <a:pt x="1396695" y="393674"/>
                </a:lnTo>
                <a:lnTo>
                  <a:pt x="1388059" y="395058"/>
                </a:lnTo>
                <a:lnTo>
                  <a:pt x="1380350" y="395046"/>
                </a:lnTo>
                <a:lnTo>
                  <a:pt x="1371600" y="394716"/>
                </a:lnTo>
                <a:lnTo>
                  <a:pt x="1361440" y="393814"/>
                </a:lnTo>
                <a:lnTo>
                  <a:pt x="1349692" y="392049"/>
                </a:lnTo>
                <a:lnTo>
                  <a:pt x="1351026" y="400989"/>
                </a:lnTo>
                <a:lnTo>
                  <a:pt x="1352550" y="410159"/>
                </a:lnTo>
                <a:lnTo>
                  <a:pt x="1353769" y="418884"/>
                </a:lnTo>
                <a:lnTo>
                  <a:pt x="1354264" y="427202"/>
                </a:lnTo>
                <a:lnTo>
                  <a:pt x="1368844" y="428078"/>
                </a:lnTo>
                <a:lnTo>
                  <a:pt x="1380553" y="428536"/>
                </a:lnTo>
                <a:lnTo>
                  <a:pt x="1389418" y="428701"/>
                </a:lnTo>
                <a:lnTo>
                  <a:pt x="1395412" y="428726"/>
                </a:lnTo>
                <a:lnTo>
                  <a:pt x="1415237" y="425589"/>
                </a:lnTo>
                <a:lnTo>
                  <a:pt x="1429029" y="416293"/>
                </a:lnTo>
                <a:lnTo>
                  <a:pt x="1437093" y="400989"/>
                </a:lnTo>
                <a:lnTo>
                  <a:pt x="1437817" y="395097"/>
                </a:lnTo>
                <a:lnTo>
                  <a:pt x="1439710" y="379857"/>
                </a:lnTo>
                <a:lnTo>
                  <a:pt x="1439710" y="257848"/>
                </a:lnTo>
                <a:lnTo>
                  <a:pt x="1439710" y="248704"/>
                </a:lnTo>
                <a:lnTo>
                  <a:pt x="1464284" y="242036"/>
                </a:lnTo>
                <a:lnTo>
                  <a:pt x="1476781" y="239052"/>
                </a:lnTo>
                <a:lnTo>
                  <a:pt x="1490002" y="236512"/>
                </a:lnTo>
                <a:lnTo>
                  <a:pt x="1488884" y="229336"/>
                </a:lnTo>
                <a:lnTo>
                  <a:pt x="1487906" y="221449"/>
                </a:lnTo>
                <a:lnTo>
                  <a:pt x="1487411" y="215176"/>
                </a:lnTo>
                <a:lnTo>
                  <a:pt x="1487220" y="212674"/>
                </a:lnTo>
                <a:lnTo>
                  <a:pt x="1486954" y="202882"/>
                </a:lnTo>
                <a:lnTo>
                  <a:pt x="1475498" y="206286"/>
                </a:lnTo>
                <a:lnTo>
                  <a:pt x="1463903" y="209562"/>
                </a:lnTo>
                <a:lnTo>
                  <a:pt x="1452016" y="212572"/>
                </a:lnTo>
                <a:lnTo>
                  <a:pt x="1439710" y="215176"/>
                </a:lnTo>
                <a:lnTo>
                  <a:pt x="1439710" y="119062"/>
                </a:lnTo>
                <a:lnTo>
                  <a:pt x="1496098" y="119062"/>
                </a:lnTo>
                <a:lnTo>
                  <a:pt x="1496098" y="88493"/>
                </a:lnTo>
                <a:close/>
              </a:path>
              <a:path w="2228215" h="434975">
                <a:moveTo>
                  <a:pt x="1782800" y="324993"/>
                </a:moveTo>
                <a:lnTo>
                  <a:pt x="1650123" y="324993"/>
                </a:lnTo>
                <a:lnTo>
                  <a:pt x="1650123" y="273088"/>
                </a:lnTo>
                <a:lnTo>
                  <a:pt x="1761464" y="273088"/>
                </a:lnTo>
                <a:lnTo>
                  <a:pt x="1761464" y="242608"/>
                </a:lnTo>
                <a:lnTo>
                  <a:pt x="1650123" y="242608"/>
                </a:lnTo>
                <a:lnTo>
                  <a:pt x="1650123" y="192214"/>
                </a:lnTo>
                <a:lnTo>
                  <a:pt x="1616595" y="192214"/>
                </a:lnTo>
                <a:lnTo>
                  <a:pt x="1616595" y="242608"/>
                </a:lnTo>
                <a:lnTo>
                  <a:pt x="1506766" y="242608"/>
                </a:lnTo>
                <a:lnTo>
                  <a:pt x="1506766" y="273088"/>
                </a:lnTo>
                <a:lnTo>
                  <a:pt x="1616595" y="273088"/>
                </a:lnTo>
                <a:lnTo>
                  <a:pt x="1616595" y="324993"/>
                </a:lnTo>
                <a:lnTo>
                  <a:pt x="1480858" y="324993"/>
                </a:lnTo>
                <a:lnTo>
                  <a:pt x="1480858" y="355473"/>
                </a:lnTo>
                <a:lnTo>
                  <a:pt x="1616595" y="355473"/>
                </a:lnTo>
                <a:lnTo>
                  <a:pt x="1616595" y="430250"/>
                </a:lnTo>
                <a:lnTo>
                  <a:pt x="1650123" y="430250"/>
                </a:lnTo>
                <a:lnTo>
                  <a:pt x="1650123" y="355473"/>
                </a:lnTo>
                <a:lnTo>
                  <a:pt x="1782800" y="355473"/>
                </a:lnTo>
                <a:lnTo>
                  <a:pt x="1782800" y="324993"/>
                </a:lnTo>
                <a:close/>
              </a:path>
              <a:path w="2228215" h="434975">
                <a:moveTo>
                  <a:pt x="1782800" y="172402"/>
                </a:moveTo>
                <a:lnTo>
                  <a:pt x="1731314" y="163258"/>
                </a:lnTo>
                <a:lnTo>
                  <a:pt x="1692109" y="152895"/>
                </a:lnTo>
                <a:lnTo>
                  <a:pt x="1666887" y="143446"/>
                </a:lnTo>
                <a:lnTo>
                  <a:pt x="1689112" y="126682"/>
                </a:lnTo>
                <a:lnTo>
                  <a:pt x="1693773" y="123164"/>
                </a:lnTo>
                <a:lnTo>
                  <a:pt x="1717065" y="101295"/>
                </a:lnTo>
                <a:lnTo>
                  <a:pt x="1736623" y="78003"/>
                </a:lnTo>
                <a:lnTo>
                  <a:pt x="1752320" y="53428"/>
                </a:lnTo>
                <a:lnTo>
                  <a:pt x="1752320" y="24472"/>
                </a:lnTo>
                <a:lnTo>
                  <a:pt x="1714220" y="24472"/>
                </a:lnTo>
                <a:lnTo>
                  <a:pt x="1714220" y="54952"/>
                </a:lnTo>
                <a:lnTo>
                  <a:pt x="1699653" y="74942"/>
                </a:lnTo>
                <a:lnTo>
                  <a:pt x="1681213" y="93637"/>
                </a:lnTo>
                <a:lnTo>
                  <a:pt x="1659064" y="110934"/>
                </a:lnTo>
                <a:lnTo>
                  <a:pt x="1633359" y="126682"/>
                </a:lnTo>
                <a:lnTo>
                  <a:pt x="1610804" y="111798"/>
                </a:lnTo>
                <a:lnTo>
                  <a:pt x="1591259" y="94780"/>
                </a:lnTo>
                <a:lnTo>
                  <a:pt x="1574850" y="75793"/>
                </a:lnTo>
                <a:lnTo>
                  <a:pt x="1561731" y="54952"/>
                </a:lnTo>
                <a:lnTo>
                  <a:pt x="1714220" y="54952"/>
                </a:lnTo>
                <a:lnTo>
                  <a:pt x="1714220" y="24472"/>
                </a:lnTo>
                <a:lnTo>
                  <a:pt x="1502194" y="24472"/>
                </a:lnTo>
                <a:lnTo>
                  <a:pt x="1502194" y="54952"/>
                </a:lnTo>
                <a:lnTo>
                  <a:pt x="1528102" y="54952"/>
                </a:lnTo>
                <a:lnTo>
                  <a:pt x="1541259" y="79502"/>
                </a:lnTo>
                <a:lnTo>
                  <a:pt x="1557870" y="102628"/>
                </a:lnTo>
                <a:lnTo>
                  <a:pt x="1577898" y="124053"/>
                </a:lnTo>
                <a:lnTo>
                  <a:pt x="1601355" y="143446"/>
                </a:lnTo>
                <a:lnTo>
                  <a:pt x="1576184" y="153428"/>
                </a:lnTo>
                <a:lnTo>
                  <a:pt x="1548726" y="162687"/>
                </a:lnTo>
                <a:lnTo>
                  <a:pt x="1518970" y="171094"/>
                </a:lnTo>
                <a:lnTo>
                  <a:pt x="1486954" y="178498"/>
                </a:lnTo>
                <a:lnTo>
                  <a:pt x="1492123" y="187375"/>
                </a:lnTo>
                <a:lnTo>
                  <a:pt x="1496288" y="195834"/>
                </a:lnTo>
                <a:lnTo>
                  <a:pt x="1499603" y="204000"/>
                </a:lnTo>
                <a:lnTo>
                  <a:pt x="1502194" y="212026"/>
                </a:lnTo>
                <a:lnTo>
                  <a:pt x="1538795" y="201409"/>
                </a:lnTo>
                <a:lnTo>
                  <a:pt x="1572958" y="189928"/>
                </a:lnTo>
                <a:lnTo>
                  <a:pt x="1604518" y="177304"/>
                </a:lnTo>
                <a:lnTo>
                  <a:pt x="1633359" y="163258"/>
                </a:lnTo>
                <a:lnTo>
                  <a:pt x="1661985" y="176352"/>
                </a:lnTo>
                <a:lnTo>
                  <a:pt x="1693214" y="188023"/>
                </a:lnTo>
                <a:lnTo>
                  <a:pt x="1727301" y="197980"/>
                </a:lnTo>
                <a:lnTo>
                  <a:pt x="1764512" y="205930"/>
                </a:lnTo>
                <a:lnTo>
                  <a:pt x="1768233" y="198551"/>
                </a:lnTo>
                <a:lnTo>
                  <a:pt x="1772513" y="190309"/>
                </a:lnTo>
                <a:lnTo>
                  <a:pt x="1777377" y="181495"/>
                </a:lnTo>
                <a:lnTo>
                  <a:pt x="1782800" y="172402"/>
                </a:lnTo>
                <a:close/>
              </a:path>
              <a:path w="2228215" h="434975">
                <a:moveTo>
                  <a:pt x="1984159" y="27520"/>
                </a:moveTo>
                <a:lnTo>
                  <a:pt x="1953590" y="27520"/>
                </a:lnTo>
                <a:lnTo>
                  <a:pt x="1953590" y="54952"/>
                </a:lnTo>
                <a:lnTo>
                  <a:pt x="1953590" y="114490"/>
                </a:lnTo>
                <a:lnTo>
                  <a:pt x="1862150" y="114490"/>
                </a:lnTo>
                <a:lnTo>
                  <a:pt x="1862150" y="54952"/>
                </a:lnTo>
                <a:lnTo>
                  <a:pt x="1953590" y="54952"/>
                </a:lnTo>
                <a:lnTo>
                  <a:pt x="1953590" y="27520"/>
                </a:lnTo>
                <a:lnTo>
                  <a:pt x="1831670" y="27520"/>
                </a:lnTo>
                <a:lnTo>
                  <a:pt x="1831670" y="158686"/>
                </a:lnTo>
                <a:lnTo>
                  <a:pt x="1862150" y="158686"/>
                </a:lnTo>
                <a:lnTo>
                  <a:pt x="1862150" y="140398"/>
                </a:lnTo>
                <a:lnTo>
                  <a:pt x="1953590" y="140398"/>
                </a:lnTo>
                <a:lnTo>
                  <a:pt x="1953590" y="154114"/>
                </a:lnTo>
                <a:lnTo>
                  <a:pt x="1984159" y="154114"/>
                </a:lnTo>
                <a:lnTo>
                  <a:pt x="1984159" y="140398"/>
                </a:lnTo>
                <a:lnTo>
                  <a:pt x="1984159" y="114490"/>
                </a:lnTo>
                <a:lnTo>
                  <a:pt x="1984159" y="54952"/>
                </a:lnTo>
                <a:lnTo>
                  <a:pt x="1984159" y="27520"/>
                </a:lnTo>
                <a:close/>
              </a:path>
              <a:path w="2228215" h="434975">
                <a:moveTo>
                  <a:pt x="2186952" y="27520"/>
                </a:moveTo>
                <a:lnTo>
                  <a:pt x="2156472" y="27520"/>
                </a:lnTo>
                <a:lnTo>
                  <a:pt x="2156472" y="54952"/>
                </a:lnTo>
                <a:lnTo>
                  <a:pt x="2156472" y="114490"/>
                </a:lnTo>
                <a:lnTo>
                  <a:pt x="2063407" y="114490"/>
                </a:lnTo>
                <a:lnTo>
                  <a:pt x="2063407" y="54952"/>
                </a:lnTo>
                <a:lnTo>
                  <a:pt x="2156472" y="54952"/>
                </a:lnTo>
                <a:lnTo>
                  <a:pt x="2156472" y="27520"/>
                </a:lnTo>
                <a:lnTo>
                  <a:pt x="2031403" y="27520"/>
                </a:lnTo>
                <a:lnTo>
                  <a:pt x="2031403" y="154114"/>
                </a:lnTo>
                <a:lnTo>
                  <a:pt x="2063407" y="154114"/>
                </a:lnTo>
                <a:lnTo>
                  <a:pt x="2063407" y="140398"/>
                </a:lnTo>
                <a:lnTo>
                  <a:pt x="2156472" y="140398"/>
                </a:lnTo>
                <a:lnTo>
                  <a:pt x="2156472" y="157162"/>
                </a:lnTo>
                <a:lnTo>
                  <a:pt x="2186952" y="157162"/>
                </a:lnTo>
                <a:lnTo>
                  <a:pt x="2186952" y="140398"/>
                </a:lnTo>
                <a:lnTo>
                  <a:pt x="2186952" y="114490"/>
                </a:lnTo>
                <a:lnTo>
                  <a:pt x="2186952" y="54952"/>
                </a:lnTo>
                <a:lnTo>
                  <a:pt x="2186952" y="27520"/>
                </a:lnTo>
                <a:close/>
              </a:path>
              <a:path w="2228215" h="434975">
                <a:moveTo>
                  <a:pt x="2228100" y="262420"/>
                </a:moveTo>
                <a:lnTo>
                  <a:pt x="2168042" y="260388"/>
                </a:lnTo>
                <a:lnTo>
                  <a:pt x="2118131" y="251942"/>
                </a:lnTo>
                <a:lnTo>
                  <a:pt x="2078215" y="236905"/>
                </a:lnTo>
                <a:lnTo>
                  <a:pt x="2048167" y="215176"/>
                </a:lnTo>
                <a:lnTo>
                  <a:pt x="2217432" y="215176"/>
                </a:lnTo>
                <a:lnTo>
                  <a:pt x="2217432" y="186118"/>
                </a:lnTo>
                <a:lnTo>
                  <a:pt x="2135136" y="186118"/>
                </a:lnTo>
                <a:lnTo>
                  <a:pt x="2145804" y="175450"/>
                </a:lnTo>
                <a:lnTo>
                  <a:pt x="2133841" y="167424"/>
                </a:lnTo>
                <a:lnTo>
                  <a:pt x="2124913" y="161734"/>
                </a:lnTo>
                <a:lnTo>
                  <a:pt x="2107615" y="150799"/>
                </a:lnTo>
                <a:lnTo>
                  <a:pt x="2093887" y="141922"/>
                </a:lnTo>
                <a:lnTo>
                  <a:pt x="2075599" y="161734"/>
                </a:lnTo>
                <a:lnTo>
                  <a:pt x="2084971" y="167690"/>
                </a:lnTo>
                <a:lnTo>
                  <a:pt x="2094509" y="173926"/>
                </a:lnTo>
                <a:lnTo>
                  <a:pt x="2103755" y="180162"/>
                </a:lnTo>
                <a:lnTo>
                  <a:pt x="2112276" y="186118"/>
                </a:lnTo>
                <a:lnTo>
                  <a:pt x="2017687" y="186118"/>
                </a:lnTo>
                <a:lnTo>
                  <a:pt x="2019731" y="178739"/>
                </a:lnTo>
                <a:lnTo>
                  <a:pt x="2021497" y="170497"/>
                </a:lnTo>
                <a:lnTo>
                  <a:pt x="2023249" y="161734"/>
                </a:lnTo>
                <a:lnTo>
                  <a:pt x="2025307" y="152590"/>
                </a:lnTo>
                <a:lnTo>
                  <a:pt x="1993303" y="148018"/>
                </a:lnTo>
                <a:lnTo>
                  <a:pt x="1984159" y="186118"/>
                </a:lnTo>
                <a:lnTo>
                  <a:pt x="1807184" y="186118"/>
                </a:lnTo>
                <a:lnTo>
                  <a:pt x="1807184" y="215176"/>
                </a:lnTo>
                <a:lnTo>
                  <a:pt x="1965871" y="215176"/>
                </a:lnTo>
                <a:lnTo>
                  <a:pt x="1943785" y="231432"/>
                </a:lnTo>
                <a:lnTo>
                  <a:pt x="1907298" y="245846"/>
                </a:lnTo>
                <a:lnTo>
                  <a:pt x="1856219" y="258241"/>
                </a:lnTo>
                <a:lnTo>
                  <a:pt x="1790420" y="268516"/>
                </a:lnTo>
                <a:lnTo>
                  <a:pt x="1794967" y="277126"/>
                </a:lnTo>
                <a:lnTo>
                  <a:pt x="1799374" y="284899"/>
                </a:lnTo>
                <a:lnTo>
                  <a:pt x="1803488" y="292087"/>
                </a:lnTo>
                <a:lnTo>
                  <a:pt x="1807184" y="298996"/>
                </a:lnTo>
                <a:lnTo>
                  <a:pt x="1816328" y="297472"/>
                </a:lnTo>
                <a:lnTo>
                  <a:pt x="1831670" y="294424"/>
                </a:lnTo>
                <a:lnTo>
                  <a:pt x="1831670" y="428726"/>
                </a:lnTo>
                <a:lnTo>
                  <a:pt x="1862150" y="428726"/>
                </a:lnTo>
                <a:lnTo>
                  <a:pt x="1862150" y="404241"/>
                </a:lnTo>
                <a:lnTo>
                  <a:pt x="1955114" y="404241"/>
                </a:lnTo>
                <a:lnTo>
                  <a:pt x="1955114" y="427202"/>
                </a:lnTo>
                <a:lnTo>
                  <a:pt x="1985683" y="427202"/>
                </a:lnTo>
                <a:lnTo>
                  <a:pt x="1985683" y="404241"/>
                </a:lnTo>
                <a:lnTo>
                  <a:pt x="1985683" y="376809"/>
                </a:lnTo>
                <a:lnTo>
                  <a:pt x="1985683" y="318897"/>
                </a:lnTo>
                <a:lnTo>
                  <a:pt x="1985683" y="294424"/>
                </a:lnTo>
                <a:lnTo>
                  <a:pt x="1985683" y="292900"/>
                </a:lnTo>
                <a:lnTo>
                  <a:pt x="1955114" y="292900"/>
                </a:lnTo>
                <a:lnTo>
                  <a:pt x="1955114" y="318897"/>
                </a:lnTo>
                <a:lnTo>
                  <a:pt x="1955114" y="376809"/>
                </a:lnTo>
                <a:lnTo>
                  <a:pt x="1862150" y="376809"/>
                </a:lnTo>
                <a:lnTo>
                  <a:pt x="1862150" y="318897"/>
                </a:lnTo>
                <a:lnTo>
                  <a:pt x="1955114" y="318897"/>
                </a:lnTo>
                <a:lnTo>
                  <a:pt x="1955114" y="292900"/>
                </a:lnTo>
                <a:lnTo>
                  <a:pt x="1845386" y="292900"/>
                </a:lnTo>
                <a:lnTo>
                  <a:pt x="1905736" y="278612"/>
                </a:lnTo>
                <a:lnTo>
                  <a:pt x="1952104" y="260896"/>
                </a:lnTo>
                <a:lnTo>
                  <a:pt x="1984768" y="239750"/>
                </a:lnTo>
                <a:lnTo>
                  <a:pt x="2003971" y="215176"/>
                </a:lnTo>
                <a:lnTo>
                  <a:pt x="2011591" y="215176"/>
                </a:lnTo>
                <a:lnTo>
                  <a:pt x="2034667" y="242316"/>
                </a:lnTo>
                <a:lnTo>
                  <a:pt x="2069325" y="264325"/>
                </a:lnTo>
                <a:lnTo>
                  <a:pt x="2115147" y="281178"/>
                </a:lnTo>
                <a:lnTo>
                  <a:pt x="2171712" y="292900"/>
                </a:lnTo>
                <a:lnTo>
                  <a:pt x="2156472" y="292900"/>
                </a:lnTo>
                <a:lnTo>
                  <a:pt x="2156472" y="318897"/>
                </a:lnTo>
                <a:lnTo>
                  <a:pt x="2156472" y="376809"/>
                </a:lnTo>
                <a:lnTo>
                  <a:pt x="2063407" y="376809"/>
                </a:lnTo>
                <a:lnTo>
                  <a:pt x="2063407" y="318897"/>
                </a:lnTo>
                <a:lnTo>
                  <a:pt x="2156472" y="318897"/>
                </a:lnTo>
                <a:lnTo>
                  <a:pt x="2156472" y="292900"/>
                </a:lnTo>
                <a:lnTo>
                  <a:pt x="2032927" y="292900"/>
                </a:lnTo>
                <a:lnTo>
                  <a:pt x="2032927" y="427202"/>
                </a:lnTo>
                <a:lnTo>
                  <a:pt x="2063407" y="427202"/>
                </a:lnTo>
                <a:lnTo>
                  <a:pt x="2063407" y="404241"/>
                </a:lnTo>
                <a:lnTo>
                  <a:pt x="2156472" y="404241"/>
                </a:lnTo>
                <a:lnTo>
                  <a:pt x="2156472" y="428726"/>
                </a:lnTo>
                <a:lnTo>
                  <a:pt x="2186952" y="428726"/>
                </a:lnTo>
                <a:lnTo>
                  <a:pt x="2186952" y="404241"/>
                </a:lnTo>
                <a:lnTo>
                  <a:pt x="2186952" y="376809"/>
                </a:lnTo>
                <a:lnTo>
                  <a:pt x="2186952" y="318897"/>
                </a:lnTo>
                <a:lnTo>
                  <a:pt x="2186952" y="294424"/>
                </a:lnTo>
                <a:lnTo>
                  <a:pt x="2194572" y="294424"/>
                </a:lnTo>
                <a:lnTo>
                  <a:pt x="2202192" y="295948"/>
                </a:lnTo>
                <a:lnTo>
                  <a:pt x="2209812" y="295948"/>
                </a:lnTo>
                <a:lnTo>
                  <a:pt x="2210511" y="294424"/>
                </a:lnTo>
                <a:lnTo>
                  <a:pt x="2213521" y="287921"/>
                </a:lnTo>
                <a:lnTo>
                  <a:pt x="2217813" y="279755"/>
                </a:lnTo>
                <a:lnTo>
                  <a:pt x="2222665" y="271297"/>
                </a:lnTo>
                <a:lnTo>
                  <a:pt x="2228100" y="2624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7618952" y="5233701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479" y="117443"/>
                </a:moveTo>
                <a:lnTo>
                  <a:pt x="0" y="117443"/>
                </a:lnTo>
                <a:lnTo>
                  <a:pt x="27431" y="0"/>
                </a:lnTo>
                <a:lnTo>
                  <a:pt x="67055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8004797" y="4916335"/>
            <a:ext cx="1331595" cy="426084"/>
          </a:xfrm>
          <a:custGeom>
            <a:avLst/>
            <a:gdLst/>
            <a:ahLst/>
            <a:cxnLst/>
            <a:rect l="l" t="t" r="r" b="b"/>
            <a:pathLst>
              <a:path w="1331595" h="426085">
                <a:moveTo>
                  <a:pt x="115925" y="90004"/>
                </a:moveTo>
                <a:lnTo>
                  <a:pt x="97561" y="64287"/>
                </a:lnTo>
                <a:lnTo>
                  <a:pt x="81356" y="41998"/>
                </a:lnTo>
                <a:lnTo>
                  <a:pt x="67183" y="23139"/>
                </a:lnTo>
                <a:lnTo>
                  <a:pt x="54864" y="7708"/>
                </a:lnTo>
                <a:lnTo>
                  <a:pt x="27432" y="25996"/>
                </a:lnTo>
                <a:lnTo>
                  <a:pt x="39484" y="42583"/>
                </a:lnTo>
                <a:lnTo>
                  <a:pt x="52959" y="62585"/>
                </a:lnTo>
                <a:lnTo>
                  <a:pt x="68160" y="86055"/>
                </a:lnTo>
                <a:lnTo>
                  <a:pt x="85344" y="112966"/>
                </a:lnTo>
                <a:lnTo>
                  <a:pt x="115925" y="90004"/>
                </a:lnTo>
                <a:close/>
              </a:path>
              <a:path w="1331595" h="426085">
                <a:moveTo>
                  <a:pt x="405676" y="116014"/>
                </a:moveTo>
                <a:lnTo>
                  <a:pt x="373583" y="116014"/>
                </a:lnTo>
                <a:lnTo>
                  <a:pt x="373583" y="143446"/>
                </a:lnTo>
                <a:lnTo>
                  <a:pt x="373583" y="187642"/>
                </a:lnTo>
                <a:lnTo>
                  <a:pt x="373583" y="215163"/>
                </a:lnTo>
                <a:lnTo>
                  <a:pt x="373583" y="259359"/>
                </a:lnTo>
                <a:lnTo>
                  <a:pt x="289763" y="259359"/>
                </a:lnTo>
                <a:lnTo>
                  <a:pt x="289763" y="215163"/>
                </a:lnTo>
                <a:lnTo>
                  <a:pt x="373583" y="215163"/>
                </a:lnTo>
                <a:lnTo>
                  <a:pt x="373583" y="187642"/>
                </a:lnTo>
                <a:lnTo>
                  <a:pt x="289763" y="187642"/>
                </a:lnTo>
                <a:lnTo>
                  <a:pt x="289763" y="143446"/>
                </a:lnTo>
                <a:lnTo>
                  <a:pt x="373583" y="143446"/>
                </a:lnTo>
                <a:lnTo>
                  <a:pt x="373583" y="116014"/>
                </a:lnTo>
                <a:lnTo>
                  <a:pt x="311099" y="116014"/>
                </a:lnTo>
                <a:lnTo>
                  <a:pt x="306527" y="112966"/>
                </a:lnTo>
                <a:lnTo>
                  <a:pt x="300431" y="109918"/>
                </a:lnTo>
                <a:lnTo>
                  <a:pt x="295859" y="106768"/>
                </a:lnTo>
                <a:lnTo>
                  <a:pt x="325513" y="91528"/>
                </a:lnTo>
                <a:lnTo>
                  <a:pt x="402628" y="51904"/>
                </a:lnTo>
                <a:lnTo>
                  <a:pt x="402628" y="22948"/>
                </a:lnTo>
                <a:lnTo>
                  <a:pt x="138785" y="22948"/>
                </a:lnTo>
                <a:lnTo>
                  <a:pt x="138785" y="51904"/>
                </a:lnTo>
                <a:lnTo>
                  <a:pt x="344627" y="51904"/>
                </a:lnTo>
                <a:lnTo>
                  <a:pt x="265379" y="91528"/>
                </a:lnTo>
                <a:lnTo>
                  <a:pt x="259283" y="88633"/>
                </a:lnTo>
                <a:lnTo>
                  <a:pt x="259283" y="143446"/>
                </a:lnTo>
                <a:lnTo>
                  <a:pt x="259283" y="187642"/>
                </a:lnTo>
                <a:lnTo>
                  <a:pt x="259283" y="215163"/>
                </a:lnTo>
                <a:lnTo>
                  <a:pt x="259283" y="259359"/>
                </a:lnTo>
                <a:lnTo>
                  <a:pt x="176885" y="259359"/>
                </a:lnTo>
                <a:lnTo>
                  <a:pt x="176885" y="215163"/>
                </a:lnTo>
                <a:lnTo>
                  <a:pt x="259283" y="215163"/>
                </a:lnTo>
                <a:lnTo>
                  <a:pt x="259283" y="187642"/>
                </a:lnTo>
                <a:lnTo>
                  <a:pt x="176885" y="187642"/>
                </a:lnTo>
                <a:lnTo>
                  <a:pt x="176885" y="143446"/>
                </a:lnTo>
                <a:lnTo>
                  <a:pt x="259283" y="143446"/>
                </a:lnTo>
                <a:lnTo>
                  <a:pt x="259283" y="88633"/>
                </a:lnTo>
                <a:lnTo>
                  <a:pt x="201269" y="61048"/>
                </a:lnTo>
                <a:lnTo>
                  <a:pt x="182981" y="80860"/>
                </a:lnTo>
                <a:lnTo>
                  <a:pt x="217855" y="98399"/>
                </a:lnTo>
                <a:lnTo>
                  <a:pt x="234670" y="107048"/>
                </a:lnTo>
                <a:lnTo>
                  <a:pt x="251663" y="116014"/>
                </a:lnTo>
                <a:lnTo>
                  <a:pt x="144881" y="116014"/>
                </a:lnTo>
                <a:lnTo>
                  <a:pt x="144881" y="361569"/>
                </a:lnTo>
                <a:lnTo>
                  <a:pt x="176885" y="361569"/>
                </a:lnTo>
                <a:lnTo>
                  <a:pt x="176885" y="286791"/>
                </a:lnTo>
                <a:lnTo>
                  <a:pt x="259283" y="286791"/>
                </a:lnTo>
                <a:lnTo>
                  <a:pt x="259283" y="355473"/>
                </a:lnTo>
                <a:lnTo>
                  <a:pt x="289763" y="355473"/>
                </a:lnTo>
                <a:lnTo>
                  <a:pt x="289763" y="286791"/>
                </a:lnTo>
                <a:lnTo>
                  <a:pt x="373583" y="286791"/>
                </a:lnTo>
                <a:lnTo>
                  <a:pt x="373583" y="308127"/>
                </a:lnTo>
                <a:lnTo>
                  <a:pt x="372148" y="318185"/>
                </a:lnTo>
                <a:lnTo>
                  <a:pt x="367868" y="325361"/>
                </a:lnTo>
                <a:lnTo>
                  <a:pt x="360718" y="329653"/>
                </a:lnTo>
                <a:lnTo>
                  <a:pt x="350723" y="331089"/>
                </a:lnTo>
                <a:lnTo>
                  <a:pt x="340118" y="330822"/>
                </a:lnTo>
                <a:lnTo>
                  <a:pt x="328815" y="330136"/>
                </a:lnTo>
                <a:lnTo>
                  <a:pt x="303479" y="328041"/>
                </a:lnTo>
                <a:lnTo>
                  <a:pt x="305498" y="336918"/>
                </a:lnTo>
                <a:lnTo>
                  <a:pt x="307098" y="345376"/>
                </a:lnTo>
                <a:lnTo>
                  <a:pt x="308406" y="353542"/>
                </a:lnTo>
                <a:lnTo>
                  <a:pt x="309575" y="361569"/>
                </a:lnTo>
                <a:lnTo>
                  <a:pt x="322757" y="362445"/>
                </a:lnTo>
                <a:lnTo>
                  <a:pt x="335102" y="362902"/>
                </a:lnTo>
                <a:lnTo>
                  <a:pt x="346862" y="363067"/>
                </a:lnTo>
                <a:lnTo>
                  <a:pt x="358343" y="363093"/>
                </a:lnTo>
                <a:lnTo>
                  <a:pt x="378637" y="359943"/>
                </a:lnTo>
                <a:lnTo>
                  <a:pt x="393471" y="350507"/>
                </a:lnTo>
                <a:lnTo>
                  <a:pt x="402577" y="334759"/>
                </a:lnTo>
                <a:lnTo>
                  <a:pt x="403098" y="331089"/>
                </a:lnTo>
                <a:lnTo>
                  <a:pt x="405676" y="312699"/>
                </a:lnTo>
                <a:lnTo>
                  <a:pt x="405676" y="286791"/>
                </a:lnTo>
                <a:lnTo>
                  <a:pt x="405676" y="259359"/>
                </a:lnTo>
                <a:lnTo>
                  <a:pt x="405676" y="215163"/>
                </a:lnTo>
                <a:lnTo>
                  <a:pt x="405676" y="187642"/>
                </a:lnTo>
                <a:lnTo>
                  <a:pt x="405676" y="143446"/>
                </a:lnTo>
                <a:lnTo>
                  <a:pt x="405676" y="116014"/>
                </a:lnTo>
                <a:close/>
              </a:path>
              <a:path w="1331595" h="426085">
                <a:moveTo>
                  <a:pt x="436156" y="384429"/>
                </a:moveTo>
                <a:lnTo>
                  <a:pt x="291287" y="387477"/>
                </a:lnTo>
                <a:lnTo>
                  <a:pt x="181457" y="385953"/>
                </a:lnTo>
                <a:lnTo>
                  <a:pt x="151739" y="383120"/>
                </a:lnTo>
                <a:lnTo>
                  <a:pt x="126580" y="374713"/>
                </a:lnTo>
                <a:lnTo>
                  <a:pt x="113817" y="366141"/>
                </a:lnTo>
                <a:lnTo>
                  <a:pt x="105981" y="360883"/>
                </a:lnTo>
                <a:lnTo>
                  <a:pt x="89916" y="341757"/>
                </a:lnTo>
                <a:lnTo>
                  <a:pt x="89916" y="154114"/>
                </a:lnTo>
                <a:lnTo>
                  <a:pt x="4572" y="154114"/>
                </a:lnTo>
                <a:lnTo>
                  <a:pt x="4572" y="187642"/>
                </a:lnTo>
                <a:lnTo>
                  <a:pt x="56388" y="187642"/>
                </a:lnTo>
                <a:lnTo>
                  <a:pt x="56388" y="334137"/>
                </a:lnTo>
                <a:lnTo>
                  <a:pt x="46088" y="343547"/>
                </a:lnTo>
                <a:lnTo>
                  <a:pt x="25628" y="363067"/>
                </a:lnTo>
                <a:lnTo>
                  <a:pt x="0" y="387477"/>
                </a:lnTo>
                <a:lnTo>
                  <a:pt x="18288" y="424154"/>
                </a:lnTo>
                <a:lnTo>
                  <a:pt x="34531" y="404977"/>
                </a:lnTo>
                <a:lnTo>
                  <a:pt x="48768" y="388823"/>
                </a:lnTo>
                <a:lnTo>
                  <a:pt x="60731" y="375831"/>
                </a:lnTo>
                <a:lnTo>
                  <a:pt x="70104" y="366141"/>
                </a:lnTo>
                <a:lnTo>
                  <a:pt x="87845" y="388150"/>
                </a:lnTo>
                <a:lnTo>
                  <a:pt x="111302" y="403860"/>
                </a:lnTo>
                <a:lnTo>
                  <a:pt x="140487" y="413296"/>
                </a:lnTo>
                <a:lnTo>
                  <a:pt x="175361" y="416433"/>
                </a:lnTo>
                <a:lnTo>
                  <a:pt x="279095" y="419582"/>
                </a:lnTo>
                <a:lnTo>
                  <a:pt x="423964" y="419582"/>
                </a:lnTo>
                <a:lnTo>
                  <a:pt x="427367" y="409549"/>
                </a:lnTo>
                <a:lnTo>
                  <a:pt x="433603" y="391833"/>
                </a:lnTo>
                <a:lnTo>
                  <a:pt x="435102" y="387477"/>
                </a:lnTo>
                <a:lnTo>
                  <a:pt x="436156" y="384429"/>
                </a:lnTo>
                <a:close/>
              </a:path>
              <a:path w="1331595" h="426085">
                <a:moveTo>
                  <a:pt x="687806" y="25996"/>
                </a:moveTo>
                <a:lnTo>
                  <a:pt x="587133" y="25996"/>
                </a:lnTo>
                <a:lnTo>
                  <a:pt x="587133" y="54952"/>
                </a:lnTo>
                <a:lnTo>
                  <a:pt x="587133" y="112966"/>
                </a:lnTo>
                <a:lnTo>
                  <a:pt x="556653" y="112966"/>
                </a:lnTo>
                <a:lnTo>
                  <a:pt x="556653" y="54952"/>
                </a:lnTo>
                <a:lnTo>
                  <a:pt x="587133" y="54952"/>
                </a:lnTo>
                <a:lnTo>
                  <a:pt x="587133" y="25996"/>
                </a:lnTo>
                <a:lnTo>
                  <a:pt x="455968" y="25996"/>
                </a:lnTo>
                <a:lnTo>
                  <a:pt x="455968" y="54952"/>
                </a:lnTo>
                <a:lnTo>
                  <a:pt x="529221" y="54952"/>
                </a:lnTo>
                <a:lnTo>
                  <a:pt x="529221" y="112966"/>
                </a:lnTo>
                <a:lnTo>
                  <a:pt x="529221" y="140398"/>
                </a:lnTo>
                <a:lnTo>
                  <a:pt x="529107" y="158686"/>
                </a:lnTo>
                <a:lnTo>
                  <a:pt x="527227" y="184556"/>
                </a:lnTo>
                <a:lnTo>
                  <a:pt x="521360" y="209410"/>
                </a:lnTo>
                <a:lnTo>
                  <a:pt x="511771" y="231394"/>
                </a:lnTo>
                <a:lnTo>
                  <a:pt x="498640" y="250228"/>
                </a:lnTo>
                <a:lnTo>
                  <a:pt x="498640" y="140398"/>
                </a:lnTo>
                <a:lnTo>
                  <a:pt x="529221" y="140398"/>
                </a:lnTo>
                <a:lnTo>
                  <a:pt x="529221" y="112966"/>
                </a:lnTo>
                <a:lnTo>
                  <a:pt x="468160" y="112966"/>
                </a:lnTo>
                <a:lnTo>
                  <a:pt x="468160" y="425678"/>
                </a:lnTo>
                <a:lnTo>
                  <a:pt x="498640" y="425678"/>
                </a:lnTo>
                <a:lnTo>
                  <a:pt x="498640" y="398145"/>
                </a:lnTo>
                <a:lnTo>
                  <a:pt x="649617" y="398145"/>
                </a:lnTo>
                <a:lnTo>
                  <a:pt x="649617" y="425678"/>
                </a:lnTo>
                <a:lnTo>
                  <a:pt x="678662" y="425678"/>
                </a:lnTo>
                <a:lnTo>
                  <a:pt x="678662" y="398145"/>
                </a:lnTo>
                <a:lnTo>
                  <a:pt x="678662" y="369189"/>
                </a:lnTo>
                <a:lnTo>
                  <a:pt x="678662" y="112966"/>
                </a:lnTo>
                <a:lnTo>
                  <a:pt x="649617" y="112966"/>
                </a:lnTo>
                <a:lnTo>
                  <a:pt x="649617" y="369189"/>
                </a:lnTo>
                <a:lnTo>
                  <a:pt x="498640" y="369189"/>
                </a:lnTo>
                <a:lnTo>
                  <a:pt x="498640" y="317373"/>
                </a:lnTo>
                <a:lnTo>
                  <a:pt x="649617" y="317373"/>
                </a:lnTo>
                <a:lnTo>
                  <a:pt x="649617" y="289852"/>
                </a:lnTo>
                <a:lnTo>
                  <a:pt x="498640" y="289852"/>
                </a:lnTo>
                <a:lnTo>
                  <a:pt x="498640" y="253276"/>
                </a:lnTo>
                <a:lnTo>
                  <a:pt x="519976" y="274612"/>
                </a:lnTo>
                <a:lnTo>
                  <a:pt x="534060" y="253276"/>
                </a:lnTo>
                <a:lnTo>
                  <a:pt x="536054" y="250228"/>
                </a:lnTo>
                <a:lnTo>
                  <a:pt x="547497" y="222935"/>
                </a:lnTo>
                <a:lnTo>
                  <a:pt x="554355" y="192443"/>
                </a:lnTo>
                <a:lnTo>
                  <a:pt x="556653" y="158686"/>
                </a:lnTo>
                <a:lnTo>
                  <a:pt x="556653" y="140398"/>
                </a:lnTo>
                <a:lnTo>
                  <a:pt x="587133" y="140398"/>
                </a:lnTo>
                <a:lnTo>
                  <a:pt x="587133" y="212128"/>
                </a:lnTo>
                <a:lnTo>
                  <a:pt x="589102" y="227241"/>
                </a:lnTo>
                <a:lnTo>
                  <a:pt x="594944" y="238226"/>
                </a:lnTo>
                <a:lnTo>
                  <a:pt x="604481" y="244906"/>
                </a:lnTo>
                <a:lnTo>
                  <a:pt x="617613" y="247180"/>
                </a:lnTo>
                <a:lnTo>
                  <a:pt x="649617" y="247180"/>
                </a:lnTo>
                <a:lnTo>
                  <a:pt x="649617" y="219748"/>
                </a:lnTo>
                <a:lnTo>
                  <a:pt x="631329" y="219748"/>
                </a:lnTo>
                <a:lnTo>
                  <a:pt x="623557" y="219456"/>
                </a:lnTo>
                <a:lnTo>
                  <a:pt x="618375" y="216306"/>
                </a:lnTo>
                <a:lnTo>
                  <a:pt x="615467" y="210273"/>
                </a:lnTo>
                <a:lnTo>
                  <a:pt x="614565" y="201358"/>
                </a:lnTo>
                <a:lnTo>
                  <a:pt x="614565" y="140398"/>
                </a:lnTo>
                <a:lnTo>
                  <a:pt x="649617" y="140398"/>
                </a:lnTo>
                <a:lnTo>
                  <a:pt x="649617" y="112966"/>
                </a:lnTo>
                <a:lnTo>
                  <a:pt x="614565" y="112966"/>
                </a:lnTo>
                <a:lnTo>
                  <a:pt x="614565" y="54952"/>
                </a:lnTo>
                <a:lnTo>
                  <a:pt x="687806" y="54952"/>
                </a:lnTo>
                <a:lnTo>
                  <a:pt x="687806" y="25996"/>
                </a:lnTo>
                <a:close/>
              </a:path>
              <a:path w="1331595" h="426085">
                <a:moveTo>
                  <a:pt x="882980" y="302044"/>
                </a:moveTo>
                <a:lnTo>
                  <a:pt x="873264" y="298399"/>
                </a:lnTo>
                <a:lnTo>
                  <a:pt x="864692" y="294614"/>
                </a:lnTo>
                <a:lnTo>
                  <a:pt x="857262" y="291109"/>
                </a:lnTo>
                <a:lnTo>
                  <a:pt x="850976" y="288328"/>
                </a:lnTo>
                <a:lnTo>
                  <a:pt x="847737" y="326313"/>
                </a:lnTo>
                <a:lnTo>
                  <a:pt x="839876" y="370281"/>
                </a:lnTo>
                <a:lnTo>
                  <a:pt x="812876" y="384429"/>
                </a:lnTo>
                <a:lnTo>
                  <a:pt x="771626" y="384429"/>
                </a:lnTo>
                <a:lnTo>
                  <a:pt x="758507" y="382409"/>
                </a:lnTo>
                <a:lnTo>
                  <a:pt x="748957" y="376237"/>
                </a:lnTo>
                <a:lnTo>
                  <a:pt x="743127" y="365785"/>
                </a:lnTo>
                <a:lnTo>
                  <a:pt x="741146" y="350901"/>
                </a:lnTo>
                <a:lnTo>
                  <a:pt x="741146" y="198310"/>
                </a:lnTo>
                <a:lnTo>
                  <a:pt x="826592" y="198310"/>
                </a:lnTo>
                <a:lnTo>
                  <a:pt x="826592" y="215176"/>
                </a:lnTo>
                <a:lnTo>
                  <a:pt x="858596" y="215176"/>
                </a:lnTo>
                <a:lnTo>
                  <a:pt x="858596" y="198310"/>
                </a:lnTo>
                <a:lnTo>
                  <a:pt x="858596" y="22948"/>
                </a:lnTo>
                <a:lnTo>
                  <a:pt x="703046" y="22948"/>
                </a:lnTo>
                <a:lnTo>
                  <a:pt x="703046" y="53428"/>
                </a:lnTo>
                <a:lnTo>
                  <a:pt x="826592" y="53428"/>
                </a:lnTo>
                <a:lnTo>
                  <a:pt x="826592" y="167830"/>
                </a:lnTo>
                <a:lnTo>
                  <a:pt x="710666" y="167830"/>
                </a:lnTo>
                <a:lnTo>
                  <a:pt x="710666" y="353949"/>
                </a:lnTo>
                <a:lnTo>
                  <a:pt x="713828" y="381076"/>
                </a:lnTo>
                <a:lnTo>
                  <a:pt x="723430" y="400621"/>
                </a:lnTo>
                <a:lnTo>
                  <a:pt x="739597" y="412457"/>
                </a:lnTo>
                <a:lnTo>
                  <a:pt x="762482" y="416433"/>
                </a:lnTo>
                <a:lnTo>
                  <a:pt x="818972" y="416433"/>
                </a:lnTo>
                <a:lnTo>
                  <a:pt x="856691" y="404812"/>
                </a:lnTo>
                <a:lnTo>
                  <a:pt x="873836" y="369189"/>
                </a:lnTo>
                <a:lnTo>
                  <a:pt x="881545" y="319862"/>
                </a:lnTo>
                <a:lnTo>
                  <a:pt x="882980" y="302044"/>
                </a:lnTo>
                <a:close/>
              </a:path>
              <a:path w="1331595" h="426085">
                <a:moveTo>
                  <a:pt x="1011085" y="90004"/>
                </a:moveTo>
                <a:lnTo>
                  <a:pt x="992771" y="64287"/>
                </a:lnTo>
                <a:lnTo>
                  <a:pt x="976604" y="41998"/>
                </a:lnTo>
                <a:lnTo>
                  <a:pt x="962431" y="23139"/>
                </a:lnTo>
                <a:lnTo>
                  <a:pt x="950125" y="7708"/>
                </a:lnTo>
                <a:lnTo>
                  <a:pt x="922591" y="25996"/>
                </a:lnTo>
                <a:lnTo>
                  <a:pt x="934707" y="42583"/>
                </a:lnTo>
                <a:lnTo>
                  <a:pt x="948207" y="62585"/>
                </a:lnTo>
                <a:lnTo>
                  <a:pt x="963409" y="86055"/>
                </a:lnTo>
                <a:lnTo>
                  <a:pt x="980605" y="112966"/>
                </a:lnTo>
                <a:lnTo>
                  <a:pt x="1011085" y="90004"/>
                </a:lnTo>
                <a:close/>
              </a:path>
              <a:path w="1331595" h="426085">
                <a:moveTo>
                  <a:pt x="1328267" y="178498"/>
                </a:moveTo>
                <a:lnTo>
                  <a:pt x="1192542" y="178498"/>
                </a:lnTo>
                <a:lnTo>
                  <a:pt x="1192542" y="105244"/>
                </a:lnTo>
                <a:lnTo>
                  <a:pt x="1306931" y="105244"/>
                </a:lnTo>
                <a:lnTo>
                  <a:pt x="1306931" y="76288"/>
                </a:lnTo>
                <a:lnTo>
                  <a:pt x="1192542" y="76288"/>
                </a:lnTo>
                <a:lnTo>
                  <a:pt x="1192542" y="0"/>
                </a:lnTo>
                <a:lnTo>
                  <a:pt x="1159014" y="0"/>
                </a:lnTo>
                <a:lnTo>
                  <a:pt x="1159014" y="76288"/>
                </a:lnTo>
                <a:lnTo>
                  <a:pt x="1095006" y="76288"/>
                </a:lnTo>
                <a:lnTo>
                  <a:pt x="1099553" y="63703"/>
                </a:lnTo>
                <a:lnTo>
                  <a:pt x="1103960" y="50952"/>
                </a:lnTo>
                <a:lnTo>
                  <a:pt x="1108075" y="37934"/>
                </a:lnTo>
                <a:lnTo>
                  <a:pt x="1111770" y="24472"/>
                </a:lnTo>
                <a:lnTo>
                  <a:pt x="1078242" y="16852"/>
                </a:lnTo>
                <a:lnTo>
                  <a:pt x="1068158" y="52590"/>
                </a:lnTo>
                <a:lnTo>
                  <a:pt x="1056246" y="86626"/>
                </a:lnTo>
                <a:lnTo>
                  <a:pt x="1042352" y="118948"/>
                </a:lnTo>
                <a:lnTo>
                  <a:pt x="1026325" y="149542"/>
                </a:lnTo>
                <a:lnTo>
                  <a:pt x="1035799" y="153873"/>
                </a:lnTo>
                <a:lnTo>
                  <a:pt x="1043851" y="157924"/>
                </a:lnTo>
                <a:lnTo>
                  <a:pt x="1050759" y="161975"/>
                </a:lnTo>
                <a:lnTo>
                  <a:pt x="1056805" y="166306"/>
                </a:lnTo>
                <a:lnTo>
                  <a:pt x="1064310" y="152285"/>
                </a:lnTo>
                <a:lnTo>
                  <a:pt x="1071105" y="137528"/>
                </a:lnTo>
                <a:lnTo>
                  <a:pt x="1077633" y="121907"/>
                </a:lnTo>
                <a:lnTo>
                  <a:pt x="1084338" y="105244"/>
                </a:lnTo>
                <a:lnTo>
                  <a:pt x="1159014" y="105244"/>
                </a:lnTo>
                <a:lnTo>
                  <a:pt x="1159014" y="178498"/>
                </a:lnTo>
                <a:lnTo>
                  <a:pt x="1014133" y="178498"/>
                </a:lnTo>
                <a:lnTo>
                  <a:pt x="1014133" y="208978"/>
                </a:lnTo>
                <a:lnTo>
                  <a:pt x="1098054" y="208978"/>
                </a:lnTo>
                <a:lnTo>
                  <a:pt x="1098029" y="219887"/>
                </a:lnTo>
                <a:lnTo>
                  <a:pt x="1090764" y="273672"/>
                </a:lnTo>
                <a:lnTo>
                  <a:pt x="1051229" y="319455"/>
                </a:lnTo>
                <a:lnTo>
                  <a:pt x="1017181" y="337185"/>
                </a:lnTo>
                <a:lnTo>
                  <a:pt x="1023518" y="345135"/>
                </a:lnTo>
                <a:lnTo>
                  <a:pt x="1028992" y="352806"/>
                </a:lnTo>
                <a:lnTo>
                  <a:pt x="1033894" y="359905"/>
                </a:lnTo>
                <a:lnTo>
                  <a:pt x="1038517" y="366141"/>
                </a:lnTo>
                <a:lnTo>
                  <a:pt x="1077747" y="343890"/>
                </a:lnTo>
                <a:lnTo>
                  <a:pt x="1106233" y="316179"/>
                </a:lnTo>
                <a:lnTo>
                  <a:pt x="1124127" y="283337"/>
                </a:lnTo>
                <a:lnTo>
                  <a:pt x="1131582" y="245656"/>
                </a:lnTo>
                <a:lnTo>
                  <a:pt x="1131582" y="208978"/>
                </a:lnTo>
                <a:lnTo>
                  <a:pt x="1191018" y="208978"/>
                </a:lnTo>
                <a:lnTo>
                  <a:pt x="1191018" y="306616"/>
                </a:lnTo>
                <a:lnTo>
                  <a:pt x="1193876" y="328663"/>
                </a:lnTo>
                <a:lnTo>
                  <a:pt x="1202448" y="344411"/>
                </a:lnTo>
                <a:lnTo>
                  <a:pt x="1216774" y="353847"/>
                </a:lnTo>
                <a:lnTo>
                  <a:pt x="1236827" y="356997"/>
                </a:lnTo>
                <a:lnTo>
                  <a:pt x="1268831" y="356997"/>
                </a:lnTo>
                <a:lnTo>
                  <a:pt x="1313408" y="334492"/>
                </a:lnTo>
                <a:lnTo>
                  <a:pt x="1322933" y="294424"/>
                </a:lnTo>
                <a:lnTo>
                  <a:pt x="1324698" y="281279"/>
                </a:lnTo>
                <a:lnTo>
                  <a:pt x="1326743" y="266992"/>
                </a:lnTo>
                <a:lnTo>
                  <a:pt x="1317002" y="263563"/>
                </a:lnTo>
                <a:lnTo>
                  <a:pt x="1308265" y="260134"/>
                </a:lnTo>
                <a:lnTo>
                  <a:pt x="1300378" y="256705"/>
                </a:lnTo>
                <a:lnTo>
                  <a:pt x="1293215" y="253276"/>
                </a:lnTo>
                <a:lnTo>
                  <a:pt x="1292072" y="269506"/>
                </a:lnTo>
                <a:lnTo>
                  <a:pt x="1285481" y="314261"/>
                </a:lnTo>
                <a:lnTo>
                  <a:pt x="1264259" y="326517"/>
                </a:lnTo>
                <a:lnTo>
                  <a:pt x="1244447" y="326517"/>
                </a:lnTo>
                <a:lnTo>
                  <a:pt x="1235570" y="325081"/>
                </a:lnTo>
                <a:lnTo>
                  <a:pt x="1229398" y="320789"/>
                </a:lnTo>
                <a:lnTo>
                  <a:pt x="1225804" y="313613"/>
                </a:lnTo>
                <a:lnTo>
                  <a:pt x="1224635" y="303568"/>
                </a:lnTo>
                <a:lnTo>
                  <a:pt x="1224635" y="208978"/>
                </a:lnTo>
                <a:lnTo>
                  <a:pt x="1328267" y="208978"/>
                </a:lnTo>
                <a:lnTo>
                  <a:pt x="1328267" y="178498"/>
                </a:lnTo>
                <a:close/>
              </a:path>
              <a:path w="1331595" h="426085">
                <a:moveTo>
                  <a:pt x="1331315" y="384429"/>
                </a:moveTo>
                <a:lnTo>
                  <a:pt x="1171206" y="387477"/>
                </a:lnTo>
                <a:lnTo>
                  <a:pt x="1079766" y="385953"/>
                </a:lnTo>
                <a:lnTo>
                  <a:pt x="1048219" y="383120"/>
                </a:lnTo>
                <a:lnTo>
                  <a:pt x="1022146" y="374713"/>
                </a:lnTo>
                <a:lnTo>
                  <a:pt x="1009180" y="366141"/>
                </a:lnTo>
                <a:lnTo>
                  <a:pt x="1001229" y="360883"/>
                </a:lnTo>
                <a:lnTo>
                  <a:pt x="985177" y="341757"/>
                </a:lnTo>
                <a:lnTo>
                  <a:pt x="985177" y="154114"/>
                </a:lnTo>
                <a:lnTo>
                  <a:pt x="899731" y="154114"/>
                </a:lnTo>
                <a:lnTo>
                  <a:pt x="899731" y="187642"/>
                </a:lnTo>
                <a:lnTo>
                  <a:pt x="951649" y="187642"/>
                </a:lnTo>
                <a:lnTo>
                  <a:pt x="951649" y="334137"/>
                </a:lnTo>
                <a:lnTo>
                  <a:pt x="941324" y="343547"/>
                </a:lnTo>
                <a:lnTo>
                  <a:pt x="895159" y="387477"/>
                </a:lnTo>
                <a:lnTo>
                  <a:pt x="913447" y="424154"/>
                </a:lnTo>
                <a:lnTo>
                  <a:pt x="929728" y="404977"/>
                </a:lnTo>
                <a:lnTo>
                  <a:pt x="944168" y="388823"/>
                </a:lnTo>
                <a:lnTo>
                  <a:pt x="956614" y="375831"/>
                </a:lnTo>
                <a:lnTo>
                  <a:pt x="966889" y="366141"/>
                </a:lnTo>
                <a:lnTo>
                  <a:pt x="984872" y="388188"/>
                </a:lnTo>
                <a:lnTo>
                  <a:pt x="1008989" y="404253"/>
                </a:lnTo>
                <a:lnTo>
                  <a:pt x="1039114" y="414616"/>
                </a:lnTo>
                <a:lnTo>
                  <a:pt x="1075093" y="419582"/>
                </a:lnTo>
                <a:lnTo>
                  <a:pt x="1166634" y="419582"/>
                </a:lnTo>
                <a:lnTo>
                  <a:pt x="1319123" y="417957"/>
                </a:lnTo>
                <a:lnTo>
                  <a:pt x="1330325" y="387477"/>
                </a:lnTo>
                <a:lnTo>
                  <a:pt x="1331315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297584" y="5454878"/>
            <a:ext cx="885190" cy="427355"/>
          </a:xfrm>
          <a:custGeom>
            <a:avLst/>
            <a:gdLst/>
            <a:ahLst/>
            <a:cxnLst/>
            <a:rect l="l" t="t" r="r" b="b"/>
            <a:pathLst>
              <a:path w="885189" h="427354">
                <a:moveTo>
                  <a:pt x="150964" y="85344"/>
                </a:moveTo>
                <a:lnTo>
                  <a:pt x="94576" y="85344"/>
                </a:lnTo>
                <a:lnTo>
                  <a:pt x="94576" y="0"/>
                </a:lnTo>
                <a:lnTo>
                  <a:pt x="62572" y="0"/>
                </a:lnTo>
                <a:lnTo>
                  <a:pt x="62572" y="85344"/>
                </a:lnTo>
                <a:lnTo>
                  <a:pt x="4572" y="85344"/>
                </a:lnTo>
                <a:lnTo>
                  <a:pt x="4572" y="115925"/>
                </a:lnTo>
                <a:lnTo>
                  <a:pt x="62572" y="115925"/>
                </a:lnTo>
                <a:lnTo>
                  <a:pt x="62572" y="219646"/>
                </a:lnTo>
                <a:lnTo>
                  <a:pt x="47459" y="223316"/>
                </a:lnTo>
                <a:lnTo>
                  <a:pt x="16027" y="231216"/>
                </a:lnTo>
                <a:lnTo>
                  <a:pt x="0" y="234886"/>
                </a:lnTo>
                <a:lnTo>
                  <a:pt x="4572" y="269938"/>
                </a:lnTo>
                <a:lnTo>
                  <a:pt x="18605" y="266268"/>
                </a:lnTo>
                <a:lnTo>
                  <a:pt x="47739" y="258368"/>
                </a:lnTo>
                <a:lnTo>
                  <a:pt x="62572" y="254698"/>
                </a:lnTo>
                <a:lnTo>
                  <a:pt x="62572" y="369100"/>
                </a:lnTo>
                <a:lnTo>
                  <a:pt x="61417" y="379095"/>
                </a:lnTo>
                <a:lnTo>
                  <a:pt x="57810" y="386245"/>
                </a:lnTo>
                <a:lnTo>
                  <a:pt x="51650" y="390525"/>
                </a:lnTo>
                <a:lnTo>
                  <a:pt x="42760" y="391960"/>
                </a:lnTo>
                <a:lnTo>
                  <a:pt x="35318" y="391693"/>
                </a:lnTo>
                <a:lnTo>
                  <a:pt x="26568" y="391007"/>
                </a:lnTo>
                <a:lnTo>
                  <a:pt x="4572" y="388912"/>
                </a:lnTo>
                <a:lnTo>
                  <a:pt x="5930" y="397217"/>
                </a:lnTo>
                <a:lnTo>
                  <a:pt x="7429" y="405942"/>
                </a:lnTo>
                <a:lnTo>
                  <a:pt x="8648" y="414934"/>
                </a:lnTo>
                <a:lnTo>
                  <a:pt x="9144" y="424053"/>
                </a:lnTo>
                <a:lnTo>
                  <a:pt x="23774" y="424294"/>
                </a:lnTo>
                <a:lnTo>
                  <a:pt x="35521" y="424815"/>
                </a:lnTo>
                <a:lnTo>
                  <a:pt x="44386" y="425335"/>
                </a:lnTo>
                <a:lnTo>
                  <a:pt x="50380" y="425577"/>
                </a:lnTo>
                <a:lnTo>
                  <a:pt x="91960" y="397891"/>
                </a:lnTo>
                <a:lnTo>
                  <a:pt x="94576" y="376720"/>
                </a:lnTo>
                <a:lnTo>
                  <a:pt x="94576" y="254698"/>
                </a:lnTo>
                <a:lnTo>
                  <a:pt x="94576" y="245554"/>
                </a:lnTo>
                <a:lnTo>
                  <a:pt x="131660" y="235267"/>
                </a:lnTo>
                <a:lnTo>
                  <a:pt x="144868" y="231838"/>
                </a:lnTo>
                <a:lnTo>
                  <a:pt x="143751" y="224701"/>
                </a:lnTo>
                <a:lnTo>
                  <a:pt x="142773" y="216979"/>
                </a:lnTo>
                <a:lnTo>
                  <a:pt x="142367" y="212026"/>
                </a:lnTo>
                <a:lnTo>
                  <a:pt x="142087" y="208699"/>
                </a:lnTo>
                <a:lnTo>
                  <a:pt x="141820" y="199834"/>
                </a:lnTo>
                <a:lnTo>
                  <a:pt x="130378" y="202387"/>
                </a:lnTo>
                <a:lnTo>
                  <a:pt x="118770" y="205359"/>
                </a:lnTo>
                <a:lnTo>
                  <a:pt x="94576" y="212026"/>
                </a:lnTo>
                <a:lnTo>
                  <a:pt x="94576" y="115925"/>
                </a:lnTo>
                <a:lnTo>
                  <a:pt x="150964" y="115925"/>
                </a:lnTo>
                <a:lnTo>
                  <a:pt x="150964" y="85344"/>
                </a:lnTo>
                <a:close/>
              </a:path>
              <a:path w="885189" h="427354">
                <a:moveTo>
                  <a:pt x="437769" y="320332"/>
                </a:moveTo>
                <a:lnTo>
                  <a:pt x="305092" y="320332"/>
                </a:lnTo>
                <a:lnTo>
                  <a:pt x="305092" y="269938"/>
                </a:lnTo>
                <a:lnTo>
                  <a:pt x="417868" y="269938"/>
                </a:lnTo>
                <a:lnTo>
                  <a:pt x="417868" y="237934"/>
                </a:lnTo>
                <a:lnTo>
                  <a:pt x="305092" y="237934"/>
                </a:lnTo>
                <a:lnTo>
                  <a:pt x="305092" y="187553"/>
                </a:lnTo>
                <a:lnTo>
                  <a:pt x="271462" y="187553"/>
                </a:lnTo>
                <a:lnTo>
                  <a:pt x="271462" y="237934"/>
                </a:lnTo>
                <a:lnTo>
                  <a:pt x="161734" y="237934"/>
                </a:lnTo>
                <a:lnTo>
                  <a:pt x="161734" y="269938"/>
                </a:lnTo>
                <a:lnTo>
                  <a:pt x="271462" y="269938"/>
                </a:lnTo>
                <a:lnTo>
                  <a:pt x="271462" y="320332"/>
                </a:lnTo>
                <a:lnTo>
                  <a:pt x="135724" y="320332"/>
                </a:lnTo>
                <a:lnTo>
                  <a:pt x="135724" y="352336"/>
                </a:lnTo>
                <a:lnTo>
                  <a:pt x="271462" y="352336"/>
                </a:lnTo>
                <a:lnTo>
                  <a:pt x="271462" y="427101"/>
                </a:lnTo>
                <a:lnTo>
                  <a:pt x="305092" y="427101"/>
                </a:lnTo>
                <a:lnTo>
                  <a:pt x="305092" y="352336"/>
                </a:lnTo>
                <a:lnTo>
                  <a:pt x="437769" y="352336"/>
                </a:lnTo>
                <a:lnTo>
                  <a:pt x="437769" y="320332"/>
                </a:lnTo>
                <a:close/>
              </a:path>
              <a:path w="885189" h="427354">
                <a:moveTo>
                  <a:pt x="437769" y="167741"/>
                </a:moveTo>
                <a:lnTo>
                  <a:pt x="387248" y="158597"/>
                </a:lnTo>
                <a:lnTo>
                  <a:pt x="347878" y="148234"/>
                </a:lnTo>
                <a:lnTo>
                  <a:pt x="321856" y="138785"/>
                </a:lnTo>
                <a:lnTo>
                  <a:pt x="342912" y="123545"/>
                </a:lnTo>
                <a:lnTo>
                  <a:pt x="348691" y="119354"/>
                </a:lnTo>
                <a:lnTo>
                  <a:pt x="371957" y="97777"/>
                </a:lnTo>
                <a:lnTo>
                  <a:pt x="391502" y="74193"/>
                </a:lnTo>
                <a:lnTo>
                  <a:pt x="407200" y="48768"/>
                </a:lnTo>
                <a:lnTo>
                  <a:pt x="407200" y="19812"/>
                </a:lnTo>
                <a:lnTo>
                  <a:pt x="369100" y="19812"/>
                </a:lnTo>
                <a:lnTo>
                  <a:pt x="369100" y="50292"/>
                </a:lnTo>
                <a:lnTo>
                  <a:pt x="354545" y="70307"/>
                </a:lnTo>
                <a:lnTo>
                  <a:pt x="336130" y="89204"/>
                </a:lnTo>
                <a:lnTo>
                  <a:pt x="313969" y="106946"/>
                </a:lnTo>
                <a:lnTo>
                  <a:pt x="288226" y="123545"/>
                </a:lnTo>
                <a:lnTo>
                  <a:pt x="265671" y="107810"/>
                </a:lnTo>
                <a:lnTo>
                  <a:pt x="246126" y="90347"/>
                </a:lnTo>
                <a:lnTo>
                  <a:pt x="229717" y="71170"/>
                </a:lnTo>
                <a:lnTo>
                  <a:pt x="216598" y="50292"/>
                </a:lnTo>
                <a:lnTo>
                  <a:pt x="369100" y="50292"/>
                </a:lnTo>
                <a:lnTo>
                  <a:pt x="369100" y="19812"/>
                </a:lnTo>
                <a:lnTo>
                  <a:pt x="157060" y="19812"/>
                </a:lnTo>
                <a:lnTo>
                  <a:pt x="157060" y="50292"/>
                </a:lnTo>
                <a:lnTo>
                  <a:pt x="183070" y="50292"/>
                </a:lnTo>
                <a:lnTo>
                  <a:pt x="196215" y="75476"/>
                </a:lnTo>
                <a:lnTo>
                  <a:pt x="212788" y="98539"/>
                </a:lnTo>
                <a:lnTo>
                  <a:pt x="232791" y="119595"/>
                </a:lnTo>
                <a:lnTo>
                  <a:pt x="256222" y="138785"/>
                </a:lnTo>
                <a:lnTo>
                  <a:pt x="231101" y="148780"/>
                </a:lnTo>
                <a:lnTo>
                  <a:pt x="203822" y="158216"/>
                </a:lnTo>
                <a:lnTo>
                  <a:pt x="174523" y="167068"/>
                </a:lnTo>
                <a:lnTo>
                  <a:pt x="143344" y="175361"/>
                </a:lnTo>
                <a:lnTo>
                  <a:pt x="147637" y="183591"/>
                </a:lnTo>
                <a:lnTo>
                  <a:pt x="151345" y="191973"/>
                </a:lnTo>
                <a:lnTo>
                  <a:pt x="154393" y="199834"/>
                </a:lnTo>
                <a:lnTo>
                  <a:pt x="157060" y="207454"/>
                </a:lnTo>
                <a:lnTo>
                  <a:pt x="194335" y="197459"/>
                </a:lnTo>
                <a:lnTo>
                  <a:pt x="228587" y="185877"/>
                </a:lnTo>
                <a:lnTo>
                  <a:pt x="260248" y="172872"/>
                </a:lnTo>
                <a:lnTo>
                  <a:pt x="289750" y="158597"/>
                </a:lnTo>
                <a:lnTo>
                  <a:pt x="317550" y="172364"/>
                </a:lnTo>
                <a:lnTo>
                  <a:pt x="348322" y="184162"/>
                </a:lnTo>
                <a:lnTo>
                  <a:pt x="382219" y="194246"/>
                </a:lnTo>
                <a:lnTo>
                  <a:pt x="419392" y="202882"/>
                </a:lnTo>
                <a:lnTo>
                  <a:pt x="423100" y="194818"/>
                </a:lnTo>
                <a:lnTo>
                  <a:pt x="427393" y="186448"/>
                </a:lnTo>
                <a:lnTo>
                  <a:pt x="432282" y="177507"/>
                </a:lnTo>
                <a:lnTo>
                  <a:pt x="437769" y="167741"/>
                </a:lnTo>
                <a:close/>
              </a:path>
              <a:path w="885189" h="427354">
                <a:moveTo>
                  <a:pt x="642086" y="22860"/>
                </a:moveTo>
                <a:lnTo>
                  <a:pt x="611606" y="22860"/>
                </a:lnTo>
                <a:lnTo>
                  <a:pt x="611606" y="50292"/>
                </a:lnTo>
                <a:lnTo>
                  <a:pt x="611606" y="109816"/>
                </a:lnTo>
                <a:lnTo>
                  <a:pt x="518541" y="109816"/>
                </a:lnTo>
                <a:lnTo>
                  <a:pt x="518541" y="50292"/>
                </a:lnTo>
                <a:lnTo>
                  <a:pt x="611606" y="50292"/>
                </a:lnTo>
                <a:lnTo>
                  <a:pt x="611606" y="22860"/>
                </a:lnTo>
                <a:lnTo>
                  <a:pt x="488061" y="22860"/>
                </a:lnTo>
                <a:lnTo>
                  <a:pt x="488061" y="155536"/>
                </a:lnTo>
                <a:lnTo>
                  <a:pt x="518541" y="155536"/>
                </a:lnTo>
                <a:lnTo>
                  <a:pt x="518541" y="137248"/>
                </a:lnTo>
                <a:lnTo>
                  <a:pt x="611606" y="137248"/>
                </a:lnTo>
                <a:lnTo>
                  <a:pt x="611606" y="150964"/>
                </a:lnTo>
                <a:lnTo>
                  <a:pt x="642086" y="150964"/>
                </a:lnTo>
                <a:lnTo>
                  <a:pt x="642086" y="137248"/>
                </a:lnTo>
                <a:lnTo>
                  <a:pt x="642086" y="109816"/>
                </a:lnTo>
                <a:lnTo>
                  <a:pt x="642086" y="50292"/>
                </a:lnTo>
                <a:lnTo>
                  <a:pt x="642086" y="22860"/>
                </a:lnTo>
                <a:close/>
              </a:path>
              <a:path w="885189" h="427354">
                <a:moveTo>
                  <a:pt x="844867" y="22860"/>
                </a:moveTo>
                <a:lnTo>
                  <a:pt x="812863" y="22860"/>
                </a:lnTo>
                <a:lnTo>
                  <a:pt x="812863" y="50292"/>
                </a:lnTo>
                <a:lnTo>
                  <a:pt x="812863" y="109816"/>
                </a:lnTo>
                <a:lnTo>
                  <a:pt x="719899" y="109816"/>
                </a:lnTo>
                <a:lnTo>
                  <a:pt x="719899" y="50292"/>
                </a:lnTo>
                <a:lnTo>
                  <a:pt x="812863" y="50292"/>
                </a:lnTo>
                <a:lnTo>
                  <a:pt x="812863" y="22860"/>
                </a:lnTo>
                <a:lnTo>
                  <a:pt x="689330" y="22860"/>
                </a:lnTo>
                <a:lnTo>
                  <a:pt x="689330" y="150964"/>
                </a:lnTo>
                <a:lnTo>
                  <a:pt x="719899" y="150964"/>
                </a:lnTo>
                <a:lnTo>
                  <a:pt x="719899" y="137248"/>
                </a:lnTo>
                <a:lnTo>
                  <a:pt x="750379" y="137248"/>
                </a:lnTo>
                <a:lnTo>
                  <a:pt x="812863" y="137248"/>
                </a:lnTo>
                <a:lnTo>
                  <a:pt x="812863" y="152488"/>
                </a:lnTo>
                <a:lnTo>
                  <a:pt x="844867" y="152488"/>
                </a:lnTo>
                <a:lnTo>
                  <a:pt x="844867" y="137248"/>
                </a:lnTo>
                <a:lnTo>
                  <a:pt x="844867" y="109816"/>
                </a:lnTo>
                <a:lnTo>
                  <a:pt x="844867" y="50292"/>
                </a:lnTo>
                <a:lnTo>
                  <a:pt x="844867" y="22860"/>
                </a:lnTo>
                <a:close/>
              </a:path>
              <a:path w="885189" h="427354">
                <a:moveTo>
                  <a:pt x="884593" y="259270"/>
                </a:moveTo>
                <a:lnTo>
                  <a:pt x="825360" y="257035"/>
                </a:lnTo>
                <a:lnTo>
                  <a:pt x="775716" y="248221"/>
                </a:lnTo>
                <a:lnTo>
                  <a:pt x="735507" y="233121"/>
                </a:lnTo>
                <a:lnTo>
                  <a:pt x="704570" y="212026"/>
                </a:lnTo>
                <a:lnTo>
                  <a:pt x="873925" y="212026"/>
                </a:lnTo>
                <a:lnTo>
                  <a:pt x="873925" y="182968"/>
                </a:lnTo>
                <a:lnTo>
                  <a:pt x="793051" y="182968"/>
                </a:lnTo>
                <a:lnTo>
                  <a:pt x="802195" y="172300"/>
                </a:lnTo>
                <a:lnTo>
                  <a:pt x="790460" y="163398"/>
                </a:lnTo>
                <a:lnTo>
                  <a:pt x="778002" y="154774"/>
                </a:lnTo>
                <a:lnTo>
                  <a:pt x="764692" y="146164"/>
                </a:lnTo>
                <a:lnTo>
                  <a:pt x="750379" y="137248"/>
                </a:lnTo>
                <a:lnTo>
                  <a:pt x="732091" y="157060"/>
                </a:lnTo>
                <a:lnTo>
                  <a:pt x="751713" y="170014"/>
                </a:lnTo>
                <a:lnTo>
                  <a:pt x="761022" y="176352"/>
                </a:lnTo>
                <a:lnTo>
                  <a:pt x="770191" y="182968"/>
                </a:lnTo>
                <a:lnTo>
                  <a:pt x="674090" y="182968"/>
                </a:lnTo>
                <a:lnTo>
                  <a:pt x="676351" y="174955"/>
                </a:lnTo>
                <a:lnTo>
                  <a:pt x="678472" y="166776"/>
                </a:lnTo>
                <a:lnTo>
                  <a:pt x="680300" y="158330"/>
                </a:lnTo>
                <a:lnTo>
                  <a:pt x="681710" y="149440"/>
                </a:lnTo>
                <a:lnTo>
                  <a:pt x="649706" y="144868"/>
                </a:lnTo>
                <a:lnTo>
                  <a:pt x="648335" y="154774"/>
                </a:lnTo>
                <a:lnTo>
                  <a:pt x="648220" y="155536"/>
                </a:lnTo>
                <a:lnTo>
                  <a:pt x="646468" y="165061"/>
                </a:lnTo>
                <a:lnTo>
                  <a:pt x="644347" y="174447"/>
                </a:lnTo>
                <a:lnTo>
                  <a:pt x="642086" y="182968"/>
                </a:lnTo>
                <a:lnTo>
                  <a:pt x="463677" y="182968"/>
                </a:lnTo>
                <a:lnTo>
                  <a:pt x="463677" y="212026"/>
                </a:lnTo>
                <a:lnTo>
                  <a:pt x="622274" y="212026"/>
                </a:lnTo>
                <a:lnTo>
                  <a:pt x="600875" y="228053"/>
                </a:lnTo>
                <a:lnTo>
                  <a:pt x="564311" y="241935"/>
                </a:lnTo>
                <a:lnTo>
                  <a:pt x="512889" y="253822"/>
                </a:lnTo>
                <a:lnTo>
                  <a:pt x="446913" y="263842"/>
                </a:lnTo>
                <a:lnTo>
                  <a:pt x="452107" y="272707"/>
                </a:lnTo>
                <a:lnTo>
                  <a:pt x="456438" y="281000"/>
                </a:lnTo>
                <a:lnTo>
                  <a:pt x="463677" y="295948"/>
                </a:lnTo>
                <a:lnTo>
                  <a:pt x="472821" y="294322"/>
                </a:lnTo>
                <a:lnTo>
                  <a:pt x="488061" y="291274"/>
                </a:lnTo>
                <a:lnTo>
                  <a:pt x="488061" y="424053"/>
                </a:lnTo>
                <a:lnTo>
                  <a:pt x="518541" y="424053"/>
                </a:lnTo>
                <a:lnTo>
                  <a:pt x="518541" y="399669"/>
                </a:lnTo>
                <a:lnTo>
                  <a:pt x="611606" y="399669"/>
                </a:lnTo>
                <a:lnTo>
                  <a:pt x="611606" y="424053"/>
                </a:lnTo>
                <a:lnTo>
                  <a:pt x="642086" y="424053"/>
                </a:lnTo>
                <a:lnTo>
                  <a:pt x="642086" y="288226"/>
                </a:lnTo>
                <a:lnTo>
                  <a:pt x="611606" y="288226"/>
                </a:lnTo>
                <a:lnTo>
                  <a:pt x="611606" y="315760"/>
                </a:lnTo>
                <a:lnTo>
                  <a:pt x="611606" y="373672"/>
                </a:lnTo>
                <a:lnTo>
                  <a:pt x="518541" y="373672"/>
                </a:lnTo>
                <a:lnTo>
                  <a:pt x="518541" y="315760"/>
                </a:lnTo>
                <a:lnTo>
                  <a:pt x="611606" y="315760"/>
                </a:lnTo>
                <a:lnTo>
                  <a:pt x="611606" y="288226"/>
                </a:lnTo>
                <a:lnTo>
                  <a:pt x="501777" y="288226"/>
                </a:lnTo>
                <a:lnTo>
                  <a:pt x="562381" y="274180"/>
                </a:lnTo>
                <a:lnTo>
                  <a:pt x="609117" y="256984"/>
                </a:lnTo>
                <a:lnTo>
                  <a:pt x="641819" y="236359"/>
                </a:lnTo>
                <a:lnTo>
                  <a:pt x="660374" y="212026"/>
                </a:lnTo>
                <a:lnTo>
                  <a:pt x="669518" y="212026"/>
                </a:lnTo>
                <a:lnTo>
                  <a:pt x="692391" y="239153"/>
                </a:lnTo>
                <a:lnTo>
                  <a:pt x="726706" y="260985"/>
                </a:lnTo>
                <a:lnTo>
                  <a:pt x="772464" y="277393"/>
                </a:lnTo>
                <a:lnTo>
                  <a:pt x="829627" y="288226"/>
                </a:lnTo>
                <a:lnTo>
                  <a:pt x="814387" y="288226"/>
                </a:lnTo>
                <a:lnTo>
                  <a:pt x="814387" y="315760"/>
                </a:lnTo>
                <a:lnTo>
                  <a:pt x="814387" y="373672"/>
                </a:lnTo>
                <a:lnTo>
                  <a:pt x="719899" y="373672"/>
                </a:lnTo>
                <a:lnTo>
                  <a:pt x="719899" y="315760"/>
                </a:lnTo>
                <a:lnTo>
                  <a:pt x="814387" y="315760"/>
                </a:lnTo>
                <a:lnTo>
                  <a:pt x="814387" y="288226"/>
                </a:lnTo>
                <a:lnTo>
                  <a:pt x="689330" y="288226"/>
                </a:lnTo>
                <a:lnTo>
                  <a:pt x="689330" y="424053"/>
                </a:lnTo>
                <a:lnTo>
                  <a:pt x="719899" y="424053"/>
                </a:lnTo>
                <a:lnTo>
                  <a:pt x="719899" y="399669"/>
                </a:lnTo>
                <a:lnTo>
                  <a:pt x="814387" y="399669"/>
                </a:lnTo>
                <a:lnTo>
                  <a:pt x="814387" y="424053"/>
                </a:lnTo>
                <a:lnTo>
                  <a:pt x="844867" y="424053"/>
                </a:lnTo>
                <a:lnTo>
                  <a:pt x="844867" y="399669"/>
                </a:lnTo>
                <a:lnTo>
                  <a:pt x="844867" y="373672"/>
                </a:lnTo>
                <a:lnTo>
                  <a:pt x="844867" y="315760"/>
                </a:lnTo>
                <a:lnTo>
                  <a:pt x="844867" y="289750"/>
                </a:lnTo>
                <a:lnTo>
                  <a:pt x="852589" y="291274"/>
                </a:lnTo>
                <a:lnTo>
                  <a:pt x="860209" y="291274"/>
                </a:lnTo>
                <a:lnTo>
                  <a:pt x="867829" y="292798"/>
                </a:lnTo>
                <a:lnTo>
                  <a:pt x="869188" y="289750"/>
                </a:lnTo>
                <a:lnTo>
                  <a:pt x="871512" y="284556"/>
                </a:lnTo>
                <a:lnTo>
                  <a:pt x="875639" y="276034"/>
                </a:lnTo>
                <a:lnTo>
                  <a:pt x="880033" y="267512"/>
                </a:lnTo>
                <a:lnTo>
                  <a:pt x="884593" y="2592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256853" y="5772150"/>
            <a:ext cx="69215" cy="117475"/>
          </a:xfrm>
          <a:custGeom>
            <a:avLst/>
            <a:gdLst/>
            <a:ahLst/>
            <a:cxnLst/>
            <a:rect l="l" t="t" r="r" b="b"/>
            <a:pathLst>
              <a:path w="69214" h="117475">
                <a:moveTo>
                  <a:pt x="30575" y="117443"/>
                </a:moveTo>
                <a:lnTo>
                  <a:pt x="0" y="117443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2647283" y="5454872"/>
            <a:ext cx="629920" cy="434975"/>
            <a:chOff x="2647283" y="5454872"/>
            <a:chExt cx="629920" cy="434975"/>
          </a:xfrm>
        </p:grpSpPr>
        <p:sp>
          <p:nvSpPr>
            <p:cNvPr id="62" name="object 62" descr=""/>
            <p:cNvSpPr/>
            <p:nvPr/>
          </p:nvSpPr>
          <p:spPr>
            <a:xfrm>
              <a:off x="2647283" y="5454872"/>
              <a:ext cx="434975" cy="434975"/>
            </a:xfrm>
            <a:custGeom>
              <a:avLst/>
              <a:gdLst/>
              <a:ahLst/>
              <a:cxnLst/>
              <a:rect l="l" t="t" r="r" b="b"/>
              <a:pathLst>
                <a:path w="434975" h="434975">
                  <a:moveTo>
                    <a:pt x="233362" y="109823"/>
                  </a:moveTo>
                  <a:lnTo>
                    <a:pt x="199834" y="109823"/>
                  </a:lnTo>
                  <a:lnTo>
                    <a:pt x="199834" y="0"/>
                  </a:lnTo>
                  <a:lnTo>
                    <a:pt x="233362" y="0"/>
                  </a:lnTo>
                  <a:lnTo>
                    <a:pt x="233362" y="109823"/>
                  </a:lnTo>
                  <a:close/>
                </a:path>
                <a:path w="434975" h="434975">
                  <a:moveTo>
                    <a:pt x="128111" y="97631"/>
                  </a:moveTo>
                  <a:lnTo>
                    <a:pt x="113869" y="83526"/>
                  </a:lnTo>
                  <a:lnTo>
                    <a:pt x="96476" y="68591"/>
                  </a:lnTo>
                  <a:lnTo>
                    <a:pt x="76207" y="52531"/>
                  </a:lnTo>
                  <a:lnTo>
                    <a:pt x="53340" y="35052"/>
                  </a:lnTo>
                  <a:lnTo>
                    <a:pt x="74771" y="12192"/>
                  </a:lnTo>
                  <a:lnTo>
                    <a:pt x="97631" y="28122"/>
                  </a:lnTo>
                  <a:lnTo>
                    <a:pt x="118205" y="43624"/>
                  </a:lnTo>
                  <a:lnTo>
                    <a:pt x="136493" y="58269"/>
                  </a:lnTo>
                  <a:lnTo>
                    <a:pt x="152495" y="71628"/>
                  </a:lnTo>
                  <a:lnTo>
                    <a:pt x="128111" y="97631"/>
                  </a:lnTo>
                  <a:close/>
                </a:path>
                <a:path w="434975" h="434975">
                  <a:moveTo>
                    <a:pt x="298894" y="99155"/>
                  </a:moveTo>
                  <a:lnTo>
                    <a:pt x="276034" y="74676"/>
                  </a:lnTo>
                  <a:lnTo>
                    <a:pt x="293990" y="61483"/>
                  </a:lnTo>
                  <a:lnTo>
                    <a:pt x="313384" y="46863"/>
                  </a:lnTo>
                  <a:lnTo>
                    <a:pt x="333939" y="30527"/>
                  </a:lnTo>
                  <a:lnTo>
                    <a:pt x="355377" y="12192"/>
                  </a:lnTo>
                  <a:lnTo>
                    <a:pt x="379761" y="36576"/>
                  </a:lnTo>
                  <a:lnTo>
                    <a:pt x="364567" y="48269"/>
                  </a:lnTo>
                  <a:lnTo>
                    <a:pt x="324428" y="79692"/>
                  </a:lnTo>
                  <a:lnTo>
                    <a:pt x="298894" y="99155"/>
                  </a:lnTo>
                  <a:close/>
                </a:path>
                <a:path w="434975" h="434975">
                  <a:moveTo>
                    <a:pt x="416337" y="138779"/>
                  </a:moveTo>
                  <a:lnTo>
                    <a:pt x="13716" y="138779"/>
                  </a:lnTo>
                  <a:lnTo>
                    <a:pt x="13716" y="109823"/>
                  </a:lnTo>
                  <a:lnTo>
                    <a:pt x="416337" y="109823"/>
                  </a:lnTo>
                  <a:lnTo>
                    <a:pt x="416337" y="138779"/>
                  </a:lnTo>
                  <a:close/>
                </a:path>
                <a:path w="434975" h="434975">
                  <a:moveTo>
                    <a:pt x="22860" y="250126"/>
                  </a:moveTo>
                  <a:lnTo>
                    <a:pt x="18026" y="243030"/>
                  </a:lnTo>
                  <a:lnTo>
                    <a:pt x="12763" y="235648"/>
                  </a:lnTo>
                  <a:lnTo>
                    <a:pt x="7215" y="228266"/>
                  </a:lnTo>
                  <a:lnTo>
                    <a:pt x="1524" y="221170"/>
                  </a:lnTo>
                  <a:lnTo>
                    <a:pt x="48989" y="204867"/>
                  </a:lnTo>
                  <a:lnTo>
                    <a:pt x="92856" y="185689"/>
                  </a:lnTo>
                  <a:lnTo>
                    <a:pt x="132991" y="163654"/>
                  </a:lnTo>
                  <a:lnTo>
                    <a:pt x="169259" y="138779"/>
                  </a:lnTo>
                  <a:lnTo>
                    <a:pt x="233362" y="138779"/>
                  </a:lnTo>
                  <a:lnTo>
                    <a:pt x="233362" y="144875"/>
                  </a:lnTo>
                  <a:lnTo>
                    <a:pt x="199834" y="144875"/>
                  </a:lnTo>
                  <a:lnTo>
                    <a:pt x="159511" y="178934"/>
                  </a:lnTo>
                  <a:lnTo>
                    <a:pt x="116490" y="207823"/>
                  </a:lnTo>
                  <a:lnTo>
                    <a:pt x="70898" y="231551"/>
                  </a:lnTo>
                  <a:lnTo>
                    <a:pt x="22860" y="250126"/>
                  </a:lnTo>
                  <a:close/>
                </a:path>
                <a:path w="434975" h="434975">
                  <a:moveTo>
                    <a:pt x="233362" y="218122"/>
                  </a:moveTo>
                  <a:lnTo>
                    <a:pt x="199834" y="218122"/>
                  </a:lnTo>
                  <a:lnTo>
                    <a:pt x="199834" y="144875"/>
                  </a:lnTo>
                  <a:lnTo>
                    <a:pt x="233362" y="144875"/>
                  </a:lnTo>
                  <a:lnTo>
                    <a:pt x="233362" y="164687"/>
                  </a:lnTo>
                  <a:lnTo>
                    <a:pt x="288722" y="164687"/>
                  </a:lnTo>
                  <a:lnTo>
                    <a:pt x="301576" y="169678"/>
                  </a:lnTo>
                  <a:lnTo>
                    <a:pt x="308161" y="172307"/>
                  </a:lnTo>
                  <a:lnTo>
                    <a:pt x="233362" y="172307"/>
                  </a:lnTo>
                  <a:lnTo>
                    <a:pt x="233362" y="218122"/>
                  </a:lnTo>
                  <a:close/>
                </a:path>
                <a:path w="434975" h="434975">
                  <a:moveTo>
                    <a:pt x="288722" y="164687"/>
                  </a:moveTo>
                  <a:lnTo>
                    <a:pt x="233362" y="164687"/>
                  </a:lnTo>
                  <a:lnTo>
                    <a:pt x="245554" y="147923"/>
                  </a:lnTo>
                  <a:lnTo>
                    <a:pt x="288722" y="164687"/>
                  </a:lnTo>
                  <a:close/>
                </a:path>
                <a:path w="434975" h="434975">
                  <a:moveTo>
                    <a:pt x="411765" y="250126"/>
                  </a:moveTo>
                  <a:lnTo>
                    <a:pt x="373174" y="231336"/>
                  </a:lnTo>
                  <a:lnTo>
                    <a:pt x="330565" y="211824"/>
                  </a:lnTo>
                  <a:lnTo>
                    <a:pt x="283955" y="192007"/>
                  </a:lnTo>
                  <a:lnTo>
                    <a:pt x="233362" y="172307"/>
                  </a:lnTo>
                  <a:lnTo>
                    <a:pt x="308161" y="172307"/>
                  </a:lnTo>
                  <a:lnTo>
                    <a:pt x="350758" y="189309"/>
                  </a:lnTo>
                  <a:lnTo>
                    <a:pt x="393081" y="206939"/>
                  </a:lnTo>
                  <a:lnTo>
                    <a:pt x="428529" y="222694"/>
                  </a:lnTo>
                  <a:lnTo>
                    <a:pt x="411765" y="250126"/>
                  </a:lnTo>
                  <a:close/>
                </a:path>
                <a:path w="434975" h="434975">
                  <a:moveTo>
                    <a:pt x="227266" y="266890"/>
                  </a:moveTo>
                  <a:lnTo>
                    <a:pt x="192119" y="266890"/>
                  </a:lnTo>
                  <a:lnTo>
                    <a:pt x="194198" y="259508"/>
                  </a:lnTo>
                  <a:lnTo>
                    <a:pt x="195822" y="251269"/>
                  </a:lnTo>
                  <a:lnTo>
                    <a:pt x="197142" y="242458"/>
                  </a:lnTo>
                  <a:lnTo>
                    <a:pt x="198310" y="233362"/>
                  </a:lnTo>
                  <a:lnTo>
                    <a:pt x="233362" y="233362"/>
                  </a:lnTo>
                  <a:lnTo>
                    <a:pt x="231981" y="242458"/>
                  </a:lnTo>
                  <a:lnTo>
                    <a:pt x="230314" y="251269"/>
                  </a:lnTo>
                  <a:lnTo>
                    <a:pt x="228647" y="259508"/>
                  </a:lnTo>
                  <a:lnTo>
                    <a:pt x="227266" y="266890"/>
                  </a:lnTo>
                  <a:close/>
                </a:path>
                <a:path w="434975" h="434975">
                  <a:moveTo>
                    <a:pt x="420909" y="297465"/>
                  </a:moveTo>
                  <a:lnTo>
                    <a:pt x="10668" y="297465"/>
                  </a:lnTo>
                  <a:lnTo>
                    <a:pt x="10668" y="266890"/>
                  </a:lnTo>
                  <a:lnTo>
                    <a:pt x="420909" y="266890"/>
                  </a:lnTo>
                  <a:lnTo>
                    <a:pt x="420909" y="297465"/>
                  </a:lnTo>
                  <a:close/>
                </a:path>
                <a:path w="434975" h="434975">
                  <a:moveTo>
                    <a:pt x="18288" y="434721"/>
                  </a:moveTo>
                  <a:lnTo>
                    <a:pt x="14573" y="426720"/>
                  </a:lnTo>
                  <a:lnTo>
                    <a:pt x="10287" y="418719"/>
                  </a:lnTo>
                  <a:lnTo>
                    <a:pt x="5429" y="410718"/>
                  </a:lnTo>
                  <a:lnTo>
                    <a:pt x="0" y="402717"/>
                  </a:lnTo>
                  <a:lnTo>
                    <a:pt x="54910" y="391880"/>
                  </a:lnTo>
                  <a:lnTo>
                    <a:pt x="100658" y="375941"/>
                  </a:lnTo>
                  <a:lnTo>
                    <a:pt x="137249" y="354896"/>
                  </a:lnTo>
                  <a:lnTo>
                    <a:pt x="164686" y="328739"/>
                  </a:lnTo>
                  <a:lnTo>
                    <a:pt x="182975" y="297465"/>
                  </a:lnTo>
                  <a:lnTo>
                    <a:pt x="244030" y="297465"/>
                  </a:lnTo>
                  <a:lnTo>
                    <a:pt x="254504" y="309657"/>
                  </a:lnTo>
                  <a:lnTo>
                    <a:pt x="215074" y="309657"/>
                  </a:lnTo>
                  <a:lnTo>
                    <a:pt x="194727" y="345487"/>
                  </a:lnTo>
                  <a:lnTo>
                    <a:pt x="164884" y="376064"/>
                  </a:lnTo>
                  <a:lnTo>
                    <a:pt x="125536" y="401232"/>
                  </a:lnTo>
                  <a:lnTo>
                    <a:pt x="76673" y="420836"/>
                  </a:lnTo>
                  <a:lnTo>
                    <a:pt x="18288" y="434721"/>
                  </a:lnTo>
                  <a:close/>
                </a:path>
                <a:path w="434975" h="434975">
                  <a:moveTo>
                    <a:pt x="411765" y="431673"/>
                  </a:moveTo>
                  <a:lnTo>
                    <a:pt x="358501" y="417959"/>
                  </a:lnTo>
                  <a:lnTo>
                    <a:pt x="312204" y="398818"/>
                  </a:lnTo>
                  <a:lnTo>
                    <a:pt x="272870" y="374333"/>
                  </a:lnTo>
                  <a:lnTo>
                    <a:pt x="240495" y="344585"/>
                  </a:lnTo>
                  <a:lnTo>
                    <a:pt x="215074" y="309657"/>
                  </a:lnTo>
                  <a:lnTo>
                    <a:pt x="254504" y="309657"/>
                  </a:lnTo>
                  <a:lnTo>
                    <a:pt x="270728" y="328543"/>
                  </a:lnTo>
                  <a:lnTo>
                    <a:pt x="303219" y="354061"/>
                  </a:lnTo>
                  <a:lnTo>
                    <a:pt x="341420" y="373946"/>
                  </a:lnTo>
                  <a:lnTo>
                    <a:pt x="385250" y="388125"/>
                  </a:lnTo>
                  <a:lnTo>
                    <a:pt x="434625" y="396525"/>
                  </a:lnTo>
                  <a:lnTo>
                    <a:pt x="430625" y="402272"/>
                  </a:lnTo>
                  <a:lnTo>
                    <a:pt x="425481" y="410134"/>
                  </a:lnTo>
                  <a:lnTo>
                    <a:pt x="411765" y="43167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7816" y="5596699"/>
              <a:ext cx="169354" cy="234886"/>
            </a:xfrm>
            <a:prstGeom prst="rect">
              <a:avLst/>
            </a:prstGeom>
          </p:spPr>
        </p:pic>
      </p:grpSp>
      <p:sp>
        <p:nvSpPr>
          <p:cNvPr id="64" name="object 64" descr=""/>
          <p:cNvSpPr/>
          <p:nvPr/>
        </p:nvSpPr>
        <p:spPr>
          <a:xfrm>
            <a:off x="3329940" y="5494020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29" h="334010">
                <a:moveTo>
                  <a:pt x="36575" y="333756"/>
                </a:moveTo>
                <a:lnTo>
                  <a:pt x="0" y="333756"/>
                </a:lnTo>
                <a:lnTo>
                  <a:pt x="0" y="0"/>
                </a:lnTo>
                <a:lnTo>
                  <a:pt x="36575" y="0"/>
                </a:lnTo>
                <a:lnTo>
                  <a:pt x="36575" y="3337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22046" y="5596699"/>
            <a:ext cx="178403" cy="234886"/>
          </a:xfrm>
          <a:prstGeom prst="rect">
            <a:avLst/>
          </a:prstGeom>
        </p:spPr>
      </p:pic>
      <p:grpSp>
        <p:nvGrpSpPr>
          <p:cNvPr id="66" name="object 66" descr=""/>
          <p:cNvGrpSpPr/>
          <p:nvPr/>
        </p:nvGrpSpPr>
        <p:grpSpPr>
          <a:xfrm>
            <a:off x="3653790" y="5454872"/>
            <a:ext cx="1508760" cy="427355"/>
            <a:chOff x="3653790" y="5454872"/>
            <a:chExt cx="1508760" cy="427355"/>
          </a:xfrm>
        </p:grpSpPr>
        <p:pic>
          <p:nvPicPr>
            <p:cNvPr id="67" name="object 6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53790" y="5596699"/>
              <a:ext cx="149447" cy="234886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44480" y="5596699"/>
              <a:ext cx="149447" cy="23488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006113" y="5454878"/>
              <a:ext cx="1156335" cy="427355"/>
            </a:xfrm>
            <a:custGeom>
              <a:avLst/>
              <a:gdLst/>
              <a:ahLst/>
              <a:cxnLst/>
              <a:rect l="l" t="t" r="r" b="b"/>
              <a:pathLst>
                <a:path w="1156335" h="427354">
                  <a:moveTo>
                    <a:pt x="184505" y="56388"/>
                  </a:moveTo>
                  <a:lnTo>
                    <a:pt x="149453" y="56388"/>
                  </a:lnTo>
                  <a:lnTo>
                    <a:pt x="0" y="424053"/>
                  </a:lnTo>
                  <a:lnTo>
                    <a:pt x="33528" y="424053"/>
                  </a:lnTo>
                  <a:lnTo>
                    <a:pt x="184505" y="56388"/>
                  </a:lnTo>
                  <a:close/>
                </a:path>
                <a:path w="1156335" h="427354">
                  <a:moveTo>
                    <a:pt x="353758" y="219646"/>
                  </a:moveTo>
                  <a:lnTo>
                    <a:pt x="342925" y="208203"/>
                  </a:lnTo>
                  <a:lnTo>
                    <a:pt x="331089" y="196735"/>
                  </a:lnTo>
                  <a:lnTo>
                    <a:pt x="329450" y="195262"/>
                  </a:lnTo>
                  <a:lnTo>
                    <a:pt x="327761" y="193738"/>
                  </a:lnTo>
                  <a:lnTo>
                    <a:pt x="318401" y="185280"/>
                  </a:lnTo>
                  <a:lnTo>
                    <a:pt x="304990" y="173824"/>
                  </a:lnTo>
                  <a:lnTo>
                    <a:pt x="285178" y="193738"/>
                  </a:lnTo>
                  <a:lnTo>
                    <a:pt x="285178" y="190588"/>
                  </a:lnTo>
                  <a:lnTo>
                    <a:pt x="285178" y="115912"/>
                  </a:lnTo>
                  <a:lnTo>
                    <a:pt x="344614" y="115912"/>
                  </a:lnTo>
                  <a:lnTo>
                    <a:pt x="344614" y="85344"/>
                  </a:lnTo>
                  <a:lnTo>
                    <a:pt x="285178" y="85344"/>
                  </a:lnTo>
                  <a:lnTo>
                    <a:pt x="285178" y="0"/>
                  </a:lnTo>
                  <a:lnTo>
                    <a:pt x="254698" y="0"/>
                  </a:lnTo>
                  <a:lnTo>
                    <a:pt x="254698" y="85344"/>
                  </a:lnTo>
                  <a:lnTo>
                    <a:pt x="187553" y="85344"/>
                  </a:lnTo>
                  <a:lnTo>
                    <a:pt x="187553" y="115912"/>
                  </a:lnTo>
                  <a:lnTo>
                    <a:pt x="251650" y="115912"/>
                  </a:lnTo>
                  <a:lnTo>
                    <a:pt x="240728" y="156540"/>
                  </a:lnTo>
                  <a:lnTo>
                    <a:pt x="226072" y="196164"/>
                  </a:lnTo>
                  <a:lnTo>
                    <a:pt x="207416" y="234937"/>
                  </a:lnTo>
                  <a:lnTo>
                    <a:pt x="184492" y="272986"/>
                  </a:lnTo>
                  <a:lnTo>
                    <a:pt x="188810" y="282384"/>
                  </a:lnTo>
                  <a:lnTo>
                    <a:pt x="192697" y="292087"/>
                  </a:lnTo>
                  <a:lnTo>
                    <a:pt x="196291" y="301790"/>
                  </a:lnTo>
                  <a:lnTo>
                    <a:pt x="199745" y="311188"/>
                  </a:lnTo>
                  <a:lnTo>
                    <a:pt x="215188" y="286308"/>
                  </a:lnTo>
                  <a:lnTo>
                    <a:pt x="229501" y="257746"/>
                  </a:lnTo>
                  <a:lnTo>
                    <a:pt x="242684" y="225755"/>
                  </a:lnTo>
                  <a:lnTo>
                    <a:pt x="254698" y="190588"/>
                  </a:lnTo>
                  <a:lnTo>
                    <a:pt x="254698" y="427101"/>
                  </a:lnTo>
                  <a:lnTo>
                    <a:pt x="285178" y="427101"/>
                  </a:lnTo>
                  <a:lnTo>
                    <a:pt x="285178" y="195262"/>
                  </a:lnTo>
                  <a:lnTo>
                    <a:pt x="297472" y="207810"/>
                  </a:lnTo>
                  <a:lnTo>
                    <a:pt x="309181" y="220218"/>
                  </a:lnTo>
                  <a:lnTo>
                    <a:pt x="320332" y="232333"/>
                  </a:lnTo>
                  <a:lnTo>
                    <a:pt x="330898" y="244030"/>
                  </a:lnTo>
                  <a:lnTo>
                    <a:pt x="353758" y="219646"/>
                  </a:lnTo>
                  <a:close/>
                </a:path>
                <a:path w="1156335" h="427354">
                  <a:moveTo>
                    <a:pt x="417868" y="239458"/>
                  </a:moveTo>
                  <a:lnTo>
                    <a:pt x="385864" y="227266"/>
                  </a:lnTo>
                  <a:lnTo>
                    <a:pt x="367792" y="266979"/>
                  </a:lnTo>
                  <a:lnTo>
                    <a:pt x="349999" y="303707"/>
                  </a:lnTo>
                  <a:lnTo>
                    <a:pt x="332193" y="337286"/>
                  </a:lnTo>
                  <a:lnTo>
                    <a:pt x="314134" y="367576"/>
                  </a:lnTo>
                  <a:lnTo>
                    <a:pt x="323850" y="371017"/>
                  </a:lnTo>
                  <a:lnTo>
                    <a:pt x="332422" y="374624"/>
                  </a:lnTo>
                  <a:lnTo>
                    <a:pt x="339852" y="378498"/>
                  </a:lnTo>
                  <a:lnTo>
                    <a:pt x="346138" y="382816"/>
                  </a:lnTo>
                  <a:lnTo>
                    <a:pt x="364451" y="349910"/>
                  </a:lnTo>
                  <a:lnTo>
                    <a:pt x="382612" y="315137"/>
                  </a:lnTo>
                  <a:lnTo>
                    <a:pt x="400456" y="278358"/>
                  </a:lnTo>
                  <a:lnTo>
                    <a:pt x="417868" y="239458"/>
                  </a:lnTo>
                  <a:close/>
                </a:path>
                <a:path w="1156335" h="427354">
                  <a:moveTo>
                    <a:pt x="597789" y="25908"/>
                  </a:moveTo>
                  <a:lnTo>
                    <a:pt x="364528" y="25908"/>
                  </a:lnTo>
                  <a:lnTo>
                    <a:pt x="364528" y="56388"/>
                  </a:lnTo>
                  <a:lnTo>
                    <a:pt x="597789" y="56388"/>
                  </a:lnTo>
                  <a:lnTo>
                    <a:pt x="597789" y="25908"/>
                  </a:lnTo>
                  <a:close/>
                </a:path>
                <a:path w="1156335" h="427354">
                  <a:moveTo>
                    <a:pt x="617601" y="154012"/>
                  </a:moveTo>
                  <a:lnTo>
                    <a:pt x="344614" y="154012"/>
                  </a:lnTo>
                  <a:lnTo>
                    <a:pt x="344614" y="184492"/>
                  </a:lnTo>
                  <a:lnTo>
                    <a:pt x="463588" y="184492"/>
                  </a:lnTo>
                  <a:lnTo>
                    <a:pt x="463588" y="356908"/>
                  </a:lnTo>
                  <a:lnTo>
                    <a:pt x="461886" y="371144"/>
                  </a:lnTo>
                  <a:lnTo>
                    <a:pt x="456920" y="381673"/>
                  </a:lnTo>
                  <a:lnTo>
                    <a:pt x="448792" y="388188"/>
                  </a:lnTo>
                  <a:lnTo>
                    <a:pt x="437680" y="390436"/>
                  </a:lnTo>
                  <a:lnTo>
                    <a:pt x="424815" y="390144"/>
                  </a:lnTo>
                  <a:lnTo>
                    <a:pt x="411391" y="389293"/>
                  </a:lnTo>
                  <a:lnTo>
                    <a:pt x="397383" y="387858"/>
                  </a:lnTo>
                  <a:lnTo>
                    <a:pt x="382816" y="385864"/>
                  </a:lnTo>
                  <a:lnTo>
                    <a:pt x="384187" y="395909"/>
                  </a:lnTo>
                  <a:lnTo>
                    <a:pt x="385864" y="405371"/>
                  </a:lnTo>
                  <a:lnTo>
                    <a:pt x="387527" y="414235"/>
                  </a:lnTo>
                  <a:lnTo>
                    <a:pt x="388912" y="422529"/>
                  </a:lnTo>
                  <a:lnTo>
                    <a:pt x="405460" y="423392"/>
                  </a:lnTo>
                  <a:lnTo>
                    <a:pt x="420725" y="423672"/>
                  </a:lnTo>
                  <a:lnTo>
                    <a:pt x="434555" y="423392"/>
                  </a:lnTo>
                  <a:lnTo>
                    <a:pt x="484543" y="408800"/>
                  </a:lnTo>
                  <a:lnTo>
                    <a:pt x="494118" y="390436"/>
                  </a:lnTo>
                  <a:lnTo>
                    <a:pt x="497116" y="367576"/>
                  </a:lnTo>
                  <a:lnTo>
                    <a:pt x="497116" y="184492"/>
                  </a:lnTo>
                  <a:lnTo>
                    <a:pt x="617601" y="184492"/>
                  </a:lnTo>
                  <a:lnTo>
                    <a:pt x="617601" y="154012"/>
                  </a:lnTo>
                  <a:close/>
                </a:path>
                <a:path w="1156335" h="427354">
                  <a:moveTo>
                    <a:pt x="626745" y="366052"/>
                  </a:moveTo>
                  <a:lnTo>
                    <a:pt x="612152" y="334937"/>
                  </a:lnTo>
                  <a:lnTo>
                    <a:pt x="595693" y="301231"/>
                  </a:lnTo>
                  <a:lnTo>
                    <a:pt x="577240" y="265239"/>
                  </a:lnTo>
                  <a:lnTo>
                    <a:pt x="556641" y="227266"/>
                  </a:lnTo>
                  <a:lnTo>
                    <a:pt x="526161" y="240982"/>
                  </a:lnTo>
                  <a:lnTo>
                    <a:pt x="543902" y="277266"/>
                  </a:lnTo>
                  <a:lnTo>
                    <a:pt x="560641" y="312851"/>
                  </a:lnTo>
                  <a:lnTo>
                    <a:pt x="576529" y="347573"/>
                  </a:lnTo>
                  <a:lnTo>
                    <a:pt x="591693" y="381292"/>
                  </a:lnTo>
                  <a:lnTo>
                    <a:pt x="626745" y="366052"/>
                  </a:lnTo>
                  <a:close/>
                </a:path>
                <a:path w="1156335" h="427354">
                  <a:moveTo>
                    <a:pt x="768565" y="79248"/>
                  </a:moveTo>
                  <a:lnTo>
                    <a:pt x="754849" y="63538"/>
                  </a:lnTo>
                  <a:lnTo>
                    <a:pt x="738847" y="46101"/>
                  </a:lnTo>
                  <a:lnTo>
                    <a:pt x="720559" y="26949"/>
                  </a:lnTo>
                  <a:lnTo>
                    <a:pt x="699985" y="6096"/>
                  </a:lnTo>
                  <a:lnTo>
                    <a:pt x="674077" y="28956"/>
                  </a:lnTo>
                  <a:lnTo>
                    <a:pt x="690079" y="45554"/>
                  </a:lnTo>
                  <a:lnTo>
                    <a:pt x="706081" y="63449"/>
                  </a:lnTo>
                  <a:lnTo>
                    <a:pt x="722083" y="82791"/>
                  </a:lnTo>
                  <a:lnTo>
                    <a:pt x="738085" y="103733"/>
                  </a:lnTo>
                  <a:lnTo>
                    <a:pt x="768565" y="79248"/>
                  </a:lnTo>
                  <a:close/>
                </a:path>
                <a:path w="1156335" h="427354">
                  <a:moveTo>
                    <a:pt x="796099" y="315760"/>
                  </a:moveTo>
                  <a:lnTo>
                    <a:pt x="794715" y="306590"/>
                  </a:lnTo>
                  <a:lnTo>
                    <a:pt x="791387" y="288239"/>
                  </a:lnTo>
                  <a:lnTo>
                    <a:pt x="790003" y="279082"/>
                  </a:lnTo>
                  <a:lnTo>
                    <a:pt x="774560" y="291973"/>
                  </a:lnTo>
                  <a:lnTo>
                    <a:pt x="758291" y="305269"/>
                  </a:lnTo>
                  <a:lnTo>
                    <a:pt x="724369" y="332524"/>
                  </a:lnTo>
                  <a:lnTo>
                    <a:pt x="724369" y="144881"/>
                  </a:lnTo>
                  <a:lnTo>
                    <a:pt x="634365" y="144881"/>
                  </a:lnTo>
                  <a:lnTo>
                    <a:pt x="634365" y="176885"/>
                  </a:lnTo>
                  <a:lnTo>
                    <a:pt x="690841" y="176885"/>
                  </a:lnTo>
                  <a:lnTo>
                    <a:pt x="690765" y="330593"/>
                  </a:lnTo>
                  <a:lnTo>
                    <a:pt x="689965" y="340563"/>
                  </a:lnTo>
                  <a:lnTo>
                    <a:pt x="687222" y="350812"/>
                  </a:lnTo>
                  <a:lnTo>
                    <a:pt x="682485" y="359905"/>
                  </a:lnTo>
                  <a:lnTo>
                    <a:pt x="675601" y="367576"/>
                  </a:lnTo>
                  <a:lnTo>
                    <a:pt x="701509" y="395008"/>
                  </a:lnTo>
                  <a:lnTo>
                    <a:pt x="739635" y="359689"/>
                  </a:lnTo>
                  <a:lnTo>
                    <a:pt x="774407" y="332524"/>
                  </a:lnTo>
                  <a:lnTo>
                    <a:pt x="776871" y="330593"/>
                  </a:lnTo>
                  <a:lnTo>
                    <a:pt x="796099" y="315760"/>
                  </a:lnTo>
                  <a:close/>
                </a:path>
                <a:path w="1156335" h="427354">
                  <a:moveTo>
                    <a:pt x="889063" y="300520"/>
                  </a:moveTo>
                  <a:lnTo>
                    <a:pt x="860107" y="279082"/>
                  </a:lnTo>
                  <a:lnTo>
                    <a:pt x="833247" y="312572"/>
                  </a:lnTo>
                  <a:lnTo>
                    <a:pt x="805230" y="344335"/>
                  </a:lnTo>
                  <a:lnTo>
                    <a:pt x="776058" y="374370"/>
                  </a:lnTo>
                  <a:lnTo>
                    <a:pt x="745705" y="402717"/>
                  </a:lnTo>
                  <a:lnTo>
                    <a:pt x="760564" y="415480"/>
                  </a:lnTo>
                  <a:lnTo>
                    <a:pt x="767143" y="421360"/>
                  </a:lnTo>
                  <a:lnTo>
                    <a:pt x="773137" y="427101"/>
                  </a:lnTo>
                  <a:lnTo>
                    <a:pt x="804583" y="395071"/>
                  </a:lnTo>
                  <a:lnTo>
                    <a:pt x="834567" y="363194"/>
                  </a:lnTo>
                  <a:lnTo>
                    <a:pt x="862825" y="331635"/>
                  </a:lnTo>
                  <a:lnTo>
                    <a:pt x="889063" y="300520"/>
                  </a:lnTo>
                  <a:close/>
                </a:path>
                <a:path w="1156335" h="427354">
                  <a:moveTo>
                    <a:pt x="1040041" y="28956"/>
                  </a:moveTo>
                  <a:lnTo>
                    <a:pt x="1006513" y="28956"/>
                  </a:lnTo>
                  <a:lnTo>
                    <a:pt x="1006513" y="59436"/>
                  </a:lnTo>
                  <a:lnTo>
                    <a:pt x="1006513" y="202882"/>
                  </a:lnTo>
                  <a:lnTo>
                    <a:pt x="832675" y="202882"/>
                  </a:lnTo>
                  <a:lnTo>
                    <a:pt x="832675" y="59436"/>
                  </a:lnTo>
                  <a:lnTo>
                    <a:pt x="1006513" y="59436"/>
                  </a:lnTo>
                  <a:lnTo>
                    <a:pt x="1006513" y="28956"/>
                  </a:lnTo>
                  <a:lnTo>
                    <a:pt x="799147" y="28956"/>
                  </a:lnTo>
                  <a:lnTo>
                    <a:pt x="799147" y="259270"/>
                  </a:lnTo>
                  <a:lnTo>
                    <a:pt x="832675" y="259270"/>
                  </a:lnTo>
                  <a:lnTo>
                    <a:pt x="832675" y="233362"/>
                  </a:lnTo>
                  <a:lnTo>
                    <a:pt x="1006513" y="233362"/>
                  </a:lnTo>
                  <a:lnTo>
                    <a:pt x="1006513" y="259270"/>
                  </a:lnTo>
                  <a:lnTo>
                    <a:pt x="1040041" y="259270"/>
                  </a:lnTo>
                  <a:lnTo>
                    <a:pt x="1040041" y="233362"/>
                  </a:lnTo>
                  <a:lnTo>
                    <a:pt x="1040041" y="202882"/>
                  </a:lnTo>
                  <a:lnTo>
                    <a:pt x="1040041" y="59436"/>
                  </a:lnTo>
                  <a:lnTo>
                    <a:pt x="1040041" y="28956"/>
                  </a:lnTo>
                  <a:close/>
                </a:path>
                <a:path w="1156335" h="427354">
                  <a:moveTo>
                    <a:pt x="1076706" y="401193"/>
                  </a:moveTo>
                  <a:lnTo>
                    <a:pt x="1049477" y="369468"/>
                  </a:lnTo>
                  <a:lnTo>
                    <a:pt x="1022705" y="338620"/>
                  </a:lnTo>
                  <a:lnTo>
                    <a:pt x="996238" y="308902"/>
                  </a:lnTo>
                  <a:lnTo>
                    <a:pt x="969937" y="280606"/>
                  </a:lnTo>
                  <a:lnTo>
                    <a:pt x="942505" y="302044"/>
                  </a:lnTo>
                  <a:lnTo>
                    <a:pt x="968527" y="332041"/>
                  </a:lnTo>
                  <a:lnTo>
                    <a:pt x="994130" y="362623"/>
                  </a:lnTo>
                  <a:lnTo>
                    <a:pt x="1019441" y="393801"/>
                  </a:lnTo>
                  <a:lnTo>
                    <a:pt x="1044613" y="425577"/>
                  </a:lnTo>
                  <a:lnTo>
                    <a:pt x="1076706" y="401193"/>
                  </a:lnTo>
                  <a:close/>
                </a:path>
                <a:path w="1156335" h="427354">
                  <a:moveTo>
                    <a:pt x="1149858" y="146405"/>
                  </a:moveTo>
                  <a:lnTo>
                    <a:pt x="1113282" y="146405"/>
                  </a:lnTo>
                  <a:lnTo>
                    <a:pt x="1113282" y="372148"/>
                  </a:lnTo>
                  <a:lnTo>
                    <a:pt x="1149858" y="372148"/>
                  </a:lnTo>
                  <a:lnTo>
                    <a:pt x="1149858" y="146405"/>
                  </a:lnTo>
                  <a:close/>
                </a:path>
                <a:path w="1156335" h="427354">
                  <a:moveTo>
                    <a:pt x="1155954" y="59436"/>
                  </a:moveTo>
                  <a:lnTo>
                    <a:pt x="1152906" y="54864"/>
                  </a:lnTo>
                  <a:lnTo>
                    <a:pt x="1143762" y="45720"/>
                  </a:lnTo>
                  <a:lnTo>
                    <a:pt x="1139190" y="42672"/>
                  </a:lnTo>
                  <a:lnTo>
                    <a:pt x="1125474" y="42672"/>
                  </a:lnTo>
                  <a:lnTo>
                    <a:pt x="1119378" y="45720"/>
                  </a:lnTo>
                  <a:lnTo>
                    <a:pt x="1110234" y="54864"/>
                  </a:lnTo>
                  <a:lnTo>
                    <a:pt x="1108710" y="59436"/>
                  </a:lnTo>
                  <a:lnTo>
                    <a:pt x="1108710" y="73152"/>
                  </a:lnTo>
                  <a:lnTo>
                    <a:pt x="1110234" y="79248"/>
                  </a:lnTo>
                  <a:lnTo>
                    <a:pt x="1114806" y="83820"/>
                  </a:lnTo>
                  <a:lnTo>
                    <a:pt x="1119378" y="88480"/>
                  </a:lnTo>
                  <a:lnTo>
                    <a:pt x="1125474" y="90004"/>
                  </a:lnTo>
                  <a:lnTo>
                    <a:pt x="1139190" y="90004"/>
                  </a:lnTo>
                  <a:lnTo>
                    <a:pt x="1143762" y="86868"/>
                  </a:lnTo>
                  <a:lnTo>
                    <a:pt x="1148334" y="83820"/>
                  </a:lnTo>
                  <a:lnTo>
                    <a:pt x="1152906" y="79248"/>
                  </a:lnTo>
                  <a:lnTo>
                    <a:pt x="1155954" y="73152"/>
                  </a:lnTo>
                  <a:lnTo>
                    <a:pt x="1155954" y="5943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/>
          <p:nvPr/>
        </p:nvSpPr>
        <p:spPr>
          <a:xfrm>
            <a:off x="5213972" y="5453354"/>
            <a:ext cx="1583055" cy="428625"/>
          </a:xfrm>
          <a:custGeom>
            <a:avLst/>
            <a:gdLst/>
            <a:ahLst/>
            <a:cxnLst/>
            <a:rect l="l" t="t" r="r" b="b"/>
            <a:pathLst>
              <a:path w="1583054" h="428625">
                <a:moveTo>
                  <a:pt x="205841" y="41148"/>
                </a:moveTo>
                <a:lnTo>
                  <a:pt x="170789" y="41148"/>
                </a:lnTo>
                <a:lnTo>
                  <a:pt x="170789" y="179920"/>
                </a:lnTo>
                <a:lnTo>
                  <a:pt x="170789" y="237934"/>
                </a:lnTo>
                <a:lnTo>
                  <a:pt x="170789" y="271462"/>
                </a:lnTo>
                <a:lnTo>
                  <a:pt x="169646" y="287553"/>
                </a:lnTo>
                <a:lnTo>
                  <a:pt x="152501" y="326415"/>
                </a:lnTo>
                <a:lnTo>
                  <a:pt x="117741" y="346354"/>
                </a:lnTo>
                <a:lnTo>
                  <a:pt x="103632" y="347751"/>
                </a:lnTo>
                <a:lnTo>
                  <a:pt x="88734" y="346329"/>
                </a:lnTo>
                <a:lnTo>
                  <a:pt x="54864" y="324891"/>
                </a:lnTo>
                <a:lnTo>
                  <a:pt x="37719" y="282384"/>
                </a:lnTo>
                <a:lnTo>
                  <a:pt x="36576" y="263842"/>
                </a:lnTo>
                <a:lnTo>
                  <a:pt x="37719" y="244170"/>
                </a:lnTo>
                <a:lnTo>
                  <a:pt x="54864" y="198310"/>
                </a:lnTo>
                <a:lnTo>
                  <a:pt x="91300" y="175285"/>
                </a:lnTo>
                <a:lnTo>
                  <a:pt x="106680" y="173824"/>
                </a:lnTo>
                <a:lnTo>
                  <a:pt x="119888" y="174967"/>
                </a:lnTo>
                <a:lnTo>
                  <a:pt x="160502" y="201891"/>
                </a:lnTo>
                <a:lnTo>
                  <a:pt x="170789" y="237934"/>
                </a:lnTo>
                <a:lnTo>
                  <a:pt x="170789" y="179920"/>
                </a:lnTo>
                <a:lnTo>
                  <a:pt x="169265" y="179920"/>
                </a:lnTo>
                <a:lnTo>
                  <a:pt x="164706" y="173824"/>
                </a:lnTo>
                <a:lnTo>
                  <a:pt x="157289" y="163918"/>
                </a:lnTo>
                <a:lnTo>
                  <a:pt x="142011" y="152488"/>
                </a:lnTo>
                <a:lnTo>
                  <a:pt x="123571" y="145630"/>
                </a:lnTo>
                <a:lnTo>
                  <a:pt x="102108" y="143344"/>
                </a:lnTo>
                <a:lnTo>
                  <a:pt x="80162" y="145376"/>
                </a:lnTo>
                <a:lnTo>
                  <a:pt x="42532" y="162001"/>
                </a:lnTo>
                <a:lnTo>
                  <a:pt x="15430" y="195249"/>
                </a:lnTo>
                <a:lnTo>
                  <a:pt x="1714" y="239344"/>
                </a:lnTo>
                <a:lnTo>
                  <a:pt x="0" y="265366"/>
                </a:lnTo>
                <a:lnTo>
                  <a:pt x="1460" y="290283"/>
                </a:lnTo>
                <a:lnTo>
                  <a:pt x="13512" y="331470"/>
                </a:lnTo>
                <a:lnTo>
                  <a:pt x="38100" y="360883"/>
                </a:lnTo>
                <a:lnTo>
                  <a:pt x="92964" y="378244"/>
                </a:lnTo>
                <a:lnTo>
                  <a:pt x="116713" y="375640"/>
                </a:lnTo>
                <a:lnTo>
                  <a:pt x="137439" y="367753"/>
                </a:lnTo>
                <a:lnTo>
                  <a:pt x="155003" y="354444"/>
                </a:lnTo>
                <a:lnTo>
                  <a:pt x="160058" y="347751"/>
                </a:lnTo>
                <a:lnTo>
                  <a:pt x="169265" y="335559"/>
                </a:lnTo>
                <a:lnTo>
                  <a:pt x="170789" y="335559"/>
                </a:lnTo>
                <a:lnTo>
                  <a:pt x="170789" y="373659"/>
                </a:lnTo>
                <a:lnTo>
                  <a:pt x="205841" y="373659"/>
                </a:lnTo>
                <a:lnTo>
                  <a:pt x="205841" y="335559"/>
                </a:lnTo>
                <a:lnTo>
                  <a:pt x="205841" y="179920"/>
                </a:lnTo>
                <a:lnTo>
                  <a:pt x="205841" y="41148"/>
                </a:lnTo>
                <a:close/>
              </a:path>
              <a:path w="1583054" h="428625">
                <a:moveTo>
                  <a:pt x="364426" y="91528"/>
                </a:moveTo>
                <a:lnTo>
                  <a:pt x="345884" y="64884"/>
                </a:lnTo>
                <a:lnTo>
                  <a:pt x="329184" y="42113"/>
                </a:lnTo>
                <a:lnTo>
                  <a:pt x="314502" y="23075"/>
                </a:lnTo>
                <a:lnTo>
                  <a:pt x="301942" y="7620"/>
                </a:lnTo>
                <a:lnTo>
                  <a:pt x="274510" y="27432"/>
                </a:lnTo>
                <a:lnTo>
                  <a:pt x="286778" y="43980"/>
                </a:lnTo>
                <a:lnTo>
                  <a:pt x="300609" y="63830"/>
                </a:lnTo>
                <a:lnTo>
                  <a:pt x="315810" y="86728"/>
                </a:lnTo>
                <a:lnTo>
                  <a:pt x="332422" y="112864"/>
                </a:lnTo>
                <a:lnTo>
                  <a:pt x="364426" y="91528"/>
                </a:lnTo>
                <a:close/>
              </a:path>
              <a:path w="1583054" h="428625">
                <a:moveTo>
                  <a:pt x="680186" y="179920"/>
                </a:moveTo>
                <a:lnTo>
                  <a:pt x="544461" y="179920"/>
                </a:lnTo>
                <a:lnTo>
                  <a:pt x="544461" y="106768"/>
                </a:lnTo>
                <a:lnTo>
                  <a:pt x="658761" y="106768"/>
                </a:lnTo>
                <a:lnTo>
                  <a:pt x="658761" y="76200"/>
                </a:lnTo>
                <a:lnTo>
                  <a:pt x="544461" y="76200"/>
                </a:lnTo>
                <a:lnTo>
                  <a:pt x="544461" y="0"/>
                </a:lnTo>
                <a:lnTo>
                  <a:pt x="510832" y="0"/>
                </a:lnTo>
                <a:lnTo>
                  <a:pt x="510832" y="76200"/>
                </a:lnTo>
                <a:lnTo>
                  <a:pt x="448348" y="76200"/>
                </a:lnTo>
                <a:lnTo>
                  <a:pt x="451954" y="63830"/>
                </a:lnTo>
                <a:lnTo>
                  <a:pt x="455968" y="50863"/>
                </a:lnTo>
                <a:lnTo>
                  <a:pt x="459917" y="37833"/>
                </a:lnTo>
                <a:lnTo>
                  <a:pt x="463588" y="24384"/>
                </a:lnTo>
                <a:lnTo>
                  <a:pt x="430060" y="16764"/>
                </a:lnTo>
                <a:lnTo>
                  <a:pt x="420039" y="52527"/>
                </a:lnTo>
                <a:lnTo>
                  <a:pt x="408139" y="86728"/>
                </a:lnTo>
                <a:lnTo>
                  <a:pt x="394233" y="119494"/>
                </a:lnTo>
                <a:lnTo>
                  <a:pt x="378155" y="150964"/>
                </a:lnTo>
                <a:lnTo>
                  <a:pt x="387883" y="154635"/>
                </a:lnTo>
                <a:lnTo>
                  <a:pt x="396481" y="158584"/>
                </a:lnTo>
                <a:lnTo>
                  <a:pt x="403948" y="162547"/>
                </a:lnTo>
                <a:lnTo>
                  <a:pt x="410248" y="166204"/>
                </a:lnTo>
                <a:lnTo>
                  <a:pt x="417106" y="152857"/>
                </a:lnTo>
                <a:lnTo>
                  <a:pt x="423964" y="138201"/>
                </a:lnTo>
                <a:lnTo>
                  <a:pt x="430822" y="122707"/>
                </a:lnTo>
                <a:lnTo>
                  <a:pt x="437680" y="106768"/>
                </a:lnTo>
                <a:lnTo>
                  <a:pt x="510832" y="106768"/>
                </a:lnTo>
                <a:lnTo>
                  <a:pt x="510832" y="179920"/>
                </a:lnTo>
                <a:lnTo>
                  <a:pt x="365963" y="179920"/>
                </a:lnTo>
                <a:lnTo>
                  <a:pt x="365963" y="210502"/>
                </a:lnTo>
                <a:lnTo>
                  <a:pt x="451396" y="210502"/>
                </a:lnTo>
                <a:lnTo>
                  <a:pt x="450519" y="221119"/>
                </a:lnTo>
                <a:lnTo>
                  <a:pt x="450062" y="230314"/>
                </a:lnTo>
                <a:lnTo>
                  <a:pt x="449922" y="237286"/>
                </a:lnTo>
                <a:lnTo>
                  <a:pt x="449872" y="245554"/>
                </a:lnTo>
                <a:lnTo>
                  <a:pt x="443255" y="273570"/>
                </a:lnTo>
                <a:lnTo>
                  <a:pt x="427761" y="298183"/>
                </a:lnTo>
                <a:lnTo>
                  <a:pt x="403110" y="319354"/>
                </a:lnTo>
                <a:lnTo>
                  <a:pt x="369011" y="337096"/>
                </a:lnTo>
                <a:lnTo>
                  <a:pt x="374675" y="344525"/>
                </a:lnTo>
                <a:lnTo>
                  <a:pt x="381584" y="353479"/>
                </a:lnTo>
                <a:lnTo>
                  <a:pt x="387007" y="360667"/>
                </a:lnTo>
                <a:lnTo>
                  <a:pt x="391871" y="367576"/>
                </a:lnTo>
                <a:lnTo>
                  <a:pt x="431063" y="344665"/>
                </a:lnTo>
                <a:lnTo>
                  <a:pt x="459384" y="316890"/>
                </a:lnTo>
                <a:lnTo>
                  <a:pt x="476821" y="283946"/>
                </a:lnTo>
                <a:lnTo>
                  <a:pt x="483400" y="245554"/>
                </a:lnTo>
                <a:lnTo>
                  <a:pt x="483641" y="237286"/>
                </a:lnTo>
                <a:lnTo>
                  <a:pt x="484682" y="219621"/>
                </a:lnTo>
                <a:lnTo>
                  <a:pt x="484924" y="210502"/>
                </a:lnTo>
                <a:lnTo>
                  <a:pt x="542937" y="210502"/>
                </a:lnTo>
                <a:lnTo>
                  <a:pt x="542937" y="308140"/>
                </a:lnTo>
                <a:lnTo>
                  <a:pt x="545795" y="329260"/>
                </a:lnTo>
                <a:lnTo>
                  <a:pt x="554367" y="344525"/>
                </a:lnTo>
                <a:lnTo>
                  <a:pt x="568655" y="353783"/>
                </a:lnTo>
                <a:lnTo>
                  <a:pt x="588657" y="356908"/>
                </a:lnTo>
                <a:lnTo>
                  <a:pt x="620661" y="356908"/>
                </a:lnTo>
                <a:lnTo>
                  <a:pt x="640092" y="354571"/>
                </a:lnTo>
                <a:lnTo>
                  <a:pt x="654951" y="347383"/>
                </a:lnTo>
                <a:lnTo>
                  <a:pt x="665238" y="335038"/>
                </a:lnTo>
                <a:lnTo>
                  <a:pt x="667512" y="327952"/>
                </a:lnTo>
                <a:lnTo>
                  <a:pt x="670953" y="317284"/>
                </a:lnTo>
                <a:lnTo>
                  <a:pt x="673163" y="306616"/>
                </a:lnTo>
                <a:lnTo>
                  <a:pt x="675335" y="294373"/>
                </a:lnTo>
                <a:lnTo>
                  <a:pt x="677202" y="281190"/>
                </a:lnTo>
                <a:lnTo>
                  <a:pt x="678662" y="266890"/>
                </a:lnTo>
                <a:lnTo>
                  <a:pt x="668870" y="263486"/>
                </a:lnTo>
                <a:lnTo>
                  <a:pt x="652208" y="257251"/>
                </a:lnTo>
                <a:lnTo>
                  <a:pt x="645045" y="254698"/>
                </a:lnTo>
                <a:lnTo>
                  <a:pt x="643902" y="270725"/>
                </a:lnTo>
                <a:lnTo>
                  <a:pt x="642810" y="283946"/>
                </a:lnTo>
                <a:lnTo>
                  <a:pt x="633615" y="322427"/>
                </a:lnTo>
                <a:lnTo>
                  <a:pt x="617613" y="327952"/>
                </a:lnTo>
                <a:lnTo>
                  <a:pt x="596277" y="327952"/>
                </a:lnTo>
                <a:lnTo>
                  <a:pt x="588035" y="326275"/>
                </a:lnTo>
                <a:lnTo>
                  <a:pt x="581799" y="321475"/>
                </a:lnTo>
                <a:lnTo>
                  <a:pt x="577837" y="313804"/>
                </a:lnTo>
                <a:lnTo>
                  <a:pt x="576465" y="303568"/>
                </a:lnTo>
                <a:lnTo>
                  <a:pt x="576465" y="210502"/>
                </a:lnTo>
                <a:lnTo>
                  <a:pt x="680186" y="210502"/>
                </a:lnTo>
                <a:lnTo>
                  <a:pt x="680186" y="179920"/>
                </a:lnTo>
                <a:close/>
              </a:path>
              <a:path w="1583054" h="428625">
                <a:moveTo>
                  <a:pt x="684758" y="384340"/>
                </a:moveTo>
                <a:lnTo>
                  <a:pt x="523024" y="387388"/>
                </a:lnTo>
                <a:lnTo>
                  <a:pt x="431584" y="387388"/>
                </a:lnTo>
                <a:lnTo>
                  <a:pt x="374535" y="375577"/>
                </a:lnTo>
                <a:lnTo>
                  <a:pt x="336994" y="343192"/>
                </a:lnTo>
                <a:lnTo>
                  <a:pt x="336994" y="155536"/>
                </a:lnTo>
                <a:lnTo>
                  <a:pt x="251561" y="155536"/>
                </a:lnTo>
                <a:lnTo>
                  <a:pt x="251561" y="187553"/>
                </a:lnTo>
                <a:lnTo>
                  <a:pt x="303466" y="187553"/>
                </a:lnTo>
                <a:lnTo>
                  <a:pt x="303466" y="335572"/>
                </a:lnTo>
                <a:lnTo>
                  <a:pt x="293827" y="344970"/>
                </a:lnTo>
                <a:lnTo>
                  <a:pt x="265925" y="371779"/>
                </a:lnTo>
                <a:lnTo>
                  <a:pt x="248513" y="388912"/>
                </a:lnTo>
                <a:lnTo>
                  <a:pt x="265366" y="425577"/>
                </a:lnTo>
                <a:lnTo>
                  <a:pt x="281635" y="406374"/>
                </a:lnTo>
                <a:lnTo>
                  <a:pt x="296037" y="390055"/>
                </a:lnTo>
                <a:lnTo>
                  <a:pt x="308444" y="376618"/>
                </a:lnTo>
                <a:lnTo>
                  <a:pt x="318706" y="366052"/>
                </a:lnTo>
                <a:lnTo>
                  <a:pt x="336689" y="388366"/>
                </a:lnTo>
                <a:lnTo>
                  <a:pt x="360819" y="404799"/>
                </a:lnTo>
                <a:lnTo>
                  <a:pt x="390982" y="415213"/>
                </a:lnTo>
                <a:lnTo>
                  <a:pt x="427012" y="419481"/>
                </a:lnTo>
                <a:lnTo>
                  <a:pt x="519976" y="421005"/>
                </a:lnTo>
                <a:lnTo>
                  <a:pt x="672477" y="419481"/>
                </a:lnTo>
                <a:lnTo>
                  <a:pt x="675894" y="409702"/>
                </a:lnTo>
                <a:lnTo>
                  <a:pt x="679183" y="400761"/>
                </a:lnTo>
                <a:lnTo>
                  <a:pt x="682193" y="392391"/>
                </a:lnTo>
                <a:lnTo>
                  <a:pt x="683793" y="387388"/>
                </a:lnTo>
                <a:lnTo>
                  <a:pt x="684758" y="384340"/>
                </a:lnTo>
                <a:close/>
              </a:path>
              <a:path w="1583054" h="428625">
                <a:moveTo>
                  <a:pt x="847915" y="86868"/>
                </a:moveTo>
                <a:lnTo>
                  <a:pt x="792962" y="86868"/>
                </a:lnTo>
                <a:lnTo>
                  <a:pt x="792962" y="1524"/>
                </a:lnTo>
                <a:lnTo>
                  <a:pt x="759434" y="1524"/>
                </a:lnTo>
                <a:lnTo>
                  <a:pt x="759434" y="86868"/>
                </a:lnTo>
                <a:lnTo>
                  <a:pt x="701522" y="86868"/>
                </a:lnTo>
                <a:lnTo>
                  <a:pt x="701522" y="117449"/>
                </a:lnTo>
                <a:lnTo>
                  <a:pt x="759434" y="117449"/>
                </a:lnTo>
                <a:lnTo>
                  <a:pt x="759434" y="221170"/>
                </a:lnTo>
                <a:lnTo>
                  <a:pt x="744308" y="224840"/>
                </a:lnTo>
                <a:lnTo>
                  <a:pt x="712927" y="232740"/>
                </a:lnTo>
                <a:lnTo>
                  <a:pt x="696950" y="236410"/>
                </a:lnTo>
                <a:lnTo>
                  <a:pt x="701522" y="271462"/>
                </a:lnTo>
                <a:lnTo>
                  <a:pt x="744601" y="259892"/>
                </a:lnTo>
                <a:lnTo>
                  <a:pt x="759434" y="256222"/>
                </a:lnTo>
                <a:lnTo>
                  <a:pt x="759434" y="370624"/>
                </a:lnTo>
                <a:lnTo>
                  <a:pt x="758266" y="380619"/>
                </a:lnTo>
                <a:lnTo>
                  <a:pt x="754672" y="387769"/>
                </a:lnTo>
                <a:lnTo>
                  <a:pt x="748499" y="392049"/>
                </a:lnTo>
                <a:lnTo>
                  <a:pt x="739622" y="393484"/>
                </a:lnTo>
                <a:lnTo>
                  <a:pt x="732167" y="393217"/>
                </a:lnTo>
                <a:lnTo>
                  <a:pt x="723430" y="392531"/>
                </a:lnTo>
                <a:lnTo>
                  <a:pt x="701522" y="390436"/>
                </a:lnTo>
                <a:lnTo>
                  <a:pt x="703541" y="398741"/>
                </a:lnTo>
                <a:lnTo>
                  <a:pt x="705142" y="407466"/>
                </a:lnTo>
                <a:lnTo>
                  <a:pt x="706450" y="416458"/>
                </a:lnTo>
                <a:lnTo>
                  <a:pt x="707618" y="425577"/>
                </a:lnTo>
                <a:lnTo>
                  <a:pt x="721334" y="425818"/>
                </a:lnTo>
                <a:lnTo>
                  <a:pt x="732764" y="426339"/>
                </a:lnTo>
                <a:lnTo>
                  <a:pt x="741908" y="426859"/>
                </a:lnTo>
                <a:lnTo>
                  <a:pt x="748766" y="427101"/>
                </a:lnTo>
                <a:lnTo>
                  <a:pt x="767892" y="423976"/>
                </a:lnTo>
                <a:lnTo>
                  <a:pt x="781723" y="414705"/>
                </a:lnTo>
                <a:lnTo>
                  <a:pt x="790130" y="399415"/>
                </a:lnTo>
                <a:lnTo>
                  <a:pt x="790917" y="393484"/>
                </a:lnTo>
                <a:lnTo>
                  <a:pt x="792962" y="378244"/>
                </a:lnTo>
                <a:lnTo>
                  <a:pt x="792962" y="256222"/>
                </a:lnTo>
                <a:lnTo>
                  <a:pt x="792962" y="247078"/>
                </a:lnTo>
                <a:lnTo>
                  <a:pt x="804672" y="243649"/>
                </a:lnTo>
                <a:lnTo>
                  <a:pt x="841819" y="233362"/>
                </a:lnTo>
                <a:lnTo>
                  <a:pt x="840701" y="226225"/>
                </a:lnTo>
                <a:lnTo>
                  <a:pt x="839724" y="218503"/>
                </a:lnTo>
                <a:lnTo>
                  <a:pt x="839317" y="213550"/>
                </a:lnTo>
                <a:lnTo>
                  <a:pt x="839038" y="210223"/>
                </a:lnTo>
                <a:lnTo>
                  <a:pt x="838771" y="201358"/>
                </a:lnTo>
                <a:lnTo>
                  <a:pt x="827328" y="203911"/>
                </a:lnTo>
                <a:lnTo>
                  <a:pt x="815873" y="206883"/>
                </a:lnTo>
                <a:lnTo>
                  <a:pt x="804405" y="210146"/>
                </a:lnTo>
                <a:lnTo>
                  <a:pt x="792962" y="213550"/>
                </a:lnTo>
                <a:lnTo>
                  <a:pt x="792962" y="117449"/>
                </a:lnTo>
                <a:lnTo>
                  <a:pt x="847915" y="117449"/>
                </a:lnTo>
                <a:lnTo>
                  <a:pt x="847915" y="86868"/>
                </a:lnTo>
                <a:close/>
              </a:path>
              <a:path w="1583054" h="428625">
                <a:moveTo>
                  <a:pt x="1134630" y="321856"/>
                </a:moveTo>
                <a:lnTo>
                  <a:pt x="1001941" y="321856"/>
                </a:lnTo>
                <a:lnTo>
                  <a:pt x="1001941" y="271462"/>
                </a:lnTo>
                <a:lnTo>
                  <a:pt x="1114818" y="271462"/>
                </a:lnTo>
                <a:lnTo>
                  <a:pt x="1114818" y="239458"/>
                </a:lnTo>
                <a:lnTo>
                  <a:pt x="1001941" y="239458"/>
                </a:lnTo>
                <a:lnTo>
                  <a:pt x="1001941" y="189077"/>
                </a:lnTo>
                <a:lnTo>
                  <a:pt x="968413" y="189077"/>
                </a:lnTo>
                <a:lnTo>
                  <a:pt x="968413" y="239458"/>
                </a:lnTo>
                <a:lnTo>
                  <a:pt x="858596" y="239458"/>
                </a:lnTo>
                <a:lnTo>
                  <a:pt x="858596" y="271462"/>
                </a:lnTo>
                <a:lnTo>
                  <a:pt x="968413" y="271462"/>
                </a:lnTo>
                <a:lnTo>
                  <a:pt x="968413" y="321856"/>
                </a:lnTo>
                <a:lnTo>
                  <a:pt x="832675" y="321856"/>
                </a:lnTo>
                <a:lnTo>
                  <a:pt x="832675" y="353860"/>
                </a:lnTo>
                <a:lnTo>
                  <a:pt x="968413" y="353860"/>
                </a:lnTo>
                <a:lnTo>
                  <a:pt x="968413" y="428625"/>
                </a:lnTo>
                <a:lnTo>
                  <a:pt x="1001941" y="428625"/>
                </a:lnTo>
                <a:lnTo>
                  <a:pt x="1001941" y="353860"/>
                </a:lnTo>
                <a:lnTo>
                  <a:pt x="1134630" y="353860"/>
                </a:lnTo>
                <a:lnTo>
                  <a:pt x="1134630" y="321856"/>
                </a:lnTo>
                <a:close/>
              </a:path>
              <a:path w="1583054" h="428625">
                <a:moveTo>
                  <a:pt x="1134630" y="169265"/>
                </a:moveTo>
                <a:lnTo>
                  <a:pt x="1102563" y="164096"/>
                </a:lnTo>
                <a:lnTo>
                  <a:pt x="1084237" y="160121"/>
                </a:lnTo>
                <a:lnTo>
                  <a:pt x="1072819" y="157645"/>
                </a:lnTo>
                <a:lnTo>
                  <a:pt x="1045375" y="149758"/>
                </a:lnTo>
                <a:lnTo>
                  <a:pt x="1020229" y="140309"/>
                </a:lnTo>
                <a:lnTo>
                  <a:pt x="1041120" y="125069"/>
                </a:lnTo>
                <a:lnTo>
                  <a:pt x="1046848" y="120878"/>
                </a:lnTo>
                <a:lnTo>
                  <a:pt x="1069771" y="99301"/>
                </a:lnTo>
                <a:lnTo>
                  <a:pt x="1089279" y="75717"/>
                </a:lnTo>
                <a:lnTo>
                  <a:pt x="1105674" y="50292"/>
                </a:lnTo>
                <a:lnTo>
                  <a:pt x="1105674" y="21336"/>
                </a:lnTo>
                <a:lnTo>
                  <a:pt x="1065949" y="21336"/>
                </a:lnTo>
                <a:lnTo>
                  <a:pt x="1065949" y="51816"/>
                </a:lnTo>
                <a:lnTo>
                  <a:pt x="1051636" y="71831"/>
                </a:lnTo>
                <a:lnTo>
                  <a:pt x="1033754" y="90728"/>
                </a:lnTo>
                <a:lnTo>
                  <a:pt x="1012151" y="108470"/>
                </a:lnTo>
                <a:lnTo>
                  <a:pt x="986701" y="125069"/>
                </a:lnTo>
                <a:lnTo>
                  <a:pt x="963218" y="109334"/>
                </a:lnTo>
                <a:lnTo>
                  <a:pt x="943178" y="91871"/>
                </a:lnTo>
                <a:lnTo>
                  <a:pt x="926604" y="72694"/>
                </a:lnTo>
                <a:lnTo>
                  <a:pt x="913460" y="51816"/>
                </a:lnTo>
                <a:lnTo>
                  <a:pt x="1065949" y="51816"/>
                </a:lnTo>
                <a:lnTo>
                  <a:pt x="1065949" y="21336"/>
                </a:lnTo>
                <a:lnTo>
                  <a:pt x="854011" y="21336"/>
                </a:lnTo>
                <a:lnTo>
                  <a:pt x="854011" y="51816"/>
                </a:lnTo>
                <a:lnTo>
                  <a:pt x="879932" y="51816"/>
                </a:lnTo>
                <a:lnTo>
                  <a:pt x="893076" y="77000"/>
                </a:lnTo>
                <a:lnTo>
                  <a:pt x="909650" y="100063"/>
                </a:lnTo>
                <a:lnTo>
                  <a:pt x="929652" y="121119"/>
                </a:lnTo>
                <a:lnTo>
                  <a:pt x="953084" y="140309"/>
                </a:lnTo>
                <a:lnTo>
                  <a:pt x="927950" y="150304"/>
                </a:lnTo>
                <a:lnTo>
                  <a:pt x="900696" y="159740"/>
                </a:lnTo>
                <a:lnTo>
                  <a:pt x="871423" y="168592"/>
                </a:lnTo>
                <a:lnTo>
                  <a:pt x="840295" y="176885"/>
                </a:lnTo>
                <a:lnTo>
                  <a:pt x="844588" y="185115"/>
                </a:lnTo>
                <a:lnTo>
                  <a:pt x="848296" y="193497"/>
                </a:lnTo>
                <a:lnTo>
                  <a:pt x="851344" y="201358"/>
                </a:lnTo>
                <a:lnTo>
                  <a:pt x="854011" y="208978"/>
                </a:lnTo>
                <a:lnTo>
                  <a:pt x="891235" y="198983"/>
                </a:lnTo>
                <a:lnTo>
                  <a:pt x="925461" y="187401"/>
                </a:lnTo>
                <a:lnTo>
                  <a:pt x="957148" y="174396"/>
                </a:lnTo>
                <a:lnTo>
                  <a:pt x="986701" y="160121"/>
                </a:lnTo>
                <a:lnTo>
                  <a:pt x="1014653" y="173888"/>
                </a:lnTo>
                <a:lnTo>
                  <a:pt x="1045768" y="185686"/>
                </a:lnTo>
                <a:lnTo>
                  <a:pt x="1079754" y="195770"/>
                </a:lnTo>
                <a:lnTo>
                  <a:pt x="1116342" y="204406"/>
                </a:lnTo>
                <a:lnTo>
                  <a:pt x="1120051" y="196342"/>
                </a:lnTo>
                <a:lnTo>
                  <a:pt x="1124343" y="187972"/>
                </a:lnTo>
                <a:lnTo>
                  <a:pt x="1129195" y="179031"/>
                </a:lnTo>
                <a:lnTo>
                  <a:pt x="1134630" y="169265"/>
                </a:lnTo>
                <a:close/>
              </a:path>
              <a:path w="1583054" h="428625">
                <a:moveTo>
                  <a:pt x="1338935" y="24384"/>
                </a:moveTo>
                <a:lnTo>
                  <a:pt x="1308455" y="24384"/>
                </a:lnTo>
                <a:lnTo>
                  <a:pt x="1308455" y="51816"/>
                </a:lnTo>
                <a:lnTo>
                  <a:pt x="1308455" y="111340"/>
                </a:lnTo>
                <a:lnTo>
                  <a:pt x="1215402" y="111340"/>
                </a:lnTo>
                <a:lnTo>
                  <a:pt x="1215402" y="51816"/>
                </a:lnTo>
                <a:lnTo>
                  <a:pt x="1308455" y="51816"/>
                </a:lnTo>
                <a:lnTo>
                  <a:pt x="1308455" y="24384"/>
                </a:lnTo>
                <a:lnTo>
                  <a:pt x="1184922" y="24384"/>
                </a:lnTo>
                <a:lnTo>
                  <a:pt x="1184922" y="157060"/>
                </a:lnTo>
                <a:lnTo>
                  <a:pt x="1215402" y="157060"/>
                </a:lnTo>
                <a:lnTo>
                  <a:pt x="1215402" y="138772"/>
                </a:lnTo>
                <a:lnTo>
                  <a:pt x="1308455" y="138772"/>
                </a:lnTo>
                <a:lnTo>
                  <a:pt x="1308455" y="152488"/>
                </a:lnTo>
                <a:lnTo>
                  <a:pt x="1338935" y="152488"/>
                </a:lnTo>
                <a:lnTo>
                  <a:pt x="1338935" y="138772"/>
                </a:lnTo>
                <a:lnTo>
                  <a:pt x="1338935" y="111340"/>
                </a:lnTo>
                <a:lnTo>
                  <a:pt x="1338935" y="51816"/>
                </a:lnTo>
                <a:lnTo>
                  <a:pt x="1338935" y="24384"/>
                </a:lnTo>
                <a:close/>
              </a:path>
              <a:path w="1583054" h="428625">
                <a:moveTo>
                  <a:pt x="1541818" y="24384"/>
                </a:moveTo>
                <a:lnTo>
                  <a:pt x="1511338" y="24384"/>
                </a:lnTo>
                <a:lnTo>
                  <a:pt x="1511338" y="51816"/>
                </a:lnTo>
                <a:lnTo>
                  <a:pt x="1511338" y="111340"/>
                </a:lnTo>
                <a:lnTo>
                  <a:pt x="1416761" y="111340"/>
                </a:lnTo>
                <a:lnTo>
                  <a:pt x="1416761" y="51816"/>
                </a:lnTo>
                <a:lnTo>
                  <a:pt x="1511338" y="51816"/>
                </a:lnTo>
                <a:lnTo>
                  <a:pt x="1511338" y="24384"/>
                </a:lnTo>
                <a:lnTo>
                  <a:pt x="1386281" y="24384"/>
                </a:lnTo>
                <a:lnTo>
                  <a:pt x="1386281" y="152488"/>
                </a:lnTo>
                <a:lnTo>
                  <a:pt x="1416761" y="152488"/>
                </a:lnTo>
                <a:lnTo>
                  <a:pt x="1416761" y="138772"/>
                </a:lnTo>
                <a:lnTo>
                  <a:pt x="1447241" y="138772"/>
                </a:lnTo>
                <a:lnTo>
                  <a:pt x="1511338" y="138772"/>
                </a:lnTo>
                <a:lnTo>
                  <a:pt x="1511338" y="154012"/>
                </a:lnTo>
                <a:lnTo>
                  <a:pt x="1541818" y="154012"/>
                </a:lnTo>
                <a:lnTo>
                  <a:pt x="1541818" y="138772"/>
                </a:lnTo>
                <a:lnTo>
                  <a:pt x="1541818" y="111340"/>
                </a:lnTo>
                <a:lnTo>
                  <a:pt x="1541818" y="51816"/>
                </a:lnTo>
                <a:lnTo>
                  <a:pt x="1541818" y="24384"/>
                </a:lnTo>
                <a:close/>
              </a:path>
              <a:path w="1583054" h="428625">
                <a:moveTo>
                  <a:pt x="1582966" y="260794"/>
                </a:moveTo>
                <a:lnTo>
                  <a:pt x="1522882" y="258559"/>
                </a:lnTo>
                <a:lnTo>
                  <a:pt x="1472958" y="249745"/>
                </a:lnTo>
                <a:lnTo>
                  <a:pt x="1433068" y="234645"/>
                </a:lnTo>
                <a:lnTo>
                  <a:pt x="1403045" y="213550"/>
                </a:lnTo>
                <a:lnTo>
                  <a:pt x="1572298" y="213550"/>
                </a:lnTo>
                <a:lnTo>
                  <a:pt x="1572298" y="184492"/>
                </a:lnTo>
                <a:lnTo>
                  <a:pt x="1489913" y="184492"/>
                </a:lnTo>
                <a:lnTo>
                  <a:pt x="1500581" y="173824"/>
                </a:lnTo>
                <a:lnTo>
                  <a:pt x="1487957" y="164922"/>
                </a:lnTo>
                <a:lnTo>
                  <a:pt x="1475054" y="156298"/>
                </a:lnTo>
                <a:lnTo>
                  <a:pt x="1461566" y="147688"/>
                </a:lnTo>
                <a:lnTo>
                  <a:pt x="1447241" y="138772"/>
                </a:lnTo>
                <a:lnTo>
                  <a:pt x="1430477" y="158584"/>
                </a:lnTo>
                <a:lnTo>
                  <a:pt x="1439621" y="165214"/>
                </a:lnTo>
                <a:lnTo>
                  <a:pt x="1457909" y="177876"/>
                </a:lnTo>
                <a:lnTo>
                  <a:pt x="1467053" y="184492"/>
                </a:lnTo>
                <a:lnTo>
                  <a:pt x="1371041" y="184492"/>
                </a:lnTo>
                <a:lnTo>
                  <a:pt x="1373301" y="176479"/>
                </a:lnTo>
                <a:lnTo>
                  <a:pt x="1375422" y="168300"/>
                </a:lnTo>
                <a:lnTo>
                  <a:pt x="1377251" y="159854"/>
                </a:lnTo>
                <a:lnTo>
                  <a:pt x="1378661" y="150964"/>
                </a:lnTo>
                <a:lnTo>
                  <a:pt x="1348079" y="146392"/>
                </a:lnTo>
                <a:lnTo>
                  <a:pt x="1346657" y="156641"/>
                </a:lnTo>
                <a:lnTo>
                  <a:pt x="1344650" y="166585"/>
                </a:lnTo>
                <a:lnTo>
                  <a:pt x="1342085" y="175971"/>
                </a:lnTo>
                <a:lnTo>
                  <a:pt x="1338935" y="184492"/>
                </a:lnTo>
                <a:lnTo>
                  <a:pt x="1162050" y="184492"/>
                </a:lnTo>
                <a:lnTo>
                  <a:pt x="1162050" y="213550"/>
                </a:lnTo>
                <a:lnTo>
                  <a:pt x="1320647" y="213550"/>
                </a:lnTo>
                <a:lnTo>
                  <a:pt x="1298384" y="229577"/>
                </a:lnTo>
                <a:lnTo>
                  <a:pt x="1261389" y="243459"/>
                </a:lnTo>
                <a:lnTo>
                  <a:pt x="1209802" y="255346"/>
                </a:lnTo>
                <a:lnTo>
                  <a:pt x="1143762" y="265366"/>
                </a:lnTo>
                <a:lnTo>
                  <a:pt x="1149197" y="274231"/>
                </a:lnTo>
                <a:lnTo>
                  <a:pt x="1154049" y="282524"/>
                </a:lnTo>
                <a:lnTo>
                  <a:pt x="1158341" y="290271"/>
                </a:lnTo>
                <a:lnTo>
                  <a:pt x="1162050" y="297472"/>
                </a:lnTo>
                <a:lnTo>
                  <a:pt x="1169682" y="295846"/>
                </a:lnTo>
                <a:lnTo>
                  <a:pt x="1184922" y="292798"/>
                </a:lnTo>
                <a:lnTo>
                  <a:pt x="1184922" y="425577"/>
                </a:lnTo>
                <a:lnTo>
                  <a:pt x="1216926" y="425577"/>
                </a:lnTo>
                <a:lnTo>
                  <a:pt x="1216926" y="401193"/>
                </a:lnTo>
                <a:lnTo>
                  <a:pt x="1308455" y="401193"/>
                </a:lnTo>
                <a:lnTo>
                  <a:pt x="1308455" y="425577"/>
                </a:lnTo>
                <a:lnTo>
                  <a:pt x="1338935" y="425577"/>
                </a:lnTo>
                <a:lnTo>
                  <a:pt x="1338935" y="289750"/>
                </a:lnTo>
                <a:lnTo>
                  <a:pt x="1308455" y="289750"/>
                </a:lnTo>
                <a:lnTo>
                  <a:pt x="1308455" y="317284"/>
                </a:lnTo>
                <a:lnTo>
                  <a:pt x="1308455" y="375196"/>
                </a:lnTo>
                <a:lnTo>
                  <a:pt x="1216926" y="375196"/>
                </a:lnTo>
                <a:lnTo>
                  <a:pt x="1216926" y="317284"/>
                </a:lnTo>
                <a:lnTo>
                  <a:pt x="1308455" y="317284"/>
                </a:lnTo>
                <a:lnTo>
                  <a:pt x="1308455" y="289750"/>
                </a:lnTo>
                <a:lnTo>
                  <a:pt x="1198638" y="289750"/>
                </a:lnTo>
                <a:lnTo>
                  <a:pt x="1259268" y="275704"/>
                </a:lnTo>
                <a:lnTo>
                  <a:pt x="1306156" y="258508"/>
                </a:lnTo>
                <a:lnTo>
                  <a:pt x="1339316" y="237883"/>
                </a:lnTo>
                <a:lnTo>
                  <a:pt x="1358747" y="213550"/>
                </a:lnTo>
                <a:lnTo>
                  <a:pt x="1366367" y="213550"/>
                </a:lnTo>
                <a:lnTo>
                  <a:pt x="1389278" y="240677"/>
                </a:lnTo>
                <a:lnTo>
                  <a:pt x="1423619" y="262509"/>
                </a:lnTo>
                <a:lnTo>
                  <a:pt x="1469377" y="278917"/>
                </a:lnTo>
                <a:lnTo>
                  <a:pt x="1526578" y="289750"/>
                </a:lnTo>
                <a:lnTo>
                  <a:pt x="1511338" y="289750"/>
                </a:lnTo>
                <a:lnTo>
                  <a:pt x="1511338" y="317284"/>
                </a:lnTo>
                <a:lnTo>
                  <a:pt x="1511338" y="375196"/>
                </a:lnTo>
                <a:lnTo>
                  <a:pt x="1418285" y="375196"/>
                </a:lnTo>
                <a:lnTo>
                  <a:pt x="1418285" y="317284"/>
                </a:lnTo>
                <a:lnTo>
                  <a:pt x="1511338" y="317284"/>
                </a:lnTo>
                <a:lnTo>
                  <a:pt x="1511338" y="289750"/>
                </a:lnTo>
                <a:lnTo>
                  <a:pt x="1386281" y="289750"/>
                </a:lnTo>
                <a:lnTo>
                  <a:pt x="1386281" y="425577"/>
                </a:lnTo>
                <a:lnTo>
                  <a:pt x="1418285" y="425577"/>
                </a:lnTo>
                <a:lnTo>
                  <a:pt x="1418285" y="401193"/>
                </a:lnTo>
                <a:lnTo>
                  <a:pt x="1511338" y="401193"/>
                </a:lnTo>
                <a:lnTo>
                  <a:pt x="1511338" y="425577"/>
                </a:lnTo>
                <a:lnTo>
                  <a:pt x="1541818" y="425577"/>
                </a:lnTo>
                <a:lnTo>
                  <a:pt x="1541818" y="401193"/>
                </a:lnTo>
                <a:lnTo>
                  <a:pt x="1541818" y="375196"/>
                </a:lnTo>
                <a:lnTo>
                  <a:pt x="1541818" y="317284"/>
                </a:lnTo>
                <a:lnTo>
                  <a:pt x="1541818" y="291274"/>
                </a:lnTo>
                <a:lnTo>
                  <a:pt x="1549438" y="292798"/>
                </a:lnTo>
                <a:lnTo>
                  <a:pt x="1557058" y="292798"/>
                </a:lnTo>
                <a:lnTo>
                  <a:pt x="1564678" y="294322"/>
                </a:lnTo>
                <a:lnTo>
                  <a:pt x="1566049" y="291274"/>
                </a:lnTo>
                <a:lnTo>
                  <a:pt x="1568399" y="286080"/>
                </a:lnTo>
                <a:lnTo>
                  <a:pt x="1572679" y="277558"/>
                </a:lnTo>
                <a:lnTo>
                  <a:pt x="1577543" y="269036"/>
                </a:lnTo>
                <a:lnTo>
                  <a:pt x="1582966" y="26079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871716" y="5772150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479" y="117443"/>
                </a:moveTo>
                <a:lnTo>
                  <a:pt x="0" y="117443"/>
                </a:lnTo>
                <a:lnTo>
                  <a:pt x="25907" y="0"/>
                </a:lnTo>
                <a:lnTo>
                  <a:pt x="67055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7260514" y="5447258"/>
            <a:ext cx="2400935" cy="442595"/>
          </a:xfrm>
          <a:custGeom>
            <a:avLst/>
            <a:gdLst/>
            <a:ahLst/>
            <a:cxnLst/>
            <a:rect l="l" t="t" r="r" b="b"/>
            <a:pathLst>
              <a:path w="2400934" h="442595">
                <a:moveTo>
                  <a:pt x="433108" y="204406"/>
                </a:moveTo>
                <a:lnTo>
                  <a:pt x="242506" y="204406"/>
                </a:lnTo>
                <a:lnTo>
                  <a:pt x="242506" y="172300"/>
                </a:lnTo>
                <a:lnTo>
                  <a:pt x="388912" y="65532"/>
                </a:lnTo>
                <a:lnTo>
                  <a:pt x="388912" y="30480"/>
                </a:lnTo>
                <a:lnTo>
                  <a:pt x="47345" y="30480"/>
                </a:lnTo>
                <a:lnTo>
                  <a:pt x="47345" y="64008"/>
                </a:lnTo>
                <a:lnTo>
                  <a:pt x="331000" y="64008"/>
                </a:lnTo>
                <a:lnTo>
                  <a:pt x="204406" y="155536"/>
                </a:lnTo>
                <a:lnTo>
                  <a:pt x="204406" y="204406"/>
                </a:lnTo>
                <a:lnTo>
                  <a:pt x="0" y="204406"/>
                </a:lnTo>
                <a:lnTo>
                  <a:pt x="0" y="236410"/>
                </a:lnTo>
                <a:lnTo>
                  <a:pt x="204406" y="236410"/>
                </a:lnTo>
                <a:lnTo>
                  <a:pt x="204406" y="366039"/>
                </a:lnTo>
                <a:lnTo>
                  <a:pt x="202438" y="380047"/>
                </a:lnTo>
                <a:lnTo>
                  <a:pt x="196596" y="390042"/>
                </a:lnTo>
                <a:lnTo>
                  <a:pt x="187058" y="396049"/>
                </a:lnTo>
                <a:lnTo>
                  <a:pt x="173926" y="398043"/>
                </a:lnTo>
                <a:lnTo>
                  <a:pt x="105257" y="393471"/>
                </a:lnTo>
                <a:lnTo>
                  <a:pt x="107276" y="403796"/>
                </a:lnTo>
                <a:lnTo>
                  <a:pt x="108877" y="413943"/>
                </a:lnTo>
                <a:lnTo>
                  <a:pt x="111353" y="433197"/>
                </a:lnTo>
                <a:lnTo>
                  <a:pt x="180022" y="433197"/>
                </a:lnTo>
                <a:lnTo>
                  <a:pt x="207149" y="429717"/>
                </a:lnTo>
                <a:lnTo>
                  <a:pt x="226695" y="419087"/>
                </a:lnTo>
                <a:lnTo>
                  <a:pt x="238531" y="401015"/>
                </a:lnTo>
                <a:lnTo>
                  <a:pt x="242506" y="375183"/>
                </a:lnTo>
                <a:lnTo>
                  <a:pt x="242506" y="236410"/>
                </a:lnTo>
                <a:lnTo>
                  <a:pt x="433108" y="236410"/>
                </a:lnTo>
                <a:lnTo>
                  <a:pt x="433108" y="204406"/>
                </a:lnTo>
                <a:close/>
              </a:path>
              <a:path w="2400934" h="442595">
                <a:moveTo>
                  <a:pt x="599414" y="79248"/>
                </a:moveTo>
                <a:lnTo>
                  <a:pt x="583399" y="65887"/>
                </a:lnTo>
                <a:lnTo>
                  <a:pt x="565073" y="51244"/>
                </a:lnTo>
                <a:lnTo>
                  <a:pt x="544474" y="35737"/>
                </a:lnTo>
                <a:lnTo>
                  <a:pt x="521589" y="19812"/>
                </a:lnTo>
                <a:lnTo>
                  <a:pt x="500253" y="42672"/>
                </a:lnTo>
                <a:lnTo>
                  <a:pt x="523100" y="60147"/>
                </a:lnTo>
                <a:lnTo>
                  <a:pt x="543509" y="76212"/>
                </a:lnTo>
                <a:lnTo>
                  <a:pt x="561378" y="91147"/>
                </a:lnTo>
                <a:lnTo>
                  <a:pt x="576554" y="105244"/>
                </a:lnTo>
                <a:lnTo>
                  <a:pt x="599414" y="79248"/>
                </a:lnTo>
                <a:close/>
              </a:path>
              <a:path w="2400934" h="442595">
                <a:moveTo>
                  <a:pt x="826579" y="44196"/>
                </a:moveTo>
                <a:lnTo>
                  <a:pt x="802195" y="19812"/>
                </a:lnTo>
                <a:lnTo>
                  <a:pt x="780821" y="38150"/>
                </a:lnTo>
                <a:lnTo>
                  <a:pt x="760285" y="54483"/>
                </a:lnTo>
                <a:lnTo>
                  <a:pt x="740905" y="69100"/>
                </a:lnTo>
                <a:lnTo>
                  <a:pt x="722947" y="82296"/>
                </a:lnTo>
                <a:lnTo>
                  <a:pt x="745807" y="106768"/>
                </a:lnTo>
                <a:lnTo>
                  <a:pt x="771296" y="87312"/>
                </a:lnTo>
                <a:lnTo>
                  <a:pt x="811390" y="55892"/>
                </a:lnTo>
                <a:lnTo>
                  <a:pt x="826579" y="44196"/>
                </a:lnTo>
                <a:close/>
              </a:path>
              <a:path w="2400934" h="442595">
                <a:moveTo>
                  <a:pt x="875449" y="230314"/>
                </a:moveTo>
                <a:lnTo>
                  <a:pt x="839965" y="214553"/>
                </a:lnTo>
                <a:lnTo>
                  <a:pt x="797623" y="196926"/>
                </a:lnTo>
                <a:lnTo>
                  <a:pt x="755027" y="179920"/>
                </a:lnTo>
                <a:lnTo>
                  <a:pt x="692378" y="155536"/>
                </a:lnTo>
                <a:lnTo>
                  <a:pt x="680186" y="172300"/>
                </a:lnTo>
                <a:lnTo>
                  <a:pt x="680186" y="152488"/>
                </a:lnTo>
                <a:lnTo>
                  <a:pt x="680186" y="146392"/>
                </a:lnTo>
                <a:lnTo>
                  <a:pt x="863257" y="146392"/>
                </a:lnTo>
                <a:lnTo>
                  <a:pt x="863257" y="117436"/>
                </a:lnTo>
                <a:lnTo>
                  <a:pt x="680186" y="117436"/>
                </a:lnTo>
                <a:lnTo>
                  <a:pt x="680186" y="7620"/>
                </a:lnTo>
                <a:lnTo>
                  <a:pt x="646658" y="7620"/>
                </a:lnTo>
                <a:lnTo>
                  <a:pt x="646658" y="117436"/>
                </a:lnTo>
                <a:lnTo>
                  <a:pt x="460629" y="117436"/>
                </a:lnTo>
                <a:lnTo>
                  <a:pt x="460629" y="146392"/>
                </a:lnTo>
                <a:lnTo>
                  <a:pt x="616178" y="146392"/>
                </a:lnTo>
                <a:lnTo>
                  <a:pt x="579856" y="171272"/>
                </a:lnTo>
                <a:lnTo>
                  <a:pt x="539699" y="193306"/>
                </a:lnTo>
                <a:lnTo>
                  <a:pt x="495858" y="212483"/>
                </a:lnTo>
                <a:lnTo>
                  <a:pt x="448437" y="228790"/>
                </a:lnTo>
                <a:lnTo>
                  <a:pt x="454139" y="235889"/>
                </a:lnTo>
                <a:lnTo>
                  <a:pt x="459676" y="243268"/>
                </a:lnTo>
                <a:lnTo>
                  <a:pt x="464947" y="250647"/>
                </a:lnTo>
                <a:lnTo>
                  <a:pt x="469773" y="257746"/>
                </a:lnTo>
                <a:lnTo>
                  <a:pt x="517779" y="239166"/>
                </a:lnTo>
                <a:lnTo>
                  <a:pt x="563359" y="215442"/>
                </a:lnTo>
                <a:lnTo>
                  <a:pt x="606374" y="186550"/>
                </a:lnTo>
                <a:lnTo>
                  <a:pt x="646658" y="152488"/>
                </a:lnTo>
                <a:lnTo>
                  <a:pt x="646658" y="225742"/>
                </a:lnTo>
                <a:lnTo>
                  <a:pt x="680186" y="225742"/>
                </a:lnTo>
                <a:lnTo>
                  <a:pt x="680186" y="179920"/>
                </a:lnTo>
                <a:lnTo>
                  <a:pt x="730846" y="199631"/>
                </a:lnTo>
                <a:lnTo>
                  <a:pt x="777621" y="219443"/>
                </a:lnTo>
                <a:lnTo>
                  <a:pt x="820699" y="238963"/>
                </a:lnTo>
                <a:lnTo>
                  <a:pt x="860209" y="257746"/>
                </a:lnTo>
                <a:lnTo>
                  <a:pt x="875449" y="230314"/>
                </a:lnTo>
                <a:close/>
              </a:path>
              <a:path w="2400934" h="442595">
                <a:moveTo>
                  <a:pt x="883069" y="404139"/>
                </a:moveTo>
                <a:lnTo>
                  <a:pt x="832916" y="395744"/>
                </a:lnTo>
                <a:lnTo>
                  <a:pt x="788619" y="381571"/>
                </a:lnTo>
                <a:lnTo>
                  <a:pt x="750189" y="361683"/>
                </a:lnTo>
                <a:lnTo>
                  <a:pt x="717600" y="336169"/>
                </a:lnTo>
                <a:lnTo>
                  <a:pt x="701344" y="317271"/>
                </a:lnTo>
                <a:lnTo>
                  <a:pt x="690854" y="305079"/>
                </a:lnTo>
                <a:lnTo>
                  <a:pt x="867829" y="305079"/>
                </a:lnTo>
                <a:lnTo>
                  <a:pt x="867829" y="274510"/>
                </a:lnTo>
                <a:lnTo>
                  <a:pt x="674090" y="274510"/>
                </a:lnTo>
                <a:lnTo>
                  <a:pt x="675474" y="267131"/>
                </a:lnTo>
                <a:lnTo>
                  <a:pt x="677138" y="258889"/>
                </a:lnTo>
                <a:lnTo>
                  <a:pt x="678802" y="250075"/>
                </a:lnTo>
                <a:lnTo>
                  <a:pt x="680186" y="240982"/>
                </a:lnTo>
                <a:lnTo>
                  <a:pt x="645134" y="240982"/>
                </a:lnTo>
                <a:lnTo>
                  <a:pt x="643966" y="250075"/>
                </a:lnTo>
                <a:lnTo>
                  <a:pt x="642658" y="258889"/>
                </a:lnTo>
                <a:lnTo>
                  <a:pt x="641057" y="267131"/>
                </a:lnTo>
                <a:lnTo>
                  <a:pt x="639038" y="274510"/>
                </a:lnTo>
                <a:lnTo>
                  <a:pt x="457581" y="274510"/>
                </a:lnTo>
                <a:lnTo>
                  <a:pt x="457581" y="305079"/>
                </a:lnTo>
                <a:lnTo>
                  <a:pt x="629894" y="305079"/>
                </a:lnTo>
                <a:lnTo>
                  <a:pt x="611593" y="336359"/>
                </a:lnTo>
                <a:lnTo>
                  <a:pt x="584136" y="362521"/>
                </a:lnTo>
                <a:lnTo>
                  <a:pt x="547535" y="383565"/>
                </a:lnTo>
                <a:lnTo>
                  <a:pt x="501789" y="399503"/>
                </a:lnTo>
                <a:lnTo>
                  <a:pt x="446913" y="410337"/>
                </a:lnTo>
                <a:lnTo>
                  <a:pt x="452348" y="418338"/>
                </a:lnTo>
                <a:lnTo>
                  <a:pt x="457200" y="426339"/>
                </a:lnTo>
                <a:lnTo>
                  <a:pt x="461492" y="434340"/>
                </a:lnTo>
                <a:lnTo>
                  <a:pt x="465201" y="442341"/>
                </a:lnTo>
                <a:lnTo>
                  <a:pt x="523557" y="428459"/>
                </a:lnTo>
                <a:lnTo>
                  <a:pt x="572414" y="408851"/>
                </a:lnTo>
                <a:lnTo>
                  <a:pt x="611759" y="383679"/>
                </a:lnTo>
                <a:lnTo>
                  <a:pt x="641591" y="353110"/>
                </a:lnTo>
                <a:lnTo>
                  <a:pt x="661898" y="317271"/>
                </a:lnTo>
                <a:lnTo>
                  <a:pt x="687324" y="352209"/>
                </a:lnTo>
                <a:lnTo>
                  <a:pt x="719734" y="381952"/>
                </a:lnTo>
                <a:lnTo>
                  <a:pt x="759091" y="406438"/>
                </a:lnTo>
                <a:lnTo>
                  <a:pt x="805408" y="425577"/>
                </a:lnTo>
                <a:lnTo>
                  <a:pt x="858685" y="439293"/>
                </a:lnTo>
                <a:lnTo>
                  <a:pt x="866140" y="427596"/>
                </a:lnTo>
                <a:lnTo>
                  <a:pt x="872591" y="417753"/>
                </a:lnTo>
                <a:lnTo>
                  <a:pt x="878192" y="409892"/>
                </a:lnTo>
                <a:lnTo>
                  <a:pt x="883069" y="404139"/>
                </a:lnTo>
                <a:close/>
              </a:path>
              <a:path w="2400934" h="442595">
                <a:moveTo>
                  <a:pt x="1064526" y="64008"/>
                </a:moveTo>
                <a:lnTo>
                  <a:pt x="1030998" y="64008"/>
                </a:lnTo>
                <a:lnTo>
                  <a:pt x="880021" y="431673"/>
                </a:lnTo>
                <a:lnTo>
                  <a:pt x="913549" y="431673"/>
                </a:lnTo>
                <a:lnTo>
                  <a:pt x="1064526" y="64008"/>
                </a:lnTo>
                <a:close/>
              </a:path>
              <a:path w="2400934" h="442595">
                <a:moveTo>
                  <a:pt x="1502194" y="317284"/>
                </a:moveTo>
                <a:lnTo>
                  <a:pt x="1492199" y="313855"/>
                </a:lnTo>
                <a:lnTo>
                  <a:pt x="1482763" y="310426"/>
                </a:lnTo>
                <a:lnTo>
                  <a:pt x="1473911" y="306997"/>
                </a:lnTo>
                <a:lnTo>
                  <a:pt x="1465618" y="303568"/>
                </a:lnTo>
                <a:lnTo>
                  <a:pt x="1464475" y="322186"/>
                </a:lnTo>
                <a:lnTo>
                  <a:pt x="1461046" y="370624"/>
                </a:lnTo>
                <a:lnTo>
                  <a:pt x="1429042" y="395008"/>
                </a:lnTo>
                <a:lnTo>
                  <a:pt x="1377137" y="395008"/>
                </a:lnTo>
                <a:lnTo>
                  <a:pt x="1365135" y="393268"/>
                </a:lnTo>
                <a:lnTo>
                  <a:pt x="1356563" y="387959"/>
                </a:lnTo>
                <a:lnTo>
                  <a:pt x="1351419" y="378929"/>
                </a:lnTo>
                <a:lnTo>
                  <a:pt x="1349705" y="366052"/>
                </a:lnTo>
                <a:lnTo>
                  <a:pt x="1349705" y="224218"/>
                </a:lnTo>
                <a:lnTo>
                  <a:pt x="1412278" y="224218"/>
                </a:lnTo>
                <a:lnTo>
                  <a:pt x="1412278" y="248602"/>
                </a:lnTo>
                <a:lnTo>
                  <a:pt x="1447330" y="248602"/>
                </a:lnTo>
                <a:lnTo>
                  <a:pt x="1447330" y="224218"/>
                </a:lnTo>
                <a:lnTo>
                  <a:pt x="1447330" y="190601"/>
                </a:lnTo>
                <a:lnTo>
                  <a:pt x="1447330" y="57912"/>
                </a:lnTo>
                <a:lnTo>
                  <a:pt x="1447330" y="24384"/>
                </a:lnTo>
                <a:lnTo>
                  <a:pt x="1412278" y="24384"/>
                </a:lnTo>
                <a:lnTo>
                  <a:pt x="1412278" y="57912"/>
                </a:lnTo>
                <a:lnTo>
                  <a:pt x="1412278" y="190601"/>
                </a:lnTo>
                <a:lnTo>
                  <a:pt x="1156055" y="190601"/>
                </a:lnTo>
                <a:lnTo>
                  <a:pt x="1156055" y="57912"/>
                </a:lnTo>
                <a:lnTo>
                  <a:pt x="1412278" y="57912"/>
                </a:lnTo>
                <a:lnTo>
                  <a:pt x="1412278" y="24384"/>
                </a:lnTo>
                <a:lnTo>
                  <a:pt x="1120914" y="24384"/>
                </a:lnTo>
                <a:lnTo>
                  <a:pt x="1120914" y="248602"/>
                </a:lnTo>
                <a:lnTo>
                  <a:pt x="1156055" y="248602"/>
                </a:lnTo>
                <a:lnTo>
                  <a:pt x="1156055" y="224218"/>
                </a:lnTo>
                <a:lnTo>
                  <a:pt x="1209395" y="224218"/>
                </a:lnTo>
                <a:lnTo>
                  <a:pt x="1204823" y="276428"/>
                </a:lnTo>
                <a:lnTo>
                  <a:pt x="1178013" y="343573"/>
                </a:lnTo>
                <a:lnTo>
                  <a:pt x="1150327" y="369862"/>
                </a:lnTo>
                <a:lnTo>
                  <a:pt x="1112913" y="391617"/>
                </a:lnTo>
                <a:lnTo>
                  <a:pt x="1066038" y="408813"/>
                </a:lnTo>
                <a:lnTo>
                  <a:pt x="1072616" y="417677"/>
                </a:lnTo>
                <a:lnTo>
                  <a:pt x="1078611" y="425958"/>
                </a:lnTo>
                <a:lnTo>
                  <a:pt x="1084046" y="433679"/>
                </a:lnTo>
                <a:lnTo>
                  <a:pt x="1088898" y="440817"/>
                </a:lnTo>
                <a:lnTo>
                  <a:pt x="1139799" y="419722"/>
                </a:lnTo>
                <a:lnTo>
                  <a:pt x="1180236" y="393331"/>
                </a:lnTo>
                <a:lnTo>
                  <a:pt x="1210081" y="362089"/>
                </a:lnTo>
                <a:lnTo>
                  <a:pt x="1229207" y="326428"/>
                </a:lnTo>
                <a:lnTo>
                  <a:pt x="1239685" y="282714"/>
                </a:lnTo>
                <a:lnTo>
                  <a:pt x="1244447" y="224218"/>
                </a:lnTo>
                <a:lnTo>
                  <a:pt x="1316177" y="224218"/>
                </a:lnTo>
                <a:lnTo>
                  <a:pt x="1316177" y="370624"/>
                </a:lnTo>
                <a:lnTo>
                  <a:pt x="1319580" y="394677"/>
                </a:lnTo>
                <a:lnTo>
                  <a:pt x="1329702" y="411848"/>
                </a:lnTo>
                <a:lnTo>
                  <a:pt x="1346390" y="422148"/>
                </a:lnTo>
                <a:lnTo>
                  <a:pt x="1369517" y="425577"/>
                </a:lnTo>
                <a:lnTo>
                  <a:pt x="1435138" y="425577"/>
                </a:lnTo>
                <a:lnTo>
                  <a:pt x="1477619" y="414324"/>
                </a:lnTo>
                <a:lnTo>
                  <a:pt x="1497482" y="367855"/>
                </a:lnTo>
                <a:lnTo>
                  <a:pt x="1499146" y="352717"/>
                </a:lnTo>
                <a:lnTo>
                  <a:pt x="1500809" y="335851"/>
                </a:lnTo>
                <a:lnTo>
                  <a:pt x="1502194" y="317284"/>
                </a:lnTo>
                <a:close/>
              </a:path>
              <a:path w="2400934" h="442595">
                <a:moveTo>
                  <a:pt x="1938350" y="247078"/>
                </a:moveTo>
                <a:lnTo>
                  <a:pt x="1750796" y="247078"/>
                </a:lnTo>
                <a:lnTo>
                  <a:pt x="1750796" y="190601"/>
                </a:lnTo>
                <a:lnTo>
                  <a:pt x="1878914" y="190601"/>
                </a:lnTo>
                <a:lnTo>
                  <a:pt x="1878914" y="204406"/>
                </a:lnTo>
                <a:lnTo>
                  <a:pt x="1913966" y="204406"/>
                </a:lnTo>
                <a:lnTo>
                  <a:pt x="1913966" y="190601"/>
                </a:lnTo>
                <a:lnTo>
                  <a:pt x="1913966" y="71628"/>
                </a:lnTo>
                <a:lnTo>
                  <a:pt x="1878914" y="71628"/>
                </a:lnTo>
                <a:lnTo>
                  <a:pt x="1878914" y="102196"/>
                </a:lnTo>
                <a:lnTo>
                  <a:pt x="1878914" y="158584"/>
                </a:lnTo>
                <a:lnTo>
                  <a:pt x="1750796" y="158584"/>
                </a:lnTo>
                <a:lnTo>
                  <a:pt x="1750796" y="102196"/>
                </a:lnTo>
                <a:lnTo>
                  <a:pt x="1878914" y="102196"/>
                </a:lnTo>
                <a:lnTo>
                  <a:pt x="1878914" y="71628"/>
                </a:lnTo>
                <a:lnTo>
                  <a:pt x="1807184" y="71628"/>
                </a:lnTo>
                <a:lnTo>
                  <a:pt x="1829943" y="47053"/>
                </a:lnTo>
                <a:lnTo>
                  <a:pt x="1840928" y="34556"/>
                </a:lnTo>
                <a:lnTo>
                  <a:pt x="1851482" y="21336"/>
                </a:lnTo>
                <a:lnTo>
                  <a:pt x="1821002" y="0"/>
                </a:lnTo>
                <a:lnTo>
                  <a:pt x="1809457" y="15709"/>
                </a:lnTo>
                <a:lnTo>
                  <a:pt x="1797672" y="30861"/>
                </a:lnTo>
                <a:lnTo>
                  <a:pt x="1785327" y="45427"/>
                </a:lnTo>
                <a:lnTo>
                  <a:pt x="1772132" y="59436"/>
                </a:lnTo>
                <a:lnTo>
                  <a:pt x="1787372" y="71628"/>
                </a:lnTo>
                <a:lnTo>
                  <a:pt x="1665363" y="71628"/>
                </a:lnTo>
                <a:lnTo>
                  <a:pt x="1686788" y="51816"/>
                </a:lnTo>
                <a:lnTo>
                  <a:pt x="1674114" y="39243"/>
                </a:lnTo>
                <a:lnTo>
                  <a:pt x="1661172" y="26670"/>
                </a:lnTo>
                <a:lnTo>
                  <a:pt x="1647685" y="14097"/>
                </a:lnTo>
                <a:lnTo>
                  <a:pt x="1633359" y="1524"/>
                </a:lnTo>
                <a:lnTo>
                  <a:pt x="1607451" y="24384"/>
                </a:lnTo>
                <a:lnTo>
                  <a:pt x="1620608" y="36690"/>
                </a:lnTo>
                <a:lnTo>
                  <a:pt x="1632788" y="48577"/>
                </a:lnTo>
                <a:lnTo>
                  <a:pt x="1644091" y="60172"/>
                </a:lnTo>
                <a:lnTo>
                  <a:pt x="1654695" y="71628"/>
                </a:lnTo>
                <a:lnTo>
                  <a:pt x="1538770" y="71628"/>
                </a:lnTo>
                <a:lnTo>
                  <a:pt x="1538770" y="102196"/>
                </a:lnTo>
                <a:lnTo>
                  <a:pt x="1715744" y="102196"/>
                </a:lnTo>
                <a:lnTo>
                  <a:pt x="1715744" y="158584"/>
                </a:lnTo>
                <a:lnTo>
                  <a:pt x="1715744" y="190601"/>
                </a:lnTo>
                <a:lnTo>
                  <a:pt x="1715744" y="247078"/>
                </a:lnTo>
                <a:lnTo>
                  <a:pt x="1581543" y="247078"/>
                </a:lnTo>
                <a:lnTo>
                  <a:pt x="1589163" y="190601"/>
                </a:lnTo>
                <a:lnTo>
                  <a:pt x="1715744" y="190601"/>
                </a:lnTo>
                <a:lnTo>
                  <a:pt x="1715744" y="158584"/>
                </a:lnTo>
                <a:lnTo>
                  <a:pt x="1560207" y="158584"/>
                </a:lnTo>
                <a:lnTo>
                  <a:pt x="1543431" y="279082"/>
                </a:lnTo>
                <a:lnTo>
                  <a:pt x="1674507" y="279082"/>
                </a:lnTo>
                <a:lnTo>
                  <a:pt x="1640497" y="317715"/>
                </a:lnTo>
                <a:lnTo>
                  <a:pt x="1602486" y="351180"/>
                </a:lnTo>
                <a:lnTo>
                  <a:pt x="1560449" y="379476"/>
                </a:lnTo>
                <a:lnTo>
                  <a:pt x="1514386" y="402628"/>
                </a:lnTo>
                <a:lnTo>
                  <a:pt x="1520075" y="410413"/>
                </a:lnTo>
                <a:lnTo>
                  <a:pt x="1525625" y="417753"/>
                </a:lnTo>
                <a:lnTo>
                  <a:pt x="1530883" y="424789"/>
                </a:lnTo>
                <a:lnTo>
                  <a:pt x="1535722" y="431673"/>
                </a:lnTo>
                <a:lnTo>
                  <a:pt x="1580222" y="408025"/>
                </a:lnTo>
                <a:lnTo>
                  <a:pt x="1620393" y="381025"/>
                </a:lnTo>
                <a:lnTo>
                  <a:pt x="1656308" y="350583"/>
                </a:lnTo>
                <a:lnTo>
                  <a:pt x="1688071" y="316636"/>
                </a:lnTo>
                <a:lnTo>
                  <a:pt x="1715744" y="279082"/>
                </a:lnTo>
                <a:lnTo>
                  <a:pt x="1715744" y="439293"/>
                </a:lnTo>
                <a:lnTo>
                  <a:pt x="1750796" y="439293"/>
                </a:lnTo>
                <a:lnTo>
                  <a:pt x="1750796" y="279082"/>
                </a:lnTo>
                <a:lnTo>
                  <a:pt x="1900250" y="279082"/>
                </a:lnTo>
                <a:lnTo>
                  <a:pt x="1900008" y="294271"/>
                </a:lnTo>
                <a:lnTo>
                  <a:pt x="1899488" y="307898"/>
                </a:lnTo>
                <a:lnTo>
                  <a:pt x="1898954" y="320090"/>
                </a:lnTo>
                <a:lnTo>
                  <a:pt x="1898726" y="331000"/>
                </a:lnTo>
                <a:lnTo>
                  <a:pt x="1895602" y="344995"/>
                </a:lnTo>
                <a:lnTo>
                  <a:pt x="1888629" y="355003"/>
                </a:lnTo>
                <a:lnTo>
                  <a:pt x="1877936" y="360997"/>
                </a:lnTo>
                <a:lnTo>
                  <a:pt x="1863813" y="362991"/>
                </a:lnTo>
                <a:lnTo>
                  <a:pt x="1851596" y="362978"/>
                </a:lnTo>
                <a:lnTo>
                  <a:pt x="1837944" y="362813"/>
                </a:lnTo>
                <a:lnTo>
                  <a:pt x="1822259" y="362356"/>
                </a:lnTo>
                <a:lnTo>
                  <a:pt x="1804136" y="361480"/>
                </a:lnTo>
                <a:lnTo>
                  <a:pt x="1806397" y="370624"/>
                </a:lnTo>
                <a:lnTo>
                  <a:pt x="1808454" y="379476"/>
                </a:lnTo>
                <a:lnTo>
                  <a:pt x="1810346" y="388912"/>
                </a:lnTo>
                <a:lnTo>
                  <a:pt x="1811756" y="398056"/>
                </a:lnTo>
                <a:lnTo>
                  <a:pt x="1871294" y="398056"/>
                </a:lnTo>
                <a:lnTo>
                  <a:pt x="1896668" y="394627"/>
                </a:lnTo>
                <a:lnTo>
                  <a:pt x="1915490" y="384340"/>
                </a:lnTo>
                <a:lnTo>
                  <a:pt x="1927440" y="367195"/>
                </a:lnTo>
                <a:lnTo>
                  <a:pt x="1928279" y="363004"/>
                </a:lnTo>
                <a:lnTo>
                  <a:pt x="1932254" y="343192"/>
                </a:lnTo>
                <a:lnTo>
                  <a:pt x="1934273" y="322592"/>
                </a:lnTo>
                <a:lnTo>
                  <a:pt x="1935873" y="299707"/>
                </a:lnTo>
                <a:lnTo>
                  <a:pt x="1937181" y="274523"/>
                </a:lnTo>
                <a:lnTo>
                  <a:pt x="1938350" y="247078"/>
                </a:lnTo>
                <a:close/>
              </a:path>
              <a:path w="2400934" h="442595">
                <a:moveTo>
                  <a:pt x="2080171" y="97624"/>
                </a:moveTo>
                <a:lnTo>
                  <a:pt x="2061641" y="70980"/>
                </a:lnTo>
                <a:lnTo>
                  <a:pt x="2045119" y="48209"/>
                </a:lnTo>
                <a:lnTo>
                  <a:pt x="2030882" y="29171"/>
                </a:lnTo>
                <a:lnTo>
                  <a:pt x="2019211" y="13716"/>
                </a:lnTo>
                <a:lnTo>
                  <a:pt x="1990255" y="33528"/>
                </a:lnTo>
                <a:lnTo>
                  <a:pt x="2002523" y="50076"/>
                </a:lnTo>
                <a:lnTo>
                  <a:pt x="2016353" y="69926"/>
                </a:lnTo>
                <a:lnTo>
                  <a:pt x="2031542" y="92824"/>
                </a:lnTo>
                <a:lnTo>
                  <a:pt x="2048167" y="118960"/>
                </a:lnTo>
                <a:lnTo>
                  <a:pt x="2080171" y="97624"/>
                </a:lnTo>
                <a:close/>
              </a:path>
              <a:path w="2400934" h="442595">
                <a:moveTo>
                  <a:pt x="2395931" y="186016"/>
                </a:moveTo>
                <a:lnTo>
                  <a:pt x="2261717" y="186016"/>
                </a:lnTo>
                <a:lnTo>
                  <a:pt x="2261717" y="112864"/>
                </a:lnTo>
                <a:lnTo>
                  <a:pt x="2376119" y="112864"/>
                </a:lnTo>
                <a:lnTo>
                  <a:pt x="2376119" y="82296"/>
                </a:lnTo>
                <a:lnTo>
                  <a:pt x="2261717" y="82296"/>
                </a:lnTo>
                <a:lnTo>
                  <a:pt x="2261717" y="6096"/>
                </a:lnTo>
                <a:lnTo>
                  <a:pt x="2226576" y="6096"/>
                </a:lnTo>
                <a:lnTo>
                  <a:pt x="2226576" y="82296"/>
                </a:lnTo>
                <a:lnTo>
                  <a:pt x="2164092" y="82296"/>
                </a:lnTo>
                <a:lnTo>
                  <a:pt x="2168321" y="69926"/>
                </a:lnTo>
                <a:lnTo>
                  <a:pt x="2172284" y="56959"/>
                </a:lnTo>
                <a:lnTo>
                  <a:pt x="2175878" y="43929"/>
                </a:lnTo>
                <a:lnTo>
                  <a:pt x="2179332" y="30480"/>
                </a:lnTo>
                <a:lnTo>
                  <a:pt x="2145804" y="22860"/>
                </a:lnTo>
                <a:lnTo>
                  <a:pt x="2136648" y="58623"/>
                </a:lnTo>
                <a:lnTo>
                  <a:pt x="2125218" y="92824"/>
                </a:lnTo>
                <a:lnTo>
                  <a:pt x="2111464" y="125590"/>
                </a:lnTo>
                <a:lnTo>
                  <a:pt x="2095411" y="157060"/>
                </a:lnTo>
                <a:lnTo>
                  <a:pt x="2104301" y="160731"/>
                </a:lnTo>
                <a:lnTo>
                  <a:pt x="2112454" y="164680"/>
                </a:lnTo>
                <a:lnTo>
                  <a:pt x="2119719" y="168643"/>
                </a:lnTo>
                <a:lnTo>
                  <a:pt x="2125992" y="172300"/>
                </a:lnTo>
                <a:lnTo>
                  <a:pt x="2132850" y="158953"/>
                </a:lnTo>
                <a:lnTo>
                  <a:pt x="2139708" y="144297"/>
                </a:lnTo>
                <a:lnTo>
                  <a:pt x="2146566" y="128803"/>
                </a:lnTo>
                <a:lnTo>
                  <a:pt x="2153424" y="112864"/>
                </a:lnTo>
                <a:lnTo>
                  <a:pt x="2226576" y="112864"/>
                </a:lnTo>
                <a:lnTo>
                  <a:pt x="2226576" y="186016"/>
                </a:lnTo>
                <a:lnTo>
                  <a:pt x="2081695" y="186016"/>
                </a:lnTo>
                <a:lnTo>
                  <a:pt x="2081695" y="216598"/>
                </a:lnTo>
                <a:lnTo>
                  <a:pt x="2167140" y="216598"/>
                </a:lnTo>
                <a:lnTo>
                  <a:pt x="2166899" y="227215"/>
                </a:lnTo>
                <a:lnTo>
                  <a:pt x="2166467" y="234696"/>
                </a:lnTo>
                <a:lnTo>
                  <a:pt x="2165845" y="244462"/>
                </a:lnTo>
                <a:lnTo>
                  <a:pt x="2165616" y="251650"/>
                </a:lnTo>
                <a:lnTo>
                  <a:pt x="2159635" y="279666"/>
                </a:lnTo>
                <a:lnTo>
                  <a:pt x="2144077" y="304279"/>
                </a:lnTo>
                <a:lnTo>
                  <a:pt x="2119058" y="325450"/>
                </a:lnTo>
                <a:lnTo>
                  <a:pt x="2084743" y="343192"/>
                </a:lnTo>
                <a:lnTo>
                  <a:pt x="2090420" y="350621"/>
                </a:lnTo>
                <a:lnTo>
                  <a:pt x="2097366" y="359575"/>
                </a:lnTo>
                <a:lnTo>
                  <a:pt x="2102827" y="366763"/>
                </a:lnTo>
                <a:lnTo>
                  <a:pt x="2107704" y="373672"/>
                </a:lnTo>
                <a:lnTo>
                  <a:pt x="2146846" y="350761"/>
                </a:lnTo>
                <a:lnTo>
                  <a:pt x="2175141" y="322986"/>
                </a:lnTo>
                <a:lnTo>
                  <a:pt x="2199144" y="251650"/>
                </a:lnTo>
                <a:lnTo>
                  <a:pt x="2200668" y="216598"/>
                </a:lnTo>
                <a:lnTo>
                  <a:pt x="2258669" y="216598"/>
                </a:lnTo>
                <a:lnTo>
                  <a:pt x="2258669" y="314236"/>
                </a:lnTo>
                <a:lnTo>
                  <a:pt x="2261527" y="335356"/>
                </a:lnTo>
                <a:lnTo>
                  <a:pt x="2270099" y="350621"/>
                </a:lnTo>
                <a:lnTo>
                  <a:pt x="2284387" y="359879"/>
                </a:lnTo>
                <a:lnTo>
                  <a:pt x="2304389" y="363004"/>
                </a:lnTo>
                <a:lnTo>
                  <a:pt x="2337917" y="363004"/>
                </a:lnTo>
                <a:lnTo>
                  <a:pt x="2381072" y="341134"/>
                </a:lnTo>
                <a:lnTo>
                  <a:pt x="2391168" y="300469"/>
                </a:lnTo>
                <a:lnTo>
                  <a:pt x="2394407" y="272986"/>
                </a:lnTo>
                <a:lnTo>
                  <a:pt x="2368169" y="263347"/>
                </a:lnTo>
                <a:lnTo>
                  <a:pt x="2360777" y="260794"/>
                </a:lnTo>
                <a:lnTo>
                  <a:pt x="2359634" y="276821"/>
                </a:lnTo>
                <a:lnTo>
                  <a:pt x="2358542" y="290042"/>
                </a:lnTo>
                <a:lnTo>
                  <a:pt x="2349347" y="328523"/>
                </a:lnTo>
                <a:lnTo>
                  <a:pt x="2333345" y="334048"/>
                </a:lnTo>
                <a:lnTo>
                  <a:pt x="2312009" y="334048"/>
                </a:lnTo>
                <a:lnTo>
                  <a:pt x="2304008" y="332371"/>
                </a:lnTo>
                <a:lnTo>
                  <a:pt x="2298293" y="327571"/>
                </a:lnTo>
                <a:lnTo>
                  <a:pt x="2294864" y="319900"/>
                </a:lnTo>
                <a:lnTo>
                  <a:pt x="2293721" y="309664"/>
                </a:lnTo>
                <a:lnTo>
                  <a:pt x="2293721" y="216598"/>
                </a:lnTo>
                <a:lnTo>
                  <a:pt x="2395931" y="216598"/>
                </a:lnTo>
                <a:lnTo>
                  <a:pt x="2395931" y="186016"/>
                </a:lnTo>
                <a:close/>
              </a:path>
              <a:path w="2400934" h="442595">
                <a:moveTo>
                  <a:pt x="2400503" y="390436"/>
                </a:moveTo>
                <a:lnTo>
                  <a:pt x="2238857" y="393484"/>
                </a:lnTo>
                <a:lnTo>
                  <a:pt x="2147328" y="393484"/>
                </a:lnTo>
                <a:lnTo>
                  <a:pt x="2090508" y="381673"/>
                </a:lnTo>
                <a:lnTo>
                  <a:pt x="2054263" y="349288"/>
                </a:lnTo>
                <a:lnTo>
                  <a:pt x="2054263" y="161632"/>
                </a:lnTo>
                <a:lnTo>
                  <a:pt x="1967395" y="161632"/>
                </a:lnTo>
                <a:lnTo>
                  <a:pt x="1967395" y="193649"/>
                </a:lnTo>
                <a:lnTo>
                  <a:pt x="2020735" y="193649"/>
                </a:lnTo>
                <a:lnTo>
                  <a:pt x="2020735" y="341668"/>
                </a:lnTo>
                <a:lnTo>
                  <a:pt x="2010422" y="351066"/>
                </a:lnTo>
                <a:lnTo>
                  <a:pt x="1964347" y="395008"/>
                </a:lnTo>
                <a:lnTo>
                  <a:pt x="1981111" y="431673"/>
                </a:lnTo>
                <a:lnTo>
                  <a:pt x="2012353" y="396151"/>
                </a:lnTo>
                <a:lnTo>
                  <a:pt x="2024405" y="382714"/>
                </a:lnTo>
                <a:lnTo>
                  <a:pt x="2034451" y="372148"/>
                </a:lnTo>
                <a:lnTo>
                  <a:pt x="2052459" y="394462"/>
                </a:lnTo>
                <a:lnTo>
                  <a:pt x="2076754" y="410895"/>
                </a:lnTo>
                <a:lnTo>
                  <a:pt x="2107361" y="421309"/>
                </a:lnTo>
                <a:lnTo>
                  <a:pt x="2144280" y="425577"/>
                </a:lnTo>
                <a:lnTo>
                  <a:pt x="2235720" y="427101"/>
                </a:lnTo>
                <a:lnTo>
                  <a:pt x="2388311" y="425577"/>
                </a:lnTo>
                <a:lnTo>
                  <a:pt x="2391714" y="415798"/>
                </a:lnTo>
                <a:lnTo>
                  <a:pt x="2394978" y="406857"/>
                </a:lnTo>
                <a:lnTo>
                  <a:pt x="2397950" y="398487"/>
                </a:lnTo>
                <a:lnTo>
                  <a:pt x="2399538" y="393484"/>
                </a:lnTo>
                <a:lnTo>
                  <a:pt x="2400503" y="39043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297584" y="5993320"/>
            <a:ext cx="885190" cy="427355"/>
          </a:xfrm>
          <a:custGeom>
            <a:avLst/>
            <a:gdLst/>
            <a:ahLst/>
            <a:cxnLst/>
            <a:rect l="l" t="t" r="r" b="b"/>
            <a:pathLst>
              <a:path w="885189" h="427354">
                <a:moveTo>
                  <a:pt x="150964" y="85445"/>
                </a:moveTo>
                <a:lnTo>
                  <a:pt x="94576" y="85445"/>
                </a:lnTo>
                <a:lnTo>
                  <a:pt x="94576" y="0"/>
                </a:lnTo>
                <a:lnTo>
                  <a:pt x="62572" y="0"/>
                </a:lnTo>
                <a:lnTo>
                  <a:pt x="62572" y="85445"/>
                </a:lnTo>
                <a:lnTo>
                  <a:pt x="4572" y="85445"/>
                </a:lnTo>
                <a:lnTo>
                  <a:pt x="4572" y="115925"/>
                </a:lnTo>
                <a:lnTo>
                  <a:pt x="62572" y="115925"/>
                </a:lnTo>
                <a:lnTo>
                  <a:pt x="62572" y="219659"/>
                </a:lnTo>
                <a:lnTo>
                  <a:pt x="31902" y="226707"/>
                </a:lnTo>
                <a:lnTo>
                  <a:pt x="16027" y="230581"/>
                </a:lnTo>
                <a:lnTo>
                  <a:pt x="0" y="234899"/>
                </a:lnTo>
                <a:lnTo>
                  <a:pt x="4572" y="269951"/>
                </a:lnTo>
                <a:lnTo>
                  <a:pt x="18605" y="266255"/>
                </a:lnTo>
                <a:lnTo>
                  <a:pt x="33045" y="262140"/>
                </a:lnTo>
                <a:lnTo>
                  <a:pt x="62572" y="253187"/>
                </a:lnTo>
                <a:lnTo>
                  <a:pt x="62572" y="367576"/>
                </a:lnTo>
                <a:lnTo>
                  <a:pt x="61417" y="378510"/>
                </a:lnTo>
                <a:lnTo>
                  <a:pt x="57810" y="386143"/>
                </a:lnTo>
                <a:lnTo>
                  <a:pt x="51650" y="390601"/>
                </a:lnTo>
                <a:lnTo>
                  <a:pt x="42760" y="392061"/>
                </a:lnTo>
                <a:lnTo>
                  <a:pt x="35318" y="391769"/>
                </a:lnTo>
                <a:lnTo>
                  <a:pt x="26568" y="390918"/>
                </a:lnTo>
                <a:lnTo>
                  <a:pt x="16370" y="389483"/>
                </a:lnTo>
                <a:lnTo>
                  <a:pt x="4572" y="387489"/>
                </a:lnTo>
                <a:lnTo>
                  <a:pt x="5930" y="396633"/>
                </a:lnTo>
                <a:lnTo>
                  <a:pt x="7429" y="405777"/>
                </a:lnTo>
                <a:lnTo>
                  <a:pt x="8648" y="414921"/>
                </a:lnTo>
                <a:lnTo>
                  <a:pt x="9144" y="424065"/>
                </a:lnTo>
                <a:lnTo>
                  <a:pt x="50380" y="424065"/>
                </a:lnTo>
                <a:lnTo>
                  <a:pt x="91960" y="397014"/>
                </a:lnTo>
                <a:lnTo>
                  <a:pt x="94576" y="375196"/>
                </a:lnTo>
                <a:lnTo>
                  <a:pt x="94576" y="253187"/>
                </a:lnTo>
                <a:lnTo>
                  <a:pt x="94576" y="245567"/>
                </a:lnTo>
                <a:lnTo>
                  <a:pt x="131660" y="235280"/>
                </a:lnTo>
                <a:lnTo>
                  <a:pt x="144868" y="231851"/>
                </a:lnTo>
                <a:lnTo>
                  <a:pt x="143751" y="224701"/>
                </a:lnTo>
                <a:lnTo>
                  <a:pt x="142773" y="216992"/>
                </a:lnTo>
                <a:lnTo>
                  <a:pt x="142367" y="212039"/>
                </a:lnTo>
                <a:lnTo>
                  <a:pt x="142087" y="208699"/>
                </a:lnTo>
                <a:lnTo>
                  <a:pt x="141820" y="199847"/>
                </a:lnTo>
                <a:lnTo>
                  <a:pt x="130378" y="202387"/>
                </a:lnTo>
                <a:lnTo>
                  <a:pt x="118770" y="205371"/>
                </a:lnTo>
                <a:lnTo>
                  <a:pt x="94576" y="212039"/>
                </a:lnTo>
                <a:lnTo>
                  <a:pt x="94576" y="115925"/>
                </a:lnTo>
                <a:lnTo>
                  <a:pt x="150964" y="115925"/>
                </a:lnTo>
                <a:lnTo>
                  <a:pt x="150964" y="85445"/>
                </a:lnTo>
                <a:close/>
              </a:path>
              <a:path w="885189" h="427354">
                <a:moveTo>
                  <a:pt x="437769" y="320332"/>
                </a:moveTo>
                <a:lnTo>
                  <a:pt x="305092" y="320332"/>
                </a:lnTo>
                <a:lnTo>
                  <a:pt x="305092" y="269951"/>
                </a:lnTo>
                <a:lnTo>
                  <a:pt x="416344" y="269951"/>
                </a:lnTo>
                <a:lnTo>
                  <a:pt x="416344" y="237947"/>
                </a:lnTo>
                <a:lnTo>
                  <a:pt x="305092" y="237947"/>
                </a:lnTo>
                <a:lnTo>
                  <a:pt x="305092" y="187655"/>
                </a:lnTo>
                <a:lnTo>
                  <a:pt x="271462" y="187655"/>
                </a:lnTo>
                <a:lnTo>
                  <a:pt x="271462" y="237947"/>
                </a:lnTo>
                <a:lnTo>
                  <a:pt x="161734" y="237947"/>
                </a:lnTo>
                <a:lnTo>
                  <a:pt x="161734" y="269951"/>
                </a:lnTo>
                <a:lnTo>
                  <a:pt x="271462" y="269951"/>
                </a:lnTo>
                <a:lnTo>
                  <a:pt x="271462" y="320332"/>
                </a:lnTo>
                <a:lnTo>
                  <a:pt x="135724" y="320332"/>
                </a:lnTo>
                <a:lnTo>
                  <a:pt x="135724" y="352336"/>
                </a:lnTo>
                <a:lnTo>
                  <a:pt x="271462" y="352336"/>
                </a:lnTo>
                <a:lnTo>
                  <a:pt x="271462" y="427113"/>
                </a:lnTo>
                <a:lnTo>
                  <a:pt x="305092" y="427113"/>
                </a:lnTo>
                <a:lnTo>
                  <a:pt x="305092" y="352336"/>
                </a:lnTo>
                <a:lnTo>
                  <a:pt x="437769" y="352336"/>
                </a:lnTo>
                <a:lnTo>
                  <a:pt x="437769" y="320332"/>
                </a:lnTo>
                <a:close/>
              </a:path>
              <a:path w="885189" h="427354">
                <a:moveTo>
                  <a:pt x="437769" y="167741"/>
                </a:moveTo>
                <a:lnTo>
                  <a:pt x="386816" y="158597"/>
                </a:lnTo>
                <a:lnTo>
                  <a:pt x="347230" y="148234"/>
                </a:lnTo>
                <a:lnTo>
                  <a:pt x="321856" y="138785"/>
                </a:lnTo>
                <a:lnTo>
                  <a:pt x="344284" y="122021"/>
                </a:lnTo>
                <a:lnTo>
                  <a:pt x="348691" y="118732"/>
                </a:lnTo>
                <a:lnTo>
                  <a:pt x="371957" y="97243"/>
                </a:lnTo>
                <a:lnTo>
                  <a:pt x="391502" y="74028"/>
                </a:lnTo>
                <a:lnTo>
                  <a:pt x="407200" y="48768"/>
                </a:lnTo>
                <a:lnTo>
                  <a:pt x="407200" y="19812"/>
                </a:lnTo>
                <a:lnTo>
                  <a:pt x="369100" y="19812"/>
                </a:lnTo>
                <a:lnTo>
                  <a:pt x="369100" y="50292"/>
                </a:lnTo>
                <a:lnTo>
                  <a:pt x="354545" y="70332"/>
                </a:lnTo>
                <a:lnTo>
                  <a:pt x="336130" y="89052"/>
                </a:lnTo>
                <a:lnTo>
                  <a:pt x="313969" y="106324"/>
                </a:lnTo>
                <a:lnTo>
                  <a:pt x="288226" y="122021"/>
                </a:lnTo>
                <a:lnTo>
                  <a:pt x="265671" y="107188"/>
                </a:lnTo>
                <a:lnTo>
                  <a:pt x="246126" y="90195"/>
                </a:lnTo>
                <a:lnTo>
                  <a:pt x="229717" y="71183"/>
                </a:lnTo>
                <a:lnTo>
                  <a:pt x="216598" y="50292"/>
                </a:lnTo>
                <a:lnTo>
                  <a:pt x="369100" y="50292"/>
                </a:lnTo>
                <a:lnTo>
                  <a:pt x="369100" y="19812"/>
                </a:lnTo>
                <a:lnTo>
                  <a:pt x="157060" y="19812"/>
                </a:lnTo>
                <a:lnTo>
                  <a:pt x="157060" y="50292"/>
                </a:lnTo>
                <a:lnTo>
                  <a:pt x="183070" y="50292"/>
                </a:lnTo>
                <a:lnTo>
                  <a:pt x="196215" y="75526"/>
                </a:lnTo>
                <a:lnTo>
                  <a:pt x="212788" y="98577"/>
                </a:lnTo>
                <a:lnTo>
                  <a:pt x="232791" y="119621"/>
                </a:lnTo>
                <a:lnTo>
                  <a:pt x="256222" y="138785"/>
                </a:lnTo>
                <a:lnTo>
                  <a:pt x="231076" y="148793"/>
                </a:lnTo>
                <a:lnTo>
                  <a:pt x="203631" y="158229"/>
                </a:lnTo>
                <a:lnTo>
                  <a:pt x="173888" y="167119"/>
                </a:lnTo>
                <a:lnTo>
                  <a:pt x="141820" y="175463"/>
                </a:lnTo>
                <a:lnTo>
                  <a:pt x="146989" y="183464"/>
                </a:lnTo>
                <a:lnTo>
                  <a:pt x="151155" y="191465"/>
                </a:lnTo>
                <a:lnTo>
                  <a:pt x="154470" y="199466"/>
                </a:lnTo>
                <a:lnTo>
                  <a:pt x="157060" y="207467"/>
                </a:lnTo>
                <a:lnTo>
                  <a:pt x="193675" y="196837"/>
                </a:lnTo>
                <a:lnTo>
                  <a:pt x="227825" y="185356"/>
                </a:lnTo>
                <a:lnTo>
                  <a:pt x="259384" y="172707"/>
                </a:lnTo>
                <a:lnTo>
                  <a:pt x="288226" y="158597"/>
                </a:lnTo>
                <a:lnTo>
                  <a:pt x="316903" y="172415"/>
                </a:lnTo>
                <a:lnTo>
                  <a:pt x="348132" y="184213"/>
                </a:lnTo>
                <a:lnTo>
                  <a:pt x="382193" y="194271"/>
                </a:lnTo>
                <a:lnTo>
                  <a:pt x="419392" y="202895"/>
                </a:lnTo>
                <a:lnTo>
                  <a:pt x="423100" y="194843"/>
                </a:lnTo>
                <a:lnTo>
                  <a:pt x="427393" y="186499"/>
                </a:lnTo>
                <a:lnTo>
                  <a:pt x="432282" y="177558"/>
                </a:lnTo>
                <a:lnTo>
                  <a:pt x="437769" y="167741"/>
                </a:lnTo>
                <a:close/>
              </a:path>
              <a:path w="885189" h="427354">
                <a:moveTo>
                  <a:pt x="642086" y="22860"/>
                </a:moveTo>
                <a:lnTo>
                  <a:pt x="611606" y="22860"/>
                </a:lnTo>
                <a:lnTo>
                  <a:pt x="611606" y="50292"/>
                </a:lnTo>
                <a:lnTo>
                  <a:pt x="611606" y="109829"/>
                </a:lnTo>
                <a:lnTo>
                  <a:pt x="518541" y="109829"/>
                </a:lnTo>
                <a:lnTo>
                  <a:pt x="518541" y="50292"/>
                </a:lnTo>
                <a:lnTo>
                  <a:pt x="611606" y="50292"/>
                </a:lnTo>
                <a:lnTo>
                  <a:pt x="611606" y="22860"/>
                </a:lnTo>
                <a:lnTo>
                  <a:pt x="488061" y="22860"/>
                </a:lnTo>
                <a:lnTo>
                  <a:pt x="488061" y="155549"/>
                </a:lnTo>
                <a:lnTo>
                  <a:pt x="518541" y="155549"/>
                </a:lnTo>
                <a:lnTo>
                  <a:pt x="518541" y="137261"/>
                </a:lnTo>
                <a:lnTo>
                  <a:pt x="611606" y="137261"/>
                </a:lnTo>
                <a:lnTo>
                  <a:pt x="611606" y="150977"/>
                </a:lnTo>
                <a:lnTo>
                  <a:pt x="642086" y="150977"/>
                </a:lnTo>
                <a:lnTo>
                  <a:pt x="642086" y="137261"/>
                </a:lnTo>
                <a:lnTo>
                  <a:pt x="642086" y="109829"/>
                </a:lnTo>
                <a:lnTo>
                  <a:pt x="642086" y="50292"/>
                </a:lnTo>
                <a:lnTo>
                  <a:pt x="642086" y="22860"/>
                </a:lnTo>
                <a:close/>
              </a:path>
              <a:path w="885189" h="427354">
                <a:moveTo>
                  <a:pt x="843343" y="22860"/>
                </a:moveTo>
                <a:lnTo>
                  <a:pt x="812863" y="22860"/>
                </a:lnTo>
                <a:lnTo>
                  <a:pt x="812863" y="50292"/>
                </a:lnTo>
                <a:lnTo>
                  <a:pt x="812863" y="109829"/>
                </a:lnTo>
                <a:lnTo>
                  <a:pt x="719899" y="109829"/>
                </a:lnTo>
                <a:lnTo>
                  <a:pt x="719899" y="50292"/>
                </a:lnTo>
                <a:lnTo>
                  <a:pt x="812863" y="50292"/>
                </a:lnTo>
                <a:lnTo>
                  <a:pt x="812863" y="22860"/>
                </a:lnTo>
                <a:lnTo>
                  <a:pt x="689330" y="22860"/>
                </a:lnTo>
                <a:lnTo>
                  <a:pt x="689330" y="150977"/>
                </a:lnTo>
                <a:lnTo>
                  <a:pt x="719899" y="150977"/>
                </a:lnTo>
                <a:lnTo>
                  <a:pt x="719899" y="137261"/>
                </a:lnTo>
                <a:lnTo>
                  <a:pt x="750379" y="137261"/>
                </a:lnTo>
                <a:lnTo>
                  <a:pt x="812863" y="137261"/>
                </a:lnTo>
                <a:lnTo>
                  <a:pt x="812863" y="152501"/>
                </a:lnTo>
                <a:lnTo>
                  <a:pt x="843343" y="152501"/>
                </a:lnTo>
                <a:lnTo>
                  <a:pt x="843343" y="137261"/>
                </a:lnTo>
                <a:lnTo>
                  <a:pt x="843343" y="109829"/>
                </a:lnTo>
                <a:lnTo>
                  <a:pt x="843343" y="50292"/>
                </a:lnTo>
                <a:lnTo>
                  <a:pt x="843343" y="22860"/>
                </a:lnTo>
                <a:close/>
              </a:path>
              <a:path w="885189" h="427354">
                <a:moveTo>
                  <a:pt x="884593" y="257759"/>
                </a:moveTo>
                <a:lnTo>
                  <a:pt x="825144" y="256400"/>
                </a:lnTo>
                <a:lnTo>
                  <a:pt x="775144" y="248043"/>
                </a:lnTo>
                <a:lnTo>
                  <a:pt x="734860" y="233108"/>
                </a:lnTo>
                <a:lnTo>
                  <a:pt x="704570" y="212039"/>
                </a:lnTo>
                <a:lnTo>
                  <a:pt x="873925" y="212039"/>
                </a:lnTo>
                <a:lnTo>
                  <a:pt x="873925" y="183070"/>
                </a:lnTo>
                <a:lnTo>
                  <a:pt x="793051" y="183070"/>
                </a:lnTo>
                <a:lnTo>
                  <a:pt x="802195" y="172402"/>
                </a:lnTo>
                <a:lnTo>
                  <a:pt x="790460" y="163449"/>
                </a:lnTo>
                <a:lnTo>
                  <a:pt x="778002" y="154800"/>
                </a:lnTo>
                <a:lnTo>
                  <a:pt x="764692" y="146164"/>
                </a:lnTo>
                <a:lnTo>
                  <a:pt x="750379" y="137261"/>
                </a:lnTo>
                <a:lnTo>
                  <a:pt x="732091" y="157073"/>
                </a:lnTo>
                <a:lnTo>
                  <a:pt x="742099" y="163703"/>
                </a:lnTo>
                <a:lnTo>
                  <a:pt x="751522" y="170078"/>
                </a:lnTo>
                <a:lnTo>
                  <a:pt x="760387" y="176441"/>
                </a:lnTo>
                <a:lnTo>
                  <a:pt x="768667" y="183070"/>
                </a:lnTo>
                <a:lnTo>
                  <a:pt x="674090" y="183070"/>
                </a:lnTo>
                <a:lnTo>
                  <a:pt x="676351" y="175031"/>
                </a:lnTo>
                <a:lnTo>
                  <a:pt x="678472" y="166839"/>
                </a:lnTo>
                <a:lnTo>
                  <a:pt x="680300" y="158356"/>
                </a:lnTo>
                <a:lnTo>
                  <a:pt x="681710" y="149453"/>
                </a:lnTo>
                <a:lnTo>
                  <a:pt x="649706" y="144881"/>
                </a:lnTo>
                <a:lnTo>
                  <a:pt x="648284" y="154800"/>
                </a:lnTo>
                <a:lnTo>
                  <a:pt x="646277" y="164553"/>
                </a:lnTo>
                <a:lnTo>
                  <a:pt x="643699" y="173888"/>
                </a:lnTo>
                <a:lnTo>
                  <a:pt x="640562" y="183070"/>
                </a:lnTo>
                <a:lnTo>
                  <a:pt x="463677" y="183070"/>
                </a:lnTo>
                <a:lnTo>
                  <a:pt x="463677" y="212039"/>
                </a:lnTo>
                <a:lnTo>
                  <a:pt x="622274" y="212039"/>
                </a:lnTo>
                <a:lnTo>
                  <a:pt x="600227" y="227418"/>
                </a:lnTo>
                <a:lnTo>
                  <a:pt x="563740" y="241376"/>
                </a:lnTo>
                <a:lnTo>
                  <a:pt x="512673" y="253606"/>
                </a:lnTo>
                <a:lnTo>
                  <a:pt x="446913" y="263855"/>
                </a:lnTo>
                <a:lnTo>
                  <a:pt x="452107" y="272732"/>
                </a:lnTo>
                <a:lnTo>
                  <a:pt x="456438" y="280885"/>
                </a:lnTo>
                <a:lnTo>
                  <a:pt x="460197" y="288163"/>
                </a:lnTo>
                <a:lnTo>
                  <a:pt x="463677" y="294424"/>
                </a:lnTo>
                <a:lnTo>
                  <a:pt x="472821" y="292900"/>
                </a:lnTo>
                <a:lnTo>
                  <a:pt x="480441" y="292900"/>
                </a:lnTo>
                <a:lnTo>
                  <a:pt x="488061" y="291376"/>
                </a:lnTo>
                <a:lnTo>
                  <a:pt x="488061" y="424065"/>
                </a:lnTo>
                <a:lnTo>
                  <a:pt x="518541" y="424065"/>
                </a:lnTo>
                <a:lnTo>
                  <a:pt x="518541" y="399681"/>
                </a:lnTo>
                <a:lnTo>
                  <a:pt x="611606" y="399681"/>
                </a:lnTo>
                <a:lnTo>
                  <a:pt x="611606" y="424065"/>
                </a:lnTo>
                <a:lnTo>
                  <a:pt x="642086" y="424065"/>
                </a:lnTo>
                <a:lnTo>
                  <a:pt x="642086" y="399681"/>
                </a:lnTo>
                <a:lnTo>
                  <a:pt x="642086" y="372148"/>
                </a:lnTo>
                <a:lnTo>
                  <a:pt x="642086" y="315760"/>
                </a:lnTo>
                <a:lnTo>
                  <a:pt x="642086" y="291376"/>
                </a:lnTo>
                <a:lnTo>
                  <a:pt x="642086" y="288328"/>
                </a:lnTo>
                <a:lnTo>
                  <a:pt x="611606" y="288328"/>
                </a:lnTo>
                <a:lnTo>
                  <a:pt x="611606" y="315760"/>
                </a:lnTo>
                <a:lnTo>
                  <a:pt x="611606" y="372148"/>
                </a:lnTo>
                <a:lnTo>
                  <a:pt x="518541" y="372148"/>
                </a:lnTo>
                <a:lnTo>
                  <a:pt x="518541" y="315760"/>
                </a:lnTo>
                <a:lnTo>
                  <a:pt x="611606" y="315760"/>
                </a:lnTo>
                <a:lnTo>
                  <a:pt x="611606" y="288328"/>
                </a:lnTo>
                <a:lnTo>
                  <a:pt x="501777" y="288328"/>
                </a:lnTo>
                <a:lnTo>
                  <a:pt x="562381" y="274015"/>
                </a:lnTo>
                <a:lnTo>
                  <a:pt x="609117" y="256425"/>
                </a:lnTo>
                <a:lnTo>
                  <a:pt x="641819" y="235724"/>
                </a:lnTo>
                <a:lnTo>
                  <a:pt x="660374" y="212039"/>
                </a:lnTo>
                <a:lnTo>
                  <a:pt x="669518" y="212039"/>
                </a:lnTo>
                <a:lnTo>
                  <a:pt x="692391" y="239166"/>
                </a:lnTo>
                <a:lnTo>
                  <a:pt x="726706" y="261035"/>
                </a:lnTo>
                <a:lnTo>
                  <a:pt x="772464" y="277482"/>
                </a:lnTo>
                <a:lnTo>
                  <a:pt x="829627" y="288328"/>
                </a:lnTo>
                <a:lnTo>
                  <a:pt x="814387" y="288328"/>
                </a:lnTo>
                <a:lnTo>
                  <a:pt x="814387" y="315760"/>
                </a:lnTo>
                <a:lnTo>
                  <a:pt x="814387" y="372148"/>
                </a:lnTo>
                <a:lnTo>
                  <a:pt x="719899" y="372148"/>
                </a:lnTo>
                <a:lnTo>
                  <a:pt x="719899" y="315760"/>
                </a:lnTo>
                <a:lnTo>
                  <a:pt x="814387" y="315760"/>
                </a:lnTo>
                <a:lnTo>
                  <a:pt x="814387" y="288328"/>
                </a:lnTo>
                <a:lnTo>
                  <a:pt x="689330" y="288328"/>
                </a:lnTo>
                <a:lnTo>
                  <a:pt x="689330" y="424065"/>
                </a:lnTo>
                <a:lnTo>
                  <a:pt x="719899" y="424065"/>
                </a:lnTo>
                <a:lnTo>
                  <a:pt x="719899" y="399681"/>
                </a:lnTo>
                <a:lnTo>
                  <a:pt x="814387" y="399681"/>
                </a:lnTo>
                <a:lnTo>
                  <a:pt x="814387" y="424065"/>
                </a:lnTo>
                <a:lnTo>
                  <a:pt x="844867" y="424065"/>
                </a:lnTo>
                <a:lnTo>
                  <a:pt x="844867" y="399681"/>
                </a:lnTo>
                <a:lnTo>
                  <a:pt x="844867" y="372148"/>
                </a:lnTo>
                <a:lnTo>
                  <a:pt x="844867" y="315760"/>
                </a:lnTo>
                <a:lnTo>
                  <a:pt x="844867" y="289852"/>
                </a:lnTo>
                <a:lnTo>
                  <a:pt x="850963" y="291376"/>
                </a:lnTo>
                <a:lnTo>
                  <a:pt x="866305" y="291376"/>
                </a:lnTo>
                <a:lnTo>
                  <a:pt x="867244" y="289852"/>
                </a:lnTo>
                <a:lnTo>
                  <a:pt x="870877" y="283984"/>
                </a:lnTo>
                <a:lnTo>
                  <a:pt x="875449" y="275704"/>
                </a:lnTo>
                <a:lnTo>
                  <a:pt x="880021" y="266865"/>
                </a:lnTo>
                <a:lnTo>
                  <a:pt x="884593" y="25775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229421" y="6025324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5" h="416560">
                <a:moveTo>
                  <a:pt x="38100" y="416433"/>
                </a:moveTo>
                <a:lnTo>
                  <a:pt x="0" y="416433"/>
                </a:lnTo>
                <a:lnTo>
                  <a:pt x="27990" y="379492"/>
                </a:lnTo>
                <a:lnTo>
                  <a:pt x="49776" y="340047"/>
                </a:lnTo>
                <a:lnTo>
                  <a:pt x="65349" y="298173"/>
                </a:lnTo>
                <a:lnTo>
                  <a:pt x="74700" y="253950"/>
                </a:lnTo>
                <a:lnTo>
                  <a:pt x="77819" y="207454"/>
                </a:lnTo>
                <a:lnTo>
                  <a:pt x="74700" y="160980"/>
                </a:lnTo>
                <a:lnTo>
                  <a:pt x="65349" y="116860"/>
                </a:lnTo>
                <a:lnTo>
                  <a:pt x="49776" y="75232"/>
                </a:lnTo>
                <a:lnTo>
                  <a:pt x="27990" y="36233"/>
                </a:lnTo>
                <a:lnTo>
                  <a:pt x="0" y="0"/>
                </a:lnTo>
                <a:lnTo>
                  <a:pt x="38100" y="0"/>
                </a:lnTo>
                <a:lnTo>
                  <a:pt x="66127" y="35355"/>
                </a:lnTo>
                <a:lnTo>
                  <a:pt x="87918" y="73696"/>
                </a:lnTo>
                <a:lnTo>
                  <a:pt x="103477" y="115104"/>
                </a:lnTo>
                <a:lnTo>
                  <a:pt x="112809" y="159663"/>
                </a:lnTo>
                <a:lnTo>
                  <a:pt x="115919" y="207454"/>
                </a:lnTo>
                <a:lnTo>
                  <a:pt x="112809" y="254681"/>
                </a:lnTo>
                <a:lnTo>
                  <a:pt x="103477" y="299270"/>
                </a:lnTo>
                <a:lnTo>
                  <a:pt x="87918" y="341144"/>
                </a:lnTo>
                <a:lnTo>
                  <a:pt x="66127" y="380224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5" name="object 75" descr=""/>
          <p:cNvGrpSpPr/>
          <p:nvPr/>
        </p:nvGrpSpPr>
        <p:grpSpPr>
          <a:xfrm>
            <a:off x="1962530" y="6798754"/>
            <a:ext cx="7047865" cy="329565"/>
            <a:chOff x="1962530" y="6798754"/>
            <a:chExt cx="7047865" cy="329565"/>
          </a:xfrm>
        </p:grpSpPr>
        <p:pic>
          <p:nvPicPr>
            <p:cNvPr id="76" name="object 7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2530" y="6798754"/>
              <a:ext cx="2658141" cy="329469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4649711" y="6801802"/>
              <a:ext cx="4360545" cy="327025"/>
            </a:xfrm>
            <a:custGeom>
              <a:avLst/>
              <a:gdLst/>
              <a:ahLst/>
              <a:cxnLst/>
              <a:rect l="l" t="t" r="r" b="b"/>
              <a:pathLst>
                <a:path w="4360545" h="327025">
                  <a:moveTo>
                    <a:pt x="309575" y="15240"/>
                  </a:moveTo>
                  <a:lnTo>
                    <a:pt x="286715" y="15240"/>
                  </a:lnTo>
                  <a:lnTo>
                    <a:pt x="286715" y="33528"/>
                  </a:lnTo>
                  <a:lnTo>
                    <a:pt x="286715" y="59436"/>
                  </a:lnTo>
                  <a:lnTo>
                    <a:pt x="62484" y="59436"/>
                  </a:lnTo>
                  <a:lnTo>
                    <a:pt x="62484" y="33528"/>
                  </a:lnTo>
                  <a:lnTo>
                    <a:pt x="286715" y="33528"/>
                  </a:lnTo>
                  <a:lnTo>
                    <a:pt x="286715" y="15240"/>
                  </a:lnTo>
                  <a:lnTo>
                    <a:pt x="39624" y="15240"/>
                  </a:lnTo>
                  <a:lnTo>
                    <a:pt x="39547" y="154025"/>
                  </a:lnTo>
                  <a:lnTo>
                    <a:pt x="37084" y="201422"/>
                  </a:lnTo>
                  <a:lnTo>
                    <a:pt x="29527" y="242900"/>
                  </a:lnTo>
                  <a:lnTo>
                    <a:pt x="17132" y="276936"/>
                  </a:lnTo>
                  <a:lnTo>
                    <a:pt x="0" y="303568"/>
                  </a:lnTo>
                  <a:lnTo>
                    <a:pt x="4343" y="308406"/>
                  </a:lnTo>
                  <a:lnTo>
                    <a:pt x="8382" y="313651"/>
                  </a:lnTo>
                  <a:lnTo>
                    <a:pt x="12433" y="319214"/>
                  </a:lnTo>
                  <a:lnTo>
                    <a:pt x="16764" y="324904"/>
                  </a:lnTo>
                  <a:lnTo>
                    <a:pt x="36766" y="292862"/>
                  </a:lnTo>
                  <a:lnTo>
                    <a:pt x="51054" y="254139"/>
                  </a:lnTo>
                  <a:lnTo>
                    <a:pt x="59626" y="208826"/>
                  </a:lnTo>
                  <a:lnTo>
                    <a:pt x="62484" y="157073"/>
                  </a:lnTo>
                  <a:lnTo>
                    <a:pt x="62484" y="79248"/>
                  </a:lnTo>
                  <a:lnTo>
                    <a:pt x="286715" y="79248"/>
                  </a:lnTo>
                  <a:lnTo>
                    <a:pt x="286715" y="85344"/>
                  </a:lnTo>
                  <a:lnTo>
                    <a:pt x="309575" y="85344"/>
                  </a:lnTo>
                  <a:lnTo>
                    <a:pt x="309575" y="79248"/>
                  </a:lnTo>
                  <a:lnTo>
                    <a:pt x="309575" y="59436"/>
                  </a:lnTo>
                  <a:lnTo>
                    <a:pt x="309575" y="33528"/>
                  </a:lnTo>
                  <a:lnTo>
                    <a:pt x="309575" y="15240"/>
                  </a:lnTo>
                  <a:close/>
                </a:path>
                <a:path w="4360545" h="327025">
                  <a:moveTo>
                    <a:pt x="315671" y="218135"/>
                  </a:moveTo>
                  <a:lnTo>
                    <a:pt x="204317" y="218135"/>
                  </a:lnTo>
                  <a:lnTo>
                    <a:pt x="204317" y="196799"/>
                  </a:lnTo>
                  <a:lnTo>
                    <a:pt x="272999" y="196799"/>
                  </a:lnTo>
                  <a:lnTo>
                    <a:pt x="272999" y="202895"/>
                  </a:lnTo>
                  <a:lnTo>
                    <a:pt x="294335" y="202895"/>
                  </a:lnTo>
                  <a:lnTo>
                    <a:pt x="294335" y="196799"/>
                  </a:lnTo>
                  <a:lnTo>
                    <a:pt x="294335" y="178409"/>
                  </a:lnTo>
                  <a:lnTo>
                    <a:pt x="294335" y="154025"/>
                  </a:lnTo>
                  <a:lnTo>
                    <a:pt x="294335" y="137261"/>
                  </a:lnTo>
                  <a:lnTo>
                    <a:pt x="272999" y="137261"/>
                  </a:lnTo>
                  <a:lnTo>
                    <a:pt x="272999" y="154025"/>
                  </a:lnTo>
                  <a:lnTo>
                    <a:pt x="272999" y="178409"/>
                  </a:lnTo>
                  <a:lnTo>
                    <a:pt x="204317" y="178409"/>
                  </a:lnTo>
                  <a:lnTo>
                    <a:pt x="204317" y="154025"/>
                  </a:lnTo>
                  <a:lnTo>
                    <a:pt x="272999" y="154025"/>
                  </a:lnTo>
                  <a:lnTo>
                    <a:pt x="272999" y="137261"/>
                  </a:lnTo>
                  <a:lnTo>
                    <a:pt x="204317" y="137261"/>
                  </a:lnTo>
                  <a:lnTo>
                    <a:pt x="204317" y="115925"/>
                  </a:lnTo>
                  <a:lnTo>
                    <a:pt x="309575" y="111353"/>
                  </a:lnTo>
                  <a:lnTo>
                    <a:pt x="303479" y="91541"/>
                  </a:lnTo>
                  <a:lnTo>
                    <a:pt x="270878" y="93357"/>
                  </a:lnTo>
                  <a:lnTo>
                    <a:pt x="185953" y="96697"/>
                  </a:lnTo>
                  <a:lnTo>
                    <a:pt x="74676" y="99161"/>
                  </a:lnTo>
                  <a:lnTo>
                    <a:pt x="76200" y="106781"/>
                  </a:lnTo>
                  <a:lnTo>
                    <a:pt x="79248" y="118973"/>
                  </a:lnTo>
                  <a:lnTo>
                    <a:pt x="158635" y="116827"/>
                  </a:lnTo>
                  <a:lnTo>
                    <a:pt x="182981" y="115925"/>
                  </a:lnTo>
                  <a:lnTo>
                    <a:pt x="182981" y="137261"/>
                  </a:lnTo>
                  <a:lnTo>
                    <a:pt x="182981" y="154025"/>
                  </a:lnTo>
                  <a:lnTo>
                    <a:pt x="182981" y="178409"/>
                  </a:lnTo>
                  <a:lnTo>
                    <a:pt x="115836" y="178409"/>
                  </a:lnTo>
                  <a:lnTo>
                    <a:pt x="115836" y="154025"/>
                  </a:lnTo>
                  <a:lnTo>
                    <a:pt x="182981" y="154025"/>
                  </a:lnTo>
                  <a:lnTo>
                    <a:pt x="182981" y="137261"/>
                  </a:lnTo>
                  <a:lnTo>
                    <a:pt x="94500" y="137261"/>
                  </a:lnTo>
                  <a:lnTo>
                    <a:pt x="94500" y="202895"/>
                  </a:lnTo>
                  <a:lnTo>
                    <a:pt x="115836" y="202895"/>
                  </a:lnTo>
                  <a:lnTo>
                    <a:pt x="115836" y="196799"/>
                  </a:lnTo>
                  <a:lnTo>
                    <a:pt x="182981" y="196799"/>
                  </a:lnTo>
                  <a:lnTo>
                    <a:pt x="182981" y="218135"/>
                  </a:lnTo>
                  <a:lnTo>
                    <a:pt x="79248" y="218135"/>
                  </a:lnTo>
                  <a:lnTo>
                    <a:pt x="79248" y="323380"/>
                  </a:lnTo>
                  <a:lnTo>
                    <a:pt x="102120" y="323380"/>
                  </a:lnTo>
                  <a:lnTo>
                    <a:pt x="102120" y="234899"/>
                  </a:lnTo>
                  <a:lnTo>
                    <a:pt x="182981" y="234899"/>
                  </a:lnTo>
                  <a:lnTo>
                    <a:pt x="182981" y="265379"/>
                  </a:lnTo>
                  <a:lnTo>
                    <a:pt x="168122" y="266280"/>
                  </a:lnTo>
                  <a:lnTo>
                    <a:pt x="138366" y="267512"/>
                  </a:lnTo>
                  <a:lnTo>
                    <a:pt x="123456" y="268427"/>
                  </a:lnTo>
                  <a:lnTo>
                    <a:pt x="126504" y="288239"/>
                  </a:lnTo>
                  <a:lnTo>
                    <a:pt x="221742" y="282016"/>
                  </a:lnTo>
                  <a:lnTo>
                    <a:pt x="250037" y="280619"/>
                  </a:lnTo>
                  <a:lnTo>
                    <a:pt x="253085" y="285191"/>
                  </a:lnTo>
                  <a:lnTo>
                    <a:pt x="254609" y="288239"/>
                  </a:lnTo>
                  <a:lnTo>
                    <a:pt x="256133" y="292811"/>
                  </a:lnTo>
                  <a:lnTo>
                    <a:pt x="276047" y="285191"/>
                  </a:lnTo>
                  <a:lnTo>
                    <a:pt x="273888" y="280619"/>
                  </a:lnTo>
                  <a:lnTo>
                    <a:pt x="270243" y="272897"/>
                  </a:lnTo>
                  <a:lnTo>
                    <a:pt x="265684" y="263855"/>
                  </a:lnTo>
                  <a:lnTo>
                    <a:pt x="264337" y="261188"/>
                  </a:lnTo>
                  <a:lnTo>
                    <a:pt x="258152" y="250037"/>
                  </a:lnTo>
                  <a:lnTo>
                    <a:pt x="251561" y="239471"/>
                  </a:lnTo>
                  <a:lnTo>
                    <a:pt x="234797" y="247091"/>
                  </a:lnTo>
                  <a:lnTo>
                    <a:pt x="237845" y="251663"/>
                  </a:lnTo>
                  <a:lnTo>
                    <a:pt x="239369" y="257759"/>
                  </a:lnTo>
                  <a:lnTo>
                    <a:pt x="242417" y="262331"/>
                  </a:lnTo>
                  <a:lnTo>
                    <a:pt x="233032" y="262559"/>
                  </a:lnTo>
                  <a:lnTo>
                    <a:pt x="213702" y="263613"/>
                  </a:lnTo>
                  <a:lnTo>
                    <a:pt x="204317" y="263855"/>
                  </a:lnTo>
                  <a:lnTo>
                    <a:pt x="204317" y="234899"/>
                  </a:lnTo>
                  <a:lnTo>
                    <a:pt x="292811" y="234899"/>
                  </a:lnTo>
                  <a:lnTo>
                    <a:pt x="292811" y="295948"/>
                  </a:lnTo>
                  <a:lnTo>
                    <a:pt x="286727" y="300507"/>
                  </a:lnTo>
                  <a:lnTo>
                    <a:pt x="266153" y="300494"/>
                  </a:lnTo>
                  <a:lnTo>
                    <a:pt x="257098" y="300329"/>
                  </a:lnTo>
                  <a:lnTo>
                    <a:pt x="247205" y="299872"/>
                  </a:lnTo>
                  <a:lnTo>
                    <a:pt x="236321" y="298996"/>
                  </a:lnTo>
                  <a:lnTo>
                    <a:pt x="237845" y="308140"/>
                  </a:lnTo>
                  <a:lnTo>
                    <a:pt x="239369" y="315760"/>
                  </a:lnTo>
                  <a:lnTo>
                    <a:pt x="240893" y="321856"/>
                  </a:lnTo>
                  <a:lnTo>
                    <a:pt x="282143" y="321856"/>
                  </a:lnTo>
                  <a:lnTo>
                    <a:pt x="313829" y="300520"/>
                  </a:lnTo>
                  <a:lnTo>
                    <a:pt x="315671" y="288239"/>
                  </a:lnTo>
                  <a:lnTo>
                    <a:pt x="315671" y="234899"/>
                  </a:lnTo>
                  <a:lnTo>
                    <a:pt x="315671" y="218135"/>
                  </a:lnTo>
                  <a:close/>
                </a:path>
                <a:path w="4360545" h="327025">
                  <a:moveTo>
                    <a:pt x="375094" y="80772"/>
                  </a:moveTo>
                  <a:lnTo>
                    <a:pt x="353758" y="74676"/>
                  </a:lnTo>
                  <a:lnTo>
                    <a:pt x="350075" y="97904"/>
                  </a:lnTo>
                  <a:lnTo>
                    <a:pt x="345948" y="119532"/>
                  </a:lnTo>
                  <a:lnTo>
                    <a:pt x="341553" y="139712"/>
                  </a:lnTo>
                  <a:lnTo>
                    <a:pt x="336994" y="158597"/>
                  </a:lnTo>
                  <a:lnTo>
                    <a:pt x="346138" y="160121"/>
                  </a:lnTo>
                  <a:lnTo>
                    <a:pt x="353758" y="163169"/>
                  </a:lnTo>
                  <a:lnTo>
                    <a:pt x="359854" y="164693"/>
                  </a:lnTo>
                  <a:lnTo>
                    <a:pt x="364388" y="142379"/>
                  </a:lnTo>
                  <a:lnTo>
                    <a:pt x="368617" y="121056"/>
                  </a:lnTo>
                  <a:lnTo>
                    <a:pt x="372287" y="100571"/>
                  </a:lnTo>
                  <a:lnTo>
                    <a:pt x="375094" y="80772"/>
                  </a:lnTo>
                  <a:close/>
                </a:path>
                <a:path w="4360545" h="327025">
                  <a:moveTo>
                    <a:pt x="452920" y="106781"/>
                  </a:moveTo>
                  <a:lnTo>
                    <a:pt x="446684" y="94411"/>
                  </a:lnTo>
                  <a:lnTo>
                    <a:pt x="439585" y="82156"/>
                  </a:lnTo>
                  <a:lnTo>
                    <a:pt x="435940" y="76200"/>
                  </a:lnTo>
                  <a:lnTo>
                    <a:pt x="431914" y="69621"/>
                  </a:lnTo>
                  <a:lnTo>
                    <a:pt x="428548" y="64008"/>
                  </a:lnTo>
                  <a:lnTo>
                    <a:pt x="423964" y="56388"/>
                  </a:lnTo>
                  <a:lnTo>
                    <a:pt x="410146" y="64008"/>
                  </a:lnTo>
                  <a:lnTo>
                    <a:pt x="410146" y="1524"/>
                  </a:lnTo>
                  <a:lnTo>
                    <a:pt x="384238" y="1524"/>
                  </a:lnTo>
                  <a:lnTo>
                    <a:pt x="384238" y="324904"/>
                  </a:lnTo>
                  <a:lnTo>
                    <a:pt x="410146" y="324904"/>
                  </a:lnTo>
                  <a:lnTo>
                    <a:pt x="410146" y="76200"/>
                  </a:lnTo>
                  <a:lnTo>
                    <a:pt x="415925" y="85928"/>
                  </a:lnTo>
                  <a:lnTo>
                    <a:pt x="421665" y="96481"/>
                  </a:lnTo>
                  <a:lnTo>
                    <a:pt x="427393" y="107594"/>
                  </a:lnTo>
                  <a:lnTo>
                    <a:pt x="433108" y="118973"/>
                  </a:lnTo>
                  <a:lnTo>
                    <a:pt x="452920" y="106781"/>
                  </a:lnTo>
                  <a:close/>
                </a:path>
                <a:path w="4360545" h="327025">
                  <a:moveTo>
                    <a:pt x="664857" y="286715"/>
                  </a:moveTo>
                  <a:lnTo>
                    <a:pt x="567321" y="286715"/>
                  </a:lnTo>
                  <a:lnTo>
                    <a:pt x="567321" y="199834"/>
                  </a:lnTo>
                  <a:lnTo>
                    <a:pt x="648093" y="199834"/>
                  </a:lnTo>
                  <a:lnTo>
                    <a:pt x="648093" y="175361"/>
                  </a:lnTo>
                  <a:lnTo>
                    <a:pt x="567321" y="175361"/>
                  </a:lnTo>
                  <a:lnTo>
                    <a:pt x="567321" y="96113"/>
                  </a:lnTo>
                  <a:lnTo>
                    <a:pt x="654189" y="96113"/>
                  </a:lnTo>
                  <a:lnTo>
                    <a:pt x="654189" y="73152"/>
                  </a:lnTo>
                  <a:lnTo>
                    <a:pt x="567321" y="73152"/>
                  </a:lnTo>
                  <a:lnTo>
                    <a:pt x="567321" y="1524"/>
                  </a:lnTo>
                  <a:lnTo>
                    <a:pt x="541312" y="1524"/>
                  </a:lnTo>
                  <a:lnTo>
                    <a:pt x="541312" y="73152"/>
                  </a:lnTo>
                  <a:lnTo>
                    <a:pt x="497116" y="73152"/>
                  </a:lnTo>
                  <a:lnTo>
                    <a:pt x="501192" y="62611"/>
                  </a:lnTo>
                  <a:lnTo>
                    <a:pt x="504545" y="51625"/>
                  </a:lnTo>
                  <a:lnTo>
                    <a:pt x="507619" y="40373"/>
                  </a:lnTo>
                  <a:lnTo>
                    <a:pt x="510832" y="28956"/>
                  </a:lnTo>
                  <a:lnTo>
                    <a:pt x="484924" y="22860"/>
                  </a:lnTo>
                  <a:lnTo>
                    <a:pt x="476923" y="53479"/>
                  </a:lnTo>
                  <a:lnTo>
                    <a:pt x="466636" y="83680"/>
                  </a:lnTo>
                  <a:lnTo>
                    <a:pt x="454063" y="113601"/>
                  </a:lnTo>
                  <a:lnTo>
                    <a:pt x="439204" y="143357"/>
                  </a:lnTo>
                  <a:lnTo>
                    <a:pt x="443179" y="145948"/>
                  </a:lnTo>
                  <a:lnTo>
                    <a:pt x="448157" y="149263"/>
                  </a:lnTo>
                  <a:lnTo>
                    <a:pt x="453986" y="153428"/>
                  </a:lnTo>
                  <a:lnTo>
                    <a:pt x="460540" y="158597"/>
                  </a:lnTo>
                  <a:lnTo>
                    <a:pt x="468274" y="143471"/>
                  </a:lnTo>
                  <a:lnTo>
                    <a:pt x="475589" y="127927"/>
                  </a:lnTo>
                  <a:lnTo>
                    <a:pt x="482612" y="112090"/>
                  </a:lnTo>
                  <a:lnTo>
                    <a:pt x="489496" y="96113"/>
                  </a:lnTo>
                  <a:lnTo>
                    <a:pt x="541312" y="96113"/>
                  </a:lnTo>
                  <a:lnTo>
                    <a:pt x="541312" y="175361"/>
                  </a:lnTo>
                  <a:lnTo>
                    <a:pt x="457492" y="175361"/>
                  </a:lnTo>
                  <a:lnTo>
                    <a:pt x="457492" y="199834"/>
                  </a:lnTo>
                  <a:lnTo>
                    <a:pt x="541312" y="199834"/>
                  </a:lnTo>
                  <a:lnTo>
                    <a:pt x="541312" y="286715"/>
                  </a:lnTo>
                  <a:lnTo>
                    <a:pt x="436156" y="286715"/>
                  </a:lnTo>
                  <a:lnTo>
                    <a:pt x="436156" y="309664"/>
                  </a:lnTo>
                  <a:lnTo>
                    <a:pt x="664857" y="309664"/>
                  </a:lnTo>
                  <a:lnTo>
                    <a:pt x="664857" y="286715"/>
                  </a:lnTo>
                  <a:close/>
                </a:path>
                <a:path w="4360545" h="327025">
                  <a:moveTo>
                    <a:pt x="824966" y="199847"/>
                  </a:moveTo>
                  <a:lnTo>
                    <a:pt x="812393" y="187261"/>
                  </a:lnTo>
                  <a:lnTo>
                    <a:pt x="799820" y="174993"/>
                  </a:lnTo>
                  <a:lnTo>
                    <a:pt x="796937" y="172313"/>
                  </a:lnTo>
                  <a:lnTo>
                    <a:pt x="792010" y="167741"/>
                  </a:lnTo>
                  <a:lnTo>
                    <a:pt x="787082" y="163169"/>
                  </a:lnTo>
                  <a:lnTo>
                    <a:pt x="774674" y="152501"/>
                  </a:lnTo>
                  <a:lnTo>
                    <a:pt x="762482" y="163169"/>
                  </a:lnTo>
                  <a:lnTo>
                    <a:pt x="762482" y="122021"/>
                  </a:lnTo>
                  <a:lnTo>
                    <a:pt x="823442" y="122021"/>
                  </a:lnTo>
                  <a:lnTo>
                    <a:pt x="823442" y="99161"/>
                  </a:lnTo>
                  <a:lnTo>
                    <a:pt x="762482" y="99161"/>
                  </a:lnTo>
                  <a:lnTo>
                    <a:pt x="762482" y="47256"/>
                  </a:lnTo>
                  <a:lnTo>
                    <a:pt x="762482" y="42684"/>
                  </a:lnTo>
                  <a:lnTo>
                    <a:pt x="790486" y="37909"/>
                  </a:lnTo>
                  <a:lnTo>
                    <a:pt x="804278" y="35179"/>
                  </a:lnTo>
                  <a:lnTo>
                    <a:pt x="817346" y="32004"/>
                  </a:lnTo>
                  <a:lnTo>
                    <a:pt x="809726" y="9144"/>
                  </a:lnTo>
                  <a:lnTo>
                    <a:pt x="778319" y="16573"/>
                  </a:lnTo>
                  <a:lnTo>
                    <a:pt x="745896" y="22860"/>
                  </a:lnTo>
                  <a:lnTo>
                    <a:pt x="712597" y="28003"/>
                  </a:lnTo>
                  <a:lnTo>
                    <a:pt x="678561" y="32004"/>
                  </a:lnTo>
                  <a:lnTo>
                    <a:pt x="681609" y="39624"/>
                  </a:lnTo>
                  <a:lnTo>
                    <a:pt x="684657" y="54876"/>
                  </a:lnTo>
                  <a:lnTo>
                    <a:pt x="698195" y="52819"/>
                  </a:lnTo>
                  <a:lnTo>
                    <a:pt x="724623" y="49301"/>
                  </a:lnTo>
                  <a:lnTo>
                    <a:pt x="738098" y="47256"/>
                  </a:lnTo>
                  <a:lnTo>
                    <a:pt x="738098" y="99161"/>
                  </a:lnTo>
                  <a:lnTo>
                    <a:pt x="673989" y="99161"/>
                  </a:lnTo>
                  <a:lnTo>
                    <a:pt x="673989" y="122021"/>
                  </a:lnTo>
                  <a:lnTo>
                    <a:pt x="732002" y="122021"/>
                  </a:lnTo>
                  <a:lnTo>
                    <a:pt x="719709" y="151180"/>
                  </a:lnTo>
                  <a:lnTo>
                    <a:pt x="705700" y="179222"/>
                  </a:lnTo>
                  <a:lnTo>
                    <a:pt x="689952" y="206108"/>
                  </a:lnTo>
                  <a:lnTo>
                    <a:pt x="672465" y="231851"/>
                  </a:lnTo>
                  <a:lnTo>
                    <a:pt x="675881" y="239585"/>
                  </a:lnTo>
                  <a:lnTo>
                    <a:pt x="679132" y="246900"/>
                  </a:lnTo>
                  <a:lnTo>
                    <a:pt x="682117" y="253923"/>
                  </a:lnTo>
                  <a:lnTo>
                    <a:pt x="684657" y="260807"/>
                  </a:lnTo>
                  <a:lnTo>
                    <a:pt x="700773" y="237921"/>
                  </a:lnTo>
                  <a:lnTo>
                    <a:pt x="714844" y="214884"/>
                  </a:lnTo>
                  <a:lnTo>
                    <a:pt x="727189" y="191541"/>
                  </a:lnTo>
                  <a:lnTo>
                    <a:pt x="738098" y="167741"/>
                  </a:lnTo>
                  <a:lnTo>
                    <a:pt x="738098" y="324904"/>
                  </a:lnTo>
                  <a:lnTo>
                    <a:pt x="762482" y="324904"/>
                  </a:lnTo>
                  <a:lnTo>
                    <a:pt x="762482" y="172313"/>
                  </a:lnTo>
                  <a:lnTo>
                    <a:pt x="774534" y="183756"/>
                  </a:lnTo>
                  <a:lnTo>
                    <a:pt x="785723" y="195224"/>
                  </a:lnTo>
                  <a:lnTo>
                    <a:pt x="796340" y="206679"/>
                  </a:lnTo>
                  <a:lnTo>
                    <a:pt x="806678" y="218135"/>
                  </a:lnTo>
                  <a:lnTo>
                    <a:pt x="824966" y="199847"/>
                  </a:lnTo>
                  <a:close/>
                </a:path>
                <a:path w="4360545" h="327025">
                  <a:moveTo>
                    <a:pt x="985177" y="39624"/>
                  </a:moveTo>
                  <a:lnTo>
                    <a:pt x="959180" y="39624"/>
                  </a:lnTo>
                  <a:lnTo>
                    <a:pt x="959180" y="64020"/>
                  </a:lnTo>
                  <a:lnTo>
                    <a:pt x="959180" y="257759"/>
                  </a:lnTo>
                  <a:lnTo>
                    <a:pt x="866216" y="257759"/>
                  </a:lnTo>
                  <a:lnTo>
                    <a:pt x="866216" y="64020"/>
                  </a:lnTo>
                  <a:lnTo>
                    <a:pt x="959180" y="64020"/>
                  </a:lnTo>
                  <a:lnTo>
                    <a:pt x="959180" y="39624"/>
                  </a:lnTo>
                  <a:lnTo>
                    <a:pt x="840295" y="39624"/>
                  </a:lnTo>
                  <a:lnTo>
                    <a:pt x="840295" y="314236"/>
                  </a:lnTo>
                  <a:lnTo>
                    <a:pt x="866216" y="314236"/>
                  </a:lnTo>
                  <a:lnTo>
                    <a:pt x="866216" y="282143"/>
                  </a:lnTo>
                  <a:lnTo>
                    <a:pt x="959180" y="282143"/>
                  </a:lnTo>
                  <a:lnTo>
                    <a:pt x="959180" y="314236"/>
                  </a:lnTo>
                  <a:lnTo>
                    <a:pt x="985177" y="314236"/>
                  </a:lnTo>
                  <a:lnTo>
                    <a:pt x="985177" y="282143"/>
                  </a:lnTo>
                  <a:lnTo>
                    <a:pt x="985177" y="257759"/>
                  </a:lnTo>
                  <a:lnTo>
                    <a:pt x="985177" y="64020"/>
                  </a:lnTo>
                  <a:lnTo>
                    <a:pt x="985177" y="39624"/>
                  </a:lnTo>
                  <a:close/>
                </a:path>
                <a:path w="4360545" h="327025">
                  <a:moveTo>
                    <a:pt x="1306931" y="204406"/>
                  </a:moveTo>
                  <a:lnTo>
                    <a:pt x="1186446" y="204406"/>
                  </a:lnTo>
                  <a:lnTo>
                    <a:pt x="1186446" y="173837"/>
                  </a:lnTo>
                  <a:lnTo>
                    <a:pt x="1252067" y="173837"/>
                  </a:lnTo>
                  <a:lnTo>
                    <a:pt x="1252067" y="186029"/>
                  </a:lnTo>
                  <a:lnTo>
                    <a:pt x="1276451" y="186029"/>
                  </a:lnTo>
                  <a:lnTo>
                    <a:pt x="1276451" y="173837"/>
                  </a:lnTo>
                  <a:lnTo>
                    <a:pt x="1276451" y="152501"/>
                  </a:lnTo>
                  <a:lnTo>
                    <a:pt x="1276451" y="123545"/>
                  </a:lnTo>
                  <a:lnTo>
                    <a:pt x="1276451" y="102209"/>
                  </a:lnTo>
                  <a:lnTo>
                    <a:pt x="1252067" y="102209"/>
                  </a:lnTo>
                  <a:lnTo>
                    <a:pt x="1252067" y="123545"/>
                  </a:lnTo>
                  <a:lnTo>
                    <a:pt x="1252067" y="152501"/>
                  </a:lnTo>
                  <a:lnTo>
                    <a:pt x="1096429" y="152501"/>
                  </a:lnTo>
                  <a:lnTo>
                    <a:pt x="1096429" y="123545"/>
                  </a:lnTo>
                  <a:lnTo>
                    <a:pt x="1252067" y="123545"/>
                  </a:lnTo>
                  <a:lnTo>
                    <a:pt x="1252067" y="102209"/>
                  </a:lnTo>
                  <a:lnTo>
                    <a:pt x="1070521" y="102209"/>
                  </a:lnTo>
                  <a:lnTo>
                    <a:pt x="1070521" y="186029"/>
                  </a:lnTo>
                  <a:lnTo>
                    <a:pt x="1096429" y="186029"/>
                  </a:lnTo>
                  <a:lnTo>
                    <a:pt x="1096429" y="173837"/>
                  </a:lnTo>
                  <a:lnTo>
                    <a:pt x="1160538" y="173837"/>
                  </a:lnTo>
                  <a:lnTo>
                    <a:pt x="1160538" y="204406"/>
                  </a:lnTo>
                  <a:lnTo>
                    <a:pt x="1043089" y="204406"/>
                  </a:lnTo>
                  <a:lnTo>
                    <a:pt x="1043089" y="298996"/>
                  </a:lnTo>
                  <a:lnTo>
                    <a:pt x="1068997" y="298996"/>
                  </a:lnTo>
                  <a:lnTo>
                    <a:pt x="1068997" y="227266"/>
                  </a:lnTo>
                  <a:lnTo>
                    <a:pt x="1160538" y="227266"/>
                  </a:lnTo>
                  <a:lnTo>
                    <a:pt x="1160538" y="323380"/>
                  </a:lnTo>
                  <a:lnTo>
                    <a:pt x="1186446" y="323380"/>
                  </a:lnTo>
                  <a:lnTo>
                    <a:pt x="1186446" y="227266"/>
                  </a:lnTo>
                  <a:lnTo>
                    <a:pt x="1281023" y="227266"/>
                  </a:lnTo>
                  <a:lnTo>
                    <a:pt x="1281023" y="257746"/>
                  </a:lnTo>
                  <a:lnTo>
                    <a:pt x="1279855" y="265518"/>
                  </a:lnTo>
                  <a:lnTo>
                    <a:pt x="1276261" y="270700"/>
                  </a:lnTo>
                  <a:lnTo>
                    <a:pt x="1270088" y="273608"/>
                  </a:lnTo>
                  <a:lnTo>
                    <a:pt x="1261313" y="274510"/>
                  </a:lnTo>
                  <a:lnTo>
                    <a:pt x="1252054" y="274497"/>
                  </a:lnTo>
                  <a:lnTo>
                    <a:pt x="1242872" y="274320"/>
                  </a:lnTo>
                  <a:lnTo>
                    <a:pt x="1233703" y="273875"/>
                  </a:lnTo>
                  <a:lnTo>
                    <a:pt x="1224546" y="272986"/>
                  </a:lnTo>
                  <a:lnTo>
                    <a:pt x="1226832" y="286524"/>
                  </a:lnTo>
                  <a:lnTo>
                    <a:pt x="1227975" y="292963"/>
                  </a:lnTo>
                  <a:lnTo>
                    <a:pt x="1229118" y="298996"/>
                  </a:lnTo>
                  <a:lnTo>
                    <a:pt x="1267307" y="298996"/>
                  </a:lnTo>
                  <a:lnTo>
                    <a:pt x="1304378" y="277698"/>
                  </a:lnTo>
                  <a:lnTo>
                    <a:pt x="1306931" y="260794"/>
                  </a:lnTo>
                  <a:lnTo>
                    <a:pt x="1306931" y="227266"/>
                  </a:lnTo>
                  <a:lnTo>
                    <a:pt x="1306931" y="204406"/>
                  </a:lnTo>
                  <a:close/>
                </a:path>
                <a:path w="4360545" h="327025">
                  <a:moveTo>
                    <a:pt x="1322171" y="57912"/>
                  </a:moveTo>
                  <a:lnTo>
                    <a:pt x="1247495" y="57912"/>
                  </a:lnTo>
                  <a:lnTo>
                    <a:pt x="1273784" y="40386"/>
                  </a:lnTo>
                  <a:lnTo>
                    <a:pt x="1286078" y="31775"/>
                  </a:lnTo>
                  <a:lnTo>
                    <a:pt x="1297787" y="22860"/>
                  </a:lnTo>
                  <a:lnTo>
                    <a:pt x="1277975" y="3048"/>
                  </a:lnTo>
                  <a:lnTo>
                    <a:pt x="1266253" y="13081"/>
                  </a:lnTo>
                  <a:lnTo>
                    <a:pt x="1253959" y="22669"/>
                  </a:lnTo>
                  <a:lnTo>
                    <a:pt x="1241069" y="31991"/>
                  </a:lnTo>
                  <a:lnTo>
                    <a:pt x="1227594" y="41148"/>
                  </a:lnTo>
                  <a:lnTo>
                    <a:pt x="1239786" y="57912"/>
                  </a:lnTo>
                  <a:lnTo>
                    <a:pt x="1186446" y="57912"/>
                  </a:lnTo>
                  <a:lnTo>
                    <a:pt x="1186446" y="0"/>
                  </a:lnTo>
                  <a:lnTo>
                    <a:pt x="1160538" y="0"/>
                  </a:lnTo>
                  <a:lnTo>
                    <a:pt x="1160538" y="57912"/>
                  </a:lnTo>
                  <a:lnTo>
                    <a:pt x="1102525" y="57912"/>
                  </a:lnTo>
                  <a:lnTo>
                    <a:pt x="1119390" y="38100"/>
                  </a:lnTo>
                  <a:lnTo>
                    <a:pt x="1106779" y="29870"/>
                  </a:lnTo>
                  <a:lnTo>
                    <a:pt x="1094346" y="21336"/>
                  </a:lnTo>
                  <a:lnTo>
                    <a:pt x="1070521" y="4572"/>
                  </a:lnTo>
                  <a:lnTo>
                    <a:pt x="1055281" y="21336"/>
                  </a:lnTo>
                  <a:lnTo>
                    <a:pt x="1101001" y="57912"/>
                  </a:lnTo>
                  <a:lnTo>
                    <a:pt x="1023277" y="57912"/>
                  </a:lnTo>
                  <a:lnTo>
                    <a:pt x="1023277" y="115925"/>
                  </a:lnTo>
                  <a:lnTo>
                    <a:pt x="1049185" y="115925"/>
                  </a:lnTo>
                  <a:lnTo>
                    <a:pt x="1049185" y="79248"/>
                  </a:lnTo>
                  <a:lnTo>
                    <a:pt x="1297787" y="79248"/>
                  </a:lnTo>
                  <a:lnTo>
                    <a:pt x="1297787" y="115925"/>
                  </a:lnTo>
                  <a:lnTo>
                    <a:pt x="1322171" y="115925"/>
                  </a:lnTo>
                  <a:lnTo>
                    <a:pt x="1322171" y="79248"/>
                  </a:lnTo>
                  <a:lnTo>
                    <a:pt x="1322171" y="57912"/>
                  </a:lnTo>
                  <a:close/>
                </a:path>
                <a:path w="4360545" h="327025">
                  <a:moveTo>
                    <a:pt x="1651546" y="19812"/>
                  </a:moveTo>
                  <a:lnTo>
                    <a:pt x="1625638" y="19812"/>
                  </a:lnTo>
                  <a:lnTo>
                    <a:pt x="1625638" y="44196"/>
                  </a:lnTo>
                  <a:lnTo>
                    <a:pt x="1625638" y="105257"/>
                  </a:lnTo>
                  <a:lnTo>
                    <a:pt x="1625638" y="128117"/>
                  </a:lnTo>
                  <a:lnTo>
                    <a:pt x="1625638" y="189077"/>
                  </a:lnTo>
                  <a:lnTo>
                    <a:pt x="1529626" y="189077"/>
                  </a:lnTo>
                  <a:lnTo>
                    <a:pt x="1529626" y="128117"/>
                  </a:lnTo>
                  <a:lnTo>
                    <a:pt x="1625638" y="128117"/>
                  </a:lnTo>
                  <a:lnTo>
                    <a:pt x="1625638" y="105257"/>
                  </a:lnTo>
                  <a:lnTo>
                    <a:pt x="1529626" y="105257"/>
                  </a:lnTo>
                  <a:lnTo>
                    <a:pt x="1529626" y="44196"/>
                  </a:lnTo>
                  <a:lnTo>
                    <a:pt x="1625638" y="44196"/>
                  </a:lnTo>
                  <a:lnTo>
                    <a:pt x="1625638" y="19812"/>
                  </a:lnTo>
                  <a:lnTo>
                    <a:pt x="1503629" y="19812"/>
                  </a:lnTo>
                  <a:lnTo>
                    <a:pt x="1503629" y="44196"/>
                  </a:lnTo>
                  <a:lnTo>
                    <a:pt x="1503629" y="105257"/>
                  </a:lnTo>
                  <a:lnTo>
                    <a:pt x="1503629" y="128117"/>
                  </a:lnTo>
                  <a:lnTo>
                    <a:pt x="1503629" y="189077"/>
                  </a:lnTo>
                  <a:lnTo>
                    <a:pt x="1409128" y="189077"/>
                  </a:lnTo>
                  <a:lnTo>
                    <a:pt x="1410233" y="174193"/>
                  </a:lnTo>
                  <a:lnTo>
                    <a:pt x="1411033" y="159169"/>
                  </a:lnTo>
                  <a:lnTo>
                    <a:pt x="1411274" y="143852"/>
                  </a:lnTo>
                  <a:lnTo>
                    <a:pt x="1410652" y="128117"/>
                  </a:lnTo>
                  <a:lnTo>
                    <a:pt x="1503629" y="128117"/>
                  </a:lnTo>
                  <a:lnTo>
                    <a:pt x="1503629" y="105257"/>
                  </a:lnTo>
                  <a:lnTo>
                    <a:pt x="1410652" y="105257"/>
                  </a:lnTo>
                  <a:lnTo>
                    <a:pt x="1410652" y="44196"/>
                  </a:lnTo>
                  <a:lnTo>
                    <a:pt x="1503629" y="44196"/>
                  </a:lnTo>
                  <a:lnTo>
                    <a:pt x="1503629" y="19812"/>
                  </a:lnTo>
                  <a:lnTo>
                    <a:pt x="1384744" y="19812"/>
                  </a:lnTo>
                  <a:lnTo>
                    <a:pt x="1384744" y="135737"/>
                  </a:lnTo>
                  <a:lnTo>
                    <a:pt x="1384198" y="166903"/>
                  </a:lnTo>
                  <a:lnTo>
                    <a:pt x="1380210" y="217258"/>
                  </a:lnTo>
                  <a:lnTo>
                    <a:pt x="1366558" y="271665"/>
                  </a:lnTo>
                  <a:lnTo>
                    <a:pt x="1348079" y="303568"/>
                  </a:lnTo>
                  <a:lnTo>
                    <a:pt x="1353527" y="309283"/>
                  </a:lnTo>
                  <a:lnTo>
                    <a:pt x="1358557" y="314998"/>
                  </a:lnTo>
                  <a:lnTo>
                    <a:pt x="1363294" y="320713"/>
                  </a:lnTo>
                  <a:lnTo>
                    <a:pt x="1367891" y="326428"/>
                  </a:lnTo>
                  <a:lnTo>
                    <a:pt x="1383347" y="302361"/>
                  </a:lnTo>
                  <a:lnTo>
                    <a:pt x="1395222" y="275704"/>
                  </a:lnTo>
                  <a:lnTo>
                    <a:pt x="1403350" y="246189"/>
                  </a:lnTo>
                  <a:lnTo>
                    <a:pt x="1407604" y="213550"/>
                  </a:lnTo>
                  <a:lnTo>
                    <a:pt x="1503629" y="213550"/>
                  </a:lnTo>
                  <a:lnTo>
                    <a:pt x="1503629" y="317284"/>
                  </a:lnTo>
                  <a:lnTo>
                    <a:pt x="1529626" y="317284"/>
                  </a:lnTo>
                  <a:lnTo>
                    <a:pt x="1529626" y="213550"/>
                  </a:lnTo>
                  <a:lnTo>
                    <a:pt x="1625638" y="213550"/>
                  </a:lnTo>
                  <a:lnTo>
                    <a:pt x="1625638" y="272986"/>
                  </a:lnTo>
                  <a:lnTo>
                    <a:pt x="1624469" y="281876"/>
                  </a:lnTo>
                  <a:lnTo>
                    <a:pt x="1620875" y="288036"/>
                  </a:lnTo>
                  <a:lnTo>
                    <a:pt x="1614703" y="291642"/>
                  </a:lnTo>
                  <a:lnTo>
                    <a:pt x="1605902" y="292798"/>
                  </a:lnTo>
                  <a:lnTo>
                    <a:pt x="1596085" y="292785"/>
                  </a:lnTo>
                  <a:lnTo>
                    <a:pt x="1585061" y="292608"/>
                  </a:lnTo>
                  <a:lnTo>
                    <a:pt x="1572602" y="292163"/>
                  </a:lnTo>
                  <a:lnTo>
                    <a:pt x="1558582" y="291274"/>
                  </a:lnTo>
                  <a:lnTo>
                    <a:pt x="1560601" y="299046"/>
                  </a:lnTo>
                  <a:lnTo>
                    <a:pt x="1562201" y="306222"/>
                  </a:lnTo>
                  <a:lnTo>
                    <a:pt x="1564678" y="318808"/>
                  </a:lnTo>
                  <a:lnTo>
                    <a:pt x="1614970" y="318808"/>
                  </a:lnTo>
                  <a:lnTo>
                    <a:pt x="1630972" y="316496"/>
                  </a:lnTo>
                  <a:lnTo>
                    <a:pt x="1642402" y="309460"/>
                  </a:lnTo>
                  <a:lnTo>
                    <a:pt x="1649260" y="297548"/>
                  </a:lnTo>
                  <a:lnTo>
                    <a:pt x="1649895" y="292798"/>
                  </a:lnTo>
                  <a:lnTo>
                    <a:pt x="1651546" y="280606"/>
                  </a:lnTo>
                  <a:lnTo>
                    <a:pt x="1651546" y="44196"/>
                  </a:lnTo>
                  <a:lnTo>
                    <a:pt x="1651546" y="19812"/>
                  </a:lnTo>
                  <a:close/>
                </a:path>
                <a:path w="4360545" h="327025">
                  <a:moveTo>
                    <a:pt x="1767459" y="67056"/>
                  </a:moveTo>
                  <a:lnTo>
                    <a:pt x="1753463" y="47891"/>
                  </a:lnTo>
                  <a:lnTo>
                    <a:pt x="1741170" y="31432"/>
                  </a:lnTo>
                  <a:lnTo>
                    <a:pt x="1730603" y="17551"/>
                  </a:lnTo>
                  <a:lnTo>
                    <a:pt x="1721739" y="6096"/>
                  </a:lnTo>
                  <a:lnTo>
                    <a:pt x="1700403" y="19812"/>
                  </a:lnTo>
                  <a:lnTo>
                    <a:pt x="1709889" y="32385"/>
                  </a:lnTo>
                  <a:lnTo>
                    <a:pt x="1720202" y="47231"/>
                  </a:lnTo>
                  <a:lnTo>
                    <a:pt x="1731695" y="64389"/>
                  </a:lnTo>
                  <a:lnTo>
                    <a:pt x="1744599" y="83820"/>
                  </a:lnTo>
                  <a:lnTo>
                    <a:pt x="1767459" y="67056"/>
                  </a:lnTo>
                  <a:close/>
                </a:path>
                <a:path w="4360545" h="327025">
                  <a:moveTo>
                    <a:pt x="2005406" y="134213"/>
                  </a:moveTo>
                  <a:lnTo>
                    <a:pt x="1903196" y="134213"/>
                  </a:lnTo>
                  <a:lnTo>
                    <a:pt x="1903196" y="79248"/>
                  </a:lnTo>
                  <a:lnTo>
                    <a:pt x="1988642" y="79248"/>
                  </a:lnTo>
                  <a:lnTo>
                    <a:pt x="1988642" y="56388"/>
                  </a:lnTo>
                  <a:lnTo>
                    <a:pt x="1903196" y="56388"/>
                  </a:lnTo>
                  <a:lnTo>
                    <a:pt x="1903196" y="0"/>
                  </a:lnTo>
                  <a:lnTo>
                    <a:pt x="1877288" y="0"/>
                  </a:lnTo>
                  <a:lnTo>
                    <a:pt x="1877288" y="56388"/>
                  </a:lnTo>
                  <a:lnTo>
                    <a:pt x="1830044" y="56388"/>
                  </a:lnTo>
                  <a:lnTo>
                    <a:pt x="1833435" y="47244"/>
                  </a:lnTo>
                  <a:lnTo>
                    <a:pt x="1836712" y="37909"/>
                  </a:lnTo>
                  <a:lnTo>
                    <a:pt x="1839683" y="28321"/>
                  </a:lnTo>
                  <a:lnTo>
                    <a:pt x="1842236" y="18288"/>
                  </a:lnTo>
                  <a:lnTo>
                    <a:pt x="1816328" y="12192"/>
                  </a:lnTo>
                  <a:lnTo>
                    <a:pt x="1809737" y="39065"/>
                  </a:lnTo>
                  <a:lnTo>
                    <a:pt x="1801418" y="64782"/>
                  </a:lnTo>
                  <a:lnTo>
                    <a:pt x="1791385" y="89395"/>
                  </a:lnTo>
                  <a:lnTo>
                    <a:pt x="1779663" y="112877"/>
                  </a:lnTo>
                  <a:lnTo>
                    <a:pt x="1788807" y="115925"/>
                  </a:lnTo>
                  <a:lnTo>
                    <a:pt x="1796427" y="120497"/>
                  </a:lnTo>
                  <a:lnTo>
                    <a:pt x="1802612" y="123545"/>
                  </a:lnTo>
                  <a:lnTo>
                    <a:pt x="1807425" y="113855"/>
                  </a:lnTo>
                  <a:lnTo>
                    <a:pt x="1812518" y="103149"/>
                  </a:lnTo>
                  <a:lnTo>
                    <a:pt x="1817611" y="91567"/>
                  </a:lnTo>
                  <a:lnTo>
                    <a:pt x="1822424" y="79248"/>
                  </a:lnTo>
                  <a:lnTo>
                    <a:pt x="1877288" y="79248"/>
                  </a:lnTo>
                  <a:lnTo>
                    <a:pt x="1877288" y="134213"/>
                  </a:lnTo>
                  <a:lnTo>
                    <a:pt x="1768983" y="134213"/>
                  </a:lnTo>
                  <a:lnTo>
                    <a:pt x="1768983" y="157073"/>
                  </a:lnTo>
                  <a:lnTo>
                    <a:pt x="1833092" y="157073"/>
                  </a:lnTo>
                  <a:lnTo>
                    <a:pt x="1832851" y="164769"/>
                  </a:lnTo>
                  <a:lnTo>
                    <a:pt x="1832330" y="171742"/>
                  </a:lnTo>
                  <a:lnTo>
                    <a:pt x="1831809" y="177863"/>
                  </a:lnTo>
                  <a:lnTo>
                    <a:pt x="1831568" y="182981"/>
                  </a:lnTo>
                  <a:lnTo>
                    <a:pt x="1826996" y="204495"/>
                  </a:lnTo>
                  <a:lnTo>
                    <a:pt x="1815553" y="223266"/>
                  </a:lnTo>
                  <a:lnTo>
                    <a:pt x="1797240" y="239445"/>
                  </a:lnTo>
                  <a:lnTo>
                    <a:pt x="1772043" y="253187"/>
                  </a:lnTo>
                  <a:lnTo>
                    <a:pt x="1780997" y="264426"/>
                  </a:lnTo>
                  <a:lnTo>
                    <a:pt x="1785112" y="269684"/>
                  </a:lnTo>
                  <a:lnTo>
                    <a:pt x="1788807" y="274523"/>
                  </a:lnTo>
                  <a:lnTo>
                    <a:pt x="1818005" y="257657"/>
                  </a:lnTo>
                  <a:lnTo>
                    <a:pt x="1839175" y="236791"/>
                  </a:lnTo>
                  <a:lnTo>
                    <a:pt x="1852333" y="211899"/>
                  </a:lnTo>
                  <a:lnTo>
                    <a:pt x="1857476" y="182981"/>
                  </a:lnTo>
                  <a:lnTo>
                    <a:pt x="1857476" y="157073"/>
                  </a:lnTo>
                  <a:lnTo>
                    <a:pt x="1901672" y="157073"/>
                  </a:lnTo>
                  <a:lnTo>
                    <a:pt x="1901672" y="230327"/>
                  </a:lnTo>
                  <a:lnTo>
                    <a:pt x="1903933" y="246329"/>
                  </a:lnTo>
                  <a:lnTo>
                    <a:pt x="1910638" y="257759"/>
                  </a:lnTo>
                  <a:lnTo>
                    <a:pt x="1921649" y="264617"/>
                  </a:lnTo>
                  <a:lnTo>
                    <a:pt x="1936826" y="266903"/>
                  </a:lnTo>
                  <a:lnTo>
                    <a:pt x="1961210" y="266903"/>
                  </a:lnTo>
                  <a:lnTo>
                    <a:pt x="1975497" y="265163"/>
                  </a:lnTo>
                  <a:lnTo>
                    <a:pt x="1986356" y="259854"/>
                  </a:lnTo>
                  <a:lnTo>
                    <a:pt x="1993785" y="250825"/>
                  </a:lnTo>
                  <a:lnTo>
                    <a:pt x="1995881" y="244043"/>
                  </a:lnTo>
                  <a:lnTo>
                    <a:pt x="1997786" y="237947"/>
                  </a:lnTo>
                  <a:lnTo>
                    <a:pt x="1999043" y="230327"/>
                  </a:lnTo>
                  <a:lnTo>
                    <a:pt x="2000834" y="220611"/>
                  </a:lnTo>
                  <a:lnTo>
                    <a:pt x="2002497" y="210718"/>
                  </a:lnTo>
                  <a:lnTo>
                    <a:pt x="2003882" y="199847"/>
                  </a:lnTo>
                  <a:lnTo>
                    <a:pt x="1996401" y="197561"/>
                  </a:lnTo>
                  <a:lnTo>
                    <a:pt x="1989785" y="195275"/>
                  </a:lnTo>
                  <a:lnTo>
                    <a:pt x="1983727" y="192989"/>
                  </a:lnTo>
                  <a:lnTo>
                    <a:pt x="1977974" y="190703"/>
                  </a:lnTo>
                  <a:lnTo>
                    <a:pt x="1977707" y="202438"/>
                  </a:lnTo>
                  <a:lnTo>
                    <a:pt x="1977021" y="212610"/>
                  </a:lnTo>
                  <a:lnTo>
                    <a:pt x="1976043" y="221348"/>
                  </a:lnTo>
                  <a:lnTo>
                    <a:pt x="1974926" y="228803"/>
                  </a:lnTo>
                  <a:lnTo>
                    <a:pt x="1973402" y="239471"/>
                  </a:lnTo>
                  <a:lnTo>
                    <a:pt x="1967306" y="244043"/>
                  </a:lnTo>
                  <a:lnTo>
                    <a:pt x="1932152" y="244043"/>
                  </a:lnTo>
                  <a:lnTo>
                    <a:pt x="1927580" y="239471"/>
                  </a:lnTo>
                  <a:lnTo>
                    <a:pt x="1927580" y="157073"/>
                  </a:lnTo>
                  <a:lnTo>
                    <a:pt x="2005406" y="157073"/>
                  </a:lnTo>
                  <a:lnTo>
                    <a:pt x="2005406" y="134213"/>
                  </a:lnTo>
                  <a:close/>
                </a:path>
                <a:path w="4360545" h="327025">
                  <a:moveTo>
                    <a:pt x="2008454" y="288239"/>
                  </a:moveTo>
                  <a:lnTo>
                    <a:pt x="1886432" y="289763"/>
                  </a:lnTo>
                  <a:lnTo>
                    <a:pt x="1817852" y="289763"/>
                  </a:lnTo>
                  <a:lnTo>
                    <a:pt x="1794624" y="286880"/>
                  </a:lnTo>
                  <a:lnTo>
                    <a:pt x="1775282" y="280428"/>
                  </a:lnTo>
                  <a:lnTo>
                    <a:pt x="1766227" y="274523"/>
                  </a:lnTo>
                  <a:lnTo>
                    <a:pt x="1759673" y="270256"/>
                  </a:lnTo>
                  <a:lnTo>
                    <a:pt x="1747647" y="256235"/>
                  </a:lnTo>
                  <a:lnTo>
                    <a:pt x="1747647" y="115925"/>
                  </a:lnTo>
                  <a:lnTo>
                    <a:pt x="1683639" y="115925"/>
                  </a:lnTo>
                  <a:lnTo>
                    <a:pt x="1683639" y="140309"/>
                  </a:lnTo>
                  <a:lnTo>
                    <a:pt x="1723263" y="140309"/>
                  </a:lnTo>
                  <a:lnTo>
                    <a:pt x="1723263" y="250139"/>
                  </a:lnTo>
                  <a:lnTo>
                    <a:pt x="1715528" y="257632"/>
                  </a:lnTo>
                  <a:lnTo>
                    <a:pt x="1694332" y="277774"/>
                  </a:lnTo>
                  <a:lnTo>
                    <a:pt x="1680591" y="291287"/>
                  </a:lnTo>
                  <a:lnTo>
                    <a:pt x="1694307" y="318808"/>
                  </a:lnTo>
                  <a:lnTo>
                    <a:pt x="1706295" y="303961"/>
                  </a:lnTo>
                  <a:lnTo>
                    <a:pt x="1716976" y="291515"/>
                  </a:lnTo>
                  <a:lnTo>
                    <a:pt x="1726247" y="281647"/>
                  </a:lnTo>
                  <a:lnTo>
                    <a:pt x="1733931" y="274523"/>
                  </a:lnTo>
                  <a:lnTo>
                    <a:pt x="1747634" y="290830"/>
                  </a:lnTo>
                  <a:lnTo>
                    <a:pt x="1765757" y="302983"/>
                  </a:lnTo>
                  <a:lnTo>
                    <a:pt x="1788198" y="310832"/>
                  </a:lnTo>
                  <a:lnTo>
                    <a:pt x="1814804" y="314236"/>
                  </a:lnTo>
                  <a:lnTo>
                    <a:pt x="1997786" y="314236"/>
                  </a:lnTo>
                  <a:lnTo>
                    <a:pt x="2000948" y="306539"/>
                  </a:lnTo>
                  <a:lnTo>
                    <a:pt x="2003691" y="299554"/>
                  </a:lnTo>
                  <a:lnTo>
                    <a:pt x="2006142" y="293408"/>
                  </a:lnTo>
                  <a:lnTo>
                    <a:pt x="2007768" y="289763"/>
                  </a:lnTo>
                  <a:lnTo>
                    <a:pt x="2008454" y="288239"/>
                  </a:lnTo>
                  <a:close/>
                </a:path>
                <a:path w="4360545" h="327025">
                  <a:moveTo>
                    <a:pt x="2130463" y="64020"/>
                  </a:moveTo>
                  <a:lnTo>
                    <a:pt x="2087791" y="64020"/>
                  </a:lnTo>
                  <a:lnTo>
                    <a:pt x="2087791" y="0"/>
                  </a:lnTo>
                  <a:lnTo>
                    <a:pt x="2063305" y="0"/>
                  </a:lnTo>
                  <a:lnTo>
                    <a:pt x="2063305" y="64020"/>
                  </a:lnTo>
                  <a:lnTo>
                    <a:pt x="2020633" y="64020"/>
                  </a:lnTo>
                  <a:lnTo>
                    <a:pt x="2020633" y="86969"/>
                  </a:lnTo>
                  <a:lnTo>
                    <a:pt x="2063305" y="86969"/>
                  </a:lnTo>
                  <a:lnTo>
                    <a:pt x="2063305" y="166217"/>
                  </a:lnTo>
                  <a:lnTo>
                    <a:pt x="2041017" y="170980"/>
                  </a:lnTo>
                  <a:lnTo>
                    <a:pt x="2029231" y="173723"/>
                  </a:lnTo>
                  <a:lnTo>
                    <a:pt x="2017585" y="176885"/>
                  </a:lnTo>
                  <a:lnTo>
                    <a:pt x="2020633" y="202895"/>
                  </a:lnTo>
                  <a:lnTo>
                    <a:pt x="2030945" y="200342"/>
                  </a:lnTo>
                  <a:lnTo>
                    <a:pt x="2041398" y="197370"/>
                  </a:lnTo>
                  <a:lnTo>
                    <a:pt x="2063305" y="190703"/>
                  </a:lnTo>
                  <a:lnTo>
                    <a:pt x="2063305" y="288239"/>
                  </a:lnTo>
                  <a:lnTo>
                    <a:pt x="2058733" y="294424"/>
                  </a:lnTo>
                  <a:lnTo>
                    <a:pt x="2049589" y="294424"/>
                  </a:lnTo>
                  <a:lnTo>
                    <a:pt x="2043569" y="294144"/>
                  </a:lnTo>
                  <a:lnTo>
                    <a:pt x="2036826" y="293420"/>
                  </a:lnTo>
                  <a:lnTo>
                    <a:pt x="2020633" y="291287"/>
                  </a:lnTo>
                  <a:lnTo>
                    <a:pt x="2021763" y="298196"/>
                  </a:lnTo>
                  <a:lnTo>
                    <a:pt x="2022729" y="305079"/>
                  </a:lnTo>
                  <a:lnTo>
                    <a:pt x="2023427" y="311950"/>
                  </a:lnTo>
                  <a:lnTo>
                    <a:pt x="2023681" y="318808"/>
                  </a:lnTo>
                  <a:lnTo>
                    <a:pt x="2055685" y="318808"/>
                  </a:lnTo>
                  <a:lnTo>
                    <a:pt x="2069744" y="316522"/>
                  </a:lnTo>
                  <a:lnTo>
                    <a:pt x="2079777" y="309651"/>
                  </a:lnTo>
                  <a:lnTo>
                    <a:pt x="2085784" y="298196"/>
                  </a:lnTo>
                  <a:lnTo>
                    <a:pt x="2086254" y="294424"/>
                  </a:lnTo>
                  <a:lnTo>
                    <a:pt x="2087791" y="282143"/>
                  </a:lnTo>
                  <a:lnTo>
                    <a:pt x="2087791" y="190703"/>
                  </a:lnTo>
                  <a:lnTo>
                    <a:pt x="2087791" y="184505"/>
                  </a:lnTo>
                  <a:lnTo>
                    <a:pt x="2096960" y="182194"/>
                  </a:lnTo>
                  <a:lnTo>
                    <a:pt x="2106269" y="179743"/>
                  </a:lnTo>
                  <a:lnTo>
                    <a:pt x="2115870" y="176999"/>
                  </a:lnTo>
                  <a:lnTo>
                    <a:pt x="2125891" y="173837"/>
                  </a:lnTo>
                  <a:lnTo>
                    <a:pt x="2124367" y="167741"/>
                  </a:lnTo>
                  <a:lnTo>
                    <a:pt x="2122843" y="160121"/>
                  </a:lnTo>
                  <a:lnTo>
                    <a:pt x="2122843" y="158597"/>
                  </a:lnTo>
                  <a:lnTo>
                    <a:pt x="2122843" y="149453"/>
                  </a:lnTo>
                  <a:lnTo>
                    <a:pt x="2114575" y="151739"/>
                  </a:lnTo>
                  <a:lnTo>
                    <a:pt x="2087791" y="158597"/>
                  </a:lnTo>
                  <a:lnTo>
                    <a:pt x="2087791" y="86969"/>
                  </a:lnTo>
                  <a:lnTo>
                    <a:pt x="2130463" y="86969"/>
                  </a:lnTo>
                  <a:lnTo>
                    <a:pt x="2130463" y="64020"/>
                  </a:lnTo>
                  <a:close/>
                </a:path>
                <a:path w="4360545" h="327025">
                  <a:moveTo>
                    <a:pt x="2345448" y="240995"/>
                  </a:moveTo>
                  <a:lnTo>
                    <a:pt x="2244864" y="240995"/>
                  </a:lnTo>
                  <a:lnTo>
                    <a:pt x="2244864" y="202895"/>
                  </a:lnTo>
                  <a:lnTo>
                    <a:pt x="2328684" y="202895"/>
                  </a:lnTo>
                  <a:lnTo>
                    <a:pt x="2328684" y="178409"/>
                  </a:lnTo>
                  <a:lnTo>
                    <a:pt x="2244864" y="178409"/>
                  </a:lnTo>
                  <a:lnTo>
                    <a:pt x="2244864" y="141833"/>
                  </a:lnTo>
                  <a:lnTo>
                    <a:pt x="2220480" y="141833"/>
                  </a:lnTo>
                  <a:lnTo>
                    <a:pt x="2220480" y="178409"/>
                  </a:lnTo>
                  <a:lnTo>
                    <a:pt x="2138083" y="178409"/>
                  </a:lnTo>
                  <a:lnTo>
                    <a:pt x="2138083" y="202895"/>
                  </a:lnTo>
                  <a:lnTo>
                    <a:pt x="2220480" y="202895"/>
                  </a:lnTo>
                  <a:lnTo>
                    <a:pt x="2220480" y="240995"/>
                  </a:lnTo>
                  <a:lnTo>
                    <a:pt x="2118271" y="240995"/>
                  </a:lnTo>
                  <a:lnTo>
                    <a:pt x="2118271" y="263855"/>
                  </a:lnTo>
                  <a:lnTo>
                    <a:pt x="2220480" y="263855"/>
                  </a:lnTo>
                  <a:lnTo>
                    <a:pt x="2220480" y="320332"/>
                  </a:lnTo>
                  <a:lnTo>
                    <a:pt x="2244864" y="320332"/>
                  </a:lnTo>
                  <a:lnTo>
                    <a:pt x="2244864" y="263855"/>
                  </a:lnTo>
                  <a:lnTo>
                    <a:pt x="2345448" y="263855"/>
                  </a:lnTo>
                  <a:lnTo>
                    <a:pt x="2345448" y="240995"/>
                  </a:lnTo>
                  <a:close/>
                </a:path>
                <a:path w="4360545" h="327025">
                  <a:moveTo>
                    <a:pt x="2345448" y="126593"/>
                  </a:moveTo>
                  <a:lnTo>
                    <a:pt x="2321153" y="122618"/>
                  </a:lnTo>
                  <a:lnTo>
                    <a:pt x="2311539" y="120497"/>
                  </a:lnTo>
                  <a:lnTo>
                    <a:pt x="2298585" y="117640"/>
                  </a:lnTo>
                  <a:lnTo>
                    <a:pt x="2277719" y="111810"/>
                  </a:lnTo>
                  <a:lnTo>
                    <a:pt x="2258580" y="105257"/>
                  </a:lnTo>
                  <a:lnTo>
                    <a:pt x="2274798" y="93065"/>
                  </a:lnTo>
                  <a:lnTo>
                    <a:pt x="2278862" y="90004"/>
                  </a:lnTo>
                  <a:lnTo>
                    <a:pt x="2296299" y="73926"/>
                  </a:lnTo>
                  <a:lnTo>
                    <a:pt x="2310866" y="56730"/>
                  </a:lnTo>
                  <a:lnTo>
                    <a:pt x="2322588" y="38100"/>
                  </a:lnTo>
                  <a:lnTo>
                    <a:pt x="2322588" y="15240"/>
                  </a:lnTo>
                  <a:lnTo>
                    <a:pt x="2293632" y="15240"/>
                  </a:lnTo>
                  <a:lnTo>
                    <a:pt x="2293632" y="38100"/>
                  </a:lnTo>
                  <a:lnTo>
                    <a:pt x="2282812" y="53543"/>
                  </a:lnTo>
                  <a:lnTo>
                    <a:pt x="2268867" y="67830"/>
                  </a:lnTo>
                  <a:lnTo>
                    <a:pt x="2252053" y="81013"/>
                  </a:lnTo>
                  <a:lnTo>
                    <a:pt x="2232672" y="93065"/>
                  </a:lnTo>
                  <a:lnTo>
                    <a:pt x="2215489" y="81864"/>
                  </a:lnTo>
                  <a:lnTo>
                    <a:pt x="2200770" y="68973"/>
                  </a:lnTo>
                  <a:lnTo>
                    <a:pt x="2188641" y="54394"/>
                  </a:lnTo>
                  <a:lnTo>
                    <a:pt x="2179231" y="38100"/>
                  </a:lnTo>
                  <a:lnTo>
                    <a:pt x="2293632" y="38100"/>
                  </a:lnTo>
                  <a:lnTo>
                    <a:pt x="2293632" y="15240"/>
                  </a:lnTo>
                  <a:lnTo>
                    <a:pt x="2135035" y="15240"/>
                  </a:lnTo>
                  <a:lnTo>
                    <a:pt x="2135035" y="38100"/>
                  </a:lnTo>
                  <a:lnTo>
                    <a:pt x="2153323" y="38100"/>
                  </a:lnTo>
                  <a:lnTo>
                    <a:pt x="2163635" y="56959"/>
                  </a:lnTo>
                  <a:lnTo>
                    <a:pt x="2176373" y="74536"/>
                  </a:lnTo>
                  <a:lnTo>
                    <a:pt x="2191689" y="90690"/>
                  </a:lnTo>
                  <a:lnTo>
                    <a:pt x="2209711" y="105257"/>
                  </a:lnTo>
                  <a:lnTo>
                    <a:pt x="2190585" y="112979"/>
                  </a:lnTo>
                  <a:lnTo>
                    <a:pt x="2169896" y="120116"/>
                  </a:lnTo>
                  <a:lnTo>
                    <a:pt x="2147773" y="126695"/>
                  </a:lnTo>
                  <a:lnTo>
                    <a:pt x="2124367" y="132689"/>
                  </a:lnTo>
                  <a:lnTo>
                    <a:pt x="2127529" y="138645"/>
                  </a:lnTo>
                  <a:lnTo>
                    <a:pt x="2130272" y="144881"/>
                  </a:lnTo>
                  <a:lnTo>
                    <a:pt x="2135035" y="157073"/>
                  </a:lnTo>
                  <a:lnTo>
                    <a:pt x="2162518" y="148793"/>
                  </a:lnTo>
                  <a:lnTo>
                    <a:pt x="2188006" y="139928"/>
                  </a:lnTo>
                  <a:lnTo>
                    <a:pt x="2211794" y="130505"/>
                  </a:lnTo>
                  <a:lnTo>
                    <a:pt x="2234196" y="120497"/>
                  </a:lnTo>
                  <a:lnTo>
                    <a:pt x="2254770" y="130213"/>
                  </a:lnTo>
                  <a:lnTo>
                    <a:pt x="2277630" y="138785"/>
                  </a:lnTo>
                  <a:lnTo>
                    <a:pt x="2302776" y="146215"/>
                  </a:lnTo>
                  <a:lnTo>
                    <a:pt x="2330208" y="152501"/>
                  </a:lnTo>
                  <a:lnTo>
                    <a:pt x="2333650" y="146519"/>
                  </a:lnTo>
                  <a:lnTo>
                    <a:pt x="2337257" y="140119"/>
                  </a:lnTo>
                  <a:lnTo>
                    <a:pt x="2341130" y="133426"/>
                  </a:lnTo>
                  <a:lnTo>
                    <a:pt x="2345448" y="126593"/>
                  </a:lnTo>
                  <a:close/>
                </a:path>
                <a:path w="4360545" h="327025">
                  <a:moveTo>
                    <a:pt x="2498039" y="18288"/>
                  </a:moveTo>
                  <a:lnTo>
                    <a:pt x="2475077" y="18288"/>
                  </a:lnTo>
                  <a:lnTo>
                    <a:pt x="2475077" y="38100"/>
                  </a:lnTo>
                  <a:lnTo>
                    <a:pt x="2475077" y="83820"/>
                  </a:lnTo>
                  <a:lnTo>
                    <a:pt x="2404973" y="83820"/>
                  </a:lnTo>
                  <a:lnTo>
                    <a:pt x="2404973" y="38100"/>
                  </a:lnTo>
                  <a:lnTo>
                    <a:pt x="2475077" y="38100"/>
                  </a:lnTo>
                  <a:lnTo>
                    <a:pt x="2475077" y="18288"/>
                  </a:lnTo>
                  <a:lnTo>
                    <a:pt x="2382113" y="18288"/>
                  </a:lnTo>
                  <a:lnTo>
                    <a:pt x="2382113" y="117449"/>
                  </a:lnTo>
                  <a:lnTo>
                    <a:pt x="2404973" y="117449"/>
                  </a:lnTo>
                  <a:lnTo>
                    <a:pt x="2404973" y="103733"/>
                  </a:lnTo>
                  <a:lnTo>
                    <a:pt x="2475077" y="103733"/>
                  </a:lnTo>
                  <a:lnTo>
                    <a:pt x="2475077" y="114401"/>
                  </a:lnTo>
                  <a:lnTo>
                    <a:pt x="2498039" y="114401"/>
                  </a:lnTo>
                  <a:lnTo>
                    <a:pt x="2498039" y="103733"/>
                  </a:lnTo>
                  <a:lnTo>
                    <a:pt x="2498039" y="83820"/>
                  </a:lnTo>
                  <a:lnTo>
                    <a:pt x="2498039" y="38100"/>
                  </a:lnTo>
                  <a:lnTo>
                    <a:pt x="2498039" y="18288"/>
                  </a:lnTo>
                  <a:close/>
                </a:path>
                <a:path w="4360545" h="327025">
                  <a:moveTo>
                    <a:pt x="2649004" y="18288"/>
                  </a:moveTo>
                  <a:lnTo>
                    <a:pt x="2626055" y="18288"/>
                  </a:lnTo>
                  <a:lnTo>
                    <a:pt x="2626055" y="38100"/>
                  </a:lnTo>
                  <a:lnTo>
                    <a:pt x="2626055" y="83820"/>
                  </a:lnTo>
                  <a:lnTo>
                    <a:pt x="2555951" y="83820"/>
                  </a:lnTo>
                  <a:lnTo>
                    <a:pt x="2555951" y="38100"/>
                  </a:lnTo>
                  <a:lnTo>
                    <a:pt x="2626055" y="38100"/>
                  </a:lnTo>
                  <a:lnTo>
                    <a:pt x="2626055" y="18288"/>
                  </a:lnTo>
                  <a:lnTo>
                    <a:pt x="2533091" y="18288"/>
                  </a:lnTo>
                  <a:lnTo>
                    <a:pt x="2533091" y="114401"/>
                  </a:lnTo>
                  <a:lnTo>
                    <a:pt x="2555951" y="114401"/>
                  </a:lnTo>
                  <a:lnTo>
                    <a:pt x="2555951" y="103733"/>
                  </a:lnTo>
                  <a:lnTo>
                    <a:pt x="2578811" y="103733"/>
                  </a:lnTo>
                  <a:lnTo>
                    <a:pt x="2626055" y="103733"/>
                  </a:lnTo>
                  <a:lnTo>
                    <a:pt x="2626055" y="114401"/>
                  </a:lnTo>
                  <a:lnTo>
                    <a:pt x="2649004" y="114401"/>
                  </a:lnTo>
                  <a:lnTo>
                    <a:pt x="2649004" y="103733"/>
                  </a:lnTo>
                  <a:lnTo>
                    <a:pt x="2649004" y="83820"/>
                  </a:lnTo>
                  <a:lnTo>
                    <a:pt x="2649004" y="38100"/>
                  </a:lnTo>
                  <a:lnTo>
                    <a:pt x="2649004" y="18288"/>
                  </a:lnTo>
                  <a:close/>
                </a:path>
                <a:path w="4360545" h="327025">
                  <a:moveTo>
                    <a:pt x="2679484" y="193751"/>
                  </a:moveTo>
                  <a:lnTo>
                    <a:pt x="2635110" y="192544"/>
                  </a:lnTo>
                  <a:lnTo>
                    <a:pt x="2598051" y="186461"/>
                  </a:lnTo>
                  <a:lnTo>
                    <a:pt x="2568156" y="175234"/>
                  </a:lnTo>
                  <a:lnTo>
                    <a:pt x="2545283" y="158597"/>
                  </a:lnTo>
                  <a:lnTo>
                    <a:pt x="2671864" y="158597"/>
                  </a:lnTo>
                  <a:lnTo>
                    <a:pt x="2671864" y="137261"/>
                  </a:lnTo>
                  <a:lnTo>
                    <a:pt x="2610815" y="137261"/>
                  </a:lnTo>
                  <a:lnTo>
                    <a:pt x="2618435" y="129641"/>
                  </a:lnTo>
                  <a:lnTo>
                    <a:pt x="2609240" y="123659"/>
                  </a:lnTo>
                  <a:lnTo>
                    <a:pt x="2599766" y="117259"/>
                  </a:lnTo>
                  <a:lnTo>
                    <a:pt x="2589707" y="110566"/>
                  </a:lnTo>
                  <a:lnTo>
                    <a:pt x="2578811" y="103733"/>
                  </a:lnTo>
                  <a:lnTo>
                    <a:pt x="2565095" y="118973"/>
                  </a:lnTo>
                  <a:lnTo>
                    <a:pt x="2572829" y="123545"/>
                  </a:lnTo>
                  <a:lnTo>
                    <a:pt x="2580144" y="128117"/>
                  </a:lnTo>
                  <a:lnTo>
                    <a:pt x="2587167" y="132689"/>
                  </a:lnTo>
                  <a:lnTo>
                    <a:pt x="2594051" y="137261"/>
                  </a:lnTo>
                  <a:lnTo>
                    <a:pt x="2522423" y="137261"/>
                  </a:lnTo>
                  <a:lnTo>
                    <a:pt x="2523947" y="129641"/>
                  </a:lnTo>
                  <a:lnTo>
                    <a:pt x="2526995" y="122021"/>
                  </a:lnTo>
                  <a:lnTo>
                    <a:pt x="2526995" y="112877"/>
                  </a:lnTo>
                  <a:lnTo>
                    <a:pt x="2504135" y="109829"/>
                  </a:lnTo>
                  <a:lnTo>
                    <a:pt x="2503005" y="117259"/>
                  </a:lnTo>
                  <a:lnTo>
                    <a:pt x="2501658" y="124688"/>
                  </a:lnTo>
                  <a:lnTo>
                    <a:pt x="2500058" y="131254"/>
                  </a:lnTo>
                  <a:lnTo>
                    <a:pt x="2498039" y="137261"/>
                  </a:lnTo>
                  <a:lnTo>
                    <a:pt x="2365349" y="137261"/>
                  </a:lnTo>
                  <a:lnTo>
                    <a:pt x="2365349" y="158597"/>
                  </a:lnTo>
                  <a:lnTo>
                    <a:pt x="2484221" y="158597"/>
                  </a:lnTo>
                  <a:lnTo>
                    <a:pt x="2467368" y="171221"/>
                  </a:lnTo>
                  <a:lnTo>
                    <a:pt x="2439644" y="181851"/>
                  </a:lnTo>
                  <a:lnTo>
                    <a:pt x="2401074" y="190779"/>
                  </a:lnTo>
                  <a:lnTo>
                    <a:pt x="2351633" y="198323"/>
                  </a:lnTo>
                  <a:lnTo>
                    <a:pt x="2355913" y="204914"/>
                  </a:lnTo>
                  <a:lnTo>
                    <a:pt x="2359634" y="211086"/>
                  </a:lnTo>
                  <a:lnTo>
                    <a:pt x="2362771" y="216966"/>
                  </a:lnTo>
                  <a:lnTo>
                    <a:pt x="2365349" y="222707"/>
                  </a:lnTo>
                  <a:lnTo>
                    <a:pt x="2377541" y="219659"/>
                  </a:lnTo>
                  <a:lnTo>
                    <a:pt x="2382113" y="218135"/>
                  </a:lnTo>
                  <a:lnTo>
                    <a:pt x="2382113" y="318808"/>
                  </a:lnTo>
                  <a:lnTo>
                    <a:pt x="2406497" y="318808"/>
                  </a:lnTo>
                  <a:lnTo>
                    <a:pt x="2406497" y="300520"/>
                  </a:lnTo>
                  <a:lnTo>
                    <a:pt x="2475077" y="300520"/>
                  </a:lnTo>
                  <a:lnTo>
                    <a:pt x="2475077" y="318808"/>
                  </a:lnTo>
                  <a:lnTo>
                    <a:pt x="2498039" y="318808"/>
                  </a:lnTo>
                  <a:lnTo>
                    <a:pt x="2498039" y="216611"/>
                  </a:lnTo>
                  <a:lnTo>
                    <a:pt x="2475077" y="216611"/>
                  </a:lnTo>
                  <a:lnTo>
                    <a:pt x="2475077" y="236423"/>
                  </a:lnTo>
                  <a:lnTo>
                    <a:pt x="2475077" y="280619"/>
                  </a:lnTo>
                  <a:lnTo>
                    <a:pt x="2406497" y="280619"/>
                  </a:lnTo>
                  <a:lnTo>
                    <a:pt x="2406497" y="236423"/>
                  </a:lnTo>
                  <a:lnTo>
                    <a:pt x="2475077" y="236423"/>
                  </a:lnTo>
                  <a:lnTo>
                    <a:pt x="2475077" y="216611"/>
                  </a:lnTo>
                  <a:lnTo>
                    <a:pt x="2392781" y="216611"/>
                  </a:lnTo>
                  <a:lnTo>
                    <a:pt x="2437942" y="206260"/>
                  </a:lnTo>
                  <a:lnTo>
                    <a:pt x="2472842" y="193319"/>
                  </a:lnTo>
                  <a:lnTo>
                    <a:pt x="2497442" y="177520"/>
                  </a:lnTo>
                  <a:lnTo>
                    <a:pt x="2511755" y="158597"/>
                  </a:lnTo>
                  <a:lnTo>
                    <a:pt x="2517851" y="158597"/>
                  </a:lnTo>
                  <a:lnTo>
                    <a:pt x="2535580" y="179451"/>
                  </a:lnTo>
                  <a:lnTo>
                    <a:pt x="2561475" y="196176"/>
                  </a:lnTo>
                  <a:lnTo>
                    <a:pt x="2595676" y="208610"/>
                  </a:lnTo>
                  <a:lnTo>
                    <a:pt x="2638336" y="216611"/>
                  </a:lnTo>
                  <a:lnTo>
                    <a:pt x="2626055" y="216611"/>
                  </a:lnTo>
                  <a:lnTo>
                    <a:pt x="2626055" y="236423"/>
                  </a:lnTo>
                  <a:lnTo>
                    <a:pt x="2626055" y="280619"/>
                  </a:lnTo>
                  <a:lnTo>
                    <a:pt x="2555951" y="280619"/>
                  </a:lnTo>
                  <a:lnTo>
                    <a:pt x="2555951" y="236423"/>
                  </a:lnTo>
                  <a:lnTo>
                    <a:pt x="2626055" y="236423"/>
                  </a:lnTo>
                  <a:lnTo>
                    <a:pt x="2626055" y="216611"/>
                  </a:lnTo>
                  <a:lnTo>
                    <a:pt x="2533091" y="216611"/>
                  </a:lnTo>
                  <a:lnTo>
                    <a:pt x="2533091" y="318808"/>
                  </a:lnTo>
                  <a:lnTo>
                    <a:pt x="2555951" y="318808"/>
                  </a:lnTo>
                  <a:lnTo>
                    <a:pt x="2555951" y="300520"/>
                  </a:lnTo>
                  <a:lnTo>
                    <a:pt x="2626055" y="300520"/>
                  </a:lnTo>
                  <a:lnTo>
                    <a:pt x="2626055" y="318808"/>
                  </a:lnTo>
                  <a:lnTo>
                    <a:pt x="2649004" y="318808"/>
                  </a:lnTo>
                  <a:lnTo>
                    <a:pt x="2649004" y="300520"/>
                  </a:lnTo>
                  <a:lnTo>
                    <a:pt x="2649004" y="280619"/>
                  </a:lnTo>
                  <a:lnTo>
                    <a:pt x="2649004" y="236423"/>
                  </a:lnTo>
                  <a:lnTo>
                    <a:pt x="2649004" y="218135"/>
                  </a:lnTo>
                  <a:lnTo>
                    <a:pt x="2655100" y="218135"/>
                  </a:lnTo>
                  <a:lnTo>
                    <a:pt x="2661196" y="219659"/>
                  </a:lnTo>
                  <a:lnTo>
                    <a:pt x="2665768" y="219659"/>
                  </a:lnTo>
                  <a:lnTo>
                    <a:pt x="2666644" y="218135"/>
                  </a:lnTo>
                  <a:lnTo>
                    <a:pt x="2669197" y="213677"/>
                  </a:lnTo>
                  <a:lnTo>
                    <a:pt x="2672626" y="207276"/>
                  </a:lnTo>
                  <a:lnTo>
                    <a:pt x="2676055" y="200583"/>
                  </a:lnTo>
                  <a:lnTo>
                    <a:pt x="2679484" y="193751"/>
                  </a:lnTo>
                  <a:close/>
                </a:path>
                <a:path w="4360545" h="327025">
                  <a:moveTo>
                    <a:pt x="2830461" y="53352"/>
                  </a:moveTo>
                  <a:lnTo>
                    <a:pt x="2804553" y="53352"/>
                  </a:lnTo>
                  <a:lnTo>
                    <a:pt x="2804553" y="79260"/>
                  </a:lnTo>
                  <a:lnTo>
                    <a:pt x="2804553" y="158597"/>
                  </a:lnTo>
                  <a:lnTo>
                    <a:pt x="2804553" y="181457"/>
                  </a:lnTo>
                  <a:lnTo>
                    <a:pt x="2804553" y="265379"/>
                  </a:lnTo>
                  <a:lnTo>
                    <a:pt x="2729776" y="265379"/>
                  </a:lnTo>
                  <a:lnTo>
                    <a:pt x="2729776" y="181457"/>
                  </a:lnTo>
                  <a:lnTo>
                    <a:pt x="2804553" y="181457"/>
                  </a:lnTo>
                  <a:lnTo>
                    <a:pt x="2804553" y="158597"/>
                  </a:lnTo>
                  <a:lnTo>
                    <a:pt x="2729776" y="158597"/>
                  </a:lnTo>
                  <a:lnTo>
                    <a:pt x="2729776" y="79260"/>
                  </a:lnTo>
                  <a:lnTo>
                    <a:pt x="2804553" y="79260"/>
                  </a:lnTo>
                  <a:lnTo>
                    <a:pt x="2804553" y="53352"/>
                  </a:lnTo>
                  <a:lnTo>
                    <a:pt x="2764828" y="53352"/>
                  </a:lnTo>
                  <a:lnTo>
                    <a:pt x="2769476" y="42773"/>
                  </a:lnTo>
                  <a:lnTo>
                    <a:pt x="2779280" y="19913"/>
                  </a:lnTo>
                  <a:lnTo>
                    <a:pt x="2784741" y="7620"/>
                  </a:lnTo>
                  <a:lnTo>
                    <a:pt x="2757208" y="0"/>
                  </a:lnTo>
                  <a:lnTo>
                    <a:pt x="2752610" y="11988"/>
                  </a:lnTo>
                  <a:lnTo>
                    <a:pt x="2742844" y="38798"/>
                  </a:lnTo>
                  <a:lnTo>
                    <a:pt x="2737396" y="53352"/>
                  </a:lnTo>
                  <a:lnTo>
                    <a:pt x="2703868" y="53352"/>
                  </a:lnTo>
                  <a:lnTo>
                    <a:pt x="2703868" y="317284"/>
                  </a:lnTo>
                  <a:lnTo>
                    <a:pt x="2729776" y="317284"/>
                  </a:lnTo>
                  <a:lnTo>
                    <a:pt x="2729776" y="289763"/>
                  </a:lnTo>
                  <a:lnTo>
                    <a:pt x="2804553" y="289763"/>
                  </a:lnTo>
                  <a:lnTo>
                    <a:pt x="2804553" y="315760"/>
                  </a:lnTo>
                  <a:lnTo>
                    <a:pt x="2830461" y="315760"/>
                  </a:lnTo>
                  <a:lnTo>
                    <a:pt x="2830461" y="289763"/>
                  </a:lnTo>
                  <a:lnTo>
                    <a:pt x="2830461" y="265379"/>
                  </a:lnTo>
                  <a:lnTo>
                    <a:pt x="2830461" y="181457"/>
                  </a:lnTo>
                  <a:lnTo>
                    <a:pt x="2830461" y="158597"/>
                  </a:lnTo>
                  <a:lnTo>
                    <a:pt x="2830461" y="79260"/>
                  </a:lnTo>
                  <a:lnTo>
                    <a:pt x="2830461" y="53352"/>
                  </a:lnTo>
                  <a:close/>
                </a:path>
                <a:path w="4360545" h="327025">
                  <a:moveTo>
                    <a:pt x="2941802" y="202895"/>
                  </a:moveTo>
                  <a:lnTo>
                    <a:pt x="2930398" y="186880"/>
                  </a:lnTo>
                  <a:lnTo>
                    <a:pt x="2916834" y="168897"/>
                  </a:lnTo>
                  <a:lnTo>
                    <a:pt x="2901251" y="149212"/>
                  </a:lnTo>
                  <a:lnTo>
                    <a:pt x="2883801" y="128117"/>
                  </a:lnTo>
                  <a:lnTo>
                    <a:pt x="2863989" y="143357"/>
                  </a:lnTo>
                  <a:lnTo>
                    <a:pt x="2878531" y="162775"/>
                  </a:lnTo>
                  <a:lnTo>
                    <a:pt x="2892374" y="182079"/>
                  </a:lnTo>
                  <a:lnTo>
                    <a:pt x="2905391" y="201091"/>
                  </a:lnTo>
                  <a:lnTo>
                    <a:pt x="2917418" y="219659"/>
                  </a:lnTo>
                  <a:lnTo>
                    <a:pt x="2941802" y="202895"/>
                  </a:lnTo>
                  <a:close/>
                </a:path>
                <a:path w="4360545" h="327025">
                  <a:moveTo>
                    <a:pt x="3002762" y="53352"/>
                  </a:moveTo>
                  <a:lnTo>
                    <a:pt x="2897517" y="53352"/>
                  </a:lnTo>
                  <a:lnTo>
                    <a:pt x="2902077" y="41897"/>
                  </a:lnTo>
                  <a:lnTo>
                    <a:pt x="2906509" y="30289"/>
                  </a:lnTo>
                  <a:lnTo>
                    <a:pt x="2910662" y="18415"/>
                  </a:lnTo>
                  <a:lnTo>
                    <a:pt x="2914370" y="6096"/>
                  </a:lnTo>
                  <a:lnTo>
                    <a:pt x="2886849" y="0"/>
                  </a:lnTo>
                  <a:lnTo>
                    <a:pt x="2875750" y="34925"/>
                  </a:lnTo>
                  <a:lnTo>
                    <a:pt x="2863227" y="66725"/>
                  </a:lnTo>
                  <a:lnTo>
                    <a:pt x="2849549" y="95669"/>
                  </a:lnTo>
                  <a:lnTo>
                    <a:pt x="2835033" y="122021"/>
                  </a:lnTo>
                  <a:lnTo>
                    <a:pt x="2844177" y="125069"/>
                  </a:lnTo>
                  <a:lnTo>
                    <a:pt x="2851797" y="129641"/>
                  </a:lnTo>
                  <a:lnTo>
                    <a:pt x="2857893" y="132689"/>
                  </a:lnTo>
                  <a:lnTo>
                    <a:pt x="2865628" y="120688"/>
                  </a:lnTo>
                  <a:lnTo>
                    <a:pt x="2872943" y="107530"/>
                  </a:lnTo>
                  <a:lnTo>
                    <a:pt x="2879966" y="93218"/>
                  </a:lnTo>
                  <a:lnTo>
                    <a:pt x="2886849" y="77736"/>
                  </a:lnTo>
                  <a:lnTo>
                    <a:pt x="2975330" y="77736"/>
                  </a:lnTo>
                  <a:lnTo>
                    <a:pt x="2974162" y="138709"/>
                  </a:lnTo>
                  <a:lnTo>
                    <a:pt x="2973032" y="182079"/>
                  </a:lnTo>
                  <a:lnTo>
                    <a:pt x="2971254" y="229209"/>
                  </a:lnTo>
                  <a:lnTo>
                    <a:pt x="2966377" y="272402"/>
                  </a:lnTo>
                  <a:lnTo>
                    <a:pt x="2937230" y="289763"/>
                  </a:lnTo>
                  <a:lnTo>
                    <a:pt x="2923209" y="289471"/>
                  </a:lnTo>
                  <a:lnTo>
                    <a:pt x="2908604" y="288620"/>
                  </a:lnTo>
                  <a:lnTo>
                    <a:pt x="2893428" y="287185"/>
                  </a:lnTo>
                  <a:lnTo>
                    <a:pt x="2877705" y="285191"/>
                  </a:lnTo>
                  <a:lnTo>
                    <a:pt x="2876181" y="285191"/>
                  </a:lnTo>
                  <a:lnTo>
                    <a:pt x="2878201" y="292125"/>
                  </a:lnTo>
                  <a:lnTo>
                    <a:pt x="2879801" y="299173"/>
                  </a:lnTo>
                  <a:lnTo>
                    <a:pt x="2881109" y="306501"/>
                  </a:lnTo>
                  <a:lnTo>
                    <a:pt x="2882277" y="314236"/>
                  </a:lnTo>
                  <a:lnTo>
                    <a:pt x="2897378" y="315353"/>
                  </a:lnTo>
                  <a:lnTo>
                    <a:pt x="2912795" y="316331"/>
                  </a:lnTo>
                  <a:lnTo>
                    <a:pt x="2928213" y="317017"/>
                  </a:lnTo>
                  <a:lnTo>
                    <a:pt x="2943326" y="317284"/>
                  </a:lnTo>
                  <a:lnTo>
                    <a:pt x="2965589" y="313905"/>
                  </a:lnTo>
                  <a:lnTo>
                    <a:pt x="2996666" y="265379"/>
                  </a:lnTo>
                  <a:lnTo>
                    <a:pt x="2999714" y="190258"/>
                  </a:lnTo>
                  <a:lnTo>
                    <a:pt x="3001378" y="129641"/>
                  </a:lnTo>
                  <a:lnTo>
                    <a:pt x="3002318" y="77736"/>
                  </a:lnTo>
                  <a:lnTo>
                    <a:pt x="3002762" y="53352"/>
                  </a:lnTo>
                  <a:close/>
                </a:path>
                <a:path w="4360545" h="327025">
                  <a:moveTo>
                    <a:pt x="3332238" y="19812"/>
                  </a:moveTo>
                  <a:lnTo>
                    <a:pt x="3306229" y="19812"/>
                  </a:lnTo>
                  <a:lnTo>
                    <a:pt x="3306229" y="44196"/>
                  </a:lnTo>
                  <a:lnTo>
                    <a:pt x="3306229" y="105257"/>
                  </a:lnTo>
                  <a:lnTo>
                    <a:pt x="3306229" y="128117"/>
                  </a:lnTo>
                  <a:lnTo>
                    <a:pt x="3306229" y="189077"/>
                  </a:lnTo>
                  <a:lnTo>
                    <a:pt x="3210217" y="189077"/>
                  </a:lnTo>
                  <a:lnTo>
                    <a:pt x="3210217" y="128117"/>
                  </a:lnTo>
                  <a:lnTo>
                    <a:pt x="3306229" y="128117"/>
                  </a:lnTo>
                  <a:lnTo>
                    <a:pt x="3306229" y="105257"/>
                  </a:lnTo>
                  <a:lnTo>
                    <a:pt x="3210217" y="105257"/>
                  </a:lnTo>
                  <a:lnTo>
                    <a:pt x="3210217" y="44196"/>
                  </a:lnTo>
                  <a:lnTo>
                    <a:pt x="3306229" y="44196"/>
                  </a:lnTo>
                  <a:lnTo>
                    <a:pt x="3306229" y="19812"/>
                  </a:lnTo>
                  <a:lnTo>
                    <a:pt x="3182683" y="19812"/>
                  </a:lnTo>
                  <a:lnTo>
                    <a:pt x="3182683" y="44196"/>
                  </a:lnTo>
                  <a:lnTo>
                    <a:pt x="3182683" y="105257"/>
                  </a:lnTo>
                  <a:lnTo>
                    <a:pt x="3182683" y="128117"/>
                  </a:lnTo>
                  <a:lnTo>
                    <a:pt x="3182683" y="189077"/>
                  </a:lnTo>
                  <a:lnTo>
                    <a:pt x="3089719" y="189077"/>
                  </a:lnTo>
                  <a:lnTo>
                    <a:pt x="3090608" y="174193"/>
                  </a:lnTo>
                  <a:lnTo>
                    <a:pt x="3091053" y="159169"/>
                  </a:lnTo>
                  <a:lnTo>
                    <a:pt x="3091230" y="143852"/>
                  </a:lnTo>
                  <a:lnTo>
                    <a:pt x="3091243" y="128117"/>
                  </a:lnTo>
                  <a:lnTo>
                    <a:pt x="3182683" y="128117"/>
                  </a:lnTo>
                  <a:lnTo>
                    <a:pt x="3182683" y="105257"/>
                  </a:lnTo>
                  <a:lnTo>
                    <a:pt x="3091243" y="105257"/>
                  </a:lnTo>
                  <a:lnTo>
                    <a:pt x="3091243" y="44196"/>
                  </a:lnTo>
                  <a:lnTo>
                    <a:pt x="3182683" y="44196"/>
                  </a:lnTo>
                  <a:lnTo>
                    <a:pt x="3182683" y="19812"/>
                  </a:lnTo>
                  <a:lnTo>
                    <a:pt x="3065335" y="19812"/>
                  </a:lnTo>
                  <a:lnTo>
                    <a:pt x="3065335" y="135737"/>
                  </a:lnTo>
                  <a:lnTo>
                    <a:pt x="3064789" y="166903"/>
                  </a:lnTo>
                  <a:lnTo>
                    <a:pt x="3060839" y="217258"/>
                  </a:lnTo>
                  <a:lnTo>
                    <a:pt x="3046628" y="271665"/>
                  </a:lnTo>
                  <a:lnTo>
                    <a:pt x="3028670" y="303568"/>
                  </a:lnTo>
                  <a:lnTo>
                    <a:pt x="3034119" y="309283"/>
                  </a:lnTo>
                  <a:lnTo>
                    <a:pt x="3039160" y="314998"/>
                  </a:lnTo>
                  <a:lnTo>
                    <a:pt x="3043923" y="320713"/>
                  </a:lnTo>
                  <a:lnTo>
                    <a:pt x="3048571" y="326428"/>
                  </a:lnTo>
                  <a:lnTo>
                    <a:pt x="3063773" y="302361"/>
                  </a:lnTo>
                  <a:lnTo>
                    <a:pt x="3075241" y="275704"/>
                  </a:lnTo>
                  <a:lnTo>
                    <a:pt x="3083293" y="246189"/>
                  </a:lnTo>
                  <a:lnTo>
                    <a:pt x="3088195" y="213550"/>
                  </a:lnTo>
                  <a:lnTo>
                    <a:pt x="3182683" y="213550"/>
                  </a:lnTo>
                  <a:lnTo>
                    <a:pt x="3182683" y="317284"/>
                  </a:lnTo>
                  <a:lnTo>
                    <a:pt x="3210217" y="317284"/>
                  </a:lnTo>
                  <a:lnTo>
                    <a:pt x="3210217" y="213550"/>
                  </a:lnTo>
                  <a:lnTo>
                    <a:pt x="3306229" y="213550"/>
                  </a:lnTo>
                  <a:lnTo>
                    <a:pt x="3306229" y="272986"/>
                  </a:lnTo>
                  <a:lnTo>
                    <a:pt x="3304819" y="281876"/>
                  </a:lnTo>
                  <a:lnTo>
                    <a:pt x="3300704" y="288036"/>
                  </a:lnTo>
                  <a:lnTo>
                    <a:pt x="3294011" y="291642"/>
                  </a:lnTo>
                  <a:lnTo>
                    <a:pt x="3284969" y="292798"/>
                  </a:lnTo>
                  <a:lnTo>
                    <a:pt x="3276041" y="292785"/>
                  </a:lnTo>
                  <a:lnTo>
                    <a:pt x="3265462" y="292608"/>
                  </a:lnTo>
                  <a:lnTo>
                    <a:pt x="3253181" y="292163"/>
                  </a:lnTo>
                  <a:lnTo>
                    <a:pt x="3239173" y="291274"/>
                  </a:lnTo>
                  <a:lnTo>
                    <a:pt x="3241179" y="299046"/>
                  </a:lnTo>
                  <a:lnTo>
                    <a:pt x="3242602" y="306222"/>
                  </a:lnTo>
                  <a:lnTo>
                    <a:pt x="3243465" y="312801"/>
                  </a:lnTo>
                  <a:lnTo>
                    <a:pt x="3243745" y="318808"/>
                  </a:lnTo>
                  <a:lnTo>
                    <a:pt x="3295561" y="318808"/>
                  </a:lnTo>
                  <a:lnTo>
                    <a:pt x="3311575" y="316496"/>
                  </a:lnTo>
                  <a:lnTo>
                    <a:pt x="3323044" y="309460"/>
                  </a:lnTo>
                  <a:lnTo>
                    <a:pt x="3329927" y="297548"/>
                  </a:lnTo>
                  <a:lnTo>
                    <a:pt x="3330575" y="292798"/>
                  </a:lnTo>
                  <a:lnTo>
                    <a:pt x="3332238" y="280606"/>
                  </a:lnTo>
                  <a:lnTo>
                    <a:pt x="3332238" y="44196"/>
                  </a:lnTo>
                  <a:lnTo>
                    <a:pt x="3332238" y="19812"/>
                  </a:lnTo>
                  <a:close/>
                </a:path>
                <a:path w="4360545" h="327025">
                  <a:moveTo>
                    <a:pt x="3446526" y="68580"/>
                  </a:moveTo>
                  <a:lnTo>
                    <a:pt x="3436810" y="55206"/>
                  </a:lnTo>
                  <a:lnTo>
                    <a:pt x="3425952" y="40386"/>
                  </a:lnTo>
                  <a:lnTo>
                    <a:pt x="3413950" y="24434"/>
                  </a:lnTo>
                  <a:lnTo>
                    <a:pt x="3400806" y="7620"/>
                  </a:lnTo>
                  <a:lnTo>
                    <a:pt x="3379470" y="21336"/>
                  </a:lnTo>
                  <a:lnTo>
                    <a:pt x="3390023" y="34772"/>
                  </a:lnTo>
                  <a:lnTo>
                    <a:pt x="3400996" y="49911"/>
                  </a:lnTo>
                  <a:lnTo>
                    <a:pt x="3412261" y="66776"/>
                  </a:lnTo>
                  <a:lnTo>
                    <a:pt x="3423666" y="85344"/>
                  </a:lnTo>
                  <a:lnTo>
                    <a:pt x="3446526" y="68580"/>
                  </a:lnTo>
                  <a:close/>
                </a:path>
                <a:path w="4360545" h="327025">
                  <a:moveTo>
                    <a:pt x="3522827" y="195275"/>
                  </a:moveTo>
                  <a:lnTo>
                    <a:pt x="3499967" y="182981"/>
                  </a:lnTo>
                  <a:lnTo>
                    <a:pt x="3487369" y="202438"/>
                  </a:lnTo>
                  <a:lnTo>
                    <a:pt x="3474618" y="219456"/>
                  </a:lnTo>
                  <a:lnTo>
                    <a:pt x="3461562" y="233870"/>
                  </a:lnTo>
                  <a:lnTo>
                    <a:pt x="3448050" y="245567"/>
                  </a:lnTo>
                  <a:lnTo>
                    <a:pt x="3454387" y="250990"/>
                  </a:lnTo>
                  <a:lnTo>
                    <a:pt x="3459721" y="255854"/>
                  </a:lnTo>
                  <a:lnTo>
                    <a:pt x="3464204" y="260134"/>
                  </a:lnTo>
                  <a:lnTo>
                    <a:pt x="3467963" y="263855"/>
                  </a:lnTo>
                  <a:lnTo>
                    <a:pt x="3481679" y="250139"/>
                  </a:lnTo>
                  <a:lnTo>
                    <a:pt x="3495395" y="234137"/>
                  </a:lnTo>
                  <a:lnTo>
                    <a:pt x="3509111" y="215849"/>
                  </a:lnTo>
                  <a:lnTo>
                    <a:pt x="3522827" y="195275"/>
                  </a:lnTo>
                  <a:close/>
                </a:path>
                <a:path w="4360545" h="327025">
                  <a:moveTo>
                    <a:pt x="3670757" y="245567"/>
                  </a:moveTo>
                  <a:lnTo>
                    <a:pt x="3659848" y="232156"/>
                  </a:lnTo>
                  <a:lnTo>
                    <a:pt x="3647516" y="217170"/>
                  </a:lnTo>
                  <a:lnTo>
                    <a:pt x="3633457" y="200723"/>
                  </a:lnTo>
                  <a:lnTo>
                    <a:pt x="3617417" y="182981"/>
                  </a:lnTo>
                  <a:lnTo>
                    <a:pt x="3599129" y="198323"/>
                  </a:lnTo>
                  <a:lnTo>
                    <a:pt x="3612553" y="213461"/>
                  </a:lnTo>
                  <a:lnTo>
                    <a:pt x="3625418" y="229184"/>
                  </a:lnTo>
                  <a:lnTo>
                    <a:pt x="3637699" y="245465"/>
                  </a:lnTo>
                  <a:lnTo>
                    <a:pt x="3649421" y="262331"/>
                  </a:lnTo>
                  <a:lnTo>
                    <a:pt x="3670757" y="245567"/>
                  </a:lnTo>
                  <a:close/>
                </a:path>
                <a:path w="4360545" h="327025">
                  <a:moveTo>
                    <a:pt x="3687521" y="289763"/>
                  </a:moveTo>
                  <a:lnTo>
                    <a:pt x="3590315" y="291096"/>
                  </a:lnTo>
                  <a:lnTo>
                    <a:pt x="3499967" y="291287"/>
                  </a:lnTo>
                  <a:lnTo>
                    <a:pt x="3475901" y="288404"/>
                  </a:lnTo>
                  <a:lnTo>
                    <a:pt x="3456101" y="281952"/>
                  </a:lnTo>
                  <a:lnTo>
                    <a:pt x="3446932" y="276047"/>
                  </a:lnTo>
                  <a:lnTo>
                    <a:pt x="3440303" y="271780"/>
                  </a:lnTo>
                  <a:lnTo>
                    <a:pt x="3428238" y="257759"/>
                  </a:lnTo>
                  <a:lnTo>
                    <a:pt x="3428238" y="117449"/>
                  </a:lnTo>
                  <a:lnTo>
                    <a:pt x="3364230" y="117449"/>
                  </a:lnTo>
                  <a:lnTo>
                    <a:pt x="3364230" y="141833"/>
                  </a:lnTo>
                  <a:lnTo>
                    <a:pt x="3403854" y="141833"/>
                  </a:lnTo>
                  <a:lnTo>
                    <a:pt x="3403854" y="251663"/>
                  </a:lnTo>
                  <a:lnTo>
                    <a:pt x="3396119" y="259156"/>
                  </a:lnTo>
                  <a:lnTo>
                    <a:pt x="3374923" y="279298"/>
                  </a:lnTo>
                  <a:lnTo>
                    <a:pt x="3361182" y="292811"/>
                  </a:lnTo>
                  <a:lnTo>
                    <a:pt x="3374898" y="318808"/>
                  </a:lnTo>
                  <a:lnTo>
                    <a:pt x="3386886" y="304838"/>
                  </a:lnTo>
                  <a:lnTo>
                    <a:pt x="3397567" y="292849"/>
                  </a:lnTo>
                  <a:lnTo>
                    <a:pt x="3406838" y="283146"/>
                  </a:lnTo>
                  <a:lnTo>
                    <a:pt x="3414522" y="276047"/>
                  </a:lnTo>
                  <a:lnTo>
                    <a:pt x="3428225" y="292341"/>
                  </a:lnTo>
                  <a:lnTo>
                    <a:pt x="3446348" y="304317"/>
                  </a:lnTo>
                  <a:lnTo>
                    <a:pt x="3468789" y="311708"/>
                  </a:lnTo>
                  <a:lnTo>
                    <a:pt x="3495395" y="314236"/>
                  </a:lnTo>
                  <a:lnTo>
                    <a:pt x="3537699" y="315112"/>
                  </a:lnTo>
                  <a:lnTo>
                    <a:pt x="3678377" y="315760"/>
                  </a:lnTo>
                  <a:lnTo>
                    <a:pt x="3681514" y="308063"/>
                  </a:lnTo>
                  <a:lnTo>
                    <a:pt x="3684092" y="301078"/>
                  </a:lnTo>
                  <a:lnTo>
                    <a:pt x="3686086" y="294932"/>
                  </a:lnTo>
                  <a:lnTo>
                    <a:pt x="3687089" y="291287"/>
                  </a:lnTo>
                  <a:lnTo>
                    <a:pt x="3687521" y="289763"/>
                  </a:lnTo>
                  <a:close/>
                </a:path>
                <a:path w="4360545" h="327025">
                  <a:moveTo>
                    <a:pt x="3689045" y="94589"/>
                  </a:moveTo>
                  <a:lnTo>
                    <a:pt x="3657320" y="79108"/>
                  </a:lnTo>
                  <a:lnTo>
                    <a:pt x="3628453" y="60210"/>
                  </a:lnTo>
                  <a:lnTo>
                    <a:pt x="3602418" y="37922"/>
                  </a:lnTo>
                  <a:lnTo>
                    <a:pt x="3595713" y="30480"/>
                  </a:lnTo>
                  <a:lnTo>
                    <a:pt x="3579215" y="12192"/>
                  </a:lnTo>
                  <a:lnTo>
                    <a:pt x="3586835" y="3048"/>
                  </a:lnTo>
                  <a:lnTo>
                    <a:pt x="3553307" y="3048"/>
                  </a:lnTo>
                  <a:lnTo>
                    <a:pt x="3532784" y="31369"/>
                  </a:lnTo>
                  <a:lnTo>
                    <a:pt x="3507956" y="56972"/>
                  </a:lnTo>
                  <a:lnTo>
                    <a:pt x="3479114" y="80035"/>
                  </a:lnTo>
                  <a:lnTo>
                    <a:pt x="3446526" y="100685"/>
                  </a:lnTo>
                  <a:lnTo>
                    <a:pt x="3451949" y="107238"/>
                  </a:lnTo>
                  <a:lnTo>
                    <a:pt x="3456673" y="113068"/>
                  </a:lnTo>
                  <a:lnTo>
                    <a:pt x="3460546" y="118046"/>
                  </a:lnTo>
                  <a:lnTo>
                    <a:pt x="3463391" y="122021"/>
                  </a:lnTo>
                  <a:lnTo>
                    <a:pt x="3472510" y="116281"/>
                  </a:lnTo>
                  <a:lnTo>
                    <a:pt x="3481489" y="110401"/>
                  </a:lnTo>
                  <a:lnTo>
                    <a:pt x="3490176" y="104228"/>
                  </a:lnTo>
                  <a:lnTo>
                    <a:pt x="3498443" y="97637"/>
                  </a:lnTo>
                  <a:lnTo>
                    <a:pt x="3498443" y="115925"/>
                  </a:lnTo>
                  <a:lnTo>
                    <a:pt x="3551783" y="115925"/>
                  </a:lnTo>
                  <a:lnTo>
                    <a:pt x="3551783" y="150977"/>
                  </a:lnTo>
                  <a:lnTo>
                    <a:pt x="3461867" y="150977"/>
                  </a:lnTo>
                  <a:lnTo>
                    <a:pt x="3461867" y="173837"/>
                  </a:lnTo>
                  <a:lnTo>
                    <a:pt x="3551783" y="173837"/>
                  </a:lnTo>
                  <a:lnTo>
                    <a:pt x="3551783" y="244043"/>
                  </a:lnTo>
                  <a:lnTo>
                    <a:pt x="3547211" y="248615"/>
                  </a:lnTo>
                  <a:lnTo>
                    <a:pt x="3538067" y="248615"/>
                  </a:lnTo>
                  <a:lnTo>
                    <a:pt x="3529800" y="248348"/>
                  </a:lnTo>
                  <a:lnTo>
                    <a:pt x="3521113" y="247662"/>
                  </a:lnTo>
                  <a:lnTo>
                    <a:pt x="3512134" y="246684"/>
                  </a:lnTo>
                  <a:lnTo>
                    <a:pt x="3503015" y="245567"/>
                  </a:lnTo>
                  <a:lnTo>
                    <a:pt x="3504044" y="250990"/>
                  </a:lnTo>
                  <a:lnTo>
                    <a:pt x="3505238" y="257759"/>
                  </a:lnTo>
                  <a:lnTo>
                    <a:pt x="3506216" y="263855"/>
                  </a:lnTo>
                  <a:lnTo>
                    <a:pt x="3507587" y="272999"/>
                  </a:lnTo>
                  <a:lnTo>
                    <a:pt x="3545687" y="272999"/>
                  </a:lnTo>
                  <a:lnTo>
                    <a:pt x="3575037" y="248615"/>
                  </a:lnTo>
                  <a:lnTo>
                    <a:pt x="3576167" y="239471"/>
                  </a:lnTo>
                  <a:lnTo>
                    <a:pt x="3576167" y="173837"/>
                  </a:lnTo>
                  <a:lnTo>
                    <a:pt x="3666185" y="173837"/>
                  </a:lnTo>
                  <a:lnTo>
                    <a:pt x="3666185" y="150977"/>
                  </a:lnTo>
                  <a:lnTo>
                    <a:pt x="3576167" y="150977"/>
                  </a:lnTo>
                  <a:lnTo>
                    <a:pt x="3576167" y="115925"/>
                  </a:lnTo>
                  <a:lnTo>
                    <a:pt x="3629609" y="115925"/>
                  </a:lnTo>
                  <a:lnTo>
                    <a:pt x="3629609" y="97637"/>
                  </a:lnTo>
                  <a:lnTo>
                    <a:pt x="3629609" y="94589"/>
                  </a:lnTo>
                  <a:lnTo>
                    <a:pt x="3503015" y="94589"/>
                  </a:lnTo>
                  <a:lnTo>
                    <a:pt x="3519830" y="80251"/>
                  </a:lnTo>
                  <a:lnTo>
                    <a:pt x="3535781" y="64782"/>
                  </a:lnTo>
                  <a:lnTo>
                    <a:pt x="3550589" y="48209"/>
                  </a:lnTo>
                  <a:lnTo>
                    <a:pt x="3563975" y="30480"/>
                  </a:lnTo>
                  <a:lnTo>
                    <a:pt x="3585184" y="55626"/>
                  </a:lnTo>
                  <a:lnTo>
                    <a:pt x="3610127" y="78346"/>
                  </a:lnTo>
                  <a:lnTo>
                    <a:pt x="3639070" y="98501"/>
                  </a:lnTo>
                  <a:lnTo>
                    <a:pt x="3672281" y="115925"/>
                  </a:lnTo>
                  <a:lnTo>
                    <a:pt x="3675862" y="110401"/>
                  </a:lnTo>
                  <a:lnTo>
                    <a:pt x="3680091" y="104686"/>
                  </a:lnTo>
                  <a:lnTo>
                    <a:pt x="3684486" y="99428"/>
                  </a:lnTo>
                  <a:lnTo>
                    <a:pt x="3689045" y="94589"/>
                  </a:lnTo>
                  <a:close/>
                </a:path>
                <a:path w="4360545" h="327025">
                  <a:moveTo>
                    <a:pt x="4004703" y="19812"/>
                  </a:moveTo>
                  <a:lnTo>
                    <a:pt x="3978795" y="19812"/>
                  </a:lnTo>
                  <a:lnTo>
                    <a:pt x="3978795" y="44196"/>
                  </a:lnTo>
                  <a:lnTo>
                    <a:pt x="3978795" y="105257"/>
                  </a:lnTo>
                  <a:lnTo>
                    <a:pt x="3978795" y="128117"/>
                  </a:lnTo>
                  <a:lnTo>
                    <a:pt x="3978795" y="189077"/>
                  </a:lnTo>
                  <a:lnTo>
                    <a:pt x="3881259" y="189077"/>
                  </a:lnTo>
                  <a:lnTo>
                    <a:pt x="3881259" y="128117"/>
                  </a:lnTo>
                  <a:lnTo>
                    <a:pt x="3978795" y="128117"/>
                  </a:lnTo>
                  <a:lnTo>
                    <a:pt x="3978795" y="105257"/>
                  </a:lnTo>
                  <a:lnTo>
                    <a:pt x="3881259" y="105257"/>
                  </a:lnTo>
                  <a:lnTo>
                    <a:pt x="3881259" y="44196"/>
                  </a:lnTo>
                  <a:lnTo>
                    <a:pt x="3978795" y="44196"/>
                  </a:lnTo>
                  <a:lnTo>
                    <a:pt x="3978795" y="19812"/>
                  </a:lnTo>
                  <a:lnTo>
                    <a:pt x="3855250" y="19812"/>
                  </a:lnTo>
                  <a:lnTo>
                    <a:pt x="3855250" y="44196"/>
                  </a:lnTo>
                  <a:lnTo>
                    <a:pt x="3855250" y="105257"/>
                  </a:lnTo>
                  <a:lnTo>
                    <a:pt x="3855250" y="128117"/>
                  </a:lnTo>
                  <a:lnTo>
                    <a:pt x="3855250" y="189077"/>
                  </a:lnTo>
                  <a:lnTo>
                    <a:pt x="3762286" y="189077"/>
                  </a:lnTo>
                  <a:lnTo>
                    <a:pt x="3763162" y="174193"/>
                  </a:lnTo>
                  <a:lnTo>
                    <a:pt x="3763619" y="159169"/>
                  </a:lnTo>
                  <a:lnTo>
                    <a:pt x="3763784" y="143852"/>
                  </a:lnTo>
                  <a:lnTo>
                    <a:pt x="3763810" y="128117"/>
                  </a:lnTo>
                  <a:lnTo>
                    <a:pt x="3855250" y="128117"/>
                  </a:lnTo>
                  <a:lnTo>
                    <a:pt x="3855250" y="105257"/>
                  </a:lnTo>
                  <a:lnTo>
                    <a:pt x="3763810" y="105257"/>
                  </a:lnTo>
                  <a:lnTo>
                    <a:pt x="3763810" y="44196"/>
                  </a:lnTo>
                  <a:lnTo>
                    <a:pt x="3855250" y="44196"/>
                  </a:lnTo>
                  <a:lnTo>
                    <a:pt x="3855250" y="19812"/>
                  </a:lnTo>
                  <a:lnTo>
                    <a:pt x="3736276" y="19812"/>
                  </a:lnTo>
                  <a:lnTo>
                    <a:pt x="3736200" y="143852"/>
                  </a:lnTo>
                  <a:lnTo>
                    <a:pt x="3735971" y="166903"/>
                  </a:lnTo>
                  <a:lnTo>
                    <a:pt x="3733063" y="217258"/>
                  </a:lnTo>
                  <a:lnTo>
                    <a:pt x="3718560" y="271665"/>
                  </a:lnTo>
                  <a:lnTo>
                    <a:pt x="3701224" y="303568"/>
                  </a:lnTo>
                  <a:lnTo>
                    <a:pt x="3706012" y="309283"/>
                  </a:lnTo>
                  <a:lnTo>
                    <a:pt x="3710940" y="314998"/>
                  </a:lnTo>
                  <a:lnTo>
                    <a:pt x="3715588" y="320713"/>
                  </a:lnTo>
                  <a:lnTo>
                    <a:pt x="3719512" y="326428"/>
                  </a:lnTo>
                  <a:lnTo>
                    <a:pt x="3734981" y="302361"/>
                  </a:lnTo>
                  <a:lnTo>
                    <a:pt x="3746843" y="275704"/>
                  </a:lnTo>
                  <a:lnTo>
                    <a:pt x="3754971" y="246189"/>
                  </a:lnTo>
                  <a:lnTo>
                    <a:pt x="3759238" y="213550"/>
                  </a:lnTo>
                  <a:lnTo>
                    <a:pt x="3855250" y="213550"/>
                  </a:lnTo>
                  <a:lnTo>
                    <a:pt x="3855250" y="317284"/>
                  </a:lnTo>
                  <a:lnTo>
                    <a:pt x="3881259" y="317284"/>
                  </a:lnTo>
                  <a:lnTo>
                    <a:pt x="3881259" y="213550"/>
                  </a:lnTo>
                  <a:lnTo>
                    <a:pt x="3978795" y="213550"/>
                  </a:lnTo>
                  <a:lnTo>
                    <a:pt x="3978795" y="272986"/>
                  </a:lnTo>
                  <a:lnTo>
                    <a:pt x="3977386" y="281876"/>
                  </a:lnTo>
                  <a:lnTo>
                    <a:pt x="3973271" y="288036"/>
                  </a:lnTo>
                  <a:lnTo>
                    <a:pt x="3966578" y="291642"/>
                  </a:lnTo>
                  <a:lnTo>
                    <a:pt x="3957536" y="292798"/>
                  </a:lnTo>
                  <a:lnTo>
                    <a:pt x="3947744" y="292785"/>
                  </a:lnTo>
                  <a:lnTo>
                    <a:pt x="3936885" y="292608"/>
                  </a:lnTo>
                  <a:lnTo>
                    <a:pt x="3924884" y="292163"/>
                  </a:lnTo>
                  <a:lnTo>
                    <a:pt x="3911739" y="291274"/>
                  </a:lnTo>
                  <a:lnTo>
                    <a:pt x="3912882" y="299046"/>
                  </a:lnTo>
                  <a:lnTo>
                    <a:pt x="3914025" y="306222"/>
                  </a:lnTo>
                  <a:lnTo>
                    <a:pt x="3915168" y="312801"/>
                  </a:lnTo>
                  <a:lnTo>
                    <a:pt x="3916311" y="318808"/>
                  </a:lnTo>
                  <a:lnTo>
                    <a:pt x="3966603" y="318808"/>
                  </a:lnTo>
                  <a:lnTo>
                    <a:pt x="3983482" y="316496"/>
                  </a:lnTo>
                  <a:lnTo>
                    <a:pt x="3995369" y="309460"/>
                  </a:lnTo>
                  <a:lnTo>
                    <a:pt x="4002392" y="297548"/>
                  </a:lnTo>
                  <a:lnTo>
                    <a:pt x="4003040" y="292798"/>
                  </a:lnTo>
                  <a:lnTo>
                    <a:pt x="4004703" y="280606"/>
                  </a:lnTo>
                  <a:lnTo>
                    <a:pt x="4004703" y="44196"/>
                  </a:lnTo>
                  <a:lnTo>
                    <a:pt x="4004703" y="19812"/>
                  </a:lnTo>
                  <a:close/>
                </a:path>
                <a:path w="4360545" h="327025">
                  <a:moveTo>
                    <a:pt x="4108424" y="193738"/>
                  </a:moveTo>
                  <a:lnTo>
                    <a:pt x="4101592" y="191211"/>
                  </a:lnTo>
                  <a:lnTo>
                    <a:pt x="4094899" y="188366"/>
                  </a:lnTo>
                  <a:lnTo>
                    <a:pt x="4088498" y="185521"/>
                  </a:lnTo>
                  <a:lnTo>
                    <a:pt x="4082516" y="182981"/>
                  </a:lnTo>
                  <a:lnTo>
                    <a:pt x="4071988" y="217398"/>
                  </a:lnTo>
                  <a:lnTo>
                    <a:pt x="4061180" y="249948"/>
                  </a:lnTo>
                  <a:lnTo>
                    <a:pt x="4050373" y="281051"/>
                  </a:lnTo>
                  <a:lnTo>
                    <a:pt x="4039844" y="311188"/>
                  </a:lnTo>
                  <a:lnTo>
                    <a:pt x="4067276" y="320332"/>
                  </a:lnTo>
                  <a:lnTo>
                    <a:pt x="4076700" y="291084"/>
                  </a:lnTo>
                  <a:lnTo>
                    <a:pt x="4097274" y="228079"/>
                  </a:lnTo>
                  <a:lnTo>
                    <a:pt x="4108424" y="193738"/>
                  </a:lnTo>
                  <a:close/>
                </a:path>
                <a:path w="4360545" h="327025">
                  <a:moveTo>
                    <a:pt x="4108424" y="132689"/>
                  </a:moveTo>
                  <a:lnTo>
                    <a:pt x="4092092" y="120421"/>
                  </a:lnTo>
                  <a:lnTo>
                    <a:pt x="4063415" y="98183"/>
                  </a:lnTo>
                  <a:lnTo>
                    <a:pt x="4050512" y="88493"/>
                  </a:lnTo>
                  <a:lnTo>
                    <a:pt x="4033748" y="108305"/>
                  </a:lnTo>
                  <a:lnTo>
                    <a:pt x="4044035" y="116306"/>
                  </a:lnTo>
                  <a:lnTo>
                    <a:pt x="4056608" y="126593"/>
                  </a:lnTo>
                  <a:lnTo>
                    <a:pt x="4071467" y="139166"/>
                  </a:lnTo>
                  <a:lnTo>
                    <a:pt x="4088612" y="154025"/>
                  </a:lnTo>
                  <a:lnTo>
                    <a:pt x="4092346" y="150050"/>
                  </a:lnTo>
                  <a:lnTo>
                    <a:pt x="4096804" y="145072"/>
                  </a:lnTo>
                  <a:lnTo>
                    <a:pt x="4102112" y="139242"/>
                  </a:lnTo>
                  <a:lnTo>
                    <a:pt x="4108424" y="132689"/>
                  </a:lnTo>
                  <a:close/>
                </a:path>
                <a:path w="4360545" h="327025">
                  <a:moveTo>
                    <a:pt x="4119092" y="51816"/>
                  </a:moveTo>
                  <a:lnTo>
                    <a:pt x="4104500" y="38633"/>
                  </a:lnTo>
                  <a:lnTo>
                    <a:pt x="4090327" y="26289"/>
                  </a:lnTo>
                  <a:lnTo>
                    <a:pt x="4076446" y="14528"/>
                  </a:lnTo>
                  <a:lnTo>
                    <a:pt x="4062704" y="3048"/>
                  </a:lnTo>
                  <a:lnTo>
                    <a:pt x="4045940" y="21336"/>
                  </a:lnTo>
                  <a:lnTo>
                    <a:pt x="4058589" y="32194"/>
                  </a:lnTo>
                  <a:lnTo>
                    <a:pt x="4071658" y="44196"/>
                  </a:lnTo>
                  <a:lnTo>
                    <a:pt x="4085513" y="57277"/>
                  </a:lnTo>
                  <a:lnTo>
                    <a:pt x="4100804" y="71628"/>
                  </a:lnTo>
                  <a:lnTo>
                    <a:pt x="4104513" y="67043"/>
                  </a:lnTo>
                  <a:lnTo>
                    <a:pt x="4108805" y="62293"/>
                  </a:lnTo>
                  <a:lnTo>
                    <a:pt x="4113593" y="57340"/>
                  </a:lnTo>
                  <a:lnTo>
                    <a:pt x="4119092" y="51816"/>
                  </a:lnTo>
                  <a:close/>
                </a:path>
                <a:path w="4360545" h="327025">
                  <a:moveTo>
                    <a:pt x="4360075" y="152501"/>
                  </a:moveTo>
                  <a:lnTo>
                    <a:pt x="4253293" y="152501"/>
                  </a:lnTo>
                  <a:lnTo>
                    <a:pt x="4253293" y="83820"/>
                  </a:lnTo>
                  <a:lnTo>
                    <a:pt x="4343311" y="83820"/>
                  </a:lnTo>
                  <a:lnTo>
                    <a:pt x="4343311" y="59436"/>
                  </a:lnTo>
                  <a:lnTo>
                    <a:pt x="4253293" y="59436"/>
                  </a:lnTo>
                  <a:lnTo>
                    <a:pt x="4253293" y="0"/>
                  </a:lnTo>
                  <a:lnTo>
                    <a:pt x="4227385" y="0"/>
                  </a:lnTo>
                  <a:lnTo>
                    <a:pt x="4227385" y="59436"/>
                  </a:lnTo>
                  <a:lnTo>
                    <a:pt x="4140428" y="59436"/>
                  </a:lnTo>
                  <a:lnTo>
                    <a:pt x="4140428" y="83820"/>
                  </a:lnTo>
                  <a:lnTo>
                    <a:pt x="4227385" y="83820"/>
                  </a:lnTo>
                  <a:lnTo>
                    <a:pt x="4227385" y="152501"/>
                  </a:lnTo>
                  <a:lnTo>
                    <a:pt x="4123664" y="152501"/>
                  </a:lnTo>
                  <a:lnTo>
                    <a:pt x="4123664" y="176885"/>
                  </a:lnTo>
                  <a:lnTo>
                    <a:pt x="4210621" y="176885"/>
                  </a:lnTo>
                  <a:lnTo>
                    <a:pt x="4200550" y="193802"/>
                  </a:lnTo>
                  <a:lnTo>
                    <a:pt x="4190619" y="210121"/>
                  </a:lnTo>
                  <a:lnTo>
                    <a:pt x="4180408" y="225844"/>
                  </a:lnTo>
                  <a:lnTo>
                    <a:pt x="4169473" y="240995"/>
                  </a:lnTo>
                  <a:lnTo>
                    <a:pt x="4160062" y="254444"/>
                  </a:lnTo>
                  <a:lnTo>
                    <a:pt x="4150195" y="265188"/>
                  </a:lnTo>
                  <a:lnTo>
                    <a:pt x="4140035" y="273354"/>
                  </a:lnTo>
                  <a:lnTo>
                    <a:pt x="4129760" y="279095"/>
                  </a:lnTo>
                  <a:lnTo>
                    <a:pt x="4141952" y="308140"/>
                  </a:lnTo>
                  <a:lnTo>
                    <a:pt x="4309783" y="292811"/>
                  </a:lnTo>
                  <a:lnTo>
                    <a:pt x="4314355" y="300621"/>
                  </a:lnTo>
                  <a:lnTo>
                    <a:pt x="4323499" y="315620"/>
                  </a:lnTo>
                  <a:lnTo>
                    <a:pt x="4328071" y="323380"/>
                  </a:lnTo>
                  <a:lnTo>
                    <a:pt x="4334688" y="319709"/>
                  </a:lnTo>
                  <a:lnTo>
                    <a:pt x="4347362" y="311810"/>
                  </a:lnTo>
                  <a:lnTo>
                    <a:pt x="4353979" y="308140"/>
                  </a:lnTo>
                  <a:lnTo>
                    <a:pt x="4318533" y="255663"/>
                  </a:lnTo>
                  <a:lnTo>
                    <a:pt x="4285310" y="208978"/>
                  </a:lnTo>
                  <a:lnTo>
                    <a:pt x="4263961" y="222707"/>
                  </a:lnTo>
                  <a:lnTo>
                    <a:pt x="4271975" y="234391"/>
                  </a:lnTo>
                  <a:lnTo>
                    <a:pt x="4279976" y="246519"/>
                  </a:lnTo>
                  <a:lnTo>
                    <a:pt x="4288015" y="258914"/>
                  </a:lnTo>
                  <a:lnTo>
                    <a:pt x="4296067" y="271475"/>
                  </a:lnTo>
                  <a:lnTo>
                    <a:pt x="4265130" y="274612"/>
                  </a:lnTo>
                  <a:lnTo>
                    <a:pt x="4234065" y="277190"/>
                  </a:lnTo>
                  <a:lnTo>
                    <a:pt x="4202747" y="279184"/>
                  </a:lnTo>
                  <a:lnTo>
                    <a:pt x="4170997" y="280619"/>
                  </a:lnTo>
                  <a:lnTo>
                    <a:pt x="4189057" y="257771"/>
                  </a:lnTo>
                  <a:lnTo>
                    <a:pt x="4206811" y="232791"/>
                  </a:lnTo>
                  <a:lnTo>
                    <a:pt x="4224579" y="205778"/>
                  </a:lnTo>
                  <a:lnTo>
                    <a:pt x="4242625" y="176885"/>
                  </a:lnTo>
                  <a:lnTo>
                    <a:pt x="4360075" y="176885"/>
                  </a:lnTo>
                  <a:lnTo>
                    <a:pt x="4360075" y="152501"/>
                  </a:lnTo>
                  <a:close/>
                </a:path>
              </a:pathLst>
            </a:custGeom>
            <a:solidFill>
              <a:srgbClr val="23285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6212" y="726090"/>
            <a:ext cx="337185" cy="447040"/>
          </a:xfrm>
          <a:custGeom>
            <a:avLst/>
            <a:gdLst/>
            <a:ahLst/>
            <a:cxnLst/>
            <a:rect l="l" t="t" r="r" b="b"/>
            <a:pathLst>
              <a:path w="337184" h="447040">
                <a:moveTo>
                  <a:pt x="213455" y="446912"/>
                </a:moveTo>
                <a:lnTo>
                  <a:pt x="165982" y="443222"/>
                </a:lnTo>
                <a:lnTo>
                  <a:pt x="124063" y="432244"/>
                </a:lnTo>
                <a:lnTo>
                  <a:pt x="87573" y="414123"/>
                </a:lnTo>
                <a:lnTo>
                  <a:pt x="56387" y="389000"/>
                </a:lnTo>
                <a:lnTo>
                  <a:pt x="31503" y="356916"/>
                </a:lnTo>
                <a:lnTo>
                  <a:pt x="13906" y="320135"/>
                </a:lnTo>
                <a:lnTo>
                  <a:pt x="3452" y="278496"/>
                </a:lnTo>
                <a:lnTo>
                  <a:pt x="0" y="231838"/>
                </a:lnTo>
                <a:lnTo>
                  <a:pt x="4000" y="182912"/>
                </a:lnTo>
                <a:lnTo>
                  <a:pt x="16001" y="138826"/>
                </a:lnTo>
                <a:lnTo>
                  <a:pt x="36004" y="99313"/>
                </a:lnTo>
                <a:lnTo>
                  <a:pt x="64007" y="64103"/>
                </a:lnTo>
                <a:lnTo>
                  <a:pt x="98376" y="36044"/>
                </a:lnTo>
                <a:lnTo>
                  <a:pt x="137433" y="16013"/>
                </a:lnTo>
                <a:lnTo>
                  <a:pt x="181330" y="4001"/>
                </a:lnTo>
                <a:lnTo>
                  <a:pt x="230219" y="0"/>
                </a:lnTo>
                <a:lnTo>
                  <a:pt x="260230" y="881"/>
                </a:lnTo>
                <a:lnTo>
                  <a:pt x="288214" y="3619"/>
                </a:lnTo>
                <a:lnTo>
                  <a:pt x="313894" y="8358"/>
                </a:lnTo>
                <a:lnTo>
                  <a:pt x="336994" y="15239"/>
                </a:lnTo>
                <a:lnTo>
                  <a:pt x="336994" y="109823"/>
                </a:lnTo>
                <a:lnTo>
                  <a:pt x="314442" y="98702"/>
                </a:lnTo>
                <a:lnTo>
                  <a:pt x="290310" y="90582"/>
                </a:lnTo>
                <a:lnTo>
                  <a:pt x="264731" y="85605"/>
                </a:lnTo>
                <a:lnTo>
                  <a:pt x="237839" y="83915"/>
                </a:lnTo>
                <a:lnTo>
                  <a:pt x="208645" y="86225"/>
                </a:lnTo>
                <a:lnTo>
                  <a:pt x="159400" y="105132"/>
                </a:lnTo>
                <a:lnTo>
                  <a:pt x="122762" y="142937"/>
                </a:lnTo>
                <a:lnTo>
                  <a:pt x="104408" y="194533"/>
                </a:lnTo>
                <a:lnTo>
                  <a:pt x="102107" y="225742"/>
                </a:lnTo>
                <a:lnTo>
                  <a:pt x="104385" y="255206"/>
                </a:lnTo>
                <a:lnTo>
                  <a:pt x="122119" y="304917"/>
                </a:lnTo>
                <a:lnTo>
                  <a:pt x="156090" y="341795"/>
                </a:lnTo>
                <a:lnTo>
                  <a:pt x="203477" y="360768"/>
                </a:lnTo>
                <a:lnTo>
                  <a:pt x="231743" y="363092"/>
                </a:lnTo>
                <a:lnTo>
                  <a:pt x="259801" y="361363"/>
                </a:lnTo>
                <a:lnTo>
                  <a:pt x="286690" y="356187"/>
                </a:lnTo>
                <a:lnTo>
                  <a:pt x="312418" y="347582"/>
                </a:lnTo>
                <a:lnTo>
                  <a:pt x="336994" y="335565"/>
                </a:lnTo>
                <a:lnTo>
                  <a:pt x="336994" y="424052"/>
                </a:lnTo>
                <a:lnTo>
                  <a:pt x="311275" y="434054"/>
                </a:lnTo>
                <a:lnTo>
                  <a:pt x="282118" y="441197"/>
                </a:lnTo>
                <a:lnTo>
                  <a:pt x="249514" y="445484"/>
                </a:lnTo>
                <a:lnTo>
                  <a:pt x="213455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6641" y="726090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09" h="447040">
                <a:moveTo>
                  <a:pt x="124968" y="446912"/>
                </a:moveTo>
                <a:lnTo>
                  <a:pt x="72675" y="443698"/>
                </a:lnTo>
                <a:lnTo>
                  <a:pt x="26670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4620" y="336351"/>
                </a:lnTo>
                <a:lnTo>
                  <a:pt x="28575" y="345281"/>
                </a:lnTo>
                <a:lnTo>
                  <a:pt x="73675" y="363600"/>
                </a:lnTo>
                <a:lnTo>
                  <a:pt x="120396" y="370712"/>
                </a:lnTo>
                <a:lnTo>
                  <a:pt x="129309" y="37045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8801"/>
                </a:lnTo>
                <a:lnTo>
                  <a:pt x="166211" y="285273"/>
                </a:lnTo>
                <a:lnTo>
                  <a:pt x="128032" y="265698"/>
                </a:lnTo>
                <a:lnTo>
                  <a:pt x="99060" y="253174"/>
                </a:lnTo>
                <a:lnTo>
                  <a:pt x="75604" y="242292"/>
                </a:lnTo>
                <a:lnTo>
                  <a:pt x="38409" y="216527"/>
                </a:lnTo>
                <a:lnTo>
                  <a:pt x="13501" y="185640"/>
                </a:lnTo>
                <a:lnTo>
                  <a:pt x="1452" y="149026"/>
                </a:lnTo>
                <a:lnTo>
                  <a:pt x="0" y="128111"/>
                </a:lnTo>
                <a:lnTo>
                  <a:pt x="857" y="111775"/>
                </a:lnTo>
                <a:lnTo>
                  <a:pt x="13716" y="70199"/>
                </a:lnTo>
                <a:lnTo>
                  <a:pt x="39433" y="39043"/>
                </a:lnTo>
                <a:lnTo>
                  <a:pt x="75247" y="16763"/>
                </a:lnTo>
                <a:lnTo>
                  <a:pt x="119672" y="4500"/>
                </a:lnTo>
                <a:lnTo>
                  <a:pt x="169259" y="0"/>
                </a:lnTo>
                <a:lnTo>
                  <a:pt x="185832" y="285"/>
                </a:lnTo>
                <a:lnTo>
                  <a:pt x="201263" y="1142"/>
                </a:lnTo>
                <a:lnTo>
                  <a:pt x="215550" y="2571"/>
                </a:lnTo>
                <a:lnTo>
                  <a:pt x="228695" y="4571"/>
                </a:lnTo>
                <a:lnTo>
                  <a:pt x="241245" y="6262"/>
                </a:lnTo>
                <a:lnTo>
                  <a:pt x="253662" y="8953"/>
                </a:lnTo>
                <a:lnTo>
                  <a:pt x="265811" y="12501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65890" y="99917"/>
                </a:lnTo>
                <a:lnTo>
                  <a:pt x="259690" y="96488"/>
                </a:lnTo>
                <a:lnTo>
                  <a:pt x="220313" y="81891"/>
                </a:lnTo>
                <a:lnTo>
                  <a:pt x="193119" y="77581"/>
                </a:lnTo>
                <a:lnTo>
                  <a:pt x="180451" y="76533"/>
                </a:lnTo>
                <a:lnTo>
                  <a:pt x="135731" y="82391"/>
                </a:lnTo>
                <a:lnTo>
                  <a:pt x="103632" y="108299"/>
                </a:lnTo>
                <a:lnTo>
                  <a:pt x="102108" y="112871"/>
                </a:lnTo>
                <a:lnTo>
                  <a:pt x="102108" y="128111"/>
                </a:lnTo>
                <a:lnTo>
                  <a:pt x="103632" y="134207"/>
                </a:lnTo>
                <a:lnTo>
                  <a:pt x="108204" y="140303"/>
                </a:lnTo>
                <a:lnTo>
                  <a:pt x="111252" y="144875"/>
                </a:lnTo>
                <a:lnTo>
                  <a:pt x="141968" y="167425"/>
                </a:lnTo>
                <a:lnTo>
                  <a:pt x="157472" y="174545"/>
                </a:lnTo>
                <a:lnTo>
                  <a:pt x="174093" y="182451"/>
                </a:lnTo>
                <a:lnTo>
                  <a:pt x="219622" y="203263"/>
                </a:lnTo>
                <a:lnTo>
                  <a:pt x="257865" y="228695"/>
                </a:lnTo>
                <a:lnTo>
                  <a:pt x="283367" y="262422"/>
                </a:lnTo>
                <a:lnTo>
                  <a:pt x="295298" y="304990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6332" y="409622"/>
                </a:lnTo>
                <a:lnTo>
                  <a:pt x="219170" y="431482"/>
                </a:lnTo>
                <a:lnTo>
                  <a:pt x="174567" y="442412"/>
                </a:lnTo>
                <a:lnTo>
                  <a:pt x="141906" y="446365"/>
                </a:lnTo>
                <a:lnTo>
                  <a:pt x="124968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72780" y="726090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10" h="447040">
                <a:moveTo>
                  <a:pt x="125063" y="446912"/>
                </a:moveTo>
                <a:lnTo>
                  <a:pt x="72730" y="443698"/>
                </a:lnTo>
                <a:lnTo>
                  <a:pt x="26670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4620" y="336351"/>
                </a:lnTo>
                <a:lnTo>
                  <a:pt x="28575" y="345281"/>
                </a:lnTo>
                <a:lnTo>
                  <a:pt x="73730" y="363600"/>
                </a:lnTo>
                <a:lnTo>
                  <a:pt x="120491" y="370712"/>
                </a:lnTo>
                <a:lnTo>
                  <a:pt x="129349" y="37045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8801"/>
                </a:lnTo>
                <a:lnTo>
                  <a:pt x="166211" y="285273"/>
                </a:lnTo>
                <a:lnTo>
                  <a:pt x="128087" y="265698"/>
                </a:lnTo>
                <a:lnTo>
                  <a:pt x="99155" y="253174"/>
                </a:lnTo>
                <a:lnTo>
                  <a:pt x="75685" y="242292"/>
                </a:lnTo>
                <a:lnTo>
                  <a:pt x="38424" y="216527"/>
                </a:lnTo>
                <a:lnTo>
                  <a:pt x="13501" y="185640"/>
                </a:lnTo>
                <a:lnTo>
                  <a:pt x="1452" y="149026"/>
                </a:lnTo>
                <a:lnTo>
                  <a:pt x="0" y="128111"/>
                </a:lnTo>
                <a:lnTo>
                  <a:pt x="833" y="111775"/>
                </a:lnTo>
                <a:lnTo>
                  <a:pt x="12192" y="70199"/>
                </a:lnTo>
                <a:lnTo>
                  <a:pt x="38552" y="39043"/>
                </a:lnTo>
                <a:lnTo>
                  <a:pt x="75330" y="16763"/>
                </a:lnTo>
                <a:lnTo>
                  <a:pt x="119753" y="4500"/>
                </a:lnTo>
                <a:lnTo>
                  <a:pt x="169259" y="0"/>
                </a:lnTo>
                <a:lnTo>
                  <a:pt x="184990" y="285"/>
                </a:lnTo>
                <a:lnTo>
                  <a:pt x="241315" y="6262"/>
                </a:lnTo>
                <a:lnTo>
                  <a:pt x="276034" y="16763"/>
                </a:lnTo>
                <a:lnTo>
                  <a:pt x="276034" y="106775"/>
                </a:lnTo>
                <a:lnTo>
                  <a:pt x="271176" y="103346"/>
                </a:lnTo>
                <a:lnTo>
                  <a:pt x="265747" y="99917"/>
                </a:lnTo>
                <a:lnTo>
                  <a:pt x="227266" y="83915"/>
                </a:lnTo>
                <a:lnTo>
                  <a:pt x="193159" y="77581"/>
                </a:lnTo>
                <a:lnTo>
                  <a:pt x="180452" y="76533"/>
                </a:lnTo>
                <a:lnTo>
                  <a:pt x="135731" y="82391"/>
                </a:lnTo>
                <a:lnTo>
                  <a:pt x="103727" y="108299"/>
                </a:lnTo>
                <a:lnTo>
                  <a:pt x="102203" y="112871"/>
                </a:lnTo>
                <a:lnTo>
                  <a:pt x="102203" y="128111"/>
                </a:lnTo>
                <a:lnTo>
                  <a:pt x="103727" y="134207"/>
                </a:lnTo>
                <a:lnTo>
                  <a:pt x="106775" y="140303"/>
                </a:lnTo>
                <a:lnTo>
                  <a:pt x="111347" y="144875"/>
                </a:lnTo>
                <a:lnTo>
                  <a:pt x="115919" y="150971"/>
                </a:lnTo>
                <a:lnTo>
                  <a:pt x="123539" y="155638"/>
                </a:lnTo>
                <a:lnTo>
                  <a:pt x="129301" y="159948"/>
                </a:lnTo>
                <a:lnTo>
                  <a:pt x="135350" y="163829"/>
                </a:lnTo>
                <a:lnTo>
                  <a:pt x="141970" y="167425"/>
                </a:lnTo>
                <a:lnTo>
                  <a:pt x="149447" y="170878"/>
                </a:lnTo>
                <a:lnTo>
                  <a:pt x="165068" y="178498"/>
                </a:lnTo>
                <a:lnTo>
                  <a:pt x="173878" y="182451"/>
                </a:lnTo>
                <a:lnTo>
                  <a:pt x="182975" y="186118"/>
                </a:lnTo>
                <a:lnTo>
                  <a:pt x="207823" y="197548"/>
                </a:lnTo>
                <a:lnTo>
                  <a:pt x="248983" y="221551"/>
                </a:lnTo>
                <a:lnTo>
                  <a:pt x="277939" y="253412"/>
                </a:lnTo>
                <a:lnTo>
                  <a:pt x="293751" y="293274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5770" y="409622"/>
                </a:lnTo>
                <a:lnTo>
                  <a:pt x="219063" y="431482"/>
                </a:lnTo>
                <a:lnTo>
                  <a:pt x="174569" y="442412"/>
                </a:lnTo>
                <a:lnTo>
                  <a:pt x="141946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208072" y="726096"/>
            <a:ext cx="491490" cy="537210"/>
          </a:xfrm>
          <a:custGeom>
            <a:avLst/>
            <a:gdLst/>
            <a:ahLst/>
            <a:cxnLst/>
            <a:rect l="l" t="t" r="r" b="b"/>
            <a:pathLst>
              <a:path w="491489" h="537210">
                <a:moveTo>
                  <a:pt x="175361" y="536917"/>
                </a:moveTo>
                <a:lnTo>
                  <a:pt x="147421" y="497141"/>
                </a:lnTo>
                <a:lnTo>
                  <a:pt x="124561" y="455625"/>
                </a:lnTo>
                <a:lnTo>
                  <a:pt x="106781" y="412432"/>
                </a:lnTo>
                <a:lnTo>
                  <a:pt x="94081" y="367588"/>
                </a:lnTo>
                <a:lnTo>
                  <a:pt x="86461" y="321119"/>
                </a:lnTo>
                <a:lnTo>
                  <a:pt x="83921" y="273075"/>
                </a:lnTo>
                <a:lnTo>
                  <a:pt x="86347" y="225666"/>
                </a:lnTo>
                <a:lnTo>
                  <a:pt x="93687" y="179514"/>
                </a:lnTo>
                <a:lnTo>
                  <a:pt x="106019" y="134632"/>
                </a:lnTo>
                <a:lnTo>
                  <a:pt x="123431" y="91020"/>
                </a:lnTo>
                <a:lnTo>
                  <a:pt x="146011" y="48691"/>
                </a:lnTo>
                <a:lnTo>
                  <a:pt x="173837" y="7620"/>
                </a:lnTo>
                <a:lnTo>
                  <a:pt x="97637" y="7620"/>
                </a:lnTo>
                <a:lnTo>
                  <a:pt x="67614" y="46888"/>
                </a:lnTo>
                <a:lnTo>
                  <a:pt x="43154" y="88315"/>
                </a:lnTo>
                <a:lnTo>
                  <a:pt x="24206" y="131775"/>
                </a:lnTo>
                <a:lnTo>
                  <a:pt x="10731" y="177139"/>
                </a:lnTo>
                <a:lnTo>
                  <a:pt x="2679" y="224282"/>
                </a:lnTo>
                <a:lnTo>
                  <a:pt x="0" y="273075"/>
                </a:lnTo>
                <a:lnTo>
                  <a:pt x="2679" y="324192"/>
                </a:lnTo>
                <a:lnTo>
                  <a:pt x="10731" y="372351"/>
                </a:lnTo>
                <a:lnTo>
                  <a:pt x="24206" y="417614"/>
                </a:lnTo>
                <a:lnTo>
                  <a:pt x="43154" y="460070"/>
                </a:lnTo>
                <a:lnTo>
                  <a:pt x="67614" y="499821"/>
                </a:lnTo>
                <a:lnTo>
                  <a:pt x="97637" y="536917"/>
                </a:lnTo>
                <a:lnTo>
                  <a:pt x="175361" y="536917"/>
                </a:lnTo>
                <a:close/>
              </a:path>
              <a:path w="491489" h="537210">
                <a:moveTo>
                  <a:pt x="491020" y="122008"/>
                </a:moveTo>
                <a:lnTo>
                  <a:pt x="485228" y="83439"/>
                </a:lnTo>
                <a:lnTo>
                  <a:pt x="461492" y="41859"/>
                </a:lnTo>
                <a:lnTo>
                  <a:pt x="421627" y="13385"/>
                </a:lnTo>
                <a:lnTo>
                  <a:pt x="381469" y="2286"/>
                </a:lnTo>
                <a:lnTo>
                  <a:pt x="350723" y="0"/>
                </a:lnTo>
                <a:lnTo>
                  <a:pt x="316141" y="2286"/>
                </a:lnTo>
                <a:lnTo>
                  <a:pt x="283286" y="9144"/>
                </a:lnTo>
                <a:lnTo>
                  <a:pt x="252133" y="20574"/>
                </a:lnTo>
                <a:lnTo>
                  <a:pt x="222707" y="36576"/>
                </a:lnTo>
                <a:lnTo>
                  <a:pt x="222707" y="120484"/>
                </a:lnTo>
                <a:lnTo>
                  <a:pt x="249008" y="100723"/>
                </a:lnTo>
                <a:lnTo>
                  <a:pt x="275475" y="86956"/>
                </a:lnTo>
                <a:lnTo>
                  <a:pt x="302209" y="78917"/>
                </a:lnTo>
                <a:lnTo>
                  <a:pt x="329387" y="76288"/>
                </a:lnTo>
                <a:lnTo>
                  <a:pt x="344512" y="77152"/>
                </a:lnTo>
                <a:lnTo>
                  <a:pt x="385127" y="97751"/>
                </a:lnTo>
                <a:lnTo>
                  <a:pt x="393484" y="132676"/>
                </a:lnTo>
                <a:lnTo>
                  <a:pt x="393204" y="139522"/>
                </a:lnTo>
                <a:lnTo>
                  <a:pt x="378841" y="177330"/>
                </a:lnTo>
                <a:lnTo>
                  <a:pt x="373672" y="183070"/>
                </a:lnTo>
                <a:lnTo>
                  <a:pt x="368795" y="189026"/>
                </a:lnTo>
                <a:lnTo>
                  <a:pt x="363181" y="195262"/>
                </a:lnTo>
                <a:lnTo>
                  <a:pt x="356704" y="201498"/>
                </a:lnTo>
                <a:lnTo>
                  <a:pt x="349199" y="207454"/>
                </a:lnTo>
                <a:lnTo>
                  <a:pt x="342049" y="214071"/>
                </a:lnTo>
                <a:lnTo>
                  <a:pt x="334340" y="220408"/>
                </a:lnTo>
                <a:lnTo>
                  <a:pt x="326047" y="226745"/>
                </a:lnTo>
                <a:lnTo>
                  <a:pt x="298145" y="247281"/>
                </a:lnTo>
                <a:lnTo>
                  <a:pt x="288467" y="254622"/>
                </a:lnTo>
                <a:lnTo>
                  <a:pt x="269087" y="270725"/>
                </a:lnTo>
                <a:lnTo>
                  <a:pt x="259664" y="279742"/>
                </a:lnTo>
                <a:lnTo>
                  <a:pt x="250799" y="289636"/>
                </a:lnTo>
                <a:lnTo>
                  <a:pt x="242519" y="300507"/>
                </a:lnTo>
                <a:lnTo>
                  <a:pt x="233921" y="311111"/>
                </a:lnTo>
                <a:lnTo>
                  <a:pt x="213461" y="347751"/>
                </a:lnTo>
                <a:lnTo>
                  <a:pt x="203390" y="390715"/>
                </a:lnTo>
                <a:lnTo>
                  <a:pt x="202793" y="407289"/>
                </a:lnTo>
                <a:lnTo>
                  <a:pt x="202793" y="439293"/>
                </a:lnTo>
                <a:lnTo>
                  <a:pt x="489496" y="439293"/>
                </a:lnTo>
                <a:lnTo>
                  <a:pt x="489496" y="359943"/>
                </a:lnTo>
                <a:lnTo>
                  <a:pt x="306527" y="359943"/>
                </a:lnTo>
                <a:lnTo>
                  <a:pt x="306527" y="353847"/>
                </a:lnTo>
                <a:lnTo>
                  <a:pt x="309575" y="349275"/>
                </a:lnTo>
                <a:lnTo>
                  <a:pt x="312623" y="343179"/>
                </a:lnTo>
                <a:lnTo>
                  <a:pt x="316090" y="337731"/>
                </a:lnTo>
                <a:lnTo>
                  <a:pt x="319862" y="332701"/>
                </a:lnTo>
                <a:lnTo>
                  <a:pt x="324192" y="327964"/>
                </a:lnTo>
                <a:lnTo>
                  <a:pt x="329387" y="323367"/>
                </a:lnTo>
                <a:lnTo>
                  <a:pt x="334238" y="318566"/>
                </a:lnTo>
                <a:lnTo>
                  <a:pt x="373557" y="288556"/>
                </a:lnTo>
                <a:lnTo>
                  <a:pt x="381292" y="283743"/>
                </a:lnTo>
                <a:lnTo>
                  <a:pt x="401866" y="267931"/>
                </a:lnTo>
                <a:lnTo>
                  <a:pt x="412153" y="260350"/>
                </a:lnTo>
                <a:lnTo>
                  <a:pt x="422440" y="253174"/>
                </a:lnTo>
                <a:lnTo>
                  <a:pt x="431558" y="244906"/>
                </a:lnTo>
                <a:lnTo>
                  <a:pt x="464299" y="207810"/>
                </a:lnTo>
                <a:lnTo>
                  <a:pt x="485876" y="163461"/>
                </a:lnTo>
                <a:lnTo>
                  <a:pt x="490448" y="136575"/>
                </a:lnTo>
                <a:lnTo>
                  <a:pt x="491020" y="12200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46438" y="733710"/>
            <a:ext cx="173990" cy="529590"/>
          </a:xfrm>
          <a:custGeom>
            <a:avLst/>
            <a:gdLst/>
            <a:ahLst/>
            <a:cxnLst/>
            <a:rect l="l" t="t" r="r" b="b"/>
            <a:pathLst>
              <a:path w="173989" h="529590">
                <a:moveTo>
                  <a:pt x="76200" y="529304"/>
                </a:moveTo>
                <a:lnTo>
                  <a:pt x="0" y="529304"/>
                </a:lnTo>
                <a:lnTo>
                  <a:pt x="27940" y="489519"/>
                </a:lnTo>
                <a:lnTo>
                  <a:pt x="50800" y="448010"/>
                </a:lnTo>
                <a:lnTo>
                  <a:pt x="68580" y="404812"/>
                </a:lnTo>
                <a:lnTo>
                  <a:pt x="81280" y="359963"/>
                </a:lnTo>
                <a:lnTo>
                  <a:pt x="88900" y="313501"/>
                </a:lnTo>
                <a:lnTo>
                  <a:pt x="91440" y="265461"/>
                </a:lnTo>
                <a:lnTo>
                  <a:pt x="88900" y="218043"/>
                </a:lnTo>
                <a:lnTo>
                  <a:pt x="81280" y="171894"/>
                </a:lnTo>
                <a:lnTo>
                  <a:pt x="68580" y="127015"/>
                </a:lnTo>
                <a:lnTo>
                  <a:pt x="50800" y="83407"/>
                </a:lnTo>
                <a:lnTo>
                  <a:pt x="27940" y="41068"/>
                </a:lnTo>
                <a:lnTo>
                  <a:pt x="0" y="0"/>
                </a:lnTo>
                <a:lnTo>
                  <a:pt x="76200" y="0"/>
                </a:lnTo>
                <a:lnTo>
                  <a:pt x="106219" y="39269"/>
                </a:lnTo>
                <a:lnTo>
                  <a:pt x="130679" y="80697"/>
                </a:lnTo>
                <a:lnTo>
                  <a:pt x="149625" y="124158"/>
                </a:lnTo>
                <a:lnTo>
                  <a:pt x="163103" y="169523"/>
                </a:lnTo>
                <a:lnTo>
                  <a:pt x="171156" y="216667"/>
                </a:lnTo>
                <a:lnTo>
                  <a:pt x="173831" y="265461"/>
                </a:lnTo>
                <a:lnTo>
                  <a:pt x="171156" y="316047"/>
                </a:lnTo>
                <a:lnTo>
                  <a:pt x="163103" y="364049"/>
                </a:lnTo>
                <a:lnTo>
                  <a:pt x="149625" y="409420"/>
                </a:lnTo>
                <a:lnTo>
                  <a:pt x="130679" y="452116"/>
                </a:lnTo>
                <a:lnTo>
                  <a:pt x="106219" y="492092"/>
                </a:lnTo>
                <a:lnTo>
                  <a:pt x="76200" y="52930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297584" y="1876234"/>
            <a:ext cx="1778635" cy="431800"/>
          </a:xfrm>
          <a:custGeom>
            <a:avLst/>
            <a:gdLst/>
            <a:ahLst/>
            <a:cxnLst/>
            <a:rect l="l" t="t" r="r" b="b"/>
            <a:pathLst>
              <a:path w="1778635" h="431800">
                <a:moveTo>
                  <a:pt x="359956" y="160210"/>
                </a:moveTo>
                <a:lnTo>
                  <a:pt x="329476" y="160210"/>
                </a:lnTo>
                <a:lnTo>
                  <a:pt x="329476" y="186118"/>
                </a:lnTo>
                <a:lnTo>
                  <a:pt x="329476" y="222694"/>
                </a:lnTo>
                <a:lnTo>
                  <a:pt x="109829" y="222694"/>
                </a:lnTo>
                <a:lnTo>
                  <a:pt x="109829" y="186118"/>
                </a:lnTo>
                <a:lnTo>
                  <a:pt x="329476" y="186118"/>
                </a:lnTo>
                <a:lnTo>
                  <a:pt x="329476" y="160210"/>
                </a:lnTo>
                <a:lnTo>
                  <a:pt x="79349" y="160210"/>
                </a:lnTo>
                <a:lnTo>
                  <a:pt x="79349" y="263944"/>
                </a:lnTo>
                <a:lnTo>
                  <a:pt x="109829" y="263944"/>
                </a:lnTo>
                <a:lnTo>
                  <a:pt x="109829" y="248704"/>
                </a:lnTo>
                <a:lnTo>
                  <a:pt x="329476" y="248704"/>
                </a:lnTo>
                <a:lnTo>
                  <a:pt x="329476" y="263944"/>
                </a:lnTo>
                <a:lnTo>
                  <a:pt x="359956" y="263944"/>
                </a:lnTo>
                <a:lnTo>
                  <a:pt x="359956" y="248704"/>
                </a:lnTo>
                <a:lnTo>
                  <a:pt x="359956" y="222694"/>
                </a:lnTo>
                <a:lnTo>
                  <a:pt x="359956" y="186118"/>
                </a:lnTo>
                <a:lnTo>
                  <a:pt x="359956" y="160210"/>
                </a:lnTo>
                <a:close/>
              </a:path>
              <a:path w="1778635" h="431800">
                <a:moveTo>
                  <a:pt x="433108" y="390525"/>
                </a:moveTo>
                <a:lnTo>
                  <a:pt x="379768" y="390525"/>
                </a:lnTo>
                <a:lnTo>
                  <a:pt x="379768" y="311188"/>
                </a:lnTo>
                <a:lnTo>
                  <a:pt x="379768" y="283756"/>
                </a:lnTo>
                <a:lnTo>
                  <a:pt x="347764" y="283756"/>
                </a:lnTo>
                <a:lnTo>
                  <a:pt x="347764" y="311188"/>
                </a:lnTo>
                <a:lnTo>
                  <a:pt x="347764" y="390525"/>
                </a:lnTo>
                <a:lnTo>
                  <a:pt x="282130" y="390525"/>
                </a:lnTo>
                <a:lnTo>
                  <a:pt x="282130" y="311188"/>
                </a:lnTo>
                <a:lnTo>
                  <a:pt x="347764" y="311188"/>
                </a:lnTo>
                <a:lnTo>
                  <a:pt x="347764" y="283756"/>
                </a:lnTo>
                <a:lnTo>
                  <a:pt x="251650" y="283756"/>
                </a:lnTo>
                <a:lnTo>
                  <a:pt x="251650" y="311188"/>
                </a:lnTo>
                <a:lnTo>
                  <a:pt x="251650" y="390525"/>
                </a:lnTo>
                <a:lnTo>
                  <a:pt x="186118" y="390525"/>
                </a:lnTo>
                <a:lnTo>
                  <a:pt x="186118" y="311188"/>
                </a:lnTo>
                <a:lnTo>
                  <a:pt x="251650" y="311188"/>
                </a:lnTo>
                <a:lnTo>
                  <a:pt x="251650" y="283756"/>
                </a:lnTo>
                <a:lnTo>
                  <a:pt x="155549" y="283756"/>
                </a:lnTo>
                <a:lnTo>
                  <a:pt x="155549" y="311188"/>
                </a:lnTo>
                <a:lnTo>
                  <a:pt x="155549" y="390525"/>
                </a:lnTo>
                <a:lnTo>
                  <a:pt x="91541" y="390525"/>
                </a:lnTo>
                <a:lnTo>
                  <a:pt x="91541" y="311188"/>
                </a:lnTo>
                <a:lnTo>
                  <a:pt x="155549" y="311188"/>
                </a:lnTo>
                <a:lnTo>
                  <a:pt x="155549" y="283756"/>
                </a:lnTo>
                <a:lnTo>
                  <a:pt x="59537" y="283756"/>
                </a:lnTo>
                <a:lnTo>
                  <a:pt x="59537" y="390525"/>
                </a:lnTo>
                <a:lnTo>
                  <a:pt x="6096" y="390525"/>
                </a:lnTo>
                <a:lnTo>
                  <a:pt x="6096" y="417969"/>
                </a:lnTo>
                <a:lnTo>
                  <a:pt x="433108" y="417969"/>
                </a:lnTo>
                <a:lnTo>
                  <a:pt x="433108" y="390525"/>
                </a:lnTo>
                <a:close/>
              </a:path>
              <a:path w="1778635" h="431800">
                <a:moveTo>
                  <a:pt x="437769" y="122021"/>
                </a:moveTo>
                <a:lnTo>
                  <a:pt x="392125" y="106781"/>
                </a:lnTo>
                <a:lnTo>
                  <a:pt x="391248" y="106489"/>
                </a:lnTo>
                <a:lnTo>
                  <a:pt x="378333" y="100685"/>
                </a:lnTo>
                <a:lnTo>
                  <a:pt x="348678" y="87363"/>
                </a:lnTo>
                <a:lnTo>
                  <a:pt x="310007" y="64719"/>
                </a:lnTo>
                <a:lnTo>
                  <a:pt x="306616" y="62191"/>
                </a:lnTo>
                <a:lnTo>
                  <a:pt x="306616" y="100685"/>
                </a:lnTo>
                <a:lnTo>
                  <a:pt x="134213" y="100685"/>
                </a:lnTo>
                <a:lnTo>
                  <a:pt x="161124" y="83540"/>
                </a:lnTo>
                <a:lnTo>
                  <a:pt x="184581" y="66382"/>
                </a:lnTo>
                <a:lnTo>
                  <a:pt x="204597" y="49212"/>
                </a:lnTo>
                <a:lnTo>
                  <a:pt x="221170" y="32004"/>
                </a:lnTo>
                <a:lnTo>
                  <a:pt x="240080" y="50063"/>
                </a:lnTo>
                <a:lnTo>
                  <a:pt x="260426" y="67525"/>
                </a:lnTo>
                <a:lnTo>
                  <a:pt x="282498" y="84391"/>
                </a:lnTo>
                <a:lnTo>
                  <a:pt x="306616" y="100685"/>
                </a:lnTo>
                <a:lnTo>
                  <a:pt x="306616" y="62191"/>
                </a:lnTo>
                <a:lnTo>
                  <a:pt x="275145" y="38633"/>
                </a:lnTo>
                <a:lnTo>
                  <a:pt x="268160" y="32004"/>
                </a:lnTo>
                <a:lnTo>
                  <a:pt x="244030" y="9144"/>
                </a:lnTo>
                <a:lnTo>
                  <a:pt x="253174" y="0"/>
                </a:lnTo>
                <a:lnTo>
                  <a:pt x="205930" y="0"/>
                </a:lnTo>
                <a:lnTo>
                  <a:pt x="175742" y="30810"/>
                </a:lnTo>
                <a:lnTo>
                  <a:pt x="140055" y="59258"/>
                </a:lnTo>
                <a:lnTo>
                  <a:pt x="98869" y="85572"/>
                </a:lnTo>
                <a:lnTo>
                  <a:pt x="52171" y="109969"/>
                </a:lnTo>
                <a:lnTo>
                  <a:pt x="0" y="132689"/>
                </a:lnTo>
                <a:lnTo>
                  <a:pt x="5664" y="140652"/>
                </a:lnTo>
                <a:lnTo>
                  <a:pt x="11061" y="148361"/>
                </a:lnTo>
                <a:lnTo>
                  <a:pt x="15900" y="155486"/>
                </a:lnTo>
                <a:lnTo>
                  <a:pt x="19913" y="161734"/>
                </a:lnTo>
                <a:lnTo>
                  <a:pt x="48768" y="147967"/>
                </a:lnTo>
                <a:lnTo>
                  <a:pt x="75920" y="134226"/>
                </a:lnTo>
                <a:lnTo>
                  <a:pt x="101346" y="120497"/>
                </a:lnTo>
                <a:lnTo>
                  <a:pt x="125069" y="106781"/>
                </a:lnTo>
                <a:lnTo>
                  <a:pt x="125069" y="128117"/>
                </a:lnTo>
                <a:lnTo>
                  <a:pt x="314236" y="128117"/>
                </a:lnTo>
                <a:lnTo>
                  <a:pt x="314236" y="106781"/>
                </a:lnTo>
                <a:lnTo>
                  <a:pt x="337667" y="119976"/>
                </a:lnTo>
                <a:lnTo>
                  <a:pt x="362242" y="132321"/>
                </a:lnTo>
                <a:lnTo>
                  <a:pt x="387959" y="144106"/>
                </a:lnTo>
                <a:lnTo>
                  <a:pt x="414820" y="155638"/>
                </a:lnTo>
                <a:lnTo>
                  <a:pt x="419671" y="147599"/>
                </a:lnTo>
                <a:lnTo>
                  <a:pt x="425107" y="139407"/>
                </a:lnTo>
                <a:lnTo>
                  <a:pt x="431139" y="130924"/>
                </a:lnTo>
                <a:lnTo>
                  <a:pt x="437769" y="122021"/>
                </a:lnTo>
                <a:close/>
              </a:path>
              <a:path w="1778635" h="431800">
                <a:moveTo>
                  <a:pt x="535305" y="170891"/>
                </a:moveTo>
                <a:lnTo>
                  <a:pt x="524713" y="143941"/>
                </a:lnTo>
                <a:lnTo>
                  <a:pt x="513397" y="118033"/>
                </a:lnTo>
                <a:lnTo>
                  <a:pt x="501230" y="92989"/>
                </a:lnTo>
                <a:lnTo>
                  <a:pt x="488061" y="68681"/>
                </a:lnTo>
                <a:lnTo>
                  <a:pt x="459105" y="83921"/>
                </a:lnTo>
                <a:lnTo>
                  <a:pt x="469417" y="105676"/>
                </a:lnTo>
                <a:lnTo>
                  <a:pt x="479869" y="129882"/>
                </a:lnTo>
                <a:lnTo>
                  <a:pt x="490613" y="156654"/>
                </a:lnTo>
                <a:lnTo>
                  <a:pt x="501777" y="186131"/>
                </a:lnTo>
                <a:lnTo>
                  <a:pt x="535305" y="170891"/>
                </a:lnTo>
                <a:close/>
              </a:path>
              <a:path w="1778635" h="431800">
                <a:moveTo>
                  <a:pt x="582637" y="0"/>
                </a:moveTo>
                <a:lnTo>
                  <a:pt x="547497" y="0"/>
                </a:lnTo>
                <a:lnTo>
                  <a:pt x="547497" y="216611"/>
                </a:lnTo>
                <a:lnTo>
                  <a:pt x="522376" y="237553"/>
                </a:lnTo>
                <a:lnTo>
                  <a:pt x="497395" y="257225"/>
                </a:lnTo>
                <a:lnTo>
                  <a:pt x="448437" y="294424"/>
                </a:lnTo>
                <a:lnTo>
                  <a:pt x="471297" y="324904"/>
                </a:lnTo>
                <a:lnTo>
                  <a:pt x="489851" y="309765"/>
                </a:lnTo>
                <a:lnTo>
                  <a:pt x="508825" y="294043"/>
                </a:lnTo>
                <a:lnTo>
                  <a:pt x="528091" y="277761"/>
                </a:lnTo>
                <a:lnTo>
                  <a:pt x="547497" y="260896"/>
                </a:lnTo>
                <a:lnTo>
                  <a:pt x="547497" y="431685"/>
                </a:lnTo>
                <a:lnTo>
                  <a:pt x="582637" y="431685"/>
                </a:lnTo>
                <a:lnTo>
                  <a:pt x="582637" y="260896"/>
                </a:lnTo>
                <a:lnTo>
                  <a:pt x="582637" y="0"/>
                </a:lnTo>
                <a:close/>
              </a:path>
              <a:path w="1778635" h="431800">
                <a:moveTo>
                  <a:pt x="860209" y="73253"/>
                </a:moveTo>
                <a:lnTo>
                  <a:pt x="845616" y="60375"/>
                </a:lnTo>
                <a:lnTo>
                  <a:pt x="829640" y="46913"/>
                </a:lnTo>
                <a:lnTo>
                  <a:pt x="794575" y="18288"/>
                </a:lnTo>
                <a:lnTo>
                  <a:pt x="771715" y="42773"/>
                </a:lnTo>
                <a:lnTo>
                  <a:pt x="787717" y="56540"/>
                </a:lnTo>
                <a:lnTo>
                  <a:pt x="803719" y="70586"/>
                </a:lnTo>
                <a:lnTo>
                  <a:pt x="819721" y="85204"/>
                </a:lnTo>
                <a:lnTo>
                  <a:pt x="835723" y="100685"/>
                </a:lnTo>
                <a:lnTo>
                  <a:pt x="841692" y="93827"/>
                </a:lnTo>
                <a:lnTo>
                  <a:pt x="854240" y="80111"/>
                </a:lnTo>
                <a:lnTo>
                  <a:pt x="860209" y="73253"/>
                </a:lnTo>
                <a:close/>
              </a:path>
              <a:path w="1778635" h="431800">
                <a:moveTo>
                  <a:pt x="886117" y="389013"/>
                </a:moveTo>
                <a:lnTo>
                  <a:pt x="854202" y="366102"/>
                </a:lnTo>
                <a:lnTo>
                  <a:pt x="825652" y="337070"/>
                </a:lnTo>
                <a:lnTo>
                  <a:pt x="800493" y="301853"/>
                </a:lnTo>
                <a:lnTo>
                  <a:pt x="778776" y="260426"/>
                </a:lnTo>
                <a:lnTo>
                  <a:pt x="765517" y="225755"/>
                </a:lnTo>
                <a:lnTo>
                  <a:pt x="760526" y="212712"/>
                </a:lnTo>
                <a:lnTo>
                  <a:pt x="745807" y="158699"/>
                </a:lnTo>
                <a:lnTo>
                  <a:pt x="875449" y="158699"/>
                </a:lnTo>
                <a:lnTo>
                  <a:pt x="875449" y="126593"/>
                </a:lnTo>
                <a:lnTo>
                  <a:pt x="744283" y="126593"/>
                </a:lnTo>
                <a:lnTo>
                  <a:pt x="745159" y="97205"/>
                </a:lnTo>
                <a:lnTo>
                  <a:pt x="745617" y="66382"/>
                </a:lnTo>
                <a:lnTo>
                  <a:pt x="745718" y="46913"/>
                </a:lnTo>
                <a:lnTo>
                  <a:pt x="745807" y="1524"/>
                </a:lnTo>
                <a:lnTo>
                  <a:pt x="710666" y="1524"/>
                </a:lnTo>
                <a:lnTo>
                  <a:pt x="710565" y="46913"/>
                </a:lnTo>
                <a:lnTo>
                  <a:pt x="710463" y="66382"/>
                </a:lnTo>
                <a:lnTo>
                  <a:pt x="709993" y="97205"/>
                </a:lnTo>
                <a:lnTo>
                  <a:pt x="709142" y="126593"/>
                </a:lnTo>
                <a:lnTo>
                  <a:pt x="597890" y="126593"/>
                </a:lnTo>
                <a:lnTo>
                  <a:pt x="597890" y="158699"/>
                </a:lnTo>
                <a:lnTo>
                  <a:pt x="707618" y="158699"/>
                </a:lnTo>
                <a:lnTo>
                  <a:pt x="701014" y="208534"/>
                </a:lnTo>
                <a:lnTo>
                  <a:pt x="688822" y="254381"/>
                </a:lnTo>
                <a:lnTo>
                  <a:pt x="671042" y="296329"/>
                </a:lnTo>
                <a:lnTo>
                  <a:pt x="647674" y="334467"/>
                </a:lnTo>
                <a:lnTo>
                  <a:pt x="618718" y="368884"/>
                </a:lnTo>
                <a:lnTo>
                  <a:pt x="584161" y="399681"/>
                </a:lnTo>
                <a:lnTo>
                  <a:pt x="589902" y="405942"/>
                </a:lnTo>
                <a:lnTo>
                  <a:pt x="595782" y="413207"/>
                </a:lnTo>
                <a:lnTo>
                  <a:pt x="601954" y="421322"/>
                </a:lnTo>
                <a:lnTo>
                  <a:pt x="608558" y="430161"/>
                </a:lnTo>
                <a:lnTo>
                  <a:pt x="644956" y="394271"/>
                </a:lnTo>
                <a:lnTo>
                  <a:pt x="675525" y="356031"/>
                </a:lnTo>
                <a:lnTo>
                  <a:pt x="700239" y="315302"/>
                </a:lnTo>
                <a:lnTo>
                  <a:pt x="719099" y="271919"/>
                </a:lnTo>
                <a:lnTo>
                  <a:pt x="732091" y="225755"/>
                </a:lnTo>
                <a:lnTo>
                  <a:pt x="748741" y="274637"/>
                </a:lnTo>
                <a:lnTo>
                  <a:pt x="769505" y="318757"/>
                </a:lnTo>
                <a:lnTo>
                  <a:pt x="794435" y="358127"/>
                </a:lnTo>
                <a:lnTo>
                  <a:pt x="823633" y="392709"/>
                </a:lnTo>
                <a:lnTo>
                  <a:pt x="857161" y="422541"/>
                </a:lnTo>
                <a:lnTo>
                  <a:pt x="863180" y="414515"/>
                </a:lnTo>
                <a:lnTo>
                  <a:pt x="869924" y="406349"/>
                </a:lnTo>
                <a:lnTo>
                  <a:pt x="877519" y="397891"/>
                </a:lnTo>
                <a:lnTo>
                  <a:pt x="886117" y="389013"/>
                </a:lnTo>
                <a:close/>
              </a:path>
              <a:path w="1778635" h="431800">
                <a:moveTo>
                  <a:pt x="1056894" y="224218"/>
                </a:moveTo>
                <a:lnTo>
                  <a:pt x="1045438" y="210743"/>
                </a:lnTo>
                <a:lnTo>
                  <a:pt x="1033843" y="197548"/>
                </a:lnTo>
                <a:lnTo>
                  <a:pt x="1030414" y="193738"/>
                </a:lnTo>
                <a:lnTo>
                  <a:pt x="1029042" y="192214"/>
                </a:lnTo>
                <a:lnTo>
                  <a:pt x="1022172" y="184594"/>
                </a:lnTo>
                <a:lnTo>
                  <a:pt x="1009650" y="170878"/>
                </a:lnTo>
                <a:lnTo>
                  <a:pt x="992886" y="184594"/>
                </a:lnTo>
                <a:lnTo>
                  <a:pt x="992886" y="126593"/>
                </a:lnTo>
                <a:lnTo>
                  <a:pt x="1049274" y="126593"/>
                </a:lnTo>
                <a:lnTo>
                  <a:pt x="1049274" y="97637"/>
                </a:lnTo>
                <a:lnTo>
                  <a:pt x="992886" y="97637"/>
                </a:lnTo>
                <a:lnTo>
                  <a:pt x="992886" y="0"/>
                </a:lnTo>
                <a:lnTo>
                  <a:pt x="962304" y="0"/>
                </a:lnTo>
                <a:lnTo>
                  <a:pt x="962304" y="97637"/>
                </a:lnTo>
                <a:lnTo>
                  <a:pt x="901344" y="97637"/>
                </a:lnTo>
                <a:lnTo>
                  <a:pt x="901344" y="126593"/>
                </a:lnTo>
                <a:lnTo>
                  <a:pt x="956208" y="126593"/>
                </a:lnTo>
                <a:lnTo>
                  <a:pt x="943927" y="167538"/>
                </a:lnTo>
                <a:lnTo>
                  <a:pt x="929919" y="205740"/>
                </a:lnTo>
                <a:lnTo>
                  <a:pt x="914209" y="241388"/>
                </a:lnTo>
                <a:lnTo>
                  <a:pt x="896772" y="274612"/>
                </a:lnTo>
                <a:lnTo>
                  <a:pt x="900417" y="283997"/>
                </a:lnTo>
                <a:lnTo>
                  <a:pt x="904201" y="293662"/>
                </a:lnTo>
                <a:lnTo>
                  <a:pt x="907707" y="303326"/>
                </a:lnTo>
                <a:lnTo>
                  <a:pt x="910488" y="312712"/>
                </a:lnTo>
                <a:lnTo>
                  <a:pt x="924801" y="289814"/>
                </a:lnTo>
                <a:lnTo>
                  <a:pt x="938110" y="262178"/>
                </a:lnTo>
                <a:lnTo>
                  <a:pt x="950569" y="229692"/>
                </a:lnTo>
                <a:lnTo>
                  <a:pt x="962304" y="192214"/>
                </a:lnTo>
                <a:lnTo>
                  <a:pt x="962304" y="430161"/>
                </a:lnTo>
                <a:lnTo>
                  <a:pt x="992886" y="430161"/>
                </a:lnTo>
                <a:lnTo>
                  <a:pt x="992886" y="193738"/>
                </a:lnTo>
                <a:lnTo>
                  <a:pt x="1002931" y="205486"/>
                </a:lnTo>
                <a:lnTo>
                  <a:pt x="1012698" y="217932"/>
                </a:lnTo>
                <a:lnTo>
                  <a:pt x="1022464" y="231254"/>
                </a:lnTo>
                <a:lnTo>
                  <a:pt x="1032510" y="245554"/>
                </a:lnTo>
                <a:lnTo>
                  <a:pt x="1056894" y="224218"/>
                </a:lnTo>
                <a:close/>
              </a:path>
              <a:path w="1778635" h="431800">
                <a:moveTo>
                  <a:pt x="1328356" y="42773"/>
                </a:moveTo>
                <a:lnTo>
                  <a:pt x="1252067" y="42773"/>
                </a:lnTo>
                <a:lnTo>
                  <a:pt x="1252067" y="1524"/>
                </a:lnTo>
                <a:lnTo>
                  <a:pt x="1221587" y="1524"/>
                </a:lnTo>
                <a:lnTo>
                  <a:pt x="1221587" y="42773"/>
                </a:lnTo>
                <a:lnTo>
                  <a:pt x="1143863" y="42773"/>
                </a:lnTo>
                <a:lnTo>
                  <a:pt x="1143863" y="0"/>
                </a:lnTo>
                <a:lnTo>
                  <a:pt x="1113282" y="0"/>
                </a:lnTo>
                <a:lnTo>
                  <a:pt x="1113282" y="42773"/>
                </a:lnTo>
                <a:lnTo>
                  <a:pt x="1044702" y="42773"/>
                </a:lnTo>
                <a:lnTo>
                  <a:pt x="1044702" y="71729"/>
                </a:lnTo>
                <a:lnTo>
                  <a:pt x="1113282" y="71729"/>
                </a:lnTo>
                <a:lnTo>
                  <a:pt x="1113282" y="106781"/>
                </a:lnTo>
                <a:lnTo>
                  <a:pt x="1143863" y="106781"/>
                </a:lnTo>
                <a:lnTo>
                  <a:pt x="1143863" y="71729"/>
                </a:lnTo>
                <a:lnTo>
                  <a:pt x="1221587" y="71729"/>
                </a:lnTo>
                <a:lnTo>
                  <a:pt x="1221587" y="106781"/>
                </a:lnTo>
                <a:lnTo>
                  <a:pt x="1252067" y="106781"/>
                </a:lnTo>
                <a:lnTo>
                  <a:pt x="1252067" y="71729"/>
                </a:lnTo>
                <a:lnTo>
                  <a:pt x="1328356" y="71729"/>
                </a:lnTo>
                <a:lnTo>
                  <a:pt x="1328356" y="42773"/>
                </a:lnTo>
                <a:close/>
              </a:path>
              <a:path w="1778635" h="431800">
                <a:moveTo>
                  <a:pt x="1334452" y="396633"/>
                </a:moveTo>
                <a:lnTo>
                  <a:pt x="1263916" y="374904"/>
                </a:lnTo>
                <a:lnTo>
                  <a:pt x="1217434" y="340144"/>
                </a:lnTo>
                <a:lnTo>
                  <a:pt x="1209395" y="332524"/>
                </a:lnTo>
                <a:lnTo>
                  <a:pt x="1329880" y="332524"/>
                </a:lnTo>
                <a:lnTo>
                  <a:pt x="1329880" y="303568"/>
                </a:lnTo>
                <a:lnTo>
                  <a:pt x="1192631" y="303568"/>
                </a:lnTo>
                <a:lnTo>
                  <a:pt x="1193749" y="295871"/>
                </a:lnTo>
                <a:lnTo>
                  <a:pt x="1194727" y="286613"/>
                </a:lnTo>
                <a:lnTo>
                  <a:pt x="1195400" y="276136"/>
                </a:lnTo>
                <a:lnTo>
                  <a:pt x="1195679" y="263944"/>
                </a:lnTo>
                <a:lnTo>
                  <a:pt x="1270444" y="263944"/>
                </a:lnTo>
                <a:lnTo>
                  <a:pt x="1270444" y="276136"/>
                </a:lnTo>
                <a:lnTo>
                  <a:pt x="1300924" y="276136"/>
                </a:lnTo>
                <a:lnTo>
                  <a:pt x="1300924" y="263944"/>
                </a:lnTo>
                <a:lnTo>
                  <a:pt x="1300924" y="237934"/>
                </a:lnTo>
                <a:lnTo>
                  <a:pt x="1300924" y="204406"/>
                </a:lnTo>
                <a:lnTo>
                  <a:pt x="1300924" y="178498"/>
                </a:lnTo>
                <a:lnTo>
                  <a:pt x="1300924" y="144970"/>
                </a:lnTo>
                <a:lnTo>
                  <a:pt x="1300924" y="117449"/>
                </a:lnTo>
                <a:lnTo>
                  <a:pt x="1270444" y="117449"/>
                </a:lnTo>
                <a:lnTo>
                  <a:pt x="1270444" y="144970"/>
                </a:lnTo>
                <a:lnTo>
                  <a:pt x="1270444" y="178498"/>
                </a:lnTo>
                <a:lnTo>
                  <a:pt x="1270444" y="204406"/>
                </a:lnTo>
                <a:lnTo>
                  <a:pt x="1270444" y="237934"/>
                </a:lnTo>
                <a:lnTo>
                  <a:pt x="1098042" y="237934"/>
                </a:lnTo>
                <a:lnTo>
                  <a:pt x="1098042" y="204406"/>
                </a:lnTo>
                <a:lnTo>
                  <a:pt x="1270444" y="204406"/>
                </a:lnTo>
                <a:lnTo>
                  <a:pt x="1270444" y="178498"/>
                </a:lnTo>
                <a:lnTo>
                  <a:pt x="1098042" y="178498"/>
                </a:lnTo>
                <a:lnTo>
                  <a:pt x="1098042" y="144970"/>
                </a:lnTo>
                <a:lnTo>
                  <a:pt x="1270444" y="144970"/>
                </a:lnTo>
                <a:lnTo>
                  <a:pt x="1270444" y="117449"/>
                </a:lnTo>
                <a:lnTo>
                  <a:pt x="1067562" y="117449"/>
                </a:lnTo>
                <a:lnTo>
                  <a:pt x="1067562" y="276136"/>
                </a:lnTo>
                <a:lnTo>
                  <a:pt x="1098042" y="276136"/>
                </a:lnTo>
                <a:lnTo>
                  <a:pt x="1098042" y="263944"/>
                </a:lnTo>
                <a:lnTo>
                  <a:pt x="1166723" y="263944"/>
                </a:lnTo>
                <a:lnTo>
                  <a:pt x="1165580" y="275704"/>
                </a:lnTo>
                <a:lnTo>
                  <a:pt x="1164437" y="286042"/>
                </a:lnTo>
                <a:lnTo>
                  <a:pt x="1163294" y="295236"/>
                </a:lnTo>
                <a:lnTo>
                  <a:pt x="1162151" y="303568"/>
                </a:lnTo>
                <a:lnTo>
                  <a:pt x="1035558" y="303568"/>
                </a:lnTo>
                <a:lnTo>
                  <a:pt x="1035558" y="332524"/>
                </a:lnTo>
                <a:lnTo>
                  <a:pt x="1151483" y="332524"/>
                </a:lnTo>
                <a:lnTo>
                  <a:pt x="1132916" y="354888"/>
                </a:lnTo>
                <a:lnTo>
                  <a:pt x="1104760" y="373951"/>
                </a:lnTo>
                <a:lnTo>
                  <a:pt x="1067168" y="389839"/>
                </a:lnTo>
                <a:lnTo>
                  <a:pt x="1020318" y="402729"/>
                </a:lnTo>
                <a:lnTo>
                  <a:pt x="1024864" y="409816"/>
                </a:lnTo>
                <a:lnTo>
                  <a:pt x="1029271" y="417207"/>
                </a:lnTo>
                <a:lnTo>
                  <a:pt x="1033386" y="424586"/>
                </a:lnTo>
                <a:lnTo>
                  <a:pt x="1037082" y="431685"/>
                </a:lnTo>
                <a:lnTo>
                  <a:pt x="1088199" y="415671"/>
                </a:lnTo>
                <a:lnTo>
                  <a:pt x="1129334" y="395097"/>
                </a:lnTo>
                <a:lnTo>
                  <a:pt x="1160183" y="369912"/>
                </a:lnTo>
                <a:lnTo>
                  <a:pt x="1180439" y="340144"/>
                </a:lnTo>
                <a:lnTo>
                  <a:pt x="1206728" y="369887"/>
                </a:lnTo>
                <a:lnTo>
                  <a:pt x="1237589" y="394906"/>
                </a:lnTo>
                <a:lnTo>
                  <a:pt x="1273060" y="415036"/>
                </a:lnTo>
                <a:lnTo>
                  <a:pt x="1313116" y="430161"/>
                </a:lnTo>
                <a:lnTo>
                  <a:pt x="1317955" y="421271"/>
                </a:lnTo>
                <a:lnTo>
                  <a:pt x="1323213" y="412826"/>
                </a:lnTo>
                <a:lnTo>
                  <a:pt x="1328762" y="404647"/>
                </a:lnTo>
                <a:lnTo>
                  <a:pt x="1334452" y="396633"/>
                </a:lnTo>
                <a:close/>
              </a:path>
              <a:path w="1778635" h="431800">
                <a:moveTo>
                  <a:pt x="1612011" y="128117"/>
                </a:moveTo>
                <a:lnTo>
                  <a:pt x="1551051" y="128117"/>
                </a:lnTo>
                <a:lnTo>
                  <a:pt x="1551051" y="54965"/>
                </a:lnTo>
                <a:lnTo>
                  <a:pt x="1598295" y="54965"/>
                </a:lnTo>
                <a:lnTo>
                  <a:pt x="1598295" y="25908"/>
                </a:lnTo>
                <a:lnTo>
                  <a:pt x="1518958" y="25908"/>
                </a:lnTo>
                <a:lnTo>
                  <a:pt x="1518958" y="54965"/>
                </a:lnTo>
                <a:lnTo>
                  <a:pt x="1518958" y="128117"/>
                </a:lnTo>
                <a:lnTo>
                  <a:pt x="1448854" y="128117"/>
                </a:lnTo>
                <a:lnTo>
                  <a:pt x="1449730" y="115824"/>
                </a:lnTo>
                <a:lnTo>
                  <a:pt x="1450187" y="99542"/>
                </a:lnTo>
                <a:lnTo>
                  <a:pt x="1450314" y="82677"/>
                </a:lnTo>
                <a:lnTo>
                  <a:pt x="1450378" y="54965"/>
                </a:lnTo>
                <a:lnTo>
                  <a:pt x="1518958" y="54965"/>
                </a:lnTo>
                <a:lnTo>
                  <a:pt x="1518958" y="25908"/>
                </a:lnTo>
                <a:lnTo>
                  <a:pt x="1369504" y="25908"/>
                </a:lnTo>
                <a:lnTo>
                  <a:pt x="1369504" y="54965"/>
                </a:lnTo>
                <a:lnTo>
                  <a:pt x="1418374" y="54965"/>
                </a:lnTo>
                <a:lnTo>
                  <a:pt x="1418348" y="82677"/>
                </a:lnTo>
                <a:lnTo>
                  <a:pt x="1418183" y="104114"/>
                </a:lnTo>
                <a:lnTo>
                  <a:pt x="1417726" y="119253"/>
                </a:lnTo>
                <a:lnTo>
                  <a:pt x="1416850" y="128117"/>
                </a:lnTo>
                <a:lnTo>
                  <a:pt x="1351216" y="128117"/>
                </a:lnTo>
                <a:lnTo>
                  <a:pt x="1351216" y="155651"/>
                </a:lnTo>
                <a:lnTo>
                  <a:pt x="1415326" y="155651"/>
                </a:lnTo>
                <a:lnTo>
                  <a:pt x="1410157" y="177952"/>
                </a:lnTo>
                <a:lnTo>
                  <a:pt x="1399273" y="199275"/>
                </a:lnTo>
                <a:lnTo>
                  <a:pt x="1382661" y="219722"/>
                </a:lnTo>
                <a:lnTo>
                  <a:pt x="1360360" y="239471"/>
                </a:lnTo>
                <a:lnTo>
                  <a:pt x="1366951" y="246138"/>
                </a:lnTo>
                <a:lnTo>
                  <a:pt x="1373124" y="252501"/>
                </a:lnTo>
                <a:lnTo>
                  <a:pt x="1379004" y="258851"/>
                </a:lnTo>
                <a:lnTo>
                  <a:pt x="1384744" y="265468"/>
                </a:lnTo>
                <a:lnTo>
                  <a:pt x="1410208" y="241414"/>
                </a:lnTo>
                <a:lnTo>
                  <a:pt x="1429219" y="215087"/>
                </a:lnTo>
                <a:lnTo>
                  <a:pt x="1441627" y="186512"/>
                </a:lnTo>
                <a:lnTo>
                  <a:pt x="1447330" y="155651"/>
                </a:lnTo>
                <a:lnTo>
                  <a:pt x="1518958" y="155651"/>
                </a:lnTo>
                <a:lnTo>
                  <a:pt x="1518958" y="250228"/>
                </a:lnTo>
                <a:lnTo>
                  <a:pt x="1551051" y="250228"/>
                </a:lnTo>
                <a:lnTo>
                  <a:pt x="1551051" y="155651"/>
                </a:lnTo>
                <a:lnTo>
                  <a:pt x="1612011" y="155651"/>
                </a:lnTo>
                <a:lnTo>
                  <a:pt x="1612011" y="128117"/>
                </a:lnTo>
                <a:close/>
              </a:path>
              <a:path w="1778635" h="431800">
                <a:moveTo>
                  <a:pt x="1662303" y="32004"/>
                </a:moveTo>
                <a:lnTo>
                  <a:pt x="1630299" y="32004"/>
                </a:lnTo>
                <a:lnTo>
                  <a:pt x="1630299" y="184607"/>
                </a:lnTo>
                <a:lnTo>
                  <a:pt x="1662303" y="184607"/>
                </a:lnTo>
                <a:lnTo>
                  <a:pt x="1662303" y="32004"/>
                </a:lnTo>
                <a:close/>
              </a:path>
              <a:path w="1778635" h="431800">
                <a:moveTo>
                  <a:pt x="1750796" y="7620"/>
                </a:moveTo>
                <a:lnTo>
                  <a:pt x="1718792" y="7620"/>
                </a:lnTo>
                <a:lnTo>
                  <a:pt x="1718792" y="196799"/>
                </a:lnTo>
                <a:lnTo>
                  <a:pt x="1717332" y="208800"/>
                </a:lnTo>
                <a:lnTo>
                  <a:pt x="1712887" y="217373"/>
                </a:lnTo>
                <a:lnTo>
                  <a:pt x="1705279" y="222516"/>
                </a:lnTo>
                <a:lnTo>
                  <a:pt x="1694535" y="224218"/>
                </a:lnTo>
                <a:lnTo>
                  <a:pt x="1684058" y="224205"/>
                </a:lnTo>
                <a:lnTo>
                  <a:pt x="1671459" y="224040"/>
                </a:lnTo>
                <a:lnTo>
                  <a:pt x="1656588" y="223583"/>
                </a:lnTo>
                <a:lnTo>
                  <a:pt x="1639443" y="222707"/>
                </a:lnTo>
                <a:lnTo>
                  <a:pt x="1640586" y="230936"/>
                </a:lnTo>
                <a:lnTo>
                  <a:pt x="1642872" y="248031"/>
                </a:lnTo>
                <a:lnTo>
                  <a:pt x="1644015" y="256324"/>
                </a:lnTo>
                <a:lnTo>
                  <a:pt x="1660626" y="257187"/>
                </a:lnTo>
                <a:lnTo>
                  <a:pt x="1676260" y="257467"/>
                </a:lnTo>
                <a:lnTo>
                  <a:pt x="1691030" y="257187"/>
                </a:lnTo>
                <a:lnTo>
                  <a:pt x="1739366" y="244081"/>
                </a:lnTo>
                <a:lnTo>
                  <a:pt x="1748637" y="224231"/>
                </a:lnTo>
                <a:lnTo>
                  <a:pt x="1750796" y="208991"/>
                </a:lnTo>
                <a:lnTo>
                  <a:pt x="1750796" y="7620"/>
                </a:lnTo>
                <a:close/>
              </a:path>
              <a:path w="1778635" h="431800">
                <a:moveTo>
                  <a:pt x="1778228" y="379869"/>
                </a:moveTo>
                <a:lnTo>
                  <a:pt x="1580007" y="379869"/>
                </a:lnTo>
                <a:lnTo>
                  <a:pt x="1580007" y="320332"/>
                </a:lnTo>
                <a:lnTo>
                  <a:pt x="1740128" y="320332"/>
                </a:lnTo>
                <a:lnTo>
                  <a:pt x="1740128" y="291376"/>
                </a:lnTo>
                <a:lnTo>
                  <a:pt x="1580007" y="291376"/>
                </a:lnTo>
                <a:lnTo>
                  <a:pt x="1580007" y="256324"/>
                </a:lnTo>
                <a:lnTo>
                  <a:pt x="1546479" y="256324"/>
                </a:lnTo>
                <a:lnTo>
                  <a:pt x="1546479" y="291376"/>
                </a:lnTo>
                <a:lnTo>
                  <a:pt x="1389316" y="291376"/>
                </a:lnTo>
                <a:lnTo>
                  <a:pt x="1389316" y="320332"/>
                </a:lnTo>
                <a:lnTo>
                  <a:pt x="1546479" y="320332"/>
                </a:lnTo>
                <a:lnTo>
                  <a:pt x="1546479" y="379869"/>
                </a:lnTo>
                <a:lnTo>
                  <a:pt x="1349692" y="379869"/>
                </a:lnTo>
                <a:lnTo>
                  <a:pt x="1349692" y="410349"/>
                </a:lnTo>
                <a:lnTo>
                  <a:pt x="1778228" y="410349"/>
                </a:lnTo>
                <a:lnTo>
                  <a:pt x="1778228" y="3798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842033" y="2501645"/>
            <a:ext cx="1171575" cy="380365"/>
          </a:xfrm>
          <a:custGeom>
            <a:avLst/>
            <a:gdLst/>
            <a:ahLst/>
            <a:cxnLst/>
            <a:rect l="l" t="t" r="r" b="b"/>
            <a:pathLst>
              <a:path w="1171575" h="380364">
                <a:moveTo>
                  <a:pt x="150977" y="86969"/>
                </a:moveTo>
                <a:lnTo>
                  <a:pt x="103733" y="86969"/>
                </a:lnTo>
                <a:lnTo>
                  <a:pt x="103733" y="1524"/>
                </a:lnTo>
                <a:lnTo>
                  <a:pt x="74777" y="1524"/>
                </a:lnTo>
                <a:lnTo>
                  <a:pt x="74777" y="86969"/>
                </a:lnTo>
                <a:lnTo>
                  <a:pt x="50393" y="86969"/>
                </a:lnTo>
                <a:lnTo>
                  <a:pt x="51765" y="76390"/>
                </a:lnTo>
                <a:lnTo>
                  <a:pt x="53441" y="65252"/>
                </a:lnTo>
                <a:lnTo>
                  <a:pt x="55105" y="53530"/>
                </a:lnTo>
                <a:lnTo>
                  <a:pt x="56489" y="41249"/>
                </a:lnTo>
                <a:lnTo>
                  <a:pt x="28956" y="36677"/>
                </a:lnTo>
                <a:lnTo>
                  <a:pt x="24650" y="72948"/>
                </a:lnTo>
                <a:lnTo>
                  <a:pt x="18478" y="106222"/>
                </a:lnTo>
                <a:lnTo>
                  <a:pt x="10312" y="136372"/>
                </a:lnTo>
                <a:lnTo>
                  <a:pt x="0" y="163258"/>
                </a:lnTo>
                <a:lnTo>
                  <a:pt x="6832" y="167601"/>
                </a:lnTo>
                <a:lnTo>
                  <a:pt x="13525" y="171640"/>
                </a:lnTo>
                <a:lnTo>
                  <a:pt x="19926" y="175691"/>
                </a:lnTo>
                <a:lnTo>
                  <a:pt x="25908" y="180022"/>
                </a:lnTo>
                <a:lnTo>
                  <a:pt x="31394" y="164604"/>
                </a:lnTo>
                <a:lnTo>
                  <a:pt x="36283" y="148170"/>
                </a:lnTo>
                <a:lnTo>
                  <a:pt x="40576" y="130873"/>
                </a:lnTo>
                <a:lnTo>
                  <a:pt x="44297" y="112877"/>
                </a:lnTo>
                <a:lnTo>
                  <a:pt x="74777" y="112877"/>
                </a:lnTo>
                <a:lnTo>
                  <a:pt x="74777" y="202882"/>
                </a:lnTo>
                <a:lnTo>
                  <a:pt x="57378" y="208838"/>
                </a:lnTo>
                <a:lnTo>
                  <a:pt x="21971" y="221322"/>
                </a:lnTo>
                <a:lnTo>
                  <a:pt x="4572" y="227266"/>
                </a:lnTo>
                <a:lnTo>
                  <a:pt x="10668" y="259372"/>
                </a:lnTo>
                <a:lnTo>
                  <a:pt x="27584" y="252755"/>
                </a:lnTo>
                <a:lnTo>
                  <a:pt x="74777" y="234899"/>
                </a:lnTo>
                <a:lnTo>
                  <a:pt x="74777" y="376821"/>
                </a:lnTo>
                <a:lnTo>
                  <a:pt x="103733" y="376821"/>
                </a:lnTo>
                <a:lnTo>
                  <a:pt x="103733" y="234899"/>
                </a:lnTo>
                <a:lnTo>
                  <a:pt x="103733" y="224218"/>
                </a:lnTo>
                <a:lnTo>
                  <a:pt x="127927" y="215265"/>
                </a:lnTo>
                <a:lnTo>
                  <a:pt x="139522" y="211150"/>
                </a:lnTo>
                <a:lnTo>
                  <a:pt x="150977" y="207454"/>
                </a:lnTo>
                <a:lnTo>
                  <a:pt x="148717" y="193738"/>
                </a:lnTo>
                <a:lnTo>
                  <a:pt x="147548" y="186245"/>
                </a:lnTo>
                <a:lnTo>
                  <a:pt x="146405" y="178498"/>
                </a:lnTo>
                <a:lnTo>
                  <a:pt x="125069" y="185547"/>
                </a:lnTo>
                <a:lnTo>
                  <a:pt x="114249" y="189433"/>
                </a:lnTo>
                <a:lnTo>
                  <a:pt x="103733" y="193738"/>
                </a:lnTo>
                <a:lnTo>
                  <a:pt x="103733" y="112877"/>
                </a:lnTo>
                <a:lnTo>
                  <a:pt x="150977" y="112877"/>
                </a:lnTo>
                <a:lnTo>
                  <a:pt x="150977" y="86969"/>
                </a:lnTo>
                <a:close/>
              </a:path>
              <a:path w="1171575" h="380364">
                <a:moveTo>
                  <a:pt x="236410" y="303568"/>
                </a:moveTo>
                <a:lnTo>
                  <a:pt x="226453" y="290715"/>
                </a:lnTo>
                <a:lnTo>
                  <a:pt x="215074" y="277279"/>
                </a:lnTo>
                <a:lnTo>
                  <a:pt x="202552" y="263283"/>
                </a:lnTo>
                <a:lnTo>
                  <a:pt x="189166" y="248704"/>
                </a:lnTo>
                <a:lnTo>
                  <a:pt x="167741" y="265468"/>
                </a:lnTo>
                <a:lnTo>
                  <a:pt x="179197" y="279209"/>
                </a:lnTo>
                <a:lnTo>
                  <a:pt x="190487" y="293090"/>
                </a:lnTo>
                <a:lnTo>
                  <a:pt x="201472" y="307263"/>
                </a:lnTo>
                <a:lnTo>
                  <a:pt x="212026" y="321856"/>
                </a:lnTo>
                <a:lnTo>
                  <a:pt x="236410" y="303568"/>
                </a:lnTo>
                <a:close/>
              </a:path>
              <a:path w="1171575" h="380364">
                <a:moveTo>
                  <a:pt x="382816" y="135737"/>
                </a:moveTo>
                <a:lnTo>
                  <a:pt x="272986" y="135737"/>
                </a:lnTo>
                <a:lnTo>
                  <a:pt x="272986" y="79349"/>
                </a:lnTo>
                <a:lnTo>
                  <a:pt x="366052" y="79349"/>
                </a:lnTo>
                <a:lnTo>
                  <a:pt x="366052" y="53441"/>
                </a:lnTo>
                <a:lnTo>
                  <a:pt x="272986" y="53441"/>
                </a:lnTo>
                <a:lnTo>
                  <a:pt x="272986" y="0"/>
                </a:lnTo>
                <a:lnTo>
                  <a:pt x="242506" y="0"/>
                </a:lnTo>
                <a:lnTo>
                  <a:pt x="242506" y="53441"/>
                </a:lnTo>
                <a:lnTo>
                  <a:pt x="154025" y="53441"/>
                </a:lnTo>
                <a:lnTo>
                  <a:pt x="154025" y="79349"/>
                </a:lnTo>
                <a:lnTo>
                  <a:pt x="242506" y="79349"/>
                </a:lnTo>
                <a:lnTo>
                  <a:pt x="242506" y="135737"/>
                </a:lnTo>
                <a:lnTo>
                  <a:pt x="137261" y="135737"/>
                </a:lnTo>
                <a:lnTo>
                  <a:pt x="137261" y="161734"/>
                </a:lnTo>
                <a:lnTo>
                  <a:pt x="382816" y="161734"/>
                </a:lnTo>
                <a:lnTo>
                  <a:pt x="382816" y="135737"/>
                </a:lnTo>
                <a:close/>
              </a:path>
              <a:path w="1171575" h="380364">
                <a:moveTo>
                  <a:pt x="385864" y="213550"/>
                </a:moveTo>
                <a:lnTo>
                  <a:pt x="329476" y="213550"/>
                </a:lnTo>
                <a:lnTo>
                  <a:pt x="329476" y="172402"/>
                </a:lnTo>
                <a:lnTo>
                  <a:pt x="298894" y="172402"/>
                </a:lnTo>
                <a:lnTo>
                  <a:pt x="298894" y="213550"/>
                </a:lnTo>
                <a:lnTo>
                  <a:pt x="146405" y="213550"/>
                </a:lnTo>
                <a:lnTo>
                  <a:pt x="146405" y="239471"/>
                </a:lnTo>
                <a:lnTo>
                  <a:pt x="298894" y="239471"/>
                </a:lnTo>
                <a:lnTo>
                  <a:pt x="298894" y="314236"/>
                </a:lnTo>
                <a:lnTo>
                  <a:pt x="297472" y="326237"/>
                </a:lnTo>
                <a:lnTo>
                  <a:pt x="293179" y="334810"/>
                </a:lnTo>
                <a:lnTo>
                  <a:pt x="286042" y="339953"/>
                </a:lnTo>
                <a:lnTo>
                  <a:pt x="276034" y="341668"/>
                </a:lnTo>
                <a:lnTo>
                  <a:pt x="264299" y="341401"/>
                </a:lnTo>
                <a:lnTo>
                  <a:pt x="251841" y="340715"/>
                </a:lnTo>
                <a:lnTo>
                  <a:pt x="224218" y="338620"/>
                </a:lnTo>
                <a:lnTo>
                  <a:pt x="225361" y="347560"/>
                </a:lnTo>
                <a:lnTo>
                  <a:pt x="226504" y="356044"/>
                </a:lnTo>
                <a:lnTo>
                  <a:pt x="228790" y="372249"/>
                </a:lnTo>
                <a:lnTo>
                  <a:pt x="280606" y="372249"/>
                </a:lnTo>
                <a:lnTo>
                  <a:pt x="301777" y="369125"/>
                </a:lnTo>
                <a:lnTo>
                  <a:pt x="317080" y="359854"/>
                </a:lnTo>
                <a:lnTo>
                  <a:pt x="326351" y="344551"/>
                </a:lnTo>
                <a:lnTo>
                  <a:pt x="326771" y="341668"/>
                </a:lnTo>
                <a:lnTo>
                  <a:pt x="329476" y="323380"/>
                </a:lnTo>
                <a:lnTo>
                  <a:pt x="329476" y="239471"/>
                </a:lnTo>
                <a:lnTo>
                  <a:pt x="385864" y="239471"/>
                </a:lnTo>
                <a:lnTo>
                  <a:pt x="385864" y="213550"/>
                </a:lnTo>
                <a:close/>
              </a:path>
              <a:path w="1171575" h="380364">
                <a:moveTo>
                  <a:pt x="597890" y="22860"/>
                </a:moveTo>
                <a:lnTo>
                  <a:pt x="567309" y="22860"/>
                </a:lnTo>
                <a:lnTo>
                  <a:pt x="567309" y="50393"/>
                </a:lnTo>
                <a:lnTo>
                  <a:pt x="567309" y="112877"/>
                </a:lnTo>
                <a:lnTo>
                  <a:pt x="453009" y="112877"/>
                </a:lnTo>
                <a:lnTo>
                  <a:pt x="453009" y="50393"/>
                </a:lnTo>
                <a:lnTo>
                  <a:pt x="567309" y="50393"/>
                </a:lnTo>
                <a:lnTo>
                  <a:pt x="567309" y="22860"/>
                </a:lnTo>
                <a:lnTo>
                  <a:pt x="423964" y="22860"/>
                </a:lnTo>
                <a:lnTo>
                  <a:pt x="423964" y="155651"/>
                </a:lnTo>
                <a:lnTo>
                  <a:pt x="453009" y="155651"/>
                </a:lnTo>
                <a:lnTo>
                  <a:pt x="453009" y="140411"/>
                </a:lnTo>
                <a:lnTo>
                  <a:pt x="567309" y="140411"/>
                </a:lnTo>
                <a:lnTo>
                  <a:pt x="567309" y="155651"/>
                </a:lnTo>
                <a:lnTo>
                  <a:pt x="597890" y="155651"/>
                </a:lnTo>
                <a:lnTo>
                  <a:pt x="597890" y="140411"/>
                </a:lnTo>
                <a:lnTo>
                  <a:pt x="597890" y="112877"/>
                </a:lnTo>
                <a:lnTo>
                  <a:pt x="597890" y="50393"/>
                </a:lnTo>
                <a:lnTo>
                  <a:pt x="597890" y="22860"/>
                </a:lnTo>
                <a:close/>
              </a:path>
              <a:path w="1171575" h="380364">
                <a:moveTo>
                  <a:pt x="600938" y="196799"/>
                </a:moveTo>
                <a:lnTo>
                  <a:pt x="500253" y="196799"/>
                </a:lnTo>
                <a:lnTo>
                  <a:pt x="501154" y="186461"/>
                </a:lnTo>
                <a:lnTo>
                  <a:pt x="501777" y="175844"/>
                </a:lnTo>
                <a:lnTo>
                  <a:pt x="502399" y="164642"/>
                </a:lnTo>
                <a:lnTo>
                  <a:pt x="503301" y="152603"/>
                </a:lnTo>
                <a:lnTo>
                  <a:pt x="472821" y="152603"/>
                </a:lnTo>
                <a:lnTo>
                  <a:pt x="472579" y="164642"/>
                </a:lnTo>
                <a:lnTo>
                  <a:pt x="472059" y="175844"/>
                </a:lnTo>
                <a:lnTo>
                  <a:pt x="471538" y="186461"/>
                </a:lnTo>
                <a:lnTo>
                  <a:pt x="471297" y="196799"/>
                </a:lnTo>
                <a:lnTo>
                  <a:pt x="408711" y="196799"/>
                </a:lnTo>
                <a:lnTo>
                  <a:pt x="408711" y="224231"/>
                </a:lnTo>
                <a:lnTo>
                  <a:pt x="469773" y="224231"/>
                </a:lnTo>
                <a:lnTo>
                  <a:pt x="464324" y="262280"/>
                </a:lnTo>
                <a:lnTo>
                  <a:pt x="450291" y="296329"/>
                </a:lnTo>
                <a:lnTo>
                  <a:pt x="427685" y="326377"/>
                </a:lnTo>
                <a:lnTo>
                  <a:pt x="396519" y="352437"/>
                </a:lnTo>
                <a:lnTo>
                  <a:pt x="402856" y="359270"/>
                </a:lnTo>
                <a:lnTo>
                  <a:pt x="408330" y="365963"/>
                </a:lnTo>
                <a:lnTo>
                  <a:pt x="413245" y="372364"/>
                </a:lnTo>
                <a:lnTo>
                  <a:pt x="417855" y="378345"/>
                </a:lnTo>
                <a:lnTo>
                  <a:pt x="451319" y="348018"/>
                </a:lnTo>
                <a:lnTo>
                  <a:pt x="476046" y="312140"/>
                </a:lnTo>
                <a:lnTo>
                  <a:pt x="491896" y="270840"/>
                </a:lnTo>
                <a:lnTo>
                  <a:pt x="498729" y="224231"/>
                </a:lnTo>
                <a:lnTo>
                  <a:pt x="570357" y="224231"/>
                </a:lnTo>
                <a:lnTo>
                  <a:pt x="569404" y="267169"/>
                </a:lnTo>
                <a:lnTo>
                  <a:pt x="564451" y="318046"/>
                </a:lnTo>
                <a:lnTo>
                  <a:pt x="535305" y="338620"/>
                </a:lnTo>
                <a:lnTo>
                  <a:pt x="522452" y="338315"/>
                </a:lnTo>
                <a:lnTo>
                  <a:pt x="509016" y="337286"/>
                </a:lnTo>
                <a:lnTo>
                  <a:pt x="495020" y="335407"/>
                </a:lnTo>
                <a:lnTo>
                  <a:pt x="480441" y="332524"/>
                </a:lnTo>
                <a:lnTo>
                  <a:pt x="482460" y="339686"/>
                </a:lnTo>
                <a:lnTo>
                  <a:pt x="484060" y="347433"/>
                </a:lnTo>
                <a:lnTo>
                  <a:pt x="485368" y="355752"/>
                </a:lnTo>
                <a:lnTo>
                  <a:pt x="486537" y="364629"/>
                </a:lnTo>
                <a:lnTo>
                  <a:pt x="513778" y="366725"/>
                </a:lnTo>
                <a:lnTo>
                  <a:pt x="527037" y="367411"/>
                </a:lnTo>
                <a:lnTo>
                  <a:pt x="539877" y="367677"/>
                </a:lnTo>
                <a:lnTo>
                  <a:pt x="563918" y="363677"/>
                </a:lnTo>
                <a:lnTo>
                  <a:pt x="581266" y="351815"/>
                </a:lnTo>
                <a:lnTo>
                  <a:pt x="588518" y="338620"/>
                </a:lnTo>
                <a:lnTo>
                  <a:pt x="592035" y="332232"/>
                </a:lnTo>
                <a:lnTo>
                  <a:pt x="596366" y="305092"/>
                </a:lnTo>
                <a:lnTo>
                  <a:pt x="598144" y="282816"/>
                </a:lnTo>
                <a:lnTo>
                  <a:pt x="599224" y="257225"/>
                </a:lnTo>
                <a:lnTo>
                  <a:pt x="599998" y="228498"/>
                </a:lnTo>
                <a:lnTo>
                  <a:pt x="600938" y="196799"/>
                </a:lnTo>
                <a:close/>
              </a:path>
              <a:path w="1171575" h="380364">
                <a:moveTo>
                  <a:pt x="675614" y="41249"/>
                </a:moveTo>
                <a:lnTo>
                  <a:pt x="643610" y="41249"/>
                </a:lnTo>
                <a:lnTo>
                  <a:pt x="643610" y="285280"/>
                </a:lnTo>
                <a:lnTo>
                  <a:pt x="675614" y="285280"/>
                </a:lnTo>
                <a:lnTo>
                  <a:pt x="675614" y="41249"/>
                </a:lnTo>
                <a:close/>
              </a:path>
              <a:path w="1171575" h="380364">
                <a:moveTo>
                  <a:pt x="754951" y="3048"/>
                </a:moveTo>
                <a:lnTo>
                  <a:pt x="722947" y="3048"/>
                </a:lnTo>
                <a:lnTo>
                  <a:pt x="722947" y="314236"/>
                </a:lnTo>
                <a:lnTo>
                  <a:pt x="721245" y="325361"/>
                </a:lnTo>
                <a:lnTo>
                  <a:pt x="716229" y="333476"/>
                </a:lnTo>
                <a:lnTo>
                  <a:pt x="708075" y="338455"/>
                </a:lnTo>
                <a:lnTo>
                  <a:pt x="696950" y="340144"/>
                </a:lnTo>
                <a:lnTo>
                  <a:pt x="686638" y="339877"/>
                </a:lnTo>
                <a:lnTo>
                  <a:pt x="640562" y="337096"/>
                </a:lnTo>
                <a:lnTo>
                  <a:pt x="642581" y="346036"/>
                </a:lnTo>
                <a:lnTo>
                  <a:pt x="644182" y="354520"/>
                </a:lnTo>
                <a:lnTo>
                  <a:pt x="645490" y="362699"/>
                </a:lnTo>
                <a:lnTo>
                  <a:pt x="646658" y="370725"/>
                </a:lnTo>
                <a:lnTo>
                  <a:pt x="663435" y="370954"/>
                </a:lnTo>
                <a:lnTo>
                  <a:pt x="693585" y="372008"/>
                </a:lnTo>
                <a:lnTo>
                  <a:pt x="706094" y="372249"/>
                </a:lnTo>
                <a:lnTo>
                  <a:pt x="727265" y="369100"/>
                </a:lnTo>
                <a:lnTo>
                  <a:pt x="742556" y="359664"/>
                </a:lnTo>
                <a:lnTo>
                  <a:pt x="751827" y="343916"/>
                </a:lnTo>
                <a:lnTo>
                  <a:pt x="752360" y="340144"/>
                </a:lnTo>
                <a:lnTo>
                  <a:pt x="754951" y="321856"/>
                </a:lnTo>
                <a:lnTo>
                  <a:pt x="754951" y="3048"/>
                </a:lnTo>
                <a:close/>
              </a:path>
              <a:path w="1171575" h="380364">
                <a:moveTo>
                  <a:pt x="1108710" y="15240"/>
                </a:moveTo>
                <a:lnTo>
                  <a:pt x="1079754" y="15240"/>
                </a:lnTo>
                <a:lnTo>
                  <a:pt x="1079754" y="41249"/>
                </a:lnTo>
                <a:lnTo>
                  <a:pt x="1079754" y="74777"/>
                </a:lnTo>
                <a:lnTo>
                  <a:pt x="1079754" y="99161"/>
                </a:lnTo>
                <a:lnTo>
                  <a:pt x="1079754" y="132689"/>
                </a:lnTo>
                <a:lnTo>
                  <a:pt x="878497" y="132689"/>
                </a:lnTo>
                <a:lnTo>
                  <a:pt x="878497" y="99161"/>
                </a:lnTo>
                <a:lnTo>
                  <a:pt x="1079754" y="99161"/>
                </a:lnTo>
                <a:lnTo>
                  <a:pt x="1079754" y="74777"/>
                </a:lnTo>
                <a:lnTo>
                  <a:pt x="878497" y="74777"/>
                </a:lnTo>
                <a:lnTo>
                  <a:pt x="878497" y="41249"/>
                </a:lnTo>
                <a:lnTo>
                  <a:pt x="1079754" y="41249"/>
                </a:lnTo>
                <a:lnTo>
                  <a:pt x="1079754" y="15240"/>
                </a:lnTo>
                <a:lnTo>
                  <a:pt x="849439" y="15240"/>
                </a:lnTo>
                <a:lnTo>
                  <a:pt x="849439" y="173939"/>
                </a:lnTo>
                <a:lnTo>
                  <a:pt x="878497" y="173939"/>
                </a:lnTo>
                <a:lnTo>
                  <a:pt x="878497" y="158699"/>
                </a:lnTo>
                <a:lnTo>
                  <a:pt x="1079754" y="158699"/>
                </a:lnTo>
                <a:lnTo>
                  <a:pt x="1079754" y="173939"/>
                </a:lnTo>
                <a:lnTo>
                  <a:pt x="1108710" y="173939"/>
                </a:lnTo>
                <a:lnTo>
                  <a:pt x="1108710" y="158699"/>
                </a:lnTo>
                <a:lnTo>
                  <a:pt x="1108710" y="132689"/>
                </a:lnTo>
                <a:lnTo>
                  <a:pt x="1108710" y="99161"/>
                </a:lnTo>
                <a:lnTo>
                  <a:pt x="1108710" y="74777"/>
                </a:lnTo>
                <a:lnTo>
                  <a:pt x="1108710" y="41249"/>
                </a:lnTo>
                <a:lnTo>
                  <a:pt x="1108710" y="15240"/>
                </a:lnTo>
                <a:close/>
              </a:path>
              <a:path w="1171575" h="380364">
                <a:moveTo>
                  <a:pt x="1171295" y="334048"/>
                </a:moveTo>
                <a:lnTo>
                  <a:pt x="1123772" y="335788"/>
                </a:lnTo>
                <a:lnTo>
                  <a:pt x="1084059" y="336461"/>
                </a:lnTo>
                <a:lnTo>
                  <a:pt x="1038529" y="336410"/>
                </a:lnTo>
                <a:lnTo>
                  <a:pt x="1000506" y="335572"/>
                </a:lnTo>
                <a:lnTo>
                  <a:pt x="1000506" y="334048"/>
                </a:lnTo>
                <a:lnTo>
                  <a:pt x="1000506" y="283756"/>
                </a:lnTo>
                <a:lnTo>
                  <a:pt x="1136142" y="283756"/>
                </a:lnTo>
                <a:lnTo>
                  <a:pt x="1136142" y="257848"/>
                </a:lnTo>
                <a:lnTo>
                  <a:pt x="1000506" y="257848"/>
                </a:lnTo>
                <a:lnTo>
                  <a:pt x="1000506" y="218135"/>
                </a:lnTo>
                <a:lnTo>
                  <a:pt x="1163675" y="218135"/>
                </a:lnTo>
                <a:lnTo>
                  <a:pt x="1163675" y="192227"/>
                </a:lnTo>
                <a:lnTo>
                  <a:pt x="796099" y="192227"/>
                </a:lnTo>
                <a:lnTo>
                  <a:pt x="796099" y="218135"/>
                </a:lnTo>
                <a:lnTo>
                  <a:pt x="969937" y="218135"/>
                </a:lnTo>
                <a:lnTo>
                  <a:pt x="969937" y="334048"/>
                </a:lnTo>
                <a:lnTo>
                  <a:pt x="919645" y="315569"/>
                </a:lnTo>
                <a:lnTo>
                  <a:pt x="883069" y="277660"/>
                </a:lnTo>
                <a:lnTo>
                  <a:pt x="887349" y="268490"/>
                </a:lnTo>
                <a:lnTo>
                  <a:pt x="891070" y="259168"/>
                </a:lnTo>
                <a:lnTo>
                  <a:pt x="894207" y="249542"/>
                </a:lnTo>
                <a:lnTo>
                  <a:pt x="896785" y="239471"/>
                </a:lnTo>
                <a:lnTo>
                  <a:pt x="867829" y="230327"/>
                </a:lnTo>
                <a:lnTo>
                  <a:pt x="854913" y="269836"/>
                </a:lnTo>
                <a:lnTo>
                  <a:pt x="836879" y="303758"/>
                </a:lnTo>
                <a:lnTo>
                  <a:pt x="813727" y="332257"/>
                </a:lnTo>
                <a:lnTo>
                  <a:pt x="785431" y="355485"/>
                </a:lnTo>
                <a:lnTo>
                  <a:pt x="790854" y="362077"/>
                </a:lnTo>
                <a:lnTo>
                  <a:pt x="795718" y="368249"/>
                </a:lnTo>
                <a:lnTo>
                  <a:pt x="799998" y="374129"/>
                </a:lnTo>
                <a:lnTo>
                  <a:pt x="803719" y="379869"/>
                </a:lnTo>
                <a:lnTo>
                  <a:pt x="823201" y="364083"/>
                </a:lnTo>
                <a:lnTo>
                  <a:pt x="840689" y="346290"/>
                </a:lnTo>
                <a:lnTo>
                  <a:pt x="856475" y="326199"/>
                </a:lnTo>
                <a:lnTo>
                  <a:pt x="870877" y="303568"/>
                </a:lnTo>
                <a:lnTo>
                  <a:pt x="891108" y="329590"/>
                </a:lnTo>
                <a:lnTo>
                  <a:pt x="949312" y="359371"/>
                </a:lnTo>
                <a:lnTo>
                  <a:pt x="1020546" y="363982"/>
                </a:lnTo>
                <a:lnTo>
                  <a:pt x="1160627" y="364629"/>
                </a:lnTo>
                <a:lnTo>
                  <a:pt x="1162926" y="357708"/>
                </a:lnTo>
                <a:lnTo>
                  <a:pt x="1165390" y="350481"/>
                </a:lnTo>
                <a:lnTo>
                  <a:pt x="1168120" y="342684"/>
                </a:lnTo>
                <a:lnTo>
                  <a:pt x="1170381" y="336524"/>
                </a:lnTo>
                <a:lnTo>
                  <a:pt x="1171295" y="3340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55156" y="2626709"/>
            <a:ext cx="278130" cy="201930"/>
          </a:xfrm>
          <a:custGeom>
            <a:avLst/>
            <a:gdLst/>
            <a:ahLst/>
            <a:cxnLst/>
            <a:rect l="l" t="t" r="r" b="b"/>
            <a:pathLst>
              <a:path w="278129" h="201930">
                <a:moveTo>
                  <a:pt x="53282" y="35147"/>
                </a:moveTo>
                <a:lnTo>
                  <a:pt x="32004" y="35147"/>
                </a:lnTo>
                <a:lnTo>
                  <a:pt x="43672" y="19971"/>
                </a:lnTo>
                <a:lnTo>
                  <a:pt x="57912" y="8965"/>
                </a:lnTo>
                <a:lnTo>
                  <a:pt x="74437" y="2263"/>
                </a:lnTo>
                <a:lnTo>
                  <a:pt x="92964" y="0"/>
                </a:lnTo>
                <a:lnTo>
                  <a:pt x="102782" y="833"/>
                </a:lnTo>
                <a:lnTo>
                  <a:pt x="140303" y="24467"/>
                </a:lnTo>
                <a:lnTo>
                  <a:pt x="141175" y="26003"/>
                </a:lnTo>
                <a:lnTo>
                  <a:pt x="79248" y="26003"/>
                </a:lnTo>
                <a:lnTo>
                  <a:pt x="69270" y="27146"/>
                </a:lnTo>
                <a:lnTo>
                  <a:pt x="60007" y="30575"/>
                </a:lnTo>
                <a:lnTo>
                  <a:pt x="53282" y="35147"/>
                </a:lnTo>
                <a:close/>
              </a:path>
              <a:path w="278129" h="201930">
                <a:moveTo>
                  <a:pt x="172948" y="41243"/>
                </a:moveTo>
                <a:lnTo>
                  <a:pt x="147923" y="41243"/>
                </a:lnTo>
                <a:lnTo>
                  <a:pt x="160520" y="23185"/>
                </a:lnTo>
                <a:lnTo>
                  <a:pt x="175545" y="10298"/>
                </a:lnTo>
                <a:lnTo>
                  <a:pt x="193143" y="2573"/>
                </a:lnTo>
                <a:lnTo>
                  <a:pt x="213455" y="0"/>
                </a:lnTo>
                <a:lnTo>
                  <a:pt x="241513" y="5110"/>
                </a:lnTo>
                <a:lnTo>
                  <a:pt x="261544" y="20240"/>
                </a:lnTo>
                <a:lnTo>
                  <a:pt x="264330" y="26003"/>
                </a:lnTo>
                <a:lnTo>
                  <a:pt x="202787" y="26003"/>
                </a:lnTo>
                <a:lnTo>
                  <a:pt x="193047" y="27170"/>
                </a:lnTo>
                <a:lnTo>
                  <a:pt x="184308" y="30765"/>
                </a:lnTo>
                <a:lnTo>
                  <a:pt x="176426" y="36933"/>
                </a:lnTo>
                <a:lnTo>
                  <a:pt x="172948" y="41243"/>
                </a:lnTo>
                <a:close/>
              </a:path>
              <a:path w="278129" h="201930">
                <a:moveTo>
                  <a:pt x="32004" y="201358"/>
                </a:moveTo>
                <a:lnTo>
                  <a:pt x="0" y="201358"/>
                </a:lnTo>
                <a:lnTo>
                  <a:pt x="0" y="4572"/>
                </a:lnTo>
                <a:lnTo>
                  <a:pt x="32004" y="4572"/>
                </a:lnTo>
                <a:lnTo>
                  <a:pt x="32004" y="35147"/>
                </a:lnTo>
                <a:lnTo>
                  <a:pt x="53282" y="35147"/>
                </a:lnTo>
                <a:lnTo>
                  <a:pt x="32837" y="75366"/>
                </a:lnTo>
                <a:lnTo>
                  <a:pt x="32004" y="88487"/>
                </a:lnTo>
                <a:lnTo>
                  <a:pt x="32004" y="201358"/>
                </a:lnTo>
                <a:close/>
              </a:path>
              <a:path w="278129" h="201930">
                <a:moveTo>
                  <a:pt x="155543" y="201358"/>
                </a:moveTo>
                <a:lnTo>
                  <a:pt x="123539" y="201358"/>
                </a:lnTo>
                <a:lnTo>
                  <a:pt x="123539" y="83915"/>
                </a:lnTo>
                <a:lnTo>
                  <a:pt x="120704" y="58793"/>
                </a:lnTo>
                <a:lnTo>
                  <a:pt x="112287" y="40671"/>
                </a:lnTo>
                <a:lnTo>
                  <a:pt x="98424" y="29694"/>
                </a:lnTo>
                <a:lnTo>
                  <a:pt x="79248" y="26003"/>
                </a:lnTo>
                <a:lnTo>
                  <a:pt x="141175" y="26003"/>
                </a:lnTo>
                <a:lnTo>
                  <a:pt x="144827" y="32431"/>
                </a:lnTo>
                <a:lnTo>
                  <a:pt x="147923" y="41243"/>
                </a:lnTo>
                <a:lnTo>
                  <a:pt x="172948" y="41243"/>
                </a:lnTo>
                <a:lnTo>
                  <a:pt x="156400" y="76461"/>
                </a:lnTo>
                <a:lnTo>
                  <a:pt x="155543" y="88487"/>
                </a:lnTo>
                <a:lnTo>
                  <a:pt x="155543" y="201358"/>
                </a:lnTo>
                <a:close/>
              </a:path>
              <a:path w="278129" h="201930">
                <a:moveTo>
                  <a:pt x="277558" y="201358"/>
                </a:moveTo>
                <a:lnTo>
                  <a:pt x="247078" y="201358"/>
                </a:lnTo>
                <a:lnTo>
                  <a:pt x="247078" y="88487"/>
                </a:lnTo>
                <a:lnTo>
                  <a:pt x="246481" y="73390"/>
                </a:lnTo>
                <a:lnTo>
                  <a:pt x="230862" y="35004"/>
                </a:lnTo>
                <a:lnTo>
                  <a:pt x="202787" y="26003"/>
                </a:lnTo>
                <a:lnTo>
                  <a:pt x="264330" y="26003"/>
                </a:lnTo>
                <a:lnTo>
                  <a:pt x="273556" y="45085"/>
                </a:lnTo>
                <a:lnTo>
                  <a:pt x="277558" y="79343"/>
                </a:lnTo>
                <a:lnTo>
                  <a:pt x="277558" y="2013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8434" y="2626709"/>
            <a:ext cx="154019" cy="20593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3693509" y="2626709"/>
            <a:ext cx="303530" cy="293370"/>
            <a:chOff x="3693509" y="2626709"/>
            <a:chExt cx="303530" cy="293370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3509" y="2628233"/>
              <a:ext cx="102108" cy="19983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815524" y="2626709"/>
              <a:ext cx="181610" cy="293370"/>
            </a:xfrm>
            <a:custGeom>
              <a:avLst/>
              <a:gdLst/>
              <a:ahLst/>
              <a:cxnLst/>
              <a:rect l="l" t="t" r="r" b="b"/>
              <a:pathLst>
                <a:path w="181610" h="293369">
                  <a:moveTo>
                    <a:pt x="82296" y="205930"/>
                  </a:moveTo>
                  <a:lnTo>
                    <a:pt x="35147" y="190500"/>
                  </a:lnTo>
                  <a:lnTo>
                    <a:pt x="5715" y="148768"/>
                  </a:lnTo>
                  <a:lnTo>
                    <a:pt x="0" y="109823"/>
                  </a:lnTo>
                  <a:lnTo>
                    <a:pt x="1666" y="85844"/>
                  </a:lnTo>
                  <a:lnTo>
                    <a:pt x="14144" y="45315"/>
                  </a:lnTo>
                  <a:lnTo>
                    <a:pt x="53149" y="7631"/>
                  </a:lnTo>
                  <a:lnTo>
                    <a:pt x="89916" y="0"/>
                  </a:lnTo>
                  <a:lnTo>
                    <a:pt x="108218" y="2001"/>
                  </a:lnTo>
                  <a:lnTo>
                    <a:pt x="124253" y="8012"/>
                  </a:lnTo>
                  <a:lnTo>
                    <a:pt x="138002" y="18042"/>
                  </a:lnTo>
                  <a:lnTo>
                    <a:pt x="144483" y="26003"/>
                  </a:lnTo>
                  <a:lnTo>
                    <a:pt x="94488" y="26003"/>
                  </a:lnTo>
                  <a:lnTo>
                    <a:pt x="80486" y="27408"/>
                  </a:lnTo>
                  <a:lnTo>
                    <a:pt x="41648" y="59412"/>
                  </a:lnTo>
                  <a:lnTo>
                    <a:pt x="32004" y="106775"/>
                  </a:lnTo>
                  <a:lnTo>
                    <a:pt x="33123" y="122213"/>
                  </a:lnTo>
                  <a:lnTo>
                    <a:pt x="48768" y="158686"/>
                  </a:lnTo>
                  <a:lnTo>
                    <a:pt x="89916" y="178498"/>
                  </a:lnTo>
                  <a:lnTo>
                    <a:pt x="140979" y="178498"/>
                  </a:lnTo>
                  <a:lnTo>
                    <a:pt x="136557" y="184070"/>
                  </a:lnTo>
                  <a:lnTo>
                    <a:pt x="120979" y="196024"/>
                  </a:lnTo>
                  <a:lnTo>
                    <a:pt x="102847" y="203406"/>
                  </a:lnTo>
                  <a:lnTo>
                    <a:pt x="82296" y="205930"/>
                  </a:lnTo>
                  <a:close/>
                </a:path>
                <a:path w="181610" h="293369">
                  <a:moveTo>
                    <a:pt x="181451" y="32099"/>
                  </a:moveTo>
                  <a:lnTo>
                    <a:pt x="149447" y="32099"/>
                  </a:lnTo>
                  <a:lnTo>
                    <a:pt x="149447" y="4572"/>
                  </a:lnTo>
                  <a:lnTo>
                    <a:pt x="181451" y="4572"/>
                  </a:lnTo>
                  <a:lnTo>
                    <a:pt x="181451" y="32099"/>
                  </a:lnTo>
                  <a:close/>
                </a:path>
                <a:path w="181610" h="293369">
                  <a:moveTo>
                    <a:pt x="140979" y="178498"/>
                  </a:moveTo>
                  <a:lnTo>
                    <a:pt x="89916" y="178498"/>
                  </a:lnTo>
                  <a:lnTo>
                    <a:pt x="102798" y="177355"/>
                  </a:lnTo>
                  <a:lnTo>
                    <a:pt x="114109" y="173926"/>
                  </a:lnTo>
                  <a:lnTo>
                    <a:pt x="145625" y="138862"/>
                  </a:lnTo>
                  <a:lnTo>
                    <a:pt x="149447" y="112871"/>
                  </a:lnTo>
                  <a:lnTo>
                    <a:pt x="149447" y="83915"/>
                  </a:lnTo>
                  <a:lnTo>
                    <a:pt x="134112" y="42767"/>
                  </a:lnTo>
                  <a:lnTo>
                    <a:pt x="94488" y="26003"/>
                  </a:lnTo>
                  <a:lnTo>
                    <a:pt x="144483" y="26003"/>
                  </a:lnTo>
                  <a:lnTo>
                    <a:pt x="149447" y="32099"/>
                  </a:lnTo>
                  <a:lnTo>
                    <a:pt x="181451" y="32099"/>
                  </a:lnTo>
                  <a:lnTo>
                    <a:pt x="181451" y="167830"/>
                  </a:lnTo>
                  <a:lnTo>
                    <a:pt x="149447" y="167830"/>
                  </a:lnTo>
                  <a:lnTo>
                    <a:pt x="140979" y="178498"/>
                  </a:lnTo>
                  <a:close/>
                </a:path>
                <a:path w="181610" h="293369">
                  <a:moveTo>
                    <a:pt x="155444" y="265461"/>
                  </a:moveTo>
                  <a:lnTo>
                    <a:pt x="77724" y="265461"/>
                  </a:lnTo>
                  <a:lnTo>
                    <a:pt x="108861" y="260840"/>
                  </a:lnTo>
                  <a:lnTo>
                    <a:pt x="131302" y="246780"/>
                  </a:lnTo>
                  <a:lnTo>
                    <a:pt x="144884" y="222987"/>
                  </a:lnTo>
                  <a:lnTo>
                    <a:pt x="149447" y="189166"/>
                  </a:lnTo>
                  <a:lnTo>
                    <a:pt x="149447" y="167830"/>
                  </a:lnTo>
                  <a:lnTo>
                    <a:pt x="181451" y="167830"/>
                  </a:lnTo>
                  <a:lnTo>
                    <a:pt x="181451" y="184594"/>
                  </a:lnTo>
                  <a:lnTo>
                    <a:pt x="174901" y="231774"/>
                  </a:lnTo>
                  <a:lnTo>
                    <a:pt x="155444" y="265461"/>
                  </a:lnTo>
                  <a:close/>
                </a:path>
                <a:path w="181610" h="293369">
                  <a:moveTo>
                    <a:pt x="77724" y="292893"/>
                  </a:moveTo>
                  <a:lnTo>
                    <a:pt x="60007" y="292036"/>
                  </a:lnTo>
                  <a:lnTo>
                    <a:pt x="43434" y="289464"/>
                  </a:lnTo>
                  <a:lnTo>
                    <a:pt x="28003" y="285178"/>
                  </a:lnTo>
                  <a:lnTo>
                    <a:pt x="13716" y="279177"/>
                  </a:lnTo>
                  <a:lnTo>
                    <a:pt x="13716" y="247173"/>
                  </a:lnTo>
                  <a:lnTo>
                    <a:pt x="30575" y="255174"/>
                  </a:lnTo>
                  <a:lnTo>
                    <a:pt x="46863" y="260889"/>
                  </a:lnTo>
                  <a:lnTo>
                    <a:pt x="62579" y="264318"/>
                  </a:lnTo>
                  <a:lnTo>
                    <a:pt x="77724" y="265461"/>
                  </a:lnTo>
                  <a:lnTo>
                    <a:pt x="155444" y="265461"/>
                  </a:lnTo>
                  <a:lnTo>
                    <a:pt x="155340" y="265640"/>
                  </a:lnTo>
                  <a:lnTo>
                    <a:pt x="122903" y="286058"/>
                  </a:lnTo>
                  <a:lnTo>
                    <a:pt x="77724" y="29289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4056411" y="2541365"/>
            <a:ext cx="40005" cy="287020"/>
          </a:xfrm>
          <a:custGeom>
            <a:avLst/>
            <a:gdLst/>
            <a:ahLst/>
            <a:cxnLst/>
            <a:rect l="l" t="t" r="r" b="b"/>
            <a:pathLst>
              <a:path w="40004" h="287019">
                <a:moveTo>
                  <a:pt x="25908" y="41148"/>
                </a:moveTo>
                <a:lnTo>
                  <a:pt x="13716" y="41148"/>
                </a:lnTo>
                <a:lnTo>
                  <a:pt x="9144" y="38100"/>
                </a:lnTo>
                <a:lnTo>
                  <a:pt x="1524" y="30480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5147" y="6096"/>
                </a:lnTo>
                <a:lnTo>
                  <a:pt x="38195" y="9144"/>
                </a:lnTo>
                <a:lnTo>
                  <a:pt x="39719" y="13716"/>
                </a:lnTo>
                <a:lnTo>
                  <a:pt x="39719" y="25908"/>
                </a:lnTo>
                <a:lnTo>
                  <a:pt x="38195" y="30480"/>
                </a:lnTo>
                <a:lnTo>
                  <a:pt x="35147" y="35052"/>
                </a:lnTo>
                <a:lnTo>
                  <a:pt x="30480" y="38100"/>
                </a:lnTo>
                <a:lnTo>
                  <a:pt x="25908" y="41148"/>
                </a:lnTo>
                <a:close/>
              </a:path>
              <a:path w="40004" h="287019">
                <a:moveTo>
                  <a:pt x="35147" y="286702"/>
                </a:moveTo>
                <a:lnTo>
                  <a:pt x="3048" y="286702"/>
                </a:lnTo>
                <a:lnTo>
                  <a:pt x="3048" y="89916"/>
                </a:lnTo>
                <a:lnTo>
                  <a:pt x="35147" y="89916"/>
                </a:lnTo>
                <a:lnTo>
                  <a:pt x="35147" y="2867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5566" y="2626709"/>
            <a:ext cx="161639" cy="201358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4457496" y="2498597"/>
            <a:ext cx="3904615" cy="383540"/>
          </a:xfrm>
          <a:custGeom>
            <a:avLst/>
            <a:gdLst/>
            <a:ahLst/>
            <a:cxnLst/>
            <a:rect l="l" t="t" r="r" b="b"/>
            <a:pathLst>
              <a:path w="3904615" h="383539">
                <a:moveTo>
                  <a:pt x="141833" y="100685"/>
                </a:moveTo>
                <a:lnTo>
                  <a:pt x="133565" y="91567"/>
                </a:lnTo>
                <a:lnTo>
                  <a:pt x="124879" y="82588"/>
                </a:lnTo>
                <a:lnTo>
                  <a:pt x="115900" y="73901"/>
                </a:lnTo>
                <a:lnTo>
                  <a:pt x="106781" y="65633"/>
                </a:lnTo>
                <a:lnTo>
                  <a:pt x="86969" y="79349"/>
                </a:lnTo>
                <a:lnTo>
                  <a:pt x="95707" y="89255"/>
                </a:lnTo>
                <a:lnTo>
                  <a:pt x="104114" y="99161"/>
                </a:lnTo>
                <a:lnTo>
                  <a:pt x="111836" y="108927"/>
                </a:lnTo>
                <a:lnTo>
                  <a:pt x="118973" y="118973"/>
                </a:lnTo>
                <a:lnTo>
                  <a:pt x="141833" y="100685"/>
                </a:lnTo>
                <a:close/>
              </a:path>
              <a:path w="3904615" h="383539">
                <a:moveTo>
                  <a:pt x="160121" y="326428"/>
                </a:moveTo>
                <a:lnTo>
                  <a:pt x="108305" y="279184"/>
                </a:lnTo>
                <a:lnTo>
                  <a:pt x="86969" y="298996"/>
                </a:lnTo>
                <a:lnTo>
                  <a:pt x="102133" y="312407"/>
                </a:lnTo>
                <a:lnTo>
                  <a:pt x="115735" y="325094"/>
                </a:lnTo>
                <a:lnTo>
                  <a:pt x="127901" y="336931"/>
                </a:lnTo>
                <a:lnTo>
                  <a:pt x="138785" y="347764"/>
                </a:lnTo>
                <a:lnTo>
                  <a:pt x="160121" y="326428"/>
                </a:lnTo>
                <a:close/>
              </a:path>
              <a:path w="3904615" h="383539">
                <a:moveTo>
                  <a:pt x="198323" y="38100"/>
                </a:moveTo>
                <a:lnTo>
                  <a:pt x="88493" y="38100"/>
                </a:lnTo>
                <a:lnTo>
                  <a:pt x="93306" y="28956"/>
                </a:lnTo>
                <a:lnTo>
                  <a:pt x="103492" y="10668"/>
                </a:lnTo>
                <a:lnTo>
                  <a:pt x="108305" y="1524"/>
                </a:lnTo>
                <a:lnTo>
                  <a:pt x="74777" y="1524"/>
                </a:lnTo>
                <a:lnTo>
                  <a:pt x="59880" y="28778"/>
                </a:lnTo>
                <a:lnTo>
                  <a:pt x="42532" y="53428"/>
                </a:lnTo>
                <a:lnTo>
                  <a:pt x="22618" y="75780"/>
                </a:lnTo>
                <a:lnTo>
                  <a:pt x="0" y="96113"/>
                </a:lnTo>
                <a:lnTo>
                  <a:pt x="5461" y="101803"/>
                </a:lnTo>
                <a:lnTo>
                  <a:pt x="15227" y="112610"/>
                </a:lnTo>
                <a:lnTo>
                  <a:pt x="19824" y="117449"/>
                </a:lnTo>
                <a:lnTo>
                  <a:pt x="34150" y="104355"/>
                </a:lnTo>
                <a:lnTo>
                  <a:pt x="47485" y="90398"/>
                </a:lnTo>
                <a:lnTo>
                  <a:pt x="59969" y="75869"/>
                </a:lnTo>
                <a:lnTo>
                  <a:pt x="71729" y="61061"/>
                </a:lnTo>
                <a:lnTo>
                  <a:pt x="198323" y="61061"/>
                </a:lnTo>
                <a:lnTo>
                  <a:pt x="198323" y="38100"/>
                </a:lnTo>
                <a:close/>
              </a:path>
              <a:path w="3904615" h="383539">
                <a:moveTo>
                  <a:pt x="308051" y="100685"/>
                </a:moveTo>
                <a:lnTo>
                  <a:pt x="300875" y="92417"/>
                </a:lnTo>
                <a:lnTo>
                  <a:pt x="293001" y="83731"/>
                </a:lnTo>
                <a:lnTo>
                  <a:pt x="284251" y="74752"/>
                </a:lnTo>
                <a:lnTo>
                  <a:pt x="274523" y="65633"/>
                </a:lnTo>
                <a:lnTo>
                  <a:pt x="254711" y="79349"/>
                </a:lnTo>
                <a:lnTo>
                  <a:pt x="265252" y="92189"/>
                </a:lnTo>
                <a:lnTo>
                  <a:pt x="273951" y="103162"/>
                </a:lnTo>
                <a:lnTo>
                  <a:pt x="280631" y="112141"/>
                </a:lnTo>
                <a:lnTo>
                  <a:pt x="285191" y="118973"/>
                </a:lnTo>
                <a:lnTo>
                  <a:pt x="308051" y="100685"/>
                </a:lnTo>
                <a:close/>
              </a:path>
              <a:path w="3904615" h="383539">
                <a:moveTo>
                  <a:pt x="367576" y="251752"/>
                </a:moveTo>
                <a:lnTo>
                  <a:pt x="285191" y="251752"/>
                </a:lnTo>
                <a:lnTo>
                  <a:pt x="285191" y="221183"/>
                </a:lnTo>
                <a:lnTo>
                  <a:pt x="256235" y="221183"/>
                </a:lnTo>
                <a:lnTo>
                  <a:pt x="256235" y="251752"/>
                </a:lnTo>
                <a:lnTo>
                  <a:pt x="16776" y="251752"/>
                </a:lnTo>
                <a:lnTo>
                  <a:pt x="16776" y="276136"/>
                </a:lnTo>
                <a:lnTo>
                  <a:pt x="256235" y="276136"/>
                </a:lnTo>
                <a:lnTo>
                  <a:pt x="256235" y="323380"/>
                </a:lnTo>
                <a:lnTo>
                  <a:pt x="254279" y="333387"/>
                </a:lnTo>
                <a:lnTo>
                  <a:pt x="248615" y="340525"/>
                </a:lnTo>
                <a:lnTo>
                  <a:pt x="239509" y="344817"/>
                </a:lnTo>
                <a:lnTo>
                  <a:pt x="227279" y="346240"/>
                </a:lnTo>
                <a:lnTo>
                  <a:pt x="214388" y="345973"/>
                </a:lnTo>
                <a:lnTo>
                  <a:pt x="200787" y="345287"/>
                </a:lnTo>
                <a:lnTo>
                  <a:pt x="170789" y="343192"/>
                </a:lnTo>
                <a:lnTo>
                  <a:pt x="172808" y="352107"/>
                </a:lnTo>
                <a:lnTo>
                  <a:pt x="174409" y="360426"/>
                </a:lnTo>
                <a:lnTo>
                  <a:pt x="175717" y="368147"/>
                </a:lnTo>
                <a:lnTo>
                  <a:pt x="176885" y="375297"/>
                </a:lnTo>
                <a:lnTo>
                  <a:pt x="236423" y="375297"/>
                </a:lnTo>
                <a:lnTo>
                  <a:pt x="257543" y="372414"/>
                </a:lnTo>
                <a:lnTo>
                  <a:pt x="272808" y="363664"/>
                </a:lnTo>
                <a:lnTo>
                  <a:pt x="282067" y="348894"/>
                </a:lnTo>
                <a:lnTo>
                  <a:pt x="282460" y="346240"/>
                </a:lnTo>
                <a:lnTo>
                  <a:pt x="285191" y="327952"/>
                </a:lnTo>
                <a:lnTo>
                  <a:pt x="285191" y="276136"/>
                </a:lnTo>
                <a:lnTo>
                  <a:pt x="367576" y="276136"/>
                </a:lnTo>
                <a:lnTo>
                  <a:pt x="367576" y="251752"/>
                </a:lnTo>
                <a:close/>
              </a:path>
              <a:path w="3904615" h="383539">
                <a:moveTo>
                  <a:pt x="376720" y="38100"/>
                </a:moveTo>
                <a:lnTo>
                  <a:pt x="253187" y="38100"/>
                </a:lnTo>
                <a:lnTo>
                  <a:pt x="271475" y="1524"/>
                </a:lnTo>
                <a:lnTo>
                  <a:pt x="237947" y="1524"/>
                </a:lnTo>
                <a:lnTo>
                  <a:pt x="227914" y="23837"/>
                </a:lnTo>
                <a:lnTo>
                  <a:pt x="216027" y="45008"/>
                </a:lnTo>
                <a:lnTo>
                  <a:pt x="202107" y="65049"/>
                </a:lnTo>
                <a:lnTo>
                  <a:pt x="186029" y="83921"/>
                </a:lnTo>
                <a:lnTo>
                  <a:pt x="191198" y="85877"/>
                </a:lnTo>
                <a:lnTo>
                  <a:pt x="197358" y="89255"/>
                </a:lnTo>
                <a:lnTo>
                  <a:pt x="204343" y="93776"/>
                </a:lnTo>
                <a:lnTo>
                  <a:pt x="212039" y="99161"/>
                </a:lnTo>
                <a:lnTo>
                  <a:pt x="218897" y="89992"/>
                </a:lnTo>
                <a:lnTo>
                  <a:pt x="225755" y="80683"/>
                </a:lnTo>
                <a:lnTo>
                  <a:pt x="232613" y="71081"/>
                </a:lnTo>
                <a:lnTo>
                  <a:pt x="239471" y="61061"/>
                </a:lnTo>
                <a:lnTo>
                  <a:pt x="376720" y="61061"/>
                </a:lnTo>
                <a:lnTo>
                  <a:pt x="376720" y="38100"/>
                </a:lnTo>
                <a:close/>
              </a:path>
              <a:path w="3904615" h="383539">
                <a:moveTo>
                  <a:pt x="379768" y="187642"/>
                </a:moveTo>
                <a:lnTo>
                  <a:pt x="202895" y="187642"/>
                </a:lnTo>
                <a:lnTo>
                  <a:pt x="202895" y="149542"/>
                </a:lnTo>
                <a:lnTo>
                  <a:pt x="353860" y="149542"/>
                </a:lnTo>
                <a:lnTo>
                  <a:pt x="353860" y="125069"/>
                </a:lnTo>
                <a:lnTo>
                  <a:pt x="202895" y="125069"/>
                </a:lnTo>
                <a:lnTo>
                  <a:pt x="202895" y="94589"/>
                </a:lnTo>
                <a:lnTo>
                  <a:pt x="173837" y="94589"/>
                </a:lnTo>
                <a:lnTo>
                  <a:pt x="173837" y="125069"/>
                </a:lnTo>
                <a:lnTo>
                  <a:pt x="30492" y="125069"/>
                </a:lnTo>
                <a:lnTo>
                  <a:pt x="30492" y="149542"/>
                </a:lnTo>
                <a:lnTo>
                  <a:pt x="173837" y="149542"/>
                </a:lnTo>
                <a:lnTo>
                  <a:pt x="173837" y="187642"/>
                </a:lnTo>
                <a:lnTo>
                  <a:pt x="3060" y="187642"/>
                </a:lnTo>
                <a:lnTo>
                  <a:pt x="3060" y="213563"/>
                </a:lnTo>
                <a:lnTo>
                  <a:pt x="379768" y="213563"/>
                </a:lnTo>
                <a:lnTo>
                  <a:pt x="379768" y="187642"/>
                </a:lnTo>
                <a:close/>
              </a:path>
              <a:path w="3904615" h="383539">
                <a:moveTo>
                  <a:pt x="715238" y="227279"/>
                </a:moveTo>
                <a:lnTo>
                  <a:pt x="684758" y="227279"/>
                </a:lnTo>
                <a:lnTo>
                  <a:pt x="684758" y="254800"/>
                </a:lnTo>
                <a:lnTo>
                  <a:pt x="684758" y="329476"/>
                </a:lnTo>
                <a:lnTo>
                  <a:pt x="483489" y="329476"/>
                </a:lnTo>
                <a:lnTo>
                  <a:pt x="483489" y="254800"/>
                </a:lnTo>
                <a:lnTo>
                  <a:pt x="684758" y="254800"/>
                </a:lnTo>
                <a:lnTo>
                  <a:pt x="684758" y="227279"/>
                </a:lnTo>
                <a:lnTo>
                  <a:pt x="454444" y="227279"/>
                </a:lnTo>
                <a:lnTo>
                  <a:pt x="454444" y="378345"/>
                </a:lnTo>
                <a:lnTo>
                  <a:pt x="483489" y="378345"/>
                </a:lnTo>
                <a:lnTo>
                  <a:pt x="483489" y="355485"/>
                </a:lnTo>
                <a:lnTo>
                  <a:pt x="684758" y="355485"/>
                </a:lnTo>
                <a:lnTo>
                  <a:pt x="684758" y="378345"/>
                </a:lnTo>
                <a:lnTo>
                  <a:pt x="715238" y="378345"/>
                </a:lnTo>
                <a:lnTo>
                  <a:pt x="715238" y="355485"/>
                </a:lnTo>
                <a:lnTo>
                  <a:pt x="715238" y="329476"/>
                </a:lnTo>
                <a:lnTo>
                  <a:pt x="715238" y="254800"/>
                </a:lnTo>
                <a:lnTo>
                  <a:pt x="715238" y="227279"/>
                </a:lnTo>
                <a:close/>
              </a:path>
              <a:path w="3904615" h="383539">
                <a:moveTo>
                  <a:pt x="777824" y="190703"/>
                </a:moveTo>
                <a:lnTo>
                  <a:pt x="733501" y="185864"/>
                </a:lnTo>
                <a:lnTo>
                  <a:pt x="692200" y="178320"/>
                </a:lnTo>
                <a:lnTo>
                  <a:pt x="654062" y="168198"/>
                </a:lnTo>
                <a:lnTo>
                  <a:pt x="619226" y="155651"/>
                </a:lnTo>
                <a:lnTo>
                  <a:pt x="645871" y="138785"/>
                </a:lnTo>
                <a:lnTo>
                  <a:pt x="649541" y="136474"/>
                </a:lnTo>
                <a:lnTo>
                  <a:pt x="676567" y="115747"/>
                </a:lnTo>
                <a:lnTo>
                  <a:pt x="700455" y="93611"/>
                </a:lnTo>
                <a:lnTo>
                  <a:pt x="721334" y="70205"/>
                </a:lnTo>
                <a:lnTo>
                  <a:pt x="721334" y="68681"/>
                </a:lnTo>
                <a:lnTo>
                  <a:pt x="721334" y="41249"/>
                </a:lnTo>
                <a:lnTo>
                  <a:pt x="680186" y="41249"/>
                </a:lnTo>
                <a:lnTo>
                  <a:pt x="680186" y="68681"/>
                </a:lnTo>
                <a:lnTo>
                  <a:pt x="659879" y="88633"/>
                </a:lnTo>
                <a:lnTo>
                  <a:pt x="637692" y="107162"/>
                </a:lnTo>
                <a:lnTo>
                  <a:pt x="613498" y="123977"/>
                </a:lnTo>
                <a:lnTo>
                  <a:pt x="587133" y="138785"/>
                </a:lnTo>
                <a:lnTo>
                  <a:pt x="564273" y="124193"/>
                </a:lnTo>
                <a:lnTo>
                  <a:pt x="543699" y="107734"/>
                </a:lnTo>
                <a:lnTo>
                  <a:pt x="525411" y="89281"/>
                </a:lnTo>
                <a:lnTo>
                  <a:pt x="520065" y="82397"/>
                </a:lnTo>
                <a:lnTo>
                  <a:pt x="509409" y="68681"/>
                </a:lnTo>
                <a:lnTo>
                  <a:pt x="680186" y="68681"/>
                </a:lnTo>
                <a:lnTo>
                  <a:pt x="680186" y="41249"/>
                </a:lnTo>
                <a:lnTo>
                  <a:pt x="512457" y="41249"/>
                </a:lnTo>
                <a:lnTo>
                  <a:pt x="517004" y="34074"/>
                </a:lnTo>
                <a:lnTo>
                  <a:pt x="521411" y="26492"/>
                </a:lnTo>
                <a:lnTo>
                  <a:pt x="525526" y="18656"/>
                </a:lnTo>
                <a:lnTo>
                  <a:pt x="529221" y="10680"/>
                </a:lnTo>
                <a:lnTo>
                  <a:pt x="500265" y="0"/>
                </a:lnTo>
                <a:lnTo>
                  <a:pt x="481126" y="35496"/>
                </a:lnTo>
                <a:lnTo>
                  <a:pt x="458114" y="68668"/>
                </a:lnTo>
                <a:lnTo>
                  <a:pt x="431380" y="99542"/>
                </a:lnTo>
                <a:lnTo>
                  <a:pt x="401104" y="128117"/>
                </a:lnTo>
                <a:lnTo>
                  <a:pt x="406577" y="132981"/>
                </a:lnTo>
                <a:lnTo>
                  <a:pt x="411734" y="138379"/>
                </a:lnTo>
                <a:lnTo>
                  <a:pt x="416966" y="144449"/>
                </a:lnTo>
                <a:lnTo>
                  <a:pt x="422440" y="151079"/>
                </a:lnTo>
                <a:lnTo>
                  <a:pt x="439051" y="133870"/>
                </a:lnTo>
                <a:lnTo>
                  <a:pt x="454685" y="116700"/>
                </a:lnTo>
                <a:lnTo>
                  <a:pt x="469455" y="99542"/>
                </a:lnTo>
                <a:lnTo>
                  <a:pt x="483489" y="82397"/>
                </a:lnTo>
                <a:lnTo>
                  <a:pt x="499211" y="102374"/>
                </a:lnTo>
                <a:lnTo>
                  <a:pt x="516648" y="121081"/>
                </a:lnTo>
                <a:lnTo>
                  <a:pt x="535787" y="138379"/>
                </a:lnTo>
                <a:lnTo>
                  <a:pt x="556653" y="154127"/>
                </a:lnTo>
                <a:lnTo>
                  <a:pt x="518871" y="169887"/>
                </a:lnTo>
                <a:lnTo>
                  <a:pt x="478497" y="183083"/>
                </a:lnTo>
                <a:lnTo>
                  <a:pt x="435267" y="193979"/>
                </a:lnTo>
                <a:lnTo>
                  <a:pt x="388912" y="202895"/>
                </a:lnTo>
                <a:lnTo>
                  <a:pt x="393242" y="209981"/>
                </a:lnTo>
                <a:lnTo>
                  <a:pt x="401345" y="224751"/>
                </a:lnTo>
                <a:lnTo>
                  <a:pt x="405676" y="231851"/>
                </a:lnTo>
                <a:lnTo>
                  <a:pt x="456565" y="220433"/>
                </a:lnTo>
                <a:lnTo>
                  <a:pt x="503872" y="206895"/>
                </a:lnTo>
                <a:lnTo>
                  <a:pt x="547433" y="191338"/>
                </a:lnTo>
                <a:lnTo>
                  <a:pt x="587133" y="173939"/>
                </a:lnTo>
                <a:lnTo>
                  <a:pt x="623455" y="190144"/>
                </a:lnTo>
                <a:lnTo>
                  <a:pt x="663613" y="204228"/>
                </a:lnTo>
                <a:lnTo>
                  <a:pt x="707491" y="215722"/>
                </a:lnTo>
                <a:lnTo>
                  <a:pt x="754964" y="224231"/>
                </a:lnTo>
                <a:lnTo>
                  <a:pt x="765251" y="208610"/>
                </a:lnTo>
                <a:lnTo>
                  <a:pt x="771245" y="199796"/>
                </a:lnTo>
                <a:lnTo>
                  <a:pt x="777824" y="190703"/>
                </a:lnTo>
                <a:close/>
              </a:path>
              <a:path w="3904615" h="383539">
                <a:moveTo>
                  <a:pt x="937933" y="236423"/>
                </a:moveTo>
                <a:lnTo>
                  <a:pt x="925639" y="221005"/>
                </a:lnTo>
                <a:lnTo>
                  <a:pt x="913930" y="206895"/>
                </a:lnTo>
                <a:lnTo>
                  <a:pt x="911758" y="204419"/>
                </a:lnTo>
                <a:lnTo>
                  <a:pt x="905065" y="196799"/>
                </a:lnTo>
                <a:lnTo>
                  <a:pt x="902779" y="194195"/>
                </a:lnTo>
                <a:lnTo>
                  <a:pt x="892213" y="183083"/>
                </a:lnTo>
                <a:lnTo>
                  <a:pt x="875347" y="196799"/>
                </a:lnTo>
                <a:lnTo>
                  <a:pt x="875347" y="146507"/>
                </a:lnTo>
                <a:lnTo>
                  <a:pt x="930313" y="146507"/>
                </a:lnTo>
                <a:lnTo>
                  <a:pt x="930313" y="120497"/>
                </a:lnTo>
                <a:lnTo>
                  <a:pt x="875347" y="120497"/>
                </a:lnTo>
                <a:lnTo>
                  <a:pt x="875347" y="58013"/>
                </a:lnTo>
                <a:lnTo>
                  <a:pt x="875347" y="54965"/>
                </a:lnTo>
                <a:lnTo>
                  <a:pt x="921092" y="51536"/>
                </a:lnTo>
                <a:lnTo>
                  <a:pt x="933361" y="50393"/>
                </a:lnTo>
                <a:lnTo>
                  <a:pt x="927265" y="21336"/>
                </a:lnTo>
                <a:lnTo>
                  <a:pt x="896632" y="24752"/>
                </a:lnTo>
                <a:lnTo>
                  <a:pt x="863968" y="28003"/>
                </a:lnTo>
                <a:lnTo>
                  <a:pt x="829030" y="30988"/>
                </a:lnTo>
                <a:lnTo>
                  <a:pt x="791527" y="33528"/>
                </a:lnTo>
                <a:lnTo>
                  <a:pt x="792886" y="40665"/>
                </a:lnTo>
                <a:lnTo>
                  <a:pt x="794385" y="47904"/>
                </a:lnTo>
                <a:lnTo>
                  <a:pt x="795604" y="54851"/>
                </a:lnTo>
                <a:lnTo>
                  <a:pt x="796099" y="61061"/>
                </a:lnTo>
                <a:lnTo>
                  <a:pt x="822388" y="58966"/>
                </a:lnTo>
                <a:lnTo>
                  <a:pt x="834682" y="58280"/>
                </a:lnTo>
                <a:lnTo>
                  <a:pt x="846391" y="58013"/>
                </a:lnTo>
                <a:lnTo>
                  <a:pt x="846391" y="120497"/>
                </a:lnTo>
                <a:lnTo>
                  <a:pt x="785431" y="120497"/>
                </a:lnTo>
                <a:lnTo>
                  <a:pt x="785431" y="146507"/>
                </a:lnTo>
                <a:lnTo>
                  <a:pt x="843343" y="146507"/>
                </a:lnTo>
                <a:lnTo>
                  <a:pt x="831062" y="184505"/>
                </a:lnTo>
                <a:lnTo>
                  <a:pt x="817054" y="218516"/>
                </a:lnTo>
                <a:lnTo>
                  <a:pt x="801344" y="248551"/>
                </a:lnTo>
                <a:lnTo>
                  <a:pt x="783907" y="274612"/>
                </a:lnTo>
                <a:lnTo>
                  <a:pt x="787336" y="283489"/>
                </a:lnTo>
                <a:lnTo>
                  <a:pt x="790765" y="291947"/>
                </a:lnTo>
                <a:lnTo>
                  <a:pt x="794194" y="300113"/>
                </a:lnTo>
                <a:lnTo>
                  <a:pt x="797623" y="308140"/>
                </a:lnTo>
                <a:lnTo>
                  <a:pt x="811898" y="287591"/>
                </a:lnTo>
                <a:lnTo>
                  <a:pt x="824865" y="264883"/>
                </a:lnTo>
                <a:lnTo>
                  <a:pt x="836422" y="240157"/>
                </a:lnTo>
                <a:lnTo>
                  <a:pt x="846391" y="213563"/>
                </a:lnTo>
                <a:lnTo>
                  <a:pt x="846391" y="379869"/>
                </a:lnTo>
                <a:lnTo>
                  <a:pt x="875347" y="379869"/>
                </a:lnTo>
                <a:lnTo>
                  <a:pt x="875347" y="213563"/>
                </a:lnTo>
                <a:lnTo>
                  <a:pt x="875347" y="204419"/>
                </a:lnTo>
                <a:lnTo>
                  <a:pt x="894676" y="228422"/>
                </a:lnTo>
                <a:lnTo>
                  <a:pt x="904811" y="241312"/>
                </a:lnTo>
                <a:lnTo>
                  <a:pt x="915073" y="254800"/>
                </a:lnTo>
                <a:lnTo>
                  <a:pt x="937933" y="236423"/>
                </a:lnTo>
                <a:close/>
              </a:path>
              <a:path w="3904615" h="383539">
                <a:moveTo>
                  <a:pt x="1145298" y="79349"/>
                </a:moveTo>
                <a:lnTo>
                  <a:pt x="1117866" y="79349"/>
                </a:lnTo>
                <a:lnTo>
                  <a:pt x="1117866" y="106781"/>
                </a:lnTo>
                <a:lnTo>
                  <a:pt x="1117866" y="219659"/>
                </a:lnTo>
                <a:lnTo>
                  <a:pt x="1059954" y="219659"/>
                </a:lnTo>
                <a:lnTo>
                  <a:pt x="1059954" y="106781"/>
                </a:lnTo>
                <a:lnTo>
                  <a:pt x="1117866" y="106781"/>
                </a:lnTo>
                <a:lnTo>
                  <a:pt x="1117866" y="79349"/>
                </a:lnTo>
                <a:lnTo>
                  <a:pt x="1059954" y="79349"/>
                </a:lnTo>
                <a:lnTo>
                  <a:pt x="1059954" y="3048"/>
                </a:lnTo>
                <a:lnTo>
                  <a:pt x="1029474" y="3048"/>
                </a:lnTo>
                <a:lnTo>
                  <a:pt x="1029474" y="79349"/>
                </a:lnTo>
                <a:lnTo>
                  <a:pt x="1029474" y="106781"/>
                </a:lnTo>
                <a:lnTo>
                  <a:pt x="1029474" y="219659"/>
                </a:lnTo>
                <a:lnTo>
                  <a:pt x="971461" y="219659"/>
                </a:lnTo>
                <a:lnTo>
                  <a:pt x="971461" y="106781"/>
                </a:lnTo>
                <a:lnTo>
                  <a:pt x="1029474" y="106781"/>
                </a:lnTo>
                <a:lnTo>
                  <a:pt x="1029474" y="79349"/>
                </a:lnTo>
                <a:lnTo>
                  <a:pt x="944029" y="79349"/>
                </a:lnTo>
                <a:lnTo>
                  <a:pt x="944029" y="263944"/>
                </a:lnTo>
                <a:lnTo>
                  <a:pt x="971461" y="263944"/>
                </a:lnTo>
                <a:lnTo>
                  <a:pt x="971461" y="245567"/>
                </a:lnTo>
                <a:lnTo>
                  <a:pt x="1029474" y="245567"/>
                </a:lnTo>
                <a:lnTo>
                  <a:pt x="1029474" y="379869"/>
                </a:lnTo>
                <a:lnTo>
                  <a:pt x="1059954" y="379869"/>
                </a:lnTo>
                <a:lnTo>
                  <a:pt x="1059954" y="245567"/>
                </a:lnTo>
                <a:lnTo>
                  <a:pt x="1117866" y="245567"/>
                </a:lnTo>
                <a:lnTo>
                  <a:pt x="1117866" y="263944"/>
                </a:lnTo>
                <a:lnTo>
                  <a:pt x="1145298" y="263944"/>
                </a:lnTo>
                <a:lnTo>
                  <a:pt x="1145298" y="245567"/>
                </a:lnTo>
                <a:lnTo>
                  <a:pt x="1145298" y="219659"/>
                </a:lnTo>
                <a:lnTo>
                  <a:pt x="1145298" y="106781"/>
                </a:lnTo>
                <a:lnTo>
                  <a:pt x="1145298" y="79349"/>
                </a:lnTo>
                <a:close/>
              </a:path>
              <a:path w="3904615" h="383539">
                <a:moveTo>
                  <a:pt x="1233779" y="158686"/>
                </a:moveTo>
                <a:lnTo>
                  <a:pt x="1204823" y="158686"/>
                </a:lnTo>
                <a:lnTo>
                  <a:pt x="1204823" y="379869"/>
                </a:lnTo>
                <a:lnTo>
                  <a:pt x="1233779" y="379869"/>
                </a:lnTo>
                <a:lnTo>
                  <a:pt x="1233779" y="158686"/>
                </a:lnTo>
                <a:close/>
              </a:path>
              <a:path w="3904615" h="383539">
                <a:moveTo>
                  <a:pt x="1288643" y="141833"/>
                </a:moveTo>
                <a:lnTo>
                  <a:pt x="1278305" y="130670"/>
                </a:lnTo>
                <a:lnTo>
                  <a:pt x="1267688" y="119926"/>
                </a:lnTo>
                <a:lnTo>
                  <a:pt x="1256499" y="109474"/>
                </a:lnTo>
                <a:lnTo>
                  <a:pt x="1244447" y="99161"/>
                </a:lnTo>
                <a:lnTo>
                  <a:pt x="1226159" y="115925"/>
                </a:lnTo>
                <a:lnTo>
                  <a:pt x="1237297" y="127368"/>
                </a:lnTo>
                <a:lnTo>
                  <a:pt x="1247876" y="138836"/>
                </a:lnTo>
                <a:lnTo>
                  <a:pt x="1257871" y="150291"/>
                </a:lnTo>
                <a:lnTo>
                  <a:pt x="1267307" y="161734"/>
                </a:lnTo>
                <a:lnTo>
                  <a:pt x="1288643" y="141833"/>
                </a:lnTo>
                <a:close/>
              </a:path>
              <a:path w="3904615" h="383539">
                <a:moveTo>
                  <a:pt x="1325321" y="100685"/>
                </a:moveTo>
                <a:lnTo>
                  <a:pt x="1317294" y="91567"/>
                </a:lnTo>
                <a:lnTo>
                  <a:pt x="1309116" y="82588"/>
                </a:lnTo>
                <a:lnTo>
                  <a:pt x="1300632" y="73901"/>
                </a:lnTo>
                <a:lnTo>
                  <a:pt x="1291691" y="65633"/>
                </a:lnTo>
                <a:lnTo>
                  <a:pt x="1271879" y="80873"/>
                </a:lnTo>
                <a:lnTo>
                  <a:pt x="1280502" y="90043"/>
                </a:lnTo>
                <a:lnTo>
                  <a:pt x="1288275" y="99352"/>
                </a:lnTo>
                <a:lnTo>
                  <a:pt x="1295488" y="108953"/>
                </a:lnTo>
                <a:lnTo>
                  <a:pt x="1302461" y="118973"/>
                </a:lnTo>
                <a:lnTo>
                  <a:pt x="1325321" y="100685"/>
                </a:lnTo>
                <a:close/>
              </a:path>
              <a:path w="3904615" h="383539">
                <a:moveTo>
                  <a:pt x="1371041" y="39725"/>
                </a:moveTo>
                <a:lnTo>
                  <a:pt x="1262735" y="39725"/>
                </a:lnTo>
                <a:lnTo>
                  <a:pt x="1267523" y="30568"/>
                </a:lnTo>
                <a:lnTo>
                  <a:pt x="1277734" y="12204"/>
                </a:lnTo>
                <a:lnTo>
                  <a:pt x="1282547" y="3048"/>
                </a:lnTo>
                <a:lnTo>
                  <a:pt x="1250543" y="3048"/>
                </a:lnTo>
                <a:lnTo>
                  <a:pt x="1235468" y="30530"/>
                </a:lnTo>
                <a:lnTo>
                  <a:pt x="1217777" y="55905"/>
                </a:lnTo>
                <a:lnTo>
                  <a:pt x="1197825" y="79235"/>
                </a:lnTo>
                <a:lnTo>
                  <a:pt x="1175867" y="100685"/>
                </a:lnTo>
                <a:lnTo>
                  <a:pt x="1195679" y="120497"/>
                </a:lnTo>
                <a:lnTo>
                  <a:pt x="1209103" y="107378"/>
                </a:lnTo>
                <a:lnTo>
                  <a:pt x="1221943" y="93281"/>
                </a:lnTo>
                <a:lnTo>
                  <a:pt x="1234249" y="78282"/>
                </a:lnTo>
                <a:lnTo>
                  <a:pt x="1245971" y="62585"/>
                </a:lnTo>
                <a:lnTo>
                  <a:pt x="1371041" y="62585"/>
                </a:lnTo>
                <a:lnTo>
                  <a:pt x="1371041" y="39725"/>
                </a:lnTo>
                <a:close/>
              </a:path>
              <a:path w="3904615" h="383539">
                <a:moveTo>
                  <a:pt x="1447330" y="180022"/>
                </a:moveTo>
                <a:lnTo>
                  <a:pt x="1419809" y="180022"/>
                </a:lnTo>
                <a:lnTo>
                  <a:pt x="1419809" y="202895"/>
                </a:lnTo>
                <a:lnTo>
                  <a:pt x="1419809" y="239471"/>
                </a:lnTo>
                <a:lnTo>
                  <a:pt x="1419809" y="262420"/>
                </a:lnTo>
                <a:lnTo>
                  <a:pt x="1419809" y="298996"/>
                </a:lnTo>
                <a:lnTo>
                  <a:pt x="1313129" y="298996"/>
                </a:lnTo>
                <a:lnTo>
                  <a:pt x="1313129" y="262420"/>
                </a:lnTo>
                <a:lnTo>
                  <a:pt x="1419809" y="262420"/>
                </a:lnTo>
                <a:lnTo>
                  <a:pt x="1419809" y="239471"/>
                </a:lnTo>
                <a:lnTo>
                  <a:pt x="1313129" y="239471"/>
                </a:lnTo>
                <a:lnTo>
                  <a:pt x="1313129" y="202895"/>
                </a:lnTo>
                <a:lnTo>
                  <a:pt x="1419809" y="202895"/>
                </a:lnTo>
                <a:lnTo>
                  <a:pt x="1419809" y="180022"/>
                </a:lnTo>
                <a:lnTo>
                  <a:pt x="1285595" y="180022"/>
                </a:lnTo>
                <a:lnTo>
                  <a:pt x="1285595" y="337096"/>
                </a:lnTo>
                <a:lnTo>
                  <a:pt x="1313129" y="337096"/>
                </a:lnTo>
                <a:lnTo>
                  <a:pt x="1313129" y="321856"/>
                </a:lnTo>
                <a:lnTo>
                  <a:pt x="1447330" y="321856"/>
                </a:lnTo>
                <a:lnTo>
                  <a:pt x="1447330" y="298996"/>
                </a:lnTo>
                <a:lnTo>
                  <a:pt x="1447330" y="262420"/>
                </a:lnTo>
                <a:lnTo>
                  <a:pt x="1447330" y="239471"/>
                </a:lnTo>
                <a:lnTo>
                  <a:pt x="1447330" y="202895"/>
                </a:lnTo>
                <a:lnTo>
                  <a:pt x="1447330" y="180022"/>
                </a:lnTo>
                <a:close/>
              </a:path>
              <a:path w="3904615" h="383539">
                <a:moveTo>
                  <a:pt x="1488478" y="102209"/>
                </a:moveTo>
                <a:lnTo>
                  <a:pt x="1481315" y="93281"/>
                </a:lnTo>
                <a:lnTo>
                  <a:pt x="1473428" y="84493"/>
                </a:lnTo>
                <a:lnTo>
                  <a:pt x="1464691" y="75425"/>
                </a:lnTo>
                <a:lnTo>
                  <a:pt x="1454950" y="65633"/>
                </a:lnTo>
                <a:lnTo>
                  <a:pt x="1433525" y="79349"/>
                </a:lnTo>
                <a:lnTo>
                  <a:pt x="1445006" y="92189"/>
                </a:lnTo>
                <a:lnTo>
                  <a:pt x="1454175" y="103162"/>
                </a:lnTo>
                <a:lnTo>
                  <a:pt x="1461046" y="112141"/>
                </a:lnTo>
                <a:lnTo>
                  <a:pt x="1465618" y="118973"/>
                </a:lnTo>
                <a:lnTo>
                  <a:pt x="1488478" y="102209"/>
                </a:lnTo>
                <a:close/>
              </a:path>
              <a:path w="3904615" h="383539">
                <a:moveTo>
                  <a:pt x="1529626" y="120497"/>
                </a:moveTo>
                <a:lnTo>
                  <a:pt x="1311605" y="120497"/>
                </a:lnTo>
                <a:lnTo>
                  <a:pt x="1311605" y="144970"/>
                </a:lnTo>
                <a:lnTo>
                  <a:pt x="1502194" y="144970"/>
                </a:lnTo>
                <a:lnTo>
                  <a:pt x="1502194" y="327952"/>
                </a:lnTo>
                <a:lnTo>
                  <a:pt x="1500771" y="337972"/>
                </a:lnTo>
                <a:lnTo>
                  <a:pt x="1496479" y="345147"/>
                </a:lnTo>
                <a:lnTo>
                  <a:pt x="1489341" y="349465"/>
                </a:lnTo>
                <a:lnTo>
                  <a:pt x="1479473" y="350901"/>
                </a:lnTo>
                <a:lnTo>
                  <a:pt x="1467612" y="350888"/>
                </a:lnTo>
                <a:lnTo>
                  <a:pt x="1455318" y="350710"/>
                </a:lnTo>
                <a:lnTo>
                  <a:pt x="1442427" y="350227"/>
                </a:lnTo>
                <a:lnTo>
                  <a:pt x="1428953" y="349288"/>
                </a:lnTo>
                <a:lnTo>
                  <a:pt x="1430972" y="357936"/>
                </a:lnTo>
                <a:lnTo>
                  <a:pt x="1432572" y="365569"/>
                </a:lnTo>
                <a:lnTo>
                  <a:pt x="1433918" y="372313"/>
                </a:lnTo>
                <a:lnTo>
                  <a:pt x="1435138" y="378345"/>
                </a:lnTo>
                <a:lnTo>
                  <a:pt x="1446568" y="378574"/>
                </a:lnTo>
                <a:lnTo>
                  <a:pt x="1469428" y="379628"/>
                </a:lnTo>
                <a:lnTo>
                  <a:pt x="1480858" y="379869"/>
                </a:lnTo>
                <a:lnTo>
                  <a:pt x="1517815" y="367284"/>
                </a:lnTo>
                <a:lnTo>
                  <a:pt x="1529626" y="329476"/>
                </a:lnTo>
                <a:lnTo>
                  <a:pt x="1529626" y="120497"/>
                </a:lnTo>
                <a:close/>
              </a:path>
              <a:path w="3904615" h="383539">
                <a:moveTo>
                  <a:pt x="1550962" y="39725"/>
                </a:moveTo>
                <a:lnTo>
                  <a:pt x="1428953" y="39725"/>
                </a:lnTo>
                <a:lnTo>
                  <a:pt x="1433791" y="30568"/>
                </a:lnTo>
                <a:lnTo>
                  <a:pt x="1444040" y="12204"/>
                </a:lnTo>
                <a:lnTo>
                  <a:pt x="1448854" y="3048"/>
                </a:lnTo>
                <a:lnTo>
                  <a:pt x="1415237" y="3048"/>
                </a:lnTo>
                <a:lnTo>
                  <a:pt x="1401826" y="29451"/>
                </a:lnTo>
                <a:lnTo>
                  <a:pt x="1386852" y="53809"/>
                </a:lnTo>
                <a:lnTo>
                  <a:pt x="1370444" y="76441"/>
                </a:lnTo>
                <a:lnTo>
                  <a:pt x="1352753" y="97637"/>
                </a:lnTo>
                <a:lnTo>
                  <a:pt x="1360220" y="102184"/>
                </a:lnTo>
                <a:lnTo>
                  <a:pt x="1366850" y="106591"/>
                </a:lnTo>
                <a:lnTo>
                  <a:pt x="1372895" y="110705"/>
                </a:lnTo>
                <a:lnTo>
                  <a:pt x="1378661" y="114401"/>
                </a:lnTo>
                <a:lnTo>
                  <a:pt x="1387500" y="102209"/>
                </a:lnTo>
                <a:lnTo>
                  <a:pt x="1396949" y="89065"/>
                </a:lnTo>
                <a:lnTo>
                  <a:pt x="1406093" y="76034"/>
                </a:lnTo>
                <a:lnTo>
                  <a:pt x="1415237" y="62585"/>
                </a:lnTo>
                <a:lnTo>
                  <a:pt x="1550962" y="62585"/>
                </a:lnTo>
                <a:lnTo>
                  <a:pt x="1550962" y="39725"/>
                </a:lnTo>
                <a:close/>
              </a:path>
              <a:path w="3904615" h="383539">
                <a:moveTo>
                  <a:pt x="1851482" y="263944"/>
                </a:moveTo>
                <a:lnTo>
                  <a:pt x="1567726" y="263944"/>
                </a:lnTo>
                <a:lnTo>
                  <a:pt x="1567726" y="291376"/>
                </a:lnTo>
                <a:lnTo>
                  <a:pt x="1851482" y="291376"/>
                </a:lnTo>
                <a:lnTo>
                  <a:pt x="1851482" y="263944"/>
                </a:lnTo>
                <a:close/>
              </a:path>
              <a:path w="3904615" h="383539">
                <a:moveTo>
                  <a:pt x="1913966" y="186118"/>
                </a:moveTo>
                <a:lnTo>
                  <a:pt x="1663839" y="186118"/>
                </a:lnTo>
                <a:lnTo>
                  <a:pt x="1672983" y="138785"/>
                </a:lnTo>
                <a:lnTo>
                  <a:pt x="1903298" y="138785"/>
                </a:lnTo>
                <a:lnTo>
                  <a:pt x="1903298" y="111353"/>
                </a:lnTo>
                <a:lnTo>
                  <a:pt x="1679079" y="111353"/>
                </a:lnTo>
                <a:lnTo>
                  <a:pt x="1688223" y="65633"/>
                </a:lnTo>
                <a:lnTo>
                  <a:pt x="1656219" y="65633"/>
                </a:lnTo>
                <a:lnTo>
                  <a:pt x="1630311" y="187642"/>
                </a:lnTo>
                <a:lnTo>
                  <a:pt x="1630311" y="215074"/>
                </a:lnTo>
                <a:lnTo>
                  <a:pt x="1880438" y="215074"/>
                </a:lnTo>
                <a:lnTo>
                  <a:pt x="1879053" y="243662"/>
                </a:lnTo>
                <a:lnTo>
                  <a:pt x="1877390" y="269646"/>
                </a:lnTo>
                <a:lnTo>
                  <a:pt x="1875853" y="290791"/>
                </a:lnTo>
                <a:lnTo>
                  <a:pt x="1874342" y="312712"/>
                </a:lnTo>
                <a:lnTo>
                  <a:pt x="1869427" y="325831"/>
                </a:lnTo>
                <a:lnTo>
                  <a:pt x="1861375" y="335381"/>
                </a:lnTo>
                <a:lnTo>
                  <a:pt x="1849869" y="341210"/>
                </a:lnTo>
                <a:lnTo>
                  <a:pt x="1834616" y="343192"/>
                </a:lnTo>
                <a:lnTo>
                  <a:pt x="1814042" y="342912"/>
                </a:lnTo>
                <a:lnTo>
                  <a:pt x="1793468" y="342049"/>
                </a:lnTo>
                <a:lnTo>
                  <a:pt x="1772894" y="340626"/>
                </a:lnTo>
                <a:lnTo>
                  <a:pt x="1752320" y="338620"/>
                </a:lnTo>
                <a:lnTo>
                  <a:pt x="1753463" y="347560"/>
                </a:lnTo>
                <a:lnTo>
                  <a:pt x="1754606" y="356044"/>
                </a:lnTo>
                <a:lnTo>
                  <a:pt x="1756892" y="372249"/>
                </a:lnTo>
                <a:lnTo>
                  <a:pt x="1780044" y="372478"/>
                </a:lnTo>
                <a:lnTo>
                  <a:pt x="1821192" y="373532"/>
                </a:lnTo>
                <a:lnTo>
                  <a:pt x="1865553" y="370332"/>
                </a:lnTo>
                <a:lnTo>
                  <a:pt x="1897976" y="343192"/>
                </a:lnTo>
                <a:lnTo>
                  <a:pt x="1906943" y="292760"/>
                </a:lnTo>
                <a:lnTo>
                  <a:pt x="1911680" y="224434"/>
                </a:lnTo>
                <a:lnTo>
                  <a:pt x="1913966" y="186118"/>
                </a:lnTo>
                <a:close/>
              </a:path>
              <a:path w="3904615" h="383539">
                <a:moveTo>
                  <a:pt x="1930730" y="25908"/>
                </a:moveTo>
                <a:lnTo>
                  <a:pt x="1584579" y="25908"/>
                </a:lnTo>
                <a:lnTo>
                  <a:pt x="1584579" y="97637"/>
                </a:lnTo>
                <a:lnTo>
                  <a:pt x="1615059" y="97637"/>
                </a:lnTo>
                <a:lnTo>
                  <a:pt x="1615059" y="53441"/>
                </a:lnTo>
                <a:lnTo>
                  <a:pt x="1900250" y="53441"/>
                </a:lnTo>
                <a:lnTo>
                  <a:pt x="1900250" y="97637"/>
                </a:lnTo>
                <a:lnTo>
                  <a:pt x="1930730" y="97637"/>
                </a:lnTo>
                <a:lnTo>
                  <a:pt x="1930730" y="53441"/>
                </a:lnTo>
                <a:lnTo>
                  <a:pt x="1930730" y="25908"/>
                </a:lnTo>
                <a:close/>
              </a:path>
              <a:path w="3904615" h="383539">
                <a:moveTo>
                  <a:pt x="2318105" y="21336"/>
                </a:moveTo>
                <a:lnTo>
                  <a:pt x="2292197" y="21336"/>
                </a:lnTo>
                <a:lnTo>
                  <a:pt x="2292197" y="44297"/>
                </a:lnTo>
                <a:lnTo>
                  <a:pt x="2292197" y="73253"/>
                </a:lnTo>
                <a:lnTo>
                  <a:pt x="2029879" y="73253"/>
                </a:lnTo>
                <a:lnTo>
                  <a:pt x="2029879" y="44297"/>
                </a:lnTo>
                <a:lnTo>
                  <a:pt x="2292197" y="44297"/>
                </a:lnTo>
                <a:lnTo>
                  <a:pt x="2292197" y="21336"/>
                </a:lnTo>
                <a:lnTo>
                  <a:pt x="2003971" y="21336"/>
                </a:lnTo>
                <a:lnTo>
                  <a:pt x="2003894" y="183083"/>
                </a:lnTo>
                <a:lnTo>
                  <a:pt x="2001075" y="238137"/>
                </a:lnTo>
                <a:lnTo>
                  <a:pt x="1992299" y="286423"/>
                </a:lnTo>
                <a:lnTo>
                  <a:pt x="1977529" y="326136"/>
                </a:lnTo>
                <a:lnTo>
                  <a:pt x="1956625" y="357009"/>
                </a:lnTo>
                <a:lnTo>
                  <a:pt x="1962086" y="362978"/>
                </a:lnTo>
                <a:lnTo>
                  <a:pt x="1967103" y="369392"/>
                </a:lnTo>
                <a:lnTo>
                  <a:pt x="1971852" y="376072"/>
                </a:lnTo>
                <a:lnTo>
                  <a:pt x="1976437" y="382917"/>
                </a:lnTo>
                <a:lnTo>
                  <a:pt x="1999615" y="345706"/>
                </a:lnTo>
                <a:lnTo>
                  <a:pt x="2016340" y="300520"/>
                </a:lnTo>
                <a:lnTo>
                  <a:pt x="2026475" y="247332"/>
                </a:lnTo>
                <a:lnTo>
                  <a:pt x="2029879" y="186131"/>
                </a:lnTo>
                <a:lnTo>
                  <a:pt x="2029879" y="94589"/>
                </a:lnTo>
                <a:lnTo>
                  <a:pt x="2292197" y="94589"/>
                </a:lnTo>
                <a:lnTo>
                  <a:pt x="2292197" y="103733"/>
                </a:lnTo>
                <a:lnTo>
                  <a:pt x="2318105" y="103733"/>
                </a:lnTo>
                <a:lnTo>
                  <a:pt x="2318105" y="94589"/>
                </a:lnTo>
                <a:lnTo>
                  <a:pt x="2318105" y="73253"/>
                </a:lnTo>
                <a:lnTo>
                  <a:pt x="2318105" y="44297"/>
                </a:lnTo>
                <a:lnTo>
                  <a:pt x="2318105" y="21336"/>
                </a:lnTo>
                <a:close/>
              </a:path>
              <a:path w="3904615" h="383539">
                <a:moveTo>
                  <a:pt x="2324201" y="257848"/>
                </a:moveTo>
                <a:lnTo>
                  <a:pt x="2194572" y="257848"/>
                </a:lnTo>
                <a:lnTo>
                  <a:pt x="2194572" y="231851"/>
                </a:lnTo>
                <a:lnTo>
                  <a:pt x="2275433" y="231851"/>
                </a:lnTo>
                <a:lnTo>
                  <a:pt x="2275433" y="240995"/>
                </a:lnTo>
                <a:lnTo>
                  <a:pt x="2299817" y="240995"/>
                </a:lnTo>
                <a:lnTo>
                  <a:pt x="2299817" y="231851"/>
                </a:lnTo>
                <a:lnTo>
                  <a:pt x="2299817" y="212039"/>
                </a:lnTo>
                <a:lnTo>
                  <a:pt x="2299817" y="183083"/>
                </a:lnTo>
                <a:lnTo>
                  <a:pt x="2299817" y="163258"/>
                </a:lnTo>
                <a:lnTo>
                  <a:pt x="2275433" y="163258"/>
                </a:lnTo>
                <a:lnTo>
                  <a:pt x="2275433" y="183083"/>
                </a:lnTo>
                <a:lnTo>
                  <a:pt x="2275433" y="212039"/>
                </a:lnTo>
                <a:lnTo>
                  <a:pt x="2194572" y="212039"/>
                </a:lnTo>
                <a:lnTo>
                  <a:pt x="2194572" y="183083"/>
                </a:lnTo>
                <a:lnTo>
                  <a:pt x="2275433" y="183083"/>
                </a:lnTo>
                <a:lnTo>
                  <a:pt x="2275433" y="163258"/>
                </a:lnTo>
                <a:lnTo>
                  <a:pt x="2194572" y="163258"/>
                </a:lnTo>
                <a:lnTo>
                  <a:pt x="2194572" y="138785"/>
                </a:lnTo>
                <a:lnTo>
                  <a:pt x="2229701" y="136766"/>
                </a:lnTo>
                <a:lnTo>
                  <a:pt x="2316581" y="132689"/>
                </a:lnTo>
                <a:lnTo>
                  <a:pt x="2310485" y="111353"/>
                </a:lnTo>
                <a:lnTo>
                  <a:pt x="2173325" y="116840"/>
                </a:lnTo>
                <a:lnTo>
                  <a:pt x="2043595" y="120497"/>
                </a:lnTo>
                <a:lnTo>
                  <a:pt x="2045119" y="128117"/>
                </a:lnTo>
                <a:lnTo>
                  <a:pt x="2048167" y="135737"/>
                </a:lnTo>
                <a:lnTo>
                  <a:pt x="2048167" y="143446"/>
                </a:lnTo>
                <a:lnTo>
                  <a:pt x="2170188" y="138785"/>
                </a:lnTo>
                <a:lnTo>
                  <a:pt x="2170188" y="163258"/>
                </a:lnTo>
                <a:lnTo>
                  <a:pt x="2170188" y="183083"/>
                </a:lnTo>
                <a:lnTo>
                  <a:pt x="2170188" y="212039"/>
                </a:lnTo>
                <a:lnTo>
                  <a:pt x="2092363" y="212039"/>
                </a:lnTo>
                <a:lnTo>
                  <a:pt x="2092363" y="183083"/>
                </a:lnTo>
                <a:lnTo>
                  <a:pt x="2170188" y="183083"/>
                </a:lnTo>
                <a:lnTo>
                  <a:pt x="2170188" y="163258"/>
                </a:lnTo>
                <a:lnTo>
                  <a:pt x="2067979" y="163258"/>
                </a:lnTo>
                <a:lnTo>
                  <a:pt x="2067979" y="240995"/>
                </a:lnTo>
                <a:lnTo>
                  <a:pt x="2092363" y="240995"/>
                </a:lnTo>
                <a:lnTo>
                  <a:pt x="2092363" y="231851"/>
                </a:lnTo>
                <a:lnTo>
                  <a:pt x="2170188" y="231851"/>
                </a:lnTo>
                <a:lnTo>
                  <a:pt x="2170188" y="257848"/>
                </a:lnTo>
                <a:lnTo>
                  <a:pt x="2049691" y="257848"/>
                </a:lnTo>
                <a:lnTo>
                  <a:pt x="2049691" y="381393"/>
                </a:lnTo>
                <a:lnTo>
                  <a:pt x="2075599" y="381393"/>
                </a:lnTo>
                <a:lnTo>
                  <a:pt x="2075599" y="277660"/>
                </a:lnTo>
                <a:lnTo>
                  <a:pt x="2170188" y="277660"/>
                </a:lnTo>
                <a:lnTo>
                  <a:pt x="2170188" y="312712"/>
                </a:lnTo>
                <a:lnTo>
                  <a:pt x="2135657" y="314807"/>
                </a:lnTo>
                <a:lnTo>
                  <a:pt x="2118029" y="315493"/>
                </a:lnTo>
                <a:lnTo>
                  <a:pt x="2099983" y="315760"/>
                </a:lnTo>
                <a:lnTo>
                  <a:pt x="2104555" y="340144"/>
                </a:lnTo>
                <a:lnTo>
                  <a:pt x="2249436" y="329476"/>
                </a:lnTo>
                <a:lnTo>
                  <a:pt x="2250960" y="335572"/>
                </a:lnTo>
                <a:lnTo>
                  <a:pt x="2254008" y="340144"/>
                </a:lnTo>
                <a:lnTo>
                  <a:pt x="2255532" y="346240"/>
                </a:lnTo>
                <a:lnTo>
                  <a:pt x="2278481" y="335572"/>
                </a:lnTo>
                <a:lnTo>
                  <a:pt x="2275560" y="329476"/>
                </a:lnTo>
                <a:lnTo>
                  <a:pt x="2271611" y="321233"/>
                </a:lnTo>
                <a:lnTo>
                  <a:pt x="2266467" y="311188"/>
                </a:lnTo>
                <a:lnTo>
                  <a:pt x="2264714" y="307759"/>
                </a:lnTo>
                <a:lnTo>
                  <a:pt x="2257831" y="294855"/>
                </a:lnTo>
                <a:lnTo>
                  <a:pt x="2250960" y="282232"/>
                </a:lnTo>
                <a:lnTo>
                  <a:pt x="2229624" y="291376"/>
                </a:lnTo>
                <a:lnTo>
                  <a:pt x="2238768" y="309664"/>
                </a:lnTo>
                <a:lnTo>
                  <a:pt x="2228215" y="309905"/>
                </a:lnTo>
                <a:lnTo>
                  <a:pt x="2205977" y="310946"/>
                </a:lnTo>
                <a:lnTo>
                  <a:pt x="2194572" y="311188"/>
                </a:lnTo>
                <a:lnTo>
                  <a:pt x="2194572" y="277660"/>
                </a:lnTo>
                <a:lnTo>
                  <a:pt x="2298293" y="277660"/>
                </a:lnTo>
                <a:lnTo>
                  <a:pt x="2298268" y="334238"/>
                </a:lnTo>
                <a:lnTo>
                  <a:pt x="2296884" y="342950"/>
                </a:lnTo>
                <a:lnTo>
                  <a:pt x="2292769" y="349148"/>
                </a:lnTo>
                <a:lnTo>
                  <a:pt x="2286076" y="352767"/>
                </a:lnTo>
                <a:lnTo>
                  <a:pt x="2277110" y="353949"/>
                </a:lnTo>
                <a:lnTo>
                  <a:pt x="2267191" y="353936"/>
                </a:lnTo>
                <a:lnTo>
                  <a:pt x="2256294" y="353771"/>
                </a:lnTo>
                <a:lnTo>
                  <a:pt x="2244293" y="353314"/>
                </a:lnTo>
                <a:lnTo>
                  <a:pt x="2231148" y="352437"/>
                </a:lnTo>
                <a:lnTo>
                  <a:pt x="2233168" y="359905"/>
                </a:lnTo>
                <a:lnTo>
                  <a:pt x="2234768" y="366534"/>
                </a:lnTo>
                <a:lnTo>
                  <a:pt x="2236076" y="372579"/>
                </a:lnTo>
                <a:lnTo>
                  <a:pt x="2237244" y="378345"/>
                </a:lnTo>
                <a:lnTo>
                  <a:pt x="2251303" y="378574"/>
                </a:lnTo>
                <a:lnTo>
                  <a:pt x="2275471" y="379628"/>
                </a:lnTo>
                <a:lnTo>
                  <a:pt x="2286101" y="379869"/>
                </a:lnTo>
                <a:lnTo>
                  <a:pt x="2302345" y="377317"/>
                </a:lnTo>
                <a:lnTo>
                  <a:pt x="2314295" y="369760"/>
                </a:lnTo>
                <a:lnTo>
                  <a:pt x="2321674" y="357314"/>
                </a:lnTo>
                <a:lnTo>
                  <a:pt x="2322169" y="353961"/>
                </a:lnTo>
                <a:lnTo>
                  <a:pt x="2324201" y="340144"/>
                </a:lnTo>
                <a:lnTo>
                  <a:pt x="2324201" y="277660"/>
                </a:lnTo>
                <a:lnTo>
                  <a:pt x="2324201" y="257848"/>
                </a:lnTo>
                <a:close/>
              </a:path>
              <a:path w="3904615" h="383539">
                <a:moveTo>
                  <a:pt x="2394305" y="97637"/>
                </a:moveTo>
                <a:lnTo>
                  <a:pt x="2369921" y="91541"/>
                </a:lnTo>
                <a:lnTo>
                  <a:pt x="2365083" y="118135"/>
                </a:lnTo>
                <a:lnTo>
                  <a:pt x="2359825" y="143027"/>
                </a:lnTo>
                <a:lnTo>
                  <a:pt x="2354275" y="166204"/>
                </a:lnTo>
                <a:lnTo>
                  <a:pt x="2348585" y="187642"/>
                </a:lnTo>
                <a:lnTo>
                  <a:pt x="2363444" y="192024"/>
                </a:lnTo>
                <a:lnTo>
                  <a:pt x="2370010" y="193865"/>
                </a:lnTo>
                <a:lnTo>
                  <a:pt x="2376017" y="195262"/>
                </a:lnTo>
                <a:lnTo>
                  <a:pt x="2381440" y="169506"/>
                </a:lnTo>
                <a:lnTo>
                  <a:pt x="2386304" y="144741"/>
                </a:lnTo>
                <a:lnTo>
                  <a:pt x="2390584" y="120827"/>
                </a:lnTo>
                <a:lnTo>
                  <a:pt x="2394305" y="97637"/>
                </a:lnTo>
                <a:close/>
              </a:path>
              <a:path w="3904615" h="383539">
                <a:moveTo>
                  <a:pt x="2484323" y="128117"/>
                </a:moveTo>
                <a:lnTo>
                  <a:pt x="2477147" y="114109"/>
                </a:lnTo>
                <a:lnTo>
                  <a:pt x="2469273" y="99542"/>
                </a:lnTo>
                <a:lnTo>
                  <a:pt x="2465527" y="93065"/>
                </a:lnTo>
                <a:lnTo>
                  <a:pt x="2460523" y="84391"/>
                </a:lnTo>
                <a:lnTo>
                  <a:pt x="2456459" y="77825"/>
                </a:lnTo>
                <a:lnTo>
                  <a:pt x="2450782" y="68681"/>
                </a:lnTo>
                <a:lnTo>
                  <a:pt x="2434018" y="77825"/>
                </a:lnTo>
                <a:lnTo>
                  <a:pt x="2434018" y="4572"/>
                </a:lnTo>
                <a:lnTo>
                  <a:pt x="2405062" y="4572"/>
                </a:lnTo>
                <a:lnTo>
                  <a:pt x="2405062" y="382917"/>
                </a:lnTo>
                <a:lnTo>
                  <a:pt x="2434018" y="382917"/>
                </a:lnTo>
                <a:lnTo>
                  <a:pt x="2434018" y="93065"/>
                </a:lnTo>
                <a:lnTo>
                  <a:pt x="2440876" y="103924"/>
                </a:lnTo>
                <a:lnTo>
                  <a:pt x="2447734" y="115925"/>
                </a:lnTo>
                <a:lnTo>
                  <a:pt x="2454592" y="129108"/>
                </a:lnTo>
                <a:lnTo>
                  <a:pt x="2461450" y="143446"/>
                </a:lnTo>
                <a:lnTo>
                  <a:pt x="2484323" y="128117"/>
                </a:lnTo>
                <a:close/>
              </a:path>
              <a:path w="3904615" h="383539">
                <a:moveTo>
                  <a:pt x="2731401" y="338620"/>
                </a:moveTo>
                <a:lnTo>
                  <a:pt x="2618524" y="338620"/>
                </a:lnTo>
                <a:lnTo>
                  <a:pt x="2618524" y="236410"/>
                </a:lnTo>
                <a:lnTo>
                  <a:pt x="2711589" y="236410"/>
                </a:lnTo>
                <a:lnTo>
                  <a:pt x="2711589" y="208978"/>
                </a:lnTo>
                <a:lnTo>
                  <a:pt x="2618524" y="208978"/>
                </a:lnTo>
                <a:lnTo>
                  <a:pt x="2618524" y="115938"/>
                </a:lnTo>
                <a:lnTo>
                  <a:pt x="2719209" y="115925"/>
                </a:lnTo>
                <a:lnTo>
                  <a:pt x="2719209" y="90017"/>
                </a:lnTo>
                <a:lnTo>
                  <a:pt x="2618524" y="90017"/>
                </a:lnTo>
                <a:lnTo>
                  <a:pt x="2618524" y="6096"/>
                </a:lnTo>
                <a:lnTo>
                  <a:pt x="2588044" y="6096"/>
                </a:lnTo>
                <a:lnTo>
                  <a:pt x="2588044" y="90017"/>
                </a:lnTo>
                <a:lnTo>
                  <a:pt x="2536139" y="90017"/>
                </a:lnTo>
                <a:lnTo>
                  <a:pt x="2540457" y="77203"/>
                </a:lnTo>
                <a:lnTo>
                  <a:pt x="2544368" y="64096"/>
                </a:lnTo>
                <a:lnTo>
                  <a:pt x="2548001" y="50977"/>
                </a:lnTo>
                <a:lnTo>
                  <a:pt x="2551468" y="38100"/>
                </a:lnTo>
                <a:lnTo>
                  <a:pt x="2520899" y="28956"/>
                </a:lnTo>
                <a:lnTo>
                  <a:pt x="2512339" y="65303"/>
                </a:lnTo>
                <a:lnTo>
                  <a:pt x="2500515" y="101066"/>
                </a:lnTo>
                <a:lnTo>
                  <a:pt x="2485529" y="136258"/>
                </a:lnTo>
                <a:lnTo>
                  <a:pt x="2467559" y="170878"/>
                </a:lnTo>
                <a:lnTo>
                  <a:pt x="2472677" y="173736"/>
                </a:lnTo>
                <a:lnTo>
                  <a:pt x="2478798" y="177736"/>
                </a:lnTo>
                <a:lnTo>
                  <a:pt x="2485771" y="182880"/>
                </a:lnTo>
                <a:lnTo>
                  <a:pt x="2493467" y="189166"/>
                </a:lnTo>
                <a:lnTo>
                  <a:pt x="2502547" y="170878"/>
                </a:lnTo>
                <a:lnTo>
                  <a:pt x="2511374" y="152552"/>
                </a:lnTo>
                <a:lnTo>
                  <a:pt x="2519603" y="134226"/>
                </a:lnTo>
                <a:lnTo>
                  <a:pt x="2526982" y="115938"/>
                </a:lnTo>
                <a:lnTo>
                  <a:pt x="2588044" y="115938"/>
                </a:lnTo>
                <a:lnTo>
                  <a:pt x="2588044" y="208978"/>
                </a:lnTo>
                <a:lnTo>
                  <a:pt x="2490419" y="208978"/>
                </a:lnTo>
                <a:lnTo>
                  <a:pt x="2490419" y="236410"/>
                </a:lnTo>
                <a:lnTo>
                  <a:pt x="2588044" y="236410"/>
                </a:lnTo>
                <a:lnTo>
                  <a:pt x="2588044" y="338620"/>
                </a:lnTo>
                <a:lnTo>
                  <a:pt x="2464511" y="338620"/>
                </a:lnTo>
                <a:lnTo>
                  <a:pt x="2464511" y="364629"/>
                </a:lnTo>
                <a:lnTo>
                  <a:pt x="2731401" y="364629"/>
                </a:lnTo>
                <a:lnTo>
                  <a:pt x="2731401" y="338620"/>
                </a:lnTo>
                <a:close/>
              </a:path>
              <a:path w="3904615" h="383539">
                <a:moveTo>
                  <a:pt x="2905226" y="67157"/>
                </a:moveTo>
                <a:lnTo>
                  <a:pt x="2874746" y="67157"/>
                </a:lnTo>
                <a:lnTo>
                  <a:pt x="2874746" y="94589"/>
                </a:lnTo>
                <a:lnTo>
                  <a:pt x="2874746" y="187655"/>
                </a:lnTo>
                <a:lnTo>
                  <a:pt x="2874746" y="215087"/>
                </a:lnTo>
                <a:lnTo>
                  <a:pt x="2874746" y="312712"/>
                </a:lnTo>
                <a:lnTo>
                  <a:pt x="2787789" y="312712"/>
                </a:lnTo>
                <a:lnTo>
                  <a:pt x="2787789" y="215087"/>
                </a:lnTo>
                <a:lnTo>
                  <a:pt x="2874746" y="215087"/>
                </a:lnTo>
                <a:lnTo>
                  <a:pt x="2874746" y="187655"/>
                </a:lnTo>
                <a:lnTo>
                  <a:pt x="2787789" y="187655"/>
                </a:lnTo>
                <a:lnTo>
                  <a:pt x="2787789" y="94589"/>
                </a:lnTo>
                <a:lnTo>
                  <a:pt x="2874746" y="94589"/>
                </a:lnTo>
                <a:lnTo>
                  <a:pt x="2874746" y="67157"/>
                </a:lnTo>
                <a:lnTo>
                  <a:pt x="2829026" y="67157"/>
                </a:lnTo>
                <a:lnTo>
                  <a:pt x="2834741" y="54279"/>
                </a:lnTo>
                <a:lnTo>
                  <a:pt x="2840456" y="40817"/>
                </a:lnTo>
                <a:lnTo>
                  <a:pt x="2846171" y="26784"/>
                </a:lnTo>
                <a:lnTo>
                  <a:pt x="2851886" y="12192"/>
                </a:lnTo>
                <a:lnTo>
                  <a:pt x="2819793" y="3048"/>
                </a:lnTo>
                <a:lnTo>
                  <a:pt x="2814929" y="18211"/>
                </a:lnTo>
                <a:lnTo>
                  <a:pt x="2809506" y="33959"/>
                </a:lnTo>
                <a:lnTo>
                  <a:pt x="2803499" y="50279"/>
                </a:lnTo>
                <a:lnTo>
                  <a:pt x="2796933" y="67157"/>
                </a:lnTo>
                <a:lnTo>
                  <a:pt x="2757309" y="67157"/>
                </a:lnTo>
                <a:lnTo>
                  <a:pt x="2757309" y="373773"/>
                </a:lnTo>
                <a:lnTo>
                  <a:pt x="2787789" y="373773"/>
                </a:lnTo>
                <a:lnTo>
                  <a:pt x="2787789" y="341668"/>
                </a:lnTo>
                <a:lnTo>
                  <a:pt x="2874746" y="341668"/>
                </a:lnTo>
                <a:lnTo>
                  <a:pt x="2874746" y="370725"/>
                </a:lnTo>
                <a:lnTo>
                  <a:pt x="2905226" y="370725"/>
                </a:lnTo>
                <a:lnTo>
                  <a:pt x="2905226" y="341668"/>
                </a:lnTo>
                <a:lnTo>
                  <a:pt x="2905226" y="312712"/>
                </a:lnTo>
                <a:lnTo>
                  <a:pt x="2905226" y="215087"/>
                </a:lnTo>
                <a:lnTo>
                  <a:pt x="2905226" y="187655"/>
                </a:lnTo>
                <a:lnTo>
                  <a:pt x="2905226" y="94589"/>
                </a:lnTo>
                <a:lnTo>
                  <a:pt x="2905226" y="67157"/>
                </a:lnTo>
                <a:close/>
              </a:path>
              <a:path w="3904615" h="383539">
                <a:moveTo>
                  <a:pt x="3034868" y="240995"/>
                </a:moveTo>
                <a:lnTo>
                  <a:pt x="3021380" y="221843"/>
                </a:lnTo>
                <a:lnTo>
                  <a:pt x="3005912" y="200990"/>
                </a:lnTo>
                <a:lnTo>
                  <a:pt x="2988145" y="178409"/>
                </a:lnTo>
                <a:lnTo>
                  <a:pt x="2967812" y="154127"/>
                </a:lnTo>
                <a:lnTo>
                  <a:pt x="2944850" y="170891"/>
                </a:lnTo>
                <a:lnTo>
                  <a:pt x="2961741" y="193509"/>
                </a:lnTo>
                <a:lnTo>
                  <a:pt x="2977896" y="215849"/>
                </a:lnTo>
                <a:lnTo>
                  <a:pt x="2993161" y="238213"/>
                </a:lnTo>
                <a:lnTo>
                  <a:pt x="3007436" y="260896"/>
                </a:lnTo>
                <a:lnTo>
                  <a:pt x="3034868" y="240995"/>
                </a:lnTo>
                <a:close/>
              </a:path>
              <a:path w="3904615" h="383539">
                <a:moveTo>
                  <a:pt x="3106585" y="65633"/>
                </a:moveTo>
                <a:lnTo>
                  <a:pt x="2984576" y="65633"/>
                </a:lnTo>
                <a:lnTo>
                  <a:pt x="2989161" y="52755"/>
                </a:lnTo>
                <a:lnTo>
                  <a:pt x="2993910" y="39293"/>
                </a:lnTo>
                <a:lnTo>
                  <a:pt x="2998927" y="25260"/>
                </a:lnTo>
                <a:lnTo>
                  <a:pt x="3004388" y="10668"/>
                </a:lnTo>
                <a:lnTo>
                  <a:pt x="2972384" y="3048"/>
                </a:lnTo>
                <a:lnTo>
                  <a:pt x="2958935" y="43688"/>
                </a:lnTo>
                <a:lnTo>
                  <a:pt x="2944101" y="80873"/>
                </a:lnTo>
                <a:lnTo>
                  <a:pt x="2928137" y="114630"/>
                </a:lnTo>
                <a:lnTo>
                  <a:pt x="2911322" y="144983"/>
                </a:lnTo>
                <a:lnTo>
                  <a:pt x="2918803" y="148412"/>
                </a:lnTo>
                <a:lnTo>
                  <a:pt x="2925419" y="151841"/>
                </a:lnTo>
                <a:lnTo>
                  <a:pt x="2931464" y="155270"/>
                </a:lnTo>
                <a:lnTo>
                  <a:pt x="2937230" y="158699"/>
                </a:lnTo>
                <a:lnTo>
                  <a:pt x="2946146" y="144348"/>
                </a:lnTo>
                <a:lnTo>
                  <a:pt x="2954807" y="128892"/>
                </a:lnTo>
                <a:lnTo>
                  <a:pt x="2963456" y="112306"/>
                </a:lnTo>
                <a:lnTo>
                  <a:pt x="2972384" y="94589"/>
                </a:lnTo>
                <a:lnTo>
                  <a:pt x="3074492" y="94589"/>
                </a:lnTo>
                <a:lnTo>
                  <a:pt x="3073323" y="165239"/>
                </a:lnTo>
                <a:lnTo>
                  <a:pt x="3072015" y="223875"/>
                </a:lnTo>
                <a:lnTo>
                  <a:pt x="3070415" y="270497"/>
                </a:lnTo>
                <a:lnTo>
                  <a:pt x="3065005" y="321094"/>
                </a:lnTo>
                <a:lnTo>
                  <a:pt x="3030296" y="341668"/>
                </a:lnTo>
                <a:lnTo>
                  <a:pt x="3013976" y="341388"/>
                </a:lnTo>
                <a:lnTo>
                  <a:pt x="2996958" y="340525"/>
                </a:lnTo>
                <a:lnTo>
                  <a:pt x="2979064" y="339102"/>
                </a:lnTo>
                <a:lnTo>
                  <a:pt x="2960192" y="337096"/>
                </a:lnTo>
                <a:lnTo>
                  <a:pt x="2961563" y="344487"/>
                </a:lnTo>
                <a:lnTo>
                  <a:pt x="2963240" y="352767"/>
                </a:lnTo>
                <a:lnTo>
                  <a:pt x="2964904" y="361607"/>
                </a:lnTo>
                <a:lnTo>
                  <a:pt x="2966288" y="370725"/>
                </a:lnTo>
                <a:lnTo>
                  <a:pt x="3001340" y="372821"/>
                </a:lnTo>
                <a:lnTo>
                  <a:pt x="3019006" y="373507"/>
                </a:lnTo>
                <a:lnTo>
                  <a:pt x="3036392" y="373773"/>
                </a:lnTo>
                <a:lnTo>
                  <a:pt x="3062655" y="369811"/>
                </a:lnTo>
                <a:lnTo>
                  <a:pt x="3081921" y="358140"/>
                </a:lnTo>
                <a:lnTo>
                  <a:pt x="3092386" y="341668"/>
                </a:lnTo>
                <a:lnTo>
                  <a:pt x="3094075" y="339013"/>
                </a:lnTo>
                <a:lnTo>
                  <a:pt x="3100641" y="286727"/>
                </a:lnTo>
                <a:lnTo>
                  <a:pt x="3103422" y="200990"/>
                </a:lnTo>
                <a:lnTo>
                  <a:pt x="3104438" y="158699"/>
                </a:lnTo>
                <a:lnTo>
                  <a:pt x="3105924" y="94589"/>
                </a:lnTo>
                <a:lnTo>
                  <a:pt x="3106585" y="65633"/>
                </a:lnTo>
                <a:close/>
              </a:path>
              <a:path w="3904615" h="383539">
                <a:moveTo>
                  <a:pt x="3416147" y="263944"/>
                </a:moveTo>
                <a:lnTo>
                  <a:pt x="3134017" y="263944"/>
                </a:lnTo>
                <a:lnTo>
                  <a:pt x="3134017" y="291376"/>
                </a:lnTo>
                <a:lnTo>
                  <a:pt x="3416147" y="291376"/>
                </a:lnTo>
                <a:lnTo>
                  <a:pt x="3416147" y="263944"/>
                </a:lnTo>
                <a:close/>
              </a:path>
              <a:path w="3904615" h="383539">
                <a:moveTo>
                  <a:pt x="3478631" y="186118"/>
                </a:moveTo>
                <a:lnTo>
                  <a:pt x="3230029" y="186118"/>
                </a:lnTo>
                <a:lnTo>
                  <a:pt x="3239274" y="138785"/>
                </a:lnTo>
                <a:lnTo>
                  <a:pt x="3469487" y="138785"/>
                </a:lnTo>
                <a:lnTo>
                  <a:pt x="3469487" y="111353"/>
                </a:lnTo>
                <a:lnTo>
                  <a:pt x="3245370" y="111353"/>
                </a:lnTo>
                <a:lnTo>
                  <a:pt x="3254514" y="65633"/>
                </a:lnTo>
                <a:lnTo>
                  <a:pt x="3222409" y="65633"/>
                </a:lnTo>
                <a:lnTo>
                  <a:pt x="3196501" y="187642"/>
                </a:lnTo>
                <a:lnTo>
                  <a:pt x="3196501" y="215074"/>
                </a:lnTo>
                <a:lnTo>
                  <a:pt x="3446627" y="215074"/>
                </a:lnTo>
                <a:lnTo>
                  <a:pt x="3444583" y="243662"/>
                </a:lnTo>
                <a:lnTo>
                  <a:pt x="3441052" y="292760"/>
                </a:lnTo>
                <a:lnTo>
                  <a:pt x="3427387" y="335381"/>
                </a:lnTo>
                <a:lnTo>
                  <a:pt x="3400907" y="343192"/>
                </a:lnTo>
                <a:lnTo>
                  <a:pt x="3380257" y="342912"/>
                </a:lnTo>
                <a:lnTo>
                  <a:pt x="3359480" y="342049"/>
                </a:lnTo>
                <a:lnTo>
                  <a:pt x="3338449" y="340626"/>
                </a:lnTo>
                <a:lnTo>
                  <a:pt x="3316998" y="338620"/>
                </a:lnTo>
                <a:lnTo>
                  <a:pt x="3319018" y="347560"/>
                </a:lnTo>
                <a:lnTo>
                  <a:pt x="3320618" y="356044"/>
                </a:lnTo>
                <a:lnTo>
                  <a:pt x="3321926" y="364223"/>
                </a:lnTo>
                <a:lnTo>
                  <a:pt x="3323094" y="372249"/>
                </a:lnTo>
                <a:lnTo>
                  <a:pt x="3345611" y="372478"/>
                </a:lnTo>
                <a:lnTo>
                  <a:pt x="3387242" y="373532"/>
                </a:lnTo>
                <a:lnTo>
                  <a:pt x="3405479" y="373773"/>
                </a:lnTo>
                <a:lnTo>
                  <a:pt x="3431794" y="370332"/>
                </a:lnTo>
                <a:lnTo>
                  <a:pt x="3451390" y="360045"/>
                </a:lnTo>
                <a:lnTo>
                  <a:pt x="3464166" y="343192"/>
                </a:lnTo>
                <a:lnTo>
                  <a:pt x="3464420" y="342861"/>
                </a:lnTo>
                <a:lnTo>
                  <a:pt x="3471011" y="318808"/>
                </a:lnTo>
                <a:lnTo>
                  <a:pt x="3473221" y="291376"/>
                </a:lnTo>
                <a:lnTo>
                  <a:pt x="3475393" y="259321"/>
                </a:lnTo>
                <a:lnTo>
                  <a:pt x="3477222" y="224434"/>
                </a:lnTo>
                <a:lnTo>
                  <a:pt x="3478631" y="186118"/>
                </a:lnTo>
                <a:close/>
              </a:path>
              <a:path w="3904615" h="383539">
                <a:moveTo>
                  <a:pt x="3496919" y="25908"/>
                </a:moveTo>
                <a:lnTo>
                  <a:pt x="3150781" y="25908"/>
                </a:lnTo>
                <a:lnTo>
                  <a:pt x="3150781" y="97637"/>
                </a:lnTo>
                <a:lnTo>
                  <a:pt x="3181261" y="97637"/>
                </a:lnTo>
                <a:lnTo>
                  <a:pt x="3181261" y="53441"/>
                </a:lnTo>
                <a:lnTo>
                  <a:pt x="3464915" y="53441"/>
                </a:lnTo>
                <a:lnTo>
                  <a:pt x="3464915" y="97637"/>
                </a:lnTo>
                <a:lnTo>
                  <a:pt x="3496919" y="97637"/>
                </a:lnTo>
                <a:lnTo>
                  <a:pt x="3496919" y="53441"/>
                </a:lnTo>
                <a:lnTo>
                  <a:pt x="3496919" y="25908"/>
                </a:lnTo>
                <a:close/>
              </a:path>
              <a:path w="3904615" h="383539">
                <a:moveTo>
                  <a:pt x="3611308" y="228790"/>
                </a:moveTo>
                <a:lnTo>
                  <a:pt x="3603333" y="226250"/>
                </a:lnTo>
                <a:lnTo>
                  <a:pt x="3595497" y="223266"/>
                </a:lnTo>
                <a:lnTo>
                  <a:pt x="3587953" y="220014"/>
                </a:lnTo>
                <a:lnTo>
                  <a:pt x="3580828" y="216598"/>
                </a:lnTo>
                <a:lnTo>
                  <a:pt x="3568255" y="256717"/>
                </a:lnTo>
                <a:lnTo>
                  <a:pt x="3555682" y="294805"/>
                </a:lnTo>
                <a:lnTo>
                  <a:pt x="3543109" y="331177"/>
                </a:lnTo>
                <a:lnTo>
                  <a:pt x="3530536" y="366153"/>
                </a:lnTo>
                <a:lnTo>
                  <a:pt x="3564064" y="376821"/>
                </a:lnTo>
                <a:lnTo>
                  <a:pt x="3574669" y="342734"/>
                </a:lnTo>
                <a:lnTo>
                  <a:pt x="3585972" y="306806"/>
                </a:lnTo>
                <a:lnTo>
                  <a:pt x="3598151" y="268884"/>
                </a:lnTo>
                <a:lnTo>
                  <a:pt x="3611308" y="228790"/>
                </a:lnTo>
                <a:close/>
              </a:path>
              <a:path w="3904615" h="383539">
                <a:moveTo>
                  <a:pt x="3611308" y="158686"/>
                </a:moveTo>
                <a:lnTo>
                  <a:pt x="3592474" y="143471"/>
                </a:lnTo>
                <a:lnTo>
                  <a:pt x="3574923" y="129844"/>
                </a:lnTo>
                <a:lnTo>
                  <a:pt x="3544252" y="106781"/>
                </a:lnTo>
                <a:lnTo>
                  <a:pt x="3524440" y="129641"/>
                </a:lnTo>
                <a:lnTo>
                  <a:pt x="3536162" y="139090"/>
                </a:lnTo>
                <a:lnTo>
                  <a:pt x="3550729" y="151409"/>
                </a:lnTo>
                <a:lnTo>
                  <a:pt x="3568166" y="166585"/>
                </a:lnTo>
                <a:lnTo>
                  <a:pt x="3588448" y="184594"/>
                </a:lnTo>
                <a:lnTo>
                  <a:pt x="3593312" y="179476"/>
                </a:lnTo>
                <a:lnTo>
                  <a:pt x="3598735" y="173355"/>
                </a:lnTo>
                <a:lnTo>
                  <a:pt x="3611308" y="158686"/>
                </a:lnTo>
                <a:close/>
              </a:path>
              <a:path w="3904615" h="383539">
                <a:moveTo>
                  <a:pt x="3625024" y="64109"/>
                </a:moveTo>
                <a:lnTo>
                  <a:pt x="3607270" y="48641"/>
                </a:lnTo>
                <a:lnTo>
                  <a:pt x="3590353" y="34150"/>
                </a:lnTo>
                <a:lnTo>
                  <a:pt x="3574021" y="20523"/>
                </a:lnTo>
                <a:lnTo>
                  <a:pt x="3557968" y="7620"/>
                </a:lnTo>
                <a:lnTo>
                  <a:pt x="3539680" y="28956"/>
                </a:lnTo>
                <a:lnTo>
                  <a:pt x="3602164" y="86969"/>
                </a:lnTo>
                <a:lnTo>
                  <a:pt x="3625024" y="64109"/>
                </a:lnTo>
                <a:close/>
              </a:path>
              <a:path w="3904615" h="383539">
                <a:moveTo>
                  <a:pt x="3904119" y="181546"/>
                </a:moveTo>
                <a:lnTo>
                  <a:pt x="3780574" y="181546"/>
                </a:lnTo>
                <a:lnTo>
                  <a:pt x="3780574" y="100685"/>
                </a:lnTo>
                <a:lnTo>
                  <a:pt x="3885831" y="100685"/>
                </a:lnTo>
                <a:lnTo>
                  <a:pt x="3885831" y="73253"/>
                </a:lnTo>
                <a:lnTo>
                  <a:pt x="3780574" y="73253"/>
                </a:lnTo>
                <a:lnTo>
                  <a:pt x="3780574" y="3048"/>
                </a:lnTo>
                <a:lnTo>
                  <a:pt x="3748570" y="3048"/>
                </a:lnTo>
                <a:lnTo>
                  <a:pt x="3748570" y="73253"/>
                </a:lnTo>
                <a:lnTo>
                  <a:pt x="3647884" y="73253"/>
                </a:lnTo>
                <a:lnTo>
                  <a:pt x="3647884" y="100685"/>
                </a:lnTo>
                <a:lnTo>
                  <a:pt x="3748570" y="100685"/>
                </a:lnTo>
                <a:lnTo>
                  <a:pt x="3748570" y="181546"/>
                </a:lnTo>
                <a:lnTo>
                  <a:pt x="3629596" y="181546"/>
                </a:lnTo>
                <a:lnTo>
                  <a:pt x="3629596" y="208978"/>
                </a:lnTo>
                <a:lnTo>
                  <a:pt x="3730282" y="208978"/>
                </a:lnTo>
                <a:lnTo>
                  <a:pt x="3718826" y="229044"/>
                </a:lnTo>
                <a:lnTo>
                  <a:pt x="3695344" y="266928"/>
                </a:lnTo>
                <a:lnTo>
                  <a:pt x="3671582" y="300977"/>
                </a:lnTo>
                <a:lnTo>
                  <a:pt x="3635692" y="329476"/>
                </a:lnTo>
                <a:lnTo>
                  <a:pt x="3649408" y="363105"/>
                </a:lnTo>
                <a:lnTo>
                  <a:pt x="3688334" y="359410"/>
                </a:lnTo>
                <a:lnTo>
                  <a:pt x="3846207" y="346240"/>
                </a:lnTo>
                <a:lnTo>
                  <a:pt x="3851681" y="354317"/>
                </a:lnTo>
                <a:lnTo>
                  <a:pt x="3856875" y="362521"/>
                </a:lnTo>
                <a:lnTo>
                  <a:pt x="3867543" y="379869"/>
                </a:lnTo>
                <a:lnTo>
                  <a:pt x="3874655" y="375526"/>
                </a:lnTo>
                <a:lnTo>
                  <a:pt x="3882212" y="371487"/>
                </a:lnTo>
                <a:lnTo>
                  <a:pt x="3890035" y="367436"/>
                </a:lnTo>
                <a:lnTo>
                  <a:pt x="3898023" y="363105"/>
                </a:lnTo>
                <a:lnTo>
                  <a:pt x="3876840" y="331000"/>
                </a:lnTo>
                <a:lnTo>
                  <a:pt x="3837368" y="273202"/>
                </a:lnTo>
                <a:lnTo>
                  <a:pt x="3818775" y="247180"/>
                </a:lnTo>
                <a:lnTo>
                  <a:pt x="3792855" y="263944"/>
                </a:lnTo>
                <a:lnTo>
                  <a:pt x="3802024" y="276821"/>
                </a:lnTo>
                <a:lnTo>
                  <a:pt x="3811333" y="290423"/>
                </a:lnTo>
                <a:lnTo>
                  <a:pt x="3820934" y="304876"/>
                </a:lnTo>
                <a:lnTo>
                  <a:pt x="3830967" y="320332"/>
                </a:lnTo>
                <a:lnTo>
                  <a:pt x="3794328" y="323494"/>
                </a:lnTo>
                <a:lnTo>
                  <a:pt x="3684562" y="331000"/>
                </a:lnTo>
                <a:lnTo>
                  <a:pt x="3705161" y="303809"/>
                </a:lnTo>
                <a:lnTo>
                  <a:pt x="3725900" y="274599"/>
                </a:lnTo>
                <a:lnTo>
                  <a:pt x="3746931" y="243090"/>
                </a:lnTo>
                <a:lnTo>
                  <a:pt x="3768382" y="208978"/>
                </a:lnTo>
                <a:lnTo>
                  <a:pt x="3904119" y="208978"/>
                </a:lnTo>
                <a:lnTo>
                  <a:pt x="3904119" y="1815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9928" y="3259740"/>
            <a:ext cx="109823" cy="109918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1312830" y="3140773"/>
            <a:ext cx="234950" cy="323850"/>
          </a:xfrm>
          <a:custGeom>
            <a:avLst/>
            <a:gdLst/>
            <a:ahLst/>
            <a:cxnLst/>
            <a:rect l="l" t="t" r="r" b="b"/>
            <a:pathLst>
              <a:path w="234950" h="323850">
                <a:moveTo>
                  <a:pt x="148018" y="323373"/>
                </a:moveTo>
                <a:lnTo>
                  <a:pt x="86975" y="312896"/>
                </a:lnTo>
                <a:lnTo>
                  <a:pt x="39719" y="280701"/>
                </a:lnTo>
                <a:lnTo>
                  <a:pt x="10144" y="231088"/>
                </a:lnTo>
                <a:lnTo>
                  <a:pt x="0" y="167830"/>
                </a:lnTo>
                <a:lnTo>
                  <a:pt x="2872" y="131793"/>
                </a:lnTo>
                <a:lnTo>
                  <a:pt x="25797" y="70612"/>
                </a:lnTo>
                <a:lnTo>
                  <a:pt x="69462" y="25717"/>
                </a:lnTo>
                <a:lnTo>
                  <a:pt x="127079" y="2857"/>
                </a:lnTo>
                <a:lnTo>
                  <a:pt x="160210" y="0"/>
                </a:lnTo>
                <a:lnTo>
                  <a:pt x="181951" y="619"/>
                </a:lnTo>
                <a:lnTo>
                  <a:pt x="201549" y="2666"/>
                </a:lnTo>
                <a:lnTo>
                  <a:pt x="219146" y="6429"/>
                </a:lnTo>
                <a:lnTo>
                  <a:pt x="234886" y="12191"/>
                </a:lnTo>
                <a:lnTo>
                  <a:pt x="234886" y="51815"/>
                </a:lnTo>
                <a:lnTo>
                  <a:pt x="217431" y="43576"/>
                </a:lnTo>
                <a:lnTo>
                  <a:pt x="199263" y="37337"/>
                </a:lnTo>
                <a:lnTo>
                  <a:pt x="180236" y="33385"/>
                </a:lnTo>
                <a:lnTo>
                  <a:pt x="160210" y="32003"/>
                </a:lnTo>
                <a:lnTo>
                  <a:pt x="134128" y="34291"/>
                </a:lnTo>
                <a:lnTo>
                  <a:pt x="90036" y="52618"/>
                </a:lnTo>
                <a:lnTo>
                  <a:pt x="57483" y="88393"/>
                </a:lnTo>
                <a:lnTo>
                  <a:pt x="40433" y="136438"/>
                </a:lnTo>
                <a:lnTo>
                  <a:pt x="38195" y="164782"/>
                </a:lnTo>
                <a:lnTo>
                  <a:pt x="40195" y="192571"/>
                </a:lnTo>
                <a:lnTo>
                  <a:pt x="56197" y="237863"/>
                </a:lnTo>
                <a:lnTo>
                  <a:pt x="86702" y="271398"/>
                </a:lnTo>
                <a:lnTo>
                  <a:pt x="128318" y="289106"/>
                </a:lnTo>
                <a:lnTo>
                  <a:pt x="152590" y="291369"/>
                </a:lnTo>
                <a:lnTo>
                  <a:pt x="175521" y="289964"/>
                </a:lnTo>
                <a:lnTo>
                  <a:pt x="196596" y="285845"/>
                </a:lnTo>
                <a:lnTo>
                  <a:pt x="216241" y="279153"/>
                </a:lnTo>
                <a:lnTo>
                  <a:pt x="234886" y="270033"/>
                </a:lnTo>
                <a:lnTo>
                  <a:pt x="234886" y="305085"/>
                </a:lnTo>
                <a:lnTo>
                  <a:pt x="215741" y="313086"/>
                </a:lnTo>
                <a:lnTo>
                  <a:pt x="194881" y="318801"/>
                </a:lnTo>
                <a:lnTo>
                  <a:pt x="172307" y="322230"/>
                </a:lnTo>
                <a:lnTo>
                  <a:pt x="148018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596580" y="3140773"/>
            <a:ext cx="191135" cy="323850"/>
          </a:xfrm>
          <a:custGeom>
            <a:avLst/>
            <a:gdLst/>
            <a:ahLst/>
            <a:cxnLst/>
            <a:rect l="l" t="t" r="r" b="b"/>
            <a:pathLst>
              <a:path w="191135" h="323850">
                <a:moveTo>
                  <a:pt x="59436" y="323373"/>
                </a:moveTo>
                <a:lnTo>
                  <a:pt x="53339" y="321849"/>
                </a:lnTo>
                <a:lnTo>
                  <a:pt x="22859" y="315753"/>
                </a:lnTo>
                <a:lnTo>
                  <a:pt x="16764" y="314229"/>
                </a:lnTo>
                <a:lnTo>
                  <a:pt x="9144" y="311181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2413"/>
                </a:lnTo>
                <a:lnTo>
                  <a:pt x="4572" y="266985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7653"/>
                </a:lnTo>
                <a:lnTo>
                  <a:pt x="39624" y="283749"/>
                </a:lnTo>
                <a:lnTo>
                  <a:pt x="47244" y="285273"/>
                </a:lnTo>
                <a:lnTo>
                  <a:pt x="54864" y="288321"/>
                </a:lnTo>
                <a:lnTo>
                  <a:pt x="62484" y="288321"/>
                </a:lnTo>
                <a:lnTo>
                  <a:pt x="77724" y="291369"/>
                </a:lnTo>
                <a:lnTo>
                  <a:pt x="83820" y="291369"/>
                </a:lnTo>
                <a:lnTo>
                  <a:pt x="124968" y="283654"/>
                </a:lnTo>
                <a:lnTo>
                  <a:pt x="150064" y="253436"/>
                </a:lnTo>
                <a:lnTo>
                  <a:pt x="150971" y="242601"/>
                </a:lnTo>
                <a:lnTo>
                  <a:pt x="150971" y="233457"/>
                </a:lnTo>
                <a:lnTo>
                  <a:pt x="113276" y="191309"/>
                </a:lnTo>
                <a:lnTo>
                  <a:pt x="92773" y="180593"/>
                </a:lnTo>
                <a:lnTo>
                  <a:pt x="77724" y="172402"/>
                </a:lnTo>
                <a:lnTo>
                  <a:pt x="69746" y="168711"/>
                </a:lnTo>
                <a:lnTo>
                  <a:pt x="61912" y="164591"/>
                </a:lnTo>
                <a:lnTo>
                  <a:pt x="54363" y="160186"/>
                </a:lnTo>
                <a:lnTo>
                  <a:pt x="47244" y="155638"/>
                </a:lnTo>
                <a:lnTo>
                  <a:pt x="40647" y="151709"/>
                </a:lnTo>
                <a:lnTo>
                  <a:pt x="9572" y="120125"/>
                </a:lnTo>
                <a:lnTo>
                  <a:pt x="0" y="83915"/>
                </a:lnTo>
                <a:lnTo>
                  <a:pt x="571" y="73032"/>
                </a:lnTo>
                <a:lnTo>
                  <a:pt x="20383" y="31146"/>
                </a:lnTo>
                <a:lnTo>
                  <a:pt x="35052" y="19907"/>
                </a:lnTo>
                <a:lnTo>
                  <a:pt x="42433" y="14684"/>
                </a:lnTo>
                <a:lnTo>
                  <a:pt x="78867" y="2571"/>
                </a:lnTo>
                <a:lnTo>
                  <a:pt x="109728" y="0"/>
                </a:lnTo>
                <a:lnTo>
                  <a:pt x="131190" y="595"/>
                </a:lnTo>
                <a:lnTo>
                  <a:pt x="149625" y="2476"/>
                </a:lnTo>
                <a:lnTo>
                  <a:pt x="164900" y="5786"/>
                </a:lnTo>
                <a:lnTo>
                  <a:pt x="176879" y="10667"/>
                </a:lnTo>
                <a:lnTo>
                  <a:pt x="176879" y="51911"/>
                </a:lnTo>
                <a:lnTo>
                  <a:pt x="162029" y="43672"/>
                </a:lnTo>
                <a:lnTo>
                  <a:pt x="145018" y="37433"/>
                </a:lnTo>
                <a:lnTo>
                  <a:pt x="126006" y="33480"/>
                </a:lnTo>
                <a:lnTo>
                  <a:pt x="105155" y="32099"/>
                </a:lnTo>
                <a:lnTo>
                  <a:pt x="97536" y="32099"/>
                </a:lnTo>
                <a:lnTo>
                  <a:pt x="89916" y="33623"/>
                </a:lnTo>
                <a:lnTo>
                  <a:pt x="80772" y="35147"/>
                </a:lnTo>
                <a:lnTo>
                  <a:pt x="73152" y="36671"/>
                </a:lnTo>
                <a:lnTo>
                  <a:pt x="67056" y="39719"/>
                </a:lnTo>
                <a:lnTo>
                  <a:pt x="59436" y="42767"/>
                </a:lnTo>
                <a:lnTo>
                  <a:pt x="38100" y="71723"/>
                </a:lnTo>
                <a:lnTo>
                  <a:pt x="38100" y="88487"/>
                </a:lnTo>
                <a:lnTo>
                  <a:pt x="61221" y="120887"/>
                </a:lnTo>
                <a:lnTo>
                  <a:pt x="91630" y="138302"/>
                </a:lnTo>
                <a:lnTo>
                  <a:pt x="106679" y="146494"/>
                </a:lnTo>
                <a:lnTo>
                  <a:pt x="146256" y="167854"/>
                </a:lnTo>
                <a:lnTo>
                  <a:pt x="174974" y="195452"/>
                </a:lnTo>
                <a:lnTo>
                  <a:pt x="190047" y="230704"/>
                </a:lnTo>
                <a:lnTo>
                  <a:pt x="190595" y="239553"/>
                </a:lnTo>
                <a:lnTo>
                  <a:pt x="190023" y="250674"/>
                </a:lnTo>
                <a:lnTo>
                  <a:pt x="176355" y="286654"/>
                </a:lnTo>
                <a:lnTo>
                  <a:pt x="139874" y="313277"/>
                </a:lnTo>
                <a:lnTo>
                  <a:pt x="100203" y="322421"/>
                </a:lnTo>
                <a:lnTo>
                  <a:pt x="89106" y="323111"/>
                </a:lnTo>
                <a:lnTo>
                  <a:pt x="59436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834419" y="3140773"/>
            <a:ext cx="191135" cy="323850"/>
          </a:xfrm>
          <a:custGeom>
            <a:avLst/>
            <a:gdLst/>
            <a:ahLst/>
            <a:cxnLst/>
            <a:rect l="l" t="t" r="r" b="b"/>
            <a:pathLst>
              <a:path w="191135" h="323850">
                <a:moveTo>
                  <a:pt x="79343" y="323373"/>
                </a:moveTo>
                <a:lnTo>
                  <a:pt x="61055" y="323373"/>
                </a:lnTo>
                <a:lnTo>
                  <a:pt x="22859" y="315753"/>
                </a:lnTo>
                <a:lnTo>
                  <a:pt x="16764" y="314229"/>
                </a:lnTo>
                <a:lnTo>
                  <a:pt x="9144" y="311181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2413"/>
                </a:lnTo>
                <a:lnTo>
                  <a:pt x="4572" y="266985"/>
                </a:lnTo>
                <a:lnTo>
                  <a:pt x="10668" y="271557"/>
                </a:lnTo>
                <a:lnTo>
                  <a:pt x="18288" y="274605"/>
                </a:lnTo>
                <a:lnTo>
                  <a:pt x="24384" y="277653"/>
                </a:lnTo>
                <a:lnTo>
                  <a:pt x="39719" y="283749"/>
                </a:lnTo>
                <a:lnTo>
                  <a:pt x="47339" y="285273"/>
                </a:lnTo>
                <a:lnTo>
                  <a:pt x="54959" y="288321"/>
                </a:lnTo>
                <a:lnTo>
                  <a:pt x="62579" y="288321"/>
                </a:lnTo>
                <a:lnTo>
                  <a:pt x="77819" y="291369"/>
                </a:lnTo>
                <a:lnTo>
                  <a:pt x="83915" y="291369"/>
                </a:lnTo>
                <a:lnTo>
                  <a:pt x="125706" y="283654"/>
                </a:lnTo>
                <a:lnTo>
                  <a:pt x="151376" y="253436"/>
                </a:lnTo>
                <a:lnTo>
                  <a:pt x="152495" y="242601"/>
                </a:lnTo>
                <a:lnTo>
                  <a:pt x="152495" y="233457"/>
                </a:lnTo>
                <a:lnTo>
                  <a:pt x="126087" y="199215"/>
                </a:lnTo>
                <a:lnTo>
                  <a:pt x="85796" y="176712"/>
                </a:lnTo>
                <a:lnTo>
                  <a:pt x="77819" y="172402"/>
                </a:lnTo>
                <a:lnTo>
                  <a:pt x="40728" y="151709"/>
                </a:lnTo>
                <a:lnTo>
                  <a:pt x="9786" y="120125"/>
                </a:lnTo>
                <a:lnTo>
                  <a:pt x="0" y="83915"/>
                </a:lnTo>
                <a:lnTo>
                  <a:pt x="595" y="73032"/>
                </a:lnTo>
                <a:lnTo>
                  <a:pt x="21145" y="31146"/>
                </a:lnTo>
                <a:lnTo>
                  <a:pt x="60220" y="7169"/>
                </a:lnTo>
                <a:lnTo>
                  <a:pt x="99560" y="285"/>
                </a:lnTo>
                <a:lnTo>
                  <a:pt x="109823" y="0"/>
                </a:lnTo>
                <a:lnTo>
                  <a:pt x="131232" y="595"/>
                </a:lnTo>
                <a:lnTo>
                  <a:pt x="149649" y="2476"/>
                </a:lnTo>
                <a:lnTo>
                  <a:pt x="164941" y="5786"/>
                </a:lnTo>
                <a:lnTo>
                  <a:pt x="176974" y="10667"/>
                </a:lnTo>
                <a:lnTo>
                  <a:pt x="176974" y="51911"/>
                </a:lnTo>
                <a:lnTo>
                  <a:pt x="162298" y="43672"/>
                </a:lnTo>
                <a:lnTo>
                  <a:pt x="145649" y="37433"/>
                </a:lnTo>
                <a:lnTo>
                  <a:pt x="126731" y="33480"/>
                </a:lnTo>
                <a:lnTo>
                  <a:pt x="105251" y="32099"/>
                </a:lnTo>
                <a:lnTo>
                  <a:pt x="97631" y="32099"/>
                </a:lnTo>
                <a:lnTo>
                  <a:pt x="82391" y="35147"/>
                </a:lnTo>
                <a:lnTo>
                  <a:pt x="73247" y="36671"/>
                </a:lnTo>
                <a:lnTo>
                  <a:pt x="61055" y="42767"/>
                </a:lnTo>
                <a:lnTo>
                  <a:pt x="53435" y="47339"/>
                </a:lnTo>
                <a:lnTo>
                  <a:pt x="48863" y="51911"/>
                </a:lnTo>
                <a:lnTo>
                  <a:pt x="45815" y="58007"/>
                </a:lnTo>
                <a:lnTo>
                  <a:pt x="41243" y="64103"/>
                </a:lnTo>
                <a:lnTo>
                  <a:pt x="39719" y="71723"/>
                </a:lnTo>
                <a:lnTo>
                  <a:pt x="39719" y="88487"/>
                </a:lnTo>
                <a:lnTo>
                  <a:pt x="61317" y="120887"/>
                </a:lnTo>
                <a:lnTo>
                  <a:pt x="91725" y="138302"/>
                </a:lnTo>
                <a:lnTo>
                  <a:pt x="106775" y="146494"/>
                </a:lnTo>
                <a:lnTo>
                  <a:pt x="115633" y="150185"/>
                </a:lnTo>
                <a:lnTo>
                  <a:pt x="123920" y="154304"/>
                </a:lnTo>
                <a:lnTo>
                  <a:pt x="131635" y="158710"/>
                </a:lnTo>
                <a:lnTo>
                  <a:pt x="138779" y="163258"/>
                </a:lnTo>
                <a:lnTo>
                  <a:pt x="146494" y="167854"/>
                </a:lnTo>
                <a:lnTo>
                  <a:pt x="176545" y="195452"/>
                </a:lnTo>
                <a:lnTo>
                  <a:pt x="190690" y="239553"/>
                </a:lnTo>
                <a:lnTo>
                  <a:pt x="190119" y="250674"/>
                </a:lnTo>
                <a:lnTo>
                  <a:pt x="176609" y="286654"/>
                </a:lnTo>
                <a:lnTo>
                  <a:pt x="139922" y="313277"/>
                </a:lnTo>
                <a:lnTo>
                  <a:pt x="100488" y="322421"/>
                </a:lnTo>
                <a:lnTo>
                  <a:pt x="89844" y="323111"/>
                </a:lnTo>
                <a:lnTo>
                  <a:pt x="79343" y="3233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176081" y="3084385"/>
            <a:ext cx="860425" cy="433705"/>
          </a:xfrm>
          <a:custGeom>
            <a:avLst/>
            <a:gdLst/>
            <a:ahLst/>
            <a:cxnLst/>
            <a:rect l="l" t="t" r="r" b="b"/>
            <a:pathLst>
              <a:path w="860425" h="433704">
                <a:moveTo>
                  <a:pt x="431571" y="64008"/>
                </a:moveTo>
                <a:lnTo>
                  <a:pt x="187540" y="64008"/>
                </a:lnTo>
                <a:lnTo>
                  <a:pt x="198780" y="38862"/>
                </a:lnTo>
                <a:lnTo>
                  <a:pt x="204038" y="26289"/>
                </a:lnTo>
                <a:lnTo>
                  <a:pt x="208876" y="13716"/>
                </a:lnTo>
                <a:lnTo>
                  <a:pt x="175348" y="0"/>
                </a:lnTo>
                <a:lnTo>
                  <a:pt x="147916" y="64008"/>
                </a:lnTo>
                <a:lnTo>
                  <a:pt x="7620" y="64008"/>
                </a:lnTo>
                <a:lnTo>
                  <a:pt x="7620" y="96113"/>
                </a:lnTo>
                <a:lnTo>
                  <a:pt x="131152" y="96113"/>
                </a:lnTo>
                <a:lnTo>
                  <a:pt x="103974" y="142392"/>
                </a:lnTo>
                <a:lnTo>
                  <a:pt x="72961" y="187413"/>
                </a:lnTo>
                <a:lnTo>
                  <a:pt x="38265" y="231000"/>
                </a:lnTo>
                <a:lnTo>
                  <a:pt x="0" y="272986"/>
                </a:lnTo>
                <a:lnTo>
                  <a:pt x="6591" y="280123"/>
                </a:lnTo>
                <a:lnTo>
                  <a:pt x="12763" y="287705"/>
                </a:lnTo>
                <a:lnTo>
                  <a:pt x="24384" y="303568"/>
                </a:lnTo>
                <a:lnTo>
                  <a:pt x="41236" y="284962"/>
                </a:lnTo>
                <a:lnTo>
                  <a:pt x="57531" y="265950"/>
                </a:lnTo>
                <a:lnTo>
                  <a:pt x="73240" y="246684"/>
                </a:lnTo>
                <a:lnTo>
                  <a:pt x="88392" y="227266"/>
                </a:lnTo>
                <a:lnTo>
                  <a:pt x="88392" y="399669"/>
                </a:lnTo>
                <a:lnTo>
                  <a:pt x="122008" y="399669"/>
                </a:lnTo>
                <a:lnTo>
                  <a:pt x="122008" y="216598"/>
                </a:lnTo>
                <a:lnTo>
                  <a:pt x="221068" y="216598"/>
                </a:lnTo>
                <a:lnTo>
                  <a:pt x="221068" y="433197"/>
                </a:lnTo>
                <a:lnTo>
                  <a:pt x="256222" y="433197"/>
                </a:lnTo>
                <a:lnTo>
                  <a:pt x="256222" y="216598"/>
                </a:lnTo>
                <a:lnTo>
                  <a:pt x="356806" y="216598"/>
                </a:lnTo>
                <a:lnTo>
                  <a:pt x="356806" y="327952"/>
                </a:lnTo>
                <a:lnTo>
                  <a:pt x="354850" y="340804"/>
                </a:lnTo>
                <a:lnTo>
                  <a:pt x="349186" y="349669"/>
                </a:lnTo>
                <a:lnTo>
                  <a:pt x="340080" y="354520"/>
                </a:lnTo>
                <a:lnTo>
                  <a:pt x="327850" y="355384"/>
                </a:lnTo>
                <a:lnTo>
                  <a:pt x="321005" y="355333"/>
                </a:lnTo>
                <a:lnTo>
                  <a:pt x="309753" y="355003"/>
                </a:lnTo>
                <a:lnTo>
                  <a:pt x="294195" y="354101"/>
                </a:lnTo>
                <a:lnTo>
                  <a:pt x="274510" y="352336"/>
                </a:lnTo>
                <a:lnTo>
                  <a:pt x="280720" y="380885"/>
                </a:lnTo>
                <a:lnTo>
                  <a:pt x="282130" y="389001"/>
                </a:lnTo>
                <a:lnTo>
                  <a:pt x="347662" y="389001"/>
                </a:lnTo>
                <a:lnTo>
                  <a:pt x="366788" y="385826"/>
                </a:lnTo>
                <a:lnTo>
                  <a:pt x="380657" y="376199"/>
                </a:lnTo>
                <a:lnTo>
                  <a:pt x="389102" y="359994"/>
                </a:lnTo>
                <a:lnTo>
                  <a:pt x="391947" y="337096"/>
                </a:lnTo>
                <a:lnTo>
                  <a:pt x="391947" y="186118"/>
                </a:lnTo>
                <a:lnTo>
                  <a:pt x="256222" y="186118"/>
                </a:lnTo>
                <a:lnTo>
                  <a:pt x="256222" y="118973"/>
                </a:lnTo>
                <a:lnTo>
                  <a:pt x="221068" y="118973"/>
                </a:lnTo>
                <a:lnTo>
                  <a:pt x="221068" y="186118"/>
                </a:lnTo>
                <a:lnTo>
                  <a:pt x="117436" y="186118"/>
                </a:lnTo>
                <a:lnTo>
                  <a:pt x="131775" y="164096"/>
                </a:lnTo>
                <a:lnTo>
                  <a:pt x="145249" y="141655"/>
                </a:lnTo>
                <a:lnTo>
                  <a:pt x="158153" y="118948"/>
                </a:lnTo>
                <a:lnTo>
                  <a:pt x="170776" y="96113"/>
                </a:lnTo>
                <a:lnTo>
                  <a:pt x="431571" y="96113"/>
                </a:lnTo>
                <a:lnTo>
                  <a:pt x="431571" y="64008"/>
                </a:lnTo>
                <a:close/>
              </a:path>
              <a:path w="860425" h="433704">
                <a:moveTo>
                  <a:pt x="767041" y="240995"/>
                </a:moveTo>
                <a:lnTo>
                  <a:pt x="733513" y="240995"/>
                </a:lnTo>
                <a:lnTo>
                  <a:pt x="733513" y="269951"/>
                </a:lnTo>
                <a:lnTo>
                  <a:pt x="733513" y="324904"/>
                </a:lnTo>
                <a:lnTo>
                  <a:pt x="608457" y="324904"/>
                </a:lnTo>
                <a:lnTo>
                  <a:pt x="608457" y="269951"/>
                </a:lnTo>
                <a:lnTo>
                  <a:pt x="733513" y="269951"/>
                </a:lnTo>
                <a:lnTo>
                  <a:pt x="733513" y="240995"/>
                </a:lnTo>
                <a:lnTo>
                  <a:pt x="574929" y="240995"/>
                </a:lnTo>
                <a:lnTo>
                  <a:pt x="574929" y="372148"/>
                </a:lnTo>
                <a:lnTo>
                  <a:pt x="608457" y="372148"/>
                </a:lnTo>
                <a:lnTo>
                  <a:pt x="608457" y="353860"/>
                </a:lnTo>
                <a:lnTo>
                  <a:pt x="767041" y="353860"/>
                </a:lnTo>
                <a:lnTo>
                  <a:pt x="767041" y="324904"/>
                </a:lnTo>
                <a:lnTo>
                  <a:pt x="767041" y="269951"/>
                </a:lnTo>
                <a:lnTo>
                  <a:pt x="767041" y="240995"/>
                </a:lnTo>
                <a:close/>
              </a:path>
              <a:path w="860425" h="433704">
                <a:moveTo>
                  <a:pt x="860107" y="173837"/>
                </a:moveTo>
                <a:lnTo>
                  <a:pt x="533781" y="173837"/>
                </a:lnTo>
                <a:lnTo>
                  <a:pt x="533781" y="135737"/>
                </a:lnTo>
                <a:lnTo>
                  <a:pt x="805243" y="135737"/>
                </a:lnTo>
                <a:lnTo>
                  <a:pt x="805243" y="147929"/>
                </a:lnTo>
                <a:lnTo>
                  <a:pt x="838771" y="147929"/>
                </a:lnTo>
                <a:lnTo>
                  <a:pt x="838771" y="135737"/>
                </a:lnTo>
                <a:lnTo>
                  <a:pt x="838771" y="105257"/>
                </a:lnTo>
                <a:lnTo>
                  <a:pt x="838771" y="53340"/>
                </a:lnTo>
                <a:lnTo>
                  <a:pt x="838771" y="24384"/>
                </a:lnTo>
                <a:lnTo>
                  <a:pt x="805243" y="24384"/>
                </a:lnTo>
                <a:lnTo>
                  <a:pt x="805243" y="53340"/>
                </a:lnTo>
                <a:lnTo>
                  <a:pt x="805243" y="105257"/>
                </a:lnTo>
                <a:lnTo>
                  <a:pt x="533781" y="105257"/>
                </a:lnTo>
                <a:lnTo>
                  <a:pt x="533781" y="53340"/>
                </a:lnTo>
                <a:lnTo>
                  <a:pt x="805243" y="53340"/>
                </a:lnTo>
                <a:lnTo>
                  <a:pt x="805243" y="24384"/>
                </a:lnTo>
                <a:lnTo>
                  <a:pt x="498627" y="24384"/>
                </a:lnTo>
                <a:lnTo>
                  <a:pt x="498627" y="205943"/>
                </a:lnTo>
                <a:lnTo>
                  <a:pt x="495477" y="261429"/>
                </a:lnTo>
                <a:lnTo>
                  <a:pt x="486054" y="311188"/>
                </a:lnTo>
                <a:lnTo>
                  <a:pt x="470331" y="355231"/>
                </a:lnTo>
                <a:lnTo>
                  <a:pt x="448335" y="393585"/>
                </a:lnTo>
                <a:lnTo>
                  <a:pt x="455790" y="401586"/>
                </a:lnTo>
                <a:lnTo>
                  <a:pt x="462241" y="409587"/>
                </a:lnTo>
                <a:lnTo>
                  <a:pt x="467842" y="417588"/>
                </a:lnTo>
                <a:lnTo>
                  <a:pt x="472719" y="425589"/>
                </a:lnTo>
                <a:lnTo>
                  <a:pt x="494868" y="390982"/>
                </a:lnTo>
                <a:lnTo>
                  <a:pt x="511987" y="351345"/>
                </a:lnTo>
                <a:lnTo>
                  <a:pt x="524129" y="306743"/>
                </a:lnTo>
                <a:lnTo>
                  <a:pt x="531380" y="257238"/>
                </a:lnTo>
                <a:lnTo>
                  <a:pt x="533781" y="202882"/>
                </a:lnTo>
                <a:lnTo>
                  <a:pt x="823531" y="202882"/>
                </a:lnTo>
                <a:lnTo>
                  <a:pt x="822401" y="246024"/>
                </a:lnTo>
                <a:lnTo>
                  <a:pt x="821436" y="281609"/>
                </a:lnTo>
                <a:lnTo>
                  <a:pt x="820801" y="306743"/>
                </a:lnTo>
                <a:lnTo>
                  <a:pt x="820712" y="311188"/>
                </a:lnTo>
                <a:lnTo>
                  <a:pt x="820483" y="329476"/>
                </a:lnTo>
                <a:lnTo>
                  <a:pt x="818146" y="346316"/>
                </a:lnTo>
                <a:lnTo>
                  <a:pt x="802538" y="384302"/>
                </a:lnTo>
                <a:lnTo>
                  <a:pt x="773137" y="392061"/>
                </a:lnTo>
                <a:lnTo>
                  <a:pt x="755154" y="391528"/>
                </a:lnTo>
                <a:lnTo>
                  <a:pt x="735609" y="390156"/>
                </a:lnTo>
                <a:lnTo>
                  <a:pt x="692365" y="385965"/>
                </a:lnTo>
                <a:lnTo>
                  <a:pt x="694385" y="394271"/>
                </a:lnTo>
                <a:lnTo>
                  <a:pt x="695985" y="403301"/>
                </a:lnTo>
                <a:lnTo>
                  <a:pt x="697293" y="413181"/>
                </a:lnTo>
                <a:lnTo>
                  <a:pt x="698461" y="424065"/>
                </a:lnTo>
                <a:lnTo>
                  <a:pt x="717943" y="424942"/>
                </a:lnTo>
                <a:lnTo>
                  <a:pt x="735418" y="425399"/>
                </a:lnTo>
                <a:lnTo>
                  <a:pt x="765517" y="425589"/>
                </a:lnTo>
                <a:lnTo>
                  <a:pt x="790397" y="424395"/>
                </a:lnTo>
                <a:lnTo>
                  <a:pt x="834199" y="404253"/>
                </a:lnTo>
                <a:lnTo>
                  <a:pt x="851763" y="356806"/>
                </a:lnTo>
                <a:lnTo>
                  <a:pt x="855345" y="309486"/>
                </a:lnTo>
                <a:lnTo>
                  <a:pt x="858723" y="229323"/>
                </a:lnTo>
                <a:lnTo>
                  <a:pt x="859383" y="202882"/>
                </a:lnTo>
                <a:lnTo>
                  <a:pt x="860107" y="17383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133820" y="3404711"/>
            <a:ext cx="68580" cy="117475"/>
          </a:xfrm>
          <a:custGeom>
            <a:avLst/>
            <a:gdLst/>
            <a:ahLst/>
            <a:cxnLst/>
            <a:rect l="l" t="t" r="r" b="b"/>
            <a:pathLst>
              <a:path w="68580" h="117475">
                <a:moveTo>
                  <a:pt x="30479" y="117443"/>
                </a:moveTo>
                <a:lnTo>
                  <a:pt x="0" y="117443"/>
                </a:lnTo>
                <a:lnTo>
                  <a:pt x="27431" y="0"/>
                </a:lnTo>
                <a:lnTo>
                  <a:pt x="68579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521100" y="3084385"/>
            <a:ext cx="886460" cy="436880"/>
          </a:xfrm>
          <a:custGeom>
            <a:avLst/>
            <a:gdLst/>
            <a:ahLst/>
            <a:cxnLst/>
            <a:rect l="l" t="t" r="r" b="b"/>
            <a:pathLst>
              <a:path w="886460" h="436879">
                <a:moveTo>
                  <a:pt x="413296" y="54864"/>
                </a:moveTo>
                <a:lnTo>
                  <a:pt x="236410" y="54864"/>
                </a:lnTo>
                <a:lnTo>
                  <a:pt x="256222" y="44196"/>
                </a:lnTo>
                <a:lnTo>
                  <a:pt x="246202" y="32156"/>
                </a:lnTo>
                <a:lnTo>
                  <a:pt x="236601" y="20955"/>
                </a:lnTo>
                <a:lnTo>
                  <a:pt x="227291" y="10337"/>
                </a:lnTo>
                <a:lnTo>
                  <a:pt x="218122" y="0"/>
                </a:lnTo>
                <a:lnTo>
                  <a:pt x="184594" y="18288"/>
                </a:lnTo>
                <a:lnTo>
                  <a:pt x="192316" y="27432"/>
                </a:lnTo>
                <a:lnTo>
                  <a:pt x="199453" y="36576"/>
                </a:lnTo>
                <a:lnTo>
                  <a:pt x="206032" y="45720"/>
                </a:lnTo>
                <a:lnTo>
                  <a:pt x="212026" y="54864"/>
                </a:lnTo>
                <a:lnTo>
                  <a:pt x="26009" y="54864"/>
                </a:lnTo>
                <a:lnTo>
                  <a:pt x="26009" y="137261"/>
                </a:lnTo>
                <a:lnTo>
                  <a:pt x="59537" y="137261"/>
                </a:lnTo>
                <a:lnTo>
                  <a:pt x="59537" y="88493"/>
                </a:lnTo>
                <a:lnTo>
                  <a:pt x="378244" y="88493"/>
                </a:lnTo>
                <a:lnTo>
                  <a:pt x="378244" y="138785"/>
                </a:lnTo>
                <a:lnTo>
                  <a:pt x="413296" y="138785"/>
                </a:lnTo>
                <a:lnTo>
                  <a:pt x="413296" y="88493"/>
                </a:lnTo>
                <a:lnTo>
                  <a:pt x="413296" y="54864"/>
                </a:lnTo>
                <a:close/>
              </a:path>
              <a:path w="886460" h="436879">
                <a:moveTo>
                  <a:pt x="436245" y="382816"/>
                </a:moveTo>
                <a:lnTo>
                  <a:pt x="385851" y="384606"/>
                </a:lnTo>
                <a:lnTo>
                  <a:pt x="343128" y="385279"/>
                </a:lnTo>
                <a:lnTo>
                  <a:pt x="290804" y="385229"/>
                </a:lnTo>
                <a:lnTo>
                  <a:pt x="245554" y="384340"/>
                </a:lnTo>
                <a:lnTo>
                  <a:pt x="245554" y="382816"/>
                </a:lnTo>
                <a:lnTo>
                  <a:pt x="245554" y="292900"/>
                </a:lnTo>
                <a:lnTo>
                  <a:pt x="398056" y="292900"/>
                </a:lnTo>
                <a:lnTo>
                  <a:pt x="398056" y="260794"/>
                </a:lnTo>
                <a:lnTo>
                  <a:pt x="245554" y="260794"/>
                </a:lnTo>
                <a:lnTo>
                  <a:pt x="245554" y="189166"/>
                </a:lnTo>
                <a:lnTo>
                  <a:pt x="425488" y="189166"/>
                </a:lnTo>
                <a:lnTo>
                  <a:pt x="425488" y="157073"/>
                </a:lnTo>
                <a:lnTo>
                  <a:pt x="9144" y="157073"/>
                </a:lnTo>
                <a:lnTo>
                  <a:pt x="9144" y="189166"/>
                </a:lnTo>
                <a:lnTo>
                  <a:pt x="210502" y="189166"/>
                </a:lnTo>
                <a:lnTo>
                  <a:pt x="210502" y="382816"/>
                </a:lnTo>
                <a:lnTo>
                  <a:pt x="176479" y="373367"/>
                </a:lnTo>
                <a:lnTo>
                  <a:pt x="147586" y="356336"/>
                </a:lnTo>
                <a:lnTo>
                  <a:pt x="130581" y="338620"/>
                </a:lnTo>
                <a:lnTo>
                  <a:pt x="123837" y="331597"/>
                </a:lnTo>
                <a:lnTo>
                  <a:pt x="105257" y="298996"/>
                </a:lnTo>
                <a:lnTo>
                  <a:pt x="109778" y="281266"/>
                </a:lnTo>
                <a:lnTo>
                  <a:pt x="114020" y="262712"/>
                </a:lnTo>
                <a:lnTo>
                  <a:pt x="117678" y="243611"/>
                </a:lnTo>
                <a:lnTo>
                  <a:pt x="120497" y="224218"/>
                </a:lnTo>
                <a:lnTo>
                  <a:pt x="83921" y="218122"/>
                </a:lnTo>
                <a:lnTo>
                  <a:pt x="74244" y="275069"/>
                </a:lnTo>
                <a:lnTo>
                  <a:pt x="56857" y="324713"/>
                </a:lnTo>
                <a:lnTo>
                  <a:pt x="32016" y="367207"/>
                </a:lnTo>
                <a:lnTo>
                  <a:pt x="0" y="402717"/>
                </a:lnTo>
                <a:lnTo>
                  <a:pt x="5943" y="410959"/>
                </a:lnTo>
                <a:lnTo>
                  <a:pt x="12052" y="419493"/>
                </a:lnTo>
                <a:lnTo>
                  <a:pt x="17868" y="428015"/>
                </a:lnTo>
                <a:lnTo>
                  <a:pt x="22961" y="436257"/>
                </a:lnTo>
                <a:lnTo>
                  <a:pt x="43294" y="415429"/>
                </a:lnTo>
                <a:lnTo>
                  <a:pt x="61048" y="392010"/>
                </a:lnTo>
                <a:lnTo>
                  <a:pt x="76530" y="366306"/>
                </a:lnTo>
                <a:lnTo>
                  <a:pt x="90017" y="338620"/>
                </a:lnTo>
                <a:lnTo>
                  <a:pt x="116954" y="373557"/>
                </a:lnTo>
                <a:lnTo>
                  <a:pt x="150063" y="398335"/>
                </a:lnTo>
                <a:lnTo>
                  <a:pt x="189750" y="413080"/>
                </a:lnTo>
                <a:lnTo>
                  <a:pt x="236410" y="417969"/>
                </a:lnTo>
                <a:lnTo>
                  <a:pt x="323329" y="419874"/>
                </a:lnTo>
                <a:lnTo>
                  <a:pt x="371932" y="420103"/>
                </a:lnTo>
                <a:lnTo>
                  <a:pt x="423964" y="419493"/>
                </a:lnTo>
                <a:lnTo>
                  <a:pt x="426516" y="410337"/>
                </a:lnTo>
                <a:lnTo>
                  <a:pt x="429526" y="401193"/>
                </a:lnTo>
                <a:lnTo>
                  <a:pt x="432828" y="392010"/>
                </a:lnTo>
                <a:lnTo>
                  <a:pt x="435292" y="385368"/>
                </a:lnTo>
                <a:lnTo>
                  <a:pt x="436245" y="382816"/>
                </a:lnTo>
                <a:close/>
              </a:path>
              <a:path w="886460" h="436879">
                <a:moveTo>
                  <a:pt x="579602" y="10668"/>
                </a:moveTo>
                <a:lnTo>
                  <a:pt x="542925" y="1524"/>
                </a:lnTo>
                <a:lnTo>
                  <a:pt x="528853" y="48056"/>
                </a:lnTo>
                <a:lnTo>
                  <a:pt x="512292" y="92519"/>
                </a:lnTo>
                <a:lnTo>
                  <a:pt x="493331" y="135064"/>
                </a:lnTo>
                <a:lnTo>
                  <a:pt x="472020" y="175869"/>
                </a:lnTo>
                <a:lnTo>
                  <a:pt x="448437" y="215074"/>
                </a:lnTo>
                <a:lnTo>
                  <a:pt x="453555" y="226034"/>
                </a:lnTo>
                <a:lnTo>
                  <a:pt x="457962" y="236601"/>
                </a:lnTo>
                <a:lnTo>
                  <a:pt x="461721" y="246151"/>
                </a:lnTo>
                <a:lnTo>
                  <a:pt x="465201" y="254698"/>
                </a:lnTo>
                <a:lnTo>
                  <a:pt x="476364" y="238150"/>
                </a:lnTo>
                <a:lnTo>
                  <a:pt x="487108" y="220599"/>
                </a:lnTo>
                <a:lnTo>
                  <a:pt x="497560" y="202196"/>
                </a:lnTo>
                <a:lnTo>
                  <a:pt x="507873" y="183070"/>
                </a:lnTo>
                <a:lnTo>
                  <a:pt x="507873" y="434733"/>
                </a:lnTo>
                <a:lnTo>
                  <a:pt x="541401" y="434733"/>
                </a:lnTo>
                <a:lnTo>
                  <a:pt x="541401" y="183070"/>
                </a:lnTo>
                <a:lnTo>
                  <a:pt x="541401" y="114401"/>
                </a:lnTo>
                <a:lnTo>
                  <a:pt x="551649" y="90055"/>
                </a:lnTo>
                <a:lnTo>
                  <a:pt x="561543" y="65074"/>
                </a:lnTo>
                <a:lnTo>
                  <a:pt x="571055" y="38455"/>
                </a:lnTo>
                <a:lnTo>
                  <a:pt x="579602" y="10668"/>
                </a:lnTo>
                <a:close/>
              </a:path>
              <a:path w="886460" h="436879">
                <a:moveTo>
                  <a:pt x="699998" y="334048"/>
                </a:moveTo>
                <a:lnTo>
                  <a:pt x="683133" y="280009"/>
                </a:lnTo>
                <a:lnTo>
                  <a:pt x="666851" y="230124"/>
                </a:lnTo>
                <a:lnTo>
                  <a:pt x="651129" y="184543"/>
                </a:lnTo>
                <a:lnTo>
                  <a:pt x="635990" y="143357"/>
                </a:lnTo>
                <a:lnTo>
                  <a:pt x="603986" y="154025"/>
                </a:lnTo>
                <a:lnTo>
                  <a:pt x="618845" y="197561"/>
                </a:lnTo>
                <a:lnTo>
                  <a:pt x="633704" y="243649"/>
                </a:lnTo>
                <a:lnTo>
                  <a:pt x="648563" y="292608"/>
                </a:lnTo>
                <a:lnTo>
                  <a:pt x="663422" y="344716"/>
                </a:lnTo>
                <a:lnTo>
                  <a:pt x="699998" y="334048"/>
                </a:lnTo>
                <a:close/>
              </a:path>
              <a:path w="886460" h="436879">
                <a:moveTo>
                  <a:pt x="876973" y="80873"/>
                </a:moveTo>
                <a:lnTo>
                  <a:pt x="733615" y="80873"/>
                </a:lnTo>
                <a:lnTo>
                  <a:pt x="765619" y="59436"/>
                </a:lnTo>
                <a:lnTo>
                  <a:pt x="752233" y="42011"/>
                </a:lnTo>
                <a:lnTo>
                  <a:pt x="739711" y="26289"/>
                </a:lnTo>
                <a:lnTo>
                  <a:pt x="718375" y="0"/>
                </a:lnTo>
                <a:lnTo>
                  <a:pt x="687806" y="19812"/>
                </a:lnTo>
                <a:lnTo>
                  <a:pt x="699858" y="34696"/>
                </a:lnTo>
                <a:lnTo>
                  <a:pt x="711085" y="49733"/>
                </a:lnTo>
                <a:lnTo>
                  <a:pt x="721741" y="65074"/>
                </a:lnTo>
                <a:lnTo>
                  <a:pt x="732091" y="80873"/>
                </a:lnTo>
                <a:lnTo>
                  <a:pt x="576554" y="80873"/>
                </a:lnTo>
                <a:lnTo>
                  <a:pt x="576554" y="114401"/>
                </a:lnTo>
                <a:lnTo>
                  <a:pt x="876973" y="114401"/>
                </a:lnTo>
                <a:lnTo>
                  <a:pt x="876973" y="80873"/>
                </a:lnTo>
                <a:close/>
              </a:path>
              <a:path w="886460" h="436879">
                <a:moveTo>
                  <a:pt x="886117" y="379768"/>
                </a:moveTo>
                <a:lnTo>
                  <a:pt x="776287" y="379768"/>
                </a:lnTo>
                <a:lnTo>
                  <a:pt x="794740" y="323024"/>
                </a:lnTo>
                <a:lnTo>
                  <a:pt x="811580" y="271792"/>
                </a:lnTo>
                <a:lnTo>
                  <a:pt x="826617" y="226199"/>
                </a:lnTo>
                <a:lnTo>
                  <a:pt x="839876" y="185775"/>
                </a:lnTo>
                <a:lnTo>
                  <a:pt x="851065" y="150977"/>
                </a:lnTo>
                <a:lnTo>
                  <a:pt x="811339" y="138785"/>
                </a:lnTo>
                <a:lnTo>
                  <a:pt x="795261" y="198259"/>
                </a:lnTo>
                <a:lnTo>
                  <a:pt x="779983" y="252183"/>
                </a:lnTo>
                <a:lnTo>
                  <a:pt x="765581" y="300456"/>
                </a:lnTo>
                <a:lnTo>
                  <a:pt x="752132" y="343014"/>
                </a:lnTo>
                <a:lnTo>
                  <a:pt x="739711" y="379768"/>
                </a:lnTo>
                <a:lnTo>
                  <a:pt x="567309" y="379768"/>
                </a:lnTo>
                <a:lnTo>
                  <a:pt x="567309" y="411873"/>
                </a:lnTo>
                <a:lnTo>
                  <a:pt x="886117" y="411873"/>
                </a:lnTo>
                <a:lnTo>
                  <a:pt x="886117" y="37976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480369" y="3404711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10" h="117475">
                <a:moveTo>
                  <a:pt x="30575" y="117443"/>
                </a:moveTo>
                <a:lnTo>
                  <a:pt x="0" y="117443"/>
                </a:lnTo>
                <a:lnTo>
                  <a:pt x="26003" y="0"/>
                </a:lnTo>
                <a:lnTo>
                  <a:pt x="67151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872316" y="3088957"/>
            <a:ext cx="1778635" cy="431800"/>
          </a:xfrm>
          <a:custGeom>
            <a:avLst/>
            <a:gdLst/>
            <a:ahLst/>
            <a:cxnLst/>
            <a:rect l="l" t="t" r="r" b="b"/>
            <a:pathLst>
              <a:path w="1778634" h="431800">
                <a:moveTo>
                  <a:pt x="120497" y="329476"/>
                </a:moveTo>
                <a:lnTo>
                  <a:pt x="106540" y="307771"/>
                </a:lnTo>
                <a:lnTo>
                  <a:pt x="90017" y="283895"/>
                </a:lnTo>
                <a:lnTo>
                  <a:pt x="71196" y="258025"/>
                </a:lnTo>
                <a:lnTo>
                  <a:pt x="50393" y="230327"/>
                </a:lnTo>
                <a:lnTo>
                  <a:pt x="24384" y="248615"/>
                </a:lnTo>
                <a:lnTo>
                  <a:pt x="42341" y="274878"/>
                </a:lnTo>
                <a:lnTo>
                  <a:pt x="59486" y="300888"/>
                </a:lnTo>
                <a:lnTo>
                  <a:pt x="75476" y="326288"/>
                </a:lnTo>
                <a:lnTo>
                  <a:pt x="90017" y="350812"/>
                </a:lnTo>
                <a:lnTo>
                  <a:pt x="120497" y="329476"/>
                </a:lnTo>
                <a:close/>
              </a:path>
              <a:path w="1778634" h="431800">
                <a:moveTo>
                  <a:pt x="376720" y="16764"/>
                </a:moveTo>
                <a:lnTo>
                  <a:pt x="341668" y="16764"/>
                </a:lnTo>
                <a:lnTo>
                  <a:pt x="341668" y="48780"/>
                </a:lnTo>
                <a:lnTo>
                  <a:pt x="341668" y="94589"/>
                </a:lnTo>
                <a:lnTo>
                  <a:pt x="341668" y="123545"/>
                </a:lnTo>
                <a:lnTo>
                  <a:pt x="341668" y="167741"/>
                </a:lnTo>
                <a:lnTo>
                  <a:pt x="83921" y="167741"/>
                </a:lnTo>
                <a:lnTo>
                  <a:pt x="83921" y="123545"/>
                </a:lnTo>
                <a:lnTo>
                  <a:pt x="341668" y="123545"/>
                </a:lnTo>
                <a:lnTo>
                  <a:pt x="341668" y="94589"/>
                </a:lnTo>
                <a:lnTo>
                  <a:pt x="83921" y="94589"/>
                </a:lnTo>
                <a:lnTo>
                  <a:pt x="83921" y="48780"/>
                </a:lnTo>
                <a:lnTo>
                  <a:pt x="341668" y="48780"/>
                </a:lnTo>
                <a:lnTo>
                  <a:pt x="341668" y="16764"/>
                </a:lnTo>
                <a:lnTo>
                  <a:pt x="50393" y="16764"/>
                </a:lnTo>
                <a:lnTo>
                  <a:pt x="50393" y="215087"/>
                </a:lnTo>
                <a:lnTo>
                  <a:pt x="83921" y="215087"/>
                </a:lnTo>
                <a:lnTo>
                  <a:pt x="83921" y="199847"/>
                </a:lnTo>
                <a:lnTo>
                  <a:pt x="341668" y="199847"/>
                </a:lnTo>
                <a:lnTo>
                  <a:pt x="341668" y="215087"/>
                </a:lnTo>
                <a:lnTo>
                  <a:pt x="376720" y="215087"/>
                </a:lnTo>
                <a:lnTo>
                  <a:pt x="376720" y="199847"/>
                </a:lnTo>
                <a:lnTo>
                  <a:pt x="376720" y="167741"/>
                </a:lnTo>
                <a:lnTo>
                  <a:pt x="376720" y="123545"/>
                </a:lnTo>
                <a:lnTo>
                  <a:pt x="376720" y="94589"/>
                </a:lnTo>
                <a:lnTo>
                  <a:pt x="376720" y="48780"/>
                </a:lnTo>
                <a:lnTo>
                  <a:pt x="376720" y="16764"/>
                </a:lnTo>
                <a:close/>
              </a:path>
              <a:path w="1778634" h="431800">
                <a:moveTo>
                  <a:pt x="404152" y="247091"/>
                </a:moveTo>
                <a:lnTo>
                  <a:pt x="373672" y="230327"/>
                </a:lnTo>
                <a:lnTo>
                  <a:pt x="356539" y="257175"/>
                </a:lnTo>
                <a:lnTo>
                  <a:pt x="339559" y="282752"/>
                </a:lnTo>
                <a:lnTo>
                  <a:pt x="322834" y="306908"/>
                </a:lnTo>
                <a:lnTo>
                  <a:pt x="306514" y="329476"/>
                </a:lnTo>
                <a:lnTo>
                  <a:pt x="335572" y="349288"/>
                </a:lnTo>
                <a:lnTo>
                  <a:pt x="351853" y="325831"/>
                </a:lnTo>
                <a:lnTo>
                  <a:pt x="368719" y="301078"/>
                </a:lnTo>
                <a:lnTo>
                  <a:pt x="386130" y="274904"/>
                </a:lnTo>
                <a:lnTo>
                  <a:pt x="404152" y="247091"/>
                </a:lnTo>
                <a:close/>
              </a:path>
              <a:path w="1778634" h="431800">
                <a:moveTo>
                  <a:pt x="427012" y="381393"/>
                </a:moveTo>
                <a:lnTo>
                  <a:pt x="277558" y="381393"/>
                </a:lnTo>
                <a:lnTo>
                  <a:pt x="277558" y="212039"/>
                </a:lnTo>
                <a:lnTo>
                  <a:pt x="245554" y="212039"/>
                </a:lnTo>
                <a:lnTo>
                  <a:pt x="245554" y="381393"/>
                </a:lnTo>
                <a:lnTo>
                  <a:pt x="178409" y="381393"/>
                </a:lnTo>
                <a:lnTo>
                  <a:pt x="178409" y="212039"/>
                </a:lnTo>
                <a:lnTo>
                  <a:pt x="144881" y="212039"/>
                </a:lnTo>
                <a:lnTo>
                  <a:pt x="144881" y="381393"/>
                </a:lnTo>
                <a:lnTo>
                  <a:pt x="0" y="381393"/>
                </a:lnTo>
                <a:lnTo>
                  <a:pt x="0" y="411873"/>
                </a:lnTo>
                <a:lnTo>
                  <a:pt x="427012" y="411873"/>
                </a:lnTo>
                <a:lnTo>
                  <a:pt x="427012" y="381393"/>
                </a:lnTo>
                <a:close/>
              </a:path>
              <a:path w="1778634" h="431800">
                <a:moveTo>
                  <a:pt x="573405" y="237947"/>
                </a:moveTo>
                <a:lnTo>
                  <a:pt x="541401" y="221183"/>
                </a:lnTo>
                <a:lnTo>
                  <a:pt x="518248" y="262293"/>
                </a:lnTo>
                <a:lnTo>
                  <a:pt x="494525" y="300850"/>
                </a:lnTo>
                <a:lnTo>
                  <a:pt x="470204" y="336562"/>
                </a:lnTo>
                <a:lnTo>
                  <a:pt x="445300" y="369100"/>
                </a:lnTo>
                <a:lnTo>
                  <a:pt x="453263" y="374586"/>
                </a:lnTo>
                <a:lnTo>
                  <a:pt x="460895" y="379768"/>
                </a:lnTo>
                <a:lnTo>
                  <a:pt x="468096" y="385038"/>
                </a:lnTo>
                <a:lnTo>
                  <a:pt x="474345" y="390537"/>
                </a:lnTo>
                <a:lnTo>
                  <a:pt x="500329" y="353593"/>
                </a:lnTo>
                <a:lnTo>
                  <a:pt x="525589" y="315950"/>
                </a:lnTo>
                <a:lnTo>
                  <a:pt x="549998" y="277456"/>
                </a:lnTo>
                <a:lnTo>
                  <a:pt x="573405" y="237947"/>
                </a:lnTo>
                <a:close/>
              </a:path>
              <a:path w="1778634" h="431800">
                <a:moveTo>
                  <a:pt x="840295" y="25908"/>
                </a:moveTo>
                <a:lnTo>
                  <a:pt x="485013" y="25908"/>
                </a:lnTo>
                <a:lnTo>
                  <a:pt x="485013" y="59436"/>
                </a:lnTo>
                <a:lnTo>
                  <a:pt x="840295" y="59436"/>
                </a:lnTo>
                <a:lnTo>
                  <a:pt x="840295" y="25908"/>
                </a:lnTo>
                <a:close/>
              </a:path>
              <a:path w="1778634" h="431800">
                <a:moveTo>
                  <a:pt x="878395" y="155549"/>
                </a:moveTo>
                <a:lnTo>
                  <a:pt x="443776" y="155549"/>
                </a:lnTo>
                <a:lnTo>
                  <a:pt x="443776" y="187655"/>
                </a:lnTo>
                <a:lnTo>
                  <a:pt x="654278" y="187655"/>
                </a:lnTo>
                <a:lnTo>
                  <a:pt x="654278" y="353860"/>
                </a:lnTo>
                <a:lnTo>
                  <a:pt x="652297" y="366763"/>
                </a:lnTo>
                <a:lnTo>
                  <a:pt x="646468" y="375818"/>
                </a:lnTo>
                <a:lnTo>
                  <a:pt x="636917" y="381152"/>
                </a:lnTo>
                <a:lnTo>
                  <a:pt x="623798" y="382917"/>
                </a:lnTo>
                <a:lnTo>
                  <a:pt x="608393" y="382651"/>
                </a:lnTo>
                <a:lnTo>
                  <a:pt x="592124" y="381952"/>
                </a:lnTo>
                <a:lnTo>
                  <a:pt x="558165" y="379768"/>
                </a:lnTo>
                <a:lnTo>
                  <a:pt x="560171" y="390537"/>
                </a:lnTo>
                <a:lnTo>
                  <a:pt x="601078" y="420827"/>
                </a:lnTo>
                <a:lnTo>
                  <a:pt x="632942" y="421017"/>
                </a:lnTo>
                <a:lnTo>
                  <a:pt x="658698" y="416699"/>
                </a:lnTo>
                <a:lnTo>
                  <a:pt x="676757" y="405955"/>
                </a:lnTo>
                <a:lnTo>
                  <a:pt x="687374" y="388607"/>
                </a:lnTo>
                <a:lnTo>
                  <a:pt x="688200" y="382917"/>
                </a:lnTo>
                <a:lnTo>
                  <a:pt x="690854" y="364528"/>
                </a:lnTo>
                <a:lnTo>
                  <a:pt x="690854" y="187655"/>
                </a:lnTo>
                <a:lnTo>
                  <a:pt x="878395" y="187655"/>
                </a:lnTo>
                <a:lnTo>
                  <a:pt x="878395" y="155549"/>
                </a:lnTo>
                <a:close/>
              </a:path>
              <a:path w="1778634" h="431800">
                <a:moveTo>
                  <a:pt x="879919" y="359956"/>
                </a:moveTo>
                <a:lnTo>
                  <a:pt x="854506" y="323913"/>
                </a:lnTo>
                <a:lnTo>
                  <a:pt x="828675" y="288848"/>
                </a:lnTo>
                <a:lnTo>
                  <a:pt x="802551" y="254647"/>
                </a:lnTo>
                <a:lnTo>
                  <a:pt x="776287" y="221183"/>
                </a:lnTo>
                <a:lnTo>
                  <a:pt x="747331" y="240995"/>
                </a:lnTo>
                <a:lnTo>
                  <a:pt x="770978" y="272148"/>
                </a:lnTo>
                <a:lnTo>
                  <a:pt x="795909" y="305841"/>
                </a:lnTo>
                <a:lnTo>
                  <a:pt x="821702" y="341807"/>
                </a:lnTo>
                <a:lnTo>
                  <a:pt x="847915" y="379768"/>
                </a:lnTo>
                <a:lnTo>
                  <a:pt x="879919" y="359956"/>
                </a:lnTo>
                <a:close/>
              </a:path>
              <a:path w="1778634" h="431800">
                <a:moveTo>
                  <a:pt x="1303972" y="18288"/>
                </a:moveTo>
                <a:lnTo>
                  <a:pt x="1273403" y="18288"/>
                </a:lnTo>
                <a:lnTo>
                  <a:pt x="1273403" y="44196"/>
                </a:lnTo>
                <a:lnTo>
                  <a:pt x="1273403" y="77825"/>
                </a:lnTo>
                <a:lnTo>
                  <a:pt x="972972" y="77825"/>
                </a:lnTo>
                <a:lnTo>
                  <a:pt x="972972" y="44196"/>
                </a:lnTo>
                <a:lnTo>
                  <a:pt x="1273403" y="44196"/>
                </a:lnTo>
                <a:lnTo>
                  <a:pt x="1273403" y="18288"/>
                </a:lnTo>
                <a:lnTo>
                  <a:pt x="944016" y="18288"/>
                </a:lnTo>
                <a:lnTo>
                  <a:pt x="944016" y="201371"/>
                </a:lnTo>
                <a:lnTo>
                  <a:pt x="940612" y="266280"/>
                </a:lnTo>
                <a:lnTo>
                  <a:pt x="930490" y="321475"/>
                </a:lnTo>
                <a:lnTo>
                  <a:pt x="913803" y="366953"/>
                </a:lnTo>
                <a:lnTo>
                  <a:pt x="890676" y="402729"/>
                </a:lnTo>
                <a:lnTo>
                  <a:pt x="896378" y="409816"/>
                </a:lnTo>
                <a:lnTo>
                  <a:pt x="901915" y="417207"/>
                </a:lnTo>
                <a:lnTo>
                  <a:pt x="907186" y="424586"/>
                </a:lnTo>
                <a:lnTo>
                  <a:pt x="912012" y="431685"/>
                </a:lnTo>
                <a:lnTo>
                  <a:pt x="934161" y="398564"/>
                </a:lnTo>
                <a:lnTo>
                  <a:pt x="951255" y="359587"/>
                </a:lnTo>
                <a:lnTo>
                  <a:pt x="963371" y="314731"/>
                </a:lnTo>
                <a:lnTo>
                  <a:pt x="970584" y="264033"/>
                </a:lnTo>
                <a:lnTo>
                  <a:pt x="972972" y="207467"/>
                </a:lnTo>
                <a:lnTo>
                  <a:pt x="972972" y="103733"/>
                </a:lnTo>
                <a:lnTo>
                  <a:pt x="1273403" y="103733"/>
                </a:lnTo>
                <a:lnTo>
                  <a:pt x="1273403" y="111353"/>
                </a:lnTo>
                <a:lnTo>
                  <a:pt x="1303972" y="111353"/>
                </a:lnTo>
                <a:lnTo>
                  <a:pt x="1303972" y="103733"/>
                </a:lnTo>
                <a:lnTo>
                  <a:pt x="1303972" y="77825"/>
                </a:lnTo>
                <a:lnTo>
                  <a:pt x="1303972" y="44196"/>
                </a:lnTo>
                <a:lnTo>
                  <a:pt x="1303972" y="18288"/>
                </a:lnTo>
                <a:close/>
              </a:path>
              <a:path w="1778634" h="431800">
                <a:moveTo>
                  <a:pt x="1311592" y="288328"/>
                </a:moveTo>
                <a:lnTo>
                  <a:pt x="1163675" y="288328"/>
                </a:lnTo>
                <a:lnTo>
                  <a:pt x="1163675" y="260807"/>
                </a:lnTo>
                <a:lnTo>
                  <a:pt x="1255115" y="260807"/>
                </a:lnTo>
                <a:lnTo>
                  <a:pt x="1255115" y="268427"/>
                </a:lnTo>
                <a:lnTo>
                  <a:pt x="1282547" y="268427"/>
                </a:lnTo>
                <a:lnTo>
                  <a:pt x="1282547" y="260807"/>
                </a:lnTo>
                <a:lnTo>
                  <a:pt x="1282547" y="236423"/>
                </a:lnTo>
                <a:lnTo>
                  <a:pt x="1282547" y="204419"/>
                </a:lnTo>
                <a:lnTo>
                  <a:pt x="1282547" y="180022"/>
                </a:lnTo>
                <a:lnTo>
                  <a:pt x="1255115" y="180022"/>
                </a:lnTo>
                <a:lnTo>
                  <a:pt x="1255115" y="204419"/>
                </a:lnTo>
                <a:lnTo>
                  <a:pt x="1255115" y="236423"/>
                </a:lnTo>
                <a:lnTo>
                  <a:pt x="1163675" y="236423"/>
                </a:lnTo>
                <a:lnTo>
                  <a:pt x="1163675" y="204419"/>
                </a:lnTo>
                <a:lnTo>
                  <a:pt x="1255115" y="204419"/>
                </a:lnTo>
                <a:lnTo>
                  <a:pt x="1255115" y="180022"/>
                </a:lnTo>
                <a:lnTo>
                  <a:pt x="1163675" y="180022"/>
                </a:lnTo>
                <a:lnTo>
                  <a:pt x="1163675" y="152501"/>
                </a:lnTo>
                <a:lnTo>
                  <a:pt x="1302448" y="146405"/>
                </a:lnTo>
                <a:lnTo>
                  <a:pt x="1296263" y="120497"/>
                </a:lnTo>
                <a:lnTo>
                  <a:pt x="1260436" y="122669"/>
                </a:lnTo>
                <a:lnTo>
                  <a:pt x="1170470" y="126403"/>
                </a:lnTo>
                <a:lnTo>
                  <a:pt x="989736" y="131165"/>
                </a:lnTo>
                <a:lnTo>
                  <a:pt x="991120" y="137998"/>
                </a:lnTo>
                <a:lnTo>
                  <a:pt x="992784" y="144691"/>
                </a:lnTo>
                <a:lnTo>
                  <a:pt x="994460" y="151091"/>
                </a:lnTo>
                <a:lnTo>
                  <a:pt x="995832" y="157073"/>
                </a:lnTo>
                <a:lnTo>
                  <a:pt x="1134618" y="152501"/>
                </a:lnTo>
                <a:lnTo>
                  <a:pt x="1134618" y="180022"/>
                </a:lnTo>
                <a:lnTo>
                  <a:pt x="1134618" y="204419"/>
                </a:lnTo>
                <a:lnTo>
                  <a:pt x="1134618" y="236423"/>
                </a:lnTo>
                <a:lnTo>
                  <a:pt x="1046226" y="236423"/>
                </a:lnTo>
                <a:lnTo>
                  <a:pt x="1046226" y="204419"/>
                </a:lnTo>
                <a:lnTo>
                  <a:pt x="1134618" y="204419"/>
                </a:lnTo>
                <a:lnTo>
                  <a:pt x="1134618" y="180022"/>
                </a:lnTo>
                <a:lnTo>
                  <a:pt x="1017181" y="180022"/>
                </a:lnTo>
                <a:lnTo>
                  <a:pt x="1017181" y="268427"/>
                </a:lnTo>
                <a:lnTo>
                  <a:pt x="1046226" y="268427"/>
                </a:lnTo>
                <a:lnTo>
                  <a:pt x="1046226" y="260807"/>
                </a:lnTo>
                <a:lnTo>
                  <a:pt x="1134618" y="260807"/>
                </a:lnTo>
                <a:lnTo>
                  <a:pt x="1134618" y="288328"/>
                </a:lnTo>
                <a:lnTo>
                  <a:pt x="995832" y="288328"/>
                </a:lnTo>
                <a:lnTo>
                  <a:pt x="995832" y="430161"/>
                </a:lnTo>
                <a:lnTo>
                  <a:pt x="1026414" y="430161"/>
                </a:lnTo>
                <a:lnTo>
                  <a:pt x="1026414" y="312712"/>
                </a:lnTo>
                <a:lnTo>
                  <a:pt x="1134618" y="312712"/>
                </a:lnTo>
                <a:lnTo>
                  <a:pt x="1134618" y="352336"/>
                </a:lnTo>
                <a:lnTo>
                  <a:pt x="1094994" y="354431"/>
                </a:lnTo>
                <a:lnTo>
                  <a:pt x="1075042" y="355117"/>
                </a:lnTo>
                <a:lnTo>
                  <a:pt x="1055370" y="355384"/>
                </a:lnTo>
                <a:lnTo>
                  <a:pt x="1059942" y="384441"/>
                </a:lnTo>
                <a:lnTo>
                  <a:pt x="1104531" y="380123"/>
                </a:lnTo>
                <a:lnTo>
                  <a:pt x="1146860" y="376542"/>
                </a:lnTo>
                <a:lnTo>
                  <a:pt x="1186891" y="373837"/>
                </a:lnTo>
                <a:lnTo>
                  <a:pt x="1224635" y="372148"/>
                </a:lnTo>
                <a:lnTo>
                  <a:pt x="1226820" y="376542"/>
                </a:lnTo>
                <a:lnTo>
                  <a:pt x="1230731" y="384441"/>
                </a:lnTo>
                <a:lnTo>
                  <a:pt x="1232255" y="390537"/>
                </a:lnTo>
                <a:lnTo>
                  <a:pt x="1258163" y="378244"/>
                </a:lnTo>
                <a:lnTo>
                  <a:pt x="1255433" y="372148"/>
                </a:lnTo>
                <a:lnTo>
                  <a:pt x="1251038" y="362292"/>
                </a:lnTo>
                <a:lnTo>
                  <a:pt x="1245501" y="350812"/>
                </a:lnTo>
                <a:lnTo>
                  <a:pt x="1243495" y="346621"/>
                </a:lnTo>
                <a:lnTo>
                  <a:pt x="1235659" y="331520"/>
                </a:lnTo>
                <a:lnTo>
                  <a:pt x="1227683" y="317284"/>
                </a:lnTo>
                <a:lnTo>
                  <a:pt x="1203299" y="327952"/>
                </a:lnTo>
                <a:lnTo>
                  <a:pt x="1207871" y="334048"/>
                </a:lnTo>
                <a:lnTo>
                  <a:pt x="1210919" y="341668"/>
                </a:lnTo>
                <a:lnTo>
                  <a:pt x="1163675" y="350812"/>
                </a:lnTo>
                <a:lnTo>
                  <a:pt x="1163675" y="312712"/>
                </a:lnTo>
                <a:lnTo>
                  <a:pt x="1281023" y="312712"/>
                </a:lnTo>
                <a:lnTo>
                  <a:pt x="1281023" y="376720"/>
                </a:lnTo>
                <a:lnTo>
                  <a:pt x="1279588" y="386778"/>
                </a:lnTo>
                <a:lnTo>
                  <a:pt x="1275308" y="393954"/>
                </a:lnTo>
                <a:lnTo>
                  <a:pt x="1268158" y="398246"/>
                </a:lnTo>
                <a:lnTo>
                  <a:pt x="1258443" y="399643"/>
                </a:lnTo>
                <a:lnTo>
                  <a:pt x="1246390" y="399630"/>
                </a:lnTo>
                <a:lnTo>
                  <a:pt x="1233779" y="399300"/>
                </a:lnTo>
                <a:lnTo>
                  <a:pt x="1220012" y="398386"/>
                </a:lnTo>
                <a:lnTo>
                  <a:pt x="1204823" y="396633"/>
                </a:lnTo>
                <a:lnTo>
                  <a:pt x="1209205" y="413588"/>
                </a:lnTo>
                <a:lnTo>
                  <a:pt x="1211033" y="420839"/>
                </a:lnTo>
                <a:lnTo>
                  <a:pt x="1212443" y="427113"/>
                </a:lnTo>
                <a:lnTo>
                  <a:pt x="1227874" y="427990"/>
                </a:lnTo>
                <a:lnTo>
                  <a:pt x="1242161" y="428447"/>
                </a:lnTo>
                <a:lnTo>
                  <a:pt x="1255306" y="428612"/>
                </a:lnTo>
                <a:lnTo>
                  <a:pt x="1267307" y="428637"/>
                </a:lnTo>
                <a:lnTo>
                  <a:pt x="1286433" y="425780"/>
                </a:lnTo>
                <a:lnTo>
                  <a:pt x="1300302" y="417207"/>
                </a:lnTo>
                <a:lnTo>
                  <a:pt x="1308747" y="402920"/>
                </a:lnTo>
                <a:lnTo>
                  <a:pt x="1309204" y="399681"/>
                </a:lnTo>
                <a:lnTo>
                  <a:pt x="1311592" y="382917"/>
                </a:lnTo>
                <a:lnTo>
                  <a:pt x="1311592" y="312712"/>
                </a:lnTo>
                <a:lnTo>
                  <a:pt x="1311592" y="288328"/>
                </a:lnTo>
                <a:close/>
              </a:path>
              <a:path w="1778634" h="431800">
                <a:moveTo>
                  <a:pt x="1392364" y="105257"/>
                </a:moveTo>
                <a:lnTo>
                  <a:pt x="1363408" y="99161"/>
                </a:lnTo>
                <a:lnTo>
                  <a:pt x="1357693" y="129400"/>
                </a:lnTo>
                <a:lnTo>
                  <a:pt x="1351978" y="158076"/>
                </a:lnTo>
                <a:lnTo>
                  <a:pt x="1346263" y="184746"/>
                </a:lnTo>
                <a:lnTo>
                  <a:pt x="1340548" y="208978"/>
                </a:lnTo>
                <a:lnTo>
                  <a:pt x="1349146" y="211264"/>
                </a:lnTo>
                <a:lnTo>
                  <a:pt x="1356741" y="213550"/>
                </a:lnTo>
                <a:lnTo>
                  <a:pt x="1363484" y="215836"/>
                </a:lnTo>
                <a:lnTo>
                  <a:pt x="1369504" y="218122"/>
                </a:lnTo>
                <a:lnTo>
                  <a:pt x="1376718" y="188709"/>
                </a:lnTo>
                <a:lnTo>
                  <a:pt x="1382649" y="159981"/>
                </a:lnTo>
                <a:lnTo>
                  <a:pt x="1387716" y="132105"/>
                </a:lnTo>
                <a:lnTo>
                  <a:pt x="1392364" y="105257"/>
                </a:lnTo>
                <a:close/>
              </a:path>
              <a:path w="1778634" h="431800">
                <a:moveTo>
                  <a:pt x="1496098" y="140309"/>
                </a:moveTo>
                <a:lnTo>
                  <a:pt x="1473123" y="100685"/>
                </a:lnTo>
                <a:lnTo>
                  <a:pt x="1456461" y="73253"/>
                </a:lnTo>
                <a:lnTo>
                  <a:pt x="1438173" y="83921"/>
                </a:lnTo>
                <a:lnTo>
                  <a:pt x="1438173" y="0"/>
                </a:lnTo>
                <a:lnTo>
                  <a:pt x="1403032" y="0"/>
                </a:lnTo>
                <a:lnTo>
                  <a:pt x="1403032" y="431685"/>
                </a:lnTo>
                <a:lnTo>
                  <a:pt x="1438173" y="431685"/>
                </a:lnTo>
                <a:lnTo>
                  <a:pt x="1438173" y="100685"/>
                </a:lnTo>
                <a:lnTo>
                  <a:pt x="1452841" y="127165"/>
                </a:lnTo>
                <a:lnTo>
                  <a:pt x="1460677" y="141617"/>
                </a:lnTo>
                <a:lnTo>
                  <a:pt x="1468653" y="157073"/>
                </a:lnTo>
                <a:lnTo>
                  <a:pt x="1496098" y="140309"/>
                </a:lnTo>
                <a:close/>
              </a:path>
              <a:path w="1778634" h="431800">
                <a:moveTo>
                  <a:pt x="1778228" y="381381"/>
                </a:moveTo>
                <a:lnTo>
                  <a:pt x="1648587" y="381381"/>
                </a:lnTo>
                <a:lnTo>
                  <a:pt x="1648587" y="263842"/>
                </a:lnTo>
                <a:lnTo>
                  <a:pt x="1755368" y="263842"/>
                </a:lnTo>
                <a:lnTo>
                  <a:pt x="1755368" y="233362"/>
                </a:lnTo>
                <a:lnTo>
                  <a:pt x="1648587" y="233362"/>
                </a:lnTo>
                <a:lnTo>
                  <a:pt x="1648587" y="126593"/>
                </a:lnTo>
                <a:lnTo>
                  <a:pt x="1764512" y="126593"/>
                </a:lnTo>
                <a:lnTo>
                  <a:pt x="1764512" y="96113"/>
                </a:lnTo>
                <a:lnTo>
                  <a:pt x="1648587" y="96113"/>
                </a:lnTo>
                <a:lnTo>
                  <a:pt x="1648587" y="0"/>
                </a:lnTo>
                <a:lnTo>
                  <a:pt x="1613535" y="0"/>
                </a:lnTo>
                <a:lnTo>
                  <a:pt x="1613535" y="96113"/>
                </a:lnTo>
                <a:lnTo>
                  <a:pt x="1554010" y="96113"/>
                </a:lnTo>
                <a:lnTo>
                  <a:pt x="1559433" y="81241"/>
                </a:lnTo>
                <a:lnTo>
                  <a:pt x="1564297" y="66344"/>
                </a:lnTo>
                <a:lnTo>
                  <a:pt x="1568577" y="51460"/>
                </a:lnTo>
                <a:lnTo>
                  <a:pt x="1572298" y="36576"/>
                </a:lnTo>
                <a:lnTo>
                  <a:pt x="1537246" y="27432"/>
                </a:lnTo>
                <a:lnTo>
                  <a:pt x="1526641" y="68592"/>
                </a:lnTo>
                <a:lnTo>
                  <a:pt x="1513052" y="109448"/>
                </a:lnTo>
                <a:lnTo>
                  <a:pt x="1496301" y="149733"/>
                </a:lnTo>
                <a:lnTo>
                  <a:pt x="1476286" y="189166"/>
                </a:lnTo>
                <a:lnTo>
                  <a:pt x="1481658" y="192938"/>
                </a:lnTo>
                <a:lnTo>
                  <a:pt x="1488478" y="197548"/>
                </a:lnTo>
                <a:lnTo>
                  <a:pt x="1496428" y="203314"/>
                </a:lnTo>
                <a:lnTo>
                  <a:pt x="1505242" y="210502"/>
                </a:lnTo>
                <a:lnTo>
                  <a:pt x="1516113" y="189890"/>
                </a:lnTo>
                <a:lnTo>
                  <a:pt x="1526006" y="169125"/>
                </a:lnTo>
                <a:lnTo>
                  <a:pt x="1535023" y="148069"/>
                </a:lnTo>
                <a:lnTo>
                  <a:pt x="1543342" y="126593"/>
                </a:lnTo>
                <a:lnTo>
                  <a:pt x="1613535" y="126593"/>
                </a:lnTo>
                <a:lnTo>
                  <a:pt x="1613535" y="233362"/>
                </a:lnTo>
                <a:lnTo>
                  <a:pt x="1500670" y="233362"/>
                </a:lnTo>
                <a:lnTo>
                  <a:pt x="1500670" y="263842"/>
                </a:lnTo>
                <a:lnTo>
                  <a:pt x="1613535" y="263842"/>
                </a:lnTo>
                <a:lnTo>
                  <a:pt x="1613535" y="381381"/>
                </a:lnTo>
                <a:lnTo>
                  <a:pt x="1471714" y="381381"/>
                </a:lnTo>
                <a:lnTo>
                  <a:pt x="1471714" y="411873"/>
                </a:lnTo>
                <a:lnTo>
                  <a:pt x="1778228" y="411873"/>
                </a:lnTo>
                <a:lnTo>
                  <a:pt x="1778228" y="3813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418844" y="3915155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744497" y="3711320"/>
            <a:ext cx="1527175" cy="381635"/>
          </a:xfrm>
          <a:custGeom>
            <a:avLst/>
            <a:gdLst/>
            <a:ahLst/>
            <a:cxnLst/>
            <a:rect l="l" t="t" r="r" b="b"/>
            <a:pathLst>
              <a:path w="1527175" h="381635">
                <a:moveTo>
                  <a:pt x="301942" y="97637"/>
                </a:moveTo>
                <a:lnTo>
                  <a:pt x="272986" y="97637"/>
                </a:lnTo>
                <a:lnTo>
                  <a:pt x="272986" y="122021"/>
                </a:lnTo>
                <a:lnTo>
                  <a:pt x="272986" y="147929"/>
                </a:lnTo>
                <a:lnTo>
                  <a:pt x="97536" y="147929"/>
                </a:lnTo>
                <a:lnTo>
                  <a:pt x="97536" y="122021"/>
                </a:lnTo>
                <a:lnTo>
                  <a:pt x="272986" y="122021"/>
                </a:lnTo>
                <a:lnTo>
                  <a:pt x="272986" y="97637"/>
                </a:lnTo>
                <a:lnTo>
                  <a:pt x="68580" y="97637"/>
                </a:lnTo>
                <a:lnTo>
                  <a:pt x="68580" y="183070"/>
                </a:lnTo>
                <a:lnTo>
                  <a:pt x="97536" y="183070"/>
                </a:lnTo>
                <a:lnTo>
                  <a:pt x="97536" y="170789"/>
                </a:lnTo>
                <a:lnTo>
                  <a:pt x="272986" y="170789"/>
                </a:lnTo>
                <a:lnTo>
                  <a:pt x="272986" y="183070"/>
                </a:lnTo>
                <a:lnTo>
                  <a:pt x="301942" y="183070"/>
                </a:lnTo>
                <a:lnTo>
                  <a:pt x="301942" y="170789"/>
                </a:lnTo>
                <a:lnTo>
                  <a:pt x="301942" y="147929"/>
                </a:lnTo>
                <a:lnTo>
                  <a:pt x="301942" y="122021"/>
                </a:lnTo>
                <a:lnTo>
                  <a:pt x="301942" y="97637"/>
                </a:lnTo>
                <a:close/>
              </a:path>
              <a:path w="1527175" h="381635">
                <a:moveTo>
                  <a:pt x="361378" y="53340"/>
                </a:moveTo>
                <a:lnTo>
                  <a:pt x="265277" y="53340"/>
                </a:lnTo>
                <a:lnTo>
                  <a:pt x="276758" y="45085"/>
                </a:lnTo>
                <a:lnTo>
                  <a:pt x="288213" y="36385"/>
                </a:lnTo>
                <a:lnTo>
                  <a:pt x="299618" y="27432"/>
                </a:lnTo>
                <a:lnTo>
                  <a:pt x="311086" y="18288"/>
                </a:lnTo>
                <a:lnTo>
                  <a:pt x="291274" y="0"/>
                </a:lnTo>
                <a:lnTo>
                  <a:pt x="280428" y="9144"/>
                </a:lnTo>
                <a:lnTo>
                  <a:pt x="268554" y="18288"/>
                </a:lnTo>
                <a:lnTo>
                  <a:pt x="255866" y="27419"/>
                </a:lnTo>
                <a:lnTo>
                  <a:pt x="242417" y="36576"/>
                </a:lnTo>
                <a:lnTo>
                  <a:pt x="259181" y="53340"/>
                </a:lnTo>
                <a:lnTo>
                  <a:pt x="199745" y="53340"/>
                </a:lnTo>
                <a:lnTo>
                  <a:pt x="199745" y="0"/>
                </a:lnTo>
                <a:lnTo>
                  <a:pt x="170789" y="0"/>
                </a:lnTo>
                <a:lnTo>
                  <a:pt x="170789" y="53340"/>
                </a:lnTo>
                <a:lnTo>
                  <a:pt x="111252" y="53340"/>
                </a:lnTo>
                <a:lnTo>
                  <a:pt x="128117" y="38100"/>
                </a:lnTo>
                <a:lnTo>
                  <a:pt x="117462" y="28727"/>
                </a:lnTo>
                <a:lnTo>
                  <a:pt x="106121" y="19050"/>
                </a:lnTo>
                <a:lnTo>
                  <a:pt x="93941" y="9385"/>
                </a:lnTo>
                <a:lnTo>
                  <a:pt x="80772" y="0"/>
                </a:lnTo>
                <a:lnTo>
                  <a:pt x="60960" y="16764"/>
                </a:lnTo>
                <a:lnTo>
                  <a:pt x="72110" y="25908"/>
                </a:lnTo>
                <a:lnTo>
                  <a:pt x="82677" y="35052"/>
                </a:lnTo>
                <a:lnTo>
                  <a:pt x="92684" y="44196"/>
                </a:lnTo>
                <a:lnTo>
                  <a:pt x="102108" y="53340"/>
                </a:lnTo>
                <a:lnTo>
                  <a:pt x="9144" y="53340"/>
                </a:lnTo>
                <a:lnTo>
                  <a:pt x="9144" y="123545"/>
                </a:lnTo>
                <a:lnTo>
                  <a:pt x="36576" y="123545"/>
                </a:lnTo>
                <a:lnTo>
                  <a:pt x="36576" y="77825"/>
                </a:lnTo>
                <a:lnTo>
                  <a:pt x="333946" y="77825"/>
                </a:lnTo>
                <a:lnTo>
                  <a:pt x="333946" y="123545"/>
                </a:lnTo>
                <a:lnTo>
                  <a:pt x="361378" y="123545"/>
                </a:lnTo>
                <a:lnTo>
                  <a:pt x="361378" y="77825"/>
                </a:lnTo>
                <a:lnTo>
                  <a:pt x="361378" y="53340"/>
                </a:lnTo>
                <a:close/>
              </a:path>
              <a:path w="1527175" h="381635">
                <a:moveTo>
                  <a:pt x="370522" y="291376"/>
                </a:moveTo>
                <a:lnTo>
                  <a:pt x="202793" y="291376"/>
                </a:lnTo>
                <a:lnTo>
                  <a:pt x="202793" y="266890"/>
                </a:lnTo>
                <a:lnTo>
                  <a:pt x="332422" y="266890"/>
                </a:lnTo>
                <a:lnTo>
                  <a:pt x="332422" y="244030"/>
                </a:lnTo>
                <a:lnTo>
                  <a:pt x="202793" y="244030"/>
                </a:lnTo>
                <a:lnTo>
                  <a:pt x="202793" y="221170"/>
                </a:lnTo>
                <a:lnTo>
                  <a:pt x="338518" y="218122"/>
                </a:lnTo>
                <a:lnTo>
                  <a:pt x="333946" y="192214"/>
                </a:lnTo>
                <a:lnTo>
                  <a:pt x="187553" y="195643"/>
                </a:lnTo>
                <a:lnTo>
                  <a:pt x="22860" y="196786"/>
                </a:lnTo>
                <a:lnTo>
                  <a:pt x="25146" y="210312"/>
                </a:lnTo>
                <a:lnTo>
                  <a:pt x="26289" y="216725"/>
                </a:lnTo>
                <a:lnTo>
                  <a:pt x="27432" y="222694"/>
                </a:lnTo>
                <a:lnTo>
                  <a:pt x="173837" y="221170"/>
                </a:lnTo>
                <a:lnTo>
                  <a:pt x="173837" y="244030"/>
                </a:lnTo>
                <a:lnTo>
                  <a:pt x="27432" y="244030"/>
                </a:lnTo>
                <a:lnTo>
                  <a:pt x="27432" y="266890"/>
                </a:lnTo>
                <a:lnTo>
                  <a:pt x="173837" y="266890"/>
                </a:lnTo>
                <a:lnTo>
                  <a:pt x="173837" y="291376"/>
                </a:lnTo>
                <a:lnTo>
                  <a:pt x="0" y="291376"/>
                </a:lnTo>
                <a:lnTo>
                  <a:pt x="0" y="315760"/>
                </a:lnTo>
                <a:lnTo>
                  <a:pt x="173837" y="315760"/>
                </a:lnTo>
                <a:lnTo>
                  <a:pt x="173837" y="321856"/>
                </a:lnTo>
                <a:lnTo>
                  <a:pt x="172427" y="331622"/>
                </a:lnTo>
                <a:lnTo>
                  <a:pt x="168313" y="338239"/>
                </a:lnTo>
                <a:lnTo>
                  <a:pt x="161620" y="341998"/>
                </a:lnTo>
                <a:lnTo>
                  <a:pt x="152793" y="343154"/>
                </a:lnTo>
                <a:lnTo>
                  <a:pt x="138430" y="343141"/>
                </a:lnTo>
                <a:lnTo>
                  <a:pt x="123494" y="342811"/>
                </a:lnTo>
                <a:lnTo>
                  <a:pt x="107403" y="341909"/>
                </a:lnTo>
                <a:lnTo>
                  <a:pt x="89916" y="340144"/>
                </a:lnTo>
                <a:lnTo>
                  <a:pt x="92202" y="355955"/>
                </a:lnTo>
                <a:lnTo>
                  <a:pt x="93345" y="363499"/>
                </a:lnTo>
                <a:lnTo>
                  <a:pt x="94488" y="370624"/>
                </a:lnTo>
                <a:lnTo>
                  <a:pt x="157073" y="370624"/>
                </a:lnTo>
                <a:lnTo>
                  <a:pt x="177076" y="367766"/>
                </a:lnTo>
                <a:lnTo>
                  <a:pt x="191363" y="359194"/>
                </a:lnTo>
                <a:lnTo>
                  <a:pt x="199936" y="344906"/>
                </a:lnTo>
                <a:lnTo>
                  <a:pt x="200177" y="343192"/>
                </a:lnTo>
                <a:lnTo>
                  <a:pt x="202793" y="324904"/>
                </a:lnTo>
                <a:lnTo>
                  <a:pt x="202793" y="315760"/>
                </a:lnTo>
                <a:lnTo>
                  <a:pt x="370522" y="315760"/>
                </a:lnTo>
                <a:lnTo>
                  <a:pt x="370522" y="291376"/>
                </a:lnTo>
                <a:close/>
              </a:path>
              <a:path w="1527175" h="381635">
                <a:moveTo>
                  <a:pt x="498627" y="71729"/>
                </a:moveTo>
                <a:lnTo>
                  <a:pt x="462051" y="71729"/>
                </a:lnTo>
                <a:lnTo>
                  <a:pt x="462051" y="1524"/>
                </a:lnTo>
                <a:lnTo>
                  <a:pt x="434619" y="1524"/>
                </a:lnTo>
                <a:lnTo>
                  <a:pt x="434619" y="71729"/>
                </a:lnTo>
                <a:lnTo>
                  <a:pt x="388810" y="71729"/>
                </a:lnTo>
                <a:lnTo>
                  <a:pt x="388810" y="97637"/>
                </a:lnTo>
                <a:lnTo>
                  <a:pt x="434619" y="97637"/>
                </a:lnTo>
                <a:lnTo>
                  <a:pt x="434619" y="184607"/>
                </a:lnTo>
                <a:lnTo>
                  <a:pt x="409625" y="195846"/>
                </a:lnTo>
                <a:lnTo>
                  <a:pt x="397471" y="201104"/>
                </a:lnTo>
                <a:lnTo>
                  <a:pt x="385762" y="205943"/>
                </a:lnTo>
                <a:lnTo>
                  <a:pt x="391858" y="237947"/>
                </a:lnTo>
                <a:lnTo>
                  <a:pt x="413854" y="227279"/>
                </a:lnTo>
                <a:lnTo>
                  <a:pt x="424319" y="222084"/>
                </a:lnTo>
                <a:lnTo>
                  <a:pt x="434619" y="216611"/>
                </a:lnTo>
                <a:lnTo>
                  <a:pt x="434619" y="334048"/>
                </a:lnTo>
                <a:lnTo>
                  <a:pt x="430060" y="338607"/>
                </a:lnTo>
                <a:lnTo>
                  <a:pt x="414629" y="338594"/>
                </a:lnTo>
                <a:lnTo>
                  <a:pt x="407339" y="338429"/>
                </a:lnTo>
                <a:lnTo>
                  <a:pt x="399186" y="337972"/>
                </a:lnTo>
                <a:lnTo>
                  <a:pt x="390334" y="337096"/>
                </a:lnTo>
                <a:lnTo>
                  <a:pt x="392620" y="351002"/>
                </a:lnTo>
                <a:lnTo>
                  <a:pt x="393763" y="358317"/>
                </a:lnTo>
                <a:lnTo>
                  <a:pt x="394906" y="366052"/>
                </a:lnTo>
                <a:lnTo>
                  <a:pt x="405815" y="366026"/>
                </a:lnTo>
                <a:lnTo>
                  <a:pt x="444703" y="361124"/>
                </a:lnTo>
                <a:lnTo>
                  <a:pt x="460387" y="338620"/>
                </a:lnTo>
                <a:lnTo>
                  <a:pt x="462051" y="324904"/>
                </a:lnTo>
                <a:lnTo>
                  <a:pt x="462051" y="216611"/>
                </a:lnTo>
                <a:lnTo>
                  <a:pt x="462051" y="202895"/>
                </a:lnTo>
                <a:lnTo>
                  <a:pt x="471195" y="198551"/>
                </a:lnTo>
                <a:lnTo>
                  <a:pt x="489483" y="190461"/>
                </a:lnTo>
                <a:lnTo>
                  <a:pt x="498627" y="186131"/>
                </a:lnTo>
                <a:lnTo>
                  <a:pt x="497509" y="179209"/>
                </a:lnTo>
                <a:lnTo>
                  <a:pt x="496582" y="172313"/>
                </a:lnTo>
                <a:lnTo>
                  <a:pt x="496531" y="171983"/>
                </a:lnTo>
                <a:lnTo>
                  <a:pt x="495846" y="164185"/>
                </a:lnTo>
                <a:lnTo>
                  <a:pt x="495579" y="155549"/>
                </a:lnTo>
                <a:lnTo>
                  <a:pt x="478243" y="163931"/>
                </a:lnTo>
                <a:lnTo>
                  <a:pt x="470077" y="167982"/>
                </a:lnTo>
                <a:lnTo>
                  <a:pt x="462051" y="172313"/>
                </a:lnTo>
                <a:lnTo>
                  <a:pt x="462051" y="97637"/>
                </a:lnTo>
                <a:lnTo>
                  <a:pt x="498627" y="97637"/>
                </a:lnTo>
                <a:lnTo>
                  <a:pt x="498627" y="71729"/>
                </a:lnTo>
                <a:close/>
              </a:path>
              <a:path w="1527175" h="381635">
                <a:moveTo>
                  <a:pt x="748766" y="21336"/>
                </a:moveTo>
                <a:lnTo>
                  <a:pt x="721334" y="21336"/>
                </a:lnTo>
                <a:lnTo>
                  <a:pt x="721334" y="44196"/>
                </a:lnTo>
                <a:lnTo>
                  <a:pt x="721334" y="83921"/>
                </a:lnTo>
                <a:lnTo>
                  <a:pt x="539788" y="83921"/>
                </a:lnTo>
                <a:lnTo>
                  <a:pt x="539788" y="44196"/>
                </a:lnTo>
                <a:lnTo>
                  <a:pt x="721334" y="44196"/>
                </a:lnTo>
                <a:lnTo>
                  <a:pt x="721334" y="21336"/>
                </a:lnTo>
                <a:lnTo>
                  <a:pt x="512343" y="21336"/>
                </a:lnTo>
                <a:lnTo>
                  <a:pt x="512305" y="164185"/>
                </a:lnTo>
                <a:lnTo>
                  <a:pt x="509485" y="224104"/>
                </a:lnTo>
                <a:lnTo>
                  <a:pt x="500913" y="276453"/>
                </a:lnTo>
                <a:lnTo>
                  <a:pt x="486625" y="320217"/>
                </a:lnTo>
                <a:lnTo>
                  <a:pt x="466623" y="355384"/>
                </a:lnTo>
                <a:lnTo>
                  <a:pt x="472960" y="361099"/>
                </a:lnTo>
                <a:lnTo>
                  <a:pt x="478434" y="366814"/>
                </a:lnTo>
                <a:lnTo>
                  <a:pt x="483349" y="372529"/>
                </a:lnTo>
                <a:lnTo>
                  <a:pt x="487959" y="378244"/>
                </a:lnTo>
                <a:lnTo>
                  <a:pt x="506818" y="347497"/>
                </a:lnTo>
                <a:lnTo>
                  <a:pt x="521347" y="310070"/>
                </a:lnTo>
                <a:lnTo>
                  <a:pt x="531634" y="265912"/>
                </a:lnTo>
                <a:lnTo>
                  <a:pt x="537756" y="214934"/>
                </a:lnTo>
                <a:lnTo>
                  <a:pt x="539686" y="159880"/>
                </a:lnTo>
                <a:lnTo>
                  <a:pt x="539788" y="106781"/>
                </a:lnTo>
                <a:lnTo>
                  <a:pt x="721334" y="106781"/>
                </a:lnTo>
                <a:lnTo>
                  <a:pt x="721334" y="118973"/>
                </a:lnTo>
                <a:lnTo>
                  <a:pt x="748766" y="118973"/>
                </a:lnTo>
                <a:lnTo>
                  <a:pt x="748766" y="106781"/>
                </a:lnTo>
                <a:lnTo>
                  <a:pt x="748766" y="83921"/>
                </a:lnTo>
                <a:lnTo>
                  <a:pt x="748766" y="44196"/>
                </a:lnTo>
                <a:lnTo>
                  <a:pt x="748766" y="21336"/>
                </a:lnTo>
                <a:close/>
              </a:path>
              <a:path w="1527175" h="381635">
                <a:moveTo>
                  <a:pt x="756386" y="134213"/>
                </a:moveTo>
                <a:lnTo>
                  <a:pt x="547497" y="134213"/>
                </a:lnTo>
                <a:lnTo>
                  <a:pt x="547497" y="158597"/>
                </a:lnTo>
                <a:lnTo>
                  <a:pt x="614553" y="158597"/>
                </a:lnTo>
                <a:lnTo>
                  <a:pt x="597954" y="175793"/>
                </a:lnTo>
                <a:lnTo>
                  <a:pt x="582599" y="190461"/>
                </a:lnTo>
                <a:lnTo>
                  <a:pt x="567613" y="203263"/>
                </a:lnTo>
                <a:lnTo>
                  <a:pt x="553593" y="213563"/>
                </a:lnTo>
                <a:lnTo>
                  <a:pt x="558165" y="237947"/>
                </a:lnTo>
                <a:lnTo>
                  <a:pt x="718286" y="230327"/>
                </a:lnTo>
                <a:lnTo>
                  <a:pt x="724382" y="236423"/>
                </a:lnTo>
                <a:lnTo>
                  <a:pt x="728954" y="242519"/>
                </a:lnTo>
                <a:lnTo>
                  <a:pt x="735050" y="248615"/>
                </a:lnTo>
                <a:lnTo>
                  <a:pt x="754735" y="230327"/>
                </a:lnTo>
                <a:lnTo>
                  <a:pt x="756386" y="228803"/>
                </a:lnTo>
                <a:lnTo>
                  <a:pt x="740232" y="212039"/>
                </a:lnTo>
                <a:lnTo>
                  <a:pt x="724573" y="196596"/>
                </a:lnTo>
                <a:lnTo>
                  <a:pt x="709015" y="181825"/>
                </a:lnTo>
                <a:lnTo>
                  <a:pt x="693902" y="167741"/>
                </a:lnTo>
                <a:lnTo>
                  <a:pt x="673989" y="184607"/>
                </a:lnTo>
                <a:lnTo>
                  <a:pt x="679907" y="190461"/>
                </a:lnTo>
                <a:lnTo>
                  <a:pt x="698474" y="208991"/>
                </a:lnTo>
                <a:lnTo>
                  <a:pt x="641616" y="211086"/>
                </a:lnTo>
                <a:lnTo>
                  <a:pt x="615645" y="211772"/>
                </a:lnTo>
                <a:lnTo>
                  <a:pt x="591693" y="212039"/>
                </a:lnTo>
                <a:lnTo>
                  <a:pt x="604596" y="200914"/>
                </a:lnTo>
                <a:lnTo>
                  <a:pt x="618363" y="188214"/>
                </a:lnTo>
                <a:lnTo>
                  <a:pt x="649605" y="158597"/>
                </a:lnTo>
                <a:lnTo>
                  <a:pt x="756386" y="158597"/>
                </a:lnTo>
                <a:lnTo>
                  <a:pt x="756386" y="134213"/>
                </a:lnTo>
                <a:close/>
              </a:path>
              <a:path w="1527175" h="381635">
                <a:moveTo>
                  <a:pt x="765530" y="335572"/>
                </a:moveTo>
                <a:lnTo>
                  <a:pt x="658749" y="335572"/>
                </a:lnTo>
                <a:lnTo>
                  <a:pt x="658749" y="295948"/>
                </a:lnTo>
                <a:lnTo>
                  <a:pt x="742670" y="295948"/>
                </a:lnTo>
                <a:lnTo>
                  <a:pt x="742670" y="272999"/>
                </a:lnTo>
                <a:lnTo>
                  <a:pt x="658749" y="272999"/>
                </a:lnTo>
                <a:lnTo>
                  <a:pt x="658749" y="240995"/>
                </a:lnTo>
                <a:lnTo>
                  <a:pt x="631317" y="240995"/>
                </a:lnTo>
                <a:lnTo>
                  <a:pt x="631317" y="272999"/>
                </a:lnTo>
                <a:lnTo>
                  <a:pt x="549021" y="272999"/>
                </a:lnTo>
                <a:lnTo>
                  <a:pt x="549021" y="295948"/>
                </a:lnTo>
                <a:lnTo>
                  <a:pt x="631317" y="295948"/>
                </a:lnTo>
                <a:lnTo>
                  <a:pt x="631317" y="335572"/>
                </a:lnTo>
                <a:lnTo>
                  <a:pt x="524535" y="335572"/>
                </a:lnTo>
                <a:lnTo>
                  <a:pt x="524535" y="358432"/>
                </a:lnTo>
                <a:lnTo>
                  <a:pt x="765530" y="358432"/>
                </a:lnTo>
                <a:lnTo>
                  <a:pt x="765530" y="335572"/>
                </a:lnTo>
                <a:close/>
              </a:path>
              <a:path w="1527175" h="381635">
                <a:moveTo>
                  <a:pt x="1123950" y="239458"/>
                </a:moveTo>
                <a:lnTo>
                  <a:pt x="983653" y="239458"/>
                </a:lnTo>
                <a:lnTo>
                  <a:pt x="983653" y="204406"/>
                </a:lnTo>
                <a:lnTo>
                  <a:pt x="1059853" y="204406"/>
                </a:lnTo>
                <a:lnTo>
                  <a:pt x="1059853" y="218122"/>
                </a:lnTo>
                <a:lnTo>
                  <a:pt x="1088809" y="218122"/>
                </a:lnTo>
                <a:lnTo>
                  <a:pt x="1088809" y="204406"/>
                </a:lnTo>
                <a:lnTo>
                  <a:pt x="1088809" y="180022"/>
                </a:lnTo>
                <a:lnTo>
                  <a:pt x="1088809" y="144881"/>
                </a:lnTo>
                <a:lnTo>
                  <a:pt x="1088809" y="120497"/>
                </a:lnTo>
                <a:lnTo>
                  <a:pt x="1059853" y="120497"/>
                </a:lnTo>
                <a:lnTo>
                  <a:pt x="1059853" y="144881"/>
                </a:lnTo>
                <a:lnTo>
                  <a:pt x="1059853" y="180022"/>
                </a:lnTo>
                <a:lnTo>
                  <a:pt x="878395" y="180022"/>
                </a:lnTo>
                <a:lnTo>
                  <a:pt x="878395" y="144881"/>
                </a:lnTo>
                <a:lnTo>
                  <a:pt x="1059853" y="144881"/>
                </a:lnTo>
                <a:lnTo>
                  <a:pt x="1059853" y="120497"/>
                </a:lnTo>
                <a:lnTo>
                  <a:pt x="849439" y="120497"/>
                </a:lnTo>
                <a:lnTo>
                  <a:pt x="849439" y="218122"/>
                </a:lnTo>
                <a:lnTo>
                  <a:pt x="878395" y="218122"/>
                </a:lnTo>
                <a:lnTo>
                  <a:pt x="878395" y="204406"/>
                </a:lnTo>
                <a:lnTo>
                  <a:pt x="953071" y="204406"/>
                </a:lnTo>
                <a:lnTo>
                  <a:pt x="953071" y="239458"/>
                </a:lnTo>
                <a:lnTo>
                  <a:pt x="817333" y="239458"/>
                </a:lnTo>
                <a:lnTo>
                  <a:pt x="817333" y="349288"/>
                </a:lnTo>
                <a:lnTo>
                  <a:pt x="846391" y="349288"/>
                </a:lnTo>
                <a:lnTo>
                  <a:pt x="846391" y="265366"/>
                </a:lnTo>
                <a:lnTo>
                  <a:pt x="953071" y="265366"/>
                </a:lnTo>
                <a:lnTo>
                  <a:pt x="953071" y="378244"/>
                </a:lnTo>
                <a:lnTo>
                  <a:pt x="983653" y="378244"/>
                </a:lnTo>
                <a:lnTo>
                  <a:pt x="983653" y="265366"/>
                </a:lnTo>
                <a:lnTo>
                  <a:pt x="1094905" y="265366"/>
                </a:lnTo>
                <a:lnTo>
                  <a:pt x="1094905" y="302044"/>
                </a:lnTo>
                <a:lnTo>
                  <a:pt x="1093444" y="310921"/>
                </a:lnTo>
                <a:lnTo>
                  <a:pt x="1088999" y="317093"/>
                </a:lnTo>
                <a:lnTo>
                  <a:pt x="1081392" y="320687"/>
                </a:lnTo>
                <a:lnTo>
                  <a:pt x="1070711" y="321843"/>
                </a:lnTo>
                <a:lnTo>
                  <a:pt x="1060843" y="321830"/>
                </a:lnTo>
                <a:lnTo>
                  <a:pt x="1050328" y="321665"/>
                </a:lnTo>
                <a:lnTo>
                  <a:pt x="1039228" y="321208"/>
                </a:lnTo>
                <a:lnTo>
                  <a:pt x="1027849" y="320332"/>
                </a:lnTo>
                <a:lnTo>
                  <a:pt x="1029868" y="328066"/>
                </a:lnTo>
                <a:lnTo>
                  <a:pt x="1031468" y="335381"/>
                </a:lnTo>
                <a:lnTo>
                  <a:pt x="1032776" y="342404"/>
                </a:lnTo>
                <a:lnTo>
                  <a:pt x="1033945" y="349288"/>
                </a:lnTo>
                <a:lnTo>
                  <a:pt x="1078141" y="349288"/>
                </a:lnTo>
                <a:lnTo>
                  <a:pt x="1098194" y="346671"/>
                </a:lnTo>
                <a:lnTo>
                  <a:pt x="1112507" y="338620"/>
                </a:lnTo>
                <a:lnTo>
                  <a:pt x="1121092" y="324853"/>
                </a:lnTo>
                <a:lnTo>
                  <a:pt x="1121524" y="321856"/>
                </a:lnTo>
                <a:lnTo>
                  <a:pt x="1123950" y="305092"/>
                </a:lnTo>
                <a:lnTo>
                  <a:pt x="1123950" y="265366"/>
                </a:lnTo>
                <a:lnTo>
                  <a:pt x="1123950" y="239458"/>
                </a:lnTo>
                <a:close/>
              </a:path>
              <a:path w="1527175" h="381635">
                <a:moveTo>
                  <a:pt x="1142238" y="68580"/>
                </a:moveTo>
                <a:lnTo>
                  <a:pt x="1055281" y="68580"/>
                </a:lnTo>
                <a:lnTo>
                  <a:pt x="1070749" y="58293"/>
                </a:lnTo>
                <a:lnTo>
                  <a:pt x="1085380" y="48006"/>
                </a:lnTo>
                <a:lnTo>
                  <a:pt x="1099464" y="37719"/>
                </a:lnTo>
                <a:lnTo>
                  <a:pt x="1113282" y="27432"/>
                </a:lnTo>
                <a:lnTo>
                  <a:pt x="1091857" y="6096"/>
                </a:lnTo>
                <a:lnTo>
                  <a:pt x="1076998" y="17272"/>
                </a:lnTo>
                <a:lnTo>
                  <a:pt x="1062139" y="28003"/>
                </a:lnTo>
                <a:lnTo>
                  <a:pt x="1032421" y="48768"/>
                </a:lnTo>
                <a:lnTo>
                  <a:pt x="1047661" y="68580"/>
                </a:lnTo>
                <a:lnTo>
                  <a:pt x="983653" y="68580"/>
                </a:lnTo>
                <a:lnTo>
                  <a:pt x="983653" y="1524"/>
                </a:lnTo>
                <a:lnTo>
                  <a:pt x="953071" y="1524"/>
                </a:lnTo>
                <a:lnTo>
                  <a:pt x="953071" y="68580"/>
                </a:lnTo>
                <a:lnTo>
                  <a:pt x="886015" y="68580"/>
                </a:lnTo>
                <a:lnTo>
                  <a:pt x="905827" y="47244"/>
                </a:lnTo>
                <a:lnTo>
                  <a:pt x="891844" y="36322"/>
                </a:lnTo>
                <a:lnTo>
                  <a:pt x="877443" y="26098"/>
                </a:lnTo>
                <a:lnTo>
                  <a:pt x="847915" y="6096"/>
                </a:lnTo>
                <a:lnTo>
                  <a:pt x="831151" y="25908"/>
                </a:lnTo>
                <a:lnTo>
                  <a:pt x="844842" y="36220"/>
                </a:lnTo>
                <a:lnTo>
                  <a:pt x="858393" y="46672"/>
                </a:lnTo>
                <a:lnTo>
                  <a:pt x="871651" y="57416"/>
                </a:lnTo>
                <a:lnTo>
                  <a:pt x="884491" y="68580"/>
                </a:lnTo>
                <a:lnTo>
                  <a:pt x="794473" y="68580"/>
                </a:lnTo>
                <a:lnTo>
                  <a:pt x="794473" y="135737"/>
                </a:lnTo>
                <a:lnTo>
                  <a:pt x="823531" y="135737"/>
                </a:lnTo>
                <a:lnTo>
                  <a:pt x="823531" y="94589"/>
                </a:lnTo>
                <a:lnTo>
                  <a:pt x="1113282" y="94589"/>
                </a:lnTo>
                <a:lnTo>
                  <a:pt x="1113282" y="135737"/>
                </a:lnTo>
                <a:lnTo>
                  <a:pt x="1142238" y="135737"/>
                </a:lnTo>
                <a:lnTo>
                  <a:pt x="1142238" y="94589"/>
                </a:lnTo>
                <a:lnTo>
                  <a:pt x="1142238" y="68580"/>
                </a:lnTo>
                <a:close/>
              </a:path>
              <a:path w="1527175" h="381635">
                <a:moveTo>
                  <a:pt x="1526578" y="24384"/>
                </a:moveTo>
                <a:lnTo>
                  <a:pt x="1495996" y="24384"/>
                </a:lnTo>
                <a:lnTo>
                  <a:pt x="1495996" y="51816"/>
                </a:lnTo>
                <a:lnTo>
                  <a:pt x="1495996" y="123545"/>
                </a:lnTo>
                <a:lnTo>
                  <a:pt x="1495996" y="150977"/>
                </a:lnTo>
                <a:lnTo>
                  <a:pt x="1495996" y="222694"/>
                </a:lnTo>
                <a:lnTo>
                  <a:pt x="1383220" y="222694"/>
                </a:lnTo>
                <a:lnTo>
                  <a:pt x="1383220" y="150977"/>
                </a:lnTo>
                <a:lnTo>
                  <a:pt x="1495996" y="150977"/>
                </a:lnTo>
                <a:lnTo>
                  <a:pt x="1495996" y="123545"/>
                </a:lnTo>
                <a:lnTo>
                  <a:pt x="1383220" y="123545"/>
                </a:lnTo>
                <a:lnTo>
                  <a:pt x="1383220" y="51816"/>
                </a:lnTo>
                <a:lnTo>
                  <a:pt x="1495996" y="51816"/>
                </a:lnTo>
                <a:lnTo>
                  <a:pt x="1495996" y="24384"/>
                </a:lnTo>
                <a:lnTo>
                  <a:pt x="1352651" y="24384"/>
                </a:lnTo>
                <a:lnTo>
                  <a:pt x="1352651" y="51816"/>
                </a:lnTo>
                <a:lnTo>
                  <a:pt x="1352651" y="123545"/>
                </a:lnTo>
                <a:lnTo>
                  <a:pt x="1352651" y="150977"/>
                </a:lnTo>
                <a:lnTo>
                  <a:pt x="1352651" y="222694"/>
                </a:lnTo>
                <a:lnTo>
                  <a:pt x="1244434" y="222694"/>
                </a:lnTo>
                <a:lnTo>
                  <a:pt x="1245323" y="205295"/>
                </a:lnTo>
                <a:lnTo>
                  <a:pt x="1245768" y="187452"/>
                </a:lnTo>
                <a:lnTo>
                  <a:pt x="1245946" y="169291"/>
                </a:lnTo>
                <a:lnTo>
                  <a:pt x="1245958" y="150977"/>
                </a:lnTo>
                <a:lnTo>
                  <a:pt x="1352651" y="150977"/>
                </a:lnTo>
                <a:lnTo>
                  <a:pt x="1352651" y="123545"/>
                </a:lnTo>
                <a:lnTo>
                  <a:pt x="1245958" y="123545"/>
                </a:lnTo>
                <a:lnTo>
                  <a:pt x="1245958" y="51816"/>
                </a:lnTo>
                <a:lnTo>
                  <a:pt x="1352651" y="51816"/>
                </a:lnTo>
                <a:lnTo>
                  <a:pt x="1352651" y="24384"/>
                </a:lnTo>
                <a:lnTo>
                  <a:pt x="1215390" y="24384"/>
                </a:lnTo>
                <a:lnTo>
                  <a:pt x="1215390" y="160121"/>
                </a:lnTo>
                <a:lnTo>
                  <a:pt x="1214818" y="195872"/>
                </a:lnTo>
                <a:lnTo>
                  <a:pt x="1210246" y="254762"/>
                </a:lnTo>
                <a:lnTo>
                  <a:pt x="1200797" y="298805"/>
                </a:lnTo>
                <a:lnTo>
                  <a:pt x="1184173" y="337667"/>
                </a:lnTo>
                <a:lnTo>
                  <a:pt x="1172718" y="355384"/>
                </a:lnTo>
                <a:lnTo>
                  <a:pt x="1179283" y="362216"/>
                </a:lnTo>
                <a:lnTo>
                  <a:pt x="1185291" y="368922"/>
                </a:lnTo>
                <a:lnTo>
                  <a:pt x="1190713" y="375361"/>
                </a:lnTo>
                <a:lnTo>
                  <a:pt x="1195578" y="381393"/>
                </a:lnTo>
                <a:lnTo>
                  <a:pt x="1213027" y="353352"/>
                </a:lnTo>
                <a:lnTo>
                  <a:pt x="1226489" y="322046"/>
                </a:lnTo>
                <a:lnTo>
                  <a:pt x="1235951" y="287604"/>
                </a:lnTo>
                <a:lnTo>
                  <a:pt x="1241386" y="250126"/>
                </a:lnTo>
                <a:lnTo>
                  <a:pt x="1352651" y="250126"/>
                </a:lnTo>
                <a:lnTo>
                  <a:pt x="1352651" y="370624"/>
                </a:lnTo>
                <a:lnTo>
                  <a:pt x="1383220" y="370624"/>
                </a:lnTo>
                <a:lnTo>
                  <a:pt x="1383220" y="250126"/>
                </a:lnTo>
                <a:lnTo>
                  <a:pt x="1495996" y="250126"/>
                </a:lnTo>
                <a:lnTo>
                  <a:pt x="1495996" y="320332"/>
                </a:lnTo>
                <a:lnTo>
                  <a:pt x="1494548" y="330327"/>
                </a:lnTo>
                <a:lnTo>
                  <a:pt x="1490091" y="337477"/>
                </a:lnTo>
                <a:lnTo>
                  <a:pt x="1482496" y="341757"/>
                </a:lnTo>
                <a:lnTo>
                  <a:pt x="1471612" y="343192"/>
                </a:lnTo>
                <a:lnTo>
                  <a:pt x="1460703" y="342925"/>
                </a:lnTo>
                <a:lnTo>
                  <a:pt x="1448371" y="342239"/>
                </a:lnTo>
                <a:lnTo>
                  <a:pt x="1418272" y="340144"/>
                </a:lnTo>
                <a:lnTo>
                  <a:pt x="1420291" y="349643"/>
                </a:lnTo>
                <a:lnTo>
                  <a:pt x="1421892" y="357860"/>
                </a:lnTo>
                <a:lnTo>
                  <a:pt x="1423200" y="365213"/>
                </a:lnTo>
                <a:lnTo>
                  <a:pt x="1424368" y="372148"/>
                </a:lnTo>
                <a:lnTo>
                  <a:pt x="1440091" y="372389"/>
                </a:lnTo>
                <a:lnTo>
                  <a:pt x="1469809" y="373430"/>
                </a:lnTo>
                <a:lnTo>
                  <a:pt x="1483804" y="373672"/>
                </a:lnTo>
                <a:lnTo>
                  <a:pt x="1502702" y="370814"/>
                </a:lnTo>
                <a:lnTo>
                  <a:pt x="1516049" y="362242"/>
                </a:lnTo>
                <a:lnTo>
                  <a:pt x="1523961" y="347954"/>
                </a:lnTo>
                <a:lnTo>
                  <a:pt x="1524584" y="343192"/>
                </a:lnTo>
                <a:lnTo>
                  <a:pt x="1526578" y="327952"/>
                </a:lnTo>
                <a:lnTo>
                  <a:pt x="1526578" y="51816"/>
                </a:lnTo>
                <a:lnTo>
                  <a:pt x="1526578" y="24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321355" y="3711320"/>
            <a:ext cx="3498850" cy="381635"/>
          </a:xfrm>
          <a:custGeom>
            <a:avLst/>
            <a:gdLst/>
            <a:ahLst/>
            <a:cxnLst/>
            <a:rect l="l" t="t" r="r" b="b"/>
            <a:pathLst>
              <a:path w="3498850" h="381635">
                <a:moveTo>
                  <a:pt x="147929" y="64008"/>
                </a:moveTo>
                <a:lnTo>
                  <a:pt x="117449" y="64008"/>
                </a:lnTo>
                <a:lnTo>
                  <a:pt x="117449" y="93065"/>
                </a:lnTo>
                <a:lnTo>
                  <a:pt x="117449" y="186131"/>
                </a:lnTo>
                <a:lnTo>
                  <a:pt x="117449" y="213563"/>
                </a:lnTo>
                <a:lnTo>
                  <a:pt x="117449" y="309664"/>
                </a:lnTo>
                <a:lnTo>
                  <a:pt x="30492" y="309664"/>
                </a:lnTo>
                <a:lnTo>
                  <a:pt x="30492" y="213563"/>
                </a:lnTo>
                <a:lnTo>
                  <a:pt x="117449" y="213563"/>
                </a:lnTo>
                <a:lnTo>
                  <a:pt x="117449" y="186131"/>
                </a:lnTo>
                <a:lnTo>
                  <a:pt x="30492" y="186131"/>
                </a:lnTo>
                <a:lnTo>
                  <a:pt x="30492" y="93065"/>
                </a:lnTo>
                <a:lnTo>
                  <a:pt x="117449" y="93065"/>
                </a:lnTo>
                <a:lnTo>
                  <a:pt x="117449" y="64008"/>
                </a:lnTo>
                <a:lnTo>
                  <a:pt x="71640" y="64008"/>
                </a:lnTo>
                <a:lnTo>
                  <a:pt x="77406" y="51181"/>
                </a:lnTo>
                <a:lnTo>
                  <a:pt x="83146" y="37909"/>
                </a:lnTo>
                <a:lnTo>
                  <a:pt x="88874" y="24371"/>
                </a:lnTo>
                <a:lnTo>
                  <a:pt x="94589" y="10668"/>
                </a:lnTo>
                <a:lnTo>
                  <a:pt x="62496" y="1524"/>
                </a:lnTo>
                <a:lnTo>
                  <a:pt x="57632" y="15798"/>
                </a:lnTo>
                <a:lnTo>
                  <a:pt x="52209" y="31051"/>
                </a:lnTo>
                <a:lnTo>
                  <a:pt x="46202" y="47180"/>
                </a:lnTo>
                <a:lnTo>
                  <a:pt x="39636" y="64008"/>
                </a:lnTo>
                <a:lnTo>
                  <a:pt x="0" y="64008"/>
                </a:lnTo>
                <a:lnTo>
                  <a:pt x="0" y="370624"/>
                </a:lnTo>
                <a:lnTo>
                  <a:pt x="30492" y="370624"/>
                </a:lnTo>
                <a:lnTo>
                  <a:pt x="30492" y="338620"/>
                </a:lnTo>
                <a:lnTo>
                  <a:pt x="117449" y="338620"/>
                </a:lnTo>
                <a:lnTo>
                  <a:pt x="117449" y="369100"/>
                </a:lnTo>
                <a:lnTo>
                  <a:pt x="147929" y="369100"/>
                </a:lnTo>
                <a:lnTo>
                  <a:pt x="147929" y="338620"/>
                </a:lnTo>
                <a:lnTo>
                  <a:pt x="147929" y="309664"/>
                </a:lnTo>
                <a:lnTo>
                  <a:pt x="147929" y="213563"/>
                </a:lnTo>
                <a:lnTo>
                  <a:pt x="147929" y="186131"/>
                </a:lnTo>
                <a:lnTo>
                  <a:pt x="147929" y="93065"/>
                </a:lnTo>
                <a:lnTo>
                  <a:pt x="147929" y="64008"/>
                </a:lnTo>
                <a:close/>
              </a:path>
              <a:path w="3498850" h="381635">
                <a:moveTo>
                  <a:pt x="277571" y="237947"/>
                </a:moveTo>
                <a:lnTo>
                  <a:pt x="263867" y="218795"/>
                </a:lnTo>
                <a:lnTo>
                  <a:pt x="248031" y="197929"/>
                </a:lnTo>
                <a:lnTo>
                  <a:pt x="230162" y="175323"/>
                </a:lnTo>
                <a:lnTo>
                  <a:pt x="210413" y="150977"/>
                </a:lnTo>
                <a:lnTo>
                  <a:pt x="187553" y="169265"/>
                </a:lnTo>
                <a:lnTo>
                  <a:pt x="204406" y="191274"/>
                </a:lnTo>
                <a:lnTo>
                  <a:pt x="220560" y="213550"/>
                </a:lnTo>
                <a:lnTo>
                  <a:pt x="235851" y="235800"/>
                </a:lnTo>
                <a:lnTo>
                  <a:pt x="250139" y="257759"/>
                </a:lnTo>
                <a:lnTo>
                  <a:pt x="277571" y="237947"/>
                </a:lnTo>
                <a:close/>
              </a:path>
              <a:path w="3498850" h="381635">
                <a:moveTo>
                  <a:pt x="349199" y="62484"/>
                </a:moveTo>
                <a:lnTo>
                  <a:pt x="225755" y="62484"/>
                </a:lnTo>
                <a:lnTo>
                  <a:pt x="231203" y="49657"/>
                </a:lnTo>
                <a:lnTo>
                  <a:pt x="236232" y="36385"/>
                </a:lnTo>
                <a:lnTo>
                  <a:pt x="240969" y="22847"/>
                </a:lnTo>
                <a:lnTo>
                  <a:pt x="245567" y="9144"/>
                </a:lnTo>
                <a:lnTo>
                  <a:pt x="213461" y="1524"/>
                </a:lnTo>
                <a:lnTo>
                  <a:pt x="200964" y="42125"/>
                </a:lnTo>
                <a:lnTo>
                  <a:pt x="186601" y="79298"/>
                </a:lnTo>
                <a:lnTo>
                  <a:pt x="170815" y="113055"/>
                </a:lnTo>
                <a:lnTo>
                  <a:pt x="154025" y="143357"/>
                </a:lnTo>
                <a:lnTo>
                  <a:pt x="161505" y="146786"/>
                </a:lnTo>
                <a:lnTo>
                  <a:pt x="168122" y="150215"/>
                </a:lnTo>
                <a:lnTo>
                  <a:pt x="174167" y="153644"/>
                </a:lnTo>
                <a:lnTo>
                  <a:pt x="179933" y="157073"/>
                </a:lnTo>
                <a:lnTo>
                  <a:pt x="188810" y="142544"/>
                </a:lnTo>
                <a:lnTo>
                  <a:pt x="197269" y="126593"/>
                </a:lnTo>
                <a:lnTo>
                  <a:pt x="205435" y="109499"/>
                </a:lnTo>
                <a:lnTo>
                  <a:pt x="213461" y="91541"/>
                </a:lnTo>
                <a:lnTo>
                  <a:pt x="317195" y="91541"/>
                </a:lnTo>
                <a:lnTo>
                  <a:pt x="315810" y="163055"/>
                </a:lnTo>
                <a:lnTo>
                  <a:pt x="314147" y="222135"/>
                </a:lnTo>
                <a:lnTo>
                  <a:pt x="312470" y="268909"/>
                </a:lnTo>
                <a:lnTo>
                  <a:pt x="307073" y="319570"/>
                </a:lnTo>
                <a:lnTo>
                  <a:pt x="272999" y="340144"/>
                </a:lnTo>
                <a:lnTo>
                  <a:pt x="256679" y="339623"/>
                </a:lnTo>
                <a:lnTo>
                  <a:pt x="239649" y="338239"/>
                </a:lnTo>
                <a:lnTo>
                  <a:pt x="202793" y="334048"/>
                </a:lnTo>
                <a:lnTo>
                  <a:pt x="201269" y="334048"/>
                </a:lnTo>
                <a:lnTo>
                  <a:pt x="203288" y="342074"/>
                </a:lnTo>
                <a:lnTo>
                  <a:pt x="204889" y="350240"/>
                </a:lnTo>
                <a:lnTo>
                  <a:pt x="206197" y="358698"/>
                </a:lnTo>
                <a:lnTo>
                  <a:pt x="207365" y="367576"/>
                </a:lnTo>
                <a:lnTo>
                  <a:pt x="243840" y="369671"/>
                </a:lnTo>
                <a:lnTo>
                  <a:pt x="261683" y="370357"/>
                </a:lnTo>
                <a:lnTo>
                  <a:pt x="279095" y="370624"/>
                </a:lnTo>
                <a:lnTo>
                  <a:pt x="305358" y="366915"/>
                </a:lnTo>
                <a:lnTo>
                  <a:pt x="324624" y="355765"/>
                </a:lnTo>
                <a:lnTo>
                  <a:pt x="334810" y="340144"/>
                </a:lnTo>
                <a:lnTo>
                  <a:pt x="336740" y="337197"/>
                </a:lnTo>
                <a:lnTo>
                  <a:pt x="343242" y="284429"/>
                </a:lnTo>
                <a:lnTo>
                  <a:pt x="344690" y="246265"/>
                </a:lnTo>
                <a:lnTo>
                  <a:pt x="346036" y="197929"/>
                </a:lnTo>
                <a:lnTo>
                  <a:pt x="348526" y="91541"/>
                </a:lnTo>
                <a:lnTo>
                  <a:pt x="349199" y="62484"/>
                </a:lnTo>
                <a:close/>
              </a:path>
              <a:path w="3498850" h="381635">
                <a:moveTo>
                  <a:pt x="735050" y="19812"/>
                </a:moveTo>
                <a:lnTo>
                  <a:pt x="709142" y="19812"/>
                </a:lnTo>
                <a:lnTo>
                  <a:pt x="709142" y="41148"/>
                </a:lnTo>
                <a:lnTo>
                  <a:pt x="709142" y="70205"/>
                </a:lnTo>
                <a:lnTo>
                  <a:pt x="446824" y="70205"/>
                </a:lnTo>
                <a:lnTo>
                  <a:pt x="446824" y="41148"/>
                </a:lnTo>
                <a:lnTo>
                  <a:pt x="709142" y="41148"/>
                </a:lnTo>
                <a:lnTo>
                  <a:pt x="709142" y="19812"/>
                </a:lnTo>
                <a:lnTo>
                  <a:pt x="420916" y="19812"/>
                </a:lnTo>
                <a:lnTo>
                  <a:pt x="420916" y="178511"/>
                </a:lnTo>
                <a:lnTo>
                  <a:pt x="418033" y="235699"/>
                </a:lnTo>
                <a:lnTo>
                  <a:pt x="409295" y="283895"/>
                </a:lnTo>
                <a:lnTo>
                  <a:pt x="394550" y="323240"/>
                </a:lnTo>
                <a:lnTo>
                  <a:pt x="373672" y="353860"/>
                </a:lnTo>
                <a:lnTo>
                  <a:pt x="379120" y="360476"/>
                </a:lnTo>
                <a:lnTo>
                  <a:pt x="384149" y="366814"/>
                </a:lnTo>
                <a:lnTo>
                  <a:pt x="388886" y="373151"/>
                </a:lnTo>
                <a:lnTo>
                  <a:pt x="393484" y="379768"/>
                </a:lnTo>
                <a:lnTo>
                  <a:pt x="416610" y="342633"/>
                </a:lnTo>
                <a:lnTo>
                  <a:pt x="433298" y="297611"/>
                </a:lnTo>
                <a:lnTo>
                  <a:pt x="443420" y="244881"/>
                </a:lnTo>
                <a:lnTo>
                  <a:pt x="446824" y="184607"/>
                </a:lnTo>
                <a:lnTo>
                  <a:pt x="446824" y="93065"/>
                </a:lnTo>
                <a:lnTo>
                  <a:pt x="709142" y="93065"/>
                </a:lnTo>
                <a:lnTo>
                  <a:pt x="709142" y="100685"/>
                </a:lnTo>
                <a:lnTo>
                  <a:pt x="735050" y="100685"/>
                </a:lnTo>
                <a:lnTo>
                  <a:pt x="735050" y="93065"/>
                </a:lnTo>
                <a:lnTo>
                  <a:pt x="735050" y="70205"/>
                </a:lnTo>
                <a:lnTo>
                  <a:pt x="735050" y="41148"/>
                </a:lnTo>
                <a:lnTo>
                  <a:pt x="735050" y="19812"/>
                </a:lnTo>
                <a:close/>
              </a:path>
              <a:path w="3498850" h="381635">
                <a:moveTo>
                  <a:pt x="741146" y="254711"/>
                </a:moveTo>
                <a:lnTo>
                  <a:pt x="611517" y="254711"/>
                </a:lnTo>
                <a:lnTo>
                  <a:pt x="611517" y="230327"/>
                </a:lnTo>
                <a:lnTo>
                  <a:pt x="692378" y="230327"/>
                </a:lnTo>
                <a:lnTo>
                  <a:pt x="692378" y="237947"/>
                </a:lnTo>
                <a:lnTo>
                  <a:pt x="716762" y="237947"/>
                </a:lnTo>
                <a:lnTo>
                  <a:pt x="716762" y="230327"/>
                </a:lnTo>
                <a:lnTo>
                  <a:pt x="716762" y="208991"/>
                </a:lnTo>
                <a:lnTo>
                  <a:pt x="716762" y="181559"/>
                </a:lnTo>
                <a:lnTo>
                  <a:pt x="716762" y="160121"/>
                </a:lnTo>
                <a:lnTo>
                  <a:pt x="692378" y="160121"/>
                </a:lnTo>
                <a:lnTo>
                  <a:pt x="692378" y="181559"/>
                </a:lnTo>
                <a:lnTo>
                  <a:pt x="692378" y="208991"/>
                </a:lnTo>
                <a:lnTo>
                  <a:pt x="611517" y="208991"/>
                </a:lnTo>
                <a:lnTo>
                  <a:pt x="611517" y="181559"/>
                </a:lnTo>
                <a:lnTo>
                  <a:pt x="692378" y="181559"/>
                </a:lnTo>
                <a:lnTo>
                  <a:pt x="692378" y="160121"/>
                </a:lnTo>
                <a:lnTo>
                  <a:pt x="611517" y="160121"/>
                </a:lnTo>
                <a:lnTo>
                  <a:pt x="611517" y="137261"/>
                </a:lnTo>
                <a:lnTo>
                  <a:pt x="611517" y="135737"/>
                </a:lnTo>
                <a:lnTo>
                  <a:pt x="733526" y="131165"/>
                </a:lnTo>
                <a:lnTo>
                  <a:pt x="727430" y="108305"/>
                </a:lnTo>
                <a:lnTo>
                  <a:pt x="590296" y="113792"/>
                </a:lnTo>
                <a:lnTo>
                  <a:pt x="460540" y="117449"/>
                </a:lnTo>
                <a:lnTo>
                  <a:pt x="462064" y="126593"/>
                </a:lnTo>
                <a:lnTo>
                  <a:pt x="465112" y="134213"/>
                </a:lnTo>
                <a:lnTo>
                  <a:pt x="465112" y="140309"/>
                </a:lnTo>
                <a:lnTo>
                  <a:pt x="558863" y="137528"/>
                </a:lnTo>
                <a:lnTo>
                  <a:pt x="587133" y="137261"/>
                </a:lnTo>
                <a:lnTo>
                  <a:pt x="587133" y="160121"/>
                </a:lnTo>
                <a:lnTo>
                  <a:pt x="587133" y="181559"/>
                </a:lnTo>
                <a:lnTo>
                  <a:pt x="587133" y="208991"/>
                </a:lnTo>
                <a:lnTo>
                  <a:pt x="509409" y="208991"/>
                </a:lnTo>
                <a:lnTo>
                  <a:pt x="509409" y="181559"/>
                </a:lnTo>
                <a:lnTo>
                  <a:pt x="587133" y="181559"/>
                </a:lnTo>
                <a:lnTo>
                  <a:pt x="587133" y="160121"/>
                </a:lnTo>
                <a:lnTo>
                  <a:pt x="484924" y="160121"/>
                </a:lnTo>
                <a:lnTo>
                  <a:pt x="484924" y="237947"/>
                </a:lnTo>
                <a:lnTo>
                  <a:pt x="509409" y="237947"/>
                </a:lnTo>
                <a:lnTo>
                  <a:pt x="509409" y="230327"/>
                </a:lnTo>
                <a:lnTo>
                  <a:pt x="587133" y="230327"/>
                </a:lnTo>
                <a:lnTo>
                  <a:pt x="587133" y="254711"/>
                </a:lnTo>
                <a:lnTo>
                  <a:pt x="466636" y="254711"/>
                </a:lnTo>
                <a:lnTo>
                  <a:pt x="466636" y="378244"/>
                </a:lnTo>
                <a:lnTo>
                  <a:pt x="492645" y="378244"/>
                </a:lnTo>
                <a:lnTo>
                  <a:pt x="492645" y="276047"/>
                </a:lnTo>
                <a:lnTo>
                  <a:pt x="587133" y="276047"/>
                </a:lnTo>
                <a:lnTo>
                  <a:pt x="587133" y="311188"/>
                </a:lnTo>
                <a:lnTo>
                  <a:pt x="569963" y="311454"/>
                </a:lnTo>
                <a:lnTo>
                  <a:pt x="552653" y="312140"/>
                </a:lnTo>
                <a:lnTo>
                  <a:pt x="517029" y="314236"/>
                </a:lnTo>
                <a:lnTo>
                  <a:pt x="521601" y="338620"/>
                </a:lnTo>
                <a:lnTo>
                  <a:pt x="560717" y="334594"/>
                </a:lnTo>
                <a:lnTo>
                  <a:pt x="597992" y="331571"/>
                </a:lnTo>
                <a:lnTo>
                  <a:pt x="633298" y="329399"/>
                </a:lnTo>
                <a:lnTo>
                  <a:pt x="666470" y="327952"/>
                </a:lnTo>
                <a:lnTo>
                  <a:pt x="667994" y="332524"/>
                </a:lnTo>
                <a:lnTo>
                  <a:pt x="671042" y="338620"/>
                </a:lnTo>
                <a:lnTo>
                  <a:pt x="672566" y="343192"/>
                </a:lnTo>
                <a:lnTo>
                  <a:pt x="695426" y="332524"/>
                </a:lnTo>
                <a:lnTo>
                  <a:pt x="693140" y="327952"/>
                </a:lnTo>
                <a:lnTo>
                  <a:pt x="674852" y="292023"/>
                </a:lnTo>
                <a:lnTo>
                  <a:pt x="667994" y="279184"/>
                </a:lnTo>
                <a:lnTo>
                  <a:pt x="646658" y="289852"/>
                </a:lnTo>
                <a:lnTo>
                  <a:pt x="649706" y="294424"/>
                </a:lnTo>
                <a:lnTo>
                  <a:pt x="655802" y="306616"/>
                </a:lnTo>
                <a:lnTo>
                  <a:pt x="645236" y="307517"/>
                </a:lnTo>
                <a:lnTo>
                  <a:pt x="622935" y="308762"/>
                </a:lnTo>
                <a:lnTo>
                  <a:pt x="611517" y="309664"/>
                </a:lnTo>
                <a:lnTo>
                  <a:pt x="611517" y="276047"/>
                </a:lnTo>
                <a:lnTo>
                  <a:pt x="715238" y="276047"/>
                </a:lnTo>
                <a:lnTo>
                  <a:pt x="715238" y="332524"/>
                </a:lnTo>
                <a:lnTo>
                  <a:pt x="713828" y="340766"/>
                </a:lnTo>
                <a:lnTo>
                  <a:pt x="709714" y="347002"/>
                </a:lnTo>
                <a:lnTo>
                  <a:pt x="703021" y="350951"/>
                </a:lnTo>
                <a:lnTo>
                  <a:pt x="693902" y="352336"/>
                </a:lnTo>
                <a:lnTo>
                  <a:pt x="684187" y="352069"/>
                </a:lnTo>
                <a:lnTo>
                  <a:pt x="673328" y="351383"/>
                </a:lnTo>
                <a:lnTo>
                  <a:pt x="648182" y="349288"/>
                </a:lnTo>
                <a:lnTo>
                  <a:pt x="650201" y="356984"/>
                </a:lnTo>
                <a:lnTo>
                  <a:pt x="651802" y="363956"/>
                </a:lnTo>
                <a:lnTo>
                  <a:pt x="653110" y="370078"/>
                </a:lnTo>
                <a:lnTo>
                  <a:pt x="654278" y="375196"/>
                </a:lnTo>
                <a:lnTo>
                  <a:pt x="668324" y="376072"/>
                </a:lnTo>
                <a:lnTo>
                  <a:pt x="680948" y="376529"/>
                </a:lnTo>
                <a:lnTo>
                  <a:pt x="692429" y="376694"/>
                </a:lnTo>
                <a:lnTo>
                  <a:pt x="703046" y="376720"/>
                </a:lnTo>
                <a:lnTo>
                  <a:pt x="719289" y="374167"/>
                </a:lnTo>
                <a:lnTo>
                  <a:pt x="731240" y="366623"/>
                </a:lnTo>
                <a:lnTo>
                  <a:pt x="738619" y="354215"/>
                </a:lnTo>
                <a:lnTo>
                  <a:pt x="738898" y="352336"/>
                </a:lnTo>
                <a:lnTo>
                  <a:pt x="741146" y="337096"/>
                </a:lnTo>
                <a:lnTo>
                  <a:pt x="741146" y="276047"/>
                </a:lnTo>
                <a:lnTo>
                  <a:pt x="741146" y="254711"/>
                </a:lnTo>
                <a:close/>
              </a:path>
              <a:path w="3498850" h="381635">
                <a:moveTo>
                  <a:pt x="811339" y="94589"/>
                </a:moveTo>
                <a:lnTo>
                  <a:pt x="786955" y="88493"/>
                </a:lnTo>
                <a:lnTo>
                  <a:pt x="782129" y="115951"/>
                </a:lnTo>
                <a:lnTo>
                  <a:pt x="776859" y="141274"/>
                </a:lnTo>
                <a:lnTo>
                  <a:pt x="771271" y="164617"/>
                </a:lnTo>
                <a:lnTo>
                  <a:pt x="765530" y="186118"/>
                </a:lnTo>
                <a:lnTo>
                  <a:pt x="773303" y="187528"/>
                </a:lnTo>
                <a:lnTo>
                  <a:pt x="780478" y="189357"/>
                </a:lnTo>
                <a:lnTo>
                  <a:pt x="787057" y="191477"/>
                </a:lnTo>
                <a:lnTo>
                  <a:pt x="793051" y="193738"/>
                </a:lnTo>
                <a:lnTo>
                  <a:pt x="798487" y="167716"/>
                </a:lnTo>
                <a:lnTo>
                  <a:pt x="803338" y="142417"/>
                </a:lnTo>
                <a:lnTo>
                  <a:pt x="807631" y="117995"/>
                </a:lnTo>
                <a:lnTo>
                  <a:pt x="811339" y="94589"/>
                </a:lnTo>
                <a:close/>
              </a:path>
              <a:path w="3498850" h="381635">
                <a:moveTo>
                  <a:pt x="901268" y="125069"/>
                </a:moveTo>
                <a:lnTo>
                  <a:pt x="894092" y="111086"/>
                </a:lnTo>
                <a:lnTo>
                  <a:pt x="886218" y="96672"/>
                </a:lnTo>
                <a:lnTo>
                  <a:pt x="882256" y="90017"/>
                </a:lnTo>
                <a:lnTo>
                  <a:pt x="877468" y="81953"/>
                </a:lnTo>
                <a:lnTo>
                  <a:pt x="873772" y="76301"/>
                </a:lnTo>
                <a:lnTo>
                  <a:pt x="867727" y="67056"/>
                </a:lnTo>
                <a:lnTo>
                  <a:pt x="850963" y="76301"/>
                </a:lnTo>
                <a:lnTo>
                  <a:pt x="850963" y="3048"/>
                </a:lnTo>
                <a:lnTo>
                  <a:pt x="822007" y="3048"/>
                </a:lnTo>
                <a:lnTo>
                  <a:pt x="822007" y="379768"/>
                </a:lnTo>
                <a:lnTo>
                  <a:pt x="850963" y="379768"/>
                </a:lnTo>
                <a:lnTo>
                  <a:pt x="850963" y="90017"/>
                </a:lnTo>
                <a:lnTo>
                  <a:pt x="857821" y="101727"/>
                </a:lnTo>
                <a:lnTo>
                  <a:pt x="864679" y="114020"/>
                </a:lnTo>
                <a:lnTo>
                  <a:pt x="871537" y="126873"/>
                </a:lnTo>
                <a:lnTo>
                  <a:pt x="878395" y="140309"/>
                </a:lnTo>
                <a:lnTo>
                  <a:pt x="901268" y="125069"/>
                </a:lnTo>
                <a:close/>
              </a:path>
              <a:path w="3498850" h="381635">
                <a:moveTo>
                  <a:pt x="1148346" y="335572"/>
                </a:moveTo>
                <a:lnTo>
                  <a:pt x="1035469" y="335572"/>
                </a:lnTo>
                <a:lnTo>
                  <a:pt x="1035469" y="233362"/>
                </a:lnTo>
                <a:lnTo>
                  <a:pt x="1128534" y="233362"/>
                </a:lnTo>
                <a:lnTo>
                  <a:pt x="1128534" y="205930"/>
                </a:lnTo>
                <a:lnTo>
                  <a:pt x="1035469" y="205930"/>
                </a:lnTo>
                <a:lnTo>
                  <a:pt x="1035469" y="114401"/>
                </a:lnTo>
                <a:lnTo>
                  <a:pt x="1136154" y="114401"/>
                </a:lnTo>
                <a:lnTo>
                  <a:pt x="1136154" y="86969"/>
                </a:lnTo>
                <a:lnTo>
                  <a:pt x="1035469" y="86969"/>
                </a:lnTo>
                <a:lnTo>
                  <a:pt x="1035469" y="3048"/>
                </a:lnTo>
                <a:lnTo>
                  <a:pt x="1004989" y="3048"/>
                </a:lnTo>
                <a:lnTo>
                  <a:pt x="1004989" y="86969"/>
                </a:lnTo>
                <a:lnTo>
                  <a:pt x="953173" y="86969"/>
                </a:lnTo>
                <a:lnTo>
                  <a:pt x="957478" y="74358"/>
                </a:lnTo>
                <a:lnTo>
                  <a:pt x="961364" y="61582"/>
                </a:lnTo>
                <a:lnTo>
                  <a:pt x="964958" y="48526"/>
                </a:lnTo>
                <a:lnTo>
                  <a:pt x="968413" y="35052"/>
                </a:lnTo>
                <a:lnTo>
                  <a:pt x="939457" y="27432"/>
                </a:lnTo>
                <a:lnTo>
                  <a:pt x="930021" y="62928"/>
                </a:lnTo>
                <a:lnTo>
                  <a:pt x="917727" y="98386"/>
                </a:lnTo>
                <a:lnTo>
                  <a:pt x="902550" y="133832"/>
                </a:lnTo>
                <a:lnTo>
                  <a:pt x="884504" y="169265"/>
                </a:lnTo>
                <a:lnTo>
                  <a:pt x="889622" y="171259"/>
                </a:lnTo>
                <a:lnTo>
                  <a:pt x="895743" y="174840"/>
                </a:lnTo>
                <a:lnTo>
                  <a:pt x="902754" y="179844"/>
                </a:lnTo>
                <a:lnTo>
                  <a:pt x="910501" y="186118"/>
                </a:lnTo>
                <a:lnTo>
                  <a:pt x="919594" y="168021"/>
                </a:lnTo>
                <a:lnTo>
                  <a:pt x="928408" y="150228"/>
                </a:lnTo>
                <a:lnTo>
                  <a:pt x="936650" y="132448"/>
                </a:lnTo>
                <a:lnTo>
                  <a:pt x="944029" y="114401"/>
                </a:lnTo>
                <a:lnTo>
                  <a:pt x="1004989" y="114401"/>
                </a:lnTo>
                <a:lnTo>
                  <a:pt x="1004989" y="205930"/>
                </a:lnTo>
                <a:lnTo>
                  <a:pt x="907453" y="205930"/>
                </a:lnTo>
                <a:lnTo>
                  <a:pt x="907453" y="233362"/>
                </a:lnTo>
                <a:lnTo>
                  <a:pt x="1004989" y="233362"/>
                </a:lnTo>
                <a:lnTo>
                  <a:pt x="1004989" y="335572"/>
                </a:lnTo>
                <a:lnTo>
                  <a:pt x="881456" y="335572"/>
                </a:lnTo>
                <a:lnTo>
                  <a:pt x="881456" y="363004"/>
                </a:lnTo>
                <a:lnTo>
                  <a:pt x="1148346" y="363004"/>
                </a:lnTo>
                <a:lnTo>
                  <a:pt x="1148346" y="335572"/>
                </a:lnTo>
                <a:close/>
              </a:path>
              <a:path w="3498850" h="381635">
                <a:moveTo>
                  <a:pt x="1265783" y="12192"/>
                </a:moveTo>
                <a:lnTo>
                  <a:pt x="1236827" y="3048"/>
                </a:lnTo>
                <a:lnTo>
                  <a:pt x="1221663" y="55740"/>
                </a:lnTo>
                <a:lnTo>
                  <a:pt x="1203477" y="104114"/>
                </a:lnTo>
                <a:lnTo>
                  <a:pt x="1182141" y="148488"/>
                </a:lnTo>
                <a:lnTo>
                  <a:pt x="1157478" y="189166"/>
                </a:lnTo>
                <a:lnTo>
                  <a:pt x="1164145" y="204406"/>
                </a:lnTo>
                <a:lnTo>
                  <a:pt x="1167130" y="211886"/>
                </a:lnTo>
                <a:lnTo>
                  <a:pt x="1169670" y="219646"/>
                </a:lnTo>
                <a:lnTo>
                  <a:pt x="1178814" y="206552"/>
                </a:lnTo>
                <a:lnTo>
                  <a:pt x="1187818" y="192595"/>
                </a:lnTo>
                <a:lnTo>
                  <a:pt x="1196543" y="178041"/>
                </a:lnTo>
                <a:lnTo>
                  <a:pt x="1204823" y="163169"/>
                </a:lnTo>
                <a:lnTo>
                  <a:pt x="1204823" y="376720"/>
                </a:lnTo>
                <a:lnTo>
                  <a:pt x="1232255" y="376720"/>
                </a:lnTo>
                <a:lnTo>
                  <a:pt x="1232255" y="163169"/>
                </a:lnTo>
                <a:lnTo>
                  <a:pt x="1232255" y="103733"/>
                </a:lnTo>
                <a:lnTo>
                  <a:pt x="1241132" y="82359"/>
                </a:lnTo>
                <a:lnTo>
                  <a:pt x="1249591" y="59677"/>
                </a:lnTo>
                <a:lnTo>
                  <a:pt x="1257757" y="36144"/>
                </a:lnTo>
                <a:lnTo>
                  <a:pt x="1265783" y="12192"/>
                </a:lnTo>
                <a:close/>
              </a:path>
              <a:path w="3498850" h="381635">
                <a:moveTo>
                  <a:pt x="1538770" y="340144"/>
                </a:moveTo>
                <a:lnTo>
                  <a:pt x="1503718" y="340144"/>
                </a:lnTo>
                <a:lnTo>
                  <a:pt x="1503718" y="305092"/>
                </a:lnTo>
                <a:lnTo>
                  <a:pt x="1503718" y="280708"/>
                </a:lnTo>
                <a:lnTo>
                  <a:pt x="1503718" y="102209"/>
                </a:lnTo>
                <a:lnTo>
                  <a:pt x="1474762" y="102209"/>
                </a:lnTo>
                <a:lnTo>
                  <a:pt x="1474762" y="340144"/>
                </a:lnTo>
                <a:lnTo>
                  <a:pt x="1319123" y="340144"/>
                </a:lnTo>
                <a:lnTo>
                  <a:pt x="1319123" y="305092"/>
                </a:lnTo>
                <a:lnTo>
                  <a:pt x="1474762" y="305092"/>
                </a:lnTo>
                <a:lnTo>
                  <a:pt x="1474762" y="280708"/>
                </a:lnTo>
                <a:lnTo>
                  <a:pt x="1319123" y="280708"/>
                </a:lnTo>
                <a:lnTo>
                  <a:pt x="1319123" y="245554"/>
                </a:lnTo>
                <a:lnTo>
                  <a:pt x="1474762" y="245554"/>
                </a:lnTo>
                <a:lnTo>
                  <a:pt x="1474762" y="221170"/>
                </a:lnTo>
                <a:lnTo>
                  <a:pt x="1319123" y="221170"/>
                </a:lnTo>
                <a:lnTo>
                  <a:pt x="1319123" y="187642"/>
                </a:lnTo>
                <a:lnTo>
                  <a:pt x="1474762" y="187642"/>
                </a:lnTo>
                <a:lnTo>
                  <a:pt x="1474762" y="163169"/>
                </a:lnTo>
                <a:lnTo>
                  <a:pt x="1319123" y="163169"/>
                </a:lnTo>
                <a:lnTo>
                  <a:pt x="1319123" y="128117"/>
                </a:lnTo>
                <a:lnTo>
                  <a:pt x="1474762" y="128117"/>
                </a:lnTo>
                <a:lnTo>
                  <a:pt x="1474762" y="102209"/>
                </a:lnTo>
                <a:lnTo>
                  <a:pt x="1410665" y="102209"/>
                </a:lnTo>
                <a:lnTo>
                  <a:pt x="1410665" y="68580"/>
                </a:lnTo>
                <a:lnTo>
                  <a:pt x="1531150" y="68580"/>
                </a:lnTo>
                <a:lnTo>
                  <a:pt x="1531150" y="42672"/>
                </a:lnTo>
                <a:lnTo>
                  <a:pt x="1410665" y="42672"/>
                </a:lnTo>
                <a:lnTo>
                  <a:pt x="1410665" y="1524"/>
                </a:lnTo>
                <a:lnTo>
                  <a:pt x="1381709" y="1524"/>
                </a:lnTo>
                <a:lnTo>
                  <a:pt x="1381709" y="42672"/>
                </a:lnTo>
                <a:lnTo>
                  <a:pt x="1270355" y="42672"/>
                </a:lnTo>
                <a:lnTo>
                  <a:pt x="1270355" y="68580"/>
                </a:lnTo>
                <a:lnTo>
                  <a:pt x="1381709" y="68580"/>
                </a:lnTo>
                <a:lnTo>
                  <a:pt x="1381709" y="102209"/>
                </a:lnTo>
                <a:lnTo>
                  <a:pt x="1291691" y="102209"/>
                </a:lnTo>
                <a:lnTo>
                  <a:pt x="1291691" y="340144"/>
                </a:lnTo>
                <a:lnTo>
                  <a:pt x="1252067" y="340144"/>
                </a:lnTo>
                <a:lnTo>
                  <a:pt x="1252067" y="366052"/>
                </a:lnTo>
                <a:lnTo>
                  <a:pt x="1538770" y="366052"/>
                </a:lnTo>
                <a:lnTo>
                  <a:pt x="1538770" y="340144"/>
                </a:lnTo>
                <a:close/>
              </a:path>
              <a:path w="3498850" h="381635">
                <a:moveTo>
                  <a:pt x="1907870" y="24384"/>
                </a:moveTo>
                <a:lnTo>
                  <a:pt x="1877288" y="24384"/>
                </a:lnTo>
                <a:lnTo>
                  <a:pt x="1877288" y="51816"/>
                </a:lnTo>
                <a:lnTo>
                  <a:pt x="1877288" y="123545"/>
                </a:lnTo>
                <a:lnTo>
                  <a:pt x="1877288" y="150977"/>
                </a:lnTo>
                <a:lnTo>
                  <a:pt x="1877288" y="222694"/>
                </a:lnTo>
                <a:lnTo>
                  <a:pt x="1764512" y="222694"/>
                </a:lnTo>
                <a:lnTo>
                  <a:pt x="1764512" y="150977"/>
                </a:lnTo>
                <a:lnTo>
                  <a:pt x="1877288" y="150977"/>
                </a:lnTo>
                <a:lnTo>
                  <a:pt x="1877288" y="123545"/>
                </a:lnTo>
                <a:lnTo>
                  <a:pt x="1764512" y="123545"/>
                </a:lnTo>
                <a:lnTo>
                  <a:pt x="1764512" y="51816"/>
                </a:lnTo>
                <a:lnTo>
                  <a:pt x="1877288" y="51816"/>
                </a:lnTo>
                <a:lnTo>
                  <a:pt x="1877288" y="24384"/>
                </a:lnTo>
                <a:lnTo>
                  <a:pt x="1733943" y="24384"/>
                </a:lnTo>
                <a:lnTo>
                  <a:pt x="1733943" y="51816"/>
                </a:lnTo>
                <a:lnTo>
                  <a:pt x="1733943" y="123545"/>
                </a:lnTo>
                <a:lnTo>
                  <a:pt x="1733943" y="150977"/>
                </a:lnTo>
                <a:lnTo>
                  <a:pt x="1733943" y="222694"/>
                </a:lnTo>
                <a:lnTo>
                  <a:pt x="1624203" y="222694"/>
                </a:lnTo>
                <a:lnTo>
                  <a:pt x="1625968" y="205295"/>
                </a:lnTo>
                <a:lnTo>
                  <a:pt x="1626870" y="187452"/>
                </a:lnTo>
                <a:lnTo>
                  <a:pt x="1627212" y="169291"/>
                </a:lnTo>
                <a:lnTo>
                  <a:pt x="1627251" y="150977"/>
                </a:lnTo>
                <a:lnTo>
                  <a:pt x="1733943" y="150977"/>
                </a:lnTo>
                <a:lnTo>
                  <a:pt x="1733943" y="123545"/>
                </a:lnTo>
                <a:lnTo>
                  <a:pt x="1627251" y="123545"/>
                </a:lnTo>
                <a:lnTo>
                  <a:pt x="1627251" y="51816"/>
                </a:lnTo>
                <a:lnTo>
                  <a:pt x="1733943" y="51816"/>
                </a:lnTo>
                <a:lnTo>
                  <a:pt x="1733943" y="24384"/>
                </a:lnTo>
                <a:lnTo>
                  <a:pt x="1595158" y="24384"/>
                </a:lnTo>
                <a:lnTo>
                  <a:pt x="1595069" y="169291"/>
                </a:lnTo>
                <a:lnTo>
                  <a:pt x="1594827" y="195872"/>
                </a:lnTo>
                <a:lnTo>
                  <a:pt x="1591297" y="254762"/>
                </a:lnTo>
                <a:lnTo>
                  <a:pt x="1582089" y="298805"/>
                </a:lnTo>
                <a:lnTo>
                  <a:pt x="1565465" y="337667"/>
                </a:lnTo>
                <a:lnTo>
                  <a:pt x="1554010" y="355384"/>
                </a:lnTo>
                <a:lnTo>
                  <a:pt x="1559725" y="362216"/>
                </a:lnTo>
                <a:lnTo>
                  <a:pt x="1565440" y="368922"/>
                </a:lnTo>
                <a:lnTo>
                  <a:pt x="1571155" y="375361"/>
                </a:lnTo>
                <a:lnTo>
                  <a:pt x="1576870" y="381393"/>
                </a:lnTo>
                <a:lnTo>
                  <a:pt x="1594358" y="353352"/>
                </a:lnTo>
                <a:lnTo>
                  <a:pt x="1607820" y="322046"/>
                </a:lnTo>
                <a:lnTo>
                  <a:pt x="1617256" y="287604"/>
                </a:lnTo>
                <a:lnTo>
                  <a:pt x="1622679" y="250126"/>
                </a:lnTo>
                <a:lnTo>
                  <a:pt x="1733943" y="250126"/>
                </a:lnTo>
                <a:lnTo>
                  <a:pt x="1733943" y="370624"/>
                </a:lnTo>
                <a:lnTo>
                  <a:pt x="1764512" y="370624"/>
                </a:lnTo>
                <a:lnTo>
                  <a:pt x="1764512" y="250126"/>
                </a:lnTo>
                <a:lnTo>
                  <a:pt x="1877288" y="250126"/>
                </a:lnTo>
                <a:lnTo>
                  <a:pt x="1877288" y="320332"/>
                </a:lnTo>
                <a:lnTo>
                  <a:pt x="1875840" y="330327"/>
                </a:lnTo>
                <a:lnTo>
                  <a:pt x="1871383" y="337477"/>
                </a:lnTo>
                <a:lnTo>
                  <a:pt x="1863788" y="341757"/>
                </a:lnTo>
                <a:lnTo>
                  <a:pt x="1852904" y="343192"/>
                </a:lnTo>
                <a:lnTo>
                  <a:pt x="1841779" y="342925"/>
                </a:lnTo>
                <a:lnTo>
                  <a:pt x="1829092" y="342239"/>
                </a:lnTo>
                <a:lnTo>
                  <a:pt x="1799564" y="340144"/>
                </a:lnTo>
                <a:lnTo>
                  <a:pt x="1801583" y="349643"/>
                </a:lnTo>
                <a:lnTo>
                  <a:pt x="1803184" y="357860"/>
                </a:lnTo>
                <a:lnTo>
                  <a:pt x="1804492" y="365213"/>
                </a:lnTo>
                <a:lnTo>
                  <a:pt x="1805660" y="372148"/>
                </a:lnTo>
                <a:lnTo>
                  <a:pt x="1821357" y="372389"/>
                </a:lnTo>
                <a:lnTo>
                  <a:pt x="1850453" y="373430"/>
                </a:lnTo>
                <a:lnTo>
                  <a:pt x="1863572" y="373672"/>
                </a:lnTo>
                <a:lnTo>
                  <a:pt x="1882749" y="370814"/>
                </a:lnTo>
                <a:lnTo>
                  <a:pt x="1896618" y="362242"/>
                </a:lnTo>
                <a:lnTo>
                  <a:pt x="1905025" y="347954"/>
                </a:lnTo>
                <a:lnTo>
                  <a:pt x="1905698" y="343192"/>
                </a:lnTo>
                <a:lnTo>
                  <a:pt x="1907870" y="327952"/>
                </a:lnTo>
                <a:lnTo>
                  <a:pt x="1907870" y="51816"/>
                </a:lnTo>
                <a:lnTo>
                  <a:pt x="1907870" y="24384"/>
                </a:lnTo>
                <a:close/>
              </a:path>
              <a:path w="3498850" h="381635">
                <a:moveTo>
                  <a:pt x="2040547" y="82397"/>
                </a:moveTo>
                <a:lnTo>
                  <a:pt x="2029409" y="66001"/>
                </a:lnTo>
                <a:lnTo>
                  <a:pt x="2016683" y="48780"/>
                </a:lnTo>
                <a:lnTo>
                  <a:pt x="2002536" y="30441"/>
                </a:lnTo>
                <a:lnTo>
                  <a:pt x="1987105" y="10668"/>
                </a:lnTo>
                <a:lnTo>
                  <a:pt x="1962721" y="25908"/>
                </a:lnTo>
                <a:lnTo>
                  <a:pt x="1975319" y="42532"/>
                </a:lnTo>
                <a:lnTo>
                  <a:pt x="1988058" y="60439"/>
                </a:lnTo>
                <a:lnTo>
                  <a:pt x="2001088" y="79781"/>
                </a:lnTo>
                <a:lnTo>
                  <a:pt x="2014537" y="100685"/>
                </a:lnTo>
                <a:lnTo>
                  <a:pt x="2040547" y="82397"/>
                </a:lnTo>
                <a:close/>
              </a:path>
              <a:path w="3498850" h="381635">
                <a:moveTo>
                  <a:pt x="2128939" y="228803"/>
                </a:moveTo>
                <a:lnTo>
                  <a:pt x="2103031" y="215087"/>
                </a:lnTo>
                <a:lnTo>
                  <a:pt x="2088172" y="237655"/>
                </a:lnTo>
                <a:lnTo>
                  <a:pt x="2073313" y="257378"/>
                </a:lnTo>
                <a:lnTo>
                  <a:pt x="2058454" y="274269"/>
                </a:lnTo>
                <a:lnTo>
                  <a:pt x="2043595" y="288328"/>
                </a:lnTo>
                <a:lnTo>
                  <a:pt x="2050148" y="293776"/>
                </a:lnTo>
                <a:lnTo>
                  <a:pt x="2055977" y="298805"/>
                </a:lnTo>
                <a:lnTo>
                  <a:pt x="2060956" y="303542"/>
                </a:lnTo>
                <a:lnTo>
                  <a:pt x="2064931" y="308140"/>
                </a:lnTo>
                <a:lnTo>
                  <a:pt x="2081796" y="292100"/>
                </a:lnTo>
                <a:lnTo>
                  <a:pt x="2098078" y="273608"/>
                </a:lnTo>
                <a:lnTo>
                  <a:pt x="2113800" y="252552"/>
                </a:lnTo>
                <a:lnTo>
                  <a:pt x="2128939" y="228803"/>
                </a:lnTo>
                <a:close/>
              </a:path>
              <a:path w="3498850" h="381635">
                <a:moveTo>
                  <a:pt x="2301341" y="288328"/>
                </a:moveTo>
                <a:lnTo>
                  <a:pt x="2288971" y="271919"/>
                </a:lnTo>
                <a:lnTo>
                  <a:pt x="2274773" y="254520"/>
                </a:lnTo>
                <a:lnTo>
                  <a:pt x="2258593" y="235724"/>
                </a:lnTo>
                <a:lnTo>
                  <a:pt x="2240292" y="215087"/>
                </a:lnTo>
                <a:lnTo>
                  <a:pt x="2218956" y="231851"/>
                </a:lnTo>
                <a:lnTo>
                  <a:pt x="2233790" y="250177"/>
                </a:lnTo>
                <a:lnTo>
                  <a:pt x="2248484" y="268655"/>
                </a:lnTo>
                <a:lnTo>
                  <a:pt x="2262886" y="287426"/>
                </a:lnTo>
                <a:lnTo>
                  <a:pt x="2276868" y="306616"/>
                </a:lnTo>
                <a:lnTo>
                  <a:pt x="2301341" y="288328"/>
                </a:lnTo>
                <a:close/>
              </a:path>
              <a:path w="3498850" h="381635">
                <a:moveTo>
                  <a:pt x="2322677" y="338620"/>
                </a:moveTo>
                <a:lnTo>
                  <a:pt x="2208098" y="340525"/>
                </a:lnTo>
                <a:lnTo>
                  <a:pt x="2153882" y="340766"/>
                </a:lnTo>
                <a:lnTo>
                  <a:pt x="2101507" y="340144"/>
                </a:lnTo>
                <a:lnTo>
                  <a:pt x="2074938" y="337616"/>
                </a:lnTo>
                <a:lnTo>
                  <a:pt x="2052358" y="330238"/>
                </a:lnTo>
                <a:lnTo>
                  <a:pt x="2039340" y="321856"/>
                </a:lnTo>
                <a:lnTo>
                  <a:pt x="2033778" y="318287"/>
                </a:lnTo>
                <a:lnTo>
                  <a:pt x="2019211" y="302044"/>
                </a:lnTo>
                <a:lnTo>
                  <a:pt x="2019211" y="138785"/>
                </a:lnTo>
                <a:lnTo>
                  <a:pt x="1944433" y="138785"/>
                </a:lnTo>
                <a:lnTo>
                  <a:pt x="1944433" y="166217"/>
                </a:lnTo>
                <a:lnTo>
                  <a:pt x="1990153" y="166217"/>
                </a:lnTo>
                <a:lnTo>
                  <a:pt x="1990153" y="295948"/>
                </a:lnTo>
                <a:lnTo>
                  <a:pt x="1981250" y="303949"/>
                </a:lnTo>
                <a:lnTo>
                  <a:pt x="1963978" y="320306"/>
                </a:lnTo>
                <a:lnTo>
                  <a:pt x="1957158" y="326809"/>
                </a:lnTo>
                <a:lnTo>
                  <a:pt x="1941385" y="341668"/>
                </a:lnTo>
                <a:lnTo>
                  <a:pt x="1956625" y="373672"/>
                </a:lnTo>
                <a:lnTo>
                  <a:pt x="1970633" y="356793"/>
                </a:lnTo>
                <a:lnTo>
                  <a:pt x="1982914" y="342620"/>
                </a:lnTo>
                <a:lnTo>
                  <a:pt x="1993493" y="331025"/>
                </a:lnTo>
                <a:lnTo>
                  <a:pt x="2002345" y="321856"/>
                </a:lnTo>
                <a:lnTo>
                  <a:pt x="2018690" y="341858"/>
                </a:lnTo>
                <a:lnTo>
                  <a:pt x="2040153" y="356146"/>
                </a:lnTo>
                <a:lnTo>
                  <a:pt x="2066734" y="364718"/>
                </a:lnTo>
                <a:lnTo>
                  <a:pt x="2098459" y="367576"/>
                </a:lnTo>
                <a:lnTo>
                  <a:pt x="2199525" y="368909"/>
                </a:lnTo>
                <a:lnTo>
                  <a:pt x="2312009" y="369100"/>
                </a:lnTo>
                <a:lnTo>
                  <a:pt x="2314537" y="360260"/>
                </a:lnTo>
                <a:lnTo>
                  <a:pt x="2317343" y="352145"/>
                </a:lnTo>
                <a:lnTo>
                  <a:pt x="2320150" y="344881"/>
                </a:lnTo>
                <a:lnTo>
                  <a:pt x="2321814" y="340766"/>
                </a:lnTo>
                <a:lnTo>
                  <a:pt x="2322677" y="338620"/>
                </a:lnTo>
                <a:close/>
              </a:path>
              <a:path w="3498850" h="381635">
                <a:moveTo>
                  <a:pt x="2322677" y="111353"/>
                </a:moveTo>
                <a:lnTo>
                  <a:pt x="2285504" y="94221"/>
                </a:lnTo>
                <a:lnTo>
                  <a:pt x="2251913" y="72631"/>
                </a:lnTo>
                <a:lnTo>
                  <a:pt x="2222068" y="46761"/>
                </a:lnTo>
                <a:lnTo>
                  <a:pt x="2214575" y="38100"/>
                </a:lnTo>
                <a:lnTo>
                  <a:pt x="2196096" y="16764"/>
                </a:lnTo>
                <a:lnTo>
                  <a:pt x="2203716" y="6096"/>
                </a:lnTo>
                <a:lnTo>
                  <a:pt x="2165616" y="6096"/>
                </a:lnTo>
                <a:lnTo>
                  <a:pt x="2141524" y="38100"/>
                </a:lnTo>
                <a:lnTo>
                  <a:pt x="2112759" y="67678"/>
                </a:lnTo>
                <a:lnTo>
                  <a:pt x="2079142" y="94691"/>
                </a:lnTo>
                <a:lnTo>
                  <a:pt x="2040547" y="118973"/>
                </a:lnTo>
                <a:lnTo>
                  <a:pt x="2046859" y="126428"/>
                </a:lnTo>
                <a:lnTo>
                  <a:pt x="2052167" y="132880"/>
                </a:lnTo>
                <a:lnTo>
                  <a:pt x="2056625" y="138480"/>
                </a:lnTo>
                <a:lnTo>
                  <a:pt x="2060359" y="143357"/>
                </a:lnTo>
                <a:lnTo>
                  <a:pt x="2081504" y="129641"/>
                </a:lnTo>
                <a:lnTo>
                  <a:pt x="2091867" y="122783"/>
                </a:lnTo>
                <a:lnTo>
                  <a:pt x="2101507" y="115925"/>
                </a:lnTo>
                <a:lnTo>
                  <a:pt x="2101507" y="137261"/>
                </a:lnTo>
                <a:lnTo>
                  <a:pt x="2164092" y="137261"/>
                </a:lnTo>
                <a:lnTo>
                  <a:pt x="2164092" y="176974"/>
                </a:lnTo>
                <a:lnTo>
                  <a:pt x="2058835" y="176974"/>
                </a:lnTo>
                <a:lnTo>
                  <a:pt x="2058835" y="202895"/>
                </a:lnTo>
                <a:lnTo>
                  <a:pt x="2164092" y="202895"/>
                </a:lnTo>
                <a:lnTo>
                  <a:pt x="2164003" y="273608"/>
                </a:lnTo>
                <a:lnTo>
                  <a:pt x="2162937" y="281051"/>
                </a:lnTo>
                <a:lnTo>
                  <a:pt x="2159508" y="286791"/>
                </a:lnTo>
                <a:lnTo>
                  <a:pt x="2153755" y="290233"/>
                </a:lnTo>
                <a:lnTo>
                  <a:pt x="2145703" y="291376"/>
                </a:lnTo>
                <a:lnTo>
                  <a:pt x="2137156" y="291109"/>
                </a:lnTo>
                <a:lnTo>
                  <a:pt x="2127605" y="290423"/>
                </a:lnTo>
                <a:lnTo>
                  <a:pt x="2106079" y="288328"/>
                </a:lnTo>
                <a:lnTo>
                  <a:pt x="2108098" y="295236"/>
                </a:lnTo>
                <a:lnTo>
                  <a:pt x="2109698" y="302425"/>
                </a:lnTo>
                <a:lnTo>
                  <a:pt x="2111006" y="310184"/>
                </a:lnTo>
                <a:lnTo>
                  <a:pt x="2112175" y="318808"/>
                </a:lnTo>
                <a:lnTo>
                  <a:pt x="2124227" y="319684"/>
                </a:lnTo>
                <a:lnTo>
                  <a:pt x="2135428" y="320141"/>
                </a:lnTo>
                <a:lnTo>
                  <a:pt x="2146071" y="320306"/>
                </a:lnTo>
                <a:lnTo>
                  <a:pt x="2156472" y="320332"/>
                </a:lnTo>
                <a:lnTo>
                  <a:pt x="2172474" y="317119"/>
                </a:lnTo>
                <a:lnTo>
                  <a:pt x="2183904" y="309473"/>
                </a:lnTo>
                <a:lnTo>
                  <a:pt x="2190762" y="296976"/>
                </a:lnTo>
                <a:lnTo>
                  <a:pt x="2191474" y="291376"/>
                </a:lnTo>
                <a:lnTo>
                  <a:pt x="2193048" y="279184"/>
                </a:lnTo>
                <a:lnTo>
                  <a:pt x="2193048" y="202895"/>
                </a:lnTo>
                <a:lnTo>
                  <a:pt x="2296769" y="202895"/>
                </a:lnTo>
                <a:lnTo>
                  <a:pt x="2296769" y="176974"/>
                </a:lnTo>
                <a:lnTo>
                  <a:pt x="2193048" y="176974"/>
                </a:lnTo>
                <a:lnTo>
                  <a:pt x="2193048" y="137261"/>
                </a:lnTo>
                <a:lnTo>
                  <a:pt x="2254008" y="137261"/>
                </a:lnTo>
                <a:lnTo>
                  <a:pt x="2254008" y="115925"/>
                </a:lnTo>
                <a:lnTo>
                  <a:pt x="2254008" y="111353"/>
                </a:lnTo>
                <a:lnTo>
                  <a:pt x="2106079" y="111353"/>
                </a:lnTo>
                <a:lnTo>
                  <a:pt x="2126069" y="94767"/>
                </a:lnTo>
                <a:lnTo>
                  <a:pt x="2144801" y="77012"/>
                </a:lnTo>
                <a:lnTo>
                  <a:pt x="2162098" y="58127"/>
                </a:lnTo>
                <a:lnTo>
                  <a:pt x="2177808" y="38100"/>
                </a:lnTo>
                <a:lnTo>
                  <a:pt x="2202688" y="67360"/>
                </a:lnTo>
                <a:lnTo>
                  <a:pt x="2231720" y="93433"/>
                </a:lnTo>
                <a:lnTo>
                  <a:pt x="2265070" y="116636"/>
                </a:lnTo>
                <a:lnTo>
                  <a:pt x="2302865" y="137261"/>
                </a:lnTo>
                <a:lnTo>
                  <a:pt x="2307679" y="130429"/>
                </a:lnTo>
                <a:lnTo>
                  <a:pt x="2312771" y="123736"/>
                </a:lnTo>
                <a:lnTo>
                  <a:pt x="2317864" y="117335"/>
                </a:lnTo>
                <a:lnTo>
                  <a:pt x="2322677" y="111353"/>
                </a:lnTo>
                <a:close/>
              </a:path>
              <a:path w="3498850" h="381635">
                <a:moveTo>
                  <a:pt x="2510218" y="233375"/>
                </a:moveTo>
                <a:lnTo>
                  <a:pt x="2495359" y="218795"/>
                </a:lnTo>
                <a:lnTo>
                  <a:pt x="2480500" y="204800"/>
                </a:lnTo>
                <a:lnTo>
                  <a:pt x="2476716" y="201371"/>
                </a:lnTo>
                <a:lnTo>
                  <a:pt x="2471648" y="196799"/>
                </a:lnTo>
                <a:lnTo>
                  <a:pt x="2466594" y="192227"/>
                </a:lnTo>
                <a:lnTo>
                  <a:pt x="2465641" y="191363"/>
                </a:lnTo>
                <a:lnTo>
                  <a:pt x="2450782" y="178511"/>
                </a:lnTo>
                <a:lnTo>
                  <a:pt x="2437066" y="192227"/>
                </a:lnTo>
                <a:lnTo>
                  <a:pt x="2437066" y="143357"/>
                </a:lnTo>
                <a:lnTo>
                  <a:pt x="2508694" y="143357"/>
                </a:lnTo>
                <a:lnTo>
                  <a:pt x="2508694" y="117449"/>
                </a:lnTo>
                <a:lnTo>
                  <a:pt x="2437066" y="117449"/>
                </a:lnTo>
                <a:lnTo>
                  <a:pt x="2437066" y="56400"/>
                </a:lnTo>
                <a:lnTo>
                  <a:pt x="2437066" y="51828"/>
                </a:lnTo>
                <a:lnTo>
                  <a:pt x="2453957" y="48628"/>
                </a:lnTo>
                <a:lnTo>
                  <a:pt x="2486583" y="42824"/>
                </a:lnTo>
                <a:lnTo>
                  <a:pt x="2502598" y="39624"/>
                </a:lnTo>
                <a:lnTo>
                  <a:pt x="2493454" y="12192"/>
                </a:lnTo>
                <a:lnTo>
                  <a:pt x="2455684" y="20751"/>
                </a:lnTo>
                <a:lnTo>
                  <a:pt x="2417597" y="28003"/>
                </a:lnTo>
                <a:lnTo>
                  <a:pt x="2378938" y="33845"/>
                </a:lnTo>
                <a:lnTo>
                  <a:pt x="2339441" y="38100"/>
                </a:lnTo>
                <a:lnTo>
                  <a:pt x="2341702" y="44958"/>
                </a:lnTo>
                <a:lnTo>
                  <a:pt x="2343823" y="51828"/>
                </a:lnTo>
                <a:lnTo>
                  <a:pt x="2345652" y="58686"/>
                </a:lnTo>
                <a:lnTo>
                  <a:pt x="2347061" y="65544"/>
                </a:lnTo>
                <a:lnTo>
                  <a:pt x="2408021" y="56400"/>
                </a:lnTo>
                <a:lnTo>
                  <a:pt x="2408021" y="117449"/>
                </a:lnTo>
                <a:lnTo>
                  <a:pt x="2334869" y="117449"/>
                </a:lnTo>
                <a:lnTo>
                  <a:pt x="2334869" y="143357"/>
                </a:lnTo>
                <a:lnTo>
                  <a:pt x="2401925" y="143357"/>
                </a:lnTo>
                <a:lnTo>
                  <a:pt x="2388209" y="177990"/>
                </a:lnTo>
                <a:lnTo>
                  <a:pt x="2372207" y="210883"/>
                </a:lnTo>
                <a:lnTo>
                  <a:pt x="2353919" y="242036"/>
                </a:lnTo>
                <a:lnTo>
                  <a:pt x="2333345" y="271475"/>
                </a:lnTo>
                <a:lnTo>
                  <a:pt x="2336774" y="280403"/>
                </a:lnTo>
                <a:lnTo>
                  <a:pt x="2340203" y="288886"/>
                </a:lnTo>
                <a:lnTo>
                  <a:pt x="2343632" y="297065"/>
                </a:lnTo>
                <a:lnTo>
                  <a:pt x="2347061" y="305092"/>
                </a:lnTo>
                <a:lnTo>
                  <a:pt x="2365375" y="278485"/>
                </a:lnTo>
                <a:lnTo>
                  <a:pt x="2381542" y="251472"/>
                </a:lnTo>
                <a:lnTo>
                  <a:pt x="2395715" y="224205"/>
                </a:lnTo>
                <a:lnTo>
                  <a:pt x="2408021" y="196799"/>
                </a:lnTo>
                <a:lnTo>
                  <a:pt x="2408021" y="379768"/>
                </a:lnTo>
                <a:lnTo>
                  <a:pt x="2437066" y="379768"/>
                </a:lnTo>
                <a:lnTo>
                  <a:pt x="2437066" y="201371"/>
                </a:lnTo>
                <a:lnTo>
                  <a:pt x="2450744" y="215087"/>
                </a:lnTo>
                <a:lnTo>
                  <a:pt x="2464117" y="228803"/>
                </a:lnTo>
                <a:lnTo>
                  <a:pt x="2476931" y="242519"/>
                </a:lnTo>
                <a:lnTo>
                  <a:pt x="2488882" y="256235"/>
                </a:lnTo>
                <a:lnTo>
                  <a:pt x="2510218" y="233375"/>
                </a:lnTo>
                <a:close/>
              </a:path>
              <a:path w="3498850" h="381635">
                <a:moveTo>
                  <a:pt x="2696248" y="47244"/>
                </a:moveTo>
                <a:lnTo>
                  <a:pt x="2665768" y="47244"/>
                </a:lnTo>
                <a:lnTo>
                  <a:pt x="2665768" y="76301"/>
                </a:lnTo>
                <a:lnTo>
                  <a:pt x="2665768" y="302044"/>
                </a:lnTo>
                <a:lnTo>
                  <a:pt x="2558999" y="302044"/>
                </a:lnTo>
                <a:lnTo>
                  <a:pt x="2558999" y="76301"/>
                </a:lnTo>
                <a:lnTo>
                  <a:pt x="2665768" y="76301"/>
                </a:lnTo>
                <a:lnTo>
                  <a:pt x="2665768" y="47244"/>
                </a:lnTo>
                <a:lnTo>
                  <a:pt x="2526995" y="47244"/>
                </a:lnTo>
                <a:lnTo>
                  <a:pt x="2526995" y="367576"/>
                </a:lnTo>
                <a:lnTo>
                  <a:pt x="2558999" y="367576"/>
                </a:lnTo>
                <a:lnTo>
                  <a:pt x="2558999" y="329476"/>
                </a:lnTo>
                <a:lnTo>
                  <a:pt x="2665768" y="329476"/>
                </a:lnTo>
                <a:lnTo>
                  <a:pt x="2665768" y="367576"/>
                </a:lnTo>
                <a:lnTo>
                  <a:pt x="2696248" y="367576"/>
                </a:lnTo>
                <a:lnTo>
                  <a:pt x="2696248" y="329476"/>
                </a:lnTo>
                <a:lnTo>
                  <a:pt x="2696248" y="302044"/>
                </a:lnTo>
                <a:lnTo>
                  <a:pt x="2696248" y="76301"/>
                </a:lnTo>
                <a:lnTo>
                  <a:pt x="2696248" y="47244"/>
                </a:lnTo>
                <a:close/>
              </a:path>
              <a:path w="3498850" h="381635">
                <a:moveTo>
                  <a:pt x="2940278" y="117449"/>
                </a:moveTo>
                <a:lnTo>
                  <a:pt x="2930893" y="105397"/>
                </a:lnTo>
                <a:lnTo>
                  <a:pt x="2921228" y="94208"/>
                </a:lnTo>
                <a:lnTo>
                  <a:pt x="2902178" y="73253"/>
                </a:lnTo>
                <a:lnTo>
                  <a:pt x="2880842" y="90017"/>
                </a:lnTo>
                <a:lnTo>
                  <a:pt x="2890850" y="101447"/>
                </a:lnTo>
                <a:lnTo>
                  <a:pt x="2900273" y="112877"/>
                </a:lnTo>
                <a:lnTo>
                  <a:pt x="2909138" y="124307"/>
                </a:lnTo>
                <a:lnTo>
                  <a:pt x="2917418" y="135737"/>
                </a:lnTo>
                <a:lnTo>
                  <a:pt x="2940278" y="117449"/>
                </a:lnTo>
                <a:close/>
              </a:path>
              <a:path w="3498850" h="381635">
                <a:moveTo>
                  <a:pt x="3022676" y="140309"/>
                </a:moveTo>
                <a:lnTo>
                  <a:pt x="2792361" y="140309"/>
                </a:lnTo>
                <a:lnTo>
                  <a:pt x="2792361" y="166217"/>
                </a:lnTo>
                <a:lnTo>
                  <a:pt x="2985998" y="166217"/>
                </a:lnTo>
                <a:lnTo>
                  <a:pt x="2974543" y="177660"/>
                </a:lnTo>
                <a:lnTo>
                  <a:pt x="2962948" y="188785"/>
                </a:lnTo>
                <a:lnTo>
                  <a:pt x="2951061" y="199313"/>
                </a:lnTo>
                <a:lnTo>
                  <a:pt x="2938754" y="208978"/>
                </a:lnTo>
                <a:lnTo>
                  <a:pt x="2945346" y="213550"/>
                </a:lnTo>
                <a:lnTo>
                  <a:pt x="2951518" y="218122"/>
                </a:lnTo>
                <a:lnTo>
                  <a:pt x="2957398" y="222694"/>
                </a:lnTo>
                <a:lnTo>
                  <a:pt x="2963138" y="227266"/>
                </a:lnTo>
                <a:lnTo>
                  <a:pt x="2979724" y="211531"/>
                </a:lnTo>
                <a:lnTo>
                  <a:pt x="2995193" y="196215"/>
                </a:lnTo>
                <a:lnTo>
                  <a:pt x="3009506" y="181152"/>
                </a:lnTo>
                <a:lnTo>
                  <a:pt x="3022676" y="166217"/>
                </a:lnTo>
                <a:lnTo>
                  <a:pt x="3022676" y="140309"/>
                </a:lnTo>
                <a:close/>
              </a:path>
              <a:path w="3498850" h="381635">
                <a:moveTo>
                  <a:pt x="3051632" y="230314"/>
                </a:moveTo>
                <a:lnTo>
                  <a:pt x="3022676" y="230314"/>
                </a:lnTo>
                <a:lnTo>
                  <a:pt x="3022676" y="257759"/>
                </a:lnTo>
                <a:lnTo>
                  <a:pt x="3022676" y="327952"/>
                </a:lnTo>
                <a:lnTo>
                  <a:pt x="2809125" y="327952"/>
                </a:lnTo>
                <a:lnTo>
                  <a:pt x="2809125" y="257759"/>
                </a:lnTo>
                <a:lnTo>
                  <a:pt x="3022676" y="257759"/>
                </a:lnTo>
                <a:lnTo>
                  <a:pt x="3022676" y="230314"/>
                </a:lnTo>
                <a:lnTo>
                  <a:pt x="2778633" y="230314"/>
                </a:lnTo>
                <a:lnTo>
                  <a:pt x="2778633" y="376720"/>
                </a:lnTo>
                <a:lnTo>
                  <a:pt x="2809125" y="376720"/>
                </a:lnTo>
                <a:lnTo>
                  <a:pt x="2809125" y="355384"/>
                </a:lnTo>
                <a:lnTo>
                  <a:pt x="3022676" y="355384"/>
                </a:lnTo>
                <a:lnTo>
                  <a:pt x="3022676" y="376720"/>
                </a:lnTo>
                <a:lnTo>
                  <a:pt x="3051632" y="376720"/>
                </a:lnTo>
                <a:lnTo>
                  <a:pt x="3051632" y="355384"/>
                </a:lnTo>
                <a:lnTo>
                  <a:pt x="3051632" y="327952"/>
                </a:lnTo>
                <a:lnTo>
                  <a:pt x="3051632" y="257759"/>
                </a:lnTo>
                <a:lnTo>
                  <a:pt x="3051632" y="230314"/>
                </a:lnTo>
                <a:close/>
              </a:path>
              <a:path w="3498850" h="381635">
                <a:moveTo>
                  <a:pt x="3106496" y="126593"/>
                </a:moveTo>
                <a:lnTo>
                  <a:pt x="3054489" y="104863"/>
                </a:lnTo>
                <a:lnTo>
                  <a:pt x="3008338" y="78536"/>
                </a:lnTo>
                <a:lnTo>
                  <a:pt x="2968180" y="47650"/>
                </a:lnTo>
                <a:lnTo>
                  <a:pt x="2951721" y="30480"/>
                </a:lnTo>
                <a:lnTo>
                  <a:pt x="2934182" y="12192"/>
                </a:lnTo>
                <a:lnTo>
                  <a:pt x="2943326" y="3048"/>
                </a:lnTo>
                <a:lnTo>
                  <a:pt x="2902178" y="3048"/>
                </a:lnTo>
                <a:lnTo>
                  <a:pt x="2864688" y="42214"/>
                </a:lnTo>
                <a:lnTo>
                  <a:pt x="2822879" y="77393"/>
                </a:lnTo>
                <a:lnTo>
                  <a:pt x="2776512" y="108572"/>
                </a:lnTo>
                <a:lnTo>
                  <a:pt x="2725293" y="135737"/>
                </a:lnTo>
                <a:lnTo>
                  <a:pt x="2729725" y="142405"/>
                </a:lnTo>
                <a:lnTo>
                  <a:pt x="2734246" y="149453"/>
                </a:lnTo>
                <a:lnTo>
                  <a:pt x="2738374" y="156311"/>
                </a:lnTo>
                <a:lnTo>
                  <a:pt x="2742057" y="163169"/>
                </a:lnTo>
                <a:lnTo>
                  <a:pt x="2791510" y="135166"/>
                </a:lnTo>
                <a:lnTo>
                  <a:pt x="2836976" y="103720"/>
                </a:lnTo>
                <a:lnTo>
                  <a:pt x="2878442" y="68834"/>
                </a:lnTo>
                <a:lnTo>
                  <a:pt x="2915894" y="30480"/>
                </a:lnTo>
                <a:lnTo>
                  <a:pt x="2947060" y="66598"/>
                </a:lnTo>
                <a:lnTo>
                  <a:pt x="2985668" y="99529"/>
                </a:lnTo>
                <a:lnTo>
                  <a:pt x="3031706" y="129590"/>
                </a:lnTo>
                <a:lnTo>
                  <a:pt x="3085160" y="157073"/>
                </a:lnTo>
                <a:lnTo>
                  <a:pt x="3089135" y="149948"/>
                </a:lnTo>
                <a:lnTo>
                  <a:pt x="3094113" y="142405"/>
                </a:lnTo>
                <a:lnTo>
                  <a:pt x="3099943" y="134569"/>
                </a:lnTo>
                <a:lnTo>
                  <a:pt x="3106496" y="126593"/>
                </a:lnTo>
                <a:close/>
              </a:path>
              <a:path w="3498850" h="381635">
                <a:moveTo>
                  <a:pt x="3339846" y="90017"/>
                </a:moveTo>
                <a:lnTo>
                  <a:pt x="3329902" y="68846"/>
                </a:lnTo>
                <a:lnTo>
                  <a:pt x="3318510" y="46685"/>
                </a:lnTo>
                <a:lnTo>
                  <a:pt x="3305987" y="23698"/>
                </a:lnTo>
                <a:lnTo>
                  <a:pt x="3292602" y="0"/>
                </a:lnTo>
                <a:lnTo>
                  <a:pt x="3263646" y="12192"/>
                </a:lnTo>
                <a:lnTo>
                  <a:pt x="3275965" y="34264"/>
                </a:lnTo>
                <a:lnTo>
                  <a:pt x="3287839" y="57200"/>
                </a:lnTo>
                <a:lnTo>
                  <a:pt x="3299447" y="81292"/>
                </a:lnTo>
                <a:lnTo>
                  <a:pt x="3310890" y="106781"/>
                </a:lnTo>
                <a:lnTo>
                  <a:pt x="3339846" y="90017"/>
                </a:lnTo>
                <a:close/>
              </a:path>
              <a:path w="3498850" h="381635">
                <a:moveTo>
                  <a:pt x="3498443" y="338620"/>
                </a:moveTo>
                <a:lnTo>
                  <a:pt x="3447618" y="324637"/>
                </a:lnTo>
                <a:lnTo>
                  <a:pt x="3402761" y="307936"/>
                </a:lnTo>
                <a:lnTo>
                  <a:pt x="3366617" y="289852"/>
                </a:lnTo>
                <a:lnTo>
                  <a:pt x="3364204" y="288645"/>
                </a:lnTo>
                <a:lnTo>
                  <a:pt x="3332226" y="266903"/>
                </a:lnTo>
                <a:lnTo>
                  <a:pt x="3350310" y="245567"/>
                </a:lnTo>
                <a:lnTo>
                  <a:pt x="3363696" y="229755"/>
                </a:lnTo>
                <a:lnTo>
                  <a:pt x="3390417" y="187858"/>
                </a:lnTo>
                <a:lnTo>
                  <a:pt x="3412401" y="141173"/>
                </a:lnTo>
                <a:lnTo>
                  <a:pt x="3429609" y="89738"/>
                </a:lnTo>
                <a:lnTo>
                  <a:pt x="3442055" y="33540"/>
                </a:lnTo>
                <a:lnTo>
                  <a:pt x="3408527" y="27432"/>
                </a:lnTo>
                <a:lnTo>
                  <a:pt x="3399332" y="77952"/>
                </a:lnTo>
                <a:lnTo>
                  <a:pt x="3384677" y="125107"/>
                </a:lnTo>
                <a:lnTo>
                  <a:pt x="3364547" y="168808"/>
                </a:lnTo>
                <a:lnTo>
                  <a:pt x="3338944" y="208991"/>
                </a:lnTo>
                <a:lnTo>
                  <a:pt x="3307842" y="245567"/>
                </a:lnTo>
                <a:lnTo>
                  <a:pt x="3279279" y="212648"/>
                </a:lnTo>
                <a:lnTo>
                  <a:pt x="3254108" y="174294"/>
                </a:lnTo>
                <a:lnTo>
                  <a:pt x="3232378" y="130594"/>
                </a:lnTo>
                <a:lnTo>
                  <a:pt x="3214166" y="81610"/>
                </a:lnTo>
                <a:lnTo>
                  <a:pt x="3199549" y="27432"/>
                </a:lnTo>
                <a:lnTo>
                  <a:pt x="3169069" y="38112"/>
                </a:lnTo>
                <a:lnTo>
                  <a:pt x="3185350" y="95605"/>
                </a:lnTo>
                <a:lnTo>
                  <a:pt x="3204921" y="147307"/>
                </a:lnTo>
                <a:lnTo>
                  <a:pt x="3227794" y="193306"/>
                </a:lnTo>
                <a:lnTo>
                  <a:pt x="3253968" y="233654"/>
                </a:lnTo>
                <a:lnTo>
                  <a:pt x="3283458" y="268427"/>
                </a:lnTo>
                <a:lnTo>
                  <a:pt x="3253168" y="290474"/>
                </a:lnTo>
                <a:lnTo>
                  <a:pt x="3215170" y="310794"/>
                </a:lnTo>
                <a:lnTo>
                  <a:pt x="3169742" y="329374"/>
                </a:lnTo>
                <a:lnTo>
                  <a:pt x="3117151" y="346240"/>
                </a:lnTo>
                <a:lnTo>
                  <a:pt x="3123552" y="354215"/>
                </a:lnTo>
                <a:lnTo>
                  <a:pt x="3129051" y="362051"/>
                </a:lnTo>
                <a:lnTo>
                  <a:pt x="3138589" y="376720"/>
                </a:lnTo>
                <a:lnTo>
                  <a:pt x="3191179" y="356069"/>
                </a:lnTo>
                <a:lnTo>
                  <a:pt x="3236938" y="335000"/>
                </a:lnTo>
                <a:lnTo>
                  <a:pt x="3275825" y="313067"/>
                </a:lnTo>
                <a:lnTo>
                  <a:pt x="3307842" y="289852"/>
                </a:lnTo>
                <a:lnTo>
                  <a:pt x="3338690" y="312140"/>
                </a:lnTo>
                <a:lnTo>
                  <a:pt x="3376244" y="333286"/>
                </a:lnTo>
                <a:lnTo>
                  <a:pt x="3420402" y="353288"/>
                </a:lnTo>
                <a:lnTo>
                  <a:pt x="3471011" y="372148"/>
                </a:lnTo>
                <a:lnTo>
                  <a:pt x="3477018" y="364769"/>
                </a:lnTo>
                <a:lnTo>
                  <a:pt x="3483584" y="356527"/>
                </a:lnTo>
                <a:lnTo>
                  <a:pt x="3490734" y="347713"/>
                </a:lnTo>
                <a:lnTo>
                  <a:pt x="3498443" y="3386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418844" y="448056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1765839" y="4315396"/>
            <a:ext cx="1129030" cy="377190"/>
            <a:chOff x="1765839" y="4315396"/>
            <a:chExt cx="1129030" cy="377190"/>
          </a:xfrm>
        </p:grpSpPr>
        <p:sp>
          <p:nvSpPr>
            <p:cNvPr id="33" name="object 33" descr=""/>
            <p:cNvSpPr/>
            <p:nvPr/>
          </p:nvSpPr>
          <p:spPr>
            <a:xfrm>
              <a:off x="1765839" y="4402264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55374" y="38195"/>
                  </a:moveTo>
                  <a:lnTo>
                    <a:pt x="32004" y="38195"/>
                  </a:lnTo>
                  <a:lnTo>
                    <a:pt x="44838" y="21297"/>
                  </a:lnTo>
                  <a:lnTo>
                    <a:pt x="60388" y="9382"/>
                  </a:lnTo>
                  <a:lnTo>
                    <a:pt x="78509" y="2324"/>
                  </a:lnTo>
                  <a:lnTo>
                    <a:pt x="99060" y="0"/>
                  </a:lnTo>
                  <a:lnTo>
                    <a:pt x="117403" y="1491"/>
                  </a:lnTo>
                  <a:lnTo>
                    <a:pt x="133433" y="6143"/>
                  </a:lnTo>
                  <a:lnTo>
                    <a:pt x="147159" y="14224"/>
                  </a:lnTo>
                  <a:lnTo>
                    <a:pt x="158591" y="26003"/>
                  </a:lnTo>
                  <a:lnTo>
                    <a:pt x="91440" y="26003"/>
                  </a:lnTo>
                  <a:lnTo>
                    <a:pt x="78533" y="27170"/>
                  </a:lnTo>
                  <a:lnTo>
                    <a:pt x="67056" y="30765"/>
                  </a:lnTo>
                  <a:lnTo>
                    <a:pt x="56721" y="36933"/>
                  </a:lnTo>
                  <a:lnTo>
                    <a:pt x="55374" y="38195"/>
                  </a:lnTo>
                  <a:close/>
                </a:path>
                <a:path w="180339" h="290195">
                  <a:moveTo>
                    <a:pt x="32004" y="289845"/>
                  </a:moveTo>
                  <a:lnTo>
                    <a:pt x="0" y="289845"/>
                  </a:lnTo>
                  <a:lnTo>
                    <a:pt x="0" y="4667"/>
                  </a:lnTo>
                  <a:lnTo>
                    <a:pt x="32004" y="4667"/>
                  </a:lnTo>
                  <a:lnTo>
                    <a:pt x="32004" y="38195"/>
                  </a:lnTo>
                  <a:lnTo>
                    <a:pt x="55374" y="38195"/>
                  </a:lnTo>
                  <a:lnTo>
                    <a:pt x="32885" y="79033"/>
                  </a:lnTo>
                  <a:lnTo>
                    <a:pt x="32004" y="93059"/>
                  </a:lnTo>
                  <a:lnTo>
                    <a:pt x="32004" y="120586"/>
                  </a:lnTo>
                  <a:lnTo>
                    <a:pt x="47244" y="161734"/>
                  </a:lnTo>
                  <a:lnTo>
                    <a:pt x="61775" y="172402"/>
                  </a:lnTo>
                  <a:lnTo>
                    <a:pt x="32004" y="172402"/>
                  </a:lnTo>
                  <a:lnTo>
                    <a:pt x="32004" y="289845"/>
                  </a:lnTo>
                  <a:close/>
                </a:path>
                <a:path w="180339" h="290195">
                  <a:moveTo>
                    <a:pt x="152568" y="178498"/>
                  </a:moveTo>
                  <a:lnTo>
                    <a:pt x="86868" y="178498"/>
                  </a:lnTo>
                  <a:lnTo>
                    <a:pt x="100686" y="177093"/>
                  </a:lnTo>
                  <a:lnTo>
                    <a:pt x="112478" y="172974"/>
                  </a:lnTo>
                  <a:lnTo>
                    <a:pt x="138279" y="144849"/>
                  </a:lnTo>
                  <a:lnTo>
                    <a:pt x="147923" y="96107"/>
                  </a:lnTo>
                  <a:lnTo>
                    <a:pt x="147042" y="80724"/>
                  </a:lnTo>
                  <a:lnTo>
                    <a:pt x="132683" y="44291"/>
                  </a:lnTo>
                  <a:lnTo>
                    <a:pt x="91440" y="26003"/>
                  </a:lnTo>
                  <a:lnTo>
                    <a:pt x="158591" y="26003"/>
                  </a:lnTo>
                  <a:lnTo>
                    <a:pt x="167711" y="39957"/>
                  </a:lnTo>
                  <a:lnTo>
                    <a:pt x="174402" y="56483"/>
                  </a:lnTo>
                  <a:lnTo>
                    <a:pt x="178522" y="75295"/>
                  </a:lnTo>
                  <a:lnTo>
                    <a:pt x="179927" y="96107"/>
                  </a:lnTo>
                  <a:lnTo>
                    <a:pt x="178474" y="119903"/>
                  </a:lnTo>
                  <a:lnTo>
                    <a:pt x="174021" y="140958"/>
                  </a:lnTo>
                  <a:lnTo>
                    <a:pt x="166425" y="159423"/>
                  </a:lnTo>
                  <a:lnTo>
                    <a:pt x="155543" y="175450"/>
                  </a:lnTo>
                  <a:lnTo>
                    <a:pt x="152568" y="178498"/>
                  </a:lnTo>
                  <a:close/>
                </a:path>
                <a:path w="180339" h="290195">
                  <a:moveTo>
                    <a:pt x="91440" y="204406"/>
                  </a:moveTo>
                  <a:lnTo>
                    <a:pt x="73152" y="202406"/>
                  </a:lnTo>
                  <a:lnTo>
                    <a:pt x="57150" y="196405"/>
                  </a:lnTo>
                  <a:lnTo>
                    <a:pt x="43434" y="186404"/>
                  </a:lnTo>
                  <a:lnTo>
                    <a:pt x="32004" y="172402"/>
                  </a:lnTo>
                  <a:lnTo>
                    <a:pt x="61775" y="172402"/>
                  </a:lnTo>
                  <a:lnTo>
                    <a:pt x="64770" y="174117"/>
                  </a:lnTo>
                  <a:lnTo>
                    <a:pt x="75104" y="177379"/>
                  </a:lnTo>
                  <a:lnTo>
                    <a:pt x="86868" y="178498"/>
                  </a:lnTo>
                  <a:lnTo>
                    <a:pt x="152568" y="178498"/>
                  </a:lnTo>
                  <a:lnTo>
                    <a:pt x="142968" y="188333"/>
                  </a:lnTo>
                  <a:lnTo>
                    <a:pt x="128099" y="197358"/>
                  </a:lnTo>
                  <a:lnTo>
                    <a:pt x="110926" y="202668"/>
                  </a:lnTo>
                  <a:lnTo>
                    <a:pt x="91440" y="20440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2342" y="4402264"/>
              <a:ext cx="193738" cy="20440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4181" y="4402264"/>
              <a:ext cx="129635" cy="204406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388006" y="4315396"/>
              <a:ext cx="268605" cy="291465"/>
            </a:xfrm>
            <a:custGeom>
              <a:avLst/>
              <a:gdLst/>
              <a:ahLst/>
              <a:cxnLst/>
              <a:rect l="l" t="t" r="r" b="b"/>
              <a:pathLst>
                <a:path w="268605" h="291464">
                  <a:moveTo>
                    <a:pt x="35052" y="91541"/>
                  </a:moveTo>
                  <a:lnTo>
                    <a:pt x="4572" y="91541"/>
                  </a:lnTo>
                  <a:lnTo>
                    <a:pt x="4572" y="286804"/>
                  </a:lnTo>
                  <a:lnTo>
                    <a:pt x="35052" y="286804"/>
                  </a:lnTo>
                  <a:lnTo>
                    <a:pt x="35052" y="91541"/>
                  </a:lnTo>
                  <a:close/>
                </a:path>
                <a:path w="268605" h="291464">
                  <a:moveTo>
                    <a:pt x="41148" y="15240"/>
                  </a:moveTo>
                  <a:lnTo>
                    <a:pt x="35052" y="6096"/>
                  </a:lnTo>
                  <a:lnTo>
                    <a:pt x="25908" y="0"/>
                  </a:lnTo>
                  <a:lnTo>
                    <a:pt x="13716" y="0"/>
                  </a:lnTo>
                  <a:lnTo>
                    <a:pt x="9144" y="3048"/>
                  </a:lnTo>
                  <a:lnTo>
                    <a:pt x="1524" y="10668"/>
                  </a:lnTo>
                  <a:lnTo>
                    <a:pt x="0" y="15240"/>
                  </a:lnTo>
                  <a:lnTo>
                    <a:pt x="0" y="27432"/>
                  </a:lnTo>
                  <a:lnTo>
                    <a:pt x="1524" y="32004"/>
                  </a:lnTo>
                  <a:lnTo>
                    <a:pt x="6096" y="35052"/>
                  </a:lnTo>
                  <a:lnTo>
                    <a:pt x="9144" y="39624"/>
                  </a:lnTo>
                  <a:lnTo>
                    <a:pt x="13716" y="41148"/>
                  </a:lnTo>
                  <a:lnTo>
                    <a:pt x="25908" y="41148"/>
                  </a:lnTo>
                  <a:lnTo>
                    <a:pt x="30480" y="39624"/>
                  </a:lnTo>
                  <a:lnTo>
                    <a:pt x="38100" y="32004"/>
                  </a:lnTo>
                  <a:lnTo>
                    <a:pt x="41148" y="25908"/>
                  </a:lnTo>
                  <a:lnTo>
                    <a:pt x="41148" y="15240"/>
                  </a:lnTo>
                  <a:close/>
                </a:path>
                <a:path w="268605" h="291464">
                  <a:moveTo>
                    <a:pt x="189166" y="91541"/>
                  </a:moveTo>
                  <a:lnTo>
                    <a:pt x="140309" y="91541"/>
                  </a:lnTo>
                  <a:lnTo>
                    <a:pt x="140309" y="33528"/>
                  </a:lnTo>
                  <a:lnTo>
                    <a:pt x="108305" y="42672"/>
                  </a:lnTo>
                  <a:lnTo>
                    <a:pt x="108305" y="91541"/>
                  </a:lnTo>
                  <a:lnTo>
                    <a:pt x="74777" y="91541"/>
                  </a:lnTo>
                  <a:lnTo>
                    <a:pt x="74777" y="117449"/>
                  </a:lnTo>
                  <a:lnTo>
                    <a:pt x="108305" y="117449"/>
                  </a:lnTo>
                  <a:lnTo>
                    <a:pt x="108305" y="233362"/>
                  </a:lnTo>
                  <a:lnTo>
                    <a:pt x="111683" y="258495"/>
                  </a:lnTo>
                  <a:lnTo>
                    <a:pt x="121640" y="276606"/>
                  </a:lnTo>
                  <a:lnTo>
                    <a:pt x="137871" y="287591"/>
                  </a:lnTo>
                  <a:lnTo>
                    <a:pt x="160121" y="291274"/>
                  </a:lnTo>
                  <a:lnTo>
                    <a:pt x="168732" y="290969"/>
                  </a:lnTo>
                  <a:lnTo>
                    <a:pt x="176352" y="289941"/>
                  </a:lnTo>
                  <a:lnTo>
                    <a:pt x="183121" y="288061"/>
                  </a:lnTo>
                  <a:lnTo>
                    <a:pt x="189166" y="285178"/>
                  </a:lnTo>
                  <a:lnTo>
                    <a:pt x="189166" y="257746"/>
                  </a:lnTo>
                  <a:lnTo>
                    <a:pt x="184594" y="262318"/>
                  </a:lnTo>
                  <a:lnTo>
                    <a:pt x="176974" y="265366"/>
                  </a:lnTo>
                  <a:lnTo>
                    <a:pt x="158597" y="265366"/>
                  </a:lnTo>
                  <a:lnTo>
                    <a:pt x="150977" y="262318"/>
                  </a:lnTo>
                  <a:lnTo>
                    <a:pt x="140309" y="228790"/>
                  </a:lnTo>
                  <a:lnTo>
                    <a:pt x="140309" y="117449"/>
                  </a:lnTo>
                  <a:lnTo>
                    <a:pt x="189166" y="117449"/>
                  </a:lnTo>
                  <a:lnTo>
                    <a:pt x="189166" y="91541"/>
                  </a:lnTo>
                  <a:close/>
                </a:path>
                <a:path w="268605" h="291464">
                  <a:moveTo>
                    <a:pt x="262318" y="91541"/>
                  </a:moveTo>
                  <a:lnTo>
                    <a:pt x="231838" y="91541"/>
                  </a:lnTo>
                  <a:lnTo>
                    <a:pt x="231838" y="286715"/>
                  </a:lnTo>
                  <a:lnTo>
                    <a:pt x="262318" y="286715"/>
                  </a:lnTo>
                  <a:lnTo>
                    <a:pt x="262318" y="91541"/>
                  </a:lnTo>
                  <a:close/>
                </a:path>
                <a:path w="268605" h="291464">
                  <a:moveTo>
                    <a:pt x="268414" y="15240"/>
                  </a:moveTo>
                  <a:lnTo>
                    <a:pt x="266890" y="10668"/>
                  </a:lnTo>
                  <a:lnTo>
                    <a:pt x="262318" y="6096"/>
                  </a:lnTo>
                  <a:lnTo>
                    <a:pt x="253174" y="0"/>
                  </a:lnTo>
                  <a:lnTo>
                    <a:pt x="242506" y="0"/>
                  </a:lnTo>
                  <a:lnTo>
                    <a:pt x="233362" y="6096"/>
                  </a:lnTo>
                  <a:lnTo>
                    <a:pt x="228790" y="10668"/>
                  </a:lnTo>
                  <a:lnTo>
                    <a:pt x="227266" y="15240"/>
                  </a:lnTo>
                  <a:lnTo>
                    <a:pt x="227266" y="27432"/>
                  </a:lnTo>
                  <a:lnTo>
                    <a:pt x="228790" y="32004"/>
                  </a:lnTo>
                  <a:lnTo>
                    <a:pt x="233362" y="35052"/>
                  </a:lnTo>
                  <a:lnTo>
                    <a:pt x="237934" y="39624"/>
                  </a:lnTo>
                  <a:lnTo>
                    <a:pt x="242506" y="41148"/>
                  </a:lnTo>
                  <a:lnTo>
                    <a:pt x="253174" y="41148"/>
                  </a:lnTo>
                  <a:lnTo>
                    <a:pt x="257746" y="39624"/>
                  </a:lnTo>
                  <a:lnTo>
                    <a:pt x="262318" y="35052"/>
                  </a:lnTo>
                  <a:lnTo>
                    <a:pt x="266890" y="32004"/>
                  </a:lnTo>
                  <a:lnTo>
                    <a:pt x="268414" y="25908"/>
                  </a:lnTo>
                  <a:lnTo>
                    <a:pt x="268414" y="1524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0623" y="4402264"/>
              <a:ext cx="193738" cy="204406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2944653" y="4402264"/>
            <a:ext cx="250190" cy="250825"/>
            <a:chOff x="2944653" y="4402264"/>
            <a:chExt cx="250190" cy="250825"/>
          </a:xfrm>
        </p:grpSpPr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4653" y="4402264"/>
              <a:ext cx="161639" cy="19983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141440" y="4559427"/>
              <a:ext cx="53340" cy="93345"/>
            </a:xfrm>
            <a:custGeom>
              <a:avLst/>
              <a:gdLst/>
              <a:ahLst/>
              <a:cxnLst/>
              <a:rect l="l" t="t" r="r" b="b"/>
              <a:pathLst>
                <a:path w="53339" h="93345">
                  <a:moveTo>
                    <a:pt x="22859" y="93059"/>
                  </a:moveTo>
                  <a:lnTo>
                    <a:pt x="0" y="93059"/>
                  </a:lnTo>
                  <a:lnTo>
                    <a:pt x="22859" y="0"/>
                  </a:lnTo>
                  <a:lnTo>
                    <a:pt x="53339" y="0"/>
                  </a:lnTo>
                  <a:lnTo>
                    <a:pt x="22859" y="9305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3336607" y="4307776"/>
            <a:ext cx="175260" cy="296545"/>
          </a:xfrm>
          <a:custGeom>
            <a:avLst/>
            <a:gdLst/>
            <a:ahLst/>
            <a:cxnLst/>
            <a:rect l="l" t="t" r="r" b="b"/>
            <a:pathLst>
              <a:path w="175260" h="296545">
                <a:moveTo>
                  <a:pt x="118960" y="4572"/>
                </a:moveTo>
                <a:lnTo>
                  <a:pt x="112864" y="1524"/>
                </a:lnTo>
                <a:lnTo>
                  <a:pt x="105244" y="0"/>
                </a:lnTo>
                <a:lnTo>
                  <a:pt x="96100" y="0"/>
                </a:lnTo>
                <a:lnTo>
                  <a:pt x="51816" y="18288"/>
                </a:lnTo>
                <a:lnTo>
                  <a:pt x="33528" y="67056"/>
                </a:lnTo>
                <a:lnTo>
                  <a:pt x="33528" y="99161"/>
                </a:lnTo>
                <a:lnTo>
                  <a:pt x="0" y="99161"/>
                </a:lnTo>
                <a:lnTo>
                  <a:pt x="0" y="125069"/>
                </a:lnTo>
                <a:lnTo>
                  <a:pt x="33528" y="125069"/>
                </a:lnTo>
                <a:lnTo>
                  <a:pt x="33528" y="294322"/>
                </a:lnTo>
                <a:lnTo>
                  <a:pt x="64096" y="294322"/>
                </a:lnTo>
                <a:lnTo>
                  <a:pt x="64096" y="125069"/>
                </a:lnTo>
                <a:lnTo>
                  <a:pt x="109816" y="125069"/>
                </a:lnTo>
                <a:lnTo>
                  <a:pt x="109816" y="99161"/>
                </a:lnTo>
                <a:lnTo>
                  <a:pt x="64096" y="99161"/>
                </a:lnTo>
                <a:lnTo>
                  <a:pt x="64096" y="68580"/>
                </a:lnTo>
                <a:lnTo>
                  <a:pt x="66332" y="50584"/>
                </a:lnTo>
                <a:lnTo>
                  <a:pt x="72859" y="37719"/>
                </a:lnTo>
                <a:lnTo>
                  <a:pt x="83388" y="30010"/>
                </a:lnTo>
                <a:lnTo>
                  <a:pt x="97624" y="27432"/>
                </a:lnTo>
                <a:lnTo>
                  <a:pt x="105244" y="27432"/>
                </a:lnTo>
                <a:lnTo>
                  <a:pt x="112864" y="28956"/>
                </a:lnTo>
                <a:lnTo>
                  <a:pt x="118960" y="32004"/>
                </a:lnTo>
                <a:lnTo>
                  <a:pt x="118960" y="4572"/>
                </a:lnTo>
                <a:close/>
              </a:path>
              <a:path w="175260" h="296545">
                <a:moveTo>
                  <a:pt x="174688" y="5143"/>
                </a:moveTo>
                <a:lnTo>
                  <a:pt x="142684" y="5143"/>
                </a:lnTo>
                <a:lnTo>
                  <a:pt x="142684" y="296227"/>
                </a:lnTo>
                <a:lnTo>
                  <a:pt x="174688" y="296227"/>
                </a:lnTo>
                <a:lnTo>
                  <a:pt x="174688" y="51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3562350" y="4348924"/>
            <a:ext cx="603885" cy="304165"/>
            <a:chOff x="3562350" y="4348924"/>
            <a:chExt cx="603885" cy="304165"/>
          </a:xfrm>
        </p:grpSpPr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62350" y="4402264"/>
              <a:ext cx="192119" cy="20440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1045" y="4402264"/>
              <a:ext cx="154019" cy="20440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981729" y="4348924"/>
              <a:ext cx="184785" cy="304165"/>
            </a:xfrm>
            <a:custGeom>
              <a:avLst/>
              <a:gdLst/>
              <a:ahLst/>
              <a:cxnLst/>
              <a:rect l="l" t="t" r="r" b="b"/>
              <a:pathLst>
                <a:path w="184785" h="304164">
                  <a:moveTo>
                    <a:pt x="114401" y="58013"/>
                  </a:moveTo>
                  <a:lnTo>
                    <a:pt x="64008" y="58013"/>
                  </a:lnTo>
                  <a:lnTo>
                    <a:pt x="64008" y="0"/>
                  </a:lnTo>
                  <a:lnTo>
                    <a:pt x="33528" y="9144"/>
                  </a:lnTo>
                  <a:lnTo>
                    <a:pt x="33528" y="58013"/>
                  </a:lnTo>
                  <a:lnTo>
                    <a:pt x="0" y="58013"/>
                  </a:lnTo>
                  <a:lnTo>
                    <a:pt x="0" y="83921"/>
                  </a:lnTo>
                  <a:lnTo>
                    <a:pt x="33528" y="83921"/>
                  </a:lnTo>
                  <a:lnTo>
                    <a:pt x="33528" y="199834"/>
                  </a:lnTo>
                  <a:lnTo>
                    <a:pt x="36677" y="224967"/>
                  </a:lnTo>
                  <a:lnTo>
                    <a:pt x="46101" y="243078"/>
                  </a:lnTo>
                  <a:lnTo>
                    <a:pt x="61823" y="254063"/>
                  </a:lnTo>
                  <a:lnTo>
                    <a:pt x="83820" y="257746"/>
                  </a:lnTo>
                  <a:lnTo>
                    <a:pt x="92659" y="257441"/>
                  </a:lnTo>
                  <a:lnTo>
                    <a:pt x="100787" y="256413"/>
                  </a:lnTo>
                  <a:lnTo>
                    <a:pt x="108077" y="254533"/>
                  </a:lnTo>
                  <a:lnTo>
                    <a:pt x="114401" y="251650"/>
                  </a:lnTo>
                  <a:lnTo>
                    <a:pt x="114401" y="224218"/>
                  </a:lnTo>
                  <a:lnTo>
                    <a:pt x="108305" y="228790"/>
                  </a:lnTo>
                  <a:lnTo>
                    <a:pt x="100584" y="231838"/>
                  </a:lnTo>
                  <a:lnTo>
                    <a:pt x="82296" y="231838"/>
                  </a:lnTo>
                  <a:lnTo>
                    <a:pt x="76200" y="228790"/>
                  </a:lnTo>
                  <a:lnTo>
                    <a:pt x="64008" y="195262"/>
                  </a:lnTo>
                  <a:lnTo>
                    <a:pt x="64008" y="83921"/>
                  </a:lnTo>
                  <a:lnTo>
                    <a:pt x="114401" y="83921"/>
                  </a:lnTo>
                  <a:lnTo>
                    <a:pt x="114401" y="58013"/>
                  </a:lnTo>
                  <a:close/>
                </a:path>
                <a:path w="184785" h="304164">
                  <a:moveTo>
                    <a:pt x="184505" y="210502"/>
                  </a:moveTo>
                  <a:lnTo>
                    <a:pt x="154025" y="210502"/>
                  </a:lnTo>
                  <a:lnTo>
                    <a:pt x="131165" y="303568"/>
                  </a:lnTo>
                  <a:lnTo>
                    <a:pt x="154025" y="303568"/>
                  </a:lnTo>
                  <a:lnTo>
                    <a:pt x="184505" y="21050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15682" y="4402264"/>
            <a:ext cx="147923" cy="204406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4511040" y="4312920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4591716" y="4402264"/>
            <a:ext cx="358775" cy="204470"/>
            <a:chOff x="4591716" y="4402264"/>
            <a:chExt cx="358775" cy="204470"/>
          </a:xfrm>
        </p:grpSpPr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91716" y="4402264"/>
              <a:ext cx="170783" cy="20440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6123" y="4402264"/>
              <a:ext cx="154019" cy="204406"/>
            </a:xfrm>
            <a:prstGeom prst="rect">
              <a:avLst/>
            </a:prstGeom>
          </p:spPr>
        </p:pic>
      </p:grpSp>
      <p:pic>
        <p:nvPicPr>
          <p:cNvPr id="51" name="object 5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09578" y="4402264"/>
            <a:ext cx="164687" cy="250221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5325236" y="4312348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39">
                <a:moveTo>
                  <a:pt x="180022" y="122015"/>
                </a:moveTo>
                <a:lnTo>
                  <a:pt x="149447" y="122015"/>
                </a:lnTo>
                <a:lnTo>
                  <a:pt x="149447" y="0"/>
                </a:lnTo>
                <a:lnTo>
                  <a:pt x="180022" y="0"/>
                </a:lnTo>
                <a:lnTo>
                  <a:pt x="180022" y="122015"/>
                </a:lnTo>
                <a:close/>
              </a:path>
              <a:path w="180339" h="294639">
                <a:moveTo>
                  <a:pt x="80867" y="294322"/>
                </a:moveTo>
                <a:lnTo>
                  <a:pt x="33718" y="280177"/>
                </a:lnTo>
                <a:lnTo>
                  <a:pt x="5536" y="237172"/>
                </a:lnTo>
                <a:lnTo>
                  <a:pt x="0" y="196786"/>
                </a:lnTo>
                <a:lnTo>
                  <a:pt x="1454" y="173871"/>
                </a:lnTo>
                <a:lnTo>
                  <a:pt x="13541" y="134970"/>
                </a:lnTo>
                <a:lnTo>
                  <a:pt x="53244" y="97012"/>
                </a:lnTo>
                <a:lnTo>
                  <a:pt x="90011" y="89916"/>
                </a:lnTo>
                <a:lnTo>
                  <a:pt x="108275" y="91931"/>
                </a:lnTo>
                <a:lnTo>
                  <a:pt x="124110" y="97964"/>
                </a:lnTo>
                <a:lnTo>
                  <a:pt x="137374" y="107998"/>
                </a:lnTo>
                <a:lnTo>
                  <a:pt x="143335" y="115919"/>
                </a:lnTo>
                <a:lnTo>
                  <a:pt x="93059" y="115919"/>
                </a:lnTo>
                <a:lnTo>
                  <a:pt x="79938" y="117324"/>
                </a:lnTo>
                <a:lnTo>
                  <a:pt x="41743" y="148662"/>
                </a:lnTo>
                <a:lnTo>
                  <a:pt x="32099" y="195262"/>
                </a:lnTo>
                <a:lnTo>
                  <a:pt x="32980" y="211312"/>
                </a:lnTo>
                <a:lnTo>
                  <a:pt x="47339" y="248602"/>
                </a:lnTo>
                <a:lnTo>
                  <a:pt x="90011" y="268414"/>
                </a:lnTo>
                <a:lnTo>
                  <a:pt x="139273" y="268414"/>
                </a:lnTo>
                <a:lnTo>
                  <a:pt x="135945" y="273105"/>
                </a:lnTo>
                <a:lnTo>
                  <a:pt x="120681" y="284988"/>
                </a:lnTo>
                <a:lnTo>
                  <a:pt x="102274" y="292012"/>
                </a:lnTo>
                <a:lnTo>
                  <a:pt x="80867" y="294322"/>
                </a:lnTo>
                <a:close/>
              </a:path>
              <a:path w="180339" h="294639">
                <a:moveTo>
                  <a:pt x="139273" y="268414"/>
                </a:moveTo>
                <a:lnTo>
                  <a:pt x="90011" y="268414"/>
                </a:lnTo>
                <a:lnTo>
                  <a:pt x="102893" y="267247"/>
                </a:lnTo>
                <a:lnTo>
                  <a:pt x="114204" y="263652"/>
                </a:lnTo>
                <a:lnTo>
                  <a:pt x="145065" y="227838"/>
                </a:lnTo>
                <a:lnTo>
                  <a:pt x="149447" y="201358"/>
                </a:lnTo>
                <a:lnTo>
                  <a:pt x="149447" y="172307"/>
                </a:lnTo>
                <a:lnTo>
                  <a:pt x="134207" y="132683"/>
                </a:lnTo>
                <a:lnTo>
                  <a:pt x="93059" y="115919"/>
                </a:lnTo>
                <a:lnTo>
                  <a:pt x="143335" y="115919"/>
                </a:lnTo>
                <a:lnTo>
                  <a:pt x="147923" y="122015"/>
                </a:lnTo>
                <a:lnTo>
                  <a:pt x="180022" y="122015"/>
                </a:lnTo>
                <a:lnTo>
                  <a:pt x="180022" y="256222"/>
                </a:lnTo>
                <a:lnTo>
                  <a:pt x="147923" y="256222"/>
                </a:lnTo>
                <a:lnTo>
                  <a:pt x="139273" y="268414"/>
                </a:lnTo>
                <a:close/>
              </a:path>
              <a:path w="180339" h="294639">
                <a:moveTo>
                  <a:pt x="180022" y="289750"/>
                </a:moveTo>
                <a:lnTo>
                  <a:pt x="149447" y="289750"/>
                </a:lnTo>
                <a:lnTo>
                  <a:pt x="149447" y="256222"/>
                </a:lnTo>
                <a:lnTo>
                  <a:pt x="180022" y="256222"/>
                </a:lnTo>
                <a:lnTo>
                  <a:pt x="180022" y="2897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5563171" y="4315396"/>
            <a:ext cx="41275" cy="287020"/>
          </a:xfrm>
          <a:custGeom>
            <a:avLst/>
            <a:gdLst/>
            <a:ahLst/>
            <a:cxnLst/>
            <a:rect l="l" t="t" r="r" b="b"/>
            <a:pathLst>
              <a:path w="41275" h="287020">
                <a:moveTo>
                  <a:pt x="25908" y="41148"/>
                </a:moveTo>
                <a:lnTo>
                  <a:pt x="15240" y="41148"/>
                </a:lnTo>
                <a:lnTo>
                  <a:pt x="10668" y="39624"/>
                </a:lnTo>
                <a:lnTo>
                  <a:pt x="3048" y="32004"/>
                </a:lnTo>
                <a:lnTo>
                  <a:pt x="0" y="27432"/>
                </a:lnTo>
                <a:lnTo>
                  <a:pt x="0" y="15240"/>
                </a:lnTo>
                <a:lnTo>
                  <a:pt x="6096" y="6096"/>
                </a:lnTo>
                <a:lnTo>
                  <a:pt x="15240" y="0"/>
                </a:lnTo>
                <a:lnTo>
                  <a:pt x="25908" y="0"/>
                </a:lnTo>
                <a:lnTo>
                  <a:pt x="32004" y="3048"/>
                </a:lnTo>
                <a:lnTo>
                  <a:pt x="39624" y="10668"/>
                </a:lnTo>
                <a:lnTo>
                  <a:pt x="41148" y="15240"/>
                </a:lnTo>
                <a:lnTo>
                  <a:pt x="41148" y="25908"/>
                </a:lnTo>
                <a:lnTo>
                  <a:pt x="39624" y="32004"/>
                </a:lnTo>
                <a:lnTo>
                  <a:pt x="35052" y="35052"/>
                </a:lnTo>
                <a:lnTo>
                  <a:pt x="32004" y="39624"/>
                </a:lnTo>
                <a:lnTo>
                  <a:pt x="25908" y="41148"/>
                </a:lnTo>
                <a:close/>
              </a:path>
              <a:path w="41275" h="287020">
                <a:moveTo>
                  <a:pt x="36576" y="286797"/>
                </a:moveTo>
                <a:lnTo>
                  <a:pt x="4572" y="286797"/>
                </a:lnTo>
                <a:lnTo>
                  <a:pt x="4572" y="91535"/>
                </a:lnTo>
                <a:lnTo>
                  <a:pt x="36576" y="91535"/>
                </a:lnTo>
                <a:lnTo>
                  <a:pt x="36576" y="2867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50134" y="4402264"/>
            <a:ext cx="131159" cy="204406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5828538" y="4402264"/>
            <a:ext cx="180340" cy="290195"/>
          </a:xfrm>
          <a:custGeom>
            <a:avLst/>
            <a:gdLst/>
            <a:ahLst/>
            <a:cxnLst/>
            <a:rect l="l" t="t" r="r" b="b"/>
            <a:pathLst>
              <a:path w="180339" h="290195">
                <a:moveTo>
                  <a:pt x="56339" y="38195"/>
                </a:moveTo>
                <a:lnTo>
                  <a:pt x="32004" y="38195"/>
                </a:lnTo>
                <a:lnTo>
                  <a:pt x="44877" y="21297"/>
                </a:lnTo>
                <a:lnTo>
                  <a:pt x="60626" y="9382"/>
                </a:lnTo>
                <a:lnTo>
                  <a:pt x="79233" y="2324"/>
                </a:lnTo>
                <a:lnTo>
                  <a:pt x="100679" y="0"/>
                </a:lnTo>
                <a:lnTo>
                  <a:pt x="118086" y="1491"/>
                </a:lnTo>
                <a:lnTo>
                  <a:pt x="133635" y="6143"/>
                </a:lnTo>
                <a:lnTo>
                  <a:pt x="147185" y="14224"/>
                </a:lnTo>
                <a:lnTo>
                  <a:pt x="158591" y="26003"/>
                </a:lnTo>
                <a:lnTo>
                  <a:pt x="91535" y="26003"/>
                </a:lnTo>
                <a:lnTo>
                  <a:pt x="79280" y="27170"/>
                </a:lnTo>
                <a:lnTo>
                  <a:pt x="67865" y="30765"/>
                </a:lnTo>
                <a:lnTo>
                  <a:pt x="57593" y="36933"/>
                </a:lnTo>
                <a:lnTo>
                  <a:pt x="56339" y="38195"/>
                </a:lnTo>
                <a:close/>
              </a:path>
              <a:path w="180339" h="290195">
                <a:moveTo>
                  <a:pt x="32004" y="289845"/>
                </a:moveTo>
                <a:lnTo>
                  <a:pt x="0" y="289845"/>
                </a:lnTo>
                <a:lnTo>
                  <a:pt x="0" y="4667"/>
                </a:lnTo>
                <a:lnTo>
                  <a:pt x="32004" y="4667"/>
                </a:lnTo>
                <a:lnTo>
                  <a:pt x="32004" y="38195"/>
                </a:lnTo>
                <a:lnTo>
                  <a:pt x="56339" y="38195"/>
                </a:lnTo>
                <a:lnTo>
                  <a:pt x="32908" y="79033"/>
                </a:lnTo>
                <a:lnTo>
                  <a:pt x="32004" y="93059"/>
                </a:lnTo>
                <a:lnTo>
                  <a:pt x="32004" y="120586"/>
                </a:lnTo>
                <a:lnTo>
                  <a:pt x="47244" y="161734"/>
                </a:lnTo>
                <a:lnTo>
                  <a:pt x="62267" y="172402"/>
                </a:lnTo>
                <a:lnTo>
                  <a:pt x="32004" y="172402"/>
                </a:lnTo>
                <a:lnTo>
                  <a:pt x="32004" y="289845"/>
                </a:lnTo>
                <a:close/>
              </a:path>
              <a:path w="180339" h="290195">
                <a:moveTo>
                  <a:pt x="153884" y="178498"/>
                </a:moveTo>
                <a:lnTo>
                  <a:pt x="86963" y="178498"/>
                </a:lnTo>
                <a:lnTo>
                  <a:pt x="100965" y="177093"/>
                </a:lnTo>
                <a:lnTo>
                  <a:pt x="113252" y="172974"/>
                </a:lnTo>
                <a:lnTo>
                  <a:pt x="139565" y="144849"/>
                </a:lnTo>
                <a:lnTo>
                  <a:pt x="147923" y="96107"/>
                </a:lnTo>
                <a:lnTo>
                  <a:pt x="147042" y="80724"/>
                </a:lnTo>
                <a:lnTo>
                  <a:pt x="132683" y="44291"/>
                </a:lnTo>
                <a:lnTo>
                  <a:pt x="91535" y="26003"/>
                </a:lnTo>
                <a:lnTo>
                  <a:pt x="158591" y="26003"/>
                </a:lnTo>
                <a:lnTo>
                  <a:pt x="168354" y="39957"/>
                </a:lnTo>
                <a:lnTo>
                  <a:pt x="174974" y="56483"/>
                </a:lnTo>
                <a:lnTo>
                  <a:pt x="178736" y="75295"/>
                </a:lnTo>
                <a:lnTo>
                  <a:pt x="179927" y="96107"/>
                </a:lnTo>
                <a:lnTo>
                  <a:pt x="178498" y="119903"/>
                </a:lnTo>
                <a:lnTo>
                  <a:pt x="174212" y="140958"/>
                </a:lnTo>
                <a:lnTo>
                  <a:pt x="167068" y="159423"/>
                </a:lnTo>
                <a:lnTo>
                  <a:pt x="157067" y="175450"/>
                </a:lnTo>
                <a:lnTo>
                  <a:pt x="153884" y="178498"/>
                </a:lnTo>
                <a:close/>
              </a:path>
              <a:path w="180339" h="290195">
                <a:moveTo>
                  <a:pt x="91535" y="204406"/>
                </a:moveTo>
                <a:lnTo>
                  <a:pt x="73232" y="202406"/>
                </a:lnTo>
                <a:lnTo>
                  <a:pt x="57197" y="196405"/>
                </a:lnTo>
                <a:lnTo>
                  <a:pt x="43448" y="186404"/>
                </a:lnTo>
                <a:lnTo>
                  <a:pt x="32004" y="172402"/>
                </a:lnTo>
                <a:lnTo>
                  <a:pt x="62267" y="172402"/>
                </a:lnTo>
                <a:lnTo>
                  <a:pt x="65389" y="174117"/>
                </a:lnTo>
                <a:lnTo>
                  <a:pt x="75827" y="177379"/>
                </a:lnTo>
                <a:lnTo>
                  <a:pt x="86963" y="178498"/>
                </a:lnTo>
                <a:lnTo>
                  <a:pt x="153884" y="178498"/>
                </a:lnTo>
                <a:lnTo>
                  <a:pt x="143613" y="188333"/>
                </a:lnTo>
                <a:lnTo>
                  <a:pt x="128301" y="197358"/>
                </a:lnTo>
                <a:lnTo>
                  <a:pt x="110990" y="202668"/>
                </a:lnTo>
                <a:lnTo>
                  <a:pt x="91535" y="20440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6059423" y="4312920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6138100" y="4402264"/>
            <a:ext cx="369570" cy="293370"/>
            <a:chOff x="6138100" y="4402264"/>
            <a:chExt cx="369570" cy="293370"/>
          </a:xfrm>
        </p:grpSpPr>
        <p:pic>
          <p:nvPicPr>
            <p:cNvPr id="58" name="object 5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38100" y="4402264"/>
              <a:ext cx="154019" cy="204406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6322695" y="4406931"/>
              <a:ext cx="184785" cy="288290"/>
            </a:xfrm>
            <a:custGeom>
              <a:avLst/>
              <a:gdLst/>
              <a:ahLst/>
              <a:cxnLst/>
              <a:rect l="l" t="t" r="r" b="b"/>
              <a:pathLst>
                <a:path w="184784" h="288289">
                  <a:moveTo>
                    <a:pt x="27431" y="288226"/>
                  </a:moveTo>
                  <a:lnTo>
                    <a:pt x="19811" y="288226"/>
                  </a:lnTo>
                  <a:lnTo>
                    <a:pt x="12191" y="286702"/>
                  </a:lnTo>
                  <a:lnTo>
                    <a:pt x="6095" y="285178"/>
                  </a:lnTo>
                  <a:lnTo>
                    <a:pt x="6095" y="257746"/>
                  </a:lnTo>
                  <a:lnTo>
                    <a:pt x="13715" y="259270"/>
                  </a:lnTo>
                  <a:lnTo>
                    <a:pt x="19811" y="260794"/>
                  </a:lnTo>
                  <a:lnTo>
                    <a:pt x="25907" y="260794"/>
                  </a:lnTo>
                  <a:lnTo>
                    <a:pt x="60959" y="231838"/>
                  </a:lnTo>
                  <a:lnTo>
                    <a:pt x="76199" y="195167"/>
                  </a:lnTo>
                  <a:lnTo>
                    <a:pt x="0" y="0"/>
                  </a:lnTo>
                  <a:lnTo>
                    <a:pt x="35051" y="0"/>
                  </a:lnTo>
                  <a:lnTo>
                    <a:pt x="88391" y="150971"/>
                  </a:lnTo>
                  <a:lnTo>
                    <a:pt x="88391" y="152495"/>
                  </a:lnTo>
                  <a:lnTo>
                    <a:pt x="89915" y="157067"/>
                  </a:lnTo>
                  <a:lnTo>
                    <a:pt x="91439" y="164687"/>
                  </a:lnTo>
                  <a:lnTo>
                    <a:pt x="92963" y="164687"/>
                  </a:lnTo>
                  <a:lnTo>
                    <a:pt x="92963" y="161639"/>
                  </a:lnTo>
                  <a:lnTo>
                    <a:pt x="94487" y="157067"/>
                  </a:lnTo>
                  <a:lnTo>
                    <a:pt x="97535" y="150971"/>
                  </a:lnTo>
                  <a:lnTo>
                    <a:pt x="152495" y="0"/>
                  </a:lnTo>
                  <a:lnTo>
                    <a:pt x="184499" y="0"/>
                  </a:lnTo>
                  <a:lnTo>
                    <a:pt x="94487" y="227266"/>
                  </a:lnTo>
                  <a:lnTo>
                    <a:pt x="81653" y="253507"/>
                  </a:lnTo>
                  <a:lnTo>
                    <a:pt x="66103" y="272605"/>
                  </a:lnTo>
                  <a:lnTo>
                    <a:pt x="47982" y="284273"/>
                  </a:lnTo>
                  <a:lnTo>
                    <a:pt x="27431" y="28822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6639865" y="4274159"/>
            <a:ext cx="1540510" cy="381635"/>
          </a:xfrm>
          <a:custGeom>
            <a:avLst/>
            <a:gdLst/>
            <a:ahLst/>
            <a:cxnLst/>
            <a:rect l="l" t="t" r="r" b="b"/>
            <a:pathLst>
              <a:path w="1540509" h="381635">
                <a:moveTo>
                  <a:pt x="152501" y="128117"/>
                </a:moveTo>
                <a:lnTo>
                  <a:pt x="44196" y="128117"/>
                </a:lnTo>
                <a:lnTo>
                  <a:pt x="44196" y="12192"/>
                </a:lnTo>
                <a:lnTo>
                  <a:pt x="12192" y="12192"/>
                </a:lnTo>
                <a:lnTo>
                  <a:pt x="12192" y="311188"/>
                </a:lnTo>
                <a:lnTo>
                  <a:pt x="11582" y="320636"/>
                </a:lnTo>
                <a:lnTo>
                  <a:pt x="9525" y="328523"/>
                </a:lnTo>
                <a:lnTo>
                  <a:pt x="5765" y="335013"/>
                </a:lnTo>
                <a:lnTo>
                  <a:pt x="0" y="340233"/>
                </a:lnTo>
                <a:lnTo>
                  <a:pt x="24384" y="369189"/>
                </a:lnTo>
                <a:lnTo>
                  <a:pt x="75438" y="338188"/>
                </a:lnTo>
                <a:lnTo>
                  <a:pt x="119011" y="318808"/>
                </a:lnTo>
                <a:lnTo>
                  <a:pt x="122885" y="317131"/>
                </a:lnTo>
                <a:lnTo>
                  <a:pt x="149453" y="306616"/>
                </a:lnTo>
                <a:lnTo>
                  <a:pt x="149212" y="297700"/>
                </a:lnTo>
                <a:lnTo>
                  <a:pt x="148170" y="280466"/>
                </a:lnTo>
                <a:lnTo>
                  <a:pt x="147929" y="271564"/>
                </a:lnTo>
                <a:lnTo>
                  <a:pt x="90347" y="298615"/>
                </a:lnTo>
                <a:lnTo>
                  <a:pt x="65976" y="309702"/>
                </a:lnTo>
                <a:lnTo>
                  <a:pt x="44196" y="318808"/>
                </a:lnTo>
                <a:lnTo>
                  <a:pt x="44196" y="155638"/>
                </a:lnTo>
                <a:lnTo>
                  <a:pt x="152501" y="155638"/>
                </a:lnTo>
                <a:lnTo>
                  <a:pt x="152501" y="128117"/>
                </a:lnTo>
                <a:close/>
              </a:path>
              <a:path w="1540509" h="381635">
                <a:moveTo>
                  <a:pt x="364528" y="262420"/>
                </a:moveTo>
                <a:lnTo>
                  <a:pt x="356476" y="260108"/>
                </a:lnTo>
                <a:lnTo>
                  <a:pt x="348437" y="257657"/>
                </a:lnTo>
                <a:lnTo>
                  <a:pt x="340436" y="254914"/>
                </a:lnTo>
                <a:lnTo>
                  <a:pt x="332435" y="251752"/>
                </a:lnTo>
                <a:lnTo>
                  <a:pt x="331025" y="268605"/>
                </a:lnTo>
                <a:lnTo>
                  <a:pt x="324815" y="315760"/>
                </a:lnTo>
                <a:lnTo>
                  <a:pt x="295859" y="338709"/>
                </a:lnTo>
                <a:lnTo>
                  <a:pt x="230327" y="338709"/>
                </a:lnTo>
                <a:lnTo>
                  <a:pt x="221145" y="337007"/>
                </a:lnTo>
                <a:lnTo>
                  <a:pt x="214426" y="331990"/>
                </a:lnTo>
                <a:lnTo>
                  <a:pt x="210299" y="323837"/>
                </a:lnTo>
                <a:lnTo>
                  <a:pt x="208889" y="312712"/>
                </a:lnTo>
                <a:lnTo>
                  <a:pt x="208889" y="202882"/>
                </a:lnTo>
                <a:lnTo>
                  <a:pt x="250926" y="171462"/>
                </a:lnTo>
                <a:lnTo>
                  <a:pt x="258953" y="164782"/>
                </a:lnTo>
                <a:lnTo>
                  <a:pt x="289941" y="139014"/>
                </a:lnTo>
                <a:lnTo>
                  <a:pt x="325780" y="105714"/>
                </a:lnTo>
                <a:lnTo>
                  <a:pt x="358343" y="71729"/>
                </a:lnTo>
                <a:lnTo>
                  <a:pt x="330911" y="51917"/>
                </a:lnTo>
                <a:lnTo>
                  <a:pt x="305206" y="81102"/>
                </a:lnTo>
                <a:lnTo>
                  <a:pt x="276225" y="109448"/>
                </a:lnTo>
                <a:lnTo>
                  <a:pt x="244068" y="137248"/>
                </a:lnTo>
                <a:lnTo>
                  <a:pt x="208889" y="164782"/>
                </a:lnTo>
                <a:lnTo>
                  <a:pt x="208889" y="3048"/>
                </a:lnTo>
                <a:lnTo>
                  <a:pt x="176885" y="3048"/>
                </a:lnTo>
                <a:lnTo>
                  <a:pt x="176885" y="318808"/>
                </a:lnTo>
                <a:lnTo>
                  <a:pt x="179717" y="339737"/>
                </a:lnTo>
                <a:lnTo>
                  <a:pt x="188125" y="354507"/>
                </a:lnTo>
                <a:lnTo>
                  <a:pt x="201955" y="363258"/>
                </a:lnTo>
                <a:lnTo>
                  <a:pt x="221081" y="366141"/>
                </a:lnTo>
                <a:lnTo>
                  <a:pt x="305003" y="366141"/>
                </a:lnTo>
                <a:lnTo>
                  <a:pt x="324434" y="363804"/>
                </a:lnTo>
                <a:lnTo>
                  <a:pt x="339293" y="356603"/>
                </a:lnTo>
                <a:lnTo>
                  <a:pt x="349580" y="344246"/>
                </a:lnTo>
                <a:lnTo>
                  <a:pt x="351345" y="338709"/>
                </a:lnTo>
                <a:lnTo>
                  <a:pt x="355295" y="326428"/>
                </a:lnTo>
                <a:lnTo>
                  <a:pt x="358444" y="312140"/>
                </a:lnTo>
                <a:lnTo>
                  <a:pt x="361048" y="296710"/>
                </a:lnTo>
                <a:lnTo>
                  <a:pt x="363080" y="280136"/>
                </a:lnTo>
                <a:lnTo>
                  <a:pt x="364528" y="262420"/>
                </a:lnTo>
                <a:close/>
              </a:path>
              <a:path w="1540509" h="381635">
                <a:moveTo>
                  <a:pt x="535317" y="262420"/>
                </a:moveTo>
                <a:lnTo>
                  <a:pt x="522947" y="263575"/>
                </a:lnTo>
                <a:lnTo>
                  <a:pt x="510730" y="264896"/>
                </a:lnTo>
                <a:lnTo>
                  <a:pt x="498195" y="266484"/>
                </a:lnTo>
                <a:lnTo>
                  <a:pt x="484924" y="268516"/>
                </a:lnTo>
                <a:lnTo>
                  <a:pt x="484924" y="216598"/>
                </a:lnTo>
                <a:lnTo>
                  <a:pt x="524649" y="216598"/>
                </a:lnTo>
                <a:lnTo>
                  <a:pt x="524649" y="192214"/>
                </a:lnTo>
                <a:lnTo>
                  <a:pt x="484924" y="192214"/>
                </a:lnTo>
                <a:lnTo>
                  <a:pt x="484924" y="108292"/>
                </a:lnTo>
                <a:lnTo>
                  <a:pt x="459016" y="108292"/>
                </a:lnTo>
                <a:lnTo>
                  <a:pt x="459016" y="192214"/>
                </a:lnTo>
                <a:lnTo>
                  <a:pt x="413296" y="192214"/>
                </a:lnTo>
                <a:lnTo>
                  <a:pt x="423062" y="164223"/>
                </a:lnTo>
                <a:lnTo>
                  <a:pt x="431165" y="139877"/>
                </a:lnTo>
                <a:lnTo>
                  <a:pt x="440296" y="112191"/>
                </a:lnTo>
                <a:lnTo>
                  <a:pt x="448348" y="88480"/>
                </a:lnTo>
                <a:lnTo>
                  <a:pt x="523125" y="88480"/>
                </a:lnTo>
                <a:lnTo>
                  <a:pt x="523125" y="62572"/>
                </a:lnTo>
                <a:lnTo>
                  <a:pt x="457492" y="62572"/>
                </a:lnTo>
                <a:lnTo>
                  <a:pt x="462038" y="47993"/>
                </a:lnTo>
                <a:lnTo>
                  <a:pt x="466445" y="33959"/>
                </a:lnTo>
                <a:lnTo>
                  <a:pt x="470560" y="20497"/>
                </a:lnTo>
                <a:lnTo>
                  <a:pt x="474256" y="7620"/>
                </a:lnTo>
                <a:lnTo>
                  <a:pt x="445300" y="1524"/>
                </a:lnTo>
                <a:lnTo>
                  <a:pt x="441693" y="15240"/>
                </a:lnTo>
                <a:lnTo>
                  <a:pt x="437489" y="30340"/>
                </a:lnTo>
                <a:lnTo>
                  <a:pt x="433082" y="45961"/>
                </a:lnTo>
                <a:lnTo>
                  <a:pt x="428536" y="62572"/>
                </a:lnTo>
                <a:lnTo>
                  <a:pt x="379768" y="62572"/>
                </a:lnTo>
                <a:lnTo>
                  <a:pt x="379768" y="88480"/>
                </a:lnTo>
                <a:lnTo>
                  <a:pt x="420916" y="88480"/>
                </a:lnTo>
                <a:lnTo>
                  <a:pt x="413512" y="112191"/>
                </a:lnTo>
                <a:lnTo>
                  <a:pt x="405104" y="137490"/>
                </a:lnTo>
                <a:lnTo>
                  <a:pt x="395846" y="164223"/>
                </a:lnTo>
                <a:lnTo>
                  <a:pt x="385864" y="192214"/>
                </a:lnTo>
                <a:lnTo>
                  <a:pt x="385864" y="216598"/>
                </a:lnTo>
                <a:lnTo>
                  <a:pt x="459016" y="216598"/>
                </a:lnTo>
                <a:lnTo>
                  <a:pt x="459016" y="271564"/>
                </a:lnTo>
                <a:lnTo>
                  <a:pt x="417677" y="275945"/>
                </a:lnTo>
                <a:lnTo>
                  <a:pt x="396646" y="277774"/>
                </a:lnTo>
                <a:lnTo>
                  <a:pt x="375196" y="279184"/>
                </a:lnTo>
                <a:lnTo>
                  <a:pt x="378244" y="308140"/>
                </a:lnTo>
                <a:lnTo>
                  <a:pt x="400291" y="304965"/>
                </a:lnTo>
                <a:lnTo>
                  <a:pt x="459016" y="297472"/>
                </a:lnTo>
                <a:lnTo>
                  <a:pt x="459016" y="379857"/>
                </a:lnTo>
                <a:lnTo>
                  <a:pt x="484924" y="379857"/>
                </a:lnTo>
                <a:lnTo>
                  <a:pt x="484924" y="297472"/>
                </a:lnTo>
                <a:lnTo>
                  <a:pt x="484924" y="294424"/>
                </a:lnTo>
                <a:lnTo>
                  <a:pt x="498144" y="292392"/>
                </a:lnTo>
                <a:lnTo>
                  <a:pt x="510349" y="290804"/>
                </a:lnTo>
                <a:lnTo>
                  <a:pt x="532269" y="288328"/>
                </a:lnTo>
                <a:lnTo>
                  <a:pt x="533171" y="282346"/>
                </a:lnTo>
                <a:lnTo>
                  <a:pt x="533793" y="275945"/>
                </a:lnTo>
                <a:lnTo>
                  <a:pt x="534403" y="269252"/>
                </a:lnTo>
                <a:lnTo>
                  <a:pt x="534504" y="268516"/>
                </a:lnTo>
                <a:lnTo>
                  <a:pt x="535317" y="262420"/>
                </a:lnTo>
                <a:close/>
              </a:path>
              <a:path w="1540509" h="381635">
                <a:moveTo>
                  <a:pt x="616089" y="114388"/>
                </a:moveTo>
                <a:lnTo>
                  <a:pt x="591705" y="99148"/>
                </a:lnTo>
                <a:lnTo>
                  <a:pt x="576313" y="123520"/>
                </a:lnTo>
                <a:lnTo>
                  <a:pt x="560082" y="146291"/>
                </a:lnTo>
                <a:lnTo>
                  <a:pt x="543267" y="167614"/>
                </a:lnTo>
                <a:lnTo>
                  <a:pt x="526173" y="187642"/>
                </a:lnTo>
                <a:lnTo>
                  <a:pt x="531901" y="191350"/>
                </a:lnTo>
                <a:lnTo>
                  <a:pt x="537794" y="195643"/>
                </a:lnTo>
                <a:lnTo>
                  <a:pt x="543953" y="200507"/>
                </a:lnTo>
                <a:lnTo>
                  <a:pt x="550557" y="205930"/>
                </a:lnTo>
                <a:lnTo>
                  <a:pt x="566572" y="185635"/>
                </a:lnTo>
                <a:lnTo>
                  <a:pt x="582752" y="163626"/>
                </a:lnTo>
                <a:lnTo>
                  <a:pt x="599198" y="139877"/>
                </a:lnTo>
                <a:lnTo>
                  <a:pt x="616089" y="114388"/>
                </a:lnTo>
                <a:close/>
              </a:path>
              <a:path w="1540509" h="381635">
                <a:moveTo>
                  <a:pt x="751814" y="61048"/>
                </a:moveTo>
                <a:lnTo>
                  <a:pt x="643610" y="61048"/>
                </a:lnTo>
                <a:lnTo>
                  <a:pt x="663422" y="47332"/>
                </a:lnTo>
                <a:lnTo>
                  <a:pt x="655993" y="35864"/>
                </a:lnTo>
                <a:lnTo>
                  <a:pt x="647407" y="24244"/>
                </a:lnTo>
                <a:lnTo>
                  <a:pt x="637667" y="12331"/>
                </a:lnTo>
                <a:lnTo>
                  <a:pt x="626757" y="0"/>
                </a:lnTo>
                <a:lnTo>
                  <a:pt x="603897" y="15240"/>
                </a:lnTo>
                <a:lnTo>
                  <a:pt x="612724" y="26720"/>
                </a:lnTo>
                <a:lnTo>
                  <a:pt x="620852" y="38188"/>
                </a:lnTo>
                <a:lnTo>
                  <a:pt x="628103" y="49618"/>
                </a:lnTo>
                <a:lnTo>
                  <a:pt x="634377" y="61048"/>
                </a:lnTo>
                <a:lnTo>
                  <a:pt x="536841" y="61048"/>
                </a:lnTo>
                <a:lnTo>
                  <a:pt x="536841" y="88480"/>
                </a:lnTo>
                <a:lnTo>
                  <a:pt x="751814" y="88480"/>
                </a:lnTo>
                <a:lnTo>
                  <a:pt x="751814" y="61048"/>
                </a:lnTo>
                <a:close/>
              </a:path>
              <a:path w="1540509" h="381635">
                <a:moveTo>
                  <a:pt x="753338" y="178498"/>
                </a:moveTo>
                <a:lnTo>
                  <a:pt x="735647" y="158838"/>
                </a:lnTo>
                <a:lnTo>
                  <a:pt x="716953" y="139014"/>
                </a:lnTo>
                <a:lnTo>
                  <a:pt x="697407" y="119481"/>
                </a:lnTo>
                <a:lnTo>
                  <a:pt x="677138" y="100672"/>
                </a:lnTo>
                <a:lnTo>
                  <a:pt x="655802" y="118960"/>
                </a:lnTo>
                <a:lnTo>
                  <a:pt x="676681" y="139573"/>
                </a:lnTo>
                <a:lnTo>
                  <a:pt x="695998" y="160007"/>
                </a:lnTo>
                <a:lnTo>
                  <a:pt x="713879" y="180136"/>
                </a:lnTo>
                <a:lnTo>
                  <a:pt x="730478" y="199834"/>
                </a:lnTo>
                <a:lnTo>
                  <a:pt x="753338" y="178498"/>
                </a:lnTo>
                <a:close/>
              </a:path>
              <a:path w="1540509" h="381635">
                <a:moveTo>
                  <a:pt x="757910" y="343281"/>
                </a:moveTo>
                <a:lnTo>
                  <a:pt x="702094" y="320332"/>
                </a:lnTo>
                <a:lnTo>
                  <a:pt x="658850" y="288328"/>
                </a:lnTo>
                <a:lnTo>
                  <a:pt x="673138" y="267182"/>
                </a:lnTo>
                <a:lnTo>
                  <a:pt x="673239" y="266992"/>
                </a:lnTo>
                <a:lnTo>
                  <a:pt x="686282" y="242747"/>
                </a:lnTo>
                <a:lnTo>
                  <a:pt x="698284" y="215163"/>
                </a:lnTo>
                <a:lnTo>
                  <a:pt x="709142" y="184594"/>
                </a:lnTo>
                <a:lnTo>
                  <a:pt x="680186" y="175450"/>
                </a:lnTo>
                <a:lnTo>
                  <a:pt x="672236" y="200901"/>
                </a:lnTo>
                <a:lnTo>
                  <a:pt x="662266" y="224650"/>
                </a:lnTo>
                <a:lnTo>
                  <a:pt x="650570" y="246684"/>
                </a:lnTo>
                <a:lnTo>
                  <a:pt x="637425" y="266992"/>
                </a:lnTo>
                <a:lnTo>
                  <a:pt x="624535" y="248704"/>
                </a:lnTo>
                <a:lnTo>
                  <a:pt x="613232" y="228269"/>
                </a:lnTo>
                <a:lnTo>
                  <a:pt x="603389" y="205930"/>
                </a:lnTo>
                <a:lnTo>
                  <a:pt x="594753" y="181546"/>
                </a:lnTo>
                <a:lnTo>
                  <a:pt x="567321" y="193738"/>
                </a:lnTo>
                <a:lnTo>
                  <a:pt x="578180" y="221399"/>
                </a:lnTo>
                <a:lnTo>
                  <a:pt x="590181" y="246938"/>
                </a:lnTo>
                <a:lnTo>
                  <a:pt x="603326" y="269900"/>
                </a:lnTo>
                <a:lnTo>
                  <a:pt x="617613" y="289852"/>
                </a:lnTo>
                <a:lnTo>
                  <a:pt x="594702" y="309054"/>
                </a:lnTo>
                <a:lnTo>
                  <a:pt x="569226" y="325704"/>
                </a:lnTo>
                <a:lnTo>
                  <a:pt x="540880" y="340080"/>
                </a:lnTo>
                <a:lnTo>
                  <a:pt x="509409" y="352425"/>
                </a:lnTo>
                <a:lnTo>
                  <a:pt x="515696" y="360121"/>
                </a:lnTo>
                <a:lnTo>
                  <a:pt x="520839" y="367093"/>
                </a:lnTo>
                <a:lnTo>
                  <a:pt x="524840" y="373214"/>
                </a:lnTo>
                <a:lnTo>
                  <a:pt x="527697" y="378333"/>
                </a:lnTo>
                <a:lnTo>
                  <a:pt x="559409" y="365734"/>
                </a:lnTo>
                <a:lnTo>
                  <a:pt x="588276" y="350697"/>
                </a:lnTo>
                <a:lnTo>
                  <a:pt x="614273" y="333070"/>
                </a:lnTo>
                <a:lnTo>
                  <a:pt x="637425" y="312712"/>
                </a:lnTo>
                <a:lnTo>
                  <a:pt x="658075" y="330187"/>
                </a:lnTo>
                <a:lnTo>
                  <a:pt x="681126" y="345935"/>
                </a:lnTo>
                <a:lnTo>
                  <a:pt x="706742" y="359943"/>
                </a:lnTo>
                <a:lnTo>
                  <a:pt x="735050" y="372237"/>
                </a:lnTo>
                <a:lnTo>
                  <a:pt x="739914" y="366001"/>
                </a:lnTo>
                <a:lnTo>
                  <a:pt x="745337" y="358902"/>
                </a:lnTo>
                <a:lnTo>
                  <a:pt x="751344" y="351231"/>
                </a:lnTo>
                <a:lnTo>
                  <a:pt x="757910" y="343281"/>
                </a:lnTo>
                <a:close/>
              </a:path>
              <a:path w="1540509" h="381635">
                <a:moveTo>
                  <a:pt x="1145298" y="76288"/>
                </a:moveTo>
                <a:lnTo>
                  <a:pt x="971461" y="76288"/>
                </a:lnTo>
                <a:lnTo>
                  <a:pt x="971461" y="45808"/>
                </a:lnTo>
                <a:lnTo>
                  <a:pt x="1114818" y="39712"/>
                </a:lnTo>
                <a:lnTo>
                  <a:pt x="1110246" y="13716"/>
                </a:lnTo>
                <a:lnTo>
                  <a:pt x="1021321" y="18173"/>
                </a:lnTo>
                <a:lnTo>
                  <a:pt x="916520" y="21958"/>
                </a:lnTo>
                <a:lnTo>
                  <a:pt x="796112" y="24384"/>
                </a:lnTo>
                <a:lnTo>
                  <a:pt x="797255" y="31064"/>
                </a:lnTo>
                <a:lnTo>
                  <a:pt x="799541" y="43764"/>
                </a:lnTo>
                <a:lnTo>
                  <a:pt x="800684" y="50380"/>
                </a:lnTo>
                <a:lnTo>
                  <a:pt x="944029" y="45808"/>
                </a:lnTo>
                <a:lnTo>
                  <a:pt x="944029" y="76288"/>
                </a:lnTo>
                <a:lnTo>
                  <a:pt x="771626" y="76288"/>
                </a:lnTo>
                <a:lnTo>
                  <a:pt x="771626" y="100672"/>
                </a:lnTo>
                <a:lnTo>
                  <a:pt x="944029" y="100672"/>
                </a:lnTo>
                <a:lnTo>
                  <a:pt x="944029" y="128104"/>
                </a:lnTo>
                <a:lnTo>
                  <a:pt x="944029" y="149542"/>
                </a:lnTo>
                <a:lnTo>
                  <a:pt x="944029" y="181546"/>
                </a:lnTo>
                <a:lnTo>
                  <a:pt x="944029" y="202882"/>
                </a:lnTo>
                <a:lnTo>
                  <a:pt x="944029" y="234975"/>
                </a:lnTo>
                <a:lnTo>
                  <a:pt x="841832" y="234975"/>
                </a:lnTo>
                <a:lnTo>
                  <a:pt x="841832" y="202882"/>
                </a:lnTo>
                <a:lnTo>
                  <a:pt x="944029" y="202882"/>
                </a:lnTo>
                <a:lnTo>
                  <a:pt x="944029" y="181546"/>
                </a:lnTo>
                <a:lnTo>
                  <a:pt x="841832" y="181546"/>
                </a:lnTo>
                <a:lnTo>
                  <a:pt x="841832" y="149542"/>
                </a:lnTo>
                <a:lnTo>
                  <a:pt x="944029" y="149542"/>
                </a:lnTo>
                <a:lnTo>
                  <a:pt x="944029" y="128104"/>
                </a:lnTo>
                <a:lnTo>
                  <a:pt x="814400" y="128104"/>
                </a:lnTo>
                <a:lnTo>
                  <a:pt x="814400" y="271551"/>
                </a:lnTo>
                <a:lnTo>
                  <a:pt x="841832" y="271551"/>
                </a:lnTo>
                <a:lnTo>
                  <a:pt x="841832" y="257835"/>
                </a:lnTo>
                <a:lnTo>
                  <a:pt x="944029" y="257835"/>
                </a:lnTo>
                <a:lnTo>
                  <a:pt x="944029" y="289839"/>
                </a:lnTo>
                <a:lnTo>
                  <a:pt x="799160" y="289839"/>
                </a:lnTo>
                <a:lnTo>
                  <a:pt x="799160" y="312699"/>
                </a:lnTo>
                <a:lnTo>
                  <a:pt x="944029" y="312699"/>
                </a:lnTo>
                <a:lnTo>
                  <a:pt x="944029" y="340233"/>
                </a:lnTo>
                <a:lnTo>
                  <a:pt x="768578" y="340233"/>
                </a:lnTo>
                <a:lnTo>
                  <a:pt x="768578" y="364617"/>
                </a:lnTo>
                <a:lnTo>
                  <a:pt x="1145298" y="364617"/>
                </a:lnTo>
                <a:lnTo>
                  <a:pt x="1145298" y="340233"/>
                </a:lnTo>
                <a:lnTo>
                  <a:pt x="971461" y="340233"/>
                </a:lnTo>
                <a:lnTo>
                  <a:pt x="971461" y="312699"/>
                </a:lnTo>
                <a:lnTo>
                  <a:pt x="1117866" y="312699"/>
                </a:lnTo>
                <a:lnTo>
                  <a:pt x="1117866" y="289839"/>
                </a:lnTo>
                <a:lnTo>
                  <a:pt x="971461" y="289839"/>
                </a:lnTo>
                <a:lnTo>
                  <a:pt x="971461" y="257835"/>
                </a:lnTo>
                <a:lnTo>
                  <a:pt x="1076718" y="257835"/>
                </a:lnTo>
                <a:lnTo>
                  <a:pt x="1076718" y="271551"/>
                </a:lnTo>
                <a:lnTo>
                  <a:pt x="1104150" y="271551"/>
                </a:lnTo>
                <a:lnTo>
                  <a:pt x="1104150" y="128104"/>
                </a:lnTo>
                <a:lnTo>
                  <a:pt x="1076718" y="128104"/>
                </a:lnTo>
                <a:lnTo>
                  <a:pt x="1076718" y="149542"/>
                </a:lnTo>
                <a:lnTo>
                  <a:pt x="1076718" y="181546"/>
                </a:lnTo>
                <a:lnTo>
                  <a:pt x="1076718" y="202882"/>
                </a:lnTo>
                <a:lnTo>
                  <a:pt x="1076718" y="234975"/>
                </a:lnTo>
                <a:lnTo>
                  <a:pt x="971461" y="234975"/>
                </a:lnTo>
                <a:lnTo>
                  <a:pt x="971461" y="202882"/>
                </a:lnTo>
                <a:lnTo>
                  <a:pt x="1076718" y="202882"/>
                </a:lnTo>
                <a:lnTo>
                  <a:pt x="1076718" y="181546"/>
                </a:lnTo>
                <a:lnTo>
                  <a:pt x="971461" y="181546"/>
                </a:lnTo>
                <a:lnTo>
                  <a:pt x="971461" y="149542"/>
                </a:lnTo>
                <a:lnTo>
                  <a:pt x="1076718" y="149542"/>
                </a:lnTo>
                <a:lnTo>
                  <a:pt x="1076718" y="128104"/>
                </a:lnTo>
                <a:lnTo>
                  <a:pt x="971461" y="128104"/>
                </a:lnTo>
                <a:lnTo>
                  <a:pt x="971461" y="100672"/>
                </a:lnTo>
                <a:lnTo>
                  <a:pt x="1145298" y="100672"/>
                </a:lnTo>
                <a:lnTo>
                  <a:pt x="1145298" y="76288"/>
                </a:lnTo>
                <a:close/>
              </a:path>
              <a:path w="1540509" h="381635">
                <a:moveTo>
                  <a:pt x="1526578" y="16764"/>
                </a:moveTo>
                <a:lnTo>
                  <a:pt x="1383233" y="16764"/>
                </a:lnTo>
                <a:lnTo>
                  <a:pt x="1383233" y="42760"/>
                </a:lnTo>
                <a:lnTo>
                  <a:pt x="1383233" y="85432"/>
                </a:lnTo>
                <a:lnTo>
                  <a:pt x="1383233" y="109829"/>
                </a:lnTo>
                <a:lnTo>
                  <a:pt x="1383233" y="160210"/>
                </a:lnTo>
                <a:lnTo>
                  <a:pt x="1316075" y="160210"/>
                </a:lnTo>
                <a:lnTo>
                  <a:pt x="1316075" y="109829"/>
                </a:lnTo>
                <a:lnTo>
                  <a:pt x="1383233" y="109829"/>
                </a:lnTo>
                <a:lnTo>
                  <a:pt x="1383233" y="85432"/>
                </a:lnTo>
                <a:lnTo>
                  <a:pt x="1316075" y="85432"/>
                </a:lnTo>
                <a:lnTo>
                  <a:pt x="1316075" y="42760"/>
                </a:lnTo>
                <a:lnTo>
                  <a:pt x="1383233" y="42760"/>
                </a:lnTo>
                <a:lnTo>
                  <a:pt x="1383233" y="16764"/>
                </a:lnTo>
                <a:lnTo>
                  <a:pt x="1172718" y="16764"/>
                </a:lnTo>
                <a:lnTo>
                  <a:pt x="1172718" y="42760"/>
                </a:lnTo>
                <a:lnTo>
                  <a:pt x="1287119" y="42760"/>
                </a:lnTo>
                <a:lnTo>
                  <a:pt x="1287119" y="85432"/>
                </a:lnTo>
                <a:lnTo>
                  <a:pt x="1287119" y="109829"/>
                </a:lnTo>
                <a:lnTo>
                  <a:pt x="1287119" y="160210"/>
                </a:lnTo>
                <a:lnTo>
                  <a:pt x="1220063" y="160210"/>
                </a:lnTo>
                <a:lnTo>
                  <a:pt x="1220063" y="109829"/>
                </a:lnTo>
                <a:lnTo>
                  <a:pt x="1287119" y="109829"/>
                </a:lnTo>
                <a:lnTo>
                  <a:pt x="1287119" y="85432"/>
                </a:lnTo>
                <a:lnTo>
                  <a:pt x="1191018" y="85432"/>
                </a:lnTo>
                <a:lnTo>
                  <a:pt x="1191018" y="198310"/>
                </a:lnTo>
                <a:lnTo>
                  <a:pt x="1220063" y="198310"/>
                </a:lnTo>
                <a:lnTo>
                  <a:pt x="1220063" y="184594"/>
                </a:lnTo>
                <a:lnTo>
                  <a:pt x="1296263" y="184594"/>
                </a:lnTo>
                <a:lnTo>
                  <a:pt x="1479334" y="184594"/>
                </a:lnTo>
                <a:lnTo>
                  <a:pt x="1479334" y="198310"/>
                </a:lnTo>
                <a:lnTo>
                  <a:pt x="1508290" y="198310"/>
                </a:lnTo>
                <a:lnTo>
                  <a:pt x="1508290" y="184594"/>
                </a:lnTo>
                <a:lnTo>
                  <a:pt x="1508290" y="160210"/>
                </a:lnTo>
                <a:lnTo>
                  <a:pt x="1508290" y="109829"/>
                </a:lnTo>
                <a:lnTo>
                  <a:pt x="1508290" y="85432"/>
                </a:lnTo>
                <a:lnTo>
                  <a:pt x="1479334" y="85432"/>
                </a:lnTo>
                <a:lnTo>
                  <a:pt x="1479334" y="109829"/>
                </a:lnTo>
                <a:lnTo>
                  <a:pt x="1479334" y="160210"/>
                </a:lnTo>
                <a:lnTo>
                  <a:pt x="1412189" y="160210"/>
                </a:lnTo>
                <a:lnTo>
                  <a:pt x="1412189" y="109829"/>
                </a:lnTo>
                <a:lnTo>
                  <a:pt x="1479334" y="109829"/>
                </a:lnTo>
                <a:lnTo>
                  <a:pt x="1479334" y="85432"/>
                </a:lnTo>
                <a:lnTo>
                  <a:pt x="1412189" y="85432"/>
                </a:lnTo>
                <a:lnTo>
                  <a:pt x="1412189" y="42760"/>
                </a:lnTo>
                <a:lnTo>
                  <a:pt x="1526578" y="42760"/>
                </a:lnTo>
                <a:lnTo>
                  <a:pt x="1526578" y="16764"/>
                </a:lnTo>
                <a:close/>
              </a:path>
              <a:path w="1540509" h="381635">
                <a:moveTo>
                  <a:pt x="1540294" y="221170"/>
                </a:moveTo>
                <a:lnTo>
                  <a:pt x="1415237" y="221170"/>
                </a:lnTo>
                <a:lnTo>
                  <a:pt x="1415237" y="247180"/>
                </a:lnTo>
                <a:lnTo>
                  <a:pt x="1404035" y="262610"/>
                </a:lnTo>
                <a:lnTo>
                  <a:pt x="1390853" y="276898"/>
                </a:lnTo>
                <a:lnTo>
                  <a:pt x="1375371" y="290042"/>
                </a:lnTo>
                <a:lnTo>
                  <a:pt x="1357325" y="302044"/>
                </a:lnTo>
                <a:lnTo>
                  <a:pt x="1291221" y="282105"/>
                </a:lnTo>
                <a:lnTo>
                  <a:pt x="1270355" y="276136"/>
                </a:lnTo>
                <a:lnTo>
                  <a:pt x="1275168" y="269252"/>
                </a:lnTo>
                <a:lnTo>
                  <a:pt x="1280261" y="262229"/>
                </a:lnTo>
                <a:lnTo>
                  <a:pt x="1285354" y="254914"/>
                </a:lnTo>
                <a:lnTo>
                  <a:pt x="1290167" y="247180"/>
                </a:lnTo>
                <a:lnTo>
                  <a:pt x="1415237" y="247180"/>
                </a:lnTo>
                <a:lnTo>
                  <a:pt x="1415237" y="221170"/>
                </a:lnTo>
                <a:lnTo>
                  <a:pt x="1308455" y="221170"/>
                </a:lnTo>
                <a:lnTo>
                  <a:pt x="1312786" y="215430"/>
                </a:lnTo>
                <a:lnTo>
                  <a:pt x="1316837" y="209550"/>
                </a:lnTo>
                <a:lnTo>
                  <a:pt x="1325219" y="196786"/>
                </a:lnTo>
                <a:lnTo>
                  <a:pt x="1296263" y="184594"/>
                </a:lnTo>
                <a:lnTo>
                  <a:pt x="1273403" y="221170"/>
                </a:lnTo>
                <a:lnTo>
                  <a:pt x="1159002" y="221170"/>
                </a:lnTo>
                <a:lnTo>
                  <a:pt x="1159002" y="247180"/>
                </a:lnTo>
                <a:lnTo>
                  <a:pt x="1256639" y="247180"/>
                </a:lnTo>
                <a:lnTo>
                  <a:pt x="1249514" y="257467"/>
                </a:lnTo>
                <a:lnTo>
                  <a:pt x="1241971" y="267754"/>
                </a:lnTo>
                <a:lnTo>
                  <a:pt x="1234135" y="278041"/>
                </a:lnTo>
                <a:lnTo>
                  <a:pt x="1226159" y="288328"/>
                </a:lnTo>
                <a:lnTo>
                  <a:pt x="1275308" y="304330"/>
                </a:lnTo>
                <a:lnTo>
                  <a:pt x="1322171" y="320332"/>
                </a:lnTo>
                <a:lnTo>
                  <a:pt x="1291310" y="330949"/>
                </a:lnTo>
                <a:lnTo>
                  <a:pt x="1255864" y="339839"/>
                </a:lnTo>
                <a:lnTo>
                  <a:pt x="1215834" y="346989"/>
                </a:lnTo>
                <a:lnTo>
                  <a:pt x="1171194" y="352425"/>
                </a:lnTo>
                <a:lnTo>
                  <a:pt x="1175512" y="360159"/>
                </a:lnTo>
                <a:lnTo>
                  <a:pt x="1179385" y="367474"/>
                </a:lnTo>
                <a:lnTo>
                  <a:pt x="1182992" y="374497"/>
                </a:lnTo>
                <a:lnTo>
                  <a:pt x="1186434" y="381381"/>
                </a:lnTo>
                <a:lnTo>
                  <a:pt x="1237881" y="373329"/>
                </a:lnTo>
                <a:lnTo>
                  <a:pt x="1284452" y="362699"/>
                </a:lnTo>
                <a:lnTo>
                  <a:pt x="1325880" y="349199"/>
                </a:lnTo>
                <a:lnTo>
                  <a:pt x="1361897" y="332524"/>
                </a:lnTo>
                <a:lnTo>
                  <a:pt x="1496098" y="379857"/>
                </a:lnTo>
                <a:lnTo>
                  <a:pt x="1514386" y="349377"/>
                </a:lnTo>
                <a:lnTo>
                  <a:pt x="1457325" y="332524"/>
                </a:lnTo>
                <a:lnTo>
                  <a:pt x="1452422" y="331038"/>
                </a:lnTo>
                <a:lnTo>
                  <a:pt x="1393901" y="312712"/>
                </a:lnTo>
                <a:lnTo>
                  <a:pt x="1407312" y="302044"/>
                </a:lnTo>
                <a:lnTo>
                  <a:pt x="1411084" y="299034"/>
                </a:lnTo>
                <a:lnTo>
                  <a:pt x="1426286" y="283375"/>
                </a:lnTo>
                <a:lnTo>
                  <a:pt x="1439760" y="265988"/>
                </a:lnTo>
                <a:lnTo>
                  <a:pt x="1451813" y="247180"/>
                </a:lnTo>
                <a:lnTo>
                  <a:pt x="1540294" y="247180"/>
                </a:lnTo>
                <a:lnTo>
                  <a:pt x="1540294" y="2211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9928" y="5035391"/>
            <a:ext cx="109823" cy="109823"/>
          </a:xfrm>
          <a:prstGeom prst="rect">
            <a:avLst/>
          </a:prstGeom>
        </p:spPr>
      </p:pic>
      <p:sp>
        <p:nvSpPr>
          <p:cNvPr id="62" name="object 62" descr=""/>
          <p:cNvSpPr/>
          <p:nvPr/>
        </p:nvSpPr>
        <p:spPr>
          <a:xfrm>
            <a:off x="1294536" y="4858423"/>
            <a:ext cx="862330" cy="439420"/>
          </a:xfrm>
          <a:custGeom>
            <a:avLst/>
            <a:gdLst/>
            <a:ahLst/>
            <a:cxnLst/>
            <a:rect l="l" t="t" r="r" b="b"/>
            <a:pathLst>
              <a:path w="862330" h="439420">
                <a:moveTo>
                  <a:pt x="195262" y="329476"/>
                </a:moveTo>
                <a:lnTo>
                  <a:pt x="182664" y="281190"/>
                </a:lnTo>
                <a:lnTo>
                  <a:pt x="169913" y="235077"/>
                </a:lnTo>
                <a:lnTo>
                  <a:pt x="156857" y="191528"/>
                </a:lnTo>
                <a:lnTo>
                  <a:pt x="143344" y="150977"/>
                </a:lnTo>
                <a:lnTo>
                  <a:pt x="109816" y="161645"/>
                </a:lnTo>
                <a:lnTo>
                  <a:pt x="123228" y="207149"/>
                </a:lnTo>
                <a:lnTo>
                  <a:pt x="135915" y="252069"/>
                </a:lnTo>
                <a:lnTo>
                  <a:pt x="147751" y="296405"/>
                </a:lnTo>
                <a:lnTo>
                  <a:pt x="158584" y="340144"/>
                </a:lnTo>
                <a:lnTo>
                  <a:pt x="195262" y="329476"/>
                </a:lnTo>
                <a:close/>
              </a:path>
              <a:path w="862330" h="439420">
                <a:moveTo>
                  <a:pt x="289750" y="306616"/>
                </a:moveTo>
                <a:lnTo>
                  <a:pt x="280327" y="258787"/>
                </a:lnTo>
                <a:lnTo>
                  <a:pt x="270319" y="213550"/>
                </a:lnTo>
                <a:lnTo>
                  <a:pt x="259753" y="170599"/>
                </a:lnTo>
                <a:lnTo>
                  <a:pt x="248602" y="129641"/>
                </a:lnTo>
                <a:lnTo>
                  <a:pt x="215074" y="140309"/>
                </a:lnTo>
                <a:lnTo>
                  <a:pt x="225907" y="184912"/>
                </a:lnTo>
                <a:lnTo>
                  <a:pt x="235458" y="229362"/>
                </a:lnTo>
                <a:lnTo>
                  <a:pt x="243573" y="273519"/>
                </a:lnTo>
                <a:lnTo>
                  <a:pt x="250126" y="317284"/>
                </a:lnTo>
                <a:lnTo>
                  <a:pt x="289750" y="306616"/>
                </a:lnTo>
                <a:close/>
              </a:path>
              <a:path w="862330" h="439420">
                <a:moveTo>
                  <a:pt x="430060" y="64109"/>
                </a:moveTo>
                <a:lnTo>
                  <a:pt x="251650" y="64109"/>
                </a:lnTo>
                <a:lnTo>
                  <a:pt x="272986" y="51816"/>
                </a:lnTo>
                <a:lnTo>
                  <a:pt x="264718" y="37503"/>
                </a:lnTo>
                <a:lnTo>
                  <a:pt x="256032" y="24193"/>
                </a:lnTo>
                <a:lnTo>
                  <a:pt x="247053" y="11734"/>
                </a:lnTo>
                <a:lnTo>
                  <a:pt x="237934" y="0"/>
                </a:lnTo>
                <a:lnTo>
                  <a:pt x="205930" y="16764"/>
                </a:lnTo>
                <a:lnTo>
                  <a:pt x="213931" y="28219"/>
                </a:lnTo>
                <a:lnTo>
                  <a:pt x="221932" y="39827"/>
                </a:lnTo>
                <a:lnTo>
                  <a:pt x="229933" y="51739"/>
                </a:lnTo>
                <a:lnTo>
                  <a:pt x="237934" y="64109"/>
                </a:lnTo>
                <a:lnTo>
                  <a:pt x="51904" y="64109"/>
                </a:lnTo>
                <a:lnTo>
                  <a:pt x="51854" y="207149"/>
                </a:lnTo>
                <a:lnTo>
                  <a:pt x="48742" y="271691"/>
                </a:lnTo>
                <a:lnTo>
                  <a:pt x="39141" y="326999"/>
                </a:lnTo>
                <a:lnTo>
                  <a:pt x="22936" y="371729"/>
                </a:lnTo>
                <a:lnTo>
                  <a:pt x="0" y="405765"/>
                </a:lnTo>
                <a:lnTo>
                  <a:pt x="6807" y="413740"/>
                </a:lnTo>
                <a:lnTo>
                  <a:pt x="13347" y="421576"/>
                </a:lnTo>
                <a:lnTo>
                  <a:pt x="19329" y="429120"/>
                </a:lnTo>
                <a:lnTo>
                  <a:pt x="24472" y="436245"/>
                </a:lnTo>
                <a:lnTo>
                  <a:pt x="47523" y="402196"/>
                </a:lnTo>
                <a:lnTo>
                  <a:pt x="65443" y="362127"/>
                </a:lnTo>
                <a:lnTo>
                  <a:pt x="78244" y="315899"/>
                </a:lnTo>
                <a:lnTo>
                  <a:pt x="85928" y="263372"/>
                </a:lnTo>
                <a:lnTo>
                  <a:pt x="88366" y="207149"/>
                </a:lnTo>
                <a:lnTo>
                  <a:pt x="88480" y="97637"/>
                </a:lnTo>
                <a:lnTo>
                  <a:pt x="430060" y="97637"/>
                </a:lnTo>
                <a:lnTo>
                  <a:pt x="430060" y="64109"/>
                </a:lnTo>
                <a:close/>
              </a:path>
              <a:path w="862330" h="439420">
                <a:moveTo>
                  <a:pt x="434632" y="376809"/>
                </a:moveTo>
                <a:lnTo>
                  <a:pt x="326428" y="376809"/>
                </a:lnTo>
                <a:lnTo>
                  <a:pt x="339585" y="340537"/>
                </a:lnTo>
                <a:lnTo>
                  <a:pt x="353491" y="299516"/>
                </a:lnTo>
                <a:lnTo>
                  <a:pt x="368122" y="253746"/>
                </a:lnTo>
                <a:lnTo>
                  <a:pt x="383476" y="203212"/>
                </a:lnTo>
                <a:lnTo>
                  <a:pt x="399580" y="147929"/>
                </a:lnTo>
                <a:lnTo>
                  <a:pt x="361480" y="137261"/>
                </a:lnTo>
                <a:lnTo>
                  <a:pt x="346113" y="195846"/>
                </a:lnTo>
                <a:lnTo>
                  <a:pt x="331114" y="249021"/>
                </a:lnTo>
                <a:lnTo>
                  <a:pt x="316458" y="296862"/>
                </a:lnTo>
                <a:lnTo>
                  <a:pt x="302171" y="339432"/>
                </a:lnTo>
                <a:lnTo>
                  <a:pt x="288226" y="376809"/>
                </a:lnTo>
                <a:lnTo>
                  <a:pt x="85432" y="376809"/>
                </a:lnTo>
                <a:lnTo>
                  <a:pt x="85432" y="410337"/>
                </a:lnTo>
                <a:lnTo>
                  <a:pt x="434632" y="410337"/>
                </a:lnTo>
                <a:lnTo>
                  <a:pt x="434632" y="376809"/>
                </a:lnTo>
                <a:close/>
              </a:path>
              <a:path w="862330" h="439420">
                <a:moveTo>
                  <a:pt x="861733" y="28956"/>
                </a:moveTo>
                <a:lnTo>
                  <a:pt x="826579" y="28956"/>
                </a:lnTo>
                <a:lnTo>
                  <a:pt x="826579" y="62572"/>
                </a:lnTo>
                <a:lnTo>
                  <a:pt x="826579" y="143344"/>
                </a:lnTo>
                <a:lnTo>
                  <a:pt x="826579" y="175450"/>
                </a:lnTo>
                <a:lnTo>
                  <a:pt x="826579" y="256222"/>
                </a:lnTo>
                <a:lnTo>
                  <a:pt x="696950" y="256222"/>
                </a:lnTo>
                <a:lnTo>
                  <a:pt x="696950" y="175450"/>
                </a:lnTo>
                <a:lnTo>
                  <a:pt x="826579" y="175450"/>
                </a:lnTo>
                <a:lnTo>
                  <a:pt x="826579" y="143344"/>
                </a:lnTo>
                <a:lnTo>
                  <a:pt x="696950" y="143344"/>
                </a:lnTo>
                <a:lnTo>
                  <a:pt x="696950" y="62572"/>
                </a:lnTo>
                <a:lnTo>
                  <a:pt x="826579" y="62572"/>
                </a:lnTo>
                <a:lnTo>
                  <a:pt x="826579" y="28956"/>
                </a:lnTo>
                <a:lnTo>
                  <a:pt x="661898" y="28956"/>
                </a:lnTo>
                <a:lnTo>
                  <a:pt x="661898" y="62572"/>
                </a:lnTo>
                <a:lnTo>
                  <a:pt x="661898" y="143344"/>
                </a:lnTo>
                <a:lnTo>
                  <a:pt x="661898" y="175450"/>
                </a:lnTo>
                <a:lnTo>
                  <a:pt x="661898" y="256222"/>
                </a:lnTo>
                <a:lnTo>
                  <a:pt x="536829" y="256222"/>
                </a:lnTo>
                <a:lnTo>
                  <a:pt x="538594" y="236524"/>
                </a:lnTo>
                <a:lnTo>
                  <a:pt x="539496" y="216408"/>
                </a:lnTo>
                <a:lnTo>
                  <a:pt x="539826" y="195999"/>
                </a:lnTo>
                <a:lnTo>
                  <a:pt x="539877" y="175450"/>
                </a:lnTo>
                <a:lnTo>
                  <a:pt x="661898" y="175450"/>
                </a:lnTo>
                <a:lnTo>
                  <a:pt x="661898" y="143344"/>
                </a:lnTo>
                <a:lnTo>
                  <a:pt x="539877" y="143344"/>
                </a:lnTo>
                <a:lnTo>
                  <a:pt x="539877" y="62572"/>
                </a:lnTo>
                <a:lnTo>
                  <a:pt x="661898" y="62572"/>
                </a:lnTo>
                <a:lnTo>
                  <a:pt x="661898" y="28956"/>
                </a:lnTo>
                <a:lnTo>
                  <a:pt x="504825" y="28956"/>
                </a:lnTo>
                <a:lnTo>
                  <a:pt x="504825" y="186118"/>
                </a:lnTo>
                <a:lnTo>
                  <a:pt x="504228" y="227025"/>
                </a:lnTo>
                <a:lnTo>
                  <a:pt x="499033" y="293992"/>
                </a:lnTo>
                <a:lnTo>
                  <a:pt x="488416" y="344004"/>
                </a:lnTo>
                <a:lnTo>
                  <a:pt x="469506" y="388556"/>
                </a:lnTo>
                <a:lnTo>
                  <a:pt x="456057" y="408813"/>
                </a:lnTo>
                <a:lnTo>
                  <a:pt x="474256" y="430123"/>
                </a:lnTo>
                <a:lnTo>
                  <a:pt x="518350" y="371805"/>
                </a:lnTo>
                <a:lnTo>
                  <a:pt x="529323" y="332054"/>
                </a:lnTo>
                <a:lnTo>
                  <a:pt x="535305" y="288315"/>
                </a:lnTo>
                <a:lnTo>
                  <a:pt x="661898" y="288315"/>
                </a:lnTo>
                <a:lnTo>
                  <a:pt x="661898" y="428625"/>
                </a:lnTo>
                <a:lnTo>
                  <a:pt x="696950" y="428625"/>
                </a:lnTo>
                <a:lnTo>
                  <a:pt x="696950" y="288315"/>
                </a:lnTo>
                <a:lnTo>
                  <a:pt x="826579" y="288315"/>
                </a:lnTo>
                <a:lnTo>
                  <a:pt x="826579" y="369087"/>
                </a:lnTo>
                <a:lnTo>
                  <a:pt x="824865" y="380263"/>
                </a:lnTo>
                <a:lnTo>
                  <a:pt x="819721" y="388416"/>
                </a:lnTo>
                <a:lnTo>
                  <a:pt x="811149" y="393407"/>
                </a:lnTo>
                <a:lnTo>
                  <a:pt x="799147" y="395097"/>
                </a:lnTo>
                <a:lnTo>
                  <a:pt x="786625" y="394830"/>
                </a:lnTo>
                <a:lnTo>
                  <a:pt x="772096" y="394144"/>
                </a:lnTo>
                <a:lnTo>
                  <a:pt x="738187" y="392049"/>
                </a:lnTo>
                <a:lnTo>
                  <a:pt x="740206" y="402907"/>
                </a:lnTo>
                <a:lnTo>
                  <a:pt x="741807" y="412623"/>
                </a:lnTo>
                <a:lnTo>
                  <a:pt x="743115" y="421195"/>
                </a:lnTo>
                <a:lnTo>
                  <a:pt x="744283" y="428625"/>
                </a:lnTo>
                <a:lnTo>
                  <a:pt x="762266" y="429501"/>
                </a:lnTo>
                <a:lnTo>
                  <a:pt x="779526" y="429958"/>
                </a:lnTo>
                <a:lnTo>
                  <a:pt x="811339" y="430149"/>
                </a:lnTo>
                <a:lnTo>
                  <a:pt x="833361" y="426986"/>
                </a:lnTo>
                <a:lnTo>
                  <a:pt x="849109" y="417385"/>
                </a:lnTo>
                <a:lnTo>
                  <a:pt x="858570" y="401218"/>
                </a:lnTo>
                <a:lnTo>
                  <a:pt x="859409" y="395097"/>
                </a:lnTo>
                <a:lnTo>
                  <a:pt x="861733" y="378333"/>
                </a:lnTo>
                <a:lnTo>
                  <a:pt x="861733" y="62572"/>
                </a:lnTo>
                <a:lnTo>
                  <a:pt x="861733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2331624" y="4914804"/>
            <a:ext cx="233679" cy="325120"/>
          </a:xfrm>
          <a:custGeom>
            <a:avLst/>
            <a:gdLst/>
            <a:ahLst/>
            <a:cxnLst/>
            <a:rect l="l" t="t" r="r" b="b"/>
            <a:pathLst>
              <a:path w="233680" h="325120">
                <a:moveTo>
                  <a:pt x="146399" y="324992"/>
                </a:moveTo>
                <a:lnTo>
                  <a:pt x="86725" y="314467"/>
                </a:lnTo>
                <a:lnTo>
                  <a:pt x="39624" y="282225"/>
                </a:lnTo>
                <a:lnTo>
                  <a:pt x="9525" y="232112"/>
                </a:lnTo>
                <a:lnTo>
                  <a:pt x="0" y="169354"/>
                </a:lnTo>
                <a:lnTo>
                  <a:pt x="2619" y="133358"/>
                </a:lnTo>
                <a:lnTo>
                  <a:pt x="24431" y="72190"/>
                </a:lnTo>
                <a:lnTo>
                  <a:pt x="68523" y="27083"/>
                </a:lnTo>
                <a:lnTo>
                  <a:pt x="126358" y="3110"/>
                </a:lnTo>
                <a:lnTo>
                  <a:pt x="160115" y="0"/>
                </a:lnTo>
                <a:lnTo>
                  <a:pt x="180976" y="858"/>
                </a:lnTo>
                <a:lnTo>
                  <a:pt x="200132" y="3440"/>
                </a:lnTo>
                <a:lnTo>
                  <a:pt x="217591" y="7755"/>
                </a:lnTo>
                <a:lnTo>
                  <a:pt x="233362" y="13811"/>
                </a:lnTo>
                <a:lnTo>
                  <a:pt x="233362" y="53435"/>
                </a:lnTo>
                <a:lnTo>
                  <a:pt x="216495" y="44553"/>
                </a:lnTo>
                <a:lnTo>
                  <a:pt x="198227" y="38385"/>
                </a:lnTo>
                <a:lnTo>
                  <a:pt x="178833" y="34790"/>
                </a:lnTo>
                <a:lnTo>
                  <a:pt x="158591" y="33623"/>
                </a:lnTo>
                <a:lnTo>
                  <a:pt x="133443" y="35909"/>
                </a:lnTo>
                <a:lnTo>
                  <a:pt x="89971" y="54197"/>
                </a:lnTo>
                <a:lnTo>
                  <a:pt x="56745" y="89930"/>
                </a:lnTo>
                <a:lnTo>
                  <a:pt x="40124" y="138002"/>
                </a:lnTo>
                <a:lnTo>
                  <a:pt x="38100" y="166306"/>
                </a:lnTo>
                <a:lnTo>
                  <a:pt x="40076" y="193467"/>
                </a:lnTo>
                <a:lnTo>
                  <a:pt x="55459" y="239253"/>
                </a:lnTo>
                <a:lnTo>
                  <a:pt x="85763" y="272962"/>
                </a:lnTo>
                <a:lnTo>
                  <a:pt x="127596" y="290631"/>
                </a:lnTo>
                <a:lnTo>
                  <a:pt x="152495" y="292893"/>
                </a:lnTo>
                <a:lnTo>
                  <a:pt x="174761" y="291488"/>
                </a:lnTo>
                <a:lnTo>
                  <a:pt x="195750" y="287369"/>
                </a:lnTo>
                <a:lnTo>
                  <a:pt x="215328" y="280677"/>
                </a:lnTo>
                <a:lnTo>
                  <a:pt x="233362" y="271557"/>
                </a:lnTo>
                <a:lnTo>
                  <a:pt x="233362" y="306609"/>
                </a:lnTo>
                <a:lnTo>
                  <a:pt x="215019" y="314665"/>
                </a:lnTo>
                <a:lnTo>
                  <a:pt x="194417" y="320409"/>
                </a:lnTo>
                <a:lnTo>
                  <a:pt x="171546" y="323848"/>
                </a:lnTo>
                <a:lnTo>
                  <a:pt x="146399" y="3249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2615279" y="4914804"/>
            <a:ext cx="189230" cy="325120"/>
          </a:xfrm>
          <a:custGeom>
            <a:avLst/>
            <a:gdLst/>
            <a:ahLst/>
            <a:cxnLst/>
            <a:rect l="l" t="t" r="r" b="b"/>
            <a:pathLst>
              <a:path w="189230" h="325120">
                <a:moveTo>
                  <a:pt x="67056" y="324992"/>
                </a:moveTo>
                <a:lnTo>
                  <a:pt x="59436" y="323468"/>
                </a:lnTo>
                <a:lnTo>
                  <a:pt x="51816" y="323468"/>
                </a:lnTo>
                <a:lnTo>
                  <a:pt x="28956" y="318896"/>
                </a:lnTo>
                <a:lnTo>
                  <a:pt x="22859" y="317372"/>
                </a:lnTo>
                <a:lnTo>
                  <a:pt x="15240" y="314229"/>
                </a:lnTo>
                <a:lnTo>
                  <a:pt x="9144" y="312705"/>
                </a:lnTo>
                <a:lnTo>
                  <a:pt x="3048" y="309657"/>
                </a:lnTo>
                <a:lnTo>
                  <a:pt x="0" y="306609"/>
                </a:lnTo>
                <a:lnTo>
                  <a:pt x="0" y="263937"/>
                </a:lnTo>
                <a:lnTo>
                  <a:pt x="4572" y="268509"/>
                </a:lnTo>
                <a:lnTo>
                  <a:pt x="10668" y="271557"/>
                </a:lnTo>
                <a:lnTo>
                  <a:pt x="16764" y="276129"/>
                </a:lnTo>
                <a:lnTo>
                  <a:pt x="39624" y="285273"/>
                </a:lnTo>
                <a:lnTo>
                  <a:pt x="77724" y="292893"/>
                </a:lnTo>
                <a:lnTo>
                  <a:pt x="83820" y="292893"/>
                </a:lnTo>
                <a:lnTo>
                  <a:pt x="125061" y="285178"/>
                </a:lnTo>
                <a:lnTo>
                  <a:pt x="149852" y="254317"/>
                </a:lnTo>
                <a:lnTo>
                  <a:pt x="150971" y="242601"/>
                </a:lnTo>
                <a:lnTo>
                  <a:pt x="150971" y="234981"/>
                </a:lnTo>
                <a:lnTo>
                  <a:pt x="149447" y="227361"/>
                </a:lnTo>
                <a:lnTo>
                  <a:pt x="144875" y="221265"/>
                </a:lnTo>
                <a:lnTo>
                  <a:pt x="141827" y="215169"/>
                </a:lnTo>
                <a:lnTo>
                  <a:pt x="137255" y="208978"/>
                </a:lnTo>
                <a:lnTo>
                  <a:pt x="129635" y="204406"/>
                </a:lnTo>
                <a:lnTo>
                  <a:pt x="124777" y="200096"/>
                </a:lnTo>
                <a:lnTo>
                  <a:pt x="119348" y="196214"/>
                </a:lnTo>
                <a:lnTo>
                  <a:pt x="113347" y="192619"/>
                </a:lnTo>
                <a:lnTo>
                  <a:pt x="85518" y="178236"/>
                </a:lnTo>
                <a:lnTo>
                  <a:pt x="69746" y="169592"/>
                </a:lnTo>
                <a:lnTo>
                  <a:pt x="33909" y="148018"/>
                </a:lnTo>
                <a:lnTo>
                  <a:pt x="3214" y="108172"/>
                </a:lnTo>
                <a:lnTo>
                  <a:pt x="0" y="83915"/>
                </a:lnTo>
                <a:lnTo>
                  <a:pt x="571" y="73913"/>
                </a:lnTo>
                <a:lnTo>
                  <a:pt x="19621" y="32670"/>
                </a:lnTo>
                <a:lnTo>
                  <a:pt x="58816" y="8786"/>
                </a:lnTo>
                <a:lnTo>
                  <a:pt x="68580" y="6191"/>
                </a:lnTo>
                <a:lnTo>
                  <a:pt x="78643" y="3254"/>
                </a:lnTo>
                <a:lnTo>
                  <a:pt x="88439" y="1345"/>
                </a:lnTo>
                <a:lnTo>
                  <a:pt x="98235" y="311"/>
                </a:lnTo>
                <a:lnTo>
                  <a:pt x="108299" y="0"/>
                </a:lnTo>
                <a:lnTo>
                  <a:pt x="130373" y="834"/>
                </a:lnTo>
                <a:lnTo>
                  <a:pt x="148875" y="3250"/>
                </a:lnTo>
                <a:lnTo>
                  <a:pt x="164234" y="7112"/>
                </a:lnTo>
                <a:lnTo>
                  <a:pt x="176879" y="12287"/>
                </a:lnTo>
                <a:lnTo>
                  <a:pt x="176879" y="53435"/>
                </a:lnTo>
                <a:lnTo>
                  <a:pt x="162044" y="44553"/>
                </a:lnTo>
                <a:lnTo>
                  <a:pt x="145065" y="38385"/>
                </a:lnTo>
                <a:lnTo>
                  <a:pt x="126087" y="34790"/>
                </a:lnTo>
                <a:lnTo>
                  <a:pt x="105251" y="33623"/>
                </a:lnTo>
                <a:lnTo>
                  <a:pt x="97631" y="33623"/>
                </a:lnTo>
                <a:lnTo>
                  <a:pt x="59436" y="44291"/>
                </a:lnTo>
                <a:lnTo>
                  <a:pt x="38100" y="73247"/>
                </a:lnTo>
                <a:lnTo>
                  <a:pt x="38100" y="88487"/>
                </a:lnTo>
                <a:lnTo>
                  <a:pt x="65913" y="124586"/>
                </a:lnTo>
                <a:lnTo>
                  <a:pt x="83977" y="135564"/>
                </a:lnTo>
                <a:lnTo>
                  <a:pt x="98806" y="142851"/>
                </a:lnTo>
                <a:lnTo>
                  <a:pt x="138779" y="164782"/>
                </a:lnTo>
                <a:lnTo>
                  <a:pt x="170116" y="190333"/>
                </a:lnTo>
                <a:lnTo>
                  <a:pt x="188761" y="232218"/>
                </a:lnTo>
                <a:lnTo>
                  <a:pt x="189071" y="241077"/>
                </a:lnTo>
                <a:lnTo>
                  <a:pt x="188499" y="251983"/>
                </a:lnTo>
                <a:lnTo>
                  <a:pt x="175045" y="288178"/>
                </a:lnTo>
                <a:lnTo>
                  <a:pt x="139731" y="314658"/>
                </a:lnTo>
                <a:lnTo>
                  <a:pt x="99714" y="323849"/>
                </a:lnTo>
                <a:lnTo>
                  <a:pt x="88947" y="324707"/>
                </a:lnTo>
                <a:lnTo>
                  <a:pt x="67056" y="3249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853213" y="4914804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20">
                <a:moveTo>
                  <a:pt x="67056" y="324992"/>
                </a:moveTo>
                <a:lnTo>
                  <a:pt x="59436" y="323468"/>
                </a:lnTo>
                <a:lnTo>
                  <a:pt x="51816" y="323468"/>
                </a:lnTo>
                <a:lnTo>
                  <a:pt x="45719" y="321944"/>
                </a:lnTo>
                <a:lnTo>
                  <a:pt x="22859" y="317372"/>
                </a:lnTo>
                <a:lnTo>
                  <a:pt x="15240" y="314229"/>
                </a:lnTo>
                <a:lnTo>
                  <a:pt x="9144" y="312705"/>
                </a:lnTo>
                <a:lnTo>
                  <a:pt x="3048" y="309657"/>
                </a:lnTo>
                <a:lnTo>
                  <a:pt x="0" y="306609"/>
                </a:lnTo>
                <a:lnTo>
                  <a:pt x="0" y="263937"/>
                </a:lnTo>
                <a:lnTo>
                  <a:pt x="4572" y="268509"/>
                </a:lnTo>
                <a:lnTo>
                  <a:pt x="10668" y="271557"/>
                </a:lnTo>
                <a:lnTo>
                  <a:pt x="16764" y="276129"/>
                </a:lnTo>
                <a:lnTo>
                  <a:pt x="39624" y="285273"/>
                </a:lnTo>
                <a:lnTo>
                  <a:pt x="77724" y="292893"/>
                </a:lnTo>
                <a:lnTo>
                  <a:pt x="83820" y="292893"/>
                </a:lnTo>
                <a:lnTo>
                  <a:pt x="125008" y="285178"/>
                </a:lnTo>
                <a:lnTo>
                  <a:pt x="150066" y="254317"/>
                </a:lnTo>
                <a:lnTo>
                  <a:pt x="150971" y="242601"/>
                </a:lnTo>
                <a:lnTo>
                  <a:pt x="150971" y="234981"/>
                </a:lnTo>
                <a:lnTo>
                  <a:pt x="149447" y="227361"/>
                </a:lnTo>
                <a:lnTo>
                  <a:pt x="146399" y="221265"/>
                </a:lnTo>
                <a:lnTo>
                  <a:pt x="137255" y="208978"/>
                </a:lnTo>
                <a:lnTo>
                  <a:pt x="129635" y="204406"/>
                </a:lnTo>
                <a:lnTo>
                  <a:pt x="124722" y="200096"/>
                </a:lnTo>
                <a:lnTo>
                  <a:pt x="119264" y="196214"/>
                </a:lnTo>
                <a:lnTo>
                  <a:pt x="113253" y="192619"/>
                </a:lnTo>
                <a:lnTo>
                  <a:pt x="85463" y="178236"/>
                </a:lnTo>
                <a:lnTo>
                  <a:pt x="69746" y="169592"/>
                </a:lnTo>
                <a:lnTo>
                  <a:pt x="33909" y="148018"/>
                </a:lnTo>
                <a:lnTo>
                  <a:pt x="6096" y="114490"/>
                </a:lnTo>
                <a:lnTo>
                  <a:pt x="0" y="83915"/>
                </a:lnTo>
                <a:lnTo>
                  <a:pt x="571" y="73913"/>
                </a:lnTo>
                <a:lnTo>
                  <a:pt x="20193" y="32670"/>
                </a:lnTo>
                <a:lnTo>
                  <a:pt x="59459" y="8786"/>
                </a:lnTo>
                <a:lnTo>
                  <a:pt x="99441" y="311"/>
                </a:lnTo>
                <a:lnTo>
                  <a:pt x="109728" y="0"/>
                </a:lnTo>
                <a:lnTo>
                  <a:pt x="131190" y="834"/>
                </a:lnTo>
                <a:lnTo>
                  <a:pt x="149625" y="3250"/>
                </a:lnTo>
                <a:lnTo>
                  <a:pt x="164900" y="7112"/>
                </a:lnTo>
                <a:lnTo>
                  <a:pt x="176879" y="12287"/>
                </a:lnTo>
                <a:lnTo>
                  <a:pt x="176879" y="53435"/>
                </a:lnTo>
                <a:lnTo>
                  <a:pt x="162042" y="44553"/>
                </a:lnTo>
                <a:lnTo>
                  <a:pt x="145053" y="38385"/>
                </a:lnTo>
                <a:lnTo>
                  <a:pt x="126047" y="34790"/>
                </a:lnTo>
                <a:lnTo>
                  <a:pt x="105155" y="33623"/>
                </a:lnTo>
                <a:lnTo>
                  <a:pt x="97536" y="33623"/>
                </a:lnTo>
                <a:lnTo>
                  <a:pt x="89916" y="35147"/>
                </a:lnTo>
                <a:lnTo>
                  <a:pt x="80772" y="36671"/>
                </a:lnTo>
                <a:lnTo>
                  <a:pt x="44195" y="59531"/>
                </a:lnTo>
                <a:lnTo>
                  <a:pt x="38100" y="73247"/>
                </a:lnTo>
                <a:lnTo>
                  <a:pt x="38100" y="88487"/>
                </a:lnTo>
                <a:lnTo>
                  <a:pt x="65913" y="124586"/>
                </a:lnTo>
                <a:lnTo>
                  <a:pt x="83962" y="135564"/>
                </a:lnTo>
                <a:lnTo>
                  <a:pt x="98726" y="142851"/>
                </a:lnTo>
                <a:lnTo>
                  <a:pt x="138779" y="164782"/>
                </a:lnTo>
                <a:lnTo>
                  <a:pt x="170116" y="190333"/>
                </a:lnTo>
                <a:lnTo>
                  <a:pt x="188499" y="223920"/>
                </a:lnTo>
                <a:lnTo>
                  <a:pt x="190595" y="241077"/>
                </a:lnTo>
                <a:lnTo>
                  <a:pt x="190023" y="251983"/>
                </a:lnTo>
                <a:lnTo>
                  <a:pt x="176331" y="288178"/>
                </a:lnTo>
                <a:lnTo>
                  <a:pt x="139719" y="314658"/>
                </a:lnTo>
                <a:lnTo>
                  <a:pt x="99631" y="323849"/>
                </a:lnTo>
                <a:lnTo>
                  <a:pt x="88892" y="324707"/>
                </a:lnTo>
                <a:lnTo>
                  <a:pt x="67056" y="3249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3193250" y="4859947"/>
            <a:ext cx="2658745" cy="438150"/>
          </a:xfrm>
          <a:custGeom>
            <a:avLst/>
            <a:gdLst/>
            <a:ahLst/>
            <a:cxnLst/>
            <a:rect l="l" t="t" r="r" b="b"/>
            <a:pathLst>
              <a:path w="2658745" h="438150">
                <a:moveTo>
                  <a:pt x="112864" y="91528"/>
                </a:moveTo>
                <a:lnTo>
                  <a:pt x="97993" y="70942"/>
                </a:lnTo>
                <a:lnTo>
                  <a:pt x="82956" y="50342"/>
                </a:lnTo>
                <a:lnTo>
                  <a:pt x="67614" y="29730"/>
                </a:lnTo>
                <a:lnTo>
                  <a:pt x="51816" y="9144"/>
                </a:lnTo>
                <a:lnTo>
                  <a:pt x="22860" y="27432"/>
                </a:lnTo>
                <a:lnTo>
                  <a:pt x="38531" y="49809"/>
                </a:lnTo>
                <a:lnTo>
                  <a:pt x="53352" y="71488"/>
                </a:lnTo>
                <a:lnTo>
                  <a:pt x="67043" y="92875"/>
                </a:lnTo>
                <a:lnTo>
                  <a:pt x="79336" y="114388"/>
                </a:lnTo>
                <a:lnTo>
                  <a:pt x="87363" y="108673"/>
                </a:lnTo>
                <a:lnTo>
                  <a:pt x="95529" y="102958"/>
                </a:lnTo>
                <a:lnTo>
                  <a:pt x="103987" y="97243"/>
                </a:lnTo>
                <a:lnTo>
                  <a:pt x="112864" y="91528"/>
                </a:lnTo>
                <a:close/>
              </a:path>
              <a:path w="2658745" h="438150">
                <a:moveTo>
                  <a:pt x="431584" y="205930"/>
                </a:moveTo>
                <a:lnTo>
                  <a:pt x="349288" y="205930"/>
                </a:lnTo>
                <a:lnTo>
                  <a:pt x="349288" y="112864"/>
                </a:lnTo>
                <a:lnTo>
                  <a:pt x="414820" y="112864"/>
                </a:lnTo>
                <a:lnTo>
                  <a:pt x="414820" y="80860"/>
                </a:lnTo>
                <a:lnTo>
                  <a:pt x="349288" y="80860"/>
                </a:lnTo>
                <a:lnTo>
                  <a:pt x="349288" y="4572"/>
                </a:lnTo>
                <a:lnTo>
                  <a:pt x="314134" y="4572"/>
                </a:lnTo>
                <a:lnTo>
                  <a:pt x="314134" y="80860"/>
                </a:lnTo>
                <a:lnTo>
                  <a:pt x="314134" y="112864"/>
                </a:lnTo>
                <a:lnTo>
                  <a:pt x="314134" y="205930"/>
                </a:lnTo>
                <a:lnTo>
                  <a:pt x="227266" y="205930"/>
                </a:lnTo>
                <a:lnTo>
                  <a:pt x="228142" y="193319"/>
                </a:lnTo>
                <a:lnTo>
                  <a:pt x="228600" y="173685"/>
                </a:lnTo>
                <a:lnTo>
                  <a:pt x="228701" y="157060"/>
                </a:lnTo>
                <a:lnTo>
                  <a:pt x="228790" y="112864"/>
                </a:lnTo>
                <a:lnTo>
                  <a:pt x="314134" y="112864"/>
                </a:lnTo>
                <a:lnTo>
                  <a:pt x="314134" y="80860"/>
                </a:lnTo>
                <a:lnTo>
                  <a:pt x="228790" y="80860"/>
                </a:lnTo>
                <a:lnTo>
                  <a:pt x="228790" y="4572"/>
                </a:lnTo>
                <a:lnTo>
                  <a:pt x="193649" y="4572"/>
                </a:lnTo>
                <a:lnTo>
                  <a:pt x="193649" y="80860"/>
                </a:lnTo>
                <a:lnTo>
                  <a:pt x="137261" y="80860"/>
                </a:lnTo>
                <a:lnTo>
                  <a:pt x="137261" y="112864"/>
                </a:lnTo>
                <a:lnTo>
                  <a:pt x="193649" y="112864"/>
                </a:lnTo>
                <a:lnTo>
                  <a:pt x="193408" y="140919"/>
                </a:lnTo>
                <a:lnTo>
                  <a:pt x="192887" y="165684"/>
                </a:lnTo>
                <a:lnTo>
                  <a:pt x="192354" y="187312"/>
                </a:lnTo>
                <a:lnTo>
                  <a:pt x="192125" y="205930"/>
                </a:lnTo>
                <a:lnTo>
                  <a:pt x="117449" y="205930"/>
                </a:lnTo>
                <a:lnTo>
                  <a:pt x="117449" y="236410"/>
                </a:lnTo>
                <a:lnTo>
                  <a:pt x="189077" y="236410"/>
                </a:lnTo>
                <a:lnTo>
                  <a:pt x="179882" y="270497"/>
                </a:lnTo>
                <a:lnTo>
                  <a:pt x="165836" y="299554"/>
                </a:lnTo>
                <a:lnTo>
                  <a:pt x="146634" y="323735"/>
                </a:lnTo>
                <a:lnTo>
                  <a:pt x="122021" y="343192"/>
                </a:lnTo>
                <a:lnTo>
                  <a:pt x="129730" y="350050"/>
                </a:lnTo>
                <a:lnTo>
                  <a:pt x="136880" y="356908"/>
                </a:lnTo>
                <a:lnTo>
                  <a:pt x="143446" y="363766"/>
                </a:lnTo>
                <a:lnTo>
                  <a:pt x="149453" y="370624"/>
                </a:lnTo>
                <a:lnTo>
                  <a:pt x="177419" y="345808"/>
                </a:lnTo>
                <a:lnTo>
                  <a:pt x="199402" y="314985"/>
                </a:lnTo>
                <a:lnTo>
                  <a:pt x="215112" y="278422"/>
                </a:lnTo>
                <a:lnTo>
                  <a:pt x="224218" y="236410"/>
                </a:lnTo>
                <a:lnTo>
                  <a:pt x="314134" y="236410"/>
                </a:lnTo>
                <a:lnTo>
                  <a:pt x="314134" y="370624"/>
                </a:lnTo>
                <a:lnTo>
                  <a:pt x="349288" y="370624"/>
                </a:lnTo>
                <a:lnTo>
                  <a:pt x="349288" y="236410"/>
                </a:lnTo>
                <a:lnTo>
                  <a:pt x="431584" y="236410"/>
                </a:lnTo>
                <a:lnTo>
                  <a:pt x="431584" y="205930"/>
                </a:lnTo>
                <a:close/>
              </a:path>
              <a:path w="2658745" h="438150">
                <a:moveTo>
                  <a:pt x="436156" y="385953"/>
                </a:moveTo>
                <a:lnTo>
                  <a:pt x="280606" y="390525"/>
                </a:lnTo>
                <a:lnTo>
                  <a:pt x="176885" y="389001"/>
                </a:lnTo>
                <a:lnTo>
                  <a:pt x="148945" y="385305"/>
                </a:lnTo>
                <a:lnTo>
                  <a:pt x="124879" y="376605"/>
                </a:lnTo>
                <a:lnTo>
                  <a:pt x="113919" y="369100"/>
                </a:lnTo>
                <a:lnTo>
                  <a:pt x="105079" y="363029"/>
                </a:lnTo>
                <a:lnTo>
                  <a:pt x="90004" y="344716"/>
                </a:lnTo>
                <a:lnTo>
                  <a:pt x="90004" y="157060"/>
                </a:lnTo>
                <a:lnTo>
                  <a:pt x="3048" y="157060"/>
                </a:lnTo>
                <a:lnTo>
                  <a:pt x="3048" y="189166"/>
                </a:lnTo>
                <a:lnTo>
                  <a:pt x="54864" y="189166"/>
                </a:lnTo>
                <a:lnTo>
                  <a:pt x="54864" y="337096"/>
                </a:lnTo>
                <a:lnTo>
                  <a:pt x="45427" y="346494"/>
                </a:lnTo>
                <a:lnTo>
                  <a:pt x="33147" y="358622"/>
                </a:lnTo>
                <a:lnTo>
                  <a:pt x="17995" y="373354"/>
                </a:lnTo>
                <a:lnTo>
                  <a:pt x="0" y="390525"/>
                </a:lnTo>
                <a:lnTo>
                  <a:pt x="16764" y="427101"/>
                </a:lnTo>
                <a:lnTo>
                  <a:pt x="48018" y="391845"/>
                </a:lnTo>
                <a:lnTo>
                  <a:pt x="60096" y="378841"/>
                </a:lnTo>
                <a:lnTo>
                  <a:pt x="70192" y="369100"/>
                </a:lnTo>
                <a:lnTo>
                  <a:pt x="87655" y="390296"/>
                </a:lnTo>
                <a:lnTo>
                  <a:pt x="110388" y="405752"/>
                </a:lnTo>
                <a:lnTo>
                  <a:pt x="138569" y="415480"/>
                </a:lnTo>
                <a:lnTo>
                  <a:pt x="172313" y="419481"/>
                </a:lnTo>
                <a:lnTo>
                  <a:pt x="277558" y="421005"/>
                </a:lnTo>
                <a:lnTo>
                  <a:pt x="423964" y="421005"/>
                </a:lnTo>
                <a:lnTo>
                  <a:pt x="427367" y="411238"/>
                </a:lnTo>
                <a:lnTo>
                  <a:pt x="430631" y="402336"/>
                </a:lnTo>
                <a:lnTo>
                  <a:pt x="433603" y="394004"/>
                </a:lnTo>
                <a:lnTo>
                  <a:pt x="434708" y="390525"/>
                </a:lnTo>
                <a:lnTo>
                  <a:pt x="436156" y="385953"/>
                </a:lnTo>
                <a:close/>
              </a:path>
              <a:path w="2658745" h="438150">
                <a:moveTo>
                  <a:pt x="596265" y="19812"/>
                </a:moveTo>
                <a:lnTo>
                  <a:pt x="564261" y="0"/>
                </a:lnTo>
                <a:lnTo>
                  <a:pt x="541731" y="34544"/>
                </a:lnTo>
                <a:lnTo>
                  <a:pt x="515480" y="67106"/>
                </a:lnTo>
                <a:lnTo>
                  <a:pt x="485787" y="97383"/>
                </a:lnTo>
                <a:lnTo>
                  <a:pt x="452907" y="125056"/>
                </a:lnTo>
                <a:lnTo>
                  <a:pt x="457466" y="133946"/>
                </a:lnTo>
                <a:lnTo>
                  <a:pt x="461860" y="142392"/>
                </a:lnTo>
                <a:lnTo>
                  <a:pt x="465988" y="150571"/>
                </a:lnTo>
                <a:lnTo>
                  <a:pt x="469671" y="158584"/>
                </a:lnTo>
                <a:lnTo>
                  <a:pt x="505993" y="126847"/>
                </a:lnTo>
                <a:lnTo>
                  <a:pt x="539292" y="93243"/>
                </a:lnTo>
                <a:lnTo>
                  <a:pt x="569429" y="57607"/>
                </a:lnTo>
                <a:lnTo>
                  <a:pt x="596265" y="19812"/>
                </a:lnTo>
                <a:close/>
              </a:path>
              <a:path w="2658745" h="438150">
                <a:moveTo>
                  <a:pt x="603885" y="126580"/>
                </a:moveTo>
                <a:lnTo>
                  <a:pt x="573405" y="108292"/>
                </a:lnTo>
                <a:lnTo>
                  <a:pt x="545109" y="155790"/>
                </a:lnTo>
                <a:lnTo>
                  <a:pt x="515099" y="197535"/>
                </a:lnTo>
                <a:lnTo>
                  <a:pt x="483349" y="233553"/>
                </a:lnTo>
                <a:lnTo>
                  <a:pt x="449859" y="263842"/>
                </a:lnTo>
                <a:lnTo>
                  <a:pt x="454101" y="272656"/>
                </a:lnTo>
                <a:lnTo>
                  <a:pt x="458050" y="281457"/>
                </a:lnTo>
                <a:lnTo>
                  <a:pt x="461657" y="290080"/>
                </a:lnTo>
                <a:lnTo>
                  <a:pt x="465099" y="298996"/>
                </a:lnTo>
                <a:lnTo>
                  <a:pt x="479729" y="286118"/>
                </a:lnTo>
                <a:lnTo>
                  <a:pt x="493763" y="272656"/>
                </a:lnTo>
                <a:lnTo>
                  <a:pt x="507199" y="258622"/>
                </a:lnTo>
                <a:lnTo>
                  <a:pt x="520065" y="244030"/>
                </a:lnTo>
                <a:lnTo>
                  <a:pt x="520065" y="431673"/>
                </a:lnTo>
                <a:lnTo>
                  <a:pt x="556641" y="431673"/>
                </a:lnTo>
                <a:lnTo>
                  <a:pt x="556641" y="244030"/>
                </a:lnTo>
                <a:lnTo>
                  <a:pt x="556641" y="199834"/>
                </a:lnTo>
                <a:lnTo>
                  <a:pt x="568947" y="182384"/>
                </a:lnTo>
                <a:lnTo>
                  <a:pt x="580834" y="164350"/>
                </a:lnTo>
                <a:lnTo>
                  <a:pt x="592429" y="145745"/>
                </a:lnTo>
                <a:lnTo>
                  <a:pt x="603885" y="126580"/>
                </a:lnTo>
                <a:close/>
              </a:path>
              <a:path w="2658745" h="438150">
                <a:moveTo>
                  <a:pt x="861631" y="33528"/>
                </a:moveTo>
                <a:lnTo>
                  <a:pt x="634466" y="33528"/>
                </a:lnTo>
                <a:lnTo>
                  <a:pt x="634466" y="67144"/>
                </a:lnTo>
                <a:lnTo>
                  <a:pt x="861631" y="67144"/>
                </a:lnTo>
                <a:lnTo>
                  <a:pt x="861631" y="33528"/>
                </a:lnTo>
                <a:close/>
              </a:path>
              <a:path w="2658745" h="438150">
                <a:moveTo>
                  <a:pt x="886015" y="166306"/>
                </a:moveTo>
                <a:lnTo>
                  <a:pt x="608457" y="166306"/>
                </a:lnTo>
                <a:lnTo>
                  <a:pt x="608457" y="198310"/>
                </a:lnTo>
                <a:lnTo>
                  <a:pt x="764095" y="198310"/>
                </a:lnTo>
                <a:lnTo>
                  <a:pt x="764095" y="358432"/>
                </a:lnTo>
                <a:lnTo>
                  <a:pt x="762101" y="371602"/>
                </a:lnTo>
                <a:lnTo>
                  <a:pt x="756234" y="381177"/>
                </a:lnTo>
                <a:lnTo>
                  <a:pt x="746658" y="387019"/>
                </a:lnTo>
                <a:lnTo>
                  <a:pt x="733526" y="389001"/>
                </a:lnTo>
                <a:lnTo>
                  <a:pt x="716381" y="388721"/>
                </a:lnTo>
                <a:lnTo>
                  <a:pt x="699236" y="387858"/>
                </a:lnTo>
                <a:lnTo>
                  <a:pt x="682091" y="386435"/>
                </a:lnTo>
                <a:lnTo>
                  <a:pt x="664946" y="384429"/>
                </a:lnTo>
                <a:lnTo>
                  <a:pt x="666965" y="395338"/>
                </a:lnTo>
                <a:lnTo>
                  <a:pt x="668566" y="405384"/>
                </a:lnTo>
                <a:lnTo>
                  <a:pt x="669874" y="414858"/>
                </a:lnTo>
                <a:lnTo>
                  <a:pt x="671042" y="424053"/>
                </a:lnTo>
                <a:lnTo>
                  <a:pt x="745718" y="424053"/>
                </a:lnTo>
                <a:lnTo>
                  <a:pt x="786942" y="410514"/>
                </a:lnTo>
                <a:lnTo>
                  <a:pt x="800671" y="370624"/>
                </a:lnTo>
                <a:lnTo>
                  <a:pt x="800671" y="198310"/>
                </a:lnTo>
                <a:lnTo>
                  <a:pt x="886015" y="198310"/>
                </a:lnTo>
                <a:lnTo>
                  <a:pt x="886015" y="166306"/>
                </a:lnTo>
                <a:close/>
              </a:path>
              <a:path w="2658745" h="438150">
                <a:moveTo>
                  <a:pt x="1326832" y="401193"/>
                </a:moveTo>
                <a:lnTo>
                  <a:pt x="1279918" y="375132"/>
                </a:lnTo>
                <a:lnTo>
                  <a:pt x="1230731" y="349669"/>
                </a:lnTo>
                <a:lnTo>
                  <a:pt x="1192060" y="331000"/>
                </a:lnTo>
                <a:lnTo>
                  <a:pt x="1179245" y="324802"/>
                </a:lnTo>
                <a:lnTo>
                  <a:pt x="1125474" y="300520"/>
                </a:lnTo>
                <a:lnTo>
                  <a:pt x="1130350" y="282778"/>
                </a:lnTo>
                <a:lnTo>
                  <a:pt x="1133665" y="263893"/>
                </a:lnTo>
                <a:lnTo>
                  <a:pt x="1135545" y="243852"/>
                </a:lnTo>
                <a:lnTo>
                  <a:pt x="1136142" y="222694"/>
                </a:lnTo>
                <a:lnTo>
                  <a:pt x="1136142" y="172402"/>
                </a:lnTo>
                <a:lnTo>
                  <a:pt x="1101090" y="172402"/>
                </a:lnTo>
                <a:lnTo>
                  <a:pt x="1100963" y="222694"/>
                </a:lnTo>
                <a:lnTo>
                  <a:pt x="1097965" y="259562"/>
                </a:lnTo>
                <a:lnTo>
                  <a:pt x="1073442" y="320281"/>
                </a:lnTo>
                <a:lnTo>
                  <a:pt x="1027163" y="359994"/>
                </a:lnTo>
                <a:lnTo>
                  <a:pt x="950645" y="390194"/>
                </a:lnTo>
                <a:lnTo>
                  <a:pt x="899820" y="402717"/>
                </a:lnTo>
                <a:lnTo>
                  <a:pt x="906399" y="412699"/>
                </a:lnTo>
                <a:lnTo>
                  <a:pt x="917829" y="430364"/>
                </a:lnTo>
                <a:lnTo>
                  <a:pt x="922680" y="437769"/>
                </a:lnTo>
                <a:lnTo>
                  <a:pt x="968971" y="425221"/>
                </a:lnTo>
                <a:lnTo>
                  <a:pt x="1009408" y="410527"/>
                </a:lnTo>
                <a:lnTo>
                  <a:pt x="1043851" y="393839"/>
                </a:lnTo>
                <a:lnTo>
                  <a:pt x="1084110" y="365747"/>
                </a:lnTo>
                <a:lnTo>
                  <a:pt x="1111758" y="331000"/>
                </a:lnTo>
                <a:lnTo>
                  <a:pt x="1164107" y="356387"/>
                </a:lnTo>
                <a:lnTo>
                  <a:pt x="1213573" y="382092"/>
                </a:lnTo>
                <a:lnTo>
                  <a:pt x="1260157" y="407797"/>
                </a:lnTo>
                <a:lnTo>
                  <a:pt x="1303883" y="433197"/>
                </a:lnTo>
                <a:lnTo>
                  <a:pt x="1326832" y="401193"/>
                </a:lnTo>
                <a:close/>
              </a:path>
              <a:path w="2658745" h="438150">
                <a:moveTo>
                  <a:pt x="1326832" y="24384"/>
                </a:moveTo>
                <a:lnTo>
                  <a:pt x="907440" y="24384"/>
                </a:lnTo>
                <a:lnTo>
                  <a:pt x="907440" y="56388"/>
                </a:lnTo>
                <a:lnTo>
                  <a:pt x="1094994" y="56388"/>
                </a:lnTo>
                <a:lnTo>
                  <a:pt x="1090917" y="73875"/>
                </a:lnTo>
                <a:lnTo>
                  <a:pt x="1087564" y="89623"/>
                </a:lnTo>
                <a:lnTo>
                  <a:pt x="1084491" y="103632"/>
                </a:lnTo>
                <a:lnTo>
                  <a:pt x="1081278" y="115912"/>
                </a:lnTo>
                <a:lnTo>
                  <a:pt x="956221" y="115912"/>
                </a:lnTo>
                <a:lnTo>
                  <a:pt x="956221" y="324904"/>
                </a:lnTo>
                <a:lnTo>
                  <a:pt x="992797" y="324904"/>
                </a:lnTo>
                <a:lnTo>
                  <a:pt x="992797" y="147929"/>
                </a:lnTo>
                <a:lnTo>
                  <a:pt x="1245971" y="147929"/>
                </a:lnTo>
                <a:lnTo>
                  <a:pt x="1245971" y="323380"/>
                </a:lnTo>
                <a:lnTo>
                  <a:pt x="1281023" y="323380"/>
                </a:lnTo>
                <a:lnTo>
                  <a:pt x="1281023" y="147929"/>
                </a:lnTo>
                <a:lnTo>
                  <a:pt x="1281023" y="115912"/>
                </a:lnTo>
                <a:lnTo>
                  <a:pt x="1116330" y="115912"/>
                </a:lnTo>
                <a:lnTo>
                  <a:pt x="1120025" y="102768"/>
                </a:lnTo>
                <a:lnTo>
                  <a:pt x="1124140" y="88480"/>
                </a:lnTo>
                <a:lnTo>
                  <a:pt x="1128547" y="73012"/>
                </a:lnTo>
                <a:lnTo>
                  <a:pt x="1133094" y="56388"/>
                </a:lnTo>
                <a:lnTo>
                  <a:pt x="1326832" y="56388"/>
                </a:lnTo>
                <a:lnTo>
                  <a:pt x="1326832" y="24384"/>
                </a:lnTo>
                <a:close/>
              </a:path>
              <a:path w="2658745" h="438150">
                <a:moveTo>
                  <a:pt x="1775180" y="27432"/>
                </a:moveTo>
                <a:lnTo>
                  <a:pt x="1354264" y="27432"/>
                </a:lnTo>
                <a:lnTo>
                  <a:pt x="1354264" y="61048"/>
                </a:lnTo>
                <a:lnTo>
                  <a:pt x="1537246" y="61048"/>
                </a:lnTo>
                <a:lnTo>
                  <a:pt x="1532623" y="73317"/>
                </a:lnTo>
                <a:lnTo>
                  <a:pt x="1527721" y="87147"/>
                </a:lnTo>
                <a:lnTo>
                  <a:pt x="1522234" y="102412"/>
                </a:lnTo>
                <a:lnTo>
                  <a:pt x="1515910" y="118960"/>
                </a:lnTo>
                <a:lnTo>
                  <a:pt x="1482382" y="118960"/>
                </a:lnTo>
                <a:lnTo>
                  <a:pt x="1482382" y="147929"/>
                </a:lnTo>
                <a:lnTo>
                  <a:pt x="1482382" y="378333"/>
                </a:lnTo>
                <a:lnTo>
                  <a:pt x="1410652" y="378333"/>
                </a:lnTo>
                <a:lnTo>
                  <a:pt x="1410652" y="147929"/>
                </a:lnTo>
                <a:lnTo>
                  <a:pt x="1482382" y="147929"/>
                </a:lnTo>
                <a:lnTo>
                  <a:pt x="1482382" y="118960"/>
                </a:lnTo>
                <a:lnTo>
                  <a:pt x="1377124" y="118960"/>
                </a:lnTo>
                <a:lnTo>
                  <a:pt x="1377124" y="431673"/>
                </a:lnTo>
                <a:lnTo>
                  <a:pt x="1410652" y="431673"/>
                </a:lnTo>
                <a:lnTo>
                  <a:pt x="1410652" y="407289"/>
                </a:lnTo>
                <a:lnTo>
                  <a:pt x="1717167" y="407289"/>
                </a:lnTo>
                <a:lnTo>
                  <a:pt x="1717167" y="431673"/>
                </a:lnTo>
                <a:lnTo>
                  <a:pt x="1750796" y="431673"/>
                </a:lnTo>
                <a:lnTo>
                  <a:pt x="1750796" y="407289"/>
                </a:lnTo>
                <a:lnTo>
                  <a:pt x="1750796" y="378333"/>
                </a:lnTo>
                <a:lnTo>
                  <a:pt x="1750796" y="147929"/>
                </a:lnTo>
                <a:lnTo>
                  <a:pt x="1750796" y="118960"/>
                </a:lnTo>
                <a:lnTo>
                  <a:pt x="1717167" y="118960"/>
                </a:lnTo>
                <a:lnTo>
                  <a:pt x="1717167" y="147929"/>
                </a:lnTo>
                <a:lnTo>
                  <a:pt x="1717167" y="378333"/>
                </a:lnTo>
                <a:lnTo>
                  <a:pt x="1647063" y="378333"/>
                </a:lnTo>
                <a:lnTo>
                  <a:pt x="1647063" y="147929"/>
                </a:lnTo>
                <a:lnTo>
                  <a:pt x="1717167" y="147929"/>
                </a:lnTo>
                <a:lnTo>
                  <a:pt x="1717167" y="118960"/>
                </a:lnTo>
                <a:lnTo>
                  <a:pt x="1615059" y="118960"/>
                </a:lnTo>
                <a:lnTo>
                  <a:pt x="1615059" y="147929"/>
                </a:lnTo>
                <a:lnTo>
                  <a:pt x="1615059" y="205930"/>
                </a:lnTo>
                <a:lnTo>
                  <a:pt x="1615059" y="233362"/>
                </a:lnTo>
                <a:lnTo>
                  <a:pt x="1615059" y="291376"/>
                </a:lnTo>
                <a:lnTo>
                  <a:pt x="1615059" y="320332"/>
                </a:lnTo>
                <a:lnTo>
                  <a:pt x="1615059" y="378333"/>
                </a:lnTo>
                <a:lnTo>
                  <a:pt x="1512862" y="378333"/>
                </a:lnTo>
                <a:lnTo>
                  <a:pt x="1512862" y="320332"/>
                </a:lnTo>
                <a:lnTo>
                  <a:pt x="1615059" y="320332"/>
                </a:lnTo>
                <a:lnTo>
                  <a:pt x="1615059" y="291376"/>
                </a:lnTo>
                <a:lnTo>
                  <a:pt x="1512862" y="291376"/>
                </a:lnTo>
                <a:lnTo>
                  <a:pt x="1512862" y="233362"/>
                </a:lnTo>
                <a:lnTo>
                  <a:pt x="1615059" y="233362"/>
                </a:lnTo>
                <a:lnTo>
                  <a:pt x="1615059" y="205930"/>
                </a:lnTo>
                <a:lnTo>
                  <a:pt x="1512862" y="205930"/>
                </a:lnTo>
                <a:lnTo>
                  <a:pt x="1512862" y="147929"/>
                </a:lnTo>
                <a:lnTo>
                  <a:pt x="1615059" y="147929"/>
                </a:lnTo>
                <a:lnTo>
                  <a:pt x="1615059" y="118960"/>
                </a:lnTo>
                <a:lnTo>
                  <a:pt x="1552486" y="118960"/>
                </a:lnTo>
                <a:lnTo>
                  <a:pt x="1559052" y="102412"/>
                </a:lnTo>
                <a:lnTo>
                  <a:pt x="1570482" y="73317"/>
                </a:lnTo>
                <a:lnTo>
                  <a:pt x="1575346" y="61048"/>
                </a:lnTo>
                <a:lnTo>
                  <a:pt x="1775180" y="61048"/>
                </a:lnTo>
                <a:lnTo>
                  <a:pt x="1775180" y="27432"/>
                </a:lnTo>
                <a:close/>
              </a:path>
              <a:path w="2658745" h="438150">
                <a:moveTo>
                  <a:pt x="2228088" y="64096"/>
                </a:moveTo>
                <a:lnTo>
                  <a:pt x="1984057" y="64096"/>
                </a:lnTo>
                <a:lnTo>
                  <a:pt x="2007019" y="13716"/>
                </a:lnTo>
                <a:lnTo>
                  <a:pt x="1971865" y="0"/>
                </a:lnTo>
                <a:lnTo>
                  <a:pt x="1965871" y="16002"/>
                </a:lnTo>
                <a:lnTo>
                  <a:pt x="1959292" y="32016"/>
                </a:lnTo>
                <a:lnTo>
                  <a:pt x="1952155" y="48044"/>
                </a:lnTo>
                <a:lnTo>
                  <a:pt x="1944433" y="64096"/>
                </a:lnTo>
                <a:lnTo>
                  <a:pt x="1804136" y="64096"/>
                </a:lnTo>
                <a:lnTo>
                  <a:pt x="1804136" y="96100"/>
                </a:lnTo>
                <a:lnTo>
                  <a:pt x="1927669" y="96100"/>
                </a:lnTo>
                <a:lnTo>
                  <a:pt x="1900529" y="142176"/>
                </a:lnTo>
                <a:lnTo>
                  <a:pt x="1869516" y="186842"/>
                </a:lnTo>
                <a:lnTo>
                  <a:pt x="1834794" y="230390"/>
                </a:lnTo>
                <a:lnTo>
                  <a:pt x="1796516" y="273075"/>
                </a:lnTo>
                <a:lnTo>
                  <a:pt x="1803323" y="280174"/>
                </a:lnTo>
                <a:lnTo>
                  <a:pt x="1809851" y="287553"/>
                </a:lnTo>
                <a:lnTo>
                  <a:pt x="1815795" y="294944"/>
                </a:lnTo>
                <a:lnTo>
                  <a:pt x="1820900" y="302031"/>
                </a:lnTo>
                <a:lnTo>
                  <a:pt x="1837753" y="283705"/>
                </a:lnTo>
                <a:lnTo>
                  <a:pt x="1854047" y="265226"/>
                </a:lnTo>
                <a:lnTo>
                  <a:pt x="1869795" y="246456"/>
                </a:lnTo>
                <a:lnTo>
                  <a:pt x="1884997" y="227266"/>
                </a:lnTo>
                <a:lnTo>
                  <a:pt x="1884997" y="399669"/>
                </a:lnTo>
                <a:lnTo>
                  <a:pt x="1920049" y="399669"/>
                </a:lnTo>
                <a:lnTo>
                  <a:pt x="1920049" y="216598"/>
                </a:lnTo>
                <a:lnTo>
                  <a:pt x="2017687" y="216598"/>
                </a:lnTo>
                <a:lnTo>
                  <a:pt x="2017687" y="433197"/>
                </a:lnTo>
                <a:lnTo>
                  <a:pt x="2052739" y="433197"/>
                </a:lnTo>
                <a:lnTo>
                  <a:pt x="2052739" y="216598"/>
                </a:lnTo>
                <a:lnTo>
                  <a:pt x="2153412" y="216598"/>
                </a:lnTo>
                <a:lnTo>
                  <a:pt x="2153412" y="327939"/>
                </a:lnTo>
                <a:lnTo>
                  <a:pt x="2151672" y="339940"/>
                </a:lnTo>
                <a:lnTo>
                  <a:pt x="2146350" y="348513"/>
                </a:lnTo>
                <a:lnTo>
                  <a:pt x="2137295" y="353656"/>
                </a:lnTo>
                <a:lnTo>
                  <a:pt x="2124367" y="355371"/>
                </a:lnTo>
                <a:lnTo>
                  <a:pt x="2117737" y="355117"/>
                </a:lnTo>
                <a:lnTo>
                  <a:pt x="2071027" y="352323"/>
                </a:lnTo>
                <a:lnTo>
                  <a:pt x="2077237" y="380695"/>
                </a:lnTo>
                <a:lnTo>
                  <a:pt x="2078647" y="389001"/>
                </a:lnTo>
                <a:lnTo>
                  <a:pt x="2144268" y="389001"/>
                </a:lnTo>
                <a:lnTo>
                  <a:pt x="2163394" y="385610"/>
                </a:lnTo>
                <a:lnTo>
                  <a:pt x="2177224" y="375615"/>
                </a:lnTo>
                <a:lnTo>
                  <a:pt x="2185632" y="359346"/>
                </a:lnTo>
                <a:lnTo>
                  <a:pt x="2188464" y="337083"/>
                </a:lnTo>
                <a:lnTo>
                  <a:pt x="2188464" y="186118"/>
                </a:lnTo>
                <a:lnTo>
                  <a:pt x="2052739" y="186118"/>
                </a:lnTo>
                <a:lnTo>
                  <a:pt x="2052739" y="117436"/>
                </a:lnTo>
                <a:lnTo>
                  <a:pt x="2017687" y="117436"/>
                </a:lnTo>
                <a:lnTo>
                  <a:pt x="2017687" y="186118"/>
                </a:lnTo>
                <a:lnTo>
                  <a:pt x="1913953" y="186118"/>
                </a:lnTo>
                <a:lnTo>
                  <a:pt x="1928507" y="163436"/>
                </a:lnTo>
                <a:lnTo>
                  <a:pt x="1942338" y="141071"/>
                </a:lnTo>
                <a:lnTo>
                  <a:pt x="1955317" y="118732"/>
                </a:lnTo>
                <a:lnTo>
                  <a:pt x="1967293" y="96100"/>
                </a:lnTo>
                <a:lnTo>
                  <a:pt x="2228088" y="96100"/>
                </a:lnTo>
                <a:lnTo>
                  <a:pt x="2228088" y="64096"/>
                </a:lnTo>
                <a:close/>
              </a:path>
              <a:path w="2658745" h="438150">
                <a:moveTo>
                  <a:pt x="2563660" y="240982"/>
                </a:moveTo>
                <a:lnTo>
                  <a:pt x="2531554" y="240982"/>
                </a:lnTo>
                <a:lnTo>
                  <a:pt x="2531554" y="270040"/>
                </a:lnTo>
                <a:lnTo>
                  <a:pt x="2531554" y="324904"/>
                </a:lnTo>
                <a:lnTo>
                  <a:pt x="2404973" y="324904"/>
                </a:lnTo>
                <a:lnTo>
                  <a:pt x="2404973" y="270040"/>
                </a:lnTo>
                <a:lnTo>
                  <a:pt x="2531554" y="270040"/>
                </a:lnTo>
                <a:lnTo>
                  <a:pt x="2531554" y="240982"/>
                </a:lnTo>
                <a:lnTo>
                  <a:pt x="2372969" y="240982"/>
                </a:lnTo>
                <a:lnTo>
                  <a:pt x="2372969" y="370624"/>
                </a:lnTo>
                <a:lnTo>
                  <a:pt x="2404973" y="370624"/>
                </a:lnTo>
                <a:lnTo>
                  <a:pt x="2404973" y="353860"/>
                </a:lnTo>
                <a:lnTo>
                  <a:pt x="2563660" y="353860"/>
                </a:lnTo>
                <a:lnTo>
                  <a:pt x="2563660" y="324904"/>
                </a:lnTo>
                <a:lnTo>
                  <a:pt x="2563660" y="270040"/>
                </a:lnTo>
                <a:lnTo>
                  <a:pt x="2563660" y="240982"/>
                </a:lnTo>
                <a:close/>
              </a:path>
              <a:path w="2658745" h="438150">
                <a:moveTo>
                  <a:pt x="2658148" y="172402"/>
                </a:moveTo>
                <a:lnTo>
                  <a:pt x="2331809" y="172402"/>
                </a:lnTo>
                <a:lnTo>
                  <a:pt x="2331809" y="134200"/>
                </a:lnTo>
                <a:lnTo>
                  <a:pt x="2601760" y="134200"/>
                </a:lnTo>
                <a:lnTo>
                  <a:pt x="2601760" y="147916"/>
                </a:lnTo>
                <a:lnTo>
                  <a:pt x="2636812" y="147916"/>
                </a:lnTo>
                <a:lnTo>
                  <a:pt x="2636812" y="134200"/>
                </a:lnTo>
                <a:lnTo>
                  <a:pt x="2636812" y="105244"/>
                </a:lnTo>
                <a:lnTo>
                  <a:pt x="2636812" y="53340"/>
                </a:lnTo>
                <a:lnTo>
                  <a:pt x="2636812" y="22860"/>
                </a:lnTo>
                <a:lnTo>
                  <a:pt x="2601760" y="22860"/>
                </a:lnTo>
                <a:lnTo>
                  <a:pt x="2601760" y="53340"/>
                </a:lnTo>
                <a:lnTo>
                  <a:pt x="2601760" y="105244"/>
                </a:lnTo>
                <a:lnTo>
                  <a:pt x="2331809" y="105244"/>
                </a:lnTo>
                <a:lnTo>
                  <a:pt x="2331809" y="53340"/>
                </a:lnTo>
                <a:lnTo>
                  <a:pt x="2601760" y="53340"/>
                </a:lnTo>
                <a:lnTo>
                  <a:pt x="2601760" y="22860"/>
                </a:lnTo>
                <a:lnTo>
                  <a:pt x="2296757" y="22860"/>
                </a:lnTo>
                <a:lnTo>
                  <a:pt x="2296757" y="204406"/>
                </a:lnTo>
                <a:lnTo>
                  <a:pt x="2293366" y="260781"/>
                </a:lnTo>
                <a:lnTo>
                  <a:pt x="2283383" y="310997"/>
                </a:lnTo>
                <a:lnTo>
                  <a:pt x="2267102" y="355206"/>
                </a:lnTo>
                <a:lnTo>
                  <a:pt x="2244852" y="393573"/>
                </a:lnTo>
                <a:lnTo>
                  <a:pt x="2252332" y="401548"/>
                </a:lnTo>
                <a:lnTo>
                  <a:pt x="2258949" y="409384"/>
                </a:lnTo>
                <a:lnTo>
                  <a:pt x="2264994" y="416928"/>
                </a:lnTo>
                <a:lnTo>
                  <a:pt x="2270760" y="424053"/>
                </a:lnTo>
                <a:lnTo>
                  <a:pt x="2292362" y="389610"/>
                </a:lnTo>
                <a:lnTo>
                  <a:pt x="2309406" y="350354"/>
                </a:lnTo>
                <a:lnTo>
                  <a:pt x="2321763" y="306209"/>
                </a:lnTo>
                <a:lnTo>
                  <a:pt x="2329281" y="257073"/>
                </a:lnTo>
                <a:lnTo>
                  <a:pt x="2331809" y="202882"/>
                </a:lnTo>
                <a:lnTo>
                  <a:pt x="2621572" y="202882"/>
                </a:lnTo>
                <a:lnTo>
                  <a:pt x="2620429" y="246024"/>
                </a:lnTo>
                <a:lnTo>
                  <a:pt x="2618143" y="309473"/>
                </a:lnTo>
                <a:lnTo>
                  <a:pt x="2612618" y="360146"/>
                </a:lnTo>
                <a:lnTo>
                  <a:pt x="2582087" y="391198"/>
                </a:lnTo>
                <a:lnTo>
                  <a:pt x="2569756" y="392049"/>
                </a:lnTo>
                <a:lnTo>
                  <a:pt x="2551925" y="391528"/>
                </a:lnTo>
                <a:lnTo>
                  <a:pt x="2532710" y="390144"/>
                </a:lnTo>
                <a:lnTo>
                  <a:pt x="2488882" y="385953"/>
                </a:lnTo>
                <a:lnTo>
                  <a:pt x="2490901" y="394246"/>
                </a:lnTo>
                <a:lnTo>
                  <a:pt x="2492502" y="403098"/>
                </a:lnTo>
                <a:lnTo>
                  <a:pt x="2493810" y="412534"/>
                </a:lnTo>
                <a:lnTo>
                  <a:pt x="2494978" y="422529"/>
                </a:lnTo>
                <a:lnTo>
                  <a:pt x="2514676" y="424294"/>
                </a:lnTo>
                <a:lnTo>
                  <a:pt x="2532519" y="425196"/>
                </a:lnTo>
                <a:lnTo>
                  <a:pt x="2548382" y="425526"/>
                </a:lnTo>
                <a:lnTo>
                  <a:pt x="2562136" y="425577"/>
                </a:lnTo>
                <a:lnTo>
                  <a:pt x="2587015" y="424167"/>
                </a:lnTo>
                <a:lnTo>
                  <a:pt x="2632240" y="404241"/>
                </a:lnTo>
                <a:lnTo>
                  <a:pt x="2639657" y="392049"/>
                </a:lnTo>
                <a:lnTo>
                  <a:pt x="2645003" y="376758"/>
                </a:lnTo>
                <a:lnTo>
                  <a:pt x="2652052" y="331000"/>
                </a:lnTo>
                <a:lnTo>
                  <a:pt x="2654528" y="273418"/>
                </a:lnTo>
                <a:lnTo>
                  <a:pt x="2657043" y="202882"/>
                </a:lnTo>
                <a:lnTo>
                  <a:pt x="2658148" y="1724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418844" y="5690616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738401" y="5483834"/>
            <a:ext cx="2710180" cy="382905"/>
          </a:xfrm>
          <a:custGeom>
            <a:avLst/>
            <a:gdLst/>
            <a:ahLst/>
            <a:cxnLst/>
            <a:rect l="l" t="t" r="r" b="b"/>
            <a:pathLst>
              <a:path w="2710179" h="382904">
                <a:moveTo>
                  <a:pt x="129540" y="295948"/>
                </a:moveTo>
                <a:lnTo>
                  <a:pt x="1524" y="321856"/>
                </a:lnTo>
                <a:lnTo>
                  <a:pt x="12192" y="349288"/>
                </a:lnTo>
                <a:lnTo>
                  <a:pt x="129540" y="321856"/>
                </a:lnTo>
                <a:lnTo>
                  <a:pt x="129540" y="295948"/>
                </a:lnTo>
                <a:close/>
              </a:path>
              <a:path w="2710179" h="382904">
                <a:moveTo>
                  <a:pt x="137248" y="94576"/>
                </a:moveTo>
                <a:lnTo>
                  <a:pt x="108204" y="82384"/>
                </a:lnTo>
                <a:lnTo>
                  <a:pt x="100469" y="96062"/>
                </a:lnTo>
                <a:lnTo>
                  <a:pt x="86131" y="122250"/>
                </a:lnTo>
                <a:lnTo>
                  <a:pt x="79248" y="134200"/>
                </a:lnTo>
                <a:lnTo>
                  <a:pt x="67818" y="134442"/>
                </a:lnTo>
                <a:lnTo>
                  <a:pt x="44958" y="135496"/>
                </a:lnTo>
                <a:lnTo>
                  <a:pt x="33528" y="135724"/>
                </a:lnTo>
                <a:lnTo>
                  <a:pt x="49809" y="110515"/>
                </a:lnTo>
                <a:lnTo>
                  <a:pt x="66560" y="82765"/>
                </a:lnTo>
                <a:lnTo>
                  <a:pt x="84099" y="51460"/>
                </a:lnTo>
                <a:lnTo>
                  <a:pt x="102108" y="16764"/>
                </a:lnTo>
                <a:lnTo>
                  <a:pt x="73152" y="6096"/>
                </a:lnTo>
                <a:lnTo>
                  <a:pt x="53365" y="49555"/>
                </a:lnTo>
                <a:lnTo>
                  <a:pt x="34861" y="86004"/>
                </a:lnTo>
                <a:lnTo>
                  <a:pt x="17221" y="115277"/>
                </a:lnTo>
                <a:lnTo>
                  <a:pt x="0" y="137248"/>
                </a:lnTo>
                <a:lnTo>
                  <a:pt x="9144" y="161632"/>
                </a:lnTo>
                <a:lnTo>
                  <a:pt x="67056" y="157060"/>
                </a:lnTo>
                <a:lnTo>
                  <a:pt x="49860" y="184315"/>
                </a:lnTo>
                <a:lnTo>
                  <a:pt x="34671" y="206679"/>
                </a:lnTo>
                <a:lnTo>
                  <a:pt x="21196" y="224459"/>
                </a:lnTo>
                <a:lnTo>
                  <a:pt x="9144" y="237934"/>
                </a:lnTo>
                <a:lnTo>
                  <a:pt x="15240" y="262318"/>
                </a:lnTo>
                <a:lnTo>
                  <a:pt x="64198" y="256984"/>
                </a:lnTo>
                <a:lnTo>
                  <a:pt x="92608" y="254177"/>
                </a:lnTo>
                <a:lnTo>
                  <a:pt x="123444" y="251650"/>
                </a:lnTo>
                <a:lnTo>
                  <a:pt x="124968" y="242506"/>
                </a:lnTo>
                <a:lnTo>
                  <a:pt x="126492" y="234886"/>
                </a:lnTo>
                <a:lnTo>
                  <a:pt x="126492" y="233362"/>
                </a:lnTo>
                <a:lnTo>
                  <a:pt x="126492" y="227266"/>
                </a:lnTo>
                <a:lnTo>
                  <a:pt x="92468" y="229501"/>
                </a:lnTo>
                <a:lnTo>
                  <a:pt x="68008" y="231457"/>
                </a:lnTo>
                <a:lnTo>
                  <a:pt x="47244" y="233362"/>
                </a:lnTo>
                <a:lnTo>
                  <a:pt x="66433" y="205892"/>
                </a:lnTo>
                <a:lnTo>
                  <a:pt x="87642" y="173685"/>
                </a:lnTo>
                <a:lnTo>
                  <a:pt x="98183" y="157060"/>
                </a:lnTo>
                <a:lnTo>
                  <a:pt x="111709" y="135724"/>
                </a:lnTo>
                <a:lnTo>
                  <a:pt x="137248" y="94576"/>
                </a:lnTo>
                <a:close/>
              </a:path>
              <a:path w="2710179" h="382904">
                <a:moveTo>
                  <a:pt x="330898" y="147916"/>
                </a:moveTo>
                <a:lnTo>
                  <a:pt x="164693" y="147916"/>
                </a:lnTo>
                <a:lnTo>
                  <a:pt x="164693" y="173926"/>
                </a:lnTo>
                <a:lnTo>
                  <a:pt x="330898" y="173926"/>
                </a:lnTo>
                <a:lnTo>
                  <a:pt x="330898" y="147916"/>
                </a:lnTo>
                <a:close/>
              </a:path>
              <a:path w="2710179" h="382904">
                <a:moveTo>
                  <a:pt x="344614" y="219646"/>
                </a:moveTo>
                <a:lnTo>
                  <a:pt x="315658" y="219646"/>
                </a:lnTo>
                <a:lnTo>
                  <a:pt x="315658" y="245554"/>
                </a:lnTo>
                <a:lnTo>
                  <a:pt x="315658" y="329476"/>
                </a:lnTo>
                <a:lnTo>
                  <a:pt x="179933" y="329476"/>
                </a:lnTo>
                <a:lnTo>
                  <a:pt x="179933" y="245554"/>
                </a:lnTo>
                <a:lnTo>
                  <a:pt x="315658" y="245554"/>
                </a:lnTo>
                <a:lnTo>
                  <a:pt x="315658" y="219646"/>
                </a:lnTo>
                <a:lnTo>
                  <a:pt x="150977" y="219646"/>
                </a:lnTo>
                <a:lnTo>
                  <a:pt x="150977" y="381381"/>
                </a:lnTo>
                <a:lnTo>
                  <a:pt x="179933" y="381381"/>
                </a:lnTo>
                <a:lnTo>
                  <a:pt x="179933" y="355384"/>
                </a:lnTo>
                <a:lnTo>
                  <a:pt x="315658" y="355384"/>
                </a:lnTo>
                <a:lnTo>
                  <a:pt x="315658" y="381381"/>
                </a:lnTo>
                <a:lnTo>
                  <a:pt x="344614" y="381381"/>
                </a:lnTo>
                <a:lnTo>
                  <a:pt x="344614" y="355384"/>
                </a:lnTo>
                <a:lnTo>
                  <a:pt x="344614" y="329476"/>
                </a:lnTo>
                <a:lnTo>
                  <a:pt x="344614" y="245554"/>
                </a:lnTo>
                <a:lnTo>
                  <a:pt x="344614" y="219646"/>
                </a:lnTo>
                <a:close/>
              </a:path>
              <a:path w="2710179" h="382904">
                <a:moveTo>
                  <a:pt x="384238" y="140296"/>
                </a:moveTo>
                <a:lnTo>
                  <a:pt x="347370" y="114604"/>
                </a:lnTo>
                <a:lnTo>
                  <a:pt x="314502" y="85623"/>
                </a:lnTo>
                <a:lnTo>
                  <a:pt x="285610" y="53467"/>
                </a:lnTo>
                <a:lnTo>
                  <a:pt x="260705" y="18288"/>
                </a:lnTo>
                <a:lnTo>
                  <a:pt x="269849" y="6096"/>
                </a:lnTo>
                <a:lnTo>
                  <a:pt x="234797" y="6096"/>
                </a:lnTo>
                <a:lnTo>
                  <a:pt x="211048" y="45872"/>
                </a:lnTo>
                <a:lnTo>
                  <a:pt x="183159" y="82765"/>
                </a:lnTo>
                <a:lnTo>
                  <a:pt x="150952" y="116776"/>
                </a:lnTo>
                <a:lnTo>
                  <a:pt x="114300" y="147916"/>
                </a:lnTo>
                <a:lnTo>
                  <a:pt x="121729" y="154482"/>
                </a:lnTo>
                <a:lnTo>
                  <a:pt x="128028" y="160350"/>
                </a:lnTo>
                <a:lnTo>
                  <a:pt x="133197" y="165366"/>
                </a:lnTo>
                <a:lnTo>
                  <a:pt x="137248" y="169354"/>
                </a:lnTo>
                <a:lnTo>
                  <a:pt x="168948" y="140982"/>
                </a:lnTo>
                <a:lnTo>
                  <a:pt x="197650" y="110769"/>
                </a:lnTo>
                <a:lnTo>
                  <a:pt x="223189" y="78562"/>
                </a:lnTo>
                <a:lnTo>
                  <a:pt x="245465" y="44196"/>
                </a:lnTo>
                <a:lnTo>
                  <a:pt x="268325" y="77419"/>
                </a:lnTo>
                <a:lnTo>
                  <a:pt x="295452" y="108483"/>
                </a:lnTo>
                <a:lnTo>
                  <a:pt x="326567" y="137553"/>
                </a:lnTo>
                <a:lnTo>
                  <a:pt x="361378" y="164782"/>
                </a:lnTo>
                <a:lnTo>
                  <a:pt x="367030" y="158203"/>
                </a:lnTo>
                <a:lnTo>
                  <a:pt x="372808" y="151930"/>
                </a:lnTo>
                <a:lnTo>
                  <a:pt x="378523" y="146037"/>
                </a:lnTo>
                <a:lnTo>
                  <a:pt x="384238" y="140296"/>
                </a:lnTo>
                <a:close/>
              </a:path>
              <a:path w="2710179" h="382904">
                <a:moveTo>
                  <a:pt x="753338" y="48768"/>
                </a:moveTo>
                <a:lnTo>
                  <a:pt x="597789" y="48768"/>
                </a:lnTo>
                <a:lnTo>
                  <a:pt x="616077" y="39624"/>
                </a:lnTo>
                <a:lnTo>
                  <a:pt x="607199" y="29603"/>
                </a:lnTo>
                <a:lnTo>
                  <a:pt x="582549" y="1524"/>
                </a:lnTo>
                <a:lnTo>
                  <a:pt x="553593" y="16764"/>
                </a:lnTo>
                <a:lnTo>
                  <a:pt x="560184" y="24765"/>
                </a:lnTo>
                <a:lnTo>
                  <a:pt x="566356" y="32766"/>
                </a:lnTo>
                <a:lnTo>
                  <a:pt x="572236" y="40767"/>
                </a:lnTo>
                <a:lnTo>
                  <a:pt x="577977" y="48768"/>
                </a:lnTo>
                <a:lnTo>
                  <a:pt x="414820" y="48768"/>
                </a:lnTo>
                <a:lnTo>
                  <a:pt x="414820" y="122008"/>
                </a:lnTo>
                <a:lnTo>
                  <a:pt x="445300" y="122008"/>
                </a:lnTo>
                <a:lnTo>
                  <a:pt x="445300" y="77812"/>
                </a:lnTo>
                <a:lnTo>
                  <a:pt x="722858" y="77812"/>
                </a:lnTo>
                <a:lnTo>
                  <a:pt x="722858" y="122008"/>
                </a:lnTo>
                <a:lnTo>
                  <a:pt x="753338" y="122008"/>
                </a:lnTo>
                <a:lnTo>
                  <a:pt x="753338" y="77812"/>
                </a:lnTo>
                <a:lnTo>
                  <a:pt x="753338" y="48768"/>
                </a:lnTo>
                <a:close/>
              </a:path>
              <a:path w="2710179" h="382904">
                <a:moveTo>
                  <a:pt x="773150" y="335559"/>
                </a:moveTo>
                <a:lnTo>
                  <a:pt x="729386" y="337299"/>
                </a:lnTo>
                <a:lnTo>
                  <a:pt x="691388" y="337972"/>
                </a:lnTo>
                <a:lnTo>
                  <a:pt x="646404" y="337921"/>
                </a:lnTo>
                <a:lnTo>
                  <a:pt x="606933" y="337083"/>
                </a:lnTo>
                <a:lnTo>
                  <a:pt x="606933" y="335559"/>
                </a:lnTo>
                <a:lnTo>
                  <a:pt x="606933" y="257746"/>
                </a:lnTo>
                <a:lnTo>
                  <a:pt x="741146" y="257746"/>
                </a:lnTo>
                <a:lnTo>
                  <a:pt x="741146" y="228790"/>
                </a:lnTo>
                <a:lnTo>
                  <a:pt x="606933" y="228790"/>
                </a:lnTo>
                <a:lnTo>
                  <a:pt x="606933" y="167830"/>
                </a:lnTo>
                <a:lnTo>
                  <a:pt x="764006" y="167830"/>
                </a:lnTo>
                <a:lnTo>
                  <a:pt x="764006" y="138772"/>
                </a:lnTo>
                <a:lnTo>
                  <a:pt x="401002" y="138772"/>
                </a:lnTo>
                <a:lnTo>
                  <a:pt x="401002" y="167830"/>
                </a:lnTo>
                <a:lnTo>
                  <a:pt x="576453" y="167830"/>
                </a:lnTo>
                <a:lnTo>
                  <a:pt x="576453" y="335559"/>
                </a:lnTo>
                <a:lnTo>
                  <a:pt x="546658" y="327558"/>
                </a:lnTo>
                <a:lnTo>
                  <a:pt x="521309" y="312699"/>
                </a:lnTo>
                <a:lnTo>
                  <a:pt x="506577" y="297459"/>
                </a:lnTo>
                <a:lnTo>
                  <a:pt x="500278" y="290944"/>
                </a:lnTo>
                <a:lnTo>
                  <a:pt x="483400" y="262318"/>
                </a:lnTo>
                <a:lnTo>
                  <a:pt x="487680" y="247154"/>
                </a:lnTo>
                <a:lnTo>
                  <a:pt x="491401" y="231267"/>
                </a:lnTo>
                <a:lnTo>
                  <a:pt x="494538" y="214528"/>
                </a:lnTo>
                <a:lnTo>
                  <a:pt x="497116" y="196786"/>
                </a:lnTo>
                <a:lnTo>
                  <a:pt x="465112" y="192214"/>
                </a:lnTo>
                <a:lnTo>
                  <a:pt x="457098" y="241668"/>
                </a:lnTo>
                <a:lnTo>
                  <a:pt x="442239" y="284848"/>
                </a:lnTo>
                <a:lnTo>
                  <a:pt x="420484" y="321741"/>
                </a:lnTo>
                <a:lnTo>
                  <a:pt x="391858" y="352323"/>
                </a:lnTo>
                <a:lnTo>
                  <a:pt x="397522" y="360108"/>
                </a:lnTo>
                <a:lnTo>
                  <a:pt x="402882" y="367576"/>
                </a:lnTo>
                <a:lnTo>
                  <a:pt x="407758" y="375132"/>
                </a:lnTo>
                <a:lnTo>
                  <a:pt x="411772" y="382905"/>
                </a:lnTo>
                <a:lnTo>
                  <a:pt x="430060" y="363943"/>
                </a:lnTo>
                <a:lnTo>
                  <a:pt x="446062" y="343573"/>
                </a:lnTo>
                <a:lnTo>
                  <a:pt x="459778" y="321513"/>
                </a:lnTo>
                <a:lnTo>
                  <a:pt x="471208" y="297459"/>
                </a:lnTo>
                <a:lnTo>
                  <a:pt x="494614" y="327469"/>
                </a:lnTo>
                <a:lnTo>
                  <a:pt x="558038" y="361759"/>
                </a:lnTo>
                <a:lnTo>
                  <a:pt x="597789" y="366052"/>
                </a:lnTo>
                <a:lnTo>
                  <a:pt x="674420" y="367982"/>
                </a:lnTo>
                <a:lnTo>
                  <a:pt x="717029" y="368223"/>
                </a:lnTo>
                <a:lnTo>
                  <a:pt x="762482" y="367576"/>
                </a:lnTo>
                <a:lnTo>
                  <a:pt x="764781" y="359575"/>
                </a:lnTo>
                <a:lnTo>
                  <a:pt x="767245" y="351561"/>
                </a:lnTo>
                <a:lnTo>
                  <a:pt x="769975" y="343573"/>
                </a:lnTo>
                <a:lnTo>
                  <a:pt x="772160" y="338035"/>
                </a:lnTo>
                <a:lnTo>
                  <a:pt x="773150" y="335559"/>
                </a:lnTo>
                <a:close/>
              </a:path>
              <a:path w="2710179" h="382904">
                <a:moveTo>
                  <a:pt x="841819" y="158584"/>
                </a:moveTo>
                <a:lnTo>
                  <a:pt x="812761" y="158584"/>
                </a:lnTo>
                <a:lnTo>
                  <a:pt x="812761" y="379857"/>
                </a:lnTo>
                <a:lnTo>
                  <a:pt x="841819" y="379857"/>
                </a:lnTo>
                <a:lnTo>
                  <a:pt x="841819" y="158584"/>
                </a:lnTo>
                <a:close/>
              </a:path>
              <a:path w="2710179" h="382904">
                <a:moveTo>
                  <a:pt x="898207" y="141820"/>
                </a:moveTo>
                <a:lnTo>
                  <a:pt x="887653" y="130657"/>
                </a:lnTo>
                <a:lnTo>
                  <a:pt x="876681" y="119913"/>
                </a:lnTo>
                <a:lnTo>
                  <a:pt x="865416" y="109461"/>
                </a:lnTo>
                <a:lnTo>
                  <a:pt x="854011" y="99148"/>
                </a:lnTo>
                <a:lnTo>
                  <a:pt x="834199" y="115912"/>
                </a:lnTo>
                <a:lnTo>
                  <a:pt x="846226" y="127342"/>
                </a:lnTo>
                <a:lnTo>
                  <a:pt x="857250" y="138772"/>
                </a:lnTo>
                <a:lnTo>
                  <a:pt x="867422" y="150202"/>
                </a:lnTo>
                <a:lnTo>
                  <a:pt x="876871" y="161632"/>
                </a:lnTo>
                <a:lnTo>
                  <a:pt x="898207" y="141820"/>
                </a:lnTo>
                <a:close/>
              </a:path>
              <a:path w="2710179" h="382904">
                <a:moveTo>
                  <a:pt x="933259" y="100672"/>
                </a:moveTo>
                <a:lnTo>
                  <a:pt x="925906" y="91554"/>
                </a:lnTo>
                <a:lnTo>
                  <a:pt x="917829" y="82575"/>
                </a:lnTo>
                <a:lnTo>
                  <a:pt x="909472" y="73888"/>
                </a:lnTo>
                <a:lnTo>
                  <a:pt x="901255" y="65620"/>
                </a:lnTo>
                <a:lnTo>
                  <a:pt x="881443" y="80860"/>
                </a:lnTo>
                <a:lnTo>
                  <a:pt x="889419" y="90030"/>
                </a:lnTo>
                <a:lnTo>
                  <a:pt x="897255" y="99339"/>
                </a:lnTo>
                <a:lnTo>
                  <a:pt x="904798" y="108940"/>
                </a:lnTo>
                <a:lnTo>
                  <a:pt x="911923" y="118960"/>
                </a:lnTo>
                <a:lnTo>
                  <a:pt x="933259" y="100672"/>
                </a:lnTo>
                <a:close/>
              </a:path>
              <a:path w="2710179" h="382904">
                <a:moveTo>
                  <a:pt x="980605" y="39624"/>
                </a:moveTo>
                <a:lnTo>
                  <a:pt x="870775" y="39624"/>
                </a:lnTo>
                <a:lnTo>
                  <a:pt x="876211" y="30518"/>
                </a:lnTo>
                <a:lnTo>
                  <a:pt x="881253" y="21336"/>
                </a:lnTo>
                <a:lnTo>
                  <a:pt x="885990" y="12192"/>
                </a:lnTo>
                <a:lnTo>
                  <a:pt x="890587" y="3048"/>
                </a:lnTo>
                <a:lnTo>
                  <a:pt x="858583" y="3048"/>
                </a:lnTo>
                <a:lnTo>
                  <a:pt x="843711" y="30480"/>
                </a:lnTo>
                <a:lnTo>
                  <a:pt x="826338" y="55867"/>
                </a:lnTo>
                <a:lnTo>
                  <a:pt x="806424" y="79209"/>
                </a:lnTo>
                <a:lnTo>
                  <a:pt x="783805" y="100672"/>
                </a:lnTo>
                <a:lnTo>
                  <a:pt x="789482" y="106133"/>
                </a:lnTo>
                <a:lnTo>
                  <a:pt x="794854" y="111150"/>
                </a:lnTo>
                <a:lnTo>
                  <a:pt x="799668" y="115900"/>
                </a:lnTo>
                <a:lnTo>
                  <a:pt x="803617" y="120484"/>
                </a:lnTo>
                <a:lnTo>
                  <a:pt x="817956" y="107607"/>
                </a:lnTo>
                <a:lnTo>
                  <a:pt x="831291" y="94005"/>
                </a:lnTo>
                <a:lnTo>
                  <a:pt x="843775" y="79552"/>
                </a:lnTo>
                <a:lnTo>
                  <a:pt x="855535" y="64096"/>
                </a:lnTo>
                <a:lnTo>
                  <a:pt x="980605" y="64096"/>
                </a:lnTo>
                <a:lnTo>
                  <a:pt x="980605" y="39624"/>
                </a:lnTo>
                <a:close/>
              </a:path>
              <a:path w="2710179" h="382904">
                <a:moveTo>
                  <a:pt x="1055281" y="180022"/>
                </a:moveTo>
                <a:lnTo>
                  <a:pt x="1029373" y="180022"/>
                </a:lnTo>
                <a:lnTo>
                  <a:pt x="1029373" y="202882"/>
                </a:lnTo>
                <a:lnTo>
                  <a:pt x="1029373" y="239458"/>
                </a:lnTo>
                <a:lnTo>
                  <a:pt x="1029373" y="262318"/>
                </a:lnTo>
                <a:lnTo>
                  <a:pt x="1029373" y="300520"/>
                </a:lnTo>
                <a:lnTo>
                  <a:pt x="921067" y="300520"/>
                </a:lnTo>
                <a:lnTo>
                  <a:pt x="921067" y="262318"/>
                </a:lnTo>
                <a:lnTo>
                  <a:pt x="1029373" y="262318"/>
                </a:lnTo>
                <a:lnTo>
                  <a:pt x="1029373" y="239458"/>
                </a:lnTo>
                <a:lnTo>
                  <a:pt x="921067" y="239458"/>
                </a:lnTo>
                <a:lnTo>
                  <a:pt x="921067" y="202882"/>
                </a:lnTo>
                <a:lnTo>
                  <a:pt x="1029373" y="202882"/>
                </a:lnTo>
                <a:lnTo>
                  <a:pt x="1029373" y="180022"/>
                </a:lnTo>
                <a:lnTo>
                  <a:pt x="895159" y="180022"/>
                </a:lnTo>
                <a:lnTo>
                  <a:pt x="895159" y="338620"/>
                </a:lnTo>
                <a:lnTo>
                  <a:pt x="921067" y="338620"/>
                </a:lnTo>
                <a:lnTo>
                  <a:pt x="921067" y="323380"/>
                </a:lnTo>
                <a:lnTo>
                  <a:pt x="1055281" y="323380"/>
                </a:lnTo>
                <a:lnTo>
                  <a:pt x="1055281" y="300520"/>
                </a:lnTo>
                <a:lnTo>
                  <a:pt x="1055281" y="262318"/>
                </a:lnTo>
                <a:lnTo>
                  <a:pt x="1055281" y="239458"/>
                </a:lnTo>
                <a:lnTo>
                  <a:pt x="1055281" y="202882"/>
                </a:lnTo>
                <a:lnTo>
                  <a:pt x="1055281" y="180022"/>
                </a:lnTo>
                <a:close/>
              </a:path>
              <a:path w="2710179" h="382904">
                <a:moveTo>
                  <a:pt x="1096429" y="102196"/>
                </a:moveTo>
                <a:lnTo>
                  <a:pt x="1089342" y="94005"/>
                </a:lnTo>
                <a:lnTo>
                  <a:pt x="1081379" y="85051"/>
                </a:lnTo>
                <a:lnTo>
                  <a:pt x="1072629" y="75628"/>
                </a:lnTo>
                <a:lnTo>
                  <a:pt x="1062901" y="65620"/>
                </a:lnTo>
                <a:lnTo>
                  <a:pt x="1043089" y="79336"/>
                </a:lnTo>
                <a:lnTo>
                  <a:pt x="1053630" y="92176"/>
                </a:lnTo>
                <a:lnTo>
                  <a:pt x="1062329" y="103149"/>
                </a:lnTo>
                <a:lnTo>
                  <a:pt x="1069009" y="112128"/>
                </a:lnTo>
                <a:lnTo>
                  <a:pt x="1073569" y="118960"/>
                </a:lnTo>
                <a:lnTo>
                  <a:pt x="1096429" y="102196"/>
                </a:lnTo>
                <a:close/>
              </a:path>
              <a:path w="2710179" h="382904">
                <a:moveTo>
                  <a:pt x="1139190" y="120484"/>
                </a:moveTo>
                <a:lnTo>
                  <a:pt x="919543" y="120484"/>
                </a:lnTo>
                <a:lnTo>
                  <a:pt x="919543" y="144868"/>
                </a:lnTo>
                <a:lnTo>
                  <a:pt x="1110234" y="144868"/>
                </a:lnTo>
                <a:lnTo>
                  <a:pt x="1110234" y="329476"/>
                </a:lnTo>
                <a:lnTo>
                  <a:pt x="1108786" y="339229"/>
                </a:lnTo>
                <a:lnTo>
                  <a:pt x="1104468" y="345859"/>
                </a:lnTo>
                <a:lnTo>
                  <a:pt x="1097292" y="349618"/>
                </a:lnTo>
                <a:lnTo>
                  <a:pt x="1087450" y="350799"/>
                </a:lnTo>
                <a:lnTo>
                  <a:pt x="1075563" y="350786"/>
                </a:lnTo>
                <a:lnTo>
                  <a:pt x="1063282" y="350621"/>
                </a:lnTo>
                <a:lnTo>
                  <a:pt x="1050417" y="350164"/>
                </a:lnTo>
                <a:lnTo>
                  <a:pt x="1036993" y="349288"/>
                </a:lnTo>
                <a:lnTo>
                  <a:pt x="1039228" y="357898"/>
                </a:lnTo>
                <a:lnTo>
                  <a:pt x="1041184" y="365518"/>
                </a:lnTo>
                <a:lnTo>
                  <a:pt x="1042555" y="372287"/>
                </a:lnTo>
                <a:lnTo>
                  <a:pt x="1043089" y="378333"/>
                </a:lnTo>
                <a:lnTo>
                  <a:pt x="1055395" y="379209"/>
                </a:lnTo>
                <a:lnTo>
                  <a:pt x="1067282" y="379666"/>
                </a:lnTo>
                <a:lnTo>
                  <a:pt x="1078877" y="379831"/>
                </a:lnTo>
                <a:lnTo>
                  <a:pt x="1090333" y="379857"/>
                </a:lnTo>
                <a:lnTo>
                  <a:pt x="1111504" y="376694"/>
                </a:lnTo>
                <a:lnTo>
                  <a:pt x="1126794" y="367233"/>
                </a:lnTo>
                <a:lnTo>
                  <a:pt x="1136065" y="351485"/>
                </a:lnTo>
                <a:lnTo>
                  <a:pt x="1136167" y="350812"/>
                </a:lnTo>
                <a:lnTo>
                  <a:pt x="1139190" y="329476"/>
                </a:lnTo>
                <a:lnTo>
                  <a:pt x="1139190" y="120484"/>
                </a:lnTo>
                <a:close/>
              </a:path>
              <a:path w="2710179" h="382904">
                <a:moveTo>
                  <a:pt x="1159002" y="39624"/>
                </a:moveTo>
                <a:lnTo>
                  <a:pt x="1036993" y="39624"/>
                </a:lnTo>
                <a:lnTo>
                  <a:pt x="1042416" y="30518"/>
                </a:lnTo>
                <a:lnTo>
                  <a:pt x="1047470" y="21336"/>
                </a:lnTo>
                <a:lnTo>
                  <a:pt x="1052207" y="12192"/>
                </a:lnTo>
                <a:lnTo>
                  <a:pt x="1056805" y="3048"/>
                </a:lnTo>
                <a:lnTo>
                  <a:pt x="1024801" y="3048"/>
                </a:lnTo>
                <a:lnTo>
                  <a:pt x="1010742" y="29400"/>
                </a:lnTo>
                <a:lnTo>
                  <a:pt x="995832" y="53771"/>
                </a:lnTo>
                <a:lnTo>
                  <a:pt x="979754" y="76428"/>
                </a:lnTo>
                <a:lnTo>
                  <a:pt x="962215" y="97624"/>
                </a:lnTo>
                <a:lnTo>
                  <a:pt x="969086" y="102184"/>
                </a:lnTo>
                <a:lnTo>
                  <a:pt x="975639" y="106578"/>
                </a:lnTo>
                <a:lnTo>
                  <a:pt x="981595" y="110705"/>
                </a:lnTo>
                <a:lnTo>
                  <a:pt x="986701" y="114388"/>
                </a:lnTo>
                <a:lnTo>
                  <a:pt x="996391" y="102196"/>
                </a:lnTo>
                <a:lnTo>
                  <a:pt x="1006132" y="89242"/>
                </a:lnTo>
                <a:lnTo>
                  <a:pt x="1014984" y="76669"/>
                </a:lnTo>
                <a:lnTo>
                  <a:pt x="1023277" y="64096"/>
                </a:lnTo>
                <a:lnTo>
                  <a:pt x="1159002" y="64096"/>
                </a:lnTo>
                <a:lnTo>
                  <a:pt x="1159002" y="39624"/>
                </a:lnTo>
                <a:close/>
              </a:path>
              <a:path w="2710179" h="382904">
                <a:moveTo>
                  <a:pt x="1554010" y="273075"/>
                </a:moveTo>
                <a:lnTo>
                  <a:pt x="1381696" y="273075"/>
                </a:lnTo>
                <a:lnTo>
                  <a:pt x="1381696" y="230314"/>
                </a:lnTo>
                <a:lnTo>
                  <a:pt x="1486852" y="230314"/>
                </a:lnTo>
                <a:lnTo>
                  <a:pt x="1486852" y="248602"/>
                </a:lnTo>
                <a:lnTo>
                  <a:pt x="1515808" y="248602"/>
                </a:lnTo>
                <a:lnTo>
                  <a:pt x="1515808" y="62572"/>
                </a:lnTo>
                <a:lnTo>
                  <a:pt x="1486852" y="62572"/>
                </a:lnTo>
                <a:lnTo>
                  <a:pt x="1486852" y="90004"/>
                </a:lnTo>
                <a:lnTo>
                  <a:pt x="1486852" y="132676"/>
                </a:lnTo>
                <a:lnTo>
                  <a:pt x="1486852" y="158584"/>
                </a:lnTo>
                <a:lnTo>
                  <a:pt x="1486852" y="202882"/>
                </a:lnTo>
                <a:lnTo>
                  <a:pt x="1381696" y="202882"/>
                </a:lnTo>
                <a:lnTo>
                  <a:pt x="1381696" y="158584"/>
                </a:lnTo>
                <a:lnTo>
                  <a:pt x="1486852" y="158584"/>
                </a:lnTo>
                <a:lnTo>
                  <a:pt x="1486852" y="132676"/>
                </a:lnTo>
                <a:lnTo>
                  <a:pt x="1381696" y="132676"/>
                </a:lnTo>
                <a:lnTo>
                  <a:pt x="1381696" y="90004"/>
                </a:lnTo>
                <a:lnTo>
                  <a:pt x="1486852" y="90004"/>
                </a:lnTo>
                <a:lnTo>
                  <a:pt x="1486852" y="62572"/>
                </a:lnTo>
                <a:lnTo>
                  <a:pt x="1438084" y="62572"/>
                </a:lnTo>
                <a:lnTo>
                  <a:pt x="1447253" y="51981"/>
                </a:lnTo>
                <a:lnTo>
                  <a:pt x="1466164" y="29692"/>
                </a:lnTo>
                <a:lnTo>
                  <a:pt x="1476184" y="18288"/>
                </a:lnTo>
                <a:lnTo>
                  <a:pt x="1445704" y="1524"/>
                </a:lnTo>
                <a:lnTo>
                  <a:pt x="1434541" y="18122"/>
                </a:lnTo>
                <a:lnTo>
                  <a:pt x="1423797" y="33731"/>
                </a:lnTo>
                <a:lnTo>
                  <a:pt x="1413344" y="48501"/>
                </a:lnTo>
                <a:lnTo>
                  <a:pt x="1403032" y="62572"/>
                </a:lnTo>
                <a:lnTo>
                  <a:pt x="1351127" y="62572"/>
                </a:lnTo>
                <a:lnTo>
                  <a:pt x="1351127" y="90004"/>
                </a:lnTo>
                <a:lnTo>
                  <a:pt x="1351127" y="132676"/>
                </a:lnTo>
                <a:lnTo>
                  <a:pt x="1351127" y="158584"/>
                </a:lnTo>
                <a:lnTo>
                  <a:pt x="1351127" y="202882"/>
                </a:lnTo>
                <a:lnTo>
                  <a:pt x="1244447" y="202882"/>
                </a:lnTo>
                <a:lnTo>
                  <a:pt x="1244447" y="158584"/>
                </a:lnTo>
                <a:lnTo>
                  <a:pt x="1351127" y="158584"/>
                </a:lnTo>
                <a:lnTo>
                  <a:pt x="1351127" y="132676"/>
                </a:lnTo>
                <a:lnTo>
                  <a:pt x="1244447" y="132676"/>
                </a:lnTo>
                <a:lnTo>
                  <a:pt x="1244447" y="90004"/>
                </a:lnTo>
                <a:lnTo>
                  <a:pt x="1351127" y="90004"/>
                </a:lnTo>
                <a:lnTo>
                  <a:pt x="1351127" y="62572"/>
                </a:lnTo>
                <a:lnTo>
                  <a:pt x="1313027" y="62572"/>
                </a:lnTo>
                <a:lnTo>
                  <a:pt x="1326743" y="50292"/>
                </a:lnTo>
                <a:lnTo>
                  <a:pt x="1315897" y="38569"/>
                </a:lnTo>
                <a:lnTo>
                  <a:pt x="1304074" y="26289"/>
                </a:lnTo>
                <a:lnTo>
                  <a:pt x="1291374" y="13423"/>
                </a:lnTo>
                <a:lnTo>
                  <a:pt x="1277975" y="0"/>
                </a:lnTo>
                <a:lnTo>
                  <a:pt x="1255115" y="18288"/>
                </a:lnTo>
                <a:lnTo>
                  <a:pt x="1266012" y="29692"/>
                </a:lnTo>
                <a:lnTo>
                  <a:pt x="1276070" y="40970"/>
                </a:lnTo>
                <a:lnTo>
                  <a:pt x="1294739" y="62572"/>
                </a:lnTo>
                <a:lnTo>
                  <a:pt x="1215390" y="62572"/>
                </a:lnTo>
                <a:lnTo>
                  <a:pt x="1215390" y="248602"/>
                </a:lnTo>
                <a:lnTo>
                  <a:pt x="1244447" y="248602"/>
                </a:lnTo>
                <a:lnTo>
                  <a:pt x="1244447" y="230314"/>
                </a:lnTo>
                <a:lnTo>
                  <a:pt x="1351127" y="230314"/>
                </a:lnTo>
                <a:lnTo>
                  <a:pt x="1351127" y="273075"/>
                </a:lnTo>
                <a:lnTo>
                  <a:pt x="1177290" y="273075"/>
                </a:lnTo>
                <a:lnTo>
                  <a:pt x="1177290" y="300520"/>
                </a:lnTo>
                <a:lnTo>
                  <a:pt x="1351127" y="300520"/>
                </a:lnTo>
                <a:lnTo>
                  <a:pt x="1351127" y="381381"/>
                </a:lnTo>
                <a:lnTo>
                  <a:pt x="1381696" y="381381"/>
                </a:lnTo>
                <a:lnTo>
                  <a:pt x="1381696" y="300520"/>
                </a:lnTo>
                <a:lnTo>
                  <a:pt x="1554010" y="300520"/>
                </a:lnTo>
                <a:lnTo>
                  <a:pt x="1554010" y="273075"/>
                </a:lnTo>
                <a:close/>
              </a:path>
              <a:path w="2710179" h="382904">
                <a:moveTo>
                  <a:pt x="1730883" y="67144"/>
                </a:moveTo>
                <a:lnTo>
                  <a:pt x="1700403" y="67144"/>
                </a:lnTo>
                <a:lnTo>
                  <a:pt x="1700403" y="96113"/>
                </a:lnTo>
                <a:lnTo>
                  <a:pt x="1700403" y="189166"/>
                </a:lnTo>
                <a:lnTo>
                  <a:pt x="1700403" y="216598"/>
                </a:lnTo>
                <a:lnTo>
                  <a:pt x="1700403" y="312712"/>
                </a:lnTo>
                <a:lnTo>
                  <a:pt x="1613446" y="312712"/>
                </a:lnTo>
                <a:lnTo>
                  <a:pt x="1613446" y="216598"/>
                </a:lnTo>
                <a:lnTo>
                  <a:pt x="1700403" y="216598"/>
                </a:lnTo>
                <a:lnTo>
                  <a:pt x="1700403" y="189166"/>
                </a:lnTo>
                <a:lnTo>
                  <a:pt x="1613446" y="189166"/>
                </a:lnTo>
                <a:lnTo>
                  <a:pt x="1613446" y="96113"/>
                </a:lnTo>
                <a:lnTo>
                  <a:pt x="1700403" y="96113"/>
                </a:lnTo>
                <a:lnTo>
                  <a:pt x="1700403" y="67144"/>
                </a:lnTo>
                <a:lnTo>
                  <a:pt x="1654594" y="67144"/>
                </a:lnTo>
                <a:lnTo>
                  <a:pt x="1660359" y="54241"/>
                </a:lnTo>
                <a:lnTo>
                  <a:pt x="1666100" y="40779"/>
                </a:lnTo>
                <a:lnTo>
                  <a:pt x="1671828" y="26771"/>
                </a:lnTo>
                <a:lnTo>
                  <a:pt x="1677543" y="12192"/>
                </a:lnTo>
                <a:lnTo>
                  <a:pt x="1645450" y="3048"/>
                </a:lnTo>
                <a:lnTo>
                  <a:pt x="1640586" y="18199"/>
                </a:lnTo>
                <a:lnTo>
                  <a:pt x="1635163" y="33921"/>
                </a:lnTo>
                <a:lnTo>
                  <a:pt x="1629156" y="50241"/>
                </a:lnTo>
                <a:lnTo>
                  <a:pt x="1622590" y="67144"/>
                </a:lnTo>
                <a:lnTo>
                  <a:pt x="1582953" y="67144"/>
                </a:lnTo>
                <a:lnTo>
                  <a:pt x="1582953" y="373761"/>
                </a:lnTo>
                <a:lnTo>
                  <a:pt x="1613446" y="373761"/>
                </a:lnTo>
                <a:lnTo>
                  <a:pt x="1613446" y="341668"/>
                </a:lnTo>
                <a:lnTo>
                  <a:pt x="1700403" y="341668"/>
                </a:lnTo>
                <a:lnTo>
                  <a:pt x="1700403" y="370713"/>
                </a:lnTo>
                <a:lnTo>
                  <a:pt x="1730883" y="370713"/>
                </a:lnTo>
                <a:lnTo>
                  <a:pt x="1730883" y="341668"/>
                </a:lnTo>
                <a:lnTo>
                  <a:pt x="1730883" y="312712"/>
                </a:lnTo>
                <a:lnTo>
                  <a:pt x="1730883" y="216598"/>
                </a:lnTo>
                <a:lnTo>
                  <a:pt x="1730883" y="189166"/>
                </a:lnTo>
                <a:lnTo>
                  <a:pt x="1730883" y="96113"/>
                </a:lnTo>
                <a:lnTo>
                  <a:pt x="1730883" y="67144"/>
                </a:lnTo>
                <a:close/>
              </a:path>
              <a:path w="2710179" h="382904">
                <a:moveTo>
                  <a:pt x="1860524" y="240982"/>
                </a:moveTo>
                <a:lnTo>
                  <a:pt x="1847037" y="221830"/>
                </a:lnTo>
                <a:lnTo>
                  <a:pt x="1831555" y="200964"/>
                </a:lnTo>
                <a:lnTo>
                  <a:pt x="1813763" y="178358"/>
                </a:lnTo>
                <a:lnTo>
                  <a:pt x="1793367" y="154025"/>
                </a:lnTo>
                <a:lnTo>
                  <a:pt x="1770507" y="170878"/>
                </a:lnTo>
                <a:lnTo>
                  <a:pt x="1787359" y="193713"/>
                </a:lnTo>
                <a:lnTo>
                  <a:pt x="1803514" y="216408"/>
                </a:lnTo>
                <a:lnTo>
                  <a:pt x="1818805" y="238810"/>
                </a:lnTo>
                <a:lnTo>
                  <a:pt x="1833092" y="260794"/>
                </a:lnTo>
                <a:lnTo>
                  <a:pt x="1860524" y="240982"/>
                </a:lnTo>
                <a:close/>
              </a:path>
              <a:path w="2710179" h="382904">
                <a:moveTo>
                  <a:pt x="1932152" y="65620"/>
                </a:moveTo>
                <a:lnTo>
                  <a:pt x="1810232" y="65620"/>
                </a:lnTo>
                <a:lnTo>
                  <a:pt x="1814817" y="52717"/>
                </a:lnTo>
                <a:lnTo>
                  <a:pt x="1819567" y="39255"/>
                </a:lnTo>
                <a:lnTo>
                  <a:pt x="1824583" y="25247"/>
                </a:lnTo>
                <a:lnTo>
                  <a:pt x="1830044" y="10668"/>
                </a:lnTo>
                <a:lnTo>
                  <a:pt x="1798040" y="3048"/>
                </a:lnTo>
                <a:lnTo>
                  <a:pt x="1784591" y="43675"/>
                </a:lnTo>
                <a:lnTo>
                  <a:pt x="1769757" y="80860"/>
                </a:lnTo>
                <a:lnTo>
                  <a:pt x="1753793" y="114579"/>
                </a:lnTo>
                <a:lnTo>
                  <a:pt x="1736979" y="144881"/>
                </a:lnTo>
                <a:lnTo>
                  <a:pt x="1744459" y="148310"/>
                </a:lnTo>
                <a:lnTo>
                  <a:pt x="1751076" y="151739"/>
                </a:lnTo>
                <a:lnTo>
                  <a:pt x="1757121" y="155168"/>
                </a:lnTo>
                <a:lnTo>
                  <a:pt x="1762887" y="158597"/>
                </a:lnTo>
                <a:lnTo>
                  <a:pt x="1771789" y="144310"/>
                </a:lnTo>
                <a:lnTo>
                  <a:pt x="1780425" y="128879"/>
                </a:lnTo>
                <a:lnTo>
                  <a:pt x="1789074" y="112306"/>
                </a:lnTo>
                <a:lnTo>
                  <a:pt x="1798040" y="94589"/>
                </a:lnTo>
                <a:lnTo>
                  <a:pt x="1900148" y="94589"/>
                </a:lnTo>
                <a:lnTo>
                  <a:pt x="1898980" y="165239"/>
                </a:lnTo>
                <a:lnTo>
                  <a:pt x="1897672" y="223875"/>
                </a:lnTo>
                <a:lnTo>
                  <a:pt x="1896071" y="270497"/>
                </a:lnTo>
                <a:lnTo>
                  <a:pt x="1890661" y="321094"/>
                </a:lnTo>
                <a:lnTo>
                  <a:pt x="1855952" y="341668"/>
                </a:lnTo>
                <a:lnTo>
                  <a:pt x="1839633" y="341376"/>
                </a:lnTo>
                <a:lnTo>
                  <a:pt x="1822602" y="340525"/>
                </a:lnTo>
                <a:lnTo>
                  <a:pt x="1804682" y="339090"/>
                </a:lnTo>
                <a:lnTo>
                  <a:pt x="1785747" y="337096"/>
                </a:lnTo>
                <a:lnTo>
                  <a:pt x="1787131" y="344474"/>
                </a:lnTo>
                <a:lnTo>
                  <a:pt x="1788795" y="352717"/>
                </a:lnTo>
                <a:lnTo>
                  <a:pt x="1790458" y="361556"/>
                </a:lnTo>
                <a:lnTo>
                  <a:pt x="1791843" y="370713"/>
                </a:lnTo>
                <a:lnTo>
                  <a:pt x="1826983" y="372808"/>
                </a:lnTo>
                <a:lnTo>
                  <a:pt x="1844662" y="373494"/>
                </a:lnTo>
                <a:lnTo>
                  <a:pt x="1862048" y="373761"/>
                </a:lnTo>
                <a:lnTo>
                  <a:pt x="1888312" y="370001"/>
                </a:lnTo>
                <a:lnTo>
                  <a:pt x="1918385" y="341668"/>
                </a:lnTo>
                <a:lnTo>
                  <a:pt x="1926196" y="286727"/>
                </a:lnTo>
                <a:lnTo>
                  <a:pt x="1928990" y="200964"/>
                </a:lnTo>
                <a:lnTo>
                  <a:pt x="1929993" y="158597"/>
                </a:lnTo>
                <a:lnTo>
                  <a:pt x="1931479" y="94589"/>
                </a:lnTo>
                <a:lnTo>
                  <a:pt x="1932152" y="65620"/>
                </a:lnTo>
                <a:close/>
              </a:path>
              <a:path w="2710179" h="382904">
                <a:moveTo>
                  <a:pt x="2336292" y="57912"/>
                </a:moveTo>
                <a:lnTo>
                  <a:pt x="2122843" y="57912"/>
                </a:lnTo>
                <a:lnTo>
                  <a:pt x="2127643" y="46723"/>
                </a:lnTo>
                <a:lnTo>
                  <a:pt x="2137841" y="24904"/>
                </a:lnTo>
                <a:lnTo>
                  <a:pt x="2142655" y="13716"/>
                </a:lnTo>
                <a:lnTo>
                  <a:pt x="2112175" y="1524"/>
                </a:lnTo>
                <a:lnTo>
                  <a:pt x="2100554" y="29718"/>
                </a:lnTo>
                <a:lnTo>
                  <a:pt x="2094382" y="43954"/>
                </a:lnTo>
                <a:lnTo>
                  <a:pt x="2087791" y="57912"/>
                </a:lnTo>
                <a:lnTo>
                  <a:pt x="1965769" y="57912"/>
                </a:lnTo>
                <a:lnTo>
                  <a:pt x="1965769" y="85432"/>
                </a:lnTo>
                <a:lnTo>
                  <a:pt x="2074075" y="85432"/>
                </a:lnTo>
                <a:lnTo>
                  <a:pt x="2049703" y="126034"/>
                </a:lnTo>
                <a:lnTo>
                  <a:pt x="2022360" y="165493"/>
                </a:lnTo>
                <a:lnTo>
                  <a:pt x="1991893" y="203822"/>
                </a:lnTo>
                <a:lnTo>
                  <a:pt x="1958149" y="240982"/>
                </a:lnTo>
                <a:lnTo>
                  <a:pt x="1964728" y="246722"/>
                </a:lnTo>
                <a:lnTo>
                  <a:pt x="1970722" y="252603"/>
                </a:lnTo>
                <a:lnTo>
                  <a:pt x="1976158" y="258775"/>
                </a:lnTo>
                <a:lnTo>
                  <a:pt x="1981009" y="265366"/>
                </a:lnTo>
                <a:lnTo>
                  <a:pt x="1995589" y="249339"/>
                </a:lnTo>
                <a:lnTo>
                  <a:pt x="2009584" y="233172"/>
                </a:lnTo>
                <a:lnTo>
                  <a:pt x="2023021" y="216712"/>
                </a:lnTo>
                <a:lnTo>
                  <a:pt x="2035873" y="199834"/>
                </a:lnTo>
                <a:lnTo>
                  <a:pt x="2035873" y="350799"/>
                </a:lnTo>
                <a:lnTo>
                  <a:pt x="2066353" y="350799"/>
                </a:lnTo>
                <a:lnTo>
                  <a:pt x="2066353" y="190690"/>
                </a:lnTo>
                <a:lnTo>
                  <a:pt x="2151799" y="190690"/>
                </a:lnTo>
                <a:lnTo>
                  <a:pt x="2151799" y="379857"/>
                </a:lnTo>
                <a:lnTo>
                  <a:pt x="2182279" y="379857"/>
                </a:lnTo>
                <a:lnTo>
                  <a:pt x="2182279" y="190690"/>
                </a:lnTo>
                <a:lnTo>
                  <a:pt x="2270760" y="190690"/>
                </a:lnTo>
                <a:lnTo>
                  <a:pt x="2270760" y="288315"/>
                </a:lnTo>
                <a:lnTo>
                  <a:pt x="2269071" y="299199"/>
                </a:lnTo>
                <a:lnTo>
                  <a:pt x="2264092" y="306793"/>
                </a:lnTo>
                <a:lnTo>
                  <a:pt x="2255977" y="311251"/>
                </a:lnTo>
                <a:lnTo>
                  <a:pt x="2244852" y="312699"/>
                </a:lnTo>
                <a:lnTo>
                  <a:pt x="2239416" y="312445"/>
                </a:lnTo>
                <a:lnTo>
                  <a:pt x="2199043" y="309651"/>
                </a:lnTo>
                <a:lnTo>
                  <a:pt x="2201062" y="318490"/>
                </a:lnTo>
                <a:lnTo>
                  <a:pt x="2205139" y="340131"/>
                </a:lnTo>
                <a:lnTo>
                  <a:pt x="2226640" y="341020"/>
                </a:lnTo>
                <a:lnTo>
                  <a:pt x="2243124" y="341464"/>
                </a:lnTo>
                <a:lnTo>
                  <a:pt x="2261616" y="341655"/>
                </a:lnTo>
                <a:lnTo>
                  <a:pt x="2278735" y="338797"/>
                </a:lnTo>
                <a:lnTo>
                  <a:pt x="2291143" y="330225"/>
                </a:lnTo>
                <a:lnTo>
                  <a:pt x="2298687" y="315937"/>
                </a:lnTo>
                <a:lnTo>
                  <a:pt x="2301240" y="295935"/>
                </a:lnTo>
                <a:lnTo>
                  <a:pt x="2301240" y="163258"/>
                </a:lnTo>
                <a:lnTo>
                  <a:pt x="2182279" y="163258"/>
                </a:lnTo>
                <a:lnTo>
                  <a:pt x="2182279" y="105244"/>
                </a:lnTo>
                <a:lnTo>
                  <a:pt x="2151799" y="105244"/>
                </a:lnTo>
                <a:lnTo>
                  <a:pt x="2151799" y="163258"/>
                </a:lnTo>
                <a:lnTo>
                  <a:pt x="2061781" y="163258"/>
                </a:lnTo>
                <a:lnTo>
                  <a:pt x="2074151" y="144411"/>
                </a:lnTo>
                <a:lnTo>
                  <a:pt x="2086063" y="124879"/>
                </a:lnTo>
                <a:lnTo>
                  <a:pt x="2109127" y="85432"/>
                </a:lnTo>
                <a:lnTo>
                  <a:pt x="2336292" y="85432"/>
                </a:lnTo>
                <a:lnTo>
                  <a:pt x="2336292" y="57912"/>
                </a:lnTo>
                <a:close/>
              </a:path>
              <a:path w="2710179" h="382904">
                <a:moveTo>
                  <a:pt x="2627566" y="212026"/>
                </a:moveTo>
                <a:lnTo>
                  <a:pt x="2600134" y="212026"/>
                </a:lnTo>
                <a:lnTo>
                  <a:pt x="2600134" y="236410"/>
                </a:lnTo>
                <a:lnTo>
                  <a:pt x="2600134" y="285280"/>
                </a:lnTo>
                <a:lnTo>
                  <a:pt x="2490406" y="285280"/>
                </a:lnTo>
                <a:lnTo>
                  <a:pt x="2490406" y="236410"/>
                </a:lnTo>
                <a:lnTo>
                  <a:pt x="2600134" y="236410"/>
                </a:lnTo>
                <a:lnTo>
                  <a:pt x="2600134" y="212026"/>
                </a:lnTo>
                <a:lnTo>
                  <a:pt x="2461361" y="212026"/>
                </a:lnTo>
                <a:lnTo>
                  <a:pt x="2461361" y="326428"/>
                </a:lnTo>
                <a:lnTo>
                  <a:pt x="2490406" y="326428"/>
                </a:lnTo>
                <a:lnTo>
                  <a:pt x="2490406" y="309664"/>
                </a:lnTo>
                <a:lnTo>
                  <a:pt x="2627566" y="309664"/>
                </a:lnTo>
                <a:lnTo>
                  <a:pt x="2627566" y="285280"/>
                </a:lnTo>
                <a:lnTo>
                  <a:pt x="2627566" y="236410"/>
                </a:lnTo>
                <a:lnTo>
                  <a:pt x="2627566" y="212026"/>
                </a:lnTo>
                <a:close/>
              </a:path>
              <a:path w="2710179" h="382904">
                <a:moveTo>
                  <a:pt x="2709964" y="152488"/>
                </a:moveTo>
                <a:lnTo>
                  <a:pt x="2424785" y="152488"/>
                </a:lnTo>
                <a:lnTo>
                  <a:pt x="2424785" y="118960"/>
                </a:lnTo>
                <a:lnTo>
                  <a:pt x="2661196" y="118960"/>
                </a:lnTo>
                <a:lnTo>
                  <a:pt x="2661196" y="131152"/>
                </a:lnTo>
                <a:lnTo>
                  <a:pt x="2691676" y="131152"/>
                </a:lnTo>
                <a:lnTo>
                  <a:pt x="2691676" y="118960"/>
                </a:lnTo>
                <a:lnTo>
                  <a:pt x="2691676" y="93052"/>
                </a:lnTo>
                <a:lnTo>
                  <a:pt x="2691676" y="48768"/>
                </a:lnTo>
                <a:lnTo>
                  <a:pt x="2691676" y="22860"/>
                </a:lnTo>
                <a:lnTo>
                  <a:pt x="2661196" y="22860"/>
                </a:lnTo>
                <a:lnTo>
                  <a:pt x="2661196" y="48768"/>
                </a:lnTo>
                <a:lnTo>
                  <a:pt x="2661196" y="93052"/>
                </a:lnTo>
                <a:lnTo>
                  <a:pt x="2424785" y="93052"/>
                </a:lnTo>
                <a:lnTo>
                  <a:pt x="2424785" y="48768"/>
                </a:lnTo>
                <a:lnTo>
                  <a:pt x="2661196" y="48768"/>
                </a:lnTo>
                <a:lnTo>
                  <a:pt x="2661196" y="22860"/>
                </a:lnTo>
                <a:lnTo>
                  <a:pt x="2394293" y="22860"/>
                </a:lnTo>
                <a:lnTo>
                  <a:pt x="2394293" y="181546"/>
                </a:lnTo>
                <a:lnTo>
                  <a:pt x="2391460" y="229539"/>
                </a:lnTo>
                <a:lnTo>
                  <a:pt x="2383053" y="272846"/>
                </a:lnTo>
                <a:lnTo>
                  <a:pt x="2369185" y="311289"/>
                </a:lnTo>
                <a:lnTo>
                  <a:pt x="2350008" y="344716"/>
                </a:lnTo>
                <a:lnTo>
                  <a:pt x="2356612" y="352425"/>
                </a:lnTo>
                <a:lnTo>
                  <a:pt x="2362479" y="359575"/>
                </a:lnTo>
                <a:lnTo>
                  <a:pt x="2367457" y="366179"/>
                </a:lnTo>
                <a:lnTo>
                  <a:pt x="2371433" y="372237"/>
                </a:lnTo>
                <a:lnTo>
                  <a:pt x="2395207" y="334213"/>
                </a:lnTo>
                <a:lnTo>
                  <a:pt x="2411819" y="289052"/>
                </a:lnTo>
                <a:lnTo>
                  <a:pt x="2421585" y="237045"/>
                </a:lnTo>
                <a:lnTo>
                  <a:pt x="2424785" y="178498"/>
                </a:lnTo>
                <a:lnTo>
                  <a:pt x="2677960" y="178498"/>
                </a:lnTo>
                <a:lnTo>
                  <a:pt x="2677045" y="216255"/>
                </a:lnTo>
                <a:lnTo>
                  <a:pt x="2676436" y="247319"/>
                </a:lnTo>
                <a:lnTo>
                  <a:pt x="2675839" y="270751"/>
                </a:lnTo>
                <a:lnTo>
                  <a:pt x="2671292" y="316331"/>
                </a:lnTo>
                <a:lnTo>
                  <a:pt x="2633764" y="343192"/>
                </a:lnTo>
                <a:lnTo>
                  <a:pt x="2618244" y="342900"/>
                </a:lnTo>
                <a:lnTo>
                  <a:pt x="2601480" y="342049"/>
                </a:lnTo>
                <a:lnTo>
                  <a:pt x="2583294" y="340614"/>
                </a:lnTo>
                <a:lnTo>
                  <a:pt x="2563558" y="338620"/>
                </a:lnTo>
                <a:lnTo>
                  <a:pt x="2565844" y="353479"/>
                </a:lnTo>
                <a:lnTo>
                  <a:pt x="2566987" y="361797"/>
                </a:lnTo>
                <a:lnTo>
                  <a:pt x="2568130" y="370713"/>
                </a:lnTo>
                <a:lnTo>
                  <a:pt x="2601277" y="372808"/>
                </a:lnTo>
                <a:lnTo>
                  <a:pt x="2615285" y="373494"/>
                </a:lnTo>
                <a:lnTo>
                  <a:pt x="2627566" y="373761"/>
                </a:lnTo>
                <a:lnTo>
                  <a:pt x="2648699" y="372605"/>
                </a:lnTo>
                <a:lnTo>
                  <a:pt x="2687104" y="355384"/>
                </a:lnTo>
                <a:lnTo>
                  <a:pt x="2694495" y="343192"/>
                </a:lnTo>
                <a:lnTo>
                  <a:pt x="2699105" y="330238"/>
                </a:lnTo>
                <a:lnTo>
                  <a:pt x="2705392" y="291376"/>
                </a:lnTo>
                <a:lnTo>
                  <a:pt x="2707678" y="240830"/>
                </a:lnTo>
                <a:lnTo>
                  <a:pt x="2708821" y="201447"/>
                </a:lnTo>
                <a:lnTo>
                  <a:pt x="2709354" y="178498"/>
                </a:lnTo>
                <a:lnTo>
                  <a:pt x="2709964" y="1524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4500169" y="5499074"/>
            <a:ext cx="735330" cy="367665"/>
          </a:xfrm>
          <a:custGeom>
            <a:avLst/>
            <a:gdLst/>
            <a:ahLst/>
            <a:cxnLst/>
            <a:rect l="l" t="t" r="r" b="b"/>
            <a:pathLst>
              <a:path w="735329" h="367664">
                <a:moveTo>
                  <a:pt x="236423" y="215074"/>
                </a:moveTo>
                <a:lnTo>
                  <a:pt x="205841" y="209651"/>
                </a:lnTo>
                <a:lnTo>
                  <a:pt x="175831" y="204787"/>
                </a:lnTo>
                <a:lnTo>
                  <a:pt x="146367" y="200507"/>
                </a:lnTo>
                <a:lnTo>
                  <a:pt x="117449" y="196786"/>
                </a:lnTo>
                <a:lnTo>
                  <a:pt x="109829" y="221170"/>
                </a:lnTo>
                <a:lnTo>
                  <a:pt x="167068" y="230695"/>
                </a:lnTo>
                <a:lnTo>
                  <a:pt x="197358" y="236169"/>
                </a:lnTo>
                <a:lnTo>
                  <a:pt x="228803" y="242506"/>
                </a:lnTo>
                <a:lnTo>
                  <a:pt x="236423" y="215074"/>
                </a:lnTo>
                <a:close/>
              </a:path>
              <a:path w="735329" h="367664">
                <a:moveTo>
                  <a:pt x="262331" y="276136"/>
                </a:moveTo>
                <a:lnTo>
                  <a:pt x="217424" y="267512"/>
                </a:lnTo>
                <a:lnTo>
                  <a:pt x="171792" y="259740"/>
                </a:lnTo>
                <a:lnTo>
                  <a:pt x="77825" y="245554"/>
                </a:lnTo>
                <a:lnTo>
                  <a:pt x="70205" y="273088"/>
                </a:lnTo>
                <a:lnTo>
                  <a:pt x="117627" y="280225"/>
                </a:lnTo>
                <a:lnTo>
                  <a:pt x="163791" y="287947"/>
                </a:lnTo>
                <a:lnTo>
                  <a:pt x="208521" y="296227"/>
                </a:lnTo>
                <a:lnTo>
                  <a:pt x="251663" y="305092"/>
                </a:lnTo>
                <a:lnTo>
                  <a:pt x="262331" y="276136"/>
                </a:lnTo>
                <a:close/>
              </a:path>
              <a:path w="735329" h="367664">
                <a:moveTo>
                  <a:pt x="300520" y="173926"/>
                </a:moveTo>
                <a:lnTo>
                  <a:pt x="257073" y="166306"/>
                </a:lnTo>
                <a:lnTo>
                  <a:pt x="202895" y="152590"/>
                </a:lnTo>
                <a:lnTo>
                  <a:pt x="220586" y="140309"/>
                </a:lnTo>
                <a:lnTo>
                  <a:pt x="223507" y="138277"/>
                </a:lnTo>
                <a:lnTo>
                  <a:pt x="242138" y="122974"/>
                </a:lnTo>
                <a:lnTo>
                  <a:pt x="259041" y="106845"/>
                </a:lnTo>
                <a:lnTo>
                  <a:pt x="273113" y="91541"/>
                </a:lnTo>
                <a:lnTo>
                  <a:pt x="274523" y="90017"/>
                </a:lnTo>
                <a:lnTo>
                  <a:pt x="274523" y="68681"/>
                </a:lnTo>
                <a:lnTo>
                  <a:pt x="236423" y="68681"/>
                </a:lnTo>
                <a:lnTo>
                  <a:pt x="236423" y="91541"/>
                </a:lnTo>
                <a:lnTo>
                  <a:pt x="223202" y="104724"/>
                </a:lnTo>
                <a:lnTo>
                  <a:pt x="208419" y="117068"/>
                </a:lnTo>
                <a:lnTo>
                  <a:pt x="191630" y="128828"/>
                </a:lnTo>
                <a:lnTo>
                  <a:pt x="172415" y="140309"/>
                </a:lnTo>
                <a:lnTo>
                  <a:pt x="156743" y="130352"/>
                </a:lnTo>
                <a:lnTo>
                  <a:pt x="142074" y="118973"/>
                </a:lnTo>
                <a:lnTo>
                  <a:pt x="132397" y="109829"/>
                </a:lnTo>
                <a:lnTo>
                  <a:pt x="128828" y="106438"/>
                </a:lnTo>
                <a:lnTo>
                  <a:pt x="117449" y="93065"/>
                </a:lnTo>
                <a:lnTo>
                  <a:pt x="117449" y="91541"/>
                </a:lnTo>
                <a:lnTo>
                  <a:pt x="236423" y="91541"/>
                </a:lnTo>
                <a:lnTo>
                  <a:pt x="236423" y="68681"/>
                </a:lnTo>
                <a:lnTo>
                  <a:pt x="138785" y="68681"/>
                </a:lnTo>
                <a:lnTo>
                  <a:pt x="142468" y="63195"/>
                </a:lnTo>
                <a:lnTo>
                  <a:pt x="150444" y="52819"/>
                </a:lnTo>
                <a:lnTo>
                  <a:pt x="154127" y="47345"/>
                </a:lnTo>
                <a:lnTo>
                  <a:pt x="128117" y="35052"/>
                </a:lnTo>
                <a:lnTo>
                  <a:pt x="110705" y="60299"/>
                </a:lnTo>
                <a:lnTo>
                  <a:pt x="90589" y="83527"/>
                </a:lnTo>
                <a:lnTo>
                  <a:pt x="67894" y="105016"/>
                </a:lnTo>
                <a:lnTo>
                  <a:pt x="42773" y="125069"/>
                </a:lnTo>
                <a:lnTo>
                  <a:pt x="48209" y="129641"/>
                </a:lnTo>
                <a:lnTo>
                  <a:pt x="53060" y="134213"/>
                </a:lnTo>
                <a:lnTo>
                  <a:pt x="57353" y="138785"/>
                </a:lnTo>
                <a:lnTo>
                  <a:pt x="61061" y="143357"/>
                </a:lnTo>
                <a:lnTo>
                  <a:pt x="71970" y="135115"/>
                </a:lnTo>
                <a:lnTo>
                  <a:pt x="82016" y="126593"/>
                </a:lnTo>
                <a:lnTo>
                  <a:pt x="100685" y="109829"/>
                </a:lnTo>
                <a:lnTo>
                  <a:pt x="111277" y="121208"/>
                </a:lnTo>
                <a:lnTo>
                  <a:pt x="122605" y="132308"/>
                </a:lnTo>
                <a:lnTo>
                  <a:pt x="134797" y="142862"/>
                </a:lnTo>
                <a:lnTo>
                  <a:pt x="148031" y="152590"/>
                </a:lnTo>
                <a:lnTo>
                  <a:pt x="123939" y="160566"/>
                </a:lnTo>
                <a:lnTo>
                  <a:pt x="97459" y="168402"/>
                </a:lnTo>
                <a:lnTo>
                  <a:pt x="68414" y="175945"/>
                </a:lnTo>
                <a:lnTo>
                  <a:pt x="36677" y="183070"/>
                </a:lnTo>
                <a:lnTo>
                  <a:pt x="40081" y="189661"/>
                </a:lnTo>
                <a:lnTo>
                  <a:pt x="43345" y="195834"/>
                </a:lnTo>
                <a:lnTo>
                  <a:pt x="46316" y="201714"/>
                </a:lnTo>
                <a:lnTo>
                  <a:pt x="48869" y="207454"/>
                </a:lnTo>
                <a:lnTo>
                  <a:pt x="85750" y="198031"/>
                </a:lnTo>
                <a:lnTo>
                  <a:pt x="118795" y="188023"/>
                </a:lnTo>
                <a:lnTo>
                  <a:pt x="148132" y="177457"/>
                </a:lnTo>
                <a:lnTo>
                  <a:pt x="173939" y="166306"/>
                </a:lnTo>
                <a:lnTo>
                  <a:pt x="198221" y="176288"/>
                </a:lnTo>
                <a:lnTo>
                  <a:pt x="225374" y="185547"/>
                </a:lnTo>
                <a:lnTo>
                  <a:pt x="255409" y="193954"/>
                </a:lnTo>
                <a:lnTo>
                  <a:pt x="288328" y="201358"/>
                </a:lnTo>
                <a:lnTo>
                  <a:pt x="290880" y="195364"/>
                </a:lnTo>
                <a:lnTo>
                  <a:pt x="297116" y="181648"/>
                </a:lnTo>
                <a:lnTo>
                  <a:pt x="300520" y="173926"/>
                </a:lnTo>
                <a:close/>
              </a:path>
              <a:path w="735329" h="367664">
                <a:moveTo>
                  <a:pt x="338620" y="3048"/>
                </a:moveTo>
                <a:lnTo>
                  <a:pt x="309664" y="3048"/>
                </a:lnTo>
                <a:lnTo>
                  <a:pt x="309664" y="30480"/>
                </a:lnTo>
                <a:lnTo>
                  <a:pt x="309664" y="317284"/>
                </a:lnTo>
                <a:lnTo>
                  <a:pt x="29057" y="317284"/>
                </a:lnTo>
                <a:lnTo>
                  <a:pt x="29057" y="30480"/>
                </a:lnTo>
                <a:lnTo>
                  <a:pt x="309664" y="30480"/>
                </a:lnTo>
                <a:lnTo>
                  <a:pt x="309664" y="3048"/>
                </a:lnTo>
                <a:lnTo>
                  <a:pt x="0" y="3048"/>
                </a:lnTo>
                <a:lnTo>
                  <a:pt x="0" y="363093"/>
                </a:lnTo>
                <a:lnTo>
                  <a:pt x="29057" y="363093"/>
                </a:lnTo>
                <a:lnTo>
                  <a:pt x="29057" y="344716"/>
                </a:lnTo>
                <a:lnTo>
                  <a:pt x="309664" y="344716"/>
                </a:lnTo>
                <a:lnTo>
                  <a:pt x="309664" y="363093"/>
                </a:lnTo>
                <a:lnTo>
                  <a:pt x="338620" y="363093"/>
                </a:lnTo>
                <a:lnTo>
                  <a:pt x="338620" y="344716"/>
                </a:lnTo>
                <a:lnTo>
                  <a:pt x="338620" y="317284"/>
                </a:lnTo>
                <a:lnTo>
                  <a:pt x="338620" y="30480"/>
                </a:lnTo>
                <a:lnTo>
                  <a:pt x="338620" y="3048"/>
                </a:lnTo>
                <a:close/>
              </a:path>
              <a:path w="735329" h="367664">
                <a:moveTo>
                  <a:pt x="547497" y="221170"/>
                </a:moveTo>
                <a:lnTo>
                  <a:pt x="518922" y="192595"/>
                </a:lnTo>
                <a:lnTo>
                  <a:pt x="488061" y="166306"/>
                </a:lnTo>
                <a:lnTo>
                  <a:pt x="474345" y="180022"/>
                </a:lnTo>
                <a:lnTo>
                  <a:pt x="474345" y="129641"/>
                </a:lnTo>
                <a:lnTo>
                  <a:pt x="545973" y="129641"/>
                </a:lnTo>
                <a:lnTo>
                  <a:pt x="545973" y="103733"/>
                </a:lnTo>
                <a:lnTo>
                  <a:pt x="474345" y="103733"/>
                </a:lnTo>
                <a:lnTo>
                  <a:pt x="474345" y="44297"/>
                </a:lnTo>
                <a:lnTo>
                  <a:pt x="474345" y="38100"/>
                </a:lnTo>
                <a:lnTo>
                  <a:pt x="491236" y="35547"/>
                </a:lnTo>
                <a:lnTo>
                  <a:pt x="507682" y="32575"/>
                </a:lnTo>
                <a:lnTo>
                  <a:pt x="523862" y="29311"/>
                </a:lnTo>
                <a:lnTo>
                  <a:pt x="539877" y="25908"/>
                </a:lnTo>
                <a:lnTo>
                  <a:pt x="530733" y="0"/>
                </a:lnTo>
                <a:lnTo>
                  <a:pt x="493610" y="7696"/>
                </a:lnTo>
                <a:lnTo>
                  <a:pt x="455485" y="14668"/>
                </a:lnTo>
                <a:lnTo>
                  <a:pt x="416471" y="20789"/>
                </a:lnTo>
                <a:lnTo>
                  <a:pt x="376720" y="25908"/>
                </a:lnTo>
                <a:lnTo>
                  <a:pt x="378942" y="32575"/>
                </a:lnTo>
                <a:lnTo>
                  <a:pt x="381292" y="39484"/>
                </a:lnTo>
                <a:lnTo>
                  <a:pt x="383578" y="45923"/>
                </a:lnTo>
                <a:lnTo>
                  <a:pt x="385864" y="51917"/>
                </a:lnTo>
                <a:lnTo>
                  <a:pt x="400735" y="50507"/>
                </a:lnTo>
                <a:lnTo>
                  <a:pt x="415632" y="48679"/>
                </a:lnTo>
                <a:lnTo>
                  <a:pt x="445389" y="44297"/>
                </a:lnTo>
                <a:lnTo>
                  <a:pt x="445389" y="103733"/>
                </a:lnTo>
                <a:lnTo>
                  <a:pt x="372148" y="103733"/>
                </a:lnTo>
                <a:lnTo>
                  <a:pt x="372148" y="129641"/>
                </a:lnTo>
                <a:lnTo>
                  <a:pt x="439293" y="129641"/>
                </a:lnTo>
                <a:lnTo>
                  <a:pt x="425564" y="164503"/>
                </a:lnTo>
                <a:lnTo>
                  <a:pt x="409536" y="197929"/>
                </a:lnTo>
                <a:lnTo>
                  <a:pt x="391210" y="229641"/>
                </a:lnTo>
                <a:lnTo>
                  <a:pt x="370624" y="259372"/>
                </a:lnTo>
                <a:lnTo>
                  <a:pt x="374904" y="268224"/>
                </a:lnTo>
                <a:lnTo>
                  <a:pt x="378625" y="276517"/>
                </a:lnTo>
                <a:lnTo>
                  <a:pt x="381762" y="284226"/>
                </a:lnTo>
                <a:lnTo>
                  <a:pt x="384340" y="291376"/>
                </a:lnTo>
                <a:lnTo>
                  <a:pt x="402666" y="265658"/>
                </a:lnTo>
                <a:lnTo>
                  <a:pt x="418871" y="238937"/>
                </a:lnTo>
                <a:lnTo>
                  <a:pt x="433070" y="211353"/>
                </a:lnTo>
                <a:lnTo>
                  <a:pt x="445389" y="183070"/>
                </a:lnTo>
                <a:lnTo>
                  <a:pt x="445389" y="367665"/>
                </a:lnTo>
                <a:lnTo>
                  <a:pt x="474345" y="367665"/>
                </a:lnTo>
                <a:lnTo>
                  <a:pt x="474345" y="189166"/>
                </a:lnTo>
                <a:lnTo>
                  <a:pt x="488657" y="202857"/>
                </a:lnTo>
                <a:lnTo>
                  <a:pt x="501967" y="216408"/>
                </a:lnTo>
                <a:lnTo>
                  <a:pt x="514400" y="229641"/>
                </a:lnTo>
                <a:lnTo>
                  <a:pt x="526161" y="242506"/>
                </a:lnTo>
                <a:lnTo>
                  <a:pt x="547497" y="221170"/>
                </a:lnTo>
                <a:close/>
              </a:path>
              <a:path w="735329" h="367664">
                <a:moveTo>
                  <a:pt x="735152" y="35052"/>
                </a:moveTo>
                <a:lnTo>
                  <a:pt x="704672" y="35052"/>
                </a:lnTo>
                <a:lnTo>
                  <a:pt x="704672" y="64109"/>
                </a:lnTo>
                <a:lnTo>
                  <a:pt x="704672" y="289852"/>
                </a:lnTo>
                <a:lnTo>
                  <a:pt x="596366" y="289852"/>
                </a:lnTo>
                <a:lnTo>
                  <a:pt x="596366" y="64109"/>
                </a:lnTo>
                <a:lnTo>
                  <a:pt x="704672" y="64109"/>
                </a:lnTo>
                <a:lnTo>
                  <a:pt x="704672" y="35052"/>
                </a:lnTo>
                <a:lnTo>
                  <a:pt x="565886" y="35052"/>
                </a:lnTo>
                <a:lnTo>
                  <a:pt x="565886" y="353949"/>
                </a:lnTo>
                <a:lnTo>
                  <a:pt x="596366" y="353949"/>
                </a:lnTo>
                <a:lnTo>
                  <a:pt x="596366" y="317284"/>
                </a:lnTo>
                <a:lnTo>
                  <a:pt x="704672" y="317284"/>
                </a:lnTo>
                <a:lnTo>
                  <a:pt x="704672" y="353949"/>
                </a:lnTo>
                <a:lnTo>
                  <a:pt x="735152" y="353949"/>
                </a:lnTo>
                <a:lnTo>
                  <a:pt x="735152" y="317284"/>
                </a:lnTo>
                <a:lnTo>
                  <a:pt x="735152" y="289852"/>
                </a:lnTo>
                <a:lnTo>
                  <a:pt x="735152" y="64109"/>
                </a:lnTo>
                <a:lnTo>
                  <a:pt x="735152" y="3505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5294757" y="5538978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99" y="0"/>
                </a:lnTo>
                <a:lnTo>
                  <a:pt x="3209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5294757" y="5538533"/>
            <a:ext cx="761365" cy="274955"/>
          </a:xfrm>
          <a:custGeom>
            <a:avLst/>
            <a:gdLst/>
            <a:ahLst/>
            <a:cxnLst/>
            <a:rect l="l" t="t" r="r" b="b"/>
            <a:pathLst>
              <a:path w="761364" h="274954">
                <a:moveTo>
                  <a:pt x="205930" y="444"/>
                </a:moveTo>
                <a:lnTo>
                  <a:pt x="173926" y="444"/>
                </a:lnTo>
                <a:lnTo>
                  <a:pt x="173926" y="121094"/>
                </a:lnTo>
                <a:lnTo>
                  <a:pt x="0" y="121094"/>
                </a:lnTo>
                <a:lnTo>
                  <a:pt x="0" y="149034"/>
                </a:lnTo>
                <a:lnTo>
                  <a:pt x="0" y="274764"/>
                </a:lnTo>
                <a:lnTo>
                  <a:pt x="32092" y="274764"/>
                </a:lnTo>
                <a:lnTo>
                  <a:pt x="32092" y="149034"/>
                </a:lnTo>
                <a:lnTo>
                  <a:pt x="173926" y="149034"/>
                </a:lnTo>
                <a:lnTo>
                  <a:pt x="173926" y="274764"/>
                </a:lnTo>
                <a:lnTo>
                  <a:pt x="205930" y="274764"/>
                </a:lnTo>
                <a:lnTo>
                  <a:pt x="205930" y="149034"/>
                </a:lnTo>
                <a:lnTo>
                  <a:pt x="205930" y="121094"/>
                </a:lnTo>
                <a:lnTo>
                  <a:pt x="205930" y="444"/>
                </a:lnTo>
                <a:close/>
              </a:path>
              <a:path w="761364" h="274954">
                <a:moveTo>
                  <a:pt x="439191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7939" y="29210"/>
                </a:lnTo>
                <a:lnTo>
                  <a:pt x="327939" y="274320"/>
                </a:lnTo>
                <a:lnTo>
                  <a:pt x="361467" y="274320"/>
                </a:lnTo>
                <a:lnTo>
                  <a:pt x="361467" y="29210"/>
                </a:lnTo>
                <a:lnTo>
                  <a:pt x="439191" y="29210"/>
                </a:lnTo>
                <a:lnTo>
                  <a:pt x="439191" y="0"/>
                </a:lnTo>
                <a:close/>
              </a:path>
              <a:path w="761364" h="274954">
                <a:moveTo>
                  <a:pt x="761047" y="165"/>
                </a:moveTo>
                <a:lnTo>
                  <a:pt x="721321" y="165"/>
                </a:lnTo>
                <a:lnTo>
                  <a:pt x="635977" y="190855"/>
                </a:lnTo>
                <a:lnTo>
                  <a:pt x="632764" y="197167"/>
                </a:lnTo>
                <a:lnTo>
                  <a:pt x="629691" y="204774"/>
                </a:lnTo>
                <a:lnTo>
                  <a:pt x="622261" y="224472"/>
                </a:lnTo>
                <a:lnTo>
                  <a:pt x="620737" y="224472"/>
                </a:lnTo>
                <a:lnTo>
                  <a:pt x="619048" y="218147"/>
                </a:lnTo>
                <a:lnTo>
                  <a:pt x="616356" y="210527"/>
                </a:lnTo>
                <a:lnTo>
                  <a:pt x="608545" y="190855"/>
                </a:lnTo>
                <a:lnTo>
                  <a:pt x="524637" y="165"/>
                </a:lnTo>
                <a:lnTo>
                  <a:pt x="481965" y="165"/>
                </a:lnTo>
                <a:lnTo>
                  <a:pt x="481965" y="274764"/>
                </a:lnTo>
                <a:lnTo>
                  <a:pt x="512445" y="274764"/>
                </a:lnTo>
                <a:lnTo>
                  <a:pt x="512445" y="90170"/>
                </a:lnTo>
                <a:lnTo>
                  <a:pt x="512254" y="58356"/>
                </a:lnTo>
                <a:lnTo>
                  <a:pt x="511797" y="46240"/>
                </a:lnTo>
                <a:lnTo>
                  <a:pt x="510921" y="36830"/>
                </a:lnTo>
                <a:lnTo>
                  <a:pt x="512445" y="36830"/>
                </a:lnTo>
                <a:lnTo>
                  <a:pt x="516255" y="53594"/>
                </a:lnTo>
                <a:lnTo>
                  <a:pt x="518007" y="60413"/>
                </a:lnTo>
                <a:lnTo>
                  <a:pt x="520065" y="65786"/>
                </a:lnTo>
                <a:lnTo>
                  <a:pt x="613117" y="274764"/>
                </a:lnTo>
                <a:lnTo>
                  <a:pt x="629881" y="274764"/>
                </a:lnTo>
                <a:lnTo>
                  <a:pt x="725131" y="59118"/>
                </a:lnTo>
                <a:lnTo>
                  <a:pt x="727417" y="52832"/>
                </a:lnTo>
                <a:lnTo>
                  <a:pt x="729703" y="45402"/>
                </a:lnTo>
                <a:lnTo>
                  <a:pt x="731989" y="36830"/>
                </a:lnTo>
                <a:lnTo>
                  <a:pt x="729894" y="66357"/>
                </a:lnTo>
                <a:lnTo>
                  <a:pt x="729208" y="79057"/>
                </a:lnTo>
                <a:lnTo>
                  <a:pt x="728941" y="90170"/>
                </a:lnTo>
                <a:lnTo>
                  <a:pt x="728941" y="274764"/>
                </a:lnTo>
                <a:lnTo>
                  <a:pt x="761047" y="274764"/>
                </a:lnTo>
                <a:lnTo>
                  <a:pt x="761047" y="1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6128956" y="5538470"/>
            <a:ext cx="142240" cy="274320"/>
          </a:xfrm>
          <a:custGeom>
            <a:avLst/>
            <a:gdLst/>
            <a:ahLst/>
            <a:cxnLst/>
            <a:rect l="l" t="t" r="r" b="b"/>
            <a:pathLst>
              <a:path w="142239" h="274320">
                <a:moveTo>
                  <a:pt x="141820" y="246380"/>
                </a:moveTo>
                <a:lnTo>
                  <a:pt x="32004" y="246380"/>
                </a:lnTo>
                <a:lnTo>
                  <a:pt x="32004" y="0"/>
                </a:lnTo>
                <a:lnTo>
                  <a:pt x="0" y="0"/>
                </a:lnTo>
                <a:lnTo>
                  <a:pt x="0" y="246380"/>
                </a:lnTo>
                <a:lnTo>
                  <a:pt x="0" y="274320"/>
                </a:lnTo>
                <a:lnTo>
                  <a:pt x="141820" y="274320"/>
                </a:lnTo>
                <a:lnTo>
                  <a:pt x="141820" y="2463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6336410" y="5766054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7912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6674917" y="5482310"/>
            <a:ext cx="755015" cy="377190"/>
          </a:xfrm>
          <a:custGeom>
            <a:avLst/>
            <a:gdLst/>
            <a:ahLst/>
            <a:cxnLst/>
            <a:rect l="l" t="t" r="r" b="b"/>
            <a:pathLst>
              <a:path w="755015" h="377189">
                <a:moveTo>
                  <a:pt x="176885" y="150964"/>
                </a:moveTo>
                <a:lnTo>
                  <a:pt x="146405" y="150964"/>
                </a:lnTo>
                <a:lnTo>
                  <a:pt x="146405" y="175450"/>
                </a:lnTo>
                <a:lnTo>
                  <a:pt x="146405" y="212026"/>
                </a:lnTo>
                <a:lnTo>
                  <a:pt x="146405" y="234886"/>
                </a:lnTo>
                <a:lnTo>
                  <a:pt x="146405" y="273075"/>
                </a:lnTo>
                <a:lnTo>
                  <a:pt x="51917" y="273075"/>
                </a:lnTo>
                <a:lnTo>
                  <a:pt x="51917" y="234886"/>
                </a:lnTo>
                <a:lnTo>
                  <a:pt x="146405" y="234886"/>
                </a:lnTo>
                <a:lnTo>
                  <a:pt x="146405" y="212026"/>
                </a:lnTo>
                <a:lnTo>
                  <a:pt x="51917" y="212026"/>
                </a:lnTo>
                <a:lnTo>
                  <a:pt x="51917" y="175450"/>
                </a:lnTo>
                <a:lnTo>
                  <a:pt x="146405" y="175450"/>
                </a:lnTo>
                <a:lnTo>
                  <a:pt x="146405" y="150964"/>
                </a:lnTo>
                <a:lnTo>
                  <a:pt x="21336" y="150964"/>
                </a:lnTo>
                <a:lnTo>
                  <a:pt x="21336" y="376809"/>
                </a:lnTo>
                <a:lnTo>
                  <a:pt x="51917" y="376809"/>
                </a:lnTo>
                <a:lnTo>
                  <a:pt x="51917" y="295935"/>
                </a:lnTo>
                <a:lnTo>
                  <a:pt x="146405" y="295935"/>
                </a:lnTo>
                <a:lnTo>
                  <a:pt x="146405" y="327939"/>
                </a:lnTo>
                <a:lnTo>
                  <a:pt x="145262" y="335940"/>
                </a:lnTo>
                <a:lnTo>
                  <a:pt x="141833" y="341655"/>
                </a:lnTo>
                <a:lnTo>
                  <a:pt x="136118" y="345084"/>
                </a:lnTo>
                <a:lnTo>
                  <a:pt x="128193" y="346227"/>
                </a:lnTo>
                <a:lnTo>
                  <a:pt x="120446" y="346214"/>
                </a:lnTo>
                <a:lnTo>
                  <a:pt x="111353" y="346036"/>
                </a:lnTo>
                <a:lnTo>
                  <a:pt x="101117" y="345592"/>
                </a:lnTo>
                <a:lnTo>
                  <a:pt x="90017" y="344703"/>
                </a:lnTo>
                <a:lnTo>
                  <a:pt x="91376" y="353301"/>
                </a:lnTo>
                <a:lnTo>
                  <a:pt x="92875" y="360908"/>
                </a:lnTo>
                <a:lnTo>
                  <a:pt x="94094" y="367677"/>
                </a:lnTo>
                <a:lnTo>
                  <a:pt x="94589" y="373761"/>
                </a:lnTo>
                <a:lnTo>
                  <a:pt x="138785" y="373761"/>
                </a:lnTo>
                <a:lnTo>
                  <a:pt x="174574" y="350532"/>
                </a:lnTo>
                <a:lnTo>
                  <a:pt x="176885" y="332511"/>
                </a:lnTo>
                <a:lnTo>
                  <a:pt x="176885" y="295935"/>
                </a:lnTo>
                <a:lnTo>
                  <a:pt x="176885" y="273075"/>
                </a:lnTo>
                <a:lnTo>
                  <a:pt x="176885" y="234886"/>
                </a:lnTo>
                <a:lnTo>
                  <a:pt x="176885" y="212026"/>
                </a:lnTo>
                <a:lnTo>
                  <a:pt x="176885" y="175450"/>
                </a:lnTo>
                <a:lnTo>
                  <a:pt x="176885" y="150964"/>
                </a:lnTo>
                <a:close/>
              </a:path>
              <a:path w="755015" h="377189">
                <a:moveTo>
                  <a:pt x="204419" y="125056"/>
                </a:moveTo>
                <a:lnTo>
                  <a:pt x="198539" y="115912"/>
                </a:lnTo>
                <a:lnTo>
                  <a:pt x="191020" y="104203"/>
                </a:lnTo>
                <a:lnTo>
                  <a:pt x="186461" y="97624"/>
                </a:lnTo>
                <a:lnTo>
                  <a:pt x="176174" y="82765"/>
                </a:lnTo>
                <a:lnTo>
                  <a:pt x="160185" y="60731"/>
                </a:lnTo>
                <a:lnTo>
                  <a:pt x="143357" y="38100"/>
                </a:lnTo>
                <a:lnTo>
                  <a:pt x="120497" y="53340"/>
                </a:lnTo>
                <a:lnTo>
                  <a:pt x="127114" y="62750"/>
                </a:lnTo>
                <a:lnTo>
                  <a:pt x="133451" y="72288"/>
                </a:lnTo>
                <a:lnTo>
                  <a:pt x="139788" y="81508"/>
                </a:lnTo>
                <a:lnTo>
                  <a:pt x="146405" y="90004"/>
                </a:lnTo>
                <a:lnTo>
                  <a:pt x="96100" y="94386"/>
                </a:lnTo>
                <a:lnTo>
                  <a:pt x="69215" y="96227"/>
                </a:lnTo>
                <a:lnTo>
                  <a:pt x="41148" y="97624"/>
                </a:lnTo>
                <a:lnTo>
                  <a:pt x="58978" y="76758"/>
                </a:lnTo>
                <a:lnTo>
                  <a:pt x="75907" y="55295"/>
                </a:lnTo>
                <a:lnTo>
                  <a:pt x="92252" y="33261"/>
                </a:lnTo>
                <a:lnTo>
                  <a:pt x="108305" y="10668"/>
                </a:lnTo>
                <a:lnTo>
                  <a:pt x="77825" y="0"/>
                </a:lnTo>
                <a:lnTo>
                  <a:pt x="68186" y="16598"/>
                </a:lnTo>
                <a:lnTo>
                  <a:pt x="57810" y="32207"/>
                </a:lnTo>
                <a:lnTo>
                  <a:pt x="26581" y="73393"/>
                </a:lnTo>
                <a:lnTo>
                  <a:pt x="0" y="96100"/>
                </a:lnTo>
                <a:lnTo>
                  <a:pt x="12192" y="128104"/>
                </a:lnTo>
                <a:lnTo>
                  <a:pt x="161645" y="115912"/>
                </a:lnTo>
                <a:lnTo>
                  <a:pt x="165862" y="122580"/>
                </a:lnTo>
                <a:lnTo>
                  <a:pt x="174078" y="136486"/>
                </a:lnTo>
                <a:lnTo>
                  <a:pt x="178409" y="143344"/>
                </a:lnTo>
                <a:lnTo>
                  <a:pt x="184404" y="138772"/>
                </a:lnTo>
                <a:lnTo>
                  <a:pt x="190842" y="134200"/>
                </a:lnTo>
                <a:lnTo>
                  <a:pt x="197561" y="129628"/>
                </a:lnTo>
                <a:lnTo>
                  <a:pt x="204419" y="125056"/>
                </a:lnTo>
                <a:close/>
              </a:path>
              <a:path w="755015" h="377189">
                <a:moveTo>
                  <a:pt x="375196" y="228790"/>
                </a:moveTo>
                <a:lnTo>
                  <a:pt x="356908" y="202882"/>
                </a:lnTo>
                <a:lnTo>
                  <a:pt x="327660" y="218287"/>
                </a:lnTo>
                <a:lnTo>
                  <a:pt x="299288" y="232410"/>
                </a:lnTo>
                <a:lnTo>
                  <a:pt x="271513" y="245097"/>
                </a:lnTo>
                <a:lnTo>
                  <a:pt x="244043" y="256222"/>
                </a:lnTo>
                <a:lnTo>
                  <a:pt x="244043" y="192214"/>
                </a:lnTo>
                <a:lnTo>
                  <a:pt x="213563" y="192214"/>
                </a:lnTo>
                <a:lnTo>
                  <a:pt x="213563" y="326415"/>
                </a:lnTo>
                <a:lnTo>
                  <a:pt x="216395" y="345554"/>
                </a:lnTo>
                <a:lnTo>
                  <a:pt x="224802" y="359422"/>
                </a:lnTo>
                <a:lnTo>
                  <a:pt x="238633" y="367868"/>
                </a:lnTo>
                <a:lnTo>
                  <a:pt x="257759" y="370713"/>
                </a:lnTo>
                <a:lnTo>
                  <a:pt x="321767" y="370713"/>
                </a:lnTo>
                <a:lnTo>
                  <a:pt x="340347" y="368668"/>
                </a:lnTo>
                <a:lnTo>
                  <a:pt x="354609" y="362470"/>
                </a:lnTo>
                <a:lnTo>
                  <a:pt x="364286" y="351993"/>
                </a:lnTo>
                <a:lnTo>
                  <a:pt x="366636" y="344703"/>
                </a:lnTo>
                <a:lnTo>
                  <a:pt x="369100" y="337083"/>
                </a:lnTo>
                <a:lnTo>
                  <a:pt x="371119" y="327736"/>
                </a:lnTo>
                <a:lnTo>
                  <a:pt x="372719" y="315937"/>
                </a:lnTo>
                <a:lnTo>
                  <a:pt x="374027" y="302158"/>
                </a:lnTo>
                <a:lnTo>
                  <a:pt x="375196" y="286791"/>
                </a:lnTo>
                <a:lnTo>
                  <a:pt x="368096" y="284276"/>
                </a:lnTo>
                <a:lnTo>
                  <a:pt x="353339" y="278650"/>
                </a:lnTo>
                <a:lnTo>
                  <a:pt x="346240" y="276123"/>
                </a:lnTo>
                <a:lnTo>
                  <a:pt x="345097" y="291274"/>
                </a:lnTo>
                <a:lnTo>
                  <a:pt x="343954" y="304698"/>
                </a:lnTo>
                <a:lnTo>
                  <a:pt x="327698" y="343560"/>
                </a:lnTo>
                <a:lnTo>
                  <a:pt x="318719" y="344703"/>
                </a:lnTo>
                <a:lnTo>
                  <a:pt x="262331" y="344703"/>
                </a:lnTo>
                <a:lnTo>
                  <a:pt x="254330" y="343255"/>
                </a:lnTo>
                <a:lnTo>
                  <a:pt x="248615" y="338797"/>
                </a:lnTo>
                <a:lnTo>
                  <a:pt x="245186" y="331203"/>
                </a:lnTo>
                <a:lnTo>
                  <a:pt x="244043" y="320319"/>
                </a:lnTo>
                <a:lnTo>
                  <a:pt x="244043" y="286791"/>
                </a:lnTo>
                <a:lnTo>
                  <a:pt x="277812" y="273875"/>
                </a:lnTo>
                <a:lnTo>
                  <a:pt x="310756" y="260083"/>
                </a:lnTo>
                <a:lnTo>
                  <a:pt x="319112" y="256222"/>
                </a:lnTo>
                <a:lnTo>
                  <a:pt x="343128" y="245135"/>
                </a:lnTo>
                <a:lnTo>
                  <a:pt x="375196" y="228790"/>
                </a:lnTo>
                <a:close/>
              </a:path>
              <a:path w="755015" h="377189">
                <a:moveTo>
                  <a:pt x="375196" y="94576"/>
                </a:moveTo>
                <a:lnTo>
                  <a:pt x="367436" y="91389"/>
                </a:lnTo>
                <a:lnTo>
                  <a:pt x="352475" y="85585"/>
                </a:lnTo>
                <a:lnTo>
                  <a:pt x="344716" y="82384"/>
                </a:lnTo>
                <a:lnTo>
                  <a:pt x="341312" y="121818"/>
                </a:lnTo>
                <a:lnTo>
                  <a:pt x="312623" y="150964"/>
                </a:lnTo>
                <a:lnTo>
                  <a:pt x="265379" y="150964"/>
                </a:lnTo>
                <a:lnTo>
                  <a:pt x="256247" y="149275"/>
                </a:lnTo>
                <a:lnTo>
                  <a:pt x="249567" y="144297"/>
                </a:lnTo>
                <a:lnTo>
                  <a:pt x="245440" y="136182"/>
                </a:lnTo>
                <a:lnTo>
                  <a:pt x="244043" y="125056"/>
                </a:lnTo>
                <a:lnTo>
                  <a:pt x="244043" y="102196"/>
                </a:lnTo>
                <a:lnTo>
                  <a:pt x="274891" y="89344"/>
                </a:lnTo>
                <a:lnTo>
                  <a:pt x="305612" y="75907"/>
                </a:lnTo>
                <a:lnTo>
                  <a:pt x="314680" y="71716"/>
                </a:lnTo>
                <a:lnTo>
                  <a:pt x="336054" y="61874"/>
                </a:lnTo>
                <a:lnTo>
                  <a:pt x="366052" y="47244"/>
                </a:lnTo>
                <a:lnTo>
                  <a:pt x="349288" y="21336"/>
                </a:lnTo>
                <a:lnTo>
                  <a:pt x="322948" y="35623"/>
                </a:lnTo>
                <a:lnTo>
                  <a:pt x="296621" y="48780"/>
                </a:lnTo>
                <a:lnTo>
                  <a:pt x="270332" y="60807"/>
                </a:lnTo>
                <a:lnTo>
                  <a:pt x="244043" y="71716"/>
                </a:lnTo>
                <a:lnTo>
                  <a:pt x="244043" y="6096"/>
                </a:lnTo>
                <a:lnTo>
                  <a:pt x="215087" y="6096"/>
                </a:lnTo>
                <a:lnTo>
                  <a:pt x="215087" y="131152"/>
                </a:lnTo>
                <a:lnTo>
                  <a:pt x="217944" y="151180"/>
                </a:lnTo>
                <a:lnTo>
                  <a:pt x="226517" y="165493"/>
                </a:lnTo>
                <a:lnTo>
                  <a:pt x="240804" y="174104"/>
                </a:lnTo>
                <a:lnTo>
                  <a:pt x="260807" y="176974"/>
                </a:lnTo>
                <a:lnTo>
                  <a:pt x="317195" y="176974"/>
                </a:lnTo>
                <a:lnTo>
                  <a:pt x="337553" y="174955"/>
                </a:lnTo>
                <a:lnTo>
                  <a:pt x="352894" y="168770"/>
                </a:lnTo>
                <a:lnTo>
                  <a:pt x="363359" y="158292"/>
                </a:lnTo>
                <a:lnTo>
                  <a:pt x="366166" y="150964"/>
                </a:lnTo>
                <a:lnTo>
                  <a:pt x="369100" y="143344"/>
                </a:lnTo>
                <a:lnTo>
                  <a:pt x="370484" y="133375"/>
                </a:lnTo>
                <a:lnTo>
                  <a:pt x="372122" y="122034"/>
                </a:lnTo>
                <a:lnTo>
                  <a:pt x="373811" y="108851"/>
                </a:lnTo>
                <a:lnTo>
                  <a:pt x="375196" y="94576"/>
                </a:lnTo>
                <a:close/>
              </a:path>
              <a:path w="755015" h="377189">
                <a:moveTo>
                  <a:pt x="674090" y="265366"/>
                </a:moveTo>
                <a:lnTo>
                  <a:pt x="391960" y="265366"/>
                </a:lnTo>
                <a:lnTo>
                  <a:pt x="391960" y="292900"/>
                </a:lnTo>
                <a:lnTo>
                  <a:pt x="674090" y="292900"/>
                </a:lnTo>
                <a:lnTo>
                  <a:pt x="674090" y="265366"/>
                </a:lnTo>
                <a:close/>
              </a:path>
              <a:path w="755015" h="377189">
                <a:moveTo>
                  <a:pt x="736574" y="189166"/>
                </a:moveTo>
                <a:lnTo>
                  <a:pt x="486549" y="189166"/>
                </a:lnTo>
                <a:lnTo>
                  <a:pt x="497217" y="140296"/>
                </a:lnTo>
                <a:lnTo>
                  <a:pt x="725906" y="140296"/>
                </a:lnTo>
                <a:lnTo>
                  <a:pt x="725906" y="112864"/>
                </a:lnTo>
                <a:lnTo>
                  <a:pt x="501789" y="112864"/>
                </a:lnTo>
                <a:lnTo>
                  <a:pt x="510933" y="67144"/>
                </a:lnTo>
                <a:lnTo>
                  <a:pt x="478929" y="67144"/>
                </a:lnTo>
                <a:lnTo>
                  <a:pt x="452920" y="189166"/>
                </a:lnTo>
                <a:lnTo>
                  <a:pt x="452920" y="216598"/>
                </a:lnTo>
                <a:lnTo>
                  <a:pt x="703046" y="216598"/>
                </a:lnTo>
                <a:lnTo>
                  <a:pt x="701878" y="245783"/>
                </a:lnTo>
                <a:lnTo>
                  <a:pt x="698969" y="294474"/>
                </a:lnTo>
                <a:lnTo>
                  <a:pt x="684568" y="336905"/>
                </a:lnTo>
                <a:lnTo>
                  <a:pt x="657326" y="344716"/>
                </a:lnTo>
                <a:lnTo>
                  <a:pt x="636739" y="344424"/>
                </a:lnTo>
                <a:lnTo>
                  <a:pt x="616127" y="343573"/>
                </a:lnTo>
                <a:lnTo>
                  <a:pt x="595528" y="342138"/>
                </a:lnTo>
                <a:lnTo>
                  <a:pt x="574941" y="340144"/>
                </a:lnTo>
                <a:lnTo>
                  <a:pt x="576287" y="349021"/>
                </a:lnTo>
                <a:lnTo>
                  <a:pt x="577799" y="357479"/>
                </a:lnTo>
                <a:lnTo>
                  <a:pt x="579005" y="365683"/>
                </a:lnTo>
                <a:lnTo>
                  <a:pt x="579513" y="373761"/>
                </a:lnTo>
                <a:lnTo>
                  <a:pt x="602729" y="374637"/>
                </a:lnTo>
                <a:lnTo>
                  <a:pt x="624357" y="375094"/>
                </a:lnTo>
                <a:lnTo>
                  <a:pt x="663422" y="375285"/>
                </a:lnTo>
                <a:lnTo>
                  <a:pt x="688860" y="371843"/>
                </a:lnTo>
                <a:lnTo>
                  <a:pt x="707999" y="361518"/>
                </a:lnTo>
                <a:lnTo>
                  <a:pt x="720585" y="344716"/>
                </a:lnTo>
                <a:lnTo>
                  <a:pt x="720864" y="344347"/>
                </a:lnTo>
                <a:lnTo>
                  <a:pt x="727430" y="320332"/>
                </a:lnTo>
                <a:lnTo>
                  <a:pt x="729665" y="292900"/>
                </a:lnTo>
                <a:lnTo>
                  <a:pt x="732002" y="261035"/>
                </a:lnTo>
                <a:lnTo>
                  <a:pt x="734288" y="226593"/>
                </a:lnTo>
                <a:lnTo>
                  <a:pt x="736574" y="189166"/>
                </a:lnTo>
                <a:close/>
              </a:path>
              <a:path w="755015" h="377189">
                <a:moveTo>
                  <a:pt x="754964" y="27432"/>
                </a:moveTo>
                <a:lnTo>
                  <a:pt x="407200" y="27432"/>
                </a:lnTo>
                <a:lnTo>
                  <a:pt x="407200" y="99148"/>
                </a:lnTo>
                <a:lnTo>
                  <a:pt x="439204" y="99148"/>
                </a:lnTo>
                <a:lnTo>
                  <a:pt x="439204" y="54864"/>
                </a:lnTo>
                <a:lnTo>
                  <a:pt x="722858" y="54864"/>
                </a:lnTo>
                <a:lnTo>
                  <a:pt x="722858" y="99148"/>
                </a:lnTo>
                <a:lnTo>
                  <a:pt x="754964" y="99148"/>
                </a:lnTo>
                <a:lnTo>
                  <a:pt x="754964" y="54864"/>
                </a:lnTo>
                <a:lnTo>
                  <a:pt x="754964" y="27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5" name="object 75" descr=""/>
          <p:cNvGraphicFramePr>
            <a:graphicFrameLocks noGrp="1"/>
          </p:cNvGraphicFramePr>
          <p:nvPr/>
        </p:nvGraphicFramePr>
        <p:xfrm>
          <a:off x="7491603" y="5478049"/>
          <a:ext cx="386715" cy="337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"/>
                <a:gridCol w="138430"/>
              </a:tblGrid>
              <a:tr h="158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6" name="object 76" descr=""/>
          <p:cNvSpPr/>
          <p:nvPr/>
        </p:nvSpPr>
        <p:spPr>
          <a:xfrm>
            <a:off x="7975854" y="5534126"/>
            <a:ext cx="621030" cy="283845"/>
          </a:xfrm>
          <a:custGeom>
            <a:avLst/>
            <a:gdLst/>
            <a:ahLst/>
            <a:cxnLst/>
            <a:rect l="l" t="t" r="r" b="b"/>
            <a:pathLst>
              <a:path w="621029" h="283845">
                <a:moveTo>
                  <a:pt x="204304" y="10756"/>
                </a:moveTo>
                <a:lnTo>
                  <a:pt x="190855" y="5829"/>
                </a:lnTo>
                <a:lnTo>
                  <a:pt x="175539" y="2489"/>
                </a:lnTo>
                <a:lnTo>
                  <a:pt x="158229" y="596"/>
                </a:lnTo>
                <a:lnTo>
                  <a:pt x="138772" y="0"/>
                </a:lnTo>
                <a:lnTo>
                  <a:pt x="110172" y="2565"/>
                </a:lnTo>
                <a:lnTo>
                  <a:pt x="60452" y="22580"/>
                </a:lnTo>
                <a:lnTo>
                  <a:pt x="21856" y="61747"/>
                </a:lnTo>
                <a:lnTo>
                  <a:pt x="2324" y="114985"/>
                </a:lnTo>
                <a:lnTo>
                  <a:pt x="0" y="146494"/>
                </a:lnTo>
                <a:lnTo>
                  <a:pt x="2044" y="175920"/>
                </a:lnTo>
                <a:lnTo>
                  <a:pt x="19278" y="225653"/>
                </a:lnTo>
                <a:lnTo>
                  <a:pt x="53860" y="262534"/>
                </a:lnTo>
                <a:lnTo>
                  <a:pt x="100622" y="281444"/>
                </a:lnTo>
                <a:lnTo>
                  <a:pt x="128016" y="283743"/>
                </a:lnTo>
                <a:lnTo>
                  <a:pt x="150037" y="282625"/>
                </a:lnTo>
                <a:lnTo>
                  <a:pt x="170192" y="279361"/>
                </a:lnTo>
                <a:lnTo>
                  <a:pt x="188328" y="274104"/>
                </a:lnTo>
                <a:lnTo>
                  <a:pt x="204304" y="266979"/>
                </a:lnTo>
                <a:lnTo>
                  <a:pt x="204304" y="236499"/>
                </a:lnTo>
                <a:lnTo>
                  <a:pt x="188607" y="244500"/>
                </a:lnTo>
                <a:lnTo>
                  <a:pt x="171335" y="250215"/>
                </a:lnTo>
                <a:lnTo>
                  <a:pt x="152615" y="253644"/>
                </a:lnTo>
                <a:lnTo>
                  <a:pt x="132588" y="254787"/>
                </a:lnTo>
                <a:lnTo>
                  <a:pt x="111099" y="252818"/>
                </a:lnTo>
                <a:lnTo>
                  <a:pt x="75577" y="237439"/>
                </a:lnTo>
                <a:lnTo>
                  <a:pt x="48958" y="208229"/>
                </a:lnTo>
                <a:lnTo>
                  <a:pt x="35242" y="168706"/>
                </a:lnTo>
                <a:lnTo>
                  <a:pt x="33528" y="144970"/>
                </a:lnTo>
                <a:lnTo>
                  <a:pt x="35255" y="119811"/>
                </a:lnTo>
                <a:lnTo>
                  <a:pt x="49593" y="77584"/>
                </a:lnTo>
                <a:lnTo>
                  <a:pt x="78460" y="47053"/>
                </a:lnTo>
                <a:lnTo>
                  <a:pt x="116738" y="31051"/>
                </a:lnTo>
                <a:lnTo>
                  <a:pt x="138772" y="29044"/>
                </a:lnTo>
                <a:lnTo>
                  <a:pt x="156514" y="30175"/>
                </a:lnTo>
                <a:lnTo>
                  <a:pt x="173253" y="33426"/>
                </a:lnTo>
                <a:lnTo>
                  <a:pt x="189141" y="38696"/>
                </a:lnTo>
                <a:lnTo>
                  <a:pt x="204304" y="45808"/>
                </a:lnTo>
                <a:lnTo>
                  <a:pt x="204304" y="10756"/>
                </a:lnTo>
                <a:close/>
              </a:path>
              <a:path w="621029" h="283845">
                <a:moveTo>
                  <a:pt x="413283" y="208978"/>
                </a:moveTo>
                <a:lnTo>
                  <a:pt x="412978" y="202145"/>
                </a:lnTo>
                <a:lnTo>
                  <a:pt x="411937" y="195453"/>
                </a:lnTo>
                <a:lnTo>
                  <a:pt x="410032" y="189052"/>
                </a:lnTo>
                <a:lnTo>
                  <a:pt x="407098" y="183070"/>
                </a:lnTo>
                <a:lnTo>
                  <a:pt x="404279" y="176707"/>
                </a:lnTo>
                <a:lnTo>
                  <a:pt x="374713" y="147142"/>
                </a:lnTo>
                <a:lnTo>
                  <a:pt x="340042" y="128206"/>
                </a:lnTo>
                <a:lnTo>
                  <a:pt x="333438" y="124777"/>
                </a:lnTo>
                <a:lnTo>
                  <a:pt x="327279" y="121348"/>
                </a:lnTo>
                <a:lnTo>
                  <a:pt x="308038" y="109816"/>
                </a:lnTo>
                <a:lnTo>
                  <a:pt x="301942" y="106768"/>
                </a:lnTo>
                <a:lnTo>
                  <a:pt x="297370" y="102196"/>
                </a:lnTo>
                <a:lnTo>
                  <a:pt x="291274" y="97624"/>
                </a:lnTo>
                <a:lnTo>
                  <a:pt x="282130" y="83908"/>
                </a:lnTo>
                <a:lnTo>
                  <a:pt x="280606" y="77812"/>
                </a:lnTo>
                <a:lnTo>
                  <a:pt x="280606" y="62572"/>
                </a:lnTo>
                <a:lnTo>
                  <a:pt x="282130" y="56476"/>
                </a:lnTo>
                <a:lnTo>
                  <a:pt x="286702" y="50380"/>
                </a:lnTo>
                <a:lnTo>
                  <a:pt x="289750" y="45808"/>
                </a:lnTo>
                <a:lnTo>
                  <a:pt x="294322" y="41236"/>
                </a:lnTo>
                <a:lnTo>
                  <a:pt x="300418" y="38188"/>
                </a:lnTo>
                <a:lnTo>
                  <a:pt x="304990" y="35140"/>
                </a:lnTo>
                <a:lnTo>
                  <a:pt x="311086" y="32092"/>
                </a:lnTo>
                <a:lnTo>
                  <a:pt x="318706" y="30568"/>
                </a:lnTo>
                <a:lnTo>
                  <a:pt x="324802" y="29044"/>
                </a:lnTo>
                <a:lnTo>
                  <a:pt x="340042" y="29044"/>
                </a:lnTo>
                <a:lnTo>
                  <a:pt x="357733" y="30175"/>
                </a:lnTo>
                <a:lnTo>
                  <a:pt x="374142" y="33426"/>
                </a:lnTo>
                <a:lnTo>
                  <a:pt x="389115" y="38696"/>
                </a:lnTo>
                <a:lnTo>
                  <a:pt x="402526" y="45808"/>
                </a:lnTo>
                <a:lnTo>
                  <a:pt x="402526" y="9232"/>
                </a:lnTo>
                <a:lnTo>
                  <a:pt x="391096" y="5181"/>
                </a:lnTo>
                <a:lnTo>
                  <a:pt x="377380" y="2298"/>
                </a:lnTo>
                <a:lnTo>
                  <a:pt x="361378" y="571"/>
                </a:lnTo>
                <a:lnTo>
                  <a:pt x="343090" y="0"/>
                </a:lnTo>
                <a:lnTo>
                  <a:pt x="333959" y="279"/>
                </a:lnTo>
                <a:lnTo>
                  <a:pt x="291655" y="10337"/>
                </a:lnTo>
                <a:lnTo>
                  <a:pt x="260096" y="33807"/>
                </a:lnTo>
                <a:lnTo>
                  <a:pt x="246976" y="73240"/>
                </a:lnTo>
                <a:lnTo>
                  <a:pt x="247281" y="80721"/>
                </a:lnTo>
                <a:lnTo>
                  <a:pt x="248310" y="87337"/>
                </a:lnTo>
                <a:lnTo>
                  <a:pt x="250190" y="93395"/>
                </a:lnTo>
                <a:lnTo>
                  <a:pt x="253072" y="99148"/>
                </a:lnTo>
                <a:lnTo>
                  <a:pt x="255651" y="104863"/>
                </a:lnTo>
                <a:lnTo>
                  <a:pt x="288226" y="137350"/>
                </a:lnTo>
                <a:lnTo>
                  <a:pt x="315658" y="151066"/>
                </a:lnTo>
                <a:lnTo>
                  <a:pt x="341566" y="164782"/>
                </a:lnTo>
                <a:lnTo>
                  <a:pt x="349186" y="169354"/>
                </a:lnTo>
                <a:lnTo>
                  <a:pt x="355282" y="172402"/>
                </a:lnTo>
                <a:lnTo>
                  <a:pt x="367474" y="181546"/>
                </a:lnTo>
                <a:lnTo>
                  <a:pt x="372046" y="187642"/>
                </a:lnTo>
                <a:lnTo>
                  <a:pt x="375094" y="192214"/>
                </a:lnTo>
                <a:lnTo>
                  <a:pt x="378142" y="198310"/>
                </a:lnTo>
                <a:lnTo>
                  <a:pt x="379666" y="204406"/>
                </a:lnTo>
                <a:lnTo>
                  <a:pt x="379666" y="212026"/>
                </a:lnTo>
                <a:lnTo>
                  <a:pt x="356438" y="248361"/>
                </a:lnTo>
                <a:lnTo>
                  <a:pt x="320230" y="254787"/>
                </a:lnTo>
                <a:lnTo>
                  <a:pt x="315658" y="254787"/>
                </a:lnTo>
                <a:lnTo>
                  <a:pt x="308038" y="253263"/>
                </a:lnTo>
                <a:lnTo>
                  <a:pt x="301942" y="253263"/>
                </a:lnTo>
                <a:lnTo>
                  <a:pt x="295846" y="251739"/>
                </a:lnTo>
                <a:lnTo>
                  <a:pt x="288226" y="250215"/>
                </a:lnTo>
                <a:lnTo>
                  <a:pt x="282130" y="248691"/>
                </a:lnTo>
                <a:lnTo>
                  <a:pt x="274510" y="245643"/>
                </a:lnTo>
                <a:lnTo>
                  <a:pt x="256120" y="236499"/>
                </a:lnTo>
                <a:lnTo>
                  <a:pt x="246976" y="230403"/>
                </a:lnTo>
                <a:lnTo>
                  <a:pt x="246976" y="266979"/>
                </a:lnTo>
                <a:lnTo>
                  <a:pt x="250024" y="270027"/>
                </a:lnTo>
                <a:lnTo>
                  <a:pt x="254596" y="273075"/>
                </a:lnTo>
                <a:lnTo>
                  <a:pt x="272986" y="277647"/>
                </a:lnTo>
                <a:lnTo>
                  <a:pt x="280606" y="279171"/>
                </a:lnTo>
                <a:lnTo>
                  <a:pt x="292798" y="282219"/>
                </a:lnTo>
                <a:lnTo>
                  <a:pt x="300418" y="282219"/>
                </a:lnTo>
                <a:lnTo>
                  <a:pt x="306514" y="283743"/>
                </a:lnTo>
                <a:lnTo>
                  <a:pt x="325653" y="283464"/>
                </a:lnTo>
                <a:lnTo>
                  <a:pt x="369379" y="274218"/>
                </a:lnTo>
                <a:lnTo>
                  <a:pt x="400951" y="250698"/>
                </a:lnTo>
                <a:lnTo>
                  <a:pt x="412724" y="219011"/>
                </a:lnTo>
                <a:lnTo>
                  <a:pt x="413283" y="208978"/>
                </a:lnTo>
                <a:close/>
              </a:path>
              <a:path w="621029" h="283845">
                <a:moveTo>
                  <a:pt x="620649" y="208978"/>
                </a:moveTo>
                <a:lnTo>
                  <a:pt x="608838" y="171069"/>
                </a:lnTo>
                <a:lnTo>
                  <a:pt x="576453" y="143446"/>
                </a:lnTo>
                <a:lnTo>
                  <a:pt x="569582" y="139141"/>
                </a:lnTo>
                <a:lnTo>
                  <a:pt x="562724" y="135255"/>
                </a:lnTo>
                <a:lnTo>
                  <a:pt x="528993" y="117919"/>
                </a:lnTo>
                <a:lnTo>
                  <a:pt x="523011" y="114490"/>
                </a:lnTo>
                <a:lnTo>
                  <a:pt x="515391" y="109816"/>
                </a:lnTo>
                <a:lnTo>
                  <a:pt x="509295" y="106768"/>
                </a:lnTo>
                <a:lnTo>
                  <a:pt x="495579" y="93052"/>
                </a:lnTo>
                <a:lnTo>
                  <a:pt x="492531" y="88480"/>
                </a:lnTo>
                <a:lnTo>
                  <a:pt x="491007" y="83908"/>
                </a:lnTo>
                <a:lnTo>
                  <a:pt x="489483" y="77812"/>
                </a:lnTo>
                <a:lnTo>
                  <a:pt x="489483" y="62572"/>
                </a:lnTo>
                <a:lnTo>
                  <a:pt x="519963" y="32092"/>
                </a:lnTo>
                <a:lnTo>
                  <a:pt x="533679" y="29044"/>
                </a:lnTo>
                <a:lnTo>
                  <a:pt x="547395" y="29044"/>
                </a:lnTo>
                <a:lnTo>
                  <a:pt x="565785" y="30175"/>
                </a:lnTo>
                <a:lnTo>
                  <a:pt x="582155" y="33426"/>
                </a:lnTo>
                <a:lnTo>
                  <a:pt x="596785" y="38696"/>
                </a:lnTo>
                <a:lnTo>
                  <a:pt x="609981" y="45808"/>
                </a:lnTo>
                <a:lnTo>
                  <a:pt x="609981" y="9232"/>
                </a:lnTo>
                <a:lnTo>
                  <a:pt x="599401" y="5181"/>
                </a:lnTo>
                <a:lnTo>
                  <a:pt x="585978" y="2298"/>
                </a:lnTo>
                <a:lnTo>
                  <a:pt x="569683" y="571"/>
                </a:lnTo>
                <a:lnTo>
                  <a:pt x="550545" y="0"/>
                </a:lnTo>
                <a:lnTo>
                  <a:pt x="541578" y="279"/>
                </a:lnTo>
                <a:lnTo>
                  <a:pt x="499579" y="10337"/>
                </a:lnTo>
                <a:lnTo>
                  <a:pt x="468198" y="33807"/>
                </a:lnTo>
                <a:lnTo>
                  <a:pt x="455955" y="73240"/>
                </a:lnTo>
                <a:lnTo>
                  <a:pt x="456247" y="80721"/>
                </a:lnTo>
                <a:lnTo>
                  <a:pt x="475767" y="120586"/>
                </a:lnTo>
                <a:lnTo>
                  <a:pt x="509485" y="144208"/>
                </a:lnTo>
                <a:lnTo>
                  <a:pt x="542937" y="161353"/>
                </a:lnTo>
                <a:lnTo>
                  <a:pt x="556641" y="169354"/>
                </a:lnTo>
                <a:lnTo>
                  <a:pt x="564261" y="172402"/>
                </a:lnTo>
                <a:lnTo>
                  <a:pt x="568833" y="176974"/>
                </a:lnTo>
                <a:lnTo>
                  <a:pt x="574929" y="181546"/>
                </a:lnTo>
                <a:lnTo>
                  <a:pt x="579501" y="187642"/>
                </a:lnTo>
                <a:lnTo>
                  <a:pt x="582549" y="192214"/>
                </a:lnTo>
                <a:lnTo>
                  <a:pt x="585597" y="198310"/>
                </a:lnTo>
                <a:lnTo>
                  <a:pt x="587121" y="204406"/>
                </a:lnTo>
                <a:lnTo>
                  <a:pt x="587121" y="212026"/>
                </a:lnTo>
                <a:lnTo>
                  <a:pt x="564769" y="248361"/>
                </a:lnTo>
                <a:lnTo>
                  <a:pt x="529107" y="254787"/>
                </a:lnTo>
                <a:lnTo>
                  <a:pt x="523011" y="254787"/>
                </a:lnTo>
                <a:lnTo>
                  <a:pt x="516915" y="253263"/>
                </a:lnTo>
                <a:lnTo>
                  <a:pt x="509295" y="253263"/>
                </a:lnTo>
                <a:lnTo>
                  <a:pt x="497103" y="250215"/>
                </a:lnTo>
                <a:lnTo>
                  <a:pt x="489483" y="248691"/>
                </a:lnTo>
                <a:lnTo>
                  <a:pt x="459003" y="233451"/>
                </a:lnTo>
                <a:lnTo>
                  <a:pt x="454431" y="230403"/>
                </a:lnTo>
                <a:lnTo>
                  <a:pt x="454431" y="266979"/>
                </a:lnTo>
                <a:lnTo>
                  <a:pt x="463575" y="273075"/>
                </a:lnTo>
                <a:lnTo>
                  <a:pt x="487959" y="279171"/>
                </a:lnTo>
                <a:lnTo>
                  <a:pt x="495579" y="280695"/>
                </a:lnTo>
                <a:lnTo>
                  <a:pt x="501675" y="282219"/>
                </a:lnTo>
                <a:lnTo>
                  <a:pt x="507771" y="282219"/>
                </a:lnTo>
                <a:lnTo>
                  <a:pt x="513867" y="283743"/>
                </a:lnTo>
                <a:lnTo>
                  <a:pt x="533679" y="283464"/>
                </a:lnTo>
                <a:lnTo>
                  <a:pt x="577596" y="274218"/>
                </a:lnTo>
                <a:lnTo>
                  <a:pt x="609041" y="250698"/>
                </a:lnTo>
                <a:lnTo>
                  <a:pt x="620306" y="219011"/>
                </a:lnTo>
                <a:lnTo>
                  <a:pt x="620649" y="20897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8726132" y="5486882"/>
            <a:ext cx="761365" cy="378460"/>
          </a:xfrm>
          <a:custGeom>
            <a:avLst/>
            <a:gdLst/>
            <a:ahLst/>
            <a:cxnLst/>
            <a:rect l="l" t="t" r="r" b="b"/>
            <a:pathLst>
              <a:path w="761365" h="378460">
                <a:moveTo>
                  <a:pt x="125069" y="10668"/>
                </a:moveTo>
                <a:lnTo>
                  <a:pt x="94576" y="0"/>
                </a:lnTo>
                <a:lnTo>
                  <a:pt x="75044" y="50088"/>
                </a:lnTo>
                <a:lnTo>
                  <a:pt x="52971" y="97434"/>
                </a:lnTo>
                <a:lnTo>
                  <a:pt x="28054" y="142227"/>
                </a:lnTo>
                <a:lnTo>
                  <a:pt x="0" y="184594"/>
                </a:lnTo>
                <a:lnTo>
                  <a:pt x="6667" y="201930"/>
                </a:lnTo>
                <a:lnTo>
                  <a:pt x="9639" y="210096"/>
                </a:lnTo>
                <a:lnTo>
                  <a:pt x="12192" y="218122"/>
                </a:lnTo>
                <a:lnTo>
                  <a:pt x="23622" y="202958"/>
                </a:lnTo>
                <a:lnTo>
                  <a:pt x="35052" y="187058"/>
                </a:lnTo>
                <a:lnTo>
                  <a:pt x="46482" y="170294"/>
                </a:lnTo>
                <a:lnTo>
                  <a:pt x="57912" y="152501"/>
                </a:lnTo>
                <a:lnTo>
                  <a:pt x="57912" y="378333"/>
                </a:lnTo>
                <a:lnTo>
                  <a:pt x="88480" y="378333"/>
                </a:lnTo>
                <a:lnTo>
                  <a:pt x="88480" y="152501"/>
                </a:lnTo>
                <a:lnTo>
                  <a:pt x="88480" y="93052"/>
                </a:lnTo>
                <a:lnTo>
                  <a:pt x="98272" y="74180"/>
                </a:lnTo>
                <a:lnTo>
                  <a:pt x="107340" y="54152"/>
                </a:lnTo>
                <a:lnTo>
                  <a:pt x="116128" y="32969"/>
                </a:lnTo>
                <a:lnTo>
                  <a:pt x="125069" y="10668"/>
                </a:lnTo>
                <a:close/>
              </a:path>
              <a:path w="761365" h="378460">
                <a:moveTo>
                  <a:pt x="352234" y="70192"/>
                </a:moveTo>
                <a:lnTo>
                  <a:pt x="334238" y="54457"/>
                </a:lnTo>
                <a:lnTo>
                  <a:pt x="316801" y="39446"/>
                </a:lnTo>
                <a:lnTo>
                  <a:pt x="299948" y="25311"/>
                </a:lnTo>
                <a:lnTo>
                  <a:pt x="283654" y="12192"/>
                </a:lnTo>
                <a:lnTo>
                  <a:pt x="263842" y="32004"/>
                </a:lnTo>
                <a:lnTo>
                  <a:pt x="279869" y="46253"/>
                </a:lnTo>
                <a:lnTo>
                  <a:pt x="296037" y="61391"/>
                </a:lnTo>
                <a:lnTo>
                  <a:pt x="329374" y="93052"/>
                </a:lnTo>
                <a:lnTo>
                  <a:pt x="352234" y="70192"/>
                </a:lnTo>
                <a:close/>
              </a:path>
              <a:path w="761365" h="378460">
                <a:moveTo>
                  <a:pt x="384340" y="277660"/>
                </a:moveTo>
                <a:lnTo>
                  <a:pt x="376567" y="275323"/>
                </a:lnTo>
                <a:lnTo>
                  <a:pt x="369087" y="272707"/>
                </a:lnTo>
                <a:lnTo>
                  <a:pt x="361581" y="269506"/>
                </a:lnTo>
                <a:lnTo>
                  <a:pt x="353758" y="265468"/>
                </a:lnTo>
                <a:lnTo>
                  <a:pt x="347662" y="298996"/>
                </a:lnTo>
                <a:lnTo>
                  <a:pt x="332994" y="339572"/>
                </a:lnTo>
                <a:lnTo>
                  <a:pt x="326783" y="340588"/>
                </a:lnTo>
                <a:lnTo>
                  <a:pt x="318706" y="338620"/>
                </a:lnTo>
                <a:lnTo>
                  <a:pt x="267271" y="275501"/>
                </a:lnTo>
                <a:lnTo>
                  <a:pt x="249275" y="220408"/>
                </a:lnTo>
                <a:lnTo>
                  <a:pt x="236956" y="152501"/>
                </a:lnTo>
                <a:lnTo>
                  <a:pt x="236410" y="149453"/>
                </a:lnTo>
                <a:lnTo>
                  <a:pt x="376720" y="132676"/>
                </a:lnTo>
                <a:lnTo>
                  <a:pt x="375361" y="120484"/>
                </a:lnTo>
                <a:lnTo>
                  <a:pt x="373672" y="105244"/>
                </a:lnTo>
                <a:lnTo>
                  <a:pt x="233362" y="120484"/>
                </a:lnTo>
                <a:lnTo>
                  <a:pt x="230505" y="90144"/>
                </a:lnTo>
                <a:lnTo>
                  <a:pt x="228790" y="60629"/>
                </a:lnTo>
                <a:lnTo>
                  <a:pt x="228219" y="31686"/>
                </a:lnTo>
                <a:lnTo>
                  <a:pt x="228790" y="3048"/>
                </a:lnTo>
                <a:lnTo>
                  <a:pt x="195173" y="3048"/>
                </a:lnTo>
                <a:lnTo>
                  <a:pt x="195694" y="37299"/>
                </a:lnTo>
                <a:lnTo>
                  <a:pt x="197078" y="69011"/>
                </a:lnTo>
                <a:lnTo>
                  <a:pt x="198996" y="97434"/>
                </a:lnTo>
                <a:lnTo>
                  <a:pt x="201269" y="123532"/>
                </a:lnTo>
                <a:lnTo>
                  <a:pt x="111353" y="134200"/>
                </a:lnTo>
                <a:lnTo>
                  <a:pt x="115925" y="161734"/>
                </a:lnTo>
                <a:lnTo>
                  <a:pt x="204317" y="152501"/>
                </a:lnTo>
                <a:lnTo>
                  <a:pt x="214985" y="213715"/>
                </a:lnTo>
                <a:lnTo>
                  <a:pt x="228777" y="264642"/>
                </a:lnTo>
                <a:lnTo>
                  <a:pt x="245986" y="305257"/>
                </a:lnTo>
                <a:lnTo>
                  <a:pt x="281800" y="352704"/>
                </a:lnTo>
                <a:lnTo>
                  <a:pt x="329374" y="375285"/>
                </a:lnTo>
                <a:lnTo>
                  <a:pt x="343103" y="373913"/>
                </a:lnTo>
                <a:lnTo>
                  <a:pt x="354571" y="367804"/>
                </a:lnTo>
                <a:lnTo>
                  <a:pt x="363740" y="357416"/>
                </a:lnTo>
                <a:lnTo>
                  <a:pt x="370624" y="343192"/>
                </a:lnTo>
                <a:lnTo>
                  <a:pt x="371208" y="340588"/>
                </a:lnTo>
                <a:lnTo>
                  <a:pt x="374053" y="328015"/>
                </a:lnTo>
                <a:lnTo>
                  <a:pt x="377482" y="312140"/>
                </a:lnTo>
                <a:lnTo>
                  <a:pt x="380911" y="295389"/>
                </a:lnTo>
                <a:lnTo>
                  <a:pt x="384340" y="277660"/>
                </a:lnTo>
                <a:close/>
              </a:path>
              <a:path w="761365" h="378460">
                <a:moveTo>
                  <a:pt x="547497" y="36576"/>
                </a:moveTo>
                <a:lnTo>
                  <a:pt x="404152" y="36576"/>
                </a:lnTo>
                <a:lnTo>
                  <a:pt x="404152" y="65620"/>
                </a:lnTo>
                <a:lnTo>
                  <a:pt x="460540" y="65620"/>
                </a:lnTo>
                <a:lnTo>
                  <a:pt x="448551" y="105651"/>
                </a:lnTo>
                <a:lnTo>
                  <a:pt x="433298" y="143395"/>
                </a:lnTo>
                <a:lnTo>
                  <a:pt x="414883" y="178866"/>
                </a:lnTo>
                <a:lnTo>
                  <a:pt x="393484" y="212026"/>
                </a:lnTo>
                <a:lnTo>
                  <a:pt x="398665" y="219722"/>
                </a:lnTo>
                <a:lnTo>
                  <a:pt x="403009" y="226695"/>
                </a:lnTo>
                <a:lnTo>
                  <a:pt x="406768" y="232816"/>
                </a:lnTo>
                <a:lnTo>
                  <a:pt x="410248" y="237934"/>
                </a:lnTo>
                <a:lnTo>
                  <a:pt x="415937" y="230809"/>
                </a:lnTo>
                <a:lnTo>
                  <a:pt x="421487" y="223266"/>
                </a:lnTo>
                <a:lnTo>
                  <a:pt x="426745" y="215430"/>
                </a:lnTo>
                <a:lnTo>
                  <a:pt x="431584" y="207454"/>
                </a:lnTo>
                <a:lnTo>
                  <a:pt x="431584" y="366141"/>
                </a:lnTo>
                <a:lnTo>
                  <a:pt x="459016" y="366141"/>
                </a:lnTo>
                <a:lnTo>
                  <a:pt x="459016" y="335572"/>
                </a:lnTo>
                <a:lnTo>
                  <a:pt x="506349" y="335572"/>
                </a:lnTo>
                <a:lnTo>
                  <a:pt x="506349" y="361480"/>
                </a:lnTo>
                <a:lnTo>
                  <a:pt x="533781" y="361480"/>
                </a:lnTo>
                <a:lnTo>
                  <a:pt x="533781" y="335572"/>
                </a:lnTo>
                <a:lnTo>
                  <a:pt x="533781" y="309664"/>
                </a:lnTo>
                <a:lnTo>
                  <a:pt x="533781" y="180022"/>
                </a:lnTo>
                <a:lnTo>
                  <a:pt x="533781" y="154012"/>
                </a:lnTo>
                <a:lnTo>
                  <a:pt x="506349" y="154012"/>
                </a:lnTo>
                <a:lnTo>
                  <a:pt x="506349" y="180022"/>
                </a:lnTo>
                <a:lnTo>
                  <a:pt x="506349" y="309664"/>
                </a:lnTo>
                <a:lnTo>
                  <a:pt x="459016" y="309664"/>
                </a:lnTo>
                <a:lnTo>
                  <a:pt x="459016" y="207454"/>
                </a:lnTo>
                <a:lnTo>
                  <a:pt x="459016" y="180022"/>
                </a:lnTo>
                <a:lnTo>
                  <a:pt x="506349" y="180022"/>
                </a:lnTo>
                <a:lnTo>
                  <a:pt x="506349" y="154012"/>
                </a:lnTo>
                <a:lnTo>
                  <a:pt x="459016" y="154012"/>
                </a:lnTo>
                <a:lnTo>
                  <a:pt x="468515" y="132918"/>
                </a:lnTo>
                <a:lnTo>
                  <a:pt x="476732" y="110959"/>
                </a:lnTo>
                <a:lnTo>
                  <a:pt x="484085" y="88442"/>
                </a:lnTo>
                <a:lnTo>
                  <a:pt x="491020" y="65620"/>
                </a:lnTo>
                <a:lnTo>
                  <a:pt x="547497" y="65620"/>
                </a:lnTo>
                <a:lnTo>
                  <a:pt x="547497" y="36576"/>
                </a:lnTo>
                <a:close/>
              </a:path>
              <a:path w="761365" h="378460">
                <a:moveTo>
                  <a:pt x="710666" y="256222"/>
                </a:moveTo>
                <a:lnTo>
                  <a:pt x="549021" y="256222"/>
                </a:lnTo>
                <a:lnTo>
                  <a:pt x="549021" y="283756"/>
                </a:lnTo>
                <a:lnTo>
                  <a:pt x="710666" y="283756"/>
                </a:lnTo>
                <a:lnTo>
                  <a:pt x="710666" y="256222"/>
                </a:lnTo>
                <a:close/>
              </a:path>
              <a:path w="761365" h="378460">
                <a:moveTo>
                  <a:pt x="760958" y="176974"/>
                </a:moveTo>
                <a:lnTo>
                  <a:pt x="719810" y="176974"/>
                </a:lnTo>
                <a:lnTo>
                  <a:pt x="736574" y="22860"/>
                </a:lnTo>
                <a:lnTo>
                  <a:pt x="562737" y="22860"/>
                </a:lnTo>
                <a:lnTo>
                  <a:pt x="562737" y="50292"/>
                </a:lnTo>
                <a:lnTo>
                  <a:pt x="703046" y="50292"/>
                </a:lnTo>
                <a:lnTo>
                  <a:pt x="690854" y="176974"/>
                </a:lnTo>
                <a:lnTo>
                  <a:pt x="600837" y="176974"/>
                </a:lnTo>
                <a:lnTo>
                  <a:pt x="609981" y="65620"/>
                </a:lnTo>
                <a:lnTo>
                  <a:pt x="581025" y="65620"/>
                </a:lnTo>
                <a:lnTo>
                  <a:pt x="570357" y="204406"/>
                </a:lnTo>
                <a:lnTo>
                  <a:pt x="728954" y="204406"/>
                </a:lnTo>
                <a:lnTo>
                  <a:pt x="728662" y="233235"/>
                </a:lnTo>
                <a:lnTo>
                  <a:pt x="726376" y="284645"/>
                </a:lnTo>
                <a:lnTo>
                  <a:pt x="715238" y="330619"/>
                </a:lnTo>
                <a:lnTo>
                  <a:pt x="692645" y="338582"/>
                </a:lnTo>
                <a:lnTo>
                  <a:pt x="680161" y="338569"/>
                </a:lnTo>
                <a:lnTo>
                  <a:pt x="666661" y="338239"/>
                </a:lnTo>
                <a:lnTo>
                  <a:pt x="652297" y="337324"/>
                </a:lnTo>
                <a:lnTo>
                  <a:pt x="637514" y="335572"/>
                </a:lnTo>
                <a:lnTo>
                  <a:pt x="638657" y="344424"/>
                </a:lnTo>
                <a:lnTo>
                  <a:pt x="639800" y="352717"/>
                </a:lnTo>
                <a:lnTo>
                  <a:pt x="640943" y="360464"/>
                </a:lnTo>
                <a:lnTo>
                  <a:pt x="642086" y="367665"/>
                </a:lnTo>
                <a:lnTo>
                  <a:pt x="657771" y="367906"/>
                </a:lnTo>
                <a:lnTo>
                  <a:pt x="686866" y="368947"/>
                </a:lnTo>
                <a:lnTo>
                  <a:pt x="699998" y="369189"/>
                </a:lnTo>
                <a:lnTo>
                  <a:pt x="722287" y="365480"/>
                </a:lnTo>
                <a:lnTo>
                  <a:pt x="738860" y="354469"/>
                </a:lnTo>
                <a:lnTo>
                  <a:pt x="748334" y="338620"/>
                </a:lnTo>
                <a:lnTo>
                  <a:pt x="749719" y="336321"/>
                </a:lnTo>
                <a:lnTo>
                  <a:pt x="754862" y="311188"/>
                </a:lnTo>
                <a:lnTo>
                  <a:pt x="755891" y="284645"/>
                </a:lnTo>
                <a:lnTo>
                  <a:pt x="757339" y="249224"/>
                </a:lnTo>
                <a:lnTo>
                  <a:pt x="758926" y="214452"/>
                </a:lnTo>
                <a:lnTo>
                  <a:pt x="760958" y="17697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418844" y="625602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739925" y="6054280"/>
            <a:ext cx="770255" cy="377190"/>
          </a:xfrm>
          <a:custGeom>
            <a:avLst/>
            <a:gdLst/>
            <a:ahLst/>
            <a:cxnLst/>
            <a:rect l="l" t="t" r="r" b="b"/>
            <a:pathLst>
              <a:path w="770255" h="377189">
                <a:moveTo>
                  <a:pt x="147916" y="196799"/>
                </a:moveTo>
                <a:lnTo>
                  <a:pt x="121551" y="168414"/>
                </a:lnTo>
                <a:lnTo>
                  <a:pt x="119570" y="166319"/>
                </a:lnTo>
                <a:lnTo>
                  <a:pt x="109258" y="155435"/>
                </a:lnTo>
                <a:lnTo>
                  <a:pt x="106476" y="152603"/>
                </a:lnTo>
                <a:lnTo>
                  <a:pt x="97536" y="143459"/>
                </a:lnTo>
                <a:lnTo>
                  <a:pt x="85344" y="152603"/>
                </a:lnTo>
                <a:lnTo>
                  <a:pt x="85344" y="103733"/>
                </a:lnTo>
                <a:lnTo>
                  <a:pt x="138772" y="103733"/>
                </a:lnTo>
                <a:lnTo>
                  <a:pt x="138772" y="77825"/>
                </a:lnTo>
                <a:lnTo>
                  <a:pt x="85344" y="77825"/>
                </a:lnTo>
                <a:lnTo>
                  <a:pt x="85344" y="1524"/>
                </a:lnTo>
                <a:lnTo>
                  <a:pt x="57912" y="1524"/>
                </a:lnTo>
                <a:lnTo>
                  <a:pt x="57912" y="77825"/>
                </a:lnTo>
                <a:lnTo>
                  <a:pt x="3048" y="77825"/>
                </a:lnTo>
                <a:lnTo>
                  <a:pt x="3048" y="103733"/>
                </a:lnTo>
                <a:lnTo>
                  <a:pt x="54864" y="103733"/>
                </a:lnTo>
                <a:lnTo>
                  <a:pt x="43713" y="141274"/>
                </a:lnTo>
                <a:lnTo>
                  <a:pt x="30861" y="176225"/>
                </a:lnTo>
                <a:lnTo>
                  <a:pt x="16281" y="208876"/>
                </a:lnTo>
                <a:lnTo>
                  <a:pt x="0" y="239560"/>
                </a:lnTo>
                <a:lnTo>
                  <a:pt x="3187" y="247802"/>
                </a:lnTo>
                <a:lnTo>
                  <a:pt x="9004" y="264845"/>
                </a:lnTo>
                <a:lnTo>
                  <a:pt x="12192" y="273088"/>
                </a:lnTo>
                <a:lnTo>
                  <a:pt x="24472" y="251040"/>
                </a:lnTo>
                <a:lnTo>
                  <a:pt x="36195" y="225983"/>
                </a:lnTo>
                <a:lnTo>
                  <a:pt x="47332" y="197789"/>
                </a:lnTo>
                <a:lnTo>
                  <a:pt x="57912" y="166319"/>
                </a:lnTo>
                <a:lnTo>
                  <a:pt x="57912" y="375297"/>
                </a:lnTo>
                <a:lnTo>
                  <a:pt x="85344" y="375297"/>
                </a:lnTo>
                <a:lnTo>
                  <a:pt x="85344" y="166319"/>
                </a:lnTo>
                <a:lnTo>
                  <a:pt x="94792" y="177177"/>
                </a:lnTo>
                <a:lnTo>
                  <a:pt x="104965" y="189179"/>
                </a:lnTo>
                <a:lnTo>
                  <a:pt x="128016" y="216700"/>
                </a:lnTo>
                <a:lnTo>
                  <a:pt x="147916" y="196799"/>
                </a:lnTo>
                <a:close/>
              </a:path>
              <a:path w="770255" h="377189">
                <a:moveTo>
                  <a:pt x="381190" y="343293"/>
                </a:moveTo>
                <a:lnTo>
                  <a:pt x="356044" y="330962"/>
                </a:lnTo>
                <a:lnTo>
                  <a:pt x="333184" y="316763"/>
                </a:lnTo>
                <a:lnTo>
                  <a:pt x="312610" y="300558"/>
                </a:lnTo>
                <a:lnTo>
                  <a:pt x="294322" y="282232"/>
                </a:lnTo>
                <a:lnTo>
                  <a:pt x="313728" y="271919"/>
                </a:lnTo>
                <a:lnTo>
                  <a:pt x="331241" y="262420"/>
                </a:lnTo>
                <a:lnTo>
                  <a:pt x="332994" y="261467"/>
                </a:lnTo>
                <a:lnTo>
                  <a:pt x="351967" y="250723"/>
                </a:lnTo>
                <a:lnTo>
                  <a:pt x="370522" y="239560"/>
                </a:lnTo>
                <a:lnTo>
                  <a:pt x="352234" y="215176"/>
                </a:lnTo>
                <a:lnTo>
                  <a:pt x="334810" y="227482"/>
                </a:lnTo>
                <a:lnTo>
                  <a:pt x="316801" y="239369"/>
                </a:lnTo>
                <a:lnTo>
                  <a:pt x="298234" y="250964"/>
                </a:lnTo>
                <a:lnTo>
                  <a:pt x="279082" y="262420"/>
                </a:lnTo>
                <a:lnTo>
                  <a:pt x="270192" y="248399"/>
                </a:lnTo>
                <a:lnTo>
                  <a:pt x="262039" y="233641"/>
                </a:lnTo>
                <a:lnTo>
                  <a:pt x="254774" y="218020"/>
                </a:lnTo>
                <a:lnTo>
                  <a:pt x="248513" y="201371"/>
                </a:lnTo>
                <a:lnTo>
                  <a:pt x="320230" y="201371"/>
                </a:lnTo>
                <a:lnTo>
                  <a:pt x="320230" y="208991"/>
                </a:lnTo>
                <a:lnTo>
                  <a:pt x="347662" y="208991"/>
                </a:lnTo>
                <a:lnTo>
                  <a:pt x="347662" y="15341"/>
                </a:lnTo>
                <a:lnTo>
                  <a:pt x="320230" y="15341"/>
                </a:lnTo>
                <a:lnTo>
                  <a:pt x="320230" y="42773"/>
                </a:lnTo>
                <a:lnTo>
                  <a:pt x="320230" y="96113"/>
                </a:lnTo>
                <a:lnTo>
                  <a:pt x="320230" y="120599"/>
                </a:lnTo>
                <a:lnTo>
                  <a:pt x="320230" y="173939"/>
                </a:lnTo>
                <a:lnTo>
                  <a:pt x="187553" y="173939"/>
                </a:lnTo>
                <a:lnTo>
                  <a:pt x="187553" y="120599"/>
                </a:lnTo>
                <a:lnTo>
                  <a:pt x="320230" y="120599"/>
                </a:lnTo>
                <a:lnTo>
                  <a:pt x="320230" y="96113"/>
                </a:lnTo>
                <a:lnTo>
                  <a:pt x="187553" y="96113"/>
                </a:lnTo>
                <a:lnTo>
                  <a:pt x="187553" y="42773"/>
                </a:lnTo>
                <a:lnTo>
                  <a:pt x="320230" y="42773"/>
                </a:lnTo>
                <a:lnTo>
                  <a:pt x="320230" y="15341"/>
                </a:lnTo>
                <a:lnTo>
                  <a:pt x="160108" y="15341"/>
                </a:lnTo>
                <a:lnTo>
                  <a:pt x="160032" y="316763"/>
                </a:lnTo>
                <a:lnTo>
                  <a:pt x="159258" y="326644"/>
                </a:lnTo>
                <a:lnTo>
                  <a:pt x="156679" y="336232"/>
                </a:lnTo>
                <a:lnTo>
                  <a:pt x="152400" y="344360"/>
                </a:lnTo>
                <a:lnTo>
                  <a:pt x="146392" y="350913"/>
                </a:lnTo>
                <a:lnTo>
                  <a:pt x="167741" y="376821"/>
                </a:lnTo>
                <a:lnTo>
                  <a:pt x="205117" y="351167"/>
                </a:lnTo>
                <a:lnTo>
                  <a:pt x="256133" y="326529"/>
                </a:lnTo>
                <a:lnTo>
                  <a:pt x="255244" y="319608"/>
                </a:lnTo>
                <a:lnTo>
                  <a:pt x="254800" y="312381"/>
                </a:lnTo>
                <a:lnTo>
                  <a:pt x="254647" y="305435"/>
                </a:lnTo>
                <a:lnTo>
                  <a:pt x="254609" y="295948"/>
                </a:lnTo>
                <a:lnTo>
                  <a:pt x="235127" y="305435"/>
                </a:lnTo>
                <a:lnTo>
                  <a:pt x="217652" y="313524"/>
                </a:lnTo>
                <a:lnTo>
                  <a:pt x="201879" y="320459"/>
                </a:lnTo>
                <a:lnTo>
                  <a:pt x="187553" y="326529"/>
                </a:lnTo>
                <a:lnTo>
                  <a:pt x="187553" y="201371"/>
                </a:lnTo>
                <a:lnTo>
                  <a:pt x="221081" y="201371"/>
                </a:lnTo>
                <a:lnTo>
                  <a:pt x="242493" y="253136"/>
                </a:lnTo>
                <a:lnTo>
                  <a:pt x="272364" y="298462"/>
                </a:lnTo>
                <a:lnTo>
                  <a:pt x="310527" y="337197"/>
                </a:lnTo>
                <a:lnTo>
                  <a:pt x="356806" y="369201"/>
                </a:lnTo>
                <a:lnTo>
                  <a:pt x="362546" y="362356"/>
                </a:lnTo>
                <a:lnTo>
                  <a:pt x="368427" y="355676"/>
                </a:lnTo>
                <a:lnTo>
                  <a:pt x="374599" y="349262"/>
                </a:lnTo>
                <a:lnTo>
                  <a:pt x="381190" y="343293"/>
                </a:lnTo>
                <a:close/>
              </a:path>
              <a:path w="770255" h="377189">
                <a:moveTo>
                  <a:pt x="513867" y="73253"/>
                </a:moveTo>
                <a:lnTo>
                  <a:pt x="472719" y="73253"/>
                </a:lnTo>
                <a:lnTo>
                  <a:pt x="472719" y="0"/>
                </a:lnTo>
                <a:lnTo>
                  <a:pt x="443763" y="0"/>
                </a:lnTo>
                <a:lnTo>
                  <a:pt x="443763" y="73253"/>
                </a:lnTo>
                <a:lnTo>
                  <a:pt x="396430" y="73253"/>
                </a:lnTo>
                <a:lnTo>
                  <a:pt x="396430" y="100685"/>
                </a:lnTo>
                <a:lnTo>
                  <a:pt x="443763" y="100685"/>
                </a:lnTo>
                <a:lnTo>
                  <a:pt x="443763" y="187642"/>
                </a:lnTo>
                <a:lnTo>
                  <a:pt x="431177" y="191960"/>
                </a:lnTo>
                <a:lnTo>
                  <a:pt x="418426" y="195834"/>
                </a:lnTo>
                <a:lnTo>
                  <a:pt x="405371" y="199440"/>
                </a:lnTo>
                <a:lnTo>
                  <a:pt x="391858" y="202882"/>
                </a:lnTo>
                <a:lnTo>
                  <a:pt x="394906" y="236512"/>
                </a:lnTo>
                <a:lnTo>
                  <a:pt x="406654" y="232181"/>
                </a:lnTo>
                <a:lnTo>
                  <a:pt x="431215" y="224078"/>
                </a:lnTo>
                <a:lnTo>
                  <a:pt x="443763" y="219748"/>
                </a:lnTo>
                <a:lnTo>
                  <a:pt x="443763" y="320433"/>
                </a:lnTo>
                <a:lnTo>
                  <a:pt x="442861" y="329311"/>
                </a:lnTo>
                <a:lnTo>
                  <a:pt x="439953" y="335483"/>
                </a:lnTo>
                <a:lnTo>
                  <a:pt x="434771" y="339077"/>
                </a:lnTo>
                <a:lnTo>
                  <a:pt x="426999" y="340245"/>
                </a:lnTo>
                <a:lnTo>
                  <a:pt x="420700" y="339979"/>
                </a:lnTo>
                <a:lnTo>
                  <a:pt x="413245" y="339293"/>
                </a:lnTo>
                <a:lnTo>
                  <a:pt x="394906" y="337197"/>
                </a:lnTo>
                <a:lnTo>
                  <a:pt x="396049" y="345833"/>
                </a:lnTo>
                <a:lnTo>
                  <a:pt x="397192" y="353771"/>
                </a:lnTo>
                <a:lnTo>
                  <a:pt x="399478" y="369201"/>
                </a:lnTo>
                <a:lnTo>
                  <a:pt x="434619" y="369201"/>
                </a:lnTo>
                <a:lnTo>
                  <a:pt x="470420" y="344766"/>
                </a:lnTo>
                <a:lnTo>
                  <a:pt x="472719" y="326529"/>
                </a:lnTo>
                <a:lnTo>
                  <a:pt x="472719" y="219748"/>
                </a:lnTo>
                <a:lnTo>
                  <a:pt x="472719" y="210502"/>
                </a:lnTo>
                <a:lnTo>
                  <a:pt x="481888" y="207098"/>
                </a:lnTo>
                <a:lnTo>
                  <a:pt x="491197" y="203835"/>
                </a:lnTo>
                <a:lnTo>
                  <a:pt x="500799" y="200863"/>
                </a:lnTo>
                <a:lnTo>
                  <a:pt x="510819" y="198310"/>
                </a:lnTo>
                <a:lnTo>
                  <a:pt x="509701" y="191414"/>
                </a:lnTo>
                <a:lnTo>
                  <a:pt x="507771" y="167830"/>
                </a:lnTo>
                <a:lnTo>
                  <a:pt x="499516" y="171030"/>
                </a:lnTo>
                <a:lnTo>
                  <a:pt x="490816" y="173926"/>
                </a:lnTo>
                <a:lnTo>
                  <a:pt x="481850" y="176834"/>
                </a:lnTo>
                <a:lnTo>
                  <a:pt x="472719" y="180022"/>
                </a:lnTo>
                <a:lnTo>
                  <a:pt x="472719" y="100685"/>
                </a:lnTo>
                <a:lnTo>
                  <a:pt x="513867" y="100685"/>
                </a:lnTo>
                <a:lnTo>
                  <a:pt x="513867" y="73253"/>
                </a:lnTo>
                <a:close/>
              </a:path>
              <a:path w="770255" h="377189">
                <a:moveTo>
                  <a:pt x="770102" y="167830"/>
                </a:moveTo>
                <a:lnTo>
                  <a:pt x="669417" y="167830"/>
                </a:lnTo>
                <a:lnTo>
                  <a:pt x="669417" y="126682"/>
                </a:lnTo>
                <a:lnTo>
                  <a:pt x="641985" y="126682"/>
                </a:lnTo>
                <a:lnTo>
                  <a:pt x="641985" y="167830"/>
                </a:lnTo>
                <a:lnTo>
                  <a:pt x="553593" y="167830"/>
                </a:lnTo>
                <a:lnTo>
                  <a:pt x="553593" y="120586"/>
                </a:lnTo>
                <a:lnTo>
                  <a:pt x="722858" y="120586"/>
                </a:lnTo>
                <a:lnTo>
                  <a:pt x="722858" y="131254"/>
                </a:lnTo>
                <a:lnTo>
                  <a:pt x="751814" y="131254"/>
                </a:lnTo>
                <a:lnTo>
                  <a:pt x="751814" y="120586"/>
                </a:lnTo>
                <a:lnTo>
                  <a:pt x="751814" y="94589"/>
                </a:lnTo>
                <a:lnTo>
                  <a:pt x="751814" y="45821"/>
                </a:lnTo>
                <a:lnTo>
                  <a:pt x="751814" y="21437"/>
                </a:lnTo>
                <a:lnTo>
                  <a:pt x="722858" y="21437"/>
                </a:lnTo>
                <a:lnTo>
                  <a:pt x="722858" y="45821"/>
                </a:lnTo>
                <a:lnTo>
                  <a:pt x="722858" y="94589"/>
                </a:lnTo>
                <a:lnTo>
                  <a:pt x="553593" y="94589"/>
                </a:lnTo>
                <a:lnTo>
                  <a:pt x="553593" y="45821"/>
                </a:lnTo>
                <a:lnTo>
                  <a:pt x="722858" y="45821"/>
                </a:lnTo>
                <a:lnTo>
                  <a:pt x="722858" y="21437"/>
                </a:lnTo>
                <a:lnTo>
                  <a:pt x="526059" y="21437"/>
                </a:lnTo>
                <a:lnTo>
                  <a:pt x="525970" y="171030"/>
                </a:lnTo>
                <a:lnTo>
                  <a:pt x="522947" y="226898"/>
                </a:lnTo>
                <a:lnTo>
                  <a:pt x="513676" y="276136"/>
                </a:lnTo>
                <a:lnTo>
                  <a:pt x="498424" y="317373"/>
                </a:lnTo>
                <a:lnTo>
                  <a:pt x="477291" y="350913"/>
                </a:lnTo>
                <a:lnTo>
                  <a:pt x="482993" y="356857"/>
                </a:lnTo>
                <a:lnTo>
                  <a:pt x="488530" y="363105"/>
                </a:lnTo>
                <a:lnTo>
                  <a:pt x="493674" y="369201"/>
                </a:lnTo>
                <a:lnTo>
                  <a:pt x="498627" y="375297"/>
                </a:lnTo>
                <a:lnTo>
                  <a:pt x="520915" y="339864"/>
                </a:lnTo>
                <a:lnTo>
                  <a:pt x="537349" y="297700"/>
                </a:lnTo>
                <a:lnTo>
                  <a:pt x="547789" y="248945"/>
                </a:lnTo>
                <a:lnTo>
                  <a:pt x="552069" y="193738"/>
                </a:lnTo>
                <a:lnTo>
                  <a:pt x="641985" y="193738"/>
                </a:lnTo>
                <a:lnTo>
                  <a:pt x="641985" y="242608"/>
                </a:lnTo>
                <a:lnTo>
                  <a:pt x="562737" y="242608"/>
                </a:lnTo>
                <a:lnTo>
                  <a:pt x="562737" y="370725"/>
                </a:lnTo>
                <a:lnTo>
                  <a:pt x="590169" y="370725"/>
                </a:lnTo>
                <a:lnTo>
                  <a:pt x="590169" y="349389"/>
                </a:lnTo>
                <a:lnTo>
                  <a:pt x="721334" y="349389"/>
                </a:lnTo>
                <a:lnTo>
                  <a:pt x="721334" y="370725"/>
                </a:lnTo>
                <a:lnTo>
                  <a:pt x="748766" y="370725"/>
                </a:lnTo>
                <a:lnTo>
                  <a:pt x="748766" y="349389"/>
                </a:lnTo>
                <a:lnTo>
                  <a:pt x="748766" y="325005"/>
                </a:lnTo>
                <a:lnTo>
                  <a:pt x="748766" y="266992"/>
                </a:lnTo>
                <a:lnTo>
                  <a:pt x="748766" y="242608"/>
                </a:lnTo>
                <a:lnTo>
                  <a:pt x="721334" y="242608"/>
                </a:lnTo>
                <a:lnTo>
                  <a:pt x="721334" y="266992"/>
                </a:lnTo>
                <a:lnTo>
                  <a:pt x="721334" y="325005"/>
                </a:lnTo>
                <a:lnTo>
                  <a:pt x="590169" y="325005"/>
                </a:lnTo>
                <a:lnTo>
                  <a:pt x="590169" y="266992"/>
                </a:lnTo>
                <a:lnTo>
                  <a:pt x="721334" y="266992"/>
                </a:lnTo>
                <a:lnTo>
                  <a:pt x="721334" y="242608"/>
                </a:lnTo>
                <a:lnTo>
                  <a:pt x="669417" y="242608"/>
                </a:lnTo>
                <a:lnTo>
                  <a:pt x="669417" y="193738"/>
                </a:lnTo>
                <a:lnTo>
                  <a:pt x="770102" y="193738"/>
                </a:lnTo>
                <a:lnTo>
                  <a:pt x="770102" y="1678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642704" y="6098578"/>
            <a:ext cx="621030" cy="283845"/>
          </a:xfrm>
          <a:custGeom>
            <a:avLst/>
            <a:gdLst/>
            <a:ahLst/>
            <a:cxnLst/>
            <a:rect l="l" t="t" r="r" b="b"/>
            <a:pathLst>
              <a:path w="621029" h="283845">
                <a:moveTo>
                  <a:pt x="204406" y="12192"/>
                </a:moveTo>
                <a:lnTo>
                  <a:pt x="190919" y="7073"/>
                </a:lnTo>
                <a:lnTo>
                  <a:pt x="175742" y="3238"/>
                </a:lnTo>
                <a:lnTo>
                  <a:pt x="158877" y="838"/>
                </a:lnTo>
                <a:lnTo>
                  <a:pt x="140309" y="0"/>
                </a:lnTo>
                <a:lnTo>
                  <a:pt x="110871" y="2565"/>
                </a:lnTo>
                <a:lnTo>
                  <a:pt x="60540" y="23139"/>
                </a:lnTo>
                <a:lnTo>
                  <a:pt x="21856" y="63233"/>
                </a:lnTo>
                <a:lnTo>
                  <a:pt x="2336" y="116471"/>
                </a:lnTo>
                <a:lnTo>
                  <a:pt x="0" y="147916"/>
                </a:lnTo>
                <a:lnTo>
                  <a:pt x="2260" y="176504"/>
                </a:lnTo>
                <a:lnTo>
                  <a:pt x="19926" y="225602"/>
                </a:lnTo>
                <a:lnTo>
                  <a:pt x="53873" y="262458"/>
                </a:lnTo>
                <a:lnTo>
                  <a:pt x="100711" y="281419"/>
                </a:lnTo>
                <a:lnTo>
                  <a:pt x="128117" y="283743"/>
                </a:lnTo>
                <a:lnTo>
                  <a:pt x="150088" y="282867"/>
                </a:lnTo>
                <a:lnTo>
                  <a:pt x="170218" y="280123"/>
                </a:lnTo>
                <a:lnTo>
                  <a:pt x="188379" y="275348"/>
                </a:lnTo>
                <a:lnTo>
                  <a:pt x="204406" y="268414"/>
                </a:lnTo>
                <a:lnTo>
                  <a:pt x="204406" y="236410"/>
                </a:lnTo>
                <a:lnTo>
                  <a:pt x="188658" y="244411"/>
                </a:lnTo>
                <a:lnTo>
                  <a:pt x="171361" y="250126"/>
                </a:lnTo>
                <a:lnTo>
                  <a:pt x="152666" y="253555"/>
                </a:lnTo>
                <a:lnTo>
                  <a:pt x="132689" y="254698"/>
                </a:lnTo>
                <a:lnTo>
                  <a:pt x="111848" y="252958"/>
                </a:lnTo>
                <a:lnTo>
                  <a:pt x="75895" y="238620"/>
                </a:lnTo>
                <a:lnTo>
                  <a:pt x="48996" y="209473"/>
                </a:lnTo>
                <a:lnTo>
                  <a:pt x="35242" y="168910"/>
                </a:lnTo>
                <a:lnTo>
                  <a:pt x="33528" y="144868"/>
                </a:lnTo>
                <a:lnTo>
                  <a:pt x="35267" y="119989"/>
                </a:lnTo>
                <a:lnTo>
                  <a:pt x="49644" y="78181"/>
                </a:lnTo>
                <a:lnTo>
                  <a:pt x="78562" y="46951"/>
                </a:lnTo>
                <a:lnTo>
                  <a:pt x="116801" y="30949"/>
                </a:lnTo>
                <a:lnTo>
                  <a:pt x="138785" y="28956"/>
                </a:lnTo>
                <a:lnTo>
                  <a:pt x="156514" y="30073"/>
                </a:lnTo>
                <a:lnTo>
                  <a:pt x="173266" y="33337"/>
                </a:lnTo>
                <a:lnTo>
                  <a:pt x="189179" y="38595"/>
                </a:lnTo>
                <a:lnTo>
                  <a:pt x="204406" y="45720"/>
                </a:lnTo>
                <a:lnTo>
                  <a:pt x="204406" y="12192"/>
                </a:lnTo>
                <a:close/>
              </a:path>
              <a:path w="621029" h="283845">
                <a:moveTo>
                  <a:pt x="413296" y="210502"/>
                </a:moveTo>
                <a:lnTo>
                  <a:pt x="400723" y="171780"/>
                </a:lnTo>
                <a:lnTo>
                  <a:pt x="369100" y="143344"/>
                </a:lnTo>
                <a:lnTo>
                  <a:pt x="340144" y="128104"/>
                </a:lnTo>
                <a:lnTo>
                  <a:pt x="321398" y="118465"/>
                </a:lnTo>
                <a:lnTo>
                  <a:pt x="315658" y="115912"/>
                </a:lnTo>
                <a:lnTo>
                  <a:pt x="308038" y="111340"/>
                </a:lnTo>
                <a:lnTo>
                  <a:pt x="301942" y="106768"/>
                </a:lnTo>
                <a:lnTo>
                  <a:pt x="297370" y="103720"/>
                </a:lnTo>
                <a:lnTo>
                  <a:pt x="291274" y="99148"/>
                </a:lnTo>
                <a:lnTo>
                  <a:pt x="288226" y="94576"/>
                </a:lnTo>
                <a:lnTo>
                  <a:pt x="285178" y="88480"/>
                </a:lnTo>
                <a:lnTo>
                  <a:pt x="282130" y="83908"/>
                </a:lnTo>
                <a:lnTo>
                  <a:pt x="280606" y="77812"/>
                </a:lnTo>
                <a:lnTo>
                  <a:pt x="280606" y="64008"/>
                </a:lnTo>
                <a:lnTo>
                  <a:pt x="283654" y="56388"/>
                </a:lnTo>
                <a:lnTo>
                  <a:pt x="289750" y="47244"/>
                </a:lnTo>
                <a:lnTo>
                  <a:pt x="294322" y="42672"/>
                </a:lnTo>
                <a:lnTo>
                  <a:pt x="300418" y="39624"/>
                </a:lnTo>
                <a:lnTo>
                  <a:pt x="304990" y="35052"/>
                </a:lnTo>
                <a:lnTo>
                  <a:pt x="311086" y="33528"/>
                </a:lnTo>
                <a:lnTo>
                  <a:pt x="326326" y="30480"/>
                </a:lnTo>
                <a:lnTo>
                  <a:pt x="332422" y="28956"/>
                </a:lnTo>
                <a:lnTo>
                  <a:pt x="340144" y="28956"/>
                </a:lnTo>
                <a:lnTo>
                  <a:pt x="357835" y="30073"/>
                </a:lnTo>
                <a:lnTo>
                  <a:pt x="374243" y="33337"/>
                </a:lnTo>
                <a:lnTo>
                  <a:pt x="389216" y="38595"/>
                </a:lnTo>
                <a:lnTo>
                  <a:pt x="402628" y="45720"/>
                </a:lnTo>
                <a:lnTo>
                  <a:pt x="402628" y="10668"/>
                </a:lnTo>
                <a:lnTo>
                  <a:pt x="391198" y="6426"/>
                </a:lnTo>
                <a:lnTo>
                  <a:pt x="377482" y="3048"/>
                </a:lnTo>
                <a:lnTo>
                  <a:pt x="361480" y="812"/>
                </a:lnTo>
                <a:lnTo>
                  <a:pt x="343192" y="0"/>
                </a:lnTo>
                <a:lnTo>
                  <a:pt x="334010" y="279"/>
                </a:lnTo>
                <a:lnTo>
                  <a:pt x="291655" y="10287"/>
                </a:lnTo>
                <a:lnTo>
                  <a:pt x="260197" y="34569"/>
                </a:lnTo>
                <a:lnTo>
                  <a:pt x="247078" y="73240"/>
                </a:lnTo>
                <a:lnTo>
                  <a:pt x="247599" y="80962"/>
                </a:lnTo>
                <a:lnTo>
                  <a:pt x="266890" y="120484"/>
                </a:lnTo>
                <a:lnTo>
                  <a:pt x="295084" y="140919"/>
                </a:lnTo>
                <a:lnTo>
                  <a:pt x="308800" y="148831"/>
                </a:lnTo>
                <a:lnTo>
                  <a:pt x="328625" y="159156"/>
                </a:lnTo>
                <a:lnTo>
                  <a:pt x="334987" y="162140"/>
                </a:lnTo>
                <a:lnTo>
                  <a:pt x="341668" y="164680"/>
                </a:lnTo>
                <a:lnTo>
                  <a:pt x="349288" y="169354"/>
                </a:lnTo>
                <a:lnTo>
                  <a:pt x="367576" y="183070"/>
                </a:lnTo>
                <a:lnTo>
                  <a:pt x="372148" y="187642"/>
                </a:lnTo>
                <a:lnTo>
                  <a:pt x="375196" y="193738"/>
                </a:lnTo>
                <a:lnTo>
                  <a:pt x="378244" y="198310"/>
                </a:lnTo>
                <a:lnTo>
                  <a:pt x="379768" y="204406"/>
                </a:lnTo>
                <a:lnTo>
                  <a:pt x="379768" y="212026"/>
                </a:lnTo>
                <a:lnTo>
                  <a:pt x="356539" y="248907"/>
                </a:lnTo>
                <a:lnTo>
                  <a:pt x="320230" y="254698"/>
                </a:lnTo>
                <a:lnTo>
                  <a:pt x="309562" y="254698"/>
                </a:lnTo>
                <a:lnTo>
                  <a:pt x="301942" y="253174"/>
                </a:lnTo>
                <a:lnTo>
                  <a:pt x="295846" y="251650"/>
                </a:lnTo>
                <a:lnTo>
                  <a:pt x="288226" y="250126"/>
                </a:lnTo>
                <a:lnTo>
                  <a:pt x="251650" y="234886"/>
                </a:lnTo>
                <a:lnTo>
                  <a:pt x="247078" y="230314"/>
                </a:lnTo>
                <a:lnTo>
                  <a:pt x="247078" y="268414"/>
                </a:lnTo>
                <a:lnTo>
                  <a:pt x="251650" y="271462"/>
                </a:lnTo>
                <a:lnTo>
                  <a:pt x="260794" y="274599"/>
                </a:lnTo>
                <a:lnTo>
                  <a:pt x="266890" y="277647"/>
                </a:lnTo>
                <a:lnTo>
                  <a:pt x="274510" y="279171"/>
                </a:lnTo>
                <a:lnTo>
                  <a:pt x="280606" y="279171"/>
                </a:lnTo>
                <a:lnTo>
                  <a:pt x="292798" y="282219"/>
                </a:lnTo>
                <a:lnTo>
                  <a:pt x="300418" y="282219"/>
                </a:lnTo>
                <a:lnTo>
                  <a:pt x="306514" y="283743"/>
                </a:lnTo>
                <a:lnTo>
                  <a:pt x="325678" y="283489"/>
                </a:lnTo>
                <a:lnTo>
                  <a:pt x="369481" y="274980"/>
                </a:lnTo>
                <a:lnTo>
                  <a:pt x="401053" y="250596"/>
                </a:lnTo>
                <a:lnTo>
                  <a:pt x="412737" y="220243"/>
                </a:lnTo>
                <a:lnTo>
                  <a:pt x="413296" y="210502"/>
                </a:lnTo>
                <a:close/>
              </a:path>
              <a:path w="621029" h="283845">
                <a:moveTo>
                  <a:pt x="620750" y="210502"/>
                </a:moveTo>
                <a:lnTo>
                  <a:pt x="608850" y="171780"/>
                </a:lnTo>
                <a:lnTo>
                  <a:pt x="576453" y="143344"/>
                </a:lnTo>
                <a:lnTo>
                  <a:pt x="569595" y="139687"/>
                </a:lnTo>
                <a:lnTo>
                  <a:pt x="555879" y="131775"/>
                </a:lnTo>
                <a:lnTo>
                  <a:pt x="549021" y="128104"/>
                </a:lnTo>
                <a:lnTo>
                  <a:pt x="541540" y="124701"/>
                </a:lnTo>
                <a:lnTo>
                  <a:pt x="528878" y="118465"/>
                </a:lnTo>
                <a:lnTo>
                  <a:pt x="523113" y="115912"/>
                </a:lnTo>
                <a:lnTo>
                  <a:pt x="515493" y="111340"/>
                </a:lnTo>
                <a:lnTo>
                  <a:pt x="509397" y="106768"/>
                </a:lnTo>
                <a:lnTo>
                  <a:pt x="504825" y="103720"/>
                </a:lnTo>
                <a:lnTo>
                  <a:pt x="495681" y="94576"/>
                </a:lnTo>
                <a:lnTo>
                  <a:pt x="492633" y="88480"/>
                </a:lnTo>
                <a:lnTo>
                  <a:pt x="491109" y="83908"/>
                </a:lnTo>
                <a:lnTo>
                  <a:pt x="489585" y="77812"/>
                </a:lnTo>
                <a:lnTo>
                  <a:pt x="489585" y="64008"/>
                </a:lnTo>
                <a:lnTo>
                  <a:pt x="491109" y="56388"/>
                </a:lnTo>
                <a:lnTo>
                  <a:pt x="497205" y="47244"/>
                </a:lnTo>
                <a:lnTo>
                  <a:pt x="501777" y="42672"/>
                </a:lnTo>
                <a:lnTo>
                  <a:pt x="507873" y="39624"/>
                </a:lnTo>
                <a:lnTo>
                  <a:pt x="513969" y="35052"/>
                </a:lnTo>
                <a:lnTo>
                  <a:pt x="526161" y="32004"/>
                </a:lnTo>
                <a:lnTo>
                  <a:pt x="533781" y="30480"/>
                </a:lnTo>
                <a:lnTo>
                  <a:pt x="539877" y="28956"/>
                </a:lnTo>
                <a:lnTo>
                  <a:pt x="547497" y="28956"/>
                </a:lnTo>
                <a:lnTo>
                  <a:pt x="565835" y="30073"/>
                </a:lnTo>
                <a:lnTo>
                  <a:pt x="582168" y="33337"/>
                </a:lnTo>
                <a:lnTo>
                  <a:pt x="596785" y="38595"/>
                </a:lnTo>
                <a:lnTo>
                  <a:pt x="609981" y="45720"/>
                </a:lnTo>
                <a:lnTo>
                  <a:pt x="609981" y="10668"/>
                </a:lnTo>
                <a:lnTo>
                  <a:pt x="599414" y="6426"/>
                </a:lnTo>
                <a:lnTo>
                  <a:pt x="585978" y="3048"/>
                </a:lnTo>
                <a:lnTo>
                  <a:pt x="569696" y="812"/>
                </a:lnTo>
                <a:lnTo>
                  <a:pt x="550545" y="0"/>
                </a:lnTo>
                <a:lnTo>
                  <a:pt x="541642" y="279"/>
                </a:lnTo>
                <a:lnTo>
                  <a:pt x="499681" y="10287"/>
                </a:lnTo>
                <a:lnTo>
                  <a:pt x="468198" y="34569"/>
                </a:lnTo>
                <a:lnTo>
                  <a:pt x="455968" y="73240"/>
                </a:lnTo>
                <a:lnTo>
                  <a:pt x="456247" y="80962"/>
                </a:lnTo>
                <a:lnTo>
                  <a:pt x="480453" y="125044"/>
                </a:lnTo>
                <a:lnTo>
                  <a:pt x="497205" y="137248"/>
                </a:lnTo>
                <a:lnTo>
                  <a:pt x="516280" y="148831"/>
                </a:lnTo>
                <a:lnTo>
                  <a:pt x="523113" y="152488"/>
                </a:lnTo>
                <a:lnTo>
                  <a:pt x="543039" y="162140"/>
                </a:lnTo>
                <a:lnTo>
                  <a:pt x="549021" y="164680"/>
                </a:lnTo>
                <a:lnTo>
                  <a:pt x="564261" y="173926"/>
                </a:lnTo>
                <a:lnTo>
                  <a:pt x="568833" y="178498"/>
                </a:lnTo>
                <a:lnTo>
                  <a:pt x="574929" y="183070"/>
                </a:lnTo>
                <a:lnTo>
                  <a:pt x="579501" y="187642"/>
                </a:lnTo>
                <a:lnTo>
                  <a:pt x="582549" y="193738"/>
                </a:lnTo>
                <a:lnTo>
                  <a:pt x="585597" y="198310"/>
                </a:lnTo>
                <a:lnTo>
                  <a:pt x="587121" y="204406"/>
                </a:lnTo>
                <a:lnTo>
                  <a:pt x="587121" y="212026"/>
                </a:lnTo>
                <a:lnTo>
                  <a:pt x="586270" y="221742"/>
                </a:lnTo>
                <a:lnTo>
                  <a:pt x="554736" y="252222"/>
                </a:lnTo>
                <a:lnTo>
                  <a:pt x="529209" y="254698"/>
                </a:lnTo>
                <a:lnTo>
                  <a:pt x="517017" y="254698"/>
                </a:lnTo>
                <a:lnTo>
                  <a:pt x="509397" y="253174"/>
                </a:lnTo>
                <a:lnTo>
                  <a:pt x="497205" y="250126"/>
                </a:lnTo>
                <a:lnTo>
                  <a:pt x="489585" y="248602"/>
                </a:lnTo>
                <a:lnTo>
                  <a:pt x="483489" y="247078"/>
                </a:lnTo>
                <a:lnTo>
                  <a:pt x="459016" y="234886"/>
                </a:lnTo>
                <a:lnTo>
                  <a:pt x="454444" y="230314"/>
                </a:lnTo>
                <a:lnTo>
                  <a:pt x="454444" y="268414"/>
                </a:lnTo>
                <a:lnTo>
                  <a:pt x="459016" y="271462"/>
                </a:lnTo>
                <a:lnTo>
                  <a:pt x="463588" y="273075"/>
                </a:lnTo>
                <a:lnTo>
                  <a:pt x="469684" y="274599"/>
                </a:lnTo>
                <a:lnTo>
                  <a:pt x="475780" y="277647"/>
                </a:lnTo>
                <a:lnTo>
                  <a:pt x="481965" y="279171"/>
                </a:lnTo>
                <a:lnTo>
                  <a:pt x="488061" y="279171"/>
                </a:lnTo>
                <a:lnTo>
                  <a:pt x="495681" y="280695"/>
                </a:lnTo>
                <a:lnTo>
                  <a:pt x="501777" y="282219"/>
                </a:lnTo>
                <a:lnTo>
                  <a:pt x="507873" y="282219"/>
                </a:lnTo>
                <a:lnTo>
                  <a:pt x="513969" y="283743"/>
                </a:lnTo>
                <a:lnTo>
                  <a:pt x="561213" y="280695"/>
                </a:lnTo>
                <a:lnTo>
                  <a:pt x="598246" y="262026"/>
                </a:lnTo>
                <a:lnTo>
                  <a:pt x="619213" y="228981"/>
                </a:lnTo>
                <a:lnTo>
                  <a:pt x="620407" y="220243"/>
                </a:lnTo>
                <a:lnTo>
                  <a:pt x="620750" y="2105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3392982" y="6052756"/>
            <a:ext cx="761365" cy="377190"/>
          </a:xfrm>
          <a:custGeom>
            <a:avLst/>
            <a:gdLst/>
            <a:ahLst/>
            <a:cxnLst/>
            <a:rect l="l" t="t" r="r" b="b"/>
            <a:pathLst>
              <a:path w="761364" h="377189">
                <a:moveTo>
                  <a:pt x="125069" y="10769"/>
                </a:moveTo>
                <a:lnTo>
                  <a:pt x="94589" y="0"/>
                </a:lnTo>
                <a:lnTo>
                  <a:pt x="75755" y="50088"/>
                </a:lnTo>
                <a:lnTo>
                  <a:pt x="53644" y="97243"/>
                </a:lnTo>
                <a:lnTo>
                  <a:pt x="28321" y="141630"/>
                </a:lnTo>
                <a:lnTo>
                  <a:pt x="0" y="183083"/>
                </a:lnTo>
                <a:lnTo>
                  <a:pt x="4127" y="192201"/>
                </a:lnTo>
                <a:lnTo>
                  <a:pt x="7518" y="201180"/>
                </a:lnTo>
                <a:lnTo>
                  <a:pt x="10604" y="209905"/>
                </a:lnTo>
                <a:lnTo>
                  <a:pt x="13817" y="218224"/>
                </a:lnTo>
                <a:lnTo>
                  <a:pt x="25222" y="202768"/>
                </a:lnTo>
                <a:lnTo>
                  <a:pt x="36487" y="186321"/>
                </a:lnTo>
                <a:lnTo>
                  <a:pt x="47459" y="169049"/>
                </a:lnTo>
                <a:lnTo>
                  <a:pt x="58013" y="151079"/>
                </a:lnTo>
                <a:lnTo>
                  <a:pt x="58013" y="376821"/>
                </a:lnTo>
                <a:lnTo>
                  <a:pt x="90017" y="376821"/>
                </a:lnTo>
                <a:lnTo>
                  <a:pt x="90017" y="151079"/>
                </a:lnTo>
                <a:lnTo>
                  <a:pt x="90017" y="93065"/>
                </a:lnTo>
                <a:lnTo>
                  <a:pt x="99136" y="73342"/>
                </a:lnTo>
                <a:lnTo>
                  <a:pt x="108038" y="53225"/>
                </a:lnTo>
                <a:lnTo>
                  <a:pt x="116801" y="32194"/>
                </a:lnTo>
                <a:lnTo>
                  <a:pt x="125069" y="10769"/>
                </a:lnTo>
                <a:close/>
              </a:path>
              <a:path w="761364" h="377189">
                <a:moveTo>
                  <a:pt x="352336" y="68681"/>
                </a:moveTo>
                <a:lnTo>
                  <a:pt x="335191" y="53225"/>
                </a:lnTo>
                <a:lnTo>
                  <a:pt x="318046" y="38773"/>
                </a:lnTo>
                <a:lnTo>
                  <a:pt x="300901" y="25171"/>
                </a:lnTo>
                <a:lnTo>
                  <a:pt x="283756" y="12293"/>
                </a:lnTo>
                <a:lnTo>
                  <a:pt x="263855" y="32105"/>
                </a:lnTo>
                <a:lnTo>
                  <a:pt x="280784" y="46126"/>
                </a:lnTo>
                <a:lnTo>
                  <a:pt x="297268" y="60871"/>
                </a:lnTo>
                <a:lnTo>
                  <a:pt x="313448" y="76466"/>
                </a:lnTo>
                <a:lnTo>
                  <a:pt x="329476" y="93065"/>
                </a:lnTo>
                <a:lnTo>
                  <a:pt x="352336" y="68681"/>
                </a:lnTo>
                <a:close/>
              </a:path>
              <a:path w="761364" h="377189">
                <a:moveTo>
                  <a:pt x="384340" y="276136"/>
                </a:moveTo>
                <a:lnTo>
                  <a:pt x="369671" y="271373"/>
                </a:lnTo>
                <a:lnTo>
                  <a:pt x="361835" y="268630"/>
                </a:lnTo>
                <a:lnTo>
                  <a:pt x="353860" y="265468"/>
                </a:lnTo>
                <a:lnTo>
                  <a:pt x="351307" y="282067"/>
                </a:lnTo>
                <a:lnTo>
                  <a:pt x="341668" y="326529"/>
                </a:lnTo>
                <a:lnTo>
                  <a:pt x="327736" y="340448"/>
                </a:lnTo>
                <a:lnTo>
                  <a:pt x="320332" y="338721"/>
                </a:lnTo>
                <a:lnTo>
                  <a:pt x="268046" y="274802"/>
                </a:lnTo>
                <a:lnTo>
                  <a:pt x="249516" y="219214"/>
                </a:lnTo>
                <a:lnTo>
                  <a:pt x="236982" y="151079"/>
                </a:lnTo>
                <a:lnTo>
                  <a:pt x="236423" y="148031"/>
                </a:lnTo>
                <a:lnTo>
                  <a:pt x="376720" y="132778"/>
                </a:lnTo>
                <a:lnTo>
                  <a:pt x="375285" y="119062"/>
                </a:lnTo>
                <a:lnTo>
                  <a:pt x="373672" y="103733"/>
                </a:lnTo>
                <a:lnTo>
                  <a:pt x="233375" y="119062"/>
                </a:lnTo>
                <a:lnTo>
                  <a:pt x="231368" y="89319"/>
                </a:lnTo>
                <a:lnTo>
                  <a:pt x="229946" y="59728"/>
                </a:lnTo>
                <a:lnTo>
                  <a:pt x="229133" y="32194"/>
                </a:lnTo>
                <a:lnTo>
                  <a:pt x="229031" y="25171"/>
                </a:lnTo>
                <a:lnTo>
                  <a:pt x="228803" y="1524"/>
                </a:lnTo>
                <a:lnTo>
                  <a:pt x="195275" y="1524"/>
                </a:lnTo>
                <a:lnTo>
                  <a:pt x="196430" y="36499"/>
                </a:lnTo>
                <a:lnTo>
                  <a:pt x="197751" y="68300"/>
                </a:lnTo>
                <a:lnTo>
                  <a:pt x="199339" y="97243"/>
                </a:lnTo>
                <a:lnTo>
                  <a:pt x="201371" y="123634"/>
                </a:lnTo>
                <a:lnTo>
                  <a:pt x="111353" y="132778"/>
                </a:lnTo>
                <a:lnTo>
                  <a:pt x="115925" y="161747"/>
                </a:lnTo>
                <a:lnTo>
                  <a:pt x="205943" y="151079"/>
                </a:lnTo>
                <a:lnTo>
                  <a:pt x="215887" y="212305"/>
                </a:lnTo>
                <a:lnTo>
                  <a:pt x="229565" y="263372"/>
                </a:lnTo>
                <a:lnTo>
                  <a:pt x="246659" y="304444"/>
                </a:lnTo>
                <a:lnTo>
                  <a:pt x="282067" y="352577"/>
                </a:lnTo>
                <a:lnTo>
                  <a:pt x="329476" y="375297"/>
                </a:lnTo>
                <a:lnTo>
                  <a:pt x="343839" y="373265"/>
                </a:lnTo>
                <a:lnTo>
                  <a:pt x="355193" y="367106"/>
                </a:lnTo>
                <a:lnTo>
                  <a:pt x="363982" y="356641"/>
                </a:lnTo>
                <a:lnTo>
                  <a:pt x="370624" y="341769"/>
                </a:lnTo>
                <a:lnTo>
                  <a:pt x="370928" y="340448"/>
                </a:lnTo>
                <a:lnTo>
                  <a:pt x="374053" y="327228"/>
                </a:lnTo>
                <a:lnTo>
                  <a:pt x="377482" y="311238"/>
                </a:lnTo>
                <a:lnTo>
                  <a:pt x="380911" y="294106"/>
                </a:lnTo>
                <a:lnTo>
                  <a:pt x="384340" y="276136"/>
                </a:lnTo>
                <a:close/>
              </a:path>
              <a:path w="761364" h="377189">
                <a:moveTo>
                  <a:pt x="549033" y="35153"/>
                </a:moveTo>
                <a:lnTo>
                  <a:pt x="405676" y="35153"/>
                </a:lnTo>
                <a:lnTo>
                  <a:pt x="405676" y="64109"/>
                </a:lnTo>
                <a:lnTo>
                  <a:pt x="462165" y="64109"/>
                </a:lnTo>
                <a:lnTo>
                  <a:pt x="450151" y="104406"/>
                </a:lnTo>
                <a:lnTo>
                  <a:pt x="434721" y="142684"/>
                </a:lnTo>
                <a:lnTo>
                  <a:pt x="415823" y="178650"/>
                </a:lnTo>
                <a:lnTo>
                  <a:pt x="393484" y="212026"/>
                </a:lnTo>
                <a:lnTo>
                  <a:pt x="398919" y="219570"/>
                </a:lnTo>
                <a:lnTo>
                  <a:pt x="403771" y="226212"/>
                </a:lnTo>
                <a:lnTo>
                  <a:pt x="408063" y="232270"/>
                </a:lnTo>
                <a:lnTo>
                  <a:pt x="411772" y="238036"/>
                </a:lnTo>
                <a:lnTo>
                  <a:pt x="416623" y="230251"/>
                </a:lnTo>
                <a:lnTo>
                  <a:pt x="421919" y="222592"/>
                </a:lnTo>
                <a:lnTo>
                  <a:pt x="427494" y="214630"/>
                </a:lnTo>
                <a:lnTo>
                  <a:pt x="433209" y="205930"/>
                </a:lnTo>
                <a:lnTo>
                  <a:pt x="433209" y="366153"/>
                </a:lnTo>
                <a:lnTo>
                  <a:pt x="459117" y="366153"/>
                </a:lnTo>
                <a:lnTo>
                  <a:pt x="459117" y="334149"/>
                </a:lnTo>
                <a:lnTo>
                  <a:pt x="507885" y="334149"/>
                </a:lnTo>
                <a:lnTo>
                  <a:pt x="507885" y="361581"/>
                </a:lnTo>
                <a:lnTo>
                  <a:pt x="533793" y="361581"/>
                </a:lnTo>
                <a:lnTo>
                  <a:pt x="533793" y="334149"/>
                </a:lnTo>
                <a:lnTo>
                  <a:pt x="533793" y="309664"/>
                </a:lnTo>
                <a:lnTo>
                  <a:pt x="533793" y="180022"/>
                </a:lnTo>
                <a:lnTo>
                  <a:pt x="533793" y="154114"/>
                </a:lnTo>
                <a:lnTo>
                  <a:pt x="507885" y="154114"/>
                </a:lnTo>
                <a:lnTo>
                  <a:pt x="507885" y="180022"/>
                </a:lnTo>
                <a:lnTo>
                  <a:pt x="507885" y="309664"/>
                </a:lnTo>
                <a:lnTo>
                  <a:pt x="459117" y="309664"/>
                </a:lnTo>
                <a:lnTo>
                  <a:pt x="459117" y="205930"/>
                </a:lnTo>
                <a:lnTo>
                  <a:pt x="459117" y="180022"/>
                </a:lnTo>
                <a:lnTo>
                  <a:pt x="507885" y="180022"/>
                </a:lnTo>
                <a:lnTo>
                  <a:pt x="507885" y="154114"/>
                </a:lnTo>
                <a:lnTo>
                  <a:pt x="460641" y="154114"/>
                </a:lnTo>
                <a:lnTo>
                  <a:pt x="469468" y="132981"/>
                </a:lnTo>
                <a:lnTo>
                  <a:pt x="477596" y="110832"/>
                </a:lnTo>
                <a:lnTo>
                  <a:pt x="484847" y="87820"/>
                </a:lnTo>
                <a:lnTo>
                  <a:pt x="491121" y="64109"/>
                </a:lnTo>
                <a:lnTo>
                  <a:pt x="549033" y="64109"/>
                </a:lnTo>
                <a:lnTo>
                  <a:pt x="549033" y="35153"/>
                </a:lnTo>
                <a:close/>
              </a:path>
              <a:path w="761364" h="377189">
                <a:moveTo>
                  <a:pt x="710768" y="254800"/>
                </a:moveTo>
                <a:lnTo>
                  <a:pt x="550557" y="254800"/>
                </a:lnTo>
                <a:lnTo>
                  <a:pt x="550557" y="282232"/>
                </a:lnTo>
                <a:lnTo>
                  <a:pt x="710768" y="282232"/>
                </a:lnTo>
                <a:lnTo>
                  <a:pt x="710768" y="254800"/>
                </a:lnTo>
                <a:close/>
              </a:path>
              <a:path w="761364" h="377189">
                <a:moveTo>
                  <a:pt x="761060" y="175450"/>
                </a:moveTo>
                <a:lnTo>
                  <a:pt x="719912" y="175450"/>
                </a:lnTo>
                <a:lnTo>
                  <a:pt x="736676" y="22961"/>
                </a:lnTo>
                <a:lnTo>
                  <a:pt x="562838" y="22961"/>
                </a:lnTo>
                <a:lnTo>
                  <a:pt x="562838" y="50393"/>
                </a:lnTo>
                <a:lnTo>
                  <a:pt x="704672" y="50393"/>
                </a:lnTo>
                <a:lnTo>
                  <a:pt x="690854" y="175450"/>
                </a:lnTo>
                <a:lnTo>
                  <a:pt x="600938" y="175450"/>
                </a:lnTo>
                <a:lnTo>
                  <a:pt x="611606" y="64109"/>
                </a:lnTo>
                <a:lnTo>
                  <a:pt x="582650" y="64109"/>
                </a:lnTo>
                <a:lnTo>
                  <a:pt x="570458" y="204406"/>
                </a:lnTo>
                <a:lnTo>
                  <a:pt x="730580" y="204406"/>
                </a:lnTo>
                <a:lnTo>
                  <a:pt x="729437" y="233045"/>
                </a:lnTo>
                <a:lnTo>
                  <a:pt x="727252" y="281203"/>
                </a:lnTo>
                <a:lnTo>
                  <a:pt x="723138" y="320027"/>
                </a:lnTo>
                <a:lnTo>
                  <a:pt x="693902" y="338721"/>
                </a:lnTo>
                <a:lnTo>
                  <a:pt x="681024" y="338455"/>
                </a:lnTo>
                <a:lnTo>
                  <a:pt x="667423" y="337769"/>
                </a:lnTo>
                <a:lnTo>
                  <a:pt x="637514" y="335673"/>
                </a:lnTo>
                <a:lnTo>
                  <a:pt x="639533" y="343649"/>
                </a:lnTo>
                <a:lnTo>
                  <a:pt x="641134" y="351485"/>
                </a:lnTo>
                <a:lnTo>
                  <a:pt x="642442" y="359029"/>
                </a:lnTo>
                <a:lnTo>
                  <a:pt x="643610" y="366153"/>
                </a:lnTo>
                <a:lnTo>
                  <a:pt x="659066" y="367030"/>
                </a:lnTo>
                <a:lnTo>
                  <a:pt x="673531" y="367487"/>
                </a:lnTo>
                <a:lnTo>
                  <a:pt x="687158" y="367652"/>
                </a:lnTo>
                <a:lnTo>
                  <a:pt x="700100" y="367677"/>
                </a:lnTo>
                <a:lnTo>
                  <a:pt x="723023" y="364223"/>
                </a:lnTo>
                <a:lnTo>
                  <a:pt x="750023" y="336130"/>
                </a:lnTo>
                <a:lnTo>
                  <a:pt x="756234" y="283375"/>
                </a:lnTo>
                <a:lnTo>
                  <a:pt x="758012" y="248500"/>
                </a:lnTo>
                <a:lnTo>
                  <a:pt x="759675" y="213207"/>
                </a:lnTo>
                <a:lnTo>
                  <a:pt x="761060" y="175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4233386" y="6330410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4571904" y="6048184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89" h="377189">
                <a:moveTo>
                  <a:pt x="51816" y="376809"/>
                </a:moveTo>
                <a:lnTo>
                  <a:pt x="21336" y="376809"/>
                </a:lnTo>
                <a:lnTo>
                  <a:pt x="21336" y="151066"/>
                </a:lnTo>
                <a:lnTo>
                  <a:pt x="176879" y="151066"/>
                </a:lnTo>
                <a:lnTo>
                  <a:pt x="176879" y="175450"/>
                </a:lnTo>
                <a:lnTo>
                  <a:pt x="51816" y="175450"/>
                </a:lnTo>
                <a:lnTo>
                  <a:pt x="51816" y="212026"/>
                </a:lnTo>
                <a:lnTo>
                  <a:pt x="176879" y="212026"/>
                </a:lnTo>
                <a:lnTo>
                  <a:pt x="176879" y="234981"/>
                </a:lnTo>
                <a:lnTo>
                  <a:pt x="51816" y="234981"/>
                </a:lnTo>
                <a:lnTo>
                  <a:pt x="51816" y="271557"/>
                </a:lnTo>
                <a:lnTo>
                  <a:pt x="176879" y="271557"/>
                </a:lnTo>
                <a:lnTo>
                  <a:pt x="176879" y="294417"/>
                </a:lnTo>
                <a:lnTo>
                  <a:pt x="51816" y="294417"/>
                </a:lnTo>
                <a:lnTo>
                  <a:pt x="51816" y="376809"/>
                </a:lnTo>
                <a:close/>
              </a:path>
              <a:path w="377189" h="377189">
                <a:moveTo>
                  <a:pt x="176879" y="212026"/>
                </a:moveTo>
                <a:lnTo>
                  <a:pt x="147923" y="212026"/>
                </a:lnTo>
                <a:lnTo>
                  <a:pt x="147923" y="175450"/>
                </a:lnTo>
                <a:lnTo>
                  <a:pt x="176879" y="175450"/>
                </a:lnTo>
                <a:lnTo>
                  <a:pt x="176879" y="212026"/>
                </a:lnTo>
                <a:close/>
              </a:path>
              <a:path w="377189" h="377189">
                <a:moveTo>
                  <a:pt x="176879" y="271557"/>
                </a:moveTo>
                <a:lnTo>
                  <a:pt x="147923" y="271557"/>
                </a:lnTo>
                <a:lnTo>
                  <a:pt x="147923" y="234981"/>
                </a:lnTo>
                <a:lnTo>
                  <a:pt x="176879" y="234981"/>
                </a:lnTo>
                <a:lnTo>
                  <a:pt x="176879" y="271557"/>
                </a:lnTo>
                <a:close/>
              </a:path>
              <a:path w="377189" h="377189">
                <a:moveTo>
                  <a:pt x="174923" y="346329"/>
                </a:moveTo>
                <a:lnTo>
                  <a:pt x="128111" y="346329"/>
                </a:lnTo>
                <a:lnTo>
                  <a:pt x="136993" y="345162"/>
                </a:lnTo>
                <a:lnTo>
                  <a:pt x="143160" y="341566"/>
                </a:lnTo>
                <a:lnTo>
                  <a:pt x="146756" y="335399"/>
                </a:lnTo>
                <a:lnTo>
                  <a:pt x="147923" y="326517"/>
                </a:lnTo>
                <a:lnTo>
                  <a:pt x="147923" y="294417"/>
                </a:lnTo>
                <a:lnTo>
                  <a:pt x="176879" y="294417"/>
                </a:lnTo>
                <a:lnTo>
                  <a:pt x="176879" y="331089"/>
                </a:lnTo>
                <a:lnTo>
                  <a:pt x="174923" y="346329"/>
                </a:lnTo>
                <a:close/>
              </a:path>
              <a:path w="377189" h="377189">
                <a:moveTo>
                  <a:pt x="96107" y="373761"/>
                </a:moveTo>
                <a:lnTo>
                  <a:pt x="94940" y="366879"/>
                </a:lnTo>
                <a:lnTo>
                  <a:pt x="93630" y="359854"/>
                </a:lnTo>
                <a:lnTo>
                  <a:pt x="92035" y="352544"/>
                </a:lnTo>
                <a:lnTo>
                  <a:pt x="90011" y="344805"/>
                </a:lnTo>
                <a:lnTo>
                  <a:pt x="101750" y="345043"/>
                </a:lnTo>
                <a:lnTo>
                  <a:pt x="120657" y="346090"/>
                </a:lnTo>
                <a:lnTo>
                  <a:pt x="128111" y="346329"/>
                </a:lnTo>
                <a:lnTo>
                  <a:pt x="174923" y="346329"/>
                </a:lnTo>
                <a:lnTo>
                  <a:pt x="174569" y="349091"/>
                </a:lnTo>
                <a:lnTo>
                  <a:pt x="167544" y="361950"/>
                </a:lnTo>
                <a:lnTo>
                  <a:pt x="155662" y="369665"/>
                </a:lnTo>
                <a:lnTo>
                  <a:pt x="138779" y="372237"/>
                </a:lnTo>
                <a:lnTo>
                  <a:pt x="129968" y="372475"/>
                </a:lnTo>
                <a:lnTo>
                  <a:pt x="108346" y="373522"/>
                </a:lnTo>
                <a:lnTo>
                  <a:pt x="96107" y="373761"/>
                </a:lnTo>
                <a:close/>
              </a:path>
              <a:path w="377189" h="377189">
                <a:moveTo>
                  <a:pt x="321754" y="370713"/>
                </a:moveTo>
                <a:lnTo>
                  <a:pt x="257746" y="370713"/>
                </a:lnTo>
                <a:lnTo>
                  <a:pt x="238863" y="367855"/>
                </a:lnTo>
                <a:lnTo>
                  <a:pt x="225552" y="359283"/>
                </a:lnTo>
                <a:lnTo>
                  <a:pt x="217670" y="344995"/>
                </a:lnTo>
                <a:lnTo>
                  <a:pt x="215074" y="324993"/>
                </a:lnTo>
                <a:lnTo>
                  <a:pt x="215074" y="192214"/>
                </a:lnTo>
                <a:lnTo>
                  <a:pt x="244030" y="192214"/>
                </a:lnTo>
                <a:lnTo>
                  <a:pt x="244030" y="254793"/>
                </a:lnTo>
                <a:lnTo>
                  <a:pt x="321602" y="254793"/>
                </a:lnTo>
                <a:lnTo>
                  <a:pt x="311288" y="259556"/>
                </a:lnTo>
                <a:lnTo>
                  <a:pt x="278012" y="273677"/>
                </a:lnTo>
                <a:lnTo>
                  <a:pt x="244030" y="286797"/>
                </a:lnTo>
                <a:lnTo>
                  <a:pt x="244030" y="320325"/>
                </a:lnTo>
                <a:lnTo>
                  <a:pt x="245173" y="330382"/>
                </a:lnTo>
                <a:lnTo>
                  <a:pt x="248602" y="337554"/>
                </a:lnTo>
                <a:lnTo>
                  <a:pt x="254317" y="341850"/>
                </a:lnTo>
                <a:lnTo>
                  <a:pt x="262318" y="343281"/>
                </a:lnTo>
                <a:lnTo>
                  <a:pt x="367125" y="343281"/>
                </a:lnTo>
                <a:lnTo>
                  <a:pt x="364496" y="351424"/>
                </a:lnTo>
                <a:lnTo>
                  <a:pt x="355175" y="361950"/>
                </a:lnTo>
                <a:lnTo>
                  <a:pt x="340978" y="368474"/>
                </a:lnTo>
                <a:lnTo>
                  <a:pt x="321754" y="370713"/>
                </a:lnTo>
                <a:close/>
              </a:path>
              <a:path w="377189" h="377189">
                <a:moveTo>
                  <a:pt x="321602" y="254793"/>
                </a:moveTo>
                <a:lnTo>
                  <a:pt x="244030" y="254793"/>
                </a:lnTo>
                <a:lnTo>
                  <a:pt x="271749" y="243886"/>
                </a:lnTo>
                <a:lnTo>
                  <a:pt x="300049" y="231540"/>
                </a:lnTo>
                <a:lnTo>
                  <a:pt x="328938" y="217463"/>
                </a:lnTo>
                <a:lnTo>
                  <a:pt x="358425" y="201358"/>
                </a:lnTo>
                <a:lnTo>
                  <a:pt x="375189" y="228885"/>
                </a:lnTo>
                <a:lnTo>
                  <a:pt x="343726" y="244578"/>
                </a:lnTo>
                <a:lnTo>
                  <a:pt x="321602" y="254793"/>
                </a:lnTo>
                <a:close/>
              </a:path>
              <a:path w="377189" h="377189">
                <a:moveTo>
                  <a:pt x="367125" y="343281"/>
                </a:moveTo>
                <a:lnTo>
                  <a:pt x="318706" y="343281"/>
                </a:lnTo>
                <a:lnTo>
                  <a:pt x="327850" y="342138"/>
                </a:lnTo>
                <a:lnTo>
                  <a:pt x="334708" y="338709"/>
                </a:lnTo>
                <a:lnTo>
                  <a:pt x="344995" y="290609"/>
                </a:lnTo>
                <a:lnTo>
                  <a:pt x="346138" y="274605"/>
                </a:lnTo>
                <a:lnTo>
                  <a:pt x="353313" y="277772"/>
                </a:lnTo>
                <a:lnTo>
                  <a:pt x="360890" y="280511"/>
                </a:lnTo>
                <a:lnTo>
                  <a:pt x="368735" y="282963"/>
                </a:lnTo>
                <a:lnTo>
                  <a:pt x="376713" y="285273"/>
                </a:lnTo>
                <a:lnTo>
                  <a:pt x="372820" y="315793"/>
                </a:lnTo>
                <a:lnTo>
                  <a:pt x="371141" y="327145"/>
                </a:lnTo>
                <a:lnTo>
                  <a:pt x="369093" y="337185"/>
                </a:lnTo>
                <a:lnTo>
                  <a:pt x="367125" y="343281"/>
                </a:lnTo>
                <a:close/>
              </a:path>
              <a:path w="377189" h="377189">
                <a:moveTo>
                  <a:pt x="317182" y="175450"/>
                </a:moveTo>
                <a:lnTo>
                  <a:pt x="260794" y="175450"/>
                </a:lnTo>
                <a:lnTo>
                  <a:pt x="240792" y="172593"/>
                </a:lnTo>
                <a:lnTo>
                  <a:pt x="226504" y="164020"/>
                </a:lnTo>
                <a:lnTo>
                  <a:pt x="217932" y="149733"/>
                </a:lnTo>
                <a:lnTo>
                  <a:pt x="215074" y="129730"/>
                </a:lnTo>
                <a:lnTo>
                  <a:pt x="215074" y="4572"/>
                </a:lnTo>
                <a:lnTo>
                  <a:pt x="245554" y="4572"/>
                </a:lnTo>
                <a:lnTo>
                  <a:pt x="245554" y="70199"/>
                </a:lnTo>
                <a:lnTo>
                  <a:pt x="318545" y="70199"/>
                </a:lnTo>
                <a:lnTo>
                  <a:pt x="306335" y="75914"/>
                </a:lnTo>
                <a:lnTo>
                  <a:pt x="276155" y="89344"/>
                </a:lnTo>
                <a:lnTo>
                  <a:pt x="245554" y="102203"/>
                </a:lnTo>
                <a:lnTo>
                  <a:pt x="245554" y="123634"/>
                </a:lnTo>
                <a:lnTo>
                  <a:pt x="246721" y="135397"/>
                </a:lnTo>
                <a:lnTo>
                  <a:pt x="250317" y="143446"/>
                </a:lnTo>
                <a:lnTo>
                  <a:pt x="256484" y="148066"/>
                </a:lnTo>
                <a:lnTo>
                  <a:pt x="265366" y="149542"/>
                </a:lnTo>
                <a:lnTo>
                  <a:pt x="366588" y="149542"/>
                </a:lnTo>
                <a:lnTo>
                  <a:pt x="363340" y="157448"/>
                </a:lnTo>
                <a:lnTo>
                  <a:pt x="352853" y="167449"/>
                </a:lnTo>
                <a:lnTo>
                  <a:pt x="337509" y="173450"/>
                </a:lnTo>
                <a:lnTo>
                  <a:pt x="317182" y="175450"/>
                </a:lnTo>
                <a:close/>
              </a:path>
              <a:path w="377189" h="377189">
                <a:moveTo>
                  <a:pt x="318545" y="70199"/>
                </a:moveTo>
                <a:lnTo>
                  <a:pt x="245554" y="70199"/>
                </a:lnTo>
                <a:lnTo>
                  <a:pt x="271605" y="59340"/>
                </a:lnTo>
                <a:lnTo>
                  <a:pt x="297370" y="47339"/>
                </a:lnTo>
                <a:lnTo>
                  <a:pt x="323135" y="34194"/>
                </a:lnTo>
                <a:lnTo>
                  <a:pt x="349186" y="19907"/>
                </a:lnTo>
                <a:lnTo>
                  <a:pt x="366045" y="47339"/>
                </a:lnTo>
                <a:lnTo>
                  <a:pt x="336248" y="61912"/>
                </a:lnTo>
                <a:lnTo>
                  <a:pt x="318545" y="70199"/>
                </a:lnTo>
                <a:close/>
              </a:path>
              <a:path w="377189" h="377189">
                <a:moveTo>
                  <a:pt x="366588" y="149542"/>
                </a:moveTo>
                <a:lnTo>
                  <a:pt x="314134" y="149542"/>
                </a:lnTo>
                <a:lnTo>
                  <a:pt x="324421" y="148375"/>
                </a:lnTo>
                <a:lnTo>
                  <a:pt x="332422" y="144780"/>
                </a:lnTo>
                <a:lnTo>
                  <a:pt x="344995" y="97288"/>
                </a:lnTo>
                <a:lnTo>
                  <a:pt x="346138" y="82391"/>
                </a:lnTo>
                <a:lnTo>
                  <a:pt x="353075" y="84915"/>
                </a:lnTo>
                <a:lnTo>
                  <a:pt x="360128" y="87725"/>
                </a:lnTo>
                <a:lnTo>
                  <a:pt x="367449" y="90535"/>
                </a:lnTo>
                <a:lnTo>
                  <a:pt x="375189" y="93059"/>
                </a:lnTo>
                <a:lnTo>
                  <a:pt x="373808" y="107361"/>
                </a:lnTo>
                <a:lnTo>
                  <a:pt x="372100" y="120833"/>
                </a:lnTo>
                <a:lnTo>
                  <a:pt x="370474" y="132573"/>
                </a:lnTo>
                <a:lnTo>
                  <a:pt x="369093" y="143446"/>
                </a:lnTo>
                <a:lnTo>
                  <a:pt x="366588" y="149542"/>
                </a:lnTo>
                <a:close/>
              </a:path>
              <a:path w="377189" h="377189">
                <a:moveTo>
                  <a:pt x="12192" y="128206"/>
                </a:moveTo>
                <a:lnTo>
                  <a:pt x="0" y="96107"/>
                </a:lnTo>
                <a:lnTo>
                  <a:pt x="9167" y="90416"/>
                </a:lnTo>
                <a:lnTo>
                  <a:pt x="18478" y="82581"/>
                </a:lnTo>
                <a:lnTo>
                  <a:pt x="48388" y="47028"/>
                </a:lnTo>
                <a:lnTo>
                  <a:pt x="79343" y="0"/>
                </a:lnTo>
                <a:lnTo>
                  <a:pt x="109823" y="10668"/>
                </a:lnTo>
                <a:lnTo>
                  <a:pt x="93544" y="33297"/>
                </a:lnTo>
                <a:lnTo>
                  <a:pt x="76819" y="55328"/>
                </a:lnTo>
                <a:lnTo>
                  <a:pt x="59808" y="76770"/>
                </a:lnTo>
                <a:lnTo>
                  <a:pt x="42672" y="97631"/>
                </a:lnTo>
                <a:lnTo>
                  <a:pt x="187385" y="97631"/>
                </a:lnTo>
                <a:lnTo>
                  <a:pt x="191166" y="103386"/>
                </a:lnTo>
                <a:lnTo>
                  <a:pt x="198790" y="116014"/>
                </a:lnTo>
                <a:lnTo>
                  <a:pt x="163163" y="116014"/>
                </a:lnTo>
                <a:lnTo>
                  <a:pt x="43067" y="125015"/>
                </a:lnTo>
                <a:lnTo>
                  <a:pt x="12192" y="128206"/>
                </a:lnTo>
                <a:close/>
              </a:path>
              <a:path w="377189" h="377189">
                <a:moveTo>
                  <a:pt x="187385" y="97631"/>
                </a:moveTo>
                <a:lnTo>
                  <a:pt x="42672" y="97631"/>
                </a:lnTo>
                <a:lnTo>
                  <a:pt x="122704" y="92059"/>
                </a:lnTo>
                <a:lnTo>
                  <a:pt x="146399" y="90011"/>
                </a:lnTo>
                <a:lnTo>
                  <a:pt x="140422" y="80867"/>
                </a:lnTo>
                <a:lnTo>
                  <a:pt x="134016" y="71723"/>
                </a:lnTo>
                <a:lnTo>
                  <a:pt x="127325" y="62579"/>
                </a:lnTo>
                <a:lnTo>
                  <a:pt x="120491" y="53435"/>
                </a:lnTo>
                <a:lnTo>
                  <a:pt x="144875" y="38195"/>
                </a:lnTo>
                <a:lnTo>
                  <a:pt x="161448" y="59913"/>
                </a:lnTo>
                <a:lnTo>
                  <a:pt x="176879" y="81641"/>
                </a:lnTo>
                <a:lnTo>
                  <a:pt x="187385" y="97631"/>
                </a:lnTo>
                <a:close/>
              </a:path>
              <a:path w="377189" h="377189">
                <a:moveTo>
                  <a:pt x="178403" y="141922"/>
                </a:moveTo>
                <a:lnTo>
                  <a:pt x="174736" y="135302"/>
                </a:lnTo>
                <a:lnTo>
                  <a:pt x="166830" y="122634"/>
                </a:lnTo>
                <a:lnTo>
                  <a:pt x="163163" y="116014"/>
                </a:lnTo>
                <a:lnTo>
                  <a:pt x="198790" y="116014"/>
                </a:lnTo>
                <a:lnTo>
                  <a:pt x="204311" y="125158"/>
                </a:lnTo>
                <a:lnTo>
                  <a:pt x="190785" y="134112"/>
                </a:lnTo>
                <a:lnTo>
                  <a:pt x="184380" y="138231"/>
                </a:lnTo>
                <a:lnTo>
                  <a:pt x="178403" y="1419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4968418" y="6075718"/>
            <a:ext cx="367665" cy="351790"/>
          </a:xfrm>
          <a:custGeom>
            <a:avLst/>
            <a:gdLst/>
            <a:ahLst/>
            <a:cxnLst/>
            <a:rect l="l" t="t" r="r" b="b"/>
            <a:pathLst>
              <a:path w="367664" h="351789">
                <a:moveTo>
                  <a:pt x="198221" y="167741"/>
                </a:moveTo>
                <a:lnTo>
                  <a:pt x="169265" y="167741"/>
                </a:lnTo>
                <a:lnTo>
                  <a:pt x="169265" y="224218"/>
                </a:lnTo>
                <a:lnTo>
                  <a:pt x="198221" y="224218"/>
                </a:lnTo>
                <a:lnTo>
                  <a:pt x="198221" y="167741"/>
                </a:lnTo>
                <a:close/>
              </a:path>
              <a:path w="367664" h="351789">
                <a:moveTo>
                  <a:pt x="198221" y="86868"/>
                </a:moveTo>
                <a:lnTo>
                  <a:pt x="169265" y="86868"/>
                </a:lnTo>
                <a:lnTo>
                  <a:pt x="169265" y="141833"/>
                </a:lnTo>
                <a:lnTo>
                  <a:pt x="198221" y="141833"/>
                </a:lnTo>
                <a:lnTo>
                  <a:pt x="198221" y="86868"/>
                </a:lnTo>
                <a:close/>
              </a:path>
              <a:path w="367664" h="351789">
                <a:moveTo>
                  <a:pt x="277571" y="167741"/>
                </a:moveTo>
                <a:lnTo>
                  <a:pt x="248615" y="167741"/>
                </a:lnTo>
                <a:lnTo>
                  <a:pt x="248615" y="224218"/>
                </a:lnTo>
                <a:lnTo>
                  <a:pt x="277571" y="224218"/>
                </a:lnTo>
                <a:lnTo>
                  <a:pt x="277571" y="167741"/>
                </a:lnTo>
                <a:close/>
              </a:path>
              <a:path w="367664" h="351789">
                <a:moveTo>
                  <a:pt x="277571" y="86868"/>
                </a:moveTo>
                <a:lnTo>
                  <a:pt x="248615" y="86868"/>
                </a:lnTo>
                <a:lnTo>
                  <a:pt x="248615" y="141833"/>
                </a:lnTo>
                <a:lnTo>
                  <a:pt x="277571" y="141833"/>
                </a:lnTo>
                <a:lnTo>
                  <a:pt x="277571" y="86868"/>
                </a:lnTo>
                <a:close/>
              </a:path>
              <a:path w="367664" h="351789">
                <a:moveTo>
                  <a:pt x="277571" y="60960"/>
                </a:moveTo>
                <a:lnTo>
                  <a:pt x="91452" y="60960"/>
                </a:lnTo>
                <a:lnTo>
                  <a:pt x="91452" y="86360"/>
                </a:lnTo>
                <a:lnTo>
                  <a:pt x="91452" y="142240"/>
                </a:lnTo>
                <a:lnTo>
                  <a:pt x="91452" y="167640"/>
                </a:lnTo>
                <a:lnTo>
                  <a:pt x="91452" y="224790"/>
                </a:lnTo>
                <a:lnTo>
                  <a:pt x="91452" y="250190"/>
                </a:lnTo>
                <a:lnTo>
                  <a:pt x="91452" y="273050"/>
                </a:lnTo>
                <a:lnTo>
                  <a:pt x="118973" y="273050"/>
                </a:lnTo>
                <a:lnTo>
                  <a:pt x="118973" y="250190"/>
                </a:lnTo>
                <a:lnTo>
                  <a:pt x="248615" y="250190"/>
                </a:lnTo>
                <a:lnTo>
                  <a:pt x="248615" y="268414"/>
                </a:lnTo>
                <a:lnTo>
                  <a:pt x="277571" y="268414"/>
                </a:lnTo>
                <a:lnTo>
                  <a:pt x="277571" y="250190"/>
                </a:lnTo>
                <a:lnTo>
                  <a:pt x="277571" y="224790"/>
                </a:lnTo>
                <a:lnTo>
                  <a:pt x="118973" y="224790"/>
                </a:lnTo>
                <a:lnTo>
                  <a:pt x="118973" y="167640"/>
                </a:lnTo>
                <a:lnTo>
                  <a:pt x="277571" y="167640"/>
                </a:lnTo>
                <a:lnTo>
                  <a:pt x="277571" y="142240"/>
                </a:lnTo>
                <a:lnTo>
                  <a:pt x="118973" y="142240"/>
                </a:lnTo>
                <a:lnTo>
                  <a:pt x="118973" y="86360"/>
                </a:lnTo>
                <a:lnTo>
                  <a:pt x="277571" y="86360"/>
                </a:lnTo>
                <a:lnTo>
                  <a:pt x="277571" y="60960"/>
                </a:lnTo>
                <a:close/>
              </a:path>
              <a:path w="367664" h="351789">
                <a:moveTo>
                  <a:pt x="347675" y="68580"/>
                </a:moveTo>
                <a:lnTo>
                  <a:pt x="318719" y="68580"/>
                </a:lnTo>
                <a:lnTo>
                  <a:pt x="318719" y="304800"/>
                </a:lnTo>
                <a:lnTo>
                  <a:pt x="50292" y="304800"/>
                </a:lnTo>
                <a:lnTo>
                  <a:pt x="50292" y="68580"/>
                </a:lnTo>
                <a:lnTo>
                  <a:pt x="21336" y="68580"/>
                </a:lnTo>
                <a:lnTo>
                  <a:pt x="21336" y="304800"/>
                </a:lnTo>
                <a:lnTo>
                  <a:pt x="21336" y="331470"/>
                </a:lnTo>
                <a:lnTo>
                  <a:pt x="318719" y="331470"/>
                </a:lnTo>
                <a:lnTo>
                  <a:pt x="318719" y="351790"/>
                </a:lnTo>
                <a:lnTo>
                  <a:pt x="347675" y="351790"/>
                </a:lnTo>
                <a:lnTo>
                  <a:pt x="347675" y="331470"/>
                </a:lnTo>
                <a:lnTo>
                  <a:pt x="347675" y="305092"/>
                </a:lnTo>
                <a:lnTo>
                  <a:pt x="347675" y="304800"/>
                </a:lnTo>
                <a:lnTo>
                  <a:pt x="347675" y="68580"/>
                </a:lnTo>
                <a:close/>
              </a:path>
              <a:path w="367664" h="351789">
                <a:moveTo>
                  <a:pt x="367487" y="0"/>
                </a:moveTo>
                <a:lnTo>
                  <a:pt x="0" y="0"/>
                </a:lnTo>
                <a:lnTo>
                  <a:pt x="0" y="25908"/>
                </a:lnTo>
                <a:lnTo>
                  <a:pt x="367487" y="25908"/>
                </a:lnTo>
                <a:lnTo>
                  <a:pt x="367487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5" name="object 85" descr=""/>
          <p:cNvGraphicFramePr>
            <a:graphicFrameLocks noGrp="1"/>
          </p:cNvGraphicFramePr>
          <p:nvPr/>
        </p:nvGraphicFramePr>
        <p:xfrm>
          <a:off x="5389340" y="6043676"/>
          <a:ext cx="386715" cy="336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"/>
                <a:gridCol w="139700"/>
              </a:tblGrid>
              <a:tr h="158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6" name="object 86" descr=""/>
          <p:cNvSpPr/>
          <p:nvPr/>
        </p:nvSpPr>
        <p:spPr>
          <a:xfrm>
            <a:off x="5746140" y="6049708"/>
            <a:ext cx="750570" cy="378460"/>
          </a:xfrm>
          <a:custGeom>
            <a:avLst/>
            <a:gdLst/>
            <a:ahLst/>
            <a:cxnLst/>
            <a:rect l="l" t="t" r="r" b="b"/>
            <a:pathLst>
              <a:path w="750570" h="378460">
                <a:moveTo>
                  <a:pt x="376720" y="56489"/>
                </a:moveTo>
                <a:lnTo>
                  <a:pt x="163258" y="56489"/>
                </a:lnTo>
                <a:lnTo>
                  <a:pt x="168706" y="45935"/>
                </a:lnTo>
                <a:lnTo>
                  <a:pt x="173736" y="34963"/>
                </a:lnTo>
                <a:lnTo>
                  <a:pt x="183070" y="12293"/>
                </a:lnTo>
                <a:lnTo>
                  <a:pt x="152590" y="0"/>
                </a:lnTo>
                <a:lnTo>
                  <a:pt x="146799" y="14655"/>
                </a:lnTo>
                <a:lnTo>
                  <a:pt x="140881" y="28854"/>
                </a:lnTo>
                <a:lnTo>
                  <a:pt x="134708" y="42748"/>
                </a:lnTo>
                <a:lnTo>
                  <a:pt x="128117" y="56489"/>
                </a:lnTo>
                <a:lnTo>
                  <a:pt x="6096" y="56489"/>
                </a:lnTo>
                <a:lnTo>
                  <a:pt x="6096" y="83921"/>
                </a:lnTo>
                <a:lnTo>
                  <a:pt x="114401" y="83921"/>
                </a:lnTo>
                <a:lnTo>
                  <a:pt x="90754" y="124548"/>
                </a:lnTo>
                <a:lnTo>
                  <a:pt x="63525" y="164020"/>
                </a:lnTo>
                <a:lnTo>
                  <a:pt x="33134" y="202361"/>
                </a:lnTo>
                <a:lnTo>
                  <a:pt x="0" y="239560"/>
                </a:lnTo>
                <a:lnTo>
                  <a:pt x="5740" y="245541"/>
                </a:lnTo>
                <a:lnTo>
                  <a:pt x="11328" y="251942"/>
                </a:lnTo>
                <a:lnTo>
                  <a:pt x="16598" y="258635"/>
                </a:lnTo>
                <a:lnTo>
                  <a:pt x="21437" y="265468"/>
                </a:lnTo>
                <a:lnTo>
                  <a:pt x="36004" y="249199"/>
                </a:lnTo>
                <a:lnTo>
                  <a:pt x="50012" y="232498"/>
                </a:lnTo>
                <a:lnTo>
                  <a:pt x="63436" y="215493"/>
                </a:lnTo>
                <a:lnTo>
                  <a:pt x="76301" y="198310"/>
                </a:lnTo>
                <a:lnTo>
                  <a:pt x="76301" y="349377"/>
                </a:lnTo>
                <a:lnTo>
                  <a:pt x="106781" y="349377"/>
                </a:lnTo>
                <a:lnTo>
                  <a:pt x="106781" y="190690"/>
                </a:lnTo>
                <a:lnTo>
                  <a:pt x="192214" y="190690"/>
                </a:lnTo>
                <a:lnTo>
                  <a:pt x="192214" y="378333"/>
                </a:lnTo>
                <a:lnTo>
                  <a:pt x="222694" y="378333"/>
                </a:lnTo>
                <a:lnTo>
                  <a:pt x="222694" y="190690"/>
                </a:lnTo>
                <a:lnTo>
                  <a:pt x="311188" y="190690"/>
                </a:lnTo>
                <a:lnTo>
                  <a:pt x="311188" y="286804"/>
                </a:lnTo>
                <a:lnTo>
                  <a:pt x="309702" y="297688"/>
                </a:lnTo>
                <a:lnTo>
                  <a:pt x="305092" y="305282"/>
                </a:lnTo>
                <a:lnTo>
                  <a:pt x="297040" y="309740"/>
                </a:lnTo>
                <a:lnTo>
                  <a:pt x="285280" y="311188"/>
                </a:lnTo>
                <a:lnTo>
                  <a:pt x="279793" y="310921"/>
                </a:lnTo>
                <a:lnTo>
                  <a:pt x="239458" y="308140"/>
                </a:lnTo>
                <a:lnTo>
                  <a:pt x="243078" y="325945"/>
                </a:lnTo>
                <a:lnTo>
                  <a:pt x="245554" y="340233"/>
                </a:lnTo>
                <a:lnTo>
                  <a:pt x="303568" y="340233"/>
                </a:lnTo>
                <a:lnTo>
                  <a:pt x="320446" y="337375"/>
                </a:lnTo>
                <a:lnTo>
                  <a:pt x="332333" y="328803"/>
                </a:lnTo>
                <a:lnTo>
                  <a:pt x="339356" y="314477"/>
                </a:lnTo>
                <a:lnTo>
                  <a:pt x="341668" y="294424"/>
                </a:lnTo>
                <a:lnTo>
                  <a:pt x="341668" y="163258"/>
                </a:lnTo>
                <a:lnTo>
                  <a:pt x="222694" y="163258"/>
                </a:lnTo>
                <a:lnTo>
                  <a:pt x="222694" y="103733"/>
                </a:lnTo>
                <a:lnTo>
                  <a:pt x="192214" y="103733"/>
                </a:lnTo>
                <a:lnTo>
                  <a:pt x="192214" y="163258"/>
                </a:lnTo>
                <a:lnTo>
                  <a:pt x="102209" y="163258"/>
                </a:lnTo>
                <a:lnTo>
                  <a:pt x="114731" y="143789"/>
                </a:lnTo>
                <a:lnTo>
                  <a:pt x="126974" y="124167"/>
                </a:lnTo>
                <a:lnTo>
                  <a:pt x="138671" y="104254"/>
                </a:lnTo>
                <a:lnTo>
                  <a:pt x="149542" y="83921"/>
                </a:lnTo>
                <a:lnTo>
                  <a:pt x="376720" y="83921"/>
                </a:lnTo>
                <a:lnTo>
                  <a:pt x="376720" y="56489"/>
                </a:lnTo>
                <a:close/>
              </a:path>
              <a:path w="750570" h="378460">
                <a:moveTo>
                  <a:pt x="669518" y="212039"/>
                </a:moveTo>
                <a:lnTo>
                  <a:pt x="640562" y="212039"/>
                </a:lnTo>
                <a:lnTo>
                  <a:pt x="640562" y="236512"/>
                </a:lnTo>
                <a:lnTo>
                  <a:pt x="640562" y="283756"/>
                </a:lnTo>
                <a:lnTo>
                  <a:pt x="530733" y="283756"/>
                </a:lnTo>
                <a:lnTo>
                  <a:pt x="530733" y="236512"/>
                </a:lnTo>
                <a:lnTo>
                  <a:pt x="640562" y="236512"/>
                </a:lnTo>
                <a:lnTo>
                  <a:pt x="640562" y="212039"/>
                </a:lnTo>
                <a:lnTo>
                  <a:pt x="501777" y="212039"/>
                </a:lnTo>
                <a:lnTo>
                  <a:pt x="501777" y="325005"/>
                </a:lnTo>
                <a:lnTo>
                  <a:pt x="530733" y="325005"/>
                </a:lnTo>
                <a:lnTo>
                  <a:pt x="530733" y="309664"/>
                </a:lnTo>
                <a:lnTo>
                  <a:pt x="669518" y="309664"/>
                </a:lnTo>
                <a:lnTo>
                  <a:pt x="669518" y="283756"/>
                </a:lnTo>
                <a:lnTo>
                  <a:pt x="669518" y="236512"/>
                </a:lnTo>
                <a:lnTo>
                  <a:pt x="669518" y="212039"/>
                </a:lnTo>
                <a:close/>
              </a:path>
              <a:path w="750570" h="378460">
                <a:moveTo>
                  <a:pt x="750379" y="152590"/>
                </a:moveTo>
                <a:lnTo>
                  <a:pt x="465201" y="152590"/>
                </a:lnTo>
                <a:lnTo>
                  <a:pt x="465201" y="119062"/>
                </a:lnTo>
                <a:lnTo>
                  <a:pt x="701611" y="119062"/>
                </a:lnTo>
                <a:lnTo>
                  <a:pt x="701611" y="129730"/>
                </a:lnTo>
                <a:lnTo>
                  <a:pt x="732091" y="129730"/>
                </a:lnTo>
                <a:lnTo>
                  <a:pt x="732091" y="119062"/>
                </a:lnTo>
                <a:lnTo>
                  <a:pt x="732091" y="93065"/>
                </a:lnTo>
                <a:lnTo>
                  <a:pt x="732091" y="47345"/>
                </a:lnTo>
                <a:lnTo>
                  <a:pt x="732091" y="21437"/>
                </a:lnTo>
                <a:lnTo>
                  <a:pt x="701611" y="21437"/>
                </a:lnTo>
                <a:lnTo>
                  <a:pt x="701611" y="47345"/>
                </a:lnTo>
                <a:lnTo>
                  <a:pt x="701611" y="93065"/>
                </a:lnTo>
                <a:lnTo>
                  <a:pt x="465201" y="93065"/>
                </a:lnTo>
                <a:lnTo>
                  <a:pt x="465201" y="47345"/>
                </a:lnTo>
                <a:lnTo>
                  <a:pt x="701611" y="47345"/>
                </a:lnTo>
                <a:lnTo>
                  <a:pt x="701611" y="21437"/>
                </a:lnTo>
                <a:lnTo>
                  <a:pt x="434721" y="21437"/>
                </a:lnTo>
                <a:lnTo>
                  <a:pt x="434721" y="180035"/>
                </a:lnTo>
                <a:lnTo>
                  <a:pt x="432104" y="228942"/>
                </a:lnTo>
                <a:lnTo>
                  <a:pt x="424192" y="272707"/>
                </a:lnTo>
                <a:lnTo>
                  <a:pt x="410857" y="311327"/>
                </a:lnTo>
                <a:lnTo>
                  <a:pt x="391947" y="344817"/>
                </a:lnTo>
                <a:lnTo>
                  <a:pt x="397649" y="351675"/>
                </a:lnTo>
                <a:lnTo>
                  <a:pt x="403186" y="358533"/>
                </a:lnTo>
                <a:lnTo>
                  <a:pt x="408457" y="365391"/>
                </a:lnTo>
                <a:lnTo>
                  <a:pt x="413283" y="372249"/>
                </a:lnTo>
                <a:lnTo>
                  <a:pt x="436232" y="333629"/>
                </a:lnTo>
                <a:lnTo>
                  <a:pt x="452424" y="288556"/>
                </a:lnTo>
                <a:lnTo>
                  <a:pt x="462038" y="236893"/>
                </a:lnTo>
                <a:lnTo>
                  <a:pt x="465201" y="178498"/>
                </a:lnTo>
                <a:lnTo>
                  <a:pt x="718375" y="178498"/>
                </a:lnTo>
                <a:lnTo>
                  <a:pt x="717423" y="247167"/>
                </a:lnTo>
                <a:lnTo>
                  <a:pt x="715327" y="288328"/>
                </a:lnTo>
                <a:lnTo>
                  <a:pt x="704659" y="331101"/>
                </a:lnTo>
                <a:lnTo>
                  <a:pt x="674090" y="343293"/>
                </a:lnTo>
                <a:lnTo>
                  <a:pt x="658634" y="342760"/>
                </a:lnTo>
                <a:lnTo>
                  <a:pt x="641896" y="341388"/>
                </a:lnTo>
                <a:lnTo>
                  <a:pt x="603986" y="337197"/>
                </a:lnTo>
                <a:lnTo>
                  <a:pt x="605980" y="344576"/>
                </a:lnTo>
                <a:lnTo>
                  <a:pt x="607415" y="352818"/>
                </a:lnTo>
                <a:lnTo>
                  <a:pt x="608266" y="361619"/>
                </a:lnTo>
                <a:lnTo>
                  <a:pt x="608558" y="370725"/>
                </a:lnTo>
                <a:lnTo>
                  <a:pt x="625983" y="371602"/>
                </a:lnTo>
                <a:lnTo>
                  <a:pt x="641705" y="372059"/>
                </a:lnTo>
                <a:lnTo>
                  <a:pt x="667994" y="372249"/>
                </a:lnTo>
                <a:lnTo>
                  <a:pt x="689749" y="371106"/>
                </a:lnTo>
                <a:lnTo>
                  <a:pt x="729043" y="353961"/>
                </a:lnTo>
                <a:lnTo>
                  <a:pt x="743826" y="311912"/>
                </a:lnTo>
                <a:lnTo>
                  <a:pt x="746950" y="269278"/>
                </a:lnTo>
                <a:lnTo>
                  <a:pt x="749236" y="200660"/>
                </a:lnTo>
                <a:lnTo>
                  <a:pt x="749757" y="178498"/>
                </a:lnTo>
                <a:lnTo>
                  <a:pt x="750379" y="1525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6549866" y="6068092"/>
            <a:ext cx="337185" cy="360045"/>
          </a:xfrm>
          <a:custGeom>
            <a:avLst/>
            <a:gdLst/>
            <a:ahLst/>
            <a:cxnLst/>
            <a:rect l="l" t="t" r="r" b="b"/>
            <a:pathLst>
              <a:path w="337184" h="360045">
                <a:moveTo>
                  <a:pt x="28956" y="359949"/>
                </a:moveTo>
                <a:lnTo>
                  <a:pt x="0" y="359949"/>
                </a:lnTo>
                <a:lnTo>
                  <a:pt x="0" y="0"/>
                </a:lnTo>
                <a:lnTo>
                  <a:pt x="337089" y="0"/>
                </a:lnTo>
                <a:lnTo>
                  <a:pt x="337089" y="27432"/>
                </a:lnTo>
                <a:lnTo>
                  <a:pt x="28956" y="27432"/>
                </a:lnTo>
                <a:lnTo>
                  <a:pt x="28956" y="314229"/>
                </a:lnTo>
                <a:lnTo>
                  <a:pt x="337089" y="314229"/>
                </a:lnTo>
                <a:lnTo>
                  <a:pt x="337089" y="341661"/>
                </a:lnTo>
                <a:lnTo>
                  <a:pt x="28956" y="341661"/>
                </a:lnTo>
                <a:lnTo>
                  <a:pt x="28956" y="359949"/>
                </a:lnTo>
                <a:close/>
              </a:path>
              <a:path w="337184" h="360045">
                <a:moveTo>
                  <a:pt x="337089" y="314229"/>
                </a:moveTo>
                <a:lnTo>
                  <a:pt x="308038" y="314229"/>
                </a:lnTo>
                <a:lnTo>
                  <a:pt x="308038" y="27432"/>
                </a:lnTo>
                <a:lnTo>
                  <a:pt x="337089" y="27432"/>
                </a:lnTo>
                <a:lnTo>
                  <a:pt x="337089" y="314229"/>
                </a:lnTo>
                <a:close/>
              </a:path>
              <a:path w="337184" h="360045">
                <a:moveTo>
                  <a:pt x="59531" y="138779"/>
                </a:moveTo>
                <a:lnTo>
                  <a:pt x="41243" y="120491"/>
                </a:lnTo>
                <a:lnTo>
                  <a:pt x="66389" y="101092"/>
                </a:lnTo>
                <a:lnTo>
                  <a:pt x="89249" y="79676"/>
                </a:lnTo>
                <a:lnTo>
                  <a:pt x="109823" y="56545"/>
                </a:lnTo>
                <a:lnTo>
                  <a:pt x="128111" y="32004"/>
                </a:lnTo>
                <a:lnTo>
                  <a:pt x="152495" y="44196"/>
                </a:lnTo>
                <a:lnTo>
                  <a:pt x="147923" y="50292"/>
                </a:lnTo>
                <a:lnTo>
                  <a:pt x="143351" y="57912"/>
                </a:lnTo>
                <a:lnTo>
                  <a:pt x="137255" y="64008"/>
                </a:lnTo>
                <a:lnTo>
                  <a:pt x="272986" y="64008"/>
                </a:lnTo>
                <a:lnTo>
                  <a:pt x="272986" y="86868"/>
                </a:lnTo>
                <a:lnTo>
                  <a:pt x="271628" y="88392"/>
                </a:lnTo>
                <a:lnTo>
                  <a:pt x="115919" y="88392"/>
                </a:lnTo>
                <a:lnTo>
                  <a:pt x="127944" y="102472"/>
                </a:lnTo>
                <a:lnTo>
                  <a:pt x="130907" y="105251"/>
                </a:lnTo>
                <a:lnTo>
                  <a:pt x="99155" y="105251"/>
                </a:lnTo>
                <a:lnTo>
                  <a:pt x="89963" y="114133"/>
                </a:lnTo>
                <a:lnTo>
                  <a:pt x="80486" y="122586"/>
                </a:lnTo>
                <a:lnTo>
                  <a:pt x="70437" y="130754"/>
                </a:lnTo>
                <a:lnTo>
                  <a:pt x="59531" y="138779"/>
                </a:lnTo>
                <a:close/>
              </a:path>
              <a:path w="337184" h="360045">
                <a:moveTo>
                  <a:pt x="219468" y="135731"/>
                </a:moveTo>
                <a:lnTo>
                  <a:pt x="172307" y="135731"/>
                </a:lnTo>
                <a:lnTo>
                  <a:pt x="190912" y="124918"/>
                </a:lnTo>
                <a:lnTo>
                  <a:pt x="207633" y="113240"/>
                </a:lnTo>
                <a:lnTo>
                  <a:pt x="222335" y="100972"/>
                </a:lnTo>
                <a:lnTo>
                  <a:pt x="234886" y="88392"/>
                </a:lnTo>
                <a:lnTo>
                  <a:pt x="271628" y="88392"/>
                </a:lnTo>
                <a:lnTo>
                  <a:pt x="258151" y="103520"/>
                </a:lnTo>
                <a:lnTo>
                  <a:pt x="241173" y="119145"/>
                </a:lnTo>
                <a:lnTo>
                  <a:pt x="222194" y="133896"/>
                </a:lnTo>
                <a:lnTo>
                  <a:pt x="219468" y="135731"/>
                </a:lnTo>
                <a:close/>
              </a:path>
              <a:path w="337184" h="360045">
                <a:moveTo>
                  <a:pt x="48863" y="204406"/>
                </a:moveTo>
                <a:lnTo>
                  <a:pt x="45648" y="197755"/>
                </a:lnTo>
                <a:lnTo>
                  <a:pt x="42576" y="191559"/>
                </a:lnTo>
                <a:lnTo>
                  <a:pt x="39219" y="185667"/>
                </a:lnTo>
                <a:lnTo>
                  <a:pt x="35147" y="179927"/>
                </a:lnTo>
                <a:lnTo>
                  <a:pt x="67103" y="172783"/>
                </a:lnTo>
                <a:lnTo>
                  <a:pt x="96488" y="165068"/>
                </a:lnTo>
                <a:lnTo>
                  <a:pt x="123015" y="156781"/>
                </a:lnTo>
                <a:lnTo>
                  <a:pt x="146399" y="147923"/>
                </a:lnTo>
                <a:lnTo>
                  <a:pt x="133230" y="138469"/>
                </a:lnTo>
                <a:lnTo>
                  <a:pt x="121062" y="128301"/>
                </a:lnTo>
                <a:lnTo>
                  <a:pt x="109751" y="117276"/>
                </a:lnTo>
                <a:lnTo>
                  <a:pt x="99155" y="105251"/>
                </a:lnTo>
                <a:lnTo>
                  <a:pt x="130907" y="105251"/>
                </a:lnTo>
                <a:lnTo>
                  <a:pt x="141255" y="114954"/>
                </a:lnTo>
                <a:lnTo>
                  <a:pt x="155995" y="125990"/>
                </a:lnTo>
                <a:lnTo>
                  <a:pt x="172307" y="135731"/>
                </a:lnTo>
                <a:lnTo>
                  <a:pt x="219468" y="135731"/>
                </a:lnTo>
                <a:lnTo>
                  <a:pt x="201358" y="147923"/>
                </a:lnTo>
                <a:lnTo>
                  <a:pt x="222194" y="154471"/>
                </a:lnTo>
                <a:lnTo>
                  <a:pt x="245745" y="160305"/>
                </a:lnTo>
                <a:lnTo>
                  <a:pt x="260743" y="163163"/>
                </a:lnTo>
                <a:lnTo>
                  <a:pt x="172307" y="163163"/>
                </a:lnTo>
                <a:lnTo>
                  <a:pt x="147232" y="173451"/>
                </a:lnTo>
                <a:lnTo>
                  <a:pt x="118014" y="183749"/>
                </a:lnTo>
                <a:lnTo>
                  <a:pt x="85082" y="194064"/>
                </a:lnTo>
                <a:lnTo>
                  <a:pt x="48863" y="204406"/>
                </a:lnTo>
                <a:close/>
              </a:path>
              <a:path w="337184" h="360045">
                <a:moveTo>
                  <a:pt x="286702" y="198215"/>
                </a:moveTo>
                <a:lnTo>
                  <a:pt x="254697" y="189952"/>
                </a:lnTo>
                <a:lnTo>
                  <a:pt x="224968" y="181260"/>
                </a:lnTo>
                <a:lnTo>
                  <a:pt x="197508" y="172283"/>
                </a:lnTo>
                <a:lnTo>
                  <a:pt x="172307" y="163163"/>
                </a:lnTo>
                <a:lnTo>
                  <a:pt x="260743" y="163163"/>
                </a:lnTo>
                <a:lnTo>
                  <a:pt x="271867" y="165282"/>
                </a:lnTo>
                <a:lnTo>
                  <a:pt x="300418" y="169259"/>
                </a:lnTo>
                <a:lnTo>
                  <a:pt x="296132" y="177855"/>
                </a:lnTo>
                <a:lnTo>
                  <a:pt x="292316" y="185667"/>
                </a:lnTo>
                <a:lnTo>
                  <a:pt x="289274" y="192190"/>
                </a:lnTo>
                <a:lnTo>
                  <a:pt x="286702" y="198215"/>
                </a:lnTo>
                <a:close/>
              </a:path>
              <a:path w="337184" h="360045">
                <a:moveTo>
                  <a:pt x="227266" y="237934"/>
                </a:moveTo>
                <a:lnTo>
                  <a:pt x="166258" y="226885"/>
                </a:lnTo>
                <a:lnTo>
                  <a:pt x="137603" y="222075"/>
                </a:lnTo>
                <a:lnTo>
                  <a:pt x="109823" y="218122"/>
                </a:lnTo>
                <a:lnTo>
                  <a:pt x="117443" y="192119"/>
                </a:lnTo>
                <a:lnTo>
                  <a:pt x="204320" y="206558"/>
                </a:lnTo>
                <a:lnTo>
                  <a:pt x="234886" y="212026"/>
                </a:lnTo>
                <a:lnTo>
                  <a:pt x="227266" y="237934"/>
                </a:lnTo>
                <a:close/>
              </a:path>
              <a:path w="337184" h="360045">
                <a:moveTo>
                  <a:pt x="250126" y="300418"/>
                </a:moveTo>
                <a:lnTo>
                  <a:pt x="207201" y="291560"/>
                </a:lnTo>
                <a:lnTo>
                  <a:pt x="162829" y="283273"/>
                </a:lnTo>
                <a:lnTo>
                  <a:pt x="116743" y="275558"/>
                </a:lnTo>
                <a:lnTo>
                  <a:pt x="68675" y="268414"/>
                </a:lnTo>
                <a:lnTo>
                  <a:pt x="76295" y="242506"/>
                </a:lnTo>
                <a:lnTo>
                  <a:pt x="123768" y="248745"/>
                </a:lnTo>
                <a:lnTo>
                  <a:pt x="170259" y="255841"/>
                </a:lnTo>
                <a:lnTo>
                  <a:pt x="260794" y="271462"/>
                </a:lnTo>
                <a:lnTo>
                  <a:pt x="250126" y="300418"/>
                </a:lnTo>
                <a:close/>
              </a:path>
              <a:path w="337184" h="360045">
                <a:moveTo>
                  <a:pt x="337089" y="359949"/>
                </a:moveTo>
                <a:lnTo>
                  <a:pt x="308038" y="359949"/>
                </a:lnTo>
                <a:lnTo>
                  <a:pt x="308038" y="341661"/>
                </a:lnTo>
                <a:lnTo>
                  <a:pt x="337089" y="341661"/>
                </a:lnTo>
                <a:lnTo>
                  <a:pt x="337089" y="3599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4020" y="733710"/>
            <a:ext cx="219710" cy="439420"/>
          </a:xfrm>
          <a:custGeom>
            <a:avLst/>
            <a:gdLst/>
            <a:ahLst/>
            <a:cxnLst/>
            <a:rect l="l" t="t" r="r" b="b"/>
            <a:pathLst>
              <a:path w="219709" h="439419">
                <a:moveTo>
                  <a:pt x="62484" y="439293"/>
                </a:moveTo>
                <a:lnTo>
                  <a:pt x="45648" y="438459"/>
                </a:lnTo>
                <a:lnTo>
                  <a:pt x="29527" y="436054"/>
                </a:lnTo>
                <a:lnTo>
                  <a:pt x="14263" y="432220"/>
                </a:lnTo>
                <a:lnTo>
                  <a:pt x="0" y="427101"/>
                </a:lnTo>
                <a:lnTo>
                  <a:pt x="0" y="335565"/>
                </a:lnTo>
                <a:lnTo>
                  <a:pt x="12858" y="344462"/>
                </a:lnTo>
                <a:lnTo>
                  <a:pt x="26289" y="350662"/>
                </a:lnTo>
                <a:lnTo>
                  <a:pt x="40290" y="354291"/>
                </a:lnTo>
                <a:lnTo>
                  <a:pt x="54864" y="355473"/>
                </a:lnTo>
                <a:lnTo>
                  <a:pt x="84644" y="349195"/>
                </a:lnTo>
                <a:lnTo>
                  <a:pt x="105584" y="330469"/>
                </a:lnTo>
                <a:lnTo>
                  <a:pt x="117952" y="299457"/>
                </a:lnTo>
                <a:lnTo>
                  <a:pt x="122015" y="256317"/>
                </a:lnTo>
                <a:lnTo>
                  <a:pt x="122015" y="0"/>
                </a:lnTo>
                <a:lnTo>
                  <a:pt x="219551" y="0"/>
                </a:lnTo>
                <a:lnTo>
                  <a:pt x="219551" y="260889"/>
                </a:lnTo>
                <a:lnTo>
                  <a:pt x="216979" y="300909"/>
                </a:lnTo>
                <a:lnTo>
                  <a:pt x="196405" y="367269"/>
                </a:lnTo>
                <a:lnTo>
                  <a:pt x="156433" y="413575"/>
                </a:lnTo>
                <a:lnTo>
                  <a:pt x="98170" y="436435"/>
                </a:lnTo>
                <a:lnTo>
                  <a:pt x="62484" y="43929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04620" y="849629"/>
            <a:ext cx="946150" cy="323850"/>
          </a:xfrm>
          <a:custGeom>
            <a:avLst/>
            <a:gdLst/>
            <a:ahLst/>
            <a:cxnLst/>
            <a:rect l="l" t="t" r="r" b="b"/>
            <a:pathLst>
              <a:path w="946150" h="323850">
                <a:moveTo>
                  <a:pt x="280606" y="131165"/>
                </a:moveTo>
                <a:lnTo>
                  <a:pt x="275297" y="84162"/>
                </a:lnTo>
                <a:lnTo>
                  <a:pt x="266585" y="64109"/>
                </a:lnTo>
                <a:lnTo>
                  <a:pt x="259359" y="47472"/>
                </a:lnTo>
                <a:lnTo>
                  <a:pt x="232816" y="21158"/>
                </a:lnTo>
                <a:lnTo>
                  <a:pt x="195668" y="5308"/>
                </a:lnTo>
                <a:lnTo>
                  <a:pt x="147916" y="0"/>
                </a:lnTo>
                <a:lnTo>
                  <a:pt x="133642" y="558"/>
                </a:lnTo>
                <a:lnTo>
                  <a:pt x="85344" y="7620"/>
                </a:lnTo>
                <a:lnTo>
                  <a:pt x="41617" y="20485"/>
                </a:lnTo>
                <a:lnTo>
                  <a:pt x="30480" y="25908"/>
                </a:lnTo>
                <a:lnTo>
                  <a:pt x="30480" y="97637"/>
                </a:lnTo>
                <a:lnTo>
                  <a:pt x="55918" y="82753"/>
                </a:lnTo>
                <a:lnTo>
                  <a:pt x="81927" y="72301"/>
                </a:lnTo>
                <a:lnTo>
                  <a:pt x="108534" y="66128"/>
                </a:lnTo>
                <a:lnTo>
                  <a:pt x="135724" y="64109"/>
                </a:lnTo>
                <a:lnTo>
                  <a:pt x="159727" y="67246"/>
                </a:lnTo>
                <a:lnTo>
                  <a:pt x="176872" y="76682"/>
                </a:lnTo>
                <a:lnTo>
                  <a:pt x="187159" y="92392"/>
                </a:lnTo>
                <a:lnTo>
                  <a:pt x="190588" y="114401"/>
                </a:lnTo>
                <a:lnTo>
                  <a:pt x="190588" y="169354"/>
                </a:lnTo>
                <a:lnTo>
                  <a:pt x="190588" y="190690"/>
                </a:lnTo>
                <a:lnTo>
                  <a:pt x="173824" y="236410"/>
                </a:lnTo>
                <a:lnTo>
                  <a:pt x="129628" y="256324"/>
                </a:lnTo>
                <a:lnTo>
                  <a:pt x="120789" y="255511"/>
                </a:lnTo>
                <a:lnTo>
                  <a:pt x="88988" y="225844"/>
                </a:lnTo>
                <a:lnTo>
                  <a:pt x="88392" y="218122"/>
                </a:lnTo>
                <a:lnTo>
                  <a:pt x="91249" y="202488"/>
                </a:lnTo>
                <a:lnTo>
                  <a:pt x="99834" y="190119"/>
                </a:lnTo>
                <a:lnTo>
                  <a:pt x="114147" y="181483"/>
                </a:lnTo>
                <a:lnTo>
                  <a:pt x="134200" y="176974"/>
                </a:lnTo>
                <a:lnTo>
                  <a:pt x="190588" y="169354"/>
                </a:lnTo>
                <a:lnTo>
                  <a:pt x="190588" y="114401"/>
                </a:lnTo>
                <a:lnTo>
                  <a:pt x="106680" y="126593"/>
                </a:lnTo>
                <a:lnTo>
                  <a:pt x="60439" y="138125"/>
                </a:lnTo>
                <a:lnTo>
                  <a:pt x="27051" y="159067"/>
                </a:lnTo>
                <a:lnTo>
                  <a:pt x="0" y="230314"/>
                </a:lnTo>
                <a:lnTo>
                  <a:pt x="1689" y="250063"/>
                </a:lnTo>
                <a:lnTo>
                  <a:pt x="25908" y="297472"/>
                </a:lnTo>
                <a:lnTo>
                  <a:pt x="76060" y="321691"/>
                </a:lnTo>
                <a:lnTo>
                  <a:pt x="97536" y="323380"/>
                </a:lnTo>
                <a:lnTo>
                  <a:pt x="125590" y="320001"/>
                </a:lnTo>
                <a:lnTo>
                  <a:pt x="150202" y="310045"/>
                </a:lnTo>
                <a:lnTo>
                  <a:pt x="171348" y="293801"/>
                </a:lnTo>
                <a:lnTo>
                  <a:pt x="189064" y="271564"/>
                </a:lnTo>
                <a:lnTo>
                  <a:pt x="190588" y="271564"/>
                </a:lnTo>
                <a:lnTo>
                  <a:pt x="190588" y="315760"/>
                </a:lnTo>
                <a:lnTo>
                  <a:pt x="280606" y="315760"/>
                </a:lnTo>
                <a:lnTo>
                  <a:pt x="280606" y="271564"/>
                </a:lnTo>
                <a:lnTo>
                  <a:pt x="280606" y="256324"/>
                </a:lnTo>
                <a:lnTo>
                  <a:pt x="280606" y="169354"/>
                </a:lnTo>
                <a:lnTo>
                  <a:pt x="280606" y="131165"/>
                </a:lnTo>
                <a:close/>
              </a:path>
              <a:path w="946150" h="323850">
                <a:moveTo>
                  <a:pt x="649605" y="7620"/>
                </a:moveTo>
                <a:lnTo>
                  <a:pt x="549021" y="7620"/>
                </a:lnTo>
                <a:lnTo>
                  <a:pt x="494068" y="198310"/>
                </a:lnTo>
                <a:lnTo>
                  <a:pt x="490042" y="213728"/>
                </a:lnTo>
                <a:lnTo>
                  <a:pt x="487019" y="227850"/>
                </a:lnTo>
                <a:lnTo>
                  <a:pt x="484847" y="240576"/>
                </a:lnTo>
                <a:lnTo>
                  <a:pt x="483400" y="251752"/>
                </a:lnTo>
                <a:lnTo>
                  <a:pt x="481876" y="251752"/>
                </a:lnTo>
                <a:lnTo>
                  <a:pt x="475437" y="212229"/>
                </a:lnTo>
                <a:lnTo>
                  <a:pt x="417868" y="7620"/>
                </a:lnTo>
                <a:lnTo>
                  <a:pt x="317182" y="7620"/>
                </a:lnTo>
                <a:lnTo>
                  <a:pt x="425488" y="315760"/>
                </a:lnTo>
                <a:lnTo>
                  <a:pt x="533781" y="315760"/>
                </a:lnTo>
                <a:lnTo>
                  <a:pt x="649605" y="7620"/>
                </a:lnTo>
                <a:close/>
              </a:path>
              <a:path w="946150" h="323850">
                <a:moveTo>
                  <a:pt x="945553" y="131165"/>
                </a:moveTo>
                <a:lnTo>
                  <a:pt x="940396" y="84162"/>
                </a:lnTo>
                <a:lnTo>
                  <a:pt x="931887" y="64109"/>
                </a:lnTo>
                <a:lnTo>
                  <a:pt x="924839" y="47472"/>
                </a:lnTo>
                <a:lnTo>
                  <a:pt x="898740" y="21158"/>
                </a:lnTo>
                <a:lnTo>
                  <a:pt x="861974" y="5308"/>
                </a:lnTo>
                <a:lnTo>
                  <a:pt x="814387" y="0"/>
                </a:lnTo>
                <a:lnTo>
                  <a:pt x="799426" y="558"/>
                </a:lnTo>
                <a:lnTo>
                  <a:pt x="751801" y="7620"/>
                </a:lnTo>
                <a:lnTo>
                  <a:pt x="708088" y="20485"/>
                </a:lnTo>
                <a:lnTo>
                  <a:pt x="696937" y="25908"/>
                </a:lnTo>
                <a:lnTo>
                  <a:pt x="696937" y="97637"/>
                </a:lnTo>
                <a:lnTo>
                  <a:pt x="722376" y="82753"/>
                </a:lnTo>
                <a:lnTo>
                  <a:pt x="748372" y="72301"/>
                </a:lnTo>
                <a:lnTo>
                  <a:pt x="774954" y="66128"/>
                </a:lnTo>
                <a:lnTo>
                  <a:pt x="802093" y="64109"/>
                </a:lnTo>
                <a:lnTo>
                  <a:pt x="826160" y="67246"/>
                </a:lnTo>
                <a:lnTo>
                  <a:pt x="843330" y="76682"/>
                </a:lnTo>
                <a:lnTo>
                  <a:pt x="853630" y="92392"/>
                </a:lnTo>
                <a:lnTo>
                  <a:pt x="857059" y="114401"/>
                </a:lnTo>
                <a:lnTo>
                  <a:pt x="857059" y="169354"/>
                </a:lnTo>
                <a:lnTo>
                  <a:pt x="857059" y="190690"/>
                </a:lnTo>
                <a:lnTo>
                  <a:pt x="840295" y="236410"/>
                </a:lnTo>
                <a:lnTo>
                  <a:pt x="795997" y="256324"/>
                </a:lnTo>
                <a:lnTo>
                  <a:pt x="787171" y="255511"/>
                </a:lnTo>
                <a:lnTo>
                  <a:pt x="755446" y="225844"/>
                </a:lnTo>
                <a:lnTo>
                  <a:pt x="754849" y="218122"/>
                </a:lnTo>
                <a:lnTo>
                  <a:pt x="757707" y="202488"/>
                </a:lnTo>
                <a:lnTo>
                  <a:pt x="766279" y="190119"/>
                </a:lnTo>
                <a:lnTo>
                  <a:pt x="780567" y="181483"/>
                </a:lnTo>
                <a:lnTo>
                  <a:pt x="800569" y="176974"/>
                </a:lnTo>
                <a:lnTo>
                  <a:pt x="857059" y="169354"/>
                </a:lnTo>
                <a:lnTo>
                  <a:pt x="857059" y="114401"/>
                </a:lnTo>
                <a:lnTo>
                  <a:pt x="773137" y="126593"/>
                </a:lnTo>
                <a:lnTo>
                  <a:pt x="726236" y="138125"/>
                </a:lnTo>
                <a:lnTo>
                  <a:pt x="692899" y="159067"/>
                </a:lnTo>
                <a:lnTo>
                  <a:pt x="666369" y="230314"/>
                </a:lnTo>
                <a:lnTo>
                  <a:pt x="668070" y="250063"/>
                </a:lnTo>
                <a:lnTo>
                  <a:pt x="692365" y="297472"/>
                </a:lnTo>
                <a:lnTo>
                  <a:pt x="741667" y="321691"/>
                </a:lnTo>
                <a:lnTo>
                  <a:pt x="762469" y="323380"/>
                </a:lnTo>
                <a:lnTo>
                  <a:pt x="791375" y="320001"/>
                </a:lnTo>
                <a:lnTo>
                  <a:pt x="816432" y="310045"/>
                </a:lnTo>
                <a:lnTo>
                  <a:pt x="837780" y="293801"/>
                </a:lnTo>
                <a:lnTo>
                  <a:pt x="855535" y="271564"/>
                </a:lnTo>
                <a:lnTo>
                  <a:pt x="855535" y="315760"/>
                </a:lnTo>
                <a:lnTo>
                  <a:pt x="945553" y="315760"/>
                </a:lnTo>
                <a:lnTo>
                  <a:pt x="945553" y="271564"/>
                </a:lnTo>
                <a:lnTo>
                  <a:pt x="945553" y="256324"/>
                </a:lnTo>
                <a:lnTo>
                  <a:pt x="945553" y="169354"/>
                </a:lnTo>
                <a:lnTo>
                  <a:pt x="945553" y="131165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211133" y="726096"/>
            <a:ext cx="593725" cy="447040"/>
          </a:xfrm>
          <a:custGeom>
            <a:avLst/>
            <a:gdLst/>
            <a:ahLst/>
            <a:cxnLst/>
            <a:rect l="l" t="t" r="r" b="b"/>
            <a:pathLst>
              <a:path w="593725" h="447040">
                <a:moveTo>
                  <a:pt x="297370" y="317271"/>
                </a:moveTo>
                <a:lnTo>
                  <a:pt x="289750" y="271551"/>
                </a:lnTo>
                <a:lnTo>
                  <a:pt x="266890" y="236410"/>
                </a:lnTo>
                <a:lnTo>
                  <a:pt x="231838" y="208978"/>
                </a:lnTo>
                <a:lnTo>
                  <a:pt x="184492" y="186118"/>
                </a:lnTo>
                <a:lnTo>
                  <a:pt x="175399" y="182448"/>
                </a:lnTo>
                <a:lnTo>
                  <a:pt x="166585" y="178498"/>
                </a:lnTo>
                <a:lnTo>
                  <a:pt x="150964" y="170878"/>
                </a:lnTo>
                <a:lnTo>
                  <a:pt x="143268" y="167424"/>
                </a:lnTo>
                <a:lnTo>
                  <a:pt x="136296" y="163830"/>
                </a:lnTo>
                <a:lnTo>
                  <a:pt x="130175" y="159943"/>
                </a:lnTo>
                <a:lnTo>
                  <a:pt x="125056" y="155638"/>
                </a:lnTo>
                <a:lnTo>
                  <a:pt x="117436" y="150964"/>
                </a:lnTo>
                <a:lnTo>
                  <a:pt x="112864" y="144868"/>
                </a:lnTo>
                <a:lnTo>
                  <a:pt x="108292" y="140296"/>
                </a:lnTo>
                <a:lnTo>
                  <a:pt x="105244" y="134200"/>
                </a:lnTo>
                <a:lnTo>
                  <a:pt x="103720" y="128104"/>
                </a:lnTo>
                <a:lnTo>
                  <a:pt x="103720" y="112864"/>
                </a:lnTo>
                <a:lnTo>
                  <a:pt x="129628" y="85432"/>
                </a:lnTo>
                <a:lnTo>
                  <a:pt x="135724" y="82384"/>
                </a:lnTo>
                <a:lnTo>
                  <a:pt x="175348" y="76288"/>
                </a:lnTo>
                <a:lnTo>
                  <a:pt x="181330" y="76530"/>
                </a:lnTo>
                <a:lnTo>
                  <a:pt x="194424" y="77584"/>
                </a:lnTo>
                <a:lnTo>
                  <a:pt x="201256" y="77812"/>
                </a:lnTo>
                <a:lnTo>
                  <a:pt x="254698" y="93052"/>
                </a:lnTo>
                <a:lnTo>
                  <a:pt x="277558" y="106768"/>
                </a:lnTo>
                <a:lnTo>
                  <a:pt x="277558" y="16764"/>
                </a:lnTo>
                <a:lnTo>
                  <a:pt x="216255" y="2565"/>
                </a:lnTo>
                <a:lnTo>
                  <a:pt x="170776" y="0"/>
                </a:lnTo>
                <a:lnTo>
                  <a:pt x="153682" y="546"/>
                </a:lnTo>
                <a:lnTo>
                  <a:pt x="105244" y="7620"/>
                </a:lnTo>
                <a:lnTo>
                  <a:pt x="62941" y="23050"/>
                </a:lnTo>
                <a:lnTo>
                  <a:pt x="29718" y="48628"/>
                </a:lnTo>
                <a:lnTo>
                  <a:pt x="7708" y="83108"/>
                </a:lnTo>
                <a:lnTo>
                  <a:pt x="0" y="128104"/>
                </a:lnTo>
                <a:lnTo>
                  <a:pt x="1689" y="149021"/>
                </a:lnTo>
                <a:lnTo>
                  <a:pt x="14782" y="185635"/>
                </a:lnTo>
                <a:lnTo>
                  <a:pt x="39928" y="216522"/>
                </a:lnTo>
                <a:lnTo>
                  <a:pt x="77165" y="242290"/>
                </a:lnTo>
                <a:lnTo>
                  <a:pt x="120103" y="261645"/>
                </a:lnTo>
                <a:lnTo>
                  <a:pt x="128968" y="265696"/>
                </a:lnTo>
                <a:lnTo>
                  <a:pt x="137248" y="270027"/>
                </a:lnTo>
                <a:lnTo>
                  <a:pt x="145872" y="273697"/>
                </a:lnTo>
                <a:lnTo>
                  <a:pt x="153631" y="277647"/>
                </a:lnTo>
                <a:lnTo>
                  <a:pt x="187540" y="303555"/>
                </a:lnTo>
                <a:lnTo>
                  <a:pt x="195160" y="318795"/>
                </a:lnTo>
                <a:lnTo>
                  <a:pt x="195160" y="332511"/>
                </a:lnTo>
                <a:lnTo>
                  <a:pt x="193636" y="338607"/>
                </a:lnTo>
                <a:lnTo>
                  <a:pt x="190588" y="343179"/>
                </a:lnTo>
                <a:lnTo>
                  <a:pt x="187540" y="349275"/>
                </a:lnTo>
                <a:lnTo>
                  <a:pt x="182968" y="353847"/>
                </a:lnTo>
                <a:lnTo>
                  <a:pt x="176872" y="356895"/>
                </a:lnTo>
                <a:lnTo>
                  <a:pt x="170776" y="361467"/>
                </a:lnTo>
                <a:lnTo>
                  <a:pt x="130873" y="370446"/>
                </a:lnTo>
                <a:lnTo>
                  <a:pt x="122008" y="370713"/>
                </a:lnTo>
                <a:lnTo>
                  <a:pt x="106032" y="369874"/>
                </a:lnTo>
                <a:lnTo>
                  <a:pt x="59436" y="358419"/>
                </a:lnTo>
                <a:lnTo>
                  <a:pt x="15925" y="336346"/>
                </a:lnTo>
                <a:lnTo>
                  <a:pt x="3048" y="326415"/>
                </a:lnTo>
                <a:lnTo>
                  <a:pt x="3048" y="422529"/>
                </a:lnTo>
                <a:lnTo>
                  <a:pt x="42481" y="437095"/>
                </a:lnTo>
                <a:lnTo>
                  <a:pt x="90944" y="445579"/>
                </a:lnTo>
                <a:lnTo>
                  <a:pt x="125056" y="446913"/>
                </a:lnTo>
                <a:lnTo>
                  <a:pt x="142798" y="446366"/>
                </a:lnTo>
                <a:lnTo>
                  <a:pt x="206032" y="436168"/>
                </a:lnTo>
                <a:lnTo>
                  <a:pt x="245554" y="417957"/>
                </a:lnTo>
                <a:lnTo>
                  <a:pt x="276199" y="390093"/>
                </a:lnTo>
                <a:lnTo>
                  <a:pt x="293941" y="350621"/>
                </a:lnTo>
                <a:lnTo>
                  <a:pt x="296506" y="334733"/>
                </a:lnTo>
                <a:lnTo>
                  <a:pt x="297370" y="317271"/>
                </a:lnTo>
                <a:close/>
              </a:path>
              <a:path w="593725" h="447040">
                <a:moveTo>
                  <a:pt x="593217" y="137248"/>
                </a:moveTo>
                <a:lnTo>
                  <a:pt x="578904" y="131254"/>
                </a:lnTo>
                <a:lnTo>
                  <a:pt x="561022" y="126961"/>
                </a:lnTo>
                <a:lnTo>
                  <a:pt x="539419" y="124396"/>
                </a:lnTo>
                <a:lnTo>
                  <a:pt x="513969" y="123532"/>
                </a:lnTo>
                <a:lnTo>
                  <a:pt x="476135" y="126377"/>
                </a:lnTo>
                <a:lnTo>
                  <a:pt x="413143" y="148653"/>
                </a:lnTo>
                <a:lnTo>
                  <a:pt x="367118" y="192709"/>
                </a:lnTo>
                <a:lnTo>
                  <a:pt x="343141" y="255092"/>
                </a:lnTo>
                <a:lnTo>
                  <a:pt x="340042" y="292887"/>
                </a:lnTo>
                <a:lnTo>
                  <a:pt x="342887" y="325513"/>
                </a:lnTo>
                <a:lnTo>
                  <a:pt x="365188" y="381050"/>
                </a:lnTo>
                <a:lnTo>
                  <a:pt x="408000" y="422478"/>
                </a:lnTo>
                <a:lnTo>
                  <a:pt x="466229" y="444106"/>
                </a:lnTo>
                <a:lnTo>
                  <a:pt x="500253" y="446913"/>
                </a:lnTo>
                <a:lnTo>
                  <a:pt x="528485" y="445770"/>
                </a:lnTo>
                <a:lnTo>
                  <a:pt x="553593" y="442341"/>
                </a:lnTo>
                <a:lnTo>
                  <a:pt x="575259" y="436626"/>
                </a:lnTo>
                <a:lnTo>
                  <a:pt x="593217" y="428625"/>
                </a:lnTo>
                <a:lnTo>
                  <a:pt x="593217" y="350799"/>
                </a:lnTo>
                <a:lnTo>
                  <a:pt x="575830" y="360857"/>
                </a:lnTo>
                <a:lnTo>
                  <a:pt x="558165" y="368033"/>
                </a:lnTo>
                <a:lnTo>
                  <a:pt x="540486" y="372325"/>
                </a:lnTo>
                <a:lnTo>
                  <a:pt x="523113" y="373761"/>
                </a:lnTo>
                <a:lnTo>
                  <a:pt x="503897" y="372325"/>
                </a:lnTo>
                <a:lnTo>
                  <a:pt x="460527" y="350799"/>
                </a:lnTo>
                <a:lnTo>
                  <a:pt x="439102" y="305371"/>
                </a:lnTo>
                <a:lnTo>
                  <a:pt x="437667" y="286791"/>
                </a:lnTo>
                <a:lnTo>
                  <a:pt x="439102" y="266407"/>
                </a:lnTo>
                <a:lnTo>
                  <a:pt x="460527" y="219646"/>
                </a:lnTo>
                <a:lnTo>
                  <a:pt x="506679" y="198208"/>
                </a:lnTo>
                <a:lnTo>
                  <a:pt x="526161" y="196786"/>
                </a:lnTo>
                <a:lnTo>
                  <a:pt x="544131" y="197980"/>
                </a:lnTo>
                <a:lnTo>
                  <a:pt x="561403" y="201739"/>
                </a:lnTo>
                <a:lnTo>
                  <a:pt x="577799" y="208356"/>
                </a:lnTo>
                <a:lnTo>
                  <a:pt x="593217" y="218122"/>
                </a:lnTo>
                <a:lnTo>
                  <a:pt x="593217" y="13724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65399" y="710856"/>
            <a:ext cx="349250" cy="454659"/>
          </a:xfrm>
          <a:custGeom>
            <a:avLst/>
            <a:gdLst/>
            <a:ahLst/>
            <a:cxnLst/>
            <a:rect l="l" t="t" r="r" b="b"/>
            <a:pathLst>
              <a:path w="349250" h="454659">
                <a:moveTo>
                  <a:pt x="201256" y="144868"/>
                </a:moveTo>
                <a:lnTo>
                  <a:pt x="196684" y="141820"/>
                </a:lnTo>
                <a:lnTo>
                  <a:pt x="187540" y="140296"/>
                </a:lnTo>
                <a:lnTo>
                  <a:pt x="178396" y="140296"/>
                </a:lnTo>
                <a:lnTo>
                  <a:pt x="150977" y="144284"/>
                </a:lnTo>
                <a:lnTo>
                  <a:pt x="128257" y="156121"/>
                </a:lnTo>
                <a:lnTo>
                  <a:pt x="110388" y="175704"/>
                </a:lnTo>
                <a:lnTo>
                  <a:pt x="97536" y="202882"/>
                </a:lnTo>
                <a:lnTo>
                  <a:pt x="96012" y="202882"/>
                </a:lnTo>
                <a:lnTo>
                  <a:pt x="96012" y="146392"/>
                </a:lnTo>
                <a:lnTo>
                  <a:pt x="0" y="146392"/>
                </a:lnTo>
                <a:lnTo>
                  <a:pt x="0" y="454533"/>
                </a:lnTo>
                <a:lnTo>
                  <a:pt x="96012" y="454533"/>
                </a:lnTo>
                <a:lnTo>
                  <a:pt x="96012" y="306603"/>
                </a:lnTo>
                <a:lnTo>
                  <a:pt x="97129" y="288277"/>
                </a:lnTo>
                <a:lnTo>
                  <a:pt x="112776" y="245554"/>
                </a:lnTo>
                <a:lnTo>
                  <a:pt x="147370" y="224116"/>
                </a:lnTo>
                <a:lnTo>
                  <a:pt x="161632" y="222694"/>
                </a:lnTo>
                <a:lnTo>
                  <a:pt x="172758" y="223266"/>
                </a:lnTo>
                <a:lnTo>
                  <a:pt x="183159" y="224980"/>
                </a:lnTo>
                <a:lnTo>
                  <a:pt x="192709" y="227838"/>
                </a:lnTo>
                <a:lnTo>
                  <a:pt x="201256" y="231838"/>
                </a:lnTo>
                <a:lnTo>
                  <a:pt x="201256" y="144868"/>
                </a:lnTo>
                <a:close/>
              </a:path>
              <a:path w="349250" h="454659">
                <a:moveTo>
                  <a:pt x="341566" y="146405"/>
                </a:moveTo>
                <a:lnTo>
                  <a:pt x="245452" y="146405"/>
                </a:lnTo>
                <a:lnTo>
                  <a:pt x="245452" y="454533"/>
                </a:lnTo>
                <a:lnTo>
                  <a:pt x="341566" y="454533"/>
                </a:lnTo>
                <a:lnTo>
                  <a:pt x="341566" y="146405"/>
                </a:lnTo>
                <a:close/>
              </a:path>
              <a:path w="349250" h="454659">
                <a:moveTo>
                  <a:pt x="349186" y="47244"/>
                </a:moveTo>
                <a:lnTo>
                  <a:pt x="333946" y="12192"/>
                </a:lnTo>
                <a:lnTo>
                  <a:pt x="294322" y="0"/>
                </a:lnTo>
                <a:lnTo>
                  <a:pt x="282562" y="838"/>
                </a:lnTo>
                <a:lnTo>
                  <a:pt x="247764" y="19596"/>
                </a:lnTo>
                <a:lnTo>
                  <a:pt x="239356" y="47244"/>
                </a:lnTo>
                <a:lnTo>
                  <a:pt x="240245" y="57238"/>
                </a:lnTo>
                <a:lnTo>
                  <a:pt x="263029" y="89268"/>
                </a:lnTo>
                <a:lnTo>
                  <a:pt x="294322" y="97624"/>
                </a:lnTo>
                <a:lnTo>
                  <a:pt x="306082" y="96774"/>
                </a:lnTo>
                <a:lnTo>
                  <a:pt x="340829" y="76466"/>
                </a:lnTo>
                <a:lnTo>
                  <a:pt x="349186" y="4724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86302" y="762672"/>
            <a:ext cx="568960" cy="544830"/>
          </a:xfrm>
          <a:custGeom>
            <a:avLst/>
            <a:gdLst/>
            <a:ahLst/>
            <a:cxnLst/>
            <a:rect l="l" t="t" r="r" b="b"/>
            <a:pathLst>
              <a:path w="568960" h="544830">
                <a:moveTo>
                  <a:pt x="320243" y="239547"/>
                </a:moveTo>
                <a:lnTo>
                  <a:pt x="312242" y="176415"/>
                </a:lnTo>
                <a:lnTo>
                  <a:pt x="295884" y="140398"/>
                </a:lnTo>
                <a:lnTo>
                  <a:pt x="288239" y="128206"/>
                </a:lnTo>
                <a:lnTo>
                  <a:pt x="270471" y="110147"/>
                </a:lnTo>
                <a:lnTo>
                  <a:pt x="249135" y="97256"/>
                </a:lnTo>
                <a:lnTo>
                  <a:pt x="224129" y="89560"/>
                </a:lnTo>
                <a:lnTo>
                  <a:pt x="224129" y="241071"/>
                </a:lnTo>
                <a:lnTo>
                  <a:pt x="222986" y="262775"/>
                </a:lnTo>
                <a:lnTo>
                  <a:pt x="205841" y="312699"/>
                </a:lnTo>
                <a:lnTo>
                  <a:pt x="170700" y="335737"/>
                </a:lnTo>
                <a:lnTo>
                  <a:pt x="155549" y="337185"/>
                </a:lnTo>
                <a:lnTo>
                  <a:pt x="142430" y="336016"/>
                </a:lnTo>
                <a:lnTo>
                  <a:pt x="103530" y="306400"/>
                </a:lnTo>
                <a:lnTo>
                  <a:pt x="94488" y="265455"/>
                </a:lnTo>
                <a:lnTo>
                  <a:pt x="94488" y="239547"/>
                </a:lnTo>
                <a:lnTo>
                  <a:pt x="104825" y="193598"/>
                </a:lnTo>
                <a:lnTo>
                  <a:pt x="133642" y="165163"/>
                </a:lnTo>
                <a:lnTo>
                  <a:pt x="160121" y="160210"/>
                </a:lnTo>
                <a:lnTo>
                  <a:pt x="188125" y="165112"/>
                </a:lnTo>
                <a:lnTo>
                  <a:pt x="208127" y="180035"/>
                </a:lnTo>
                <a:lnTo>
                  <a:pt x="220129" y="205257"/>
                </a:lnTo>
                <a:lnTo>
                  <a:pt x="224129" y="241071"/>
                </a:lnTo>
                <a:lnTo>
                  <a:pt x="224129" y="89560"/>
                </a:lnTo>
                <a:lnTo>
                  <a:pt x="195173" y="86956"/>
                </a:lnTo>
                <a:lnTo>
                  <a:pt x="165125" y="90373"/>
                </a:lnTo>
                <a:lnTo>
                  <a:pt x="138772" y="100495"/>
                </a:lnTo>
                <a:lnTo>
                  <a:pt x="115836" y="117221"/>
                </a:lnTo>
                <a:lnTo>
                  <a:pt x="96024" y="140398"/>
                </a:lnTo>
                <a:lnTo>
                  <a:pt x="96024" y="94576"/>
                </a:lnTo>
                <a:lnTo>
                  <a:pt x="0" y="94576"/>
                </a:lnTo>
                <a:lnTo>
                  <a:pt x="0" y="544639"/>
                </a:lnTo>
                <a:lnTo>
                  <a:pt x="96024" y="544639"/>
                </a:lnTo>
                <a:lnTo>
                  <a:pt x="96024" y="366141"/>
                </a:lnTo>
                <a:lnTo>
                  <a:pt x="112623" y="385267"/>
                </a:lnTo>
                <a:lnTo>
                  <a:pt x="132486" y="399097"/>
                </a:lnTo>
                <a:lnTo>
                  <a:pt x="155473" y="407504"/>
                </a:lnTo>
                <a:lnTo>
                  <a:pt x="181457" y="410337"/>
                </a:lnTo>
                <a:lnTo>
                  <a:pt x="211785" y="407454"/>
                </a:lnTo>
                <a:lnTo>
                  <a:pt x="238848" y="398716"/>
                </a:lnTo>
                <a:lnTo>
                  <a:pt x="262763" y="383971"/>
                </a:lnTo>
                <a:lnTo>
                  <a:pt x="280606" y="366141"/>
                </a:lnTo>
                <a:lnTo>
                  <a:pt x="283667" y="363093"/>
                </a:lnTo>
                <a:lnTo>
                  <a:pt x="299669" y="338213"/>
                </a:lnTo>
                <a:lnTo>
                  <a:pt x="300075" y="337185"/>
                </a:lnTo>
                <a:lnTo>
                  <a:pt x="311099" y="309321"/>
                </a:lnTo>
                <a:lnTo>
                  <a:pt x="317957" y="276428"/>
                </a:lnTo>
                <a:lnTo>
                  <a:pt x="320243" y="239547"/>
                </a:lnTo>
                <a:close/>
              </a:path>
              <a:path w="568960" h="544830">
                <a:moveTo>
                  <a:pt x="568845" y="94576"/>
                </a:moveTo>
                <a:lnTo>
                  <a:pt x="500164" y="94576"/>
                </a:lnTo>
                <a:lnTo>
                  <a:pt x="500164" y="0"/>
                </a:lnTo>
                <a:lnTo>
                  <a:pt x="405676" y="27520"/>
                </a:lnTo>
                <a:lnTo>
                  <a:pt x="405676" y="94576"/>
                </a:lnTo>
                <a:lnTo>
                  <a:pt x="355295" y="94576"/>
                </a:lnTo>
                <a:lnTo>
                  <a:pt x="355295" y="164782"/>
                </a:lnTo>
                <a:lnTo>
                  <a:pt x="405676" y="164782"/>
                </a:lnTo>
                <a:lnTo>
                  <a:pt x="405676" y="305079"/>
                </a:lnTo>
                <a:lnTo>
                  <a:pt x="411937" y="351142"/>
                </a:lnTo>
                <a:lnTo>
                  <a:pt x="430631" y="384035"/>
                </a:lnTo>
                <a:lnTo>
                  <a:pt x="461606" y="403758"/>
                </a:lnTo>
                <a:lnTo>
                  <a:pt x="504736" y="410337"/>
                </a:lnTo>
                <a:lnTo>
                  <a:pt x="525081" y="409524"/>
                </a:lnTo>
                <a:lnTo>
                  <a:pt x="542544" y="407289"/>
                </a:lnTo>
                <a:lnTo>
                  <a:pt x="557123" y="403910"/>
                </a:lnTo>
                <a:lnTo>
                  <a:pt x="568845" y="399669"/>
                </a:lnTo>
                <a:lnTo>
                  <a:pt x="568845" y="328041"/>
                </a:lnTo>
                <a:lnTo>
                  <a:pt x="560857" y="332041"/>
                </a:lnTo>
                <a:lnTo>
                  <a:pt x="553034" y="334899"/>
                </a:lnTo>
                <a:lnTo>
                  <a:pt x="545477" y="336613"/>
                </a:lnTo>
                <a:lnTo>
                  <a:pt x="538365" y="337185"/>
                </a:lnTo>
                <a:lnTo>
                  <a:pt x="521423" y="334048"/>
                </a:lnTo>
                <a:lnTo>
                  <a:pt x="509511" y="324751"/>
                </a:lnTo>
                <a:lnTo>
                  <a:pt x="502475" y="309460"/>
                </a:lnTo>
                <a:lnTo>
                  <a:pt x="500164" y="288315"/>
                </a:lnTo>
                <a:lnTo>
                  <a:pt x="500164" y="164782"/>
                </a:lnTo>
                <a:lnTo>
                  <a:pt x="568845" y="164782"/>
                </a:lnTo>
                <a:lnTo>
                  <a:pt x="568845" y="9457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296066" y="1935765"/>
            <a:ext cx="117475" cy="319405"/>
          </a:xfrm>
          <a:custGeom>
            <a:avLst/>
            <a:gdLst/>
            <a:ahLst/>
            <a:cxnLst/>
            <a:rect l="l" t="t" r="r" b="b"/>
            <a:pathLst>
              <a:path w="117475" h="319405">
                <a:moveTo>
                  <a:pt x="30575" y="318801"/>
                </a:moveTo>
                <a:lnTo>
                  <a:pt x="21685" y="318516"/>
                </a:lnTo>
                <a:lnTo>
                  <a:pt x="13537" y="317658"/>
                </a:lnTo>
                <a:lnTo>
                  <a:pt x="6264" y="316230"/>
                </a:lnTo>
                <a:lnTo>
                  <a:pt x="0" y="314229"/>
                </a:lnTo>
                <a:lnTo>
                  <a:pt x="0" y="277558"/>
                </a:lnTo>
                <a:lnTo>
                  <a:pt x="6264" y="280677"/>
                </a:lnTo>
                <a:lnTo>
                  <a:pt x="13537" y="283083"/>
                </a:lnTo>
                <a:lnTo>
                  <a:pt x="21685" y="284630"/>
                </a:lnTo>
                <a:lnTo>
                  <a:pt x="30575" y="285178"/>
                </a:lnTo>
                <a:lnTo>
                  <a:pt x="52578" y="280011"/>
                </a:lnTo>
                <a:lnTo>
                  <a:pt x="68294" y="264414"/>
                </a:lnTo>
                <a:lnTo>
                  <a:pt x="77724" y="238244"/>
                </a:lnTo>
                <a:lnTo>
                  <a:pt x="80867" y="201358"/>
                </a:lnTo>
                <a:lnTo>
                  <a:pt x="80867" y="0"/>
                </a:lnTo>
                <a:lnTo>
                  <a:pt x="117443" y="0"/>
                </a:lnTo>
                <a:lnTo>
                  <a:pt x="117443" y="201358"/>
                </a:lnTo>
                <a:lnTo>
                  <a:pt x="116014" y="227361"/>
                </a:lnTo>
                <a:lnTo>
                  <a:pt x="104584" y="270795"/>
                </a:lnTo>
                <a:lnTo>
                  <a:pt x="81153" y="301402"/>
                </a:lnTo>
                <a:lnTo>
                  <a:pt x="49149" y="316823"/>
                </a:lnTo>
                <a:lnTo>
                  <a:pt x="30575" y="3188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471517" y="2019585"/>
            <a:ext cx="621030" cy="235585"/>
            <a:chOff x="1471517" y="2019585"/>
            <a:chExt cx="621030" cy="23558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1517" y="2019585"/>
              <a:ext cx="178403" cy="23498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3448" y="2024253"/>
              <a:ext cx="210502" cy="22574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5287" y="2019585"/>
              <a:ext cx="176879" cy="234981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2150173" y="1929669"/>
            <a:ext cx="401320" cy="325120"/>
            <a:chOff x="2150173" y="1929669"/>
            <a:chExt cx="401320" cy="325120"/>
          </a:xfrm>
        </p:grpSpPr>
        <p:sp>
          <p:nvSpPr>
            <p:cNvPr id="14" name="object 14" descr=""/>
            <p:cNvSpPr/>
            <p:nvPr/>
          </p:nvSpPr>
          <p:spPr>
            <a:xfrm>
              <a:off x="2150173" y="1929669"/>
              <a:ext cx="191135" cy="325120"/>
            </a:xfrm>
            <a:custGeom>
              <a:avLst/>
              <a:gdLst/>
              <a:ahLst/>
              <a:cxnLst/>
              <a:rect l="l" t="t" r="r" b="b"/>
              <a:pathLst>
                <a:path w="191135" h="325119">
                  <a:moveTo>
                    <a:pt x="67056" y="324897"/>
                  </a:moveTo>
                  <a:lnTo>
                    <a:pt x="60960" y="323373"/>
                  </a:lnTo>
                  <a:lnTo>
                    <a:pt x="53339" y="323373"/>
                  </a:lnTo>
                  <a:lnTo>
                    <a:pt x="22859" y="317277"/>
                  </a:lnTo>
                  <a:lnTo>
                    <a:pt x="16764" y="314229"/>
                  </a:lnTo>
                  <a:lnTo>
                    <a:pt x="9144" y="312705"/>
                  </a:lnTo>
                  <a:lnTo>
                    <a:pt x="0" y="306609"/>
                  </a:lnTo>
                  <a:lnTo>
                    <a:pt x="0" y="263842"/>
                  </a:lnTo>
                  <a:lnTo>
                    <a:pt x="4572" y="268414"/>
                  </a:lnTo>
                  <a:lnTo>
                    <a:pt x="10668" y="271462"/>
                  </a:lnTo>
                  <a:lnTo>
                    <a:pt x="18288" y="276034"/>
                  </a:lnTo>
                  <a:lnTo>
                    <a:pt x="24384" y="279082"/>
                  </a:lnTo>
                  <a:lnTo>
                    <a:pt x="32004" y="282130"/>
                  </a:lnTo>
                  <a:lnTo>
                    <a:pt x="39624" y="283654"/>
                  </a:lnTo>
                  <a:lnTo>
                    <a:pt x="47244" y="286702"/>
                  </a:lnTo>
                  <a:lnTo>
                    <a:pt x="70104" y="291274"/>
                  </a:lnTo>
                  <a:lnTo>
                    <a:pt x="83820" y="291274"/>
                  </a:lnTo>
                  <a:lnTo>
                    <a:pt x="125610" y="284845"/>
                  </a:lnTo>
                  <a:lnTo>
                    <a:pt x="151374" y="254222"/>
                  </a:lnTo>
                  <a:lnTo>
                    <a:pt x="152495" y="242506"/>
                  </a:lnTo>
                  <a:lnTo>
                    <a:pt x="152495" y="234886"/>
                  </a:lnTo>
                  <a:lnTo>
                    <a:pt x="131064" y="202882"/>
                  </a:lnTo>
                  <a:lnTo>
                    <a:pt x="79248" y="173831"/>
                  </a:lnTo>
                  <a:lnTo>
                    <a:pt x="62674" y="165449"/>
                  </a:lnTo>
                  <a:lnTo>
                    <a:pt x="47244" y="157067"/>
                  </a:lnTo>
                  <a:lnTo>
                    <a:pt x="13906" y="126968"/>
                  </a:lnTo>
                  <a:lnTo>
                    <a:pt x="0" y="83819"/>
                  </a:lnTo>
                  <a:lnTo>
                    <a:pt x="595" y="73818"/>
                  </a:lnTo>
                  <a:lnTo>
                    <a:pt x="21145" y="32384"/>
                  </a:lnTo>
                  <a:lnTo>
                    <a:pt x="60340" y="8024"/>
                  </a:lnTo>
                  <a:lnTo>
                    <a:pt x="99464" y="285"/>
                  </a:lnTo>
                  <a:lnTo>
                    <a:pt x="109728" y="0"/>
                  </a:lnTo>
                  <a:lnTo>
                    <a:pt x="131190" y="809"/>
                  </a:lnTo>
                  <a:lnTo>
                    <a:pt x="149625" y="3047"/>
                  </a:lnTo>
                  <a:lnTo>
                    <a:pt x="164900" y="6429"/>
                  </a:lnTo>
                  <a:lnTo>
                    <a:pt x="176879" y="10667"/>
                  </a:lnTo>
                  <a:lnTo>
                    <a:pt x="176879" y="53339"/>
                  </a:lnTo>
                  <a:lnTo>
                    <a:pt x="162267" y="44457"/>
                  </a:lnTo>
                  <a:lnTo>
                    <a:pt x="145780" y="38290"/>
                  </a:lnTo>
                  <a:lnTo>
                    <a:pt x="127292" y="34694"/>
                  </a:lnTo>
                  <a:lnTo>
                    <a:pt x="106679" y="33527"/>
                  </a:lnTo>
                  <a:lnTo>
                    <a:pt x="89916" y="33527"/>
                  </a:lnTo>
                  <a:lnTo>
                    <a:pt x="82296" y="36575"/>
                  </a:lnTo>
                  <a:lnTo>
                    <a:pt x="67056" y="39623"/>
                  </a:lnTo>
                  <a:lnTo>
                    <a:pt x="60960" y="44195"/>
                  </a:lnTo>
                  <a:lnTo>
                    <a:pt x="54864" y="47243"/>
                  </a:lnTo>
                  <a:lnTo>
                    <a:pt x="48768" y="53339"/>
                  </a:lnTo>
                  <a:lnTo>
                    <a:pt x="45719" y="59435"/>
                  </a:lnTo>
                  <a:lnTo>
                    <a:pt x="41148" y="64007"/>
                  </a:lnTo>
                  <a:lnTo>
                    <a:pt x="39624" y="71627"/>
                  </a:lnTo>
                  <a:lnTo>
                    <a:pt x="39624" y="88391"/>
                  </a:lnTo>
                  <a:lnTo>
                    <a:pt x="41148" y="96107"/>
                  </a:lnTo>
                  <a:lnTo>
                    <a:pt x="44195" y="102203"/>
                  </a:lnTo>
                  <a:lnTo>
                    <a:pt x="47244" y="106775"/>
                  </a:lnTo>
                  <a:lnTo>
                    <a:pt x="50292" y="112871"/>
                  </a:lnTo>
                  <a:lnTo>
                    <a:pt x="62484" y="122015"/>
                  </a:lnTo>
                  <a:lnTo>
                    <a:pt x="77724" y="131159"/>
                  </a:lnTo>
                  <a:lnTo>
                    <a:pt x="91630" y="138207"/>
                  </a:lnTo>
                  <a:lnTo>
                    <a:pt x="106679" y="146399"/>
                  </a:lnTo>
                  <a:lnTo>
                    <a:pt x="115539" y="150971"/>
                  </a:lnTo>
                  <a:lnTo>
                    <a:pt x="123836" y="155543"/>
                  </a:lnTo>
                  <a:lnTo>
                    <a:pt x="131580" y="160115"/>
                  </a:lnTo>
                  <a:lnTo>
                    <a:pt x="138779" y="164687"/>
                  </a:lnTo>
                  <a:lnTo>
                    <a:pt x="146494" y="169283"/>
                  </a:lnTo>
                  <a:lnTo>
                    <a:pt x="176498" y="196167"/>
                  </a:lnTo>
                  <a:lnTo>
                    <a:pt x="190071" y="232124"/>
                  </a:lnTo>
                  <a:lnTo>
                    <a:pt x="190595" y="240982"/>
                  </a:lnTo>
                  <a:lnTo>
                    <a:pt x="190023" y="251864"/>
                  </a:lnTo>
                  <a:lnTo>
                    <a:pt x="170973" y="293798"/>
                  </a:lnTo>
                  <a:lnTo>
                    <a:pt x="131055" y="317730"/>
                  </a:lnTo>
                  <a:lnTo>
                    <a:pt x="90416" y="324611"/>
                  </a:lnTo>
                  <a:lnTo>
                    <a:pt x="67056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3440" y="2019585"/>
              <a:ext cx="167735" cy="234981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2606135" y="1922049"/>
            <a:ext cx="198755" cy="328295"/>
            <a:chOff x="2606135" y="1922049"/>
            <a:chExt cx="198755" cy="328295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06135" y="2021205"/>
              <a:ext cx="115919" cy="22879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757106" y="1922049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4">
                  <a:moveTo>
                    <a:pt x="30480" y="45720"/>
                  </a:moveTo>
                  <a:lnTo>
                    <a:pt x="16764" y="45720"/>
                  </a:lnTo>
                  <a:lnTo>
                    <a:pt x="10668" y="44196"/>
                  </a:lnTo>
                  <a:lnTo>
                    <a:pt x="1524" y="35052"/>
                  </a:lnTo>
                  <a:lnTo>
                    <a:pt x="0" y="28956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10668" y="1524"/>
                  </a:lnTo>
                  <a:lnTo>
                    <a:pt x="16764" y="0"/>
                  </a:lnTo>
                  <a:lnTo>
                    <a:pt x="30480" y="0"/>
                  </a:lnTo>
                  <a:lnTo>
                    <a:pt x="35052" y="1524"/>
                  </a:lnTo>
                  <a:lnTo>
                    <a:pt x="44196" y="10668"/>
                  </a:lnTo>
                  <a:lnTo>
                    <a:pt x="47244" y="15240"/>
                  </a:lnTo>
                  <a:lnTo>
                    <a:pt x="47244" y="28956"/>
                  </a:lnTo>
                  <a:lnTo>
                    <a:pt x="44196" y="35052"/>
                  </a:lnTo>
                  <a:lnTo>
                    <a:pt x="35052" y="44196"/>
                  </a:lnTo>
                  <a:lnTo>
                    <a:pt x="30480" y="45720"/>
                  </a:lnTo>
                  <a:close/>
                </a:path>
                <a:path w="47625" h="328294">
                  <a:moveTo>
                    <a:pt x="41148" y="327945"/>
                  </a:moveTo>
                  <a:lnTo>
                    <a:pt x="4572" y="327945"/>
                  </a:lnTo>
                  <a:lnTo>
                    <a:pt x="4572" y="102203"/>
                  </a:lnTo>
                  <a:lnTo>
                    <a:pt x="41148" y="102203"/>
                  </a:lnTo>
                  <a:lnTo>
                    <a:pt x="41148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2869971" y="1958631"/>
            <a:ext cx="369570" cy="393700"/>
          </a:xfrm>
          <a:custGeom>
            <a:avLst/>
            <a:gdLst/>
            <a:ahLst/>
            <a:cxnLst/>
            <a:rect l="l" t="t" r="r" b="b"/>
            <a:pathLst>
              <a:path w="369569" h="393700">
                <a:moveTo>
                  <a:pt x="207365" y="172402"/>
                </a:moveTo>
                <a:lnTo>
                  <a:pt x="200888" y="126784"/>
                </a:lnTo>
                <a:lnTo>
                  <a:pt x="182981" y="91528"/>
                </a:lnTo>
                <a:lnTo>
                  <a:pt x="169265" y="78397"/>
                </a:lnTo>
                <a:lnTo>
                  <a:pt x="169265" y="170878"/>
                </a:lnTo>
                <a:lnTo>
                  <a:pt x="168122" y="192328"/>
                </a:lnTo>
                <a:lnTo>
                  <a:pt x="150977" y="240982"/>
                </a:lnTo>
                <a:lnTo>
                  <a:pt x="115785" y="263918"/>
                </a:lnTo>
                <a:lnTo>
                  <a:pt x="100584" y="265366"/>
                </a:lnTo>
                <a:lnTo>
                  <a:pt x="87439" y="264198"/>
                </a:lnTo>
                <a:lnTo>
                  <a:pt x="46863" y="235813"/>
                </a:lnTo>
                <a:lnTo>
                  <a:pt x="36601" y="198666"/>
                </a:lnTo>
                <a:lnTo>
                  <a:pt x="36576" y="167830"/>
                </a:lnTo>
                <a:lnTo>
                  <a:pt x="37719" y="152349"/>
                </a:lnTo>
                <a:lnTo>
                  <a:pt x="54864" y="112864"/>
                </a:lnTo>
                <a:lnTo>
                  <a:pt x="90868" y="92938"/>
                </a:lnTo>
                <a:lnTo>
                  <a:pt x="105156" y="91528"/>
                </a:lnTo>
                <a:lnTo>
                  <a:pt x="119456" y="92722"/>
                </a:lnTo>
                <a:lnTo>
                  <a:pt x="152501" y="112864"/>
                </a:lnTo>
                <a:lnTo>
                  <a:pt x="168351" y="153416"/>
                </a:lnTo>
                <a:lnTo>
                  <a:pt x="169265" y="170878"/>
                </a:lnTo>
                <a:lnTo>
                  <a:pt x="169265" y="78397"/>
                </a:lnTo>
                <a:lnTo>
                  <a:pt x="153263" y="68821"/>
                </a:lnTo>
                <a:lnTo>
                  <a:pt x="134975" y="62953"/>
                </a:lnTo>
                <a:lnTo>
                  <a:pt x="114401" y="60960"/>
                </a:lnTo>
                <a:lnTo>
                  <a:pt x="90627" y="63804"/>
                </a:lnTo>
                <a:lnTo>
                  <a:pt x="69735" y="72250"/>
                </a:lnTo>
                <a:lnTo>
                  <a:pt x="51727" y="86118"/>
                </a:lnTo>
                <a:lnTo>
                  <a:pt x="36576" y="105244"/>
                </a:lnTo>
                <a:lnTo>
                  <a:pt x="36576" y="65620"/>
                </a:lnTo>
                <a:lnTo>
                  <a:pt x="0" y="65620"/>
                </a:lnTo>
                <a:lnTo>
                  <a:pt x="0" y="393573"/>
                </a:lnTo>
                <a:lnTo>
                  <a:pt x="36576" y="393573"/>
                </a:lnTo>
                <a:lnTo>
                  <a:pt x="36576" y="257746"/>
                </a:lnTo>
                <a:lnTo>
                  <a:pt x="50292" y="274688"/>
                </a:lnTo>
                <a:lnTo>
                  <a:pt x="66294" y="286600"/>
                </a:lnTo>
                <a:lnTo>
                  <a:pt x="84582" y="293636"/>
                </a:lnTo>
                <a:lnTo>
                  <a:pt x="105156" y="295948"/>
                </a:lnTo>
                <a:lnTo>
                  <a:pt x="127165" y="293916"/>
                </a:lnTo>
                <a:lnTo>
                  <a:pt x="147154" y="287743"/>
                </a:lnTo>
                <a:lnTo>
                  <a:pt x="164833" y="277253"/>
                </a:lnTo>
                <a:lnTo>
                  <a:pt x="176847" y="265366"/>
                </a:lnTo>
                <a:lnTo>
                  <a:pt x="179933" y="262318"/>
                </a:lnTo>
                <a:lnTo>
                  <a:pt x="191935" y="243763"/>
                </a:lnTo>
                <a:lnTo>
                  <a:pt x="200507" y="222504"/>
                </a:lnTo>
                <a:lnTo>
                  <a:pt x="205651" y="198666"/>
                </a:lnTo>
                <a:lnTo>
                  <a:pt x="207365" y="172402"/>
                </a:lnTo>
                <a:close/>
              </a:path>
              <a:path w="369569" h="393700">
                <a:moveTo>
                  <a:pt x="368998" y="65620"/>
                </a:moveTo>
                <a:lnTo>
                  <a:pt x="311086" y="65620"/>
                </a:lnTo>
                <a:lnTo>
                  <a:pt x="311086" y="0"/>
                </a:lnTo>
                <a:lnTo>
                  <a:pt x="276034" y="12192"/>
                </a:lnTo>
                <a:lnTo>
                  <a:pt x="276034" y="65620"/>
                </a:lnTo>
                <a:lnTo>
                  <a:pt x="237845" y="65620"/>
                </a:lnTo>
                <a:lnTo>
                  <a:pt x="237845" y="97624"/>
                </a:lnTo>
                <a:lnTo>
                  <a:pt x="276034" y="97624"/>
                </a:lnTo>
                <a:lnTo>
                  <a:pt x="276034" y="230314"/>
                </a:lnTo>
                <a:lnTo>
                  <a:pt x="279755" y="258610"/>
                </a:lnTo>
                <a:lnTo>
                  <a:pt x="290893" y="279171"/>
                </a:lnTo>
                <a:lnTo>
                  <a:pt x="309473" y="291706"/>
                </a:lnTo>
                <a:lnTo>
                  <a:pt x="335470" y="295935"/>
                </a:lnTo>
                <a:lnTo>
                  <a:pt x="345211" y="295389"/>
                </a:lnTo>
                <a:lnTo>
                  <a:pt x="353949" y="293839"/>
                </a:lnTo>
                <a:lnTo>
                  <a:pt x="361835" y="291439"/>
                </a:lnTo>
                <a:lnTo>
                  <a:pt x="368998" y="288315"/>
                </a:lnTo>
                <a:lnTo>
                  <a:pt x="368998" y="257746"/>
                </a:lnTo>
                <a:lnTo>
                  <a:pt x="363258" y="260870"/>
                </a:lnTo>
                <a:lnTo>
                  <a:pt x="357378" y="263271"/>
                </a:lnTo>
                <a:lnTo>
                  <a:pt x="351205" y="264820"/>
                </a:lnTo>
                <a:lnTo>
                  <a:pt x="344614" y="265366"/>
                </a:lnTo>
                <a:lnTo>
                  <a:pt x="336283" y="264795"/>
                </a:lnTo>
                <a:lnTo>
                  <a:pt x="311632" y="233286"/>
                </a:lnTo>
                <a:lnTo>
                  <a:pt x="311086" y="222694"/>
                </a:lnTo>
                <a:lnTo>
                  <a:pt x="311086" y="97624"/>
                </a:lnTo>
                <a:lnTo>
                  <a:pt x="368998" y="97624"/>
                </a:lnTo>
                <a:lnTo>
                  <a:pt x="368998" y="656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376219" y="1874710"/>
            <a:ext cx="1764664" cy="433705"/>
          </a:xfrm>
          <a:custGeom>
            <a:avLst/>
            <a:gdLst/>
            <a:ahLst/>
            <a:cxnLst/>
            <a:rect l="l" t="t" r="r" b="b"/>
            <a:pathLst>
              <a:path w="1764664" h="433705">
                <a:moveTo>
                  <a:pt x="114401" y="80873"/>
                </a:moveTo>
                <a:lnTo>
                  <a:pt x="101523" y="67741"/>
                </a:lnTo>
                <a:lnTo>
                  <a:pt x="85636" y="51295"/>
                </a:lnTo>
                <a:lnTo>
                  <a:pt x="66611" y="31711"/>
                </a:lnTo>
                <a:lnTo>
                  <a:pt x="44297" y="9144"/>
                </a:lnTo>
                <a:lnTo>
                  <a:pt x="18288" y="32004"/>
                </a:lnTo>
                <a:lnTo>
                  <a:pt x="36309" y="51231"/>
                </a:lnTo>
                <a:lnTo>
                  <a:pt x="53428" y="70002"/>
                </a:lnTo>
                <a:lnTo>
                  <a:pt x="69392" y="88468"/>
                </a:lnTo>
                <a:lnTo>
                  <a:pt x="83921" y="106781"/>
                </a:lnTo>
                <a:lnTo>
                  <a:pt x="114401" y="80873"/>
                </a:lnTo>
                <a:close/>
              </a:path>
              <a:path w="1764664" h="433705">
                <a:moveTo>
                  <a:pt x="143357" y="361581"/>
                </a:moveTo>
                <a:lnTo>
                  <a:pt x="142265" y="354304"/>
                </a:lnTo>
                <a:lnTo>
                  <a:pt x="141262" y="345490"/>
                </a:lnTo>
                <a:lnTo>
                  <a:pt x="140576" y="335762"/>
                </a:lnTo>
                <a:lnTo>
                  <a:pt x="140309" y="324904"/>
                </a:lnTo>
                <a:lnTo>
                  <a:pt x="126568" y="334314"/>
                </a:lnTo>
                <a:lnTo>
                  <a:pt x="83921" y="364629"/>
                </a:lnTo>
                <a:lnTo>
                  <a:pt x="83921" y="152590"/>
                </a:lnTo>
                <a:lnTo>
                  <a:pt x="0" y="152590"/>
                </a:lnTo>
                <a:lnTo>
                  <a:pt x="0" y="184594"/>
                </a:lnTo>
                <a:lnTo>
                  <a:pt x="48869" y="184594"/>
                </a:lnTo>
                <a:lnTo>
                  <a:pt x="48869" y="357009"/>
                </a:lnTo>
                <a:lnTo>
                  <a:pt x="48006" y="368744"/>
                </a:lnTo>
                <a:lnTo>
                  <a:pt x="45440" y="378917"/>
                </a:lnTo>
                <a:lnTo>
                  <a:pt x="41148" y="387654"/>
                </a:lnTo>
                <a:lnTo>
                  <a:pt x="35153" y="395109"/>
                </a:lnTo>
                <a:lnTo>
                  <a:pt x="54965" y="425589"/>
                </a:lnTo>
                <a:lnTo>
                  <a:pt x="77558" y="407873"/>
                </a:lnTo>
                <a:lnTo>
                  <a:pt x="99733" y="391299"/>
                </a:lnTo>
                <a:lnTo>
                  <a:pt x="121615" y="375869"/>
                </a:lnTo>
                <a:lnTo>
                  <a:pt x="138722" y="364629"/>
                </a:lnTo>
                <a:lnTo>
                  <a:pt x="143357" y="361581"/>
                </a:lnTo>
                <a:close/>
              </a:path>
              <a:path w="1764664" h="433705">
                <a:moveTo>
                  <a:pt x="393484" y="271564"/>
                </a:moveTo>
                <a:lnTo>
                  <a:pt x="361480" y="271564"/>
                </a:lnTo>
                <a:lnTo>
                  <a:pt x="361480" y="302044"/>
                </a:lnTo>
                <a:lnTo>
                  <a:pt x="361480" y="375297"/>
                </a:lnTo>
                <a:lnTo>
                  <a:pt x="192227" y="375297"/>
                </a:lnTo>
                <a:lnTo>
                  <a:pt x="192227" y="302044"/>
                </a:lnTo>
                <a:lnTo>
                  <a:pt x="361480" y="302044"/>
                </a:lnTo>
                <a:lnTo>
                  <a:pt x="361480" y="271564"/>
                </a:lnTo>
                <a:lnTo>
                  <a:pt x="160223" y="271564"/>
                </a:lnTo>
                <a:lnTo>
                  <a:pt x="160223" y="431685"/>
                </a:lnTo>
                <a:lnTo>
                  <a:pt x="192227" y="431685"/>
                </a:lnTo>
                <a:lnTo>
                  <a:pt x="192227" y="405777"/>
                </a:lnTo>
                <a:lnTo>
                  <a:pt x="361480" y="405777"/>
                </a:lnTo>
                <a:lnTo>
                  <a:pt x="361480" y="431685"/>
                </a:lnTo>
                <a:lnTo>
                  <a:pt x="393484" y="431685"/>
                </a:lnTo>
                <a:lnTo>
                  <a:pt x="393484" y="405777"/>
                </a:lnTo>
                <a:lnTo>
                  <a:pt x="393484" y="375297"/>
                </a:lnTo>
                <a:lnTo>
                  <a:pt x="393484" y="302044"/>
                </a:lnTo>
                <a:lnTo>
                  <a:pt x="393484" y="271564"/>
                </a:lnTo>
                <a:close/>
              </a:path>
              <a:path w="1764664" h="433705">
                <a:moveTo>
                  <a:pt x="433108" y="195262"/>
                </a:moveTo>
                <a:lnTo>
                  <a:pt x="379768" y="195262"/>
                </a:lnTo>
                <a:lnTo>
                  <a:pt x="379768" y="103733"/>
                </a:lnTo>
                <a:lnTo>
                  <a:pt x="346240" y="103733"/>
                </a:lnTo>
                <a:lnTo>
                  <a:pt x="346240" y="134213"/>
                </a:lnTo>
                <a:lnTo>
                  <a:pt x="346240" y="195262"/>
                </a:lnTo>
                <a:lnTo>
                  <a:pt x="228803" y="195262"/>
                </a:lnTo>
                <a:lnTo>
                  <a:pt x="236423" y="134213"/>
                </a:lnTo>
                <a:lnTo>
                  <a:pt x="346240" y="134213"/>
                </a:lnTo>
                <a:lnTo>
                  <a:pt x="346240" y="103733"/>
                </a:lnTo>
                <a:lnTo>
                  <a:pt x="240995" y="103733"/>
                </a:lnTo>
                <a:lnTo>
                  <a:pt x="248615" y="53441"/>
                </a:lnTo>
                <a:lnTo>
                  <a:pt x="414820" y="53441"/>
                </a:lnTo>
                <a:lnTo>
                  <a:pt x="414820" y="22860"/>
                </a:lnTo>
                <a:lnTo>
                  <a:pt x="131165" y="22860"/>
                </a:lnTo>
                <a:lnTo>
                  <a:pt x="131165" y="53441"/>
                </a:lnTo>
                <a:lnTo>
                  <a:pt x="215087" y="53441"/>
                </a:lnTo>
                <a:lnTo>
                  <a:pt x="207467" y="103733"/>
                </a:lnTo>
                <a:lnTo>
                  <a:pt x="141833" y="103733"/>
                </a:lnTo>
                <a:lnTo>
                  <a:pt x="141833" y="134213"/>
                </a:lnTo>
                <a:lnTo>
                  <a:pt x="204419" y="134213"/>
                </a:lnTo>
                <a:lnTo>
                  <a:pt x="195275" y="195262"/>
                </a:lnTo>
                <a:lnTo>
                  <a:pt x="120497" y="195262"/>
                </a:lnTo>
                <a:lnTo>
                  <a:pt x="120497" y="227279"/>
                </a:lnTo>
                <a:lnTo>
                  <a:pt x="433108" y="227279"/>
                </a:lnTo>
                <a:lnTo>
                  <a:pt x="433108" y="195262"/>
                </a:lnTo>
                <a:close/>
              </a:path>
              <a:path w="1764664" h="433705">
                <a:moveTo>
                  <a:pt x="547497" y="260896"/>
                </a:moveTo>
                <a:lnTo>
                  <a:pt x="529399" y="254025"/>
                </a:lnTo>
                <a:lnTo>
                  <a:pt x="520712" y="250571"/>
                </a:lnTo>
                <a:lnTo>
                  <a:pt x="512445" y="247078"/>
                </a:lnTo>
                <a:lnTo>
                  <a:pt x="498500" y="292227"/>
                </a:lnTo>
                <a:lnTo>
                  <a:pt x="484251" y="335800"/>
                </a:lnTo>
                <a:lnTo>
                  <a:pt x="470014" y="377342"/>
                </a:lnTo>
                <a:lnTo>
                  <a:pt x="456057" y="416445"/>
                </a:lnTo>
                <a:lnTo>
                  <a:pt x="492633" y="430161"/>
                </a:lnTo>
                <a:lnTo>
                  <a:pt x="504634" y="391274"/>
                </a:lnTo>
                <a:lnTo>
                  <a:pt x="517779" y="350100"/>
                </a:lnTo>
                <a:lnTo>
                  <a:pt x="532066" y="306628"/>
                </a:lnTo>
                <a:lnTo>
                  <a:pt x="547497" y="260896"/>
                </a:lnTo>
                <a:close/>
              </a:path>
              <a:path w="1764664" h="433705">
                <a:moveTo>
                  <a:pt x="547497" y="180022"/>
                </a:moveTo>
                <a:lnTo>
                  <a:pt x="525500" y="162585"/>
                </a:lnTo>
                <a:lnTo>
                  <a:pt x="505206" y="146837"/>
                </a:lnTo>
                <a:lnTo>
                  <a:pt x="486638" y="132803"/>
                </a:lnTo>
                <a:lnTo>
                  <a:pt x="469773" y="120497"/>
                </a:lnTo>
                <a:lnTo>
                  <a:pt x="448437" y="146494"/>
                </a:lnTo>
                <a:lnTo>
                  <a:pt x="461581" y="157124"/>
                </a:lnTo>
                <a:lnTo>
                  <a:pt x="478155" y="170878"/>
                </a:lnTo>
                <a:lnTo>
                  <a:pt x="498157" y="188074"/>
                </a:lnTo>
                <a:lnTo>
                  <a:pt x="521589" y="208978"/>
                </a:lnTo>
                <a:lnTo>
                  <a:pt x="526719" y="202958"/>
                </a:lnTo>
                <a:lnTo>
                  <a:pt x="532828" y="196215"/>
                </a:lnTo>
                <a:lnTo>
                  <a:pt x="539813" y="188620"/>
                </a:lnTo>
                <a:lnTo>
                  <a:pt x="547497" y="180022"/>
                </a:lnTo>
                <a:close/>
              </a:path>
              <a:path w="1764664" h="433705">
                <a:moveTo>
                  <a:pt x="562737" y="71729"/>
                </a:moveTo>
                <a:lnTo>
                  <a:pt x="542696" y="54000"/>
                </a:lnTo>
                <a:lnTo>
                  <a:pt x="523494" y="37388"/>
                </a:lnTo>
                <a:lnTo>
                  <a:pt x="504875" y="21932"/>
                </a:lnTo>
                <a:lnTo>
                  <a:pt x="486537" y="7620"/>
                </a:lnTo>
                <a:lnTo>
                  <a:pt x="465201" y="30480"/>
                </a:lnTo>
                <a:lnTo>
                  <a:pt x="536829" y="97637"/>
                </a:lnTo>
                <a:lnTo>
                  <a:pt x="541959" y="91655"/>
                </a:lnTo>
                <a:lnTo>
                  <a:pt x="548068" y="85255"/>
                </a:lnTo>
                <a:lnTo>
                  <a:pt x="555053" y="78562"/>
                </a:lnTo>
                <a:lnTo>
                  <a:pt x="562737" y="71729"/>
                </a:lnTo>
                <a:close/>
              </a:path>
              <a:path w="1764664" h="433705">
                <a:moveTo>
                  <a:pt x="883069" y="205930"/>
                </a:moveTo>
                <a:lnTo>
                  <a:pt x="741235" y="205930"/>
                </a:lnTo>
                <a:lnTo>
                  <a:pt x="741235" y="112877"/>
                </a:lnTo>
                <a:lnTo>
                  <a:pt x="861733" y="112877"/>
                </a:lnTo>
                <a:lnTo>
                  <a:pt x="861733" y="80873"/>
                </a:lnTo>
                <a:lnTo>
                  <a:pt x="741235" y="80873"/>
                </a:lnTo>
                <a:lnTo>
                  <a:pt x="741235" y="1524"/>
                </a:lnTo>
                <a:lnTo>
                  <a:pt x="706094" y="1524"/>
                </a:lnTo>
                <a:lnTo>
                  <a:pt x="706094" y="80873"/>
                </a:lnTo>
                <a:lnTo>
                  <a:pt x="588746" y="80873"/>
                </a:lnTo>
                <a:lnTo>
                  <a:pt x="588746" y="112877"/>
                </a:lnTo>
                <a:lnTo>
                  <a:pt x="706094" y="112877"/>
                </a:lnTo>
                <a:lnTo>
                  <a:pt x="706094" y="205930"/>
                </a:lnTo>
                <a:lnTo>
                  <a:pt x="567309" y="205930"/>
                </a:lnTo>
                <a:lnTo>
                  <a:pt x="567309" y="237934"/>
                </a:lnTo>
                <a:lnTo>
                  <a:pt x="683234" y="237934"/>
                </a:lnTo>
                <a:lnTo>
                  <a:pt x="670394" y="260565"/>
                </a:lnTo>
                <a:lnTo>
                  <a:pt x="643585" y="304038"/>
                </a:lnTo>
                <a:lnTo>
                  <a:pt x="616178" y="342633"/>
                </a:lnTo>
                <a:lnTo>
                  <a:pt x="575030" y="375297"/>
                </a:lnTo>
                <a:lnTo>
                  <a:pt x="591794" y="413397"/>
                </a:lnTo>
                <a:lnTo>
                  <a:pt x="817448" y="393585"/>
                </a:lnTo>
                <a:lnTo>
                  <a:pt x="823163" y="403631"/>
                </a:lnTo>
                <a:lnTo>
                  <a:pt x="834593" y="423151"/>
                </a:lnTo>
                <a:lnTo>
                  <a:pt x="840308" y="433209"/>
                </a:lnTo>
                <a:lnTo>
                  <a:pt x="849261" y="428396"/>
                </a:lnTo>
                <a:lnTo>
                  <a:pt x="866546" y="418198"/>
                </a:lnTo>
                <a:lnTo>
                  <a:pt x="875449" y="413397"/>
                </a:lnTo>
                <a:lnTo>
                  <a:pt x="850900" y="376821"/>
                </a:lnTo>
                <a:lnTo>
                  <a:pt x="827925" y="343052"/>
                </a:lnTo>
                <a:lnTo>
                  <a:pt x="805700" y="311086"/>
                </a:lnTo>
                <a:lnTo>
                  <a:pt x="783920" y="280708"/>
                </a:lnTo>
                <a:lnTo>
                  <a:pt x="754951" y="300520"/>
                </a:lnTo>
                <a:lnTo>
                  <a:pt x="765479" y="315023"/>
                </a:lnTo>
                <a:lnTo>
                  <a:pt x="776287" y="330822"/>
                </a:lnTo>
                <a:lnTo>
                  <a:pt x="787107" y="347497"/>
                </a:lnTo>
                <a:lnTo>
                  <a:pt x="797636" y="364629"/>
                </a:lnTo>
                <a:lnTo>
                  <a:pt x="756234" y="368668"/>
                </a:lnTo>
                <a:lnTo>
                  <a:pt x="714527" y="371868"/>
                </a:lnTo>
                <a:lnTo>
                  <a:pt x="631418" y="376821"/>
                </a:lnTo>
                <a:lnTo>
                  <a:pt x="654570" y="345871"/>
                </a:lnTo>
                <a:lnTo>
                  <a:pt x="678294" y="312521"/>
                </a:lnTo>
                <a:lnTo>
                  <a:pt x="702614" y="276593"/>
                </a:lnTo>
                <a:lnTo>
                  <a:pt x="727519" y="237934"/>
                </a:lnTo>
                <a:lnTo>
                  <a:pt x="883069" y="237934"/>
                </a:lnTo>
                <a:lnTo>
                  <a:pt x="883069" y="205930"/>
                </a:lnTo>
                <a:close/>
              </a:path>
              <a:path w="1764664" h="433705">
                <a:moveTo>
                  <a:pt x="1332928" y="326428"/>
                </a:moveTo>
                <a:lnTo>
                  <a:pt x="1298892" y="312191"/>
                </a:lnTo>
                <a:lnTo>
                  <a:pt x="1297089" y="311188"/>
                </a:lnTo>
                <a:lnTo>
                  <a:pt x="1291590" y="308140"/>
                </a:lnTo>
                <a:lnTo>
                  <a:pt x="1267548" y="294805"/>
                </a:lnTo>
                <a:lnTo>
                  <a:pt x="1238770" y="274561"/>
                </a:lnTo>
                <a:lnTo>
                  <a:pt x="1230731" y="267601"/>
                </a:lnTo>
                <a:lnTo>
                  <a:pt x="1230731" y="308140"/>
                </a:lnTo>
                <a:lnTo>
                  <a:pt x="1131671" y="308140"/>
                </a:lnTo>
                <a:lnTo>
                  <a:pt x="1131671" y="265468"/>
                </a:lnTo>
                <a:lnTo>
                  <a:pt x="1098042" y="265468"/>
                </a:lnTo>
                <a:lnTo>
                  <a:pt x="1098042" y="308140"/>
                </a:lnTo>
                <a:lnTo>
                  <a:pt x="995934" y="308140"/>
                </a:lnTo>
                <a:lnTo>
                  <a:pt x="1010780" y="295262"/>
                </a:lnTo>
                <a:lnTo>
                  <a:pt x="1025461" y="281660"/>
                </a:lnTo>
                <a:lnTo>
                  <a:pt x="1039876" y="267208"/>
                </a:lnTo>
                <a:lnTo>
                  <a:pt x="1053846" y="251752"/>
                </a:lnTo>
                <a:lnTo>
                  <a:pt x="1174343" y="251752"/>
                </a:lnTo>
                <a:lnTo>
                  <a:pt x="1187437" y="267208"/>
                </a:lnTo>
                <a:lnTo>
                  <a:pt x="1201394" y="281660"/>
                </a:lnTo>
                <a:lnTo>
                  <a:pt x="1215923" y="295262"/>
                </a:lnTo>
                <a:lnTo>
                  <a:pt x="1230731" y="308140"/>
                </a:lnTo>
                <a:lnTo>
                  <a:pt x="1230731" y="267601"/>
                </a:lnTo>
                <a:lnTo>
                  <a:pt x="1212443" y="251752"/>
                </a:lnTo>
                <a:lnTo>
                  <a:pt x="1328356" y="251752"/>
                </a:lnTo>
                <a:lnTo>
                  <a:pt x="1328356" y="222694"/>
                </a:lnTo>
                <a:lnTo>
                  <a:pt x="1241399" y="222694"/>
                </a:lnTo>
                <a:lnTo>
                  <a:pt x="1241399" y="192214"/>
                </a:lnTo>
                <a:lnTo>
                  <a:pt x="1241399" y="164782"/>
                </a:lnTo>
                <a:lnTo>
                  <a:pt x="1241399" y="134213"/>
                </a:lnTo>
                <a:lnTo>
                  <a:pt x="1241399" y="106781"/>
                </a:lnTo>
                <a:lnTo>
                  <a:pt x="1241399" y="76301"/>
                </a:lnTo>
                <a:lnTo>
                  <a:pt x="1316164" y="76301"/>
                </a:lnTo>
                <a:lnTo>
                  <a:pt x="1316164" y="47345"/>
                </a:lnTo>
                <a:lnTo>
                  <a:pt x="1241399" y="47345"/>
                </a:lnTo>
                <a:lnTo>
                  <a:pt x="1241399" y="0"/>
                </a:lnTo>
                <a:lnTo>
                  <a:pt x="1209395" y="0"/>
                </a:lnTo>
                <a:lnTo>
                  <a:pt x="1209395" y="47345"/>
                </a:lnTo>
                <a:lnTo>
                  <a:pt x="1209395" y="76301"/>
                </a:lnTo>
                <a:lnTo>
                  <a:pt x="1209395" y="222694"/>
                </a:lnTo>
                <a:lnTo>
                  <a:pt x="1021842" y="222694"/>
                </a:lnTo>
                <a:lnTo>
                  <a:pt x="1021842" y="192214"/>
                </a:lnTo>
                <a:lnTo>
                  <a:pt x="1209395" y="192214"/>
                </a:lnTo>
                <a:lnTo>
                  <a:pt x="1209395" y="164782"/>
                </a:lnTo>
                <a:lnTo>
                  <a:pt x="1021842" y="164782"/>
                </a:lnTo>
                <a:lnTo>
                  <a:pt x="1021842" y="134213"/>
                </a:lnTo>
                <a:lnTo>
                  <a:pt x="1209395" y="134213"/>
                </a:lnTo>
                <a:lnTo>
                  <a:pt x="1209395" y="106781"/>
                </a:lnTo>
                <a:lnTo>
                  <a:pt x="1021842" y="106781"/>
                </a:lnTo>
                <a:lnTo>
                  <a:pt x="1021842" y="76301"/>
                </a:lnTo>
                <a:lnTo>
                  <a:pt x="1209395" y="76301"/>
                </a:lnTo>
                <a:lnTo>
                  <a:pt x="1209395" y="47345"/>
                </a:lnTo>
                <a:lnTo>
                  <a:pt x="1021842" y="47345"/>
                </a:lnTo>
                <a:lnTo>
                  <a:pt x="1021842" y="0"/>
                </a:lnTo>
                <a:lnTo>
                  <a:pt x="988225" y="0"/>
                </a:lnTo>
                <a:lnTo>
                  <a:pt x="988225" y="47345"/>
                </a:lnTo>
                <a:lnTo>
                  <a:pt x="915073" y="47345"/>
                </a:lnTo>
                <a:lnTo>
                  <a:pt x="915073" y="76301"/>
                </a:lnTo>
                <a:lnTo>
                  <a:pt x="988225" y="76301"/>
                </a:lnTo>
                <a:lnTo>
                  <a:pt x="988225" y="222694"/>
                </a:lnTo>
                <a:lnTo>
                  <a:pt x="901357" y="222694"/>
                </a:lnTo>
                <a:lnTo>
                  <a:pt x="901357" y="251752"/>
                </a:lnTo>
                <a:lnTo>
                  <a:pt x="1012698" y="251752"/>
                </a:lnTo>
                <a:lnTo>
                  <a:pt x="987259" y="275780"/>
                </a:lnTo>
                <a:lnTo>
                  <a:pt x="959281" y="297662"/>
                </a:lnTo>
                <a:lnTo>
                  <a:pt x="929030" y="317550"/>
                </a:lnTo>
                <a:lnTo>
                  <a:pt x="896785" y="335572"/>
                </a:lnTo>
                <a:lnTo>
                  <a:pt x="903351" y="342442"/>
                </a:lnTo>
                <a:lnTo>
                  <a:pt x="909358" y="349338"/>
                </a:lnTo>
                <a:lnTo>
                  <a:pt x="914781" y="356222"/>
                </a:lnTo>
                <a:lnTo>
                  <a:pt x="919645" y="363105"/>
                </a:lnTo>
                <a:lnTo>
                  <a:pt x="937907" y="351307"/>
                </a:lnTo>
                <a:lnTo>
                  <a:pt x="956043" y="338823"/>
                </a:lnTo>
                <a:lnTo>
                  <a:pt x="973912" y="325501"/>
                </a:lnTo>
                <a:lnTo>
                  <a:pt x="991362" y="311188"/>
                </a:lnTo>
                <a:lnTo>
                  <a:pt x="991362" y="335572"/>
                </a:lnTo>
                <a:lnTo>
                  <a:pt x="1098042" y="335572"/>
                </a:lnTo>
                <a:lnTo>
                  <a:pt x="1098042" y="381393"/>
                </a:lnTo>
                <a:lnTo>
                  <a:pt x="927265" y="381393"/>
                </a:lnTo>
                <a:lnTo>
                  <a:pt x="927265" y="410349"/>
                </a:lnTo>
                <a:lnTo>
                  <a:pt x="1302448" y="410349"/>
                </a:lnTo>
                <a:lnTo>
                  <a:pt x="1302448" y="381393"/>
                </a:lnTo>
                <a:lnTo>
                  <a:pt x="1131671" y="381393"/>
                </a:lnTo>
                <a:lnTo>
                  <a:pt x="1131671" y="335572"/>
                </a:lnTo>
                <a:lnTo>
                  <a:pt x="1235303" y="335572"/>
                </a:lnTo>
                <a:lnTo>
                  <a:pt x="1235303" y="311188"/>
                </a:lnTo>
                <a:lnTo>
                  <a:pt x="1252778" y="324332"/>
                </a:lnTo>
                <a:lnTo>
                  <a:pt x="1270977" y="336346"/>
                </a:lnTo>
                <a:lnTo>
                  <a:pt x="1290027" y="347230"/>
                </a:lnTo>
                <a:lnTo>
                  <a:pt x="1310068" y="357009"/>
                </a:lnTo>
                <a:lnTo>
                  <a:pt x="1314932" y="349834"/>
                </a:lnTo>
                <a:lnTo>
                  <a:pt x="1320355" y="342252"/>
                </a:lnTo>
                <a:lnTo>
                  <a:pt x="1326362" y="334403"/>
                </a:lnTo>
                <a:lnTo>
                  <a:pt x="1332928" y="326428"/>
                </a:lnTo>
                <a:close/>
              </a:path>
              <a:path w="1764664" h="433705">
                <a:moveTo>
                  <a:pt x="1509814" y="39624"/>
                </a:moveTo>
                <a:lnTo>
                  <a:pt x="1354264" y="39624"/>
                </a:lnTo>
                <a:lnTo>
                  <a:pt x="1354264" y="68681"/>
                </a:lnTo>
                <a:lnTo>
                  <a:pt x="1412278" y="68681"/>
                </a:lnTo>
                <a:lnTo>
                  <a:pt x="1399108" y="116967"/>
                </a:lnTo>
                <a:lnTo>
                  <a:pt x="1382661" y="163423"/>
                </a:lnTo>
                <a:lnTo>
                  <a:pt x="1363103" y="207886"/>
                </a:lnTo>
                <a:lnTo>
                  <a:pt x="1340548" y="250228"/>
                </a:lnTo>
                <a:lnTo>
                  <a:pt x="1346250" y="255943"/>
                </a:lnTo>
                <a:lnTo>
                  <a:pt x="1351775" y="261645"/>
                </a:lnTo>
                <a:lnTo>
                  <a:pt x="1357058" y="267373"/>
                </a:lnTo>
                <a:lnTo>
                  <a:pt x="1361884" y="273088"/>
                </a:lnTo>
                <a:lnTo>
                  <a:pt x="1368717" y="261658"/>
                </a:lnTo>
                <a:lnTo>
                  <a:pt x="1375384" y="250228"/>
                </a:lnTo>
                <a:lnTo>
                  <a:pt x="1381823" y="238721"/>
                </a:lnTo>
                <a:lnTo>
                  <a:pt x="1387792" y="227279"/>
                </a:lnTo>
                <a:lnTo>
                  <a:pt x="1387792" y="401205"/>
                </a:lnTo>
                <a:lnTo>
                  <a:pt x="1416850" y="401205"/>
                </a:lnTo>
                <a:lnTo>
                  <a:pt x="1416850" y="358533"/>
                </a:lnTo>
                <a:lnTo>
                  <a:pt x="1464094" y="358533"/>
                </a:lnTo>
                <a:lnTo>
                  <a:pt x="1464094" y="389013"/>
                </a:lnTo>
                <a:lnTo>
                  <a:pt x="1493050" y="389013"/>
                </a:lnTo>
                <a:lnTo>
                  <a:pt x="1493050" y="358533"/>
                </a:lnTo>
                <a:lnTo>
                  <a:pt x="1493050" y="331000"/>
                </a:lnTo>
                <a:lnTo>
                  <a:pt x="1493050" y="192214"/>
                </a:lnTo>
                <a:lnTo>
                  <a:pt x="1493050" y="164782"/>
                </a:lnTo>
                <a:lnTo>
                  <a:pt x="1464094" y="164782"/>
                </a:lnTo>
                <a:lnTo>
                  <a:pt x="1464094" y="192214"/>
                </a:lnTo>
                <a:lnTo>
                  <a:pt x="1464094" y="331000"/>
                </a:lnTo>
                <a:lnTo>
                  <a:pt x="1416850" y="331000"/>
                </a:lnTo>
                <a:lnTo>
                  <a:pt x="1416850" y="227279"/>
                </a:lnTo>
                <a:lnTo>
                  <a:pt x="1416850" y="192214"/>
                </a:lnTo>
                <a:lnTo>
                  <a:pt x="1464094" y="192214"/>
                </a:lnTo>
                <a:lnTo>
                  <a:pt x="1464094" y="164782"/>
                </a:lnTo>
                <a:lnTo>
                  <a:pt x="1413802" y="164782"/>
                </a:lnTo>
                <a:lnTo>
                  <a:pt x="1421511" y="141592"/>
                </a:lnTo>
                <a:lnTo>
                  <a:pt x="1428661" y="117843"/>
                </a:lnTo>
                <a:lnTo>
                  <a:pt x="1435227" y="93548"/>
                </a:lnTo>
                <a:lnTo>
                  <a:pt x="1441234" y="68681"/>
                </a:lnTo>
                <a:lnTo>
                  <a:pt x="1509814" y="68681"/>
                </a:lnTo>
                <a:lnTo>
                  <a:pt x="1509814" y="39624"/>
                </a:lnTo>
                <a:close/>
              </a:path>
              <a:path w="1764664" h="433705">
                <a:moveTo>
                  <a:pt x="1764512" y="248615"/>
                </a:moveTo>
                <a:lnTo>
                  <a:pt x="1732508" y="248615"/>
                </a:lnTo>
                <a:lnTo>
                  <a:pt x="1732508" y="373773"/>
                </a:lnTo>
                <a:lnTo>
                  <a:pt x="1660779" y="373773"/>
                </a:lnTo>
                <a:lnTo>
                  <a:pt x="1660779" y="198310"/>
                </a:lnTo>
                <a:lnTo>
                  <a:pt x="1724888" y="198310"/>
                </a:lnTo>
                <a:lnTo>
                  <a:pt x="1724888" y="218122"/>
                </a:lnTo>
                <a:lnTo>
                  <a:pt x="1756892" y="218122"/>
                </a:lnTo>
                <a:lnTo>
                  <a:pt x="1756892" y="166306"/>
                </a:lnTo>
                <a:lnTo>
                  <a:pt x="1756892" y="50393"/>
                </a:lnTo>
                <a:lnTo>
                  <a:pt x="1724888" y="50393"/>
                </a:lnTo>
                <a:lnTo>
                  <a:pt x="1724888" y="166306"/>
                </a:lnTo>
                <a:lnTo>
                  <a:pt x="1660779" y="166306"/>
                </a:lnTo>
                <a:lnTo>
                  <a:pt x="1660779" y="4572"/>
                </a:lnTo>
                <a:lnTo>
                  <a:pt x="1628775" y="4572"/>
                </a:lnTo>
                <a:lnTo>
                  <a:pt x="1628775" y="166306"/>
                </a:lnTo>
                <a:lnTo>
                  <a:pt x="1566291" y="166306"/>
                </a:lnTo>
                <a:lnTo>
                  <a:pt x="1566291" y="50393"/>
                </a:lnTo>
                <a:lnTo>
                  <a:pt x="1534198" y="50393"/>
                </a:lnTo>
                <a:lnTo>
                  <a:pt x="1534198" y="198310"/>
                </a:lnTo>
                <a:lnTo>
                  <a:pt x="1628775" y="198310"/>
                </a:lnTo>
                <a:lnTo>
                  <a:pt x="1628775" y="373773"/>
                </a:lnTo>
                <a:lnTo>
                  <a:pt x="1558671" y="373773"/>
                </a:lnTo>
                <a:lnTo>
                  <a:pt x="1558671" y="248615"/>
                </a:lnTo>
                <a:lnTo>
                  <a:pt x="1525054" y="248615"/>
                </a:lnTo>
                <a:lnTo>
                  <a:pt x="1525054" y="405777"/>
                </a:lnTo>
                <a:lnTo>
                  <a:pt x="1732508" y="405777"/>
                </a:lnTo>
                <a:lnTo>
                  <a:pt x="1732508" y="425589"/>
                </a:lnTo>
                <a:lnTo>
                  <a:pt x="1764512" y="425589"/>
                </a:lnTo>
                <a:lnTo>
                  <a:pt x="1764512" y="373773"/>
                </a:lnTo>
                <a:lnTo>
                  <a:pt x="1764512" y="24861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739925" y="2498597"/>
            <a:ext cx="1159510" cy="381635"/>
          </a:xfrm>
          <a:custGeom>
            <a:avLst/>
            <a:gdLst/>
            <a:ahLst/>
            <a:cxnLst/>
            <a:rect l="l" t="t" r="r" b="b"/>
            <a:pathLst>
              <a:path w="1159510" h="381635">
                <a:moveTo>
                  <a:pt x="193649" y="317284"/>
                </a:moveTo>
                <a:lnTo>
                  <a:pt x="191782" y="315760"/>
                </a:lnTo>
                <a:lnTo>
                  <a:pt x="167360" y="295757"/>
                </a:lnTo>
                <a:lnTo>
                  <a:pt x="153352" y="284492"/>
                </a:lnTo>
                <a:lnTo>
                  <a:pt x="138785" y="273088"/>
                </a:lnTo>
                <a:lnTo>
                  <a:pt x="154927" y="240995"/>
                </a:lnTo>
                <a:lnTo>
                  <a:pt x="156781" y="237312"/>
                </a:lnTo>
                <a:lnTo>
                  <a:pt x="169646" y="191846"/>
                </a:lnTo>
                <a:lnTo>
                  <a:pt x="177355" y="136652"/>
                </a:lnTo>
                <a:lnTo>
                  <a:pt x="179933" y="71729"/>
                </a:lnTo>
                <a:lnTo>
                  <a:pt x="126492" y="71729"/>
                </a:lnTo>
                <a:lnTo>
                  <a:pt x="126492" y="118973"/>
                </a:lnTo>
                <a:lnTo>
                  <a:pt x="123685" y="154152"/>
                </a:lnTo>
                <a:lnTo>
                  <a:pt x="117729" y="186309"/>
                </a:lnTo>
                <a:lnTo>
                  <a:pt x="108915" y="215290"/>
                </a:lnTo>
                <a:lnTo>
                  <a:pt x="97536" y="240995"/>
                </a:lnTo>
                <a:lnTo>
                  <a:pt x="67056" y="216611"/>
                </a:lnTo>
                <a:lnTo>
                  <a:pt x="72529" y="193217"/>
                </a:lnTo>
                <a:lnTo>
                  <a:pt x="77724" y="168973"/>
                </a:lnTo>
                <a:lnTo>
                  <a:pt x="82918" y="144132"/>
                </a:lnTo>
                <a:lnTo>
                  <a:pt x="88392" y="118973"/>
                </a:lnTo>
                <a:lnTo>
                  <a:pt x="126492" y="118973"/>
                </a:lnTo>
                <a:lnTo>
                  <a:pt x="126492" y="71729"/>
                </a:lnTo>
                <a:lnTo>
                  <a:pt x="97536" y="71729"/>
                </a:lnTo>
                <a:lnTo>
                  <a:pt x="108204" y="6096"/>
                </a:lnTo>
                <a:lnTo>
                  <a:pt x="54864" y="1524"/>
                </a:lnTo>
                <a:lnTo>
                  <a:pt x="52552" y="19570"/>
                </a:lnTo>
                <a:lnTo>
                  <a:pt x="50101" y="37198"/>
                </a:lnTo>
                <a:lnTo>
                  <a:pt x="47358" y="54546"/>
                </a:lnTo>
                <a:lnTo>
                  <a:pt x="44196" y="71729"/>
                </a:lnTo>
                <a:lnTo>
                  <a:pt x="0" y="71729"/>
                </a:lnTo>
                <a:lnTo>
                  <a:pt x="0" y="118973"/>
                </a:lnTo>
                <a:lnTo>
                  <a:pt x="36576" y="118973"/>
                </a:lnTo>
                <a:lnTo>
                  <a:pt x="30835" y="150774"/>
                </a:lnTo>
                <a:lnTo>
                  <a:pt x="24955" y="179832"/>
                </a:lnTo>
                <a:lnTo>
                  <a:pt x="18783" y="206298"/>
                </a:lnTo>
                <a:lnTo>
                  <a:pt x="12192" y="230327"/>
                </a:lnTo>
                <a:lnTo>
                  <a:pt x="26149" y="242023"/>
                </a:lnTo>
                <a:lnTo>
                  <a:pt x="40386" y="254177"/>
                </a:lnTo>
                <a:lnTo>
                  <a:pt x="54622" y="266623"/>
                </a:lnTo>
                <a:lnTo>
                  <a:pt x="68580" y="279184"/>
                </a:lnTo>
                <a:lnTo>
                  <a:pt x="54013" y="294906"/>
                </a:lnTo>
                <a:lnTo>
                  <a:pt x="37719" y="310045"/>
                </a:lnTo>
                <a:lnTo>
                  <a:pt x="19723" y="324624"/>
                </a:lnTo>
                <a:lnTo>
                  <a:pt x="0" y="338620"/>
                </a:lnTo>
                <a:lnTo>
                  <a:pt x="9766" y="349846"/>
                </a:lnTo>
                <a:lnTo>
                  <a:pt x="18669" y="360616"/>
                </a:lnTo>
                <a:lnTo>
                  <a:pt x="27000" y="371081"/>
                </a:lnTo>
                <a:lnTo>
                  <a:pt x="35052" y="381393"/>
                </a:lnTo>
                <a:lnTo>
                  <a:pt x="55918" y="365340"/>
                </a:lnTo>
                <a:lnTo>
                  <a:pt x="75057" y="349148"/>
                </a:lnTo>
                <a:lnTo>
                  <a:pt x="92494" y="332663"/>
                </a:lnTo>
                <a:lnTo>
                  <a:pt x="108204" y="315760"/>
                </a:lnTo>
                <a:lnTo>
                  <a:pt x="120535" y="326313"/>
                </a:lnTo>
                <a:lnTo>
                  <a:pt x="132448" y="337299"/>
                </a:lnTo>
                <a:lnTo>
                  <a:pt x="144068" y="348589"/>
                </a:lnTo>
                <a:lnTo>
                  <a:pt x="155549" y="360057"/>
                </a:lnTo>
                <a:lnTo>
                  <a:pt x="193649" y="317284"/>
                </a:lnTo>
                <a:close/>
              </a:path>
              <a:path w="1159510" h="381635">
                <a:moveTo>
                  <a:pt x="361378" y="39725"/>
                </a:moveTo>
                <a:lnTo>
                  <a:pt x="309562" y="39725"/>
                </a:lnTo>
                <a:lnTo>
                  <a:pt x="309562" y="91541"/>
                </a:lnTo>
                <a:lnTo>
                  <a:pt x="309562" y="292900"/>
                </a:lnTo>
                <a:lnTo>
                  <a:pt x="250037" y="292900"/>
                </a:lnTo>
                <a:lnTo>
                  <a:pt x="250037" y="91541"/>
                </a:lnTo>
                <a:lnTo>
                  <a:pt x="309562" y="91541"/>
                </a:lnTo>
                <a:lnTo>
                  <a:pt x="309562" y="39725"/>
                </a:lnTo>
                <a:lnTo>
                  <a:pt x="198221" y="39725"/>
                </a:lnTo>
                <a:lnTo>
                  <a:pt x="198221" y="370725"/>
                </a:lnTo>
                <a:lnTo>
                  <a:pt x="250037" y="370725"/>
                </a:lnTo>
                <a:lnTo>
                  <a:pt x="250037" y="343192"/>
                </a:lnTo>
                <a:lnTo>
                  <a:pt x="309562" y="343192"/>
                </a:lnTo>
                <a:lnTo>
                  <a:pt x="309562" y="370725"/>
                </a:lnTo>
                <a:lnTo>
                  <a:pt x="361378" y="370725"/>
                </a:lnTo>
                <a:lnTo>
                  <a:pt x="361378" y="343192"/>
                </a:lnTo>
                <a:lnTo>
                  <a:pt x="361378" y="292900"/>
                </a:lnTo>
                <a:lnTo>
                  <a:pt x="361378" y="91541"/>
                </a:lnTo>
                <a:lnTo>
                  <a:pt x="361378" y="39725"/>
                </a:lnTo>
                <a:close/>
              </a:path>
              <a:path w="1159510" h="381635">
                <a:moveTo>
                  <a:pt x="516928" y="15252"/>
                </a:moveTo>
                <a:lnTo>
                  <a:pt x="463588" y="4572"/>
                </a:lnTo>
                <a:lnTo>
                  <a:pt x="449580" y="50622"/>
                </a:lnTo>
                <a:lnTo>
                  <a:pt x="432714" y="94780"/>
                </a:lnTo>
                <a:lnTo>
                  <a:pt x="412965" y="136944"/>
                </a:lnTo>
                <a:lnTo>
                  <a:pt x="390334" y="176987"/>
                </a:lnTo>
                <a:lnTo>
                  <a:pt x="394855" y="196723"/>
                </a:lnTo>
                <a:lnTo>
                  <a:pt x="399097" y="214896"/>
                </a:lnTo>
                <a:lnTo>
                  <a:pt x="402767" y="231673"/>
                </a:lnTo>
                <a:lnTo>
                  <a:pt x="405574" y="247180"/>
                </a:lnTo>
                <a:lnTo>
                  <a:pt x="413372" y="236601"/>
                </a:lnTo>
                <a:lnTo>
                  <a:pt x="420712" y="225755"/>
                </a:lnTo>
                <a:lnTo>
                  <a:pt x="427748" y="214934"/>
                </a:lnTo>
                <a:lnTo>
                  <a:pt x="434619" y="204419"/>
                </a:lnTo>
                <a:lnTo>
                  <a:pt x="434619" y="376821"/>
                </a:lnTo>
                <a:lnTo>
                  <a:pt x="484924" y="376821"/>
                </a:lnTo>
                <a:lnTo>
                  <a:pt x="484924" y="204419"/>
                </a:lnTo>
                <a:lnTo>
                  <a:pt x="484924" y="105257"/>
                </a:lnTo>
                <a:lnTo>
                  <a:pt x="493776" y="83489"/>
                </a:lnTo>
                <a:lnTo>
                  <a:pt x="502069" y="61429"/>
                </a:lnTo>
                <a:lnTo>
                  <a:pt x="509778" y="38785"/>
                </a:lnTo>
                <a:lnTo>
                  <a:pt x="516928" y="15252"/>
                </a:lnTo>
                <a:close/>
              </a:path>
              <a:path w="1159510" h="381635">
                <a:moveTo>
                  <a:pt x="655701" y="115925"/>
                </a:moveTo>
                <a:lnTo>
                  <a:pt x="608457" y="115925"/>
                </a:lnTo>
                <a:lnTo>
                  <a:pt x="608457" y="160223"/>
                </a:lnTo>
                <a:lnTo>
                  <a:pt x="608457" y="236423"/>
                </a:lnTo>
                <a:lnTo>
                  <a:pt x="568833" y="236423"/>
                </a:lnTo>
                <a:lnTo>
                  <a:pt x="568833" y="160223"/>
                </a:lnTo>
                <a:lnTo>
                  <a:pt x="608457" y="160223"/>
                </a:lnTo>
                <a:lnTo>
                  <a:pt x="608457" y="115925"/>
                </a:lnTo>
                <a:lnTo>
                  <a:pt x="521500" y="115925"/>
                </a:lnTo>
                <a:lnTo>
                  <a:pt x="521500" y="306616"/>
                </a:lnTo>
                <a:lnTo>
                  <a:pt x="568833" y="306616"/>
                </a:lnTo>
                <a:lnTo>
                  <a:pt x="568833" y="280708"/>
                </a:lnTo>
                <a:lnTo>
                  <a:pt x="655701" y="280708"/>
                </a:lnTo>
                <a:lnTo>
                  <a:pt x="655701" y="236423"/>
                </a:lnTo>
                <a:lnTo>
                  <a:pt x="655701" y="160223"/>
                </a:lnTo>
                <a:lnTo>
                  <a:pt x="655701" y="115925"/>
                </a:lnTo>
                <a:close/>
              </a:path>
              <a:path w="1159510" h="381635">
                <a:moveTo>
                  <a:pt x="770102" y="25920"/>
                </a:moveTo>
                <a:lnTo>
                  <a:pt x="515404" y="25920"/>
                </a:lnTo>
                <a:lnTo>
                  <a:pt x="515404" y="74777"/>
                </a:lnTo>
                <a:lnTo>
                  <a:pt x="690854" y="74777"/>
                </a:lnTo>
                <a:lnTo>
                  <a:pt x="690854" y="298996"/>
                </a:lnTo>
                <a:lnTo>
                  <a:pt x="659701" y="324713"/>
                </a:lnTo>
                <a:lnTo>
                  <a:pt x="649262" y="324891"/>
                </a:lnTo>
                <a:lnTo>
                  <a:pt x="630796" y="324878"/>
                </a:lnTo>
                <a:lnTo>
                  <a:pt x="620268" y="324713"/>
                </a:lnTo>
                <a:lnTo>
                  <a:pt x="609168" y="324256"/>
                </a:lnTo>
                <a:lnTo>
                  <a:pt x="597789" y="323380"/>
                </a:lnTo>
                <a:lnTo>
                  <a:pt x="604456" y="352005"/>
                </a:lnTo>
                <a:lnTo>
                  <a:pt x="607428" y="365467"/>
                </a:lnTo>
                <a:lnTo>
                  <a:pt x="609981" y="378345"/>
                </a:lnTo>
                <a:lnTo>
                  <a:pt x="634580" y="378104"/>
                </a:lnTo>
                <a:lnTo>
                  <a:pt x="674103" y="377050"/>
                </a:lnTo>
                <a:lnTo>
                  <a:pt x="689330" y="376821"/>
                </a:lnTo>
                <a:lnTo>
                  <a:pt x="701306" y="374764"/>
                </a:lnTo>
                <a:lnTo>
                  <a:pt x="735825" y="345160"/>
                </a:lnTo>
                <a:lnTo>
                  <a:pt x="742048" y="324904"/>
                </a:lnTo>
                <a:lnTo>
                  <a:pt x="743305" y="318312"/>
                </a:lnTo>
                <a:lnTo>
                  <a:pt x="744194" y="302044"/>
                </a:lnTo>
                <a:lnTo>
                  <a:pt x="744194" y="74777"/>
                </a:lnTo>
                <a:lnTo>
                  <a:pt x="770102" y="74777"/>
                </a:lnTo>
                <a:lnTo>
                  <a:pt x="770102" y="25920"/>
                </a:lnTo>
                <a:close/>
              </a:path>
              <a:path w="1159510" h="381635">
                <a:moveTo>
                  <a:pt x="1157478" y="44297"/>
                </a:moveTo>
                <a:lnTo>
                  <a:pt x="960691" y="44297"/>
                </a:lnTo>
                <a:lnTo>
                  <a:pt x="963917" y="34188"/>
                </a:lnTo>
                <a:lnTo>
                  <a:pt x="966685" y="24396"/>
                </a:lnTo>
                <a:lnTo>
                  <a:pt x="969149" y="14630"/>
                </a:lnTo>
                <a:lnTo>
                  <a:pt x="971461" y="4572"/>
                </a:lnTo>
                <a:lnTo>
                  <a:pt x="914971" y="0"/>
                </a:lnTo>
                <a:lnTo>
                  <a:pt x="911517" y="11417"/>
                </a:lnTo>
                <a:lnTo>
                  <a:pt x="907923" y="22682"/>
                </a:lnTo>
                <a:lnTo>
                  <a:pt x="904036" y="33693"/>
                </a:lnTo>
                <a:lnTo>
                  <a:pt x="899731" y="44297"/>
                </a:lnTo>
                <a:lnTo>
                  <a:pt x="792962" y="44297"/>
                </a:lnTo>
                <a:lnTo>
                  <a:pt x="792962" y="94589"/>
                </a:lnTo>
                <a:lnTo>
                  <a:pt x="875347" y="94589"/>
                </a:lnTo>
                <a:lnTo>
                  <a:pt x="856526" y="125984"/>
                </a:lnTo>
                <a:lnTo>
                  <a:pt x="834529" y="155981"/>
                </a:lnTo>
                <a:lnTo>
                  <a:pt x="809688" y="184251"/>
                </a:lnTo>
                <a:lnTo>
                  <a:pt x="782281" y="210515"/>
                </a:lnTo>
                <a:lnTo>
                  <a:pt x="787768" y="223672"/>
                </a:lnTo>
                <a:lnTo>
                  <a:pt x="792962" y="237985"/>
                </a:lnTo>
                <a:lnTo>
                  <a:pt x="798144" y="253453"/>
                </a:lnTo>
                <a:lnTo>
                  <a:pt x="803630" y="270040"/>
                </a:lnTo>
                <a:lnTo>
                  <a:pt x="811364" y="263182"/>
                </a:lnTo>
                <a:lnTo>
                  <a:pt x="818680" y="256311"/>
                </a:lnTo>
                <a:lnTo>
                  <a:pt x="825741" y="249428"/>
                </a:lnTo>
                <a:lnTo>
                  <a:pt x="832675" y="242519"/>
                </a:lnTo>
                <a:lnTo>
                  <a:pt x="832675" y="379869"/>
                </a:lnTo>
                <a:lnTo>
                  <a:pt x="884491" y="379869"/>
                </a:lnTo>
                <a:lnTo>
                  <a:pt x="884491" y="242519"/>
                </a:lnTo>
                <a:lnTo>
                  <a:pt x="884491" y="184607"/>
                </a:lnTo>
                <a:lnTo>
                  <a:pt x="899922" y="163461"/>
                </a:lnTo>
                <a:lnTo>
                  <a:pt x="914209" y="141312"/>
                </a:lnTo>
                <a:lnTo>
                  <a:pt x="927354" y="118300"/>
                </a:lnTo>
                <a:lnTo>
                  <a:pt x="939355" y="94589"/>
                </a:lnTo>
                <a:lnTo>
                  <a:pt x="1157478" y="94589"/>
                </a:lnTo>
                <a:lnTo>
                  <a:pt x="1157478" y="44297"/>
                </a:lnTo>
                <a:close/>
              </a:path>
              <a:path w="1159510" h="381635">
                <a:moveTo>
                  <a:pt x="1159002" y="311188"/>
                </a:moveTo>
                <a:lnTo>
                  <a:pt x="1056805" y="311188"/>
                </a:lnTo>
                <a:lnTo>
                  <a:pt x="1056805" y="225755"/>
                </a:lnTo>
                <a:lnTo>
                  <a:pt x="1140714" y="225755"/>
                </a:lnTo>
                <a:lnTo>
                  <a:pt x="1140714" y="175463"/>
                </a:lnTo>
                <a:lnTo>
                  <a:pt x="1056805" y="175463"/>
                </a:lnTo>
                <a:lnTo>
                  <a:pt x="1056805" y="106781"/>
                </a:lnTo>
                <a:lnTo>
                  <a:pt x="1001941" y="106781"/>
                </a:lnTo>
                <a:lnTo>
                  <a:pt x="1001941" y="175463"/>
                </a:lnTo>
                <a:lnTo>
                  <a:pt x="919543" y="175463"/>
                </a:lnTo>
                <a:lnTo>
                  <a:pt x="919543" y="225755"/>
                </a:lnTo>
                <a:lnTo>
                  <a:pt x="1001941" y="225755"/>
                </a:lnTo>
                <a:lnTo>
                  <a:pt x="1001941" y="311188"/>
                </a:lnTo>
                <a:lnTo>
                  <a:pt x="898207" y="311188"/>
                </a:lnTo>
                <a:lnTo>
                  <a:pt x="898207" y="361581"/>
                </a:lnTo>
                <a:lnTo>
                  <a:pt x="1159002" y="361581"/>
                </a:lnTo>
                <a:lnTo>
                  <a:pt x="1159002" y="3111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051429" y="2553747"/>
            <a:ext cx="60960" cy="107950"/>
          </a:xfrm>
          <a:custGeom>
            <a:avLst/>
            <a:gdLst/>
            <a:ahLst/>
            <a:cxnLst/>
            <a:rect l="l" t="t" r="r" b="b"/>
            <a:pathLst>
              <a:path w="60960" h="107950">
                <a:moveTo>
                  <a:pt x="0" y="0"/>
                </a:moveTo>
                <a:lnTo>
                  <a:pt x="60960" y="0"/>
                </a:lnTo>
                <a:lnTo>
                  <a:pt x="60960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051429" y="2553055"/>
            <a:ext cx="842010" cy="275590"/>
          </a:xfrm>
          <a:custGeom>
            <a:avLst/>
            <a:gdLst/>
            <a:ahLst/>
            <a:cxnLst/>
            <a:rect l="l" t="t" r="r" b="b"/>
            <a:pathLst>
              <a:path w="842010" h="275589">
                <a:moveTo>
                  <a:pt x="236410" y="698"/>
                </a:moveTo>
                <a:lnTo>
                  <a:pt x="173824" y="698"/>
                </a:lnTo>
                <a:lnTo>
                  <a:pt x="173824" y="108648"/>
                </a:lnTo>
                <a:lnTo>
                  <a:pt x="0" y="108648"/>
                </a:lnTo>
                <a:lnTo>
                  <a:pt x="0" y="161988"/>
                </a:lnTo>
                <a:lnTo>
                  <a:pt x="0" y="275018"/>
                </a:lnTo>
                <a:lnTo>
                  <a:pt x="60960" y="275018"/>
                </a:lnTo>
                <a:lnTo>
                  <a:pt x="60960" y="161988"/>
                </a:lnTo>
                <a:lnTo>
                  <a:pt x="173824" y="161988"/>
                </a:lnTo>
                <a:lnTo>
                  <a:pt x="173824" y="275018"/>
                </a:lnTo>
                <a:lnTo>
                  <a:pt x="236410" y="275018"/>
                </a:lnTo>
                <a:lnTo>
                  <a:pt x="236410" y="161988"/>
                </a:lnTo>
                <a:lnTo>
                  <a:pt x="236410" y="108648"/>
                </a:lnTo>
                <a:lnTo>
                  <a:pt x="236410" y="698"/>
                </a:lnTo>
                <a:close/>
              </a:path>
              <a:path w="842010" h="275589">
                <a:moveTo>
                  <a:pt x="492633" y="0"/>
                </a:moveTo>
                <a:lnTo>
                  <a:pt x="274510" y="0"/>
                </a:lnTo>
                <a:lnTo>
                  <a:pt x="274510" y="50800"/>
                </a:lnTo>
                <a:lnTo>
                  <a:pt x="352323" y="50800"/>
                </a:lnTo>
                <a:lnTo>
                  <a:pt x="352323" y="275590"/>
                </a:lnTo>
                <a:lnTo>
                  <a:pt x="414807" y="275590"/>
                </a:lnTo>
                <a:lnTo>
                  <a:pt x="414807" y="50800"/>
                </a:lnTo>
                <a:lnTo>
                  <a:pt x="492633" y="50800"/>
                </a:lnTo>
                <a:lnTo>
                  <a:pt x="492633" y="0"/>
                </a:lnTo>
                <a:close/>
              </a:path>
              <a:path w="842010" h="275589">
                <a:moveTo>
                  <a:pt x="841819" y="508"/>
                </a:moveTo>
                <a:lnTo>
                  <a:pt x="753325" y="508"/>
                </a:lnTo>
                <a:lnTo>
                  <a:pt x="696937" y="162140"/>
                </a:lnTo>
                <a:lnTo>
                  <a:pt x="694626" y="170700"/>
                </a:lnTo>
                <a:lnTo>
                  <a:pt x="692175" y="180251"/>
                </a:lnTo>
                <a:lnTo>
                  <a:pt x="689432" y="190690"/>
                </a:lnTo>
                <a:lnTo>
                  <a:pt x="686269" y="201866"/>
                </a:lnTo>
                <a:lnTo>
                  <a:pt x="683958" y="191757"/>
                </a:lnTo>
                <a:lnTo>
                  <a:pt x="681507" y="181965"/>
                </a:lnTo>
                <a:lnTo>
                  <a:pt x="678764" y="172199"/>
                </a:lnTo>
                <a:lnTo>
                  <a:pt x="675601" y="162140"/>
                </a:lnTo>
                <a:lnTo>
                  <a:pt x="637222" y="52324"/>
                </a:lnTo>
                <a:lnTo>
                  <a:pt x="619112" y="508"/>
                </a:lnTo>
                <a:lnTo>
                  <a:pt x="529196" y="508"/>
                </a:lnTo>
                <a:lnTo>
                  <a:pt x="529196" y="275018"/>
                </a:lnTo>
                <a:lnTo>
                  <a:pt x="585584" y="275018"/>
                </a:lnTo>
                <a:lnTo>
                  <a:pt x="585584" y="122516"/>
                </a:lnTo>
                <a:lnTo>
                  <a:pt x="583755" y="73279"/>
                </a:lnTo>
                <a:lnTo>
                  <a:pt x="582536" y="52324"/>
                </a:lnTo>
                <a:lnTo>
                  <a:pt x="584060" y="52324"/>
                </a:lnTo>
                <a:lnTo>
                  <a:pt x="587209" y="65773"/>
                </a:lnTo>
                <a:lnTo>
                  <a:pt x="589775" y="76530"/>
                </a:lnTo>
                <a:lnTo>
                  <a:pt x="593204" y="90512"/>
                </a:lnTo>
                <a:lnTo>
                  <a:pt x="658837" y="275018"/>
                </a:lnTo>
                <a:lnTo>
                  <a:pt x="709129" y="275018"/>
                </a:lnTo>
                <a:lnTo>
                  <a:pt x="734123" y="201866"/>
                </a:lnTo>
                <a:lnTo>
                  <a:pt x="773226" y="87376"/>
                </a:lnTo>
                <a:lnTo>
                  <a:pt x="780846" y="52324"/>
                </a:lnTo>
                <a:lnTo>
                  <a:pt x="782370" y="52324"/>
                </a:lnTo>
                <a:lnTo>
                  <a:pt x="780859" y="106845"/>
                </a:lnTo>
                <a:lnTo>
                  <a:pt x="780846" y="275018"/>
                </a:lnTo>
                <a:lnTo>
                  <a:pt x="841819" y="275018"/>
                </a:lnTo>
                <a:lnTo>
                  <a:pt x="841819" y="52324"/>
                </a:lnTo>
                <a:lnTo>
                  <a:pt x="841819" y="5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955821" y="2553969"/>
            <a:ext cx="163195" cy="274320"/>
          </a:xfrm>
          <a:custGeom>
            <a:avLst/>
            <a:gdLst/>
            <a:ahLst/>
            <a:cxnLst/>
            <a:rect l="l" t="t" r="r" b="b"/>
            <a:pathLst>
              <a:path w="163195" h="274319">
                <a:moveTo>
                  <a:pt x="163169" y="223520"/>
                </a:moveTo>
                <a:lnTo>
                  <a:pt x="60960" y="223520"/>
                </a:lnTo>
                <a:lnTo>
                  <a:pt x="60960" y="0"/>
                </a:lnTo>
                <a:lnTo>
                  <a:pt x="0" y="0"/>
                </a:lnTo>
                <a:lnTo>
                  <a:pt x="0" y="223520"/>
                </a:lnTo>
                <a:lnTo>
                  <a:pt x="0" y="274320"/>
                </a:lnTo>
                <a:lnTo>
                  <a:pt x="163169" y="274320"/>
                </a:lnTo>
                <a:lnTo>
                  <a:pt x="163169" y="2235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257764" y="2500121"/>
            <a:ext cx="344805" cy="380365"/>
          </a:xfrm>
          <a:custGeom>
            <a:avLst/>
            <a:gdLst/>
            <a:ahLst/>
            <a:cxnLst/>
            <a:rect l="l" t="t" r="r" b="b"/>
            <a:pathLst>
              <a:path w="344804" h="380364">
                <a:moveTo>
                  <a:pt x="344614" y="68580"/>
                </a:moveTo>
                <a:lnTo>
                  <a:pt x="201269" y="68580"/>
                </a:lnTo>
                <a:lnTo>
                  <a:pt x="201269" y="0"/>
                </a:lnTo>
                <a:lnTo>
                  <a:pt x="143357" y="0"/>
                </a:lnTo>
                <a:lnTo>
                  <a:pt x="143357" y="68580"/>
                </a:lnTo>
                <a:lnTo>
                  <a:pt x="0" y="68580"/>
                </a:lnTo>
                <a:lnTo>
                  <a:pt x="0" y="120650"/>
                </a:lnTo>
                <a:lnTo>
                  <a:pt x="0" y="203200"/>
                </a:lnTo>
                <a:lnTo>
                  <a:pt x="0" y="256540"/>
                </a:lnTo>
                <a:lnTo>
                  <a:pt x="0" y="283210"/>
                </a:lnTo>
                <a:lnTo>
                  <a:pt x="57912" y="283210"/>
                </a:lnTo>
                <a:lnTo>
                  <a:pt x="57912" y="256540"/>
                </a:lnTo>
                <a:lnTo>
                  <a:pt x="143357" y="256540"/>
                </a:lnTo>
                <a:lnTo>
                  <a:pt x="143357" y="379869"/>
                </a:lnTo>
                <a:lnTo>
                  <a:pt x="201269" y="379869"/>
                </a:lnTo>
                <a:lnTo>
                  <a:pt x="201269" y="256540"/>
                </a:lnTo>
                <a:lnTo>
                  <a:pt x="286702" y="256540"/>
                </a:lnTo>
                <a:lnTo>
                  <a:pt x="286702" y="282232"/>
                </a:lnTo>
                <a:lnTo>
                  <a:pt x="344614" y="282232"/>
                </a:lnTo>
                <a:lnTo>
                  <a:pt x="344614" y="256540"/>
                </a:lnTo>
                <a:lnTo>
                  <a:pt x="344614" y="256324"/>
                </a:lnTo>
                <a:lnTo>
                  <a:pt x="344614" y="203200"/>
                </a:lnTo>
                <a:lnTo>
                  <a:pt x="57912" y="203200"/>
                </a:lnTo>
                <a:lnTo>
                  <a:pt x="57912" y="120650"/>
                </a:lnTo>
                <a:lnTo>
                  <a:pt x="143357" y="120650"/>
                </a:lnTo>
                <a:lnTo>
                  <a:pt x="143357" y="202895"/>
                </a:lnTo>
                <a:lnTo>
                  <a:pt x="201269" y="202895"/>
                </a:lnTo>
                <a:lnTo>
                  <a:pt x="201269" y="120650"/>
                </a:lnTo>
                <a:lnTo>
                  <a:pt x="286702" y="120650"/>
                </a:lnTo>
                <a:lnTo>
                  <a:pt x="286702" y="202895"/>
                </a:lnTo>
                <a:lnTo>
                  <a:pt x="344614" y="202895"/>
                </a:lnTo>
                <a:lnTo>
                  <a:pt x="344614" y="120650"/>
                </a:lnTo>
                <a:lnTo>
                  <a:pt x="344614" y="120497"/>
                </a:lnTo>
                <a:lnTo>
                  <a:pt x="344614" y="685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648200" y="2509266"/>
            <a:ext cx="326390" cy="366395"/>
          </a:xfrm>
          <a:custGeom>
            <a:avLst/>
            <a:gdLst/>
            <a:ahLst/>
            <a:cxnLst/>
            <a:rect l="l" t="t" r="r" b="b"/>
            <a:pathLst>
              <a:path w="326389" h="366394">
                <a:moveTo>
                  <a:pt x="326326" y="366141"/>
                </a:moveTo>
                <a:lnTo>
                  <a:pt x="269843" y="366141"/>
                </a:lnTo>
                <a:lnTo>
                  <a:pt x="269843" y="0"/>
                </a:lnTo>
                <a:lnTo>
                  <a:pt x="326326" y="0"/>
                </a:lnTo>
                <a:lnTo>
                  <a:pt x="326326" y="366141"/>
                </a:lnTo>
                <a:close/>
              </a:path>
              <a:path w="326389" h="366394">
                <a:moveTo>
                  <a:pt x="195722" y="311181"/>
                </a:moveTo>
                <a:lnTo>
                  <a:pt x="94488" y="311181"/>
                </a:lnTo>
                <a:lnTo>
                  <a:pt x="105060" y="311134"/>
                </a:lnTo>
                <a:lnTo>
                  <a:pt x="113919" y="310800"/>
                </a:lnTo>
                <a:lnTo>
                  <a:pt x="139731" y="279939"/>
                </a:lnTo>
                <a:lnTo>
                  <a:pt x="143351" y="245649"/>
                </a:lnTo>
                <a:lnTo>
                  <a:pt x="0" y="245649"/>
                </a:lnTo>
                <a:lnTo>
                  <a:pt x="12192" y="105251"/>
                </a:lnTo>
                <a:lnTo>
                  <a:pt x="146399" y="105251"/>
                </a:lnTo>
                <a:lnTo>
                  <a:pt x="146399" y="61055"/>
                </a:lnTo>
                <a:lnTo>
                  <a:pt x="1524" y="61055"/>
                </a:lnTo>
                <a:lnTo>
                  <a:pt x="1524" y="12192"/>
                </a:lnTo>
                <a:lnTo>
                  <a:pt x="202787" y="12192"/>
                </a:lnTo>
                <a:lnTo>
                  <a:pt x="202787" y="154114"/>
                </a:lnTo>
                <a:lnTo>
                  <a:pt x="64008" y="154114"/>
                </a:lnTo>
                <a:lnTo>
                  <a:pt x="60960" y="196786"/>
                </a:lnTo>
                <a:lnTo>
                  <a:pt x="204311" y="196786"/>
                </a:lnTo>
                <a:lnTo>
                  <a:pt x="198215" y="295941"/>
                </a:lnTo>
                <a:lnTo>
                  <a:pt x="196524" y="307943"/>
                </a:lnTo>
                <a:lnTo>
                  <a:pt x="195722" y="311181"/>
                </a:lnTo>
                <a:close/>
              </a:path>
              <a:path w="326389" h="366394">
                <a:moveTo>
                  <a:pt x="51816" y="366141"/>
                </a:moveTo>
                <a:lnTo>
                  <a:pt x="48363" y="351529"/>
                </a:lnTo>
                <a:lnTo>
                  <a:pt x="44701" y="337089"/>
                </a:lnTo>
                <a:lnTo>
                  <a:pt x="40886" y="323412"/>
                </a:lnTo>
                <a:lnTo>
                  <a:pt x="36576" y="309657"/>
                </a:lnTo>
                <a:lnTo>
                  <a:pt x="50553" y="310538"/>
                </a:lnTo>
                <a:lnTo>
                  <a:pt x="64960" y="310991"/>
                </a:lnTo>
                <a:lnTo>
                  <a:pt x="195722" y="311181"/>
                </a:lnTo>
                <a:lnTo>
                  <a:pt x="193833" y="318801"/>
                </a:lnTo>
                <a:lnTo>
                  <a:pt x="167163" y="356043"/>
                </a:lnTo>
                <a:lnTo>
                  <a:pt x="122920" y="364236"/>
                </a:lnTo>
                <a:lnTo>
                  <a:pt x="91859" y="365617"/>
                </a:lnTo>
                <a:lnTo>
                  <a:pt x="51816" y="3661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021770" y="2503170"/>
            <a:ext cx="381635" cy="375285"/>
          </a:xfrm>
          <a:custGeom>
            <a:avLst/>
            <a:gdLst/>
            <a:ahLst/>
            <a:cxnLst/>
            <a:rect l="l" t="t" r="r" b="b"/>
            <a:pathLst>
              <a:path w="381635" h="375285">
                <a:moveTo>
                  <a:pt x="45815" y="375284"/>
                </a:moveTo>
                <a:lnTo>
                  <a:pt x="36044" y="363554"/>
                </a:lnTo>
                <a:lnTo>
                  <a:pt x="25157" y="351234"/>
                </a:lnTo>
                <a:lnTo>
                  <a:pt x="13145" y="338342"/>
                </a:lnTo>
                <a:lnTo>
                  <a:pt x="0" y="324897"/>
                </a:lnTo>
                <a:lnTo>
                  <a:pt x="44498" y="288640"/>
                </a:lnTo>
                <a:lnTo>
                  <a:pt x="82833" y="249218"/>
                </a:lnTo>
                <a:lnTo>
                  <a:pt x="115084" y="206418"/>
                </a:lnTo>
                <a:lnTo>
                  <a:pt x="141326" y="160025"/>
                </a:lnTo>
                <a:lnTo>
                  <a:pt x="161639" y="109823"/>
                </a:lnTo>
                <a:lnTo>
                  <a:pt x="148161" y="89271"/>
                </a:lnTo>
                <a:lnTo>
                  <a:pt x="132683" y="68853"/>
                </a:lnTo>
                <a:lnTo>
                  <a:pt x="114919" y="48704"/>
                </a:lnTo>
                <a:lnTo>
                  <a:pt x="94583" y="28955"/>
                </a:lnTo>
                <a:lnTo>
                  <a:pt x="144875" y="0"/>
                </a:lnTo>
                <a:lnTo>
                  <a:pt x="166345" y="21138"/>
                </a:lnTo>
                <a:lnTo>
                  <a:pt x="189690" y="52447"/>
                </a:lnTo>
                <a:lnTo>
                  <a:pt x="215035" y="93775"/>
                </a:lnTo>
                <a:lnTo>
                  <a:pt x="242506" y="144970"/>
                </a:lnTo>
                <a:lnTo>
                  <a:pt x="271048" y="196729"/>
                </a:lnTo>
                <a:lnTo>
                  <a:pt x="303895" y="242363"/>
                </a:lnTo>
                <a:lnTo>
                  <a:pt x="340741" y="281996"/>
                </a:lnTo>
                <a:lnTo>
                  <a:pt x="381285" y="315753"/>
                </a:lnTo>
                <a:lnTo>
                  <a:pt x="352710" y="348186"/>
                </a:lnTo>
                <a:lnTo>
                  <a:pt x="340994" y="361696"/>
                </a:lnTo>
                <a:lnTo>
                  <a:pt x="330993" y="373760"/>
                </a:lnTo>
                <a:lnTo>
                  <a:pt x="299126" y="339685"/>
                </a:lnTo>
                <a:lnTo>
                  <a:pt x="269471" y="303356"/>
                </a:lnTo>
                <a:lnTo>
                  <a:pt x="242024" y="264691"/>
                </a:lnTo>
                <a:lnTo>
                  <a:pt x="216782" y="223607"/>
                </a:lnTo>
                <a:lnTo>
                  <a:pt x="193738" y="180022"/>
                </a:lnTo>
                <a:lnTo>
                  <a:pt x="172465" y="224497"/>
                </a:lnTo>
                <a:lnTo>
                  <a:pt x="147114" y="266325"/>
                </a:lnTo>
                <a:lnTo>
                  <a:pt x="117607" y="305441"/>
                </a:lnTo>
                <a:lnTo>
                  <a:pt x="83867" y="341782"/>
                </a:lnTo>
                <a:lnTo>
                  <a:pt x="45815" y="3752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5525071" y="2538317"/>
            <a:ext cx="1455420" cy="294640"/>
            <a:chOff x="5525071" y="2538317"/>
            <a:chExt cx="1455420" cy="294640"/>
          </a:xfrm>
        </p:grpSpPr>
        <p:sp>
          <p:nvSpPr>
            <p:cNvPr id="30" name="object 30" descr=""/>
            <p:cNvSpPr/>
            <p:nvPr/>
          </p:nvSpPr>
          <p:spPr>
            <a:xfrm>
              <a:off x="5525071" y="2553557"/>
              <a:ext cx="139065" cy="279400"/>
            </a:xfrm>
            <a:custGeom>
              <a:avLst/>
              <a:gdLst/>
              <a:ahLst/>
              <a:cxnLst/>
              <a:rect l="l" t="t" r="r" b="b"/>
              <a:pathLst>
                <a:path w="139064" h="279400">
                  <a:moveTo>
                    <a:pt x="39624" y="279082"/>
                  </a:moveTo>
                  <a:lnTo>
                    <a:pt x="29360" y="278534"/>
                  </a:lnTo>
                  <a:lnTo>
                    <a:pt x="19240" y="276986"/>
                  </a:lnTo>
                  <a:lnTo>
                    <a:pt x="9405" y="274581"/>
                  </a:lnTo>
                  <a:lnTo>
                    <a:pt x="0" y="271462"/>
                  </a:lnTo>
                  <a:lnTo>
                    <a:pt x="0" y="213550"/>
                  </a:lnTo>
                  <a:lnTo>
                    <a:pt x="8262" y="218670"/>
                  </a:lnTo>
                  <a:lnTo>
                    <a:pt x="16954" y="222503"/>
                  </a:lnTo>
                  <a:lnTo>
                    <a:pt x="25931" y="224909"/>
                  </a:lnTo>
                  <a:lnTo>
                    <a:pt x="35052" y="225742"/>
                  </a:lnTo>
                  <a:lnTo>
                    <a:pt x="53935" y="221764"/>
                  </a:lnTo>
                  <a:lnTo>
                    <a:pt x="67246" y="209919"/>
                  </a:lnTo>
                  <a:lnTo>
                    <a:pt x="75128" y="190340"/>
                  </a:lnTo>
                  <a:lnTo>
                    <a:pt x="77724" y="163163"/>
                  </a:lnTo>
                  <a:lnTo>
                    <a:pt x="77724" y="0"/>
                  </a:lnTo>
                  <a:lnTo>
                    <a:pt x="138779" y="0"/>
                  </a:lnTo>
                  <a:lnTo>
                    <a:pt x="138779" y="164687"/>
                  </a:lnTo>
                  <a:lnTo>
                    <a:pt x="137326" y="190721"/>
                  </a:lnTo>
                  <a:lnTo>
                    <a:pt x="125277" y="233575"/>
                  </a:lnTo>
                  <a:lnTo>
                    <a:pt x="99497" y="262366"/>
                  </a:lnTo>
                  <a:lnTo>
                    <a:pt x="62236" y="277129"/>
                  </a:lnTo>
                  <a:lnTo>
                    <a:pt x="39624" y="27908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3474" y="2626709"/>
              <a:ext cx="178403" cy="20593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4833" y="2626709"/>
              <a:ext cx="399478" cy="20593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344031" y="2548985"/>
              <a:ext cx="187960" cy="283845"/>
            </a:xfrm>
            <a:custGeom>
              <a:avLst/>
              <a:gdLst/>
              <a:ahLst/>
              <a:cxnLst/>
              <a:rect l="l" t="t" r="r" b="b"/>
              <a:pathLst>
                <a:path w="187959" h="283844">
                  <a:moveTo>
                    <a:pt x="79248" y="283654"/>
                  </a:moveTo>
                  <a:lnTo>
                    <a:pt x="68079" y="283368"/>
                  </a:lnTo>
                  <a:lnTo>
                    <a:pt x="57340" y="282511"/>
                  </a:lnTo>
                  <a:lnTo>
                    <a:pt x="46886" y="281082"/>
                  </a:lnTo>
                  <a:lnTo>
                    <a:pt x="36576" y="279082"/>
                  </a:lnTo>
                  <a:lnTo>
                    <a:pt x="26598" y="277415"/>
                  </a:lnTo>
                  <a:lnTo>
                    <a:pt x="17335" y="274891"/>
                  </a:lnTo>
                  <a:lnTo>
                    <a:pt x="8929" y="271795"/>
                  </a:lnTo>
                  <a:lnTo>
                    <a:pt x="1524" y="268414"/>
                  </a:lnTo>
                  <a:lnTo>
                    <a:pt x="1524" y="207454"/>
                  </a:lnTo>
                  <a:lnTo>
                    <a:pt x="9786" y="213764"/>
                  </a:lnTo>
                  <a:lnTo>
                    <a:pt x="18478" y="219074"/>
                  </a:lnTo>
                  <a:lnTo>
                    <a:pt x="56959" y="232790"/>
                  </a:lnTo>
                  <a:lnTo>
                    <a:pt x="76200" y="234886"/>
                  </a:lnTo>
                  <a:lnTo>
                    <a:pt x="83820" y="234886"/>
                  </a:lnTo>
                  <a:lnTo>
                    <a:pt x="91440" y="233362"/>
                  </a:lnTo>
                  <a:lnTo>
                    <a:pt x="97536" y="231838"/>
                  </a:lnTo>
                  <a:lnTo>
                    <a:pt x="102108" y="231838"/>
                  </a:lnTo>
                  <a:lnTo>
                    <a:pt x="123539" y="210502"/>
                  </a:lnTo>
                  <a:lnTo>
                    <a:pt x="123539" y="201358"/>
                  </a:lnTo>
                  <a:lnTo>
                    <a:pt x="122015" y="196786"/>
                  </a:lnTo>
                  <a:lnTo>
                    <a:pt x="118967" y="192119"/>
                  </a:lnTo>
                  <a:lnTo>
                    <a:pt x="111347" y="184499"/>
                  </a:lnTo>
                  <a:lnTo>
                    <a:pt x="105251" y="181451"/>
                  </a:lnTo>
                  <a:lnTo>
                    <a:pt x="100584" y="176879"/>
                  </a:lnTo>
                  <a:lnTo>
                    <a:pt x="94488" y="173831"/>
                  </a:lnTo>
                  <a:lnTo>
                    <a:pt x="79248" y="167735"/>
                  </a:lnTo>
                  <a:lnTo>
                    <a:pt x="71628" y="163163"/>
                  </a:lnTo>
                  <a:lnTo>
                    <a:pt x="35623" y="145256"/>
                  </a:lnTo>
                  <a:lnTo>
                    <a:pt x="8358" y="117513"/>
                  </a:lnTo>
                  <a:lnTo>
                    <a:pt x="0" y="80771"/>
                  </a:lnTo>
                  <a:lnTo>
                    <a:pt x="571" y="70770"/>
                  </a:lnTo>
                  <a:lnTo>
                    <a:pt x="18288" y="30098"/>
                  </a:lnTo>
                  <a:lnTo>
                    <a:pt x="56435" y="7143"/>
                  </a:lnTo>
                  <a:lnTo>
                    <a:pt x="97076" y="285"/>
                  </a:lnTo>
                  <a:lnTo>
                    <a:pt x="108299" y="0"/>
                  </a:lnTo>
                  <a:lnTo>
                    <a:pt x="127730" y="190"/>
                  </a:lnTo>
                  <a:lnTo>
                    <a:pt x="168449" y="7739"/>
                  </a:lnTo>
                  <a:lnTo>
                    <a:pt x="175355" y="10667"/>
                  </a:lnTo>
                  <a:lnTo>
                    <a:pt x="175355" y="67055"/>
                  </a:lnTo>
                  <a:lnTo>
                    <a:pt x="166211" y="60959"/>
                  </a:lnTo>
                  <a:lnTo>
                    <a:pt x="161639" y="59435"/>
                  </a:lnTo>
                  <a:lnTo>
                    <a:pt x="155543" y="56387"/>
                  </a:lnTo>
                  <a:lnTo>
                    <a:pt x="149447" y="54863"/>
                  </a:lnTo>
                  <a:lnTo>
                    <a:pt x="144875" y="53339"/>
                  </a:lnTo>
                  <a:lnTo>
                    <a:pt x="126587" y="48767"/>
                  </a:lnTo>
                  <a:lnTo>
                    <a:pt x="97536" y="48767"/>
                  </a:lnTo>
                  <a:lnTo>
                    <a:pt x="91440" y="50291"/>
                  </a:lnTo>
                  <a:lnTo>
                    <a:pt x="86868" y="51815"/>
                  </a:lnTo>
                  <a:lnTo>
                    <a:pt x="80772" y="53339"/>
                  </a:lnTo>
                  <a:lnTo>
                    <a:pt x="77724" y="56387"/>
                  </a:lnTo>
                  <a:lnTo>
                    <a:pt x="73152" y="57911"/>
                  </a:lnTo>
                  <a:lnTo>
                    <a:pt x="70104" y="60959"/>
                  </a:lnTo>
                  <a:lnTo>
                    <a:pt x="68580" y="64007"/>
                  </a:lnTo>
                  <a:lnTo>
                    <a:pt x="65532" y="68579"/>
                  </a:lnTo>
                  <a:lnTo>
                    <a:pt x="65532" y="85343"/>
                  </a:lnTo>
                  <a:lnTo>
                    <a:pt x="71628" y="91439"/>
                  </a:lnTo>
                  <a:lnTo>
                    <a:pt x="74676" y="96107"/>
                  </a:lnTo>
                  <a:lnTo>
                    <a:pt x="88392" y="105251"/>
                  </a:lnTo>
                  <a:lnTo>
                    <a:pt x="94488" y="108299"/>
                  </a:lnTo>
                  <a:lnTo>
                    <a:pt x="102108" y="111347"/>
                  </a:lnTo>
                  <a:lnTo>
                    <a:pt x="108299" y="114395"/>
                  </a:lnTo>
                  <a:lnTo>
                    <a:pt x="146399" y="132683"/>
                  </a:lnTo>
                  <a:lnTo>
                    <a:pt x="152971" y="136374"/>
                  </a:lnTo>
                  <a:lnTo>
                    <a:pt x="180403" y="165949"/>
                  </a:lnTo>
                  <a:lnTo>
                    <a:pt x="187547" y="201358"/>
                  </a:lnTo>
                  <a:lnTo>
                    <a:pt x="186999" y="212240"/>
                  </a:lnTo>
                  <a:lnTo>
                    <a:pt x="169449" y="254126"/>
                  </a:lnTo>
                  <a:lnTo>
                    <a:pt x="130468" y="276510"/>
                  </a:lnTo>
                  <a:lnTo>
                    <a:pt x="90407" y="283368"/>
                  </a:lnTo>
                  <a:lnTo>
                    <a:pt x="79248" y="28365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9010" y="2626709"/>
              <a:ext cx="160115" cy="20593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58844" y="2628233"/>
              <a:ext cx="128111" cy="19983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911340" y="2538317"/>
              <a:ext cx="68580" cy="290195"/>
            </a:xfrm>
            <a:custGeom>
              <a:avLst/>
              <a:gdLst/>
              <a:ahLst/>
              <a:cxnLst/>
              <a:rect l="l" t="t" r="r" b="b"/>
              <a:pathLst>
                <a:path w="68579" h="290194">
                  <a:moveTo>
                    <a:pt x="35052" y="62484"/>
                  </a:moveTo>
                  <a:lnTo>
                    <a:pt x="0" y="39624"/>
                  </a:lnTo>
                  <a:lnTo>
                    <a:pt x="0" y="21336"/>
                  </a:lnTo>
                  <a:lnTo>
                    <a:pt x="35052" y="0"/>
                  </a:lnTo>
                  <a:lnTo>
                    <a:pt x="41862" y="571"/>
                  </a:lnTo>
                  <a:lnTo>
                    <a:pt x="68580" y="21336"/>
                  </a:lnTo>
                  <a:lnTo>
                    <a:pt x="68580" y="39624"/>
                  </a:lnTo>
                  <a:lnTo>
                    <a:pt x="35052" y="62484"/>
                  </a:lnTo>
                  <a:close/>
                </a:path>
                <a:path w="68579" h="290194">
                  <a:moveTo>
                    <a:pt x="64008" y="289750"/>
                  </a:moveTo>
                  <a:lnTo>
                    <a:pt x="4572" y="289750"/>
                  </a:lnTo>
                  <a:lnTo>
                    <a:pt x="4572" y="92964"/>
                  </a:lnTo>
                  <a:lnTo>
                    <a:pt x="64008" y="92964"/>
                  </a:lnTo>
                  <a:lnTo>
                    <a:pt x="64008" y="28975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/>
          <p:nvPr/>
        </p:nvSpPr>
        <p:spPr>
          <a:xfrm>
            <a:off x="7025729" y="2571851"/>
            <a:ext cx="361950" cy="346710"/>
          </a:xfrm>
          <a:custGeom>
            <a:avLst/>
            <a:gdLst/>
            <a:ahLst/>
            <a:cxnLst/>
            <a:rect l="l" t="t" r="r" b="b"/>
            <a:pathLst>
              <a:path w="361950" h="346710">
                <a:moveTo>
                  <a:pt x="204317" y="152488"/>
                </a:moveTo>
                <a:lnTo>
                  <a:pt x="202907" y="131013"/>
                </a:lnTo>
                <a:lnTo>
                  <a:pt x="198793" y="112102"/>
                </a:lnTo>
                <a:lnTo>
                  <a:pt x="194183" y="100672"/>
                </a:lnTo>
                <a:lnTo>
                  <a:pt x="192100" y="95491"/>
                </a:lnTo>
                <a:lnTo>
                  <a:pt x="158026" y="61544"/>
                </a:lnTo>
                <a:lnTo>
                  <a:pt x="141833" y="56502"/>
                </a:lnTo>
                <a:lnTo>
                  <a:pt x="141833" y="152488"/>
                </a:lnTo>
                <a:lnTo>
                  <a:pt x="141236" y="166509"/>
                </a:lnTo>
                <a:lnTo>
                  <a:pt x="124853" y="205193"/>
                </a:lnTo>
                <a:lnTo>
                  <a:pt x="99060" y="213550"/>
                </a:lnTo>
                <a:lnTo>
                  <a:pt x="90462" y="212928"/>
                </a:lnTo>
                <a:lnTo>
                  <a:pt x="62484" y="186296"/>
                </a:lnTo>
                <a:lnTo>
                  <a:pt x="59436" y="167728"/>
                </a:lnTo>
                <a:lnTo>
                  <a:pt x="59436" y="152488"/>
                </a:lnTo>
                <a:lnTo>
                  <a:pt x="71628" y="115912"/>
                </a:lnTo>
                <a:lnTo>
                  <a:pt x="102108" y="100672"/>
                </a:lnTo>
                <a:lnTo>
                  <a:pt x="119926" y="104063"/>
                </a:lnTo>
                <a:lnTo>
                  <a:pt x="132295" y="114007"/>
                </a:lnTo>
                <a:lnTo>
                  <a:pt x="139496" y="130251"/>
                </a:lnTo>
                <a:lnTo>
                  <a:pt x="141833" y="152488"/>
                </a:lnTo>
                <a:lnTo>
                  <a:pt x="141833" y="56502"/>
                </a:lnTo>
                <a:lnTo>
                  <a:pt x="88595" y="63639"/>
                </a:lnTo>
                <a:lnTo>
                  <a:pt x="62484" y="88480"/>
                </a:lnTo>
                <a:lnTo>
                  <a:pt x="60960" y="88480"/>
                </a:lnTo>
                <a:lnTo>
                  <a:pt x="60960" y="59436"/>
                </a:lnTo>
                <a:lnTo>
                  <a:pt x="0" y="59436"/>
                </a:lnTo>
                <a:lnTo>
                  <a:pt x="0" y="346240"/>
                </a:lnTo>
                <a:lnTo>
                  <a:pt x="60960" y="346240"/>
                </a:lnTo>
                <a:lnTo>
                  <a:pt x="60960" y="233362"/>
                </a:lnTo>
                <a:lnTo>
                  <a:pt x="62484" y="233362"/>
                </a:lnTo>
                <a:lnTo>
                  <a:pt x="72529" y="245364"/>
                </a:lnTo>
                <a:lnTo>
                  <a:pt x="84594" y="253936"/>
                </a:lnTo>
                <a:lnTo>
                  <a:pt x="98958" y="259080"/>
                </a:lnTo>
                <a:lnTo>
                  <a:pt x="115925" y="260794"/>
                </a:lnTo>
                <a:lnTo>
                  <a:pt x="134708" y="258813"/>
                </a:lnTo>
                <a:lnTo>
                  <a:pt x="151930" y="252984"/>
                </a:lnTo>
                <a:lnTo>
                  <a:pt x="167144" y="243433"/>
                </a:lnTo>
                <a:lnTo>
                  <a:pt x="176961" y="233362"/>
                </a:lnTo>
                <a:lnTo>
                  <a:pt x="179933" y="230314"/>
                </a:lnTo>
                <a:lnTo>
                  <a:pt x="190804" y="214312"/>
                </a:lnTo>
                <a:lnTo>
                  <a:pt x="191122" y="213550"/>
                </a:lnTo>
                <a:lnTo>
                  <a:pt x="198412" y="196011"/>
                </a:lnTo>
                <a:lnTo>
                  <a:pt x="202857" y="175412"/>
                </a:lnTo>
                <a:lnTo>
                  <a:pt x="204317" y="152488"/>
                </a:lnTo>
                <a:close/>
              </a:path>
              <a:path w="361950" h="346710">
                <a:moveTo>
                  <a:pt x="361378" y="59436"/>
                </a:moveTo>
                <a:lnTo>
                  <a:pt x="317182" y="59436"/>
                </a:lnTo>
                <a:lnTo>
                  <a:pt x="317182" y="0"/>
                </a:lnTo>
                <a:lnTo>
                  <a:pt x="257746" y="16764"/>
                </a:lnTo>
                <a:lnTo>
                  <a:pt x="257746" y="59436"/>
                </a:lnTo>
                <a:lnTo>
                  <a:pt x="225640" y="59436"/>
                </a:lnTo>
                <a:lnTo>
                  <a:pt x="225640" y="103720"/>
                </a:lnTo>
                <a:lnTo>
                  <a:pt x="257746" y="103720"/>
                </a:lnTo>
                <a:lnTo>
                  <a:pt x="257746" y="193738"/>
                </a:lnTo>
                <a:lnTo>
                  <a:pt x="261747" y="222859"/>
                </a:lnTo>
                <a:lnTo>
                  <a:pt x="273748" y="243840"/>
                </a:lnTo>
                <a:lnTo>
                  <a:pt x="293751" y="256527"/>
                </a:lnTo>
                <a:lnTo>
                  <a:pt x="321754" y="260794"/>
                </a:lnTo>
                <a:lnTo>
                  <a:pt x="334378" y="260248"/>
                </a:lnTo>
                <a:lnTo>
                  <a:pt x="344995" y="258699"/>
                </a:lnTo>
                <a:lnTo>
                  <a:pt x="353898" y="256298"/>
                </a:lnTo>
                <a:lnTo>
                  <a:pt x="361378" y="253174"/>
                </a:lnTo>
                <a:lnTo>
                  <a:pt x="361378" y="208978"/>
                </a:lnTo>
                <a:lnTo>
                  <a:pt x="355282" y="212026"/>
                </a:lnTo>
                <a:lnTo>
                  <a:pt x="347662" y="213550"/>
                </a:lnTo>
                <a:lnTo>
                  <a:pt x="341566" y="213550"/>
                </a:lnTo>
                <a:lnTo>
                  <a:pt x="331330" y="211785"/>
                </a:lnTo>
                <a:lnTo>
                  <a:pt x="323659" y="206311"/>
                </a:lnTo>
                <a:lnTo>
                  <a:pt x="318846" y="196837"/>
                </a:lnTo>
                <a:lnTo>
                  <a:pt x="317182" y="183070"/>
                </a:lnTo>
                <a:lnTo>
                  <a:pt x="317182" y="103720"/>
                </a:lnTo>
                <a:lnTo>
                  <a:pt x="361378" y="103720"/>
                </a:lnTo>
                <a:lnTo>
                  <a:pt x="361378" y="5943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736877" y="3067621"/>
            <a:ext cx="1554480" cy="381635"/>
          </a:xfrm>
          <a:custGeom>
            <a:avLst/>
            <a:gdLst/>
            <a:ahLst/>
            <a:cxnLst/>
            <a:rect l="l" t="t" r="r" b="b"/>
            <a:pathLst>
              <a:path w="1554479" h="381635">
                <a:moveTo>
                  <a:pt x="77724" y="60972"/>
                </a:moveTo>
                <a:lnTo>
                  <a:pt x="68605" y="48679"/>
                </a:lnTo>
                <a:lnTo>
                  <a:pt x="59626" y="36969"/>
                </a:lnTo>
                <a:lnTo>
                  <a:pt x="42672" y="15252"/>
                </a:lnTo>
                <a:lnTo>
                  <a:pt x="19812" y="30492"/>
                </a:lnTo>
                <a:lnTo>
                  <a:pt x="28689" y="41300"/>
                </a:lnTo>
                <a:lnTo>
                  <a:pt x="37147" y="52971"/>
                </a:lnTo>
                <a:lnTo>
                  <a:pt x="45313" y="65201"/>
                </a:lnTo>
                <a:lnTo>
                  <a:pt x="53340" y="77736"/>
                </a:lnTo>
                <a:lnTo>
                  <a:pt x="77724" y="60972"/>
                </a:lnTo>
                <a:close/>
              </a:path>
              <a:path w="1554479" h="381635">
                <a:moveTo>
                  <a:pt x="189064" y="221183"/>
                </a:moveTo>
                <a:lnTo>
                  <a:pt x="160108" y="221183"/>
                </a:lnTo>
                <a:lnTo>
                  <a:pt x="160108" y="245567"/>
                </a:lnTo>
                <a:lnTo>
                  <a:pt x="152400" y="260756"/>
                </a:lnTo>
                <a:lnTo>
                  <a:pt x="142963" y="274523"/>
                </a:lnTo>
                <a:lnTo>
                  <a:pt x="131787" y="287134"/>
                </a:lnTo>
                <a:lnTo>
                  <a:pt x="118872" y="298907"/>
                </a:lnTo>
                <a:lnTo>
                  <a:pt x="105156" y="292277"/>
                </a:lnTo>
                <a:lnTo>
                  <a:pt x="77724" y="279615"/>
                </a:lnTo>
                <a:lnTo>
                  <a:pt x="64008" y="272999"/>
                </a:lnTo>
                <a:lnTo>
                  <a:pt x="68338" y="266992"/>
                </a:lnTo>
                <a:lnTo>
                  <a:pt x="72390" y="260426"/>
                </a:lnTo>
                <a:lnTo>
                  <a:pt x="76441" y="253276"/>
                </a:lnTo>
                <a:lnTo>
                  <a:pt x="80772" y="245567"/>
                </a:lnTo>
                <a:lnTo>
                  <a:pt x="160108" y="245567"/>
                </a:lnTo>
                <a:lnTo>
                  <a:pt x="160108" y="221183"/>
                </a:lnTo>
                <a:lnTo>
                  <a:pt x="96012" y="221183"/>
                </a:lnTo>
                <a:lnTo>
                  <a:pt x="100584" y="213563"/>
                </a:lnTo>
                <a:lnTo>
                  <a:pt x="103632" y="207467"/>
                </a:lnTo>
                <a:lnTo>
                  <a:pt x="108204" y="199847"/>
                </a:lnTo>
                <a:lnTo>
                  <a:pt x="80772" y="190601"/>
                </a:lnTo>
                <a:lnTo>
                  <a:pt x="77076" y="198628"/>
                </a:lnTo>
                <a:lnTo>
                  <a:pt x="72961" y="206502"/>
                </a:lnTo>
                <a:lnTo>
                  <a:pt x="68554" y="214058"/>
                </a:lnTo>
                <a:lnTo>
                  <a:pt x="64008" y="221183"/>
                </a:lnTo>
                <a:lnTo>
                  <a:pt x="6096" y="221183"/>
                </a:lnTo>
                <a:lnTo>
                  <a:pt x="6096" y="245567"/>
                </a:lnTo>
                <a:lnTo>
                  <a:pt x="50292" y="245567"/>
                </a:lnTo>
                <a:lnTo>
                  <a:pt x="44335" y="255562"/>
                </a:lnTo>
                <a:lnTo>
                  <a:pt x="38100" y="264998"/>
                </a:lnTo>
                <a:lnTo>
                  <a:pt x="31864" y="273850"/>
                </a:lnTo>
                <a:lnTo>
                  <a:pt x="25908" y="282143"/>
                </a:lnTo>
                <a:lnTo>
                  <a:pt x="61341" y="299707"/>
                </a:lnTo>
                <a:lnTo>
                  <a:pt x="78193" y="308368"/>
                </a:lnTo>
                <a:lnTo>
                  <a:pt x="94488" y="317284"/>
                </a:lnTo>
                <a:lnTo>
                  <a:pt x="74155" y="328142"/>
                </a:lnTo>
                <a:lnTo>
                  <a:pt x="51816" y="337858"/>
                </a:lnTo>
                <a:lnTo>
                  <a:pt x="27190" y="346430"/>
                </a:lnTo>
                <a:lnTo>
                  <a:pt x="0" y="353860"/>
                </a:lnTo>
                <a:lnTo>
                  <a:pt x="3429" y="360692"/>
                </a:lnTo>
                <a:lnTo>
                  <a:pt x="6858" y="367385"/>
                </a:lnTo>
                <a:lnTo>
                  <a:pt x="10287" y="373786"/>
                </a:lnTo>
                <a:lnTo>
                  <a:pt x="13716" y="379768"/>
                </a:lnTo>
                <a:lnTo>
                  <a:pt x="45199" y="370001"/>
                </a:lnTo>
                <a:lnTo>
                  <a:pt x="73533" y="358813"/>
                </a:lnTo>
                <a:lnTo>
                  <a:pt x="99009" y="345909"/>
                </a:lnTo>
                <a:lnTo>
                  <a:pt x="121920" y="331000"/>
                </a:lnTo>
                <a:lnTo>
                  <a:pt x="135191" y="337858"/>
                </a:lnTo>
                <a:lnTo>
                  <a:pt x="147726" y="344716"/>
                </a:lnTo>
                <a:lnTo>
                  <a:pt x="172300" y="358432"/>
                </a:lnTo>
                <a:lnTo>
                  <a:pt x="189064" y="331000"/>
                </a:lnTo>
                <a:lnTo>
                  <a:pt x="177901" y="326402"/>
                </a:lnTo>
                <a:lnTo>
                  <a:pt x="167157" y="321665"/>
                </a:lnTo>
                <a:lnTo>
                  <a:pt x="156705" y="316636"/>
                </a:lnTo>
                <a:lnTo>
                  <a:pt x="146392" y="311188"/>
                </a:lnTo>
                <a:lnTo>
                  <a:pt x="158153" y="298907"/>
                </a:lnTo>
                <a:lnTo>
                  <a:pt x="160134" y="296824"/>
                </a:lnTo>
                <a:lnTo>
                  <a:pt x="171729" y="281190"/>
                </a:lnTo>
                <a:lnTo>
                  <a:pt x="181330" y="264160"/>
                </a:lnTo>
                <a:lnTo>
                  <a:pt x="189064" y="245567"/>
                </a:lnTo>
                <a:lnTo>
                  <a:pt x="189064" y="221183"/>
                </a:lnTo>
                <a:close/>
              </a:path>
              <a:path w="1554479" h="381635">
                <a:moveTo>
                  <a:pt x="199732" y="89928"/>
                </a:moveTo>
                <a:lnTo>
                  <a:pt x="126492" y="89928"/>
                </a:lnTo>
                <a:lnTo>
                  <a:pt x="126492" y="3060"/>
                </a:lnTo>
                <a:lnTo>
                  <a:pt x="99060" y="3060"/>
                </a:lnTo>
                <a:lnTo>
                  <a:pt x="99060" y="89928"/>
                </a:lnTo>
                <a:lnTo>
                  <a:pt x="10668" y="89928"/>
                </a:lnTo>
                <a:lnTo>
                  <a:pt x="10668" y="114401"/>
                </a:lnTo>
                <a:lnTo>
                  <a:pt x="89916" y="114401"/>
                </a:lnTo>
                <a:lnTo>
                  <a:pt x="69037" y="132765"/>
                </a:lnTo>
                <a:lnTo>
                  <a:pt x="47434" y="149263"/>
                </a:lnTo>
                <a:lnTo>
                  <a:pt x="24980" y="164338"/>
                </a:lnTo>
                <a:lnTo>
                  <a:pt x="1524" y="178409"/>
                </a:lnTo>
                <a:lnTo>
                  <a:pt x="5829" y="184124"/>
                </a:lnTo>
                <a:lnTo>
                  <a:pt x="9715" y="189852"/>
                </a:lnTo>
                <a:lnTo>
                  <a:pt x="13309" y="195592"/>
                </a:lnTo>
                <a:lnTo>
                  <a:pt x="16764" y="201371"/>
                </a:lnTo>
                <a:lnTo>
                  <a:pt x="39700" y="187020"/>
                </a:lnTo>
                <a:lnTo>
                  <a:pt x="60769" y="171564"/>
                </a:lnTo>
                <a:lnTo>
                  <a:pt x="80416" y="154978"/>
                </a:lnTo>
                <a:lnTo>
                  <a:pt x="99060" y="137261"/>
                </a:lnTo>
                <a:lnTo>
                  <a:pt x="99060" y="190601"/>
                </a:lnTo>
                <a:lnTo>
                  <a:pt x="126492" y="190601"/>
                </a:lnTo>
                <a:lnTo>
                  <a:pt x="126492" y="147929"/>
                </a:lnTo>
                <a:lnTo>
                  <a:pt x="141947" y="159981"/>
                </a:lnTo>
                <a:lnTo>
                  <a:pt x="156108" y="171170"/>
                </a:lnTo>
                <a:lnTo>
                  <a:pt x="168808" y="181787"/>
                </a:lnTo>
                <a:lnTo>
                  <a:pt x="179920" y="192125"/>
                </a:lnTo>
                <a:lnTo>
                  <a:pt x="198208" y="170789"/>
                </a:lnTo>
                <a:lnTo>
                  <a:pt x="155346" y="137363"/>
                </a:lnTo>
                <a:lnTo>
                  <a:pt x="138772" y="125069"/>
                </a:lnTo>
                <a:lnTo>
                  <a:pt x="126492" y="137261"/>
                </a:lnTo>
                <a:lnTo>
                  <a:pt x="126492" y="114401"/>
                </a:lnTo>
                <a:lnTo>
                  <a:pt x="199732" y="114401"/>
                </a:lnTo>
                <a:lnTo>
                  <a:pt x="199732" y="89928"/>
                </a:lnTo>
                <a:close/>
              </a:path>
              <a:path w="1554479" h="381635">
                <a:moveTo>
                  <a:pt x="205828" y="28968"/>
                </a:moveTo>
                <a:lnTo>
                  <a:pt x="182968" y="13728"/>
                </a:lnTo>
                <a:lnTo>
                  <a:pt x="173570" y="27152"/>
                </a:lnTo>
                <a:lnTo>
                  <a:pt x="163728" y="40017"/>
                </a:lnTo>
                <a:lnTo>
                  <a:pt x="153619" y="52298"/>
                </a:lnTo>
                <a:lnTo>
                  <a:pt x="143344" y="64020"/>
                </a:lnTo>
                <a:lnTo>
                  <a:pt x="149682" y="68326"/>
                </a:lnTo>
                <a:lnTo>
                  <a:pt x="155155" y="72212"/>
                </a:lnTo>
                <a:lnTo>
                  <a:pt x="160070" y="75806"/>
                </a:lnTo>
                <a:lnTo>
                  <a:pt x="164680" y="79260"/>
                </a:lnTo>
                <a:lnTo>
                  <a:pt x="174967" y="67538"/>
                </a:lnTo>
                <a:lnTo>
                  <a:pt x="185254" y="55257"/>
                </a:lnTo>
                <a:lnTo>
                  <a:pt x="195541" y="42392"/>
                </a:lnTo>
                <a:lnTo>
                  <a:pt x="205828" y="28968"/>
                </a:lnTo>
                <a:close/>
              </a:path>
              <a:path w="1554479" h="381635">
                <a:moveTo>
                  <a:pt x="387286" y="347764"/>
                </a:moveTo>
                <a:lnTo>
                  <a:pt x="343662" y="316890"/>
                </a:lnTo>
                <a:lnTo>
                  <a:pt x="308038" y="279095"/>
                </a:lnTo>
                <a:lnTo>
                  <a:pt x="323011" y="248615"/>
                </a:lnTo>
                <a:lnTo>
                  <a:pt x="325729" y="243065"/>
                </a:lnTo>
                <a:lnTo>
                  <a:pt x="339839" y="201371"/>
                </a:lnTo>
                <a:lnTo>
                  <a:pt x="350253" y="153847"/>
                </a:lnTo>
                <a:lnTo>
                  <a:pt x="356806" y="100685"/>
                </a:lnTo>
                <a:lnTo>
                  <a:pt x="381190" y="100685"/>
                </a:lnTo>
                <a:lnTo>
                  <a:pt x="381190" y="74688"/>
                </a:lnTo>
                <a:lnTo>
                  <a:pt x="326326" y="74688"/>
                </a:lnTo>
                <a:lnTo>
                  <a:pt x="326326" y="100685"/>
                </a:lnTo>
                <a:lnTo>
                  <a:pt x="321475" y="144373"/>
                </a:lnTo>
                <a:lnTo>
                  <a:pt x="313753" y="183794"/>
                </a:lnTo>
                <a:lnTo>
                  <a:pt x="303187" y="218643"/>
                </a:lnTo>
                <a:lnTo>
                  <a:pt x="289750" y="248615"/>
                </a:lnTo>
                <a:lnTo>
                  <a:pt x="275386" y="218351"/>
                </a:lnTo>
                <a:lnTo>
                  <a:pt x="264325" y="184937"/>
                </a:lnTo>
                <a:lnTo>
                  <a:pt x="257606" y="154025"/>
                </a:lnTo>
                <a:lnTo>
                  <a:pt x="256438" y="148653"/>
                </a:lnTo>
                <a:lnTo>
                  <a:pt x="251548" y="109829"/>
                </a:lnTo>
                <a:lnTo>
                  <a:pt x="254609" y="103733"/>
                </a:lnTo>
                <a:lnTo>
                  <a:pt x="254609" y="100685"/>
                </a:lnTo>
                <a:lnTo>
                  <a:pt x="326326" y="100685"/>
                </a:lnTo>
                <a:lnTo>
                  <a:pt x="326326" y="74688"/>
                </a:lnTo>
                <a:lnTo>
                  <a:pt x="263753" y="74688"/>
                </a:lnTo>
                <a:lnTo>
                  <a:pt x="269214" y="58153"/>
                </a:lnTo>
                <a:lnTo>
                  <a:pt x="274269" y="40779"/>
                </a:lnTo>
                <a:lnTo>
                  <a:pt x="279044" y="22821"/>
                </a:lnTo>
                <a:lnTo>
                  <a:pt x="283654" y="4584"/>
                </a:lnTo>
                <a:lnTo>
                  <a:pt x="253085" y="0"/>
                </a:lnTo>
                <a:lnTo>
                  <a:pt x="243357" y="44030"/>
                </a:lnTo>
                <a:lnTo>
                  <a:pt x="230212" y="84632"/>
                </a:lnTo>
                <a:lnTo>
                  <a:pt x="213639" y="121818"/>
                </a:lnTo>
                <a:lnTo>
                  <a:pt x="193636" y="155549"/>
                </a:lnTo>
                <a:lnTo>
                  <a:pt x="199072" y="162140"/>
                </a:lnTo>
                <a:lnTo>
                  <a:pt x="203923" y="168313"/>
                </a:lnTo>
                <a:lnTo>
                  <a:pt x="208216" y="174193"/>
                </a:lnTo>
                <a:lnTo>
                  <a:pt x="211924" y="179933"/>
                </a:lnTo>
                <a:lnTo>
                  <a:pt x="216484" y="173951"/>
                </a:lnTo>
                <a:lnTo>
                  <a:pt x="220878" y="167551"/>
                </a:lnTo>
                <a:lnTo>
                  <a:pt x="225005" y="160858"/>
                </a:lnTo>
                <a:lnTo>
                  <a:pt x="228688" y="154025"/>
                </a:lnTo>
                <a:lnTo>
                  <a:pt x="235546" y="188366"/>
                </a:lnTo>
                <a:lnTo>
                  <a:pt x="244690" y="220408"/>
                </a:lnTo>
                <a:lnTo>
                  <a:pt x="256133" y="250126"/>
                </a:lnTo>
                <a:lnTo>
                  <a:pt x="269849" y="277571"/>
                </a:lnTo>
                <a:lnTo>
                  <a:pt x="252412" y="299643"/>
                </a:lnTo>
                <a:lnTo>
                  <a:pt x="232117" y="320128"/>
                </a:lnTo>
                <a:lnTo>
                  <a:pt x="208978" y="339166"/>
                </a:lnTo>
                <a:lnTo>
                  <a:pt x="182968" y="356908"/>
                </a:lnTo>
                <a:lnTo>
                  <a:pt x="189522" y="363499"/>
                </a:lnTo>
                <a:lnTo>
                  <a:pt x="195351" y="369671"/>
                </a:lnTo>
                <a:lnTo>
                  <a:pt x="200329" y="375551"/>
                </a:lnTo>
                <a:lnTo>
                  <a:pt x="204304" y="381292"/>
                </a:lnTo>
                <a:lnTo>
                  <a:pt x="228333" y="364693"/>
                </a:lnTo>
                <a:lnTo>
                  <a:pt x="250228" y="346811"/>
                </a:lnTo>
                <a:lnTo>
                  <a:pt x="270141" y="327494"/>
                </a:lnTo>
                <a:lnTo>
                  <a:pt x="288226" y="306616"/>
                </a:lnTo>
                <a:lnTo>
                  <a:pt x="305092" y="326377"/>
                </a:lnTo>
                <a:lnTo>
                  <a:pt x="323659" y="344716"/>
                </a:lnTo>
                <a:lnTo>
                  <a:pt x="343954" y="361911"/>
                </a:lnTo>
                <a:lnTo>
                  <a:pt x="365950" y="378244"/>
                </a:lnTo>
                <a:lnTo>
                  <a:pt x="370789" y="371119"/>
                </a:lnTo>
                <a:lnTo>
                  <a:pt x="376047" y="363575"/>
                </a:lnTo>
                <a:lnTo>
                  <a:pt x="381596" y="355739"/>
                </a:lnTo>
                <a:lnTo>
                  <a:pt x="387286" y="347764"/>
                </a:lnTo>
                <a:close/>
              </a:path>
              <a:path w="1554479" h="381635">
                <a:moveTo>
                  <a:pt x="516915" y="74676"/>
                </a:moveTo>
                <a:lnTo>
                  <a:pt x="475767" y="74676"/>
                </a:lnTo>
                <a:lnTo>
                  <a:pt x="475767" y="1524"/>
                </a:lnTo>
                <a:lnTo>
                  <a:pt x="446811" y="1524"/>
                </a:lnTo>
                <a:lnTo>
                  <a:pt x="446811" y="74676"/>
                </a:lnTo>
                <a:lnTo>
                  <a:pt x="399478" y="74676"/>
                </a:lnTo>
                <a:lnTo>
                  <a:pt x="399478" y="102209"/>
                </a:lnTo>
                <a:lnTo>
                  <a:pt x="446811" y="102209"/>
                </a:lnTo>
                <a:lnTo>
                  <a:pt x="446811" y="189077"/>
                </a:lnTo>
                <a:lnTo>
                  <a:pt x="434225" y="193408"/>
                </a:lnTo>
                <a:lnTo>
                  <a:pt x="421474" y="197319"/>
                </a:lnTo>
                <a:lnTo>
                  <a:pt x="408419" y="200939"/>
                </a:lnTo>
                <a:lnTo>
                  <a:pt x="394906" y="204406"/>
                </a:lnTo>
                <a:lnTo>
                  <a:pt x="397954" y="237934"/>
                </a:lnTo>
                <a:lnTo>
                  <a:pt x="409702" y="233387"/>
                </a:lnTo>
                <a:lnTo>
                  <a:pt x="421855" y="228981"/>
                </a:lnTo>
                <a:lnTo>
                  <a:pt x="434263" y="224866"/>
                </a:lnTo>
                <a:lnTo>
                  <a:pt x="446811" y="221170"/>
                </a:lnTo>
                <a:lnTo>
                  <a:pt x="446811" y="321856"/>
                </a:lnTo>
                <a:lnTo>
                  <a:pt x="445909" y="330098"/>
                </a:lnTo>
                <a:lnTo>
                  <a:pt x="443001" y="336334"/>
                </a:lnTo>
                <a:lnTo>
                  <a:pt x="437819" y="340283"/>
                </a:lnTo>
                <a:lnTo>
                  <a:pt x="430047" y="341668"/>
                </a:lnTo>
                <a:lnTo>
                  <a:pt x="423748" y="341401"/>
                </a:lnTo>
                <a:lnTo>
                  <a:pt x="416293" y="340715"/>
                </a:lnTo>
                <a:lnTo>
                  <a:pt x="397954" y="338620"/>
                </a:lnTo>
                <a:lnTo>
                  <a:pt x="402526" y="370624"/>
                </a:lnTo>
                <a:lnTo>
                  <a:pt x="437667" y="370624"/>
                </a:lnTo>
                <a:lnTo>
                  <a:pt x="454558" y="367792"/>
                </a:lnTo>
                <a:lnTo>
                  <a:pt x="466432" y="359384"/>
                </a:lnTo>
                <a:lnTo>
                  <a:pt x="473468" y="345554"/>
                </a:lnTo>
                <a:lnTo>
                  <a:pt x="473938" y="341668"/>
                </a:lnTo>
                <a:lnTo>
                  <a:pt x="475767" y="326428"/>
                </a:lnTo>
                <a:lnTo>
                  <a:pt x="475767" y="221170"/>
                </a:lnTo>
                <a:lnTo>
                  <a:pt x="475767" y="210502"/>
                </a:lnTo>
                <a:lnTo>
                  <a:pt x="484936" y="207962"/>
                </a:lnTo>
                <a:lnTo>
                  <a:pt x="494245" y="204978"/>
                </a:lnTo>
                <a:lnTo>
                  <a:pt x="513867" y="198310"/>
                </a:lnTo>
                <a:lnTo>
                  <a:pt x="512749" y="192024"/>
                </a:lnTo>
                <a:lnTo>
                  <a:pt x="511771" y="184899"/>
                </a:lnTo>
                <a:lnTo>
                  <a:pt x="511327" y="179933"/>
                </a:lnTo>
                <a:lnTo>
                  <a:pt x="511098" y="177406"/>
                </a:lnTo>
                <a:lnTo>
                  <a:pt x="510819" y="169265"/>
                </a:lnTo>
                <a:lnTo>
                  <a:pt x="502564" y="171792"/>
                </a:lnTo>
                <a:lnTo>
                  <a:pt x="493864" y="174599"/>
                </a:lnTo>
                <a:lnTo>
                  <a:pt x="484898" y="177406"/>
                </a:lnTo>
                <a:lnTo>
                  <a:pt x="475767" y="179933"/>
                </a:lnTo>
                <a:lnTo>
                  <a:pt x="475767" y="102209"/>
                </a:lnTo>
                <a:lnTo>
                  <a:pt x="516915" y="102209"/>
                </a:lnTo>
                <a:lnTo>
                  <a:pt x="516915" y="74676"/>
                </a:lnTo>
                <a:close/>
              </a:path>
              <a:path w="1554479" h="381635">
                <a:moveTo>
                  <a:pt x="773150" y="169265"/>
                </a:moveTo>
                <a:lnTo>
                  <a:pt x="672465" y="169265"/>
                </a:lnTo>
                <a:lnTo>
                  <a:pt x="672465" y="128117"/>
                </a:lnTo>
                <a:lnTo>
                  <a:pt x="645033" y="128117"/>
                </a:lnTo>
                <a:lnTo>
                  <a:pt x="645033" y="169265"/>
                </a:lnTo>
                <a:lnTo>
                  <a:pt x="556641" y="169265"/>
                </a:lnTo>
                <a:lnTo>
                  <a:pt x="556641" y="120497"/>
                </a:lnTo>
                <a:lnTo>
                  <a:pt x="725906" y="120497"/>
                </a:lnTo>
                <a:lnTo>
                  <a:pt x="725906" y="132689"/>
                </a:lnTo>
                <a:lnTo>
                  <a:pt x="754862" y="132689"/>
                </a:lnTo>
                <a:lnTo>
                  <a:pt x="754862" y="120497"/>
                </a:lnTo>
                <a:lnTo>
                  <a:pt x="754862" y="96113"/>
                </a:lnTo>
                <a:lnTo>
                  <a:pt x="754862" y="47244"/>
                </a:lnTo>
                <a:lnTo>
                  <a:pt x="754862" y="22860"/>
                </a:lnTo>
                <a:lnTo>
                  <a:pt x="725906" y="22860"/>
                </a:lnTo>
                <a:lnTo>
                  <a:pt x="725906" y="47244"/>
                </a:lnTo>
                <a:lnTo>
                  <a:pt x="725906" y="96113"/>
                </a:lnTo>
                <a:lnTo>
                  <a:pt x="556641" y="96113"/>
                </a:lnTo>
                <a:lnTo>
                  <a:pt x="556641" y="47244"/>
                </a:lnTo>
                <a:lnTo>
                  <a:pt x="725906" y="47244"/>
                </a:lnTo>
                <a:lnTo>
                  <a:pt x="725906" y="22860"/>
                </a:lnTo>
                <a:lnTo>
                  <a:pt x="529107" y="22860"/>
                </a:lnTo>
                <a:lnTo>
                  <a:pt x="529056" y="171792"/>
                </a:lnTo>
                <a:lnTo>
                  <a:pt x="525995" y="228346"/>
                </a:lnTo>
                <a:lnTo>
                  <a:pt x="516724" y="277596"/>
                </a:lnTo>
                <a:lnTo>
                  <a:pt x="501472" y="318833"/>
                </a:lnTo>
                <a:lnTo>
                  <a:pt x="480339" y="352336"/>
                </a:lnTo>
                <a:lnTo>
                  <a:pt x="486041" y="358292"/>
                </a:lnTo>
                <a:lnTo>
                  <a:pt x="491578" y="364528"/>
                </a:lnTo>
                <a:lnTo>
                  <a:pt x="496722" y="370624"/>
                </a:lnTo>
                <a:lnTo>
                  <a:pt x="501675" y="376720"/>
                </a:lnTo>
                <a:lnTo>
                  <a:pt x="523963" y="341299"/>
                </a:lnTo>
                <a:lnTo>
                  <a:pt x="540397" y="299123"/>
                </a:lnTo>
                <a:lnTo>
                  <a:pt x="550837" y="250367"/>
                </a:lnTo>
                <a:lnTo>
                  <a:pt x="555117" y="195173"/>
                </a:lnTo>
                <a:lnTo>
                  <a:pt x="645033" y="195173"/>
                </a:lnTo>
                <a:lnTo>
                  <a:pt x="645033" y="242506"/>
                </a:lnTo>
                <a:lnTo>
                  <a:pt x="565785" y="242506"/>
                </a:lnTo>
                <a:lnTo>
                  <a:pt x="565785" y="372148"/>
                </a:lnTo>
                <a:lnTo>
                  <a:pt x="593217" y="372148"/>
                </a:lnTo>
                <a:lnTo>
                  <a:pt x="593217" y="350812"/>
                </a:lnTo>
                <a:lnTo>
                  <a:pt x="724382" y="350812"/>
                </a:lnTo>
                <a:lnTo>
                  <a:pt x="724382" y="372148"/>
                </a:lnTo>
                <a:lnTo>
                  <a:pt x="751814" y="372148"/>
                </a:lnTo>
                <a:lnTo>
                  <a:pt x="751814" y="350812"/>
                </a:lnTo>
                <a:lnTo>
                  <a:pt x="751814" y="324904"/>
                </a:lnTo>
                <a:lnTo>
                  <a:pt x="751814" y="268427"/>
                </a:lnTo>
                <a:lnTo>
                  <a:pt x="751814" y="242506"/>
                </a:lnTo>
                <a:lnTo>
                  <a:pt x="724382" y="242506"/>
                </a:lnTo>
                <a:lnTo>
                  <a:pt x="724382" y="268427"/>
                </a:lnTo>
                <a:lnTo>
                  <a:pt x="724382" y="324904"/>
                </a:lnTo>
                <a:lnTo>
                  <a:pt x="593217" y="324904"/>
                </a:lnTo>
                <a:lnTo>
                  <a:pt x="593217" y="268427"/>
                </a:lnTo>
                <a:lnTo>
                  <a:pt x="724382" y="268427"/>
                </a:lnTo>
                <a:lnTo>
                  <a:pt x="724382" y="242506"/>
                </a:lnTo>
                <a:lnTo>
                  <a:pt x="672465" y="242506"/>
                </a:lnTo>
                <a:lnTo>
                  <a:pt x="672465" y="195173"/>
                </a:lnTo>
                <a:lnTo>
                  <a:pt x="773150" y="195173"/>
                </a:lnTo>
                <a:lnTo>
                  <a:pt x="773150" y="169265"/>
                </a:lnTo>
                <a:close/>
              </a:path>
              <a:path w="1554479" h="381635">
                <a:moveTo>
                  <a:pt x="921067" y="64008"/>
                </a:moveTo>
                <a:lnTo>
                  <a:pt x="907376" y="52031"/>
                </a:lnTo>
                <a:lnTo>
                  <a:pt x="891540" y="39052"/>
                </a:lnTo>
                <a:lnTo>
                  <a:pt x="873709" y="25222"/>
                </a:lnTo>
                <a:lnTo>
                  <a:pt x="854011" y="10668"/>
                </a:lnTo>
                <a:lnTo>
                  <a:pt x="835723" y="32004"/>
                </a:lnTo>
                <a:lnTo>
                  <a:pt x="855179" y="46583"/>
                </a:lnTo>
                <a:lnTo>
                  <a:pt x="872490" y="60579"/>
                </a:lnTo>
                <a:lnTo>
                  <a:pt x="887806" y="74015"/>
                </a:lnTo>
                <a:lnTo>
                  <a:pt x="901255" y="86868"/>
                </a:lnTo>
                <a:lnTo>
                  <a:pt x="921067" y="64008"/>
                </a:lnTo>
                <a:close/>
              </a:path>
              <a:path w="1554479" h="381635">
                <a:moveTo>
                  <a:pt x="1119378" y="32004"/>
                </a:moveTo>
                <a:lnTo>
                  <a:pt x="1097940" y="10668"/>
                </a:lnTo>
                <a:lnTo>
                  <a:pt x="1079080" y="26987"/>
                </a:lnTo>
                <a:lnTo>
                  <a:pt x="1061364" y="41719"/>
                </a:lnTo>
                <a:lnTo>
                  <a:pt x="1044790" y="55041"/>
                </a:lnTo>
                <a:lnTo>
                  <a:pt x="1029360" y="67056"/>
                </a:lnTo>
                <a:lnTo>
                  <a:pt x="1049172" y="86868"/>
                </a:lnTo>
                <a:lnTo>
                  <a:pt x="1070851" y="70586"/>
                </a:lnTo>
                <a:lnTo>
                  <a:pt x="1089952" y="56007"/>
                </a:lnTo>
                <a:lnTo>
                  <a:pt x="1106220" y="43154"/>
                </a:lnTo>
                <a:lnTo>
                  <a:pt x="1119378" y="32004"/>
                </a:lnTo>
                <a:close/>
              </a:path>
              <a:path w="1554479" h="381635">
                <a:moveTo>
                  <a:pt x="1162050" y="195173"/>
                </a:moveTo>
                <a:lnTo>
                  <a:pt x="1130604" y="181724"/>
                </a:lnTo>
                <a:lnTo>
                  <a:pt x="1055192" y="150977"/>
                </a:lnTo>
                <a:lnTo>
                  <a:pt x="1036193" y="143357"/>
                </a:lnTo>
                <a:lnTo>
                  <a:pt x="1001928" y="129641"/>
                </a:lnTo>
                <a:lnTo>
                  <a:pt x="991260" y="143357"/>
                </a:lnTo>
                <a:lnTo>
                  <a:pt x="991260" y="126593"/>
                </a:lnTo>
                <a:lnTo>
                  <a:pt x="991260" y="122021"/>
                </a:lnTo>
                <a:lnTo>
                  <a:pt x="1151382" y="122021"/>
                </a:lnTo>
                <a:lnTo>
                  <a:pt x="1151382" y="96113"/>
                </a:lnTo>
                <a:lnTo>
                  <a:pt x="991260" y="96113"/>
                </a:lnTo>
                <a:lnTo>
                  <a:pt x="991260" y="0"/>
                </a:lnTo>
                <a:lnTo>
                  <a:pt x="962215" y="0"/>
                </a:lnTo>
                <a:lnTo>
                  <a:pt x="962215" y="96113"/>
                </a:lnTo>
                <a:lnTo>
                  <a:pt x="800569" y="96113"/>
                </a:lnTo>
                <a:lnTo>
                  <a:pt x="800569" y="122021"/>
                </a:lnTo>
                <a:lnTo>
                  <a:pt x="934783" y="122021"/>
                </a:lnTo>
                <a:lnTo>
                  <a:pt x="903351" y="143713"/>
                </a:lnTo>
                <a:lnTo>
                  <a:pt x="868476" y="162979"/>
                </a:lnTo>
                <a:lnTo>
                  <a:pt x="830160" y="179666"/>
                </a:lnTo>
                <a:lnTo>
                  <a:pt x="788377" y="193649"/>
                </a:lnTo>
                <a:lnTo>
                  <a:pt x="793838" y="199656"/>
                </a:lnTo>
                <a:lnTo>
                  <a:pt x="798855" y="205930"/>
                </a:lnTo>
                <a:lnTo>
                  <a:pt x="803605" y="212178"/>
                </a:lnTo>
                <a:lnTo>
                  <a:pt x="808189" y="218122"/>
                </a:lnTo>
                <a:lnTo>
                  <a:pt x="849655" y="202107"/>
                </a:lnTo>
                <a:lnTo>
                  <a:pt x="889241" y="181508"/>
                </a:lnTo>
                <a:lnTo>
                  <a:pt x="926807" y="156324"/>
                </a:lnTo>
                <a:lnTo>
                  <a:pt x="962215" y="126593"/>
                </a:lnTo>
                <a:lnTo>
                  <a:pt x="962215" y="190601"/>
                </a:lnTo>
                <a:lnTo>
                  <a:pt x="991260" y="190601"/>
                </a:lnTo>
                <a:lnTo>
                  <a:pt x="991260" y="150977"/>
                </a:lnTo>
                <a:lnTo>
                  <a:pt x="1035519" y="168135"/>
                </a:lnTo>
                <a:lnTo>
                  <a:pt x="1076655" y="185318"/>
                </a:lnTo>
                <a:lnTo>
                  <a:pt x="1114361" y="202488"/>
                </a:lnTo>
                <a:lnTo>
                  <a:pt x="1148334" y="219646"/>
                </a:lnTo>
                <a:lnTo>
                  <a:pt x="1162050" y="195173"/>
                </a:lnTo>
                <a:close/>
              </a:path>
              <a:path w="1554479" h="381635">
                <a:moveTo>
                  <a:pt x="1168146" y="346240"/>
                </a:moveTo>
                <a:lnTo>
                  <a:pt x="1114056" y="336550"/>
                </a:lnTo>
                <a:lnTo>
                  <a:pt x="1068425" y="318985"/>
                </a:lnTo>
                <a:lnTo>
                  <a:pt x="1031100" y="293687"/>
                </a:lnTo>
                <a:lnTo>
                  <a:pt x="1010043" y="269938"/>
                </a:lnTo>
                <a:lnTo>
                  <a:pt x="1001928" y="260794"/>
                </a:lnTo>
                <a:lnTo>
                  <a:pt x="1154430" y="260794"/>
                </a:lnTo>
                <a:lnTo>
                  <a:pt x="1154430" y="233362"/>
                </a:lnTo>
                <a:lnTo>
                  <a:pt x="986688" y="233362"/>
                </a:lnTo>
                <a:lnTo>
                  <a:pt x="987831" y="227126"/>
                </a:lnTo>
                <a:lnTo>
                  <a:pt x="988974" y="220027"/>
                </a:lnTo>
                <a:lnTo>
                  <a:pt x="990117" y="212369"/>
                </a:lnTo>
                <a:lnTo>
                  <a:pt x="991260" y="204406"/>
                </a:lnTo>
                <a:lnTo>
                  <a:pt x="960691" y="204406"/>
                </a:lnTo>
                <a:lnTo>
                  <a:pt x="959573" y="212178"/>
                </a:lnTo>
                <a:lnTo>
                  <a:pt x="958456" y="219646"/>
                </a:lnTo>
                <a:lnTo>
                  <a:pt x="957262" y="227126"/>
                </a:lnTo>
                <a:lnTo>
                  <a:pt x="956119" y="233362"/>
                </a:lnTo>
                <a:lnTo>
                  <a:pt x="797521" y="233362"/>
                </a:lnTo>
                <a:lnTo>
                  <a:pt x="797521" y="260794"/>
                </a:lnTo>
                <a:lnTo>
                  <a:pt x="948499" y="260794"/>
                </a:lnTo>
                <a:lnTo>
                  <a:pt x="926490" y="293979"/>
                </a:lnTo>
                <a:lnTo>
                  <a:pt x="892479" y="320128"/>
                </a:lnTo>
                <a:lnTo>
                  <a:pt x="846442" y="339115"/>
                </a:lnTo>
                <a:lnTo>
                  <a:pt x="788377" y="350812"/>
                </a:lnTo>
                <a:lnTo>
                  <a:pt x="792937" y="358546"/>
                </a:lnTo>
                <a:lnTo>
                  <a:pt x="797331" y="365861"/>
                </a:lnTo>
                <a:lnTo>
                  <a:pt x="801458" y="372884"/>
                </a:lnTo>
                <a:lnTo>
                  <a:pt x="805141" y="379768"/>
                </a:lnTo>
                <a:lnTo>
                  <a:pt x="867232" y="363474"/>
                </a:lnTo>
                <a:lnTo>
                  <a:pt x="916305" y="339750"/>
                </a:lnTo>
                <a:lnTo>
                  <a:pt x="952512" y="308571"/>
                </a:lnTo>
                <a:lnTo>
                  <a:pt x="976020" y="269938"/>
                </a:lnTo>
                <a:lnTo>
                  <a:pt x="1004620" y="307670"/>
                </a:lnTo>
                <a:lnTo>
                  <a:pt x="1042517" y="338226"/>
                </a:lnTo>
                <a:lnTo>
                  <a:pt x="1089863" y="361340"/>
                </a:lnTo>
                <a:lnTo>
                  <a:pt x="1146810" y="376720"/>
                </a:lnTo>
                <a:lnTo>
                  <a:pt x="1158621" y="358622"/>
                </a:lnTo>
                <a:lnTo>
                  <a:pt x="1163523" y="351650"/>
                </a:lnTo>
                <a:lnTo>
                  <a:pt x="1168146" y="346240"/>
                </a:lnTo>
                <a:close/>
              </a:path>
              <a:path w="1554479" h="381635">
                <a:moveTo>
                  <a:pt x="1409128" y="109829"/>
                </a:moveTo>
                <a:lnTo>
                  <a:pt x="1354175" y="109829"/>
                </a:lnTo>
                <a:lnTo>
                  <a:pt x="1354175" y="47244"/>
                </a:lnTo>
                <a:lnTo>
                  <a:pt x="1396936" y="47244"/>
                </a:lnTo>
                <a:lnTo>
                  <a:pt x="1396936" y="21336"/>
                </a:lnTo>
                <a:lnTo>
                  <a:pt x="1326743" y="21336"/>
                </a:lnTo>
                <a:lnTo>
                  <a:pt x="1326743" y="47244"/>
                </a:lnTo>
                <a:lnTo>
                  <a:pt x="1326743" y="109829"/>
                </a:lnTo>
                <a:lnTo>
                  <a:pt x="1267307" y="109829"/>
                </a:lnTo>
                <a:lnTo>
                  <a:pt x="1267307" y="47244"/>
                </a:lnTo>
                <a:lnTo>
                  <a:pt x="1326743" y="47244"/>
                </a:lnTo>
                <a:lnTo>
                  <a:pt x="1326743" y="21336"/>
                </a:lnTo>
                <a:lnTo>
                  <a:pt x="1197102" y="21336"/>
                </a:lnTo>
                <a:lnTo>
                  <a:pt x="1197102" y="47244"/>
                </a:lnTo>
                <a:lnTo>
                  <a:pt x="1239774" y="47244"/>
                </a:lnTo>
                <a:lnTo>
                  <a:pt x="1239748" y="71818"/>
                </a:lnTo>
                <a:lnTo>
                  <a:pt x="1239583" y="90538"/>
                </a:lnTo>
                <a:lnTo>
                  <a:pt x="1239126" y="103263"/>
                </a:lnTo>
                <a:lnTo>
                  <a:pt x="1238250" y="109829"/>
                </a:lnTo>
                <a:lnTo>
                  <a:pt x="1180338" y="109829"/>
                </a:lnTo>
                <a:lnTo>
                  <a:pt x="1180338" y="135737"/>
                </a:lnTo>
                <a:lnTo>
                  <a:pt x="1236726" y="135737"/>
                </a:lnTo>
                <a:lnTo>
                  <a:pt x="1232776" y="154889"/>
                </a:lnTo>
                <a:lnTo>
                  <a:pt x="1223391" y="173469"/>
                </a:lnTo>
                <a:lnTo>
                  <a:pt x="1208862" y="191503"/>
                </a:lnTo>
                <a:lnTo>
                  <a:pt x="1189482" y="208991"/>
                </a:lnTo>
                <a:lnTo>
                  <a:pt x="1210818" y="230327"/>
                </a:lnTo>
                <a:lnTo>
                  <a:pt x="1232941" y="209753"/>
                </a:lnTo>
                <a:lnTo>
                  <a:pt x="1249197" y="187032"/>
                </a:lnTo>
                <a:lnTo>
                  <a:pt x="1259992" y="162306"/>
                </a:lnTo>
                <a:lnTo>
                  <a:pt x="1265783" y="135737"/>
                </a:lnTo>
                <a:lnTo>
                  <a:pt x="1326743" y="135737"/>
                </a:lnTo>
                <a:lnTo>
                  <a:pt x="1326743" y="218135"/>
                </a:lnTo>
                <a:lnTo>
                  <a:pt x="1354175" y="218135"/>
                </a:lnTo>
                <a:lnTo>
                  <a:pt x="1354175" y="135737"/>
                </a:lnTo>
                <a:lnTo>
                  <a:pt x="1409128" y="135737"/>
                </a:lnTo>
                <a:lnTo>
                  <a:pt x="1409128" y="109829"/>
                </a:lnTo>
                <a:close/>
              </a:path>
              <a:path w="1554479" h="381635">
                <a:moveTo>
                  <a:pt x="1451800" y="27432"/>
                </a:moveTo>
                <a:lnTo>
                  <a:pt x="1424368" y="27432"/>
                </a:lnTo>
                <a:lnTo>
                  <a:pt x="1424368" y="160121"/>
                </a:lnTo>
                <a:lnTo>
                  <a:pt x="1451800" y="160121"/>
                </a:lnTo>
                <a:lnTo>
                  <a:pt x="1451800" y="27432"/>
                </a:lnTo>
                <a:close/>
              </a:path>
              <a:path w="1554479" h="381635">
                <a:moveTo>
                  <a:pt x="1529626" y="6096"/>
                </a:moveTo>
                <a:lnTo>
                  <a:pt x="1502092" y="6096"/>
                </a:lnTo>
                <a:lnTo>
                  <a:pt x="1502092" y="170789"/>
                </a:lnTo>
                <a:lnTo>
                  <a:pt x="1500682" y="181673"/>
                </a:lnTo>
                <a:lnTo>
                  <a:pt x="1496568" y="189268"/>
                </a:lnTo>
                <a:lnTo>
                  <a:pt x="1489875" y="193725"/>
                </a:lnTo>
                <a:lnTo>
                  <a:pt x="1480756" y="195173"/>
                </a:lnTo>
                <a:lnTo>
                  <a:pt x="1471637" y="194932"/>
                </a:lnTo>
                <a:lnTo>
                  <a:pt x="1447114" y="193890"/>
                </a:lnTo>
                <a:lnTo>
                  <a:pt x="1431988" y="193649"/>
                </a:lnTo>
                <a:lnTo>
                  <a:pt x="1433131" y="200799"/>
                </a:lnTo>
                <a:lnTo>
                  <a:pt x="1435417" y="215607"/>
                </a:lnTo>
                <a:lnTo>
                  <a:pt x="1436560" y="222707"/>
                </a:lnTo>
                <a:lnTo>
                  <a:pt x="1451114" y="223558"/>
                </a:lnTo>
                <a:lnTo>
                  <a:pt x="1464945" y="223850"/>
                </a:lnTo>
                <a:lnTo>
                  <a:pt x="1477924" y="223558"/>
                </a:lnTo>
                <a:lnTo>
                  <a:pt x="1519478" y="212407"/>
                </a:lnTo>
                <a:lnTo>
                  <a:pt x="1527670" y="195173"/>
                </a:lnTo>
                <a:lnTo>
                  <a:pt x="1529588" y="181673"/>
                </a:lnTo>
                <a:lnTo>
                  <a:pt x="1529626" y="6096"/>
                </a:lnTo>
                <a:close/>
              </a:path>
              <a:path w="1554479" h="381635">
                <a:moveTo>
                  <a:pt x="1554010" y="331000"/>
                </a:moveTo>
                <a:lnTo>
                  <a:pt x="1381607" y="331000"/>
                </a:lnTo>
                <a:lnTo>
                  <a:pt x="1381607" y="279095"/>
                </a:lnTo>
                <a:lnTo>
                  <a:pt x="1520380" y="279095"/>
                </a:lnTo>
                <a:lnTo>
                  <a:pt x="1520380" y="253187"/>
                </a:lnTo>
                <a:lnTo>
                  <a:pt x="1381607" y="253187"/>
                </a:lnTo>
                <a:lnTo>
                  <a:pt x="1381607" y="222707"/>
                </a:lnTo>
                <a:lnTo>
                  <a:pt x="1351127" y="222707"/>
                </a:lnTo>
                <a:lnTo>
                  <a:pt x="1351127" y="253187"/>
                </a:lnTo>
                <a:lnTo>
                  <a:pt x="1215390" y="253187"/>
                </a:lnTo>
                <a:lnTo>
                  <a:pt x="1215390" y="279095"/>
                </a:lnTo>
                <a:lnTo>
                  <a:pt x="1351127" y="279095"/>
                </a:lnTo>
                <a:lnTo>
                  <a:pt x="1351127" y="331000"/>
                </a:lnTo>
                <a:lnTo>
                  <a:pt x="1180338" y="331000"/>
                </a:lnTo>
                <a:lnTo>
                  <a:pt x="1180338" y="356908"/>
                </a:lnTo>
                <a:lnTo>
                  <a:pt x="1554010" y="356908"/>
                </a:lnTo>
                <a:lnTo>
                  <a:pt x="1554010" y="3310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3432714" y="3113341"/>
            <a:ext cx="282575" cy="283845"/>
          </a:xfrm>
          <a:custGeom>
            <a:avLst/>
            <a:gdLst/>
            <a:ahLst/>
            <a:cxnLst/>
            <a:rect l="l" t="t" r="r" b="b"/>
            <a:pathLst>
              <a:path w="282575" h="283845">
                <a:moveTo>
                  <a:pt x="92964" y="283749"/>
                </a:moveTo>
                <a:lnTo>
                  <a:pt x="54864" y="277653"/>
                </a:lnTo>
                <a:lnTo>
                  <a:pt x="25908" y="262413"/>
                </a:lnTo>
                <a:lnTo>
                  <a:pt x="19597" y="257517"/>
                </a:lnTo>
                <a:lnTo>
                  <a:pt x="1333" y="222313"/>
                </a:lnTo>
                <a:lnTo>
                  <a:pt x="0" y="204406"/>
                </a:lnTo>
                <a:lnTo>
                  <a:pt x="904" y="190119"/>
                </a:lnTo>
                <a:lnTo>
                  <a:pt x="16764" y="154114"/>
                </a:lnTo>
                <a:lnTo>
                  <a:pt x="49125" y="127660"/>
                </a:lnTo>
                <a:lnTo>
                  <a:pt x="64008" y="120491"/>
                </a:lnTo>
                <a:lnTo>
                  <a:pt x="59436" y="117443"/>
                </a:lnTo>
                <a:lnTo>
                  <a:pt x="56388" y="114395"/>
                </a:lnTo>
                <a:lnTo>
                  <a:pt x="51816" y="111347"/>
                </a:lnTo>
                <a:lnTo>
                  <a:pt x="48768" y="106775"/>
                </a:lnTo>
                <a:lnTo>
                  <a:pt x="44196" y="102203"/>
                </a:lnTo>
                <a:lnTo>
                  <a:pt x="38100" y="93059"/>
                </a:lnTo>
                <a:lnTo>
                  <a:pt x="36564" y="88439"/>
                </a:lnTo>
                <a:lnTo>
                  <a:pt x="35052" y="82391"/>
                </a:lnTo>
                <a:lnTo>
                  <a:pt x="32194" y="76676"/>
                </a:lnTo>
                <a:lnTo>
                  <a:pt x="36576" y="36576"/>
                </a:lnTo>
                <a:lnTo>
                  <a:pt x="51816" y="16764"/>
                </a:lnTo>
                <a:lnTo>
                  <a:pt x="56673" y="12715"/>
                </a:lnTo>
                <a:lnTo>
                  <a:pt x="95250" y="285"/>
                </a:lnTo>
                <a:lnTo>
                  <a:pt x="102108" y="0"/>
                </a:lnTo>
                <a:lnTo>
                  <a:pt x="109878" y="285"/>
                </a:lnTo>
                <a:lnTo>
                  <a:pt x="150971" y="16764"/>
                </a:lnTo>
                <a:lnTo>
                  <a:pt x="157067" y="21336"/>
                </a:lnTo>
                <a:lnTo>
                  <a:pt x="160496" y="25908"/>
                </a:lnTo>
                <a:lnTo>
                  <a:pt x="102108" y="25908"/>
                </a:lnTo>
                <a:lnTo>
                  <a:pt x="93511" y="26479"/>
                </a:lnTo>
                <a:lnTo>
                  <a:pt x="61793" y="54849"/>
                </a:lnTo>
                <a:lnTo>
                  <a:pt x="60960" y="62579"/>
                </a:lnTo>
                <a:lnTo>
                  <a:pt x="61071" y="69008"/>
                </a:lnTo>
                <a:lnTo>
                  <a:pt x="67056" y="86963"/>
                </a:lnTo>
                <a:lnTo>
                  <a:pt x="70104" y="90011"/>
                </a:lnTo>
                <a:lnTo>
                  <a:pt x="73152" y="94583"/>
                </a:lnTo>
                <a:lnTo>
                  <a:pt x="76200" y="97631"/>
                </a:lnTo>
                <a:lnTo>
                  <a:pt x="80772" y="100679"/>
                </a:lnTo>
                <a:lnTo>
                  <a:pt x="83820" y="103727"/>
                </a:lnTo>
                <a:lnTo>
                  <a:pt x="88392" y="106775"/>
                </a:lnTo>
                <a:lnTo>
                  <a:pt x="92964" y="108299"/>
                </a:lnTo>
                <a:lnTo>
                  <a:pt x="143845" y="108299"/>
                </a:lnTo>
                <a:lnTo>
                  <a:pt x="140684" y="110775"/>
                </a:lnTo>
                <a:lnTo>
                  <a:pt x="130063" y="116895"/>
                </a:lnTo>
                <a:lnTo>
                  <a:pt x="117443" y="122015"/>
                </a:lnTo>
                <a:lnTo>
                  <a:pt x="124039" y="125229"/>
                </a:lnTo>
                <a:lnTo>
                  <a:pt x="130206" y="128301"/>
                </a:lnTo>
                <a:lnTo>
                  <a:pt x="136088" y="131659"/>
                </a:lnTo>
                <a:lnTo>
                  <a:pt x="141827" y="135731"/>
                </a:lnTo>
                <a:lnTo>
                  <a:pt x="86868" y="135731"/>
                </a:lnTo>
                <a:lnTo>
                  <a:pt x="79248" y="138779"/>
                </a:lnTo>
                <a:lnTo>
                  <a:pt x="71628" y="143351"/>
                </a:lnTo>
                <a:lnTo>
                  <a:pt x="65532" y="146399"/>
                </a:lnTo>
                <a:lnTo>
                  <a:pt x="57912" y="151066"/>
                </a:lnTo>
                <a:lnTo>
                  <a:pt x="32099" y="193262"/>
                </a:lnTo>
                <a:lnTo>
                  <a:pt x="32004" y="212026"/>
                </a:lnTo>
                <a:lnTo>
                  <a:pt x="33528" y="219646"/>
                </a:lnTo>
                <a:lnTo>
                  <a:pt x="36576" y="225742"/>
                </a:lnTo>
                <a:lnTo>
                  <a:pt x="39624" y="233362"/>
                </a:lnTo>
                <a:lnTo>
                  <a:pt x="76200" y="254793"/>
                </a:lnTo>
                <a:lnTo>
                  <a:pt x="83820" y="256317"/>
                </a:lnTo>
                <a:lnTo>
                  <a:pt x="173831" y="256317"/>
                </a:lnTo>
                <a:lnTo>
                  <a:pt x="168116" y="260604"/>
                </a:lnTo>
                <a:lnTo>
                  <a:pt x="162401" y="264318"/>
                </a:lnTo>
                <a:lnTo>
                  <a:pt x="156686" y="267462"/>
                </a:lnTo>
                <a:lnTo>
                  <a:pt x="150971" y="270033"/>
                </a:lnTo>
                <a:lnTo>
                  <a:pt x="144994" y="273177"/>
                </a:lnTo>
                <a:lnTo>
                  <a:pt x="138588" y="275748"/>
                </a:lnTo>
                <a:lnTo>
                  <a:pt x="131897" y="277749"/>
                </a:lnTo>
                <a:lnTo>
                  <a:pt x="125063" y="279177"/>
                </a:lnTo>
                <a:lnTo>
                  <a:pt x="117060" y="281178"/>
                </a:lnTo>
                <a:lnTo>
                  <a:pt x="109049" y="282606"/>
                </a:lnTo>
                <a:lnTo>
                  <a:pt x="101020" y="283464"/>
                </a:lnTo>
                <a:lnTo>
                  <a:pt x="92964" y="283749"/>
                </a:lnTo>
                <a:close/>
              </a:path>
              <a:path w="282575" h="283845">
                <a:moveTo>
                  <a:pt x="143845" y="108299"/>
                </a:moveTo>
                <a:lnTo>
                  <a:pt x="92964" y="108299"/>
                </a:lnTo>
                <a:lnTo>
                  <a:pt x="103853" y="104370"/>
                </a:lnTo>
                <a:lnTo>
                  <a:pt x="113430" y="99726"/>
                </a:lnTo>
                <a:lnTo>
                  <a:pt x="139658" y="69103"/>
                </a:lnTo>
                <a:lnTo>
                  <a:pt x="140275" y="54849"/>
                </a:lnTo>
                <a:lnTo>
                  <a:pt x="138779" y="48863"/>
                </a:lnTo>
                <a:lnTo>
                  <a:pt x="137255" y="44196"/>
                </a:lnTo>
                <a:lnTo>
                  <a:pt x="134207" y="39624"/>
                </a:lnTo>
                <a:lnTo>
                  <a:pt x="125063" y="30480"/>
                </a:lnTo>
                <a:lnTo>
                  <a:pt x="111347" y="25908"/>
                </a:lnTo>
                <a:lnTo>
                  <a:pt x="160496" y="25908"/>
                </a:lnTo>
                <a:lnTo>
                  <a:pt x="161639" y="27432"/>
                </a:lnTo>
                <a:lnTo>
                  <a:pt x="164687" y="35052"/>
                </a:lnTo>
                <a:lnTo>
                  <a:pt x="167735" y="41148"/>
                </a:lnTo>
                <a:lnTo>
                  <a:pt x="169259" y="50387"/>
                </a:lnTo>
                <a:lnTo>
                  <a:pt x="169259" y="58007"/>
                </a:lnTo>
                <a:lnTo>
                  <a:pt x="157067" y="96107"/>
                </a:lnTo>
                <a:lnTo>
                  <a:pt x="149590" y="103798"/>
                </a:lnTo>
                <a:lnTo>
                  <a:pt x="143845" y="108299"/>
                </a:lnTo>
                <a:close/>
              </a:path>
              <a:path w="282575" h="283845">
                <a:moveTo>
                  <a:pt x="225410" y="193738"/>
                </a:moveTo>
                <a:lnTo>
                  <a:pt x="193643" y="193738"/>
                </a:lnTo>
                <a:lnTo>
                  <a:pt x="201072" y="182259"/>
                </a:lnTo>
                <a:lnTo>
                  <a:pt x="207359" y="170485"/>
                </a:lnTo>
                <a:lnTo>
                  <a:pt x="220265" y="132040"/>
                </a:lnTo>
                <a:lnTo>
                  <a:pt x="224123" y="73247"/>
                </a:lnTo>
                <a:lnTo>
                  <a:pt x="221075" y="64103"/>
                </a:lnTo>
                <a:lnTo>
                  <a:pt x="251650" y="64103"/>
                </a:lnTo>
                <a:lnTo>
                  <a:pt x="253174" y="68675"/>
                </a:lnTo>
                <a:lnTo>
                  <a:pt x="253174" y="76295"/>
                </a:lnTo>
                <a:lnTo>
                  <a:pt x="254698" y="80867"/>
                </a:lnTo>
                <a:lnTo>
                  <a:pt x="251650" y="125063"/>
                </a:lnTo>
                <a:lnTo>
                  <a:pt x="237498" y="167330"/>
                </a:lnTo>
                <a:lnTo>
                  <a:pt x="230601" y="182903"/>
                </a:lnTo>
                <a:lnTo>
                  <a:pt x="227171" y="190690"/>
                </a:lnTo>
                <a:lnTo>
                  <a:pt x="225410" y="193738"/>
                </a:lnTo>
                <a:close/>
              </a:path>
              <a:path w="282575" h="283845">
                <a:moveTo>
                  <a:pt x="173831" y="256317"/>
                </a:moveTo>
                <a:lnTo>
                  <a:pt x="92964" y="256317"/>
                </a:lnTo>
                <a:lnTo>
                  <a:pt x="99813" y="256054"/>
                </a:lnTo>
                <a:lnTo>
                  <a:pt x="106537" y="255353"/>
                </a:lnTo>
                <a:lnTo>
                  <a:pt x="112975" y="254348"/>
                </a:lnTo>
                <a:lnTo>
                  <a:pt x="118967" y="253174"/>
                </a:lnTo>
                <a:lnTo>
                  <a:pt x="128111" y="251650"/>
                </a:lnTo>
                <a:lnTo>
                  <a:pt x="135731" y="248602"/>
                </a:lnTo>
                <a:lnTo>
                  <a:pt x="141827" y="244030"/>
                </a:lnTo>
                <a:lnTo>
                  <a:pt x="149447" y="240982"/>
                </a:lnTo>
                <a:lnTo>
                  <a:pt x="155543" y="236410"/>
                </a:lnTo>
                <a:lnTo>
                  <a:pt x="160115" y="231838"/>
                </a:lnTo>
                <a:lnTo>
                  <a:pt x="166211" y="227266"/>
                </a:lnTo>
                <a:lnTo>
                  <a:pt x="175355" y="218122"/>
                </a:lnTo>
                <a:lnTo>
                  <a:pt x="169878" y="209264"/>
                </a:lnTo>
                <a:lnTo>
                  <a:pt x="164687" y="200977"/>
                </a:lnTo>
                <a:lnTo>
                  <a:pt x="139660" y="169616"/>
                </a:lnTo>
                <a:lnTo>
                  <a:pt x="134207" y="164782"/>
                </a:lnTo>
                <a:lnTo>
                  <a:pt x="129346" y="160210"/>
                </a:lnTo>
                <a:lnTo>
                  <a:pt x="94360" y="138922"/>
                </a:lnTo>
                <a:lnTo>
                  <a:pt x="86868" y="135731"/>
                </a:lnTo>
                <a:lnTo>
                  <a:pt x="141827" y="135731"/>
                </a:lnTo>
                <a:lnTo>
                  <a:pt x="147923" y="140303"/>
                </a:lnTo>
                <a:lnTo>
                  <a:pt x="155543" y="144875"/>
                </a:lnTo>
                <a:lnTo>
                  <a:pt x="161639" y="151066"/>
                </a:lnTo>
                <a:lnTo>
                  <a:pt x="165973" y="155876"/>
                </a:lnTo>
                <a:lnTo>
                  <a:pt x="174069" y="166068"/>
                </a:lnTo>
                <a:lnTo>
                  <a:pt x="178403" y="170878"/>
                </a:lnTo>
                <a:lnTo>
                  <a:pt x="182070" y="176593"/>
                </a:lnTo>
                <a:lnTo>
                  <a:pt x="189976" y="188023"/>
                </a:lnTo>
                <a:lnTo>
                  <a:pt x="193643" y="193738"/>
                </a:lnTo>
                <a:lnTo>
                  <a:pt x="225410" y="193738"/>
                </a:lnTo>
                <a:lnTo>
                  <a:pt x="222837" y="198191"/>
                </a:lnTo>
                <a:lnTo>
                  <a:pt x="218789" y="204978"/>
                </a:lnTo>
                <a:lnTo>
                  <a:pt x="214741" y="211478"/>
                </a:lnTo>
                <a:lnTo>
                  <a:pt x="210407" y="218122"/>
                </a:lnTo>
                <a:lnTo>
                  <a:pt x="213455" y="224218"/>
                </a:lnTo>
                <a:lnTo>
                  <a:pt x="222599" y="233362"/>
                </a:lnTo>
                <a:lnTo>
                  <a:pt x="227679" y="240982"/>
                </a:lnTo>
                <a:lnTo>
                  <a:pt x="190595" y="240982"/>
                </a:lnTo>
                <a:lnTo>
                  <a:pt x="186023" y="247078"/>
                </a:lnTo>
                <a:lnTo>
                  <a:pt x="179927" y="251650"/>
                </a:lnTo>
                <a:lnTo>
                  <a:pt x="173831" y="256317"/>
                </a:lnTo>
                <a:close/>
              </a:path>
              <a:path w="282575" h="283845">
                <a:moveTo>
                  <a:pt x="257746" y="283749"/>
                </a:moveTo>
                <a:lnTo>
                  <a:pt x="245554" y="283749"/>
                </a:lnTo>
                <a:lnTo>
                  <a:pt x="233267" y="280701"/>
                </a:lnTo>
                <a:lnTo>
                  <a:pt x="228695" y="279177"/>
                </a:lnTo>
                <a:lnTo>
                  <a:pt x="222599" y="276129"/>
                </a:lnTo>
                <a:lnTo>
                  <a:pt x="218027" y="271557"/>
                </a:lnTo>
                <a:lnTo>
                  <a:pt x="213455" y="268509"/>
                </a:lnTo>
                <a:lnTo>
                  <a:pt x="204311" y="259365"/>
                </a:lnTo>
                <a:lnTo>
                  <a:pt x="199739" y="253174"/>
                </a:lnTo>
                <a:lnTo>
                  <a:pt x="190595" y="240982"/>
                </a:lnTo>
                <a:lnTo>
                  <a:pt x="227679" y="240982"/>
                </a:lnTo>
                <a:lnTo>
                  <a:pt x="228695" y="242506"/>
                </a:lnTo>
                <a:lnTo>
                  <a:pt x="233267" y="245554"/>
                </a:lnTo>
                <a:lnTo>
                  <a:pt x="236315" y="248602"/>
                </a:lnTo>
                <a:lnTo>
                  <a:pt x="245554" y="251650"/>
                </a:lnTo>
                <a:lnTo>
                  <a:pt x="248602" y="253174"/>
                </a:lnTo>
                <a:lnTo>
                  <a:pt x="253174" y="254793"/>
                </a:lnTo>
                <a:lnTo>
                  <a:pt x="282130" y="254793"/>
                </a:lnTo>
                <a:lnTo>
                  <a:pt x="282130" y="277653"/>
                </a:lnTo>
                <a:lnTo>
                  <a:pt x="268414" y="282225"/>
                </a:lnTo>
                <a:lnTo>
                  <a:pt x="262318" y="282225"/>
                </a:lnTo>
                <a:lnTo>
                  <a:pt x="257746" y="283749"/>
                </a:lnTo>
                <a:close/>
              </a:path>
              <a:path w="282575" h="283845">
                <a:moveTo>
                  <a:pt x="282130" y="254793"/>
                </a:moveTo>
                <a:lnTo>
                  <a:pt x="262318" y="254793"/>
                </a:lnTo>
                <a:lnTo>
                  <a:pt x="266890" y="253174"/>
                </a:lnTo>
                <a:lnTo>
                  <a:pt x="269938" y="253174"/>
                </a:lnTo>
                <a:lnTo>
                  <a:pt x="274510" y="251650"/>
                </a:lnTo>
                <a:lnTo>
                  <a:pt x="277558" y="250126"/>
                </a:lnTo>
                <a:lnTo>
                  <a:pt x="282130" y="248602"/>
                </a:lnTo>
                <a:lnTo>
                  <a:pt x="282130" y="2547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3835336" y="3064573"/>
            <a:ext cx="1163955" cy="381635"/>
          </a:xfrm>
          <a:custGeom>
            <a:avLst/>
            <a:gdLst/>
            <a:ahLst/>
            <a:cxnLst/>
            <a:rect l="l" t="t" r="r" b="b"/>
            <a:pathLst>
              <a:path w="1163954" h="381635">
                <a:moveTo>
                  <a:pt x="379666" y="329476"/>
                </a:moveTo>
                <a:lnTo>
                  <a:pt x="347675" y="322287"/>
                </a:lnTo>
                <a:lnTo>
                  <a:pt x="318135" y="311937"/>
                </a:lnTo>
                <a:lnTo>
                  <a:pt x="291147" y="298145"/>
                </a:lnTo>
                <a:lnTo>
                  <a:pt x="266890" y="280606"/>
                </a:lnTo>
                <a:lnTo>
                  <a:pt x="352234" y="237934"/>
                </a:lnTo>
                <a:lnTo>
                  <a:pt x="332422" y="212026"/>
                </a:lnTo>
                <a:lnTo>
                  <a:pt x="309867" y="227177"/>
                </a:lnTo>
                <a:lnTo>
                  <a:pt x="288023" y="240601"/>
                </a:lnTo>
                <a:lnTo>
                  <a:pt x="267004" y="252323"/>
                </a:lnTo>
                <a:lnTo>
                  <a:pt x="246976" y="262318"/>
                </a:lnTo>
                <a:lnTo>
                  <a:pt x="234975" y="248031"/>
                </a:lnTo>
                <a:lnTo>
                  <a:pt x="224116" y="232600"/>
                </a:lnTo>
                <a:lnTo>
                  <a:pt x="214401" y="215988"/>
                </a:lnTo>
                <a:lnTo>
                  <a:pt x="205828" y="198221"/>
                </a:lnTo>
                <a:lnTo>
                  <a:pt x="376618" y="198221"/>
                </a:lnTo>
                <a:lnTo>
                  <a:pt x="376618" y="172313"/>
                </a:lnTo>
                <a:lnTo>
                  <a:pt x="205828" y="172313"/>
                </a:lnTo>
                <a:lnTo>
                  <a:pt x="205828" y="132689"/>
                </a:lnTo>
                <a:lnTo>
                  <a:pt x="349186" y="132689"/>
                </a:lnTo>
                <a:lnTo>
                  <a:pt x="349186" y="106781"/>
                </a:lnTo>
                <a:lnTo>
                  <a:pt x="205828" y="106781"/>
                </a:lnTo>
                <a:lnTo>
                  <a:pt x="205828" y="68580"/>
                </a:lnTo>
                <a:lnTo>
                  <a:pt x="365950" y="68580"/>
                </a:lnTo>
                <a:lnTo>
                  <a:pt x="365950" y="42672"/>
                </a:lnTo>
                <a:lnTo>
                  <a:pt x="205828" y="42672"/>
                </a:lnTo>
                <a:lnTo>
                  <a:pt x="205828" y="0"/>
                </a:lnTo>
                <a:lnTo>
                  <a:pt x="175348" y="0"/>
                </a:lnTo>
                <a:lnTo>
                  <a:pt x="175348" y="42672"/>
                </a:lnTo>
                <a:lnTo>
                  <a:pt x="15240" y="42672"/>
                </a:lnTo>
                <a:lnTo>
                  <a:pt x="15240" y="68580"/>
                </a:lnTo>
                <a:lnTo>
                  <a:pt x="175348" y="68580"/>
                </a:lnTo>
                <a:lnTo>
                  <a:pt x="175348" y="106781"/>
                </a:lnTo>
                <a:lnTo>
                  <a:pt x="30480" y="106781"/>
                </a:lnTo>
                <a:lnTo>
                  <a:pt x="30480" y="132689"/>
                </a:lnTo>
                <a:lnTo>
                  <a:pt x="175348" y="132689"/>
                </a:lnTo>
                <a:lnTo>
                  <a:pt x="175348" y="172313"/>
                </a:lnTo>
                <a:lnTo>
                  <a:pt x="4572" y="172313"/>
                </a:lnTo>
                <a:lnTo>
                  <a:pt x="4572" y="198221"/>
                </a:lnTo>
                <a:lnTo>
                  <a:pt x="155536" y="198221"/>
                </a:lnTo>
                <a:lnTo>
                  <a:pt x="124371" y="230619"/>
                </a:lnTo>
                <a:lnTo>
                  <a:pt x="88049" y="259270"/>
                </a:lnTo>
                <a:lnTo>
                  <a:pt x="46583" y="284505"/>
                </a:lnTo>
                <a:lnTo>
                  <a:pt x="0" y="306616"/>
                </a:lnTo>
                <a:lnTo>
                  <a:pt x="10477" y="319570"/>
                </a:lnTo>
                <a:lnTo>
                  <a:pt x="15214" y="325907"/>
                </a:lnTo>
                <a:lnTo>
                  <a:pt x="19812" y="332524"/>
                </a:lnTo>
                <a:lnTo>
                  <a:pt x="44145" y="320535"/>
                </a:lnTo>
                <a:lnTo>
                  <a:pt x="67056" y="307517"/>
                </a:lnTo>
                <a:lnTo>
                  <a:pt x="88811" y="293649"/>
                </a:lnTo>
                <a:lnTo>
                  <a:pt x="109728" y="279082"/>
                </a:lnTo>
                <a:lnTo>
                  <a:pt x="109728" y="341668"/>
                </a:lnTo>
                <a:lnTo>
                  <a:pt x="105156" y="347764"/>
                </a:lnTo>
                <a:lnTo>
                  <a:pt x="99060" y="353860"/>
                </a:lnTo>
                <a:lnTo>
                  <a:pt x="115912" y="381292"/>
                </a:lnTo>
                <a:lnTo>
                  <a:pt x="161226" y="361746"/>
                </a:lnTo>
                <a:lnTo>
                  <a:pt x="231736" y="337096"/>
                </a:lnTo>
                <a:lnTo>
                  <a:pt x="230886" y="328853"/>
                </a:lnTo>
                <a:lnTo>
                  <a:pt x="230593" y="320332"/>
                </a:lnTo>
                <a:lnTo>
                  <a:pt x="230886" y="311810"/>
                </a:lnTo>
                <a:lnTo>
                  <a:pt x="231736" y="303568"/>
                </a:lnTo>
                <a:lnTo>
                  <a:pt x="209473" y="312470"/>
                </a:lnTo>
                <a:lnTo>
                  <a:pt x="186207" y="321094"/>
                </a:lnTo>
                <a:lnTo>
                  <a:pt x="137248" y="338620"/>
                </a:lnTo>
                <a:lnTo>
                  <a:pt x="137248" y="256222"/>
                </a:lnTo>
                <a:lnTo>
                  <a:pt x="149517" y="244779"/>
                </a:lnTo>
                <a:lnTo>
                  <a:pt x="161061" y="233172"/>
                </a:lnTo>
                <a:lnTo>
                  <a:pt x="171754" y="221297"/>
                </a:lnTo>
                <a:lnTo>
                  <a:pt x="181444" y="208978"/>
                </a:lnTo>
                <a:lnTo>
                  <a:pt x="205981" y="253949"/>
                </a:lnTo>
                <a:lnTo>
                  <a:pt x="235800" y="291757"/>
                </a:lnTo>
                <a:lnTo>
                  <a:pt x="271043" y="322173"/>
                </a:lnTo>
                <a:lnTo>
                  <a:pt x="311835" y="344982"/>
                </a:lnTo>
                <a:lnTo>
                  <a:pt x="358330" y="359956"/>
                </a:lnTo>
                <a:lnTo>
                  <a:pt x="373964" y="338099"/>
                </a:lnTo>
                <a:lnTo>
                  <a:pt x="379666" y="329476"/>
                </a:lnTo>
                <a:close/>
              </a:path>
              <a:path w="1163954" h="381635">
                <a:moveTo>
                  <a:pt x="487959" y="80772"/>
                </a:moveTo>
                <a:lnTo>
                  <a:pt x="475691" y="63347"/>
                </a:lnTo>
                <a:lnTo>
                  <a:pt x="461860" y="45339"/>
                </a:lnTo>
                <a:lnTo>
                  <a:pt x="446595" y="26771"/>
                </a:lnTo>
                <a:lnTo>
                  <a:pt x="430047" y="7620"/>
                </a:lnTo>
                <a:lnTo>
                  <a:pt x="407187" y="24384"/>
                </a:lnTo>
                <a:lnTo>
                  <a:pt x="421754" y="42938"/>
                </a:lnTo>
                <a:lnTo>
                  <a:pt x="435762" y="61925"/>
                </a:lnTo>
                <a:lnTo>
                  <a:pt x="449186" y="81229"/>
                </a:lnTo>
                <a:lnTo>
                  <a:pt x="462051" y="100685"/>
                </a:lnTo>
                <a:lnTo>
                  <a:pt x="487959" y="80772"/>
                </a:lnTo>
                <a:close/>
              </a:path>
              <a:path w="1163954" h="381635">
                <a:moveTo>
                  <a:pt x="756373" y="96113"/>
                </a:moveTo>
                <a:lnTo>
                  <a:pt x="637413" y="96113"/>
                </a:lnTo>
                <a:lnTo>
                  <a:pt x="637413" y="6096"/>
                </a:lnTo>
                <a:lnTo>
                  <a:pt x="605409" y="6096"/>
                </a:lnTo>
                <a:lnTo>
                  <a:pt x="605409" y="96113"/>
                </a:lnTo>
                <a:lnTo>
                  <a:pt x="500151" y="96113"/>
                </a:lnTo>
                <a:lnTo>
                  <a:pt x="500151" y="123545"/>
                </a:lnTo>
                <a:lnTo>
                  <a:pt x="605409" y="123545"/>
                </a:lnTo>
                <a:lnTo>
                  <a:pt x="594829" y="179031"/>
                </a:lnTo>
                <a:lnTo>
                  <a:pt x="572249" y="226504"/>
                </a:lnTo>
                <a:lnTo>
                  <a:pt x="537641" y="265938"/>
                </a:lnTo>
                <a:lnTo>
                  <a:pt x="491007" y="297370"/>
                </a:lnTo>
                <a:lnTo>
                  <a:pt x="496722" y="303403"/>
                </a:lnTo>
                <a:lnTo>
                  <a:pt x="502437" y="309841"/>
                </a:lnTo>
                <a:lnTo>
                  <a:pt x="508152" y="316547"/>
                </a:lnTo>
                <a:lnTo>
                  <a:pt x="513867" y="323380"/>
                </a:lnTo>
                <a:lnTo>
                  <a:pt x="549643" y="299605"/>
                </a:lnTo>
                <a:lnTo>
                  <a:pt x="579107" y="271856"/>
                </a:lnTo>
                <a:lnTo>
                  <a:pt x="602259" y="240131"/>
                </a:lnTo>
                <a:lnTo>
                  <a:pt x="619125" y="204406"/>
                </a:lnTo>
                <a:lnTo>
                  <a:pt x="648309" y="231013"/>
                </a:lnTo>
                <a:lnTo>
                  <a:pt x="676503" y="258330"/>
                </a:lnTo>
                <a:lnTo>
                  <a:pt x="703846" y="286537"/>
                </a:lnTo>
                <a:lnTo>
                  <a:pt x="730465" y="315760"/>
                </a:lnTo>
                <a:lnTo>
                  <a:pt x="753325" y="289750"/>
                </a:lnTo>
                <a:lnTo>
                  <a:pt x="723303" y="260350"/>
                </a:lnTo>
                <a:lnTo>
                  <a:pt x="692543" y="231648"/>
                </a:lnTo>
                <a:lnTo>
                  <a:pt x="661644" y="204406"/>
                </a:lnTo>
                <a:lnTo>
                  <a:pt x="628269" y="176885"/>
                </a:lnTo>
                <a:lnTo>
                  <a:pt x="631164" y="164045"/>
                </a:lnTo>
                <a:lnTo>
                  <a:pt x="633222" y="150787"/>
                </a:lnTo>
                <a:lnTo>
                  <a:pt x="634695" y="137236"/>
                </a:lnTo>
                <a:lnTo>
                  <a:pt x="635889" y="123545"/>
                </a:lnTo>
                <a:lnTo>
                  <a:pt x="756373" y="123545"/>
                </a:lnTo>
                <a:lnTo>
                  <a:pt x="756373" y="96113"/>
                </a:lnTo>
                <a:close/>
              </a:path>
              <a:path w="1163954" h="381635">
                <a:moveTo>
                  <a:pt x="773137" y="341668"/>
                </a:moveTo>
                <a:lnTo>
                  <a:pt x="552069" y="343192"/>
                </a:lnTo>
                <a:lnTo>
                  <a:pt x="503212" y="332905"/>
                </a:lnTo>
                <a:lnTo>
                  <a:pt x="468147" y="306616"/>
                </a:lnTo>
                <a:lnTo>
                  <a:pt x="468147" y="140309"/>
                </a:lnTo>
                <a:lnTo>
                  <a:pt x="394995" y="140309"/>
                </a:lnTo>
                <a:lnTo>
                  <a:pt x="394995" y="167741"/>
                </a:lnTo>
                <a:lnTo>
                  <a:pt x="439191" y="167741"/>
                </a:lnTo>
                <a:lnTo>
                  <a:pt x="439191" y="301942"/>
                </a:lnTo>
                <a:lnTo>
                  <a:pt x="426885" y="311429"/>
                </a:lnTo>
                <a:lnTo>
                  <a:pt x="414985" y="321462"/>
                </a:lnTo>
                <a:lnTo>
                  <a:pt x="403364" y="332041"/>
                </a:lnTo>
                <a:lnTo>
                  <a:pt x="391871" y="343166"/>
                </a:lnTo>
                <a:lnTo>
                  <a:pt x="391947" y="343382"/>
                </a:lnTo>
                <a:lnTo>
                  <a:pt x="407187" y="375196"/>
                </a:lnTo>
                <a:lnTo>
                  <a:pt x="422897" y="357505"/>
                </a:lnTo>
                <a:lnTo>
                  <a:pt x="435762" y="343382"/>
                </a:lnTo>
                <a:lnTo>
                  <a:pt x="445757" y="332981"/>
                </a:lnTo>
                <a:lnTo>
                  <a:pt x="452907" y="326428"/>
                </a:lnTo>
                <a:lnTo>
                  <a:pt x="470027" y="345338"/>
                </a:lnTo>
                <a:lnTo>
                  <a:pt x="491591" y="358813"/>
                </a:lnTo>
                <a:lnTo>
                  <a:pt x="517461" y="367144"/>
                </a:lnTo>
                <a:lnTo>
                  <a:pt x="547484" y="370624"/>
                </a:lnTo>
                <a:lnTo>
                  <a:pt x="600964" y="371487"/>
                </a:lnTo>
                <a:lnTo>
                  <a:pt x="654024" y="371767"/>
                </a:lnTo>
                <a:lnTo>
                  <a:pt x="706805" y="371487"/>
                </a:lnTo>
                <a:lnTo>
                  <a:pt x="759421" y="370624"/>
                </a:lnTo>
                <a:lnTo>
                  <a:pt x="762850" y="363524"/>
                </a:lnTo>
                <a:lnTo>
                  <a:pt x="769708" y="348767"/>
                </a:lnTo>
                <a:lnTo>
                  <a:pt x="772401" y="343192"/>
                </a:lnTo>
                <a:lnTo>
                  <a:pt x="773137" y="341668"/>
                </a:lnTo>
                <a:close/>
              </a:path>
              <a:path w="1163954" h="381635">
                <a:moveTo>
                  <a:pt x="995832" y="288239"/>
                </a:moveTo>
                <a:lnTo>
                  <a:pt x="972959" y="292303"/>
                </a:lnTo>
                <a:lnTo>
                  <a:pt x="950061" y="295668"/>
                </a:lnTo>
                <a:lnTo>
                  <a:pt x="904303" y="301955"/>
                </a:lnTo>
                <a:lnTo>
                  <a:pt x="904303" y="199847"/>
                </a:lnTo>
                <a:lnTo>
                  <a:pt x="979068" y="199847"/>
                </a:lnTo>
                <a:lnTo>
                  <a:pt x="979068" y="170789"/>
                </a:lnTo>
                <a:lnTo>
                  <a:pt x="799045" y="170789"/>
                </a:lnTo>
                <a:lnTo>
                  <a:pt x="799045" y="199847"/>
                </a:lnTo>
                <a:lnTo>
                  <a:pt x="873823" y="199847"/>
                </a:lnTo>
                <a:lnTo>
                  <a:pt x="873823" y="306616"/>
                </a:lnTo>
                <a:lnTo>
                  <a:pt x="851001" y="309803"/>
                </a:lnTo>
                <a:lnTo>
                  <a:pt x="806488" y="315620"/>
                </a:lnTo>
                <a:lnTo>
                  <a:pt x="785329" y="318808"/>
                </a:lnTo>
                <a:lnTo>
                  <a:pt x="792949" y="350812"/>
                </a:lnTo>
                <a:lnTo>
                  <a:pt x="995832" y="320332"/>
                </a:lnTo>
                <a:lnTo>
                  <a:pt x="995832" y="301955"/>
                </a:lnTo>
                <a:lnTo>
                  <a:pt x="995832" y="288239"/>
                </a:lnTo>
                <a:close/>
              </a:path>
              <a:path w="1163954" h="381635">
                <a:moveTo>
                  <a:pt x="1130046" y="48768"/>
                </a:moveTo>
                <a:lnTo>
                  <a:pt x="1115441" y="36487"/>
                </a:lnTo>
                <a:lnTo>
                  <a:pt x="1101267" y="24765"/>
                </a:lnTo>
                <a:lnTo>
                  <a:pt x="1087348" y="13627"/>
                </a:lnTo>
                <a:lnTo>
                  <a:pt x="1073556" y="3048"/>
                </a:lnTo>
                <a:lnTo>
                  <a:pt x="1055268" y="22860"/>
                </a:lnTo>
                <a:lnTo>
                  <a:pt x="1068946" y="34556"/>
                </a:lnTo>
                <a:lnTo>
                  <a:pt x="1082370" y="46672"/>
                </a:lnTo>
                <a:lnTo>
                  <a:pt x="1095209" y="59080"/>
                </a:lnTo>
                <a:lnTo>
                  <a:pt x="1107186" y="71628"/>
                </a:lnTo>
                <a:lnTo>
                  <a:pt x="1130046" y="48768"/>
                </a:lnTo>
                <a:close/>
              </a:path>
              <a:path w="1163954" h="381635">
                <a:moveTo>
                  <a:pt x="1163574" y="280619"/>
                </a:moveTo>
                <a:lnTo>
                  <a:pt x="1148715" y="275856"/>
                </a:lnTo>
                <a:lnTo>
                  <a:pt x="1140421" y="273113"/>
                </a:lnTo>
                <a:lnTo>
                  <a:pt x="1131570" y="269951"/>
                </a:lnTo>
                <a:lnTo>
                  <a:pt x="1129284" y="288239"/>
                </a:lnTo>
                <a:lnTo>
                  <a:pt x="1122426" y="329476"/>
                </a:lnTo>
                <a:lnTo>
                  <a:pt x="1110805" y="344335"/>
                </a:lnTo>
                <a:lnTo>
                  <a:pt x="1102918" y="344055"/>
                </a:lnTo>
                <a:lnTo>
                  <a:pt x="1072553" y="316103"/>
                </a:lnTo>
                <a:lnTo>
                  <a:pt x="1055624" y="281419"/>
                </a:lnTo>
                <a:lnTo>
                  <a:pt x="1042568" y="234518"/>
                </a:lnTo>
                <a:lnTo>
                  <a:pt x="1033335" y="175310"/>
                </a:lnTo>
                <a:lnTo>
                  <a:pt x="1027836" y="103733"/>
                </a:lnTo>
                <a:lnTo>
                  <a:pt x="1159002" y="103733"/>
                </a:lnTo>
                <a:lnTo>
                  <a:pt x="1159002" y="76200"/>
                </a:lnTo>
                <a:lnTo>
                  <a:pt x="1026312" y="76200"/>
                </a:lnTo>
                <a:lnTo>
                  <a:pt x="1026312" y="0"/>
                </a:lnTo>
                <a:lnTo>
                  <a:pt x="992784" y="0"/>
                </a:lnTo>
                <a:lnTo>
                  <a:pt x="993686" y="20053"/>
                </a:lnTo>
                <a:lnTo>
                  <a:pt x="994930" y="57873"/>
                </a:lnTo>
                <a:lnTo>
                  <a:pt x="995832" y="76200"/>
                </a:lnTo>
                <a:lnTo>
                  <a:pt x="783805" y="76200"/>
                </a:lnTo>
                <a:lnTo>
                  <a:pt x="783805" y="103733"/>
                </a:lnTo>
                <a:lnTo>
                  <a:pt x="997356" y="103733"/>
                </a:lnTo>
                <a:lnTo>
                  <a:pt x="1002093" y="174396"/>
                </a:lnTo>
                <a:lnTo>
                  <a:pt x="1010793" y="234518"/>
                </a:lnTo>
                <a:lnTo>
                  <a:pt x="1023366" y="284162"/>
                </a:lnTo>
                <a:lnTo>
                  <a:pt x="1039736" y="323418"/>
                </a:lnTo>
                <a:lnTo>
                  <a:pt x="1072667" y="364096"/>
                </a:lnTo>
                <a:lnTo>
                  <a:pt x="1111758" y="378244"/>
                </a:lnTo>
                <a:lnTo>
                  <a:pt x="1124089" y="376770"/>
                </a:lnTo>
                <a:lnTo>
                  <a:pt x="1133856" y="372148"/>
                </a:lnTo>
                <a:lnTo>
                  <a:pt x="1141323" y="364096"/>
                </a:lnTo>
                <a:lnTo>
                  <a:pt x="1146810" y="352336"/>
                </a:lnTo>
                <a:lnTo>
                  <a:pt x="1149261" y="344335"/>
                </a:lnTo>
                <a:lnTo>
                  <a:pt x="1151356" y="337502"/>
                </a:lnTo>
                <a:lnTo>
                  <a:pt x="1155763" y="320509"/>
                </a:lnTo>
                <a:lnTo>
                  <a:pt x="1159878" y="301498"/>
                </a:lnTo>
                <a:lnTo>
                  <a:pt x="1163574" y="2806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5063013" y="3345179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401526" y="3064573"/>
            <a:ext cx="1525270" cy="380365"/>
          </a:xfrm>
          <a:custGeom>
            <a:avLst/>
            <a:gdLst/>
            <a:ahLst/>
            <a:cxnLst/>
            <a:rect l="l" t="t" r="r" b="b"/>
            <a:pathLst>
              <a:path w="1525270" h="380364">
                <a:moveTo>
                  <a:pt x="125069" y="204406"/>
                </a:moveTo>
                <a:lnTo>
                  <a:pt x="122021" y="175361"/>
                </a:lnTo>
                <a:lnTo>
                  <a:pt x="112852" y="177673"/>
                </a:lnTo>
                <a:lnTo>
                  <a:pt x="103543" y="180124"/>
                </a:lnTo>
                <a:lnTo>
                  <a:pt x="93941" y="182867"/>
                </a:lnTo>
                <a:lnTo>
                  <a:pt x="83921" y="186029"/>
                </a:lnTo>
                <a:lnTo>
                  <a:pt x="83921" y="105257"/>
                </a:lnTo>
                <a:lnTo>
                  <a:pt x="122021" y="105257"/>
                </a:lnTo>
                <a:lnTo>
                  <a:pt x="122021" y="77724"/>
                </a:lnTo>
                <a:lnTo>
                  <a:pt x="83921" y="77724"/>
                </a:lnTo>
                <a:lnTo>
                  <a:pt x="83921" y="3048"/>
                </a:lnTo>
                <a:lnTo>
                  <a:pt x="53340" y="3048"/>
                </a:lnTo>
                <a:lnTo>
                  <a:pt x="53340" y="77724"/>
                </a:lnTo>
                <a:lnTo>
                  <a:pt x="1524" y="77724"/>
                </a:lnTo>
                <a:lnTo>
                  <a:pt x="1524" y="105257"/>
                </a:lnTo>
                <a:lnTo>
                  <a:pt x="53340" y="105257"/>
                </a:lnTo>
                <a:lnTo>
                  <a:pt x="53340" y="193649"/>
                </a:lnTo>
                <a:lnTo>
                  <a:pt x="0" y="207454"/>
                </a:lnTo>
                <a:lnTo>
                  <a:pt x="3048" y="239471"/>
                </a:lnTo>
                <a:lnTo>
                  <a:pt x="15621" y="236016"/>
                </a:lnTo>
                <a:lnTo>
                  <a:pt x="28194" y="232422"/>
                </a:lnTo>
                <a:lnTo>
                  <a:pt x="40767" y="228536"/>
                </a:lnTo>
                <a:lnTo>
                  <a:pt x="53340" y="224231"/>
                </a:lnTo>
                <a:lnTo>
                  <a:pt x="53340" y="338620"/>
                </a:lnTo>
                <a:lnTo>
                  <a:pt x="48768" y="344716"/>
                </a:lnTo>
                <a:lnTo>
                  <a:pt x="36576" y="344716"/>
                </a:lnTo>
                <a:lnTo>
                  <a:pt x="30264" y="344449"/>
                </a:lnTo>
                <a:lnTo>
                  <a:pt x="22669" y="343763"/>
                </a:lnTo>
                <a:lnTo>
                  <a:pt x="3048" y="341668"/>
                </a:lnTo>
                <a:lnTo>
                  <a:pt x="4406" y="349669"/>
                </a:lnTo>
                <a:lnTo>
                  <a:pt x="5905" y="357670"/>
                </a:lnTo>
                <a:lnTo>
                  <a:pt x="7124" y="365671"/>
                </a:lnTo>
                <a:lnTo>
                  <a:pt x="7620" y="373672"/>
                </a:lnTo>
                <a:lnTo>
                  <a:pt x="20459" y="374548"/>
                </a:lnTo>
                <a:lnTo>
                  <a:pt x="31432" y="375005"/>
                </a:lnTo>
                <a:lnTo>
                  <a:pt x="40411" y="375170"/>
                </a:lnTo>
                <a:lnTo>
                  <a:pt x="47244" y="375196"/>
                </a:lnTo>
                <a:lnTo>
                  <a:pt x="63258" y="372630"/>
                </a:lnTo>
                <a:lnTo>
                  <a:pt x="74726" y="364909"/>
                </a:lnTo>
                <a:lnTo>
                  <a:pt x="81610" y="352056"/>
                </a:lnTo>
                <a:lnTo>
                  <a:pt x="82550" y="344716"/>
                </a:lnTo>
                <a:lnTo>
                  <a:pt x="83921" y="334048"/>
                </a:lnTo>
                <a:lnTo>
                  <a:pt x="83921" y="224231"/>
                </a:lnTo>
                <a:lnTo>
                  <a:pt x="83921" y="216611"/>
                </a:lnTo>
                <a:lnTo>
                  <a:pt x="93992" y="213410"/>
                </a:lnTo>
                <a:lnTo>
                  <a:pt x="125069" y="204406"/>
                </a:lnTo>
                <a:close/>
              </a:path>
              <a:path w="1525270" h="380364">
                <a:moveTo>
                  <a:pt x="233362" y="134213"/>
                </a:moveTo>
                <a:lnTo>
                  <a:pt x="211937" y="112877"/>
                </a:lnTo>
                <a:lnTo>
                  <a:pt x="192836" y="131114"/>
                </a:lnTo>
                <a:lnTo>
                  <a:pt x="172313" y="149072"/>
                </a:lnTo>
                <a:lnTo>
                  <a:pt x="150634" y="166458"/>
                </a:lnTo>
                <a:lnTo>
                  <a:pt x="128117" y="182981"/>
                </a:lnTo>
                <a:lnTo>
                  <a:pt x="149453" y="205930"/>
                </a:lnTo>
                <a:lnTo>
                  <a:pt x="190220" y="172326"/>
                </a:lnTo>
                <a:lnTo>
                  <a:pt x="211632" y="153974"/>
                </a:lnTo>
                <a:lnTo>
                  <a:pt x="233362" y="134213"/>
                </a:lnTo>
                <a:close/>
              </a:path>
              <a:path w="1525270" h="380364">
                <a:moveTo>
                  <a:pt x="367576" y="60960"/>
                </a:moveTo>
                <a:lnTo>
                  <a:pt x="257746" y="60960"/>
                </a:lnTo>
                <a:lnTo>
                  <a:pt x="276034" y="47244"/>
                </a:lnTo>
                <a:lnTo>
                  <a:pt x="267754" y="36436"/>
                </a:lnTo>
                <a:lnTo>
                  <a:pt x="258889" y="24765"/>
                </a:lnTo>
                <a:lnTo>
                  <a:pt x="249466" y="12534"/>
                </a:lnTo>
                <a:lnTo>
                  <a:pt x="239458" y="0"/>
                </a:lnTo>
                <a:lnTo>
                  <a:pt x="215074" y="15240"/>
                </a:lnTo>
                <a:lnTo>
                  <a:pt x="223939" y="26670"/>
                </a:lnTo>
                <a:lnTo>
                  <a:pt x="232219" y="38100"/>
                </a:lnTo>
                <a:lnTo>
                  <a:pt x="239941" y="49530"/>
                </a:lnTo>
                <a:lnTo>
                  <a:pt x="247078" y="60960"/>
                </a:lnTo>
                <a:lnTo>
                  <a:pt x="137261" y="60960"/>
                </a:lnTo>
                <a:lnTo>
                  <a:pt x="137261" y="129641"/>
                </a:lnTo>
                <a:lnTo>
                  <a:pt x="166217" y="129641"/>
                </a:lnTo>
                <a:lnTo>
                  <a:pt x="166217" y="88392"/>
                </a:lnTo>
                <a:lnTo>
                  <a:pt x="336994" y="88392"/>
                </a:lnTo>
                <a:lnTo>
                  <a:pt x="336994" y="129641"/>
                </a:lnTo>
                <a:lnTo>
                  <a:pt x="367576" y="129641"/>
                </a:lnTo>
                <a:lnTo>
                  <a:pt x="367576" y="88392"/>
                </a:lnTo>
                <a:lnTo>
                  <a:pt x="367576" y="60960"/>
                </a:lnTo>
                <a:close/>
              </a:path>
              <a:path w="1525270" h="380364">
                <a:moveTo>
                  <a:pt x="376720" y="182981"/>
                </a:moveTo>
                <a:lnTo>
                  <a:pt x="357555" y="166687"/>
                </a:lnTo>
                <a:lnTo>
                  <a:pt x="336664" y="149834"/>
                </a:lnTo>
                <a:lnTo>
                  <a:pt x="314058" y="132397"/>
                </a:lnTo>
                <a:lnTo>
                  <a:pt x="289750" y="114401"/>
                </a:lnTo>
                <a:lnTo>
                  <a:pt x="269938" y="134213"/>
                </a:lnTo>
                <a:lnTo>
                  <a:pt x="293992" y="153365"/>
                </a:lnTo>
                <a:lnTo>
                  <a:pt x="316052" y="171945"/>
                </a:lnTo>
                <a:lnTo>
                  <a:pt x="336410" y="189979"/>
                </a:lnTo>
                <a:lnTo>
                  <a:pt x="355384" y="207454"/>
                </a:lnTo>
                <a:lnTo>
                  <a:pt x="376720" y="182981"/>
                </a:lnTo>
                <a:close/>
              </a:path>
              <a:path w="1525270" h="380364">
                <a:moveTo>
                  <a:pt x="378244" y="334048"/>
                </a:moveTo>
                <a:lnTo>
                  <a:pt x="265366" y="334048"/>
                </a:lnTo>
                <a:lnTo>
                  <a:pt x="265366" y="239471"/>
                </a:lnTo>
                <a:lnTo>
                  <a:pt x="359956" y="239471"/>
                </a:lnTo>
                <a:lnTo>
                  <a:pt x="359956" y="212039"/>
                </a:lnTo>
                <a:lnTo>
                  <a:pt x="141833" y="212039"/>
                </a:lnTo>
                <a:lnTo>
                  <a:pt x="141833" y="239471"/>
                </a:lnTo>
                <a:lnTo>
                  <a:pt x="236410" y="239471"/>
                </a:lnTo>
                <a:lnTo>
                  <a:pt x="236410" y="334048"/>
                </a:lnTo>
                <a:lnTo>
                  <a:pt x="117449" y="334048"/>
                </a:lnTo>
                <a:lnTo>
                  <a:pt x="117449" y="363004"/>
                </a:lnTo>
                <a:lnTo>
                  <a:pt x="378244" y="363004"/>
                </a:lnTo>
                <a:lnTo>
                  <a:pt x="378244" y="334048"/>
                </a:lnTo>
                <a:close/>
              </a:path>
              <a:path w="1525270" h="380364">
                <a:moveTo>
                  <a:pt x="631418" y="141833"/>
                </a:moveTo>
                <a:lnTo>
                  <a:pt x="532257" y="141833"/>
                </a:lnTo>
                <a:lnTo>
                  <a:pt x="532257" y="91452"/>
                </a:lnTo>
                <a:lnTo>
                  <a:pt x="614553" y="91452"/>
                </a:lnTo>
                <a:lnTo>
                  <a:pt x="614553" y="64020"/>
                </a:lnTo>
                <a:lnTo>
                  <a:pt x="532257" y="64020"/>
                </a:lnTo>
                <a:lnTo>
                  <a:pt x="532257" y="6096"/>
                </a:lnTo>
                <a:lnTo>
                  <a:pt x="501777" y="6096"/>
                </a:lnTo>
                <a:lnTo>
                  <a:pt x="501777" y="64020"/>
                </a:lnTo>
                <a:lnTo>
                  <a:pt x="455955" y="64020"/>
                </a:lnTo>
                <a:lnTo>
                  <a:pt x="459371" y="54876"/>
                </a:lnTo>
                <a:lnTo>
                  <a:pt x="462610" y="45770"/>
                </a:lnTo>
                <a:lnTo>
                  <a:pt x="465607" y="36588"/>
                </a:lnTo>
                <a:lnTo>
                  <a:pt x="468147" y="27444"/>
                </a:lnTo>
                <a:lnTo>
                  <a:pt x="439191" y="19824"/>
                </a:lnTo>
                <a:lnTo>
                  <a:pt x="432358" y="45732"/>
                </a:lnTo>
                <a:lnTo>
                  <a:pt x="423189" y="70878"/>
                </a:lnTo>
                <a:lnTo>
                  <a:pt x="411759" y="94869"/>
                </a:lnTo>
                <a:lnTo>
                  <a:pt x="398043" y="117449"/>
                </a:lnTo>
                <a:lnTo>
                  <a:pt x="404672" y="121754"/>
                </a:lnTo>
                <a:lnTo>
                  <a:pt x="410997" y="125641"/>
                </a:lnTo>
                <a:lnTo>
                  <a:pt x="417334" y="129235"/>
                </a:lnTo>
                <a:lnTo>
                  <a:pt x="423951" y="132689"/>
                </a:lnTo>
                <a:lnTo>
                  <a:pt x="429653" y="122402"/>
                </a:lnTo>
                <a:lnTo>
                  <a:pt x="435190" y="112102"/>
                </a:lnTo>
                <a:lnTo>
                  <a:pt x="440461" y="101790"/>
                </a:lnTo>
                <a:lnTo>
                  <a:pt x="445287" y="91452"/>
                </a:lnTo>
                <a:lnTo>
                  <a:pt x="501777" y="91452"/>
                </a:lnTo>
                <a:lnTo>
                  <a:pt x="501777" y="141833"/>
                </a:lnTo>
                <a:lnTo>
                  <a:pt x="391947" y="141833"/>
                </a:lnTo>
                <a:lnTo>
                  <a:pt x="391947" y="169265"/>
                </a:lnTo>
                <a:lnTo>
                  <a:pt x="501777" y="169265"/>
                </a:lnTo>
                <a:lnTo>
                  <a:pt x="501777" y="212039"/>
                </a:lnTo>
                <a:lnTo>
                  <a:pt x="420903" y="212039"/>
                </a:lnTo>
                <a:lnTo>
                  <a:pt x="420903" y="350812"/>
                </a:lnTo>
                <a:lnTo>
                  <a:pt x="449859" y="350812"/>
                </a:lnTo>
                <a:lnTo>
                  <a:pt x="449859" y="237947"/>
                </a:lnTo>
                <a:lnTo>
                  <a:pt x="501777" y="237947"/>
                </a:lnTo>
                <a:lnTo>
                  <a:pt x="501777" y="379768"/>
                </a:lnTo>
                <a:lnTo>
                  <a:pt x="532257" y="379768"/>
                </a:lnTo>
                <a:lnTo>
                  <a:pt x="532257" y="237947"/>
                </a:lnTo>
                <a:lnTo>
                  <a:pt x="587121" y="237947"/>
                </a:lnTo>
                <a:lnTo>
                  <a:pt x="587121" y="311188"/>
                </a:lnTo>
                <a:lnTo>
                  <a:pt x="582549" y="318808"/>
                </a:lnTo>
                <a:lnTo>
                  <a:pt x="571881" y="318808"/>
                </a:lnTo>
                <a:lnTo>
                  <a:pt x="565619" y="318566"/>
                </a:lnTo>
                <a:lnTo>
                  <a:pt x="550240" y="317525"/>
                </a:lnTo>
                <a:lnTo>
                  <a:pt x="541401" y="317284"/>
                </a:lnTo>
                <a:lnTo>
                  <a:pt x="542759" y="324358"/>
                </a:lnTo>
                <a:lnTo>
                  <a:pt x="544258" y="331571"/>
                </a:lnTo>
                <a:lnTo>
                  <a:pt x="545477" y="338505"/>
                </a:lnTo>
                <a:lnTo>
                  <a:pt x="545973" y="344716"/>
                </a:lnTo>
                <a:lnTo>
                  <a:pt x="577977" y="344716"/>
                </a:lnTo>
                <a:lnTo>
                  <a:pt x="613765" y="321576"/>
                </a:lnTo>
                <a:lnTo>
                  <a:pt x="616077" y="303568"/>
                </a:lnTo>
                <a:lnTo>
                  <a:pt x="616077" y="237947"/>
                </a:lnTo>
                <a:lnTo>
                  <a:pt x="616077" y="212039"/>
                </a:lnTo>
                <a:lnTo>
                  <a:pt x="532257" y="212039"/>
                </a:lnTo>
                <a:lnTo>
                  <a:pt x="532257" y="169265"/>
                </a:lnTo>
                <a:lnTo>
                  <a:pt x="631418" y="169265"/>
                </a:lnTo>
                <a:lnTo>
                  <a:pt x="631418" y="141833"/>
                </a:lnTo>
                <a:close/>
              </a:path>
              <a:path w="1525270" h="380364">
                <a:moveTo>
                  <a:pt x="675614" y="42684"/>
                </a:moveTo>
                <a:lnTo>
                  <a:pt x="646658" y="42684"/>
                </a:lnTo>
                <a:lnTo>
                  <a:pt x="646658" y="277571"/>
                </a:lnTo>
                <a:lnTo>
                  <a:pt x="675614" y="277571"/>
                </a:lnTo>
                <a:lnTo>
                  <a:pt x="675614" y="42684"/>
                </a:lnTo>
                <a:close/>
              </a:path>
              <a:path w="1525270" h="380364">
                <a:moveTo>
                  <a:pt x="750290" y="4572"/>
                </a:moveTo>
                <a:lnTo>
                  <a:pt x="719810" y="4572"/>
                </a:lnTo>
                <a:lnTo>
                  <a:pt x="719810" y="314236"/>
                </a:lnTo>
                <a:lnTo>
                  <a:pt x="718350" y="326237"/>
                </a:lnTo>
                <a:lnTo>
                  <a:pt x="713905" y="334810"/>
                </a:lnTo>
                <a:lnTo>
                  <a:pt x="706297" y="339953"/>
                </a:lnTo>
                <a:lnTo>
                  <a:pt x="695426" y="341668"/>
                </a:lnTo>
                <a:lnTo>
                  <a:pt x="686536" y="341401"/>
                </a:lnTo>
                <a:lnTo>
                  <a:pt x="675805" y="340715"/>
                </a:lnTo>
                <a:lnTo>
                  <a:pt x="648182" y="338620"/>
                </a:lnTo>
                <a:lnTo>
                  <a:pt x="650201" y="347497"/>
                </a:lnTo>
                <a:lnTo>
                  <a:pt x="651802" y="355955"/>
                </a:lnTo>
                <a:lnTo>
                  <a:pt x="653110" y="364121"/>
                </a:lnTo>
                <a:lnTo>
                  <a:pt x="654278" y="372148"/>
                </a:lnTo>
                <a:lnTo>
                  <a:pt x="706094" y="372148"/>
                </a:lnTo>
                <a:lnTo>
                  <a:pt x="725208" y="368985"/>
                </a:lnTo>
                <a:lnTo>
                  <a:pt x="739051" y="359384"/>
                </a:lnTo>
                <a:lnTo>
                  <a:pt x="747445" y="343217"/>
                </a:lnTo>
                <a:lnTo>
                  <a:pt x="747636" y="341668"/>
                </a:lnTo>
                <a:lnTo>
                  <a:pt x="750290" y="320332"/>
                </a:lnTo>
                <a:lnTo>
                  <a:pt x="750290" y="4572"/>
                </a:lnTo>
                <a:close/>
              </a:path>
              <a:path w="1525270" h="380364">
                <a:moveTo>
                  <a:pt x="882967" y="71628"/>
                </a:moveTo>
                <a:lnTo>
                  <a:pt x="872159" y="59918"/>
                </a:lnTo>
                <a:lnTo>
                  <a:pt x="822007" y="7620"/>
                </a:lnTo>
                <a:lnTo>
                  <a:pt x="799147" y="28956"/>
                </a:lnTo>
                <a:lnTo>
                  <a:pt x="814819" y="45847"/>
                </a:lnTo>
                <a:lnTo>
                  <a:pt x="829627" y="62293"/>
                </a:lnTo>
                <a:lnTo>
                  <a:pt x="843292" y="78473"/>
                </a:lnTo>
                <a:lnTo>
                  <a:pt x="855535" y="94488"/>
                </a:lnTo>
                <a:lnTo>
                  <a:pt x="882967" y="71628"/>
                </a:lnTo>
                <a:close/>
              </a:path>
              <a:path w="1525270" h="380364">
                <a:moveTo>
                  <a:pt x="907453" y="317284"/>
                </a:moveTo>
                <a:lnTo>
                  <a:pt x="907173" y="309892"/>
                </a:lnTo>
                <a:lnTo>
                  <a:pt x="906640" y="302183"/>
                </a:lnTo>
                <a:lnTo>
                  <a:pt x="906081" y="293420"/>
                </a:lnTo>
                <a:lnTo>
                  <a:pt x="905827" y="283667"/>
                </a:lnTo>
                <a:lnTo>
                  <a:pt x="894118" y="292582"/>
                </a:lnTo>
                <a:lnTo>
                  <a:pt x="881824" y="301231"/>
                </a:lnTo>
                <a:lnTo>
                  <a:pt x="855535" y="318808"/>
                </a:lnTo>
                <a:lnTo>
                  <a:pt x="855535" y="134213"/>
                </a:lnTo>
                <a:lnTo>
                  <a:pt x="783907" y="134213"/>
                </a:lnTo>
                <a:lnTo>
                  <a:pt x="783907" y="161645"/>
                </a:lnTo>
                <a:lnTo>
                  <a:pt x="826579" y="161645"/>
                </a:lnTo>
                <a:lnTo>
                  <a:pt x="826579" y="312712"/>
                </a:lnTo>
                <a:lnTo>
                  <a:pt x="825715" y="322668"/>
                </a:lnTo>
                <a:lnTo>
                  <a:pt x="823150" y="331762"/>
                </a:lnTo>
                <a:lnTo>
                  <a:pt x="818857" y="339712"/>
                </a:lnTo>
                <a:lnTo>
                  <a:pt x="812863" y="346240"/>
                </a:lnTo>
                <a:lnTo>
                  <a:pt x="831151" y="372148"/>
                </a:lnTo>
                <a:lnTo>
                  <a:pt x="850557" y="356717"/>
                </a:lnTo>
                <a:lnTo>
                  <a:pt x="869835" y="342430"/>
                </a:lnTo>
                <a:lnTo>
                  <a:pt x="888847" y="329285"/>
                </a:lnTo>
                <a:lnTo>
                  <a:pt x="905078" y="318808"/>
                </a:lnTo>
                <a:lnTo>
                  <a:pt x="907453" y="317284"/>
                </a:lnTo>
                <a:close/>
              </a:path>
              <a:path w="1525270" h="380364">
                <a:moveTo>
                  <a:pt x="1126998" y="237947"/>
                </a:moveTo>
                <a:lnTo>
                  <a:pt x="1098042" y="237947"/>
                </a:lnTo>
                <a:lnTo>
                  <a:pt x="1098042" y="265379"/>
                </a:lnTo>
                <a:lnTo>
                  <a:pt x="1098042" y="327952"/>
                </a:lnTo>
                <a:lnTo>
                  <a:pt x="951649" y="327952"/>
                </a:lnTo>
                <a:lnTo>
                  <a:pt x="951649" y="265379"/>
                </a:lnTo>
                <a:lnTo>
                  <a:pt x="1098042" y="265379"/>
                </a:lnTo>
                <a:lnTo>
                  <a:pt x="1098042" y="237947"/>
                </a:lnTo>
                <a:lnTo>
                  <a:pt x="922693" y="237947"/>
                </a:lnTo>
                <a:lnTo>
                  <a:pt x="922693" y="378244"/>
                </a:lnTo>
                <a:lnTo>
                  <a:pt x="951649" y="378244"/>
                </a:lnTo>
                <a:lnTo>
                  <a:pt x="951649" y="355384"/>
                </a:lnTo>
                <a:lnTo>
                  <a:pt x="1098042" y="355384"/>
                </a:lnTo>
                <a:lnTo>
                  <a:pt x="1098042" y="378244"/>
                </a:lnTo>
                <a:lnTo>
                  <a:pt x="1126998" y="378244"/>
                </a:lnTo>
                <a:lnTo>
                  <a:pt x="1126998" y="355384"/>
                </a:lnTo>
                <a:lnTo>
                  <a:pt x="1126998" y="327952"/>
                </a:lnTo>
                <a:lnTo>
                  <a:pt x="1126998" y="265379"/>
                </a:lnTo>
                <a:lnTo>
                  <a:pt x="1126998" y="237947"/>
                </a:lnTo>
                <a:close/>
              </a:path>
              <a:path w="1525270" h="380364">
                <a:moveTo>
                  <a:pt x="1162050" y="172313"/>
                </a:moveTo>
                <a:lnTo>
                  <a:pt x="1114806" y="172313"/>
                </a:lnTo>
                <a:lnTo>
                  <a:pt x="1114806" y="91440"/>
                </a:lnTo>
                <a:lnTo>
                  <a:pt x="1085850" y="91440"/>
                </a:lnTo>
                <a:lnTo>
                  <a:pt x="1085850" y="117449"/>
                </a:lnTo>
                <a:lnTo>
                  <a:pt x="1085850" y="172313"/>
                </a:lnTo>
                <a:lnTo>
                  <a:pt x="983653" y="172313"/>
                </a:lnTo>
                <a:lnTo>
                  <a:pt x="989749" y="117449"/>
                </a:lnTo>
                <a:lnTo>
                  <a:pt x="1085850" y="117449"/>
                </a:lnTo>
                <a:lnTo>
                  <a:pt x="1085850" y="91440"/>
                </a:lnTo>
                <a:lnTo>
                  <a:pt x="994321" y="91440"/>
                </a:lnTo>
                <a:lnTo>
                  <a:pt x="1000417" y="47244"/>
                </a:lnTo>
                <a:lnTo>
                  <a:pt x="1145286" y="47244"/>
                </a:lnTo>
                <a:lnTo>
                  <a:pt x="1145286" y="19812"/>
                </a:lnTo>
                <a:lnTo>
                  <a:pt x="898207" y="19812"/>
                </a:lnTo>
                <a:lnTo>
                  <a:pt x="898207" y="47244"/>
                </a:lnTo>
                <a:lnTo>
                  <a:pt x="971461" y="47244"/>
                </a:lnTo>
                <a:lnTo>
                  <a:pt x="965365" y="91440"/>
                </a:lnTo>
                <a:lnTo>
                  <a:pt x="905827" y="91440"/>
                </a:lnTo>
                <a:lnTo>
                  <a:pt x="905827" y="117449"/>
                </a:lnTo>
                <a:lnTo>
                  <a:pt x="960793" y="117449"/>
                </a:lnTo>
                <a:lnTo>
                  <a:pt x="953173" y="172313"/>
                </a:lnTo>
                <a:lnTo>
                  <a:pt x="889063" y="172313"/>
                </a:lnTo>
                <a:lnTo>
                  <a:pt x="889063" y="198221"/>
                </a:lnTo>
                <a:lnTo>
                  <a:pt x="1162050" y="198221"/>
                </a:lnTo>
                <a:lnTo>
                  <a:pt x="1162050" y="172313"/>
                </a:lnTo>
                <a:close/>
              </a:path>
              <a:path w="1525270" h="380364">
                <a:moveTo>
                  <a:pt x="1413700" y="138785"/>
                </a:moveTo>
                <a:lnTo>
                  <a:pt x="1384744" y="138785"/>
                </a:lnTo>
                <a:lnTo>
                  <a:pt x="1384744" y="164693"/>
                </a:lnTo>
                <a:lnTo>
                  <a:pt x="1384744" y="253187"/>
                </a:lnTo>
                <a:lnTo>
                  <a:pt x="1265783" y="253187"/>
                </a:lnTo>
                <a:lnTo>
                  <a:pt x="1265783" y="164693"/>
                </a:lnTo>
                <a:lnTo>
                  <a:pt x="1384744" y="164693"/>
                </a:lnTo>
                <a:lnTo>
                  <a:pt x="1384744" y="138785"/>
                </a:lnTo>
                <a:lnTo>
                  <a:pt x="1235303" y="138785"/>
                </a:lnTo>
                <a:lnTo>
                  <a:pt x="1235303" y="306616"/>
                </a:lnTo>
                <a:lnTo>
                  <a:pt x="1265783" y="306616"/>
                </a:lnTo>
                <a:lnTo>
                  <a:pt x="1265783" y="280619"/>
                </a:lnTo>
                <a:lnTo>
                  <a:pt x="1413700" y="280619"/>
                </a:lnTo>
                <a:lnTo>
                  <a:pt x="1413700" y="253187"/>
                </a:lnTo>
                <a:lnTo>
                  <a:pt x="1413700" y="164693"/>
                </a:lnTo>
                <a:lnTo>
                  <a:pt x="1413700" y="138785"/>
                </a:lnTo>
                <a:close/>
              </a:path>
              <a:path w="1525270" h="380364">
                <a:moveTo>
                  <a:pt x="1525054" y="56388"/>
                </a:moveTo>
                <a:lnTo>
                  <a:pt x="1284071" y="56388"/>
                </a:lnTo>
                <a:lnTo>
                  <a:pt x="1289761" y="44958"/>
                </a:lnTo>
                <a:lnTo>
                  <a:pt x="1295311" y="33528"/>
                </a:lnTo>
                <a:lnTo>
                  <a:pt x="1300568" y="22098"/>
                </a:lnTo>
                <a:lnTo>
                  <a:pt x="1305407" y="10668"/>
                </a:lnTo>
                <a:lnTo>
                  <a:pt x="1273403" y="0"/>
                </a:lnTo>
                <a:lnTo>
                  <a:pt x="1253629" y="44030"/>
                </a:lnTo>
                <a:lnTo>
                  <a:pt x="1230718" y="84632"/>
                </a:lnTo>
                <a:lnTo>
                  <a:pt x="1204353" y="121818"/>
                </a:lnTo>
                <a:lnTo>
                  <a:pt x="1174242" y="155549"/>
                </a:lnTo>
                <a:lnTo>
                  <a:pt x="1181747" y="162382"/>
                </a:lnTo>
                <a:lnTo>
                  <a:pt x="1188237" y="169075"/>
                </a:lnTo>
                <a:lnTo>
                  <a:pt x="1193761" y="175399"/>
                </a:lnTo>
                <a:lnTo>
                  <a:pt x="1198714" y="181457"/>
                </a:lnTo>
                <a:lnTo>
                  <a:pt x="1217574" y="158305"/>
                </a:lnTo>
                <a:lnTo>
                  <a:pt x="1235303" y="134581"/>
                </a:lnTo>
                <a:lnTo>
                  <a:pt x="1251877" y="110261"/>
                </a:lnTo>
                <a:lnTo>
                  <a:pt x="1267307" y="85344"/>
                </a:lnTo>
                <a:lnTo>
                  <a:pt x="1491526" y="85344"/>
                </a:lnTo>
                <a:lnTo>
                  <a:pt x="1490675" y="117614"/>
                </a:lnTo>
                <a:lnTo>
                  <a:pt x="1489735" y="155549"/>
                </a:lnTo>
                <a:lnTo>
                  <a:pt x="1488097" y="225259"/>
                </a:lnTo>
                <a:lnTo>
                  <a:pt x="1486954" y="277571"/>
                </a:lnTo>
                <a:lnTo>
                  <a:pt x="1485239" y="294436"/>
                </a:lnTo>
                <a:lnTo>
                  <a:pt x="1466596" y="333070"/>
                </a:lnTo>
                <a:lnTo>
                  <a:pt x="1433512" y="340144"/>
                </a:lnTo>
                <a:lnTo>
                  <a:pt x="1414627" y="339864"/>
                </a:lnTo>
                <a:lnTo>
                  <a:pt x="1394460" y="339001"/>
                </a:lnTo>
                <a:lnTo>
                  <a:pt x="1372857" y="337578"/>
                </a:lnTo>
                <a:lnTo>
                  <a:pt x="1349692" y="335572"/>
                </a:lnTo>
                <a:lnTo>
                  <a:pt x="1351711" y="345338"/>
                </a:lnTo>
                <a:lnTo>
                  <a:pt x="1353312" y="354241"/>
                </a:lnTo>
                <a:lnTo>
                  <a:pt x="1354620" y="362572"/>
                </a:lnTo>
                <a:lnTo>
                  <a:pt x="1355788" y="370624"/>
                </a:lnTo>
                <a:lnTo>
                  <a:pt x="1380439" y="370865"/>
                </a:lnTo>
                <a:lnTo>
                  <a:pt x="1421155" y="371906"/>
                </a:lnTo>
                <a:lnTo>
                  <a:pt x="1438084" y="372148"/>
                </a:lnTo>
                <a:lnTo>
                  <a:pt x="1458404" y="369862"/>
                </a:lnTo>
                <a:lnTo>
                  <a:pt x="1475701" y="365290"/>
                </a:lnTo>
                <a:lnTo>
                  <a:pt x="1489824" y="358432"/>
                </a:lnTo>
                <a:lnTo>
                  <a:pt x="1500670" y="349288"/>
                </a:lnTo>
                <a:lnTo>
                  <a:pt x="1506207" y="340144"/>
                </a:lnTo>
                <a:lnTo>
                  <a:pt x="1507807" y="337502"/>
                </a:lnTo>
                <a:lnTo>
                  <a:pt x="1513243" y="322414"/>
                </a:lnTo>
                <a:lnTo>
                  <a:pt x="1516951" y="303593"/>
                </a:lnTo>
                <a:lnTo>
                  <a:pt x="1518958" y="280619"/>
                </a:lnTo>
                <a:lnTo>
                  <a:pt x="1520113" y="229730"/>
                </a:lnTo>
                <a:lnTo>
                  <a:pt x="1521421" y="175780"/>
                </a:lnTo>
                <a:lnTo>
                  <a:pt x="1523022" y="117614"/>
                </a:lnTo>
                <a:lnTo>
                  <a:pt x="1524088" y="85344"/>
                </a:lnTo>
                <a:lnTo>
                  <a:pt x="1525054" y="563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7216330" y="3096577"/>
            <a:ext cx="102235" cy="363220"/>
          </a:xfrm>
          <a:custGeom>
            <a:avLst/>
            <a:gdLst/>
            <a:ahLst/>
            <a:cxnLst/>
            <a:rect l="l" t="t" r="r" b="b"/>
            <a:pathLst>
              <a:path w="102234" h="363220">
                <a:moveTo>
                  <a:pt x="100679" y="362997"/>
                </a:moveTo>
                <a:lnTo>
                  <a:pt x="68675" y="362997"/>
                </a:lnTo>
                <a:lnTo>
                  <a:pt x="38656" y="323525"/>
                </a:lnTo>
                <a:lnTo>
                  <a:pt x="17192" y="280463"/>
                </a:lnTo>
                <a:lnTo>
                  <a:pt x="4301" y="233686"/>
                </a:lnTo>
                <a:lnTo>
                  <a:pt x="0" y="183070"/>
                </a:lnTo>
                <a:lnTo>
                  <a:pt x="4301" y="131279"/>
                </a:lnTo>
                <a:lnTo>
                  <a:pt x="17192" y="83498"/>
                </a:lnTo>
                <a:lnTo>
                  <a:pt x="38656" y="39735"/>
                </a:lnTo>
                <a:lnTo>
                  <a:pt x="68675" y="0"/>
                </a:lnTo>
                <a:lnTo>
                  <a:pt x="102203" y="0"/>
                </a:lnTo>
                <a:lnTo>
                  <a:pt x="72199" y="40569"/>
                </a:lnTo>
                <a:lnTo>
                  <a:pt x="50768" y="84451"/>
                </a:lnTo>
                <a:lnTo>
                  <a:pt x="37909" y="131494"/>
                </a:lnTo>
                <a:lnTo>
                  <a:pt x="33623" y="181546"/>
                </a:lnTo>
                <a:lnTo>
                  <a:pt x="37885" y="232186"/>
                </a:lnTo>
                <a:lnTo>
                  <a:pt x="50577" y="279130"/>
                </a:lnTo>
                <a:lnTo>
                  <a:pt x="71556" y="322644"/>
                </a:lnTo>
                <a:lnTo>
                  <a:pt x="100679" y="3629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7381011" y="3098101"/>
            <a:ext cx="196850" cy="294640"/>
          </a:xfrm>
          <a:custGeom>
            <a:avLst/>
            <a:gdLst/>
            <a:ahLst/>
            <a:cxnLst/>
            <a:rect l="l" t="t" r="r" b="b"/>
            <a:pathLst>
              <a:path w="196850" h="294639">
                <a:moveTo>
                  <a:pt x="36677" y="99161"/>
                </a:moveTo>
                <a:lnTo>
                  <a:pt x="4572" y="99161"/>
                </a:lnTo>
                <a:lnTo>
                  <a:pt x="4572" y="294424"/>
                </a:lnTo>
                <a:lnTo>
                  <a:pt x="36677" y="294424"/>
                </a:lnTo>
                <a:lnTo>
                  <a:pt x="36677" y="99161"/>
                </a:lnTo>
                <a:close/>
              </a:path>
              <a:path w="196850" h="294639">
                <a:moveTo>
                  <a:pt x="41249" y="22860"/>
                </a:moveTo>
                <a:lnTo>
                  <a:pt x="39725" y="18288"/>
                </a:lnTo>
                <a:lnTo>
                  <a:pt x="35052" y="13716"/>
                </a:lnTo>
                <a:lnTo>
                  <a:pt x="32004" y="10668"/>
                </a:lnTo>
                <a:lnTo>
                  <a:pt x="25908" y="7620"/>
                </a:lnTo>
                <a:lnTo>
                  <a:pt x="15240" y="7620"/>
                </a:lnTo>
                <a:lnTo>
                  <a:pt x="6096" y="13716"/>
                </a:lnTo>
                <a:lnTo>
                  <a:pt x="0" y="22860"/>
                </a:lnTo>
                <a:lnTo>
                  <a:pt x="0" y="35052"/>
                </a:lnTo>
                <a:lnTo>
                  <a:pt x="3048" y="39624"/>
                </a:lnTo>
                <a:lnTo>
                  <a:pt x="10668" y="47244"/>
                </a:lnTo>
                <a:lnTo>
                  <a:pt x="15240" y="48768"/>
                </a:lnTo>
                <a:lnTo>
                  <a:pt x="25908" y="48768"/>
                </a:lnTo>
                <a:lnTo>
                  <a:pt x="32004" y="47244"/>
                </a:lnTo>
                <a:lnTo>
                  <a:pt x="35052" y="42672"/>
                </a:lnTo>
                <a:lnTo>
                  <a:pt x="39725" y="38100"/>
                </a:lnTo>
                <a:lnTo>
                  <a:pt x="41249" y="33528"/>
                </a:lnTo>
                <a:lnTo>
                  <a:pt x="41249" y="22860"/>
                </a:lnTo>
                <a:close/>
              </a:path>
              <a:path w="196850" h="294639">
                <a:moveTo>
                  <a:pt x="196786" y="3048"/>
                </a:moveTo>
                <a:lnTo>
                  <a:pt x="190690" y="1524"/>
                </a:lnTo>
                <a:lnTo>
                  <a:pt x="183070" y="0"/>
                </a:lnTo>
                <a:lnTo>
                  <a:pt x="173837" y="0"/>
                </a:lnTo>
                <a:lnTo>
                  <a:pt x="129641" y="18288"/>
                </a:lnTo>
                <a:lnTo>
                  <a:pt x="111353" y="67157"/>
                </a:lnTo>
                <a:lnTo>
                  <a:pt x="111353" y="99161"/>
                </a:lnTo>
                <a:lnTo>
                  <a:pt x="77825" y="99161"/>
                </a:lnTo>
                <a:lnTo>
                  <a:pt x="77825" y="125069"/>
                </a:lnTo>
                <a:lnTo>
                  <a:pt x="111353" y="125069"/>
                </a:lnTo>
                <a:lnTo>
                  <a:pt x="111353" y="294424"/>
                </a:lnTo>
                <a:lnTo>
                  <a:pt x="141833" y="294424"/>
                </a:lnTo>
                <a:lnTo>
                  <a:pt x="141833" y="125069"/>
                </a:lnTo>
                <a:lnTo>
                  <a:pt x="187642" y="125069"/>
                </a:lnTo>
                <a:lnTo>
                  <a:pt x="187642" y="99161"/>
                </a:lnTo>
                <a:lnTo>
                  <a:pt x="141833" y="99161"/>
                </a:lnTo>
                <a:lnTo>
                  <a:pt x="141833" y="68681"/>
                </a:lnTo>
                <a:lnTo>
                  <a:pt x="144068" y="50622"/>
                </a:lnTo>
                <a:lnTo>
                  <a:pt x="150596" y="37731"/>
                </a:lnTo>
                <a:lnTo>
                  <a:pt x="161150" y="30010"/>
                </a:lnTo>
                <a:lnTo>
                  <a:pt x="175450" y="27432"/>
                </a:lnTo>
                <a:lnTo>
                  <a:pt x="183070" y="27432"/>
                </a:lnTo>
                <a:lnTo>
                  <a:pt x="190690" y="28956"/>
                </a:lnTo>
                <a:lnTo>
                  <a:pt x="196786" y="32004"/>
                </a:lnTo>
                <a:lnTo>
                  <a:pt x="196786" y="30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7687526" y="3064573"/>
            <a:ext cx="523240" cy="395605"/>
          </a:xfrm>
          <a:custGeom>
            <a:avLst/>
            <a:gdLst/>
            <a:ahLst/>
            <a:cxnLst/>
            <a:rect l="l" t="t" r="r" b="b"/>
            <a:pathLst>
              <a:path w="523240" h="395604">
                <a:moveTo>
                  <a:pt x="141833" y="100685"/>
                </a:moveTo>
                <a:lnTo>
                  <a:pt x="133565" y="91490"/>
                </a:lnTo>
                <a:lnTo>
                  <a:pt x="124879" y="82308"/>
                </a:lnTo>
                <a:lnTo>
                  <a:pt x="115900" y="73164"/>
                </a:lnTo>
                <a:lnTo>
                  <a:pt x="106781" y="64008"/>
                </a:lnTo>
                <a:lnTo>
                  <a:pt x="86969" y="77724"/>
                </a:lnTo>
                <a:lnTo>
                  <a:pt x="95821" y="88011"/>
                </a:lnTo>
                <a:lnTo>
                  <a:pt x="104114" y="98158"/>
                </a:lnTo>
                <a:lnTo>
                  <a:pt x="111823" y="108026"/>
                </a:lnTo>
                <a:lnTo>
                  <a:pt x="118973" y="117449"/>
                </a:lnTo>
                <a:lnTo>
                  <a:pt x="141833" y="100685"/>
                </a:lnTo>
                <a:close/>
              </a:path>
              <a:path w="523240" h="395604">
                <a:moveTo>
                  <a:pt x="161734" y="326428"/>
                </a:moveTo>
                <a:lnTo>
                  <a:pt x="108305" y="277571"/>
                </a:lnTo>
                <a:lnTo>
                  <a:pt x="86969" y="297383"/>
                </a:lnTo>
                <a:lnTo>
                  <a:pt x="102133" y="310857"/>
                </a:lnTo>
                <a:lnTo>
                  <a:pt x="115735" y="323748"/>
                </a:lnTo>
                <a:lnTo>
                  <a:pt x="127901" y="336042"/>
                </a:lnTo>
                <a:lnTo>
                  <a:pt x="138785" y="347764"/>
                </a:lnTo>
                <a:lnTo>
                  <a:pt x="161734" y="326428"/>
                </a:lnTo>
                <a:close/>
              </a:path>
              <a:path w="523240" h="395604">
                <a:moveTo>
                  <a:pt x="199834" y="36576"/>
                </a:moveTo>
                <a:lnTo>
                  <a:pt x="88493" y="36576"/>
                </a:lnTo>
                <a:lnTo>
                  <a:pt x="93941" y="28295"/>
                </a:lnTo>
                <a:lnTo>
                  <a:pt x="98971" y="19431"/>
                </a:lnTo>
                <a:lnTo>
                  <a:pt x="103708" y="10007"/>
                </a:lnTo>
                <a:lnTo>
                  <a:pt x="108305" y="0"/>
                </a:lnTo>
                <a:lnTo>
                  <a:pt x="74777" y="0"/>
                </a:lnTo>
                <a:lnTo>
                  <a:pt x="59893" y="27444"/>
                </a:lnTo>
                <a:lnTo>
                  <a:pt x="42570" y="52590"/>
                </a:lnTo>
                <a:lnTo>
                  <a:pt x="22656" y="75488"/>
                </a:lnTo>
                <a:lnTo>
                  <a:pt x="0" y="96113"/>
                </a:lnTo>
                <a:lnTo>
                  <a:pt x="5511" y="101561"/>
                </a:lnTo>
                <a:lnTo>
                  <a:pt x="19913" y="115925"/>
                </a:lnTo>
                <a:lnTo>
                  <a:pt x="34213" y="103047"/>
                </a:lnTo>
                <a:lnTo>
                  <a:pt x="47536" y="89585"/>
                </a:lnTo>
                <a:lnTo>
                  <a:pt x="59982" y="75552"/>
                </a:lnTo>
                <a:lnTo>
                  <a:pt x="71729" y="60960"/>
                </a:lnTo>
                <a:lnTo>
                  <a:pt x="199834" y="60960"/>
                </a:lnTo>
                <a:lnTo>
                  <a:pt x="199834" y="36576"/>
                </a:lnTo>
                <a:close/>
              </a:path>
              <a:path w="523240" h="395604">
                <a:moveTo>
                  <a:pt x="308140" y="100685"/>
                </a:moveTo>
                <a:lnTo>
                  <a:pt x="301663" y="92417"/>
                </a:lnTo>
                <a:lnTo>
                  <a:pt x="293649" y="83451"/>
                </a:lnTo>
                <a:lnTo>
                  <a:pt x="284518" y="74015"/>
                </a:lnTo>
                <a:lnTo>
                  <a:pt x="274510" y="64008"/>
                </a:lnTo>
                <a:lnTo>
                  <a:pt x="254698" y="77724"/>
                </a:lnTo>
                <a:lnTo>
                  <a:pt x="265887" y="90614"/>
                </a:lnTo>
                <a:lnTo>
                  <a:pt x="274472" y="101561"/>
                </a:lnTo>
                <a:lnTo>
                  <a:pt x="280885" y="110617"/>
                </a:lnTo>
                <a:lnTo>
                  <a:pt x="285280" y="117449"/>
                </a:lnTo>
                <a:lnTo>
                  <a:pt x="308140" y="100685"/>
                </a:lnTo>
                <a:close/>
              </a:path>
              <a:path w="523240" h="395604">
                <a:moveTo>
                  <a:pt x="367576" y="250139"/>
                </a:moveTo>
                <a:lnTo>
                  <a:pt x="285280" y="250139"/>
                </a:lnTo>
                <a:lnTo>
                  <a:pt x="285280" y="219659"/>
                </a:lnTo>
                <a:lnTo>
                  <a:pt x="256222" y="219659"/>
                </a:lnTo>
                <a:lnTo>
                  <a:pt x="256222" y="250139"/>
                </a:lnTo>
                <a:lnTo>
                  <a:pt x="16865" y="250139"/>
                </a:lnTo>
                <a:lnTo>
                  <a:pt x="16865" y="276047"/>
                </a:lnTo>
                <a:lnTo>
                  <a:pt x="256222" y="276047"/>
                </a:lnTo>
                <a:lnTo>
                  <a:pt x="256222" y="321856"/>
                </a:lnTo>
                <a:lnTo>
                  <a:pt x="254482" y="331863"/>
                </a:lnTo>
                <a:lnTo>
                  <a:pt x="249174" y="339001"/>
                </a:lnTo>
                <a:lnTo>
                  <a:pt x="240144" y="343293"/>
                </a:lnTo>
                <a:lnTo>
                  <a:pt x="227266" y="344716"/>
                </a:lnTo>
                <a:lnTo>
                  <a:pt x="214414" y="344449"/>
                </a:lnTo>
                <a:lnTo>
                  <a:pt x="200977" y="343763"/>
                </a:lnTo>
                <a:lnTo>
                  <a:pt x="172402" y="341668"/>
                </a:lnTo>
                <a:lnTo>
                  <a:pt x="173545" y="350532"/>
                </a:lnTo>
                <a:lnTo>
                  <a:pt x="206692" y="375005"/>
                </a:lnTo>
                <a:lnTo>
                  <a:pt x="236410" y="375196"/>
                </a:lnTo>
                <a:lnTo>
                  <a:pt x="257543" y="372071"/>
                </a:lnTo>
                <a:lnTo>
                  <a:pt x="272846" y="362813"/>
                </a:lnTo>
                <a:lnTo>
                  <a:pt x="282143" y="347548"/>
                </a:lnTo>
                <a:lnTo>
                  <a:pt x="282562" y="344716"/>
                </a:lnTo>
                <a:lnTo>
                  <a:pt x="285280" y="326428"/>
                </a:lnTo>
                <a:lnTo>
                  <a:pt x="285280" y="276047"/>
                </a:lnTo>
                <a:lnTo>
                  <a:pt x="367576" y="276047"/>
                </a:lnTo>
                <a:lnTo>
                  <a:pt x="367576" y="250139"/>
                </a:lnTo>
                <a:close/>
              </a:path>
              <a:path w="523240" h="395604">
                <a:moveTo>
                  <a:pt x="376720" y="36576"/>
                </a:moveTo>
                <a:lnTo>
                  <a:pt x="253174" y="36576"/>
                </a:lnTo>
                <a:lnTo>
                  <a:pt x="257746" y="28295"/>
                </a:lnTo>
                <a:lnTo>
                  <a:pt x="262318" y="19431"/>
                </a:lnTo>
                <a:lnTo>
                  <a:pt x="266890" y="10007"/>
                </a:lnTo>
                <a:lnTo>
                  <a:pt x="271462" y="0"/>
                </a:lnTo>
                <a:lnTo>
                  <a:pt x="237934" y="0"/>
                </a:lnTo>
                <a:lnTo>
                  <a:pt x="227914" y="22936"/>
                </a:lnTo>
                <a:lnTo>
                  <a:pt x="216027" y="44005"/>
                </a:lnTo>
                <a:lnTo>
                  <a:pt x="202145" y="63652"/>
                </a:lnTo>
                <a:lnTo>
                  <a:pt x="186118" y="82296"/>
                </a:lnTo>
                <a:lnTo>
                  <a:pt x="191884" y="84899"/>
                </a:lnTo>
                <a:lnTo>
                  <a:pt x="197929" y="88214"/>
                </a:lnTo>
                <a:lnTo>
                  <a:pt x="204431" y="92341"/>
                </a:lnTo>
                <a:lnTo>
                  <a:pt x="212026" y="97637"/>
                </a:lnTo>
                <a:lnTo>
                  <a:pt x="218884" y="89077"/>
                </a:lnTo>
                <a:lnTo>
                  <a:pt x="225742" y="79832"/>
                </a:lnTo>
                <a:lnTo>
                  <a:pt x="232600" y="70319"/>
                </a:lnTo>
                <a:lnTo>
                  <a:pt x="239458" y="60960"/>
                </a:lnTo>
                <a:lnTo>
                  <a:pt x="376720" y="60960"/>
                </a:lnTo>
                <a:lnTo>
                  <a:pt x="376720" y="36576"/>
                </a:lnTo>
                <a:close/>
              </a:path>
              <a:path w="523240" h="395604">
                <a:moveTo>
                  <a:pt x="379768" y="187553"/>
                </a:moveTo>
                <a:lnTo>
                  <a:pt x="204406" y="187553"/>
                </a:lnTo>
                <a:lnTo>
                  <a:pt x="204406" y="149453"/>
                </a:lnTo>
                <a:lnTo>
                  <a:pt x="353860" y="149453"/>
                </a:lnTo>
                <a:lnTo>
                  <a:pt x="353860" y="123545"/>
                </a:lnTo>
                <a:lnTo>
                  <a:pt x="204406" y="123545"/>
                </a:lnTo>
                <a:lnTo>
                  <a:pt x="204406" y="94488"/>
                </a:lnTo>
                <a:lnTo>
                  <a:pt x="173926" y="94488"/>
                </a:lnTo>
                <a:lnTo>
                  <a:pt x="173926" y="123545"/>
                </a:lnTo>
                <a:lnTo>
                  <a:pt x="30581" y="123545"/>
                </a:lnTo>
                <a:lnTo>
                  <a:pt x="30581" y="149453"/>
                </a:lnTo>
                <a:lnTo>
                  <a:pt x="173926" y="149453"/>
                </a:lnTo>
                <a:lnTo>
                  <a:pt x="173926" y="187553"/>
                </a:lnTo>
                <a:lnTo>
                  <a:pt x="3048" y="187553"/>
                </a:lnTo>
                <a:lnTo>
                  <a:pt x="3048" y="212039"/>
                </a:lnTo>
                <a:lnTo>
                  <a:pt x="379768" y="212039"/>
                </a:lnTo>
                <a:lnTo>
                  <a:pt x="379768" y="187553"/>
                </a:lnTo>
                <a:close/>
              </a:path>
              <a:path w="523240" h="395604">
                <a:moveTo>
                  <a:pt x="523113" y="212026"/>
                </a:moveTo>
                <a:lnTo>
                  <a:pt x="518845" y="161150"/>
                </a:lnTo>
                <a:lnTo>
                  <a:pt x="506158" y="113982"/>
                </a:lnTo>
                <a:lnTo>
                  <a:pt x="485178" y="70840"/>
                </a:lnTo>
                <a:lnTo>
                  <a:pt x="456057" y="32004"/>
                </a:lnTo>
                <a:lnTo>
                  <a:pt x="422529" y="32004"/>
                </a:lnTo>
                <a:lnTo>
                  <a:pt x="452539" y="71704"/>
                </a:lnTo>
                <a:lnTo>
                  <a:pt x="473964" y="115125"/>
                </a:lnTo>
                <a:lnTo>
                  <a:pt x="486829" y="162001"/>
                </a:lnTo>
                <a:lnTo>
                  <a:pt x="491109" y="212026"/>
                </a:lnTo>
                <a:lnTo>
                  <a:pt x="486829" y="262915"/>
                </a:lnTo>
                <a:lnTo>
                  <a:pt x="473964" y="310375"/>
                </a:lnTo>
                <a:lnTo>
                  <a:pt x="452539" y="354418"/>
                </a:lnTo>
                <a:lnTo>
                  <a:pt x="422529" y="395008"/>
                </a:lnTo>
                <a:lnTo>
                  <a:pt x="456057" y="395008"/>
                </a:lnTo>
                <a:lnTo>
                  <a:pt x="485178" y="355269"/>
                </a:lnTo>
                <a:lnTo>
                  <a:pt x="506158" y="311518"/>
                </a:lnTo>
                <a:lnTo>
                  <a:pt x="518845" y="263766"/>
                </a:lnTo>
                <a:lnTo>
                  <a:pt x="523113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418844" y="383438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762785" y="3630460"/>
            <a:ext cx="1532890" cy="382905"/>
          </a:xfrm>
          <a:custGeom>
            <a:avLst/>
            <a:gdLst/>
            <a:ahLst/>
            <a:cxnLst/>
            <a:rect l="l" t="t" r="r" b="b"/>
            <a:pathLst>
              <a:path w="1532889" h="382904">
                <a:moveTo>
                  <a:pt x="138772" y="146392"/>
                </a:moveTo>
                <a:lnTo>
                  <a:pt x="120446" y="132702"/>
                </a:lnTo>
                <a:lnTo>
                  <a:pt x="101968" y="119151"/>
                </a:lnTo>
                <a:lnTo>
                  <a:pt x="83197" y="105892"/>
                </a:lnTo>
                <a:lnTo>
                  <a:pt x="64008" y="93052"/>
                </a:lnTo>
                <a:lnTo>
                  <a:pt x="45720" y="112864"/>
                </a:lnTo>
                <a:lnTo>
                  <a:pt x="80975" y="140690"/>
                </a:lnTo>
                <a:lnTo>
                  <a:pt x="99123" y="155346"/>
                </a:lnTo>
                <a:lnTo>
                  <a:pt x="117436" y="170878"/>
                </a:lnTo>
                <a:lnTo>
                  <a:pt x="138772" y="146392"/>
                </a:lnTo>
                <a:close/>
              </a:path>
              <a:path w="1532889" h="382904">
                <a:moveTo>
                  <a:pt x="150964" y="205930"/>
                </a:moveTo>
                <a:lnTo>
                  <a:pt x="135724" y="181546"/>
                </a:lnTo>
                <a:lnTo>
                  <a:pt x="108788" y="197853"/>
                </a:lnTo>
                <a:lnTo>
                  <a:pt x="82880" y="212598"/>
                </a:lnTo>
                <a:lnTo>
                  <a:pt x="57835" y="225907"/>
                </a:lnTo>
                <a:lnTo>
                  <a:pt x="33528" y="237934"/>
                </a:lnTo>
                <a:lnTo>
                  <a:pt x="50292" y="263931"/>
                </a:lnTo>
                <a:lnTo>
                  <a:pt x="102349" y="233184"/>
                </a:lnTo>
                <a:lnTo>
                  <a:pt x="126885" y="219049"/>
                </a:lnTo>
                <a:lnTo>
                  <a:pt x="150964" y="205930"/>
                </a:lnTo>
                <a:close/>
              </a:path>
              <a:path w="1532889" h="382904">
                <a:moveTo>
                  <a:pt x="292798" y="117436"/>
                </a:moveTo>
                <a:lnTo>
                  <a:pt x="269938" y="97624"/>
                </a:lnTo>
                <a:lnTo>
                  <a:pt x="253923" y="111328"/>
                </a:lnTo>
                <a:lnTo>
                  <a:pt x="237883" y="124879"/>
                </a:lnTo>
                <a:lnTo>
                  <a:pt x="221856" y="138176"/>
                </a:lnTo>
                <a:lnTo>
                  <a:pt x="205828" y="151066"/>
                </a:lnTo>
                <a:lnTo>
                  <a:pt x="225640" y="172402"/>
                </a:lnTo>
                <a:lnTo>
                  <a:pt x="277393" y="130314"/>
                </a:lnTo>
                <a:lnTo>
                  <a:pt x="292798" y="117436"/>
                </a:lnTo>
                <a:close/>
              </a:path>
              <a:path w="1532889" h="382904">
                <a:moveTo>
                  <a:pt x="294322" y="21336"/>
                </a:moveTo>
                <a:lnTo>
                  <a:pt x="33528" y="21336"/>
                </a:lnTo>
                <a:lnTo>
                  <a:pt x="33528" y="48856"/>
                </a:lnTo>
                <a:lnTo>
                  <a:pt x="250126" y="48856"/>
                </a:lnTo>
                <a:lnTo>
                  <a:pt x="158584" y="97624"/>
                </a:lnTo>
                <a:lnTo>
                  <a:pt x="158584" y="259359"/>
                </a:lnTo>
                <a:lnTo>
                  <a:pt x="157137" y="269367"/>
                </a:lnTo>
                <a:lnTo>
                  <a:pt x="152679" y="276504"/>
                </a:lnTo>
                <a:lnTo>
                  <a:pt x="145084" y="280797"/>
                </a:lnTo>
                <a:lnTo>
                  <a:pt x="134200" y="282219"/>
                </a:lnTo>
                <a:lnTo>
                  <a:pt x="123621" y="281965"/>
                </a:lnTo>
                <a:lnTo>
                  <a:pt x="112445" y="281266"/>
                </a:lnTo>
                <a:lnTo>
                  <a:pt x="88392" y="279171"/>
                </a:lnTo>
                <a:lnTo>
                  <a:pt x="90385" y="287794"/>
                </a:lnTo>
                <a:lnTo>
                  <a:pt x="91821" y="295554"/>
                </a:lnTo>
                <a:lnTo>
                  <a:pt x="92671" y="302755"/>
                </a:lnTo>
                <a:lnTo>
                  <a:pt x="92964" y="309651"/>
                </a:lnTo>
                <a:lnTo>
                  <a:pt x="140296" y="309651"/>
                </a:lnTo>
                <a:lnTo>
                  <a:pt x="161188" y="306781"/>
                </a:lnTo>
                <a:lnTo>
                  <a:pt x="175920" y="298030"/>
                </a:lnTo>
                <a:lnTo>
                  <a:pt x="184670" y="283298"/>
                </a:lnTo>
                <a:lnTo>
                  <a:pt x="184810" y="282219"/>
                </a:lnTo>
                <a:lnTo>
                  <a:pt x="187540" y="262407"/>
                </a:lnTo>
                <a:lnTo>
                  <a:pt x="187591" y="111328"/>
                </a:lnTo>
                <a:lnTo>
                  <a:pt x="294322" y="53428"/>
                </a:lnTo>
                <a:lnTo>
                  <a:pt x="294322" y="21336"/>
                </a:lnTo>
                <a:close/>
              </a:path>
              <a:path w="1532889" h="382904">
                <a:moveTo>
                  <a:pt x="300418" y="240982"/>
                </a:moveTo>
                <a:lnTo>
                  <a:pt x="277799" y="225259"/>
                </a:lnTo>
                <a:lnTo>
                  <a:pt x="255600" y="210121"/>
                </a:lnTo>
                <a:lnTo>
                  <a:pt x="233692" y="195541"/>
                </a:lnTo>
                <a:lnTo>
                  <a:pt x="211924" y="181546"/>
                </a:lnTo>
                <a:lnTo>
                  <a:pt x="193636" y="204406"/>
                </a:lnTo>
                <a:lnTo>
                  <a:pt x="215353" y="219290"/>
                </a:lnTo>
                <a:lnTo>
                  <a:pt x="236931" y="234327"/>
                </a:lnTo>
                <a:lnTo>
                  <a:pt x="258229" y="249669"/>
                </a:lnTo>
                <a:lnTo>
                  <a:pt x="279082" y="265455"/>
                </a:lnTo>
                <a:lnTo>
                  <a:pt x="300418" y="240982"/>
                </a:lnTo>
                <a:close/>
              </a:path>
              <a:path w="1532889" h="382904">
                <a:moveTo>
                  <a:pt x="333946" y="99148"/>
                </a:moveTo>
                <a:lnTo>
                  <a:pt x="303466" y="99148"/>
                </a:lnTo>
                <a:lnTo>
                  <a:pt x="303466" y="329463"/>
                </a:lnTo>
                <a:lnTo>
                  <a:pt x="30480" y="329463"/>
                </a:lnTo>
                <a:lnTo>
                  <a:pt x="30480" y="99148"/>
                </a:lnTo>
                <a:lnTo>
                  <a:pt x="0" y="99148"/>
                </a:lnTo>
                <a:lnTo>
                  <a:pt x="0" y="358521"/>
                </a:lnTo>
                <a:lnTo>
                  <a:pt x="303466" y="358521"/>
                </a:lnTo>
                <a:lnTo>
                  <a:pt x="303466" y="376809"/>
                </a:lnTo>
                <a:lnTo>
                  <a:pt x="333946" y="376809"/>
                </a:lnTo>
                <a:lnTo>
                  <a:pt x="333946" y="329463"/>
                </a:lnTo>
                <a:lnTo>
                  <a:pt x="333946" y="99148"/>
                </a:lnTo>
                <a:close/>
              </a:path>
              <a:path w="1532889" h="382904">
                <a:moveTo>
                  <a:pt x="443763" y="62585"/>
                </a:moveTo>
                <a:lnTo>
                  <a:pt x="434619" y="50241"/>
                </a:lnTo>
                <a:lnTo>
                  <a:pt x="425475" y="38493"/>
                </a:lnTo>
                <a:lnTo>
                  <a:pt x="416331" y="27343"/>
                </a:lnTo>
                <a:lnTo>
                  <a:pt x="407187" y="16764"/>
                </a:lnTo>
                <a:lnTo>
                  <a:pt x="385762" y="32004"/>
                </a:lnTo>
                <a:lnTo>
                  <a:pt x="394703" y="43510"/>
                </a:lnTo>
                <a:lnTo>
                  <a:pt x="403186" y="55143"/>
                </a:lnTo>
                <a:lnTo>
                  <a:pt x="411365" y="67030"/>
                </a:lnTo>
                <a:lnTo>
                  <a:pt x="419379" y="79349"/>
                </a:lnTo>
                <a:lnTo>
                  <a:pt x="443763" y="62585"/>
                </a:lnTo>
                <a:close/>
              </a:path>
              <a:path w="1532889" h="382904">
                <a:moveTo>
                  <a:pt x="555117" y="222694"/>
                </a:moveTo>
                <a:lnTo>
                  <a:pt x="526161" y="222694"/>
                </a:lnTo>
                <a:lnTo>
                  <a:pt x="526161" y="248602"/>
                </a:lnTo>
                <a:lnTo>
                  <a:pt x="518388" y="263182"/>
                </a:lnTo>
                <a:lnTo>
                  <a:pt x="508927" y="276885"/>
                </a:lnTo>
                <a:lnTo>
                  <a:pt x="497776" y="289420"/>
                </a:lnTo>
                <a:lnTo>
                  <a:pt x="484911" y="300520"/>
                </a:lnTo>
                <a:lnTo>
                  <a:pt x="470966" y="294563"/>
                </a:lnTo>
                <a:lnTo>
                  <a:pt x="442480" y="282079"/>
                </a:lnTo>
                <a:lnTo>
                  <a:pt x="428523" y="276136"/>
                </a:lnTo>
                <a:lnTo>
                  <a:pt x="446811" y="248602"/>
                </a:lnTo>
                <a:lnTo>
                  <a:pt x="526161" y="248602"/>
                </a:lnTo>
                <a:lnTo>
                  <a:pt x="526161" y="222694"/>
                </a:lnTo>
                <a:lnTo>
                  <a:pt x="462051" y="222694"/>
                </a:lnTo>
                <a:lnTo>
                  <a:pt x="465099" y="216598"/>
                </a:lnTo>
                <a:lnTo>
                  <a:pt x="474243" y="201358"/>
                </a:lnTo>
                <a:lnTo>
                  <a:pt x="446811" y="193738"/>
                </a:lnTo>
                <a:lnTo>
                  <a:pt x="442480" y="200837"/>
                </a:lnTo>
                <a:lnTo>
                  <a:pt x="434390" y="215595"/>
                </a:lnTo>
                <a:lnTo>
                  <a:pt x="430047" y="222694"/>
                </a:lnTo>
                <a:lnTo>
                  <a:pt x="372046" y="222694"/>
                </a:lnTo>
                <a:lnTo>
                  <a:pt x="372046" y="248602"/>
                </a:lnTo>
                <a:lnTo>
                  <a:pt x="414807" y="248602"/>
                </a:lnTo>
                <a:lnTo>
                  <a:pt x="409092" y="257771"/>
                </a:lnTo>
                <a:lnTo>
                  <a:pt x="403377" y="266788"/>
                </a:lnTo>
                <a:lnTo>
                  <a:pt x="397662" y="275488"/>
                </a:lnTo>
                <a:lnTo>
                  <a:pt x="391947" y="283756"/>
                </a:lnTo>
                <a:lnTo>
                  <a:pt x="460527" y="318808"/>
                </a:lnTo>
                <a:lnTo>
                  <a:pt x="439978" y="329666"/>
                </a:lnTo>
                <a:lnTo>
                  <a:pt x="417283" y="339382"/>
                </a:lnTo>
                <a:lnTo>
                  <a:pt x="392557" y="347954"/>
                </a:lnTo>
                <a:lnTo>
                  <a:pt x="365950" y="355384"/>
                </a:lnTo>
                <a:lnTo>
                  <a:pt x="369379" y="362267"/>
                </a:lnTo>
                <a:lnTo>
                  <a:pt x="372808" y="368985"/>
                </a:lnTo>
                <a:lnTo>
                  <a:pt x="376237" y="375399"/>
                </a:lnTo>
                <a:lnTo>
                  <a:pt x="379666" y="381381"/>
                </a:lnTo>
                <a:lnTo>
                  <a:pt x="410552" y="371602"/>
                </a:lnTo>
                <a:lnTo>
                  <a:pt x="439000" y="360375"/>
                </a:lnTo>
                <a:lnTo>
                  <a:pt x="464845" y="347433"/>
                </a:lnTo>
                <a:lnTo>
                  <a:pt x="487959" y="332524"/>
                </a:lnTo>
                <a:lnTo>
                  <a:pt x="500519" y="339382"/>
                </a:lnTo>
                <a:lnTo>
                  <a:pt x="512927" y="346240"/>
                </a:lnTo>
                <a:lnTo>
                  <a:pt x="525081" y="353136"/>
                </a:lnTo>
                <a:lnTo>
                  <a:pt x="536829" y="360045"/>
                </a:lnTo>
                <a:lnTo>
                  <a:pt x="553593" y="334048"/>
                </a:lnTo>
                <a:lnTo>
                  <a:pt x="550722" y="332524"/>
                </a:lnTo>
                <a:lnTo>
                  <a:pt x="543280" y="328561"/>
                </a:lnTo>
                <a:lnTo>
                  <a:pt x="532815" y="323380"/>
                </a:lnTo>
                <a:lnTo>
                  <a:pt x="510819" y="312712"/>
                </a:lnTo>
                <a:lnTo>
                  <a:pt x="522782" y="300520"/>
                </a:lnTo>
                <a:lnTo>
                  <a:pt x="524852" y="298399"/>
                </a:lnTo>
                <a:lnTo>
                  <a:pt x="537006" y="282790"/>
                </a:lnTo>
                <a:lnTo>
                  <a:pt x="547141" y="265734"/>
                </a:lnTo>
                <a:lnTo>
                  <a:pt x="555117" y="247078"/>
                </a:lnTo>
                <a:lnTo>
                  <a:pt x="555117" y="222694"/>
                </a:lnTo>
                <a:close/>
              </a:path>
              <a:path w="1532889" h="382904">
                <a:moveTo>
                  <a:pt x="565785" y="91541"/>
                </a:moveTo>
                <a:lnTo>
                  <a:pt x="492531" y="91541"/>
                </a:lnTo>
                <a:lnTo>
                  <a:pt x="492531" y="6096"/>
                </a:lnTo>
                <a:lnTo>
                  <a:pt x="463575" y="6096"/>
                </a:lnTo>
                <a:lnTo>
                  <a:pt x="463575" y="91541"/>
                </a:lnTo>
                <a:lnTo>
                  <a:pt x="376618" y="91541"/>
                </a:lnTo>
                <a:lnTo>
                  <a:pt x="376618" y="115925"/>
                </a:lnTo>
                <a:lnTo>
                  <a:pt x="454431" y="115925"/>
                </a:lnTo>
                <a:lnTo>
                  <a:pt x="434200" y="134505"/>
                </a:lnTo>
                <a:lnTo>
                  <a:pt x="412521" y="151396"/>
                </a:lnTo>
                <a:lnTo>
                  <a:pt x="389674" y="166573"/>
                </a:lnTo>
                <a:lnTo>
                  <a:pt x="365950" y="180022"/>
                </a:lnTo>
                <a:lnTo>
                  <a:pt x="370497" y="185737"/>
                </a:lnTo>
                <a:lnTo>
                  <a:pt x="374904" y="191452"/>
                </a:lnTo>
                <a:lnTo>
                  <a:pt x="379018" y="197167"/>
                </a:lnTo>
                <a:lnTo>
                  <a:pt x="382714" y="202882"/>
                </a:lnTo>
                <a:lnTo>
                  <a:pt x="405028" y="188595"/>
                </a:lnTo>
                <a:lnTo>
                  <a:pt x="426046" y="173151"/>
                </a:lnTo>
                <a:lnTo>
                  <a:pt x="445604" y="156552"/>
                </a:lnTo>
                <a:lnTo>
                  <a:pt x="463575" y="138785"/>
                </a:lnTo>
                <a:lnTo>
                  <a:pt x="463575" y="193738"/>
                </a:lnTo>
                <a:lnTo>
                  <a:pt x="492531" y="193738"/>
                </a:lnTo>
                <a:lnTo>
                  <a:pt x="492531" y="149453"/>
                </a:lnTo>
                <a:lnTo>
                  <a:pt x="507720" y="161759"/>
                </a:lnTo>
                <a:lnTo>
                  <a:pt x="521347" y="173342"/>
                </a:lnTo>
                <a:lnTo>
                  <a:pt x="533552" y="184048"/>
                </a:lnTo>
                <a:lnTo>
                  <a:pt x="544449" y="193738"/>
                </a:lnTo>
                <a:lnTo>
                  <a:pt x="562737" y="172402"/>
                </a:lnTo>
                <a:lnTo>
                  <a:pt x="550468" y="162471"/>
                </a:lnTo>
                <a:lnTo>
                  <a:pt x="536435" y="151206"/>
                </a:lnTo>
                <a:lnTo>
                  <a:pt x="534149" y="149453"/>
                </a:lnTo>
                <a:lnTo>
                  <a:pt x="522249" y="140309"/>
                </a:lnTo>
                <a:lnTo>
                  <a:pt x="520687" y="139103"/>
                </a:lnTo>
                <a:lnTo>
                  <a:pt x="503199" y="126593"/>
                </a:lnTo>
                <a:lnTo>
                  <a:pt x="492531" y="140309"/>
                </a:lnTo>
                <a:lnTo>
                  <a:pt x="492531" y="138785"/>
                </a:lnTo>
                <a:lnTo>
                  <a:pt x="492531" y="115925"/>
                </a:lnTo>
                <a:lnTo>
                  <a:pt x="565785" y="115925"/>
                </a:lnTo>
                <a:lnTo>
                  <a:pt x="565785" y="91541"/>
                </a:lnTo>
                <a:close/>
              </a:path>
              <a:path w="1532889" h="382904">
                <a:moveTo>
                  <a:pt x="571881" y="30480"/>
                </a:moveTo>
                <a:lnTo>
                  <a:pt x="549021" y="15240"/>
                </a:lnTo>
                <a:lnTo>
                  <a:pt x="538962" y="28689"/>
                </a:lnTo>
                <a:lnTo>
                  <a:pt x="529158" y="41579"/>
                </a:lnTo>
                <a:lnTo>
                  <a:pt x="519366" y="53898"/>
                </a:lnTo>
                <a:lnTo>
                  <a:pt x="509295" y="65633"/>
                </a:lnTo>
                <a:lnTo>
                  <a:pt x="515010" y="69964"/>
                </a:lnTo>
                <a:lnTo>
                  <a:pt x="520585" y="74015"/>
                </a:lnTo>
                <a:lnTo>
                  <a:pt x="525881" y="78054"/>
                </a:lnTo>
                <a:lnTo>
                  <a:pt x="530733" y="82397"/>
                </a:lnTo>
                <a:lnTo>
                  <a:pt x="541020" y="69799"/>
                </a:lnTo>
                <a:lnTo>
                  <a:pt x="551307" y="57048"/>
                </a:lnTo>
                <a:lnTo>
                  <a:pt x="561594" y="43992"/>
                </a:lnTo>
                <a:lnTo>
                  <a:pt x="571881" y="30480"/>
                </a:lnTo>
                <a:close/>
              </a:path>
              <a:path w="1532889" h="382904">
                <a:moveTo>
                  <a:pt x="753338" y="349288"/>
                </a:moveTo>
                <a:lnTo>
                  <a:pt x="709142" y="318427"/>
                </a:lnTo>
                <a:lnTo>
                  <a:pt x="674090" y="280708"/>
                </a:lnTo>
                <a:lnTo>
                  <a:pt x="689089" y="250126"/>
                </a:lnTo>
                <a:lnTo>
                  <a:pt x="691781" y="244640"/>
                </a:lnTo>
                <a:lnTo>
                  <a:pt x="705904" y="202882"/>
                </a:lnTo>
                <a:lnTo>
                  <a:pt x="716305" y="155409"/>
                </a:lnTo>
                <a:lnTo>
                  <a:pt x="722858" y="102209"/>
                </a:lnTo>
                <a:lnTo>
                  <a:pt x="747242" y="102209"/>
                </a:lnTo>
                <a:lnTo>
                  <a:pt x="747242" y="76301"/>
                </a:lnTo>
                <a:lnTo>
                  <a:pt x="692378" y="76301"/>
                </a:lnTo>
                <a:lnTo>
                  <a:pt x="692378" y="102209"/>
                </a:lnTo>
                <a:lnTo>
                  <a:pt x="687489" y="145935"/>
                </a:lnTo>
                <a:lnTo>
                  <a:pt x="679602" y="185343"/>
                </a:lnTo>
                <a:lnTo>
                  <a:pt x="668566" y="220103"/>
                </a:lnTo>
                <a:lnTo>
                  <a:pt x="654177" y="250126"/>
                </a:lnTo>
                <a:lnTo>
                  <a:pt x="640537" y="220167"/>
                </a:lnTo>
                <a:lnTo>
                  <a:pt x="629412" y="187058"/>
                </a:lnTo>
                <a:lnTo>
                  <a:pt x="622261" y="155638"/>
                </a:lnTo>
                <a:lnTo>
                  <a:pt x="621169" y="150863"/>
                </a:lnTo>
                <a:lnTo>
                  <a:pt x="616077" y="111353"/>
                </a:lnTo>
                <a:lnTo>
                  <a:pt x="620649" y="102209"/>
                </a:lnTo>
                <a:lnTo>
                  <a:pt x="692378" y="102209"/>
                </a:lnTo>
                <a:lnTo>
                  <a:pt x="692378" y="76301"/>
                </a:lnTo>
                <a:lnTo>
                  <a:pt x="629793" y="76301"/>
                </a:lnTo>
                <a:lnTo>
                  <a:pt x="635228" y="59969"/>
                </a:lnTo>
                <a:lnTo>
                  <a:pt x="640080" y="42913"/>
                </a:lnTo>
                <a:lnTo>
                  <a:pt x="644372" y="24993"/>
                </a:lnTo>
                <a:lnTo>
                  <a:pt x="648081" y="6096"/>
                </a:lnTo>
                <a:lnTo>
                  <a:pt x="617601" y="1524"/>
                </a:lnTo>
                <a:lnTo>
                  <a:pt x="608736" y="46443"/>
                </a:lnTo>
                <a:lnTo>
                  <a:pt x="595884" y="87350"/>
                </a:lnTo>
                <a:lnTo>
                  <a:pt x="579018" y="124244"/>
                </a:lnTo>
                <a:lnTo>
                  <a:pt x="558165" y="157162"/>
                </a:lnTo>
                <a:lnTo>
                  <a:pt x="562571" y="162458"/>
                </a:lnTo>
                <a:lnTo>
                  <a:pt x="569214" y="170497"/>
                </a:lnTo>
                <a:lnTo>
                  <a:pt x="574027" y="176453"/>
                </a:lnTo>
                <a:lnTo>
                  <a:pt x="577977" y="181546"/>
                </a:lnTo>
                <a:lnTo>
                  <a:pt x="582307" y="175564"/>
                </a:lnTo>
                <a:lnTo>
                  <a:pt x="586359" y="169164"/>
                </a:lnTo>
                <a:lnTo>
                  <a:pt x="590410" y="162471"/>
                </a:lnTo>
                <a:lnTo>
                  <a:pt x="594741" y="155638"/>
                </a:lnTo>
                <a:lnTo>
                  <a:pt x="600735" y="189928"/>
                </a:lnTo>
                <a:lnTo>
                  <a:pt x="609600" y="221945"/>
                </a:lnTo>
                <a:lnTo>
                  <a:pt x="621322" y="251688"/>
                </a:lnTo>
                <a:lnTo>
                  <a:pt x="635889" y="279184"/>
                </a:lnTo>
                <a:lnTo>
                  <a:pt x="617601" y="301231"/>
                </a:lnTo>
                <a:lnTo>
                  <a:pt x="597027" y="321856"/>
                </a:lnTo>
                <a:lnTo>
                  <a:pt x="574167" y="341363"/>
                </a:lnTo>
                <a:lnTo>
                  <a:pt x="549021" y="360045"/>
                </a:lnTo>
                <a:lnTo>
                  <a:pt x="555574" y="365975"/>
                </a:lnTo>
                <a:lnTo>
                  <a:pt x="561403" y="372046"/>
                </a:lnTo>
                <a:lnTo>
                  <a:pt x="566381" y="377837"/>
                </a:lnTo>
                <a:lnTo>
                  <a:pt x="570357" y="382905"/>
                </a:lnTo>
                <a:lnTo>
                  <a:pt x="593737" y="366293"/>
                </a:lnTo>
                <a:lnTo>
                  <a:pt x="615696" y="348373"/>
                </a:lnTo>
                <a:lnTo>
                  <a:pt x="635939" y="329031"/>
                </a:lnTo>
                <a:lnTo>
                  <a:pt x="654177" y="308140"/>
                </a:lnTo>
                <a:lnTo>
                  <a:pt x="671093" y="328129"/>
                </a:lnTo>
                <a:lnTo>
                  <a:pt x="689698" y="346849"/>
                </a:lnTo>
                <a:lnTo>
                  <a:pt x="709993" y="364147"/>
                </a:lnTo>
                <a:lnTo>
                  <a:pt x="732002" y="379857"/>
                </a:lnTo>
                <a:lnTo>
                  <a:pt x="741527" y="365175"/>
                </a:lnTo>
                <a:lnTo>
                  <a:pt x="747001" y="357314"/>
                </a:lnTo>
                <a:lnTo>
                  <a:pt x="753338" y="349288"/>
                </a:lnTo>
                <a:close/>
              </a:path>
              <a:path w="1532889" h="382904">
                <a:moveTo>
                  <a:pt x="1119378" y="47332"/>
                </a:moveTo>
                <a:lnTo>
                  <a:pt x="965365" y="47332"/>
                </a:lnTo>
                <a:lnTo>
                  <a:pt x="982129" y="38100"/>
                </a:lnTo>
                <a:lnTo>
                  <a:pt x="973912" y="27863"/>
                </a:lnTo>
                <a:lnTo>
                  <a:pt x="965555" y="17907"/>
                </a:lnTo>
                <a:lnTo>
                  <a:pt x="950125" y="0"/>
                </a:lnTo>
                <a:lnTo>
                  <a:pt x="921067" y="15240"/>
                </a:lnTo>
                <a:lnTo>
                  <a:pt x="927023" y="23241"/>
                </a:lnTo>
                <a:lnTo>
                  <a:pt x="939533" y="39281"/>
                </a:lnTo>
                <a:lnTo>
                  <a:pt x="945553" y="47332"/>
                </a:lnTo>
                <a:lnTo>
                  <a:pt x="782294" y="47332"/>
                </a:lnTo>
                <a:lnTo>
                  <a:pt x="782294" y="118960"/>
                </a:lnTo>
                <a:lnTo>
                  <a:pt x="811339" y="118960"/>
                </a:lnTo>
                <a:lnTo>
                  <a:pt x="811339" y="76288"/>
                </a:lnTo>
                <a:lnTo>
                  <a:pt x="1090422" y="76288"/>
                </a:lnTo>
                <a:lnTo>
                  <a:pt x="1090422" y="120484"/>
                </a:lnTo>
                <a:lnTo>
                  <a:pt x="1119378" y="120484"/>
                </a:lnTo>
                <a:lnTo>
                  <a:pt x="1119378" y="76288"/>
                </a:lnTo>
                <a:lnTo>
                  <a:pt x="1119378" y="47332"/>
                </a:lnTo>
                <a:close/>
              </a:path>
              <a:path w="1532889" h="382904">
                <a:moveTo>
                  <a:pt x="1140714" y="334035"/>
                </a:moveTo>
                <a:lnTo>
                  <a:pt x="1053604" y="335368"/>
                </a:lnTo>
                <a:lnTo>
                  <a:pt x="974509" y="335559"/>
                </a:lnTo>
                <a:lnTo>
                  <a:pt x="974509" y="332511"/>
                </a:lnTo>
                <a:lnTo>
                  <a:pt x="974509" y="254787"/>
                </a:lnTo>
                <a:lnTo>
                  <a:pt x="1107186" y="254787"/>
                </a:lnTo>
                <a:lnTo>
                  <a:pt x="1107186" y="227266"/>
                </a:lnTo>
                <a:lnTo>
                  <a:pt x="974509" y="227266"/>
                </a:lnTo>
                <a:lnTo>
                  <a:pt x="974509" y="164782"/>
                </a:lnTo>
                <a:lnTo>
                  <a:pt x="1131570" y="164782"/>
                </a:lnTo>
                <a:lnTo>
                  <a:pt x="1131570" y="135724"/>
                </a:lnTo>
                <a:lnTo>
                  <a:pt x="768578" y="135724"/>
                </a:lnTo>
                <a:lnTo>
                  <a:pt x="768578" y="164782"/>
                </a:lnTo>
                <a:lnTo>
                  <a:pt x="942505" y="164782"/>
                </a:lnTo>
                <a:lnTo>
                  <a:pt x="942505" y="332511"/>
                </a:lnTo>
                <a:lnTo>
                  <a:pt x="888695" y="309841"/>
                </a:lnTo>
                <a:lnTo>
                  <a:pt x="850963" y="260883"/>
                </a:lnTo>
                <a:lnTo>
                  <a:pt x="855256" y="244805"/>
                </a:lnTo>
                <a:lnTo>
                  <a:pt x="858964" y="228612"/>
                </a:lnTo>
                <a:lnTo>
                  <a:pt x="862114" y="212140"/>
                </a:lnTo>
                <a:lnTo>
                  <a:pt x="864679" y="195262"/>
                </a:lnTo>
                <a:lnTo>
                  <a:pt x="832675" y="189166"/>
                </a:lnTo>
                <a:lnTo>
                  <a:pt x="824674" y="239534"/>
                </a:lnTo>
                <a:lnTo>
                  <a:pt x="809802" y="283171"/>
                </a:lnTo>
                <a:lnTo>
                  <a:pt x="788060" y="320205"/>
                </a:lnTo>
                <a:lnTo>
                  <a:pt x="759434" y="350799"/>
                </a:lnTo>
                <a:lnTo>
                  <a:pt x="764882" y="357962"/>
                </a:lnTo>
                <a:lnTo>
                  <a:pt x="769912" y="365366"/>
                </a:lnTo>
                <a:lnTo>
                  <a:pt x="774649" y="372757"/>
                </a:lnTo>
                <a:lnTo>
                  <a:pt x="779246" y="379857"/>
                </a:lnTo>
                <a:lnTo>
                  <a:pt x="796721" y="361543"/>
                </a:lnTo>
                <a:lnTo>
                  <a:pt x="812406" y="341185"/>
                </a:lnTo>
                <a:lnTo>
                  <a:pt x="826477" y="318681"/>
                </a:lnTo>
                <a:lnTo>
                  <a:pt x="838771" y="294411"/>
                </a:lnTo>
                <a:lnTo>
                  <a:pt x="861961" y="325323"/>
                </a:lnTo>
                <a:lnTo>
                  <a:pt x="924966" y="360286"/>
                </a:lnTo>
                <a:lnTo>
                  <a:pt x="965365" y="364617"/>
                </a:lnTo>
                <a:lnTo>
                  <a:pt x="1128522" y="366141"/>
                </a:lnTo>
                <a:lnTo>
                  <a:pt x="1131074" y="357225"/>
                </a:lnTo>
                <a:lnTo>
                  <a:pt x="1134046" y="348907"/>
                </a:lnTo>
                <a:lnTo>
                  <a:pt x="1137310" y="341185"/>
                </a:lnTo>
                <a:lnTo>
                  <a:pt x="1139990" y="335559"/>
                </a:lnTo>
                <a:lnTo>
                  <a:pt x="1140714" y="334035"/>
                </a:lnTo>
                <a:close/>
              </a:path>
              <a:path w="1532889" h="382904">
                <a:moveTo>
                  <a:pt x="1375600" y="90017"/>
                </a:moveTo>
                <a:lnTo>
                  <a:pt x="1364970" y="68872"/>
                </a:lnTo>
                <a:lnTo>
                  <a:pt x="1353451" y="46723"/>
                </a:lnTo>
                <a:lnTo>
                  <a:pt x="1340802" y="23710"/>
                </a:lnTo>
                <a:lnTo>
                  <a:pt x="1326730" y="0"/>
                </a:lnTo>
                <a:lnTo>
                  <a:pt x="1299298" y="12192"/>
                </a:lnTo>
                <a:lnTo>
                  <a:pt x="1310728" y="34251"/>
                </a:lnTo>
                <a:lnTo>
                  <a:pt x="1322158" y="57200"/>
                </a:lnTo>
                <a:lnTo>
                  <a:pt x="1333588" y="81280"/>
                </a:lnTo>
                <a:lnTo>
                  <a:pt x="1345018" y="106781"/>
                </a:lnTo>
                <a:lnTo>
                  <a:pt x="1375600" y="90017"/>
                </a:lnTo>
                <a:close/>
              </a:path>
              <a:path w="1532889" h="382904">
                <a:moveTo>
                  <a:pt x="1532674" y="338620"/>
                </a:moveTo>
                <a:lnTo>
                  <a:pt x="1481797" y="324853"/>
                </a:lnTo>
                <a:lnTo>
                  <a:pt x="1436954" y="308521"/>
                </a:lnTo>
                <a:lnTo>
                  <a:pt x="1399463" y="289852"/>
                </a:lnTo>
                <a:lnTo>
                  <a:pt x="1366456" y="266992"/>
                </a:lnTo>
                <a:lnTo>
                  <a:pt x="1384592" y="245554"/>
                </a:lnTo>
                <a:lnTo>
                  <a:pt x="1397914" y="229806"/>
                </a:lnTo>
                <a:lnTo>
                  <a:pt x="1424609" y="187871"/>
                </a:lnTo>
                <a:lnTo>
                  <a:pt x="1446555" y="141173"/>
                </a:lnTo>
                <a:lnTo>
                  <a:pt x="1463751" y="89725"/>
                </a:lnTo>
                <a:lnTo>
                  <a:pt x="1476184" y="33528"/>
                </a:lnTo>
                <a:lnTo>
                  <a:pt x="1444180" y="27432"/>
                </a:lnTo>
                <a:lnTo>
                  <a:pt x="1434287" y="77952"/>
                </a:lnTo>
                <a:lnTo>
                  <a:pt x="1419199" y="125095"/>
                </a:lnTo>
                <a:lnTo>
                  <a:pt x="1398841" y="168808"/>
                </a:lnTo>
                <a:lnTo>
                  <a:pt x="1373124" y="208978"/>
                </a:lnTo>
                <a:lnTo>
                  <a:pt x="1341970" y="245554"/>
                </a:lnTo>
                <a:lnTo>
                  <a:pt x="1313611" y="212636"/>
                </a:lnTo>
                <a:lnTo>
                  <a:pt x="1288745" y="174294"/>
                </a:lnTo>
                <a:lnTo>
                  <a:pt x="1267256" y="130581"/>
                </a:lnTo>
                <a:lnTo>
                  <a:pt x="1248981" y="81610"/>
                </a:lnTo>
                <a:lnTo>
                  <a:pt x="1233766" y="27432"/>
                </a:lnTo>
                <a:lnTo>
                  <a:pt x="1204722" y="38100"/>
                </a:lnTo>
                <a:lnTo>
                  <a:pt x="1221041" y="95745"/>
                </a:lnTo>
                <a:lnTo>
                  <a:pt x="1240637" y="147751"/>
                </a:lnTo>
                <a:lnTo>
                  <a:pt x="1263510" y="193979"/>
                </a:lnTo>
                <a:lnTo>
                  <a:pt x="1289672" y="234276"/>
                </a:lnTo>
                <a:lnTo>
                  <a:pt x="1319110" y="268516"/>
                </a:lnTo>
                <a:lnTo>
                  <a:pt x="1287995" y="290512"/>
                </a:lnTo>
                <a:lnTo>
                  <a:pt x="1249578" y="310807"/>
                </a:lnTo>
                <a:lnTo>
                  <a:pt x="1203985" y="329374"/>
                </a:lnTo>
                <a:lnTo>
                  <a:pt x="1151382" y="346240"/>
                </a:lnTo>
                <a:lnTo>
                  <a:pt x="1157719" y="354228"/>
                </a:lnTo>
                <a:lnTo>
                  <a:pt x="1163193" y="362089"/>
                </a:lnTo>
                <a:lnTo>
                  <a:pt x="1172718" y="376809"/>
                </a:lnTo>
                <a:lnTo>
                  <a:pt x="1225346" y="356108"/>
                </a:lnTo>
                <a:lnTo>
                  <a:pt x="1271104" y="335000"/>
                </a:lnTo>
                <a:lnTo>
                  <a:pt x="1309966" y="313067"/>
                </a:lnTo>
                <a:lnTo>
                  <a:pt x="1341970" y="289852"/>
                </a:lnTo>
                <a:lnTo>
                  <a:pt x="1372870" y="312775"/>
                </a:lnTo>
                <a:lnTo>
                  <a:pt x="1410462" y="333857"/>
                </a:lnTo>
                <a:lnTo>
                  <a:pt x="1454619" y="353542"/>
                </a:lnTo>
                <a:lnTo>
                  <a:pt x="1505242" y="372237"/>
                </a:lnTo>
                <a:lnTo>
                  <a:pt x="1517815" y="357136"/>
                </a:lnTo>
                <a:lnTo>
                  <a:pt x="1524952" y="348373"/>
                </a:lnTo>
                <a:lnTo>
                  <a:pt x="1532674" y="3386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3554628" y="3628935"/>
            <a:ext cx="523240" cy="395605"/>
          </a:xfrm>
          <a:custGeom>
            <a:avLst/>
            <a:gdLst/>
            <a:ahLst/>
            <a:cxnLst/>
            <a:rect l="l" t="t" r="r" b="b"/>
            <a:pathLst>
              <a:path w="523239" h="395604">
                <a:moveTo>
                  <a:pt x="102196" y="32092"/>
                </a:moveTo>
                <a:lnTo>
                  <a:pt x="68668" y="32092"/>
                </a:lnTo>
                <a:lnTo>
                  <a:pt x="38658" y="71831"/>
                </a:lnTo>
                <a:lnTo>
                  <a:pt x="17195" y="115595"/>
                </a:lnTo>
                <a:lnTo>
                  <a:pt x="4305" y="163372"/>
                </a:lnTo>
                <a:lnTo>
                  <a:pt x="0" y="215163"/>
                </a:lnTo>
                <a:lnTo>
                  <a:pt x="4305" y="265785"/>
                </a:lnTo>
                <a:lnTo>
                  <a:pt x="17195" y="312559"/>
                </a:lnTo>
                <a:lnTo>
                  <a:pt x="38658" y="355625"/>
                </a:lnTo>
                <a:lnTo>
                  <a:pt x="68668" y="395097"/>
                </a:lnTo>
                <a:lnTo>
                  <a:pt x="100672" y="395097"/>
                </a:lnTo>
                <a:lnTo>
                  <a:pt x="71551" y="354749"/>
                </a:lnTo>
                <a:lnTo>
                  <a:pt x="50571" y="311226"/>
                </a:lnTo>
                <a:lnTo>
                  <a:pt x="37884" y="264287"/>
                </a:lnTo>
                <a:lnTo>
                  <a:pt x="33616" y="213639"/>
                </a:lnTo>
                <a:lnTo>
                  <a:pt x="37909" y="163588"/>
                </a:lnTo>
                <a:lnTo>
                  <a:pt x="50761" y="116547"/>
                </a:lnTo>
                <a:lnTo>
                  <a:pt x="72199" y="72669"/>
                </a:lnTo>
                <a:lnTo>
                  <a:pt x="102196" y="32092"/>
                </a:lnTo>
                <a:close/>
              </a:path>
              <a:path w="523239" h="395604">
                <a:moveTo>
                  <a:pt x="244030" y="118960"/>
                </a:moveTo>
                <a:lnTo>
                  <a:pt x="221170" y="99148"/>
                </a:lnTo>
                <a:lnTo>
                  <a:pt x="202831" y="121196"/>
                </a:lnTo>
                <a:lnTo>
                  <a:pt x="184213" y="141681"/>
                </a:lnTo>
                <a:lnTo>
                  <a:pt x="165023" y="160743"/>
                </a:lnTo>
                <a:lnTo>
                  <a:pt x="144970" y="178498"/>
                </a:lnTo>
                <a:lnTo>
                  <a:pt x="151536" y="183972"/>
                </a:lnTo>
                <a:lnTo>
                  <a:pt x="157543" y="189166"/>
                </a:lnTo>
                <a:lnTo>
                  <a:pt x="162966" y="194360"/>
                </a:lnTo>
                <a:lnTo>
                  <a:pt x="167830" y="199834"/>
                </a:lnTo>
                <a:lnTo>
                  <a:pt x="186385" y="180987"/>
                </a:lnTo>
                <a:lnTo>
                  <a:pt x="205359" y="161112"/>
                </a:lnTo>
                <a:lnTo>
                  <a:pt x="224624" y="140385"/>
                </a:lnTo>
                <a:lnTo>
                  <a:pt x="244030" y="118960"/>
                </a:lnTo>
                <a:close/>
              </a:path>
              <a:path w="523239" h="395604">
                <a:moveTo>
                  <a:pt x="515493" y="50380"/>
                </a:moveTo>
                <a:lnTo>
                  <a:pt x="341668" y="50380"/>
                </a:lnTo>
                <a:lnTo>
                  <a:pt x="356908" y="42672"/>
                </a:lnTo>
                <a:lnTo>
                  <a:pt x="352640" y="34937"/>
                </a:lnTo>
                <a:lnTo>
                  <a:pt x="346811" y="25336"/>
                </a:lnTo>
                <a:lnTo>
                  <a:pt x="339547" y="13741"/>
                </a:lnTo>
                <a:lnTo>
                  <a:pt x="331000" y="0"/>
                </a:lnTo>
                <a:lnTo>
                  <a:pt x="303568" y="13716"/>
                </a:lnTo>
                <a:lnTo>
                  <a:pt x="308394" y="22009"/>
                </a:lnTo>
                <a:lnTo>
                  <a:pt x="313664" y="30873"/>
                </a:lnTo>
                <a:lnTo>
                  <a:pt x="319201" y="40335"/>
                </a:lnTo>
                <a:lnTo>
                  <a:pt x="324904" y="50380"/>
                </a:lnTo>
                <a:lnTo>
                  <a:pt x="151066" y="50380"/>
                </a:lnTo>
                <a:lnTo>
                  <a:pt x="151066" y="77812"/>
                </a:lnTo>
                <a:lnTo>
                  <a:pt x="271564" y="77812"/>
                </a:lnTo>
                <a:lnTo>
                  <a:pt x="271564" y="184594"/>
                </a:lnTo>
                <a:lnTo>
                  <a:pt x="302044" y="184594"/>
                </a:lnTo>
                <a:lnTo>
                  <a:pt x="302044" y="77812"/>
                </a:lnTo>
                <a:lnTo>
                  <a:pt x="363004" y="77812"/>
                </a:lnTo>
                <a:lnTo>
                  <a:pt x="363004" y="184594"/>
                </a:lnTo>
                <a:lnTo>
                  <a:pt x="391960" y="184594"/>
                </a:lnTo>
                <a:lnTo>
                  <a:pt x="391960" y="77812"/>
                </a:lnTo>
                <a:lnTo>
                  <a:pt x="515493" y="77812"/>
                </a:lnTo>
                <a:lnTo>
                  <a:pt x="515493" y="50380"/>
                </a:lnTo>
                <a:close/>
              </a:path>
              <a:path w="523239" h="395604">
                <a:moveTo>
                  <a:pt x="517017" y="176974"/>
                </a:moveTo>
                <a:lnTo>
                  <a:pt x="500113" y="160121"/>
                </a:lnTo>
                <a:lnTo>
                  <a:pt x="481203" y="141681"/>
                </a:lnTo>
                <a:lnTo>
                  <a:pt x="460006" y="121818"/>
                </a:lnTo>
                <a:lnTo>
                  <a:pt x="436245" y="100672"/>
                </a:lnTo>
                <a:lnTo>
                  <a:pt x="414909" y="117436"/>
                </a:lnTo>
                <a:lnTo>
                  <a:pt x="435203" y="137147"/>
                </a:lnTo>
                <a:lnTo>
                  <a:pt x="454914" y="157302"/>
                </a:lnTo>
                <a:lnTo>
                  <a:pt x="474065" y="177749"/>
                </a:lnTo>
                <a:lnTo>
                  <a:pt x="492633" y="198310"/>
                </a:lnTo>
                <a:lnTo>
                  <a:pt x="517017" y="176974"/>
                </a:lnTo>
                <a:close/>
              </a:path>
              <a:path w="523239" h="395604">
                <a:moveTo>
                  <a:pt x="523113" y="346240"/>
                </a:moveTo>
                <a:lnTo>
                  <a:pt x="475348" y="341376"/>
                </a:lnTo>
                <a:lnTo>
                  <a:pt x="432422" y="333667"/>
                </a:lnTo>
                <a:lnTo>
                  <a:pt x="394055" y="323088"/>
                </a:lnTo>
                <a:lnTo>
                  <a:pt x="359956" y="309664"/>
                </a:lnTo>
                <a:lnTo>
                  <a:pt x="383425" y="292900"/>
                </a:lnTo>
                <a:lnTo>
                  <a:pt x="385140" y="291680"/>
                </a:lnTo>
                <a:lnTo>
                  <a:pt x="408190" y="272122"/>
                </a:lnTo>
                <a:lnTo>
                  <a:pt x="429247" y="251104"/>
                </a:lnTo>
                <a:lnTo>
                  <a:pt x="448437" y="228790"/>
                </a:lnTo>
                <a:lnTo>
                  <a:pt x="448437" y="201358"/>
                </a:lnTo>
                <a:lnTo>
                  <a:pt x="410337" y="201358"/>
                </a:lnTo>
                <a:lnTo>
                  <a:pt x="410337" y="228790"/>
                </a:lnTo>
                <a:lnTo>
                  <a:pt x="393420" y="246519"/>
                </a:lnTo>
                <a:lnTo>
                  <a:pt x="374815" y="263131"/>
                </a:lnTo>
                <a:lnTo>
                  <a:pt x="354520" y="278587"/>
                </a:lnTo>
                <a:lnTo>
                  <a:pt x="332524" y="292900"/>
                </a:lnTo>
                <a:lnTo>
                  <a:pt x="313918" y="280314"/>
                </a:lnTo>
                <a:lnTo>
                  <a:pt x="296900" y="265455"/>
                </a:lnTo>
                <a:lnTo>
                  <a:pt x="281292" y="248272"/>
                </a:lnTo>
                <a:lnTo>
                  <a:pt x="266992" y="228790"/>
                </a:lnTo>
                <a:lnTo>
                  <a:pt x="410337" y="228790"/>
                </a:lnTo>
                <a:lnTo>
                  <a:pt x="410337" y="201358"/>
                </a:lnTo>
                <a:lnTo>
                  <a:pt x="187642" y="201358"/>
                </a:lnTo>
                <a:lnTo>
                  <a:pt x="187642" y="228790"/>
                </a:lnTo>
                <a:lnTo>
                  <a:pt x="231838" y="228790"/>
                </a:lnTo>
                <a:lnTo>
                  <a:pt x="247548" y="251726"/>
                </a:lnTo>
                <a:lnTo>
                  <a:pt x="264845" y="272503"/>
                </a:lnTo>
                <a:lnTo>
                  <a:pt x="283565" y="291249"/>
                </a:lnTo>
                <a:lnTo>
                  <a:pt x="303568" y="308140"/>
                </a:lnTo>
                <a:lnTo>
                  <a:pt x="271259" y="321259"/>
                </a:lnTo>
                <a:lnTo>
                  <a:pt x="233794" y="333095"/>
                </a:lnTo>
                <a:lnTo>
                  <a:pt x="191185" y="343496"/>
                </a:lnTo>
                <a:lnTo>
                  <a:pt x="143446" y="352336"/>
                </a:lnTo>
                <a:lnTo>
                  <a:pt x="148259" y="359270"/>
                </a:lnTo>
                <a:lnTo>
                  <a:pt x="153352" y="366318"/>
                </a:lnTo>
                <a:lnTo>
                  <a:pt x="158445" y="373646"/>
                </a:lnTo>
                <a:lnTo>
                  <a:pt x="163258" y="381381"/>
                </a:lnTo>
                <a:lnTo>
                  <a:pt x="212394" y="369366"/>
                </a:lnTo>
                <a:lnTo>
                  <a:pt x="256844" y="356184"/>
                </a:lnTo>
                <a:lnTo>
                  <a:pt x="296430" y="341871"/>
                </a:lnTo>
                <a:lnTo>
                  <a:pt x="331000" y="326428"/>
                </a:lnTo>
                <a:lnTo>
                  <a:pt x="367296" y="344182"/>
                </a:lnTo>
                <a:lnTo>
                  <a:pt x="407619" y="358660"/>
                </a:lnTo>
                <a:lnTo>
                  <a:pt x="451942" y="370001"/>
                </a:lnTo>
                <a:lnTo>
                  <a:pt x="500253" y="378333"/>
                </a:lnTo>
                <a:lnTo>
                  <a:pt x="505117" y="371170"/>
                </a:lnTo>
                <a:lnTo>
                  <a:pt x="510540" y="363423"/>
                </a:lnTo>
                <a:lnTo>
                  <a:pt x="516547" y="355104"/>
                </a:lnTo>
                <a:lnTo>
                  <a:pt x="523113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090022" y="3803459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60" h="191770">
                <a:moveTo>
                  <a:pt x="378155" y="170180"/>
                </a:moveTo>
                <a:lnTo>
                  <a:pt x="202793" y="170180"/>
                </a:lnTo>
                <a:lnTo>
                  <a:pt x="202793" y="148844"/>
                </a:lnTo>
                <a:lnTo>
                  <a:pt x="355295" y="148844"/>
                </a:lnTo>
                <a:lnTo>
                  <a:pt x="355295" y="129032"/>
                </a:lnTo>
                <a:lnTo>
                  <a:pt x="202793" y="129032"/>
                </a:lnTo>
                <a:lnTo>
                  <a:pt x="202793" y="107950"/>
                </a:lnTo>
                <a:lnTo>
                  <a:pt x="294335" y="107950"/>
                </a:lnTo>
                <a:lnTo>
                  <a:pt x="294335" y="116840"/>
                </a:lnTo>
                <a:lnTo>
                  <a:pt x="320243" y="116840"/>
                </a:lnTo>
                <a:lnTo>
                  <a:pt x="320243" y="19215"/>
                </a:lnTo>
                <a:lnTo>
                  <a:pt x="294335" y="19215"/>
                </a:lnTo>
                <a:lnTo>
                  <a:pt x="294335" y="43180"/>
                </a:lnTo>
                <a:lnTo>
                  <a:pt x="294335" y="62230"/>
                </a:lnTo>
                <a:lnTo>
                  <a:pt x="294335" y="87630"/>
                </a:lnTo>
                <a:lnTo>
                  <a:pt x="202793" y="87630"/>
                </a:lnTo>
                <a:lnTo>
                  <a:pt x="202793" y="62230"/>
                </a:lnTo>
                <a:lnTo>
                  <a:pt x="294335" y="62230"/>
                </a:lnTo>
                <a:lnTo>
                  <a:pt x="294335" y="43180"/>
                </a:lnTo>
                <a:lnTo>
                  <a:pt x="202793" y="43180"/>
                </a:lnTo>
                <a:lnTo>
                  <a:pt x="202793" y="19215"/>
                </a:lnTo>
                <a:lnTo>
                  <a:pt x="175361" y="19215"/>
                </a:lnTo>
                <a:lnTo>
                  <a:pt x="175361" y="43180"/>
                </a:lnTo>
                <a:lnTo>
                  <a:pt x="175361" y="62230"/>
                </a:lnTo>
                <a:lnTo>
                  <a:pt x="175361" y="87630"/>
                </a:lnTo>
                <a:lnTo>
                  <a:pt x="83832" y="87630"/>
                </a:lnTo>
                <a:lnTo>
                  <a:pt x="83832" y="62230"/>
                </a:lnTo>
                <a:lnTo>
                  <a:pt x="175361" y="62230"/>
                </a:lnTo>
                <a:lnTo>
                  <a:pt x="175361" y="43180"/>
                </a:lnTo>
                <a:lnTo>
                  <a:pt x="83832" y="43180"/>
                </a:lnTo>
                <a:lnTo>
                  <a:pt x="83832" y="19050"/>
                </a:lnTo>
                <a:lnTo>
                  <a:pt x="320243" y="19050"/>
                </a:lnTo>
                <a:lnTo>
                  <a:pt x="320243" y="0"/>
                </a:lnTo>
                <a:lnTo>
                  <a:pt x="57924" y="0"/>
                </a:lnTo>
                <a:lnTo>
                  <a:pt x="57924" y="19050"/>
                </a:lnTo>
                <a:lnTo>
                  <a:pt x="57924" y="43180"/>
                </a:lnTo>
                <a:lnTo>
                  <a:pt x="57924" y="62230"/>
                </a:lnTo>
                <a:lnTo>
                  <a:pt x="57924" y="87630"/>
                </a:lnTo>
                <a:lnTo>
                  <a:pt x="57924" y="107950"/>
                </a:lnTo>
                <a:lnTo>
                  <a:pt x="57924" y="116840"/>
                </a:lnTo>
                <a:lnTo>
                  <a:pt x="83832" y="116840"/>
                </a:lnTo>
                <a:lnTo>
                  <a:pt x="83832" y="107950"/>
                </a:lnTo>
                <a:lnTo>
                  <a:pt x="175361" y="107950"/>
                </a:lnTo>
                <a:lnTo>
                  <a:pt x="175361" y="129032"/>
                </a:lnTo>
                <a:lnTo>
                  <a:pt x="21348" y="129032"/>
                </a:lnTo>
                <a:lnTo>
                  <a:pt x="21348" y="148844"/>
                </a:lnTo>
                <a:lnTo>
                  <a:pt x="175361" y="148844"/>
                </a:lnTo>
                <a:lnTo>
                  <a:pt x="175361" y="170180"/>
                </a:lnTo>
                <a:lnTo>
                  <a:pt x="0" y="170180"/>
                </a:lnTo>
                <a:lnTo>
                  <a:pt x="0" y="191617"/>
                </a:lnTo>
                <a:lnTo>
                  <a:pt x="378155" y="191617"/>
                </a:lnTo>
                <a:lnTo>
                  <a:pt x="378155" y="170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093083" y="3630460"/>
            <a:ext cx="2083435" cy="393700"/>
          </a:xfrm>
          <a:custGeom>
            <a:avLst/>
            <a:gdLst/>
            <a:ahLst/>
            <a:cxnLst/>
            <a:rect l="l" t="t" r="r" b="b"/>
            <a:pathLst>
              <a:path w="2083435" h="393700">
                <a:moveTo>
                  <a:pt x="314134" y="115912"/>
                </a:moveTo>
                <a:lnTo>
                  <a:pt x="288226" y="115912"/>
                </a:lnTo>
                <a:lnTo>
                  <a:pt x="288226" y="125056"/>
                </a:lnTo>
                <a:lnTo>
                  <a:pt x="314134" y="125056"/>
                </a:lnTo>
                <a:lnTo>
                  <a:pt x="314134" y="115912"/>
                </a:lnTo>
                <a:close/>
              </a:path>
              <a:path w="2083435" h="393700">
                <a:moveTo>
                  <a:pt x="314134" y="16789"/>
                </a:moveTo>
                <a:lnTo>
                  <a:pt x="288226" y="16789"/>
                </a:lnTo>
                <a:lnTo>
                  <a:pt x="288226" y="37109"/>
                </a:lnTo>
                <a:lnTo>
                  <a:pt x="288226" y="56159"/>
                </a:lnTo>
                <a:lnTo>
                  <a:pt x="288226" y="75209"/>
                </a:lnTo>
                <a:lnTo>
                  <a:pt x="288226" y="95529"/>
                </a:lnTo>
                <a:lnTo>
                  <a:pt x="83820" y="95529"/>
                </a:lnTo>
                <a:lnTo>
                  <a:pt x="83820" y="75209"/>
                </a:lnTo>
                <a:lnTo>
                  <a:pt x="288226" y="75209"/>
                </a:lnTo>
                <a:lnTo>
                  <a:pt x="288226" y="56159"/>
                </a:lnTo>
                <a:lnTo>
                  <a:pt x="83820" y="56159"/>
                </a:lnTo>
                <a:lnTo>
                  <a:pt x="83820" y="37109"/>
                </a:lnTo>
                <a:lnTo>
                  <a:pt x="288226" y="37109"/>
                </a:lnTo>
                <a:lnTo>
                  <a:pt x="288226" y="16789"/>
                </a:lnTo>
                <a:lnTo>
                  <a:pt x="57912" y="16789"/>
                </a:lnTo>
                <a:lnTo>
                  <a:pt x="57912" y="37109"/>
                </a:lnTo>
                <a:lnTo>
                  <a:pt x="57912" y="56159"/>
                </a:lnTo>
                <a:lnTo>
                  <a:pt x="57912" y="75209"/>
                </a:lnTo>
                <a:lnTo>
                  <a:pt x="57912" y="95529"/>
                </a:lnTo>
                <a:lnTo>
                  <a:pt x="57912" y="115849"/>
                </a:lnTo>
                <a:lnTo>
                  <a:pt x="57912" y="124739"/>
                </a:lnTo>
                <a:lnTo>
                  <a:pt x="83820" y="124739"/>
                </a:lnTo>
                <a:lnTo>
                  <a:pt x="83820" y="115849"/>
                </a:lnTo>
                <a:lnTo>
                  <a:pt x="314134" y="115849"/>
                </a:lnTo>
                <a:lnTo>
                  <a:pt x="314134" y="96100"/>
                </a:lnTo>
                <a:lnTo>
                  <a:pt x="314134" y="36576"/>
                </a:lnTo>
                <a:lnTo>
                  <a:pt x="314134" y="16789"/>
                </a:lnTo>
                <a:close/>
              </a:path>
              <a:path w="2083435" h="393700">
                <a:moveTo>
                  <a:pt x="373570" y="134200"/>
                </a:moveTo>
                <a:lnTo>
                  <a:pt x="0" y="134200"/>
                </a:lnTo>
                <a:lnTo>
                  <a:pt x="0" y="154114"/>
                </a:lnTo>
                <a:lnTo>
                  <a:pt x="373570" y="154114"/>
                </a:lnTo>
                <a:lnTo>
                  <a:pt x="373570" y="134200"/>
                </a:lnTo>
                <a:close/>
              </a:path>
              <a:path w="2083435" h="393700">
                <a:moveTo>
                  <a:pt x="550443" y="64096"/>
                </a:moveTo>
                <a:lnTo>
                  <a:pt x="519963" y="64096"/>
                </a:lnTo>
                <a:lnTo>
                  <a:pt x="519963" y="93065"/>
                </a:lnTo>
                <a:lnTo>
                  <a:pt x="519963" y="186118"/>
                </a:lnTo>
                <a:lnTo>
                  <a:pt x="519963" y="213550"/>
                </a:lnTo>
                <a:lnTo>
                  <a:pt x="519963" y="309664"/>
                </a:lnTo>
                <a:lnTo>
                  <a:pt x="433095" y="309664"/>
                </a:lnTo>
                <a:lnTo>
                  <a:pt x="433095" y="213550"/>
                </a:lnTo>
                <a:lnTo>
                  <a:pt x="519963" y="213550"/>
                </a:lnTo>
                <a:lnTo>
                  <a:pt x="519963" y="186118"/>
                </a:lnTo>
                <a:lnTo>
                  <a:pt x="433095" y="186118"/>
                </a:lnTo>
                <a:lnTo>
                  <a:pt x="433095" y="93065"/>
                </a:lnTo>
                <a:lnTo>
                  <a:pt x="519963" y="93065"/>
                </a:lnTo>
                <a:lnTo>
                  <a:pt x="519963" y="64096"/>
                </a:lnTo>
                <a:lnTo>
                  <a:pt x="474243" y="64096"/>
                </a:lnTo>
                <a:lnTo>
                  <a:pt x="479958" y="51257"/>
                </a:lnTo>
                <a:lnTo>
                  <a:pt x="485673" y="37960"/>
                </a:lnTo>
                <a:lnTo>
                  <a:pt x="491388" y="24371"/>
                </a:lnTo>
                <a:lnTo>
                  <a:pt x="497103" y="10668"/>
                </a:lnTo>
                <a:lnTo>
                  <a:pt x="465099" y="1524"/>
                </a:lnTo>
                <a:lnTo>
                  <a:pt x="460248" y="15786"/>
                </a:lnTo>
                <a:lnTo>
                  <a:pt x="454812" y="31064"/>
                </a:lnTo>
                <a:lnTo>
                  <a:pt x="448818" y="47218"/>
                </a:lnTo>
                <a:lnTo>
                  <a:pt x="442239" y="64096"/>
                </a:lnTo>
                <a:lnTo>
                  <a:pt x="402526" y="64096"/>
                </a:lnTo>
                <a:lnTo>
                  <a:pt x="402526" y="372237"/>
                </a:lnTo>
                <a:lnTo>
                  <a:pt x="433095" y="372237"/>
                </a:lnTo>
                <a:lnTo>
                  <a:pt x="433095" y="338620"/>
                </a:lnTo>
                <a:lnTo>
                  <a:pt x="519963" y="338620"/>
                </a:lnTo>
                <a:lnTo>
                  <a:pt x="519963" y="369189"/>
                </a:lnTo>
                <a:lnTo>
                  <a:pt x="550443" y="369189"/>
                </a:lnTo>
                <a:lnTo>
                  <a:pt x="550443" y="338620"/>
                </a:lnTo>
                <a:lnTo>
                  <a:pt x="550443" y="309664"/>
                </a:lnTo>
                <a:lnTo>
                  <a:pt x="550443" y="213550"/>
                </a:lnTo>
                <a:lnTo>
                  <a:pt x="550443" y="186118"/>
                </a:lnTo>
                <a:lnTo>
                  <a:pt x="550443" y="93065"/>
                </a:lnTo>
                <a:lnTo>
                  <a:pt x="550443" y="64096"/>
                </a:lnTo>
                <a:close/>
              </a:path>
              <a:path w="2083435" h="393700">
                <a:moveTo>
                  <a:pt x="680085" y="237934"/>
                </a:moveTo>
                <a:lnTo>
                  <a:pt x="666597" y="218795"/>
                </a:lnTo>
                <a:lnTo>
                  <a:pt x="651129" y="197929"/>
                </a:lnTo>
                <a:lnTo>
                  <a:pt x="633361" y="175361"/>
                </a:lnTo>
                <a:lnTo>
                  <a:pt x="613029" y="151066"/>
                </a:lnTo>
                <a:lnTo>
                  <a:pt x="590169" y="169354"/>
                </a:lnTo>
                <a:lnTo>
                  <a:pt x="606996" y="191312"/>
                </a:lnTo>
                <a:lnTo>
                  <a:pt x="623125" y="213563"/>
                </a:lnTo>
                <a:lnTo>
                  <a:pt x="638378" y="235826"/>
                </a:lnTo>
                <a:lnTo>
                  <a:pt x="652653" y="257848"/>
                </a:lnTo>
                <a:lnTo>
                  <a:pt x="680085" y="237934"/>
                </a:lnTo>
                <a:close/>
              </a:path>
              <a:path w="2083435" h="393700">
                <a:moveTo>
                  <a:pt x="751801" y="64096"/>
                </a:moveTo>
                <a:lnTo>
                  <a:pt x="629793" y="64096"/>
                </a:lnTo>
                <a:lnTo>
                  <a:pt x="634377" y="50546"/>
                </a:lnTo>
                <a:lnTo>
                  <a:pt x="639127" y="37160"/>
                </a:lnTo>
                <a:lnTo>
                  <a:pt x="644144" y="23507"/>
                </a:lnTo>
                <a:lnTo>
                  <a:pt x="649605" y="9144"/>
                </a:lnTo>
                <a:lnTo>
                  <a:pt x="617601" y="1524"/>
                </a:lnTo>
                <a:lnTo>
                  <a:pt x="604215" y="42151"/>
                </a:lnTo>
                <a:lnTo>
                  <a:pt x="589407" y="79336"/>
                </a:lnTo>
                <a:lnTo>
                  <a:pt x="573443" y="113055"/>
                </a:lnTo>
                <a:lnTo>
                  <a:pt x="556641" y="143357"/>
                </a:lnTo>
                <a:lnTo>
                  <a:pt x="564324" y="146799"/>
                </a:lnTo>
                <a:lnTo>
                  <a:pt x="571309" y="150253"/>
                </a:lnTo>
                <a:lnTo>
                  <a:pt x="577418" y="153720"/>
                </a:lnTo>
                <a:lnTo>
                  <a:pt x="582549" y="157162"/>
                </a:lnTo>
                <a:lnTo>
                  <a:pt x="591451" y="142582"/>
                </a:lnTo>
                <a:lnTo>
                  <a:pt x="600075" y="126593"/>
                </a:lnTo>
                <a:lnTo>
                  <a:pt x="608685" y="109486"/>
                </a:lnTo>
                <a:lnTo>
                  <a:pt x="617601" y="91541"/>
                </a:lnTo>
                <a:lnTo>
                  <a:pt x="719797" y="91541"/>
                </a:lnTo>
                <a:lnTo>
                  <a:pt x="718629" y="163068"/>
                </a:lnTo>
                <a:lnTo>
                  <a:pt x="717321" y="222161"/>
                </a:lnTo>
                <a:lnTo>
                  <a:pt x="715721" y="268947"/>
                </a:lnTo>
                <a:lnTo>
                  <a:pt x="710323" y="319570"/>
                </a:lnTo>
                <a:lnTo>
                  <a:pt x="675513" y="340144"/>
                </a:lnTo>
                <a:lnTo>
                  <a:pt x="659193" y="339826"/>
                </a:lnTo>
                <a:lnTo>
                  <a:pt x="642175" y="338810"/>
                </a:lnTo>
                <a:lnTo>
                  <a:pt x="624281" y="336918"/>
                </a:lnTo>
                <a:lnTo>
                  <a:pt x="605409" y="334048"/>
                </a:lnTo>
                <a:lnTo>
                  <a:pt x="606780" y="342087"/>
                </a:lnTo>
                <a:lnTo>
                  <a:pt x="608457" y="350431"/>
                </a:lnTo>
                <a:lnTo>
                  <a:pt x="610120" y="359371"/>
                </a:lnTo>
                <a:lnTo>
                  <a:pt x="611505" y="369189"/>
                </a:lnTo>
                <a:lnTo>
                  <a:pt x="628878" y="370065"/>
                </a:lnTo>
                <a:lnTo>
                  <a:pt x="646557" y="370522"/>
                </a:lnTo>
                <a:lnTo>
                  <a:pt x="681609" y="370713"/>
                </a:lnTo>
                <a:lnTo>
                  <a:pt x="707923" y="366979"/>
                </a:lnTo>
                <a:lnTo>
                  <a:pt x="737425" y="340144"/>
                </a:lnTo>
                <a:lnTo>
                  <a:pt x="745858" y="284467"/>
                </a:lnTo>
                <a:lnTo>
                  <a:pt x="748652" y="197929"/>
                </a:lnTo>
                <a:lnTo>
                  <a:pt x="751166" y="91541"/>
                </a:lnTo>
                <a:lnTo>
                  <a:pt x="751801" y="64096"/>
                </a:lnTo>
                <a:close/>
              </a:path>
              <a:path w="2083435" h="393700">
                <a:moveTo>
                  <a:pt x="893635" y="10668"/>
                </a:moveTo>
                <a:lnTo>
                  <a:pt x="863142" y="1524"/>
                </a:lnTo>
                <a:lnTo>
                  <a:pt x="845731" y="54711"/>
                </a:lnTo>
                <a:lnTo>
                  <a:pt x="825576" y="104292"/>
                </a:lnTo>
                <a:lnTo>
                  <a:pt x="802843" y="150177"/>
                </a:lnTo>
                <a:lnTo>
                  <a:pt x="777709" y="192214"/>
                </a:lnTo>
                <a:lnTo>
                  <a:pt x="781989" y="201079"/>
                </a:lnTo>
                <a:lnTo>
                  <a:pt x="785710" y="209359"/>
                </a:lnTo>
                <a:lnTo>
                  <a:pt x="788847" y="217081"/>
                </a:lnTo>
                <a:lnTo>
                  <a:pt x="791425" y="224218"/>
                </a:lnTo>
                <a:lnTo>
                  <a:pt x="802576" y="209054"/>
                </a:lnTo>
                <a:lnTo>
                  <a:pt x="813155" y="193167"/>
                </a:lnTo>
                <a:lnTo>
                  <a:pt x="823188" y="176428"/>
                </a:lnTo>
                <a:lnTo>
                  <a:pt x="832662" y="158686"/>
                </a:lnTo>
                <a:lnTo>
                  <a:pt x="832662" y="376809"/>
                </a:lnTo>
                <a:lnTo>
                  <a:pt x="863142" y="376809"/>
                </a:lnTo>
                <a:lnTo>
                  <a:pt x="863142" y="158686"/>
                </a:lnTo>
                <a:lnTo>
                  <a:pt x="863142" y="96100"/>
                </a:lnTo>
                <a:lnTo>
                  <a:pt x="871131" y="76111"/>
                </a:lnTo>
                <a:lnTo>
                  <a:pt x="878954" y="55105"/>
                </a:lnTo>
                <a:lnTo>
                  <a:pt x="886510" y="33235"/>
                </a:lnTo>
                <a:lnTo>
                  <a:pt x="893635" y="10668"/>
                </a:lnTo>
                <a:close/>
              </a:path>
              <a:path w="2083435" h="393700">
                <a:moveTo>
                  <a:pt x="1157478" y="64096"/>
                </a:moveTo>
                <a:lnTo>
                  <a:pt x="969924" y="64096"/>
                </a:lnTo>
                <a:lnTo>
                  <a:pt x="975372" y="50076"/>
                </a:lnTo>
                <a:lnTo>
                  <a:pt x="980401" y="35636"/>
                </a:lnTo>
                <a:lnTo>
                  <a:pt x="985139" y="20929"/>
                </a:lnTo>
                <a:lnTo>
                  <a:pt x="989736" y="6096"/>
                </a:lnTo>
                <a:lnTo>
                  <a:pt x="957643" y="1524"/>
                </a:lnTo>
                <a:lnTo>
                  <a:pt x="944473" y="42989"/>
                </a:lnTo>
                <a:lnTo>
                  <a:pt x="927735" y="82575"/>
                </a:lnTo>
                <a:lnTo>
                  <a:pt x="907275" y="120167"/>
                </a:lnTo>
                <a:lnTo>
                  <a:pt x="882954" y="155638"/>
                </a:lnTo>
                <a:lnTo>
                  <a:pt x="889558" y="161353"/>
                </a:lnTo>
                <a:lnTo>
                  <a:pt x="895731" y="167068"/>
                </a:lnTo>
                <a:lnTo>
                  <a:pt x="901611" y="172783"/>
                </a:lnTo>
                <a:lnTo>
                  <a:pt x="907351" y="178498"/>
                </a:lnTo>
                <a:lnTo>
                  <a:pt x="921639" y="157594"/>
                </a:lnTo>
                <a:lnTo>
                  <a:pt x="934783" y="135966"/>
                </a:lnTo>
                <a:lnTo>
                  <a:pt x="946785" y="113487"/>
                </a:lnTo>
                <a:lnTo>
                  <a:pt x="957643" y="90004"/>
                </a:lnTo>
                <a:lnTo>
                  <a:pt x="989736" y="90004"/>
                </a:lnTo>
                <a:lnTo>
                  <a:pt x="989736" y="376809"/>
                </a:lnTo>
                <a:lnTo>
                  <a:pt x="1018692" y="376809"/>
                </a:lnTo>
                <a:lnTo>
                  <a:pt x="1018692" y="280708"/>
                </a:lnTo>
                <a:lnTo>
                  <a:pt x="1148334" y="280708"/>
                </a:lnTo>
                <a:lnTo>
                  <a:pt x="1148334" y="253174"/>
                </a:lnTo>
                <a:lnTo>
                  <a:pt x="1018692" y="253174"/>
                </a:lnTo>
                <a:lnTo>
                  <a:pt x="1018692" y="184594"/>
                </a:lnTo>
                <a:lnTo>
                  <a:pt x="1142238" y="184594"/>
                </a:lnTo>
                <a:lnTo>
                  <a:pt x="1142238" y="157162"/>
                </a:lnTo>
                <a:lnTo>
                  <a:pt x="1018692" y="157162"/>
                </a:lnTo>
                <a:lnTo>
                  <a:pt x="1018692" y="90004"/>
                </a:lnTo>
                <a:lnTo>
                  <a:pt x="1157478" y="90004"/>
                </a:lnTo>
                <a:lnTo>
                  <a:pt x="1157478" y="64096"/>
                </a:lnTo>
                <a:close/>
              </a:path>
              <a:path w="2083435" h="393700">
                <a:moveTo>
                  <a:pt x="1526565" y="24384"/>
                </a:moveTo>
                <a:lnTo>
                  <a:pt x="1495996" y="24384"/>
                </a:lnTo>
                <a:lnTo>
                  <a:pt x="1495996" y="51904"/>
                </a:lnTo>
                <a:lnTo>
                  <a:pt x="1495996" y="123532"/>
                </a:lnTo>
                <a:lnTo>
                  <a:pt x="1495996" y="151066"/>
                </a:lnTo>
                <a:lnTo>
                  <a:pt x="1495996" y="222694"/>
                </a:lnTo>
                <a:lnTo>
                  <a:pt x="1383220" y="222694"/>
                </a:lnTo>
                <a:lnTo>
                  <a:pt x="1383220" y="151066"/>
                </a:lnTo>
                <a:lnTo>
                  <a:pt x="1495996" y="151066"/>
                </a:lnTo>
                <a:lnTo>
                  <a:pt x="1495996" y="123532"/>
                </a:lnTo>
                <a:lnTo>
                  <a:pt x="1383220" y="123532"/>
                </a:lnTo>
                <a:lnTo>
                  <a:pt x="1383220" y="51904"/>
                </a:lnTo>
                <a:lnTo>
                  <a:pt x="1495996" y="51904"/>
                </a:lnTo>
                <a:lnTo>
                  <a:pt x="1495996" y="24384"/>
                </a:lnTo>
                <a:lnTo>
                  <a:pt x="1352638" y="24384"/>
                </a:lnTo>
                <a:lnTo>
                  <a:pt x="1352638" y="51904"/>
                </a:lnTo>
                <a:lnTo>
                  <a:pt x="1352638" y="123532"/>
                </a:lnTo>
                <a:lnTo>
                  <a:pt x="1352638" y="151066"/>
                </a:lnTo>
                <a:lnTo>
                  <a:pt x="1352638" y="222694"/>
                </a:lnTo>
                <a:lnTo>
                  <a:pt x="1244434" y="222694"/>
                </a:lnTo>
                <a:lnTo>
                  <a:pt x="1245311" y="205282"/>
                </a:lnTo>
                <a:lnTo>
                  <a:pt x="1245768" y="187452"/>
                </a:lnTo>
                <a:lnTo>
                  <a:pt x="1245933" y="169329"/>
                </a:lnTo>
                <a:lnTo>
                  <a:pt x="1245958" y="151066"/>
                </a:lnTo>
                <a:lnTo>
                  <a:pt x="1352638" y="151066"/>
                </a:lnTo>
                <a:lnTo>
                  <a:pt x="1352638" y="123532"/>
                </a:lnTo>
                <a:lnTo>
                  <a:pt x="1245958" y="123532"/>
                </a:lnTo>
                <a:lnTo>
                  <a:pt x="1245958" y="51904"/>
                </a:lnTo>
                <a:lnTo>
                  <a:pt x="1352638" y="51904"/>
                </a:lnTo>
                <a:lnTo>
                  <a:pt x="1352638" y="24384"/>
                </a:lnTo>
                <a:lnTo>
                  <a:pt x="1215377" y="24384"/>
                </a:lnTo>
                <a:lnTo>
                  <a:pt x="1215377" y="160210"/>
                </a:lnTo>
                <a:lnTo>
                  <a:pt x="1214805" y="195922"/>
                </a:lnTo>
                <a:lnTo>
                  <a:pt x="1210233" y="254800"/>
                </a:lnTo>
                <a:lnTo>
                  <a:pt x="1201432" y="298805"/>
                </a:lnTo>
                <a:lnTo>
                  <a:pt x="1184376" y="337705"/>
                </a:lnTo>
                <a:lnTo>
                  <a:pt x="1172705" y="355473"/>
                </a:lnTo>
                <a:lnTo>
                  <a:pt x="1179283" y="362305"/>
                </a:lnTo>
                <a:lnTo>
                  <a:pt x="1185278" y="368998"/>
                </a:lnTo>
                <a:lnTo>
                  <a:pt x="1190713" y="375399"/>
                </a:lnTo>
                <a:lnTo>
                  <a:pt x="1195565" y="381381"/>
                </a:lnTo>
                <a:lnTo>
                  <a:pt x="1213853" y="353555"/>
                </a:lnTo>
                <a:lnTo>
                  <a:pt x="1227569" y="322618"/>
                </a:lnTo>
                <a:lnTo>
                  <a:pt x="1236713" y="288277"/>
                </a:lnTo>
                <a:lnTo>
                  <a:pt x="1241285" y="250215"/>
                </a:lnTo>
                <a:lnTo>
                  <a:pt x="1352638" y="250215"/>
                </a:lnTo>
                <a:lnTo>
                  <a:pt x="1352638" y="372237"/>
                </a:lnTo>
                <a:lnTo>
                  <a:pt x="1383220" y="372237"/>
                </a:lnTo>
                <a:lnTo>
                  <a:pt x="1383220" y="250215"/>
                </a:lnTo>
                <a:lnTo>
                  <a:pt x="1495996" y="250215"/>
                </a:lnTo>
                <a:lnTo>
                  <a:pt x="1495996" y="320319"/>
                </a:lnTo>
                <a:lnTo>
                  <a:pt x="1494561" y="330327"/>
                </a:lnTo>
                <a:lnTo>
                  <a:pt x="1490281" y="337464"/>
                </a:lnTo>
                <a:lnTo>
                  <a:pt x="1483131" y="341757"/>
                </a:lnTo>
                <a:lnTo>
                  <a:pt x="1473136" y="343179"/>
                </a:lnTo>
                <a:lnTo>
                  <a:pt x="1461985" y="342925"/>
                </a:lnTo>
                <a:lnTo>
                  <a:pt x="1449133" y="342226"/>
                </a:lnTo>
                <a:lnTo>
                  <a:pt x="1418272" y="340131"/>
                </a:lnTo>
                <a:lnTo>
                  <a:pt x="1420291" y="349910"/>
                </a:lnTo>
                <a:lnTo>
                  <a:pt x="1421892" y="358508"/>
                </a:lnTo>
                <a:lnTo>
                  <a:pt x="1423200" y="365950"/>
                </a:lnTo>
                <a:lnTo>
                  <a:pt x="1424368" y="372237"/>
                </a:lnTo>
                <a:lnTo>
                  <a:pt x="1440078" y="373113"/>
                </a:lnTo>
                <a:lnTo>
                  <a:pt x="1455229" y="373570"/>
                </a:lnTo>
                <a:lnTo>
                  <a:pt x="1483804" y="373761"/>
                </a:lnTo>
                <a:lnTo>
                  <a:pt x="1502702" y="370903"/>
                </a:lnTo>
                <a:lnTo>
                  <a:pt x="1516037" y="362318"/>
                </a:lnTo>
                <a:lnTo>
                  <a:pt x="1523949" y="348005"/>
                </a:lnTo>
                <a:lnTo>
                  <a:pt x="1524584" y="343179"/>
                </a:lnTo>
                <a:lnTo>
                  <a:pt x="1526565" y="327939"/>
                </a:lnTo>
                <a:lnTo>
                  <a:pt x="1526565" y="250215"/>
                </a:lnTo>
                <a:lnTo>
                  <a:pt x="1526565" y="222694"/>
                </a:lnTo>
                <a:lnTo>
                  <a:pt x="1526565" y="151066"/>
                </a:lnTo>
                <a:lnTo>
                  <a:pt x="1526565" y="123532"/>
                </a:lnTo>
                <a:lnTo>
                  <a:pt x="1526565" y="51904"/>
                </a:lnTo>
                <a:lnTo>
                  <a:pt x="1526565" y="24384"/>
                </a:lnTo>
                <a:close/>
              </a:path>
              <a:path w="2083435" h="393700">
                <a:moveTo>
                  <a:pt x="1680578" y="108292"/>
                </a:moveTo>
                <a:lnTo>
                  <a:pt x="1637817" y="108292"/>
                </a:lnTo>
                <a:lnTo>
                  <a:pt x="1637817" y="1524"/>
                </a:lnTo>
                <a:lnTo>
                  <a:pt x="1608861" y="1524"/>
                </a:lnTo>
                <a:lnTo>
                  <a:pt x="1608861" y="108292"/>
                </a:lnTo>
                <a:lnTo>
                  <a:pt x="1564665" y="108292"/>
                </a:lnTo>
                <a:lnTo>
                  <a:pt x="1564665" y="134200"/>
                </a:lnTo>
                <a:lnTo>
                  <a:pt x="1608861" y="134200"/>
                </a:lnTo>
                <a:lnTo>
                  <a:pt x="1608861" y="283743"/>
                </a:lnTo>
                <a:lnTo>
                  <a:pt x="1597164" y="288061"/>
                </a:lnTo>
                <a:lnTo>
                  <a:pt x="1585048" y="291934"/>
                </a:lnTo>
                <a:lnTo>
                  <a:pt x="1572641" y="295541"/>
                </a:lnTo>
                <a:lnTo>
                  <a:pt x="1560093" y="298983"/>
                </a:lnTo>
                <a:lnTo>
                  <a:pt x="1567713" y="330987"/>
                </a:lnTo>
                <a:lnTo>
                  <a:pt x="1680578" y="288315"/>
                </a:lnTo>
                <a:lnTo>
                  <a:pt x="1679460" y="277825"/>
                </a:lnTo>
                <a:lnTo>
                  <a:pt x="1679092" y="274599"/>
                </a:lnTo>
                <a:lnTo>
                  <a:pt x="1677873" y="264312"/>
                </a:lnTo>
                <a:lnTo>
                  <a:pt x="1677530" y="260883"/>
                </a:lnTo>
                <a:lnTo>
                  <a:pt x="1637817" y="274599"/>
                </a:lnTo>
                <a:lnTo>
                  <a:pt x="1637817" y="134200"/>
                </a:lnTo>
                <a:lnTo>
                  <a:pt x="1680578" y="134200"/>
                </a:lnTo>
                <a:lnTo>
                  <a:pt x="1680578" y="108292"/>
                </a:lnTo>
                <a:close/>
              </a:path>
              <a:path w="2083435" h="393700">
                <a:moveTo>
                  <a:pt x="1785747" y="137248"/>
                </a:moveTo>
                <a:lnTo>
                  <a:pt x="1759839" y="137248"/>
                </a:lnTo>
                <a:lnTo>
                  <a:pt x="1759839" y="161734"/>
                </a:lnTo>
                <a:lnTo>
                  <a:pt x="1759839" y="222694"/>
                </a:lnTo>
                <a:lnTo>
                  <a:pt x="1715630" y="222694"/>
                </a:lnTo>
                <a:lnTo>
                  <a:pt x="1715630" y="161734"/>
                </a:lnTo>
                <a:lnTo>
                  <a:pt x="1759839" y="161734"/>
                </a:lnTo>
                <a:lnTo>
                  <a:pt x="1759839" y="137248"/>
                </a:lnTo>
                <a:lnTo>
                  <a:pt x="1689722" y="137248"/>
                </a:lnTo>
                <a:lnTo>
                  <a:pt x="1689722" y="260883"/>
                </a:lnTo>
                <a:lnTo>
                  <a:pt x="1715630" y="260883"/>
                </a:lnTo>
                <a:lnTo>
                  <a:pt x="1715630" y="247078"/>
                </a:lnTo>
                <a:lnTo>
                  <a:pt x="1759839" y="247078"/>
                </a:lnTo>
                <a:lnTo>
                  <a:pt x="1759839" y="256311"/>
                </a:lnTo>
                <a:lnTo>
                  <a:pt x="1785747" y="256311"/>
                </a:lnTo>
                <a:lnTo>
                  <a:pt x="1785747" y="247078"/>
                </a:lnTo>
                <a:lnTo>
                  <a:pt x="1785747" y="222694"/>
                </a:lnTo>
                <a:lnTo>
                  <a:pt x="1785747" y="161734"/>
                </a:lnTo>
                <a:lnTo>
                  <a:pt x="1785747" y="137248"/>
                </a:lnTo>
                <a:close/>
              </a:path>
              <a:path w="2083435" h="393700">
                <a:moveTo>
                  <a:pt x="1801075" y="305079"/>
                </a:moveTo>
                <a:lnTo>
                  <a:pt x="1800199" y="296532"/>
                </a:lnTo>
                <a:lnTo>
                  <a:pt x="1799742" y="289267"/>
                </a:lnTo>
                <a:lnTo>
                  <a:pt x="1799666" y="286651"/>
                </a:lnTo>
                <a:lnTo>
                  <a:pt x="1799551" y="279171"/>
                </a:lnTo>
                <a:lnTo>
                  <a:pt x="1764080" y="286651"/>
                </a:lnTo>
                <a:lnTo>
                  <a:pt x="1728774" y="293268"/>
                </a:lnTo>
                <a:lnTo>
                  <a:pt x="1659153" y="305079"/>
                </a:lnTo>
                <a:lnTo>
                  <a:pt x="1669910" y="332511"/>
                </a:lnTo>
                <a:lnTo>
                  <a:pt x="1801075" y="305079"/>
                </a:lnTo>
                <a:close/>
              </a:path>
              <a:path w="2083435" h="393700">
                <a:moveTo>
                  <a:pt x="1918423" y="41148"/>
                </a:moveTo>
                <a:lnTo>
                  <a:pt x="1909572" y="33096"/>
                </a:lnTo>
                <a:lnTo>
                  <a:pt x="1898992" y="24765"/>
                </a:lnTo>
                <a:lnTo>
                  <a:pt x="1886712" y="15862"/>
                </a:lnTo>
                <a:lnTo>
                  <a:pt x="1872703" y="6096"/>
                </a:lnTo>
                <a:lnTo>
                  <a:pt x="1857463" y="22860"/>
                </a:lnTo>
                <a:lnTo>
                  <a:pt x="1870367" y="33756"/>
                </a:lnTo>
                <a:lnTo>
                  <a:pt x="1881847" y="43675"/>
                </a:lnTo>
                <a:lnTo>
                  <a:pt x="1901659" y="61048"/>
                </a:lnTo>
                <a:lnTo>
                  <a:pt x="1918423" y="41148"/>
                </a:lnTo>
                <a:close/>
              </a:path>
              <a:path w="2083435" h="393700">
                <a:moveTo>
                  <a:pt x="1942909" y="279171"/>
                </a:moveTo>
                <a:lnTo>
                  <a:pt x="1935962" y="277533"/>
                </a:lnTo>
                <a:lnTo>
                  <a:pt x="1928914" y="275170"/>
                </a:lnTo>
                <a:lnTo>
                  <a:pt x="1921586" y="272529"/>
                </a:lnTo>
                <a:lnTo>
                  <a:pt x="1913851" y="270027"/>
                </a:lnTo>
                <a:lnTo>
                  <a:pt x="1912683" y="288315"/>
                </a:lnTo>
                <a:lnTo>
                  <a:pt x="1911375" y="304317"/>
                </a:lnTo>
                <a:lnTo>
                  <a:pt x="1909775" y="318033"/>
                </a:lnTo>
                <a:lnTo>
                  <a:pt x="1907755" y="329463"/>
                </a:lnTo>
                <a:lnTo>
                  <a:pt x="1906231" y="340131"/>
                </a:lnTo>
                <a:lnTo>
                  <a:pt x="1903183" y="346227"/>
                </a:lnTo>
                <a:lnTo>
                  <a:pt x="1894039" y="346227"/>
                </a:lnTo>
                <a:lnTo>
                  <a:pt x="1887943" y="340131"/>
                </a:lnTo>
                <a:lnTo>
                  <a:pt x="1880323" y="329463"/>
                </a:lnTo>
                <a:lnTo>
                  <a:pt x="1874875" y="318846"/>
                </a:lnTo>
                <a:lnTo>
                  <a:pt x="1870849" y="309651"/>
                </a:lnTo>
                <a:lnTo>
                  <a:pt x="1869846" y="307365"/>
                </a:lnTo>
                <a:lnTo>
                  <a:pt x="1865109" y="294754"/>
                </a:lnTo>
                <a:lnTo>
                  <a:pt x="1860511" y="280695"/>
                </a:lnTo>
                <a:lnTo>
                  <a:pt x="1878253" y="250901"/>
                </a:lnTo>
                <a:lnTo>
                  <a:pt x="1884197" y="239458"/>
                </a:lnTo>
                <a:lnTo>
                  <a:pt x="1894992" y="218694"/>
                </a:lnTo>
                <a:lnTo>
                  <a:pt x="1910880" y="183908"/>
                </a:lnTo>
                <a:lnTo>
                  <a:pt x="1926043" y="146392"/>
                </a:lnTo>
                <a:lnTo>
                  <a:pt x="1898611" y="135724"/>
                </a:lnTo>
                <a:lnTo>
                  <a:pt x="1888896" y="163766"/>
                </a:lnTo>
                <a:lnTo>
                  <a:pt x="1878037" y="190487"/>
                </a:lnTo>
                <a:lnTo>
                  <a:pt x="1866036" y="215760"/>
                </a:lnTo>
                <a:lnTo>
                  <a:pt x="1852891" y="239458"/>
                </a:lnTo>
                <a:lnTo>
                  <a:pt x="1848866" y="208051"/>
                </a:lnTo>
                <a:lnTo>
                  <a:pt x="1845843" y="173342"/>
                </a:lnTo>
                <a:lnTo>
                  <a:pt x="1843697" y="135724"/>
                </a:lnTo>
                <a:lnTo>
                  <a:pt x="1842223" y="94576"/>
                </a:lnTo>
                <a:lnTo>
                  <a:pt x="1936711" y="94576"/>
                </a:lnTo>
                <a:lnTo>
                  <a:pt x="1936711" y="67144"/>
                </a:lnTo>
                <a:lnTo>
                  <a:pt x="1842223" y="67144"/>
                </a:lnTo>
                <a:lnTo>
                  <a:pt x="1842223" y="0"/>
                </a:lnTo>
                <a:lnTo>
                  <a:pt x="1813267" y="0"/>
                </a:lnTo>
                <a:lnTo>
                  <a:pt x="1813267" y="67144"/>
                </a:lnTo>
                <a:lnTo>
                  <a:pt x="1680578" y="67144"/>
                </a:lnTo>
                <a:lnTo>
                  <a:pt x="1680578" y="94576"/>
                </a:lnTo>
                <a:lnTo>
                  <a:pt x="1814791" y="94576"/>
                </a:lnTo>
                <a:lnTo>
                  <a:pt x="1816531" y="151244"/>
                </a:lnTo>
                <a:lnTo>
                  <a:pt x="1819554" y="200025"/>
                </a:lnTo>
                <a:lnTo>
                  <a:pt x="1824012" y="241096"/>
                </a:lnTo>
                <a:lnTo>
                  <a:pt x="1830031" y="274599"/>
                </a:lnTo>
                <a:lnTo>
                  <a:pt x="1813179" y="297776"/>
                </a:lnTo>
                <a:lnTo>
                  <a:pt x="1794738" y="319379"/>
                </a:lnTo>
                <a:lnTo>
                  <a:pt x="1774875" y="339585"/>
                </a:lnTo>
                <a:lnTo>
                  <a:pt x="1753743" y="358521"/>
                </a:lnTo>
                <a:lnTo>
                  <a:pt x="1760334" y="363334"/>
                </a:lnTo>
                <a:lnTo>
                  <a:pt x="1766506" y="368427"/>
                </a:lnTo>
                <a:lnTo>
                  <a:pt x="1772386" y="373519"/>
                </a:lnTo>
                <a:lnTo>
                  <a:pt x="1778127" y="378333"/>
                </a:lnTo>
                <a:lnTo>
                  <a:pt x="1794154" y="362889"/>
                </a:lnTo>
                <a:lnTo>
                  <a:pt x="1810016" y="346278"/>
                </a:lnTo>
                <a:lnTo>
                  <a:pt x="1825574" y="328536"/>
                </a:lnTo>
                <a:lnTo>
                  <a:pt x="1840699" y="309651"/>
                </a:lnTo>
                <a:lnTo>
                  <a:pt x="1846465" y="324561"/>
                </a:lnTo>
                <a:lnTo>
                  <a:pt x="1866607" y="358521"/>
                </a:lnTo>
                <a:lnTo>
                  <a:pt x="1901659" y="376809"/>
                </a:lnTo>
                <a:lnTo>
                  <a:pt x="1913064" y="374789"/>
                </a:lnTo>
                <a:lnTo>
                  <a:pt x="1934425" y="332511"/>
                </a:lnTo>
                <a:lnTo>
                  <a:pt x="1939721" y="300316"/>
                </a:lnTo>
                <a:lnTo>
                  <a:pt x="1942909" y="279171"/>
                </a:lnTo>
                <a:close/>
              </a:path>
              <a:path w="2083435" h="393700">
                <a:moveTo>
                  <a:pt x="2083206" y="210502"/>
                </a:moveTo>
                <a:lnTo>
                  <a:pt x="2078939" y="159626"/>
                </a:lnTo>
                <a:lnTo>
                  <a:pt x="2066239" y="112483"/>
                </a:lnTo>
                <a:lnTo>
                  <a:pt x="2045233" y="69354"/>
                </a:lnTo>
                <a:lnTo>
                  <a:pt x="2016048" y="30480"/>
                </a:lnTo>
                <a:lnTo>
                  <a:pt x="1982520" y="30480"/>
                </a:lnTo>
                <a:lnTo>
                  <a:pt x="2012302" y="70853"/>
                </a:lnTo>
                <a:lnTo>
                  <a:pt x="2033244" y="114198"/>
                </a:lnTo>
                <a:lnTo>
                  <a:pt x="2045614" y="160705"/>
                </a:lnTo>
                <a:lnTo>
                  <a:pt x="2049678" y="210502"/>
                </a:lnTo>
                <a:lnTo>
                  <a:pt x="2045614" y="262280"/>
                </a:lnTo>
                <a:lnTo>
                  <a:pt x="2033244" y="310032"/>
                </a:lnTo>
                <a:lnTo>
                  <a:pt x="2012302" y="353796"/>
                </a:lnTo>
                <a:lnTo>
                  <a:pt x="1982520" y="393573"/>
                </a:lnTo>
                <a:lnTo>
                  <a:pt x="2016048" y="393573"/>
                </a:lnTo>
                <a:lnTo>
                  <a:pt x="2045233" y="353796"/>
                </a:lnTo>
                <a:lnTo>
                  <a:pt x="2066239" y="310032"/>
                </a:lnTo>
                <a:lnTo>
                  <a:pt x="2078939" y="262280"/>
                </a:lnTo>
                <a:lnTo>
                  <a:pt x="2083206" y="2105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9928" y="4388548"/>
            <a:ext cx="109823" cy="111347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1296066" y="4274153"/>
            <a:ext cx="117475" cy="320675"/>
          </a:xfrm>
          <a:custGeom>
            <a:avLst/>
            <a:gdLst/>
            <a:ahLst/>
            <a:cxnLst/>
            <a:rect l="l" t="t" r="r" b="b"/>
            <a:pathLst>
              <a:path w="117475" h="320675">
                <a:moveTo>
                  <a:pt x="30575" y="320325"/>
                </a:moveTo>
                <a:lnTo>
                  <a:pt x="21685" y="320016"/>
                </a:lnTo>
                <a:lnTo>
                  <a:pt x="13537" y="318992"/>
                </a:lnTo>
                <a:lnTo>
                  <a:pt x="6264" y="317111"/>
                </a:lnTo>
                <a:lnTo>
                  <a:pt x="0" y="314229"/>
                </a:lnTo>
                <a:lnTo>
                  <a:pt x="0" y="279177"/>
                </a:lnTo>
                <a:lnTo>
                  <a:pt x="6264" y="282297"/>
                </a:lnTo>
                <a:lnTo>
                  <a:pt x="13537" y="284702"/>
                </a:lnTo>
                <a:lnTo>
                  <a:pt x="21685" y="286250"/>
                </a:lnTo>
                <a:lnTo>
                  <a:pt x="30575" y="286797"/>
                </a:lnTo>
                <a:lnTo>
                  <a:pt x="52578" y="281628"/>
                </a:lnTo>
                <a:lnTo>
                  <a:pt x="68294" y="266021"/>
                </a:lnTo>
                <a:lnTo>
                  <a:pt x="77724" y="239823"/>
                </a:lnTo>
                <a:lnTo>
                  <a:pt x="80867" y="202882"/>
                </a:lnTo>
                <a:lnTo>
                  <a:pt x="80867" y="0"/>
                </a:lnTo>
                <a:lnTo>
                  <a:pt x="117443" y="0"/>
                </a:lnTo>
                <a:lnTo>
                  <a:pt x="117443" y="202882"/>
                </a:lnTo>
                <a:lnTo>
                  <a:pt x="116014" y="228940"/>
                </a:lnTo>
                <a:lnTo>
                  <a:pt x="104584" y="272413"/>
                </a:lnTo>
                <a:lnTo>
                  <a:pt x="81153" y="302966"/>
                </a:lnTo>
                <a:lnTo>
                  <a:pt x="49149" y="318349"/>
                </a:lnTo>
                <a:lnTo>
                  <a:pt x="30575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1471517" y="4359592"/>
            <a:ext cx="622300" cy="234950"/>
            <a:chOff x="1471517" y="4359592"/>
            <a:chExt cx="622300" cy="234950"/>
          </a:xfrm>
        </p:grpSpPr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1517" y="4359592"/>
              <a:ext cx="178403" cy="23488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3448" y="4364164"/>
              <a:ext cx="210502" cy="224218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15287" y="4359592"/>
              <a:ext cx="178403" cy="234886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2151697" y="4269581"/>
            <a:ext cx="401320" cy="325120"/>
            <a:chOff x="2151697" y="4269581"/>
            <a:chExt cx="401320" cy="325120"/>
          </a:xfrm>
        </p:grpSpPr>
        <p:sp>
          <p:nvSpPr>
            <p:cNvPr id="59" name="object 59" descr=""/>
            <p:cNvSpPr/>
            <p:nvPr/>
          </p:nvSpPr>
          <p:spPr>
            <a:xfrm>
              <a:off x="2151697" y="4269581"/>
              <a:ext cx="191135" cy="325120"/>
            </a:xfrm>
            <a:custGeom>
              <a:avLst/>
              <a:gdLst/>
              <a:ahLst/>
              <a:cxnLst/>
              <a:rect l="l" t="t" r="r" b="b"/>
              <a:pathLst>
                <a:path w="191135" h="325120">
                  <a:moveTo>
                    <a:pt x="67056" y="324897"/>
                  </a:moveTo>
                  <a:lnTo>
                    <a:pt x="59436" y="323373"/>
                  </a:lnTo>
                  <a:lnTo>
                    <a:pt x="51816" y="323373"/>
                  </a:lnTo>
                  <a:lnTo>
                    <a:pt x="28956" y="318801"/>
                  </a:lnTo>
                  <a:lnTo>
                    <a:pt x="22859" y="317277"/>
                  </a:lnTo>
                  <a:lnTo>
                    <a:pt x="15240" y="314229"/>
                  </a:lnTo>
                  <a:lnTo>
                    <a:pt x="9144" y="312705"/>
                  </a:lnTo>
                  <a:lnTo>
                    <a:pt x="3048" y="309657"/>
                  </a:lnTo>
                  <a:lnTo>
                    <a:pt x="0" y="306609"/>
                  </a:lnTo>
                  <a:lnTo>
                    <a:pt x="0" y="263937"/>
                  </a:lnTo>
                  <a:lnTo>
                    <a:pt x="4572" y="266985"/>
                  </a:lnTo>
                  <a:lnTo>
                    <a:pt x="10668" y="271557"/>
                  </a:lnTo>
                  <a:lnTo>
                    <a:pt x="16764" y="274605"/>
                  </a:lnTo>
                  <a:lnTo>
                    <a:pt x="24384" y="279177"/>
                  </a:lnTo>
                  <a:lnTo>
                    <a:pt x="32004" y="282225"/>
                  </a:lnTo>
                  <a:lnTo>
                    <a:pt x="39624" y="283749"/>
                  </a:lnTo>
                  <a:lnTo>
                    <a:pt x="47244" y="286797"/>
                  </a:lnTo>
                  <a:lnTo>
                    <a:pt x="70104" y="291369"/>
                  </a:lnTo>
                  <a:lnTo>
                    <a:pt x="83820" y="291369"/>
                  </a:lnTo>
                  <a:lnTo>
                    <a:pt x="124968" y="284297"/>
                  </a:lnTo>
                  <a:lnTo>
                    <a:pt x="150064" y="253460"/>
                  </a:lnTo>
                  <a:lnTo>
                    <a:pt x="150971" y="242601"/>
                  </a:lnTo>
                  <a:lnTo>
                    <a:pt x="150971" y="234886"/>
                  </a:lnTo>
                  <a:lnTo>
                    <a:pt x="129539" y="202882"/>
                  </a:lnTo>
                  <a:lnTo>
                    <a:pt x="106679" y="189166"/>
                  </a:lnTo>
                  <a:lnTo>
                    <a:pt x="99798" y="184856"/>
                  </a:lnTo>
                  <a:lnTo>
                    <a:pt x="92773" y="180974"/>
                  </a:lnTo>
                  <a:lnTo>
                    <a:pt x="85463" y="177379"/>
                  </a:lnTo>
                  <a:lnTo>
                    <a:pt x="77724" y="173926"/>
                  </a:lnTo>
                  <a:lnTo>
                    <a:pt x="54363" y="160853"/>
                  </a:lnTo>
                  <a:lnTo>
                    <a:pt x="22859" y="137350"/>
                  </a:lnTo>
                  <a:lnTo>
                    <a:pt x="17454" y="132437"/>
                  </a:lnTo>
                  <a:lnTo>
                    <a:pt x="309" y="92535"/>
                  </a:lnTo>
                  <a:lnTo>
                    <a:pt x="0" y="83915"/>
                  </a:lnTo>
                  <a:lnTo>
                    <a:pt x="571" y="73675"/>
                  </a:lnTo>
                  <a:lnTo>
                    <a:pt x="20193" y="31670"/>
                  </a:lnTo>
                  <a:lnTo>
                    <a:pt x="59459" y="7381"/>
                  </a:lnTo>
                  <a:lnTo>
                    <a:pt x="98798" y="285"/>
                  </a:lnTo>
                  <a:lnTo>
                    <a:pt x="108204" y="0"/>
                  </a:lnTo>
                  <a:lnTo>
                    <a:pt x="130547" y="595"/>
                  </a:lnTo>
                  <a:lnTo>
                    <a:pt x="149435" y="2476"/>
                  </a:lnTo>
                  <a:lnTo>
                    <a:pt x="164876" y="5786"/>
                  </a:lnTo>
                  <a:lnTo>
                    <a:pt x="176879" y="10667"/>
                  </a:lnTo>
                  <a:lnTo>
                    <a:pt x="176879" y="51911"/>
                  </a:lnTo>
                  <a:lnTo>
                    <a:pt x="162029" y="43910"/>
                  </a:lnTo>
                  <a:lnTo>
                    <a:pt x="145018" y="38195"/>
                  </a:lnTo>
                  <a:lnTo>
                    <a:pt x="126006" y="34766"/>
                  </a:lnTo>
                  <a:lnTo>
                    <a:pt x="105155" y="33623"/>
                  </a:lnTo>
                  <a:lnTo>
                    <a:pt x="89916" y="33623"/>
                  </a:lnTo>
                  <a:lnTo>
                    <a:pt x="80772" y="35147"/>
                  </a:lnTo>
                  <a:lnTo>
                    <a:pt x="73152" y="36671"/>
                  </a:lnTo>
                  <a:lnTo>
                    <a:pt x="65532" y="39719"/>
                  </a:lnTo>
                  <a:lnTo>
                    <a:pt x="59436" y="44291"/>
                  </a:lnTo>
                  <a:lnTo>
                    <a:pt x="53339" y="47339"/>
                  </a:lnTo>
                  <a:lnTo>
                    <a:pt x="48768" y="51911"/>
                  </a:lnTo>
                  <a:lnTo>
                    <a:pt x="39624" y="64103"/>
                  </a:lnTo>
                  <a:lnTo>
                    <a:pt x="38100" y="71723"/>
                  </a:lnTo>
                  <a:lnTo>
                    <a:pt x="38100" y="88487"/>
                  </a:lnTo>
                  <a:lnTo>
                    <a:pt x="68580" y="126587"/>
                  </a:lnTo>
                  <a:lnTo>
                    <a:pt x="77724" y="131159"/>
                  </a:lnTo>
                  <a:lnTo>
                    <a:pt x="83962" y="134667"/>
                  </a:lnTo>
                  <a:lnTo>
                    <a:pt x="98726" y="142182"/>
                  </a:lnTo>
                  <a:lnTo>
                    <a:pt x="106679" y="146494"/>
                  </a:lnTo>
                  <a:lnTo>
                    <a:pt x="114682" y="150185"/>
                  </a:lnTo>
                  <a:lnTo>
                    <a:pt x="152304" y="173354"/>
                  </a:lnTo>
                  <a:lnTo>
                    <a:pt x="179260" y="202382"/>
                  </a:lnTo>
                  <a:lnTo>
                    <a:pt x="190595" y="239553"/>
                  </a:lnTo>
                  <a:lnTo>
                    <a:pt x="190023" y="250674"/>
                  </a:lnTo>
                  <a:lnTo>
                    <a:pt x="176331" y="286869"/>
                  </a:lnTo>
                  <a:lnTo>
                    <a:pt x="155543" y="305085"/>
                  </a:lnTo>
                  <a:lnTo>
                    <a:pt x="148122" y="310253"/>
                  </a:lnTo>
                  <a:lnTo>
                    <a:pt x="110085" y="322325"/>
                  </a:lnTo>
                  <a:lnTo>
                    <a:pt x="88892" y="324611"/>
                  </a:lnTo>
                  <a:lnTo>
                    <a:pt x="67056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83440" y="4359592"/>
              <a:ext cx="169259" cy="234886"/>
            </a:xfrm>
            <a:prstGeom prst="rect">
              <a:avLst/>
            </a:prstGeom>
          </p:spPr>
        </p:pic>
      </p:grpSp>
      <p:grpSp>
        <p:nvGrpSpPr>
          <p:cNvPr id="61" name="object 61" descr=""/>
          <p:cNvGrpSpPr/>
          <p:nvPr/>
        </p:nvGrpSpPr>
        <p:grpSpPr>
          <a:xfrm>
            <a:off x="2606135" y="4260437"/>
            <a:ext cx="198755" cy="328295"/>
            <a:chOff x="2606135" y="4260437"/>
            <a:chExt cx="198755" cy="328295"/>
          </a:xfrm>
        </p:grpSpPr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06135" y="4361116"/>
              <a:ext cx="117443" cy="22726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2758630" y="4260437"/>
              <a:ext cx="45720" cy="328295"/>
            </a:xfrm>
            <a:custGeom>
              <a:avLst/>
              <a:gdLst/>
              <a:ahLst/>
              <a:cxnLst/>
              <a:rect l="l" t="t" r="r" b="b"/>
              <a:pathLst>
                <a:path w="45719" h="328295">
                  <a:moveTo>
                    <a:pt x="28956" y="47339"/>
                  </a:moveTo>
                  <a:lnTo>
                    <a:pt x="16764" y="47339"/>
                  </a:lnTo>
                  <a:lnTo>
                    <a:pt x="10668" y="44291"/>
                  </a:lnTo>
                  <a:lnTo>
                    <a:pt x="6096" y="41243"/>
                  </a:lnTo>
                  <a:lnTo>
                    <a:pt x="1524" y="36576"/>
                  </a:lnTo>
                  <a:lnTo>
                    <a:pt x="0" y="30480"/>
                  </a:lnTo>
                  <a:lnTo>
                    <a:pt x="0" y="16764"/>
                  </a:lnTo>
                  <a:lnTo>
                    <a:pt x="1524" y="12192"/>
                  </a:lnTo>
                  <a:lnTo>
                    <a:pt x="10668" y="3048"/>
                  </a:lnTo>
                  <a:lnTo>
                    <a:pt x="16764" y="0"/>
                  </a:lnTo>
                  <a:lnTo>
                    <a:pt x="28956" y="0"/>
                  </a:lnTo>
                  <a:lnTo>
                    <a:pt x="35052" y="3048"/>
                  </a:lnTo>
                  <a:lnTo>
                    <a:pt x="39624" y="7620"/>
                  </a:lnTo>
                  <a:lnTo>
                    <a:pt x="44196" y="10668"/>
                  </a:lnTo>
                  <a:lnTo>
                    <a:pt x="45720" y="16764"/>
                  </a:lnTo>
                  <a:lnTo>
                    <a:pt x="45720" y="30480"/>
                  </a:lnTo>
                  <a:lnTo>
                    <a:pt x="44196" y="35052"/>
                  </a:lnTo>
                  <a:lnTo>
                    <a:pt x="39624" y="39719"/>
                  </a:lnTo>
                  <a:lnTo>
                    <a:pt x="35052" y="44291"/>
                  </a:lnTo>
                  <a:lnTo>
                    <a:pt x="28956" y="47339"/>
                  </a:lnTo>
                  <a:close/>
                </a:path>
                <a:path w="45719" h="328295">
                  <a:moveTo>
                    <a:pt x="39624" y="327945"/>
                  </a:moveTo>
                  <a:lnTo>
                    <a:pt x="4572" y="327945"/>
                  </a:lnTo>
                  <a:lnTo>
                    <a:pt x="4572" y="103727"/>
                  </a:lnTo>
                  <a:lnTo>
                    <a:pt x="39624" y="103727"/>
                  </a:lnTo>
                  <a:lnTo>
                    <a:pt x="39624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2871495" y="4298543"/>
            <a:ext cx="367665" cy="393700"/>
          </a:xfrm>
          <a:custGeom>
            <a:avLst/>
            <a:gdLst/>
            <a:ahLst/>
            <a:cxnLst/>
            <a:rect l="l" t="t" r="r" b="b"/>
            <a:pathLst>
              <a:path w="367664" h="393700">
                <a:moveTo>
                  <a:pt x="207365" y="170878"/>
                </a:moveTo>
                <a:lnTo>
                  <a:pt x="200888" y="126098"/>
                </a:lnTo>
                <a:lnTo>
                  <a:pt x="182981" y="91528"/>
                </a:lnTo>
                <a:lnTo>
                  <a:pt x="169265" y="77774"/>
                </a:lnTo>
                <a:lnTo>
                  <a:pt x="169265" y="170878"/>
                </a:lnTo>
                <a:lnTo>
                  <a:pt x="168122" y="192354"/>
                </a:lnTo>
                <a:lnTo>
                  <a:pt x="150977" y="241071"/>
                </a:lnTo>
                <a:lnTo>
                  <a:pt x="115785" y="264007"/>
                </a:lnTo>
                <a:lnTo>
                  <a:pt x="100584" y="265468"/>
                </a:lnTo>
                <a:lnTo>
                  <a:pt x="86588" y="264299"/>
                </a:lnTo>
                <a:lnTo>
                  <a:pt x="74295" y="260705"/>
                </a:lnTo>
                <a:lnTo>
                  <a:pt x="69392" y="257835"/>
                </a:lnTo>
                <a:lnTo>
                  <a:pt x="63728" y="254533"/>
                </a:lnTo>
                <a:lnTo>
                  <a:pt x="37719" y="211747"/>
                </a:lnTo>
                <a:lnTo>
                  <a:pt x="36576" y="198310"/>
                </a:lnTo>
                <a:lnTo>
                  <a:pt x="36576" y="167830"/>
                </a:lnTo>
                <a:lnTo>
                  <a:pt x="46863" y="124104"/>
                </a:lnTo>
                <a:lnTo>
                  <a:pt x="63296" y="105346"/>
                </a:lnTo>
                <a:lnTo>
                  <a:pt x="65722" y="103149"/>
                </a:lnTo>
                <a:lnTo>
                  <a:pt x="77724" y="96494"/>
                </a:lnTo>
                <a:lnTo>
                  <a:pt x="90868" y="92722"/>
                </a:lnTo>
                <a:lnTo>
                  <a:pt x="105156" y="91528"/>
                </a:lnTo>
                <a:lnTo>
                  <a:pt x="119240" y="92722"/>
                </a:lnTo>
                <a:lnTo>
                  <a:pt x="152501" y="112966"/>
                </a:lnTo>
                <a:lnTo>
                  <a:pt x="168351" y="153466"/>
                </a:lnTo>
                <a:lnTo>
                  <a:pt x="169265" y="170878"/>
                </a:lnTo>
                <a:lnTo>
                  <a:pt x="169265" y="77774"/>
                </a:lnTo>
                <a:lnTo>
                  <a:pt x="153263" y="68287"/>
                </a:lnTo>
                <a:lnTo>
                  <a:pt x="134975" y="62814"/>
                </a:lnTo>
                <a:lnTo>
                  <a:pt x="114401" y="61048"/>
                </a:lnTo>
                <a:lnTo>
                  <a:pt x="90627" y="63893"/>
                </a:lnTo>
                <a:lnTo>
                  <a:pt x="69735" y="72301"/>
                </a:lnTo>
                <a:lnTo>
                  <a:pt x="51727" y="86169"/>
                </a:lnTo>
                <a:lnTo>
                  <a:pt x="36576" y="105346"/>
                </a:lnTo>
                <a:lnTo>
                  <a:pt x="36576" y="65620"/>
                </a:lnTo>
                <a:lnTo>
                  <a:pt x="0" y="65620"/>
                </a:lnTo>
                <a:lnTo>
                  <a:pt x="0" y="393573"/>
                </a:lnTo>
                <a:lnTo>
                  <a:pt x="36576" y="393573"/>
                </a:lnTo>
                <a:lnTo>
                  <a:pt x="36576" y="257835"/>
                </a:lnTo>
                <a:lnTo>
                  <a:pt x="50050" y="274726"/>
                </a:lnTo>
                <a:lnTo>
                  <a:pt x="65532" y="286613"/>
                </a:lnTo>
                <a:lnTo>
                  <a:pt x="83299" y="293636"/>
                </a:lnTo>
                <a:lnTo>
                  <a:pt x="103632" y="295948"/>
                </a:lnTo>
                <a:lnTo>
                  <a:pt x="126517" y="293700"/>
                </a:lnTo>
                <a:lnTo>
                  <a:pt x="146964" y="287185"/>
                </a:lnTo>
                <a:lnTo>
                  <a:pt x="164807" y="276656"/>
                </a:lnTo>
                <a:lnTo>
                  <a:pt x="176695" y="265468"/>
                </a:lnTo>
                <a:lnTo>
                  <a:pt x="179933" y="262420"/>
                </a:lnTo>
                <a:lnTo>
                  <a:pt x="191935" y="243840"/>
                </a:lnTo>
                <a:lnTo>
                  <a:pt x="200507" y="222402"/>
                </a:lnTo>
                <a:lnTo>
                  <a:pt x="205651" y="198081"/>
                </a:lnTo>
                <a:lnTo>
                  <a:pt x="207365" y="170878"/>
                </a:lnTo>
                <a:close/>
              </a:path>
              <a:path w="367664" h="393700">
                <a:moveTo>
                  <a:pt x="367474" y="65620"/>
                </a:moveTo>
                <a:lnTo>
                  <a:pt x="311086" y="65620"/>
                </a:lnTo>
                <a:lnTo>
                  <a:pt x="311086" y="0"/>
                </a:lnTo>
                <a:lnTo>
                  <a:pt x="276034" y="10756"/>
                </a:lnTo>
                <a:lnTo>
                  <a:pt x="276034" y="65620"/>
                </a:lnTo>
                <a:lnTo>
                  <a:pt x="237845" y="65620"/>
                </a:lnTo>
                <a:lnTo>
                  <a:pt x="237845" y="96100"/>
                </a:lnTo>
                <a:lnTo>
                  <a:pt x="276034" y="96100"/>
                </a:lnTo>
                <a:lnTo>
                  <a:pt x="276034" y="228879"/>
                </a:lnTo>
                <a:lnTo>
                  <a:pt x="279730" y="258013"/>
                </a:lnTo>
                <a:lnTo>
                  <a:pt x="290703" y="278980"/>
                </a:lnTo>
                <a:lnTo>
                  <a:pt x="308825" y="291680"/>
                </a:lnTo>
                <a:lnTo>
                  <a:pt x="333946" y="295935"/>
                </a:lnTo>
                <a:lnTo>
                  <a:pt x="344538" y="295389"/>
                </a:lnTo>
                <a:lnTo>
                  <a:pt x="353568" y="293839"/>
                </a:lnTo>
                <a:lnTo>
                  <a:pt x="361162" y="291439"/>
                </a:lnTo>
                <a:lnTo>
                  <a:pt x="367474" y="288315"/>
                </a:lnTo>
                <a:lnTo>
                  <a:pt x="367474" y="257835"/>
                </a:lnTo>
                <a:lnTo>
                  <a:pt x="361378" y="262407"/>
                </a:lnTo>
                <a:lnTo>
                  <a:pt x="353758" y="265455"/>
                </a:lnTo>
                <a:lnTo>
                  <a:pt x="344614" y="265455"/>
                </a:lnTo>
                <a:lnTo>
                  <a:pt x="336283" y="264871"/>
                </a:lnTo>
                <a:lnTo>
                  <a:pt x="311632" y="233362"/>
                </a:lnTo>
                <a:lnTo>
                  <a:pt x="311086" y="222783"/>
                </a:lnTo>
                <a:lnTo>
                  <a:pt x="311086" y="96100"/>
                </a:lnTo>
                <a:lnTo>
                  <a:pt x="367474" y="96100"/>
                </a:lnTo>
                <a:lnTo>
                  <a:pt x="367474" y="656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374707" y="4211675"/>
            <a:ext cx="1784350" cy="436245"/>
          </a:xfrm>
          <a:custGeom>
            <a:avLst/>
            <a:gdLst/>
            <a:ahLst/>
            <a:cxnLst/>
            <a:rect l="l" t="t" r="r" b="b"/>
            <a:pathLst>
              <a:path w="1784350" h="436245">
                <a:moveTo>
                  <a:pt x="169354" y="225742"/>
                </a:moveTo>
                <a:lnTo>
                  <a:pt x="157581" y="214312"/>
                </a:lnTo>
                <a:lnTo>
                  <a:pt x="145262" y="202869"/>
                </a:lnTo>
                <a:lnTo>
                  <a:pt x="143560" y="201358"/>
                </a:lnTo>
                <a:lnTo>
                  <a:pt x="141846" y="199834"/>
                </a:lnTo>
                <a:lnTo>
                  <a:pt x="132397" y="191414"/>
                </a:lnTo>
                <a:lnTo>
                  <a:pt x="118960" y="179920"/>
                </a:lnTo>
                <a:lnTo>
                  <a:pt x="100672" y="199834"/>
                </a:lnTo>
                <a:lnTo>
                  <a:pt x="100672" y="195262"/>
                </a:lnTo>
                <a:lnTo>
                  <a:pt x="100672" y="122008"/>
                </a:lnTo>
                <a:lnTo>
                  <a:pt x="160108" y="122008"/>
                </a:lnTo>
                <a:lnTo>
                  <a:pt x="160108" y="91528"/>
                </a:lnTo>
                <a:lnTo>
                  <a:pt x="100672" y="91528"/>
                </a:lnTo>
                <a:lnTo>
                  <a:pt x="100672" y="6096"/>
                </a:lnTo>
                <a:lnTo>
                  <a:pt x="70192" y="6096"/>
                </a:lnTo>
                <a:lnTo>
                  <a:pt x="70192" y="91528"/>
                </a:lnTo>
                <a:lnTo>
                  <a:pt x="3048" y="91528"/>
                </a:lnTo>
                <a:lnTo>
                  <a:pt x="3048" y="122008"/>
                </a:lnTo>
                <a:lnTo>
                  <a:pt x="67144" y="122008"/>
                </a:lnTo>
                <a:lnTo>
                  <a:pt x="56019" y="162636"/>
                </a:lnTo>
                <a:lnTo>
                  <a:pt x="41033" y="202260"/>
                </a:lnTo>
                <a:lnTo>
                  <a:pt x="22313" y="241033"/>
                </a:lnTo>
                <a:lnTo>
                  <a:pt x="0" y="279082"/>
                </a:lnTo>
                <a:lnTo>
                  <a:pt x="4279" y="288480"/>
                </a:lnTo>
                <a:lnTo>
                  <a:pt x="8001" y="298183"/>
                </a:lnTo>
                <a:lnTo>
                  <a:pt x="11137" y="307886"/>
                </a:lnTo>
                <a:lnTo>
                  <a:pt x="13716" y="317284"/>
                </a:lnTo>
                <a:lnTo>
                  <a:pt x="29222" y="292392"/>
                </a:lnTo>
                <a:lnTo>
                  <a:pt x="43700" y="263664"/>
                </a:lnTo>
                <a:lnTo>
                  <a:pt x="57315" y="231241"/>
                </a:lnTo>
                <a:lnTo>
                  <a:pt x="70192" y="195262"/>
                </a:lnTo>
                <a:lnTo>
                  <a:pt x="70192" y="433197"/>
                </a:lnTo>
                <a:lnTo>
                  <a:pt x="100672" y="433197"/>
                </a:lnTo>
                <a:lnTo>
                  <a:pt x="100672" y="201358"/>
                </a:lnTo>
                <a:lnTo>
                  <a:pt x="112077" y="213690"/>
                </a:lnTo>
                <a:lnTo>
                  <a:pt x="123342" y="225742"/>
                </a:lnTo>
                <a:lnTo>
                  <a:pt x="134315" y="237794"/>
                </a:lnTo>
                <a:lnTo>
                  <a:pt x="144868" y="250126"/>
                </a:lnTo>
                <a:lnTo>
                  <a:pt x="169354" y="225742"/>
                </a:lnTo>
                <a:close/>
              </a:path>
              <a:path w="1784350" h="436245">
                <a:moveTo>
                  <a:pt x="233362" y="245554"/>
                </a:moveTo>
                <a:lnTo>
                  <a:pt x="199834" y="231838"/>
                </a:lnTo>
                <a:lnTo>
                  <a:pt x="182435" y="272402"/>
                </a:lnTo>
                <a:lnTo>
                  <a:pt x="164731" y="309422"/>
                </a:lnTo>
                <a:lnTo>
                  <a:pt x="147027" y="342722"/>
                </a:lnTo>
                <a:lnTo>
                  <a:pt x="129628" y="372148"/>
                </a:lnTo>
                <a:lnTo>
                  <a:pt x="138493" y="376453"/>
                </a:lnTo>
                <a:lnTo>
                  <a:pt x="154533" y="383933"/>
                </a:lnTo>
                <a:lnTo>
                  <a:pt x="161734" y="387388"/>
                </a:lnTo>
                <a:lnTo>
                  <a:pt x="179781" y="355371"/>
                </a:lnTo>
                <a:lnTo>
                  <a:pt x="197548" y="321081"/>
                </a:lnTo>
                <a:lnTo>
                  <a:pt x="215303" y="284467"/>
                </a:lnTo>
                <a:lnTo>
                  <a:pt x="233362" y="245554"/>
                </a:lnTo>
                <a:close/>
              </a:path>
              <a:path w="1784350" h="436245">
                <a:moveTo>
                  <a:pt x="413283" y="32004"/>
                </a:moveTo>
                <a:lnTo>
                  <a:pt x="180022" y="32004"/>
                </a:lnTo>
                <a:lnTo>
                  <a:pt x="180022" y="62484"/>
                </a:lnTo>
                <a:lnTo>
                  <a:pt x="413283" y="62484"/>
                </a:lnTo>
                <a:lnTo>
                  <a:pt x="413283" y="32004"/>
                </a:lnTo>
                <a:close/>
              </a:path>
              <a:path w="1784350" h="436245">
                <a:moveTo>
                  <a:pt x="433095" y="160108"/>
                </a:moveTo>
                <a:lnTo>
                  <a:pt x="160108" y="160108"/>
                </a:lnTo>
                <a:lnTo>
                  <a:pt x="160108" y="190588"/>
                </a:lnTo>
                <a:lnTo>
                  <a:pt x="279082" y="190588"/>
                </a:lnTo>
                <a:lnTo>
                  <a:pt x="279082" y="363004"/>
                </a:lnTo>
                <a:lnTo>
                  <a:pt x="277368" y="376999"/>
                </a:lnTo>
                <a:lnTo>
                  <a:pt x="272224" y="387007"/>
                </a:lnTo>
                <a:lnTo>
                  <a:pt x="263652" y="393001"/>
                </a:lnTo>
                <a:lnTo>
                  <a:pt x="251891" y="394970"/>
                </a:lnTo>
                <a:lnTo>
                  <a:pt x="239433" y="394957"/>
                </a:lnTo>
                <a:lnTo>
                  <a:pt x="225933" y="394627"/>
                </a:lnTo>
                <a:lnTo>
                  <a:pt x="211569" y="393712"/>
                </a:lnTo>
                <a:lnTo>
                  <a:pt x="196786" y="391960"/>
                </a:lnTo>
                <a:lnTo>
                  <a:pt x="198805" y="402005"/>
                </a:lnTo>
                <a:lnTo>
                  <a:pt x="200406" y="411467"/>
                </a:lnTo>
                <a:lnTo>
                  <a:pt x="201714" y="420331"/>
                </a:lnTo>
                <a:lnTo>
                  <a:pt x="202882" y="428625"/>
                </a:lnTo>
                <a:lnTo>
                  <a:pt x="262318" y="428625"/>
                </a:lnTo>
                <a:lnTo>
                  <a:pt x="284327" y="425196"/>
                </a:lnTo>
                <a:lnTo>
                  <a:pt x="300075" y="414896"/>
                </a:lnTo>
                <a:lnTo>
                  <a:pt x="309537" y="397725"/>
                </a:lnTo>
                <a:lnTo>
                  <a:pt x="309892" y="395008"/>
                </a:lnTo>
                <a:lnTo>
                  <a:pt x="312699" y="373672"/>
                </a:lnTo>
                <a:lnTo>
                  <a:pt x="312699" y="190588"/>
                </a:lnTo>
                <a:lnTo>
                  <a:pt x="433095" y="190588"/>
                </a:lnTo>
                <a:lnTo>
                  <a:pt x="433095" y="160108"/>
                </a:lnTo>
                <a:close/>
              </a:path>
              <a:path w="1784350" h="436245">
                <a:moveTo>
                  <a:pt x="440817" y="372148"/>
                </a:moveTo>
                <a:lnTo>
                  <a:pt x="426186" y="341007"/>
                </a:lnTo>
                <a:lnTo>
                  <a:pt x="409867" y="307136"/>
                </a:lnTo>
                <a:lnTo>
                  <a:pt x="391858" y="270687"/>
                </a:lnTo>
                <a:lnTo>
                  <a:pt x="372135" y="231838"/>
                </a:lnTo>
                <a:lnTo>
                  <a:pt x="341655" y="247078"/>
                </a:lnTo>
                <a:lnTo>
                  <a:pt x="359371" y="283184"/>
                </a:lnTo>
                <a:lnTo>
                  <a:pt x="375945" y="318414"/>
                </a:lnTo>
                <a:lnTo>
                  <a:pt x="391375" y="353047"/>
                </a:lnTo>
                <a:lnTo>
                  <a:pt x="405663" y="387388"/>
                </a:lnTo>
                <a:lnTo>
                  <a:pt x="440817" y="372148"/>
                </a:lnTo>
                <a:close/>
              </a:path>
              <a:path w="1784350" h="436245">
                <a:moveTo>
                  <a:pt x="552069" y="222694"/>
                </a:moveTo>
                <a:lnTo>
                  <a:pt x="535863" y="215646"/>
                </a:lnTo>
                <a:lnTo>
                  <a:pt x="527418" y="211759"/>
                </a:lnTo>
                <a:lnTo>
                  <a:pt x="518528" y="207454"/>
                </a:lnTo>
                <a:lnTo>
                  <a:pt x="503389" y="256362"/>
                </a:lnTo>
                <a:lnTo>
                  <a:pt x="487667" y="302564"/>
                </a:lnTo>
                <a:lnTo>
                  <a:pt x="471385" y="346189"/>
                </a:lnTo>
                <a:lnTo>
                  <a:pt x="454520" y="387388"/>
                </a:lnTo>
                <a:lnTo>
                  <a:pt x="491096" y="404241"/>
                </a:lnTo>
                <a:lnTo>
                  <a:pt x="506196" y="358470"/>
                </a:lnTo>
                <a:lnTo>
                  <a:pt x="521576" y="312864"/>
                </a:lnTo>
                <a:lnTo>
                  <a:pt x="536968" y="267550"/>
                </a:lnTo>
                <a:lnTo>
                  <a:pt x="552069" y="222694"/>
                </a:lnTo>
                <a:close/>
              </a:path>
              <a:path w="1784350" h="436245">
                <a:moveTo>
                  <a:pt x="553593" y="117436"/>
                </a:moveTo>
                <a:lnTo>
                  <a:pt x="535292" y="93700"/>
                </a:lnTo>
                <a:lnTo>
                  <a:pt x="517004" y="70688"/>
                </a:lnTo>
                <a:lnTo>
                  <a:pt x="498716" y="48552"/>
                </a:lnTo>
                <a:lnTo>
                  <a:pt x="480428" y="27432"/>
                </a:lnTo>
                <a:lnTo>
                  <a:pt x="452996" y="48768"/>
                </a:lnTo>
                <a:lnTo>
                  <a:pt x="471906" y="72758"/>
                </a:lnTo>
                <a:lnTo>
                  <a:pt x="489953" y="96634"/>
                </a:lnTo>
                <a:lnTo>
                  <a:pt x="524624" y="143344"/>
                </a:lnTo>
                <a:lnTo>
                  <a:pt x="536016" y="132448"/>
                </a:lnTo>
                <a:lnTo>
                  <a:pt x="544830" y="124675"/>
                </a:lnTo>
                <a:lnTo>
                  <a:pt x="553593" y="117436"/>
                </a:lnTo>
                <a:close/>
              </a:path>
              <a:path w="1784350" h="436245">
                <a:moveTo>
                  <a:pt x="785431" y="53340"/>
                </a:moveTo>
                <a:lnTo>
                  <a:pt x="775182" y="37934"/>
                </a:lnTo>
                <a:lnTo>
                  <a:pt x="765238" y="23812"/>
                </a:lnTo>
                <a:lnTo>
                  <a:pt x="755853" y="11125"/>
                </a:lnTo>
                <a:lnTo>
                  <a:pt x="747331" y="0"/>
                </a:lnTo>
                <a:lnTo>
                  <a:pt x="718375" y="18288"/>
                </a:lnTo>
                <a:lnTo>
                  <a:pt x="726655" y="30289"/>
                </a:lnTo>
                <a:lnTo>
                  <a:pt x="735520" y="43434"/>
                </a:lnTo>
                <a:lnTo>
                  <a:pt x="744943" y="57721"/>
                </a:lnTo>
                <a:lnTo>
                  <a:pt x="754951" y="73152"/>
                </a:lnTo>
                <a:lnTo>
                  <a:pt x="785431" y="53340"/>
                </a:lnTo>
                <a:close/>
              </a:path>
              <a:path w="1784350" h="436245">
                <a:moveTo>
                  <a:pt x="883056" y="372148"/>
                </a:moveTo>
                <a:lnTo>
                  <a:pt x="771715" y="372148"/>
                </a:lnTo>
                <a:lnTo>
                  <a:pt x="771715" y="300520"/>
                </a:lnTo>
                <a:lnTo>
                  <a:pt x="866292" y="300520"/>
                </a:lnTo>
                <a:lnTo>
                  <a:pt x="866292" y="269938"/>
                </a:lnTo>
                <a:lnTo>
                  <a:pt x="771715" y="269938"/>
                </a:lnTo>
                <a:lnTo>
                  <a:pt x="771715" y="204406"/>
                </a:lnTo>
                <a:lnTo>
                  <a:pt x="866292" y="204406"/>
                </a:lnTo>
                <a:lnTo>
                  <a:pt x="866292" y="173824"/>
                </a:lnTo>
                <a:lnTo>
                  <a:pt x="771715" y="173824"/>
                </a:lnTo>
                <a:lnTo>
                  <a:pt x="771715" y="109816"/>
                </a:lnTo>
                <a:lnTo>
                  <a:pt x="878484" y="109816"/>
                </a:lnTo>
                <a:lnTo>
                  <a:pt x="878484" y="79248"/>
                </a:lnTo>
                <a:lnTo>
                  <a:pt x="736663" y="79248"/>
                </a:lnTo>
                <a:lnTo>
                  <a:pt x="736663" y="109816"/>
                </a:lnTo>
                <a:lnTo>
                  <a:pt x="736663" y="173824"/>
                </a:lnTo>
                <a:lnTo>
                  <a:pt x="736663" y="204406"/>
                </a:lnTo>
                <a:lnTo>
                  <a:pt x="736663" y="269938"/>
                </a:lnTo>
                <a:lnTo>
                  <a:pt x="736663" y="300520"/>
                </a:lnTo>
                <a:lnTo>
                  <a:pt x="736663" y="372148"/>
                </a:lnTo>
                <a:lnTo>
                  <a:pt x="637501" y="372148"/>
                </a:lnTo>
                <a:lnTo>
                  <a:pt x="637501" y="300520"/>
                </a:lnTo>
                <a:lnTo>
                  <a:pt x="736663" y="300520"/>
                </a:lnTo>
                <a:lnTo>
                  <a:pt x="736663" y="269938"/>
                </a:lnTo>
                <a:lnTo>
                  <a:pt x="637501" y="269938"/>
                </a:lnTo>
                <a:lnTo>
                  <a:pt x="637501" y="204406"/>
                </a:lnTo>
                <a:lnTo>
                  <a:pt x="736663" y="204406"/>
                </a:lnTo>
                <a:lnTo>
                  <a:pt x="736663" y="173824"/>
                </a:lnTo>
                <a:lnTo>
                  <a:pt x="637501" y="173824"/>
                </a:lnTo>
                <a:lnTo>
                  <a:pt x="637501" y="157060"/>
                </a:lnTo>
                <a:lnTo>
                  <a:pt x="637501" y="109816"/>
                </a:lnTo>
                <a:lnTo>
                  <a:pt x="736663" y="109816"/>
                </a:lnTo>
                <a:lnTo>
                  <a:pt x="736663" y="79248"/>
                </a:lnTo>
                <a:lnTo>
                  <a:pt x="646645" y="79248"/>
                </a:lnTo>
                <a:lnTo>
                  <a:pt x="654621" y="63220"/>
                </a:lnTo>
                <a:lnTo>
                  <a:pt x="662457" y="47053"/>
                </a:lnTo>
                <a:lnTo>
                  <a:pt x="670001" y="30594"/>
                </a:lnTo>
                <a:lnTo>
                  <a:pt x="677125" y="13716"/>
                </a:lnTo>
                <a:lnTo>
                  <a:pt x="645121" y="3048"/>
                </a:lnTo>
                <a:lnTo>
                  <a:pt x="623379" y="52806"/>
                </a:lnTo>
                <a:lnTo>
                  <a:pt x="599198" y="99301"/>
                </a:lnTo>
                <a:lnTo>
                  <a:pt x="572427" y="142646"/>
                </a:lnTo>
                <a:lnTo>
                  <a:pt x="542925" y="182968"/>
                </a:lnTo>
                <a:lnTo>
                  <a:pt x="549732" y="189890"/>
                </a:lnTo>
                <a:lnTo>
                  <a:pt x="556260" y="196773"/>
                </a:lnTo>
                <a:lnTo>
                  <a:pt x="562203" y="203644"/>
                </a:lnTo>
                <a:lnTo>
                  <a:pt x="567309" y="210502"/>
                </a:lnTo>
                <a:lnTo>
                  <a:pt x="576503" y="197650"/>
                </a:lnTo>
                <a:lnTo>
                  <a:pt x="585673" y="184353"/>
                </a:lnTo>
                <a:lnTo>
                  <a:pt x="594829" y="170776"/>
                </a:lnTo>
                <a:lnTo>
                  <a:pt x="603973" y="157060"/>
                </a:lnTo>
                <a:lnTo>
                  <a:pt x="603973" y="436245"/>
                </a:lnTo>
                <a:lnTo>
                  <a:pt x="637501" y="436245"/>
                </a:lnTo>
                <a:lnTo>
                  <a:pt x="637501" y="401193"/>
                </a:lnTo>
                <a:lnTo>
                  <a:pt x="883056" y="401193"/>
                </a:lnTo>
                <a:lnTo>
                  <a:pt x="883056" y="372148"/>
                </a:lnTo>
                <a:close/>
              </a:path>
              <a:path w="1784350" h="436245">
                <a:moveTo>
                  <a:pt x="1105662" y="359956"/>
                </a:moveTo>
                <a:lnTo>
                  <a:pt x="1071372" y="309422"/>
                </a:lnTo>
                <a:lnTo>
                  <a:pt x="1037082" y="257746"/>
                </a:lnTo>
                <a:lnTo>
                  <a:pt x="1049655" y="225742"/>
                </a:lnTo>
                <a:lnTo>
                  <a:pt x="1052791" y="217754"/>
                </a:lnTo>
                <a:lnTo>
                  <a:pt x="1065657" y="175577"/>
                </a:lnTo>
                <a:lnTo>
                  <a:pt x="1075651" y="131394"/>
                </a:lnTo>
                <a:lnTo>
                  <a:pt x="1082802" y="85344"/>
                </a:lnTo>
                <a:lnTo>
                  <a:pt x="1082802" y="53340"/>
                </a:lnTo>
                <a:lnTo>
                  <a:pt x="908964" y="53340"/>
                </a:lnTo>
                <a:lnTo>
                  <a:pt x="908964" y="86868"/>
                </a:lnTo>
                <a:lnTo>
                  <a:pt x="1047750" y="86868"/>
                </a:lnTo>
                <a:lnTo>
                  <a:pt x="1042289" y="123164"/>
                </a:lnTo>
                <a:lnTo>
                  <a:pt x="1034986" y="158597"/>
                </a:lnTo>
                <a:lnTo>
                  <a:pt x="1025664" y="192874"/>
                </a:lnTo>
                <a:lnTo>
                  <a:pt x="1014222" y="225742"/>
                </a:lnTo>
                <a:lnTo>
                  <a:pt x="977557" y="172885"/>
                </a:lnTo>
                <a:lnTo>
                  <a:pt x="959256" y="146138"/>
                </a:lnTo>
                <a:lnTo>
                  <a:pt x="940968" y="118960"/>
                </a:lnTo>
                <a:lnTo>
                  <a:pt x="913536" y="135737"/>
                </a:lnTo>
                <a:lnTo>
                  <a:pt x="934986" y="167513"/>
                </a:lnTo>
                <a:lnTo>
                  <a:pt x="956030" y="199021"/>
                </a:lnTo>
                <a:lnTo>
                  <a:pt x="976795" y="230543"/>
                </a:lnTo>
                <a:lnTo>
                  <a:pt x="997458" y="262318"/>
                </a:lnTo>
                <a:lnTo>
                  <a:pt x="977417" y="296710"/>
                </a:lnTo>
                <a:lnTo>
                  <a:pt x="954125" y="329082"/>
                </a:lnTo>
                <a:lnTo>
                  <a:pt x="927709" y="359714"/>
                </a:lnTo>
                <a:lnTo>
                  <a:pt x="898296" y="388912"/>
                </a:lnTo>
                <a:lnTo>
                  <a:pt x="903986" y="397814"/>
                </a:lnTo>
                <a:lnTo>
                  <a:pt x="909535" y="406133"/>
                </a:lnTo>
                <a:lnTo>
                  <a:pt x="914793" y="413854"/>
                </a:lnTo>
                <a:lnTo>
                  <a:pt x="919632" y="421005"/>
                </a:lnTo>
                <a:lnTo>
                  <a:pt x="948194" y="392391"/>
                </a:lnTo>
                <a:lnTo>
                  <a:pt x="974356" y="361670"/>
                </a:lnTo>
                <a:lnTo>
                  <a:pt x="997940" y="328930"/>
                </a:lnTo>
                <a:lnTo>
                  <a:pt x="1018794" y="294322"/>
                </a:lnTo>
                <a:lnTo>
                  <a:pt x="1040599" y="328930"/>
                </a:lnTo>
                <a:lnTo>
                  <a:pt x="1073658" y="381292"/>
                </a:lnTo>
                <a:lnTo>
                  <a:pt x="1105662" y="359956"/>
                </a:lnTo>
                <a:close/>
              </a:path>
              <a:path w="1784350" h="436245">
                <a:moveTo>
                  <a:pt x="1200238" y="272986"/>
                </a:moveTo>
                <a:lnTo>
                  <a:pt x="1185976" y="248488"/>
                </a:lnTo>
                <a:lnTo>
                  <a:pt x="1170711" y="223253"/>
                </a:lnTo>
                <a:lnTo>
                  <a:pt x="1154595" y="197726"/>
                </a:lnTo>
                <a:lnTo>
                  <a:pt x="1137754" y="172313"/>
                </a:lnTo>
                <a:lnTo>
                  <a:pt x="1108710" y="189077"/>
                </a:lnTo>
                <a:lnTo>
                  <a:pt x="1124407" y="215366"/>
                </a:lnTo>
                <a:lnTo>
                  <a:pt x="1139418" y="241350"/>
                </a:lnTo>
                <a:lnTo>
                  <a:pt x="1153579" y="266750"/>
                </a:lnTo>
                <a:lnTo>
                  <a:pt x="1166710" y="291274"/>
                </a:lnTo>
                <a:lnTo>
                  <a:pt x="1200238" y="272986"/>
                </a:lnTo>
                <a:close/>
              </a:path>
              <a:path w="1784350" h="436245">
                <a:moveTo>
                  <a:pt x="1335976" y="100672"/>
                </a:moveTo>
                <a:lnTo>
                  <a:pt x="1282636" y="100672"/>
                </a:lnTo>
                <a:lnTo>
                  <a:pt x="1282636" y="7620"/>
                </a:lnTo>
                <a:lnTo>
                  <a:pt x="1245958" y="7620"/>
                </a:lnTo>
                <a:lnTo>
                  <a:pt x="1245958" y="100672"/>
                </a:lnTo>
                <a:lnTo>
                  <a:pt x="1101090" y="100672"/>
                </a:lnTo>
                <a:lnTo>
                  <a:pt x="1101090" y="134213"/>
                </a:lnTo>
                <a:lnTo>
                  <a:pt x="1245958" y="134213"/>
                </a:lnTo>
                <a:lnTo>
                  <a:pt x="1245958" y="358432"/>
                </a:lnTo>
                <a:lnTo>
                  <a:pt x="1243965" y="372427"/>
                </a:lnTo>
                <a:lnTo>
                  <a:pt x="1237957" y="382435"/>
                </a:lnTo>
                <a:lnTo>
                  <a:pt x="1227963" y="388429"/>
                </a:lnTo>
                <a:lnTo>
                  <a:pt x="1214247" y="390398"/>
                </a:lnTo>
                <a:lnTo>
                  <a:pt x="1201115" y="390385"/>
                </a:lnTo>
                <a:lnTo>
                  <a:pt x="1185570" y="390055"/>
                </a:lnTo>
                <a:lnTo>
                  <a:pt x="1167447" y="389140"/>
                </a:lnTo>
                <a:lnTo>
                  <a:pt x="1146898" y="387388"/>
                </a:lnTo>
                <a:lnTo>
                  <a:pt x="1149807" y="398551"/>
                </a:lnTo>
                <a:lnTo>
                  <a:pt x="1151851" y="408990"/>
                </a:lnTo>
                <a:lnTo>
                  <a:pt x="1153325" y="418553"/>
                </a:lnTo>
                <a:lnTo>
                  <a:pt x="1154518" y="427101"/>
                </a:lnTo>
                <a:lnTo>
                  <a:pt x="1220050" y="427101"/>
                </a:lnTo>
                <a:lnTo>
                  <a:pt x="1266774" y="411276"/>
                </a:lnTo>
                <a:lnTo>
                  <a:pt x="1282636" y="364528"/>
                </a:lnTo>
                <a:lnTo>
                  <a:pt x="1282636" y="134213"/>
                </a:lnTo>
                <a:lnTo>
                  <a:pt x="1335976" y="134213"/>
                </a:lnTo>
                <a:lnTo>
                  <a:pt x="1335976" y="100672"/>
                </a:lnTo>
                <a:close/>
              </a:path>
              <a:path w="1784350" h="436245">
                <a:moveTo>
                  <a:pt x="1784311" y="385864"/>
                </a:moveTo>
                <a:lnTo>
                  <a:pt x="1744929" y="368973"/>
                </a:lnTo>
                <a:lnTo>
                  <a:pt x="1711528" y="345655"/>
                </a:lnTo>
                <a:lnTo>
                  <a:pt x="1684401" y="315734"/>
                </a:lnTo>
                <a:lnTo>
                  <a:pt x="1669808" y="289750"/>
                </a:lnTo>
                <a:lnTo>
                  <a:pt x="1663814" y="279082"/>
                </a:lnTo>
                <a:lnTo>
                  <a:pt x="1682140" y="272986"/>
                </a:lnTo>
                <a:lnTo>
                  <a:pt x="1744687" y="251650"/>
                </a:lnTo>
                <a:lnTo>
                  <a:pt x="1727923" y="222694"/>
                </a:lnTo>
                <a:lnTo>
                  <a:pt x="1698713" y="236131"/>
                </a:lnTo>
                <a:lnTo>
                  <a:pt x="1668056" y="248983"/>
                </a:lnTo>
                <a:lnTo>
                  <a:pt x="1635683" y="261277"/>
                </a:lnTo>
                <a:lnTo>
                  <a:pt x="1601330" y="272986"/>
                </a:lnTo>
                <a:lnTo>
                  <a:pt x="1598168" y="268414"/>
                </a:lnTo>
                <a:lnTo>
                  <a:pt x="1591068" y="258152"/>
                </a:lnTo>
                <a:lnTo>
                  <a:pt x="1578660" y="243459"/>
                </a:lnTo>
                <a:lnTo>
                  <a:pt x="1568564" y="233362"/>
                </a:lnTo>
                <a:lnTo>
                  <a:pt x="1564259" y="229057"/>
                </a:lnTo>
                <a:lnTo>
                  <a:pt x="1547990" y="215074"/>
                </a:lnTo>
                <a:lnTo>
                  <a:pt x="1558658" y="204406"/>
                </a:lnTo>
                <a:lnTo>
                  <a:pt x="1718779" y="204406"/>
                </a:lnTo>
                <a:lnTo>
                  <a:pt x="1718779" y="213550"/>
                </a:lnTo>
                <a:lnTo>
                  <a:pt x="1749259" y="213550"/>
                </a:lnTo>
                <a:lnTo>
                  <a:pt x="1749259" y="105244"/>
                </a:lnTo>
                <a:lnTo>
                  <a:pt x="1718779" y="105244"/>
                </a:lnTo>
                <a:lnTo>
                  <a:pt x="1718779" y="134200"/>
                </a:lnTo>
                <a:lnTo>
                  <a:pt x="1718779" y="175348"/>
                </a:lnTo>
                <a:lnTo>
                  <a:pt x="1576946" y="175348"/>
                </a:lnTo>
                <a:lnTo>
                  <a:pt x="1581238" y="165925"/>
                </a:lnTo>
                <a:lnTo>
                  <a:pt x="1584947" y="155917"/>
                </a:lnTo>
                <a:lnTo>
                  <a:pt x="1588096" y="145351"/>
                </a:lnTo>
                <a:lnTo>
                  <a:pt x="1590662" y="134200"/>
                </a:lnTo>
                <a:lnTo>
                  <a:pt x="1718779" y="134200"/>
                </a:lnTo>
                <a:lnTo>
                  <a:pt x="1718779" y="105244"/>
                </a:lnTo>
                <a:lnTo>
                  <a:pt x="1640954" y="105244"/>
                </a:lnTo>
                <a:lnTo>
                  <a:pt x="1681924" y="68580"/>
                </a:lnTo>
                <a:lnTo>
                  <a:pt x="1683626" y="67056"/>
                </a:lnTo>
                <a:lnTo>
                  <a:pt x="1683626" y="41148"/>
                </a:lnTo>
                <a:lnTo>
                  <a:pt x="1637906" y="41148"/>
                </a:lnTo>
                <a:lnTo>
                  <a:pt x="1637906" y="68580"/>
                </a:lnTo>
                <a:lnTo>
                  <a:pt x="1598282" y="105244"/>
                </a:lnTo>
                <a:lnTo>
                  <a:pt x="1557134" y="105244"/>
                </a:lnTo>
                <a:lnTo>
                  <a:pt x="1557134" y="134200"/>
                </a:lnTo>
                <a:lnTo>
                  <a:pt x="1554302" y="145351"/>
                </a:lnTo>
                <a:lnTo>
                  <a:pt x="1550466" y="155917"/>
                </a:lnTo>
                <a:lnTo>
                  <a:pt x="1545742" y="165925"/>
                </a:lnTo>
                <a:lnTo>
                  <a:pt x="1540281" y="175348"/>
                </a:lnTo>
                <a:lnTo>
                  <a:pt x="1422933" y="175348"/>
                </a:lnTo>
                <a:lnTo>
                  <a:pt x="1422933" y="134200"/>
                </a:lnTo>
                <a:lnTo>
                  <a:pt x="1557134" y="134200"/>
                </a:lnTo>
                <a:lnTo>
                  <a:pt x="1557134" y="105244"/>
                </a:lnTo>
                <a:lnTo>
                  <a:pt x="1430553" y="105244"/>
                </a:lnTo>
                <a:lnTo>
                  <a:pt x="1442834" y="96088"/>
                </a:lnTo>
                <a:lnTo>
                  <a:pt x="1454556" y="86918"/>
                </a:lnTo>
                <a:lnTo>
                  <a:pt x="1465694" y="77736"/>
                </a:lnTo>
                <a:lnTo>
                  <a:pt x="1476273" y="68580"/>
                </a:lnTo>
                <a:lnTo>
                  <a:pt x="1637906" y="68580"/>
                </a:lnTo>
                <a:lnTo>
                  <a:pt x="1637906" y="41148"/>
                </a:lnTo>
                <a:lnTo>
                  <a:pt x="1502181" y="41148"/>
                </a:lnTo>
                <a:lnTo>
                  <a:pt x="1509890" y="32270"/>
                </a:lnTo>
                <a:lnTo>
                  <a:pt x="1517040" y="23812"/>
                </a:lnTo>
                <a:lnTo>
                  <a:pt x="1523606" y="15646"/>
                </a:lnTo>
                <a:lnTo>
                  <a:pt x="1529613" y="7620"/>
                </a:lnTo>
                <a:lnTo>
                  <a:pt x="1489989" y="1524"/>
                </a:lnTo>
                <a:lnTo>
                  <a:pt x="1461376" y="35826"/>
                </a:lnTo>
                <a:lnTo>
                  <a:pt x="1428026" y="67868"/>
                </a:lnTo>
                <a:lnTo>
                  <a:pt x="1389824" y="97612"/>
                </a:lnTo>
                <a:lnTo>
                  <a:pt x="1346631" y="125056"/>
                </a:lnTo>
                <a:lnTo>
                  <a:pt x="1350949" y="131940"/>
                </a:lnTo>
                <a:lnTo>
                  <a:pt x="1354823" y="138963"/>
                </a:lnTo>
                <a:lnTo>
                  <a:pt x="1358430" y="146278"/>
                </a:lnTo>
                <a:lnTo>
                  <a:pt x="1361871" y="154012"/>
                </a:lnTo>
                <a:lnTo>
                  <a:pt x="1369860" y="148539"/>
                </a:lnTo>
                <a:lnTo>
                  <a:pt x="1377683" y="143344"/>
                </a:lnTo>
                <a:lnTo>
                  <a:pt x="1385239" y="138163"/>
                </a:lnTo>
                <a:lnTo>
                  <a:pt x="1392351" y="132676"/>
                </a:lnTo>
                <a:lnTo>
                  <a:pt x="1392351" y="218122"/>
                </a:lnTo>
                <a:lnTo>
                  <a:pt x="1422933" y="218122"/>
                </a:lnTo>
                <a:lnTo>
                  <a:pt x="1422933" y="204406"/>
                </a:lnTo>
                <a:lnTo>
                  <a:pt x="1515897" y="204406"/>
                </a:lnTo>
                <a:lnTo>
                  <a:pt x="1488211" y="222694"/>
                </a:lnTo>
                <a:lnTo>
                  <a:pt x="1450733" y="238887"/>
                </a:lnTo>
                <a:lnTo>
                  <a:pt x="1403553" y="253060"/>
                </a:lnTo>
                <a:lnTo>
                  <a:pt x="1346631" y="265366"/>
                </a:lnTo>
                <a:lnTo>
                  <a:pt x="1352067" y="274205"/>
                </a:lnTo>
                <a:lnTo>
                  <a:pt x="1356918" y="282333"/>
                </a:lnTo>
                <a:lnTo>
                  <a:pt x="1364919" y="295948"/>
                </a:lnTo>
                <a:lnTo>
                  <a:pt x="1415300" y="282486"/>
                </a:lnTo>
                <a:lnTo>
                  <a:pt x="1458925" y="267474"/>
                </a:lnTo>
                <a:lnTo>
                  <a:pt x="1495971" y="251053"/>
                </a:lnTo>
                <a:lnTo>
                  <a:pt x="1526565" y="233362"/>
                </a:lnTo>
                <a:lnTo>
                  <a:pt x="1532661" y="237934"/>
                </a:lnTo>
                <a:lnTo>
                  <a:pt x="1537233" y="244030"/>
                </a:lnTo>
                <a:lnTo>
                  <a:pt x="1543329" y="248602"/>
                </a:lnTo>
                <a:lnTo>
                  <a:pt x="1507350" y="272618"/>
                </a:lnTo>
                <a:lnTo>
                  <a:pt x="1463497" y="294373"/>
                </a:lnTo>
                <a:lnTo>
                  <a:pt x="1411909" y="313829"/>
                </a:lnTo>
                <a:lnTo>
                  <a:pt x="1352727" y="331000"/>
                </a:lnTo>
                <a:lnTo>
                  <a:pt x="1358163" y="339610"/>
                </a:lnTo>
                <a:lnTo>
                  <a:pt x="1363014" y="347383"/>
                </a:lnTo>
                <a:lnTo>
                  <a:pt x="1367307" y="354571"/>
                </a:lnTo>
                <a:lnTo>
                  <a:pt x="1371015" y="361480"/>
                </a:lnTo>
                <a:lnTo>
                  <a:pt x="1431036" y="341160"/>
                </a:lnTo>
                <a:lnTo>
                  <a:pt x="1482750" y="318985"/>
                </a:lnTo>
                <a:lnTo>
                  <a:pt x="1525892" y="294779"/>
                </a:lnTo>
                <a:lnTo>
                  <a:pt x="1560182" y="268414"/>
                </a:lnTo>
                <a:lnTo>
                  <a:pt x="1564500" y="273888"/>
                </a:lnTo>
                <a:lnTo>
                  <a:pt x="1568373" y="279082"/>
                </a:lnTo>
                <a:lnTo>
                  <a:pt x="1571980" y="284276"/>
                </a:lnTo>
                <a:lnTo>
                  <a:pt x="1575422" y="289750"/>
                </a:lnTo>
                <a:lnTo>
                  <a:pt x="1541360" y="315963"/>
                </a:lnTo>
                <a:lnTo>
                  <a:pt x="1501546" y="339610"/>
                </a:lnTo>
                <a:lnTo>
                  <a:pt x="1455712" y="360946"/>
                </a:lnTo>
                <a:lnTo>
                  <a:pt x="1404112" y="379869"/>
                </a:lnTo>
                <a:lnTo>
                  <a:pt x="1346631" y="396532"/>
                </a:lnTo>
                <a:lnTo>
                  <a:pt x="1351203" y="404558"/>
                </a:lnTo>
                <a:lnTo>
                  <a:pt x="1355775" y="412419"/>
                </a:lnTo>
                <a:lnTo>
                  <a:pt x="1360347" y="419976"/>
                </a:lnTo>
                <a:lnTo>
                  <a:pt x="1364919" y="427101"/>
                </a:lnTo>
                <a:lnTo>
                  <a:pt x="1422908" y="408038"/>
                </a:lnTo>
                <a:lnTo>
                  <a:pt x="1474076" y="387527"/>
                </a:lnTo>
                <a:lnTo>
                  <a:pt x="1518221" y="365569"/>
                </a:lnTo>
                <a:lnTo>
                  <a:pt x="1555115" y="342150"/>
                </a:lnTo>
                <a:lnTo>
                  <a:pt x="1584566" y="317284"/>
                </a:lnTo>
                <a:lnTo>
                  <a:pt x="1586331" y="325539"/>
                </a:lnTo>
                <a:lnTo>
                  <a:pt x="1587233" y="334238"/>
                </a:lnTo>
                <a:lnTo>
                  <a:pt x="1587538" y="342150"/>
                </a:lnTo>
                <a:lnTo>
                  <a:pt x="1587614" y="352336"/>
                </a:lnTo>
                <a:lnTo>
                  <a:pt x="1584718" y="374345"/>
                </a:lnTo>
                <a:lnTo>
                  <a:pt x="1575803" y="390093"/>
                </a:lnTo>
                <a:lnTo>
                  <a:pt x="1560576" y="399554"/>
                </a:lnTo>
                <a:lnTo>
                  <a:pt x="1538757" y="402717"/>
                </a:lnTo>
                <a:lnTo>
                  <a:pt x="1524749" y="402437"/>
                </a:lnTo>
                <a:lnTo>
                  <a:pt x="1510182" y="401574"/>
                </a:lnTo>
                <a:lnTo>
                  <a:pt x="1495031" y="400151"/>
                </a:lnTo>
                <a:lnTo>
                  <a:pt x="1479321" y="398145"/>
                </a:lnTo>
                <a:lnTo>
                  <a:pt x="1482204" y="408889"/>
                </a:lnTo>
                <a:lnTo>
                  <a:pt x="1484274" y="418338"/>
                </a:lnTo>
                <a:lnTo>
                  <a:pt x="1485747" y="426008"/>
                </a:lnTo>
                <a:lnTo>
                  <a:pt x="1486941" y="431673"/>
                </a:lnTo>
                <a:lnTo>
                  <a:pt x="1501775" y="432549"/>
                </a:lnTo>
                <a:lnTo>
                  <a:pt x="1516468" y="433006"/>
                </a:lnTo>
                <a:lnTo>
                  <a:pt x="1544853" y="433197"/>
                </a:lnTo>
                <a:lnTo>
                  <a:pt x="1577797" y="428332"/>
                </a:lnTo>
                <a:lnTo>
                  <a:pt x="1601139" y="413753"/>
                </a:lnTo>
                <a:lnTo>
                  <a:pt x="1607439" y="402717"/>
                </a:lnTo>
                <a:lnTo>
                  <a:pt x="1615033" y="389432"/>
                </a:lnTo>
                <a:lnTo>
                  <a:pt x="1619618" y="355384"/>
                </a:lnTo>
                <a:lnTo>
                  <a:pt x="1619072" y="339610"/>
                </a:lnTo>
                <a:lnTo>
                  <a:pt x="1617522" y="324713"/>
                </a:lnTo>
                <a:lnTo>
                  <a:pt x="1616265" y="317284"/>
                </a:lnTo>
                <a:lnTo>
                  <a:pt x="1615122" y="310591"/>
                </a:lnTo>
                <a:lnTo>
                  <a:pt x="1611998" y="297472"/>
                </a:lnTo>
                <a:lnTo>
                  <a:pt x="1617954" y="295148"/>
                </a:lnTo>
                <a:lnTo>
                  <a:pt x="1624190" y="293001"/>
                </a:lnTo>
                <a:lnTo>
                  <a:pt x="1630438" y="291160"/>
                </a:lnTo>
                <a:lnTo>
                  <a:pt x="1636382" y="289750"/>
                </a:lnTo>
                <a:lnTo>
                  <a:pt x="1659547" y="331838"/>
                </a:lnTo>
                <a:lnTo>
                  <a:pt x="1687868" y="366623"/>
                </a:lnTo>
                <a:lnTo>
                  <a:pt x="1721332" y="394258"/>
                </a:lnTo>
                <a:lnTo>
                  <a:pt x="1759927" y="414909"/>
                </a:lnTo>
                <a:lnTo>
                  <a:pt x="1764753" y="408952"/>
                </a:lnTo>
                <a:lnTo>
                  <a:pt x="1770405" y="402132"/>
                </a:lnTo>
                <a:lnTo>
                  <a:pt x="1776857" y="394512"/>
                </a:lnTo>
                <a:lnTo>
                  <a:pt x="1784311" y="3858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1418844" y="504444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753641" y="4837086"/>
            <a:ext cx="1539240" cy="381635"/>
          </a:xfrm>
          <a:custGeom>
            <a:avLst/>
            <a:gdLst/>
            <a:ahLst/>
            <a:cxnLst/>
            <a:rect l="l" t="t" r="r" b="b"/>
            <a:pathLst>
              <a:path w="1539239" h="381635">
                <a:moveTo>
                  <a:pt x="340042" y="32004"/>
                </a:moveTo>
                <a:lnTo>
                  <a:pt x="0" y="32004"/>
                </a:lnTo>
                <a:lnTo>
                  <a:pt x="0" y="64008"/>
                </a:lnTo>
                <a:lnTo>
                  <a:pt x="288226" y="64008"/>
                </a:lnTo>
                <a:lnTo>
                  <a:pt x="259257" y="84632"/>
                </a:lnTo>
                <a:lnTo>
                  <a:pt x="229463" y="105244"/>
                </a:lnTo>
                <a:lnTo>
                  <a:pt x="198551" y="125818"/>
                </a:lnTo>
                <a:lnTo>
                  <a:pt x="166217" y="146392"/>
                </a:lnTo>
                <a:lnTo>
                  <a:pt x="166217" y="302031"/>
                </a:lnTo>
                <a:lnTo>
                  <a:pt x="163944" y="317157"/>
                </a:lnTo>
                <a:lnTo>
                  <a:pt x="157264" y="328129"/>
                </a:lnTo>
                <a:lnTo>
                  <a:pt x="146278" y="334822"/>
                </a:lnTo>
                <a:lnTo>
                  <a:pt x="131165" y="337083"/>
                </a:lnTo>
                <a:lnTo>
                  <a:pt x="116573" y="336804"/>
                </a:lnTo>
                <a:lnTo>
                  <a:pt x="100596" y="335940"/>
                </a:lnTo>
                <a:lnTo>
                  <a:pt x="83489" y="334518"/>
                </a:lnTo>
                <a:lnTo>
                  <a:pt x="65532" y="332511"/>
                </a:lnTo>
                <a:lnTo>
                  <a:pt x="66916" y="341655"/>
                </a:lnTo>
                <a:lnTo>
                  <a:pt x="70243" y="359943"/>
                </a:lnTo>
                <a:lnTo>
                  <a:pt x="71628" y="369087"/>
                </a:lnTo>
                <a:lnTo>
                  <a:pt x="90830" y="369976"/>
                </a:lnTo>
                <a:lnTo>
                  <a:pt x="107492" y="370420"/>
                </a:lnTo>
                <a:lnTo>
                  <a:pt x="134213" y="370611"/>
                </a:lnTo>
                <a:lnTo>
                  <a:pt x="151307" y="369519"/>
                </a:lnTo>
                <a:lnTo>
                  <a:pt x="192265" y="346189"/>
                </a:lnTo>
                <a:lnTo>
                  <a:pt x="201269" y="302031"/>
                </a:lnTo>
                <a:lnTo>
                  <a:pt x="201269" y="161632"/>
                </a:lnTo>
                <a:lnTo>
                  <a:pt x="236448" y="138772"/>
                </a:lnTo>
                <a:lnTo>
                  <a:pt x="271221" y="115912"/>
                </a:lnTo>
                <a:lnTo>
                  <a:pt x="340042" y="70104"/>
                </a:lnTo>
                <a:lnTo>
                  <a:pt x="340042" y="32004"/>
                </a:lnTo>
                <a:close/>
              </a:path>
              <a:path w="1539239" h="381635">
                <a:moveTo>
                  <a:pt x="547497" y="106768"/>
                </a:moveTo>
                <a:lnTo>
                  <a:pt x="523024" y="106768"/>
                </a:lnTo>
                <a:lnTo>
                  <a:pt x="523024" y="128117"/>
                </a:lnTo>
                <a:lnTo>
                  <a:pt x="523024" y="176885"/>
                </a:lnTo>
                <a:lnTo>
                  <a:pt x="523024" y="199834"/>
                </a:lnTo>
                <a:lnTo>
                  <a:pt x="523024" y="248602"/>
                </a:lnTo>
                <a:lnTo>
                  <a:pt x="489496" y="248602"/>
                </a:lnTo>
                <a:lnTo>
                  <a:pt x="489496" y="199834"/>
                </a:lnTo>
                <a:lnTo>
                  <a:pt x="523024" y="199834"/>
                </a:lnTo>
                <a:lnTo>
                  <a:pt x="523024" y="176885"/>
                </a:lnTo>
                <a:lnTo>
                  <a:pt x="489496" y="176885"/>
                </a:lnTo>
                <a:lnTo>
                  <a:pt x="489496" y="128117"/>
                </a:lnTo>
                <a:lnTo>
                  <a:pt x="523024" y="128117"/>
                </a:lnTo>
                <a:lnTo>
                  <a:pt x="523024" y="106768"/>
                </a:lnTo>
                <a:lnTo>
                  <a:pt x="498640" y="106768"/>
                </a:lnTo>
                <a:lnTo>
                  <a:pt x="527596" y="65532"/>
                </a:lnTo>
                <a:lnTo>
                  <a:pt x="527596" y="64008"/>
                </a:lnTo>
                <a:lnTo>
                  <a:pt x="527596" y="41148"/>
                </a:lnTo>
                <a:lnTo>
                  <a:pt x="497116" y="41148"/>
                </a:lnTo>
                <a:lnTo>
                  <a:pt x="497116" y="64008"/>
                </a:lnTo>
                <a:lnTo>
                  <a:pt x="468160" y="106768"/>
                </a:lnTo>
                <a:lnTo>
                  <a:pt x="463588" y="106768"/>
                </a:lnTo>
                <a:lnTo>
                  <a:pt x="463588" y="128117"/>
                </a:lnTo>
                <a:lnTo>
                  <a:pt x="463588" y="176885"/>
                </a:lnTo>
                <a:lnTo>
                  <a:pt x="463588" y="199834"/>
                </a:lnTo>
                <a:lnTo>
                  <a:pt x="463588" y="248602"/>
                </a:lnTo>
                <a:lnTo>
                  <a:pt x="430060" y="248602"/>
                </a:lnTo>
                <a:lnTo>
                  <a:pt x="430060" y="199834"/>
                </a:lnTo>
                <a:lnTo>
                  <a:pt x="463588" y="199834"/>
                </a:lnTo>
                <a:lnTo>
                  <a:pt x="463588" y="176885"/>
                </a:lnTo>
                <a:lnTo>
                  <a:pt x="430060" y="176885"/>
                </a:lnTo>
                <a:lnTo>
                  <a:pt x="430060" y="128117"/>
                </a:lnTo>
                <a:lnTo>
                  <a:pt x="463588" y="128117"/>
                </a:lnTo>
                <a:lnTo>
                  <a:pt x="463588" y="106768"/>
                </a:lnTo>
                <a:lnTo>
                  <a:pt x="414820" y="106768"/>
                </a:lnTo>
                <a:lnTo>
                  <a:pt x="421678" y="96443"/>
                </a:lnTo>
                <a:lnTo>
                  <a:pt x="428536" y="85966"/>
                </a:lnTo>
                <a:lnTo>
                  <a:pt x="435394" y="75196"/>
                </a:lnTo>
                <a:lnTo>
                  <a:pt x="442252" y="64008"/>
                </a:lnTo>
                <a:lnTo>
                  <a:pt x="497116" y="64008"/>
                </a:lnTo>
                <a:lnTo>
                  <a:pt x="497116" y="41148"/>
                </a:lnTo>
                <a:lnTo>
                  <a:pt x="455968" y="41148"/>
                </a:lnTo>
                <a:lnTo>
                  <a:pt x="459625" y="34023"/>
                </a:lnTo>
                <a:lnTo>
                  <a:pt x="463588" y="26479"/>
                </a:lnTo>
                <a:lnTo>
                  <a:pt x="467537" y="18643"/>
                </a:lnTo>
                <a:lnTo>
                  <a:pt x="471208" y="10668"/>
                </a:lnTo>
                <a:lnTo>
                  <a:pt x="443776" y="3048"/>
                </a:lnTo>
                <a:lnTo>
                  <a:pt x="430072" y="33032"/>
                </a:lnTo>
                <a:lnTo>
                  <a:pt x="414235" y="61163"/>
                </a:lnTo>
                <a:lnTo>
                  <a:pt x="396367" y="87312"/>
                </a:lnTo>
                <a:lnTo>
                  <a:pt x="376618" y="111340"/>
                </a:lnTo>
                <a:lnTo>
                  <a:pt x="382054" y="117043"/>
                </a:lnTo>
                <a:lnTo>
                  <a:pt x="386905" y="122593"/>
                </a:lnTo>
                <a:lnTo>
                  <a:pt x="391198" y="127850"/>
                </a:lnTo>
                <a:lnTo>
                  <a:pt x="394906" y="132689"/>
                </a:lnTo>
                <a:lnTo>
                  <a:pt x="398056" y="128117"/>
                </a:lnTo>
                <a:lnTo>
                  <a:pt x="402628" y="123545"/>
                </a:lnTo>
                <a:lnTo>
                  <a:pt x="405676" y="118973"/>
                </a:lnTo>
                <a:lnTo>
                  <a:pt x="405676" y="248602"/>
                </a:lnTo>
                <a:lnTo>
                  <a:pt x="403936" y="282346"/>
                </a:lnTo>
                <a:lnTo>
                  <a:pt x="398614" y="312508"/>
                </a:lnTo>
                <a:lnTo>
                  <a:pt x="389559" y="338924"/>
                </a:lnTo>
                <a:lnTo>
                  <a:pt x="376618" y="361480"/>
                </a:lnTo>
                <a:lnTo>
                  <a:pt x="383171" y="366064"/>
                </a:lnTo>
                <a:lnTo>
                  <a:pt x="389013" y="370814"/>
                </a:lnTo>
                <a:lnTo>
                  <a:pt x="394017" y="375831"/>
                </a:lnTo>
                <a:lnTo>
                  <a:pt x="398056" y="381292"/>
                </a:lnTo>
                <a:lnTo>
                  <a:pt x="411200" y="359829"/>
                </a:lnTo>
                <a:lnTo>
                  <a:pt x="420916" y="334225"/>
                </a:lnTo>
                <a:lnTo>
                  <a:pt x="427202" y="304304"/>
                </a:lnTo>
                <a:lnTo>
                  <a:pt x="430060" y="269938"/>
                </a:lnTo>
                <a:lnTo>
                  <a:pt x="463588" y="269938"/>
                </a:lnTo>
                <a:lnTo>
                  <a:pt x="463588" y="341668"/>
                </a:lnTo>
                <a:lnTo>
                  <a:pt x="489496" y="341668"/>
                </a:lnTo>
                <a:lnTo>
                  <a:pt x="489496" y="269938"/>
                </a:lnTo>
                <a:lnTo>
                  <a:pt x="523024" y="269938"/>
                </a:lnTo>
                <a:lnTo>
                  <a:pt x="523024" y="332524"/>
                </a:lnTo>
                <a:lnTo>
                  <a:pt x="521881" y="340525"/>
                </a:lnTo>
                <a:lnTo>
                  <a:pt x="518452" y="346240"/>
                </a:lnTo>
                <a:lnTo>
                  <a:pt x="512737" y="349669"/>
                </a:lnTo>
                <a:lnTo>
                  <a:pt x="504875" y="350799"/>
                </a:lnTo>
                <a:lnTo>
                  <a:pt x="497586" y="350786"/>
                </a:lnTo>
                <a:lnTo>
                  <a:pt x="489877" y="350621"/>
                </a:lnTo>
                <a:lnTo>
                  <a:pt x="481584" y="350164"/>
                </a:lnTo>
                <a:lnTo>
                  <a:pt x="472732" y="349288"/>
                </a:lnTo>
                <a:lnTo>
                  <a:pt x="474827" y="363385"/>
                </a:lnTo>
                <a:lnTo>
                  <a:pt x="475513" y="369430"/>
                </a:lnTo>
                <a:lnTo>
                  <a:pt x="475780" y="375196"/>
                </a:lnTo>
                <a:lnTo>
                  <a:pt x="510832" y="375196"/>
                </a:lnTo>
                <a:lnTo>
                  <a:pt x="545211" y="353326"/>
                </a:lnTo>
                <a:lnTo>
                  <a:pt x="547497" y="337096"/>
                </a:lnTo>
                <a:lnTo>
                  <a:pt x="547497" y="269938"/>
                </a:lnTo>
                <a:lnTo>
                  <a:pt x="547497" y="248602"/>
                </a:lnTo>
                <a:lnTo>
                  <a:pt x="547497" y="199834"/>
                </a:lnTo>
                <a:lnTo>
                  <a:pt x="547497" y="176885"/>
                </a:lnTo>
                <a:lnTo>
                  <a:pt x="547497" y="128117"/>
                </a:lnTo>
                <a:lnTo>
                  <a:pt x="547497" y="118973"/>
                </a:lnTo>
                <a:lnTo>
                  <a:pt x="547497" y="106768"/>
                </a:lnTo>
                <a:close/>
              </a:path>
              <a:path w="1539239" h="381635">
                <a:moveTo>
                  <a:pt x="735050" y="22860"/>
                </a:moveTo>
                <a:lnTo>
                  <a:pt x="564261" y="22860"/>
                </a:lnTo>
                <a:lnTo>
                  <a:pt x="564261" y="48768"/>
                </a:lnTo>
                <a:lnTo>
                  <a:pt x="605409" y="48768"/>
                </a:lnTo>
                <a:lnTo>
                  <a:pt x="604596" y="63906"/>
                </a:lnTo>
                <a:lnTo>
                  <a:pt x="586981" y="107657"/>
                </a:lnTo>
                <a:lnTo>
                  <a:pt x="550545" y="135737"/>
                </a:lnTo>
                <a:lnTo>
                  <a:pt x="555980" y="142544"/>
                </a:lnTo>
                <a:lnTo>
                  <a:pt x="560832" y="149072"/>
                </a:lnTo>
                <a:lnTo>
                  <a:pt x="565124" y="155016"/>
                </a:lnTo>
                <a:lnTo>
                  <a:pt x="568833" y="160121"/>
                </a:lnTo>
                <a:lnTo>
                  <a:pt x="601027" y="134975"/>
                </a:lnTo>
                <a:lnTo>
                  <a:pt x="625792" y="97497"/>
                </a:lnTo>
                <a:lnTo>
                  <a:pt x="634365" y="48768"/>
                </a:lnTo>
                <a:lnTo>
                  <a:pt x="706094" y="48768"/>
                </a:lnTo>
                <a:lnTo>
                  <a:pt x="703046" y="90004"/>
                </a:lnTo>
                <a:lnTo>
                  <a:pt x="681913" y="111315"/>
                </a:lnTo>
                <a:lnTo>
                  <a:pt x="672820" y="111302"/>
                </a:lnTo>
                <a:lnTo>
                  <a:pt x="662381" y="110959"/>
                </a:lnTo>
                <a:lnTo>
                  <a:pt x="650532" y="110058"/>
                </a:lnTo>
                <a:lnTo>
                  <a:pt x="637413" y="108292"/>
                </a:lnTo>
                <a:lnTo>
                  <a:pt x="639432" y="115417"/>
                </a:lnTo>
                <a:lnTo>
                  <a:pt x="641032" y="122974"/>
                </a:lnTo>
                <a:lnTo>
                  <a:pt x="642340" y="130797"/>
                </a:lnTo>
                <a:lnTo>
                  <a:pt x="643509" y="138785"/>
                </a:lnTo>
                <a:lnTo>
                  <a:pt x="654646" y="139661"/>
                </a:lnTo>
                <a:lnTo>
                  <a:pt x="665086" y="140119"/>
                </a:lnTo>
                <a:lnTo>
                  <a:pt x="674662" y="140284"/>
                </a:lnTo>
                <a:lnTo>
                  <a:pt x="683234" y="140309"/>
                </a:lnTo>
                <a:lnTo>
                  <a:pt x="703491" y="137426"/>
                </a:lnTo>
                <a:lnTo>
                  <a:pt x="718477" y="128689"/>
                </a:lnTo>
                <a:lnTo>
                  <a:pt x="728014" y="113944"/>
                </a:lnTo>
                <a:lnTo>
                  <a:pt x="728510" y="111340"/>
                </a:lnTo>
                <a:lnTo>
                  <a:pt x="732002" y="93052"/>
                </a:lnTo>
                <a:lnTo>
                  <a:pt x="733082" y="77203"/>
                </a:lnTo>
                <a:lnTo>
                  <a:pt x="734072" y="59918"/>
                </a:lnTo>
                <a:lnTo>
                  <a:pt x="734783" y="41744"/>
                </a:lnTo>
                <a:lnTo>
                  <a:pt x="735050" y="22860"/>
                </a:lnTo>
                <a:close/>
              </a:path>
              <a:path w="1539239" h="381635">
                <a:moveTo>
                  <a:pt x="756386" y="274510"/>
                </a:moveTo>
                <a:lnTo>
                  <a:pt x="678662" y="274510"/>
                </a:lnTo>
                <a:lnTo>
                  <a:pt x="678662" y="219646"/>
                </a:lnTo>
                <a:lnTo>
                  <a:pt x="747242" y="219646"/>
                </a:lnTo>
                <a:lnTo>
                  <a:pt x="747242" y="192214"/>
                </a:lnTo>
                <a:lnTo>
                  <a:pt x="678662" y="192214"/>
                </a:lnTo>
                <a:lnTo>
                  <a:pt x="678662" y="150977"/>
                </a:lnTo>
                <a:lnTo>
                  <a:pt x="649605" y="150977"/>
                </a:lnTo>
                <a:lnTo>
                  <a:pt x="649605" y="192214"/>
                </a:lnTo>
                <a:lnTo>
                  <a:pt x="613029" y="192214"/>
                </a:lnTo>
                <a:lnTo>
                  <a:pt x="615315" y="185280"/>
                </a:lnTo>
                <a:lnTo>
                  <a:pt x="617601" y="178219"/>
                </a:lnTo>
                <a:lnTo>
                  <a:pt x="619887" y="170903"/>
                </a:lnTo>
                <a:lnTo>
                  <a:pt x="622173" y="163169"/>
                </a:lnTo>
                <a:lnTo>
                  <a:pt x="596265" y="155549"/>
                </a:lnTo>
                <a:lnTo>
                  <a:pt x="589076" y="179336"/>
                </a:lnTo>
                <a:lnTo>
                  <a:pt x="581025" y="202679"/>
                </a:lnTo>
                <a:lnTo>
                  <a:pt x="571830" y="225717"/>
                </a:lnTo>
                <a:lnTo>
                  <a:pt x="561213" y="248602"/>
                </a:lnTo>
                <a:lnTo>
                  <a:pt x="568045" y="251155"/>
                </a:lnTo>
                <a:lnTo>
                  <a:pt x="574738" y="254127"/>
                </a:lnTo>
                <a:lnTo>
                  <a:pt x="581139" y="257390"/>
                </a:lnTo>
                <a:lnTo>
                  <a:pt x="587121" y="260794"/>
                </a:lnTo>
                <a:lnTo>
                  <a:pt x="591451" y="250507"/>
                </a:lnTo>
                <a:lnTo>
                  <a:pt x="599554" y="229933"/>
                </a:lnTo>
                <a:lnTo>
                  <a:pt x="603885" y="219646"/>
                </a:lnTo>
                <a:lnTo>
                  <a:pt x="649605" y="219646"/>
                </a:lnTo>
                <a:lnTo>
                  <a:pt x="649605" y="274510"/>
                </a:lnTo>
                <a:lnTo>
                  <a:pt x="559689" y="274510"/>
                </a:lnTo>
                <a:lnTo>
                  <a:pt x="559689" y="300520"/>
                </a:lnTo>
                <a:lnTo>
                  <a:pt x="649605" y="300520"/>
                </a:lnTo>
                <a:lnTo>
                  <a:pt x="649605" y="379768"/>
                </a:lnTo>
                <a:lnTo>
                  <a:pt x="678662" y="379768"/>
                </a:lnTo>
                <a:lnTo>
                  <a:pt x="678662" y="300520"/>
                </a:lnTo>
                <a:lnTo>
                  <a:pt x="756386" y="300520"/>
                </a:lnTo>
                <a:lnTo>
                  <a:pt x="756386" y="274510"/>
                </a:lnTo>
                <a:close/>
              </a:path>
              <a:path w="1539239" h="381635">
                <a:moveTo>
                  <a:pt x="1136142" y="60960"/>
                </a:moveTo>
                <a:lnTo>
                  <a:pt x="974509" y="60960"/>
                </a:lnTo>
                <a:lnTo>
                  <a:pt x="992797" y="48768"/>
                </a:lnTo>
                <a:lnTo>
                  <a:pt x="984237" y="37071"/>
                </a:lnTo>
                <a:lnTo>
                  <a:pt x="974699" y="24955"/>
                </a:lnTo>
                <a:lnTo>
                  <a:pt x="964285" y="12547"/>
                </a:lnTo>
                <a:lnTo>
                  <a:pt x="953173" y="0"/>
                </a:lnTo>
                <a:lnTo>
                  <a:pt x="927163" y="16764"/>
                </a:lnTo>
                <a:lnTo>
                  <a:pt x="936917" y="28168"/>
                </a:lnTo>
                <a:lnTo>
                  <a:pt x="945692" y="39433"/>
                </a:lnTo>
                <a:lnTo>
                  <a:pt x="953604" y="50406"/>
                </a:lnTo>
                <a:lnTo>
                  <a:pt x="960793" y="60960"/>
                </a:lnTo>
                <a:lnTo>
                  <a:pt x="785342" y="60960"/>
                </a:lnTo>
                <a:lnTo>
                  <a:pt x="785342" y="138772"/>
                </a:lnTo>
                <a:lnTo>
                  <a:pt x="815911" y="138772"/>
                </a:lnTo>
                <a:lnTo>
                  <a:pt x="815911" y="88480"/>
                </a:lnTo>
                <a:lnTo>
                  <a:pt x="1104138" y="88480"/>
                </a:lnTo>
                <a:lnTo>
                  <a:pt x="1104138" y="138772"/>
                </a:lnTo>
                <a:lnTo>
                  <a:pt x="1136142" y="138772"/>
                </a:lnTo>
                <a:lnTo>
                  <a:pt x="1136142" y="88480"/>
                </a:lnTo>
                <a:lnTo>
                  <a:pt x="1136142" y="60960"/>
                </a:lnTo>
                <a:close/>
              </a:path>
              <a:path w="1539239" h="381635">
                <a:moveTo>
                  <a:pt x="1148334" y="228790"/>
                </a:moveTo>
                <a:lnTo>
                  <a:pt x="982129" y="228790"/>
                </a:lnTo>
                <a:lnTo>
                  <a:pt x="982129" y="219646"/>
                </a:lnTo>
                <a:lnTo>
                  <a:pt x="1072045" y="160108"/>
                </a:lnTo>
                <a:lnTo>
                  <a:pt x="1072045" y="129628"/>
                </a:lnTo>
                <a:lnTo>
                  <a:pt x="840295" y="129628"/>
                </a:lnTo>
                <a:lnTo>
                  <a:pt x="840295" y="157060"/>
                </a:lnTo>
                <a:lnTo>
                  <a:pt x="1026325" y="157060"/>
                </a:lnTo>
                <a:lnTo>
                  <a:pt x="950125" y="204406"/>
                </a:lnTo>
                <a:lnTo>
                  <a:pt x="950125" y="228790"/>
                </a:lnTo>
                <a:lnTo>
                  <a:pt x="771626" y="228790"/>
                </a:lnTo>
                <a:lnTo>
                  <a:pt x="771626" y="257746"/>
                </a:lnTo>
                <a:lnTo>
                  <a:pt x="950125" y="257746"/>
                </a:lnTo>
                <a:lnTo>
                  <a:pt x="950125" y="318808"/>
                </a:lnTo>
                <a:lnTo>
                  <a:pt x="948651" y="330809"/>
                </a:lnTo>
                <a:lnTo>
                  <a:pt x="944168" y="339382"/>
                </a:lnTo>
                <a:lnTo>
                  <a:pt x="936536" y="344525"/>
                </a:lnTo>
                <a:lnTo>
                  <a:pt x="925639" y="346240"/>
                </a:lnTo>
                <a:lnTo>
                  <a:pt x="912990" y="345948"/>
                </a:lnTo>
                <a:lnTo>
                  <a:pt x="899922" y="345097"/>
                </a:lnTo>
                <a:lnTo>
                  <a:pt x="885990" y="343662"/>
                </a:lnTo>
                <a:lnTo>
                  <a:pt x="870775" y="341668"/>
                </a:lnTo>
                <a:lnTo>
                  <a:pt x="872794" y="351396"/>
                </a:lnTo>
                <a:lnTo>
                  <a:pt x="874395" y="360146"/>
                </a:lnTo>
                <a:lnTo>
                  <a:pt x="876871" y="375196"/>
                </a:lnTo>
                <a:lnTo>
                  <a:pt x="894041" y="376072"/>
                </a:lnTo>
                <a:lnTo>
                  <a:pt x="909066" y="376529"/>
                </a:lnTo>
                <a:lnTo>
                  <a:pt x="922096" y="376694"/>
                </a:lnTo>
                <a:lnTo>
                  <a:pt x="933259" y="376720"/>
                </a:lnTo>
                <a:lnTo>
                  <a:pt x="954430" y="373595"/>
                </a:lnTo>
                <a:lnTo>
                  <a:pt x="969733" y="364337"/>
                </a:lnTo>
                <a:lnTo>
                  <a:pt x="979004" y="349072"/>
                </a:lnTo>
                <a:lnTo>
                  <a:pt x="979424" y="346240"/>
                </a:lnTo>
                <a:lnTo>
                  <a:pt x="982129" y="327952"/>
                </a:lnTo>
                <a:lnTo>
                  <a:pt x="982129" y="257746"/>
                </a:lnTo>
                <a:lnTo>
                  <a:pt x="1148334" y="257746"/>
                </a:lnTo>
                <a:lnTo>
                  <a:pt x="1148334" y="228790"/>
                </a:lnTo>
                <a:close/>
              </a:path>
              <a:path w="1539239" h="381635">
                <a:moveTo>
                  <a:pt x="1282547" y="129628"/>
                </a:moveTo>
                <a:lnTo>
                  <a:pt x="1253578" y="114388"/>
                </a:lnTo>
                <a:lnTo>
                  <a:pt x="1231290" y="154203"/>
                </a:lnTo>
                <a:lnTo>
                  <a:pt x="1208163" y="189306"/>
                </a:lnTo>
                <a:lnTo>
                  <a:pt x="1184478" y="220129"/>
                </a:lnTo>
                <a:lnTo>
                  <a:pt x="1160526" y="247078"/>
                </a:lnTo>
                <a:lnTo>
                  <a:pt x="1164196" y="254203"/>
                </a:lnTo>
                <a:lnTo>
                  <a:pt x="1168146" y="261747"/>
                </a:lnTo>
                <a:lnTo>
                  <a:pt x="1172095" y="269582"/>
                </a:lnTo>
                <a:lnTo>
                  <a:pt x="1175766" y="277558"/>
                </a:lnTo>
                <a:lnTo>
                  <a:pt x="1187196" y="265582"/>
                </a:lnTo>
                <a:lnTo>
                  <a:pt x="1198626" y="252603"/>
                </a:lnTo>
                <a:lnTo>
                  <a:pt x="1210056" y="238772"/>
                </a:lnTo>
                <a:lnTo>
                  <a:pt x="1221486" y="224218"/>
                </a:lnTo>
                <a:lnTo>
                  <a:pt x="1221486" y="378244"/>
                </a:lnTo>
                <a:lnTo>
                  <a:pt x="1250530" y="378244"/>
                </a:lnTo>
                <a:lnTo>
                  <a:pt x="1250530" y="224218"/>
                </a:lnTo>
                <a:lnTo>
                  <a:pt x="1250530" y="181457"/>
                </a:lnTo>
                <a:lnTo>
                  <a:pt x="1258531" y="168859"/>
                </a:lnTo>
                <a:lnTo>
                  <a:pt x="1266532" y="156108"/>
                </a:lnTo>
                <a:lnTo>
                  <a:pt x="1274533" y="143090"/>
                </a:lnTo>
                <a:lnTo>
                  <a:pt x="1282547" y="129628"/>
                </a:lnTo>
                <a:close/>
              </a:path>
              <a:path w="1539239" h="381635">
                <a:moveTo>
                  <a:pt x="1316075" y="109816"/>
                </a:moveTo>
                <a:lnTo>
                  <a:pt x="1306906" y="99288"/>
                </a:lnTo>
                <a:lnTo>
                  <a:pt x="1297597" y="88442"/>
                </a:lnTo>
                <a:lnTo>
                  <a:pt x="1287995" y="77597"/>
                </a:lnTo>
                <a:lnTo>
                  <a:pt x="1277975" y="67056"/>
                </a:lnTo>
                <a:lnTo>
                  <a:pt x="1256626" y="82296"/>
                </a:lnTo>
                <a:lnTo>
                  <a:pt x="1269187" y="98069"/>
                </a:lnTo>
                <a:lnTo>
                  <a:pt x="1279309" y="110959"/>
                </a:lnTo>
                <a:lnTo>
                  <a:pt x="1286852" y="120967"/>
                </a:lnTo>
                <a:lnTo>
                  <a:pt x="1291691" y="128104"/>
                </a:lnTo>
                <a:lnTo>
                  <a:pt x="1316075" y="109816"/>
                </a:lnTo>
                <a:close/>
              </a:path>
              <a:path w="1539239" h="381635">
                <a:moveTo>
                  <a:pt x="1361795" y="39624"/>
                </a:moveTo>
                <a:lnTo>
                  <a:pt x="1252054" y="39624"/>
                </a:lnTo>
                <a:lnTo>
                  <a:pt x="1256614" y="30454"/>
                </a:lnTo>
                <a:lnTo>
                  <a:pt x="1261008" y="21145"/>
                </a:lnTo>
                <a:lnTo>
                  <a:pt x="1265135" y="11544"/>
                </a:lnTo>
                <a:lnTo>
                  <a:pt x="1268818" y="1524"/>
                </a:lnTo>
                <a:lnTo>
                  <a:pt x="1235290" y="1524"/>
                </a:lnTo>
                <a:lnTo>
                  <a:pt x="1220355" y="34429"/>
                </a:lnTo>
                <a:lnTo>
                  <a:pt x="1203020" y="64630"/>
                </a:lnTo>
                <a:lnTo>
                  <a:pt x="1183119" y="92252"/>
                </a:lnTo>
                <a:lnTo>
                  <a:pt x="1160526" y="117436"/>
                </a:lnTo>
                <a:lnTo>
                  <a:pt x="1181862" y="138772"/>
                </a:lnTo>
                <a:lnTo>
                  <a:pt x="1197292" y="122224"/>
                </a:lnTo>
                <a:lnTo>
                  <a:pt x="1211592" y="104673"/>
                </a:lnTo>
                <a:lnTo>
                  <a:pt x="1224724" y="86283"/>
                </a:lnTo>
                <a:lnTo>
                  <a:pt x="1236814" y="67056"/>
                </a:lnTo>
                <a:lnTo>
                  <a:pt x="1277975" y="67056"/>
                </a:lnTo>
                <a:lnTo>
                  <a:pt x="1361795" y="67056"/>
                </a:lnTo>
                <a:lnTo>
                  <a:pt x="1361795" y="39624"/>
                </a:lnTo>
                <a:close/>
              </a:path>
              <a:path w="1539239" h="381635">
                <a:moveTo>
                  <a:pt x="1377124" y="285178"/>
                </a:moveTo>
                <a:lnTo>
                  <a:pt x="1366469" y="268033"/>
                </a:lnTo>
                <a:lnTo>
                  <a:pt x="1355128" y="250888"/>
                </a:lnTo>
                <a:lnTo>
                  <a:pt x="1342948" y="233743"/>
                </a:lnTo>
                <a:lnTo>
                  <a:pt x="1329791" y="216598"/>
                </a:lnTo>
                <a:lnTo>
                  <a:pt x="1305407" y="233362"/>
                </a:lnTo>
                <a:lnTo>
                  <a:pt x="1317688" y="251383"/>
                </a:lnTo>
                <a:lnTo>
                  <a:pt x="1329410" y="268998"/>
                </a:lnTo>
                <a:lnTo>
                  <a:pt x="1340548" y="286334"/>
                </a:lnTo>
                <a:lnTo>
                  <a:pt x="1351127" y="303568"/>
                </a:lnTo>
                <a:lnTo>
                  <a:pt x="1377124" y="285178"/>
                </a:lnTo>
                <a:close/>
              </a:path>
              <a:path w="1539239" h="381635">
                <a:moveTo>
                  <a:pt x="1485328" y="108292"/>
                </a:moveTo>
                <a:lnTo>
                  <a:pt x="1477632" y="98856"/>
                </a:lnTo>
                <a:lnTo>
                  <a:pt x="1468374" y="88823"/>
                </a:lnTo>
                <a:lnTo>
                  <a:pt x="1457680" y="78219"/>
                </a:lnTo>
                <a:lnTo>
                  <a:pt x="1445704" y="67056"/>
                </a:lnTo>
                <a:lnTo>
                  <a:pt x="1425892" y="82296"/>
                </a:lnTo>
                <a:lnTo>
                  <a:pt x="1435011" y="93548"/>
                </a:lnTo>
                <a:lnTo>
                  <a:pt x="1443990" y="104482"/>
                </a:lnTo>
                <a:lnTo>
                  <a:pt x="1452676" y="115392"/>
                </a:lnTo>
                <a:lnTo>
                  <a:pt x="1460944" y="126580"/>
                </a:lnTo>
                <a:lnTo>
                  <a:pt x="1485328" y="108292"/>
                </a:lnTo>
                <a:close/>
              </a:path>
              <a:path w="1539239" h="381635">
                <a:moveTo>
                  <a:pt x="1538770" y="175348"/>
                </a:moveTo>
                <a:lnTo>
                  <a:pt x="1473136" y="175348"/>
                </a:lnTo>
                <a:lnTo>
                  <a:pt x="1473136" y="129628"/>
                </a:lnTo>
                <a:lnTo>
                  <a:pt x="1442656" y="129628"/>
                </a:lnTo>
                <a:lnTo>
                  <a:pt x="1442656" y="175348"/>
                </a:lnTo>
                <a:lnTo>
                  <a:pt x="1274914" y="175348"/>
                </a:lnTo>
                <a:lnTo>
                  <a:pt x="1274914" y="202882"/>
                </a:lnTo>
                <a:lnTo>
                  <a:pt x="1442656" y="202882"/>
                </a:lnTo>
                <a:lnTo>
                  <a:pt x="1442656" y="326428"/>
                </a:lnTo>
                <a:lnTo>
                  <a:pt x="1441488" y="335305"/>
                </a:lnTo>
                <a:lnTo>
                  <a:pt x="1437894" y="341477"/>
                </a:lnTo>
                <a:lnTo>
                  <a:pt x="1431721" y="345071"/>
                </a:lnTo>
                <a:lnTo>
                  <a:pt x="1423136" y="346202"/>
                </a:lnTo>
                <a:lnTo>
                  <a:pt x="1409992" y="346189"/>
                </a:lnTo>
                <a:lnTo>
                  <a:pt x="1396555" y="345859"/>
                </a:lnTo>
                <a:lnTo>
                  <a:pt x="1382560" y="344944"/>
                </a:lnTo>
                <a:lnTo>
                  <a:pt x="1367980" y="343192"/>
                </a:lnTo>
                <a:lnTo>
                  <a:pt x="1369999" y="352044"/>
                </a:lnTo>
                <a:lnTo>
                  <a:pt x="1371600" y="360337"/>
                </a:lnTo>
                <a:lnTo>
                  <a:pt x="1372908" y="368046"/>
                </a:lnTo>
                <a:lnTo>
                  <a:pt x="1374076" y="375196"/>
                </a:lnTo>
                <a:lnTo>
                  <a:pt x="1387817" y="375424"/>
                </a:lnTo>
                <a:lnTo>
                  <a:pt x="1415872" y="376478"/>
                </a:lnTo>
                <a:lnTo>
                  <a:pt x="1430464" y="376720"/>
                </a:lnTo>
                <a:lnTo>
                  <a:pt x="1449349" y="373837"/>
                </a:lnTo>
                <a:lnTo>
                  <a:pt x="1462659" y="365099"/>
                </a:lnTo>
                <a:lnTo>
                  <a:pt x="1470545" y="350354"/>
                </a:lnTo>
                <a:lnTo>
                  <a:pt x="1471053" y="346240"/>
                </a:lnTo>
                <a:lnTo>
                  <a:pt x="1473136" y="329476"/>
                </a:lnTo>
                <a:lnTo>
                  <a:pt x="1473136" y="202882"/>
                </a:lnTo>
                <a:lnTo>
                  <a:pt x="1538770" y="202882"/>
                </a:lnTo>
                <a:lnTo>
                  <a:pt x="1538770" y="175348"/>
                </a:lnTo>
                <a:close/>
              </a:path>
              <a:path w="1539239" h="381635">
                <a:moveTo>
                  <a:pt x="1538770" y="39624"/>
                </a:moveTo>
                <a:lnTo>
                  <a:pt x="1416748" y="39624"/>
                </a:lnTo>
                <a:lnTo>
                  <a:pt x="1421079" y="30454"/>
                </a:lnTo>
                <a:lnTo>
                  <a:pt x="1425130" y="21145"/>
                </a:lnTo>
                <a:lnTo>
                  <a:pt x="1429181" y="11544"/>
                </a:lnTo>
                <a:lnTo>
                  <a:pt x="1433512" y="1524"/>
                </a:lnTo>
                <a:lnTo>
                  <a:pt x="1399984" y="1524"/>
                </a:lnTo>
                <a:lnTo>
                  <a:pt x="1387106" y="31242"/>
                </a:lnTo>
                <a:lnTo>
                  <a:pt x="1371358" y="60972"/>
                </a:lnTo>
                <a:lnTo>
                  <a:pt x="1352753" y="90716"/>
                </a:lnTo>
                <a:lnTo>
                  <a:pt x="1331315" y="120484"/>
                </a:lnTo>
                <a:lnTo>
                  <a:pt x="1338097" y="126187"/>
                </a:lnTo>
                <a:lnTo>
                  <a:pt x="1344460" y="131724"/>
                </a:lnTo>
                <a:lnTo>
                  <a:pt x="1349959" y="136994"/>
                </a:lnTo>
                <a:lnTo>
                  <a:pt x="1354175" y="141820"/>
                </a:lnTo>
                <a:lnTo>
                  <a:pt x="1367624" y="123520"/>
                </a:lnTo>
                <a:lnTo>
                  <a:pt x="1380350" y="105054"/>
                </a:lnTo>
                <a:lnTo>
                  <a:pt x="1392199" y="86283"/>
                </a:lnTo>
                <a:lnTo>
                  <a:pt x="1403032" y="67056"/>
                </a:lnTo>
                <a:lnTo>
                  <a:pt x="1445704" y="67056"/>
                </a:lnTo>
                <a:lnTo>
                  <a:pt x="1538770" y="67056"/>
                </a:lnTo>
                <a:lnTo>
                  <a:pt x="1538770" y="396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3332035" y="4841659"/>
            <a:ext cx="326390" cy="375285"/>
          </a:xfrm>
          <a:custGeom>
            <a:avLst/>
            <a:gdLst/>
            <a:ahLst/>
            <a:cxnLst/>
            <a:rect l="l" t="t" r="r" b="b"/>
            <a:pathLst>
              <a:path w="326389" h="375285">
                <a:moveTo>
                  <a:pt x="178396" y="0"/>
                </a:moveTo>
                <a:lnTo>
                  <a:pt x="147916" y="0"/>
                </a:lnTo>
                <a:lnTo>
                  <a:pt x="147916" y="44196"/>
                </a:lnTo>
                <a:lnTo>
                  <a:pt x="178396" y="44196"/>
                </a:lnTo>
                <a:lnTo>
                  <a:pt x="178396" y="0"/>
                </a:lnTo>
                <a:close/>
              </a:path>
              <a:path w="326389" h="375285">
                <a:moveTo>
                  <a:pt x="326326" y="189166"/>
                </a:moveTo>
                <a:lnTo>
                  <a:pt x="178396" y="189166"/>
                </a:lnTo>
                <a:lnTo>
                  <a:pt x="178396" y="148526"/>
                </a:lnTo>
                <a:lnTo>
                  <a:pt x="280606" y="148526"/>
                </a:lnTo>
                <a:lnTo>
                  <a:pt x="280606" y="161632"/>
                </a:lnTo>
                <a:lnTo>
                  <a:pt x="309562" y="161632"/>
                </a:lnTo>
                <a:lnTo>
                  <a:pt x="309562" y="70104"/>
                </a:lnTo>
                <a:lnTo>
                  <a:pt x="280606" y="70104"/>
                </a:lnTo>
                <a:lnTo>
                  <a:pt x="280606" y="121856"/>
                </a:lnTo>
                <a:lnTo>
                  <a:pt x="178396" y="121856"/>
                </a:lnTo>
                <a:lnTo>
                  <a:pt x="178396" y="70104"/>
                </a:lnTo>
                <a:lnTo>
                  <a:pt x="147916" y="70104"/>
                </a:lnTo>
                <a:lnTo>
                  <a:pt x="147916" y="121856"/>
                </a:lnTo>
                <a:lnTo>
                  <a:pt x="47244" y="121856"/>
                </a:lnTo>
                <a:lnTo>
                  <a:pt x="47244" y="69786"/>
                </a:lnTo>
                <a:lnTo>
                  <a:pt x="309562" y="69786"/>
                </a:lnTo>
                <a:lnTo>
                  <a:pt x="309562" y="44386"/>
                </a:lnTo>
                <a:lnTo>
                  <a:pt x="16764" y="44386"/>
                </a:lnTo>
                <a:lnTo>
                  <a:pt x="16764" y="69786"/>
                </a:lnTo>
                <a:lnTo>
                  <a:pt x="16764" y="121856"/>
                </a:lnTo>
                <a:lnTo>
                  <a:pt x="16764" y="148526"/>
                </a:lnTo>
                <a:lnTo>
                  <a:pt x="16764" y="161226"/>
                </a:lnTo>
                <a:lnTo>
                  <a:pt x="47244" y="161226"/>
                </a:lnTo>
                <a:lnTo>
                  <a:pt x="47244" y="148526"/>
                </a:lnTo>
                <a:lnTo>
                  <a:pt x="147916" y="148526"/>
                </a:lnTo>
                <a:lnTo>
                  <a:pt x="147916" y="189166"/>
                </a:lnTo>
                <a:lnTo>
                  <a:pt x="0" y="189166"/>
                </a:lnTo>
                <a:lnTo>
                  <a:pt x="0" y="214566"/>
                </a:lnTo>
                <a:lnTo>
                  <a:pt x="0" y="274256"/>
                </a:lnTo>
                <a:lnTo>
                  <a:pt x="0" y="302196"/>
                </a:lnTo>
                <a:lnTo>
                  <a:pt x="0" y="316166"/>
                </a:lnTo>
                <a:lnTo>
                  <a:pt x="30480" y="316166"/>
                </a:lnTo>
                <a:lnTo>
                  <a:pt x="30480" y="302196"/>
                </a:lnTo>
                <a:lnTo>
                  <a:pt x="147916" y="302196"/>
                </a:lnTo>
                <a:lnTo>
                  <a:pt x="147916" y="375196"/>
                </a:lnTo>
                <a:lnTo>
                  <a:pt x="178396" y="375196"/>
                </a:lnTo>
                <a:lnTo>
                  <a:pt x="178396" y="302196"/>
                </a:lnTo>
                <a:lnTo>
                  <a:pt x="297370" y="302196"/>
                </a:lnTo>
                <a:lnTo>
                  <a:pt x="297370" y="315760"/>
                </a:lnTo>
                <a:lnTo>
                  <a:pt x="326326" y="315760"/>
                </a:lnTo>
                <a:lnTo>
                  <a:pt x="326326" y="215074"/>
                </a:lnTo>
                <a:lnTo>
                  <a:pt x="297370" y="215074"/>
                </a:lnTo>
                <a:lnTo>
                  <a:pt x="297370" y="274256"/>
                </a:lnTo>
                <a:lnTo>
                  <a:pt x="178396" y="274256"/>
                </a:lnTo>
                <a:lnTo>
                  <a:pt x="178396" y="215074"/>
                </a:lnTo>
                <a:lnTo>
                  <a:pt x="147916" y="215074"/>
                </a:lnTo>
                <a:lnTo>
                  <a:pt x="147916" y="274256"/>
                </a:lnTo>
                <a:lnTo>
                  <a:pt x="30480" y="274256"/>
                </a:lnTo>
                <a:lnTo>
                  <a:pt x="30480" y="214566"/>
                </a:lnTo>
                <a:lnTo>
                  <a:pt x="326326" y="214566"/>
                </a:lnTo>
                <a:lnTo>
                  <a:pt x="326326" y="18916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3749897" y="5117687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4086885" y="4841659"/>
            <a:ext cx="775335" cy="381635"/>
          </a:xfrm>
          <a:custGeom>
            <a:avLst/>
            <a:gdLst/>
            <a:ahLst/>
            <a:cxnLst/>
            <a:rect l="l" t="t" r="r" b="b"/>
            <a:pathLst>
              <a:path w="775335" h="381635">
                <a:moveTo>
                  <a:pt x="77812" y="59436"/>
                </a:moveTo>
                <a:lnTo>
                  <a:pt x="68668" y="48031"/>
                </a:lnTo>
                <a:lnTo>
                  <a:pt x="59524" y="36766"/>
                </a:lnTo>
                <a:lnTo>
                  <a:pt x="50380" y="25793"/>
                </a:lnTo>
                <a:lnTo>
                  <a:pt x="41236" y="15240"/>
                </a:lnTo>
                <a:lnTo>
                  <a:pt x="19900" y="28956"/>
                </a:lnTo>
                <a:lnTo>
                  <a:pt x="28143" y="40411"/>
                </a:lnTo>
                <a:lnTo>
                  <a:pt x="36664" y="52006"/>
                </a:lnTo>
                <a:lnTo>
                  <a:pt x="45199" y="63893"/>
                </a:lnTo>
                <a:lnTo>
                  <a:pt x="53428" y="76200"/>
                </a:lnTo>
                <a:lnTo>
                  <a:pt x="77812" y="59436"/>
                </a:lnTo>
                <a:close/>
              </a:path>
              <a:path w="775335" h="381635">
                <a:moveTo>
                  <a:pt x="189166" y="221170"/>
                </a:moveTo>
                <a:lnTo>
                  <a:pt x="160210" y="221170"/>
                </a:lnTo>
                <a:lnTo>
                  <a:pt x="160210" y="245554"/>
                </a:lnTo>
                <a:lnTo>
                  <a:pt x="151625" y="260108"/>
                </a:lnTo>
                <a:lnTo>
                  <a:pt x="141871" y="273951"/>
                </a:lnTo>
                <a:lnTo>
                  <a:pt x="130987" y="286956"/>
                </a:lnTo>
                <a:lnTo>
                  <a:pt x="118960" y="298996"/>
                </a:lnTo>
                <a:lnTo>
                  <a:pt x="90195" y="285419"/>
                </a:lnTo>
                <a:lnTo>
                  <a:pt x="76314" y="278980"/>
                </a:lnTo>
                <a:lnTo>
                  <a:pt x="62572" y="272986"/>
                </a:lnTo>
                <a:lnTo>
                  <a:pt x="80860" y="245554"/>
                </a:lnTo>
                <a:lnTo>
                  <a:pt x="160210" y="245554"/>
                </a:lnTo>
                <a:lnTo>
                  <a:pt x="160210" y="221170"/>
                </a:lnTo>
                <a:lnTo>
                  <a:pt x="96100" y="221170"/>
                </a:lnTo>
                <a:lnTo>
                  <a:pt x="99148" y="213550"/>
                </a:lnTo>
                <a:lnTo>
                  <a:pt x="103720" y="205930"/>
                </a:lnTo>
                <a:lnTo>
                  <a:pt x="108292" y="199834"/>
                </a:lnTo>
                <a:lnTo>
                  <a:pt x="80860" y="190690"/>
                </a:lnTo>
                <a:lnTo>
                  <a:pt x="71907" y="205930"/>
                </a:lnTo>
                <a:lnTo>
                  <a:pt x="67792" y="213410"/>
                </a:lnTo>
                <a:lnTo>
                  <a:pt x="64096" y="221170"/>
                </a:lnTo>
                <a:lnTo>
                  <a:pt x="6184" y="221170"/>
                </a:lnTo>
                <a:lnTo>
                  <a:pt x="6184" y="245554"/>
                </a:lnTo>
                <a:lnTo>
                  <a:pt x="48856" y="245554"/>
                </a:lnTo>
                <a:lnTo>
                  <a:pt x="25996" y="282130"/>
                </a:lnTo>
                <a:lnTo>
                  <a:pt x="43357" y="291071"/>
                </a:lnTo>
                <a:lnTo>
                  <a:pt x="59715" y="298996"/>
                </a:lnTo>
                <a:lnTo>
                  <a:pt x="78079" y="307733"/>
                </a:lnTo>
                <a:lnTo>
                  <a:pt x="94576" y="315760"/>
                </a:lnTo>
                <a:lnTo>
                  <a:pt x="74028" y="327469"/>
                </a:lnTo>
                <a:lnTo>
                  <a:pt x="51333" y="337477"/>
                </a:lnTo>
                <a:lnTo>
                  <a:pt x="26606" y="345757"/>
                </a:lnTo>
                <a:lnTo>
                  <a:pt x="0" y="352336"/>
                </a:lnTo>
                <a:lnTo>
                  <a:pt x="3454" y="359829"/>
                </a:lnTo>
                <a:lnTo>
                  <a:pt x="6756" y="366623"/>
                </a:lnTo>
                <a:lnTo>
                  <a:pt x="9740" y="373113"/>
                </a:lnTo>
                <a:lnTo>
                  <a:pt x="12280" y="379768"/>
                </a:lnTo>
                <a:lnTo>
                  <a:pt x="43929" y="369811"/>
                </a:lnTo>
                <a:lnTo>
                  <a:pt x="72859" y="358241"/>
                </a:lnTo>
                <a:lnTo>
                  <a:pt x="98869" y="345262"/>
                </a:lnTo>
                <a:lnTo>
                  <a:pt x="122008" y="331000"/>
                </a:lnTo>
                <a:lnTo>
                  <a:pt x="134581" y="337616"/>
                </a:lnTo>
                <a:lnTo>
                  <a:pt x="147015" y="343954"/>
                </a:lnTo>
                <a:lnTo>
                  <a:pt x="159169" y="350278"/>
                </a:lnTo>
                <a:lnTo>
                  <a:pt x="170878" y="356908"/>
                </a:lnTo>
                <a:lnTo>
                  <a:pt x="187642" y="331000"/>
                </a:lnTo>
                <a:lnTo>
                  <a:pt x="177165" y="326212"/>
                </a:lnTo>
                <a:lnTo>
                  <a:pt x="155498" y="315988"/>
                </a:lnTo>
                <a:lnTo>
                  <a:pt x="144970" y="311188"/>
                </a:lnTo>
                <a:lnTo>
                  <a:pt x="156692" y="298996"/>
                </a:lnTo>
                <a:lnTo>
                  <a:pt x="158953" y="296646"/>
                </a:lnTo>
                <a:lnTo>
                  <a:pt x="171069" y="280657"/>
                </a:lnTo>
                <a:lnTo>
                  <a:pt x="181190" y="263525"/>
                </a:lnTo>
                <a:lnTo>
                  <a:pt x="189166" y="245554"/>
                </a:lnTo>
                <a:lnTo>
                  <a:pt x="189166" y="221170"/>
                </a:lnTo>
                <a:close/>
              </a:path>
              <a:path w="775335" h="381635">
                <a:moveTo>
                  <a:pt x="199834" y="88493"/>
                </a:moveTo>
                <a:lnTo>
                  <a:pt x="126580" y="88493"/>
                </a:lnTo>
                <a:lnTo>
                  <a:pt x="126580" y="3048"/>
                </a:lnTo>
                <a:lnTo>
                  <a:pt x="97624" y="3048"/>
                </a:lnTo>
                <a:lnTo>
                  <a:pt x="97624" y="88493"/>
                </a:lnTo>
                <a:lnTo>
                  <a:pt x="9232" y="88493"/>
                </a:lnTo>
                <a:lnTo>
                  <a:pt x="9232" y="114401"/>
                </a:lnTo>
                <a:lnTo>
                  <a:pt x="88480" y="114401"/>
                </a:lnTo>
                <a:lnTo>
                  <a:pt x="68249" y="132092"/>
                </a:lnTo>
                <a:lnTo>
                  <a:pt x="46634" y="148437"/>
                </a:lnTo>
                <a:lnTo>
                  <a:pt x="23723" y="163474"/>
                </a:lnTo>
                <a:lnTo>
                  <a:pt x="0" y="176885"/>
                </a:lnTo>
                <a:lnTo>
                  <a:pt x="4597" y="183527"/>
                </a:lnTo>
                <a:lnTo>
                  <a:pt x="9042" y="189725"/>
                </a:lnTo>
                <a:lnTo>
                  <a:pt x="13169" y="195618"/>
                </a:lnTo>
                <a:lnTo>
                  <a:pt x="16852" y="201358"/>
                </a:lnTo>
                <a:lnTo>
                  <a:pt x="39128" y="187058"/>
                </a:lnTo>
                <a:lnTo>
                  <a:pt x="60096" y="171589"/>
                </a:lnTo>
                <a:lnTo>
                  <a:pt x="79654" y="154990"/>
                </a:lnTo>
                <a:lnTo>
                  <a:pt x="97624" y="137261"/>
                </a:lnTo>
                <a:lnTo>
                  <a:pt x="97624" y="190690"/>
                </a:lnTo>
                <a:lnTo>
                  <a:pt x="126580" y="190690"/>
                </a:lnTo>
                <a:lnTo>
                  <a:pt x="126580" y="146405"/>
                </a:lnTo>
                <a:lnTo>
                  <a:pt x="141808" y="158686"/>
                </a:lnTo>
                <a:lnTo>
                  <a:pt x="155435" y="170408"/>
                </a:lnTo>
                <a:lnTo>
                  <a:pt x="167614" y="181584"/>
                </a:lnTo>
                <a:lnTo>
                  <a:pt x="178498" y="192214"/>
                </a:lnTo>
                <a:lnTo>
                  <a:pt x="196786" y="170789"/>
                </a:lnTo>
                <a:lnTo>
                  <a:pt x="166903" y="146405"/>
                </a:lnTo>
                <a:lnTo>
                  <a:pt x="137248" y="125069"/>
                </a:lnTo>
                <a:lnTo>
                  <a:pt x="126580" y="137261"/>
                </a:lnTo>
                <a:lnTo>
                  <a:pt x="126580" y="114401"/>
                </a:lnTo>
                <a:lnTo>
                  <a:pt x="199834" y="114401"/>
                </a:lnTo>
                <a:lnTo>
                  <a:pt x="199834" y="88493"/>
                </a:lnTo>
                <a:close/>
              </a:path>
              <a:path w="775335" h="381635">
                <a:moveTo>
                  <a:pt x="205930" y="28956"/>
                </a:moveTo>
                <a:lnTo>
                  <a:pt x="183070" y="12192"/>
                </a:lnTo>
                <a:lnTo>
                  <a:pt x="173024" y="25628"/>
                </a:lnTo>
                <a:lnTo>
                  <a:pt x="163258" y="38481"/>
                </a:lnTo>
                <a:lnTo>
                  <a:pt x="153492" y="50774"/>
                </a:lnTo>
                <a:lnTo>
                  <a:pt x="143446" y="62484"/>
                </a:lnTo>
                <a:lnTo>
                  <a:pt x="159943" y="75603"/>
                </a:lnTo>
                <a:lnTo>
                  <a:pt x="164782" y="79349"/>
                </a:lnTo>
                <a:lnTo>
                  <a:pt x="175069" y="67576"/>
                </a:lnTo>
                <a:lnTo>
                  <a:pt x="185356" y="55257"/>
                </a:lnTo>
                <a:lnTo>
                  <a:pt x="195643" y="42392"/>
                </a:lnTo>
                <a:lnTo>
                  <a:pt x="205930" y="28956"/>
                </a:lnTo>
                <a:close/>
              </a:path>
              <a:path w="775335" h="381635">
                <a:moveTo>
                  <a:pt x="385864" y="346240"/>
                </a:moveTo>
                <a:lnTo>
                  <a:pt x="342430" y="316509"/>
                </a:lnTo>
                <a:lnTo>
                  <a:pt x="308140" y="277558"/>
                </a:lnTo>
                <a:lnTo>
                  <a:pt x="322351" y="248602"/>
                </a:lnTo>
                <a:lnTo>
                  <a:pt x="325831" y="241541"/>
                </a:lnTo>
                <a:lnTo>
                  <a:pt x="339928" y="199834"/>
                </a:lnTo>
                <a:lnTo>
                  <a:pt x="350354" y="152323"/>
                </a:lnTo>
                <a:lnTo>
                  <a:pt x="356908" y="99161"/>
                </a:lnTo>
                <a:lnTo>
                  <a:pt x="381292" y="99161"/>
                </a:lnTo>
                <a:lnTo>
                  <a:pt x="381292" y="73152"/>
                </a:lnTo>
                <a:lnTo>
                  <a:pt x="326428" y="73152"/>
                </a:lnTo>
                <a:lnTo>
                  <a:pt x="326428" y="99161"/>
                </a:lnTo>
                <a:lnTo>
                  <a:pt x="321538" y="143510"/>
                </a:lnTo>
                <a:lnTo>
                  <a:pt x="313664" y="183019"/>
                </a:lnTo>
                <a:lnTo>
                  <a:pt x="302628" y="217970"/>
                </a:lnTo>
                <a:lnTo>
                  <a:pt x="288328" y="248602"/>
                </a:lnTo>
                <a:lnTo>
                  <a:pt x="274599" y="217703"/>
                </a:lnTo>
                <a:lnTo>
                  <a:pt x="263474" y="184353"/>
                </a:lnTo>
                <a:lnTo>
                  <a:pt x="256501" y="154025"/>
                </a:lnTo>
                <a:lnTo>
                  <a:pt x="255231" y="148501"/>
                </a:lnTo>
                <a:lnTo>
                  <a:pt x="250126" y="109829"/>
                </a:lnTo>
                <a:lnTo>
                  <a:pt x="251650" y="106781"/>
                </a:lnTo>
                <a:lnTo>
                  <a:pt x="253174" y="102209"/>
                </a:lnTo>
                <a:lnTo>
                  <a:pt x="254698" y="99161"/>
                </a:lnTo>
                <a:lnTo>
                  <a:pt x="326428" y="99161"/>
                </a:lnTo>
                <a:lnTo>
                  <a:pt x="326428" y="73152"/>
                </a:lnTo>
                <a:lnTo>
                  <a:pt x="263842" y="73152"/>
                </a:lnTo>
                <a:lnTo>
                  <a:pt x="269278" y="56870"/>
                </a:lnTo>
                <a:lnTo>
                  <a:pt x="274142" y="40005"/>
                </a:lnTo>
                <a:lnTo>
                  <a:pt x="278460" y="22580"/>
                </a:lnTo>
                <a:lnTo>
                  <a:pt x="282232" y="4572"/>
                </a:lnTo>
                <a:lnTo>
                  <a:pt x="251650" y="0"/>
                </a:lnTo>
                <a:lnTo>
                  <a:pt x="242785" y="44018"/>
                </a:lnTo>
                <a:lnTo>
                  <a:pt x="229933" y="84632"/>
                </a:lnTo>
                <a:lnTo>
                  <a:pt x="213067" y="121805"/>
                </a:lnTo>
                <a:lnTo>
                  <a:pt x="192214" y="155549"/>
                </a:lnTo>
                <a:lnTo>
                  <a:pt x="197878" y="162140"/>
                </a:lnTo>
                <a:lnTo>
                  <a:pt x="203263" y="168313"/>
                </a:lnTo>
                <a:lnTo>
                  <a:pt x="208076" y="174193"/>
                </a:lnTo>
                <a:lnTo>
                  <a:pt x="212026" y="179933"/>
                </a:lnTo>
                <a:lnTo>
                  <a:pt x="216357" y="173951"/>
                </a:lnTo>
                <a:lnTo>
                  <a:pt x="220408" y="167551"/>
                </a:lnTo>
                <a:lnTo>
                  <a:pt x="224459" y="160858"/>
                </a:lnTo>
                <a:lnTo>
                  <a:pt x="228790" y="154025"/>
                </a:lnTo>
                <a:lnTo>
                  <a:pt x="234784" y="187502"/>
                </a:lnTo>
                <a:lnTo>
                  <a:pt x="243649" y="219252"/>
                </a:lnTo>
                <a:lnTo>
                  <a:pt x="255371" y="249262"/>
                </a:lnTo>
                <a:lnTo>
                  <a:pt x="269938" y="277558"/>
                </a:lnTo>
                <a:lnTo>
                  <a:pt x="251650" y="298996"/>
                </a:lnTo>
                <a:lnTo>
                  <a:pt x="231076" y="319557"/>
                </a:lnTo>
                <a:lnTo>
                  <a:pt x="208216" y="338950"/>
                </a:lnTo>
                <a:lnTo>
                  <a:pt x="183070" y="356908"/>
                </a:lnTo>
                <a:lnTo>
                  <a:pt x="189407" y="363499"/>
                </a:lnTo>
                <a:lnTo>
                  <a:pt x="194881" y="369671"/>
                </a:lnTo>
                <a:lnTo>
                  <a:pt x="199783" y="375551"/>
                </a:lnTo>
                <a:lnTo>
                  <a:pt x="204406" y="381292"/>
                </a:lnTo>
                <a:lnTo>
                  <a:pt x="227787" y="364451"/>
                </a:lnTo>
                <a:lnTo>
                  <a:pt x="249758" y="346049"/>
                </a:lnTo>
                <a:lnTo>
                  <a:pt x="270027" y="326212"/>
                </a:lnTo>
                <a:lnTo>
                  <a:pt x="288328" y="305092"/>
                </a:lnTo>
                <a:lnTo>
                  <a:pt x="305181" y="325069"/>
                </a:lnTo>
                <a:lnTo>
                  <a:pt x="323761" y="343763"/>
                </a:lnTo>
                <a:lnTo>
                  <a:pt x="344043" y="361022"/>
                </a:lnTo>
                <a:lnTo>
                  <a:pt x="366052" y="376720"/>
                </a:lnTo>
                <a:lnTo>
                  <a:pt x="370636" y="369811"/>
                </a:lnTo>
                <a:lnTo>
                  <a:pt x="375386" y="362623"/>
                </a:lnTo>
                <a:lnTo>
                  <a:pt x="380403" y="354850"/>
                </a:lnTo>
                <a:lnTo>
                  <a:pt x="385864" y="346240"/>
                </a:lnTo>
                <a:close/>
              </a:path>
              <a:path w="775335" h="381635">
                <a:moveTo>
                  <a:pt x="532257" y="279082"/>
                </a:moveTo>
                <a:lnTo>
                  <a:pt x="399567" y="306603"/>
                </a:lnTo>
                <a:lnTo>
                  <a:pt x="407187" y="335559"/>
                </a:lnTo>
                <a:lnTo>
                  <a:pt x="431253" y="329565"/>
                </a:lnTo>
                <a:lnTo>
                  <a:pt x="459854" y="322986"/>
                </a:lnTo>
                <a:lnTo>
                  <a:pt x="493014" y="315849"/>
                </a:lnTo>
                <a:lnTo>
                  <a:pt x="530733" y="308127"/>
                </a:lnTo>
                <a:lnTo>
                  <a:pt x="530758" y="302107"/>
                </a:lnTo>
                <a:lnTo>
                  <a:pt x="530923" y="295363"/>
                </a:lnTo>
                <a:lnTo>
                  <a:pt x="531380" y="287731"/>
                </a:lnTo>
                <a:lnTo>
                  <a:pt x="532257" y="279082"/>
                </a:lnTo>
                <a:close/>
              </a:path>
              <a:path w="775335" h="381635">
                <a:moveTo>
                  <a:pt x="541401" y="71628"/>
                </a:moveTo>
                <a:lnTo>
                  <a:pt x="512445" y="59436"/>
                </a:lnTo>
                <a:lnTo>
                  <a:pt x="504228" y="76085"/>
                </a:lnTo>
                <a:lnTo>
                  <a:pt x="495871" y="91719"/>
                </a:lnTo>
                <a:lnTo>
                  <a:pt x="487794" y="106464"/>
                </a:lnTo>
                <a:lnTo>
                  <a:pt x="480441" y="120484"/>
                </a:lnTo>
                <a:lnTo>
                  <a:pt x="470433" y="120726"/>
                </a:lnTo>
                <a:lnTo>
                  <a:pt x="445287" y="121780"/>
                </a:lnTo>
                <a:lnTo>
                  <a:pt x="430149" y="122008"/>
                </a:lnTo>
                <a:lnTo>
                  <a:pt x="445058" y="97116"/>
                </a:lnTo>
                <a:lnTo>
                  <a:pt x="460248" y="70345"/>
                </a:lnTo>
                <a:lnTo>
                  <a:pt x="476008" y="41567"/>
                </a:lnTo>
                <a:lnTo>
                  <a:pt x="492633" y="10668"/>
                </a:lnTo>
                <a:lnTo>
                  <a:pt x="462153" y="0"/>
                </a:lnTo>
                <a:lnTo>
                  <a:pt x="444398" y="40309"/>
                </a:lnTo>
                <a:lnTo>
                  <a:pt x="427621" y="74345"/>
                </a:lnTo>
                <a:lnTo>
                  <a:pt x="411708" y="102095"/>
                </a:lnTo>
                <a:lnTo>
                  <a:pt x="396519" y="123532"/>
                </a:lnTo>
                <a:lnTo>
                  <a:pt x="404139" y="149440"/>
                </a:lnTo>
                <a:lnTo>
                  <a:pt x="415848" y="148297"/>
                </a:lnTo>
                <a:lnTo>
                  <a:pt x="430288" y="147154"/>
                </a:lnTo>
                <a:lnTo>
                  <a:pt x="466725" y="144868"/>
                </a:lnTo>
                <a:lnTo>
                  <a:pt x="449275" y="172097"/>
                </a:lnTo>
                <a:lnTo>
                  <a:pt x="433374" y="194297"/>
                </a:lnTo>
                <a:lnTo>
                  <a:pt x="418896" y="211620"/>
                </a:lnTo>
                <a:lnTo>
                  <a:pt x="405663" y="224218"/>
                </a:lnTo>
                <a:lnTo>
                  <a:pt x="411759" y="251650"/>
                </a:lnTo>
                <a:lnTo>
                  <a:pt x="440397" y="247345"/>
                </a:lnTo>
                <a:lnTo>
                  <a:pt x="468998" y="243459"/>
                </a:lnTo>
                <a:lnTo>
                  <a:pt x="526161" y="236410"/>
                </a:lnTo>
                <a:lnTo>
                  <a:pt x="526427" y="230619"/>
                </a:lnTo>
                <a:lnTo>
                  <a:pt x="527113" y="224409"/>
                </a:lnTo>
                <a:lnTo>
                  <a:pt x="527773" y="219646"/>
                </a:lnTo>
                <a:lnTo>
                  <a:pt x="529209" y="208978"/>
                </a:lnTo>
                <a:lnTo>
                  <a:pt x="507771" y="212140"/>
                </a:lnTo>
                <a:lnTo>
                  <a:pt x="486918" y="214884"/>
                </a:lnTo>
                <a:lnTo>
                  <a:pt x="446913" y="219646"/>
                </a:lnTo>
                <a:lnTo>
                  <a:pt x="472389" y="183845"/>
                </a:lnTo>
                <a:lnTo>
                  <a:pt x="496443" y="147345"/>
                </a:lnTo>
                <a:lnTo>
                  <a:pt x="497967" y="144868"/>
                </a:lnTo>
                <a:lnTo>
                  <a:pt x="511975" y="122008"/>
                </a:lnTo>
                <a:lnTo>
                  <a:pt x="519353" y="109994"/>
                </a:lnTo>
                <a:lnTo>
                  <a:pt x="541401" y="71628"/>
                </a:lnTo>
                <a:close/>
              </a:path>
              <a:path w="775335" h="381635">
                <a:moveTo>
                  <a:pt x="774763" y="327939"/>
                </a:moveTo>
                <a:lnTo>
                  <a:pt x="741235" y="327939"/>
                </a:lnTo>
                <a:lnTo>
                  <a:pt x="741235" y="253174"/>
                </a:lnTo>
                <a:lnTo>
                  <a:pt x="741235" y="227266"/>
                </a:lnTo>
                <a:lnTo>
                  <a:pt x="741235" y="150964"/>
                </a:lnTo>
                <a:lnTo>
                  <a:pt x="741235" y="125056"/>
                </a:lnTo>
                <a:lnTo>
                  <a:pt x="741235" y="48768"/>
                </a:lnTo>
                <a:lnTo>
                  <a:pt x="741235" y="21336"/>
                </a:lnTo>
                <a:lnTo>
                  <a:pt x="712279" y="21336"/>
                </a:lnTo>
                <a:lnTo>
                  <a:pt x="712279" y="327939"/>
                </a:lnTo>
                <a:lnTo>
                  <a:pt x="584174" y="327939"/>
                </a:lnTo>
                <a:lnTo>
                  <a:pt x="584174" y="253174"/>
                </a:lnTo>
                <a:lnTo>
                  <a:pt x="712279" y="253174"/>
                </a:lnTo>
                <a:lnTo>
                  <a:pt x="712279" y="227266"/>
                </a:lnTo>
                <a:lnTo>
                  <a:pt x="584174" y="227266"/>
                </a:lnTo>
                <a:lnTo>
                  <a:pt x="584174" y="150964"/>
                </a:lnTo>
                <a:lnTo>
                  <a:pt x="712279" y="150964"/>
                </a:lnTo>
                <a:lnTo>
                  <a:pt x="712279" y="125056"/>
                </a:lnTo>
                <a:lnTo>
                  <a:pt x="584174" y="125056"/>
                </a:lnTo>
                <a:lnTo>
                  <a:pt x="584174" y="48768"/>
                </a:lnTo>
                <a:lnTo>
                  <a:pt x="712279" y="48768"/>
                </a:lnTo>
                <a:lnTo>
                  <a:pt x="712279" y="21336"/>
                </a:lnTo>
                <a:lnTo>
                  <a:pt x="555117" y="21336"/>
                </a:lnTo>
                <a:lnTo>
                  <a:pt x="555117" y="327939"/>
                </a:lnTo>
                <a:lnTo>
                  <a:pt x="509397" y="327939"/>
                </a:lnTo>
                <a:lnTo>
                  <a:pt x="509397" y="355371"/>
                </a:lnTo>
                <a:lnTo>
                  <a:pt x="774763" y="355371"/>
                </a:lnTo>
                <a:lnTo>
                  <a:pt x="774763" y="3279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4925758" y="5117687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5907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9435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5261216" y="4838611"/>
            <a:ext cx="772160" cy="384810"/>
          </a:xfrm>
          <a:custGeom>
            <a:avLst/>
            <a:gdLst/>
            <a:ahLst/>
            <a:cxnLst/>
            <a:rect l="l" t="t" r="r" b="b"/>
            <a:pathLst>
              <a:path w="772160" h="384810">
                <a:moveTo>
                  <a:pt x="77825" y="62484"/>
                </a:moveTo>
                <a:lnTo>
                  <a:pt x="68630" y="51079"/>
                </a:lnTo>
                <a:lnTo>
                  <a:pt x="59448" y="39814"/>
                </a:lnTo>
                <a:lnTo>
                  <a:pt x="50304" y="28841"/>
                </a:lnTo>
                <a:lnTo>
                  <a:pt x="41148" y="18288"/>
                </a:lnTo>
                <a:lnTo>
                  <a:pt x="19812" y="32004"/>
                </a:lnTo>
                <a:lnTo>
                  <a:pt x="28702" y="43459"/>
                </a:lnTo>
                <a:lnTo>
                  <a:pt x="37147" y="55054"/>
                </a:lnTo>
                <a:lnTo>
                  <a:pt x="45326" y="66941"/>
                </a:lnTo>
                <a:lnTo>
                  <a:pt x="53340" y="79248"/>
                </a:lnTo>
                <a:lnTo>
                  <a:pt x="77825" y="62484"/>
                </a:lnTo>
                <a:close/>
              </a:path>
              <a:path w="772160" h="384810">
                <a:moveTo>
                  <a:pt x="189077" y="224218"/>
                </a:moveTo>
                <a:lnTo>
                  <a:pt x="160121" y="224218"/>
                </a:lnTo>
                <a:lnTo>
                  <a:pt x="160121" y="248602"/>
                </a:lnTo>
                <a:lnTo>
                  <a:pt x="152400" y="263156"/>
                </a:lnTo>
                <a:lnTo>
                  <a:pt x="142976" y="276999"/>
                </a:lnTo>
                <a:lnTo>
                  <a:pt x="131826" y="290004"/>
                </a:lnTo>
                <a:lnTo>
                  <a:pt x="118973" y="302044"/>
                </a:lnTo>
                <a:lnTo>
                  <a:pt x="105016" y="295186"/>
                </a:lnTo>
                <a:lnTo>
                  <a:pt x="90766" y="288467"/>
                </a:lnTo>
                <a:lnTo>
                  <a:pt x="76504" y="282028"/>
                </a:lnTo>
                <a:lnTo>
                  <a:pt x="62484" y="276034"/>
                </a:lnTo>
                <a:lnTo>
                  <a:pt x="71640" y="262318"/>
                </a:lnTo>
                <a:lnTo>
                  <a:pt x="80873" y="248602"/>
                </a:lnTo>
                <a:lnTo>
                  <a:pt x="160121" y="248602"/>
                </a:lnTo>
                <a:lnTo>
                  <a:pt x="160121" y="224218"/>
                </a:lnTo>
                <a:lnTo>
                  <a:pt x="96113" y="224218"/>
                </a:lnTo>
                <a:lnTo>
                  <a:pt x="99161" y="216598"/>
                </a:lnTo>
                <a:lnTo>
                  <a:pt x="103733" y="208978"/>
                </a:lnTo>
                <a:lnTo>
                  <a:pt x="108305" y="202882"/>
                </a:lnTo>
                <a:lnTo>
                  <a:pt x="80873" y="193738"/>
                </a:lnTo>
                <a:lnTo>
                  <a:pt x="76479" y="201498"/>
                </a:lnTo>
                <a:lnTo>
                  <a:pt x="68351" y="216458"/>
                </a:lnTo>
                <a:lnTo>
                  <a:pt x="64008" y="224218"/>
                </a:lnTo>
                <a:lnTo>
                  <a:pt x="6096" y="224218"/>
                </a:lnTo>
                <a:lnTo>
                  <a:pt x="6096" y="248602"/>
                </a:lnTo>
                <a:lnTo>
                  <a:pt x="48768" y="248602"/>
                </a:lnTo>
                <a:lnTo>
                  <a:pt x="25908" y="285178"/>
                </a:lnTo>
                <a:lnTo>
                  <a:pt x="43916" y="294119"/>
                </a:lnTo>
                <a:lnTo>
                  <a:pt x="60210" y="302044"/>
                </a:lnTo>
                <a:lnTo>
                  <a:pt x="94589" y="318808"/>
                </a:lnTo>
                <a:lnTo>
                  <a:pt x="73990" y="330517"/>
                </a:lnTo>
                <a:lnTo>
                  <a:pt x="51257" y="340525"/>
                </a:lnTo>
                <a:lnTo>
                  <a:pt x="26555" y="348805"/>
                </a:lnTo>
                <a:lnTo>
                  <a:pt x="0" y="355384"/>
                </a:lnTo>
                <a:lnTo>
                  <a:pt x="3429" y="362877"/>
                </a:lnTo>
                <a:lnTo>
                  <a:pt x="6858" y="369671"/>
                </a:lnTo>
                <a:lnTo>
                  <a:pt x="10287" y="376161"/>
                </a:lnTo>
                <a:lnTo>
                  <a:pt x="13716" y="382816"/>
                </a:lnTo>
                <a:lnTo>
                  <a:pt x="44500" y="372859"/>
                </a:lnTo>
                <a:lnTo>
                  <a:pt x="73012" y="361289"/>
                </a:lnTo>
                <a:lnTo>
                  <a:pt x="98882" y="348310"/>
                </a:lnTo>
                <a:lnTo>
                  <a:pt x="122021" y="334048"/>
                </a:lnTo>
                <a:lnTo>
                  <a:pt x="134569" y="340664"/>
                </a:lnTo>
                <a:lnTo>
                  <a:pt x="146977" y="347002"/>
                </a:lnTo>
                <a:lnTo>
                  <a:pt x="159092" y="353326"/>
                </a:lnTo>
                <a:lnTo>
                  <a:pt x="170789" y="359956"/>
                </a:lnTo>
                <a:lnTo>
                  <a:pt x="187553" y="334048"/>
                </a:lnTo>
                <a:lnTo>
                  <a:pt x="177292" y="329260"/>
                </a:lnTo>
                <a:lnTo>
                  <a:pt x="166789" y="324142"/>
                </a:lnTo>
                <a:lnTo>
                  <a:pt x="156044" y="319036"/>
                </a:lnTo>
                <a:lnTo>
                  <a:pt x="144881" y="314236"/>
                </a:lnTo>
                <a:lnTo>
                  <a:pt x="156603" y="302044"/>
                </a:lnTo>
                <a:lnTo>
                  <a:pt x="158864" y="299694"/>
                </a:lnTo>
                <a:lnTo>
                  <a:pt x="170980" y="283705"/>
                </a:lnTo>
                <a:lnTo>
                  <a:pt x="181102" y="266573"/>
                </a:lnTo>
                <a:lnTo>
                  <a:pt x="189077" y="248602"/>
                </a:lnTo>
                <a:lnTo>
                  <a:pt x="189077" y="224218"/>
                </a:lnTo>
                <a:close/>
              </a:path>
              <a:path w="772160" h="384810">
                <a:moveTo>
                  <a:pt x="199745" y="91541"/>
                </a:moveTo>
                <a:lnTo>
                  <a:pt x="126593" y="91541"/>
                </a:lnTo>
                <a:lnTo>
                  <a:pt x="126593" y="6096"/>
                </a:lnTo>
                <a:lnTo>
                  <a:pt x="97637" y="6096"/>
                </a:lnTo>
                <a:lnTo>
                  <a:pt x="97637" y="91541"/>
                </a:lnTo>
                <a:lnTo>
                  <a:pt x="10668" y="91541"/>
                </a:lnTo>
                <a:lnTo>
                  <a:pt x="10668" y="117449"/>
                </a:lnTo>
                <a:lnTo>
                  <a:pt x="88493" y="117449"/>
                </a:lnTo>
                <a:lnTo>
                  <a:pt x="68199" y="135140"/>
                </a:lnTo>
                <a:lnTo>
                  <a:pt x="46570" y="151485"/>
                </a:lnTo>
                <a:lnTo>
                  <a:pt x="23672" y="166522"/>
                </a:lnTo>
                <a:lnTo>
                  <a:pt x="0" y="179933"/>
                </a:lnTo>
                <a:lnTo>
                  <a:pt x="4559" y="186575"/>
                </a:lnTo>
                <a:lnTo>
                  <a:pt x="8953" y="192773"/>
                </a:lnTo>
                <a:lnTo>
                  <a:pt x="13081" y="198666"/>
                </a:lnTo>
                <a:lnTo>
                  <a:pt x="16764" y="204406"/>
                </a:lnTo>
                <a:lnTo>
                  <a:pt x="39039" y="190106"/>
                </a:lnTo>
                <a:lnTo>
                  <a:pt x="60020" y="174637"/>
                </a:lnTo>
                <a:lnTo>
                  <a:pt x="79603" y="158038"/>
                </a:lnTo>
                <a:lnTo>
                  <a:pt x="97637" y="140309"/>
                </a:lnTo>
                <a:lnTo>
                  <a:pt x="97637" y="193738"/>
                </a:lnTo>
                <a:lnTo>
                  <a:pt x="126593" y="193738"/>
                </a:lnTo>
                <a:lnTo>
                  <a:pt x="126593" y="149453"/>
                </a:lnTo>
                <a:lnTo>
                  <a:pt x="141757" y="161734"/>
                </a:lnTo>
                <a:lnTo>
                  <a:pt x="155359" y="173456"/>
                </a:lnTo>
                <a:lnTo>
                  <a:pt x="167525" y="184632"/>
                </a:lnTo>
                <a:lnTo>
                  <a:pt x="178409" y="195262"/>
                </a:lnTo>
                <a:lnTo>
                  <a:pt x="196697" y="173837"/>
                </a:lnTo>
                <a:lnTo>
                  <a:pt x="184404" y="163258"/>
                </a:lnTo>
                <a:lnTo>
                  <a:pt x="170408" y="152120"/>
                </a:lnTo>
                <a:lnTo>
                  <a:pt x="166827" y="149453"/>
                </a:lnTo>
                <a:lnTo>
                  <a:pt x="154686" y="140398"/>
                </a:lnTo>
                <a:lnTo>
                  <a:pt x="137261" y="128117"/>
                </a:lnTo>
                <a:lnTo>
                  <a:pt x="126593" y="140309"/>
                </a:lnTo>
                <a:lnTo>
                  <a:pt x="126593" y="117449"/>
                </a:lnTo>
                <a:lnTo>
                  <a:pt x="199745" y="117449"/>
                </a:lnTo>
                <a:lnTo>
                  <a:pt x="199745" y="91541"/>
                </a:lnTo>
                <a:close/>
              </a:path>
              <a:path w="772160" h="384810">
                <a:moveTo>
                  <a:pt x="205841" y="32004"/>
                </a:moveTo>
                <a:lnTo>
                  <a:pt x="182981" y="15240"/>
                </a:lnTo>
                <a:lnTo>
                  <a:pt x="172935" y="28676"/>
                </a:lnTo>
                <a:lnTo>
                  <a:pt x="163169" y="41529"/>
                </a:lnTo>
                <a:lnTo>
                  <a:pt x="153403" y="53822"/>
                </a:lnTo>
                <a:lnTo>
                  <a:pt x="143357" y="65532"/>
                </a:lnTo>
                <a:lnTo>
                  <a:pt x="159854" y="78651"/>
                </a:lnTo>
                <a:lnTo>
                  <a:pt x="164693" y="82397"/>
                </a:lnTo>
                <a:lnTo>
                  <a:pt x="174980" y="70624"/>
                </a:lnTo>
                <a:lnTo>
                  <a:pt x="185267" y="58305"/>
                </a:lnTo>
                <a:lnTo>
                  <a:pt x="195554" y="45440"/>
                </a:lnTo>
                <a:lnTo>
                  <a:pt x="205841" y="32004"/>
                </a:lnTo>
                <a:close/>
              </a:path>
              <a:path w="772160" h="384810">
                <a:moveTo>
                  <a:pt x="387388" y="349288"/>
                </a:moveTo>
                <a:lnTo>
                  <a:pt x="343141" y="319557"/>
                </a:lnTo>
                <a:lnTo>
                  <a:pt x="308051" y="280606"/>
                </a:lnTo>
                <a:lnTo>
                  <a:pt x="322275" y="251650"/>
                </a:lnTo>
                <a:lnTo>
                  <a:pt x="325742" y="244589"/>
                </a:lnTo>
                <a:lnTo>
                  <a:pt x="339852" y="202882"/>
                </a:lnTo>
                <a:lnTo>
                  <a:pt x="350304" y="155371"/>
                </a:lnTo>
                <a:lnTo>
                  <a:pt x="356908" y="102209"/>
                </a:lnTo>
                <a:lnTo>
                  <a:pt x="381292" y="102209"/>
                </a:lnTo>
                <a:lnTo>
                  <a:pt x="381292" y="76200"/>
                </a:lnTo>
                <a:lnTo>
                  <a:pt x="326339" y="76200"/>
                </a:lnTo>
                <a:lnTo>
                  <a:pt x="326339" y="102209"/>
                </a:lnTo>
                <a:lnTo>
                  <a:pt x="321449" y="146558"/>
                </a:lnTo>
                <a:lnTo>
                  <a:pt x="313575" y="186067"/>
                </a:lnTo>
                <a:lnTo>
                  <a:pt x="302539" y="221018"/>
                </a:lnTo>
                <a:lnTo>
                  <a:pt x="288239" y="251650"/>
                </a:lnTo>
                <a:lnTo>
                  <a:pt x="274561" y="220751"/>
                </a:lnTo>
                <a:lnTo>
                  <a:pt x="263474" y="187401"/>
                </a:lnTo>
                <a:lnTo>
                  <a:pt x="256514" y="157073"/>
                </a:lnTo>
                <a:lnTo>
                  <a:pt x="255244" y="151549"/>
                </a:lnTo>
                <a:lnTo>
                  <a:pt x="250126" y="112877"/>
                </a:lnTo>
                <a:lnTo>
                  <a:pt x="251663" y="109829"/>
                </a:lnTo>
                <a:lnTo>
                  <a:pt x="253187" y="105257"/>
                </a:lnTo>
                <a:lnTo>
                  <a:pt x="254711" y="102209"/>
                </a:lnTo>
                <a:lnTo>
                  <a:pt x="326339" y="102209"/>
                </a:lnTo>
                <a:lnTo>
                  <a:pt x="326339" y="76200"/>
                </a:lnTo>
                <a:lnTo>
                  <a:pt x="263855" y="76200"/>
                </a:lnTo>
                <a:lnTo>
                  <a:pt x="269278" y="59918"/>
                </a:lnTo>
                <a:lnTo>
                  <a:pt x="274142" y="43053"/>
                </a:lnTo>
                <a:lnTo>
                  <a:pt x="278422" y="25628"/>
                </a:lnTo>
                <a:lnTo>
                  <a:pt x="282143" y="7620"/>
                </a:lnTo>
                <a:lnTo>
                  <a:pt x="251663" y="3048"/>
                </a:lnTo>
                <a:lnTo>
                  <a:pt x="242798" y="47066"/>
                </a:lnTo>
                <a:lnTo>
                  <a:pt x="229933" y="87680"/>
                </a:lnTo>
                <a:lnTo>
                  <a:pt x="213042" y="124853"/>
                </a:lnTo>
                <a:lnTo>
                  <a:pt x="192125" y="158597"/>
                </a:lnTo>
                <a:lnTo>
                  <a:pt x="197789" y="165188"/>
                </a:lnTo>
                <a:lnTo>
                  <a:pt x="203174" y="171361"/>
                </a:lnTo>
                <a:lnTo>
                  <a:pt x="207987" y="177241"/>
                </a:lnTo>
                <a:lnTo>
                  <a:pt x="211937" y="182981"/>
                </a:lnTo>
                <a:lnTo>
                  <a:pt x="216535" y="176999"/>
                </a:lnTo>
                <a:lnTo>
                  <a:pt x="220980" y="170599"/>
                </a:lnTo>
                <a:lnTo>
                  <a:pt x="225107" y="163906"/>
                </a:lnTo>
                <a:lnTo>
                  <a:pt x="228790" y="157073"/>
                </a:lnTo>
                <a:lnTo>
                  <a:pt x="234797" y="190550"/>
                </a:lnTo>
                <a:lnTo>
                  <a:pt x="243649" y="222300"/>
                </a:lnTo>
                <a:lnTo>
                  <a:pt x="255371" y="252310"/>
                </a:lnTo>
                <a:lnTo>
                  <a:pt x="269951" y="280606"/>
                </a:lnTo>
                <a:lnTo>
                  <a:pt x="251663" y="302044"/>
                </a:lnTo>
                <a:lnTo>
                  <a:pt x="231076" y="322605"/>
                </a:lnTo>
                <a:lnTo>
                  <a:pt x="208178" y="341998"/>
                </a:lnTo>
                <a:lnTo>
                  <a:pt x="182981" y="359956"/>
                </a:lnTo>
                <a:lnTo>
                  <a:pt x="189534" y="366547"/>
                </a:lnTo>
                <a:lnTo>
                  <a:pt x="195364" y="372719"/>
                </a:lnTo>
                <a:lnTo>
                  <a:pt x="200342" y="378599"/>
                </a:lnTo>
                <a:lnTo>
                  <a:pt x="204317" y="384340"/>
                </a:lnTo>
                <a:lnTo>
                  <a:pt x="227761" y="367499"/>
                </a:lnTo>
                <a:lnTo>
                  <a:pt x="249745" y="349097"/>
                </a:lnTo>
                <a:lnTo>
                  <a:pt x="269989" y="329260"/>
                </a:lnTo>
                <a:lnTo>
                  <a:pt x="288239" y="308140"/>
                </a:lnTo>
                <a:lnTo>
                  <a:pt x="305092" y="328117"/>
                </a:lnTo>
                <a:lnTo>
                  <a:pt x="323672" y="346811"/>
                </a:lnTo>
                <a:lnTo>
                  <a:pt x="343992" y="364070"/>
                </a:lnTo>
                <a:lnTo>
                  <a:pt x="366052" y="379768"/>
                </a:lnTo>
                <a:lnTo>
                  <a:pt x="370674" y="372859"/>
                </a:lnTo>
                <a:lnTo>
                  <a:pt x="375577" y="365671"/>
                </a:lnTo>
                <a:lnTo>
                  <a:pt x="381050" y="357898"/>
                </a:lnTo>
                <a:lnTo>
                  <a:pt x="387388" y="349288"/>
                </a:lnTo>
                <a:close/>
              </a:path>
              <a:path w="772160" h="384810">
                <a:moveTo>
                  <a:pt x="509409" y="64008"/>
                </a:moveTo>
                <a:lnTo>
                  <a:pt x="497928" y="49428"/>
                </a:lnTo>
                <a:lnTo>
                  <a:pt x="486308" y="35433"/>
                </a:lnTo>
                <a:lnTo>
                  <a:pt x="474395" y="21996"/>
                </a:lnTo>
                <a:lnTo>
                  <a:pt x="462064" y="9144"/>
                </a:lnTo>
                <a:lnTo>
                  <a:pt x="440728" y="25908"/>
                </a:lnTo>
                <a:lnTo>
                  <a:pt x="451040" y="38811"/>
                </a:lnTo>
                <a:lnTo>
                  <a:pt x="461492" y="52590"/>
                </a:lnTo>
                <a:lnTo>
                  <a:pt x="472236" y="67525"/>
                </a:lnTo>
                <a:lnTo>
                  <a:pt x="483400" y="83908"/>
                </a:lnTo>
                <a:lnTo>
                  <a:pt x="509409" y="64008"/>
                </a:lnTo>
                <a:close/>
              </a:path>
              <a:path w="772160" h="384810">
                <a:moveTo>
                  <a:pt x="611517" y="62484"/>
                </a:moveTo>
                <a:lnTo>
                  <a:pt x="601205" y="46507"/>
                </a:lnTo>
                <a:lnTo>
                  <a:pt x="590753" y="30670"/>
                </a:lnTo>
                <a:lnTo>
                  <a:pt x="580009" y="15125"/>
                </a:lnTo>
                <a:lnTo>
                  <a:pt x="568845" y="0"/>
                </a:lnTo>
                <a:lnTo>
                  <a:pt x="542937" y="13716"/>
                </a:lnTo>
                <a:lnTo>
                  <a:pt x="554939" y="30568"/>
                </a:lnTo>
                <a:lnTo>
                  <a:pt x="565797" y="46863"/>
                </a:lnTo>
                <a:lnTo>
                  <a:pt x="575449" y="62484"/>
                </a:lnTo>
                <a:lnTo>
                  <a:pt x="584085" y="77724"/>
                </a:lnTo>
                <a:lnTo>
                  <a:pt x="611517" y="62484"/>
                </a:lnTo>
                <a:close/>
              </a:path>
              <a:path w="772160" h="384810">
                <a:moveTo>
                  <a:pt x="727430" y="27432"/>
                </a:moveTo>
                <a:lnTo>
                  <a:pt x="699998" y="6096"/>
                </a:lnTo>
                <a:lnTo>
                  <a:pt x="688543" y="21805"/>
                </a:lnTo>
                <a:lnTo>
                  <a:pt x="676948" y="36957"/>
                </a:lnTo>
                <a:lnTo>
                  <a:pt x="665060" y="51523"/>
                </a:lnTo>
                <a:lnTo>
                  <a:pt x="652754" y="65532"/>
                </a:lnTo>
                <a:lnTo>
                  <a:pt x="674090" y="86956"/>
                </a:lnTo>
                <a:lnTo>
                  <a:pt x="688428" y="71196"/>
                </a:lnTo>
                <a:lnTo>
                  <a:pt x="714806" y="41440"/>
                </a:lnTo>
                <a:lnTo>
                  <a:pt x="727430" y="27432"/>
                </a:lnTo>
                <a:close/>
              </a:path>
              <a:path w="772160" h="384810">
                <a:moveTo>
                  <a:pt x="759434" y="88480"/>
                </a:moveTo>
                <a:lnTo>
                  <a:pt x="410248" y="88480"/>
                </a:lnTo>
                <a:lnTo>
                  <a:pt x="410248" y="164680"/>
                </a:lnTo>
                <a:lnTo>
                  <a:pt x="440728" y="164680"/>
                </a:lnTo>
                <a:lnTo>
                  <a:pt x="440728" y="115912"/>
                </a:lnTo>
                <a:lnTo>
                  <a:pt x="728954" y="115912"/>
                </a:lnTo>
                <a:lnTo>
                  <a:pt x="728954" y="164680"/>
                </a:lnTo>
                <a:lnTo>
                  <a:pt x="759434" y="164680"/>
                </a:lnTo>
                <a:lnTo>
                  <a:pt x="759434" y="115912"/>
                </a:lnTo>
                <a:lnTo>
                  <a:pt x="759434" y="88480"/>
                </a:lnTo>
                <a:close/>
              </a:path>
              <a:path w="772160" h="384810">
                <a:moveTo>
                  <a:pt x="771728" y="244030"/>
                </a:moveTo>
                <a:lnTo>
                  <a:pt x="606945" y="244030"/>
                </a:lnTo>
                <a:lnTo>
                  <a:pt x="606945" y="236410"/>
                </a:lnTo>
                <a:lnTo>
                  <a:pt x="693902" y="186118"/>
                </a:lnTo>
                <a:lnTo>
                  <a:pt x="693902" y="154012"/>
                </a:lnTo>
                <a:lnTo>
                  <a:pt x="469684" y="154012"/>
                </a:lnTo>
                <a:lnTo>
                  <a:pt x="469684" y="181444"/>
                </a:lnTo>
                <a:lnTo>
                  <a:pt x="649706" y="181444"/>
                </a:lnTo>
                <a:lnTo>
                  <a:pt x="576465" y="222694"/>
                </a:lnTo>
                <a:lnTo>
                  <a:pt x="576465" y="244030"/>
                </a:lnTo>
                <a:lnTo>
                  <a:pt x="396532" y="244030"/>
                </a:lnTo>
                <a:lnTo>
                  <a:pt x="396532" y="271462"/>
                </a:lnTo>
                <a:lnTo>
                  <a:pt x="576465" y="271462"/>
                </a:lnTo>
                <a:lnTo>
                  <a:pt x="576465" y="323380"/>
                </a:lnTo>
                <a:lnTo>
                  <a:pt x="575081" y="333133"/>
                </a:lnTo>
                <a:lnTo>
                  <a:pt x="571131" y="339763"/>
                </a:lnTo>
                <a:lnTo>
                  <a:pt x="564883" y="343522"/>
                </a:lnTo>
                <a:lnTo>
                  <a:pt x="556653" y="344716"/>
                </a:lnTo>
                <a:lnTo>
                  <a:pt x="541997" y="344449"/>
                </a:lnTo>
                <a:lnTo>
                  <a:pt x="527507" y="343763"/>
                </a:lnTo>
                <a:lnTo>
                  <a:pt x="497217" y="341668"/>
                </a:lnTo>
                <a:lnTo>
                  <a:pt x="499211" y="351383"/>
                </a:lnTo>
                <a:lnTo>
                  <a:pt x="500646" y="359956"/>
                </a:lnTo>
                <a:lnTo>
                  <a:pt x="501497" y="367385"/>
                </a:lnTo>
                <a:lnTo>
                  <a:pt x="501789" y="373672"/>
                </a:lnTo>
                <a:lnTo>
                  <a:pt x="518363" y="374548"/>
                </a:lnTo>
                <a:lnTo>
                  <a:pt x="533793" y="375005"/>
                </a:lnTo>
                <a:lnTo>
                  <a:pt x="561225" y="375196"/>
                </a:lnTo>
                <a:lnTo>
                  <a:pt x="581228" y="372338"/>
                </a:lnTo>
                <a:lnTo>
                  <a:pt x="595515" y="363766"/>
                </a:lnTo>
                <a:lnTo>
                  <a:pt x="604088" y="349478"/>
                </a:lnTo>
                <a:lnTo>
                  <a:pt x="604761" y="344716"/>
                </a:lnTo>
                <a:lnTo>
                  <a:pt x="606945" y="329476"/>
                </a:lnTo>
                <a:lnTo>
                  <a:pt x="606945" y="271462"/>
                </a:lnTo>
                <a:lnTo>
                  <a:pt x="771728" y="271462"/>
                </a:lnTo>
                <a:lnTo>
                  <a:pt x="771728" y="2440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6100000" y="5117687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6491948" y="4866042"/>
            <a:ext cx="273050" cy="346710"/>
          </a:xfrm>
          <a:custGeom>
            <a:avLst/>
            <a:gdLst/>
            <a:ahLst/>
            <a:cxnLst/>
            <a:rect l="l" t="t" r="r" b="b"/>
            <a:pathLst>
              <a:path w="273050" h="346710">
                <a:moveTo>
                  <a:pt x="272986" y="318808"/>
                </a:moveTo>
                <a:lnTo>
                  <a:pt x="240982" y="318808"/>
                </a:lnTo>
                <a:lnTo>
                  <a:pt x="240982" y="346240"/>
                </a:lnTo>
                <a:lnTo>
                  <a:pt x="272986" y="346240"/>
                </a:lnTo>
                <a:lnTo>
                  <a:pt x="272986" y="318808"/>
                </a:lnTo>
                <a:close/>
              </a:path>
              <a:path w="273050" h="346710">
                <a:moveTo>
                  <a:pt x="272986" y="0"/>
                </a:moveTo>
                <a:lnTo>
                  <a:pt x="0" y="0"/>
                </a:lnTo>
                <a:lnTo>
                  <a:pt x="0" y="27940"/>
                </a:lnTo>
                <a:lnTo>
                  <a:pt x="0" y="142240"/>
                </a:lnTo>
                <a:lnTo>
                  <a:pt x="0" y="171450"/>
                </a:lnTo>
                <a:lnTo>
                  <a:pt x="0" y="290830"/>
                </a:lnTo>
                <a:lnTo>
                  <a:pt x="0" y="318770"/>
                </a:lnTo>
                <a:lnTo>
                  <a:pt x="0" y="346710"/>
                </a:lnTo>
                <a:lnTo>
                  <a:pt x="32004" y="346710"/>
                </a:lnTo>
                <a:lnTo>
                  <a:pt x="32004" y="318770"/>
                </a:lnTo>
                <a:lnTo>
                  <a:pt x="272986" y="318770"/>
                </a:lnTo>
                <a:lnTo>
                  <a:pt x="272986" y="291376"/>
                </a:lnTo>
                <a:lnTo>
                  <a:pt x="272986" y="290830"/>
                </a:lnTo>
                <a:lnTo>
                  <a:pt x="272986" y="171450"/>
                </a:lnTo>
                <a:lnTo>
                  <a:pt x="272986" y="170878"/>
                </a:lnTo>
                <a:lnTo>
                  <a:pt x="272986" y="142240"/>
                </a:lnTo>
                <a:lnTo>
                  <a:pt x="240982" y="142240"/>
                </a:lnTo>
                <a:lnTo>
                  <a:pt x="240982" y="171450"/>
                </a:lnTo>
                <a:lnTo>
                  <a:pt x="240982" y="290830"/>
                </a:lnTo>
                <a:lnTo>
                  <a:pt x="32004" y="290830"/>
                </a:lnTo>
                <a:lnTo>
                  <a:pt x="32004" y="171450"/>
                </a:lnTo>
                <a:lnTo>
                  <a:pt x="240982" y="171450"/>
                </a:lnTo>
                <a:lnTo>
                  <a:pt x="240982" y="142240"/>
                </a:lnTo>
                <a:lnTo>
                  <a:pt x="32004" y="142240"/>
                </a:lnTo>
                <a:lnTo>
                  <a:pt x="32004" y="27940"/>
                </a:lnTo>
                <a:lnTo>
                  <a:pt x="240982" y="27940"/>
                </a:lnTo>
                <a:lnTo>
                  <a:pt x="240982" y="141833"/>
                </a:lnTo>
                <a:lnTo>
                  <a:pt x="272986" y="141833"/>
                </a:lnTo>
                <a:lnTo>
                  <a:pt x="272986" y="27940"/>
                </a:lnTo>
                <a:lnTo>
                  <a:pt x="272986" y="27432"/>
                </a:lnTo>
                <a:lnTo>
                  <a:pt x="27298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6828942" y="4837086"/>
            <a:ext cx="2719705" cy="384810"/>
          </a:xfrm>
          <a:custGeom>
            <a:avLst/>
            <a:gdLst/>
            <a:ahLst/>
            <a:cxnLst/>
            <a:rect l="l" t="t" r="r" b="b"/>
            <a:pathLst>
              <a:path w="2719704" h="384810">
                <a:moveTo>
                  <a:pt x="90004" y="311188"/>
                </a:moveTo>
                <a:lnTo>
                  <a:pt x="67144" y="292900"/>
                </a:lnTo>
                <a:lnTo>
                  <a:pt x="51092" y="310870"/>
                </a:lnTo>
                <a:lnTo>
                  <a:pt x="34721" y="328142"/>
                </a:lnTo>
                <a:lnTo>
                  <a:pt x="17780" y="344538"/>
                </a:lnTo>
                <a:lnTo>
                  <a:pt x="0" y="359956"/>
                </a:lnTo>
                <a:lnTo>
                  <a:pt x="5664" y="365645"/>
                </a:lnTo>
                <a:lnTo>
                  <a:pt x="11049" y="371195"/>
                </a:lnTo>
                <a:lnTo>
                  <a:pt x="15862" y="376453"/>
                </a:lnTo>
                <a:lnTo>
                  <a:pt x="19812" y="381292"/>
                </a:lnTo>
                <a:lnTo>
                  <a:pt x="36182" y="365836"/>
                </a:lnTo>
                <a:lnTo>
                  <a:pt x="53238" y="349097"/>
                </a:lnTo>
                <a:lnTo>
                  <a:pt x="71056" y="331000"/>
                </a:lnTo>
                <a:lnTo>
                  <a:pt x="90004" y="311188"/>
                </a:lnTo>
                <a:close/>
              </a:path>
              <a:path w="2719704" h="384810">
                <a:moveTo>
                  <a:pt x="186118" y="331000"/>
                </a:moveTo>
                <a:lnTo>
                  <a:pt x="173494" y="321589"/>
                </a:lnTo>
                <a:lnTo>
                  <a:pt x="160883" y="311759"/>
                </a:lnTo>
                <a:lnTo>
                  <a:pt x="148310" y="301637"/>
                </a:lnTo>
                <a:lnTo>
                  <a:pt x="135724" y="291376"/>
                </a:lnTo>
                <a:lnTo>
                  <a:pt x="117436" y="309664"/>
                </a:lnTo>
                <a:lnTo>
                  <a:pt x="130632" y="320852"/>
                </a:lnTo>
                <a:lnTo>
                  <a:pt x="142963" y="331762"/>
                </a:lnTo>
                <a:lnTo>
                  <a:pt x="154736" y="342658"/>
                </a:lnTo>
                <a:lnTo>
                  <a:pt x="166204" y="353860"/>
                </a:lnTo>
                <a:lnTo>
                  <a:pt x="186118" y="331000"/>
                </a:lnTo>
                <a:close/>
              </a:path>
              <a:path w="2719704" h="384810">
                <a:moveTo>
                  <a:pt x="205930" y="56388"/>
                </a:moveTo>
                <a:lnTo>
                  <a:pt x="175450" y="56388"/>
                </a:lnTo>
                <a:lnTo>
                  <a:pt x="175450" y="7620"/>
                </a:lnTo>
                <a:lnTo>
                  <a:pt x="146392" y="7620"/>
                </a:lnTo>
                <a:lnTo>
                  <a:pt x="146392" y="259270"/>
                </a:lnTo>
                <a:lnTo>
                  <a:pt x="67144" y="259270"/>
                </a:lnTo>
                <a:lnTo>
                  <a:pt x="67144" y="216598"/>
                </a:lnTo>
                <a:lnTo>
                  <a:pt x="146392" y="216598"/>
                </a:lnTo>
                <a:lnTo>
                  <a:pt x="146392" y="192214"/>
                </a:lnTo>
                <a:lnTo>
                  <a:pt x="67144" y="192214"/>
                </a:lnTo>
                <a:lnTo>
                  <a:pt x="67144" y="149453"/>
                </a:lnTo>
                <a:lnTo>
                  <a:pt x="146392" y="149453"/>
                </a:lnTo>
                <a:lnTo>
                  <a:pt x="146392" y="125069"/>
                </a:lnTo>
                <a:lnTo>
                  <a:pt x="67144" y="125069"/>
                </a:lnTo>
                <a:lnTo>
                  <a:pt x="67144" y="82296"/>
                </a:lnTo>
                <a:lnTo>
                  <a:pt x="146392" y="82296"/>
                </a:lnTo>
                <a:lnTo>
                  <a:pt x="146392" y="56388"/>
                </a:lnTo>
                <a:lnTo>
                  <a:pt x="67144" y="56388"/>
                </a:lnTo>
                <a:lnTo>
                  <a:pt x="67144" y="9144"/>
                </a:lnTo>
                <a:lnTo>
                  <a:pt x="38188" y="9144"/>
                </a:lnTo>
                <a:lnTo>
                  <a:pt x="38188" y="56388"/>
                </a:lnTo>
                <a:lnTo>
                  <a:pt x="7620" y="56388"/>
                </a:lnTo>
                <a:lnTo>
                  <a:pt x="7620" y="82296"/>
                </a:lnTo>
                <a:lnTo>
                  <a:pt x="38188" y="82296"/>
                </a:lnTo>
                <a:lnTo>
                  <a:pt x="38188" y="259270"/>
                </a:lnTo>
                <a:lnTo>
                  <a:pt x="3048" y="259270"/>
                </a:lnTo>
                <a:lnTo>
                  <a:pt x="3048" y="285178"/>
                </a:lnTo>
                <a:lnTo>
                  <a:pt x="205930" y="285178"/>
                </a:lnTo>
                <a:lnTo>
                  <a:pt x="205930" y="259270"/>
                </a:lnTo>
                <a:lnTo>
                  <a:pt x="175450" y="259270"/>
                </a:lnTo>
                <a:lnTo>
                  <a:pt x="175450" y="216598"/>
                </a:lnTo>
                <a:lnTo>
                  <a:pt x="175450" y="192214"/>
                </a:lnTo>
                <a:lnTo>
                  <a:pt x="175450" y="149453"/>
                </a:lnTo>
                <a:lnTo>
                  <a:pt x="175450" y="125069"/>
                </a:lnTo>
                <a:lnTo>
                  <a:pt x="175450" y="82296"/>
                </a:lnTo>
                <a:lnTo>
                  <a:pt x="205930" y="82296"/>
                </a:lnTo>
                <a:lnTo>
                  <a:pt x="205930" y="56388"/>
                </a:lnTo>
                <a:close/>
              </a:path>
              <a:path w="2719704" h="384810">
                <a:moveTo>
                  <a:pt x="361480" y="18288"/>
                </a:moveTo>
                <a:lnTo>
                  <a:pt x="332524" y="18288"/>
                </a:lnTo>
                <a:lnTo>
                  <a:pt x="332524" y="44196"/>
                </a:lnTo>
                <a:lnTo>
                  <a:pt x="332524" y="118973"/>
                </a:lnTo>
                <a:lnTo>
                  <a:pt x="332524" y="144881"/>
                </a:lnTo>
                <a:lnTo>
                  <a:pt x="332524" y="219646"/>
                </a:lnTo>
                <a:lnTo>
                  <a:pt x="253174" y="219646"/>
                </a:lnTo>
                <a:lnTo>
                  <a:pt x="253390" y="205397"/>
                </a:lnTo>
                <a:lnTo>
                  <a:pt x="253746" y="187972"/>
                </a:lnTo>
                <a:lnTo>
                  <a:pt x="253822" y="167703"/>
                </a:lnTo>
                <a:lnTo>
                  <a:pt x="253174" y="144881"/>
                </a:lnTo>
                <a:lnTo>
                  <a:pt x="332524" y="144881"/>
                </a:lnTo>
                <a:lnTo>
                  <a:pt x="332524" y="118973"/>
                </a:lnTo>
                <a:lnTo>
                  <a:pt x="253174" y="118973"/>
                </a:lnTo>
                <a:lnTo>
                  <a:pt x="253174" y="44196"/>
                </a:lnTo>
                <a:lnTo>
                  <a:pt x="332524" y="44196"/>
                </a:lnTo>
                <a:lnTo>
                  <a:pt x="332524" y="18288"/>
                </a:lnTo>
                <a:lnTo>
                  <a:pt x="225742" y="18288"/>
                </a:lnTo>
                <a:lnTo>
                  <a:pt x="225653" y="167703"/>
                </a:lnTo>
                <a:lnTo>
                  <a:pt x="225171" y="203098"/>
                </a:lnTo>
                <a:lnTo>
                  <a:pt x="220599" y="266534"/>
                </a:lnTo>
                <a:lnTo>
                  <a:pt x="210832" y="307454"/>
                </a:lnTo>
                <a:lnTo>
                  <a:pt x="191312" y="344690"/>
                </a:lnTo>
                <a:lnTo>
                  <a:pt x="176974" y="363004"/>
                </a:lnTo>
                <a:lnTo>
                  <a:pt x="183540" y="367830"/>
                </a:lnTo>
                <a:lnTo>
                  <a:pt x="189547" y="373100"/>
                </a:lnTo>
                <a:lnTo>
                  <a:pt x="194970" y="378637"/>
                </a:lnTo>
                <a:lnTo>
                  <a:pt x="199834" y="384340"/>
                </a:lnTo>
                <a:lnTo>
                  <a:pt x="220980" y="354952"/>
                </a:lnTo>
                <a:lnTo>
                  <a:pt x="236410" y="321843"/>
                </a:lnTo>
                <a:lnTo>
                  <a:pt x="246126" y="285280"/>
                </a:lnTo>
                <a:lnTo>
                  <a:pt x="250126" y="245554"/>
                </a:lnTo>
                <a:lnTo>
                  <a:pt x="332524" y="245554"/>
                </a:lnTo>
                <a:lnTo>
                  <a:pt x="332524" y="324904"/>
                </a:lnTo>
                <a:lnTo>
                  <a:pt x="331114" y="334022"/>
                </a:lnTo>
                <a:lnTo>
                  <a:pt x="326999" y="340715"/>
                </a:lnTo>
                <a:lnTo>
                  <a:pt x="320306" y="344830"/>
                </a:lnTo>
                <a:lnTo>
                  <a:pt x="311188" y="346240"/>
                </a:lnTo>
                <a:lnTo>
                  <a:pt x="304292" y="345973"/>
                </a:lnTo>
                <a:lnTo>
                  <a:pt x="295287" y="345287"/>
                </a:lnTo>
                <a:lnTo>
                  <a:pt x="271462" y="343192"/>
                </a:lnTo>
                <a:lnTo>
                  <a:pt x="272605" y="351802"/>
                </a:lnTo>
                <a:lnTo>
                  <a:pt x="273748" y="359575"/>
                </a:lnTo>
                <a:lnTo>
                  <a:pt x="276034" y="373672"/>
                </a:lnTo>
                <a:lnTo>
                  <a:pt x="318808" y="373672"/>
                </a:lnTo>
                <a:lnTo>
                  <a:pt x="358660" y="348589"/>
                </a:lnTo>
                <a:lnTo>
                  <a:pt x="361480" y="329476"/>
                </a:lnTo>
                <a:lnTo>
                  <a:pt x="361480" y="245554"/>
                </a:lnTo>
                <a:lnTo>
                  <a:pt x="361480" y="219646"/>
                </a:lnTo>
                <a:lnTo>
                  <a:pt x="361480" y="144881"/>
                </a:lnTo>
                <a:lnTo>
                  <a:pt x="361480" y="118973"/>
                </a:lnTo>
                <a:lnTo>
                  <a:pt x="361480" y="44196"/>
                </a:lnTo>
                <a:lnTo>
                  <a:pt x="361480" y="18288"/>
                </a:lnTo>
                <a:close/>
              </a:path>
              <a:path w="2719704" h="384810">
                <a:moveTo>
                  <a:pt x="532257" y="100672"/>
                </a:moveTo>
                <a:lnTo>
                  <a:pt x="524230" y="91541"/>
                </a:lnTo>
                <a:lnTo>
                  <a:pt x="516064" y="82537"/>
                </a:lnTo>
                <a:lnTo>
                  <a:pt x="507606" y="73812"/>
                </a:lnTo>
                <a:lnTo>
                  <a:pt x="498729" y="65532"/>
                </a:lnTo>
                <a:lnTo>
                  <a:pt x="478917" y="79248"/>
                </a:lnTo>
                <a:lnTo>
                  <a:pt x="486816" y="89242"/>
                </a:lnTo>
                <a:lnTo>
                  <a:pt x="494728" y="99148"/>
                </a:lnTo>
                <a:lnTo>
                  <a:pt x="502272" y="108915"/>
                </a:lnTo>
                <a:lnTo>
                  <a:pt x="509397" y="118960"/>
                </a:lnTo>
                <a:lnTo>
                  <a:pt x="532257" y="100672"/>
                </a:lnTo>
                <a:close/>
              </a:path>
              <a:path w="2719704" h="384810">
                <a:moveTo>
                  <a:pt x="552069" y="326428"/>
                </a:moveTo>
                <a:lnTo>
                  <a:pt x="538378" y="314109"/>
                </a:lnTo>
                <a:lnTo>
                  <a:pt x="511568" y="290588"/>
                </a:lnTo>
                <a:lnTo>
                  <a:pt x="498729" y="279082"/>
                </a:lnTo>
                <a:lnTo>
                  <a:pt x="478917" y="298996"/>
                </a:lnTo>
                <a:lnTo>
                  <a:pt x="493204" y="312394"/>
                </a:lnTo>
                <a:lnTo>
                  <a:pt x="506349" y="325094"/>
                </a:lnTo>
                <a:lnTo>
                  <a:pt x="518350" y="336918"/>
                </a:lnTo>
                <a:lnTo>
                  <a:pt x="529209" y="347764"/>
                </a:lnTo>
                <a:lnTo>
                  <a:pt x="552069" y="326428"/>
                </a:lnTo>
                <a:close/>
              </a:path>
              <a:path w="2719704" h="384810">
                <a:moveTo>
                  <a:pt x="590270" y="38100"/>
                </a:moveTo>
                <a:lnTo>
                  <a:pt x="478917" y="38100"/>
                </a:lnTo>
                <a:lnTo>
                  <a:pt x="484365" y="28956"/>
                </a:lnTo>
                <a:lnTo>
                  <a:pt x="489394" y="19812"/>
                </a:lnTo>
                <a:lnTo>
                  <a:pt x="494131" y="10668"/>
                </a:lnTo>
                <a:lnTo>
                  <a:pt x="498729" y="1524"/>
                </a:lnTo>
                <a:lnTo>
                  <a:pt x="465201" y="1524"/>
                </a:lnTo>
                <a:lnTo>
                  <a:pt x="450900" y="28714"/>
                </a:lnTo>
                <a:lnTo>
                  <a:pt x="433489" y="53352"/>
                </a:lnTo>
                <a:lnTo>
                  <a:pt x="413245" y="75717"/>
                </a:lnTo>
                <a:lnTo>
                  <a:pt x="390423" y="96100"/>
                </a:lnTo>
                <a:lnTo>
                  <a:pt x="396100" y="101803"/>
                </a:lnTo>
                <a:lnTo>
                  <a:pt x="401485" y="107340"/>
                </a:lnTo>
                <a:lnTo>
                  <a:pt x="406285" y="112610"/>
                </a:lnTo>
                <a:lnTo>
                  <a:pt x="410248" y="117436"/>
                </a:lnTo>
                <a:lnTo>
                  <a:pt x="424764" y="104330"/>
                </a:lnTo>
                <a:lnTo>
                  <a:pt x="438442" y="90347"/>
                </a:lnTo>
                <a:lnTo>
                  <a:pt x="451002" y="75780"/>
                </a:lnTo>
                <a:lnTo>
                  <a:pt x="462153" y="60960"/>
                </a:lnTo>
                <a:lnTo>
                  <a:pt x="590270" y="60960"/>
                </a:lnTo>
                <a:lnTo>
                  <a:pt x="590270" y="38100"/>
                </a:lnTo>
                <a:close/>
              </a:path>
              <a:path w="2719704" h="384810">
                <a:moveTo>
                  <a:pt x="699998" y="100672"/>
                </a:moveTo>
                <a:lnTo>
                  <a:pt x="692581" y="92405"/>
                </a:lnTo>
                <a:lnTo>
                  <a:pt x="684187" y="83680"/>
                </a:lnTo>
                <a:lnTo>
                  <a:pt x="674916" y="74663"/>
                </a:lnTo>
                <a:lnTo>
                  <a:pt x="664946" y="65532"/>
                </a:lnTo>
                <a:lnTo>
                  <a:pt x="645134" y="79248"/>
                </a:lnTo>
                <a:lnTo>
                  <a:pt x="656564" y="92138"/>
                </a:lnTo>
                <a:lnTo>
                  <a:pt x="665708" y="103149"/>
                </a:lnTo>
                <a:lnTo>
                  <a:pt x="672566" y="112128"/>
                </a:lnTo>
                <a:lnTo>
                  <a:pt x="677138" y="118960"/>
                </a:lnTo>
                <a:lnTo>
                  <a:pt x="699998" y="100672"/>
                </a:lnTo>
                <a:close/>
              </a:path>
              <a:path w="2719704" h="384810">
                <a:moveTo>
                  <a:pt x="757999" y="251650"/>
                </a:moveTo>
                <a:lnTo>
                  <a:pt x="675614" y="251650"/>
                </a:lnTo>
                <a:lnTo>
                  <a:pt x="675614" y="221170"/>
                </a:lnTo>
                <a:lnTo>
                  <a:pt x="646658" y="221170"/>
                </a:lnTo>
                <a:lnTo>
                  <a:pt x="646658" y="251650"/>
                </a:lnTo>
                <a:lnTo>
                  <a:pt x="407200" y="251650"/>
                </a:lnTo>
                <a:lnTo>
                  <a:pt x="407200" y="276034"/>
                </a:lnTo>
                <a:lnTo>
                  <a:pt x="646658" y="276034"/>
                </a:lnTo>
                <a:lnTo>
                  <a:pt x="646658" y="323380"/>
                </a:lnTo>
                <a:lnTo>
                  <a:pt x="644944" y="333375"/>
                </a:lnTo>
                <a:lnTo>
                  <a:pt x="639800" y="340525"/>
                </a:lnTo>
                <a:lnTo>
                  <a:pt x="631228" y="344805"/>
                </a:lnTo>
                <a:lnTo>
                  <a:pt x="619226" y="346240"/>
                </a:lnTo>
                <a:lnTo>
                  <a:pt x="605459" y="345973"/>
                </a:lnTo>
                <a:lnTo>
                  <a:pt x="591553" y="345287"/>
                </a:lnTo>
                <a:lnTo>
                  <a:pt x="562737" y="343192"/>
                </a:lnTo>
                <a:lnTo>
                  <a:pt x="564121" y="352044"/>
                </a:lnTo>
                <a:lnTo>
                  <a:pt x="565785" y="360337"/>
                </a:lnTo>
                <a:lnTo>
                  <a:pt x="567448" y="368046"/>
                </a:lnTo>
                <a:lnTo>
                  <a:pt x="568833" y="375196"/>
                </a:lnTo>
                <a:lnTo>
                  <a:pt x="626846" y="375196"/>
                </a:lnTo>
                <a:lnTo>
                  <a:pt x="648601" y="372313"/>
                </a:lnTo>
                <a:lnTo>
                  <a:pt x="663803" y="363575"/>
                </a:lnTo>
                <a:lnTo>
                  <a:pt x="672706" y="348830"/>
                </a:lnTo>
                <a:lnTo>
                  <a:pt x="673061" y="346240"/>
                </a:lnTo>
                <a:lnTo>
                  <a:pt x="675614" y="327952"/>
                </a:lnTo>
                <a:lnTo>
                  <a:pt x="675614" y="276034"/>
                </a:lnTo>
                <a:lnTo>
                  <a:pt x="757999" y="276034"/>
                </a:lnTo>
                <a:lnTo>
                  <a:pt x="757999" y="251650"/>
                </a:lnTo>
                <a:close/>
              </a:path>
              <a:path w="2719704" h="384810">
                <a:moveTo>
                  <a:pt x="767143" y="38100"/>
                </a:moveTo>
                <a:lnTo>
                  <a:pt x="643610" y="38100"/>
                </a:lnTo>
                <a:lnTo>
                  <a:pt x="648817" y="28956"/>
                </a:lnTo>
                <a:lnTo>
                  <a:pt x="653326" y="19812"/>
                </a:lnTo>
                <a:lnTo>
                  <a:pt x="657529" y="10668"/>
                </a:lnTo>
                <a:lnTo>
                  <a:pt x="661898" y="1524"/>
                </a:lnTo>
                <a:lnTo>
                  <a:pt x="629894" y="1524"/>
                </a:lnTo>
                <a:lnTo>
                  <a:pt x="619010" y="23812"/>
                </a:lnTo>
                <a:lnTo>
                  <a:pt x="606831" y="44970"/>
                </a:lnTo>
                <a:lnTo>
                  <a:pt x="593204" y="64998"/>
                </a:lnTo>
                <a:lnTo>
                  <a:pt x="577977" y="83908"/>
                </a:lnTo>
                <a:lnTo>
                  <a:pt x="582879" y="85864"/>
                </a:lnTo>
                <a:lnTo>
                  <a:pt x="588505" y="89242"/>
                </a:lnTo>
                <a:lnTo>
                  <a:pt x="594982" y="93776"/>
                </a:lnTo>
                <a:lnTo>
                  <a:pt x="602462" y="99148"/>
                </a:lnTo>
                <a:lnTo>
                  <a:pt x="610171" y="89966"/>
                </a:lnTo>
                <a:lnTo>
                  <a:pt x="617321" y="80632"/>
                </a:lnTo>
                <a:lnTo>
                  <a:pt x="623887" y="71005"/>
                </a:lnTo>
                <a:lnTo>
                  <a:pt x="629894" y="60960"/>
                </a:lnTo>
                <a:lnTo>
                  <a:pt x="767143" y="60960"/>
                </a:lnTo>
                <a:lnTo>
                  <a:pt x="767143" y="38100"/>
                </a:lnTo>
                <a:close/>
              </a:path>
              <a:path w="2719704" h="384810">
                <a:moveTo>
                  <a:pt x="771715" y="187642"/>
                </a:moveTo>
                <a:lnTo>
                  <a:pt x="594842" y="187642"/>
                </a:lnTo>
                <a:lnTo>
                  <a:pt x="594842" y="149440"/>
                </a:lnTo>
                <a:lnTo>
                  <a:pt x="744283" y="149440"/>
                </a:lnTo>
                <a:lnTo>
                  <a:pt x="744283" y="125056"/>
                </a:lnTo>
                <a:lnTo>
                  <a:pt x="594842" y="125056"/>
                </a:lnTo>
                <a:lnTo>
                  <a:pt x="594842" y="94576"/>
                </a:lnTo>
                <a:lnTo>
                  <a:pt x="564261" y="94576"/>
                </a:lnTo>
                <a:lnTo>
                  <a:pt x="564261" y="125056"/>
                </a:lnTo>
                <a:lnTo>
                  <a:pt x="420916" y="125056"/>
                </a:lnTo>
                <a:lnTo>
                  <a:pt x="420916" y="149440"/>
                </a:lnTo>
                <a:lnTo>
                  <a:pt x="564261" y="149440"/>
                </a:lnTo>
                <a:lnTo>
                  <a:pt x="564261" y="187642"/>
                </a:lnTo>
                <a:lnTo>
                  <a:pt x="393471" y="187642"/>
                </a:lnTo>
                <a:lnTo>
                  <a:pt x="393471" y="213550"/>
                </a:lnTo>
                <a:lnTo>
                  <a:pt x="771715" y="213550"/>
                </a:lnTo>
                <a:lnTo>
                  <a:pt x="771715" y="187642"/>
                </a:lnTo>
                <a:close/>
              </a:path>
              <a:path w="2719704" h="384810">
                <a:moveTo>
                  <a:pt x="930313" y="196786"/>
                </a:moveTo>
                <a:lnTo>
                  <a:pt x="919975" y="186664"/>
                </a:lnTo>
                <a:lnTo>
                  <a:pt x="909358" y="176695"/>
                </a:lnTo>
                <a:lnTo>
                  <a:pt x="907884" y="175348"/>
                </a:lnTo>
                <a:lnTo>
                  <a:pt x="906208" y="173824"/>
                </a:lnTo>
                <a:lnTo>
                  <a:pt x="886117" y="155536"/>
                </a:lnTo>
                <a:lnTo>
                  <a:pt x="870877" y="173824"/>
                </a:lnTo>
                <a:lnTo>
                  <a:pt x="870877" y="170776"/>
                </a:lnTo>
                <a:lnTo>
                  <a:pt x="870877" y="105244"/>
                </a:lnTo>
                <a:lnTo>
                  <a:pt x="922693" y="105244"/>
                </a:lnTo>
                <a:lnTo>
                  <a:pt x="922693" y="79248"/>
                </a:lnTo>
                <a:lnTo>
                  <a:pt x="870877" y="79248"/>
                </a:lnTo>
                <a:lnTo>
                  <a:pt x="870877" y="4572"/>
                </a:lnTo>
                <a:lnTo>
                  <a:pt x="843343" y="4572"/>
                </a:lnTo>
                <a:lnTo>
                  <a:pt x="843343" y="79248"/>
                </a:lnTo>
                <a:lnTo>
                  <a:pt x="785431" y="79248"/>
                </a:lnTo>
                <a:lnTo>
                  <a:pt x="785431" y="105244"/>
                </a:lnTo>
                <a:lnTo>
                  <a:pt x="840295" y="105244"/>
                </a:lnTo>
                <a:lnTo>
                  <a:pt x="830821" y="141058"/>
                </a:lnTo>
                <a:lnTo>
                  <a:pt x="818197" y="175590"/>
                </a:lnTo>
                <a:lnTo>
                  <a:pt x="802144" y="209270"/>
                </a:lnTo>
                <a:lnTo>
                  <a:pt x="782383" y="242506"/>
                </a:lnTo>
                <a:lnTo>
                  <a:pt x="789051" y="259842"/>
                </a:lnTo>
                <a:lnTo>
                  <a:pt x="791972" y="267855"/>
                </a:lnTo>
                <a:lnTo>
                  <a:pt x="794575" y="276034"/>
                </a:lnTo>
                <a:lnTo>
                  <a:pt x="808621" y="254673"/>
                </a:lnTo>
                <a:lnTo>
                  <a:pt x="821245" y="229730"/>
                </a:lnTo>
                <a:lnTo>
                  <a:pt x="832726" y="201625"/>
                </a:lnTo>
                <a:lnTo>
                  <a:pt x="843343" y="170776"/>
                </a:lnTo>
                <a:lnTo>
                  <a:pt x="843343" y="378244"/>
                </a:lnTo>
                <a:lnTo>
                  <a:pt x="870877" y="378244"/>
                </a:lnTo>
                <a:lnTo>
                  <a:pt x="870877" y="175348"/>
                </a:lnTo>
                <a:lnTo>
                  <a:pt x="880897" y="185940"/>
                </a:lnTo>
                <a:lnTo>
                  <a:pt x="890498" y="196773"/>
                </a:lnTo>
                <a:lnTo>
                  <a:pt x="899807" y="207594"/>
                </a:lnTo>
                <a:lnTo>
                  <a:pt x="908977" y="218122"/>
                </a:lnTo>
                <a:lnTo>
                  <a:pt x="930313" y="196786"/>
                </a:lnTo>
                <a:close/>
              </a:path>
              <a:path w="2719704" h="384810">
                <a:moveTo>
                  <a:pt x="986701" y="213550"/>
                </a:moveTo>
                <a:lnTo>
                  <a:pt x="957745" y="202882"/>
                </a:lnTo>
                <a:lnTo>
                  <a:pt x="941971" y="237807"/>
                </a:lnTo>
                <a:lnTo>
                  <a:pt x="926503" y="269608"/>
                </a:lnTo>
                <a:lnTo>
                  <a:pt x="911021" y="298551"/>
                </a:lnTo>
                <a:lnTo>
                  <a:pt x="895261" y="324904"/>
                </a:lnTo>
                <a:lnTo>
                  <a:pt x="903211" y="328333"/>
                </a:lnTo>
                <a:lnTo>
                  <a:pt x="910882" y="331762"/>
                </a:lnTo>
                <a:lnTo>
                  <a:pt x="917968" y="335191"/>
                </a:lnTo>
                <a:lnTo>
                  <a:pt x="924217" y="338620"/>
                </a:lnTo>
                <a:lnTo>
                  <a:pt x="939330" y="310286"/>
                </a:lnTo>
                <a:lnTo>
                  <a:pt x="954887" y="280085"/>
                </a:lnTo>
                <a:lnTo>
                  <a:pt x="970711" y="247878"/>
                </a:lnTo>
                <a:lnTo>
                  <a:pt x="986701" y="213550"/>
                </a:lnTo>
                <a:close/>
              </a:path>
              <a:path w="2719704" h="384810">
                <a:moveTo>
                  <a:pt x="1142238" y="27432"/>
                </a:moveTo>
                <a:lnTo>
                  <a:pt x="939457" y="27432"/>
                </a:lnTo>
                <a:lnTo>
                  <a:pt x="939457" y="53340"/>
                </a:lnTo>
                <a:lnTo>
                  <a:pt x="1142238" y="53340"/>
                </a:lnTo>
                <a:lnTo>
                  <a:pt x="1142238" y="27432"/>
                </a:lnTo>
                <a:close/>
              </a:path>
              <a:path w="2719704" h="384810">
                <a:moveTo>
                  <a:pt x="1160627" y="138772"/>
                </a:moveTo>
                <a:lnTo>
                  <a:pt x="921169" y="138772"/>
                </a:lnTo>
                <a:lnTo>
                  <a:pt x="921169" y="166204"/>
                </a:lnTo>
                <a:lnTo>
                  <a:pt x="1026414" y="166204"/>
                </a:lnTo>
                <a:lnTo>
                  <a:pt x="1026414" y="315760"/>
                </a:lnTo>
                <a:lnTo>
                  <a:pt x="1024978" y="328637"/>
                </a:lnTo>
                <a:lnTo>
                  <a:pt x="1020686" y="337667"/>
                </a:lnTo>
                <a:lnTo>
                  <a:pt x="1013510" y="342976"/>
                </a:lnTo>
                <a:lnTo>
                  <a:pt x="1003465" y="344716"/>
                </a:lnTo>
                <a:lnTo>
                  <a:pt x="991984" y="344449"/>
                </a:lnTo>
                <a:lnTo>
                  <a:pt x="980224" y="343763"/>
                </a:lnTo>
                <a:lnTo>
                  <a:pt x="954697" y="341668"/>
                </a:lnTo>
                <a:lnTo>
                  <a:pt x="956716" y="350520"/>
                </a:lnTo>
                <a:lnTo>
                  <a:pt x="958316" y="358813"/>
                </a:lnTo>
                <a:lnTo>
                  <a:pt x="959624" y="366522"/>
                </a:lnTo>
                <a:lnTo>
                  <a:pt x="960793" y="373672"/>
                </a:lnTo>
                <a:lnTo>
                  <a:pt x="1011174" y="373672"/>
                </a:lnTo>
                <a:lnTo>
                  <a:pt x="1052537" y="347306"/>
                </a:lnTo>
                <a:lnTo>
                  <a:pt x="1055370" y="326428"/>
                </a:lnTo>
                <a:lnTo>
                  <a:pt x="1055370" y="166204"/>
                </a:lnTo>
                <a:lnTo>
                  <a:pt x="1160627" y="166204"/>
                </a:lnTo>
                <a:lnTo>
                  <a:pt x="1160627" y="138772"/>
                </a:lnTo>
                <a:close/>
              </a:path>
              <a:path w="2719704" h="384810">
                <a:moveTo>
                  <a:pt x="1168247" y="324904"/>
                </a:moveTo>
                <a:lnTo>
                  <a:pt x="1155052" y="297434"/>
                </a:lnTo>
                <a:lnTo>
                  <a:pt x="1140650" y="268008"/>
                </a:lnTo>
                <a:lnTo>
                  <a:pt x="1124661" y="236296"/>
                </a:lnTo>
                <a:lnTo>
                  <a:pt x="1107186" y="202882"/>
                </a:lnTo>
                <a:lnTo>
                  <a:pt x="1079754" y="215074"/>
                </a:lnTo>
                <a:lnTo>
                  <a:pt x="1095451" y="246786"/>
                </a:lnTo>
                <a:lnTo>
                  <a:pt x="1110424" y="277799"/>
                </a:lnTo>
                <a:lnTo>
                  <a:pt x="1124546" y="307949"/>
                </a:lnTo>
                <a:lnTo>
                  <a:pt x="1137666" y="337096"/>
                </a:lnTo>
                <a:lnTo>
                  <a:pt x="1168247" y="324904"/>
                </a:lnTo>
                <a:close/>
              </a:path>
              <a:path w="2719704" h="384810">
                <a:moveTo>
                  <a:pt x="1265783" y="193738"/>
                </a:moveTo>
                <a:lnTo>
                  <a:pt x="1258900" y="191147"/>
                </a:lnTo>
                <a:lnTo>
                  <a:pt x="1251864" y="187972"/>
                </a:lnTo>
                <a:lnTo>
                  <a:pt x="1244561" y="184226"/>
                </a:lnTo>
                <a:lnTo>
                  <a:pt x="1236814" y="179933"/>
                </a:lnTo>
                <a:lnTo>
                  <a:pt x="1223721" y="222529"/>
                </a:lnTo>
                <a:lnTo>
                  <a:pt x="1209763" y="263118"/>
                </a:lnTo>
                <a:lnTo>
                  <a:pt x="1195247" y="301396"/>
                </a:lnTo>
                <a:lnTo>
                  <a:pt x="1180426" y="337096"/>
                </a:lnTo>
                <a:lnTo>
                  <a:pt x="1212430" y="350812"/>
                </a:lnTo>
                <a:lnTo>
                  <a:pt x="1225918" y="311899"/>
                </a:lnTo>
                <a:lnTo>
                  <a:pt x="1239100" y="272846"/>
                </a:lnTo>
                <a:lnTo>
                  <a:pt x="1252296" y="233502"/>
                </a:lnTo>
                <a:lnTo>
                  <a:pt x="1265783" y="193738"/>
                </a:lnTo>
                <a:close/>
              </a:path>
              <a:path w="2719704" h="384810">
                <a:moveTo>
                  <a:pt x="1267307" y="102196"/>
                </a:moveTo>
                <a:lnTo>
                  <a:pt x="1251292" y="81838"/>
                </a:lnTo>
                <a:lnTo>
                  <a:pt x="1235290" y="61925"/>
                </a:lnTo>
                <a:lnTo>
                  <a:pt x="1203286" y="22860"/>
                </a:lnTo>
                <a:lnTo>
                  <a:pt x="1178902" y="42672"/>
                </a:lnTo>
                <a:lnTo>
                  <a:pt x="1195527" y="63258"/>
                </a:lnTo>
                <a:lnTo>
                  <a:pt x="1211287" y="83870"/>
                </a:lnTo>
                <a:lnTo>
                  <a:pt x="1226489" y="104470"/>
                </a:lnTo>
                <a:lnTo>
                  <a:pt x="1241386" y="125056"/>
                </a:lnTo>
                <a:lnTo>
                  <a:pt x="1251661" y="115912"/>
                </a:lnTo>
                <a:lnTo>
                  <a:pt x="1264754" y="104482"/>
                </a:lnTo>
                <a:lnTo>
                  <a:pt x="1267307" y="102196"/>
                </a:lnTo>
                <a:close/>
              </a:path>
              <a:path w="2719704" h="384810">
                <a:moveTo>
                  <a:pt x="1468666" y="45720"/>
                </a:moveTo>
                <a:lnTo>
                  <a:pt x="1459776" y="32575"/>
                </a:lnTo>
                <a:lnTo>
                  <a:pt x="1451330" y="20574"/>
                </a:lnTo>
                <a:lnTo>
                  <a:pt x="1443151" y="9715"/>
                </a:lnTo>
                <a:lnTo>
                  <a:pt x="1435138" y="0"/>
                </a:lnTo>
                <a:lnTo>
                  <a:pt x="1410652" y="15240"/>
                </a:lnTo>
                <a:lnTo>
                  <a:pt x="1417853" y="26073"/>
                </a:lnTo>
                <a:lnTo>
                  <a:pt x="1433893" y="50596"/>
                </a:lnTo>
                <a:lnTo>
                  <a:pt x="1442758" y="64008"/>
                </a:lnTo>
                <a:lnTo>
                  <a:pt x="1468666" y="45720"/>
                </a:lnTo>
                <a:close/>
              </a:path>
              <a:path w="2719704" h="384810">
                <a:moveTo>
                  <a:pt x="1554010" y="323380"/>
                </a:moveTo>
                <a:lnTo>
                  <a:pt x="1456474" y="323380"/>
                </a:lnTo>
                <a:lnTo>
                  <a:pt x="1456474" y="262318"/>
                </a:lnTo>
                <a:lnTo>
                  <a:pt x="1540294" y="262318"/>
                </a:lnTo>
                <a:lnTo>
                  <a:pt x="1540294" y="234886"/>
                </a:lnTo>
                <a:lnTo>
                  <a:pt x="1456474" y="234886"/>
                </a:lnTo>
                <a:lnTo>
                  <a:pt x="1456474" y="178409"/>
                </a:lnTo>
                <a:lnTo>
                  <a:pt x="1538770" y="178409"/>
                </a:lnTo>
                <a:lnTo>
                  <a:pt x="1538770" y="152488"/>
                </a:lnTo>
                <a:lnTo>
                  <a:pt x="1456474" y="152488"/>
                </a:lnTo>
                <a:lnTo>
                  <a:pt x="1456474" y="94576"/>
                </a:lnTo>
                <a:lnTo>
                  <a:pt x="1549438" y="94576"/>
                </a:lnTo>
                <a:lnTo>
                  <a:pt x="1549438" y="68580"/>
                </a:lnTo>
                <a:lnTo>
                  <a:pt x="1427518" y="68580"/>
                </a:lnTo>
                <a:lnTo>
                  <a:pt x="1427518" y="94576"/>
                </a:lnTo>
                <a:lnTo>
                  <a:pt x="1427518" y="152488"/>
                </a:lnTo>
                <a:lnTo>
                  <a:pt x="1427518" y="178409"/>
                </a:lnTo>
                <a:lnTo>
                  <a:pt x="1427518" y="234886"/>
                </a:lnTo>
                <a:lnTo>
                  <a:pt x="1427518" y="262318"/>
                </a:lnTo>
                <a:lnTo>
                  <a:pt x="1427518" y="323380"/>
                </a:lnTo>
                <a:lnTo>
                  <a:pt x="1340548" y="323380"/>
                </a:lnTo>
                <a:lnTo>
                  <a:pt x="1340548" y="262318"/>
                </a:lnTo>
                <a:lnTo>
                  <a:pt x="1427518" y="262318"/>
                </a:lnTo>
                <a:lnTo>
                  <a:pt x="1427518" y="234886"/>
                </a:lnTo>
                <a:lnTo>
                  <a:pt x="1340548" y="234886"/>
                </a:lnTo>
                <a:lnTo>
                  <a:pt x="1340548" y="178409"/>
                </a:lnTo>
                <a:lnTo>
                  <a:pt x="1427518" y="178409"/>
                </a:lnTo>
                <a:lnTo>
                  <a:pt x="1427518" y="152488"/>
                </a:lnTo>
                <a:lnTo>
                  <a:pt x="1340548" y="152488"/>
                </a:lnTo>
                <a:lnTo>
                  <a:pt x="1340548" y="137248"/>
                </a:lnTo>
                <a:lnTo>
                  <a:pt x="1340548" y="94576"/>
                </a:lnTo>
                <a:lnTo>
                  <a:pt x="1427518" y="94576"/>
                </a:lnTo>
                <a:lnTo>
                  <a:pt x="1427518" y="68580"/>
                </a:lnTo>
                <a:lnTo>
                  <a:pt x="1348168" y="68580"/>
                </a:lnTo>
                <a:lnTo>
                  <a:pt x="1355001" y="54838"/>
                </a:lnTo>
                <a:lnTo>
                  <a:pt x="1361694" y="40957"/>
                </a:lnTo>
                <a:lnTo>
                  <a:pt x="1368094" y="26784"/>
                </a:lnTo>
                <a:lnTo>
                  <a:pt x="1374076" y="12192"/>
                </a:lnTo>
                <a:lnTo>
                  <a:pt x="1346644" y="3048"/>
                </a:lnTo>
                <a:lnTo>
                  <a:pt x="1328089" y="46240"/>
                </a:lnTo>
                <a:lnTo>
                  <a:pt x="1306817" y="86728"/>
                </a:lnTo>
                <a:lnTo>
                  <a:pt x="1282954" y="124637"/>
                </a:lnTo>
                <a:lnTo>
                  <a:pt x="1256639" y="160108"/>
                </a:lnTo>
                <a:lnTo>
                  <a:pt x="1263205" y="165836"/>
                </a:lnTo>
                <a:lnTo>
                  <a:pt x="1269212" y="171551"/>
                </a:lnTo>
                <a:lnTo>
                  <a:pt x="1274635" y="177266"/>
                </a:lnTo>
                <a:lnTo>
                  <a:pt x="1279499" y="182981"/>
                </a:lnTo>
                <a:lnTo>
                  <a:pt x="1287526" y="171754"/>
                </a:lnTo>
                <a:lnTo>
                  <a:pt x="1295387" y="160693"/>
                </a:lnTo>
                <a:lnTo>
                  <a:pt x="1302943" y="149326"/>
                </a:lnTo>
                <a:lnTo>
                  <a:pt x="1310068" y="137248"/>
                </a:lnTo>
                <a:lnTo>
                  <a:pt x="1310068" y="379768"/>
                </a:lnTo>
                <a:lnTo>
                  <a:pt x="1340548" y="379768"/>
                </a:lnTo>
                <a:lnTo>
                  <a:pt x="1340548" y="349288"/>
                </a:lnTo>
                <a:lnTo>
                  <a:pt x="1554010" y="349288"/>
                </a:lnTo>
                <a:lnTo>
                  <a:pt x="1554010" y="323380"/>
                </a:lnTo>
                <a:close/>
              </a:path>
              <a:path w="2719704" h="384810">
                <a:moveTo>
                  <a:pt x="1747748" y="314236"/>
                </a:moveTo>
                <a:lnTo>
                  <a:pt x="1733740" y="292201"/>
                </a:lnTo>
                <a:lnTo>
                  <a:pt x="1719160" y="269760"/>
                </a:lnTo>
                <a:lnTo>
                  <a:pt x="1710105" y="256222"/>
                </a:lnTo>
                <a:lnTo>
                  <a:pt x="1703984" y="247053"/>
                </a:lnTo>
                <a:lnTo>
                  <a:pt x="1688211" y="224218"/>
                </a:lnTo>
                <a:lnTo>
                  <a:pt x="1699209" y="196786"/>
                </a:lnTo>
                <a:lnTo>
                  <a:pt x="1701977" y="189877"/>
                </a:lnTo>
                <a:lnTo>
                  <a:pt x="1713445" y="153263"/>
                </a:lnTo>
                <a:lnTo>
                  <a:pt x="1722589" y="114350"/>
                </a:lnTo>
                <a:lnTo>
                  <a:pt x="1729460" y="73152"/>
                </a:lnTo>
                <a:lnTo>
                  <a:pt x="1729460" y="45720"/>
                </a:lnTo>
                <a:lnTo>
                  <a:pt x="1576959" y="45720"/>
                </a:lnTo>
                <a:lnTo>
                  <a:pt x="1576959" y="74676"/>
                </a:lnTo>
                <a:lnTo>
                  <a:pt x="1697456" y="74676"/>
                </a:lnTo>
                <a:lnTo>
                  <a:pt x="1693087" y="107073"/>
                </a:lnTo>
                <a:lnTo>
                  <a:pt x="1686890" y="138023"/>
                </a:lnTo>
                <a:lnTo>
                  <a:pt x="1678711" y="167817"/>
                </a:lnTo>
                <a:lnTo>
                  <a:pt x="1668399" y="196786"/>
                </a:lnTo>
                <a:lnTo>
                  <a:pt x="1653260" y="173634"/>
                </a:lnTo>
                <a:lnTo>
                  <a:pt x="1637538" y="150215"/>
                </a:lnTo>
                <a:lnTo>
                  <a:pt x="1621256" y="126822"/>
                </a:lnTo>
                <a:lnTo>
                  <a:pt x="1604391" y="103720"/>
                </a:lnTo>
                <a:lnTo>
                  <a:pt x="1581531" y="118973"/>
                </a:lnTo>
                <a:lnTo>
                  <a:pt x="1654683" y="228790"/>
                </a:lnTo>
                <a:lnTo>
                  <a:pt x="1637258" y="258813"/>
                </a:lnTo>
                <a:lnTo>
                  <a:pt x="1616964" y="287134"/>
                </a:lnTo>
                <a:lnTo>
                  <a:pt x="1593811" y="313740"/>
                </a:lnTo>
                <a:lnTo>
                  <a:pt x="1567815" y="338620"/>
                </a:lnTo>
                <a:lnTo>
                  <a:pt x="1573237" y="346354"/>
                </a:lnTo>
                <a:lnTo>
                  <a:pt x="1578102" y="353669"/>
                </a:lnTo>
                <a:lnTo>
                  <a:pt x="1582381" y="360692"/>
                </a:lnTo>
                <a:lnTo>
                  <a:pt x="1586103" y="367576"/>
                </a:lnTo>
                <a:lnTo>
                  <a:pt x="1611249" y="342468"/>
                </a:lnTo>
                <a:lnTo>
                  <a:pt x="1634109" y="315366"/>
                </a:lnTo>
                <a:lnTo>
                  <a:pt x="1654683" y="286524"/>
                </a:lnTo>
                <a:lnTo>
                  <a:pt x="1672971" y="256222"/>
                </a:lnTo>
                <a:lnTo>
                  <a:pt x="1684655" y="275424"/>
                </a:lnTo>
                <a:lnTo>
                  <a:pt x="1708632" y="313309"/>
                </a:lnTo>
                <a:lnTo>
                  <a:pt x="1720316" y="332524"/>
                </a:lnTo>
                <a:lnTo>
                  <a:pt x="1747748" y="314236"/>
                </a:lnTo>
                <a:close/>
              </a:path>
              <a:path w="2719704" h="384810">
                <a:moveTo>
                  <a:pt x="1830044" y="237934"/>
                </a:moveTo>
                <a:lnTo>
                  <a:pt x="1818055" y="216179"/>
                </a:lnTo>
                <a:lnTo>
                  <a:pt x="1805089" y="194259"/>
                </a:lnTo>
                <a:lnTo>
                  <a:pt x="1791246" y="172059"/>
                </a:lnTo>
                <a:lnTo>
                  <a:pt x="1776704" y="149453"/>
                </a:lnTo>
                <a:lnTo>
                  <a:pt x="1750796" y="164693"/>
                </a:lnTo>
                <a:lnTo>
                  <a:pt x="1765096" y="187579"/>
                </a:lnTo>
                <a:lnTo>
                  <a:pt x="1778419" y="210299"/>
                </a:lnTo>
                <a:lnTo>
                  <a:pt x="1790865" y="232714"/>
                </a:lnTo>
                <a:lnTo>
                  <a:pt x="1802612" y="254698"/>
                </a:lnTo>
                <a:lnTo>
                  <a:pt x="1830044" y="237934"/>
                </a:lnTo>
                <a:close/>
              </a:path>
              <a:path w="2719704" h="384810">
                <a:moveTo>
                  <a:pt x="1949005" y="88480"/>
                </a:moveTo>
                <a:lnTo>
                  <a:pt x="1903285" y="88480"/>
                </a:lnTo>
                <a:lnTo>
                  <a:pt x="1903285" y="6096"/>
                </a:lnTo>
                <a:lnTo>
                  <a:pt x="1871281" y="6096"/>
                </a:lnTo>
                <a:lnTo>
                  <a:pt x="1871281" y="88480"/>
                </a:lnTo>
                <a:lnTo>
                  <a:pt x="1744700" y="88480"/>
                </a:lnTo>
                <a:lnTo>
                  <a:pt x="1744700" y="117449"/>
                </a:lnTo>
                <a:lnTo>
                  <a:pt x="1871281" y="117449"/>
                </a:lnTo>
                <a:lnTo>
                  <a:pt x="1871281" y="311188"/>
                </a:lnTo>
                <a:lnTo>
                  <a:pt x="1869541" y="324065"/>
                </a:lnTo>
                <a:lnTo>
                  <a:pt x="1864233" y="333095"/>
                </a:lnTo>
                <a:lnTo>
                  <a:pt x="1855203" y="338404"/>
                </a:lnTo>
                <a:lnTo>
                  <a:pt x="1842630" y="340106"/>
                </a:lnTo>
                <a:lnTo>
                  <a:pt x="1831746" y="340093"/>
                </a:lnTo>
                <a:lnTo>
                  <a:pt x="1818614" y="339763"/>
                </a:lnTo>
                <a:lnTo>
                  <a:pt x="1803222" y="338848"/>
                </a:lnTo>
                <a:lnTo>
                  <a:pt x="1785848" y="337096"/>
                </a:lnTo>
                <a:lnTo>
                  <a:pt x="1787220" y="347065"/>
                </a:lnTo>
                <a:lnTo>
                  <a:pt x="1788896" y="356336"/>
                </a:lnTo>
                <a:lnTo>
                  <a:pt x="1790560" y="364731"/>
                </a:lnTo>
                <a:lnTo>
                  <a:pt x="1791944" y="372148"/>
                </a:lnTo>
                <a:lnTo>
                  <a:pt x="1848421" y="372148"/>
                </a:lnTo>
                <a:lnTo>
                  <a:pt x="1872424" y="368719"/>
                </a:lnTo>
                <a:lnTo>
                  <a:pt x="1889569" y="358432"/>
                </a:lnTo>
                <a:lnTo>
                  <a:pt x="1899856" y="341287"/>
                </a:lnTo>
                <a:lnTo>
                  <a:pt x="1900021" y="340144"/>
                </a:lnTo>
                <a:lnTo>
                  <a:pt x="1903285" y="317284"/>
                </a:lnTo>
                <a:lnTo>
                  <a:pt x="1903285" y="117449"/>
                </a:lnTo>
                <a:lnTo>
                  <a:pt x="1949005" y="117449"/>
                </a:lnTo>
                <a:lnTo>
                  <a:pt x="1949005" y="88480"/>
                </a:lnTo>
                <a:close/>
              </a:path>
              <a:path w="2719704" h="384810">
                <a:moveTo>
                  <a:pt x="2340965" y="335572"/>
                </a:moveTo>
                <a:lnTo>
                  <a:pt x="2276945" y="301231"/>
                </a:lnTo>
                <a:lnTo>
                  <a:pt x="2240013" y="251650"/>
                </a:lnTo>
                <a:lnTo>
                  <a:pt x="2235708" y="244030"/>
                </a:lnTo>
                <a:lnTo>
                  <a:pt x="2252421" y="237934"/>
                </a:lnTo>
                <a:lnTo>
                  <a:pt x="2253792" y="237439"/>
                </a:lnTo>
                <a:lnTo>
                  <a:pt x="2271420" y="231267"/>
                </a:lnTo>
                <a:lnTo>
                  <a:pt x="2305913" y="219646"/>
                </a:lnTo>
                <a:lnTo>
                  <a:pt x="2290673" y="193738"/>
                </a:lnTo>
                <a:lnTo>
                  <a:pt x="2265794" y="205143"/>
                </a:lnTo>
                <a:lnTo>
                  <a:pt x="2239187" y="216408"/>
                </a:lnTo>
                <a:lnTo>
                  <a:pt x="2210866" y="227380"/>
                </a:lnTo>
                <a:lnTo>
                  <a:pt x="2180844" y="237934"/>
                </a:lnTo>
                <a:lnTo>
                  <a:pt x="2178824" y="234886"/>
                </a:lnTo>
                <a:lnTo>
                  <a:pt x="2171966" y="224510"/>
                </a:lnTo>
                <a:lnTo>
                  <a:pt x="2161222" y="211645"/>
                </a:lnTo>
                <a:lnTo>
                  <a:pt x="2152142" y="202882"/>
                </a:lnTo>
                <a:lnTo>
                  <a:pt x="2148484" y="199364"/>
                </a:lnTo>
                <a:lnTo>
                  <a:pt x="2133600" y="187642"/>
                </a:lnTo>
                <a:lnTo>
                  <a:pt x="2138172" y="184492"/>
                </a:lnTo>
                <a:lnTo>
                  <a:pt x="2141220" y="181444"/>
                </a:lnTo>
                <a:lnTo>
                  <a:pt x="2144268" y="176872"/>
                </a:lnTo>
                <a:lnTo>
                  <a:pt x="2283041" y="176872"/>
                </a:lnTo>
                <a:lnTo>
                  <a:pt x="2283041" y="186016"/>
                </a:lnTo>
                <a:lnTo>
                  <a:pt x="2310485" y="186016"/>
                </a:lnTo>
                <a:lnTo>
                  <a:pt x="2310485" y="176872"/>
                </a:lnTo>
                <a:lnTo>
                  <a:pt x="2310485" y="152488"/>
                </a:lnTo>
                <a:lnTo>
                  <a:pt x="2310485" y="115912"/>
                </a:lnTo>
                <a:lnTo>
                  <a:pt x="2310485" y="91528"/>
                </a:lnTo>
                <a:lnTo>
                  <a:pt x="2283041" y="91528"/>
                </a:lnTo>
                <a:lnTo>
                  <a:pt x="2283041" y="115912"/>
                </a:lnTo>
                <a:lnTo>
                  <a:pt x="2283041" y="152488"/>
                </a:lnTo>
                <a:lnTo>
                  <a:pt x="2159508" y="152488"/>
                </a:lnTo>
                <a:lnTo>
                  <a:pt x="2163584" y="144208"/>
                </a:lnTo>
                <a:lnTo>
                  <a:pt x="2166937" y="135343"/>
                </a:lnTo>
                <a:lnTo>
                  <a:pt x="2170011" y="125920"/>
                </a:lnTo>
                <a:lnTo>
                  <a:pt x="2173224" y="115912"/>
                </a:lnTo>
                <a:lnTo>
                  <a:pt x="2283041" y="115912"/>
                </a:lnTo>
                <a:lnTo>
                  <a:pt x="2283041" y="91528"/>
                </a:lnTo>
                <a:lnTo>
                  <a:pt x="2215896" y="91528"/>
                </a:lnTo>
                <a:lnTo>
                  <a:pt x="2250910" y="59436"/>
                </a:lnTo>
                <a:lnTo>
                  <a:pt x="2252561" y="57912"/>
                </a:lnTo>
                <a:lnTo>
                  <a:pt x="2252561" y="35052"/>
                </a:lnTo>
                <a:lnTo>
                  <a:pt x="2212848" y="35052"/>
                </a:lnTo>
                <a:lnTo>
                  <a:pt x="2212848" y="59436"/>
                </a:lnTo>
                <a:lnTo>
                  <a:pt x="2179320" y="91528"/>
                </a:lnTo>
                <a:lnTo>
                  <a:pt x="2142744" y="91528"/>
                </a:lnTo>
                <a:lnTo>
                  <a:pt x="2142744" y="115912"/>
                </a:lnTo>
                <a:lnTo>
                  <a:pt x="2140166" y="125920"/>
                </a:lnTo>
                <a:lnTo>
                  <a:pt x="2137029" y="135343"/>
                </a:lnTo>
                <a:lnTo>
                  <a:pt x="2133308" y="144208"/>
                </a:lnTo>
                <a:lnTo>
                  <a:pt x="2129028" y="152488"/>
                </a:lnTo>
                <a:lnTo>
                  <a:pt x="2025294" y="152488"/>
                </a:lnTo>
                <a:lnTo>
                  <a:pt x="2025294" y="115912"/>
                </a:lnTo>
                <a:lnTo>
                  <a:pt x="2142744" y="115912"/>
                </a:lnTo>
                <a:lnTo>
                  <a:pt x="2142744" y="91528"/>
                </a:lnTo>
                <a:lnTo>
                  <a:pt x="2032914" y="91528"/>
                </a:lnTo>
                <a:lnTo>
                  <a:pt x="2043163" y="83477"/>
                </a:lnTo>
                <a:lnTo>
                  <a:pt x="2053107" y="75450"/>
                </a:lnTo>
                <a:lnTo>
                  <a:pt x="2062492" y="67437"/>
                </a:lnTo>
                <a:lnTo>
                  <a:pt x="2071014" y="59436"/>
                </a:lnTo>
                <a:lnTo>
                  <a:pt x="2212848" y="59436"/>
                </a:lnTo>
                <a:lnTo>
                  <a:pt x="2212848" y="35052"/>
                </a:lnTo>
                <a:lnTo>
                  <a:pt x="2095398" y="35052"/>
                </a:lnTo>
                <a:lnTo>
                  <a:pt x="2101977" y="27952"/>
                </a:lnTo>
                <a:lnTo>
                  <a:pt x="2107984" y="20574"/>
                </a:lnTo>
                <a:lnTo>
                  <a:pt x="2113445" y="13195"/>
                </a:lnTo>
                <a:lnTo>
                  <a:pt x="2118360" y="6096"/>
                </a:lnTo>
                <a:lnTo>
                  <a:pt x="2084730" y="1524"/>
                </a:lnTo>
                <a:lnTo>
                  <a:pt x="2059851" y="31267"/>
                </a:lnTo>
                <a:lnTo>
                  <a:pt x="2030818" y="58877"/>
                </a:lnTo>
                <a:lnTo>
                  <a:pt x="1997468" y="84505"/>
                </a:lnTo>
                <a:lnTo>
                  <a:pt x="1959673" y="108292"/>
                </a:lnTo>
                <a:lnTo>
                  <a:pt x="1966341" y="121246"/>
                </a:lnTo>
                <a:lnTo>
                  <a:pt x="1969312" y="127584"/>
                </a:lnTo>
                <a:lnTo>
                  <a:pt x="1971865" y="134200"/>
                </a:lnTo>
                <a:lnTo>
                  <a:pt x="1999386" y="115912"/>
                </a:lnTo>
                <a:lnTo>
                  <a:pt x="1999386" y="189166"/>
                </a:lnTo>
                <a:lnTo>
                  <a:pt x="2025294" y="189166"/>
                </a:lnTo>
                <a:lnTo>
                  <a:pt x="2025294" y="176872"/>
                </a:lnTo>
                <a:lnTo>
                  <a:pt x="2107590" y="176872"/>
                </a:lnTo>
                <a:lnTo>
                  <a:pt x="2083003" y="193217"/>
                </a:lnTo>
                <a:lnTo>
                  <a:pt x="2050249" y="207822"/>
                </a:lnTo>
                <a:lnTo>
                  <a:pt x="2009190" y="220687"/>
                </a:lnTo>
                <a:lnTo>
                  <a:pt x="1959673" y="231838"/>
                </a:lnTo>
                <a:lnTo>
                  <a:pt x="1964194" y="239534"/>
                </a:lnTo>
                <a:lnTo>
                  <a:pt x="1968449" y="246507"/>
                </a:lnTo>
                <a:lnTo>
                  <a:pt x="1972144" y="252628"/>
                </a:lnTo>
                <a:lnTo>
                  <a:pt x="1975002" y="257746"/>
                </a:lnTo>
                <a:lnTo>
                  <a:pt x="2018995" y="245745"/>
                </a:lnTo>
                <a:lnTo>
                  <a:pt x="2057120" y="232600"/>
                </a:lnTo>
                <a:lnTo>
                  <a:pt x="2089277" y="218313"/>
                </a:lnTo>
                <a:lnTo>
                  <a:pt x="2115312" y="202882"/>
                </a:lnTo>
                <a:lnTo>
                  <a:pt x="2121408" y="207454"/>
                </a:lnTo>
                <a:lnTo>
                  <a:pt x="2060536" y="256413"/>
                </a:lnTo>
                <a:lnTo>
                  <a:pt x="2015756" y="273392"/>
                </a:lnTo>
                <a:lnTo>
                  <a:pt x="1964245" y="288226"/>
                </a:lnTo>
                <a:lnTo>
                  <a:pt x="1968779" y="295973"/>
                </a:lnTo>
                <a:lnTo>
                  <a:pt x="1973059" y="302983"/>
                </a:lnTo>
                <a:lnTo>
                  <a:pt x="1976755" y="309105"/>
                </a:lnTo>
                <a:lnTo>
                  <a:pt x="1979574" y="314236"/>
                </a:lnTo>
                <a:lnTo>
                  <a:pt x="2032749" y="297116"/>
                </a:lnTo>
                <a:lnTo>
                  <a:pt x="2078075" y="277990"/>
                </a:lnTo>
                <a:lnTo>
                  <a:pt x="2115705" y="257136"/>
                </a:lnTo>
                <a:lnTo>
                  <a:pt x="2145792" y="234886"/>
                </a:lnTo>
                <a:lnTo>
                  <a:pt x="2154936" y="247078"/>
                </a:lnTo>
                <a:lnTo>
                  <a:pt x="2120582" y="279946"/>
                </a:lnTo>
                <a:lnTo>
                  <a:pt x="2074862" y="305079"/>
                </a:lnTo>
                <a:lnTo>
                  <a:pt x="2021128" y="326758"/>
                </a:lnTo>
                <a:lnTo>
                  <a:pt x="1959673" y="344716"/>
                </a:lnTo>
                <a:lnTo>
                  <a:pt x="1963343" y="352425"/>
                </a:lnTo>
                <a:lnTo>
                  <a:pt x="1967306" y="359575"/>
                </a:lnTo>
                <a:lnTo>
                  <a:pt x="1971281" y="366141"/>
                </a:lnTo>
                <a:lnTo>
                  <a:pt x="1975002" y="372148"/>
                </a:lnTo>
                <a:lnTo>
                  <a:pt x="2037600" y="351586"/>
                </a:lnTo>
                <a:lnTo>
                  <a:pt x="2090496" y="328891"/>
                </a:lnTo>
                <a:lnTo>
                  <a:pt x="2133676" y="304165"/>
                </a:lnTo>
                <a:lnTo>
                  <a:pt x="2167128" y="277558"/>
                </a:lnTo>
                <a:lnTo>
                  <a:pt x="2168245" y="284454"/>
                </a:lnTo>
                <a:lnTo>
                  <a:pt x="2169223" y="291515"/>
                </a:lnTo>
                <a:lnTo>
                  <a:pt x="2169909" y="298856"/>
                </a:lnTo>
                <a:lnTo>
                  <a:pt x="2170176" y="306616"/>
                </a:lnTo>
                <a:lnTo>
                  <a:pt x="2167344" y="325729"/>
                </a:lnTo>
                <a:lnTo>
                  <a:pt x="2158936" y="339572"/>
                </a:lnTo>
                <a:lnTo>
                  <a:pt x="2145106" y="347967"/>
                </a:lnTo>
                <a:lnTo>
                  <a:pt x="2125980" y="350812"/>
                </a:lnTo>
                <a:lnTo>
                  <a:pt x="2114207" y="350545"/>
                </a:lnTo>
                <a:lnTo>
                  <a:pt x="2101888" y="349859"/>
                </a:lnTo>
                <a:lnTo>
                  <a:pt x="2075586" y="347764"/>
                </a:lnTo>
                <a:lnTo>
                  <a:pt x="2077567" y="356349"/>
                </a:lnTo>
                <a:lnTo>
                  <a:pt x="2079205" y="364528"/>
                </a:lnTo>
                <a:lnTo>
                  <a:pt x="2080526" y="371335"/>
                </a:lnTo>
                <a:lnTo>
                  <a:pt x="2081682" y="376720"/>
                </a:lnTo>
                <a:lnTo>
                  <a:pt x="2095131" y="376948"/>
                </a:lnTo>
                <a:lnTo>
                  <a:pt x="2120341" y="378002"/>
                </a:lnTo>
                <a:lnTo>
                  <a:pt x="2132076" y="378244"/>
                </a:lnTo>
                <a:lnTo>
                  <a:pt x="2181415" y="361099"/>
                </a:lnTo>
                <a:lnTo>
                  <a:pt x="2197608" y="309664"/>
                </a:lnTo>
                <a:lnTo>
                  <a:pt x="2197062" y="295313"/>
                </a:lnTo>
                <a:lnTo>
                  <a:pt x="2195512" y="282143"/>
                </a:lnTo>
                <a:lnTo>
                  <a:pt x="2194598" y="277558"/>
                </a:lnTo>
                <a:lnTo>
                  <a:pt x="2193112" y="270129"/>
                </a:lnTo>
                <a:lnTo>
                  <a:pt x="2189988" y="259270"/>
                </a:lnTo>
                <a:lnTo>
                  <a:pt x="2197608" y="256222"/>
                </a:lnTo>
                <a:lnTo>
                  <a:pt x="2205228" y="254698"/>
                </a:lnTo>
                <a:lnTo>
                  <a:pt x="2211324" y="251650"/>
                </a:lnTo>
                <a:lnTo>
                  <a:pt x="2231885" y="288569"/>
                </a:lnTo>
                <a:lnTo>
                  <a:pt x="2256904" y="319176"/>
                </a:lnTo>
                <a:lnTo>
                  <a:pt x="2286203" y="343471"/>
                </a:lnTo>
                <a:lnTo>
                  <a:pt x="2319629" y="361480"/>
                </a:lnTo>
                <a:lnTo>
                  <a:pt x="2324239" y="356349"/>
                </a:lnTo>
                <a:lnTo>
                  <a:pt x="2329154" y="350240"/>
                </a:lnTo>
                <a:lnTo>
                  <a:pt x="2334628" y="343255"/>
                </a:lnTo>
                <a:lnTo>
                  <a:pt x="2340965" y="335572"/>
                </a:lnTo>
                <a:close/>
              </a:path>
              <a:path w="2719704" h="384810">
                <a:moveTo>
                  <a:pt x="2517838" y="67056"/>
                </a:moveTo>
                <a:lnTo>
                  <a:pt x="2487358" y="67056"/>
                </a:lnTo>
                <a:lnTo>
                  <a:pt x="2487358" y="96113"/>
                </a:lnTo>
                <a:lnTo>
                  <a:pt x="2487358" y="187642"/>
                </a:lnTo>
                <a:lnTo>
                  <a:pt x="2487358" y="215074"/>
                </a:lnTo>
                <a:lnTo>
                  <a:pt x="2487358" y="312712"/>
                </a:lnTo>
                <a:lnTo>
                  <a:pt x="2400490" y="312712"/>
                </a:lnTo>
                <a:lnTo>
                  <a:pt x="2400490" y="215074"/>
                </a:lnTo>
                <a:lnTo>
                  <a:pt x="2487358" y="215074"/>
                </a:lnTo>
                <a:lnTo>
                  <a:pt x="2487358" y="187642"/>
                </a:lnTo>
                <a:lnTo>
                  <a:pt x="2400490" y="187642"/>
                </a:lnTo>
                <a:lnTo>
                  <a:pt x="2400490" y="96113"/>
                </a:lnTo>
                <a:lnTo>
                  <a:pt x="2487358" y="96113"/>
                </a:lnTo>
                <a:lnTo>
                  <a:pt x="2487358" y="67056"/>
                </a:lnTo>
                <a:lnTo>
                  <a:pt x="2441638" y="67056"/>
                </a:lnTo>
                <a:lnTo>
                  <a:pt x="2447353" y="54190"/>
                </a:lnTo>
                <a:lnTo>
                  <a:pt x="2453068" y="40767"/>
                </a:lnTo>
                <a:lnTo>
                  <a:pt x="2458783" y="26758"/>
                </a:lnTo>
                <a:lnTo>
                  <a:pt x="2464498" y="12192"/>
                </a:lnTo>
                <a:lnTo>
                  <a:pt x="2432494" y="3048"/>
                </a:lnTo>
                <a:lnTo>
                  <a:pt x="2427643" y="18186"/>
                </a:lnTo>
                <a:lnTo>
                  <a:pt x="2422207" y="33909"/>
                </a:lnTo>
                <a:lnTo>
                  <a:pt x="2416213" y="50190"/>
                </a:lnTo>
                <a:lnTo>
                  <a:pt x="2409634" y="67056"/>
                </a:lnTo>
                <a:lnTo>
                  <a:pt x="2369909" y="67056"/>
                </a:lnTo>
                <a:lnTo>
                  <a:pt x="2369909" y="373672"/>
                </a:lnTo>
                <a:lnTo>
                  <a:pt x="2400490" y="373672"/>
                </a:lnTo>
                <a:lnTo>
                  <a:pt x="2400490" y="341668"/>
                </a:lnTo>
                <a:lnTo>
                  <a:pt x="2487358" y="341668"/>
                </a:lnTo>
                <a:lnTo>
                  <a:pt x="2487358" y="370624"/>
                </a:lnTo>
                <a:lnTo>
                  <a:pt x="2517838" y="370624"/>
                </a:lnTo>
                <a:lnTo>
                  <a:pt x="2517838" y="341668"/>
                </a:lnTo>
                <a:lnTo>
                  <a:pt x="2517838" y="312712"/>
                </a:lnTo>
                <a:lnTo>
                  <a:pt x="2517838" y="215074"/>
                </a:lnTo>
                <a:lnTo>
                  <a:pt x="2517838" y="187642"/>
                </a:lnTo>
                <a:lnTo>
                  <a:pt x="2517838" y="96113"/>
                </a:lnTo>
                <a:lnTo>
                  <a:pt x="2517838" y="67056"/>
                </a:lnTo>
                <a:close/>
              </a:path>
              <a:path w="2719704" h="384810">
                <a:moveTo>
                  <a:pt x="2647480" y="240982"/>
                </a:moveTo>
                <a:lnTo>
                  <a:pt x="2633776" y="221830"/>
                </a:lnTo>
                <a:lnTo>
                  <a:pt x="2617952" y="200964"/>
                </a:lnTo>
                <a:lnTo>
                  <a:pt x="2600109" y="178358"/>
                </a:lnTo>
                <a:lnTo>
                  <a:pt x="2580424" y="154025"/>
                </a:lnTo>
                <a:lnTo>
                  <a:pt x="2557564" y="170789"/>
                </a:lnTo>
                <a:lnTo>
                  <a:pt x="2574391" y="193459"/>
                </a:lnTo>
                <a:lnTo>
                  <a:pt x="2590520" y="215823"/>
                </a:lnTo>
                <a:lnTo>
                  <a:pt x="2605773" y="238175"/>
                </a:lnTo>
                <a:lnTo>
                  <a:pt x="2620048" y="260794"/>
                </a:lnTo>
                <a:lnTo>
                  <a:pt x="2647480" y="240982"/>
                </a:lnTo>
                <a:close/>
              </a:path>
              <a:path w="2719704" h="384810">
                <a:moveTo>
                  <a:pt x="2719197" y="65532"/>
                </a:moveTo>
                <a:lnTo>
                  <a:pt x="2595664" y="65532"/>
                </a:lnTo>
                <a:lnTo>
                  <a:pt x="2601112" y="52666"/>
                </a:lnTo>
                <a:lnTo>
                  <a:pt x="2606141" y="39243"/>
                </a:lnTo>
                <a:lnTo>
                  <a:pt x="2610878" y="25234"/>
                </a:lnTo>
                <a:lnTo>
                  <a:pt x="2615476" y="10668"/>
                </a:lnTo>
                <a:lnTo>
                  <a:pt x="2583472" y="3048"/>
                </a:lnTo>
                <a:lnTo>
                  <a:pt x="2570302" y="43637"/>
                </a:lnTo>
                <a:lnTo>
                  <a:pt x="2555837" y="80822"/>
                </a:lnTo>
                <a:lnTo>
                  <a:pt x="2539923" y="114566"/>
                </a:lnTo>
                <a:lnTo>
                  <a:pt x="2522410" y="144881"/>
                </a:lnTo>
                <a:lnTo>
                  <a:pt x="2530183" y="148310"/>
                </a:lnTo>
                <a:lnTo>
                  <a:pt x="2537358" y="151739"/>
                </a:lnTo>
                <a:lnTo>
                  <a:pt x="2543937" y="155168"/>
                </a:lnTo>
                <a:lnTo>
                  <a:pt x="2549944" y="158597"/>
                </a:lnTo>
                <a:lnTo>
                  <a:pt x="2558821" y="144310"/>
                </a:lnTo>
                <a:lnTo>
                  <a:pt x="2567279" y="128879"/>
                </a:lnTo>
                <a:lnTo>
                  <a:pt x="2575445" y="112306"/>
                </a:lnTo>
                <a:lnTo>
                  <a:pt x="2583472" y="94589"/>
                </a:lnTo>
                <a:lnTo>
                  <a:pt x="2687193" y="94589"/>
                </a:lnTo>
                <a:lnTo>
                  <a:pt x="2685808" y="165214"/>
                </a:lnTo>
                <a:lnTo>
                  <a:pt x="2684145" y="223837"/>
                </a:lnTo>
                <a:lnTo>
                  <a:pt x="2682481" y="270459"/>
                </a:lnTo>
                <a:lnTo>
                  <a:pt x="2677058" y="321094"/>
                </a:lnTo>
                <a:lnTo>
                  <a:pt x="2642908" y="341668"/>
                </a:lnTo>
                <a:lnTo>
                  <a:pt x="2626588" y="341376"/>
                </a:lnTo>
                <a:lnTo>
                  <a:pt x="2609570" y="340525"/>
                </a:lnTo>
                <a:lnTo>
                  <a:pt x="2591676" y="339090"/>
                </a:lnTo>
                <a:lnTo>
                  <a:pt x="2572804" y="337096"/>
                </a:lnTo>
                <a:lnTo>
                  <a:pt x="2571280" y="337096"/>
                </a:lnTo>
                <a:lnTo>
                  <a:pt x="2573299" y="344474"/>
                </a:lnTo>
                <a:lnTo>
                  <a:pt x="2574899" y="352717"/>
                </a:lnTo>
                <a:lnTo>
                  <a:pt x="2576207" y="361518"/>
                </a:lnTo>
                <a:lnTo>
                  <a:pt x="2577376" y="370624"/>
                </a:lnTo>
                <a:lnTo>
                  <a:pt x="2613761" y="372719"/>
                </a:lnTo>
                <a:lnTo>
                  <a:pt x="2631592" y="373405"/>
                </a:lnTo>
                <a:lnTo>
                  <a:pt x="2649004" y="373672"/>
                </a:lnTo>
                <a:lnTo>
                  <a:pt x="2675318" y="369709"/>
                </a:lnTo>
                <a:lnTo>
                  <a:pt x="2694609" y="358051"/>
                </a:lnTo>
                <a:lnTo>
                  <a:pt x="2705011" y="341668"/>
                </a:lnTo>
                <a:lnTo>
                  <a:pt x="2706738" y="338950"/>
                </a:lnTo>
                <a:lnTo>
                  <a:pt x="2712656" y="286689"/>
                </a:lnTo>
                <a:lnTo>
                  <a:pt x="2715590" y="200964"/>
                </a:lnTo>
                <a:lnTo>
                  <a:pt x="2717381" y="138417"/>
                </a:lnTo>
                <a:lnTo>
                  <a:pt x="2718473" y="94589"/>
                </a:lnTo>
                <a:lnTo>
                  <a:pt x="2719197" y="655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739925" y="5311431"/>
            <a:ext cx="1552575" cy="381635"/>
          </a:xfrm>
          <a:custGeom>
            <a:avLst/>
            <a:gdLst/>
            <a:ahLst/>
            <a:cxnLst/>
            <a:rect l="l" t="t" r="r" b="b"/>
            <a:pathLst>
              <a:path w="1552575" h="381635">
                <a:moveTo>
                  <a:pt x="108204" y="9144"/>
                </a:moveTo>
                <a:lnTo>
                  <a:pt x="79248" y="1524"/>
                </a:lnTo>
                <a:lnTo>
                  <a:pt x="63868" y="53581"/>
                </a:lnTo>
                <a:lnTo>
                  <a:pt x="45339" y="102044"/>
                </a:lnTo>
                <a:lnTo>
                  <a:pt x="23952" y="146786"/>
                </a:lnTo>
                <a:lnTo>
                  <a:pt x="0" y="187642"/>
                </a:lnTo>
                <a:lnTo>
                  <a:pt x="2527" y="194767"/>
                </a:lnTo>
                <a:lnTo>
                  <a:pt x="5334" y="202311"/>
                </a:lnTo>
                <a:lnTo>
                  <a:pt x="8140" y="210146"/>
                </a:lnTo>
                <a:lnTo>
                  <a:pt x="10668" y="218122"/>
                </a:lnTo>
                <a:lnTo>
                  <a:pt x="19786" y="204381"/>
                </a:lnTo>
                <a:lnTo>
                  <a:pt x="28765" y="190500"/>
                </a:lnTo>
                <a:lnTo>
                  <a:pt x="37452" y="176326"/>
                </a:lnTo>
                <a:lnTo>
                  <a:pt x="45720" y="161734"/>
                </a:lnTo>
                <a:lnTo>
                  <a:pt x="45720" y="378333"/>
                </a:lnTo>
                <a:lnTo>
                  <a:pt x="73152" y="378333"/>
                </a:lnTo>
                <a:lnTo>
                  <a:pt x="73152" y="161734"/>
                </a:lnTo>
                <a:lnTo>
                  <a:pt x="73152" y="105244"/>
                </a:lnTo>
                <a:lnTo>
                  <a:pt x="82270" y="82956"/>
                </a:lnTo>
                <a:lnTo>
                  <a:pt x="91249" y="59524"/>
                </a:lnTo>
                <a:lnTo>
                  <a:pt x="99936" y="34912"/>
                </a:lnTo>
                <a:lnTo>
                  <a:pt x="108204" y="9144"/>
                </a:lnTo>
                <a:close/>
              </a:path>
              <a:path w="1552575" h="381635">
                <a:moveTo>
                  <a:pt x="381190" y="344805"/>
                </a:moveTo>
                <a:lnTo>
                  <a:pt x="336334" y="340525"/>
                </a:lnTo>
                <a:lnTo>
                  <a:pt x="295605" y="332371"/>
                </a:lnTo>
                <a:lnTo>
                  <a:pt x="259168" y="320509"/>
                </a:lnTo>
                <a:lnTo>
                  <a:pt x="227177" y="305092"/>
                </a:lnTo>
                <a:lnTo>
                  <a:pt x="227177" y="303568"/>
                </a:lnTo>
                <a:lnTo>
                  <a:pt x="228701" y="303568"/>
                </a:lnTo>
                <a:lnTo>
                  <a:pt x="236131" y="288391"/>
                </a:lnTo>
                <a:lnTo>
                  <a:pt x="236677" y="286804"/>
                </a:lnTo>
                <a:lnTo>
                  <a:pt x="242417" y="270217"/>
                </a:lnTo>
                <a:lnTo>
                  <a:pt x="247561" y="248869"/>
                </a:lnTo>
                <a:lnTo>
                  <a:pt x="251561" y="224218"/>
                </a:lnTo>
                <a:lnTo>
                  <a:pt x="327850" y="224218"/>
                </a:lnTo>
                <a:lnTo>
                  <a:pt x="327850" y="239547"/>
                </a:lnTo>
                <a:lnTo>
                  <a:pt x="356806" y="239547"/>
                </a:lnTo>
                <a:lnTo>
                  <a:pt x="356806" y="198310"/>
                </a:lnTo>
                <a:lnTo>
                  <a:pt x="356806" y="143446"/>
                </a:lnTo>
                <a:lnTo>
                  <a:pt x="356806" y="118960"/>
                </a:lnTo>
                <a:lnTo>
                  <a:pt x="327850" y="118960"/>
                </a:lnTo>
                <a:lnTo>
                  <a:pt x="327850" y="143446"/>
                </a:lnTo>
                <a:lnTo>
                  <a:pt x="327850" y="198310"/>
                </a:lnTo>
                <a:lnTo>
                  <a:pt x="253085" y="198310"/>
                </a:lnTo>
                <a:lnTo>
                  <a:pt x="253961" y="180301"/>
                </a:lnTo>
                <a:lnTo>
                  <a:pt x="254419" y="165163"/>
                </a:lnTo>
                <a:lnTo>
                  <a:pt x="254584" y="152869"/>
                </a:lnTo>
                <a:lnTo>
                  <a:pt x="254609" y="143446"/>
                </a:lnTo>
                <a:lnTo>
                  <a:pt x="327850" y="143446"/>
                </a:lnTo>
                <a:lnTo>
                  <a:pt x="327850" y="118960"/>
                </a:lnTo>
                <a:lnTo>
                  <a:pt x="254609" y="118960"/>
                </a:lnTo>
                <a:lnTo>
                  <a:pt x="254609" y="80860"/>
                </a:lnTo>
                <a:lnTo>
                  <a:pt x="378142" y="80860"/>
                </a:lnTo>
                <a:lnTo>
                  <a:pt x="378142" y="54952"/>
                </a:lnTo>
                <a:lnTo>
                  <a:pt x="254609" y="54952"/>
                </a:lnTo>
                <a:lnTo>
                  <a:pt x="254609" y="3048"/>
                </a:lnTo>
                <a:lnTo>
                  <a:pt x="225653" y="3048"/>
                </a:lnTo>
                <a:lnTo>
                  <a:pt x="225653" y="54952"/>
                </a:lnTo>
                <a:lnTo>
                  <a:pt x="102108" y="54952"/>
                </a:lnTo>
                <a:lnTo>
                  <a:pt x="102108" y="80860"/>
                </a:lnTo>
                <a:lnTo>
                  <a:pt x="225653" y="80860"/>
                </a:lnTo>
                <a:lnTo>
                  <a:pt x="225653" y="118960"/>
                </a:lnTo>
                <a:lnTo>
                  <a:pt x="225653" y="143446"/>
                </a:lnTo>
                <a:lnTo>
                  <a:pt x="225412" y="160591"/>
                </a:lnTo>
                <a:lnTo>
                  <a:pt x="224891" y="175450"/>
                </a:lnTo>
                <a:lnTo>
                  <a:pt x="224383" y="187642"/>
                </a:lnTo>
                <a:lnTo>
                  <a:pt x="224129" y="198310"/>
                </a:lnTo>
                <a:lnTo>
                  <a:pt x="150977" y="198310"/>
                </a:lnTo>
                <a:lnTo>
                  <a:pt x="150977" y="143446"/>
                </a:lnTo>
                <a:lnTo>
                  <a:pt x="225653" y="143446"/>
                </a:lnTo>
                <a:lnTo>
                  <a:pt x="225653" y="118960"/>
                </a:lnTo>
                <a:lnTo>
                  <a:pt x="121920" y="118960"/>
                </a:lnTo>
                <a:lnTo>
                  <a:pt x="121920" y="224218"/>
                </a:lnTo>
                <a:lnTo>
                  <a:pt x="221081" y="224218"/>
                </a:lnTo>
                <a:lnTo>
                  <a:pt x="218224" y="244538"/>
                </a:lnTo>
                <a:lnTo>
                  <a:pt x="214223" y="261835"/>
                </a:lnTo>
                <a:lnTo>
                  <a:pt x="209080" y="275945"/>
                </a:lnTo>
                <a:lnTo>
                  <a:pt x="202793" y="286804"/>
                </a:lnTo>
                <a:lnTo>
                  <a:pt x="189687" y="275958"/>
                </a:lnTo>
                <a:lnTo>
                  <a:pt x="177838" y="263944"/>
                </a:lnTo>
                <a:lnTo>
                  <a:pt x="167424" y="250799"/>
                </a:lnTo>
                <a:lnTo>
                  <a:pt x="158597" y="236499"/>
                </a:lnTo>
                <a:lnTo>
                  <a:pt x="132689" y="250215"/>
                </a:lnTo>
                <a:lnTo>
                  <a:pt x="143548" y="266801"/>
                </a:lnTo>
                <a:lnTo>
                  <a:pt x="155549" y="282232"/>
                </a:lnTo>
                <a:lnTo>
                  <a:pt x="168694" y="296519"/>
                </a:lnTo>
                <a:lnTo>
                  <a:pt x="182981" y="309664"/>
                </a:lnTo>
                <a:lnTo>
                  <a:pt x="165214" y="321932"/>
                </a:lnTo>
                <a:lnTo>
                  <a:pt x="143878" y="333514"/>
                </a:lnTo>
                <a:lnTo>
                  <a:pt x="118935" y="344195"/>
                </a:lnTo>
                <a:lnTo>
                  <a:pt x="89916" y="353949"/>
                </a:lnTo>
                <a:lnTo>
                  <a:pt x="94729" y="360781"/>
                </a:lnTo>
                <a:lnTo>
                  <a:pt x="99822" y="367474"/>
                </a:lnTo>
                <a:lnTo>
                  <a:pt x="104914" y="373875"/>
                </a:lnTo>
                <a:lnTo>
                  <a:pt x="109728" y="379857"/>
                </a:lnTo>
                <a:lnTo>
                  <a:pt x="139814" y="367880"/>
                </a:lnTo>
                <a:lnTo>
                  <a:pt x="166014" y="354888"/>
                </a:lnTo>
                <a:lnTo>
                  <a:pt x="188480" y="341020"/>
                </a:lnTo>
                <a:lnTo>
                  <a:pt x="207365" y="326428"/>
                </a:lnTo>
                <a:lnTo>
                  <a:pt x="239331" y="344195"/>
                </a:lnTo>
                <a:lnTo>
                  <a:pt x="275602" y="358508"/>
                </a:lnTo>
                <a:lnTo>
                  <a:pt x="315887" y="369379"/>
                </a:lnTo>
                <a:lnTo>
                  <a:pt x="359854" y="376809"/>
                </a:lnTo>
                <a:lnTo>
                  <a:pt x="364693" y="368808"/>
                </a:lnTo>
                <a:lnTo>
                  <a:pt x="369951" y="360807"/>
                </a:lnTo>
                <a:lnTo>
                  <a:pt x="375500" y="352806"/>
                </a:lnTo>
                <a:lnTo>
                  <a:pt x="381190" y="344805"/>
                </a:lnTo>
                <a:close/>
              </a:path>
              <a:path w="1552575" h="381635">
                <a:moveTo>
                  <a:pt x="747242" y="24472"/>
                </a:moveTo>
                <a:lnTo>
                  <a:pt x="716762" y="24472"/>
                </a:lnTo>
                <a:lnTo>
                  <a:pt x="716762" y="51904"/>
                </a:lnTo>
                <a:lnTo>
                  <a:pt x="716762" y="123532"/>
                </a:lnTo>
                <a:lnTo>
                  <a:pt x="716762" y="151066"/>
                </a:lnTo>
                <a:lnTo>
                  <a:pt x="716762" y="222694"/>
                </a:lnTo>
                <a:lnTo>
                  <a:pt x="605409" y="222694"/>
                </a:lnTo>
                <a:lnTo>
                  <a:pt x="605409" y="151066"/>
                </a:lnTo>
                <a:lnTo>
                  <a:pt x="716762" y="151066"/>
                </a:lnTo>
                <a:lnTo>
                  <a:pt x="716762" y="123532"/>
                </a:lnTo>
                <a:lnTo>
                  <a:pt x="605409" y="123532"/>
                </a:lnTo>
                <a:lnTo>
                  <a:pt x="605409" y="51904"/>
                </a:lnTo>
                <a:lnTo>
                  <a:pt x="716762" y="51904"/>
                </a:lnTo>
                <a:lnTo>
                  <a:pt x="716762" y="24472"/>
                </a:lnTo>
                <a:lnTo>
                  <a:pt x="574929" y="24472"/>
                </a:lnTo>
                <a:lnTo>
                  <a:pt x="574929" y="51904"/>
                </a:lnTo>
                <a:lnTo>
                  <a:pt x="574929" y="123532"/>
                </a:lnTo>
                <a:lnTo>
                  <a:pt x="574929" y="151066"/>
                </a:lnTo>
                <a:lnTo>
                  <a:pt x="574929" y="222694"/>
                </a:lnTo>
                <a:lnTo>
                  <a:pt x="465099" y="222694"/>
                </a:lnTo>
                <a:lnTo>
                  <a:pt x="466204" y="205282"/>
                </a:lnTo>
                <a:lnTo>
                  <a:pt x="467004" y="187452"/>
                </a:lnTo>
                <a:lnTo>
                  <a:pt x="467245" y="169329"/>
                </a:lnTo>
                <a:lnTo>
                  <a:pt x="466623" y="151066"/>
                </a:lnTo>
                <a:lnTo>
                  <a:pt x="574929" y="151066"/>
                </a:lnTo>
                <a:lnTo>
                  <a:pt x="574929" y="123532"/>
                </a:lnTo>
                <a:lnTo>
                  <a:pt x="466623" y="123532"/>
                </a:lnTo>
                <a:lnTo>
                  <a:pt x="466623" y="51904"/>
                </a:lnTo>
                <a:lnTo>
                  <a:pt x="574929" y="51904"/>
                </a:lnTo>
                <a:lnTo>
                  <a:pt x="574929" y="24472"/>
                </a:lnTo>
                <a:lnTo>
                  <a:pt x="436143" y="24472"/>
                </a:lnTo>
                <a:lnTo>
                  <a:pt x="436143" y="160210"/>
                </a:lnTo>
                <a:lnTo>
                  <a:pt x="435597" y="195922"/>
                </a:lnTo>
                <a:lnTo>
                  <a:pt x="431647" y="254800"/>
                </a:lnTo>
                <a:lnTo>
                  <a:pt x="422859" y="298805"/>
                </a:lnTo>
                <a:lnTo>
                  <a:pt x="405777" y="337705"/>
                </a:lnTo>
                <a:lnTo>
                  <a:pt x="394906" y="355473"/>
                </a:lnTo>
                <a:lnTo>
                  <a:pt x="406196" y="368998"/>
                </a:lnTo>
                <a:lnTo>
                  <a:pt x="411492" y="375399"/>
                </a:lnTo>
                <a:lnTo>
                  <a:pt x="416331" y="381381"/>
                </a:lnTo>
                <a:lnTo>
                  <a:pt x="434644" y="353606"/>
                </a:lnTo>
                <a:lnTo>
                  <a:pt x="448525" y="322656"/>
                </a:lnTo>
                <a:lnTo>
                  <a:pt x="458127" y="288290"/>
                </a:lnTo>
                <a:lnTo>
                  <a:pt x="463575" y="250215"/>
                </a:lnTo>
                <a:lnTo>
                  <a:pt x="574929" y="250215"/>
                </a:lnTo>
                <a:lnTo>
                  <a:pt x="574929" y="372237"/>
                </a:lnTo>
                <a:lnTo>
                  <a:pt x="605409" y="372237"/>
                </a:lnTo>
                <a:lnTo>
                  <a:pt x="605409" y="250215"/>
                </a:lnTo>
                <a:lnTo>
                  <a:pt x="716762" y="250215"/>
                </a:lnTo>
                <a:lnTo>
                  <a:pt x="716762" y="320319"/>
                </a:lnTo>
                <a:lnTo>
                  <a:pt x="715327" y="330377"/>
                </a:lnTo>
                <a:lnTo>
                  <a:pt x="711047" y="337553"/>
                </a:lnTo>
                <a:lnTo>
                  <a:pt x="703897" y="341845"/>
                </a:lnTo>
                <a:lnTo>
                  <a:pt x="693902" y="343281"/>
                </a:lnTo>
                <a:lnTo>
                  <a:pt x="682726" y="343014"/>
                </a:lnTo>
                <a:lnTo>
                  <a:pt x="670001" y="342328"/>
                </a:lnTo>
                <a:lnTo>
                  <a:pt x="640461" y="340233"/>
                </a:lnTo>
                <a:lnTo>
                  <a:pt x="641604" y="349948"/>
                </a:lnTo>
                <a:lnTo>
                  <a:pt x="677087" y="373570"/>
                </a:lnTo>
                <a:lnTo>
                  <a:pt x="704570" y="373761"/>
                </a:lnTo>
                <a:lnTo>
                  <a:pt x="723442" y="370903"/>
                </a:lnTo>
                <a:lnTo>
                  <a:pt x="736765" y="362318"/>
                </a:lnTo>
                <a:lnTo>
                  <a:pt x="744639" y="348005"/>
                </a:lnTo>
                <a:lnTo>
                  <a:pt x="745248" y="343281"/>
                </a:lnTo>
                <a:lnTo>
                  <a:pt x="747242" y="327939"/>
                </a:lnTo>
                <a:lnTo>
                  <a:pt x="747242" y="51904"/>
                </a:lnTo>
                <a:lnTo>
                  <a:pt x="747242" y="24472"/>
                </a:lnTo>
                <a:close/>
              </a:path>
              <a:path w="1552575" h="381635">
                <a:moveTo>
                  <a:pt x="1157478" y="67144"/>
                </a:moveTo>
                <a:lnTo>
                  <a:pt x="976020" y="67144"/>
                </a:lnTo>
                <a:lnTo>
                  <a:pt x="1003452" y="53428"/>
                </a:lnTo>
                <a:lnTo>
                  <a:pt x="993736" y="36296"/>
                </a:lnTo>
                <a:lnTo>
                  <a:pt x="985164" y="21577"/>
                </a:lnTo>
                <a:lnTo>
                  <a:pt x="977734" y="9423"/>
                </a:lnTo>
                <a:lnTo>
                  <a:pt x="971448" y="0"/>
                </a:lnTo>
                <a:lnTo>
                  <a:pt x="942403" y="13716"/>
                </a:lnTo>
                <a:lnTo>
                  <a:pt x="948448" y="23177"/>
                </a:lnTo>
                <a:lnTo>
                  <a:pt x="955370" y="35331"/>
                </a:lnTo>
                <a:lnTo>
                  <a:pt x="972972" y="67144"/>
                </a:lnTo>
                <a:lnTo>
                  <a:pt x="788377" y="67144"/>
                </a:lnTo>
                <a:lnTo>
                  <a:pt x="788377" y="96100"/>
                </a:lnTo>
                <a:lnTo>
                  <a:pt x="893635" y="96100"/>
                </a:lnTo>
                <a:lnTo>
                  <a:pt x="891349" y="140957"/>
                </a:lnTo>
                <a:lnTo>
                  <a:pt x="879652" y="228650"/>
                </a:lnTo>
                <a:lnTo>
                  <a:pt x="858380" y="276123"/>
                </a:lnTo>
                <a:lnTo>
                  <a:pt x="825373" y="317893"/>
                </a:lnTo>
                <a:lnTo>
                  <a:pt x="780757" y="353949"/>
                </a:lnTo>
                <a:lnTo>
                  <a:pt x="787336" y="360781"/>
                </a:lnTo>
                <a:lnTo>
                  <a:pt x="793330" y="367474"/>
                </a:lnTo>
                <a:lnTo>
                  <a:pt x="803617" y="379857"/>
                </a:lnTo>
                <a:lnTo>
                  <a:pt x="842060" y="350012"/>
                </a:lnTo>
                <a:lnTo>
                  <a:pt x="873099" y="315506"/>
                </a:lnTo>
                <a:lnTo>
                  <a:pt x="896658" y="276377"/>
                </a:lnTo>
                <a:lnTo>
                  <a:pt x="912660" y="232727"/>
                </a:lnTo>
                <a:lnTo>
                  <a:pt x="921067" y="184594"/>
                </a:lnTo>
                <a:lnTo>
                  <a:pt x="1073556" y="184594"/>
                </a:lnTo>
                <a:lnTo>
                  <a:pt x="1068984" y="245414"/>
                </a:lnTo>
                <a:lnTo>
                  <a:pt x="1064412" y="295935"/>
                </a:lnTo>
                <a:lnTo>
                  <a:pt x="1041488" y="334594"/>
                </a:lnTo>
                <a:lnTo>
                  <a:pt x="1026312" y="337185"/>
                </a:lnTo>
                <a:lnTo>
                  <a:pt x="1009434" y="336880"/>
                </a:lnTo>
                <a:lnTo>
                  <a:pt x="990688" y="335838"/>
                </a:lnTo>
                <a:lnTo>
                  <a:pt x="969911" y="333933"/>
                </a:lnTo>
                <a:lnTo>
                  <a:pt x="946975" y="330987"/>
                </a:lnTo>
                <a:lnTo>
                  <a:pt x="948994" y="341020"/>
                </a:lnTo>
                <a:lnTo>
                  <a:pt x="953071" y="366141"/>
                </a:lnTo>
                <a:lnTo>
                  <a:pt x="1014882" y="368922"/>
                </a:lnTo>
                <a:lnTo>
                  <a:pt x="1030884" y="369189"/>
                </a:lnTo>
                <a:lnTo>
                  <a:pt x="1058303" y="364896"/>
                </a:lnTo>
                <a:lnTo>
                  <a:pt x="1091971" y="330568"/>
                </a:lnTo>
                <a:lnTo>
                  <a:pt x="1102563" y="233222"/>
                </a:lnTo>
                <a:lnTo>
                  <a:pt x="1107186" y="155638"/>
                </a:lnTo>
                <a:lnTo>
                  <a:pt x="922591" y="155638"/>
                </a:lnTo>
                <a:lnTo>
                  <a:pt x="923493" y="142481"/>
                </a:lnTo>
                <a:lnTo>
                  <a:pt x="924737" y="112699"/>
                </a:lnTo>
                <a:lnTo>
                  <a:pt x="925639" y="96100"/>
                </a:lnTo>
                <a:lnTo>
                  <a:pt x="1157478" y="96100"/>
                </a:lnTo>
                <a:lnTo>
                  <a:pt x="1157478" y="67144"/>
                </a:lnTo>
                <a:close/>
              </a:path>
              <a:path w="1552575" h="381635">
                <a:moveTo>
                  <a:pt x="1259674" y="157162"/>
                </a:moveTo>
                <a:lnTo>
                  <a:pt x="1241653" y="141973"/>
                </a:lnTo>
                <a:lnTo>
                  <a:pt x="1224356" y="128346"/>
                </a:lnTo>
                <a:lnTo>
                  <a:pt x="1207935" y="116154"/>
                </a:lnTo>
                <a:lnTo>
                  <a:pt x="1192530" y="105244"/>
                </a:lnTo>
                <a:lnTo>
                  <a:pt x="1174242" y="126580"/>
                </a:lnTo>
                <a:lnTo>
                  <a:pt x="1185951" y="136067"/>
                </a:lnTo>
                <a:lnTo>
                  <a:pt x="1200531" y="148386"/>
                </a:lnTo>
                <a:lnTo>
                  <a:pt x="1217955" y="163537"/>
                </a:lnTo>
                <a:lnTo>
                  <a:pt x="1238250" y="181546"/>
                </a:lnTo>
                <a:lnTo>
                  <a:pt x="1242275" y="176669"/>
                </a:lnTo>
                <a:lnTo>
                  <a:pt x="1247292" y="171069"/>
                </a:lnTo>
                <a:lnTo>
                  <a:pt x="1253134" y="164617"/>
                </a:lnTo>
                <a:lnTo>
                  <a:pt x="1259674" y="157162"/>
                </a:lnTo>
                <a:close/>
              </a:path>
              <a:path w="1552575" h="381635">
                <a:moveTo>
                  <a:pt x="1261198" y="227266"/>
                </a:moveTo>
                <a:lnTo>
                  <a:pt x="1253210" y="223862"/>
                </a:lnTo>
                <a:lnTo>
                  <a:pt x="1245349" y="220599"/>
                </a:lnTo>
                <a:lnTo>
                  <a:pt x="1237767" y="217627"/>
                </a:lnTo>
                <a:lnTo>
                  <a:pt x="1230630" y="215074"/>
                </a:lnTo>
                <a:lnTo>
                  <a:pt x="1218057" y="254520"/>
                </a:lnTo>
                <a:lnTo>
                  <a:pt x="1205484" y="292519"/>
                </a:lnTo>
                <a:lnTo>
                  <a:pt x="1192911" y="328790"/>
                </a:lnTo>
                <a:lnTo>
                  <a:pt x="1180338" y="363093"/>
                </a:lnTo>
                <a:lnTo>
                  <a:pt x="1213866" y="375285"/>
                </a:lnTo>
                <a:lnTo>
                  <a:pt x="1224483" y="341198"/>
                </a:lnTo>
                <a:lnTo>
                  <a:pt x="1235824" y="305282"/>
                </a:lnTo>
                <a:lnTo>
                  <a:pt x="1248016" y="267347"/>
                </a:lnTo>
                <a:lnTo>
                  <a:pt x="1261198" y="227266"/>
                </a:lnTo>
                <a:close/>
              </a:path>
              <a:path w="1552575" h="381635">
                <a:moveTo>
                  <a:pt x="1273390" y="62572"/>
                </a:moveTo>
                <a:lnTo>
                  <a:pt x="1256284" y="47104"/>
                </a:lnTo>
                <a:lnTo>
                  <a:pt x="1239443" y="32626"/>
                </a:lnTo>
                <a:lnTo>
                  <a:pt x="1207770" y="6096"/>
                </a:lnTo>
                <a:lnTo>
                  <a:pt x="1187958" y="27520"/>
                </a:lnTo>
                <a:lnTo>
                  <a:pt x="1202220" y="39789"/>
                </a:lnTo>
                <a:lnTo>
                  <a:pt x="1217498" y="53619"/>
                </a:lnTo>
                <a:lnTo>
                  <a:pt x="1233652" y="68884"/>
                </a:lnTo>
                <a:lnTo>
                  <a:pt x="1250530" y="85432"/>
                </a:lnTo>
                <a:lnTo>
                  <a:pt x="1256245" y="80365"/>
                </a:lnTo>
                <a:lnTo>
                  <a:pt x="1261960" y="74574"/>
                </a:lnTo>
                <a:lnTo>
                  <a:pt x="1267675" y="68503"/>
                </a:lnTo>
                <a:lnTo>
                  <a:pt x="1273390" y="62572"/>
                </a:lnTo>
                <a:close/>
              </a:path>
              <a:path w="1552575" h="381635">
                <a:moveTo>
                  <a:pt x="1552486" y="180022"/>
                </a:moveTo>
                <a:lnTo>
                  <a:pt x="1428940" y="180022"/>
                </a:lnTo>
                <a:lnTo>
                  <a:pt x="1428940" y="99148"/>
                </a:lnTo>
                <a:lnTo>
                  <a:pt x="1535722" y="99148"/>
                </a:lnTo>
                <a:lnTo>
                  <a:pt x="1535722" y="71716"/>
                </a:lnTo>
                <a:lnTo>
                  <a:pt x="1428940" y="71716"/>
                </a:lnTo>
                <a:lnTo>
                  <a:pt x="1428940" y="1524"/>
                </a:lnTo>
                <a:lnTo>
                  <a:pt x="1398460" y="1524"/>
                </a:lnTo>
                <a:lnTo>
                  <a:pt x="1398460" y="71716"/>
                </a:lnTo>
                <a:lnTo>
                  <a:pt x="1297774" y="71716"/>
                </a:lnTo>
                <a:lnTo>
                  <a:pt x="1297774" y="99148"/>
                </a:lnTo>
                <a:lnTo>
                  <a:pt x="1398460" y="99148"/>
                </a:lnTo>
                <a:lnTo>
                  <a:pt x="1398460" y="180022"/>
                </a:lnTo>
                <a:lnTo>
                  <a:pt x="1277962" y="180022"/>
                </a:lnTo>
                <a:lnTo>
                  <a:pt x="1277962" y="207454"/>
                </a:lnTo>
                <a:lnTo>
                  <a:pt x="1378546" y="207454"/>
                </a:lnTo>
                <a:lnTo>
                  <a:pt x="1367980" y="226898"/>
                </a:lnTo>
                <a:lnTo>
                  <a:pt x="1345120" y="264553"/>
                </a:lnTo>
                <a:lnTo>
                  <a:pt x="1321168" y="297942"/>
                </a:lnTo>
                <a:lnTo>
                  <a:pt x="1285582" y="327952"/>
                </a:lnTo>
                <a:lnTo>
                  <a:pt x="1299298" y="361569"/>
                </a:lnTo>
                <a:lnTo>
                  <a:pt x="1495996" y="343281"/>
                </a:lnTo>
                <a:lnTo>
                  <a:pt x="1500835" y="352183"/>
                </a:lnTo>
                <a:lnTo>
                  <a:pt x="1506093" y="360807"/>
                </a:lnTo>
                <a:lnTo>
                  <a:pt x="1511642" y="369430"/>
                </a:lnTo>
                <a:lnTo>
                  <a:pt x="1517332" y="378333"/>
                </a:lnTo>
                <a:lnTo>
                  <a:pt x="1524482" y="373761"/>
                </a:lnTo>
                <a:lnTo>
                  <a:pt x="1539290" y="364617"/>
                </a:lnTo>
                <a:lnTo>
                  <a:pt x="1546390" y="360045"/>
                </a:lnTo>
                <a:lnTo>
                  <a:pt x="1535341" y="343281"/>
                </a:lnTo>
                <a:lnTo>
                  <a:pt x="1525841" y="328841"/>
                </a:lnTo>
                <a:lnTo>
                  <a:pt x="1525219" y="327952"/>
                </a:lnTo>
                <a:lnTo>
                  <a:pt x="1505572" y="299377"/>
                </a:lnTo>
                <a:lnTo>
                  <a:pt x="1485861" y="271653"/>
                </a:lnTo>
                <a:lnTo>
                  <a:pt x="1467040" y="245643"/>
                </a:lnTo>
                <a:lnTo>
                  <a:pt x="1442656" y="260896"/>
                </a:lnTo>
                <a:lnTo>
                  <a:pt x="1451800" y="274650"/>
                </a:lnTo>
                <a:lnTo>
                  <a:pt x="1460944" y="288709"/>
                </a:lnTo>
                <a:lnTo>
                  <a:pt x="1470088" y="303326"/>
                </a:lnTo>
                <a:lnTo>
                  <a:pt x="1479232" y="318808"/>
                </a:lnTo>
                <a:lnTo>
                  <a:pt x="1443532" y="321945"/>
                </a:lnTo>
                <a:lnTo>
                  <a:pt x="1407401" y="324523"/>
                </a:lnTo>
                <a:lnTo>
                  <a:pt x="1370965" y="326517"/>
                </a:lnTo>
                <a:lnTo>
                  <a:pt x="1334350" y="327952"/>
                </a:lnTo>
                <a:lnTo>
                  <a:pt x="1354950" y="301421"/>
                </a:lnTo>
                <a:lnTo>
                  <a:pt x="1375549" y="272313"/>
                </a:lnTo>
                <a:lnTo>
                  <a:pt x="1396161" y="240893"/>
                </a:lnTo>
                <a:lnTo>
                  <a:pt x="1416748" y="207454"/>
                </a:lnTo>
                <a:lnTo>
                  <a:pt x="1552486" y="207454"/>
                </a:lnTo>
                <a:lnTo>
                  <a:pt x="1552486" y="1800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9928" y="6071139"/>
            <a:ext cx="109823" cy="109823"/>
          </a:xfrm>
          <a:prstGeom prst="rect">
            <a:avLst/>
          </a:prstGeom>
        </p:spPr>
      </p:pic>
      <p:sp>
        <p:nvSpPr>
          <p:cNvPr id="78" name="object 78" descr=""/>
          <p:cNvSpPr/>
          <p:nvPr/>
        </p:nvSpPr>
        <p:spPr>
          <a:xfrm>
            <a:off x="1315872" y="5897219"/>
            <a:ext cx="864869" cy="433705"/>
          </a:xfrm>
          <a:custGeom>
            <a:avLst/>
            <a:gdLst/>
            <a:ahLst/>
            <a:cxnLst/>
            <a:rect l="l" t="t" r="r" b="b"/>
            <a:pathLst>
              <a:path w="864869" h="433704">
                <a:moveTo>
                  <a:pt x="388912" y="33528"/>
                </a:moveTo>
                <a:lnTo>
                  <a:pt x="0" y="33528"/>
                </a:lnTo>
                <a:lnTo>
                  <a:pt x="0" y="68668"/>
                </a:lnTo>
                <a:lnTo>
                  <a:pt x="327952" y="68668"/>
                </a:lnTo>
                <a:lnTo>
                  <a:pt x="295325" y="93294"/>
                </a:lnTo>
                <a:lnTo>
                  <a:pt x="261416" y="117068"/>
                </a:lnTo>
                <a:lnTo>
                  <a:pt x="226072" y="140296"/>
                </a:lnTo>
                <a:lnTo>
                  <a:pt x="189166" y="163258"/>
                </a:lnTo>
                <a:lnTo>
                  <a:pt x="189166" y="341655"/>
                </a:lnTo>
                <a:lnTo>
                  <a:pt x="186613" y="359676"/>
                </a:lnTo>
                <a:lnTo>
                  <a:pt x="179070" y="372567"/>
                </a:lnTo>
                <a:lnTo>
                  <a:pt x="166662" y="380314"/>
                </a:lnTo>
                <a:lnTo>
                  <a:pt x="149542" y="382905"/>
                </a:lnTo>
                <a:lnTo>
                  <a:pt x="94373" y="378828"/>
                </a:lnTo>
                <a:lnTo>
                  <a:pt x="73253" y="376809"/>
                </a:lnTo>
                <a:lnTo>
                  <a:pt x="77635" y="397573"/>
                </a:lnTo>
                <a:lnTo>
                  <a:pt x="79463" y="408317"/>
                </a:lnTo>
                <a:lnTo>
                  <a:pt x="80873" y="419481"/>
                </a:lnTo>
                <a:lnTo>
                  <a:pt x="102565" y="420357"/>
                </a:lnTo>
                <a:lnTo>
                  <a:pt x="121831" y="420814"/>
                </a:lnTo>
                <a:lnTo>
                  <a:pt x="152590" y="421005"/>
                </a:lnTo>
                <a:lnTo>
                  <a:pt x="172593" y="419862"/>
                </a:lnTo>
                <a:lnTo>
                  <a:pt x="212026" y="402717"/>
                </a:lnTo>
                <a:lnTo>
                  <a:pt x="227672" y="363245"/>
                </a:lnTo>
                <a:lnTo>
                  <a:pt x="228790" y="343179"/>
                </a:lnTo>
                <a:lnTo>
                  <a:pt x="228790" y="181546"/>
                </a:lnTo>
                <a:lnTo>
                  <a:pt x="269709" y="156057"/>
                </a:lnTo>
                <a:lnTo>
                  <a:pt x="310032" y="130022"/>
                </a:lnTo>
                <a:lnTo>
                  <a:pt x="349758" y="103441"/>
                </a:lnTo>
                <a:lnTo>
                  <a:pt x="388912" y="76288"/>
                </a:lnTo>
                <a:lnTo>
                  <a:pt x="388912" y="33528"/>
                </a:lnTo>
                <a:close/>
              </a:path>
              <a:path w="864869" h="433704">
                <a:moveTo>
                  <a:pt x="626846" y="117436"/>
                </a:moveTo>
                <a:lnTo>
                  <a:pt x="597890" y="117436"/>
                </a:lnTo>
                <a:lnTo>
                  <a:pt x="597890" y="143357"/>
                </a:lnTo>
                <a:lnTo>
                  <a:pt x="597890" y="198310"/>
                </a:lnTo>
                <a:lnTo>
                  <a:pt x="597890" y="224218"/>
                </a:lnTo>
                <a:lnTo>
                  <a:pt x="597890" y="280708"/>
                </a:lnTo>
                <a:lnTo>
                  <a:pt x="558266" y="280708"/>
                </a:lnTo>
                <a:lnTo>
                  <a:pt x="558266" y="224218"/>
                </a:lnTo>
                <a:lnTo>
                  <a:pt x="597890" y="224218"/>
                </a:lnTo>
                <a:lnTo>
                  <a:pt x="597890" y="198310"/>
                </a:lnTo>
                <a:lnTo>
                  <a:pt x="558266" y="198310"/>
                </a:lnTo>
                <a:lnTo>
                  <a:pt x="558266" y="143357"/>
                </a:lnTo>
                <a:lnTo>
                  <a:pt x="597890" y="143357"/>
                </a:lnTo>
                <a:lnTo>
                  <a:pt x="597890" y="117436"/>
                </a:lnTo>
                <a:lnTo>
                  <a:pt x="570458" y="117436"/>
                </a:lnTo>
                <a:lnTo>
                  <a:pt x="602462" y="71716"/>
                </a:lnTo>
                <a:lnTo>
                  <a:pt x="602462" y="70192"/>
                </a:lnTo>
                <a:lnTo>
                  <a:pt x="602462" y="44196"/>
                </a:lnTo>
                <a:lnTo>
                  <a:pt x="567410" y="44196"/>
                </a:lnTo>
                <a:lnTo>
                  <a:pt x="567410" y="70192"/>
                </a:lnTo>
                <a:lnTo>
                  <a:pt x="535305" y="117436"/>
                </a:lnTo>
                <a:lnTo>
                  <a:pt x="530733" y="117436"/>
                </a:lnTo>
                <a:lnTo>
                  <a:pt x="530733" y="143357"/>
                </a:lnTo>
                <a:lnTo>
                  <a:pt x="530733" y="198310"/>
                </a:lnTo>
                <a:lnTo>
                  <a:pt x="530733" y="224218"/>
                </a:lnTo>
                <a:lnTo>
                  <a:pt x="530733" y="280708"/>
                </a:lnTo>
                <a:lnTo>
                  <a:pt x="492633" y="280708"/>
                </a:lnTo>
                <a:lnTo>
                  <a:pt x="492633" y="224218"/>
                </a:lnTo>
                <a:lnTo>
                  <a:pt x="530733" y="224218"/>
                </a:lnTo>
                <a:lnTo>
                  <a:pt x="530733" y="198310"/>
                </a:lnTo>
                <a:lnTo>
                  <a:pt x="492633" y="198310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36"/>
                </a:lnTo>
                <a:lnTo>
                  <a:pt x="474345" y="117436"/>
                </a:lnTo>
                <a:lnTo>
                  <a:pt x="482320" y="106629"/>
                </a:lnTo>
                <a:lnTo>
                  <a:pt x="490156" y="94957"/>
                </a:lnTo>
                <a:lnTo>
                  <a:pt x="497700" y="82727"/>
                </a:lnTo>
                <a:lnTo>
                  <a:pt x="504825" y="70192"/>
                </a:lnTo>
                <a:lnTo>
                  <a:pt x="567410" y="70192"/>
                </a:lnTo>
                <a:lnTo>
                  <a:pt x="567410" y="44196"/>
                </a:lnTo>
                <a:lnTo>
                  <a:pt x="520065" y="44196"/>
                </a:lnTo>
                <a:lnTo>
                  <a:pt x="524637" y="35267"/>
                </a:lnTo>
                <a:lnTo>
                  <a:pt x="529209" y="26479"/>
                </a:lnTo>
                <a:lnTo>
                  <a:pt x="533781" y="17411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02"/>
                </a:lnTo>
                <a:lnTo>
                  <a:pt x="473583" y="66344"/>
                </a:lnTo>
                <a:lnTo>
                  <a:pt x="453009" y="96088"/>
                </a:lnTo>
                <a:lnTo>
                  <a:pt x="430149" y="123532"/>
                </a:lnTo>
                <a:lnTo>
                  <a:pt x="436702" y="130136"/>
                </a:lnTo>
                <a:lnTo>
                  <a:pt x="442531" y="136309"/>
                </a:lnTo>
                <a:lnTo>
                  <a:pt x="447509" y="142189"/>
                </a:lnTo>
                <a:lnTo>
                  <a:pt x="451485" y="147929"/>
                </a:lnTo>
                <a:lnTo>
                  <a:pt x="456057" y="143357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2232"/>
                </a:lnTo>
                <a:lnTo>
                  <a:pt x="461683" y="320243"/>
                </a:lnTo>
                <a:lnTo>
                  <a:pt x="455676" y="354279"/>
                </a:lnTo>
                <a:lnTo>
                  <a:pt x="445681" y="384314"/>
                </a:lnTo>
                <a:lnTo>
                  <a:pt x="431673" y="410337"/>
                </a:lnTo>
                <a:lnTo>
                  <a:pt x="438264" y="416052"/>
                </a:lnTo>
                <a:lnTo>
                  <a:pt x="444436" y="421767"/>
                </a:lnTo>
                <a:lnTo>
                  <a:pt x="449897" y="427075"/>
                </a:lnTo>
                <a:lnTo>
                  <a:pt x="456057" y="433197"/>
                </a:lnTo>
                <a:lnTo>
                  <a:pt x="470319" y="408279"/>
                </a:lnTo>
                <a:lnTo>
                  <a:pt x="481012" y="379044"/>
                </a:lnTo>
                <a:lnTo>
                  <a:pt x="487984" y="345249"/>
                </a:lnTo>
                <a:lnTo>
                  <a:pt x="491109" y="306616"/>
                </a:lnTo>
                <a:lnTo>
                  <a:pt x="530733" y="306616"/>
                </a:lnTo>
                <a:lnTo>
                  <a:pt x="530733" y="387477"/>
                </a:lnTo>
                <a:lnTo>
                  <a:pt x="558266" y="387477"/>
                </a:lnTo>
                <a:lnTo>
                  <a:pt x="558266" y="306616"/>
                </a:lnTo>
                <a:lnTo>
                  <a:pt x="597890" y="306616"/>
                </a:lnTo>
                <a:lnTo>
                  <a:pt x="597789" y="379044"/>
                </a:lnTo>
                <a:lnTo>
                  <a:pt x="578231" y="398132"/>
                </a:lnTo>
                <a:lnTo>
                  <a:pt x="568883" y="398119"/>
                </a:lnTo>
                <a:lnTo>
                  <a:pt x="559549" y="397954"/>
                </a:lnTo>
                <a:lnTo>
                  <a:pt x="549922" y="397497"/>
                </a:lnTo>
                <a:lnTo>
                  <a:pt x="539877" y="396621"/>
                </a:lnTo>
                <a:lnTo>
                  <a:pt x="541020" y="405218"/>
                </a:lnTo>
                <a:lnTo>
                  <a:pt x="574116" y="427075"/>
                </a:lnTo>
                <a:lnTo>
                  <a:pt x="584174" y="427101"/>
                </a:lnTo>
                <a:lnTo>
                  <a:pt x="603046" y="423621"/>
                </a:lnTo>
                <a:lnTo>
                  <a:pt x="616369" y="415290"/>
                </a:lnTo>
                <a:lnTo>
                  <a:pt x="624243" y="401815"/>
                </a:lnTo>
                <a:lnTo>
                  <a:pt x="624751" y="398145"/>
                </a:lnTo>
                <a:lnTo>
                  <a:pt x="626846" y="382905"/>
                </a:lnTo>
                <a:lnTo>
                  <a:pt x="626846" y="306616"/>
                </a:lnTo>
                <a:lnTo>
                  <a:pt x="626846" y="280708"/>
                </a:lnTo>
                <a:lnTo>
                  <a:pt x="626846" y="224218"/>
                </a:lnTo>
                <a:lnTo>
                  <a:pt x="626846" y="198310"/>
                </a:lnTo>
                <a:lnTo>
                  <a:pt x="626846" y="143357"/>
                </a:lnTo>
                <a:lnTo>
                  <a:pt x="626846" y="132689"/>
                </a:lnTo>
                <a:lnTo>
                  <a:pt x="626846" y="117436"/>
                </a:lnTo>
                <a:close/>
              </a:path>
              <a:path w="864869" h="433704">
                <a:moveTo>
                  <a:pt x="841921" y="22860"/>
                </a:moveTo>
                <a:lnTo>
                  <a:pt x="645134" y="22860"/>
                </a:lnTo>
                <a:lnTo>
                  <a:pt x="645134" y="51816"/>
                </a:lnTo>
                <a:lnTo>
                  <a:pt x="693902" y="51816"/>
                </a:lnTo>
                <a:lnTo>
                  <a:pt x="692188" y="69900"/>
                </a:lnTo>
                <a:lnTo>
                  <a:pt x="680186" y="108280"/>
                </a:lnTo>
                <a:lnTo>
                  <a:pt x="646747" y="141300"/>
                </a:lnTo>
                <a:lnTo>
                  <a:pt x="629894" y="150977"/>
                </a:lnTo>
                <a:lnTo>
                  <a:pt x="636219" y="159626"/>
                </a:lnTo>
                <a:lnTo>
                  <a:pt x="641705" y="167246"/>
                </a:lnTo>
                <a:lnTo>
                  <a:pt x="646607" y="174002"/>
                </a:lnTo>
                <a:lnTo>
                  <a:pt x="651230" y="180022"/>
                </a:lnTo>
                <a:lnTo>
                  <a:pt x="671220" y="165989"/>
                </a:lnTo>
                <a:lnTo>
                  <a:pt x="700379" y="136855"/>
                </a:lnTo>
                <a:lnTo>
                  <a:pt x="720280" y="92100"/>
                </a:lnTo>
                <a:lnTo>
                  <a:pt x="724471" y="51816"/>
                </a:lnTo>
                <a:lnTo>
                  <a:pt x="808291" y="51816"/>
                </a:lnTo>
                <a:lnTo>
                  <a:pt x="807427" y="64439"/>
                </a:lnTo>
                <a:lnTo>
                  <a:pt x="806767" y="77241"/>
                </a:lnTo>
                <a:lnTo>
                  <a:pt x="806145" y="88557"/>
                </a:lnTo>
                <a:lnTo>
                  <a:pt x="789597" y="123367"/>
                </a:lnTo>
                <a:lnTo>
                  <a:pt x="779335" y="125069"/>
                </a:lnTo>
                <a:lnTo>
                  <a:pt x="769353" y="124777"/>
                </a:lnTo>
                <a:lnTo>
                  <a:pt x="757809" y="123926"/>
                </a:lnTo>
                <a:lnTo>
                  <a:pt x="744829" y="122491"/>
                </a:lnTo>
                <a:lnTo>
                  <a:pt x="730567" y="120484"/>
                </a:lnTo>
                <a:lnTo>
                  <a:pt x="731735" y="128752"/>
                </a:lnTo>
                <a:lnTo>
                  <a:pt x="760476" y="156883"/>
                </a:lnTo>
                <a:lnTo>
                  <a:pt x="780859" y="157073"/>
                </a:lnTo>
                <a:lnTo>
                  <a:pt x="804900" y="153657"/>
                </a:lnTo>
                <a:lnTo>
                  <a:pt x="822248" y="143548"/>
                </a:lnTo>
                <a:lnTo>
                  <a:pt x="833018" y="126847"/>
                </a:lnTo>
                <a:lnTo>
                  <a:pt x="833348" y="125069"/>
                </a:lnTo>
                <a:lnTo>
                  <a:pt x="837349" y="103720"/>
                </a:lnTo>
                <a:lnTo>
                  <a:pt x="839127" y="84239"/>
                </a:lnTo>
                <a:lnTo>
                  <a:pt x="840168" y="65036"/>
                </a:lnTo>
                <a:lnTo>
                  <a:pt x="840981" y="44069"/>
                </a:lnTo>
                <a:lnTo>
                  <a:pt x="841921" y="22860"/>
                </a:lnTo>
                <a:close/>
              </a:path>
              <a:path w="864869" h="433704">
                <a:moveTo>
                  <a:pt x="864781" y="309664"/>
                </a:moveTo>
                <a:lnTo>
                  <a:pt x="776287" y="309664"/>
                </a:lnTo>
                <a:lnTo>
                  <a:pt x="776287" y="247078"/>
                </a:lnTo>
                <a:lnTo>
                  <a:pt x="854113" y="247078"/>
                </a:lnTo>
                <a:lnTo>
                  <a:pt x="854113" y="218122"/>
                </a:lnTo>
                <a:lnTo>
                  <a:pt x="776287" y="218122"/>
                </a:lnTo>
                <a:lnTo>
                  <a:pt x="776287" y="169354"/>
                </a:lnTo>
                <a:lnTo>
                  <a:pt x="744283" y="169354"/>
                </a:lnTo>
                <a:lnTo>
                  <a:pt x="744283" y="218122"/>
                </a:lnTo>
                <a:lnTo>
                  <a:pt x="701611" y="218122"/>
                </a:lnTo>
                <a:lnTo>
                  <a:pt x="703922" y="209219"/>
                </a:lnTo>
                <a:lnTo>
                  <a:pt x="706374" y="200596"/>
                </a:lnTo>
                <a:lnTo>
                  <a:pt x="709117" y="191973"/>
                </a:lnTo>
                <a:lnTo>
                  <a:pt x="712279" y="183070"/>
                </a:lnTo>
                <a:lnTo>
                  <a:pt x="681710" y="175450"/>
                </a:lnTo>
                <a:lnTo>
                  <a:pt x="674014" y="201739"/>
                </a:lnTo>
                <a:lnTo>
                  <a:pt x="664756" y="228041"/>
                </a:lnTo>
                <a:lnTo>
                  <a:pt x="654062" y="254355"/>
                </a:lnTo>
                <a:lnTo>
                  <a:pt x="642086" y="280708"/>
                </a:lnTo>
                <a:lnTo>
                  <a:pt x="649820" y="284137"/>
                </a:lnTo>
                <a:lnTo>
                  <a:pt x="657136" y="287566"/>
                </a:lnTo>
                <a:lnTo>
                  <a:pt x="664159" y="290995"/>
                </a:lnTo>
                <a:lnTo>
                  <a:pt x="671042" y="294424"/>
                </a:lnTo>
                <a:lnTo>
                  <a:pt x="676490" y="282943"/>
                </a:lnTo>
                <a:lnTo>
                  <a:pt x="681520" y="271322"/>
                </a:lnTo>
                <a:lnTo>
                  <a:pt x="686257" y="259410"/>
                </a:lnTo>
                <a:lnTo>
                  <a:pt x="690854" y="247078"/>
                </a:lnTo>
                <a:lnTo>
                  <a:pt x="744283" y="247078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73"/>
                </a:lnTo>
                <a:lnTo>
                  <a:pt x="776287" y="431673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351430" y="5950559"/>
            <a:ext cx="534035" cy="325120"/>
          </a:xfrm>
          <a:custGeom>
            <a:avLst/>
            <a:gdLst/>
            <a:ahLst/>
            <a:cxnLst/>
            <a:rect l="l" t="t" r="r" b="b"/>
            <a:pathLst>
              <a:path w="534035" h="325120">
                <a:moveTo>
                  <a:pt x="193649" y="228879"/>
                </a:moveTo>
                <a:lnTo>
                  <a:pt x="182714" y="187858"/>
                </a:lnTo>
                <a:lnTo>
                  <a:pt x="170510" y="173926"/>
                </a:lnTo>
                <a:lnTo>
                  <a:pt x="163830" y="167805"/>
                </a:lnTo>
                <a:lnTo>
                  <a:pt x="155549" y="162839"/>
                </a:lnTo>
                <a:lnTo>
                  <a:pt x="155549" y="228879"/>
                </a:lnTo>
                <a:lnTo>
                  <a:pt x="154406" y="241769"/>
                </a:lnTo>
                <a:lnTo>
                  <a:pt x="127254" y="277799"/>
                </a:lnTo>
                <a:lnTo>
                  <a:pt x="86969" y="286791"/>
                </a:lnTo>
                <a:lnTo>
                  <a:pt x="36576" y="286791"/>
                </a:lnTo>
                <a:lnTo>
                  <a:pt x="36576" y="173926"/>
                </a:lnTo>
                <a:lnTo>
                  <a:pt x="79349" y="173926"/>
                </a:lnTo>
                <a:lnTo>
                  <a:pt x="112471" y="177355"/>
                </a:lnTo>
                <a:lnTo>
                  <a:pt x="136309" y="187655"/>
                </a:lnTo>
                <a:lnTo>
                  <a:pt x="150710" y="204825"/>
                </a:lnTo>
                <a:lnTo>
                  <a:pt x="155549" y="228879"/>
                </a:lnTo>
                <a:lnTo>
                  <a:pt x="155549" y="162839"/>
                </a:lnTo>
                <a:lnTo>
                  <a:pt x="152120" y="160782"/>
                </a:lnTo>
                <a:lnTo>
                  <a:pt x="138684" y="155752"/>
                </a:lnTo>
                <a:lnTo>
                  <a:pt x="123545" y="152590"/>
                </a:lnTo>
                <a:lnTo>
                  <a:pt x="135521" y="147421"/>
                </a:lnTo>
                <a:lnTo>
                  <a:pt x="146215" y="140970"/>
                </a:lnTo>
                <a:lnTo>
                  <a:pt x="146875" y="140398"/>
                </a:lnTo>
                <a:lnTo>
                  <a:pt x="155473" y="133083"/>
                </a:lnTo>
                <a:lnTo>
                  <a:pt x="177520" y="90335"/>
                </a:lnTo>
                <a:lnTo>
                  <a:pt x="178409" y="77812"/>
                </a:lnTo>
                <a:lnTo>
                  <a:pt x="176733" y="62433"/>
                </a:lnTo>
                <a:lnTo>
                  <a:pt x="154025" y="25996"/>
                </a:lnTo>
                <a:lnTo>
                  <a:pt x="138785" y="16129"/>
                </a:lnTo>
                <a:lnTo>
                  <a:pt x="138785" y="85432"/>
                </a:lnTo>
                <a:lnTo>
                  <a:pt x="137871" y="97434"/>
                </a:lnTo>
                <a:lnTo>
                  <a:pt x="112280" y="132041"/>
                </a:lnTo>
                <a:lnTo>
                  <a:pt x="74777" y="140398"/>
                </a:lnTo>
                <a:lnTo>
                  <a:pt x="36576" y="140398"/>
                </a:lnTo>
                <a:lnTo>
                  <a:pt x="36576" y="38188"/>
                </a:lnTo>
                <a:lnTo>
                  <a:pt x="79349" y="38188"/>
                </a:lnTo>
                <a:lnTo>
                  <a:pt x="105346" y="41287"/>
                </a:lnTo>
                <a:lnTo>
                  <a:pt x="123926" y="50380"/>
                </a:lnTo>
                <a:lnTo>
                  <a:pt x="135064" y="65201"/>
                </a:lnTo>
                <a:lnTo>
                  <a:pt x="138785" y="85432"/>
                </a:lnTo>
                <a:lnTo>
                  <a:pt x="138785" y="16129"/>
                </a:lnTo>
                <a:lnTo>
                  <a:pt x="126022" y="10947"/>
                </a:lnTo>
                <a:lnTo>
                  <a:pt x="108800" y="7353"/>
                </a:lnTo>
                <a:lnTo>
                  <a:pt x="90017" y="6184"/>
                </a:lnTo>
                <a:lnTo>
                  <a:pt x="0" y="6184"/>
                </a:lnTo>
                <a:lnTo>
                  <a:pt x="0" y="320421"/>
                </a:lnTo>
                <a:lnTo>
                  <a:pt x="91541" y="320421"/>
                </a:lnTo>
                <a:lnTo>
                  <a:pt x="131546" y="313702"/>
                </a:lnTo>
                <a:lnTo>
                  <a:pt x="164693" y="294411"/>
                </a:lnTo>
                <a:lnTo>
                  <a:pt x="171983" y="286791"/>
                </a:lnTo>
                <a:lnTo>
                  <a:pt x="177571" y="280962"/>
                </a:lnTo>
                <a:lnTo>
                  <a:pt x="186601" y="265645"/>
                </a:lnTo>
                <a:lnTo>
                  <a:pt x="191909" y="248335"/>
                </a:lnTo>
                <a:lnTo>
                  <a:pt x="193649" y="228879"/>
                </a:lnTo>
                <a:close/>
              </a:path>
              <a:path w="534035" h="325120">
                <a:moveTo>
                  <a:pt x="533781" y="158686"/>
                </a:moveTo>
                <a:lnTo>
                  <a:pt x="531228" y="124955"/>
                </a:lnTo>
                <a:lnTo>
                  <a:pt x="523684" y="94627"/>
                </a:lnTo>
                <a:lnTo>
                  <a:pt x="511276" y="67741"/>
                </a:lnTo>
                <a:lnTo>
                  <a:pt x="495681" y="46380"/>
                </a:lnTo>
                <a:lnTo>
                  <a:pt x="495681" y="163258"/>
                </a:lnTo>
                <a:lnTo>
                  <a:pt x="493687" y="192392"/>
                </a:lnTo>
                <a:lnTo>
                  <a:pt x="478243" y="239852"/>
                </a:lnTo>
                <a:lnTo>
                  <a:pt x="448843" y="272719"/>
                </a:lnTo>
                <a:lnTo>
                  <a:pt x="408317" y="289344"/>
                </a:lnTo>
                <a:lnTo>
                  <a:pt x="384340" y="291363"/>
                </a:lnTo>
                <a:lnTo>
                  <a:pt x="360540" y="289318"/>
                </a:lnTo>
                <a:lnTo>
                  <a:pt x="321017" y="272084"/>
                </a:lnTo>
                <a:lnTo>
                  <a:pt x="291871" y="237490"/>
                </a:lnTo>
                <a:lnTo>
                  <a:pt x="276491" y="190652"/>
                </a:lnTo>
                <a:lnTo>
                  <a:pt x="274510" y="163258"/>
                </a:lnTo>
                <a:lnTo>
                  <a:pt x="276504" y="135839"/>
                </a:lnTo>
                <a:lnTo>
                  <a:pt x="292506" y="88379"/>
                </a:lnTo>
                <a:lnTo>
                  <a:pt x="322770" y="53555"/>
                </a:lnTo>
                <a:lnTo>
                  <a:pt x="362750" y="35890"/>
                </a:lnTo>
                <a:lnTo>
                  <a:pt x="385864" y="33616"/>
                </a:lnTo>
                <a:lnTo>
                  <a:pt x="410476" y="35864"/>
                </a:lnTo>
                <a:lnTo>
                  <a:pt x="450583" y="52908"/>
                </a:lnTo>
                <a:lnTo>
                  <a:pt x="478878" y="86029"/>
                </a:lnTo>
                <a:lnTo>
                  <a:pt x="493712" y="134099"/>
                </a:lnTo>
                <a:lnTo>
                  <a:pt x="495681" y="163258"/>
                </a:lnTo>
                <a:lnTo>
                  <a:pt x="495681" y="46380"/>
                </a:lnTo>
                <a:lnTo>
                  <a:pt x="447776" y="11290"/>
                </a:lnTo>
                <a:lnTo>
                  <a:pt x="388912" y="0"/>
                </a:lnTo>
                <a:lnTo>
                  <a:pt x="355396" y="2870"/>
                </a:lnTo>
                <a:lnTo>
                  <a:pt x="299872" y="25793"/>
                </a:lnTo>
                <a:lnTo>
                  <a:pt x="259549" y="70434"/>
                </a:lnTo>
                <a:lnTo>
                  <a:pt x="238975" y="130543"/>
                </a:lnTo>
                <a:lnTo>
                  <a:pt x="236410" y="166306"/>
                </a:lnTo>
                <a:lnTo>
                  <a:pt x="238963" y="200075"/>
                </a:lnTo>
                <a:lnTo>
                  <a:pt x="258914" y="257263"/>
                </a:lnTo>
                <a:lnTo>
                  <a:pt x="298081" y="299834"/>
                </a:lnTo>
                <a:lnTo>
                  <a:pt x="351942" y="322148"/>
                </a:lnTo>
                <a:lnTo>
                  <a:pt x="384340" y="324993"/>
                </a:lnTo>
                <a:lnTo>
                  <a:pt x="416674" y="322148"/>
                </a:lnTo>
                <a:lnTo>
                  <a:pt x="470522" y="299834"/>
                </a:lnTo>
                <a:lnTo>
                  <a:pt x="510641" y="256070"/>
                </a:lnTo>
                <a:lnTo>
                  <a:pt x="531215" y="195326"/>
                </a:lnTo>
                <a:lnTo>
                  <a:pt x="533781" y="1586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946177" y="5956744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67263" y="41148"/>
                </a:lnTo>
                <a:lnTo>
                  <a:pt x="35147" y="41148"/>
                </a:lnTo>
                <a:lnTo>
                  <a:pt x="35385" y="52627"/>
                </a:lnTo>
                <a:lnTo>
                  <a:pt x="35941" y="67722"/>
                </a:lnTo>
                <a:lnTo>
                  <a:pt x="36433" y="83622"/>
                </a:lnTo>
                <a:lnTo>
                  <a:pt x="36652" y="102108"/>
                </a:lnTo>
                <a:lnTo>
                  <a:pt x="36671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50" y="244268"/>
                </a:lnTo>
                <a:lnTo>
                  <a:pt x="169842" y="233743"/>
                </a:lnTo>
                <a:lnTo>
                  <a:pt x="173466" y="224932"/>
                </a:lnTo>
                <a:lnTo>
                  <a:pt x="176974" y="218122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291" y="73152"/>
                </a:lnTo>
                <a:lnTo>
                  <a:pt x="42005" y="67722"/>
                </a:lnTo>
                <a:lnTo>
                  <a:pt x="39719" y="60579"/>
                </a:lnTo>
                <a:lnTo>
                  <a:pt x="37381" y="51482"/>
                </a:lnTo>
                <a:lnTo>
                  <a:pt x="35147" y="41148"/>
                </a:lnTo>
                <a:lnTo>
                  <a:pt x="67263" y="41148"/>
                </a:lnTo>
                <a:lnTo>
                  <a:pt x="146399" y="218122"/>
                </a:lnTo>
                <a:lnTo>
                  <a:pt x="150899" y="230076"/>
                </a:lnTo>
                <a:lnTo>
                  <a:pt x="154971" y="240601"/>
                </a:lnTo>
                <a:lnTo>
                  <a:pt x="158186" y="249412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654" y="102108"/>
                </a:lnTo>
                <a:lnTo>
                  <a:pt x="283916" y="89582"/>
                </a:lnTo>
                <a:lnTo>
                  <a:pt x="284607" y="75057"/>
                </a:lnTo>
                <a:lnTo>
                  <a:pt x="285583" y="58816"/>
                </a:lnTo>
                <a:lnTo>
                  <a:pt x="286702" y="41148"/>
                </a:lnTo>
                <a:lnTo>
                  <a:pt x="320325" y="41148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37" y="733716"/>
            <a:ext cx="1055370" cy="439420"/>
          </a:xfrm>
          <a:custGeom>
            <a:avLst/>
            <a:gdLst/>
            <a:ahLst/>
            <a:cxnLst/>
            <a:rect l="l" t="t" r="r" b="b"/>
            <a:pathLst>
              <a:path w="1055370" h="439419">
                <a:moveTo>
                  <a:pt x="382816" y="210502"/>
                </a:moveTo>
                <a:lnTo>
                  <a:pt x="379171" y="161175"/>
                </a:lnTo>
                <a:lnTo>
                  <a:pt x="368261" y="118414"/>
                </a:lnTo>
                <a:lnTo>
                  <a:pt x="350151" y="82245"/>
                </a:lnTo>
                <a:lnTo>
                  <a:pt x="347662" y="79336"/>
                </a:lnTo>
                <a:lnTo>
                  <a:pt x="324840" y="52641"/>
                </a:lnTo>
                <a:lnTo>
                  <a:pt x="292379" y="29616"/>
                </a:lnTo>
                <a:lnTo>
                  <a:pt x="280606" y="24726"/>
                </a:lnTo>
                <a:lnTo>
                  <a:pt x="280606" y="212026"/>
                </a:lnTo>
                <a:lnTo>
                  <a:pt x="278320" y="242608"/>
                </a:lnTo>
                <a:lnTo>
                  <a:pt x="260032" y="293992"/>
                </a:lnTo>
                <a:lnTo>
                  <a:pt x="224256" y="331114"/>
                </a:lnTo>
                <a:lnTo>
                  <a:pt x="174942" y="350024"/>
                </a:lnTo>
                <a:lnTo>
                  <a:pt x="144881" y="352323"/>
                </a:lnTo>
                <a:lnTo>
                  <a:pt x="96113" y="352323"/>
                </a:lnTo>
                <a:lnTo>
                  <a:pt x="96113" y="79336"/>
                </a:lnTo>
                <a:lnTo>
                  <a:pt x="144881" y="79336"/>
                </a:lnTo>
                <a:lnTo>
                  <a:pt x="201879" y="87718"/>
                </a:lnTo>
                <a:lnTo>
                  <a:pt x="244030" y="114388"/>
                </a:lnTo>
                <a:lnTo>
                  <a:pt x="271462" y="156349"/>
                </a:lnTo>
                <a:lnTo>
                  <a:pt x="280606" y="212026"/>
                </a:lnTo>
                <a:lnTo>
                  <a:pt x="280606" y="24726"/>
                </a:lnTo>
                <a:lnTo>
                  <a:pt x="252818" y="13157"/>
                </a:lnTo>
                <a:lnTo>
                  <a:pt x="206171" y="3289"/>
                </a:lnTo>
                <a:lnTo>
                  <a:pt x="152501" y="0"/>
                </a:lnTo>
                <a:lnTo>
                  <a:pt x="0" y="0"/>
                </a:lnTo>
                <a:lnTo>
                  <a:pt x="0" y="431673"/>
                </a:lnTo>
                <a:lnTo>
                  <a:pt x="152501" y="431673"/>
                </a:lnTo>
                <a:lnTo>
                  <a:pt x="202323" y="427939"/>
                </a:lnTo>
                <a:lnTo>
                  <a:pt x="246684" y="416623"/>
                </a:lnTo>
                <a:lnTo>
                  <a:pt x="285889" y="397598"/>
                </a:lnTo>
                <a:lnTo>
                  <a:pt x="320230" y="370713"/>
                </a:lnTo>
                <a:lnTo>
                  <a:pt x="335673" y="352323"/>
                </a:lnTo>
                <a:lnTo>
                  <a:pt x="347408" y="338366"/>
                </a:lnTo>
                <a:lnTo>
                  <a:pt x="366991" y="300888"/>
                </a:lnTo>
                <a:lnTo>
                  <a:pt x="378828" y="258279"/>
                </a:lnTo>
                <a:lnTo>
                  <a:pt x="382816" y="210502"/>
                </a:lnTo>
                <a:close/>
              </a:path>
              <a:path w="1055370" h="439419">
                <a:moveTo>
                  <a:pt x="759434" y="273075"/>
                </a:moveTo>
                <a:lnTo>
                  <a:pt x="756831" y="239306"/>
                </a:lnTo>
                <a:lnTo>
                  <a:pt x="748957" y="208991"/>
                </a:lnTo>
                <a:lnTo>
                  <a:pt x="739127" y="189166"/>
                </a:lnTo>
                <a:lnTo>
                  <a:pt x="735634" y="182118"/>
                </a:lnTo>
                <a:lnTo>
                  <a:pt x="716762" y="158686"/>
                </a:lnTo>
                <a:lnTo>
                  <a:pt x="692162" y="139750"/>
                </a:lnTo>
                <a:lnTo>
                  <a:pt x="663981" y="126403"/>
                </a:lnTo>
                <a:lnTo>
                  <a:pt x="663422" y="126276"/>
                </a:lnTo>
                <a:lnTo>
                  <a:pt x="663422" y="274599"/>
                </a:lnTo>
                <a:lnTo>
                  <a:pt x="659130" y="314629"/>
                </a:lnTo>
                <a:lnTo>
                  <a:pt x="646264" y="343230"/>
                </a:lnTo>
                <a:lnTo>
                  <a:pt x="624801" y="360413"/>
                </a:lnTo>
                <a:lnTo>
                  <a:pt x="594741" y="366141"/>
                </a:lnTo>
                <a:lnTo>
                  <a:pt x="562978" y="360667"/>
                </a:lnTo>
                <a:lnTo>
                  <a:pt x="540639" y="344182"/>
                </a:lnTo>
                <a:lnTo>
                  <a:pt x="527443" y="316560"/>
                </a:lnTo>
                <a:lnTo>
                  <a:pt x="523113" y="277647"/>
                </a:lnTo>
                <a:lnTo>
                  <a:pt x="524256" y="257289"/>
                </a:lnTo>
                <a:lnTo>
                  <a:pt x="541401" y="212026"/>
                </a:lnTo>
                <a:lnTo>
                  <a:pt x="577837" y="190588"/>
                </a:lnTo>
                <a:lnTo>
                  <a:pt x="593217" y="189166"/>
                </a:lnTo>
                <a:lnTo>
                  <a:pt x="624154" y="194576"/>
                </a:lnTo>
                <a:lnTo>
                  <a:pt x="646074" y="210705"/>
                </a:lnTo>
                <a:lnTo>
                  <a:pt x="659104" y="237426"/>
                </a:lnTo>
                <a:lnTo>
                  <a:pt x="663422" y="274599"/>
                </a:lnTo>
                <a:lnTo>
                  <a:pt x="663422" y="126276"/>
                </a:lnTo>
                <a:lnTo>
                  <a:pt x="632066" y="118516"/>
                </a:lnTo>
                <a:lnTo>
                  <a:pt x="596265" y="115912"/>
                </a:lnTo>
                <a:lnTo>
                  <a:pt x="558520" y="118516"/>
                </a:lnTo>
                <a:lnTo>
                  <a:pt x="496138" y="139750"/>
                </a:lnTo>
                <a:lnTo>
                  <a:pt x="451192" y="182422"/>
                </a:lnTo>
                <a:lnTo>
                  <a:pt x="428332" y="242519"/>
                </a:lnTo>
                <a:lnTo>
                  <a:pt x="425475" y="279171"/>
                </a:lnTo>
                <a:lnTo>
                  <a:pt x="428320" y="314007"/>
                </a:lnTo>
                <a:lnTo>
                  <a:pt x="450557" y="372275"/>
                </a:lnTo>
                <a:lnTo>
                  <a:pt x="494360" y="414223"/>
                </a:lnTo>
                <a:lnTo>
                  <a:pt x="555066" y="436460"/>
                </a:lnTo>
                <a:lnTo>
                  <a:pt x="591693" y="439293"/>
                </a:lnTo>
                <a:lnTo>
                  <a:pt x="628611" y="436460"/>
                </a:lnTo>
                <a:lnTo>
                  <a:pt x="690372" y="414223"/>
                </a:lnTo>
                <a:lnTo>
                  <a:pt x="734352" y="370459"/>
                </a:lnTo>
                <a:lnTo>
                  <a:pt x="756589" y="309714"/>
                </a:lnTo>
                <a:lnTo>
                  <a:pt x="759434" y="273075"/>
                </a:lnTo>
                <a:close/>
              </a:path>
              <a:path w="1055370" h="439419">
                <a:moveTo>
                  <a:pt x="1055370" y="129628"/>
                </a:moveTo>
                <a:lnTo>
                  <a:pt x="1041006" y="123634"/>
                </a:lnTo>
                <a:lnTo>
                  <a:pt x="1023086" y="119341"/>
                </a:lnTo>
                <a:lnTo>
                  <a:pt x="1001483" y="116776"/>
                </a:lnTo>
                <a:lnTo>
                  <a:pt x="976033" y="115912"/>
                </a:lnTo>
                <a:lnTo>
                  <a:pt x="938885" y="118757"/>
                </a:lnTo>
                <a:lnTo>
                  <a:pt x="875436" y="141033"/>
                </a:lnTo>
                <a:lnTo>
                  <a:pt x="829437" y="185089"/>
                </a:lnTo>
                <a:lnTo>
                  <a:pt x="806577" y="247472"/>
                </a:lnTo>
                <a:lnTo>
                  <a:pt x="803719" y="285267"/>
                </a:lnTo>
                <a:lnTo>
                  <a:pt x="806310" y="317893"/>
                </a:lnTo>
                <a:lnTo>
                  <a:pt x="827506" y="373430"/>
                </a:lnTo>
                <a:lnTo>
                  <a:pt x="870724" y="414858"/>
                </a:lnTo>
                <a:lnTo>
                  <a:pt x="928547" y="436486"/>
                </a:lnTo>
                <a:lnTo>
                  <a:pt x="962317" y="439293"/>
                </a:lnTo>
                <a:lnTo>
                  <a:pt x="990549" y="438150"/>
                </a:lnTo>
                <a:lnTo>
                  <a:pt x="1015657" y="434721"/>
                </a:lnTo>
                <a:lnTo>
                  <a:pt x="1037361" y="429006"/>
                </a:lnTo>
                <a:lnTo>
                  <a:pt x="1055370" y="421005"/>
                </a:lnTo>
                <a:lnTo>
                  <a:pt x="1055370" y="343179"/>
                </a:lnTo>
                <a:lnTo>
                  <a:pt x="1038148" y="353237"/>
                </a:lnTo>
                <a:lnTo>
                  <a:pt x="1020800" y="360413"/>
                </a:lnTo>
                <a:lnTo>
                  <a:pt x="1003198" y="364705"/>
                </a:lnTo>
                <a:lnTo>
                  <a:pt x="985177" y="366141"/>
                </a:lnTo>
                <a:lnTo>
                  <a:pt x="966622" y="364705"/>
                </a:lnTo>
                <a:lnTo>
                  <a:pt x="922693" y="343179"/>
                </a:lnTo>
                <a:lnTo>
                  <a:pt x="901166" y="297751"/>
                </a:lnTo>
                <a:lnTo>
                  <a:pt x="899731" y="279171"/>
                </a:lnTo>
                <a:lnTo>
                  <a:pt x="901179" y="258787"/>
                </a:lnTo>
                <a:lnTo>
                  <a:pt x="924217" y="212026"/>
                </a:lnTo>
                <a:lnTo>
                  <a:pt x="968794" y="190588"/>
                </a:lnTo>
                <a:lnTo>
                  <a:pt x="988225" y="189166"/>
                </a:lnTo>
                <a:lnTo>
                  <a:pt x="1006195" y="190360"/>
                </a:lnTo>
                <a:lnTo>
                  <a:pt x="1023467" y="194119"/>
                </a:lnTo>
                <a:lnTo>
                  <a:pt x="1039914" y="200736"/>
                </a:lnTo>
                <a:lnTo>
                  <a:pt x="1055370" y="210502"/>
                </a:lnTo>
                <a:lnTo>
                  <a:pt x="1055370" y="12962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076926" y="857250"/>
            <a:ext cx="297815" cy="316230"/>
          </a:xfrm>
          <a:custGeom>
            <a:avLst/>
            <a:gdLst/>
            <a:ahLst/>
            <a:cxnLst/>
            <a:rect l="l" t="t" r="r" b="b"/>
            <a:pathLst>
              <a:path w="297814" h="316230">
                <a:moveTo>
                  <a:pt x="106775" y="315753"/>
                </a:moveTo>
                <a:lnTo>
                  <a:pt x="59833" y="307513"/>
                </a:lnTo>
                <a:lnTo>
                  <a:pt x="26491" y="282975"/>
                </a:lnTo>
                <a:lnTo>
                  <a:pt x="6597" y="242418"/>
                </a:lnTo>
                <a:lnTo>
                  <a:pt x="0" y="186118"/>
                </a:lnTo>
                <a:lnTo>
                  <a:pt x="0" y="0"/>
                </a:lnTo>
                <a:lnTo>
                  <a:pt x="94583" y="0"/>
                </a:lnTo>
                <a:lnTo>
                  <a:pt x="94583" y="176974"/>
                </a:lnTo>
                <a:lnTo>
                  <a:pt x="97750" y="205873"/>
                </a:lnTo>
                <a:lnTo>
                  <a:pt x="107346" y="226361"/>
                </a:lnTo>
                <a:lnTo>
                  <a:pt x="123515" y="238562"/>
                </a:lnTo>
                <a:lnTo>
                  <a:pt x="146399" y="242601"/>
                </a:lnTo>
                <a:lnTo>
                  <a:pt x="158400" y="241457"/>
                </a:lnTo>
                <a:lnTo>
                  <a:pt x="193786" y="214455"/>
                </a:lnTo>
                <a:lnTo>
                  <a:pt x="202787" y="175450"/>
                </a:lnTo>
                <a:lnTo>
                  <a:pt x="202787" y="0"/>
                </a:lnTo>
                <a:lnTo>
                  <a:pt x="297370" y="0"/>
                </a:lnTo>
                <a:lnTo>
                  <a:pt x="297370" y="308133"/>
                </a:lnTo>
                <a:lnTo>
                  <a:pt x="202787" y="308133"/>
                </a:lnTo>
                <a:lnTo>
                  <a:pt x="202787" y="260889"/>
                </a:lnTo>
                <a:lnTo>
                  <a:pt x="201263" y="260889"/>
                </a:lnTo>
                <a:lnTo>
                  <a:pt x="181784" y="284892"/>
                </a:lnTo>
                <a:lnTo>
                  <a:pt x="159734" y="302037"/>
                </a:lnTo>
                <a:lnTo>
                  <a:pt x="134826" y="312324"/>
                </a:lnTo>
                <a:lnTo>
                  <a:pt x="106775" y="31575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53639" y="849630"/>
            <a:ext cx="489584" cy="316230"/>
          </a:xfrm>
          <a:custGeom>
            <a:avLst/>
            <a:gdLst/>
            <a:ahLst/>
            <a:cxnLst/>
            <a:rect l="l" t="t" r="r" b="b"/>
            <a:pathLst>
              <a:path w="489585" h="316230">
                <a:moveTo>
                  <a:pt x="284307" y="54959"/>
                </a:moveTo>
                <a:lnTo>
                  <a:pt x="96012" y="54959"/>
                </a:lnTo>
                <a:lnTo>
                  <a:pt x="104623" y="43823"/>
                </a:lnTo>
                <a:lnTo>
                  <a:pt x="138779" y="15240"/>
                </a:lnTo>
                <a:lnTo>
                  <a:pt x="180998" y="881"/>
                </a:lnTo>
                <a:lnTo>
                  <a:pt x="196691" y="0"/>
                </a:lnTo>
                <a:lnTo>
                  <a:pt x="226376" y="3454"/>
                </a:lnTo>
                <a:lnTo>
                  <a:pt x="251221" y="13918"/>
                </a:lnTo>
                <a:lnTo>
                  <a:pt x="270923" y="31544"/>
                </a:lnTo>
                <a:lnTo>
                  <a:pt x="284307" y="54959"/>
                </a:lnTo>
                <a:close/>
              </a:path>
              <a:path w="489585" h="316230">
                <a:moveTo>
                  <a:pt x="476836" y="56483"/>
                </a:moveTo>
                <a:lnTo>
                  <a:pt x="285178" y="56483"/>
                </a:lnTo>
                <a:lnTo>
                  <a:pt x="305444" y="31544"/>
                </a:lnTo>
                <a:lnTo>
                  <a:pt x="329576" y="13918"/>
                </a:lnTo>
                <a:lnTo>
                  <a:pt x="357442" y="3454"/>
                </a:lnTo>
                <a:lnTo>
                  <a:pt x="388905" y="0"/>
                </a:lnTo>
                <a:lnTo>
                  <a:pt x="432911" y="7730"/>
                </a:lnTo>
                <a:lnTo>
                  <a:pt x="464343" y="30908"/>
                </a:lnTo>
                <a:lnTo>
                  <a:pt x="476836" y="56483"/>
                </a:lnTo>
                <a:close/>
              </a:path>
              <a:path w="489585" h="316230">
                <a:moveTo>
                  <a:pt x="96012" y="315753"/>
                </a:moveTo>
                <a:lnTo>
                  <a:pt x="0" y="315753"/>
                </a:lnTo>
                <a:lnTo>
                  <a:pt x="0" y="7620"/>
                </a:lnTo>
                <a:lnTo>
                  <a:pt x="96012" y="7620"/>
                </a:lnTo>
                <a:lnTo>
                  <a:pt x="96012" y="54959"/>
                </a:lnTo>
                <a:lnTo>
                  <a:pt x="284307" y="54959"/>
                </a:lnTo>
                <a:lnTo>
                  <a:pt x="285178" y="56483"/>
                </a:lnTo>
                <a:lnTo>
                  <a:pt x="476836" y="56483"/>
                </a:lnTo>
                <a:lnTo>
                  <a:pt x="483203" y="69517"/>
                </a:lnTo>
                <a:lnTo>
                  <a:pt x="483637" y="73247"/>
                </a:lnTo>
                <a:lnTo>
                  <a:pt x="149447" y="73247"/>
                </a:lnTo>
                <a:lnTo>
                  <a:pt x="137682" y="74390"/>
                </a:lnTo>
                <a:lnTo>
                  <a:pt x="103727" y="102442"/>
                </a:lnTo>
                <a:lnTo>
                  <a:pt x="96093" y="143446"/>
                </a:lnTo>
                <a:lnTo>
                  <a:pt x="96012" y="315753"/>
                </a:lnTo>
                <a:close/>
              </a:path>
              <a:path w="489585" h="316230">
                <a:moveTo>
                  <a:pt x="292798" y="315753"/>
                </a:moveTo>
                <a:lnTo>
                  <a:pt x="198215" y="315753"/>
                </a:lnTo>
                <a:lnTo>
                  <a:pt x="198215" y="137350"/>
                </a:lnTo>
                <a:lnTo>
                  <a:pt x="195095" y="109291"/>
                </a:lnTo>
                <a:lnTo>
                  <a:pt x="185832" y="89261"/>
                </a:lnTo>
                <a:lnTo>
                  <a:pt x="170568" y="77249"/>
                </a:lnTo>
                <a:lnTo>
                  <a:pt x="149447" y="73247"/>
                </a:lnTo>
                <a:lnTo>
                  <a:pt x="346138" y="73247"/>
                </a:lnTo>
                <a:lnTo>
                  <a:pt x="308038" y="93059"/>
                </a:lnTo>
                <a:lnTo>
                  <a:pt x="293679" y="129103"/>
                </a:lnTo>
                <a:lnTo>
                  <a:pt x="292798" y="143446"/>
                </a:lnTo>
                <a:lnTo>
                  <a:pt x="292798" y="315753"/>
                </a:lnTo>
                <a:close/>
              </a:path>
              <a:path w="489585" h="316230">
                <a:moveTo>
                  <a:pt x="489489" y="315753"/>
                </a:moveTo>
                <a:lnTo>
                  <a:pt x="395001" y="315753"/>
                </a:lnTo>
                <a:lnTo>
                  <a:pt x="395001" y="140398"/>
                </a:lnTo>
                <a:lnTo>
                  <a:pt x="391867" y="110577"/>
                </a:lnTo>
                <a:lnTo>
                  <a:pt x="382571" y="89642"/>
                </a:lnTo>
                <a:lnTo>
                  <a:pt x="367275" y="77296"/>
                </a:lnTo>
                <a:lnTo>
                  <a:pt x="346138" y="73247"/>
                </a:lnTo>
                <a:lnTo>
                  <a:pt x="483637" y="73247"/>
                </a:lnTo>
                <a:lnTo>
                  <a:pt x="489489" y="123539"/>
                </a:lnTo>
                <a:lnTo>
                  <a:pt x="489489" y="31575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001136" y="849630"/>
            <a:ext cx="294640" cy="323850"/>
          </a:xfrm>
          <a:custGeom>
            <a:avLst/>
            <a:gdLst/>
            <a:ahLst/>
            <a:cxnLst/>
            <a:rect l="l" t="t" r="r" b="b"/>
            <a:pathLst>
              <a:path w="294639" h="323850">
                <a:moveTo>
                  <a:pt x="157067" y="323373"/>
                </a:moveTo>
                <a:lnTo>
                  <a:pt x="90499" y="313086"/>
                </a:lnTo>
                <a:lnTo>
                  <a:pt x="41148" y="282225"/>
                </a:lnTo>
                <a:lnTo>
                  <a:pt x="10287" y="232267"/>
                </a:lnTo>
                <a:lnTo>
                  <a:pt x="0" y="166306"/>
                </a:lnTo>
                <a:lnTo>
                  <a:pt x="2619" y="129627"/>
                </a:lnTo>
                <a:lnTo>
                  <a:pt x="24431" y="68914"/>
                </a:lnTo>
                <a:lnTo>
                  <a:pt x="67343" y="25114"/>
                </a:lnTo>
                <a:lnTo>
                  <a:pt x="122245" y="2835"/>
                </a:lnTo>
                <a:lnTo>
                  <a:pt x="154019" y="0"/>
                </a:lnTo>
                <a:lnTo>
                  <a:pt x="185429" y="2335"/>
                </a:lnTo>
                <a:lnTo>
                  <a:pt x="237427" y="21900"/>
                </a:lnTo>
                <a:lnTo>
                  <a:pt x="273748" y="61771"/>
                </a:lnTo>
                <a:lnTo>
                  <a:pt x="274806" y="64103"/>
                </a:lnTo>
                <a:lnTo>
                  <a:pt x="152495" y="64103"/>
                </a:lnTo>
                <a:lnTo>
                  <a:pt x="141587" y="65246"/>
                </a:lnTo>
                <a:lnTo>
                  <a:pt x="105608" y="92987"/>
                </a:lnTo>
                <a:lnTo>
                  <a:pt x="92964" y="129635"/>
                </a:lnTo>
                <a:lnTo>
                  <a:pt x="293025" y="129635"/>
                </a:lnTo>
                <a:lnTo>
                  <a:pt x="294322" y="148018"/>
                </a:lnTo>
                <a:lnTo>
                  <a:pt x="294322" y="189166"/>
                </a:lnTo>
                <a:lnTo>
                  <a:pt x="92964" y="189166"/>
                </a:lnTo>
                <a:lnTo>
                  <a:pt x="100741" y="218304"/>
                </a:lnTo>
                <a:lnTo>
                  <a:pt x="117395" y="239315"/>
                </a:lnTo>
                <a:lnTo>
                  <a:pt x="143193" y="252040"/>
                </a:lnTo>
                <a:lnTo>
                  <a:pt x="178403" y="256317"/>
                </a:lnTo>
                <a:lnTo>
                  <a:pt x="268414" y="256317"/>
                </a:lnTo>
                <a:lnTo>
                  <a:pt x="268414" y="300513"/>
                </a:lnTo>
                <a:lnTo>
                  <a:pt x="245189" y="310515"/>
                </a:lnTo>
                <a:lnTo>
                  <a:pt x="218991" y="317658"/>
                </a:lnTo>
                <a:lnTo>
                  <a:pt x="189668" y="321945"/>
                </a:lnTo>
                <a:lnTo>
                  <a:pt x="157067" y="323373"/>
                </a:lnTo>
                <a:close/>
              </a:path>
              <a:path w="294639" h="323850">
                <a:moveTo>
                  <a:pt x="293025" y="129635"/>
                </a:moveTo>
                <a:lnTo>
                  <a:pt x="207358" y="129627"/>
                </a:lnTo>
                <a:lnTo>
                  <a:pt x="203930" y="100750"/>
                </a:lnTo>
                <a:lnTo>
                  <a:pt x="193643" y="80295"/>
                </a:lnTo>
                <a:lnTo>
                  <a:pt x="176498" y="68127"/>
                </a:lnTo>
                <a:lnTo>
                  <a:pt x="152495" y="64103"/>
                </a:lnTo>
                <a:lnTo>
                  <a:pt x="274806" y="64103"/>
                </a:lnTo>
                <a:lnTo>
                  <a:pt x="285178" y="86975"/>
                </a:lnTo>
                <a:lnTo>
                  <a:pt x="292036" y="115626"/>
                </a:lnTo>
                <a:lnTo>
                  <a:pt x="293025" y="129635"/>
                </a:lnTo>
                <a:close/>
              </a:path>
              <a:path w="294639" h="323850">
                <a:moveTo>
                  <a:pt x="268414" y="256317"/>
                </a:moveTo>
                <a:lnTo>
                  <a:pt x="178403" y="256317"/>
                </a:lnTo>
                <a:lnTo>
                  <a:pt x="202955" y="254649"/>
                </a:lnTo>
                <a:lnTo>
                  <a:pt x="226230" y="249828"/>
                </a:lnTo>
                <a:lnTo>
                  <a:pt x="248095" y="242132"/>
                </a:lnTo>
                <a:lnTo>
                  <a:pt x="268414" y="231838"/>
                </a:lnTo>
                <a:lnTo>
                  <a:pt x="268414" y="25631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353371" y="849630"/>
            <a:ext cx="299085" cy="316230"/>
          </a:xfrm>
          <a:custGeom>
            <a:avLst/>
            <a:gdLst/>
            <a:ahLst/>
            <a:cxnLst/>
            <a:rect l="l" t="t" r="r" b="b"/>
            <a:pathLst>
              <a:path w="299085" h="316230">
                <a:moveTo>
                  <a:pt x="284956" y="56483"/>
                </a:moveTo>
                <a:lnTo>
                  <a:pt x="96107" y="56483"/>
                </a:lnTo>
                <a:lnTo>
                  <a:pt x="115230" y="31544"/>
                </a:lnTo>
                <a:lnTo>
                  <a:pt x="138219" y="13918"/>
                </a:lnTo>
                <a:lnTo>
                  <a:pt x="164941" y="3454"/>
                </a:lnTo>
                <a:lnTo>
                  <a:pt x="195262" y="0"/>
                </a:lnTo>
                <a:lnTo>
                  <a:pt x="240387" y="7992"/>
                </a:lnTo>
                <a:lnTo>
                  <a:pt x="272796" y="31861"/>
                </a:lnTo>
                <a:lnTo>
                  <a:pt x="284956" y="56483"/>
                </a:lnTo>
                <a:close/>
              </a:path>
              <a:path w="299085" h="316230">
                <a:moveTo>
                  <a:pt x="96107" y="315753"/>
                </a:moveTo>
                <a:lnTo>
                  <a:pt x="0" y="315753"/>
                </a:lnTo>
                <a:lnTo>
                  <a:pt x="0" y="7620"/>
                </a:lnTo>
                <a:lnTo>
                  <a:pt x="96107" y="7620"/>
                </a:lnTo>
                <a:lnTo>
                  <a:pt x="96107" y="56483"/>
                </a:lnTo>
                <a:lnTo>
                  <a:pt x="284956" y="56483"/>
                </a:lnTo>
                <a:lnTo>
                  <a:pt x="292346" y="71446"/>
                </a:lnTo>
                <a:lnTo>
                  <a:pt x="292559" y="73247"/>
                </a:lnTo>
                <a:lnTo>
                  <a:pt x="152495" y="73247"/>
                </a:lnTo>
                <a:lnTo>
                  <a:pt x="140493" y="74390"/>
                </a:lnTo>
                <a:lnTo>
                  <a:pt x="104465" y="101514"/>
                </a:lnTo>
                <a:lnTo>
                  <a:pt x="96107" y="140398"/>
                </a:lnTo>
                <a:lnTo>
                  <a:pt x="96107" y="315753"/>
                </a:lnTo>
                <a:close/>
              </a:path>
              <a:path w="299085" h="316230">
                <a:moveTo>
                  <a:pt x="298894" y="315753"/>
                </a:moveTo>
                <a:lnTo>
                  <a:pt x="202882" y="315753"/>
                </a:lnTo>
                <a:lnTo>
                  <a:pt x="202882" y="144970"/>
                </a:lnTo>
                <a:lnTo>
                  <a:pt x="199737" y="113149"/>
                </a:lnTo>
                <a:lnTo>
                  <a:pt x="190297" y="90785"/>
                </a:lnTo>
                <a:lnTo>
                  <a:pt x="174553" y="77582"/>
                </a:lnTo>
                <a:lnTo>
                  <a:pt x="152495" y="73247"/>
                </a:lnTo>
                <a:lnTo>
                  <a:pt x="292559" y="73247"/>
                </a:lnTo>
                <a:lnTo>
                  <a:pt x="298834" y="126079"/>
                </a:lnTo>
                <a:lnTo>
                  <a:pt x="298894" y="31575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99509" y="762666"/>
            <a:ext cx="213995" cy="410845"/>
          </a:xfrm>
          <a:custGeom>
            <a:avLst/>
            <a:gdLst/>
            <a:ahLst/>
            <a:cxnLst/>
            <a:rect l="l" t="t" r="r" b="b"/>
            <a:pathLst>
              <a:path w="213995" h="410844">
                <a:moveTo>
                  <a:pt x="149447" y="410337"/>
                </a:moveTo>
                <a:lnTo>
                  <a:pt x="106322" y="403763"/>
                </a:lnTo>
                <a:lnTo>
                  <a:pt x="75342" y="384036"/>
                </a:lnTo>
                <a:lnTo>
                  <a:pt x="56649" y="351146"/>
                </a:lnTo>
                <a:lnTo>
                  <a:pt x="50387" y="305085"/>
                </a:lnTo>
                <a:lnTo>
                  <a:pt x="50387" y="164782"/>
                </a:lnTo>
                <a:lnTo>
                  <a:pt x="0" y="164782"/>
                </a:lnTo>
                <a:lnTo>
                  <a:pt x="0" y="94583"/>
                </a:lnTo>
                <a:lnTo>
                  <a:pt x="50387" y="94583"/>
                </a:lnTo>
                <a:lnTo>
                  <a:pt x="50387" y="27527"/>
                </a:lnTo>
                <a:lnTo>
                  <a:pt x="144875" y="0"/>
                </a:lnTo>
                <a:lnTo>
                  <a:pt x="144875" y="94583"/>
                </a:lnTo>
                <a:lnTo>
                  <a:pt x="213550" y="94583"/>
                </a:lnTo>
                <a:lnTo>
                  <a:pt x="213550" y="164782"/>
                </a:lnTo>
                <a:lnTo>
                  <a:pt x="144875" y="164782"/>
                </a:lnTo>
                <a:lnTo>
                  <a:pt x="144875" y="288321"/>
                </a:lnTo>
                <a:lnTo>
                  <a:pt x="147186" y="309458"/>
                </a:lnTo>
                <a:lnTo>
                  <a:pt x="154221" y="324754"/>
                </a:lnTo>
                <a:lnTo>
                  <a:pt x="166132" y="334050"/>
                </a:lnTo>
                <a:lnTo>
                  <a:pt x="183070" y="337185"/>
                </a:lnTo>
                <a:lnTo>
                  <a:pt x="190190" y="336613"/>
                </a:lnTo>
                <a:lnTo>
                  <a:pt x="197738" y="334899"/>
                </a:lnTo>
                <a:lnTo>
                  <a:pt x="205573" y="332041"/>
                </a:lnTo>
                <a:lnTo>
                  <a:pt x="213550" y="328041"/>
                </a:lnTo>
                <a:lnTo>
                  <a:pt x="213550" y="399669"/>
                </a:lnTo>
                <a:lnTo>
                  <a:pt x="201833" y="403907"/>
                </a:lnTo>
                <a:lnTo>
                  <a:pt x="187249" y="407289"/>
                </a:lnTo>
                <a:lnTo>
                  <a:pt x="169790" y="409527"/>
                </a:lnTo>
                <a:lnTo>
                  <a:pt x="149447" y="41033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15942" y="726090"/>
            <a:ext cx="424180" cy="447040"/>
          </a:xfrm>
          <a:custGeom>
            <a:avLst/>
            <a:gdLst/>
            <a:ahLst/>
            <a:cxnLst/>
            <a:rect l="l" t="t" r="r" b="b"/>
            <a:pathLst>
              <a:path w="424179" h="447040">
                <a:moveTo>
                  <a:pt x="210407" y="446913"/>
                </a:moveTo>
                <a:lnTo>
                  <a:pt x="165791" y="443174"/>
                </a:lnTo>
                <a:lnTo>
                  <a:pt x="125587" y="431863"/>
                </a:lnTo>
                <a:lnTo>
                  <a:pt x="89668" y="412837"/>
                </a:lnTo>
                <a:lnTo>
                  <a:pt x="57912" y="385953"/>
                </a:lnTo>
                <a:lnTo>
                  <a:pt x="32815" y="353901"/>
                </a:lnTo>
                <a:lnTo>
                  <a:pt x="14668" y="317087"/>
                </a:lnTo>
                <a:lnTo>
                  <a:pt x="3690" y="275448"/>
                </a:lnTo>
                <a:lnTo>
                  <a:pt x="0" y="228790"/>
                </a:lnTo>
                <a:lnTo>
                  <a:pt x="3714" y="179888"/>
                </a:lnTo>
                <a:lnTo>
                  <a:pt x="14859" y="135969"/>
                </a:lnTo>
                <a:lnTo>
                  <a:pt x="33432" y="96907"/>
                </a:lnTo>
                <a:lnTo>
                  <a:pt x="59436" y="62579"/>
                </a:lnTo>
                <a:lnTo>
                  <a:pt x="91478" y="35401"/>
                </a:lnTo>
                <a:lnTo>
                  <a:pt x="128254" y="15823"/>
                </a:lnTo>
                <a:lnTo>
                  <a:pt x="169887" y="3978"/>
                </a:lnTo>
                <a:lnTo>
                  <a:pt x="216503" y="0"/>
                </a:lnTo>
                <a:lnTo>
                  <a:pt x="260254" y="3740"/>
                </a:lnTo>
                <a:lnTo>
                  <a:pt x="299835" y="15061"/>
                </a:lnTo>
                <a:lnTo>
                  <a:pt x="335111" y="34115"/>
                </a:lnTo>
                <a:lnTo>
                  <a:pt x="365950" y="61055"/>
                </a:lnTo>
                <a:lnTo>
                  <a:pt x="383787" y="83915"/>
                </a:lnTo>
                <a:lnTo>
                  <a:pt x="213455" y="83915"/>
                </a:lnTo>
                <a:lnTo>
                  <a:pt x="189476" y="86225"/>
                </a:lnTo>
                <a:lnTo>
                  <a:pt x="148947" y="105132"/>
                </a:lnTo>
                <a:lnTo>
                  <a:pt x="119547" y="142913"/>
                </a:lnTo>
                <a:lnTo>
                  <a:pt x="104099" y="193890"/>
                </a:lnTo>
                <a:lnTo>
                  <a:pt x="102108" y="224218"/>
                </a:lnTo>
                <a:lnTo>
                  <a:pt x="104099" y="254563"/>
                </a:lnTo>
                <a:lnTo>
                  <a:pt x="119547" y="304893"/>
                </a:lnTo>
                <a:lnTo>
                  <a:pt x="148709" y="341795"/>
                </a:lnTo>
                <a:lnTo>
                  <a:pt x="188190" y="360768"/>
                </a:lnTo>
                <a:lnTo>
                  <a:pt x="211931" y="363093"/>
                </a:lnTo>
                <a:lnTo>
                  <a:pt x="381028" y="363093"/>
                </a:lnTo>
                <a:lnTo>
                  <a:pt x="364426" y="384429"/>
                </a:lnTo>
                <a:lnTo>
                  <a:pt x="332444" y="411551"/>
                </a:lnTo>
                <a:lnTo>
                  <a:pt x="296025" y="431101"/>
                </a:lnTo>
                <a:lnTo>
                  <a:pt x="255301" y="442936"/>
                </a:lnTo>
                <a:lnTo>
                  <a:pt x="210407" y="446913"/>
                </a:lnTo>
                <a:close/>
              </a:path>
              <a:path w="424179" h="447040">
                <a:moveTo>
                  <a:pt x="381028" y="363093"/>
                </a:moveTo>
                <a:lnTo>
                  <a:pt x="211931" y="363093"/>
                </a:lnTo>
                <a:lnTo>
                  <a:pt x="235687" y="360792"/>
                </a:lnTo>
                <a:lnTo>
                  <a:pt x="256746" y="353901"/>
                </a:lnTo>
                <a:lnTo>
                  <a:pt x="291274" y="326421"/>
                </a:lnTo>
                <a:lnTo>
                  <a:pt x="313182" y="282975"/>
                </a:lnTo>
                <a:lnTo>
                  <a:pt x="320055" y="228790"/>
                </a:lnTo>
                <a:lnTo>
                  <a:pt x="320147" y="224218"/>
                </a:lnTo>
                <a:lnTo>
                  <a:pt x="318516" y="194295"/>
                </a:lnTo>
                <a:lnTo>
                  <a:pt x="304800" y="141651"/>
                </a:lnTo>
                <a:lnTo>
                  <a:pt x="276757" y="104489"/>
                </a:lnTo>
                <a:lnTo>
                  <a:pt x="237211" y="86201"/>
                </a:lnTo>
                <a:lnTo>
                  <a:pt x="213455" y="83915"/>
                </a:lnTo>
                <a:lnTo>
                  <a:pt x="383787" y="83915"/>
                </a:lnTo>
                <a:lnTo>
                  <a:pt x="391127" y="93322"/>
                </a:lnTo>
                <a:lnTo>
                  <a:pt x="409277" y="130599"/>
                </a:lnTo>
                <a:lnTo>
                  <a:pt x="420265" y="172752"/>
                </a:lnTo>
                <a:lnTo>
                  <a:pt x="423957" y="219646"/>
                </a:lnTo>
                <a:lnTo>
                  <a:pt x="420241" y="268566"/>
                </a:lnTo>
                <a:lnTo>
                  <a:pt x="409086" y="312324"/>
                </a:lnTo>
                <a:lnTo>
                  <a:pt x="390484" y="350939"/>
                </a:lnTo>
                <a:lnTo>
                  <a:pt x="381028" y="36309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600854" y="709332"/>
            <a:ext cx="487045" cy="601345"/>
          </a:xfrm>
          <a:custGeom>
            <a:avLst/>
            <a:gdLst/>
            <a:ahLst/>
            <a:cxnLst/>
            <a:rect l="l" t="t" r="r" b="b"/>
            <a:pathLst>
              <a:path w="487045" h="601344">
                <a:moveTo>
                  <a:pt x="321856" y="292887"/>
                </a:moveTo>
                <a:lnTo>
                  <a:pt x="319659" y="260045"/>
                </a:lnTo>
                <a:lnTo>
                  <a:pt x="319532" y="258902"/>
                </a:lnTo>
                <a:lnTo>
                  <a:pt x="313042" y="229184"/>
                </a:lnTo>
                <a:lnTo>
                  <a:pt x="306679" y="213550"/>
                </a:lnTo>
                <a:lnTo>
                  <a:pt x="302475" y="203212"/>
                </a:lnTo>
                <a:lnTo>
                  <a:pt x="296240" y="193738"/>
                </a:lnTo>
                <a:lnTo>
                  <a:pt x="288226" y="181546"/>
                </a:lnTo>
                <a:lnTo>
                  <a:pt x="270510" y="163487"/>
                </a:lnTo>
                <a:lnTo>
                  <a:pt x="249364" y="150596"/>
                </a:lnTo>
                <a:lnTo>
                  <a:pt x="224790" y="142875"/>
                </a:lnTo>
                <a:lnTo>
                  <a:pt x="224218" y="142824"/>
                </a:lnTo>
                <a:lnTo>
                  <a:pt x="224218" y="294411"/>
                </a:lnTo>
                <a:lnTo>
                  <a:pt x="223075" y="316115"/>
                </a:lnTo>
                <a:lnTo>
                  <a:pt x="205930" y="366039"/>
                </a:lnTo>
                <a:lnTo>
                  <a:pt x="170700" y="389077"/>
                </a:lnTo>
                <a:lnTo>
                  <a:pt x="155549" y="390525"/>
                </a:lnTo>
                <a:lnTo>
                  <a:pt x="142417" y="389356"/>
                </a:lnTo>
                <a:lnTo>
                  <a:pt x="103581" y="360641"/>
                </a:lnTo>
                <a:lnTo>
                  <a:pt x="94576" y="321843"/>
                </a:lnTo>
                <a:lnTo>
                  <a:pt x="94576" y="289839"/>
                </a:lnTo>
                <a:lnTo>
                  <a:pt x="104876" y="246037"/>
                </a:lnTo>
                <a:lnTo>
                  <a:pt x="134213" y="218503"/>
                </a:lnTo>
                <a:lnTo>
                  <a:pt x="160121" y="213550"/>
                </a:lnTo>
                <a:lnTo>
                  <a:pt x="174371" y="214744"/>
                </a:lnTo>
                <a:lnTo>
                  <a:pt x="207454" y="234886"/>
                </a:lnTo>
                <a:lnTo>
                  <a:pt x="223100" y="276072"/>
                </a:lnTo>
                <a:lnTo>
                  <a:pt x="224218" y="294411"/>
                </a:lnTo>
                <a:lnTo>
                  <a:pt x="224218" y="142824"/>
                </a:lnTo>
                <a:lnTo>
                  <a:pt x="166446" y="143713"/>
                </a:lnTo>
                <a:lnTo>
                  <a:pt x="116116" y="170561"/>
                </a:lnTo>
                <a:lnTo>
                  <a:pt x="96113" y="193738"/>
                </a:lnTo>
                <a:lnTo>
                  <a:pt x="96113" y="0"/>
                </a:lnTo>
                <a:lnTo>
                  <a:pt x="0" y="0"/>
                </a:lnTo>
                <a:lnTo>
                  <a:pt x="0" y="456057"/>
                </a:lnTo>
                <a:lnTo>
                  <a:pt x="96113" y="456057"/>
                </a:lnTo>
                <a:lnTo>
                  <a:pt x="96113" y="419481"/>
                </a:lnTo>
                <a:lnTo>
                  <a:pt x="112687" y="438607"/>
                </a:lnTo>
                <a:lnTo>
                  <a:pt x="132689" y="452437"/>
                </a:lnTo>
                <a:lnTo>
                  <a:pt x="156159" y="460844"/>
                </a:lnTo>
                <a:lnTo>
                  <a:pt x="183070" y="463677"/>
                </a:lnTo>
                <a:lnTo>
                  <a:pt x="212712" y="460794"/>
                </a:lnTo>
                <a:lnTo>
                  <a:pt x="263436" y="437311"/>
                </a:lnTo>
                <a:lnTo>
                  <a:pt x="299910" y="391553"/>
                </a:lnTo>
                <a:lnTo>
                  <a:pt x="319316" y="329768"/>
                </a:lnTo>
                <a:lnTo>
                  <a:pt x="321856" y="292887"/>
                </a:lnTo>
                <a:close/>
              </a:path>
              <a:path w="487045" h="601344">
                <a:moveTo>
                  <a:pt x="477393" y="147929"/>
                </a:moveTo>
                <a:lnTo>
                  <a:pt x="382803" y="147929"/>
                </a:lnTo>
                <a:lnTo>
                  <a:pt x="382803" y="457581"/>
                </a:lnTo>
                <a:lnTo>
                  <a:pt x="379971" y="488518"/>
                </a:lnTo>
                <a:lnTo>
                  <a:pt x="371563" y="510438"/>
                </a:lnTo>
                <a:lnTo>
                  <a:pt x="357733" y="523468"/>
                </a:lnTo>
                <a:lnTo>
                  <a:pt x="338607" y="527786"/>
                </a:lnTo>
                <a:lnTo>
                  <a:pt x="330314" y="527189"/>
                </a:lnTo>
                <a:lnTo>
                  <a:pt x="321424" y="525310"/>
                </a:lnTo>
                <a:lnTo>
                  <a:pt x="311962" y="521995"/>
                </a:lnTo>
                <a:lnTo>
                  <a:pt x="301942" y="517118"/>
                </a:lnTo>
                <a:lnTo>
                  <a:pt x="301942" y="591883"/>
                </a:lnTo>
                <a:lnTo>
                  <a:pt x="314248" y="595884"/>
                </a:lnTo>
                <a:lnTo>
                  <a:pt x="325996" y="598741"/>
                </a:lnTo>
                <a:lnTo>
                  <a:pt x="337172" y="600456"/>
                </a:lnTo>
                <a:lnTo>
                  <a:pt x="347751" y="601027"/>
                </a:lnTo>
                <a:lnTo>
                  <a:pt x="377761" y="598449"/>
                </a:lnTo>
                <a:lnTo>
                  <a:pt x="425767" y="577837"/>
                </a:lnTo>
                <a:lnTo>
                  <a:pt x="458711" y="537489"/>
                </a:lnTo>
                <a:lnTo>
                  <a:pt x="462661" y="527786"/>
                </a:lnTo>
                <a:lnTo>
                  <a:pt x="469188" y="511771"/>
                </a:lnTo>
                <a:lnTo>
                  <a:pt x="475373" y="482587"/>
                </a:lnTo>
                <a:lnTo>
                  <a:pt x="477393" y="449961"/>
                </a:lnTo>
                <a:lnTo>
                  <a:pt x="477393" y="147929"/>
                </a:lnTo>
                <a:close/>
              </a:path>
              <a:path w="487045" h="601344">
                <a:moveTo>
                  <a:pt x="486537" y="48768"/>
                </a:moveTo>
                <a:lnTo>
                  <a:pt x="471297" y="13716"/>
                </a:lnTo>
                <a:lnTo>
                  <a:pt x="431584" y="1524"/>
                </a:lnTo>
                <a:lnTo>
                  <a:pt x="419595" y="2362"/>
                </a:lnTo>
                <a:lnTo>
                  <a:pt x="385076" y="21120"/>
                </a:lnTo>
                <a:lnTo>
                  <a:pt x="376707" y="48768"/>
                </a:lnTo>
                <a:lnTo>
                  <a:pt x="377596" y="58762"/>
                </a:lnTo>
                <a:lnTo>
                  <a:pt x="399643" y="90792"/>
                </a:lnTo>
                <a:lnTo>
                  <a:pt x="431584" y="99148"/>
                </a:lnTo>
                <a:lnTo>
                  <a:pt x="442709" y="98298"/>
                </a:lnTo>
                <a:lnTo>
                  <a:pt x="477532" y="77990"/>
                </a:lnTo>
                <a:lnTo>
                  <a:pt x="486537" y="4876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140731" y="762672"/>
            <a:ext cx="834390" cy="410845"/>
          </a:xfrm>
          <a:custGeom>
            <a:avLst/>
            <a:gdLst/>
            <a:ahLst/>
            <a:cxnLst/>
            <a:rect l="l" t="t" r="r" b="b"/>
            <a:pathLst>
              <a:path w="834389" h="410844">
                <a:moveTo>
                  <a:pt x="294322" y="234975"/>
                </a:moveTo>
                <a:lnTo>
                  <a:pt x="293027" y="216598"/>
                </a:lnTo>
                <a:lnTo>
                  <a:pt x="93052" y="216598"/>
                </a:lnTo>
                <a:lnTo>
                  <a:pt x="95961" y="203428"/>
                </a:lnTo>
                <a:lnTo>
                  <a:pt x="114388" y="169354"/>
                </a:lnTo>
                <a:lnTo>
                  <a:pt x="152488" y="151066"/>
                </a:lnTo>
                <a:lnTo>
                  <a:pt x="176517" y="155092"/>
                </a:lnTo>
                <a:lnTo>
                  <a:pt x="193687" y="167259"/>
                </a:lnTo>
                <a:lnTo>
                  <a:pt x="204012" y="187718"/>
                </a:lnTo>
                <a:lnTo>
                  <a:pt x="207454" y="216585"/>
                </a:lnTo>
                <a:lnTo>
                  <a:pt x="293027" y="216598"/>
                </a:lnTo>
                <a:lnTo>
                  <a:pt x="292036" y="202590"/>
                </a:lnTo>
                <a:lnTo>
                  <a:pt x="285178" y="173939"/>
                </a:lnTo>
                <a:lnTo>
                  <a:pt x="274802" y="151066"/>
                </a:lnTo>
                <a:lnTo>
                  <a:pt x="273748" y="148729"/>
                </a:lnTo>
                <a:lnTo>
                  <a:pt x="237477" y="108864"/>
                </a:lnTo>
                <a:lnTo>
                  <a:pt x="185483" y="89293"/>
                </a:lnTo>
                <a:lnTo>
                  <a:pt x="154012" y="86956"/>
                </a:lnTo>
                <a:lnTo>
                  <a:pt x="122301" y="89801"/>
                </a:lnTo>
                <a:lnTo>
                  <a:pt x="67398" y="112077"/>
                </a:lnTo>
                <a:lnTo>
                  <a:pt x="24434" y="155879"/>
                </a:lnTo>
                <a:lnTo>
                  <a:pt x="2616" y="216585"/>
                </a:lnTo>
                <a:lnTo>
                  <a:pt x="0" y="253263"/>
                </a:lnTo>
                <a:lnTo>
                  <a:pt x="2565" y="288099"/>
                </a:lnTo>
                <a:lnTo>
                  <a:pt x="23139" y="346367"/>
                </a:lnTo>
                <a:lnTo>
                  <a:pt x="63804" y="387197"/>
                </a:lnTo>
                <a:lnTo>
                  <a:pt x="121615" y="407771"/>
                </a:lnTo>
                <a:lnTo>
                  <a:pt x="157060" y="410337"/>
                </a:lnTo>
                <a:lnTo>
                  <a:pt x="189725" y="408914"/>
                </a:lnTo>
                <a:lnTo>
                  <a:pt x="219062" y="404622"/>
                </a:lnTo>
                <a:lnTo>
                  <a:pt x="245249" y="397484"/>
                </a:lnTo>
                <a:lnTo>
                  <a:pt x="268414" y="387477"/>
                </a:lnTo>
                <a:lnTo>
                  <a:pt x="268414" y="343281"/>
                </a:lnTo>
                <a:lnTo>
                  <a:pt x="268414" y="318808"/>
                </a:lnTo>
                <a:lnTo>
                  <a:pt x="248145" y="329095"/>
                </a:lnTo>
                <a:lnTo>
                  <a:pt x="226301" y="336791"/>
                </a:lnTo>
                <a:lnTo>
                  <a:pt x="203009" y="341617"/>
                </a:lnTo>
                <a:lnTo>
                  <a:pt x="178396" y="343281"/>
                </a:lnTo>
                <a:lnTo>
                  <a:pt x="143230" y="339001"/>
                </a:lnTo>
                <a:lnTo>
                  <a:pt x="117627" y="326275"/>
                </a:lnTo>
                <a:lnTo>
                  <a:pt x="101460" y="305269"/>
                </a:lnTo>
                <a:lnTo>
                  <a:pt x="94576" y="276123"/>
                </a:lnTo>
                <a:lnTo>
                  <a:pt x="294322" y="276123"/>
                </a:lnTo>
                <a:lnTo>
                  <a:pt x="294322" y="234975"/>
                </a:lnTo>
                <a:close/>
              </a:path>
              <a:path w="834389" h="410844">
                <a:moveTo>
                  <a:pt x="585597" y="100672"/>
                </a:moveTo>
                <a:lnTo>
                  <a:pt x="571284" y="94678"/>
                </a:lnTo>
                <a:lnTo>
                  <a:pt x="553402" y="90385"/>
                </a:lnTo>
                <a:lnTo>
                  <a:pt x="531799" y="87820"/>
                </a:lnTo>
                <a:lnTo>
                  <a:pt x="506349" y="86956"/>
                </a:lnTo>
                <a:lnTo>
                  <a:pt x="469176" y="89801"/>
                </a:lnTo>
                <a:lnTo>
                  <a:pt x="405739" y="112077"/>
                </a:lnTo>
                <a:lnTo>
                  <a:pt x="359740" y="156133"/>
                </a:lnTo>
                <a:lnTo>
                  <a:pt x="336816" y="218516"/>
                </a:lnTo>
                <a:lnTo>
                  <a:pt x="333946" y="256311"/>
                </a:lnTo>
                <a:lnTo>
                  <a:pt x="336562" y="288937"/>
                </a:lnTo>
                <a:lnTo>
                  <a:pt x="357809" y="344474"/>
                </a:lnTo>
                <a:lnTo>
                  <a:pt x="401027" y="385902"/>
                </a:lnTo>
                <a:lnTo>
                  <a:pt x="458838" y="407530"/>
                </a:lnTo>
                <a:lnTo>
                  <a:pt x="492633" y="410337"/>
                </a:lnTo>
                <a:lnTo>
                  <a:pt x="520877" y="409194"/>
                </a:lnTo>
                <a:lnTo>
                  <a:pt x="545973" y="405765"/>
                </a:lnTo>
                <a:lnTo>
                  <a:pt x="567639" y="400050"/>
                </a:lnTo>
                <a:lnTo>
                  <a:pt x="585597" y="392049"/>
                </a:lnTo>
                <a:lnTo>
                  <a:pt x="585597" y="314223"/>
                </a:lnTo>
                <a:lnTo>
                  <a:pt x="568426" y="324281"/>
                </a:lnTo>
                <a:lnTo>
                  <a:pt x="551116" y="331457"/>
                </a:lnTo>
                <a:lnTo>
                  <a:pt x="533514" y="335749"/>
                </a:lnTo>
                <a:lnTo>
                  <a:pt x="515493" y="337185"/>
                </a:lnTo>
                <a:lnTo>
                  <a:pt x="496925" y="335749"/>
                </a:lnTo>
                <a:lnTo>
                  <a:pt x="452920" y="314223"/>
                </a:lnTo>
                <a:lnTo>
                  <a:pt x="431482" y="268795"/>
                </a:lnTo>
                <a:lnTo>
                  <a:pt x="430060" y="250215"/>
                </a:lnTo>
                <a:lnTo>
                  <a:pt x="431507" y="229831"/>
                </a:lnTo>
                <a:lnTo>
                  <a:pt x="454444" y="183070"/>
                </a:lnTo>
                <a:lnTo>
                  <a:pt x="499097" y="161632"/>
                </a:lnTo>
                <a:lnTo>
                  <a:pt x="518541" y="160210"/>
                </a:lnTo>
                <a:lnTo>
                  <a:pt x="536524" y="161404"/>
                </a:lnTo>
                <a:lnTo>
                  <a:pt x="553783" y="165163"/>
                </a:lnTo>
                <a:lnTo>
                  <a:pt x="570191" y="171780"/>
                </a:lnTo>
                <a:lnTo>
                  <a:pt x="585597" y="181546"/>
                </a:lnTo>
                <a:lnTo>
                  <a:pt x="585597" y="100672"/>
                </a:lnTo>
                <a:close/>
              </a:path>
              <a:path w="834389" h="410844">
                <a:moveTo>
                  <a:pt x="834199" y="94576"/>
                </a:moveTo>
                <a:lnTo>
                  <a:pt x="764095" y="94576"/>
                </a:lnTo>
                <a:lnTo>
                  <a:pt x="764095" y="0"/>
                </a:lnTo>
                <a:lnTo>
                  <a:pt x="669518" y="27520"/>
                </a:lnTo>
                <a:lnTo>
                  <a:pt x="669518" y="94576"/>
                </a:lnTo>
                <a:lnTo>
                  <a:pt x="620750" y="94576"/>
                </a:lnTo>
                <a:lnTo>
                  <a:pt x="620750" y="164782"/>
                </a:lnTo>
                <a:lnTo>
                  <a:pt x="669518" y="164782"/>
                </a:lnTo>
                <a:lnTo>
                  <a:pt x="669518" y="305079"/>
                </a:lnTo>
                <a:lnTo>
                  <a:pt x="675805" y="351142"/>
                </a:lnTo>
                <a:lnTo>
                  <a:pt x="694664" y="384035"/>
                </a:lnTo>
                <a:lnTo>
                  <a:pt x="726135" y="403758"/>
                </a:lnTo>
                <a:lnTo>
                  <a:pt x="770191" y="410337"/>
                </a:lnTo>
                <a:lnTo>
                  <a:pt x="790486" y="409524"/>
                </a:lnTo>
                <a:lnTo>
                  <a:pt x="807910" y="407289"/>
                </a:lnTo>
                <a:lnTo>
                  <a:pt x="822490" y="403910"/>
                </a:lnTo>
                <a:lnTo>
                  <a:pt x="834199" y="399669"/>
                </a:lnTo>
                <a:lnTo>
                  <a:pt x="834199" y="328041"/>
                </a:lnTo>
                <a:lnTo>
                  <a:pt x="826223" y="332041"/>
                </a:lnTo>
                <a:lnTo>
                  <a:pt x="818388" y="334899"/>
                </a:lnTo>
                <a:lnTo>
                  <a:pt x="810844" y="336613"/>
                </a:lnTo>
                <a:lnTo>
                  <a:pt x="803719" y="337185"/>
                </a:lnTo>
                <a:lnTo>
                  <a:pt x="786599" y="334048"/>
                </a:lnTo>
                <a:lnTo>
                  <a:pt x="774192" y="324751"/>
                </a:lnTo>
                <a:lnTo>
                  <a:pt x="766648" y="309460"/>
                </a:lnTo>
                <a:lnTo>
                  <a:pt x="764095" y="288315"/>
                </a:lnTo>
                <a:lnTo>
                  <a:pt x="764095" y="164782"/>
                </a:lnTo>
                <a:lnTo>
                  <a:pt x="834199" y="164782"/>
                </a:lnTo>
                <a:lnTo>
                  <a:pt x="834199" y="9457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205251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59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584" y="140303"/>
                </a:lnTo>
                <a:lnTo>
                  <a:pt x="91154" y="102584"/>
                </a:lnTo>
                <a:lnTo>
                  <a:pt x="86868" y="80867"/>
                </a:lnTo>
                <a:lnTo>
                  <a:pt x="83820" y="80867"/>
                </a:lnTo>
                <a:lnTo>
                  <a:pt x="87249" y="140541"/>
                </a:lnTo>
                <a:lnTo>
                  <a:pt x="88392" y="192214"/>
                </a:lnTo>
                <a:lnTo>
                  <a:pt x="88392" y="431672"/>
                </a:lnTo>
                <a:lnTo>
                  <a:pt x="0" y="431672"/>
                </a:lnTo>
                <a:lnTo>
                  <a:pt x="0" y="0"/>
                </a:lnTo>
                <a:lnTo>
                  <a:pt x="141827" y="0"/>
                </a:lnTo>
                <a:lnTo>
                  <a:pt x="235401" y="271200"/>
                </a:lnTo>
                <a:lnTo>
                  <a:pt x="239601" y="286226"/>
                </a:lnTo>
                <a:lnTo>
                  <a:pt x="242944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767983" y="709332"/>
            <a:ext cx="697230" cy="464184"/>
          </a:xfrm>
          <a:custGeom>
            <a:avLst/>
            <a:gdLst/>
            <a:ahLst/>
            <a:cxnLst/>
            <a:rect l="l" t="t" r="r" b="b"/>
            <a:pathLst>
              <a:path w="697229" h="464184">
                <a:moveTo>
                  <a:pt x="333946" y="297459"/>
                </a:moveTo>
                <a:lnTo>
                  <a:pt x="331114" y="263690"/>
                </a:lnTo>
                <a:lnTo>
                  <a:pt x="322707" y="233375"/>
                </a:lnTo>
                <a:lnTo>
                  <a:pt x="312496" y="213550"/>
                </a:lnTo>
                <a:lnTo>
                  <a:pt x="308876" y="206502"/>
                </a:lnTo>
                <a:lnTo>
                  <a:pt x="289750" y="183070"/>
                </a:lnTo>
                <a:lnTo>
                  <a:pt x="265988" y="164134"/>
                </a:lnTo>
                <a:lnTo>
                  <a:pt x="238074" y="150787"/>
                </a:lnTo>
                <a:lnTo>
                  <a:pt x="236410" y="150380"/>
                </a:lnTo>
                <a:lnTo>
                  <a:pt x="236410" y="298983"/>
                </a:lnTo>
                <a:lnTo>
                  <a:pt x="232105" y="339013"/>
                </a:lnTo>
                <a:lnTo>
                  <a:pt x="219214" y="367614"/>
                </a:lnTo>
                <a:lnTo>
                  <a:pt x="197751" y="384797"/>
                </a:lnTo>
                <a:lnTo>
                  <a:pt x="167741" y="390525"/>
                </a:lnTo>
                <a:lnTo>
                  <a:pt x="136613" y="385051"/>
                </a:lnTo>
                <a:lnTo>
                  <a:pt x="114198" y="368566"/>
                </a:lnTo>
                <a:lnTo>
                  <a:pt x="100660" y="340944"/>
                </a:lnTo>
                <a:lnTo>
                  <a:pt x="96100" y="302031"/>
                </a:lnTo>
                <a:lnTo>
                  <a:pt x="97269" y="281673"/>
                </a:lnTo>
                <a:lnTo>
                  <a:pt x="115912" y="236410"/>
                </a:lnTo>
                <a:lnTo>
                  <a:pt x="151714" y="214972"/>
                </a:lnTo>
                <a:lnTo>
                  <a:pt x="167741" y="213550"/>
                </a:lnTo>
                <a:lnTo>
                  <a:pt x="197751" y="218960"/>
                </a:lnTo>
                <a:lnTo>
                  <a:pt x="219214" y="235089"/>
                </a:lnTo>
                <a:lnTo>
                  <a:pt x="232105" y="261810"/>
                </a:lnTo>
                <a:lnTo>
                  <a:pt x="236410" y="298983"/>
                </a:lnTo>
                <a:lnTo>
                  <a:pt x="236410" y="150380"/>
                </a:lnTo>
                <a:lnTo>
                  <a:pt x="205879" y="142900"/>
                </a:lnTo>
                <a:lnTo>
                  <a:pt x="169265" y="140296"/>
                </a:lnTo>
                <a:lnTo>
                  <a:pt x="132384" y="142900"/>
                </a:lnTo>
                <a:lnTo>
                  <a:pt x="70599" y="164134"/>
                </a:lnTo>
                <a:lnTo>
                  <a:pt x="25717" y="206806"/>
                </a:lnTo>
                <a:lnTo>
                  <a:pt x="2857" y="266903"/>
                </a:lnTo>
                <a:lnTo>
                  <a:pt x="0" y="303555"/>
                </a:lnTo>
                <a:lnTo>
                  <a:pt x="2832" y="338391"/>
                </a:lnTo>
                <a:lnTo>
                  <a:pt x="25069" y="396659"/>
                </a:lnTo>
                <a:lnTo>
                  <a:pt x="68160" y="438607"/>
                </a:lnTo>
                <a:lnTo>
                  <a:pt x="128714" y="460844"/>
                </a:lnTo>
                <a:lnTo>
                  <a:pt x="164693" y="463677"/>
                </a:lnTo>
                <a:lnTo>
                  <a:pt x="202425" y="460844"/>
                </a:lnTo>
                <a:lnTo>
                  <a:pt x="264210" y="438607"/>
                </a:lnTo>
                <a:lnTo>
                  <a:pt x="308229" y="394843"/>
                </a:lnTo>
                <a:lnTo>
                  <a:pt x="310400" y="390525"/>
                </a:lnTo>
                <a:lnTo>
                  <a:pt x="322516" y="366471"/>
                </a:lnTo>
                <a:lnTo>
                  <a:pt x="331089" y="334098"/>
                </a:lnTo>
                <a:lnTo>
                  <a:pt x="333946" y="297459"/>
                </a:lnTo>
                <a:close/>
              </a:path>
              <a:path w="697229" h="464184">
                <a:moveTo>
                  <a:pt x="696950" y="0"/>
                </a:moveTo>
                <a:lnTo>
                  <a:pt x="603885" y="0"/>
                </a:lnTo>
                <a:lnTo>
                  <a:pt x="603885" y="282219"/>
                </a:lnTo>
                <a:lnTo>
                  <a:pt x="603783" y="308127"/>
                </a:lnTo>
                <a:lnTo>
                  <a:pt x="593598" y="355041"/>
                </a:lnTo>
                <a:lnTo>
                  <a:pt x="564261" y="384797"/>
                </a:lnTo>
                <a:lnTo>
                  <a:pt x="538353" y="390525"/>
                </a:lnTo>
                <a:lnTo>
                  <a:pt x="523455" y="389115"/>
                </a:lnTo>
                <a:lnTo>
                  <a:pt x="491007" y="369087"/>
                </a:lnTo>
                <a:lnTo>
                  <a:pt x="473862" y="325158"/>
                </a:lnTo>
                <a:lnTo>
                  <a:pt x="472719" y="306603"/>
                </a:lnTo>
                <a:lnTo>
                  <a:pt x="473862" y="286016"/>
                </a:lnTo>
                <a:lnTo>
                  <a:pt x="491007" y="237934"/>
                </a:lnTo>
                <a:lnTo>
                  <a:pt x="525602" y="214998"/>
                </a:lnTo>
                <a:lnTo>
                  <a:pt x="539877" y="213550"/>
                </a:lnTo>
                <a:lnTo>
                  <a:pt x="553872" y="214718"/>
                </a:lnTo>
                <a:lnTo>
                  <a:pt x="593598" y="243344"/>
                </a:lnTo>
                <a:lnTo>
                  <a:pt x="603885" y="282219"/>
                </a:lnTo>
                <a:lnTo>
                  <a:pt x="603885" y="0"/>
                </a:lnTo>
                <a:lnTo>
                  <a:pt x="600837" y="0"/>
                </a:lnTo>
                <a:lnTo>
                  <a:pt x="600837" y="183070"/>
                </a:lnTo>
                <a:lnTo>
                  <a:pt x="586244" y="164134"/>
                </a:lnTo>
                <a:lnTo>
                  <a:pt x="567499" y="150787"/>
                </a:lnTo>
                <a:lnTo>
                  <a:pt x="544474" y="142900"/>
                </a:lnTo>
                <a:lnTo>
                  <a:pt x="517017" y="140296"/>
                </a:lnTo>
                <a:lnTo>
                  <a:pt x="487286" y="143167"/>
                </a:lnTo>
                <a:lnTo>
                  <a:pt x="435914" y="166065"/>
                </a:lnTo>
                <a:lnTo>
                  <a:pt x="397929" y="210959"/>
                </a:lnTo>
                <a:lnTo>
                  <a:pt x="379018" y="272097"/>
                </a:lnTo>
                <a:lnTo>
                  <a:pt x="376707" y="308127"/>
                </a:lnTo>
                <a:lnTo>
                  <a:pt x="378980" y="342722"/>
                </a:lnTo>
                <a:lnTo>
                  <a:pt x="396646" y="399935"/>
                </a:lnTo>
                <a:lnTo>
                  <a:pt x="430580" y="440524"/>
                </a:lnTo>
                <a:lnTo>
                  <a:pt x="477342" y="461111"/>
                </a:lnTo>
                <a:lnTo>
                  <a:pt x="504723" y="463677"/>
                </a:lnTo>
                <a:lnTo>
                  <a:pt x="534568" y="460540"/>
                </a:lnTo>
                <a:lnTo>
                  <a:pt x="560247" y="451104"/>
                </a:lnTo>
                <a:lnTo>
                  <a:pt x="582193" y="435381"/>
                </a:lnTo>
                <a:lnTo>
                  <a:pt x="600837" y="413385"/>
                </a:lnTo>
                <a:lnTo>
                  <a:pt x="600837" y="456057"/>
                </a:lnTo>
                <a:lnTo>
                  <a:pt x="696950" y="456057"/>
                </a:lnTo>
                <a:lnTo>
                  <a:pt x="696950" y="413385"/>
                </a:lnTo>
                <a:lnTo>
                  <a:pt x="696950" y="390525"/>
                </a:lnTo>
                <a:lnTo>
                  <a:pt x="696950" y="213550"/>
                </a:lnTo>
                <a:lnTo>
                  <a:pt x="696950" y="183070"/>
                </a:lnTo>
                <a:lnTo>
                  <a:pt x="69695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525893" y="849630"/>
            <a:ext cx="295910" cy="323850"/>
          </a:xfrm>
          <a:custGeom>
            <a:avLst/>
            <a:gdLst/>
            <a:ahLst/>
            <a:cxnLst/>
            <a:rect l="l" t="t" r="r" b="b"/>
            <a:pathLst>
              <a:path w="295909" h="323850">
                <a:moveTo>
                  <a:pt x="157067" y="323373"/>
                </a:moveTo>
                <a:lnTo>
                  <a:pt x="91154" y="313086"/>
                </a:lnTo>
                <a:lnTo>
                  <a:pt x="41243" y="282225"/>
                </a:lnTo>
                <a:lnTo>
                  <a:pt x="10298" y="232267"/>
                </a:lnTo>
                <a:lnTo>
                  <a:pt x="0" y="166306"/>
                </a:lnTo>
                <a:lnTo>
                  <a:pt x="2835" y="129627"/>
                </a:lnTo>
                <a:lnTo>
                  <a:pt x="25114" y="68914"/>
                </a:lnTo>
                <a:lnTo>
                  <a:pt x="68294" y="25114"/>
                </a:lnTo>
                <a:lnTo>
                  <a:pt x="123158" y="2835"/>
                </a:lnTo>
                <a:lnTo>
                  <a:pt x="154019" y="0"/>
                </a:lnTo>
                <a:lnTo>
                  <a:pt x="186364" y="2335"/>
                </a:lnTo>
                <a:lnTo>
                  <a:pt x="238980" y="21900"/>
                </a:lnTo>
                <a:lnTo>
                  <a:pt x="275272" y="61771"/>
                </a:lnTo>
                <a:lnTo>
                  <a:pt x="276330" y="64103"/>
                </a:lnTo>
                <a:lnTo>
                  <a:pt x="154019" y="64103"/>
                </a:lnTo>
                <a:lnTo>
                  <a:pt x="142898" y="65246"/>
                </a:lnTo>
                <a:lnTo>
                  <a:pt x="107013" y="92987"/>
                </a:lnTo>
                <a:lnTo>
                  <a:pt x="94583" y="129635"/>
                </a:lnTo>
                <a:lnTo>
                  <a:pt x="294549" y="129635"/>
                </a:lnTo>
                <a:lnTo>
                  <a:pt x="295846" y="148018"/>
                </a:lnTo>
                <a:lnTo>
                  <a:pt x="295846" y="189166"/>
                </a:lnTo>
                <a:lnTo>
                  <a:pt x="94583" y="189166"/>
                </a:lnTo>
                <a:lnTo>
                  <a:pt x="101704" y="218304"/>
                </a:lnTo>
                <a:lnTo>
                  <a:pt x="118407" y="239315"/>
                </a:lnTo>
                <a:lnTo>
                  <a:pt x="144558" y="252040"/>
                </a:lnTo>
                <a:lnTo>
                  <a:pt x="180022" y="256317"/>
                </a:lnTo>
                <a:lnTo>
                  <a:pt x="268414" y="256317"/>
                </a:lnTo>
                <a:lnTo>
                  <a:pt x="268414" y="300513"/>
                </a:lnTo>
                <a:lnTo>
                  <a:pt x="245886" y="310515"/>
                </a:lnTo>
                <a:lnTo>
                  <a:pt x="219634" y="317658"/>
                </a:lnTo>
                <a:lnTo>
                  <a:pt x="189935" y="321945"/>
                </a:lnTo>
                <a:lnTo>
                  <a:pt x="157067" y="323373"/>
                </a:lnTo>
                <a:close/>
              </a:path>
              <a:path w="295909" h="323850">
                <a:moveTo>
                  <a:pt x="294549" y="129635"/>
                </a:moveTo>
                <a:lnTo>
                  <a:pt x="207453" y="129627"/>
                </a:lnTo>
                <a:lnTo>
                  <a:pt x="204047" y="100750"/>
                </a:lnTo>
                <a:lnTo>
                  <a:pt x="193917" y="80295"/>
                </a:lnTo>
                <a:lnTo>
                  <a:pt x="177196" y="68127"/>
                </a:lnTo>
                <a:lnTo>
                  <a:pt x="154019" y="64103"/>
                </a:lnTo>
                <a:lnTo>
                  <a:pt x="276330" y="64103"/>
                </a:lnTo>
                <a:lnTo>
                  <a:pt x="286702" y="86975"/>
                </a:lnTo>
                <a:lnTo>
                  <a:pt x="293560" y="115626"/>
                </a:lnTo>
                <a:lnTo>
                  <a:pt x="294549" y="129635"/>
                </a:lnTo>
                <a:close/>
              </a:path>
              <a:path w="295909" h="323850">
                <a:moveTo>
                  <a:pt x="268414" y="256317"/>
                </a:moveTo>
                <a:lnTo>
                  <a:pt x="180022" y="256317"/>
                </a:lnTo>
                <a:lnTo>
                  <a:pt x="204335" y="254649"/>
                </a:lnTo>
                <a:lnTo>
                  <a:pt x="227076" y="249828"/>
                </a:lnTo>
                <a:lnTo>
                  <a:pt x="248388" y="242132"/>
                </a:lnTo>
                <a:lnTo>
                  <a:pt x="268414" y="231838"/>
                </a:lnTo>
                <a:lnTo>
                  <a:pt x="268414" y="25631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877556" y="707136"/>
            <a:ext cx="97790" cy="459105"/>
          </a:xfrm>
          <a:custGeom>
            <a:avLst/>
            <a:gdLst/>
            <a:ahLst/>
            <a:cxnLst/>
            <a:rect l="l" t="t" r="r" b="b"/>
            <a:pathLst>
              <a:path w="97790" h="459105">
                <a:moveTo>
                  <a:pt x="97536" y="458724"/>
                </a:moveTo>
                <a:lnTo>
                  <a:pt x="0" y="458724"/>
                </a:lnTo>
                <a:lnTo>
                  <a:pt x="0" y="0"/>
                </a:lnTo>
                <a:lnTo>
                  <a:pt x="97536" y="0"/>
                </a:lnTo>
                <a:lnTo>
                  <a:pt x="97536" y="45872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332738" y="1929676"/>
            <a:ext cx="591820" cy="325120"/>
          </a:xfrm>
          <a:custGeom>
            <a:avLst/>
            <a:gdLst/>
            <a:ahLst/>
            <a:cxnLst/>
            <a:rect l="l" t="t" r="r" b="b"/>
            <a:pathLst>
              <a:path w="591819" h="325119">
                <a:moveTo>
                  <a:pt x="253072" y="158584"/>
                </a:moveTo>
                <a:lnTo>
                  <a:pt x="248488" y="111810"/>
                </a:lnTo>
                <a:lnTo>
                  <a:pt x="234721" y="73634"/>
                </a:lnTo>
                <a:lnTo>
                  <a:pt x="214972" y="48209"/>
                </a:lnTo>
                <a:lnTo>
                  <a:pt x="214972" y="160108"/>
                </a:lnTo>
                <a:lnTo>
                  <a:pt x="212712" y="188417"/>
                </a:lnTo>
                <a:lnTo>
                  <a:pt x="195046" y="235216"/>
                </a:lnTo>
                <a:lnTo>
                  <a:pt x="161061" y="268058"/>
                </a:lnTo>
                <a:lnTo>
                  <a:pt x="113017" y="284683"/>
                </a:lnTo>
                <a:lnTo>
                  <a:pt x="83820" y="286702"/>
                </a:lnTo>
                <a:lnTo>
                  <a:pt x="38100" y="286702"/>
                </a:lnTo>
                <a:lnTo>
                  <a:pt x="38100" y="38100"/>
                </a:lnTo>
                <a:lnTo>
                  <a:pt x="86868" y="38100"/>
                </a:lnTo>
                <a:lnTo>
                  <a:pt x="142925" y="45796"/>
                </a:lnTo>
                <a:lnTo>
                  <a:pt x="182956" y="68783"/>
                </a:lnTo>
                <a:lnTo>
                  <a:pt x="206971" y="106934"/>
                </a:lnTo>
                <a:lnTo>
                  <a:pt x="214972" y="160108"/>
                </a:lnTo>
                <a:lnTo>
                  <a:pt x="214972" y="48209"/>
                </a:lnTo>
                <a:lnTo>
                  <a:pt x="179438" y="22923"/>
                </a:lnTo>
                <a:lnTo>
                  <a:pt x="137833" y="10299"/>
                </a:lnTo>
                <a:lnTo>
                  <a:pt x="86868" y="6096"/>
                </a:lnTo>
                <a:lnTo>
                  <a:pt x="0" y="6096"/>
                </a:lnTo>
                <a:lnTo>
                  <a:pt x="0" y="320319"/>
                </a:lnTo>
                <a:lnTo>
                  <a:pt x="83820" y="320319"/>
                </a:lnTo>
                <a:lnTo>
                  <a:pt x="153619" y="309079"/>
                </a:lnTo>
                <a:lnTo>
                  <a:pt x="193522" y="286702"/>
                </a:lnTo>
                <a:lnTo>
                  <a:pt x="227355" y="251701"/>
                </a:lnTo>
                <a:lnTo>
                  <a:pt x="250215" y="193268"/>
                </a:lnTo>
                <a:lnTo>
                  <a:pt x="253072" y="158584"/>
                </a:lnTo>
                <a:close/>
              </a:path>
              <a:path w="591819" h="325119">
                <a:moveTo>
                  <a:pt x="591693" y="158584"/>
                </a:moveTo>
                <a:lnTo>
                  <a:pt x="589140" y="124853"/>
                </a:lnTo>
                <a:lnTo>
                  <a:pt x="581596" y="94538"/>
                </a:lnTo>
                <a:lnTo>
                  <a:pt x="569188" y="67640"/>
                </a:lnTo>
                <a:lnTo>
                  <a:pt x="553593" y="46291"/>
                </a:lnTo>
                <a:lnTo>
                  <a:pt x="553593" y="163156"/>
                </a:lnTo>
                <a:lnTo>
                  <a:pt x="551611" y="192125"/>
                </a:lnTo>
                <a:lnTo>
                  <a:pt x="536181" y="239128"/>
                </a:lnTo>
                <a:lnTo>
                  <a:pt x="506742" y="272630"/>
                </a:lnTo>
                <a:lnTo>
                  <a:pt x="466217" y="289255"/>
                </a:lnTo>
                <a:lnTo>
                  <a:pt x="442239" y="291274"/>
                </a:lnTo>
                <a:lnTo>
                  <a:pt x="418477" y="289229"/>
                </a:lnTo>
                <a:lnTo>
                  <a:pt x="378942" y="271983"/>
                </a:lnTo>
                <a:lnTo>
                  <a:pt x="349770" y="237413"/>
                </a:lnTo>
                <a:lnTo>
                  <a:pt x="334391" y="190601"/>
                </a:lnTo>
                <a:lnTo>
                  <a:pt x="332409" y="163156"/>
                </a:lnTo>
                <a:lnTo>
                  <a:pt x="334416" y="135115"/>
                </a:lnTo>
                <a:lnTo>
                  <a:pt x="350418" y="88112"/>
                </a:lnTo>
                <a:lnTo>
                  <a:pt x="380669" y="53454"/>
                </a:lnTo>
                <a:lnTo>
                  <a:pt x="420649" y="35788"/>
                </a:lnTo>
                <a:lnTo>
                  <a:pt x="443763" y="33528"/>
                </a:lnTo>
                <a:lnTo>
                  <a:pt x="468388" y="35547"/>
                </a:lnTo>
                <a:lnTo>
                  <a:pt x="508482" y="52171"/>
                </a:lnTo>
                <a:lnTo>
                  <a:pt x="536829" y="85928"/>
                </a:lnTo>
                <a:lnTo>
                  <a:pt x="551637" y="133997"/>
                </a:lnTo>
                <a:lnTo>
                  <a:pt x="553593" y="163156"/>
                </a:lnTo>
                <a:lnTo>
                  <a:pt x="553593" y="46291"/>
                </a:lnTo>
                <a:lnTo>
                  <a:pt x="552069" y="44196"/>
                </a:lnTo>
                <a:lnTo>
                  <a:pt x="539877" y="33528"/>
                </a:lnTo>
                <a:lnTo>
                  <a:pt x="530225" y="25069"/>
                </a:lnTo>
                <a:lnTo>
                  <a:pt x="505688" y="11239"/>
                </a:lnTo>
                <a:lnTo>
                  <a:pt x="478028" y="2832"/>
                </a:lnTo>
                <a:lnTo>
                  <a:pt x="446811" y="0"/>
                </a:lnTo>
                <a:lnTo>
                  <a:pt x="413296" y="2857"/>
                </a:lnTo>
                <a:lnTo>
                  <a:pt x="357771" y="25717"/>
                </a:lnTo>
                <a:lnTo>
                  <a:pt x="317461" y="69684"/>
                </a:lnTo>
                <a:lnTo>
                  <a:pt x="296887" y="130238"/>
                </a:lnTo>
                <a:lnTo>
                  <a:pt x="294309" y="166204"/>
                </a:lnTo>
                <a:lnTo>
                  <a:pt x="296862" y="199986"/>
                </a:lnTo>
                <a:lnTo>
                  <a:pt x="316814" y="257175"/>
                </a:lnTo>
                <a:lnTo>
                  <a:pt x="355993" y="299783"/>
                </a:lnTo>
                <a:lnTo>
                  <a:pt x="409841" y="322059"/>
                </a:lnTo>
                <a:lnTo>
                  <a:pt x="442239" y="324891"/>
                </a:lnTo>
                <a:lnTo>
                  <a:pt x="474573" y="322059"/>
                </a:lnTo>
                <a:lnTo>
                  <a:pt x="503212" y="313651"/>
                </a:lnTo>
                <a:lnTo>
                  <a:pt x="528434" y="299783"/>
                </a:lnTo>
                <a:lnTo>
                  <a:pt x="538238" y="291274"/>
                </a:lnTo>
                <a:lnTo>
                  <a:pt x="550545" y="280606"/>
                </a:lnTo>
                <a:lnTo>
                  <a:pt x="568540" y="255981"/>
                </a:lnTo>
                <a:lnTo>
                  <a:pt x="581406" y="227634"/>
                </a:lnTo>
                <a:lnTo>
                  <a:pt x="589114" y="195275"/>
                </a:lnTo>
                <a:lnTo>
                  <a:pt x="591693" y="1585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985486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8" y="41148"/>
                </a:lnTo>
                <a:lnTo>
                  <a:pt x="35052" y="41148"/>
                </a:lnTo>
                <a:lnTo>
                  <a:pt x="35290" y="51984"/>
                </a:lnTo>
                <a:lnTo>
                  <a:pt x="35862" y="67722"/>
                </a:lnTo>
                <a:lnTo>
                  <a:pt x="36337" y="83407"/>
                </a:lnTo>
                <a:lnTo>
                  <a:pt x="36558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8" y="41148"/>
                </a:lnTo>
                <a:lnTo>
                  <a:pt x="144875" y="218122"/>
                </a:lnTo>
                <a:lnTo>
                  <a:pt x="150256" y="229862"/>
                </a:lnTo>
                <a:lnTo>
                  <a:pt x="154781" y="240030"/>
                </a:lnTo>
                <a:lnTo>
                  <a:pt x="158162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2479535" y="1874710"/>
            <a:ext cx="2672080" cy="433705"/>
          </a:xfrm>
          <a:custGeom>
            <a:avLst/>
            <a:gdLst/>
            <a:ahLst/>
            <a:cxnLst/>
            <a:rect l="l" t="t" r="r" b="b"/>
            <a:pathLst>
              <a:path w="2672079" h="433705">
                <a:moveTo>
                  <a:pt x="428536" y="387489"/>
                </a:moveTo>
                <a:lnTo>
                  <a:pt x="368998" y="369773"/>
                </a:lnTo>
                <a:lnTo>
                  <a:pt x="318338" y="351053"/>
                </a:lnTo>
                <a:lnTo>
                  <a:pt x="285102" y="335572"/>
                </a:lnTo>
                <a:lnTo>
                  <a:pt x="276275" y="331470"/>
                </a:lnTo>
                <a:lnTo>
                  <a:pt x="242519" y="311188"/>
                </a:lnTo>
                <a:lnTo>
                  <a:pt x="262661" y="288328"/>
                </a:lnTo>
                <a:lnTo>
                  <a:pt x="271411" y="278409"/>
                </a:lnTo>
                <a:lnTo>
                  <a:pt x="295910" y="242087"/>
                </a:lnTo>
                <a:lnTo>
                  <a:pt x="316026" y="202031"/>
                </a:lnTo>
                <a:lnTo>
                  <a:pt x="331762" y="158026"/>
                </a:lnTo>
                <a:lnTo>
                  <a:pt x="343103" y="109829"/>
                </a:lnTo>
                <a:lnTo>
                  <a:pt x="423964" y="109829"/>
                </a:lnTo>
                <a:lnTo>
                  <a:pt x="423964" y="77825"/>
                </a:lnTo>
                <a:lnTo>
                  <a:pt x="306527" y="77825"/>
                </a:lnTo>
                <a:lnTo>
                  <a:pt x="306527" y="109829"/>
                </a:lnTo>
                <a:lnTo>
                  <a:pt x="293331" y="163029"/>
                </a:lnTo>
                <a:lnTo>
                  <a:pt x="274129" y="210515"/>
                </a:lnTo>
                <a:lnTo>
                  <a:pt x="248615" y="252272"/>
                </a:lnTo>
                <a:lnTo>
                  <a:pt x="216509" y="288328"/>
                </a:lnTo>
                <a:lnTo>
                  <a:pt x="182245" y="250558"/>
                </a:lnTo>
                <a:lnTo>
                  <a:pt x="154978" y="208229"/>
                </a:lnTo>
                <a:lnTo>
                  <a:pt x="134861" y="161315"/>
                </a:lnTo>
                <a:lnTo>
                  <a:pt x="122021" y="109829"/>
                </a:lnTo>
                <a:lnTo>
                  <a:pt x="306527" y="109829"/>
                </a:lnTo>
                <a:lnTo>
                  <a:pt x="306527" y="77825"/>
                </a:lnTo>
                <a:lnTo>
                  <a:pt x="218033" y="77825"/>
                </a:lnTo>
                <a:lnTo>
                  <a:pt x="250139" y="61061"/>
                </a:lnTo>
                <a:lnTo>
                  <a:pt x="238404" y="41617"/>
                </a:lnTo>
                <a:lnTo>
                  <a:pt x="220052" y="10820"/>
                </a:lnTo>
                <a:lnTo>
                  <a:pt x="213461" y="0"/>
                </a:lnTo>
                <a:lnTo>
                  <a:pt x="179933" y="15240"/>
                </a:lnTo>
                <a:lnTo>
                  <a:pt x="186486" y="26733"/>
                </a:lnTo>
                <a:lnTo>
                  <a:pt x="194602" y="40817"/>
                </a:lnTo>
                <a:lnTo>
                  <a:pt x="204152" y="57759"/>
                </a:lnTo>
                <a:lnTo>
                  <a:pt x="214985" y="77825"/>
                </a:lnTo>
                <a:lnTo>
                  <a:pt x="4584" y="77825"/>
                </a:lnTo>
                <a:lnTo>
                  <a:pt x="4584" y="109829"/>
                </a:lnTo>
                <a:lnTo>
                  <a:pt x="86969" y="109829"/>
                </a:lnTo>
                <a:lnTo>
                  <a:pt x="97726" y="154508"/>
                </a:lnTo>
                <a:lnTo>
                  <a:pt x="113372" y="196989"/>
                </a:lnTo>
                <a:lnTo>
                  <a:pt x="133718" y="237261"/>
                </a:lnTo>
                <a:lnTo>
                  <a:pt x="158508" y="275336"/>
                </a:lnTo>
                <a:lnTo>
                  <a:pt x="187553" y="311188"/>
                </a:lnTo>
                <a:lnTo>
                  <a:pt x="152463" y="333514"/>
                </a:lnTo>
                <a:lnTo>
                  <a:pt x="109207" y="354863"/>
                </a:lnTo>
                <a:lnTo>
                  <a:pt x="58242" y="375348"/>
                </a:lnTo>
                <a:lnTo>
                  <a:pt x="0" y="395109"/>
                </a:lnTo>
                <a:lnTo>
                  <a:pt x="6845" y="403987"/>
                </a:lnTo>
                <a:lnTo>
                  <a:pt x="13538" y="412445"/>
                </a:lnTo>
                <a:lnTo>
                  <a:pt x="19939" y="420611"/>
                </a:lnTo>
                <a:lnTo>
                  <a:pt x="25920" y="428637"/>
                </a:lnTo>
                <a:lnTo>
                  <a:pt x="86575" y="404888"/>
                </a:lnTo>
                <a:lnTo>
                  <a:pt x="138201" y="381571"/>
                </a:lnTo>
                <a:lnTo>
                  <a:pt x="180962" y="358508"/>
                </a:lnTo>
                <a:lnTo>
                  <a:pt x="214985" y="335572"/>
                </a:lnTo>
                <a:lnTo>
                  <a:pt x="248754" y="359105"/>
                </a:lnTo>
                <a:lnTo>
                  <a:pt x="290525" y="381762"/>
                </a:lnTo>
                <a:lnTo>
                  <a:pt x="340283" y="403821"/>
                </a:lnTo>
                <a:lnTo>
                  <a:pt x="398056" y="425589"/>
                </a:lnTo>
                <a:lnTo>
                  <a:pt x="403466" y="417271"/>
                </a:lnTo>
                <a:lnTo>
                  <a:pt x="410438" y="408254"/>
                </a:lnTo>
                <a:lnTo>
                  <a:pt x="418846" y="398360"/>
                </a:lnTo>
                <a:lnTo>
                  <a:pt x="428536" y="387489"/>
                </a:lnTo>
                <a:close/>
              </a:path>
              <a:path w="2672079" h="433705">
                <a:moveTo>
                  <a:pt x="622185" y="240982"/>
                </a:moveTo>
                <a:lnTo>
                  <a:pt x="587121" y="205930"/>
                </a:lnTo>
                <a:lnTo>
                  <a:pt x="571881" y="190690"/>
                </a:lnTo>
                <a:lnTo>
                  <a:pt x="558165" y="176974"/>
                </a:lnTo>
                <a:lnTo>
                  <a:pt x="544449" y="190690"/>
                </a:lnTo>
                <a:lnTo>
                  <a:pt x="544449" y="123545"/>
                </a:lnTo>
                <a:lnTo>
                  <a:pt x="605421" y="123545"/>
                </a:lnTo>
                <a:lnTo>
                  <a:pt x="605421" y="94589"/>
                </a:lnTo>
                <a:lnTo>
                  <a:pt x="544449" y="94589"/>
                </a:lnTo>
                <a:lnTo>
                  <a:pt x="544449" y="6096"/>
                </a:lnTo>
                <a:lnTo>
                  <a:pt x="512445" y="6096"/>
                </a:lnTo>
                <a:lnTo>
                  <a:pt x="512445" y="94589"/>
                </a:lnTo>
                <a:lnTo>
                  <a:pt x="445300" y="94589"/>
                </a:lnTo>
                <a:lnTo>
                  <a:pt x="445300" y="123545"/>
                </a:lnTo>
                <a:lnTo>
                  <a:pt x="510921" y="123545"/>
                </a:lnTo>
                <a:lnTo>
                  <a:pt x="497128" y="167894"/>
                </a:lnTo>
                <a:lnTo>
                  <a:pt x="480936" y="209359"/>
                </a:lnTo>
                <a:lnTo>
                  <a:pt x="462178" y="247980"/>
                </a:lnTo>
                <a:lnTo>
                  <a:pt x="440728" y="283756"/>
                </a:lnTo>
                <a:lnTo>
                  <a:pt x="445033" y="293141"/>
                </a:lnTo>
                <a:lnTo>
                  <a:pt x="448919" y="302806"/>
                </a:lnTo>
                <a:lnTo>
                  <a:pt x="452513" y="312470"/>
                </a:lnTo>
                <a:lnTo>
                  <a:pt x="455968" y="321856"/>
                </a:lnTo>
                <a:lnTo>
                  <a:pt x="471424" y="297332"/>
                </a:lnTo>
                <a:lnTo>
                  <a:pt x="485889" y="269646"/>
                </a:lnTo>
                <a:lnTo>
                  <a:pt x="499516" y="239090"/>
                </a:lnTo>
                <a:lnTo>
                  <a:pt x="512445" y="205930"/>
                </a:lnTo>
                <a:lnTo>
                  <a:pt x="512445" y="431685"/>
                </a:lnTo>
                <a:lnTo>
                  <a:pt x="544449" y="431685"/>
                </a:lnTo>
                <a:lnTo>
                  <a:pt x="544449" y="205930"/>
                </a:lnTo>
                <a:lnTo>
                  <a:pt x="557885" y="220802"/>
                </a:lnTo>
                <a:lnTo>
                  <a:pt x="570738" y="235661"/>
                </a:lnTo>
                <a:lnTo>
                  <a:pt x="583031" y="250558"/>
                </a:lnTo>
                <a:lnTo>
                  <a:pt x="594753" y="265468"/>
                </a:lnTo>
                <a:lnTo>
                  <a:pt x="622185" y="240982"/>
                </a:lnTo>
                <a:close/>
              </a:path>
              <a:path w="2672079" h="433705">
                <a:moveTo>
                  <a:pt x="687806" y="120497"/>
                </a:moveTo>
                <a:lnTo>
                  <a:pt x="672680" y="96761"/>
                </a:lnTo>
                <a:lnTo>
                  <a:pt x="657123" y="73431"/>
                </a:lnTo>
                <a:lnTo>
                  <a:pt x="641261" y="50380"/>
                </a:lnTo>
                <a:lnTo>
                  <a:pt x="625233" y="27432"/>
                </a:lnTo>
                <a:lnTo>
                  <a:pt x="597801" y="45821"/>
                </a:lnTo>
                <a:lnTo>
                  <a:pt x="613511" y="68948"/>
                </a:lnTo>
                <a:lnTo>
                  <a:pt x="628662" y="92494"/>
                </a:lnTo>
                <a:lnTo>
                  <a:pt x="643267" y="116332"/>
                </a:lnTo>
                <a:lnTo>
                  <a:pt x="657326" y="140309"/>
                </a:lnTo>
                <a:lnTo>
                  <a:pt x="687806" y="120497"/>
                </a:lnTo>
                <a:close/>
              </a:path>
              <a:path w="2672079" h="433705">
                <a:moveTo>
                  <a:pt x="863168" y="164782"/>
                </a:moveTo>
                <a:lnTo>
                  <a:pt x="751814" y="164782"/>
                </a:lnTo>
                <a:lnTo>
                  <a:pt x="751814" y="6096"/>
                </a:lnTo>
                <a:lnTo>
                  <a:pt x="718286" y="6096"/>
                </a:lnTo>
                <a:lnTo>
                  <a:pt x="718286" y="164782"/>
                </a:lnTo>
                <a:lnTo>
                  <a:pt x="606945" y="164782"/>
                </a:lnTo>
                <a:lnTo>
                  <a:pt x="606945" y="195262"/>
                </a:lnTo>
                <a:lnTo>
                  <a:pt x="829640" y="195262"/>
                </a:lnTo>
                <a:lnTo>
                  <a:pt x="829640" y="270040"/>
                </a:lnTo>
                <a:lnTo>
                  <a:pt x="614565" y="270040"/>
                </a:lnTo>
                <a:lnTo>
                  <a:pt x="614565" y="300520"/>
                </a:lnTo>
                <a:lnTo>
                  <a:pt x="829640" y="300520"/>
                </a:lnTo>
                <a:lnTo>
                  <a:pt x="829640" y="376809"/>
                </a:lnTo>
                <a:lnTo>
                  <a:pt x="594753" y="376809"/>
                </a:lnTo>
                <a:lnTo>
                  <a:pt x="594753" y="408825"/>
                </a:lnTo>
                <a:lnTo>
                  <a:pt x="829640" y="408825"/>
                </a:lnTo>
                <a:lnTo>
                  <a:pt x="829640" y="433209"/>
                </a:lnTo>
                <a:lnTo>
                  <a:pt x="863168" y="433209"/>
                </a:lnTo>
                <a:lnTo>
                  <a:pt x="863168" y="164782"/>
                </a:lnTo>
                <a:close/>
              </a:path>
              <a:path w="2672079" h="433705">
                <a:moveTo>
                  <a:pt x="876884" y="45821"/>
                </a:moveTo>
                <a:lnTo>
                  <a:pt x="844880" y="27432"/>
                </a:lnTo>
                <a:lnTo>
                  <a:pt x="830872" y="53187"/>
                </a:lnTo>
                <a:lnTo>
                  <a:pt x="816305" y="77622"/>
                </a:lnTo>
                <a:lnTo>
                  <a:pt x="801154" y="100609"/>
                </a:lnTo>
                <a:lnTo>
                  <a:pt x="785444" y="122021"/>
                </a:lnTo>
                <a:lnTo>
                  <a:pt x="814400" y="141833"/>
                </a:lnTo>
                <a:lnTo>
                  <a:pt x="829449" y="120497"/>
                </a:lnTo>
                <a:lnTo>
                  <a:pt x="845070" y="97256"/>
                </a:lnTo>
                <a:lnTo>
                  <a:pt x="860894" y="72390"/>
                </a:lnTo>
                <a:lnTo>
                  <a:pt x="876884" y="45821"/>
                </a:lnTo>
                <a:close/>
              </a:path>
              <a:path w="2672079" h="433705">
                <a:moveTo>
                  <a:pt x="1101102" y="357009"/>
                </a:moveTo>
                <a:lnTo>
                  <a:pt x="1066761" y="306438"/>
                </a:lnTo>
                <a:lnTo>
                  <a:pt x="1056652" y="291376"/>
                </a:lnTo>
                <a:lnTo>
                  <a:pt x="1049578" y="280822"/>
                </a:lnTo>
                <a:lnTo>
                  <a:pt x="1032421" y="254800"/>
                </a:lnTo>
                <a:lnTo>
                  <a:pt x="1045095" y="222707"/>
                </a:lnTo>
                <a:lnTo>
                  <a:pt x="1048156" y="214972"/>
                </a:lnTo>
                <a:lnTo>
                  <a:pt x="1061046" y="173177"/>
                </a:lnTo>
                <a:lnTo>
                  <a:pt x="1071079" y="129082"/>
                </a:lnTo>
                <a:lnTo>
                  <a:pt x="1078242" y="82397"/>
                </a:lnTo>
                <a:lnTo>
                  <a:pt x="1078242" y="50393"/>
                </a:lnTo>
                <a:lnTo>
                  <a:pt x="905827" y="50393"/>
                </a:lnTo>
                <a:lnTo>
                  <a:pt x="905827" y="83921"/>
                </a:lnTo>
                <a:lnTo>
                  <a:pt x="1043089" y="83921"/>
                </a:lnTo>
                <a:lnTo>
                  <a:pt x="1038275" y="120827"/>
                </a:lnTo>
                <a:lnTo>
                  <a:pt x="1030897" y="156171"/>
                </a:lnTo>
                <a:lnTo>
                  <a:pt x="1021232" y="190080"/>
                </a:lnTo>
                <a:lnTo>
                  <a:pt x="1009561" y="222707"/>
                </a:lnTo>
                <a:lnTo>
                  <a:pt x="991920" y="196392"/>
                </a:lnTo>
                <a:lnTo>
                  <a:pt x="954913" y="143154"/>
                </a:lnTo>
                <a:lnTo>
                  <a:pt x="936409" y="115925"/>
                </a:lnTo>
                <a:lnTo>
                  <a:pt x="910399" y="134213"/>
                </a:lnTo>
                <a:lnTo>
                  <a:pt x="931037" y="165366"/>
                </a:lnTo>
                <a:lnTo>
                  <a:pt x="972223" y="228219"/>
                </a:lnTo>
                <a:lnTo>
                  <a:pt x="992797" y="259372"/>
                </a:lnTo>
                <a:lnTo>
                  <a:pt x="972820" y="293928"/>
                </a:lnTo>
                <a:lnTo>
                  <a:pt x="949540" y="326631"/>
                </a:lnTo>
                <a:lnTo>
                  <a:pt x="923099" y="357352"/>
                </a:lnTo>
                <a:lnTo>
                  <a:pt x="893635" y="385965"/>
                </a:lnTo>
                <a:lnTo>
                  <a:pt x="899337" y="394817"/>
                </a:lnTo>
                <a:lnTo>
                  <a:pt x="904875" y="403110"/>
                </a:lnTo>
                <a:lnTo>
                  <a:pt x="910145" y="410819"/>
                </a:lnTo>
                <a:lnTo>
                  <a:pt x="914971" y="417969"/>
                </a:lnTo>
                <a:lnTo>
                  <a:pt x="943584" y="389394"/>
                </a:lnTo>
                <a:lnTo>
                  <a:pt x="969733" y="358673"/>
                </a:lnTo>
                <a:lnTo>
                  <a:pt x="993292" y="325945"/>
                </a:lnTo>
                <a:lnTo>
                  <a:pt x="1014133" y="291376"/>
                </a:lnTo>
                <a:lnTo>
                  <a:pt x="1069098" y="378345"/>
                </a:lnTo>
                <a:lnTo>
                  <a:pt x="1101102" y="357009"/>
                </a:lnTo>
                <a:close/>
              </a:path>
              <a:path w="2672079" h="433705">
                <a:moveTo>
                  <a:pt x="1195679" y="270040"/>
                </a:moveTo>
                <a:lnTo>
                  <a:pt x="1181366" y="245694"/>
                </a:lnTo>
                <a:lnTo>
                  <a:pt x="1166063" y="220802"/>
                </a:lnTo>
                <a:lnTo>
                  <a:pt x="1149934" y="195364"/>
                </a:lnTo>
                <a:lnTo>
                  <a:pt x="1133106" y="169367"/>
                </a:lnTo>
                <a:lnTo>
                  <a:pt x="1104150" y="186131"/>
                </a:lnTo>
                <a:lnTo>
                  <a:pt x="1119835" y="213042"/>
                </a:lnTo>
                <a:lnTo>
                  <a:pt x="1134821" y="239128"/>
                </a:lnTo>
                <a:lnTo>
                  <a:pt x="1148930" y="264642"/>
                </a:lnTo>
                <a:lnTo>
                  <a:pt x="1162062" y="289852"/>
                </a:lnTo>
                <a:lnTo>
                  <a:pt x="1195679" y="270040"/>
                </a:lnTo>
                <a:close/>
              </a:path>
              <a:path w="2672079" h="433705">
                <a:moveTo>
                  <a:pt x="1331315" y="97637"/>
                </a:moveTo>
                <a:lnTo>
                  <a:pt x="1277975" y="97637"/>
                </a:lnTo>
                <a:lnTo>
                  <a:pt x="1277975" y="4572"/>
                </a:lnTo>
                <a:lnTo>
                  <a:pt x="1241399" y="4572"/>
                </a:lnTo>
                <a:lnTo>
                  <a:pt x="1241399" y="97637"/>
                </a:lnTo>
                <a:lnTo>
                  <a:pt x="1096530" y="97637"/>
                </a:lnTo>
                <a:lnTo>
                  <a:pt x="1096530" y="131165"/>
                </a:lnTo>
                <a:lnTo>
                  <a:pt x="1241399" y="131165"/>
                </a:lnTo>
                <a:lnTo>
                  <a:pt x="1241399" y="355485"/>
                </a:lnTo>
                <a:lnTo>
                  <a:pt x="1239405" y="369722"/>
                </a:lnTo>
                <a:lnTo>
                  <a:pt x="1233398" y="380250"/>
                </a:lnTo>
                <a:lnTo>
                  <a:pt x="1223403" y="386765"/>
                </a:lnTo>
                <a:lnTo>
                  <a:pt x="1209395" y="389013"/>
                </a:lnTo>
                <a:lnTo>
                  <a:pt x="1196784" y="388721"/>
                </a:lnTo>
                <a:lnTo>
                  <a:pt x="1181722" y="387870"/>
                </a:lnTo>
                <a:lnTo>
                  <a:pt x="1164094" y="386435"/>
                </a:lnTo>
                <a:lnTo>
                  <a:pt x="1143774" y="384441"/>
                </a:lnTo>
                <a:lnTo>
                  <a:pt x="1145794" y="395554"/>
                </a:lnTo>
                <a:lnTo>
                  <a:pt x="1147394" y="405968"/>
                </a:lnTo>
                <a:lnTo>
                  <a:pt x="1149870" y="424065"/>
                </a:lnTo>
                <a:lnTo>
                  <a:pt x="1215491" y="424065"/>
                </a:lnTo>
                <a:lnTo>
                  <a:pt x="1242618" y="420077"/>
                </a:lnTo>
                <a:lnTo>
                  <a:pt x="1262164" y="408254"/>
                </a:lnTo>
                <a:lnTo>
                  <a:pt x="1273810" y="389013"/>
                </a:lnTo>
                <a:lnTo>
                  <a:pt x="1273987" y="388721"/>
                </a:lnTo>
                <a:lnTo>
                  <a:pt x="1277975" y="361581"/>
                </a:lnTo>
                <a:lnTo>
                  <a:pt x="1277975" y="131165"/>
                </a:lnTo>
                <a:lnTo>
                  <a:pt x="1331315" y="131165"/>
                </a:lnTo>
                <a:lnTo>
                  <a:pt x="1331315" y="97637"/>
                </a:lnTo>
                <a:close/>
              </a:path>
              <a:path w="2672079" h="433705">
                <a:moveTo>
                  <a:pt x="1779752" y="382917"/>
                </a:moveTo>
                <a:lnTo>
                  <a:pt x="1740306" y="366039"/>
                </a:lnTo>
                <a:lnTo>
                  <a:pt x="1706892" y="342861"/>
                </a:lnTo>
                <a:lnTo>
                  <a:pt x="1679790" y="313397"/>
                </a:lnTo>
                <a:lnTo>
                  <a:pt x="1664512" y="286804"/>
                </a:lnTo>
                <a:lnTo>
                  <a:pt x="1659255" y="277660"/>
                </a:lnTo>
                <a:lnTo>
                  <a:pt x="1680121" y="270040"/>
                </a:lnTo>
                <a:lnTo>
                  <a:pt x="1740039" y="248615"/>
                </a:lnTo>
                <a:lnTo>
                  <a:pt x="1723275" y="219646"/>
                </a:lnTo>
                <a:lnTo>
                  <a:pt x="1694078" y="233095"/>
                </a:lnTo>
                <a:lnTo>
                  <a:pt x="1663446" y="245986"/>
                </a:lnTo>
                <a:lnTo>
                  <a:pt x="1631073" y="258305"/>
                </a:lnTo>
                <a:lnTo>
                  <a:pt x="1596682" y="270040"/>
                </a:lnTo>
                <a:lnTo>
                  <a:pt x="1593519" y="265468"/>
                </a:lnTo>
                <a:lnTo>
                  <a:pt x="1586420" y="255219"/>
                </a:lnTo>
                <a:lnTo>
                  <a:pt x="1574012" y="240652"/>
                </a:lnTo>
                <a:lnTo>
                  <a:pt x="1563370" y="230327"/>
                </a:lnTo>
                <a:lnTo>
                  <a:pt x="1559610" y="226669"/>
                </a:lnTo>
                <a:lnTo>
                  <a:pt x="1543342" y="213550"/>
                </a:lnTo>
                <a:lnTo>
                  <a:pt x="1550962" y="205930"/>
                </a:lnTo>
                <a:lnTo>
                  <a:pt x="1554010" y="201358"/>
                </a:lnTo>
                <a:lnTo>
                  <a:pt x="1714119" y="201358"/>
                </a:lnTo>
                <a:lnTo>
                  <a:pt x="1714119" y="212026"/>
                </a:lnTo>
                <a:lnTo>
                  <a:pt x="1744611" y="212026"/>
                </a:lnTo>
                <a:lnTo>
                  <a:pt x="1744611" y="102209"/>
                </a:lnTo>
                <a:lnTo>
                  <a:pt x="1714119" y="102209"/>
                </a:lnTo>
                <a:lnTo>
                  <a:pt x="1714119" y="131165"/>
                </a:lnTo>
                <a:lnTo>
                  <a:pt x="1714119" y="172402"/>
                </a:lnTo>
                <a:lnTo>
                  <a:pt x="1572298" y="172402"/>
                </a:lnTo>
                <a:lnTo>
                  <a:pt x="1576603" y="162979"/>
                </a:lnTo>
                <a:lnTo>
                  <a:pt x="1580489" y="152971"/>
                </a:lnTo>
                <a:lnTo>
                  <a:pt x="1584083" y="142367"/>
                </a:lnTo>
                <a:lnTo>
                  <a:pt x="1587538" y="131165"/>
                </a:lnTo>
                <a:lnTo>
                  <a:pt x="1714119" y="131165"/>
                </a:lnTo>
                <a:lnTo>
                  <a:pt x="1714119" y="102209"/>
                </a:lnTo>
                <a:lnTo>
                  <a:pt x="1636395" y="102209"/>
                </a:lnTo>
                <a:lnTo>
                  <a:pt x="1677365" y="65633"/>
                </a:lnTo>
                <a:lnTo>
                  <a:pt x="1679067" y="64109"/>
                </a:lnTo>
                <a:lnTo>
                  <a:pt x="1679067" y="38100"/>
                </a:lnTo>
                <a:lnTo>
                  <a:pt x="1633347" y="38100"/>
                </a:lnTo>
                <a:lnTo>
                  <a:pt x="1633347" y="65633"/>
                </a:lnTo>
                <a:lnTo>
                  <a:pt x="1595158" y="102209"/>
                </a:lnTo>
                <a:lnTo>
                  <a:pt x="1552486" y="102209"/>
                </a:lnTo>
                <a:lnTo>
                  <a:pt x="1552486" y="131165"/>
                </a:lnTo>
                <a:lnTo>
                  <a:pt x="1549679" y="142367"/>
                </a:lnTo>
                <a:lnTo>
                  <a:pt x="1546009" y="152971"/>
                </a:lnTo>
                <a:lnTo>
                  <a:pt x="1541767" y="162979"/>
                </a:lnTo>
                <a:lnTo>
                  <a:pt x="1537246" y="172402"/>
                </a:lnTo>
                <a:lnTo>
                  <a:pt x="1419796" y="172402"/>
                </a:lnTo>
                <a:lnTo>
                  <a:pt x="1419796" y="131165"/>
                </a:lnTo>
                <a:lnTo>
                  <a:pt x="1552486" y="131165"/>
                </a:lnTo>
                <a:lnTo>
                  <a:pt x="1552486" y="102209"/>
                </a:lnTo>
                <a:lnTo>
                  <a:pt x="1427416" y="102209"/>
                </a:lnTo>
                <a:lnTo>
                  <a:pt x="1450098" y="83921"/>
                </a:lnTo>
                <a:lnTo>
                  <a:pt x="1461109" y="74777"/>
                </a:lnTo>
                <a:lnTo>
                  <a:pt x="1471714" y="65633"/>
                </a:lnTo>
                <a:lnTo>
                  <a:pt x="1633347" y="65633"/>
                </a:lnTo>
                <a:lnTo>
                  <a:pt x="1633347" y="38100"/>
                </a:lnTo>
                <a:lnTo>
                  <a:pt x="1499146" y="38100"/>
                </a:lnTo>
                <a:lnTo>
                  <a:pt x="1505978" y="29870"/>
                </a:lnTo>
                <a:lnTo>
                  <a:pt x="1512671" y="21336"/>
                </a:lnTo>
                <a:lnTo>
                  <a:pt x="1519072" y="12814"/>
                </a:lnTo>
                <a:lnTo>
                  <a:pt x="1525054" y="4572"/>
                </a:lnTo>
                <a:lnTo>
                  <a:pt x="1485430" y="0"/>
                </a:lnTo>
                <a:lnTo>
                  <a:pt x="1457413" y="34112"/>
                </a:lnTo>
                <a:lnTo>
                  <a:pt x="1424000" y="65620"/>
                </a:lnTo>
                <a:lnTo>
                  <a:pt x="1385468" y="94830"/>
                </a:lnTo>
                <a:lnTo>
                  <a:pt x="1342072" y="122021"/>
                </a:lnTo>
                <a:lnTo>
                  <a:pt x="1346606" y="129120"/>
                </a:lnTo>
                <a:lnTo>
                  <a:pt x="1350835" y="136512"/>
                </a:lnTo>
                <a:lnTo>
                  <a:pt x="1354505" y="143916"/>
                </a:lnTo>
                <a:lnTo>
                  <a:pt x="1357312" y="151066"/>
                </a:lnTo>
                <a:lnTo>
                  <a:pt x="1365313" y="145542"/>
                </a:lnTo>
                <a:lnTo>
                  <a:pt x="1381315" y="135115"/>
                </a:lnTo>
                <a:lnTo>
                  <a:pt x="1389316" y="129641"/>
                </a:lnTo>
                <a:lnTo>
                  <a:pt x="1389316" y="215074"/>
                </a:lnTo>
                <a:lnTo>
                  <a:pt x="1419796" y="215074"/>
                </a:lnTo>
                <a:lnTo>
                  <a:pt x="1419796" y="201358"/>
                </a:lnTo>
                <a:lnTo>
                  <a:pt x="1512862" y="201358"/>
                </a:lnTo>
                <a:lnTo>
                  <a:pt x="1484312" y="219646"/>
                </a:lnTo>
                <a:lnTo>
                  <a:pt x="1446517" y="235851"/>
                </a:lnTo>
                <a:lnTo>
                  <a:pt x="1399628" y="250050"/>
                </a:lnTo>
                <a:lnTo>
                  <a:pt x="1343596" y="262420"/>
                </a:lnTo>
                <a:lnTo>
                  <a:pt x="1348790" y="271284"/>
                </a:lnTo>
                <a:lnTo>
                  <a:pt x="1353121" y="279565"/>
                </a:lnTo>
                <a:lnTo>
                  <a:pt x="1360360" y="294424"/>
                </a:lnTo>
                <a:lnTo>
                  <a:pt x="1410703" y="280136"/>
                </a:lnTo>
                <a:lnTo>
                  <a:pt x="1454327" y="264693"/>
                </a:lnTo>
                <a:lnTo>
                  <a:pt x="1491386" y="248094"/>
                </a:lnTo>
                <a:lnTo>
                  <a:pt x="1522006" y="230327"/>
                </a:lnTo>
                <a:lnTo>
                  <a:pt x="1528102" y="234899"/>
                </a:lnTo>
                <a:lnTo>
                  <a:pt x="1502778" y="269646"/>
                </a:lnTo>
                <a:lnTo>
                  <a:pt x="1458899" y="291553"/>
                </a:lnTo>
                <a:lnTo>
                  <a:pt x="1407312" y="311454"/>
                </a:lnTo>
                <a:lnTo>
                  <a:pt x="1348168" y="329476"/>
                </a:lnTo>
                <a:lnTo>
                  <a:pt x="1353604" y="337426"/>
                </a:lnTo>
                <a:lnTo>
                  <a:pt x="1358455" y="345109"/>
                </a:lnTo>
                <a:lnTo>
                  <a:pt x="1362748" y="352234"/>
                </a:lnTo>
                <a:lnTo>
                  <a:pt x="1366456" y="358533"/>
                </a:lnTo>
                <a:lnTo>
                  <a:pt x="1427099" y="338162"/>
                </a:lnTo>
                <a:lnTo>
                  <a:pt x="1478902" y="315963"/>
                </a:lnTo>
                <a:lnTo>
                  <a:pt x="1522133" y="291782"/>
                </a:lnTo>
                <a:lnTo>
                  <a:pt x="1557058" y="265468"/>
                </a:lnTo>
                <a:lnTo>
                  <a:pt x="1566202" y="280708"/>
                </a:lnTo>
                <a:lnTo>
                  <a:pt x="1536750" y="312978"/>
                </a:lnTo>
                <a:lnTo>
                  <a:pt x="1496910" y="336638"/>
                </a:lnTo>
                <a:lnTo>
                  <a:pt x="1451114" y="357974"/>
                </a:lnTo>
                <a:lnTo>
                  <a:pt x="1399514" y="376910"/>
                </a:lnTo>
                <a:lnTo>
                  <a:pt x="1342072" y="393585"/>
                </a:lnTo>
                <a:lnTo>
                  <a:pt x="1347292" y="401561"/>
                </a:lnTo>
                <a:lnTo>
                  <a:pt x="1351788" y="409397"/>
                </a:lnTo>
                <a:lnTo>
                  <a:pt x="1356004" y="416941"/>
                </a:lnTo>
                <a:lnTo>
                  <a:pt x="1360360" y="424065"/>
                </a:lnTo>
                <a:lnTo>
                  <a:pt x="1418894" y="405053"/>
                </a:lnTo>
                <a:lnTo>
                  <a:pt x="1470126" y="384644"/>
                </a:lnTo>
                <a:lnTo>
                  <a:pt x="1514043" y="362915"/>
                </a:lnTo>
                <a:lnTo>
                  <a:pt x="1550644" y="339940"/>
                </a:lnTo>
                <a:lnTo>
                  <a:pt x="1579918" y="315760"/>
                </a:lnTo>
                <a:lnTo>
                  <a:pt x="1581912" y="323138"/>
                </a:lnTo>
                <a:lnTo>
                  <a:pt x="1583347" y="331381"/>
                </a:lnTo>
                <a:lnTo>
                  <a:pt x="1584185" y="339940"/>
                </a:lnTo>
                <a:lnTo>
                  <a:pt x="1584490" y="349288"/>
                </a:lnTo>
                <a:lnTo>
                  <a:pt x="1581340" y="371348"/>
                </a:lnTo>
                <a:lnTo>
                  <a:pt x="1571917" y="387096"/>
                </a:lnTo>
                <a:lnTo>
                  <a:pt x="1556194" y="396532"/>
                </a:lnTo>
                <a:lnTo>
                  <a:pt x="1534198" y="399681"/>
                </a:lnTo>
                <a:lnTo>
                  <a:pt x="1520190" y="399389"/>
                </a:lnTo>
                <a:lnTo>
                  <a:pt x="1505623" y="398538"/>
                </a:lnTo>
                <a:lnTo>
                  <a:pt x="1490472" y="397103"/>
                </a:lnTo>
                <a:lnTo>
                  <a:pt x="1474762" y="395109"/>
                </a:lnTo>
                <a:lnTo>
                  <a:pt x="1477645" y="405841"/>
                </a:lnTo>
                <a:lnTo>
                  <a:pt x="1479715" y="415493"/>
                </a:lnTo>
                <a:lnTo>
                  <a:pt x="1482382" y="430161"/>
                </a:lnTo>
                <a:lnTo>
                  <a:pt x="1540294" y="430161"/>
                </a:lnTo>
                <a:lnTo>
                  <a:pt x="1596542" y="410718"/>
                </a:lnTo>
                <a:lnTo>
                  <a:pt x="1615059" y="352336"/>
                </a:lnTo>
                <a:lnTo>
                  <a:pt x="1614728" y="336638"/>
                </a:lnTo>
                <a:lnTo>
                  <a:pt x="1613535" y="321665"/>
                </a:lnTo>
                <a:lnTo>
                  <a:pt x="1612544" y="315760"/>
                </a:lnTo>
                <a:lnTo>
                  <a:pt x="1611172" y="307543"/>
                </a:lnTo>
                <a:lnTo>
                  <a:pt x="1607350" y="294424"/>
                </a:lnTo>
                <a:lnTo>
                  <a:pt x="1613357" y="292379"/>
                </a:lnTo>
                <a:lnTo>
                  <a:pt x="1625879" y="288848"/>
                </a:lnTo>
                <a:lnTo>
                  <a:pt x="1631823" y="286804"/>
                </a:lnTo>
                <a:lnTo>
                  <a:pt x="1655191" y="328853"/>
                </a:lnTo>
                <a:lnTo>
                  <a:pt x="1683842" y="363626"/>
                </a:lnTo>
                <a:lnTo>
                  <a:pt x="1717382" y="391248"/>
                </a:lnTo>
                <a:lnTo>
                  <a:pt x="1755368" y="411873"/>
                </a:lnTo>
                <a:lnTo>
                  <a:pt x="1760169" y="405942"/>
                </a:lnTo>
                <a:lnTo>
                  <a:pt x="1765846" y="399110"/>
                </a:lnTo>
                <a:lnTo>
                  <a:pt x="1772297" y="391502"/>
                </a:lnTo>
                <a:lnTo>
                  <a:pt x="1779752" y="382917"/>
                </a:lnTo>
                <a:close/>
              </a:path>
              <a:path w="2672079" h="433705">
                <a:moveTo>
                  <a:pt x="1949018" y="225742"/>
                </a:moveTo>
                <a:lnTo>
                  <a:pt x="1938439" y="212267"/>
                </a:lnTo>
                <a:lnTo>
                  <a:pt x="1927288" y="199072"/>
                </a:lnTo>
                <a:lnTo>
                  <a:pt x="1923910" y="195262"/>
                </a:lnTo>
                <a:lnTo>
                  <a:pt x="1922564" y="193738"/>
                </a:lnTo>
                <a:lnTo>
                  <a:pt x="1915795" y="186118"/>
                </a:lnTo>
                <a:lnTo>
                  <a:pt x="1903285" y="172402"/>
                </a:lnTo>
                <a:lnTo>
                  <a:pt x="1886432" y="186118"/>
                </a:lnTo>
                <a:lnTo>
                  <a:pt x="1886432" y="128117"/>
                </a:lnTo>
                <a:lnTo>
                  <a:pt x="1942922" y="128117"/>
                </a:lnTo>
                <a:lnTo>
                  <a:pt x="1942922" y="99161"/>
                </a:lnTo>
                <a:lnTo>
                  <a:pt x="1886432" y="99161"/>
                </a:lnTo>
                <a:lnTo>
                  <a:pt x="1886432" y="1524"/>
                </a:lnTo>
                <a:lnTo>
                  <a:pt x="1855952" y="1524"/>
                </a:lnTo>
                <a:lnTo>
                  <a:pt x="1855952" y="99161"/>
                </a:lnTo>
                <a:lnTo>
                  <a:pt x="1794992" y="99161"/>
                </a:lnTo>
                <a:lnTo>
                  <a:pt x="1794992" y="128117"/>
                </a:lnTo>
                <a:lnTo>
                  <a:pt x="1849856" y="128117"/>
                </a:lnTo>
                <a:lnTo>
                  <a:pt x="1837550" y="169062"/>
                </a:lnTo>
                <a:lnTo>
                  <a:pt x="1823377" y="207264"/>
                </a:lnTo>
                <a:lnTo>
                  <a:pt x="1807210" y="242912"/>
                </a:lnTo>
                <a:lnTo>
                  <a:pt x="1788896" y="276136"/>
                </a:lnTo>
                <a:lnTo>
                  <a:pt x="1793201" y="285521"/>
                </a:lnTo>
                <a:lnTo>
                  <a:pt x="1797088" y="295186"/>
                </a:lnTo>
                <a:lnTo>
                  <a:pt x="1800682" y="304850"/>
                </a:lnTo>
                <a:lnTo>
                  <a:pt x="1804136" y="314236"/>
                </a:lnTo>
                <a:lnTo>
                  <a:pt x="1817585" y="291338"/>
                </a:lnTo>
                <a:lnTo>
                  <a:pt x="1830616" y="263702"/>
                </a:lnTo>
                <a:lnTo>
                  <a:pt x="1843354" y="231216"/>
                </a:lnTo>
                <a:lnTo>
                  <a:pt x="1855952" y="193738"/>
                </a:lnTo>
                <a:lnTo>
                  <a:pt x="1855952" y="431685"/>
                </a:lnTo>
                <a:lnTo>
                  <a:pt x="1886432" y="431685"/>
                </a:lnTo>
                <a:lnTo>
                  <a:pt x="1886432" y="195262"/>
                </a:lnTo>
                <a:lnTo>
                  <a:pt x="1895894" y="207010"/>
                </a:lnTo>
                <a:lnTo>
                  <a:pt x="1905762" y="219456"/>
                </a:lnTo>
                <a:lnTo>
                  <a:pt x="1915883" y="232778"/>
                </a:lnTo>
                <a:lnTo>
                  <a:pt x="1926145" y="247078"/>
                </a:lnTo>
                <a:lnTo>
                  <a:pt x="1949018" y="225742"/>
                </a:lnTo>
                <a:close/>
              </a:path>
              <a:path w="2672079" h="433705">
                <a:moveTo>
                  <a:pt x="2222004" y="44297"/>
                </a:moveTo>
                <a:lnTo>
                  <a:pt x="2145703" y="44297"/>
                </a:lnTo>
                <a:lnTo>
                  <a:pt x="2145703" y="3048"/>
                </a:lnTo>
                <a:lnTo>
                  <a:pt x="2115223" y="3048"/>
                </a:lnTo>
                <a:lnTo>
                  <a:pt x="2115223" y="44297"/>
                </a:lnTo>
                <a:lnTo>
                  <a:pt x="2037499" y="44297"/>
                </a:lnTo>
                <a:lnTo>
                  <a:pt x="2037499" y="1524"/>
                </a:lnTo>
                <a:lnTo>
                  <a:pt x="2006930" y="1524"/>
                </a:lnTo>
                <a:lnTo>
                  <a:pt x="2006930" y="44297"/>
                </a:lnTo>
                <a:lnTo>
                  <a:pt x="1936826" y="44297"/>
                </a:lnTo>
                <a:lnTo>
                  <a:pt x="1936826" y="73253"/>
                </a:lnTo>
                <a:lnTo>
                  <a:pt x="2006930" y="73253"/>
                </a:lnTo>
                <a:lnTo>
                  <a:pt x="2006930" y="108305"/>
                </a:lnTo>
                <a:lnTo>
                  <a:pt x="2037499" y="108305"/>
                </a:lnTo>
                <a:lnTo>
                  <a:pt x="2037499" y="73253"/>
                </a:lnTo>
                <a:lnTo>
                  <a:pt x="2115223" y="73253"/>
                </a:lnTo>
                <a:lnTo>
                  <a:pt x="2115223" y="108305"/>
                </a:lnTo>
                <a:lnTo>
                  <a:pt x="2145703" y="108305"/>
                </a:lnTo>
                <a:lnTo>
                  <a:pt x="2145703" y="73253"/>
                </a:lnTo>
                <a:lnTo>
                  <a:pt x="2222004" y="73253"/>
                </a:lnTo>
                <a:lnTo>
                  <a:pt x="2222004" y="44297"/>
                </a:lnTo>
                <a:close/>
              </a:path>
              <a:path w="2672079" h="433705">
                <a:moveTo>
                  <a:pt x="2228100" y="398157"/>
                </a:moveTo>
                <a:lnTo>
                  <a:pt x="2157374" y="376428"/>
                </a:lnTo>
                <a:lnTo>
                  <a:pt x="2109838" y="341668"/>
                </a:lnTo>
                <a:lnTo>
                  <a:pt x="2101507" y="334048"/>
                </a:lnTo>
                <a:lnTo>
                  <a:pt x="2223528" y="334048"/>
                </a:lnTo>
                <a:lnTo>
                  <a:pt x="2223528" y="305092"/>
                </a:lnTo>
                <a:lnTo>
                  <a:pt x="2084743" y="305092"/>
                </a:lnTo>
                <a:lnTo>
                  <a:pt x="2086749" y="297395"/>
                </a:lnTo>
                <a:lnTo>
                  <a:pt x="2088172" y="288137"/>
                </a:lnTo>
                <a:lnTo>
                  <a:pt x="2089010" y="277660"/>
                </a:lnTo>
                <a:lnTo>
                  <a:pt x="2089315" y="265468"/>
                </a:lnTo>
                <a:lnTo>
                  <a:pt x="2162467" y="265468"/>
                </a:lnTo>
                <a:lnTo>
                  <a:pt x="2162467" y="277660"/>
                </a:lnTo>
                <a:lnTo>
                  <a:pt x="2194572" y="277660"/>
                </a:lnTo>
                <a:lnTo>
                  <a:pt x="2194572" y="265468"/>
                </a:lnTo>
                <a:lnTo>
                  <a:pt x="2194572" y="239458"/>
                </a:lnTo>
                <a:lnTo>
                  <a:pt x="2194572" y="205930"/>
                </a:lnTo>
                <a:lnTo>
                  <a:pt x="2194572" y="180022"/>
                </a:lnTo>
                <a:lnTo>
                  <a:pt x="2194572" y="146494"/>
                </a:lnTo>
                <a:lnTo>
                  <a:pt x="2194572" y="118973"/>
                </a:lnTo>
                <a:lnTo>
                  <a:pt x="2162467" y="118973"/>
                </a:lnTo>
                <a:lnTo>
                  <a:pt x="2162467" y="146494"/>
                </a:lnTo>
                <a:lnTo>
                  <a:pt x="2162467" y="180022"/>
                </a:lnTo>
                <a:lnTo>
                  <a:pt x="2162467" y="205930"/>
                </a:lnTo>
                <a:lnTo>
                  <a:pt x="2162467" y="239458"/>
                </a:lnTo>
                <a:lnTo>
                  <a:pt x="1991690" y="239458"/>
                </a:lnTo>
                <a:lnTo>
                  <a:pt x="1991690" y="205930"/>
                </a:lnTo>
                <a:lnTo>
                  <a:pt x="2162467" y="205930"/>
                </a:lnTo>
                <a:lnTo>
                  <a:pt x="2162467" y="180022"/>
                </a:lnTo>
                <a:lnTo>
                  <a:pt x="1991690" y="180022"/>
                </a:lnTo>
                <a:lnTo>
                  <a:pt x="1991690" y="146494"/>
                </a:lnTo>
                <a:lnTo>
                  <a:pt x="2162467" y="146494"/>
                </a:lnTo>
                <a:lnTo>
                  <a:pt x="2162467" y="118973"/>
                </a:lnTo>
                <a:lnTo>
                  <a:pt x="1959686" y="118973"/>
                </a:lnTo>
                <a:lnTo>
                  <a:pt x="1959686" y="277660"/>
                </a:lnTo>
                <a:lnTo>
                  <a:pt x="1991690" y="277660"/>
                </a:lnTo>
                <a:lnTo>
                  <a:pt x="1991690" y="265468"/>
                </a:lnTo>
                <a:lnTo>
                  <a:pt x="2058835" y="265468"/>
                </a:lnTo>
                <a:lnTo>
                  <a:pt x="2055787" y="305092"/>
                </a:lnTo>
                <a:lnTo>
                  <a:pt x="1929206" y="305092"/>
                </a:lnTo>
                <a:lnTo>
                  <a:pt x="1929206" y="334048"/>
                </a:lnTo>
                <a:lnTo>
                  <a:pt x="2045119" y="334048"/>
                </a:lnTo>
                <a:lnTo>
                  <a:pt x="2026551" y="356412"/>
                </a:lnTo>
                <a:lnTo>
                  <a:pt x="1998395" y="375475"/>
                </a:lnTo>
                <a:lnTo>
                  <a:pt x="1960816" y="391363"/>
                </a:lnTo>
                <a:lnTo>
                  <a:pt x="1913953" y="404253"/>
                </a:lnTo>
                <a:lnTo>
                  <a:pt x="1918512" y="411340"/>
                </a:lnTo>
                <a:lnTo>
                  <a:pt x="1922907" y="418731"/>
                </a:lnTo>
                <a:lnTo>
                  <a:pt x="1927034" y="426110"/>
                </a:lnTo>
                <a:lnTo>
                  <a:pt x="1930730" y="433209"/>
                </a:lnTo>
                <a:lnTo>
                  <a:pt x="1981835" y="417195"/>
                </a:lnTo>
                <a:lnTo>
                  <a:pt x="2022970" y="396621"/>
                </a:lnTo>
                <a:lnTo>
                  <a:pt x="2053818" y="371436"/>
                </a:lnTo>
                <a:lnTo>
                  <a:pt x="2074075" y="341668"/>
                </a:lnTo>
                <a:lnTo>
                  <a:pt x="2100364" y="371411"/>
                </a:lnTo>
                <a:lnTo>
                  <a:pt x="2131237" y="396430"/>
                </a:lnTo>
                <a:lnTo>
                  <a:pt x="2166696" y="416560"/>
                </a:lnTo>
                <a:lnTo>
                  <a:pt x="2206764" y="431685"/>
                </a:lnTo>
                <a:lnTo>
                  <a:pt x="2211590" y="422795"/>
                </a:lnTo>
                <a:lnTo>
                  <a:pt x="2216861" y="414350"/>
                </a:lnTo>
                <a:lnTo>
                  <a:pt x="2222398" y="406171"/>
                </a:lnTo>
                <a:lnTo>
                  <a:pt x="2228100" y="398157"/>
                </a:lnTo>
                <a:close/>
              </a:path>
              <a:path w="2672079" h="433705">
                <a:moveTo>
                  <a:pt x="2505659" y="129641"/>
                </a:moveTo>
                <a:lnTo>
                  <a:pt x="2443175" y="129641"/>
                </a:lnTo>
                <a:lnTo>
                  <a:pt x="2443175" y="56489"/>
                </a:lnTo>
                <a:lnTo>
                  <a:pt x="2491943" y="56489"/>
                </a:lnTo>
                <a:lnTo>
                  <a:pt x="2491943" y="27432"/>
                </a:lnTo>
                <a:lnTo>
                  <a:pt x="2411069" y="27432"/>
                </a:lnTo>
                <a:lnTo>
                  <a:pt x="2411069" y="56489"/>
                </a:lnTo>
                <a:lnTo>
                  <a:pt x="2411069" y="129641"/>
                </a:lnTo>
                <a:lnTo>
                  <a:pt x="2342489" y="129641"/>
                </a:lnTo>
                <a:lnTo>
                  <a:pt x="2342489" y="56489"/>
                </a:lnTo>
                <a:lnTo>
                  <a:pt x="2411069" y="56489"/>
                </a:lnTo>
                <a:lnTo>
                  <a:pt x="2411069" y="27432"/>
                </a:lnTo>
                <a:lnTo>
                  <a:pt x="2263152" y="27432"/>
                </a:lnTo>
                <a:lnTo>
                  <a:pt x="2263152" y="56489"/>
                </a:lnTo>
                <a:lnTo>
                  <a:pt x="2310485" y="56489"/>
                </a:lnTo>
                <a:lnTo>
                  <a:pt x="2310485" y="129641"/>
                </a:lnTo>
                <a:lnTo>
                  <a:pt x="2243340" y="129641"/>
                </a:lnTo>
                <a:lnTo>
                  <a:pt x="2243340" y="157175"/>
                </a:lnTo>
                <a:lnTo>
                  <a:pt x="2308961" y="157175"/>
                </a:lnTo>
                <a:lnTo>
                  <a:pt x="2303805" y="179476"/>
                </a:lnTo>
                <a:lnTo>
                  <a:pt x="2292908" y="200799"/>
                </a:lnTo>
                <a:lnTo>
                  <a:pt x="2276310" y="221246"/>
                </a:lnTo>
                <a:lnTo>
                  <a:pt x="2254008" y="240995"/>
                </a:lnTo>
                <a:lnTo>
                  <a:pt x="2260600" y="247662"/>
                </a:lnTo>
                <a:lnTo>
                  <a:pt x="2266772" y="254025"/>
                </a:lnTo>
                <a:lnTo>
                  <a:pt x="2272652" y="260375"/>
                </a:lnTo>
                <a:lnTo>
                  <a:pt x="2278392" y="266992"/>
                </a:lnTo>
                <a:lnTo>
                  <a:pt x="2303640" y="242938"/>
                </a:lnTo>
                <a:lnTo>
                  <a:pt x="2322284" y="216611"/>
                </a:lnTo>
                <a:lnTo>
                  <a:pt x="2334628" y="188036"/>
                </a:lnTo>
                <a:lnTo>
                  <a:pt x="2340965" y="157175"/>
                </a:lnTo>
                <a:lnTo>
                  <a:pt x="2411069" y="157175"/>
                </a:lnTo>
                <a:lnTo>
                  <a:pt x="2411069" y="251752"/>
                </a:lnTo>
                <a:lnTo>
                  <a:pt x="2443175" y="251752"/>
                </a:lnTo>
                <a:lnTo>
                  <a:pt x="2443175" y="157175"/>
                </a:lnTo>
                <a:lnTo>
                  <a:pt x="2505659" y="157175"/>
                </a:lnTo>
                <a:lnTo>
                  <a:pt x="2505659" y="129641"/>
                </a:lnTo>
                <a:close/>
              </a:path>
              <a:path w="2672079" h="433705">
                <a:moveTo>
                  <a:pt x="2554427" y="33528"/>
                </a:moveTo>
                <a:lnTo>
                  <a:pt x="2523947" y="33528"/>
                </a:lnTo>
                <a:lnTo>
                  <a:pt x="2523947" y="186131"/>
                </a:lnTo>
                <a:lnTo>
                  <a:pt x="2554427" y="186131"/>
                </a:lnTo>
                <a:lnTo>
                  <a:pt x="2554427" y="33528"/>
                </a:lnTo>
                <a:close/>
              </a:path>
              <a:path w="2672079" h="433705">
                <a:moveTo>
                  <a:pt x="2644432" y="9144"/>
                </a:moveTo>
                <a:lnTo>
                  <a:pt x="2612428" y="9144"/>
                </a:lnTo>
                <a:lnTo>
                  <a:pt x="2612428" y="198323"/>
                </a:lnTo>
                <a:lnTo>
                  <a:pt x="2610739" y="210324"/>
                </a:lnTo>
                <a:lnTo>
                  <a:pt x="2605760" y="218897"/>
                </a:lnTo>
                <a:lnTo>
                  <a:pt x="2597645" y="224040"/>
                </a:lnTo>
                <a:lnTo>
                  <a:pt x="2586647" y="225742"/>
                </a:lnTo>
                <a:lnTo>
                  <a:pt x="2576182" y="225729"/>
                </a:lnTo>
                <a:lnTo>
                  <a:pt x="2563571" y="225564"/>
                </a:lnTo>
                <a:lnTo>
                  <a:pt x="2548712" y="225107"/>
                </a:lnTo>
                <a:lnTo>
                  <a:pt x="2531567" y="224231"/>
                </a:lnTo>
                <a:lnTo>
                  <a:pt x="2533586" y="232460"/>
                </a:lnTo>
                <a:lnTo>
                  <a:pt x="2535174" y="240995"/>
                </a:lnTo>
                <a:lnTo>
                  <a:pt x="2536494" y="249555"/>
                </a:lnTo>
                <a:lnTo>
                  <a:pt x="2537663" y="257848"/>
                </a:lnTo>
                <a:lnTo>
                  <a:pt x="2554249" y="258711"/>
                </a:lnTo>
                <a:lnTo>
                  <a:pt x="2569857" y="258991"/>
                </a:lnTo>
                <a:lnTo>
                  <a:pt x="2584627" y="258711"/>
                </a:lnTo>
                <a:lnTo>
                  <a:pt x="2598712" y="257848"/>
                </a:lnTo>
                <a:lnTo>
                  <a:pt x="2641574" y="230759"/>
                </a:lnTo>
                <a:lnTo>
                  <a:pt x="2644432" y="210515"/>
                </a:lnTo>
                <a:lnTo>
                  <a:pt x="2644432" y="9144"/>
                </a:lnTo>
                <a:close/>
              </a:path>
              <a:path w="2672079" h="433705">
                <a:moveTo>
                  <a:pt x="2671864" y="381393"/>
                </a:moveTo>
                <a:lnTo>
                  <a:pt x="2473655" y="381393"/>
                </a:lnTo>
                <a:lnTo>
                  <a:pt x="2473655" y="321856"/>
                </a:lnTo>
                <a:lnTo>
                  <a:pt x="2633764" y="321856"/>
                </a:lnTo>
                <a:lnTo>
                  <a:pt x="2633764" y="292900"/>
                </a:lnTo>
                <a:lnTo>
                  <a:pt x="2473655" y="292900"/>
                </a:lnTo>
                <a:lnTo>
                  <a:pt x="2473655" y="257848"/>
                </a:lnTo>
                <a:lnTo>
                  <a:pt x="2440025" y="257848"/>
                </a:lnTo>
                <a:lnTo>
                  <a:pt x="2440025" y="292900"/>
                </a:lnTo>
                <a:lnTo>
                  <a:pt x="2282964" y="292900"/>
                </a:lnTo>
                <a:lnTo>
                  <a:pt x="2282964" y="321856"/>
                </a:lnTo>
                <a:lnTo>
                  <a:pt x="2440025" y="321856"/>
                </a:lnTo>
                <a:lnTo>
                  <a:pt x="2440025" y="381393"/>
                </a:lnTo>
                <a:lnTo>
                  <a:pt x="2243340" y="381393"/>
                </a:lnTo>
                <a:lnTo>
                  <a:pt x="2243340" y="411873"/>
                </a:lnTo>
                <a:lnTo>
                  <a:pt x="2671864" y="411873"/>
                </a:lnTo>
                <a:lnTo>
                  <a:pt x="2671864" y="3813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770405" y="2548991"/>
            <a:ext cx="515620" cy="283845"/>
          </a:xfrm>
          <a:custGeom>
            <a:avLst/>
            <a:gdLst/>
            <a:ahLst/>
            <a:cxnLst/>
            <a:rect l="l" t="t" r="r" b="b"/>
            <a:pathLst>
              <a:path w="515619" h="283844">
                <a:moveTo>
                  <a:pt x="219557" y="137248"/>
                </a:moveTo>
                <a:lnTo>
                  <a:pt x="213855" y="89471"/>
                </a:lnTo>
                <a:lnTo>
                  <a:pt x="196672" y="52324"/>
                </a:lnTo>
                <a:lnTo>
                  <a:pt x="186029" y="42532"/>
                </a:lnTo>
                <a:lnTo>
                  <a:pt x="186029" y="138772"/>
                </a:lnTo>
                <a:lnTo>
                  <a:pt x="184289" y="163652"/>
                </a:lnTo>
                <a:lnTo>
                  <a:pt x="169951" y="204863"/>
                </a:lnTo>
                <a:lnTo>
                  <a:pt x="139903" y="233172"/>
                </a:lnTo>
                <a:lnTo>
                  <a:pt x="98094" y="246888"/>
                </a:lnTo>
                <a:lnTo>
                  <a:pt x="73152" y="248602"/>
                </a:lnTo>
                <a:lnTo>
                  <a:pt x="32004" y="248602"/>
                </a:lnTo>
                <a:lnTo>
                  <a:pt x="32004" y="33528"/>
                </a:lnTo>
                <a:lnTo>
                  <a:pt x="74676" y="33528"/>
                </a:lnTo>
                <a:lnTo>
                  <a:pt x="123621" y="40106"/>
                </a:lnTo>
                <a:lnTo>
                  <a:pt x="158394" y="59829"/>
                </a:lnTo>
                <a:lnTo>
                  <a:pt x="179146" y="92722"/>
                </a:lnTo>
                <a:lnTo>
                  <a:pt x="186029" y="138772"/>
                </a:lnTo>
                <a:lnTo>
                  <a:pt x="186029" y="42532"/>
                </a:lnTo>
                <a:lnTo>
                  <a:pt x="176250" y="33528"/>
                </a:lnTo>
                <a:lnTo>
                  <a:pt x="167843" y="25793"/>
                </a:lnTo>
                <a:lnTo>
                  <a:pt x="127228" y="9880"/>
                </a:lnTo>
                <a:lnTo>
                  <a:pt x="74676" y="4572"/>
                </a:lnTo>
                <a:lnTo>
                  <a:pt x="0" y="4572"/>
                </a:lnTo>
                <a:lnTo>
                  <a:pt x="0" y="279082"/>
                </a:lnTo>
                <a:lnTo>
                  <a:pt x="71628" y="279082"/>
                </a:lnTo>
                <a:lnTo>
                  <a:pt x="104025" y="276529"/>
                </a:lnTo>
                <a:lnTo>
                  <a:pt x="132676" y="268986"/>
                </a:lnTo>
                <a:lnTo>
                  <a:pt x="157873" y="256578"/>
                </a:lnTo>
                <a:lnTo>
                  <a:pt x="168148" y="248602"/>
                </a:lnTo>
                <a:lnTo>
                  <a:pt x="179933" y="239458"/>
                </a:lnTo>
                <a:lnTo>
                  <a:pt x="197688" y="218554"/>
                </a:lnTo>
                <a:lnTo>
                  <a:pt x="210032" y="194640"/>
                </a:lnTo>
                <a:lnTo>
                  <a:pt x="217220" y="167589"/>
                </a:lnTo>
                <a:lnTo>
                  <a:pt x="219557" y="137248"/>
                </a:lnTo>
                <a:close/>
              </a:path>
              <a:path w="515619" h="283844">
                <a:moveTo>
                  <a:pt x="515404" y="137248"/>
                </a:moveTo>
                <a:lnTo>
                  <a:pt x="513130" y="108051"/>
                </a:lnTo>
                <a:lnTo>
                  <a:pt x="506450" y="81965"/>
                </a:lnTo>
                <a:lnTo>
                  <a:pt x="495465" y="58737"/>
                </a:lnTo>
                <a:lnTo>
                  <a:pt x="481876" y="40182"/>
                </a:lnTo>
                <a:lnTo>
                  <a:pt x="481876" y="141820"/>
                </a:lnTo>
                <a:lnTo>
                  <a:pt x="480174" y="166700"/>
                </a:lnTo>
                <a:lnTo>
                  <a:pt x="467080" y="207911"/>
                </a:lnTo>
                <a:lnTo>
                  <a:pt x="441337" y="237337"/>
                </a:lnTo>
                <a:lnTo>
                  <a:pt x="405815" y="252717"/>
                </a:lnTo>
                <a:lnTo>
                  <a:pt x="384340" y="254698"/>
                </a:lnTo>
                <a:lnTo>
                  <a:pt x="364566" y="252691"/>
                </a:lnTo>
                <a:lnTo>
                  <a:pt x="315658" y="222694"/>
                </a:lnTo>
                <a:lnTo>
                  <a:pt x="296418" y="187401"/>
                </a:lnTo>
                <a:lnTo>
                  <a:pt x="289750" y="141820"/>
                </a:lnTo>
                <a:lnTo>
                  <a:pt x="291465" y="117805"/>
                </a:lnTo>
                <a:lnTo>
                  <a:pt x="305181" y="76593"/>
                </a:lnTo>
                <a:lnTo>
                  <a:pt x="331139" y="46316"/>
                </a:lnTo>
                <a:lnTo>
                  <a:pt x="366509" y="30937"/>
                </a:lnTo>
                <a:lnTo>
                  <a:pt x="387388" y="28956"/>
                </a:lnTo>
                <a:lnTo>
                  <a:pt x="407962" y="30695"/>
                </a:lnTo>
                <a:lnTo>
                  <a:pt x="455968" y="57912"/>
                </a:lnTo>
                <a:lnTo>
                  <a:pt x="475208" y="94157"/>
                </a:lnTo>
                <a:lnTo>
                  <a:pt x="481876" y="141820"/>
                </a:lnTo>
                <a:lnTo>
                  <a:pt x="481876" y="40182"/>
                </a:lnTo>
                <a:lnTo>
                  <a:pt x="480352" y="38100"/>
                </a:lnTo>
                <a:lnTo>
                  <a:pt x="470281" y="28956"/>
                </a:lnTo>
                <a:lnTo>
                  <a:pt x="461772" y="21221"/>
                </a:lnTo>
                <a:lnTo>
                  <a:pt x="440347" y="9334"/>
                </a:lnTo>
                <a:lnTo>
                  <a:pt x="416052" y="2311"/>
                </a:lnTo>
                <a:lnTo>
                  <a:pt x="388912" y="0"/>
                </a:lnTo>
                <a:lnTo>
                  <a:pt x="359676" y="2336"/>
                </a:lnTo>
                <a:lnTo>
                  <a:pt x="311010" y="21856"/>
                </a:lnTo>
                <a:lnTo>
                  <a:pt x="276148" y="60782"/>
                </a:lnTo>
                <a:lnTo>
                  <a:pt x="258483" y="113423"/>
                </a:lnTo>
                <a:lnTo>
                  <a:pt x="256222" y="144868"/>
                </a:lnTo>
                <a:lnTo>
                  <a:pt x="258483" y="174294"/>
                </a:lnTo>
                <a:lnTo>
                  <a:pt x="276148" y="224040"/>
                </a:lnTo>
                <a:lnTo>
                  <a:pt x="310083" y="261150"/>
                </a:lnTo>
                <a:lnTo>
                  <a:pt x="356895" y="281101"/>
                </a:lnTo>
                <a:lnTo>
                  <a:pt x="384340" y="283654"/>
                </a:lnTo>
                <a:lnTo>
                  <a:pt x="412623" y="281101"/>
                </a:lnTo>
                <a:lnTo>
                  <a:pt x="438061" y="273558"/>
                </a:lnTo>
                <a:lnTo>
                  <a:pt x="460629" y="261150"/>
                </a:lnTo>
                <a:lnTo>
                  <a:pt x="468058" y="254698"/>
                </a:lnTo>
                <a:lnTo>
                  <a:pt x="480352" y="244030"/>
                </a:lnTo>
                <a:lnTo>
                  <a:pt x="495465" y="222846"/>
                </a:lnTo>
                <a:lnTo>
                  <a:pt x="506450" y="198069"/>
                </a:lnTo>
                <a:lnTo>
                  <a:pt x="513130" y="169583"/>
                </a:lnTo>
                <a:lnTo>
                  <a:pt x="515404" y="1372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339244" y="2553557"/>
            <a:ext cx="279400" cy="274955"/>
          </a:xfrm>
          <a:custGeom>
            <a:avLst/>
            <a:gdLst/>
            <a:ahLst/>
            <a:cxnLst/>
            <a:rect l="l" t="t" r="r" b="b"/>
            <a:pathLst>
              <a:path w="279400" h="274955">
                <a:moveTo>
                  <a:pt x="32004" y="274510"/>
                </a:moveTo>
                <a:lnTo>
                  <a:pt x="0" y="274510"/>
                </a:lnTo>
                <a:lnTo>
                  <a:pt x="0" y="0"/>
                </a:lnTo>
                <a:lnTo>
                  <a:pt x="42672" y="0"/>
                </a:lnTo>
                <a:lnTo>
                  <a:pt x="58775" y="36576"/>
                </a:lnTo>
                <a:lnTo>
                  <a:pt x="30480" y="36576"/>
                </a:lnTo>
                <a:lnTo>
                  <a:pt x="30718" y="45983"/>
                </a:lnTo>
                <a:lnTo>
                  <a:pt x="31268" y="58864"/>
                </a:lnTo>
                <a:lnTo>
                  <a:pt x="31765" y="72834"/>
                </a:lnTo>
                <a:lnTo>
                  <a:pt x="32004" y="90011"/>
                </a:lnTo>
                <a:lnTo>
                  <a:pt x="32004" y="274510"/>
                </a:lnTo>
                <a:close/>
              </a:path>
              <a:path w="279400" h="274955">
                <a:moveTo>
                  <a:pt x="169996" y="224218"/>
                </a:moveTo>
                <a:lnTo>
                  <a:pt x="140303" y="224218"/>
                </a:lnTo>
                <a:lnTo>
                  <a:pt x="144589" y="213620"/>
                </a:lnTo>
                <a:lnTo>
                  <a:pt x="151447" y="196960"/>
                </a:lnTo>
                <a:lnTo>
                  <a:pt x="154019" y="190595"/>
                </a:lnTo>
                <a:lnTo>
                  <a:pt x="239458" y="0"/>
                </a:lnTo>
                <a:lnTo>
                  <a:pt x="279082" y="0"/>
                </a:lnTo>
                <a:lnTo>
                  <a:pt x="279082" y="36576"/>
                </a:lnTo>
                <a:lnTo>
                  <a:pt x="250126" y="36576"/>
                </a:lnTo>
                <a:lnTo>
                  <a:pt x="247833" y="45148"/>
                </a:lnTo>
                <a:lnTo>
                  <a:pt x="245554" y="52387"/>
                </a:lnTo>
                <a:lnTo>
                  <a:pt x="243268" y="58221"/>
                </a:lnTo>
                <a:lnTo>
                  <a:pt x="240982" y="62484"/>
                </a:lnTo>
                <a:lnTo>
                  <a:pt x="169996" y="224218"/>
                </a:lnTo>
                <a:close/>
              </a:path>
              <a:path w="279400" h="274955">
                <a:moveTo>
                  <a:pt x="147923" y="274510"/>
                </a:moveTo>
                <a:lnTo>
                  <a:pt x="132683" y="274510"/>
                </a:lnTo>
                <a:lnTo>
                  <a:pt x="38100" y="64008"/>
                </a:lnTo>
                <a:lnTo>
                  <a:pt x="36476" y="58114"/>
                </a:lnTo>
                <a:lnTo>
                  <a:pt x="34807" y="52387"/>
                </a:lnTo>
                <a:lnTo>
                  <a:pt x="32735" y="45124"/>
                </a:lnTo>
                <a:lnTo>
                  <a:pt x="30480" y="36576"/>
                </a:lnTo>
                <a:lnTo>
                  <a:pt x="58775" y="36576"/>
                </a:lnTo>
                <a:lnTo>
                  <a:pt x="126587" y="190595"/>
                </a:lnTo>
                <a:lnTo>
                  <a:pt x="138779" y="224218"/>
                </a:lnTo>
                <a:lnTo>
                  <a:pt x="169996" y="224218"/>
                </a:lnTo>
                <a:lnTo>
                  <a:pt x="147923" y="274510"/>
                </a:lnTo>
                <a:close/>
              </a:path>
              <a:path w="279400" h="274955">
                <a:moveTo>
                  <a:pt x="279082" y="274510"/>
                </a:moveTo>
                <a:lnTo>
                  <a:pt x="248602" y="274510"/>
                </a:lnTo>
                <a:lnTo>
                  <a:pt x="248696" y="72834"/>
                </a:lnTo>
                <a:lnTo>
                  <a:pt x="248793" y="65543"/>
                </a:lnTo>
                <a:lnTo>
                  <a:pt x="249245" y="51769"/>
                </a:lnTo>
                <a:lnTo>
                  <a:pt x="250126" y="36576"/>
                </a:lnTo>
                <a:lnTo>
                  <a:pt x="279082" y="36576"/>
                </a:lnTo>
                <a:lnTo>
                  <a:pt x="279082" y="2745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769286" y="2500121"/>
            <a:ext cx="765810" cy="378460"/>
          </a:xfrm>
          <a:custGeom>
            <a:avLst/>
            <a:gdLst/>
            <a:ahLst/>
            <a:cxnLst/>
            <a:rect l="l" t="t" r="r" b="b"/>
            <a:pathLst>
              <a:path w="765810" h="378460">
                <a:moveTo>
                  <a:pt x="335483" y="148018"/>
                </a:moveTo>
                <a:lnTo>
                  <a:pt x="19824" y="148018"/>
                </a:lnTo>
                <a:lnTo>
                  <a:pt x="19824" y="175463"/>
                </a:lnTo>
                <a:lnTo>
                  <a:pt x="118973" y="175463"/>
                </a:lnTo>
                <a:lnTo>
                  <a:pt x="118973" y="378345"/>
                </a:lnTo>
                <a:lnTo>
                  <a:pt x="149453" y="378345"/>
                </a:lnTo>
                <a:lnTo>
                  <a:pt x="149453" y="175463"/>
                </a:lnTo>
                <a:lnTo>
                  <a:pt x="303479" y="175463"/>
                </a:lnTo>
                <a:lnTo>
                  <a:pt x="301002" y="225564"/>
                </a:lnTo>
                <a:lnTo>
                  <a:pt x="294182" y="276898"/>
                </a:lnTo>
                <a:lnTo>
                  <a:pt x="257759" y="297472"/>
                </a:lnTo>
                <a:lnTo>
                  <a:pt x="243509" y="296951"/>
                </a:lnTo>
                <a:lnTo>
                  <a:pt x="228409" y="295567"/>
                </a:lnTo>
                <a:lnTo>
                  <a:pt x="212712" y="293611"/>
                </a:lnTo>
                <a:lnTo>
                  <a:pt x="196697" y="291376"/>
                </a:lnTo>
                <a:lnTo>
                  <a:pt x="198081" y="299402"/>
                </a:lnTo>
                <a:lnTo>
                  <a:pt x="199745" y="307568"/>
                </a:lnTo>
                <a:lnTo>
                  <a:pt x="201409" y="316026"/>
                </a:lnTo>
                <a:lnTo>
                  <a:pt x="202793" y="324904"/>
                </a:lnTo>
                <a:lnTo>
                  <a:pt x="215138" y="325780"/>
                </a:lnTo>
                <a:lnTo>
                  <a:pt x="229171" y="326237"/>
                </a:lnTo>
                <a:lnTo>
                  <a:pt x="262331" y="326428"/>
                </a:lnTo>
                <a:lnTo>
                  <a:pt x="289496" y="322999"/>
                </a:lnTo>
                <a:lnTo>
                  <a:pt x="309384" y="312712"/>
                </a:lnTo>
                <a:lnTo>
                  <a:pt x="320700" y="297472"/>
                </a:lnTo>
                <a:lnTo>
                  <a:pt x="322122" y="295567"/>
                </a:lnTo>
                <a:lnTo>
                  <a:pt x="327863" y="271564"/>
                </a:lnTo>
                <a:lnTo>
                  <a:pt x="329907" y="247510"/>
                </a:lnTo>
                <a:lnTo>
                  <a:pt x="331673" y="218897"/>
                </a:lnTo>
                <a:lnTo>
                  <a:pt x="333425" y="185750"/>
                </a:lnTo>
                <a:lnTo>
                  <a:pt x="335483" y="148018"/>
                </a:lnTo>
                <a:close/>
              </a:path>
              <a:path w="765810" h="378460">
                <a:moveTo>
                  <a:pt x="376720" y="53441"/>
                </a:moveTo>
                <a:lnTo>
                  <a:pt x="269951" y="53441"/>
                </a:lnTo>
                <a:lnTo>
                  <a:pt x="269951" y="3048"/>
                </a:lnTo>
                <a:lnTo>
                  <a:pt x="239471" y="3048"/>
                </a:lnTo>
                <a:lnTo>
                  <a:pt x="239471" y="53441"/>
                </a:lnTo>
                <a:lnTo>
                  <a:pt x="137261" y="53441"/>
                </a:lnTo>
                <a:lnTo>
                  <a:pt x="137261" y="3048"/>
                </a:lnTo>
                <a:lnTo>
                  <a:pt x="106781" y="3048"/>
                </a:lnTo>
                <a:lnTo>
                  <a:pt x="106781" y="53441"/>
                </a:lnTo>
                <a:lnTo>
                  <a:pt x="0" y="53441"/>
                </a:lnTo>
                <a:lnTo>
                  <a:pt x="0" y="80873"/>
                </a:lnTo>
                <a:lnTo>
                  <a:pt x="106781" y="80873"/>
                </a:lnTo>
                <a:lnTo>
                  <a:pt x="106781" y="123545"/>
                </a:lnTo>
                <a:lnTo>
                  <a:pt x="137261" y="123545"/>
                </a:lnTo>
                <a:lnTo>
                  <a:pt x="137261" y="80873"/>
                </a:lnTo>
                <a:lnTo>
                  <a:pt x="239471" y="80873"/>
                </a:lnTo>
                <a:lnTo>
                  <a:pt x="239471" y="123545"/>
                </a:lnTo>
                <a:lnTo>
                  <a:pt x="269951" y="123545"/>
                </a:lnTo>
                <a:lnTo>
                  <a:pt x="269951" y="80873"/>
                </a:lnTo>
                <a:lnTo>
                  <a:pt x="376720" y="80873"/>
                </a:lnTo>
                <a:lnTo>
                  <a:pt x="376720" y="53441"/>
                </a:lnTo>
                <a:close/>
              </a:path>
              <a:path w="765810" h="378460">
                <a:moveTo>
                  <a:pt x="468160" y="292900"/>
                </a:moveTo>
                <a:lnTo>
                  <a:pt x="440728" y="277660"/>
                </a:lnTo>
                <a:lnTo>
                  <a:pt x="428155" y="299897"/>
                </a:lnTo>
                <a:lnTo>
                  <a:pt x="415582" y="320725"/>
                </a:lnTo>
                <a:lnTo>
                  <a:pt x="403034" y="339813"/>
                </a:lnTo>
                <a:lnTo>
                  <a:pt x="390436" y="357009"/>
                </a:lnTo>
                <a:lnTo>
                  <a:pt x="416344" y="375297"/>
                </a:lnTo>
                <a:lnTo>
                  <a:pt x="428078" y="358990"/>
                </a:lnTo>
                <a:lnTo>
                  <a:pt x="440512" y="339852"/>
                </a:lnTo>
                <a:lnTo>
                  <a:pt x="453847" y="317779"/>
                </a:lnTo>
                <a:lnTo>
                  <a:pt x="468160" y="292900"/>
                </a:lnTo>
                <a:close/>
              </a:path>
              <a:path w="765810" h="378460">
                <a:moveTo>
                  <a:pt x="562749" y="358533"/>
                </a:moveTo>
                <a:lnTo>
                  <a:pt x="555840" y="337045"/>
                </a:lnTo>
                <a:lnTo>
                  <a:pt x="548652" y="316153"/>
                </a:lnTo>
                <a:lnTo>
                  <a:pt x="540880" y="295859"/>
                </a:lnTo>
                <a:lnTo>
                  <a:pt x="532269" y="276136"/>
                </a:lnTo>
                <a:lnTo>
                  <a:pt x="504837" y="286804"/>
                </a:lnTo>
                <a:lnTo>
                  <a:pt x="512546" y="307378"/>
                </a:lnTo>
                <a:lnTo>
                  <a:pt x="519696" y="327964"/>
                </a:lnTo>
                <a:lnTo>
                  <a:pt x="526262" y="348564"/>
                </a:lnTo>
                <a:lnTo>
                  <a:pt x="532269" y="369201"/>
                </a:lnTo>
                <a:lnTo>
                  <a:pt x="562749" y="358533"/>
                </a:lnTo>
                <a:close/>
              </a:path>
              <a:path w="765810" h="378460">
                <a:moveTo>
                  <a:pt x="657326" y="352437"/>
                </a:moveTo>
                <a:lnTo>
                  <a:pt x="649300" y="332092"/>
                </a:lnTo>
                <a:lnTo>
                  <a:pt x="641121" y="312343"/>
                </a:lnTo>
                <a:lnTo>
                  <a:pt x="632637" y="293192"/>
                </a:lnTo>
                <a:lnTo>
                  <a:pt x="623709" y="274612"/>
                </a:lnTo>
                <a:lnTo>
                  <a:pt x="596277" y="285280"/>
                </a:lnTo>
                <a:lnTo>
                  <a:pt x="605104" y="307301"/>
                </a:lnTo>
                <a:lnTo>
                  <a:pt x="613232" y="327774"/>
                </a:lnTo>
                <a:lnTo>
                  <a:pt x="620483" y="346824"/>
                </a:lnTo>
                <a:lnTo>
                  <a:pt x="626757" y="364629"/>
                </a:lnTo>
                <a:lnTo>
                  <a:pt x="657326" y="352437"/>
                </a:lnTo>
                <a:close/>
              </a:path>
              <a:path w="765810" h="378460">
                <a:moveTo>
                  <a:pt x="762482" y="45821"/>
                </a:moveTo>
                <a:lnTo>
                  <a:pt x="591705" y="45821"/>
                </a:lnTo>
                <a:lnTo>
                  <a:pt x="591705" y="0"/>
                </a:lnTo>
                <a:lnTo>
                  <a:pt x="559701" y="0"/>
                </a:lnTo>
                <a:lnTo>
                  <a:pt x="559701" y="120497"/>
                </a:lnTo>
                <a:lnTo>
                  <a:pt x="439204" y="120497"/>
                </a:lnTo>
                <a:lnTo>
                  <a:pt x="439204" y="266992"/>
                </a:lnTo>
                <a:lnTo>
                  <a:pt x="471208" y="266992"/>
                </a:lnTo>
                <a:lnTo>
                  <a:pt x="471208" y="250228"/>
                </a:lnTo>
                <a:lnTo>
                  <a:pt x="695426" y="250228"/>
                </a:lnTo>
                <a:lnTo>
                  <a:pt x="695426" y="266992"/>
                </a:lnTo>
                <a:lnTo>
                  <a:pt x="727430" y="266992"/>
                </a:lnTo>
                <a:lnTo>
                  <a:pt x="727430" y="250228"/>
                </a:lnTo>
                <a:lnTo>
                  <a:pt x="727430" y="222707"/>
                </a:lnTo>
                <a:lnTo>
                  <a:pt x="727430" y="148031"/>
                </a:lnTo>
                <a:lnTo>
                  <a:pt x="727430" y="120497"/>
                </a:lnTo>
                <a:lnTo>
                  <a:pt x="695426" y="120497"/>
                </a:lnTo>
                <a:lnTo>
                  <a:pt x="695426" y="148031"/>
                </a:lnTo>
                <a:lnTo>
                  <a:pt x="695426" y="222707"/>
                </a:lnTo>
                <a:lnTo>
                  <a:pt x="471208" y="222707"/>
                </a:lnTo>
                <a:lnTo>
                  <a:pt x="471208" y="148031"/>
                </a:lnTo>
                <a:lnTo>
                  <a:pt x="695426" y="148031"/>
                </a:lnTo>
                <a:lnTo>
                  <a:pt x="695426" y="120497"/>
                </a:lnTo>
                <a:lnTo>
                  <a:pt x="591705" y="120497"/>
                </a:lnTo>
                <a:lnTo>
                  <a:pt x="591705" y="73253"/>
                </a:lnTo>
                <a:lnTo>
                  <a:pt x="762482" y="73253"/>
                </a:lnTo>
                <a:lnTo>
                  <a:pt x="762482" y="45821"/>
                </a:lnTo>
                <a:close/>
              </a:path>
              <a:path w="765810" h="378460">
                <a:moveTo>
                  <a:pt x="765530" y="358533"/>
                </a:moveTo>
                <a:lnTo>
                  <a:pt x="755548" y="339610"/>
                </a:lnTo>
                <a:lnTo>
                  <a:pt x="744004" y="319582"/>
                </a:lnTo>
                <a:lnTo>
                  <a:pt x="731024" y="298424"/>
                </a:lnTo>
                <a:lnTo>
                  <a:pt x="716762" y="276136"/>
                </a:lnTo>
                <a:lnTo>
                  <a:pt x="689330" y="289852"/>
                </a:lnTo>
                <a:lnTo>
                  <a:pt x="702500" y="312191"/>
                </a:lnTo>
                <a:lnTo>
                  <a:pt x="714667" y="333679"/>
                </a:lnTo>
                <a:lnTo>
                  <a:pt x="725982" y="354609"/>
                </a:lnTo>
                <a:lnTo>
                  <a:pt x="736574" y="375297"/>
                </a:lnTo>
                <a:lnTo>
                  <a:pt x="765530" y="3585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605021" y="2779299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7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7912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082313" y="2548991"/>
            <a:ext cx="515620" cy="283845"/>
          </a:xfrm>
          <a:custGeom>
            <a:avLst/>
            <a:gdLst/>
            <a:ahLst/>
            <a:cxnLst/>
            <a:rect l="l" t="t" r="r" b="b"/>
            <a:pathLst>
              <a:path w="515620" h="283844">
                <a:moveTo>
                  <a:pt x="221081" y="137160"/>
                </a:moveTo>
                <a:lnTo>
                  <a:pt x="215239" y="89382"/>
                </a:lnTo>
                <a:lnTo>
                  <a:pt x="197764" y="52235"/>
                </a:lnTo>
                <a:lnTo>
                  <a:pt x="187553" y="42913"/>
                </a:lnTo>
                <a:lnTo>
                  <a:pt x="187553" y="138684"/>
                </a:lnTo>
                <a:lnTo>
                  <a:pt x="185572" y="163563"/>
                </a:lnTo>
                <a:lnTo>
                  <a:pt x="170192" y="204774"/>
                </a:lnTo>
                <a:lnTo>
                  <a:pt x="140525" y="233311"/>
                </a:lnTo>
                <a:lnTo>
                  <a:pt x="98259" y="248081"/>
                </a:lnTo>
                <a:lnTo>
                  <a:pt x="73152" y="250024"/>
                </a:lnTo>
                <a:lnTo>
                  <a:pt x="32004" y="250024"/>
                </a:lnTo>
                <a:lnTo>
                  <a:pt x="32004" y="33426"/>
                </a:lnTo>
                <a:lnTo>
                  <a:pt x="74676" y="33426"/>
                </a:lnTo>
                <a:lnTo>
                  <a:pt x="123850" y="40005"/>
                </a:lnTo>
                <a:lnTo>
                  <a:pt x="159156" y="59728"/>
                </a:lnTo>
                <a:lnTo>
                  <a:pt x="180428" y="92621"/>
                </a:lnTo>
                <a:lnTo>
                  <a:pt x="187553" y="138684"/>
                </a:lnTo>
                <a:lnTo>
                  <a:pt x="187553" y="42913"/>
                </a:lnTo>
                <a:lnTo>
                  <a:pt x="177177" y="33426"/>
                </a:lnTo>
                <a:lnTo>
                  <a:pt x="168719" y="25692"/>
                </a:lnTo>
                <a:lnTo>
                  <a:pt x="128168" y="9779"/>
                </a:lnTo>
                <a:lnTo>
                  <a:pt x="76200" y="4470"/>
                </a:lnTo>
                <a:lnTo>
                  <a:pt x="0" y="4470"/>
                </a:lnTo>
                <a:lnTo>
                  <a:pt x="0" y="279082"/>
                </a:lnTo>
                <a:lnTo>
                  <a:pt x="73152" y="279082"/>
                </a:lnTo>
                <a:lnTo>
                  <a:pt x="104838" y="276517"/>
                </a:lnTo>
                <a:lnTo>
                  <a:pt x="133400" y="268935"/>
                </a:lnTo>
                <a:lnTo>
                  <a:pt x="158534" y="256501"/>
                </a:lnTo>
                <a:lnTo>
                  <a:pt x="166611" y="250024"/>
                </a:lnTo>
                <a:lnTo>
                  <a:pt x="179933" y="239356"/>
                </a:lnTo>
                <a:lnTo>
                  <a:pt x="197929" y="218478"/>
                </a:lnTo>
                <a:lnTo>
                  <a:pt x="210794" y="194589"/>
                </a:lnTo>
                <a:lnTo>
                  <a:pt x="218503" y="167525"/>
                </a:lnTo>
                <a:lnTo>
                  <a:pt x="221081" y="137160"/>
                </a:lnTo>
                <a:close/>
              </a:path>
              <a:path w="515620" h="283844">
                <a:moveTo>
                  <a:pt x="515493" y="137248"/>
                </a:moveTo>
                <a:lnTo>
                  <a:pt x="513448" y="108051"/>
                </a:lnTo>
                <a:lnTo>
                  <a:pt x="507111" y="81965"/>
                </a:lnTo>
                <a:lnTo>
                  <a:pt x="496201" y="58737"/>
                </a:lnTo>
                <a:lnTo>
                  <a:pt x="481965" y="40106"/>
                </a:lnTo>
                <a:lnTo>
                  <a:pt x="481965" y="141820"/>
                </a:lnTo>
                <a:lnTo>
                  <a:pt x="480275" y="166700"/>
                </a:lnTo>
                <a:lnTo>
                  <a:pt x="467182" y="207911"/>
                </a:lnTo>
                <a:lnTo>
                  <a:pt x="442061" y="237337"/>
                </a:lnTo>
                <a:lnTo>
                  <a:pt x="406044" y="252717"/>
                </a:lnTo>
                <a:lnTo>
                  <a:pt x="384340" y="254698"/>
                </a:lnTo>
                <a:lnTo>
                  <a:pt x="364642" y="252691"/>
                </a:lnTo>
                <a:lnTo>
                  <a:pt x="317271" y="222694"/>
                </a:lnTo>
                <a:lnTo>
                  <a:pt x="296697" y="187401"/>
                </a:lnTo>
                <a:lnTo>
                  <a:pt x="289839" y="141820"/>
                </a:lnTo>
                <a:lnTo>
                  <a:pt x="291553" y="117805"/>
                </a:lnTo>
                <a:lnTo>
                  <a:pt x="305269" y="76593"/>
                </a:lnTo>
                <a:lnTo>
                  <a:pt x="331876" y="46316"/>
                </a:lnTo>
                <a:lnTo>
                  <a:pt x="366788" y="30937"/>
                </a:lnTo>
                <a:lnTo>
                  <a:pt x="387388" y="28956"/>
                </a:lnTo>
                <a:lnTo>
                  <a:pt x="408203" y="30695"/>
                </a:lnTo>
                <a:lnTo>
                  <a:pt x="443611" y="45034"/>
                </a:lnTo>
                <a:lnTo>
                  <a:pt x="468464" y="74447"/>
                </a:lnTo>
                <a:lnTo>
                  <a:pt x="480517" y="116713"/>
                </a:lnTo>
                <a:lnTo>
                  <a:pt x="481965" y="141820"/>
                </a:lnTo>
                <a:lnTo>
                  <a:pt x="481965" y="40106"/>
                </a:lnTo>
                <a:lnTo>
                  <a:pt x="440423" y="9334"/>
                </a:lnTo>
                <a:lnTo>
                  <a:pt x="388912" y="0"/>
                </a:lnTo>
                <a:lnTo>
                  <a:pt x="360400" y="2336"/>
                </a:lnTo>
                <a:lnTo>
                  <a:pt x="311962" y="21856"/>
                </a:lnTo>
                <a:lnTo>
                  <a:pt x="276834" y="60782"/>
                </a:lnTo>
                <a:lnTo>
                  <a:pt x="258508" y="113423"/>
                </a:lnTo>
                <a:lnTo>
                  <a:pt x="256222" y="144868"/>
                </a:lnTo>
                <a:lnTo>
                  <a:pt x="258483" y="174294"/>
                </a:lnTo>
                <a:lnTo>
                  <a:pt x="276199" y="224040"/>
                </a:lnTo>
                <a:lnTo>
                  <a:pt x="310819" y="261150"/>
                </a:lnTo>
                <a:lnTo>
                  <a:pt x="357162" y="281101"/>
                </a:lnTo>
                <a:lnTo>
                  <a:pt x="384340" y="283654"/>
                </a:lnTo>
                <a:lnTo>
                  <a:pt x="413321" y="281101"/>
                </a:lnTo>
                <a:lnTo>
                  <a:pt x="460933" y="261150"/>
                </a:lnTo>
                <a:lnTo>
                  <a:pt x="495566" y="222846"/>
                </a:lnTo>
                <a:lnTo>
                  <a:pt x="513232" y="169583"/>
                </a:lnTo>
                <a:lnTo>
                  <a:pt x="515493" y="1372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652771" y="2553462"/>
            <a:ext cx="279400" cy="274955"/>
          </a:xfrm>
          <a:custGeom>
            <a:avLst/>
            <a:gdLst/>
            <a:ahLst/>
            <a:cxnLst/>
            <a:rect l="l" t="t" r="r" b="b"/>
            <a:pathLst>
              <a:path w="279400" h="274955">
                <a:moveTo>
                  <a:pt x="30480" y="274605"/>
                </a:moveTo>
                <a:lnTo>
                  <a:pt x="0" y="274605"/>
                </a:lnTo>
                <a:lnTo>
                  <a:pt x="0" y="0"/>
                </a:lnTo>
                <a:lnTo>
                  <a:pt x="41148" y="0"/>
                </a:lnTo>
                <a:lnTo>
                  <a:pt x="57243" y="36576"/>
                </a:lnTo>
                <a:lnTo>
                  <a:pt x="28956" y="36576"/>
                </a:lnTo>
                <a:lnTo>
                  <a:pt x="29194" y="45983"/>
                </a:lnTo>
                <a:lnTo>
                  <a:pt x="29744" y="58864"/>
                </a:lnTo>
                <a:lnTo>
                  <a:pt x="30241" y="72834"/>
                </a:lnTo>
                <a:lnTo>
                  <a:pt x="30480" y="90011"/>
                </a:lnTo>
                <a:lnTo>
                  <a:pt x="30480" y="274605"/>
                </a:lnTo>
                <a:close/>
              </a:path>
              <a:path w="279400" h="274955">
                <a:moveTo>
                  <a:pt x="168843" y="224218"/>
                </a:moveTo>
                <a:lnTo>
                  <a:pt x="140303" y="224218"/>
                </a:lnTo>
                <a:lnTo>
                  <a:pt x="143708" y="213621"/>
                </a:lnTo>
                <a:lnTo>
                  <a:pt x="146970" y="204597"/>
                </a:lnTo>
                <a:lnTo>
                  <a:pt x="149947" y="197000"/>
                </a:lnTo>
                <a:lnTo>
                  <a:pt x="152495" y="190690"/>
                </a:lnTo>
                <a:lnTo>
                  <a:pt x="237839" y="0"/>
                </a:lnTo>
                <a:lnTo>
                  <a:pt x="279082" y="0"/>
                </a:lnTo>
                <a:lnTo>
                  <a:pt x="279082" y="36576"/>
                </a:lnTo>
                <a:lnTo>
                  <a:pt x="248507" y="36576"/>
                </a:lnTo>
                <a:lnTo>
                  <a:pt x="246238" y="45148"/>
                </a:lnTo>
                <a:lnTo>
                  <a:pt x="244065" y="52578"/>
                </a:lnTo>
                <a:lnTo>
                  <a:pt x="242292" y="58221"/>
                </a:lnTo>
                <a:lnTo>
                  <a:pt x="240887" y="62484"/>
                </a:lnTo>
                <a:lnTo>
                  <a:pt x="168843" y="224218"/>
                </a:lnTo>
                <a:close/>
              </a:path>
              <a:path w="279400" h="274955">
                <a:moveTo>
                  <a:pt x="146399" y="274605"/>
                </a:moveTo>
                <a:lnTo>
                  <a:pt x="131159" y="274605"/>
                </a:lnTo>
                <a:lnTo>
                  <a:pt x="35814" y="58864"/>
                </a:lnTo>
                <a:lnTo>
                  <a:pt x="33469" y="52387"/>
                </a:lnTo>
                <a:lnTo>
                  <a:pt x="31235" y="45124"/>
                </a:lnTo>
                <a:lnTo>
                  <a:pt x="28956" y="36576"/>
                </a:lnTo>
                <a:lnTo>
                  <a:pt x="57243" y="36576"/>
                </a:lnTo>
                <a:lnTo>
                  <a:pt x="125063" y="190690"/>
                </a:lnTo>
                <a:lnTo>
                  <a:pt x="130206" y="201287"/>
                </a:lnTo>
                <a:lnTo>
                  <a:pt x="134207" y="210312"/>
                </a:lnTo>
                <a:lnTo>
                  <a:pt x="137064" y="217908"/>
                </a:lnTo>
                <a:lnTo>
                  <a:pt x="138779" y="224218"/>
                </a:lnTo>
                <a:lnTo>
                  <a:pt x="168843" y="224218"/>
                </a:lnTo>
                <a:lnTo>
                  <a:pt x="146399" y="274605"/>
                </a:lnTo>
                <a:close/>
              </a:path>
              <a:path w="279400" h="274955">
                <a:moveTo>
                  <a:pt x="279082" y="274605"/>
                </a:moveTo>
                <a:lnTo>
                  <a:pt x="246983" y="274605"/>
                </a:lnTo>
                <a:lnTo>
                  <a:pt x="247030" y="78232"/>
                </a:lnTo>
                <a:lnTo>
                  <a:pt x="247364" y="65579"/>
                </a:lnTo>
                <a:lnTo>
                  <a:pt x="248269" y="51783"/>
                </a:lnTo>
                <a:lnTo>
                  <a:pt x="250031" y="36576"/>
                </a:lnTo>
                <a:lnTo>
                  <a:pt x="279082" y="36576"/>
                </a:lnTo>
                <a:lnTo>
                  <a:pt x="279082" y="2746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079777" y="2501646"/>
            <a:ext cx="382905" cy="378460"/>
          </a:xfrm>
          <a:custGeom>
            <a:avLst/>
            <a:gdLst/>
            <a:ahLst/>
            <a:cxnLst/>
            <a:rect l="l" t="t" r="r" b="b"/>
            <a:pathLst>
              <a:path w="382904" h="378460">
                <a:moveTo>
                  <a:pt x="83820" y="77819"/>
                </a:moveTo>
                <a:lnTo>
                  <a:pt x="54864" y="77819"/>
                </a:lnTo>
                <a:lnTo>
                  <a:pt x="54864" y="0"/>
                </a:lnTo>
                <a:lnTo>
                  <a:pt x="83820" y="0"/>
                </a:lnTo>
                <a:lnTo>
                  <a:pt x="83820" y="77819"/>
                </a:lnTo>
                <a:close/>
              </a:path>
              <a:path w="382904" h="378460">
                <a:moveTo>
                  <a:pt x="347662" y="80867"/>
                </a:moveTo>
                <a:lnTo>
                  <a:pt x="318706" y="80867"/>
                </a:lnTo>
                <a:lnTo>
                  <a:pt x="318706" y="3048"/>
                </a:lnTo>
                <a:lnTo>
                  <a:pt x="347662" y="3048"/>
                </a:lnTo>
                <a:lnTo>
                  <a:pt x="347662" y="80867"/>
                </a:lnTo>
                <a:close/>
              </a:path>
              <a:path w="382904" h="378460">
                <a:moveTo>
                  <a:pt x="218326" y="184594"/>
                </a:moveTo>
                <a:lnTo>
                  <a:pt x="189071" y="184594"/>
                </a:lnTo>
                <a:lnTo>
                  <a:pt x="197381" y="157457"/>
                </a:lnTo>
                <a:lnTo>
                  <a:pt x="204120" y="128730"/>
                </a:lnTo>
                <a:lnTo>
                  <a:pt x="209430" y="98574"/>
                </a:lnTo>
                <a:lnTo>
                  <a:pt x="213455" y="67151"/>
                </a:lnTo>
                <a:lnTo>
                  <a:pt x="122015" y="67151"/>
                </a:lnTo>
                <a:lnTo>
                  <a:pt x="122015" y="39719"/>
                </a:lnTo>
                <a:lnTo>
                  <a:pt x="242411" y="39719"/>
                </a:lnTo>
                <a:lnTo>
                  <a:pt x="242411" y="65627"/>
                </a:lnTo>
                <a:lnTo>
                  <a:pt x="236934" y="105909"/>
                </a:lnTo>
                <a:lnTo>
                  <a:pt x="229457" y="144351"/>
                </a:lnTo>
                <a:lnTo>
                  <a:pt x="219694" y="180793"/>
                </a:lnTo>
                <a:lnTo>
                  <a:pt x="218326" y="184594"/>
                </a:lnTo>
                <a:close/>
              </a:path>
              <a:path w="382904" h="378460">
                <a:moveTo>
                  <a:pt x="125063" y="105251"/>
                </a:moveTo>
                <a:lnTo>
                  <a:pt x="6096" y="105251"/>
                </a:lnTo>
                <a:lnTo>
                  <a:pt x="6096" y="77819"/>
                </a:lnTo>
                <a:lnTo>
                  <a:pt x="125063" y="77819"/>
                </a:lnTo>
                <a:lnTo>
                  <a:pt x="125063" y="105251"/>
                </a:lnTo>
                <a:close/>
              </a:path>
              <a:path w="382904" h="378460">
                <a:moveTo>
                  <a:pt x="382714" y="108299"/>
                </a:moveTo>
                <a:lnTo>
                  <a:pt x="248507" y="108299"/>
                </a:lnTo>
                <a:lnTo>
                  <a:pt x="248507" y="80867"/>
                </a:lnTo>
                <a:lnTo>
                  <a:pt x="382714" y="80867"/>
                </a:lnTo>
                <a:lnTo>
                  <a:pt x="382714" y="108299"/>
                </a:lnTo>
                <a:close/>
              </a:path>
              <a:path w="382904" h="378460">
                <a:moveTo>
                  <a:pt x="12192" y="276129"/>
                </a:moveTo>
                <a:lnTo>
                  <a:pt x="9644" y="267889"/>
                </a:lnTo>
                <a:lnTo>
                  <a:pt x="6667" y="259353"/>
                </a:lnTo>
                <a:lnTo>
                  <a:pt x="3405" y="250800"/>
                </a:lnTo>
                <a:lnTo>
                  <a:pt x="0" y="242506"/>
                </a:lnTo>
                <a:lnTo>
                  <a:pt x="16263" y="212501"/>
                </a:lnTo>
                <a:lnTo>
                  <a:pt x="30670" y="179629"/>
                </a:lnTo>
                <a:lnTo>
                  <a:pt x="43076" y="143882"/>
                </a:lnTo>
                <a:lnTo>
                  <a:pt x="53340" y="105251"/>
                </a:lnTo>
                <a:lnTo>
                  <a:pt x="83820" y="105251"/>
                </a:lnTo>
                <a:lnTo>
                  <a:pt x="83820" y="164782"/>
                </a:lnTo>
                <a:lnTo>
                  <a:pt x="110703" y="164782"/>
                </a:lnTo>
                <a:lnTo>
                  <a:pt x="117008" y="170878"/>
                </a:lnTo>
                <a:lnTo>
                  <a:pt x="54864" y="170878"/>
                </a:lnTo>
                <a:lnTo>
                  <a:pt x="45410" y="202325"/>
                </a:lnTo>
                <a:lnTo>
                  <a:pt x="35242" y="230362"/>
                </a:lnTo>
                <a:lnTo>
                  <a:pt x="24217" y="254969"/>
                </a:lnTo>
                <a:lnTo>
                  <a:pt x="12192" y="276129"/>
                </a:lnTo>
                <a:close/>
              </a:path>
              <a:path w="382904" h="378460">
                <a:moveTo>
                  <a:pt x="344989" y="340137"/>
                </a:moveTo>
                <a:lnTo>
                  <a:pt x="294322" y="340137"/>
                </a:lnTo>
                <a:lnTo>
                  <a:pt x="305204" y="338947"/>
                </a:lnTo>
                <a:lnTo>
                  <a:pt x="312801" y="335184"/>
                </a:lnTo>
                <a:lnTo>
                  <a:pt x="317253" y="328564"/>
                </a:lnTo>
                <a:lnTo>
                  <a:pt x="318706" y="318801"/>
                </a:lnTo>
                <a:lnTo>
                  <a:pt x="318706" y="108299"/>
                </a:lnTo>
                <a:lnTo>
                  <a:pt x="347662" y="108299"/>
                </a:lnTo>
                <a:lnTo>
                  <a:pt x="347662" y="321849"/>
                </a:lnTo>
                <a:lnTo>
                  <a:pt x="344989" y="340137"/>
                </a:lnTo>
                <a:close/>
              </a:path>
              <a:path w="382904" h="378460">
                <a:moveTo>
                  <a:pt x="118872" y="347853"/>
                </a:moveTo>
                <a:lnTo>
                  <a:pt x="115157" y="342035"/>
                </a:lnTo>
                <a:lnTo>
                  <a:pt x="110871" y="335958"/>
                </a:lnTo>
                <a:lnTo>
                  <a:pt x="106013" y="329328"/>
                </a:lnTo>
                <a:lnTo>
                  <a:pt x="100584" y="321849"/>
                </a:lnTo>
                <a:lnTo>
                  <a:pt x="123237" y="298131"/>
                </a:lnTo>
                <a:lnTo>
                  <a:pt x="143148" y="272688"/>
                </a:lnTo>
                <a:lnTo>
                  <a:pt x="160470" y="245514"/>
                </a:lnTo>
                <a:lnTo>
                  <a:pt x="175355" y="216598"/>
                </a:lnTo>
                <a:lnTo>
                  <a:pt x="162742" y="193929"/>
                </a:lnTo>
                <a:lnTo>
                  <a:pt x="149669" y="170878"/>
                </a:lnTo>
                <a:lnTo>
                  <a:pt x="125063" y="128111"/>
                </a:lnTo>
                <a:lnTo>
                  <a:pt x="147923" y="114395"/>
                </a:lnTo>
                <a:lnTo>
                  <a:pt x="158210" y="131793"/>
                </a:lnTo>
                <a:lnTo>
                  <a:pt x="178784" y="167196"/>
                </a:lnTo>
                <a:lnTo>
                  <a:pt x="189071" y="184594"/>
                </a:lnTo>
                <a:lnTo>
                  <a:pt x="218326" y="184594"/>
                </a:lnTo>
                <a:lnTo>
                  <a:pt x="207359" y="215074"/>
                </a:lnTo>
                <a:lnTo>
                  <a:pt x="220814" y="238608"/>
                </a:lnTo>
                <a:lnTo>
                  <a:pt x="226621" y="248697"/>
                </a:lnTo>
                <a:lnTo>
                  <a:pt x="192119" y="248697"/>
                </a:lnTo>
                <a:lnTo>
                  <a:pt x="177258" y="276393"/>
                </a:lnTo>
                <a:lnTo>
                  <a:pt x="160103" y="302240"/>
                </a:lnTo>
                <a:lnTo>
                  <a:pt x="140644" y="326104"/>
                </a:lnTo>
                <a:lnTo>
                  <a:pt x="118872" y="347853"/>
                </a:lnTo>
                <a:close/>
              </a:path>
              <a:path w="382904" h="378460">
                <a:moveTo>
                  <a:pt x="272986" y="236410"/>
                </a:moveTo>
                <a:lnTo>
                  <a:pt x="264065" y="214383"/>
                </a:lnTo>
                <a:lnTo>
                  <a:pt x="255412" y="193929"/>
                </a:lnTo>
                <a:lnTo>
                  <a:pt x="246760" y="174902"/>
                </a:lnTo>
                <a:lnTo>
                  <a:pt x="237839" y="157162"/>
                </a:lnTo>
                <a:lnTo>
                  <a:pt x="262318" y="146494"/>
                </a:lnTo>
                <a:lnTo>
                  <a:pt x="280416" y="184594"/>
                </a:lnTo>
                <a:lnTo>
                  <a:pt x="289107" y="203501"/>
                </a:lnTo>
                <a:lnTo>
                  <a:pt x="297370" y="222694"/>
                </a:lnTo>
                <a:lnTo>
                  <a:pt x="272986" y="236410"/>
                </a:lnTo>
                <a:close/>
              </a:path>
              <a:path w="382904" h="378460">
                <a:moveTo>
                  <a:pt x="110703" y="164782"/>
                </a:moveTo>
                <a:lnTo>
                  <a:pt x="83820" y="164782"/>
                </a:lnTo>
                <a:lnTo>
                  <a:pt x="97536" y="152590"/>
                </a:lnTo>
                <a:lnTo>
                  <a:pt x="107575" y="161758"/>
                </a:lnTo>
                <a:lnTo>
                  <a:pt x="110703" y="164782"/>
                </a:lnTo>
                <a:close/>
              </a:path>
              <a:path w="382904" h="378460">
                <a:moveTo>
                  <a:pt x="83820" y="378333"/>
                </a:moveTo>
                <a:lnTo>
                  <a:pt x="54864" y="378333"/>
                </a:lnTo>
                <a:lnTo>
                  <a:pt x="54864" y="170878"/>
                </a:lnTo>
                <a:lnTo>
                  <a:pt x="83820" y="170878"/>
                </a:lnTo>
                <a:lnTo>
                  <a:pt x="83820" y="378333"/>
                </a:lnTo>
                <a:close/>
              </a:path>
              <a:path w="382904" h="378460">
                <a:moveTo>
                  <a:pt x="117348" y="208978"/>
                </a:moveTo>
                <a:lnTo>
                  <a:pt x="109108" y="198953"/>
                </a:lnTo>
                <a:lnTo>
                  <a:pt x="100584" y="189357"/>
                </a:lnTo>
                <a:lnTo>
                  <a:pt x="92059" y="180046"/>
                </a:lnTo>
                <a:lnTo>
                  <a:pt x="83820" y="170878"/>
                </a:lnTo>
                <a:lnTo>
                  <a:pt x="117008" y="170878"/>
                </a:lnTo>
                <a:lnTo>
                  <a:pt x="126665" y="180793"/>
                </a:lnTo>
                <a:lnTo>
                  <a:pt x="135731" y="190690"/>
                </a:lnTo>
                <a:lnTo>
                  <a:pt x="117348" y="208978"/>
                </a:lnTo>
                <a:close/>
              </a:path>
              <a:path w="382904" h="378460">
                <a:moveTo>
                  <a:pt x="231743" y="321849"/>
                </a:moveTo>
                <a:lnTo>
                  <a:pt x="222337" y="303561"/>
                </a:lnTo>
                <a:lnTo>
                  <a:pt x="212502" y="285273"/>
                </a:lnTo>
                <a:lnTo>
                  <a:pt x="202382" y="266985"/>
                </a:lnTo>
                <a:lnTo>
                  <a:pt x="192119" y="248697"/>
                </a:lnTo>
                <a:lnTo>
                  <a:pt x="226621" y="248697"/>
                </a:lnTo>
                <a:lnTo>
                  <a:pt x="246618" y="283319"/>
                </a:lnTo>
                <a:lnTo>
                  <a:pt x="259270" y="305085"/>
                </a:lnTo>
                <a:lnTo>
                  <a:pt x="231743" y="321849"/>
                </a:lnTo>
                <a:close/>
              </a:path>
              <a:path w="382904" h="378460">
                <a:moveTo>
                  <a:pt x="300418" y="370713"/>
                </a:moveTo>
                <a:lnTo>
                  <a:pt x="292703" y="370474"/>
                </a:lnTo>
                <a:lnTo>
                  <a:pt x="272129" y="369427"/>
                </a:lnTo>
                <a:lnTo>
                  <a:pt x="259270" y="369189"/>
                </a:lnTo>
                <a:lnTo>
                  <a:pt x="258088" y="362281"/>
                </a:lnTo>
                <a:lnTo>
                  <a:pt x="256746" y="355080"/>
                </a:lnTo>
                <a:lnTo>
                  <a:pt x="255118" y="347288"/>
                </a:lnTo>
                <a:lnTo>
                  <a:pt x="253079" y="338613"/>
                </a:lnTo>
                <a:lnTo>
                  <a:pt x="265135" y="339494"/>
                </a:lnTo>
                <a:lnTo>
                  <a:pt x="276022" y="339947"/>
                </a:lnTo>
                <a:lnTo>
                  <a:pt x="285748" y="340113"/>
                </a:lnTo>
                <a:lnTo>
                  <a:pt x="344989" y="340137"/>
                </a:lnTo>
                <a:lnTo>
                  <a:pt x="344566" y="343026"/>
                </a:lnTo>
                <a:lnTo>
                  <a:pt x="335470" y="358318"/>
                </a:lnTo>
                <a:lnTo>
                  <a:pt x="320659" y="367592"/>
                </a:lnTo>
                <a:lnTo>
                  <a:pt x="300418" y="3707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528119" y="2779299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7912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868149" y="2500121"/>
            <a:ext cx="3099435" cy="380365"/>
          </a:xfrm>
          <a:custGeom>
            <a:avLst/>
            <a:gdLst/>
            <a:ahLst/>
            <a:cxnLst/>
            <a:rect l="l" t="t" r="r" b="b"/>
            <a:pathLst>
              <a:path w="3099434" h="380364">
                <a:moveTo>
                  <a:pt x="334048" y="148018"/>
                </a:moveTo>
                <a:lnTo>
                  <a:pt x="18300" y="148018"/>
                </a:lnTo>
                <a:lnTo>
                  <a:pt x="18300" y="175463"/>
                </a:lnTo>
                <a:lnTo>
                  <a:pt x="117449" y="175463"/>
                </a:lnTo>
                <a:lnTo>
                  <a:pt x="117449" y="378345"/>
                </a:lnTo>
                <a:lnTo>
                  <a:pt x="149453" y="378345"/>
                </a:lnTo>
                <a:lnTo>
                  <a:pt x="149453" y="175463"/>
                </a:lnTo>
                <a:lnTo>
                  <a:pt x="302044" y="175463"/>
                </a:lnTo>
                <a:lnTo>
                  <a:pt x="299669" y="225564"/>
                </a:lnTo>
                <a:lnTo>
                  <a:pt x="293966" y="276898"/>
                </a:lnTo>
                <a:lnTo>
                  <a:pt x="257759" y="297472"/>
                </a:lnTo>
                <a:lnTo>
                  <a:pt x="242849" y="296951"/>
                </a:lnTo>
                <a:lnTo>
                  <a:pt x="227660" y="295567"/>
                </a:lnTo>
                <a:lnTo>
                  <a:pt x="211886" y="293611"/>
                </a:lnTo>
                <a:lnTo>
                  <a:pt x="195275" y="291376"/>
                </a:lnTo>
                <a:lnTo>
                  <a:pt x="197294" y="299402"/>
                </a:lnTo>
                <a:lnTo>
                  <a:pt x="198894" y="307568"/>
                </a:lnTo>
                <a:lnTo>
                  <a:pt x="200202" y="316026"/>
                </a:lnTo>
                <a:lnTo>
                  <a:pt x="201371" y="324904"/>
                </a:lnTo>
                <a:lnTo>
                  <a:pt x="213652" y="325780"/>
                </a:lnTo>
                <a:lnTo>
                  <a:pt x="227660" y="326237"/>
                </a:lnTo>
                <a:lnTo>
                  <a:pt x="260807" y="326428"/>
                </a:lnTo>
                <a:lnTo>
                  <a:pt x="288239" y="322999"/>
                </a:lnTo>
                <a:lnTo>
                  <a:pt x="308508" y="312712"/>
                </a:lnTo>
                <a:lnTo>
                  <a:pt x="319900" y="297472"/>
                </a:lnTo>
                <a:lnTo>
                  <a:pt x="321335" y="295567"/>
                </a:lnTo>
                <a:lnTo>
                  <a:pt x="326428" y="271564"/>
                </a:lnTo>
                <a:lnTo>
                  <a:pt x="328688" y="247510"/>
                </a:lnTo>
                <a:lnTo>
                  <a:pt x="330809" y="218897"/>
                </a:lnTo>
                <a:lnTo>
                  <a:pt x="332638" y="185750"/>
                </a:lnTo>
                <a:lnTo>
                  <a:pt x="334048" y="148018"/>
                </a:lnTo>
                <a:close/>
              </a:path>
              <a:path w="3099434" h="380364">
                <a:moveTo>
                  <a:pt x="375196" y="53441"/>
                </a:moveTo>
                <a:lnTo>
                  <a:pt x="269951" y="53441"/>
                </a:lnTo>
                <a:lnTo>
                  <a:pt x="269951" y="3048"/>
                </a:lnTo>
                <a:lnTo>
                  <a:pt x="237947" y="3048"/>
                </a:lnTo>
                <a:lnTo>
                  <a:pt x="237947" y="53441"/>
                </a:lnTo>
                <a:lnTo>
                  <a:pt x="135737" y="53441"/>
                </a:lnTo>
                <a:lnTo>
                  <a:pt x="135737" y="3048"/>
                </a:lnTo>
                <a:lnTo>
                  <a:pt x="105257" y="3048"/>
                </a:lnTo>
                <a:lnTo>
                  <a:pt x="105257" y="53441"/>
                </a:lnTo>
                <a:lnTo>
                  <a:pt x="0" y="53441"/>
                </a:lnTo>
                <a:lnTo>
                  <a:pt x="0" y="80873"/>
                </a:lnTo>
                <a:lnTo>
                  <a:pt x="105257" y="80873"/>
                </a:lnTo>
                <a:lnTo>
                  <a:pt x="105257" y="123545"/>
                </a:lnTo>
                <a:lnTo>
                  <a:pt x="135737" y="123545"/>
                </a:lnTo>
                <a:lnTo>
                  <a:pt x="135737" y="80873"/>
                </a:lnTo>
                <a:lnTo>
                  <a:pt x="237947" y="80873"/>
                </a:lnTo>
                <a:lnTo>
                  <a:pt x="237947" y="123545"/>
                </a:lnTo>
                <a:lnTo>
                  <a:pt x="269951" y="123545"/>
                </a:lnTo>
                <a:lnTo>
                  <a:pt x="269951" y="80873"/>
                </a:lnTo>
                <a:lnTo>
                  <a:pt x="375196" y="80873"/>
                </a:lnTo>
                <a:lnTo>
                  <a:pt x="375196" y="53441"/>
                </a:lnTo>
                <a:close/>
              </a:path>
              <a:path w="3099434" h="380364">
                <a:moveTo>
                  <a:pt x="468261" y="292900"/>
                </a:moveTo>
                <a:lnTo>
                  <a:pt x="440829" y="277660"/>
                </a:lnTo>
                <a:lnTo>
                  <a:pt x="428193" y="299897"/>
                </a:lnTo>
                <a:lnTo>
                  <a:pt x="415594" y="320725"/>
                </a:lnTo>
                <a:lnTo>
                  <a:pt x="403034" y="339813"/>
                </a:lnTo>
                <a:lnTo>
                  <a:pt x="390436" y="357009"/>
                </a:lnTo>
                <a:lnTo>
                  <a:pt x="416344" y="375297"/>
                </a:lnTo>
                <a:lnTo>
                  <a:pt x="428104" y="358990"/>
                </a:lnTo>
                <a:lnTo>
                  <a:pt x="440563" y="339852"/>
                </a:lnTo>
                <a:lnTo>
                  <a:pt x="453923" y="317779"/>
                </a:lnTo>
                <a:lnTo>
                  <a:pt x="468261" y="292900"/>
                </a:lnTo>
                <a:close/>
              </a:path>
              <a:path w="3099434" h="380364">
                <a:moveTo>
                  <a:pt x="562749" y="358533"/>
                </a:moveTo>
                <a:lnTo>
                  <a:pt x="555599" y="337045"/>
                </a:lnTo>
                <a:lnTo>
                  <a:pt x="547890" y="316153"/>
                </a:lnTo>
                <a:lnTo>
                  <a:pt x="539597" y="295859"/>
                </a:lnTo>
                <a:lnTo>
                  <a:pt x="530745" y="276136"/>
                </a:lnTo>
                <a:lnTo>
                  <a:pt x="503313" y="286804"/>
                </a:lnTo>
                <a:lnTo>
                  <a:pt x="511022" y="307378"/>
                </a:lnTo>
                <a:lnTo>
                  <a:pt x="518172" y="327964"/>
                </a:lnTo>
                <a:lnTo>
                  <a:pt x="524738" y="348564"/>
                </a:lnTo>
                <a:lnTo>
                  <a:pt x="530745" y="369201"/>
                </a:lnTo>
                <a:lnTo>
                  <a:pt x="562749" y="358533"/>
                </a:lnTo>
                <a:close/>
              </a:path>
              <a:path w="3099434" h="380364">
                <a:moveTo>
                  <a:pt x="655802" y="352437"/>
                </a:moveTo>
                <a:lnTo>
                  <a:pt x="648423" y="332092"/>
                </a:lnTo>
                <a:lnTo>
                  <a:pt x="640181" y="312343"/>
                </a:lnTo>
                <a:lnTo>
                  <a:pt x="631367" y="293192"/>
                </a:lnTo>
                <a:lnTo>
                  <a:pt x="622274" y="274612"/>
                </a:lnTo>
                <a:lnTo>
                  <a:pt x="594842" y="285280"/>
                </a:lnTo>
                <a:lnTo>
                  <a:pt x="604532" y="307301"/>
                </a:lnTo>
                <a:lnTo>
                  <a:pt x="612940" y="327774"/>
                </a:lnTo>
                <a:lnTo>
                  <a:pt x="619912" y="346824"/>
                </a:lnTo>
                <a:lnTo>
                  <a:pt x="625322" y="364629"/>
                </a:lnTo>
                <a:lnTo>
                  <a:pt x="655802" y="352437"/>
                </a:lnTo>
                <a:close/>
              </a:path>
              <a:path w="3099434" h="380364">
                <a:moveTo>
                  <a:pt x="762584" y="45821"/>
                </a:moveTo>
                <a:lnTo>
                  <a:pt x="591794" y="45821"/>
                </a:lnTo>
                <a:lnTo>
                  <a:pt x="591794" y="0"/>
                </a:lnTo>
                <a:lnTo>
                  <a:pt x="559701" y="0"/>
                </a:lnTo>
                <a:lnTo>
                  <a:pt x="559701" y="120497"/>
                </a:lnTo>
                <a:lnTo>
                  <a:pt x="439204" y="120497"/>
                </a:lnTo>
                <a:lnTo>
                  <a:pt x="439204" y="266992"/>
                </a:lnTo>
                <a:lnTo>
                  <a:pt x="469785" y="266992"/>
                </a:lnTo>
                <a:lnTo>
                  <a:pt x="469785" y="250228"/>
                </a:lnTo>
                <a:lnTo>
                  <a:pt x="695426" y="250228"/>
                </a:lnTo>
                <a:lnTo>
                  <a:pt x="695426" y="266992"/>
                </a:lnTo>
                <a:lnTo>
                  <a:pt x="726008" y="266992"/>
                </a:lnTo>
                <a:lnTo>
                  <a:pt x="726008" y="250228"/>
                </a:lnTo>
                <a:lnTo>
                  <a:pt x="726008" y="222707"/>
                </a:lnTo>
                <a:lnTo>
                  <a:pt x="726008" y="148031"/>
                </a:lnTo>
                <a:lnTo>
                  <a:pt x="726008" y="120497"/>
                </a:lnTo>
                <a:lnTo>
                  <a:pt x="695426" y="120497"/>
                </a:lnTo>
                <a:lnTo>
                  <a:pt x="695426" y="148031"/>
                </a:lnTo>
                <a:lnTo>
                  <a:pt x="695426" y="222707"/>
                </a:lnTo>
                <a:lnTo>
                  <a:pt x="469785" y="222707"/>
                </a:lnTo>
                <a:lnTo>
                  <a:pt x="469785" y="148031"/>
                </a:lnTo>
                <a:lnTo>
                  <a:pt x="695426" y="148031"/>
                </a:lnTo>
                <a:lnTo>
                  <a:pt x="695426" y="120497"/>
                </a:lnTo>
                <a:lnTo>
                  <a:pt x="591794" y="120497"/>
                </a:lnTo>
                <a:lnTo>
                  <a:pt x="591794" y="73253"/>
                </a:lnTo>
                <a:lnTo>
                  <a:pt x="762584" y="73253"/>
                </a:lnTo>
                <a:lnTo>
                  <a:pt x="762584" y="45821"/>
                </a:lnTo>
                <a:close/>
              </a:path>
              <a:path w="3099434" h="380364">
                <a:moveTo>
                  <a:pt x="764108" y="358533"/>
                </a:moveTo>
                <a:lnTo>
                  <a:pt x="754341" y="339610"/>
                </a:lnTo>
                <a:lnTo>
                  <a:pt x="743140" y="319582"/>
                </a:lnTo>
                <a:lnTo>
                  <a:pt x="730199" y="298424"/>
                </a:lnTo>
                <a:lnTo>
                  <a:pt x="715238" y="276136"/>
                </a:lnTo>
                <a:lnTo>
                  <a:pt x="689330" y="289852"/>
                </a:lnTo>
                <a:lnTo>
                  <a:pt x="702487" y="312191"/>
                </a:lnTo>
                <a:lnTo>
                  <a:pt x="714527" y="333679"/>
                </a:lnTo>
                <a:lnTo>
                  <a:pt x="725411" y="354609"/>
                </a:lnTo>
                <a:lnTo>
                  <a:pt x="735152" y="375297"/>
                </a:lnTo>
                <a:lnTo>
                  <a:pt x="764108" y="358533"/>
                </a:lnTo>
                <a:close/>
              </a:path>
              <a:path w="3099434" h="380364">
                <a:moveTo>
                  <a:pt x="944029" y="65633"/>
                </a:moveTo>
                <a:lnTo>
                  <a:pt x="913549" y="65633"/>
                </a:lnTo>
                <a:lnTo>
                  <a:pt x="913549" y="93065"/>
                </a:lnTo>
                <a:lnTo>
                  <a:pt x="913549" y="186131"/>
                </a:lnTo>
                <a:lnTo>
                  <a:pt x="913549" y="213563"/>
                </a:lnTo>
                <a:lnTo>
                  <a:pt x="913549" y="311188"/>
                </a:lnTo>
                <a:lnTo>
                  <a:pt x="828116" y="311188"/>
                </a:lnTo>
                <a:lnTo>
                  <a:pt x="828116" y="213563"/>
                </a:lnTo>
                <a:lnTo>
                  <a:pt x="913549" y="213563"/>
                </a:lnTo>
                <a:lnTo>
                  <a:pt x="913549" y="186131"/>
                </a:lnTo>
                <a:lnTo>
                  <a:pt x="828116" y="186131"/>
                </a:lnTo>
                <a:lnTo>
                  <a:pt x="828116" y="93065"/>
                </a:lnTo>
                <a:lnTo>
                  <a:pt x="913549" y="93065"/>
                </a:lnTo>
                <a:lnTo>
                  <a:pt x="913549" y="65633"/>
                </a:lnTo>
                <a:lnTo>
                  <a:pt x="867829" y="65633"/>
                </a:lnTo>
                <a:lnTo>
                  <a:pt x="873569" y="52755"/>
                </a:lnTo>
                <a:lnTo>
                  <a:pt x="879449" y="39293"/>
                </a:lnTo>
                <a:lnTo>
                  <a:pt x="885621" y="25260"/>
                </a:lnTo>
                <a:lnTo>
                  <a:pt x="892213" y="10668"/>
                </a:lnTo>
                <a:lnTo>
                  <a:pt x="860209" y="1524"/>
                </a:lnTo>
                <a:lnTo>
                  <a:pt x="855052" y="16687"/>
                </a:lnTo>
                <a:lnTo>
                  <a:pt x="849071" y="32435"/>
                </a:lnTo>
                <a:lnTo>
                  <a:pt x="842543" y="48755"/>
                </a:lnTo>
                <a:lnTo>
                  <a:pt x="835736" y="65633"/>
                </a:lnTo>
                <a:lnTo>
                  <a:pt x="797636" y="65633"/>
                </a:lnTo>
                <a:lnTo>
                  <a:pt x="797636" y="372249"/>
                </a:lnTo>
                <a:lnTo>
                  <a:pt x="828116" y="372249"/>
                </a:lnTo>
                <a:lnTo>
                  <a:pt x="828116" y="340144"/>
                </a:lnTo>
                <a:lnTo>
                  <a:pt x="913549" y="340144"/>
                </a:lnTo>
                <a:lnTo>
                  <a:pt x="913549" y="369201"/>
                </a:lnTo>
                <a:lnTo>
                  <a:pt x="944029" y="369201"/>
                </a:lnTo>
                <a:lnTo>
                  <a:pt x="944029" y="340144"/>
                </a:lnTo>
                <a:lnTo>
                  <a:pt x="944029" y="311188"/>
                </a:lnTo>
                <a:lnTo>
                  <a:pt x="944029" y="213563"/>
                </a:lnTo>
                <a:lnTo>
                  <a:pt x="944029" y="186131"/>
                </a:lnTo>
                <a:lnTo>
                  <a:pt x="944029" y="93065"/>
                </a:lnTo>
                <a:lnTo>
                  <a:pt x="944029" y="65633"/>
                </a:lnTo>
                <a:close/>
              </a:path>
              <a:path w="3099434" h="380364">
                <a:moveTo>
                  <a:pt x="1075194" y="239471"/>
                </a:moveTo>
                <a:lnTo>
                  <a:pt x="1061491" y="220319"/>
                </a:lnTo>
                <a:lnTo>
                  <a:pt x="1045667" y="199466"/>
                </a:lnTo>
                <a:lnTo>
                  <a:pt x="1027823" y="176885"/>
                </a:lnTo>
                <a:lnTo>
                  <a:pt x="1008138" y="152603"/>
                </a:lnTo>
                <a:lnTo>
                  <a:pt x="983653" y="169367"/>
                </a:lnTo>
                <a:lnTo>
                  <a:pt x="1001395" y="191985"/>
                </a:lnTo>
                <a:lnTo>
                  <a:pt x="1017841" y="214325"/>
                </a:lnTo>
                <a:lnTo>
                  <a:pt x="1032827" y="236689"/>
                </a:lnTo>
                <a:lnTo>
                  <a:pt x="1046238" y="259372"/>
                </a:lnTo>
                <a:lnTo>
                  <a:pt x="1075194" y="239471"/>
                </a:lnTo>
                <a:close/>
              </a:path>
              <a:path w="3099434" h="380364">
                <a:moveTo>
                  <a:pt x="1146911" y="64109"/>
                </a:moveTo>
                <a:lnTo>
                  <a:pt x="1023378" y="64109"/>
                </a:lnTo>
                <a:lnTo>
                  <a:pt x="1028827" y="51231"/>
                </a:lnTo>
                <a:lnTo>
                  <a:pt x="1033856" y="37769"/>
                </a:lnTo>
                <a:lnTo>
                  <a:pt x="1038593" y="23736"/>
                </a:lnTo>
                <a:lnTo>
                  <a:pt x="1043190" y="9144"/>
                </a:lnTo>
                <a:lnTo>
                  <a:pt x="1011186" y="1524"/>
                </a:lnTo>
                <a:lnTo>
                  <a:pt x="997991" y="42164"/>
                </a:lnTo>
                <a:lnTo>
                  <a:pt x="983513" y="79349"/>
                </a:lnTo>
                <a:lnTo>
                  <a:pt x="967600" y="113106"/>
                </a:lnTo>
                <a:lnTo>
                  <a:pt x="950125" y="143459"/>
                </a:lnTo>
                <a:lnTo>
                  <a:pt x="957821" y="146888"/>
                </a:lnTo>
                <a:lnTo>
                  <a:pt x="964793" y="150317"/>
                </a:lnTo>
                <a:lnTo>
                  <a:pt x="970915" y="153746"/>
                </a:lnTo>
                <a:lnTo>
                  <a:pt x="976033" y="157175"/>
                </a:lnTo>
                <a:lnTo>
                  <a:pt x="985164" y="142824"/>
                </a:lnTo>
                <a:lnTo>
                  <a:pt x="994181" y="127368"/>
                </a:lnTo>
                <a:lnTo>
                  <a:pt x="1002906" y="110782"/>
                </a:lnTo>
                <a:lnTo>
                  <a:pt x="1011186" y="93065"/>
                </a:lnTo>
                <a:lnTo>
                  <a:pt x="1113294" y="93065"/>
                </a:lnTo>
                <a:lnTo>
                  <a:pt x="1112126" y="163715"/>
                </a:lnTo>
                <a:lnTo>
                  <a:pt x="1110818" y="222351"/>
                </a:lnTo>
                <a:lnTo>
                  <a:pt x="1109218" y="268973"/>
                </a:lnTo>
                <a:lnTo>
                  <a:pt x="1104049" y="319570"/>
                </a:lnTo>
                <a:lnTo>
                  <a:pt x="1070622" y="340144"/>
                </a:lnTo>
                <a:lnTo>
                  <a:pt x="1054087" y="339864"/>
                </a:lnTo>
                <a:lnTo>
                  <a:pt x="1036713" y="339001"/>
                </a:lnTo>
                <a:lnTo>
                  <a:pt x="1018755" y="337578"/>
                </a:lnTo>
                <a:lnTo>
                  <a:pt x="1000518" y="335572"/>
                </a:lnTo>
                <a:lnTo>
                  <a:pt x="998994" y="335572"/>
                </a:lnTo>
                <a:lnTo>
                  <a:pt x="1001014" y="342963"/>
                </a:lnTo>
                <a:lnTo>
                  <a:pt x="1002614" y="351243"/>
                </a:lnTo>
                <a:lnTo>
                  <a:pt x="1003922" y="360083"/>
                </a:lnTo>
                <a:lnTo>
                  <a:pt x="1005090" y="369201"/>
                </a:lnTo>
                <a:lnTo>
                  <a:pt x="1040714" y="371297"/>
                </a:lnTo>
                <a:lnTo>
                  <a:pt x="1058024" y="371983"/>
                </a:lnTo>
                <a:lnTo>
                  <a:pt x="1075194" y="372249"/>
                </a:lnTo>
                <a:lnTo>
                  <a:pt x="1102347" y="368287"/>
                </a:lnTo>
                <a:lnTo>
                  <a:pt x="1122095" y="356616"/>
                </a:lnTo>
                <a:lnTo>
                  <a:pt x="1132700" y="340144"/>
                </a:lnTo>
                <a:lnTo>
                  <a:pt x="1134414" y="337489"/>
                </a:lnTo>
                <a:lnTo>
                  <a:pt x="1140371" y="285203"/>
                </a:lnTo>
                <a:lnTo>
                  <a:pt x="1143304" y="199466"/>
                </a:lnTo>
                <a:lnTo>
                  <a:pt x="1145095" y="136956"/>
                </a:lnTo>
                <a:lnTo>
                  <a:pt x="1146187" y="93065"/>
                </a:lnTo>
                <a:lnTo>
                  <a:pt x="1146911" y="64109"/>
                </a:lnTo>
                <a:close/>
              </a:path>
              <a:path w="3099434" h="380364">
                <a:moveTo>
                  <a:pt x="1549539" y="335572"/>
                </a:moveTo>
                <a:lnTo>
                  <a:pt x="1177391" y="335572"/>
                </a:lnTo>
                <a:lnTo>
                  <a:pt x="1177391" y="363105"/>
                </a:lnTo>
                <a:lnTo>
                  <a:pt x="1549539" y="363105"/>
                </a:lnTo>
                <a:lnTo>
                  <a:pt x="1549539" y="335572"/>
                </a:lnTo>
                <a:close/>
              </a:path>
              <a:path w="3099434" h="380364">
                <a:moveTo>
                  <a:pt x="1554111" y="137261"/>
                </a:moveTo>
                <a:lnTo>
                  <a:pt x="1509420" y="124383"/>
                </a:lnTo>
                <a:lnTo>
                  <a:pt x="1469047" y="108496"/>
                </a:lnTo>
                <a:lnTo>
                  <a:pt x="1432674" y="89471"/>
                </a:lnTo>
                <a:lnTo>
                  <a:pt x="1399997" y="67157"/>
                </a:lnTo>
                <a:lnTo>
                  <a:pt x="1541818" y="67157"/>
                </a:lnTo>
                <a:lnTo>
                  <a:pt x="1541818" y="42773"/>
                </a:lnTo>
                <a:lnTo>
                  <a:pt x="1377137" y="42773"/>
                </a:lnTo>
                <a:lnTo>
                  <a:pt x="1377137" y="1524"/>
                </a:lnTo>
                <a:lnTo>
                  <a:pt x="1349705" y="1524"/>
                </a:lnTo>
                <a:lnTo>
                  <a:pt x="1349705" y="42773"/>
                </a:lnTo>
                <a:lnTo>
                  <a:pt x="1186535" y="42773"/>
                </a:lnTo>
                <a:lnTo>
                  <a:pt x="1186535" y="67157"/>
                </a:lnTo>
                <a:lnTo>
                  <a:pt x="1323797" y="67157"/>
                </a:lnTo>
                <a:lnTo>
                  <a:pt x="1294625" y="89141"/>
                </a:lnTo>
                <a:lnTo>
                  <a:pt x="1259738" y="109270"/>
                </a:lnTo>
                <a:lnTo>
                  <a:pt x="1219123" y="127419"/>
                </a:lnTo>
                <a:lnTo>
                  <a:pt x="1172819" y="143459"/>
                </a:lnTo>
                <a:lnTo>
                  <a:pt x="1177391" y="150050"/>
                </a:lnTo>
                <a:lnTo>
                  <a:pt x="1181963" y="156222"/>
                </a:lnTo>
                <a:lnTo>
                  <a:pt x="1186535" y="162102"/>
                </a:lnTo>
                <a:lnTo>
                  <a:pt x="1191107" y="167843"/>
                </a:lnTo>
                <a:lnTo>
                  <a:pt x="1201394" y="164147"/>
                </a:lnTo>
                <a:lnTo>
                  <a:pt x="1211681" y="160032"/>
                </a:lnTo>
                <a:lnTo>
                  <a:pt x="1221968" y="155625"/>
                </a:lnTo>
                <a:lnTo>
                  <a:pt x="1232255" y="151079"/>
                </a:lnTo>
                <a:lnTo>
                  <a:pt x="1232255" y="315760"/>
                </a:lnTo>
                <a:lnTo>
                  <a:pt x="1261211" y="315760"/>
                </a:lnTo>
                <a:lnTo>
                  <a:pt x="1261211" y="297472"/>
                </a:lnTo>
                <a:lnTo>
                  <a:pt x="1467142" y="297472"/>
                </a:lnTo>
                <a:lnTo>
                  <a:pt x="1467142" y="315760"/>
                </a:lnTo>
                <a:lnTo>
                  <a:pt x="1496098" y="315760"/>
                </a:lnTo>
                <a:lnTo>
                  <a:pt x="1496098" y="297472"/>
                </a:lnTo>
                <a:lnTo>
                  <a:pt x="1496098" y="271564"/>
                </a:lnTo>
                <a:lnTo>
                  <a:pt x="1496098" y="149555"/>
                </a:lnTo>
                <a:lnTo>
                  <a:pt x="1467142" y="149555"/>
                </a:lnTo>
                <a:lnTo>
                  <a:pt x="1467142" y="175463"/>
                </a:lnTo>
                <a:lnTo>
                  <a:pt x="1467142" y="210515"/>
                </a:lnTo>
                <a:lnTo>
                  <a:pt x="1467142" y="236423"/>
                </a:lnTo>
                <a:lnTo>
                  <a:pt x="1467142" y="271564"/>
                </a:lnTo>
                <a:lnTo>
                  <a:pt x="1261211" y="271564"/>
                </a:lnTo>
                <a:lnTo>
                  <a:pt x="1261211" y="236423"/>
                </a:lnTo>
                <a:lnTo>
                  <a:pt x="1467142" y="236423"/>
                </a:lnTo>
                <a:lnTo>
                  <a:pt x="1467142" y="210515"/>
                </a:lnTo>
                <a:lnTo>
                  <a:pt x="1261211" y="210515"/>
                </a:lnTo>
                <a:lnTo>
                  <a:pt x="1261211" y="175463"/>
                </a:lnTo>
                <a:lnTo>
                  <a:pt x="1467142" y="175463"/>
                </a:lnTo>
                <a:lnTo>
                  <a:pt x="1467142" y="149555"/>
                </a:lnTo>
                <a:lnTo>
                  <a:pt x="1235303" y="149555"/>
                </a:lnTo>
                <a:lnTo>
                  <a:pt x="1269072" y="132676"/>
                </a:lnTo>
                <a:lnTo>
                  <a:pt x="1299400" y="114414"/>
                </a:lnTo>
                <a:lnTo>
                  <a:pt x="1326261" y="95021"/>
                </a:lnTo>
                <a:lnTo>
                  <a:pt x="1349705" y="74777"/>
                </a:lnTo>
                <a:lnTo>
                  <a:pt x="1349705" y="140309"/>
                </a:lnTo>
                <a:lnTo>
                  <a:pt x="1377137" y="140309"/>
                </a:lnTo>
                <a:lnTo>
                  <a:pt x="1377137" y="74777"/>
                </a:lnTo>
                <a:lnTo>
                  <a:pt x="1402575" y="96520"/>
                </a:lnTo>
                <a:lnTo>
                  <a:pt x="1430896" y="116128"/>
                </a:lnTo>
                <a:lnTo>
                  <a:pt x="1462074" y="133756"/>
                </a:lnTo>
                <a:lnTo>
                  <a:pt x="1496098" y="149555"/>
                </a:lnTo>
                <a:lnTo>
                  <a:pt x="1505508" y="153212"/>
                </a:lnTo>
                <a:lnTo>
                  <a:pt x="1515338" y="157175"/>
                </a:lnTo>
                <a:lnTo>
                  <a:pt x="1525460" y="161124"/>
                </a:lnTo>
                <a:lnTo>
                  <a:pt x="1535722" y="164795"/>
                </a:lnTo>
                <a:lnTo>
                  <a:pt x="1539443" y="158140"/>
                </a:lnTo>
                <a:lnTo>
                  <a:pt x="1543735" y="151638"/>
                </a:lnTo>
                <a:lnTo>
                  <a:pt x="1548625" y="144818"/>
                </a:lnTo>
                <a:lnTo>
                  <a:pt x="1554111" y="137261"/>
                </a:lnTo>
                <a:close/>
              </a:path>
              <a:path w="3099434" h="380364">
                <a:moveTo>
                  <a:pt x="1718792" y="205930"/>
                </a:moveTo>
                <a:lnTo>
                  <a:pt x="1718551" y="199072"/>
                </a:lnTo>
                <a:lnTo>
                  <a:pt x="1717802" y="189166"/>
                </a:lnTo>
                <a:lnTo>
                  <a:pt x="1717509" y="185356"/>
                </a:lnTo>
                <a:lnTo>
                  <a:pt x="1717268" y="178498"/>
                </a:lnTo>
                <a:lnTo>
                  <a:pt x="1702650" y="181025"/>
                </a:lnTo>
                <a:lnTo>
                  <a:pt x="1674545" y="186651"/>
                </a:lnTo>
                <a:lnTo>
                  <a:pt x="1660779" y="189166"/>
                </a:lnTo>
                <a:lnTo>
                  <a:pt x="1660779" y="105257"/>
                </a:lnTo>
                <a:lnTo>
                  <a:pt x="1717268" y="105257"/>
                </a:lnTo>
                <a:lnTo>
                  <a:pt x="1717268" y="77825"/>
                </a:lnTo>
                <a:lnTo>
                  <a:pt x="1660779" y="77825"/>
                </a:lnTo>
                <a:lnTo>
                  <a:pt x="1660779" y="4572"/>
                </a:lnTo>
                <a:lnTo>
                  <a:pt x="1631823" y="4572"/>
                </a:lnTo>
                <a:lnTo>
                  <a:pt x="1631823" y="77825"/>
                </a:lnTo>
                <a:lnTo>
                  <a:pt x="1570863" y="77825"/>
                </a:lnTo>
                <a:lnTo>
                  <a:pt x="1570863" y="105257"/>
                </a:lnTo>
                <a:lnTo>
                  <a:pt x="1631823" y="105257"/>
                </a:lnTo>
                <a:lnTo>
                  <a:pt x="1631823" y="193738"/>
                </a:lnTo>
                <a:lnTo>
                  <a:pt x="1580184" y="203390"/>
                </a:lnTo>
                <a:lnTo>
                  <a:pt x="1564767" y="205930"/>
                </a:lnTo>
                <a:lnTo>
                  <a:pt x="1570863" y="236410"/>
                </a:lnTo>
                <a:lnTo>
                  <a:pt x="1601914" y="229743"/>
                </a:lnTo>
                <a:lnTo>
                  <a:pt x="1616951" y="226771"/>
                </a:lnTo>
                <a:lnTo>
                  <a:pt x="1631823" y="224218"/>
                </a:lnTo>
                <a:lnTo>
                  <a:pt x="1631823" y="338620"/>
                </a:lnTo>
                <a:lnTo>
                  <a:pt x="1627276" y="343166"/>
                </a:lnTo>
                <a:lnTo>
                  <a:pt x="1607375" y="343141"/>
                </a:lnTo>
                <a:lnTo>
                  <a:pt x="1598104" y="342811"/>
                </a:lnTo>
                <a:lnTo>
                  <a:pt x="1587423" y="341909"/>
                </a:lnTo>
                <a:lnTo>
                  <a:pt x="1575435" y="340144"/>
                </a:lnTo>
                <a:lnTo>
                  <a:pt x="1576793" y="349084"/>
                </a:lnTo>
                <a:lnTo>
                  <a:pt x="1578292" y="357568"/>
                </a:lnTo>
                <a:lnTo>
                  <a:pt x="1579511" y="365747"/>
                </a:lnTo>
                <a:lnTo>
                  <a:pt x="1580007" y="373773"/>
                </a:lnTo>
                <a:lnTo>
                  <a:pt x="1625727" y="373773"/>
                </a:lnTo>
                <a:lnTo>
                  <a:pt x="1658734" y="350367"/>
                </a:lnTo>
                <a:lnTo>
                  <a:pt x="1660779" y="332524"/>
                </a:lnTo>
                <a:lnTo>
                  <a:pt x="1660779" y="224218"/>
                </a:lnTo>
                <a:lnTo>
                  <a:pt x="1660779" y="218122"/>
                </a:lnTo>
                <a:lnTo>
                  <a:pt x="1675638" y="214934"/>
                </a:lnTo>
                <a:lnTo>
                  <a:pt x="1704797" y="209130"/>
                </a:lnTo>
                <a:lnTo>
                  <a:pt x="1718792" y="205930"/>
                </a:lnTo>
                <a:close/>
              </a:path>
              <a:path w="3099434" h="380364">
                <a:moveTo>
                  <a:pt x="1909394" y="61061"/>
                </a:moveTo>
                <a:lnTo>
                  <a:pt x="1893366" y="48729"/>
                </a:lnTo>
                <a:lnTo>
                  <a:pt x="1877199" y="36817"/>
                </a:lnTo>
                <a:lnTo>
                  <a:pt x="1860740" y="25196"/>
                </a:lnTo>
                <a:lnTo>
                  <a:pt x="1843862" y="13716"/>
                </a:lnTo>
                <a:lnTo>
                  <a:pt x="1827098" y="32004"/>
                </a:lnTo>
                <a:lnTo>
                  <a:pt x="1874240" y="68961"/>
                </a:lnTo>
                <a:lnTo>
                  <a:pt x="1891106" y="82397"/>
                </a:lnTo>
                <a:lnTo>
                  <a:pt x="1909394" y="61061"/>
                </a:lnTo>
                <a:close/>
              </a:path>
              <a:path w="3099434" h="380364">
                <a:moveTo>
                  <a:pt x="1945970" y="279184"/>
                </a:moveTo>
                <a:lnTo>
                  <a:pt x="1939696" y="276847"/>
                </a:lnTo>
                <a:lnTo>
                  <a:pt x="1932444" y="274231"/>
                </a:lnTo>
                <a:lnTo>
                  <a:pt x="1924316" y="271043"/>
                </a:lnTo>
                <a:lnTo>
                  <a:pt x="1915490" y="266992"/>
                </a:lnTo>
                <a:lnTo>
                  <a:pt x="1914080" y="282702"/>
                </a:lnTo>
                <a:lnTo>
                  <a:pt x="1912264" y="297713"/>
                </a:lnTo>
                <a:lnTo>
                  <a:pt x="1910143" y="312331"/>
                </a:lnTo>
                <a:lnTo>
                  <a:pt x="1907870" y="326377"/>
                </a:lnTo>
                <a:lnTo>
                  <a:pt x="1904822" y="338620"/>
                </a:lnTo>
                <a:lnTo>
                  <a:pt x="1900250" y="344716"/>
                </a:lnTo>
                <a:lnTo>
                  <a:pt x="1892630" y="344716"/>
                </a:lnTo>
                <a:lnTo>
                  <a:pt x="1857552" y="319671"/>
                </a:lnTo>
                <a:lnTo>
                  <a:pt x="1836547" y="285369"/>
                </a:lnTo>
                <a:lnTo>
                  <a:pt x="1828622" y="263944"/>
                </a:lnTo>
                <a:lnTo>
                  <a:pt x="1854073" y="242481"/>
                </a:lnTo>
                <a:lnTo>
                  <a:pt x="1861947" y="234886"/>
                </a:lnTo>
                <a:lnTo>
                  <a:pt x="1877961" y="219468"/>
                </a:lnTo>
                <a:lnTo>
                  <a:pt x="1900415" y="195059"/>
                </a:lnTo>
                <a:lnTo>
                  <a:pt x="1921586" y="169354"/>
                </a:lnTo>
                <a:lnTo>
                  <a:pt x="1897202" y="151066"/>
                </a:lnTo>
                <a:lnTo>
                  <a:pt x="1880336" y="173380"/>
                </a:lnTo>
                <a:lnTo>
                  <a:pt x="1861756" y="194691"/>
                </a:lnTo>
                <a:lnTo>
                  <a:pt x="1841436" y="215150"/>
                </a:lnTo>
                <a:lnTo>
                  <a:pt x="1819376" y="234886"/>
                </a:lnTo>
                <a:lnTo>
                  <a:pt x="1815325" y="214528"/>
                </a:lnTo>
                <a:lnTo>
                  <a:pt x="1812137" y="192024"/>
                </a:lnTo>
                <a:lnTo>
                  <a:pt x="1809521" y="166916"/>
                </a:lnTo>
                <a:lnTo>
                  <a:pt x="1807451" y="141922"/>
                </a:lnTo>
                <a:lnTo>
                  <a:pt x="1807184" y="138785"/>
                </a:lnTo>
                <a:lnTo>
                  <a:pt x="1938350" y="123545"/>
                </a:lnTo>
                <a:lnTo>
                  <a:pt x="1936064" y="109829"/>
                </a:lnTo>
                <a:lnTo>
                  <a:pt x="1933778" y="96113"/>
                </a:lnTo>
                <a:lnTo>
                  <a:pt x="1805660" y="109829"/>
                </a:lnTo>
                <a:lnTo>
                  <a:pt x="1803565" y="59334"/>
                </a:lnTo>
                <a:lnTo>
                  <a:pt x="1802612" y="3048"/>
                </a:lnTo>
                <a:lnTo>
                  <a:pt x="1770608" y="3048"/>
                </a:lnTo>
                <a:lnTo>
                  <a:pt x="1772551" y="31991"/>
                </a:lnTo>
                <a:lnTo>
                  <a:pt x="1774101" y="59334"/>
                </a:lnTo>
                <a:lnTo>
                  <a:pt x="1775536" y="88658"/>
                </a:lnTo>
                <a:lnTo>
                  <a:pt x="1776704" y="114401"/>
                </a:lnTo>
                <a:lnTo>
                  <a:pt x="1700504" y="122021"/>
                </a:lnTo>
                <a:lnTo>
                  <a:pt x="1705076" y="151066"/>
                </a:lnTo>
                <a:lnTo>
                  <a:pt x="1778228" y="141922"/>
                </a:lnTo>
                <a:lnTo>
                  <a:pt x="1781060" y="175387"/>
                </a:lnTo>
                <a:lnTo>
                  <a:pt x="1784896" y="204990"/>
                </a:lnTo>
                <a:lnTo>
                  <a:pt x="1789582" y="230911"/>
                </a:lnTo>
                <a:lnTo>
                  <a:pt x="1794992" y="253276"/>
                </a:lnTo>
                <a:lnTo>
                  <a:pt x="1770367" y="269875"/>
                </a:lnTo>
                <a:lnTo>
                  <a:pt x="1744306" y="285470"/>
                </a:lnTo>
                <a:lnTo>
                  <a:pt x="1716519" y="300215"/>
                </a:lnTo>
                <a:lnTo>
                  <a:pt x="1686699" y="314236"/>
                </a:lnTo>
                <a:lnTo>
                  <a:pt x="1693062" y="321716"/>
                </a:lnTo>
                <a:lnTo>
                  <a:pt x="1698396" y="328333"/>
                </a:lnTo>
                <a:lnTo>
                  <a:pt x="1702866" y="334378"/>
                </a:lnTo>
                <a:lnTo>
                  <a:pt x="1706600" y="340144"/>
                </a:lnTo>
                <a:lnTo>
                  <a:pt x="1732254" y="326428"/>
                </a:lnTo>
                <a:lnTo>
                  <a:pt x="1757083" y="312331"/>
                </a:lnTo>
                <a:lnTo>
                  <a:pt x="1780971" y="297713"/>
                </a:lnTo>
                <a:lnTo>
                  <a:pt x="1804136" y="282232"/>
                </a:lnTo>
                <a:lnTo>
                  <a:pt x="1814131" y="305955"/>
                </a:lnTo>
                <a:lnTo>
                  <a:pt x="1838718" y="344855"/>
                </a:lnTo>
                <a:lnTo>
                  <a:pt x="1873961" y="372440"/>
                </a:lnTo>
                <a:lnTo>
                  <a:pt x="1897202" y="376821"/>
                </a:lnTo>
                <a:lnTo>
                  <a:pt x="1908886" y="374815"/>
                </a:lnTo>
                <a:lnTo>
                  <a:pt x="1932254" y="344716"/>
                </a:lnTo>
                <a:lnTo>
                  <a:pt x="1942541" y="299491"/>
                </a:lnTo>
                <a:lnTo>
                  <a:pt x="1945970" y="279184"/>
                </a:lnTo>
                <a:close/>
              </a:path>
              <a:path w="3099434" h="380364">
                <a:moveTo>
                  <a:pt x="2240292" y="240995"/>
                </a:moveTo>
                <a:lnTo>
                  <a:pt x="1958149" y="240995"/>
                </a:lnTo>
                <a:lnTo>
                  <a:pt x="1958149" y="270040"/>
                </a:lnTo>
                <a:lnTo>
                  <a:pt x="2240292" y="270040"/>
                </a:lnTo>
                <a:lnTo>
                  <a:pt x="2240292" y="240995"/>
                </a:lnTo>
                <a:close/>
              </a:path>
              <a:path w="3099434" h="380364">
                <a:moveTo>
                  <a:pt x="2334869" y="62585"/>
                </a:moveTo>
                <a:lnTo>
                  <a:pt x="2063407" y="62585"/>
                </a:lnTo>
                <a:lnTo>
                  <a:pt x="2069503" y="1524"/>
                </a:lnTo>
                <a:lnTo>
                  <a:pt x="2037499" y="1524"/>
                </a:lnTo>
                <a:lnTo>
                  <a:pt x="2022259" y="152590"/>
                </a:lnTo>
                <a:lnTo>
                  <a:pt x="2022259" y="181546"/>
                </a:lnTo>
                <a:lnTo>
                  <a:pt x="2273909" y="181546"/>
                </a:lnTo>
                <a:lnTo>
                  <a:pt x="2271623" y="213855"/>
                </a:lnTo>
                <a:lnTo>
                  <a:pt x="2267051" y="273354"/>
                </a:lnTo>
                <a:lnTo>
                  <a:pt x="2259596" y="319138"/>
                </a:lnTo>
                <a:lnTo>
                  <a:pt x="2208288" y="340144"/>
                </a:lnTo>
                <a:lnTo>
                  <a:pt x="2192591" y="339864"/>
                </a:lnTo>
                <a:lnTo>
                  <a:pt x="2173046" y="339001"/>
                </a:lnTo>
                <a:lnTo>
                  <a:pt x="2149779" y="337578"/>
                </a:lnTo>
                <a:lnTo>
                  <a:pt x="2122944" y="335572"/>
                </a:lnTo>
                <a:lnTo>
                  <a:pt x="2124316" y="345363"/>
                </a:lnTo>
                <a:lnTo>
                  <a:pt x="2125992" y="354139"/>
                </a:lnTo>
                <a:lnTo>
                  <a:pt x="2127656" y="362026"/>
                </a:lnTo>
                <a:lnTo>
                  <a:pt x="2129040" y="369201"/>
                </a:lnTo>
                <a:lnTo>
                  <a:pt x="2152472" y="369430"/>
                </a:lnTo>
                <a:lnTo>
                  <a:pt x="2195906" y="370484"/>
                </a:lnTo>
                <a:lnTo>
                  <a:pt x="2215908" y="370725"/>
                </a:lnTo>
                <a:lnTo>
                  <a:pt x="2263356" y="363004"/>
                </a:lnTo>
                <a:lnTo>
                  <a:pt x="2293416" y="320903"/>
                </a:lnTo>
                <a:lnTo>
                  <a:pt x="2299297" y="266903"/>
                </a:lnTo>
                <a:lnTo>
                  <a:pt x="2302103" y="230174"/>
                </a:lnTo>
                <a:lnTo>
                  <a:pt x="2304910" y="192024"/>
                </a:lnTo>
                <a:lnTo>
                  <a:pt x="2307437" y="152590"/>
                </a:lnTo>
                <a:lnTo>
                  <a:pt x="2054263" y="152590"/>
                </a:lnTo>
                <a:lnTo>
                  <a:pt x="2060359" y="91541"/>
                </a:lnTo>
                <a:lnTo>
                  <a:pt x="2334869" y="91541"/>
                </a:lnTo>
                <a:lnTo>
                  <a:pt x="2334869" y="62585"/>
                </a:lnTo>
                <a:close/>
              </a:path>
              <a:path w="3099434" h="380364">
                <a:moveTo>
                  <a:pt x="2449258" y="70205"/>
                </a:moveTo>
                <a:lnTo>
                  <a:pt x="2435263" y="54432"/>
                </a:lnTo>
                <a:lnTo>
                  <a:pt x="2420683" y="38912"/>
                </a:lnTo>
                <a:lnTo>
                  <a:pt x="2405545" y="23406"/>
                </a:lnTo>
                <a:lnTo>
                  <a:pt x="2389822" y="7620"/>
                </a:lnTo>
                <a:lnTo>
                  <a:pt x="2366873" y="27432"/>
                </a:lnTo>
                <a:lnTo>
                  <a:pt x="2381529" y="43522"/>
                </a:lnTo>
                <a:lnTo>
                  <a:pt x="2395728" y="59715"/>
                </a:lnTo>
                <a:lnTo>
                  <a:pt x="2409621" y="76187"/>
                </a:lnTo>
                <a:lnTo>
                  <a:pt x="2423350" y="93065"/>
                </a:lnTo>
                <a:lnTo>
                  <a:pt x="2449258" y="70205"/>
                </a:lnTo>
                <a:close/>
              </a:path>
              <a:path w="3099434" h="380364">
                <a:moveTo>
                  <a:pt x="2488895" y="277660"/>
                </a:moveTo>
                <a:lnTo>
                  <a:pt x="2487853" y="270040"/>
                </a:lnTo>
                <a:lnTo>
                  <a:pt x="2486799" y="260883"/>
                </a:lnTo>
                <a:lnTo>
                  <a:pt x="2486126" y="252653"/>
                </a:lnTo>
                <a:lnTo>
                  <a:pt x="2485847" y="244043"/>
                </a:lnTo>
                <a:lnTo>
                  <a:pt x="2458402" y="265264"/>
                </a:lnTo>
                <a:lnTo>
                  <a:pt x="2444686" y="275640"/>
                </a:lnTo>
                <a:lnTo>
                  <a:pt x="2430970" y="285280"/>
                </a:lnTo>
                <a:lnTo>
                  <a:pt x="2430970" y="132689"/>
                </a:lnTo>
                <a:lnTo>
                  <a:pt x="2351633" y="132689"/>
                </a:lnTo>
                <a:lnTo>
                  <a:pt x="2351633" y="160223"/>
                </a:lnTo>
                <a:lnTo>
                  <a:pt x="2400490" y="160223"/>
                </a:lnTo>
                <a:lnTo>
                  <a:pt x="2400490" y="282232"/>
                </a:lnTo>
                <a:lnTo>
                  <a:pt x="2399639" y="293116"/>
                </a:lnTo>
                <a:lnTo>
                  <a:pt x="2397061" y="302996"/>
                </a:lnTo>
                <a:lnTo>
                  <a:pt x="2392781" y="312026"/>
                </a:lnTo>
                <a:lnTo>
                  <a:pt x="2386774" y="320332"/>
                </a:lnTo>
                <a:lnTo>
                  <a:pt x="2408110" y="343192"/>
                </a:lnTo>
                <a:lnTo>
                  <a:pt x="2413495" y="337172"/>
                </a:lnTo>
                <a:lnTo>
                  <a:pt x="2418397" y="332333"/>
                </a:lnTo>
                <a:lnTo>
                  <a:pt x="2422690" y="328409"/>
                </a:lnTo>
                <a:lnTo>
                  <a:pt x="2426398" y="324904"/>
                </a:lnTo>
                <a:lnTo>
                  <a:pt x="2443238" y="311518"/>
                </a:lnTo>
                <a:lnTo>
                  <a:pt x="2459355" y="298996"/>
                </a:lnTo>
                <a:lnTo>
                  <a:pt x="2474620" y="287616"/>
                </a:lnTo>
                <a:lnTo>
                  <a:pt x="2477973" y="285280"/>
                </a:lnTo>
                <a:lnTo>
                  <a:pt x="2488895" y="277660"/>
                </a:lnTo>
                <a:close/>
              </a:path>
              <a:path w="3099434" h="380364">
                <a:moveTo>
                  <a:pt x="2728353" y="67157"/>
                </a:moveTo>
                <a:lnTo>
                  <a:pt x="2595664" y="67157"/>
                </a:lnTo>
                <a:lnTo>
                  <a:pt x="2623096" y="53441"/>
                </a:lnTo>
                <a:lnTo>
                  <a:pt x="2616835" y="40551"/>
                </a:lnTo>
                <a:lnTo>
                  <a:pt x="2609672" y="27432"/>
                </a:lnTo>
                <a:lnTo>
                  <a:pt x="2601468" y="13716"/>
                </a:lnTo>
                <a:lnTo>
                  <a:pt x="2592616" y="0"/>
                </a:lnTo>
                <a:lnTo>
                  <a:pt x="2566708" y="13716"/>
                </a:lnTo>
                <a:lnTo>
                  <a:pt x="2574328" y="27254"/>
                </a:lnTo>
                <a:lnTo>
                  <a:pt x="2581567" y="41008"/>
                </a:lnTo>
                <a:lnTo>
                  <a:pt x="2588145" y="54305"/>
                </a:lnTo>
                <a:lnTo>
                  <a:pt x="2594140" y="67157"/>
                </a:lnTo>
                <a:lnTo>
                  <a:pt x="2470607" y="67157"/>
                </a:lnTo>
                <a:lnTo>
                  <a:pt x="2470607" y="94589"/>
                </a:lnTo>
                <a:lnTo>
                  <a:pt x="2525560" y="94589"/>
                </a:lnTo>
                <a:lnTo>
                  <a:pt x="2525560" y="160223"/>
                </a:lnTo>
                <a:lnTo>
                  <a:pt x="2522880" y="225412"/>
                </a:lnTo>
                <a:lnTo>
                  <a:pt x="2513279" y="270040"/>
                </a:lnTo>
                <a:lnTo>
                  <a:pt x="2491752" y="313486"/>
                </a:lnTo>
                <a:lnTo>
                  <a:pt x="2455354" y="357009"/>
                </a:lnTo>
                <a:lnTo>
                  <a:pt x="2461095" y="361861"/>
                </a:lnTo>
                <a:lnTo>
                  <a:pt x="2466975" y="367296"/>
                </a:lnTo>
                <a:lnTo>
                  <a:pt x="2473147" y="373291"/>
                </a:lnTo>
                <a:lnTo>
                  <a:pt x="2479751" y="379869"/>
                </a:lnTo>
                <a:lnTo>
                  <a:pt x="2500884" y="356730"/>
                </a:lnTo>
                <a:lnTo>
                  <a:pt x="2532329" y="309270"/>
                </a:lnTo>
                <a:lnTo>
                  <a:pt x="2548344" y="264363"/>
                </a:lnTo>
                <a:lnTo>
                  <a:pt x="2555824" y="212763"/>
                </a:lnTo>
                <a:lnTo>
                  <a:pt x="2557564" y="181559"/>
                </a:lnTo>
                <a:lnTo>
                  <a:pt x="2670441" y="181559"/>
                </a:lnTo>
                <a:lnTo>
                  <a:pt x="2668384" y="219316"/>
                </a:lnTo>
                <a:lnTo>
                  <a:pt x="2666631" y="252653"/>
                </a:lnTo>
                <a:lnTo>
                  <a:pt x="2664866" y="281711"/>
                </a:lnTo>
                <a:lnTo>
                  <a:pt x="2654770" y="328523"/>
                </a:lnTo>
                <a:lnTo>
                  <a:pt x="2635288" y="335572"/>
                </a:lnTo>
                <a:lnTo>
                  <a:pt x="2620149" y="335292"/>
                </a:lnTo>
                <a:lnTo>
                  <a:pt x="2604427" y="334429"/>
                </a:lnTo>
                <a:lnTo>
                  <a:pt x="2588145" y="333006"/>
                </a:lnTo>
                <a:lnTo>
                  <a:pt x="2571280" y="331000"/>
                </a:lnTo>
                <a:lnTo>
                  <a:pt x="2572664" y="339255"/>
                </a:lnTo>
                <a:lnTo>
                  <a:pt x="2575991" y="356374"/>
                </a:lnTo>
                <a:lnTo>
                  <a:pt x="2577376" y="364629"/>
                </a:lnTo>
                <a:lnTo>
                  <a:pt x="2593975" y="365506"/>
                </a:lnTo>
                <a:lnTo>
                  <a:pt x="2609570" y="365963"/>
                </a:lnTo>
                <a:lnTo>
                  <a:pt x="2638336" y="366153"/>
                </a:lnTo>
                <a:lnTo>
                  <a:pt x="2660675" y="362978"/>
                </a:lnTo>
                <a:lnTo>
                  <a:pt x="2688513" y="335572"/>
                </a:lnTo>
                <a:lnTo>
                  <a:pt x="2694419" y="293116"/>
                </a:lnTo>
                <a:lnTo>
                  <a:pt x="2696438" y="254596"/>
                </a:lnTo>
                <a:lnTo>
                  <a:pt x="2698648" y="208495"/>
                </a:lnTo>
                <a:lnTo>
                  <a:pt x="2699804" y="181559"/>
                </a:lnTo>
                <a:lnTo>
                  <a:pt x="2700921" y="155651"/>
                </a:lnTo>
                <a:lnTo>
                  <a:pt x="2557564" y="155651"/>
                </a:lnTo>
                <a:lnTo>
                  <a:pt x="2557564" y="94589"/>
                </a:lnTo>
                <a:lnTo>
                  <a:pt x="2728353" y="94589"/>
                </a:lnTo>
                <a:lnTo>
                  <a:pt x="2728353" y="67157"/>
                </a:lnTo>
                <a:close/>
              </a:path>
              <a:path w="3099434" h="380364">
                <a:moveTo>
                  <a:pt x="2790825" y="77825"/>
                </a:moveTo>
                <a:lnTo>
                  <a:pt x="2761869" y="77825"/>
                </a:lnTo>
                <a:lnTo>
                  <a:pt x="2761869" y="376821"/>
                </a:lnTo>
                <a:lnTo>
                  <a:pt x="2790825" y="376821"/>
                </a:lnTo>
                <a:lnTo>
                  <a:pt x="2790825" y="77825"/>
                </a:lnTo>
                <a:close/>
              </a:path>
              <a:path w="3099434" h="380364">
                <a:moveTo>
                  <a:pt x="2857982" y="58013"/>
                </a:moveTo>
                <a:lnTo>
                  <a:pt x="2841675" y="40792"/>
                </a:lnTo>
                <a:lnTo>
                  <a:pt x="2826931" y="25730"/>
                </a:lnTo>
                <a:lnTo>
                  <a:pt x="2813621" y="12700"/>
                </a:lnTo>
                <a:lnTo>
                  <a:pt x="2801594" y="1524"/>
                </a:lnTo>
                <a:lnTo>
                  <a:pt x="2780157" y="21336"/>
                </a:lnTo>
                <a:lnTo>
                  <a:pt x="2791079" y="32550"/>
                </a:lnTo>
                <a:lnTo>
                  <a:pt x="2803448" y="45770"/>
                </a:lnTo>
                <a:lnTo>
                  <a:pt x="2817533" y="61290"/>
                </a:lnTo>
                <a:lnTo>
                  <a:pt x="2833598" y="79349"/>
                </a:lnTo>
                <a:lnTo>
                  <a:pt x="2857982" y="58013"/>
                </a:lnTo>
                <a:close/>
              </a:path>
              <a:path w="3099434" h="380364">
                <a:moveTo>
                  <a:pt x="3010484" y="122021"/>
                </a:moveTo>
                <a:lnTo>
                  <a:pt x="2983052" y="122021"/>
                </a:lnTo>
                <a:lnTo>
                  <a:pt x="2983052" y="151079"/>
                </a:lnTo>
                <a:lnTo>
                  <a:pt x="2983052" y="247180"/>
                </a:lnTo>
                <a:lnTo>
                  <a:pt x="2876270" y="247180"/>
                </a:lnTo>
                <a:lnTo>
                  <a:pt x="2876270" y="151079"/>
                </a:lnTo>
                <a:lnTo>
                  <a:pt x="2983052" y="151079"/>
                </a:lnTo>
                <a:lnTo>
                  <a:pt x="2983052" y="122021"/>
                </a:lnTo>
                <a:lnTo>
                  <a:pt x="2848838" y="122021"/>
                </a:lnTo>
                <a:lnTo>
                  <a:pt x="2848838" y="297472"/>
                </a:lnTo>
                <a:lnTo>
                  <a:pt x="2876270" y="297472"/>
                </a:lnTo>
                <a:lnTo>
                  <a:pt x="2876270" y="274612"/>
                </a:lnTo>
                <a:lnTo>
                  <a:pt x="3010484" y="274612"/>
                </a:lnTo>
                <a:lnTo>
                  <a:pt x="3010484" y="247180"/>
                </a:lnTo>
                <a:lnTo>
                  <a:pt x="3010484" y="151079"/>
                </a:lnTo>
                <a:lnTo>
                  <a:pt x="3010484" y="122021"/>
                </a:lnTo>
                <a:close/>
              </a:path>
              <a:path w="3099434" h="380364">
                <a:moveTo>
                  <a:pt x="3098965" y="25908"/>
                </a:moveTo>
                <a:lnTo>
                  <a:pt x="2880842" y="25908"/>
                </a:lnTo>
                <a:lnTo>
                  <a:pt x="2880842" y="54965"/>
                </a:lnTo>
                <a:lnTo>
                  <a:pt x="3069920" y="54965"/>
                </a:lnTo>
                <a:lnTo>
                  <a:pt x="3069920" y="317284"/>
                </a:lnTo>
                <a:lnTo>
                  <a:pt x="3068205" y="330403"/>
                </a:lnTo>
                <a:lnTo>
                  <a:pt x="3063062" y="339953"/>
                </a:lnTo>
                <a:lnTo>
                  <a:pt x="3054489" y="345782"/>
                </a:lnTo>
                <a:lnTo>
                  <a:pt x="3042488" y="347764"/>
                </a:lnTo>
                <a:lnTo>
                  <a:pt x="3027388" y="347497"/>
                </a:lnTo>
                <a:lnTo>
                  <a:pt x="3012008" y="346811"/>
                </a:lnTo>
                <a:lnTo>
                  <a:pt x="2996615" y="345833"/>
                </a:lnTo>
                <a:lnTo>
                  <a:pt x="2981528" y="344716"/>
                </a:lnTo>
                <a:lnTo>
                  <a:pt x="2983547" y="354482"/>
                </a:lnTo>
                <a:lnTo>
                  <a:pt x="2985147" y="363093"/>
                </a:lnTo>
                <a:lnTo>
                  <a:pt x="2986455" y="370522"/>
                </a:lnTo>
                <a:lnTo>
                  <a:pt x="2987624" y="376821"/>
                </a:lnTo>
                <a:lnTo>
                  <a:pt x="3050108" y="376821"/>
                </a:lnTo>
                <a:lnTo>
                  <a:pt x="3071926" y="373380"/>
                </a:lnTo>
                <a:lnTo>
                  <a:pt x="3087141" y="363093"/>
                </a:lnTo>
                <a:lnTo>
                  <a:pt x="3095104" y="347764"/>
                </a:lnTo>
                <a:lnTo>
                  <a:pt x="3096056" y="345909"/>
                </a:lnTo>
                <a:lnTo>
                  <a:pt x="3098965" y="321856"/>
                </a:lnTo>
                <a:lnTo>
                  <a:pt x="309896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738401" y="3067621"/>
            <a:ext cx="773430" cy="370840"/>
          </a:xfrm>
          <a:custGeom>
            <a:avLst/>
            <a:gdLst/>
            <a:ahLst/>
            <a:cxnLst/>
            <a:rect l="l" t="t" r="r" b="b"/>
            <a:pathLst>
              <a:path w="773430" h="370839">
                <a:moveTo>
                  <a:pt x="102108" y="79248"/>
                </a:moveTo>
                <a:lnTo>
                  <a:pt x="85813" y="56032"/>
                </a:lnTo>
                <a:lnTo>
                  <a:pt x="71247" y="36385"/>
                </a:lnTo>
                <a:lnTo>
                  <a:pt x="58381" y="19888"/>
                </a:lnTo>
                <a:lnTo>
                  <a:pt x="47244" y="6096"/>
                </a:lnTo>
                <a:lnTo>
                  <a:pt x="22860" y="22860"/>
                </a:lnTo>
                <a:lnTo>
                  <a:pt x="33743" y="37744"/>
                </a:lnTo>
                <a:lnTo>
                  <a:pt x="45910" y="55067"/>
                </a:lnTo>
                <a:lnTo>
                  <a:pt x="59512" y="74980"/>
                </a:lnTo>
                <a:lnTo>
                  <a:pt x="74676" y="97637"/>
                </a:lnTo>
                <a:lnTo>
                  <a:pt x="102108" y="79248"/>
                </a:lnTo>
                <a:close/>
              </a:path>
              <a:path w="773430" h="370839">
                <a:moveTo>
                  <a:pt x="353758" y="100685"/>
                </a:moveTo>
                <a:lnTo>
                  <a:pt x="326326" y="100685"/>
                </a:lnTo>
                <a:lnTo>
                  <a:pt x="326326" y="125069"/>
                </a:lnTo>
                <a:lnTo>
                  <a:pt x="326326" y="163169"/>
                </a:lnTo>
                <a:lnTo>
                  <a:pt x="326326" y="187553"/>
                </a:lnTo>
                <a:lnTo>
                  <a:pt x="326326" y="225742"/>
                </a:lnTo>
                <a:lnTo>
                  <a:pt x="253085" y="225742"/>
                </a:lnTo>
                <a:lnTo>
                  <a:pt x="253085" y="187553"/>
                </a:lnTo>
                <a:lnTo>
                  <a:pt x="326326" y="187553"/>
                </a:lnTo>
                <a:lnTo>
                  <a:pt x="326326" y="163169"/>
                </a:lnTo>
                <a:lnTo>
                  <a:pt x="253085" y="163169"/>
                </a:lnTo>
                <a:lnTo>
                  <a:pt x="253085" y="125069"/>
                </a:lnTo>
                <a:lnTo>
                  <a:pt x="326326" y="125069"/>
                </a:lnTo>
                <a:lnTo>
                  <a:pt x="326326" y="100685"/>
                </a:lnTo>
                <a:lnTo>
                  <a:pt x="271373" y="100685"/>
                </a:lnTo>
                <a:lnTo>
                  <a:pt x="266801" y="97637"/>
                </a:lnTo>
                <a:lnTo>
                  <a:pt x="257657" y="94589"/>
                </a:lnTo>
                <a:lnTo>
                  <a:pt x="283959" y="80772"/>
                </a:lnTo>
                <a:lnTo>
                  <a:pt x="350710" y="45720"/>
                </a:lnTo>
                <a:lnTo>
                  <a:pt x="350710" y="19812"/>
                </a:lnTo>
                <a:lnTo>
                  <a:pt x="120396" y="19812"/>
                </a:lnTo>
                <a:lnTo>
                  <a:pt x="120396" y="44196"/>
                </a:lnTo>
                <a:lnTo>
                  <a:pt x="300418" y="44196"/>
                </a:lnTo>
                <a:lnTo>
                  <a:pt x="231749" y="80772"/>
                </a:lnTo>
                <a:lnTo>
                  <a:pt x="225653" y="77584"/>
                </a:lnTo>
                <a:lnTo>
                  <a:pt x="225653" y="125069"/>
                </a:lnTo>
                <a:lnTo>
                  <a:pt x="225653" y="163169"/>
                </a:lnTo>
                <a:lnTo>
                  <a:pt x="225653" y="187553"/>
                </a:lnTo>
                <a:lnTo>
                  <a:pt x="225653" y="225742"/>
                </a:lnTo>
                <a:lnTo>
                  <a:pt x="154025" y="225742"/>
                </a:lnTo>
                <a:lnTo>
                  <a:pt x="154025" y="187553"/>
                </a:lnTo>
                <a:lnTo>
                  <a:pt x="225653" y="187553"/>
                </a:lnTo>
                <a:lnTo>
                  <a:pt x="225653" y="163169"/>
                </a:lnTo>
                <a:lnTo>
                  <a:pt x="154025" y="163169"/>
                </a:lnTo>
                <a:lnTo>
                  <a:pt x="154025" y="125069"/>
                </a:lnTo>
                <a:lnTo>
                  <a:pt x="225653" y="125069"/>
                </a:lnTo>
                <a:lnTo>
                  <a:pt x="225653" y="77584"/>
                </a:lnTo>
                <a:lnTo>
                  <a:pt x="218643" y="73914"/>
                </a:lnTo>
                <a:lnTo>
                  <a:pt x="204698" y="67056"/>
                </a:lnTo>
                <a:lnTo>
                  <a:pt x="175361" y="53340"/>
                </a:lnTo>
                <a:lnTo>
                  <a:pt x="160121" y="71628"/>
                </a:lnTo>
                <a:lnTo>
                  <a:pt x="174980" y="78727"/>
                </a:lnTo>
                <a:lnTo>
                  <a:pt x="204698" y="93535"/>
                </a:lnTo>
                <a:lnTo>
                  <a:pt x="219557" y="100685"/>
                </a:lnTo>
                <a:lnTo>
                  <a:pt x="126492" y="100685"/>
                </a:lnTo>
                <a:lnTo>
                  <a:pt x="126492" y="315760"/>
                </a:lnTo>
                <a:lnTo>
                  <a:pt x="154025" y="315760"/>
                </a:lnTo>
                <a:lnTo>
                  <a:pt x="154025" y="250126"/>
                </a:lnTo>
                <a:lnTo>
                  <a:pt x="225653" y="250126"/>
                </a:lnTo>
                <a:lnTo>
                  <a:pt x="225653" y="309664"/>
                </a:lnTo>
                <a:lnTo>
                  <a:pt x="253085" y="309664"/>
                </a:lnTo>
                <a:lnTo>
                  <a:pt x="253085" y="250126"/>
                </a:lnTo>
                <a:lnTo>
                  <a:pt x="326326" y="250126"/>
                </a:lnTo>
                <a:lnTo>
                  <a:pt x="326326" y="268414"/>
                </a:lnTo>
                <a:lnTo>
                  <a:pt x="324916" y="277304"/>
                </a:lnTo>
                <a:lnTo>
                  <a:pt x="320802" y="283464"/>
                </a:lnTo>
                <a:lnTo>
                  <a:pt x="314109" y="287070"/>
                </a:lnTo>
                <a:lnTo>
                  <a:pt x="305066" y="288226"/>
                </a:lnTo>
                <a:lnTo>
                  <a:pt x="296418" y="288213"/>
                </a:lnTo>
                <a:lnTo>
                  <a:pt x="286689" y="288036"/>
                </a:lnTo>
                <a:lnTo>
                  <a:pt x="275805" y="287591"/>
                </a:lnTo>
                <a:lnTo>
                  <a:pt x="263753" y="286702"/>
                </a:lnTo>
                <a:lnTo>
                  <a:pt x="265772" y="293814"/>
                </a:lnTo>
                <a:lnTo>
                  <a:pt x="267373" y="301231"/>
                </a:lnTo>
                <a:lnTo>
                  <a:pt x="268681" y="308648"/>
                </a:lnTo>
                <a:lnTo>
                  <a:pt x="269849" y="315760"/>
                </a:lnTo>
                <a:lnTo>
                  <a:pt x="281279" y="316636"/>
                </a:lnTo>
                <a:lnTo>
                  <a:pt x="292404" y="317093"/>
                </a:lnTo>
                <a:lnTo>
                  <a:pt x="302945" y="317258"/>
                </a:lnTo>
                <a:lnTo>
                  <a:pt x="312610" y="317284"/>
                </a:lnTo>
                <a:lnTo>
                  <a:pt x="330619" y="314452"/>
                </a:lnTo>
                <a:lnTo>
                  <a:pt x="343471" y="306031"/>
                </a:lnTo>
                <a:lnTo>
                  <a:pt x="351193" y="292163"/>
                </a:lnTo>
                <a:lnTo>
                  <a:pt x="351713" y="288226"/>
                </a:lnTo>
                <a:lnTo>
                  <a:pt x="353758" y="272986"/>
                </a:lnTo>
                <a:lnTo>
                  <a:pt x="353758" y="125069"/>
                </a:lnTo>
                <a:lnTo>
                  <a:pt x="353758" y="100685"/>
                </a:lnTo>
                <a:close/>
              </a:path>
              <a:path w="773430" h="370839">
                <a:moveTo>
                  <a:pt x="381190" y="335572"/>
                </a:moveTo>
                <a:lnTo>
                  <a:pt x="253085" y="338620"/>
                </a:lnTo>
                <a:lnTo>
                  <a:pt x="158597" y="337096"/>
                </a:lnTo>
                <a:lnTo>
                  <a:pt x="132219" y="334568"/>
                </a:lnTo>
                <a:lnTo>
                  <a:pt x="110312" y="327177"/>
                </a:lnTo>
                <a:lnTo>
                  <a:pt x="98005" y="318808"/>
                </a:lnTo>
                <a:lnTo>
                  <a:pt x="92697" y="315201"/>
                </a:lnTo>
                <a:lnTo>
                  <a:pt x="79248" y="298894"/>
                </a:lnTo>
                <a:lnTo>
                  <a:pt x="79248" y="134213"/>
                </a:lnTo>
                <a:lnTo>
                  <a:pt x="3048" y="134213"/>
                </a:lnTo>
                <a:lnTo>
                  <a:pt x="3048" y="163169"/>
                </a:lnTo>
                <a:lnTo>
                  <a:pt x="48768" y="163169"/>
                </a:lnTo>
                <a:lnTo>
                  <a:pt x="48768" y="291274"/>
                </a:lnTo>
                <a:lnTo>
                  <a:pt x="40500" y="300215"/>
                </a:lnTo>
                <a:lnTo>
                  <a:pt x="29527" y="310984"/>
                </a:lnTo>
                <a:lnTo>
                  <a:pt x="22860" y="317258"/>
                </a:lnTo>
                <a:lnTo>
                  <a:pt x="0" y="338620"/>
                </a:lnTo>
                <a:lnTo>
                  <a:pt x="15240" y="370624"/>
                </a:lnTo>
                <a:lnTo>
                  <a:pt x="43510" y="338620"/>
                </a:lnTo>
                <a:lnTo>
                  <a:pt x="52959" y="327977"/>
                </a:lnTo>
                <a:lnTo>
                  <a:pt x="60960" y="318808"/>
                </a:lnTo>
                <a:lnTo>
                  <a:pt x="97548" y="352526"/>
                </a:lnTo>
                <a:lnTo>
                  <a:pt x="152488" y="364528"/>
                </a:lnTo>
                <a:lnTo>
                  <a:pt x="243941" y="366052"/>
                </a:lnTo>
                <a:lnTo>
                  <a:pt x="370522" y="366052"/>
                </a:lnTo>
                <a:lnTo>
                  <a:pt x="373684" y="357212"/>
                </a:lnTo>
                <a:lnTo>
                  <a:pt x="378879" y="341833"/>
                </a:lnTo>
                <a:lnTo>
                  <a:pt x="380060" y="338620"/>
                </a:lnTo>
                <a:lnTo>
                  <a:pt x="381190" y="335572"/>
                </a:lnTo>
                <a:close/>
              </a:path>
              <a:path w="773430" h="370839">
                <a:moveTo>
                  <a:pt x="487959" y="73152"/>
                </a:moveTo>
                <a:lnTo>
                  <a:pt x="473430" y="52578"/>
                </a:lnTo>
                <a:lnTo>
                  <a:pt x="459384" y="33909"/>
                </a:lnTo>
                <a:lnTo>
                  <a:pt x="445960" y="17005"/>
                </a:lnTo>
                <a:lnTo>
                  <a:pt x="433095" y="1524"/>
                </a:lnTo>
                <a:lnTo>
                  <a:pt x="410146" y="18288"/>
                </a:lnTo>
                <a:lnTo>
                  <a:pt x="422770" y="34861"/>
                </a:lnTo>
                <a:lnTo>
                  <a:pt x="435343" y="52539"/>
                </a:lnTo>
                <a:lnTo>
                  <a:pt x="447954" y="71437"/>
                </a:lnTo>
                <a:lnTo>
                  <a:pt x="460527" y="91452"/>
                </a:lnTo>
                <a:lnTo>
                  <a:pt x="487959" y="73152"/>
                </a:lnTo>
                <a:close/>
              </a:path>
              <a:path w="773430" h="370839">
                <a:moveTo>
                  <a:pt x="609981" y="213563"/>
                </a:moveTo>
                <a:lnTo>
                  <a:pt x="597408" y="196329"/>
                </a:lnTo>
                <a:lnTo>
                  <a:pt x="582536" y="176707"/>
                </a:lnTo>
                <a:lnTo>
                  <a:pt x="565365" y="154520"/>
                </a:lnTo>
                <a:lnTo>
                  <a:pt x="545884" y="129641"/>
                </a:lnTo>
                <a:lnTo>
                  <a:pt x="523024" y="146405"/>
                </a:lnTo>
                <a:lnTo>
                  <a:pt x="552208" y="187604"/>
                </a:lnTo>
                <a:lnTo>
                  <a:pt x="567461" y="209918"/>
                </a:lnTo>
                <a:lnTo>
                  <a:pt x="582549" y="233375"/>
                </a:lnTo>
                <a:lnTo>
                  <a:pt x="609981" y="213563"/>
                </a:lnTo>
                <a:close/>
              </a:path>
              <a:path w="773430" h="370839">
                <a:moveTo>
                  <a:pt x="768578" y="73152"/>
                </a:moveTo>
                <a:lnTo>
                  <a:pt x="701522" y="73152"/>
                </a:lnTo>
                <a:lnTo>
                  <a:pt x="701522" y="0"/>
                </a:lnTo>
                <a:lnTo>
                  <a:pt x="670941" y="0"/>
                </a:lnTo>
                <a:lnTo>
                  <a:pt x="670941" y="73152"/>
                </a:lnTo>
                <a:lnTo>
                  <a:pt x="507784" y="73152"/>
                </a:lnTo>
                <a:lnTo>
                  <a:pt x="507784" y="100685"/>
                </a:lnTo>
                <a:lnTo>
                  <a:pt x="670941" y="100685"/>
                </a:lnTo>
                <a:lnTo>
                  <a:pt x="670941" y="250139"/>
                </a:lnTo>
                <a:lnTo>
                  <a:pt x="669518" y="262140"/>
                </a:lnTo>
                <a:lnTo>
                  <a:pt x="665226" y="270713"/>
                </a:lnTo>
                <a:lnTo>
                  <a:pt x="658088" y="275856"/>
                </a:lnTo>
                <a:lnTo>
                  <a:pt x="648081" y="277571"/>
                </a:lnTo>
                <a:lnTo>
                  <a:pt x="634314" y="277304"/>
                </a:lnTo>
                <a:lnTo>
                  <a:pt x="620268" y="276618"/>
                </a:lnTo>
                <a:lnTo>
                  <a:pt x="590169" y="274523"/>
                </a:lnTo>
                <a:lnTo>
                  <a:pt x="592188" y="283641"/>
                </a:lnTo>
                <a:lnTo>
                  <a:pt x="593788" y="292620"/>
                </a:lnTo>
                <a:lnTo>
                  <a:pt x="595096" y="301345"/>
                </a:lnTo>
                <a:lnTo>
                  <a:pt x="596265" y="309664"/>
                </a:lnTo>
                <a:lnTo>
                  <a:pt x="654177" y="309664"/>
                </a:lnTo>
                <a:lnTo>
                  <a:pt x="698614" y="281292"/>
                </a:lnTo>
                <a:lnTo>
                  <a:pt x="701522" y="259283"/>
                </a:lnTo>
                <a:lnTo>
                  <a:pt x="701522" y="100685"/>
                </a:lnTo>
                <a:lnTo>
                  <a:pt x="768578" y="100685"/>
                </a:lnTo>
                <a:lnTo>
                  <a:pt x="768578" y="73152"/>
                </a:lnTo>
                <a:close/>
              </a:path>
              <a:path w="773430" h="370839">
                <a:moveTo>
                  <a:pt x="773150" y="332524"/>
                </a:moveTo>
                <a:lnTo>
                  <a:pt x="657225" y="335572"/>
                </a:lnTo>
                <a:lnTo>
                  <a:pt x="553593" y="334048"/>
                </a:lnTo>
                <a:lnTo>
                  <a:pt x="527799" y="331139"/>
                </a:lnTo>
                <a:lnTo>
                  <a:pt x="505307" y="324510"/>
                </a:lnTo>
                <a:lnTo>
                  <a:pt x="492201" y="317284"/>
                </a:lnTo>
                <a:lnTo>
                  <a:pt x="485990" y="313867"/>
                </a:lnTo>
                <a:lnTo>
                  <a:pt x="469671" y="298907"/>
                </a:lnTo>
                <a:lnTo>
                  <a:pt x="469671" y="132689"/>
                </a:lnTo>
                <a:lnTo>
                  <a:pt x="396430" y="132689"/>
                </a:lnTo>
                <a:lnTo>
                  <a:pt x="396430" y="160121"/>
                </a:lnTo>
                <a:lnTo>
                  <a:pt x="440715" y="160121"/>
                </a:lnTo>
                <a:lnTo>
                  <a:pt x="440715" y="291287"/>
                </a:lnTo>
                <a:lnTo>
                  <a:pt x="431622" y="299935"/>
                </a:lnTo>
                <a:lnTo>
                  <a:pt x="420522" y="309841"/>
                </a:lnTo>
                <a:lnTo>
                  <a:pt x="407682" y="321170"/>
                </a:lnTo>
                <a:lnTo>
                  <a:pt x="393382" y="334048"/>
                </a:lnTo>
                <a:lnTo>
                  <a:pt x="410146" y="366052"/>
                </a:lnTo>
                <a:lnTo>
                  <a:pt x="425678" y="347713"/>
                </a:lnTo>
                <a:lnTo>
                  <a:pt x="438048" y="333667"/>
                </a:lnTo>
                <a:lnTo>
                  <a:pt x="447535" y="323621"/>
                </a:lnTo>
                <a:lnTo>
                  <a:pt x="454431" y="317284"/>
                </a:lnTo>
                <a:lnTo>
                  <a:pt x="471792" y="336410"/>
                </a:lnTo>
                <a:lnTo>
                  <a:pt x="493877" y="350240"/>
                </a:lnTo>
                <a:lnTo>
                  <a:pt x="520268" y="358648"/>
                </a:lnTo>
                <a:lnTo>
                  <a:pt x="550545" y="361480"/>
                </a:lnTo>
                <a:lnTo>
                  <a:pt x="649605" y="363004"/>
                </a:lnTo>
                <a:lnTo>
                  <a:pt x="760958" y="361480"/>
                </a:lnTo>
                <a:lnTo>
                  <a:pt x="764146" y="354380"/>
                </a:lnTo>
                <a:lnTo>
                  <a:pt x="769950" y="339623"/>
                </a:lnTo>
                <a:lnTo>
                  <a:pt x="771779" y="335572"/>
                </a:lnTo>
                <a:lnTo>
                  <a:pt x="773150" y="3325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2660993" y="3113341"/>
            <a:ext cx="515620" cy="283845"/>
          </a:xfrm>
          <a:custGeom>
            <a:avLst/>
            <a:gdLst/>
            <a:ahLst/>
            <a:cxnLst/>
            <a:rect l="l" t="t" r="r" b="b"/>
            <a:pathLst>
              <a:path w="515619" h="283845">
                <a:moveTo>
                  <a:pt x="219646" y="138785"/>
                </a:moveTo>
                <a:lnTo>
                  <a:pt x="213944" y="90297"/>
                </a:lnTo>
                <a:lnTo>
                  <a:pt x="196735" y="52705"/>
                </a:lnTo>
                <a:lnTo>
                  <a:pt x="186118" y="42849"/>
                </a:lnTo>
                <a:lnTo>
                  <a:pt x="186118" y="138785"/>
                </a:lnTo>
                <a:lnTo>
                  <a:pt x="184365" y="163703"/>
                </a:lnTo>
                <a:lnTo>
                  <a:pt x="169964" y="204889"/>
                </a:lnTo>
                <a:lnTo>
                  <a:pt x="139903" y="234061"/>
                </a:lnTo>
                <a:lnTo>
                  <a:pt x="98132" y="248399"/>
                </a:lnTo>
                <a:lnTo>
                  <a:pt x="73253" y="250126"/>
                </a:lnTo>
                <a:lnTo>
                  <a:pt x="32004" y="250126"/>
                </a:lnTo>
                <a:lnTo>
                  <a:pt x="32004" y="33528"/>
                </a:lnTo>
                <a:lnTo>
                  <a:pt x="74777" y="33528"/>
                </a:lnTo>
                <a:lnTo>
                  <a:pt x="123672" y="40119"/>
                </a:lnTo>
                <a:lnTo>
                  <a:pt x="158445" y="59867"/>
                </a:lnTo>
                <a:lnTo>
                  <a:pt x="179222" y="92760"/>
                </a:lnTo>
                <a:lnTo>
                  <a:pt x="186118" y="138785"/>
                </a:lnTo>
                <a:lnTo>
                  <a:pt x="186118" y="42849"/>
                </a:lnTo>
                <a:lnTo>
                  <a:pt x="176098" y="33528"/>
                </a:lnTo>
                <a:lnTo>
                  <a:pt x="167906" y="25920"/>
                </a:lnTo>
                <a:lnTo>
                  <a:pt x="127292" y="9906"/>
                </a:lnTo>
                <a:lnTo>
                  <a:pt x="74777" y="4572"/>
                </a:lnTo>
                <a:lnTo>
                  <a:pt x="0" y="4572"/>
                </a:lnTo>
                <a:lnTo>
                  <a:pt x="0" y="279184"/>
                </a:lnTo>
                <a:lnTo>
                  <a:pt x="71729" y="279184"/>
                </a:lnTo>
                <a:lnTo>
                  <a:pt x="104063" y="276656"/>
                </a:lnTo>
                <a:lnTo>
                  <a:pt x="132689" y="269265"/>
                </a:lnTo>
                <a:lnTo>
                  <a:pt x="157873" y="257289"/>
                </a:lnTo>
                <a:lnTo>
                  <a:pt x="167551" y="250126"/>
                </a:lnTo>
                <a:lnTo>
                  <a:pt x="179933" y="240982"/>
                </a:lnTo>
                <a:lnTo>
                  <a:pt x="197751" y="219887"/>
                </a:lnTo>
                <a:lnTo>
                  <a:pt x="210108" y="195643"/>
                </a:lnTo>
                <a:lnTo>
                  <a:pt x="217309" y="168516"/>
                </a:lnTo>
                <a:lnTo>
                  <a:pt x="219646" y="138785"/>
                </a:lnTo>
                <a:close/>
              </a:path>
              <a:path w="515619" h="283845">
                <a:moveTo>
                  <a:pt x="515493" y="138785"/>
                </a:moveTo>
                <a:lnTo>
                  <a:pt x="513232" y="109347"/>
                </a:lnTo>
                <a:lnTo>
                  <a:pt x="506539" y="82765"/>
                </a:lnTo>
                <a:lnTo>
                  <a:pt x="495566" y="59016"/>
                </a:lnTo>
                <a:lnTo>
                  <a:pt x="481863" y="40068"/>
                </a:lnTo>
                <a:lnTo>
                  <a:pt x="481863" y="141833"/>
                </a:lnTo>
                <a:lnTo>
                  <a:pt x="481863" y="144881"/>
                </a:lnTo>
                <a:lnTo>
                  <a:pt x="475284" y="190309"/>
                </a:lnTo>
                <a:lnTo>
                  <a:pt x="455968" y="225742"/>
                </a:lnTo>
                <a:lnTo>
                  <a:pt x="424726" y="247700"/>
                </a:lnTo>
                <a:lnTo>
                  <a:pt x="384340" y="254800"/>
                </a:lnTo>
                <a:lnTo>
                  <a:pt x="364617" y="252806"/>
                </a:lnTo>
                <a:lnTo>
                  <a:pt x="315658" y="224218"/>
                </a:lnTo>
                <a:lnTo>
                  <a:pt x="296418" y="187642"/>
                </a:lnTo>
                <a:lnTo>
                  <a:pt x="289750" y="141833"/>
                </a:lnTo>
                <a:lnTo>
                  <a:pt x="291465" y="117856"/>
                </a:lnTo>
                <a:lnTo>
                  <a:pt x="305181" y="77330"/>
                </a:lnTo>
                <a:lnTo>
                  <a:pt x="331190" y="47002"/>
                </a:lnTo>
                <a:lnTo>
                  <a:pt x="366572" y="30962"/>
                </a:lnTo>
                <a:lnTo>
                  <a:pt x="387388" y="28956"/>
                </a:lnTo>
                <a:lnTo>
                  <a:pt x="407962" y="30937"/>
                </a:lnTo>
                <a:lnTo>
                  <a:pt x="455968" y="59537"/>
                </a:lnTo>
                <a:lnTo>
                  <a:pt x="475284" y="95161"/>
                </a:lnTo>
                <a:lnTo>
                  <a:pt x="481863" y="141833"/>
                </a:lnTo>
                <a:lnTo>
                  <a:pt x="481863" y="40068"/>
                </a:lnTo>
                <a:lnTo>
                  <a:pt x="440347" y="9906"/>
                </a:lnTo>
                <a:lnTo>
                  <a:pt x="388912" y="0"/>
                </a:lnTo>
                <a:lnTo>
                  <a:pt x="359714" y="2552"/>
                </a:lnTo>
                <a:lnTo>
                  <a:pt x="311035" y="22504"/>
                </a:lnTo>
                <a:lnTo>
                  <a:pt x="276148" y="60833"/>
                </a:lnTo>
                <a:lnTo>
                  <a:pt x="258483" y="113449"/>
                </a:lnTo>
                <a:lnTo>
                  <a:pt x="256222" y="144881"/>
                </a:lnTo>
                <a:lnTo>
                  <a:pt x="258483" y="174371"/>
                </a:lnTo>
                <a:lnTo>
                  <a:pt x="276148" y="224701"/>
                </a:lnTo>
                <a:lnTo>
                  <a:pt x="310095" y="262496"/>
                </a:lnTo>
                <a:lnTo>
                  <a:pt x="356933" y="281444"/>
                </a:lnTo>
                <a:lnTo>
                  <a:pt x="384340" y="283756"/>
                </a:lnTo>
                <a:lnTo>
                  <a:pt x="412597" y="281203"/>
                </a:lnTo>
                <a:lnTo>
                  <a:pt x="437870" y="273646"/>
                </a:lnTo>
                <a:lnTo>
                  <a:pt x="460032" y="261213"/>
                </a:lnTo>
                <a:lnTo>
                  <a:pt x="467080" y="254800"/>
                </a:lnTo>
                <a:lnTo>
                  <a:pt x="478917" y="244030"/>
                </a:lnTo>
                <a:lnTo>
                  <a:pt x="494919" y="222885"/>
                </a:lnTo>
                <a:lnTo>
                  <a:pt x="506349" y="198310"/>
                </a:lnTo>
                <a:lnTo>
                  <a:pt x="513207" y="170268"/>
                </a:lnTo>
                <a:lnTo>
                  <a:pt x="515493" y="1387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229832" y="3117913"/>
            <a:ext cx="279400" cy="274955"/>
          </a:xfrm>
          <a:custGeom>
            <a:avLst/>
            <a:gdLst/>
            <a:ahLst/>
            <a:cxnLst/>
            <a:rect l="l" t="t" r="r" b="b"/>
            <a:pathLst>
              <a:path w="279400" h="274954">
                <a:moveTo>
                  <a:pt x="30575" y="274605"/>
                </a:moveTo>
                <a:lnTo>
                  <a:pt x="0" y="274605"/>
                </a:lnTo>
                <a:lnTo>
                  <a:pt x="0" y="0"/>
                </a:lnTo>
                <a:lnTo>
                  <a:pt x="42767" y="0"/>
                </a:lnTo>
                <a:lnTo>
                  <a:pt x="58717" y="36576"/>
                </a:lnTo>
                <a:lnTo>
                  <a:pt x="29051" y="36576"/>
                </a:lnTo>
                <a:lnTo>
                  <a:pt x="29932" y="46703"/>
                </a:lnTo>
                <a:lnTo>
                  <a:pt x="30384" y="58947"/>
                </a:lnTo>
                <a:lnTo>
                  <a:pt x="30466" y="66186"/>
                </a:lnTo>
                <a:lnTo>
                  <a:pt x="30575" y="274605"/>
                </a:lnTo>
                <a:close/>
              </a:path>
              <a:path w="279400" h="274954">
                <a:moveTo>
                  <a:pt x="170201" y="224218"/>
                </a:moveTo>
                <a:lnTo>
                  <a:pt x="140303" y="224218"/>
                </a:lnTo>
                <a:lnTo>
                  <a:pt x="144589" y="213621"/>
                </a:lnTo>
                <a:lnTo>
                  <a:pt x="151447" y="197000"/>
                </a:lnTo>
                <a:lnTo>
                  <a:pt x="154019" y="190690"/>
                </a:lnTo>
                <a:lnTo>
                  <a:pt x="239458" y="0"/>
                </a:lnTo>
                <a:lnTo>
                  <a:pt x="279082" y="0"/>
                </a:lnTo>
                <a:lnTo>
                  <a:pt x="279082" y="36576"/>
                </a:lnTo>
                <a:lnTo>
                  <a:pt x="250126" y="36576"/>
                </a:lnTo>
                <a:lnTo>
                  <a:pt x="247840" y="45203"/>
                </a:lnTo>
                <a:lnTo>
                  <a:pt x="245554" y="52661"/>
                </a:lnTo>
                <a:lnTo>
                  <a:pt x="243268" y="58958"/>
                </a:lnTo>
                <a:lnTo>
                  <a:pt x="170201" y="224218"/>
                </a:lnTo>
                <a:close/>
              </a:path>
              <a:path w="279400" h="274954">
                <a:moveTo>
                  <a:pt x="147923" y="274605"/>
                </a:moveTo>
                <a:lnTo>
                  <a:pt x="132683" y="274605"/>
                </a:lnTo>
                <a:lnTo>
                  <a:pt x="38195" y="65627"/>
                </a:lnTo>
                <a:lnTo>
                  <a:pt x="36790" y="60458"/>
                </a:lnTo>
                <a:lnTo>
                  <a:pt x="34956" y="53994"/>
                </a:lnTo>
                <a:lnTo>
                  <a:pt x="32837" y="46084"/>
                </a:lnTo>
                <a:lnTo>
                  <a:pt x="30575" y="36576"/>
                </a:lnTo>
                <a:lnTo>
                  <a:pt x="58717" y="36576"/>
                </a:lnTo>
                <a:lnTo>
                  <a:pt x="126587" y="192214"/>
                </a:lnTo>
                <a:lnTo>
                  <a:pt x="130849" y="201930"/>
                </a:lnTo>
                <a:lnTo>
                  <a:pt x="134397" y="210502"/>
                </a:lnTo>
                <a:lnTo>
                  <a:pt x="137088" y="217932"/>
                </a:lnTo>
                <a:lnTo>
                  <a:pt x="138779" y="224218"/>
                </a:lnTo>
                <a:lnTo>
                  <a:pt x="170201" y="224218"/>
                </a:lnTo>
                <a:lnTo>
                  <a:pt x="147923" y="274605"/>
                </a:lnTo>
                <a:close/>
              </a:path>
              <a:path w="279400" h="274954">
                <a:moveTo>
                  <a:pt x="279082" y="274605"/>
                </a:moveTo>
                <a:lnTo>
                  <a:pt x="247078" y="274605"/>
                </a:lnTo>
                <a:lnTo>
                  <a:pt x="247078" y="90011"/>
                </a:lnTo>
                <a:lnTo>
                  <a:pt x="247340" y="78889"/>
                </a:lnTo>
                <a:lnTo>
                  <a:pt x="248069" y="65627"/>
                </a:lnTo>
                <a:lnTo>
                  <a:pt x="249007" y="52037"/>
                </a:lnTo>
                <a:lnTo>
                  <a:pt x="250126" y="36576"/>
                </a:lnTo>
                <a:lnTo>
                  <a:pt x="279082" y="36576"/>
                </a:lnTo>
                <a:lnTo>
                  <a:pt x="279082" y="2746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3659873" y="3066097"/>
            <a:ext cx="773430" cy="380365"/>
          </a:xfrm>
          <a:custGeom>
            <a:avLst/>
            <a:gdLst/>
            <a:ahLst/>
            <a:cxnLst/>
            <a:rect l="l" t="t" r="r" b="b"/>
            <a:pathLst>
              <a:path w="773429" h="380364">
                <a:moveTo>
                  <a:pt x="99161" y="6096"/>
                </a:moveTo>
                <a:lnTo>
                  <a:pt x="70205" y="1524"/>
                </a:lnTo>
                <a:lnTo>
                  <a:pt x="57327" y="50952"/>
                </a:lnTo>
                <a:lnTo>
                  <a:pt x="41427" y="98539"/>
                </a:lnTo>
                <a:lnTo>
                  <a:pt x="22377" y="144132"/>
                </a:lnTo>
                <a:lnTo>
                  <a:pt x="0" y="187553"/>
                </a:lnTo>
                <a:lnTo>
                  <a:pt x="3416" y="195605"/>
                </a:lnTo>
                <a:lnTo>
                  <a:pt x="6667" y="203644"/>
                </a:lnTo>
                <a:lnTo>
                  <a:pt x="9652" y="211645"/>
                </a:lnTo>
                <a:lnTo>
                  <a:pt x="12192" y="219659"/>
                </a:lnTo>
                <a:lnTo>
                  <a:pt x="21132" y="204736"/>
                </a:lnTo>
                <a:lnTo>
                  <a:pt x="29616" y="189509"/>
                </a:lnTo>
                <a:lnTo>
                  <a:pt x="37795" y="173710"/>
                </a:lnTo>
                <a:lnTo>
                  <a:pt x="45821" y="157073"/>
                </a:lnTo>
                <a:lnTo>
                  <a:pt x="45821" y="376720"/>
                </a:lnTo>
                <a:lnTo>
                  <a:pt x="73253" y="376720"/>
                </a:lnTo>
                <a:lnTo>
                  <a:pt x="73253" y="157073"/>
                </a:lnTo>
                <a:lnTo>
                  <a:pt x="73253" y="89916"/>
                </a:lnTo>
                <a:lnTo>
                  <a:pt x="80086" y="70180"/>
                </a:lnTo>
                <a:lnTo>
                  <a:pt x="86779" y="49720"/>
                </a:lnTo>
                <a:lnTo>
                  <a:pt x="93179" y="28409"/>
                </a:lnTo>
                <a:lnTo>
                  <a:pt x="99161" y="6096"/>
                </a:lnTo>
                <a:close/>
              </a:path>
              <a:path w="773429" h="380364">
                <a:moveTo>
                  <a:pt x="129641" y="62484"/>
                </a:moveTo>
                <a:lnTo>
                  <a:pt x="103733" y="62484"/>
                </a:lnTo>
                <a:lnTo>
                  <a:pt x="103733" y="294335"/>
                </a:lnTo>
                <a:lnTo>
                  <a:pt x="129641" y="294335"/>
                </a:lnTo>
                <a:lnTo>
                  <a:pt x="129641" y="62484"/>
                </a:lnTo>
                <a:close/>
              </a:path>
              <a:path w="773429" h="380364">
                <a:moveTo>
                  <a:pt x="294424" y="193649"/>
                </a:moveTo>
                <a:lnTo>
                  <a:pt x="276047" y="173837"/>
                </a:lnTo>
                <a:lnTo>
                  <a:pt x="246037" y="193040"/>
                </a:lnTo>
                <a:lnTo>
                  <a:pt x="215468" y="209359"/>
                </a:lnTo>
                <a:lnTo>
                  <a:pt x="184315" y="222796"/>
                </a:lnTo>
                <a:lnTo>
                  <a:pt x="152603" y="233375"/>
                </a:lnTo>
                <a:lnTo>
                  <a:pt x="157149" y="239090"/>
                </a:lnTo>
                <a:lnTo>
                  <a:pt x="161556" y="244805"/>
                </a:lnTo>
                <a:lnTo>
                  <a:pt x="165671" y="250520"/>
                </a:lnTo>
                <a:lnTo>
                  <a:pt x="169367" y="256235"/>
                </a:lnTo>
                <a:lnTo>
                  <a:pt x="201955" y="243674"/>
                </a:lnTo>
                <a:lnTo>
                  <a:pt x="233565" y="228981"/>
                </a:lnTo>
                <a:lnTo>
                  <a:pt x="264337" y="212255"/>
                </a:lnTo>
                <a:lnTo>
                  <a:pt x="294424" y="193649"/>
                </a:lnTo>
                <a:close/>
              </a:path>
              <a:path w="773429" h="380364">
                <a:moveTo>
                  <a:pt x="331000" y="233375"/>
                </a:moveTo>
                <a:lnTo>
                  <a:pt x="312712" y="213563"/>
                </a:lnTo>
                <a:lnTo>
                  <a:pt x="279768" y="236651"/>
                </a:lnTo>
                <a:lnTo>
                  <a:pt x="242709" y="257759"/>
                </a:lnTo>
                <a:lnTo>
                  <a:pt x="201383" y="276567"/>
                </a:lnTo>
                <a:lnTo>
                  <a:pt x="155651" y="292811"/>
                </a:lnTo>
                <a:lnTo>
                  <a:pt x="160223" y="298564"/>
                </a:lnTo>
                <a:lnTo>
                  <a:pt x="164795" y="304469"/>
                </a:lnTo>
                <a:lnTo>
                  <a:pt x="169367" y="310667"/>
                </a:lnTo>
                <a:lnTo>
                  <a:pt x="173939" y="317284"/>
                </a:lnTo>
                <a:lnTo>
                  <a:pt x="217957" y="299199"/>
                </a:lnTo>
                <a:lnTo>
                  <a:pt x="258711" y="279285"/>
                </a:lnTo>
                <a:lnTo>
                  <a:pt x="296341" y="257390"/>
                </a:lnTo>
                <a:lnTo>
                  <a:pt x="331000" y="233375"/>
                </a:lnTo>
                <a:close/>
              </a:path>
              <a:path w="773429" h="380364">
                <a:moveTo>
                  <a:pt x="364528" y="279095"/>
                </a:moveTo>
                <a:lnTo>
                  <a:pt x="346240" y="259283"/>
                </a:lnTo>
                <a:lnTo>
                  <a:pt x="309410" y="285115"/>
                </a:lnTo>
                <a:lnTo>
                  <a:pt x="270256" y="307632"/>
                </a:lnTo>
                <a:lnTo>
                  <a:pt x="228612" y="326847"/>
                </a:lnTo>
                <a:lnTo>
                  <a:pt x="184327" y="342760"/>
                </a:lnTo>
                <a:lnTo>
                  <a:pt x="137261" y="355384"/>
                </a:lnTo>
                <a:lnTo>
                  <a:pt x="141566" y="361124"/>
                </a:lnTo>
                <a:lnTo>
                  <a:pt x="145440" y="366966"/>
                </a:lnTo>
                <a:lnTo>
                  <a:pt x="149085" y="373176"/>
                </a:lnTo>
                <a:lnTo>
                  <a:pt x="152603" y="379768"/>
                </a:lnTo>
                <a:lnTo>
                  <a:pt x="199796" y="366966"/>
                </a:lnTo>
                <a:lnTo>
                  <a:pt x="244538" y="350507"/>
                </a:lnTo>
                <a:lnTo>
                  <a:pt x="286854" y="330365"/>
                </a:lnTo>
                <a:lnTo>
                  <a:pt x="326834" y="306565"/>
                </a:lnTo>
                <a:lnTo>
                  <a:pt x="364528" y="279095"/>
                </a:lnTo>
                <a:close/>
              </a:path>
              <a:path w="773429" h="380364">
                <a:moveTo>
                  <a:pt x="381292" y="161645"/>
                </a:moveTo>
                <a:lnTo>
                  <a:pt x="353860" y="156260"/>
                </a:lnTo>
                <a:lnTo>
                  <a:pt x="328701" y="149453"/>
                </a:lnTo>
                <a:lnTo>
                  <a:pt x="305816" y="141503"/>
                </a:lnTo>
                <a:lnTo>
                  <a:pt x="285191" y="132689"/>
                </a:lnTo>
                <a:lnTo>
                  <a:pt x="302717" y="117449"/>
                </a:lnTo>
                <a:lnTo>
                  <a:pt x="302958" y="117246"/>
                </a:lnTo>
                <a:lnTo>
                  <a:pt x="319557" y="100634"/>
                </a:lnTo>
                <a:lnTo>
                  <a:pt x="335000" y="82892"/>
                </a:lnTo>
                <a:lnTo>
                  <a:pt x="349288" y="64008"/>
                </a:lnTo>
                <a:lnTo>
                  <a:pt x="349288" y="39624"/>
                </a:lnTo>
                <a:lnTo>
                  <a:pt x="314236" y="39624"/>
                </a:lnTo>
                <a:lnTo>
                  <a:pt x="314236" y="64008"/>
                </a:lnTo>
                <a:lnTo>
                  <a:pt x="303961" y="77724"/>
                </a:lnTo>
                <a:lnTo>
                  <a:pt x="291515" y="91300"/>
                </a:lnTo>
                <a:lnTo>
                  <a:pt x="277075" y="104597"/>
                </a:lnTo>
                <a:lnTo>
                  <a:pt x="260807" y="117449"/>
                </a:lnTo>
                <a:lnTo>
                  <a:pt x="246494" y="106527"/>
                </a:lnTo>
                <a:lnTo>
                  <a:pt x="233184" y="94157"/>
                </a:lnTo>
                <a:lnTo>
                  <a:pt x="226733" y="86868"/>
                </a:lnTo>
                <a:lnTo>
                  <a:pt x="220726" y="80073"/>
                </a:lnTo>
                <a:lnTo>
                  <a:pt x="208991" y="64008"/>
                </a:lnTo>
                <a:lnTo>
                  <a:pt x="314236" y="64008"/>
                </a:lnTo>
                <a:lnTo>
                  <a:pt x="314236" y="39624"/>
                </a:lnTo>
                <a:lnTo>
                  <a:pt x="222707" y="39624"/>
                </a:lnTo>
                <a:lnTo>
                  <a:pt x="227012" y="32512"/>
                </a:lnTo>
                <a:lnTo>
                  <a:pt x="230898" y="24955"/>
                </a:lnTo>
                <a:lnTo>
                  <a:pt x="234492" y="17132"/>
                </a:lnTo>
                <a:lnTo>
                  <a:pt x="237947" y="9144"/>
                </a:lnTo>
                <a:lnTo>
                  <a:pt x="210515" y="1524"/>
                </a:lnTo>
                <a:lnTo>
                  <a:pt x="197408" y="29768"/>
                </a:lnTo>
                <a:lnTo>
                  <a:pt x="181165" y="57162"/>
                </a:lnTo>
                <a:lnTo>
                  <a:pt x="162039" y="83439"/>
                </a:lnTo>
                <a:lnTo>
                  <a:pt x="140309" y="108305"/>
                </a:lnTo>
                <a:lnTo>
                  <a:pt x="146011" y="113741"/>
                </a:lnTo>
                <a:lnTo>
                  <a:pt x="151599" y="118592"/>
                </a:lnTo>
                <a:lnTo>
                  <a:pt x="156895" y="122885"/>
                </a:lnTo>
                <a:lnTo>
                  <a:pt x="161747" y="126593"/>
                </a:lnTo>
                <a:lnTo>
                  <a:pt x="169697" y="117246"/>
                </a:lnTo>
                <a:lnTo>
                  <a:pt x="177749" y="107340"/>
                </a:lnTo>
                <a:lnTo>
                  <a:pt x="185750" y="97193"/>
                </a:lnTo>
                <a:lnTo>
                  <a:pt x="193751" y="86868"/>
                </a:lnTo>
                <a:lnTo>
                  <a:pt x="203441" y="99212"/>
                </a:lnTo>
                <a:lnTo>
                  <a:pt x="214134" y="110959"/>
                </a:lnTo>
                <a:lnTo>
                  <a:pt x="225679" y="122110"/>
                </a:lnTo>
                <a:lnTo>
                  <a:pt x="237947" y="132689"/>
                </a:lnTo>
                <a:lnTo>
                  <a:pt x="216217" y="144691"/>
                </a:lnTo>
                <a:lnTo>
                  <a:pt x="192214" y="155549"/>
                </a:lnTo>
                <a:lnTo>
                  <a:pt x="165887" y="165265"/>
                </a:lnTo>
                <a:lnTo>
                  <a:pt x="137261" y="173837"/>
                </a:lnTo>
                <a:lnTo>
                  <a:pt x="145630" y="186575"/>
                </a:lnTo>
                <a:lnTo>
                  <a:pt x="149733" y="192519"/>
                </a:lnTo>
                <a:lnTo>
                  <a:pt x="154127" y="198323"/>
                </a:lnTo>
                <a:lnTo>
                  <a:pt x="184607" y="186613"/>
                </a:lnTo>
                <a:lnTo>
                  <a:pt x="212610" y="174421"/>
                </a:lnTo>
                <a:lnTo>
                  <a:pt x="237921" y="162001"/>
                </a:lnTo>
                <a:lnTo>
                  <a:pt x="260807" y="149453"/>
                </a:lnTo>
                <a:lnTo>
                  <a:pt x="281343" y="160604"/>
                </a:lnTo>
                <a:lnTo>
                  <a:pt x="306184" y="171170"/>
                </a:lnTo>
                <a:lnTo>
                  <a:pt x="335038" y="181178"/>
                </a:lnTo>
                <a:lnTo>
                  <a:pt x="367576" y="190601"/>
                </a:lnTo>
                <a:lnTo>
                  <a:pt x="371005" y="182003"/>
                </a:lnTo>
                <a:lnTo>
                  <a:pt x="374434" y="174421"/>
                </a:lnTo>
                <a:lnTo>
                  <a:pt x="377863" y="167665"/>
                </a:lnTo>
                <a:lnTo>
                  <a:pt x="381292" y="161645"/>
                </a:lnTo>
                <a:close/>
              </a:path>
              <a:path w="773429" h="380364">
                <a:moveTo>
                  <a:pt x="545985" y="288239"/>
                </a:moveTo>
                <a:lnTo>
                  <a:pt x="543953" y="281965"/>
                </a:lnTo>
                <a:lnTo>
                  <a:pt x="542366" y="274713"/>
                </a:lnTo>
                <a:lnTo>
                  <a:pt x="541045" y="266585"/>
                </a:lnTo>
                <a:lnTo>
                  <a:pt x="539889" y="257759"/>
                </a:lnTo>
                <a:lnTo>
                  <a:pt x="515023" y="271183"/>
                </a:lnTo>
                <a:lnTo>
                  <a:pt x="490728" y="284048"/>
                </a:lnTo>
                <a:lnTo>
                  <a:pt x="467017" y="296367"/>
                </a:lnTo>
                <a:lnTo>
                  <a:pt x="443865" y="308140"/>
                </a:lnTo>
                <a:lnTo>
                  <a:pt x="443865" y="181457"/>
                </a:lnTo>
                <a:lnTo>
                  <a:pt x="509397" y="181457"/>
                </a:lnTo>
                <a:lnTo>
                  <a:pt x="509397" y="201371"/>
                </a:lnTo>
                <a:lnTo>
                  <a:pt x="539889" y="201371"/>
                </a:lnTo>
                <a:lnTo>
                  <a:pt x="539889" y="181457"/>
                </a:lnTo>
                <a:lnTo>
                  <a:pt x="539889" y="160121"/>
                </a:lnTo>
                <a:lnTo>
                  <a:pt x="539889" y="32004"/>
                </a:lnTo>
                <a:lnTo>
                  <a:pt x="407200" y="32004"/>
                </a:lnTo>
                <a:lnTo>
                  <a:pt x="407200" y="59436"/>
                </a:lnTo>
                <a:lnTo>
                  <a:pt x="509397" y="59436"/>
                </a:lnTo>
                <a:lnTo>
                  <a:pt x="509397" y="154025"/>
                </a:lnTo>
                <a:lnTo>
                  <a:pt x="414820" y="154025"/>
                </a:lnTo>
                <a:lnTo>
                  <a:pt x="414756" y="301142"/>
                </a:lnTo>
                <a:lnTo>
                  <a:pt x="413956" y="311099"/>
                </a:lnTo>
                <a:lnTo>
                  <a:pt x="411391" y="320319"/>
                </a:lnTo>
                <a:lnTo>
                  <a:pt x="407098" y="328383"/>
                </a:lnTo>
                <a:lnTo>
                  <a:pt x="401104" y="335572"/>
                </a:lnTo>
                <a:lnTo>
                  <a:pt x="420916" y="361480"/>
                </a:lnTo>
                <a:lnTo>
                  <a:pt x="469900" y="328612"/>
                </a:lnTo>
                <a:lnTo>
                  <a:pt x="507657" y="308140"/>
                </a:lnTo>
                <a:lnTo>
                  <a:pt x="520814" y="301142"/>
                </a:lnTo>
                <a:lnTo>
                  <a:pt x="545985" y="288239"/>
                </a:lnTo>
                <a:close/>
              </a:path>
              <a:path w="773429" h="380364">
                <a:moveTo>
                  <a:pt x="773252" y="341668"/>
                </a:moveTo>
                <a:lnTo>
                  <a:pt x="712622" y="314413"/>
                </a:lnTo>
                <a:lnTo>
                  <a:pt x="667994" y="279095"/>
                </a:lnTo>
                <a:lnTo>
                  <a:pt x="683806" y="253187"/>
                </a:lnTo>
                <a:lnTo>
                  <a:pt x="688581" y="245351"/>
                </a:lnTo>
                <a:lnTo>
                  <a:pt x="704621" y="203606"/>
                </a:lnTo>
                <a:lnTo>
                  <a:pt x="716076" y="153847"/>
                </a:lnTo>
                <a:lnTo>
                  <a:pt x="722960" y="96113"/>
                </a:lnTo>
                <a:lnTo>
                  <a:pt x="768680" y="96113"/>
                </a:lnTo>
                <a:lnTo>
                  <a:pt x="768680" y="67056"/>
                </a:lnTo>
                <a:lnTo>
                  <a:pt x="693902" y="67056"/>
                </a:lnTo>
                <a:lnTo>
                  <a:pt x="693902" y="96113"/>
                </a:lnTo>
                <a:lnTo>
                  <a:pt x="686765" y="145516"/>
                </a:lnTo>
                <a:lnTo>
                  <a:pt x="676757" y="188366"/>
                </a:lnTo>
                <a:lnTo>
                  <a:pt x="663905" y="224358"/>
                </a:lnTo>
                <a:lnTo>
                  <a:pt x="648182" y="253187"/>
                </a:lnTo>
                <a:lnTo>
                  <a:pt x="631329" y="224256"/>
                </a:lnTo>
                <a:lnTo>
                  <a:pt x="617321" y="189890"/>
                </a:lnTo>
                <a:lnTo>
                  <a:pt x="606183" y="149796"/>
                </a:lnTo>
                <a:lnTo>
                  <a:pt x="605561" y="146405"/>
                </a:lnTo>
                <a:lnTo>
                  <a:pt x="597890" y="103733"/>
                </a:lnTo>
                <a:lnTo>
                  <a:pt x="602462" y="96113"/>
                </a:lnTo>
                <a:lnTo>
                  <a:pt x="693902" y="96113"/>
                </a:lnTo>
                <a:lnTo>
                  <a:pt x="693902" y="67056"/>
                </a:lnTo>
                <a:lnTo>
                  <a:pt x="613130" y="67056"/>
                </a:lnTo>
                <a:lnTo>
                  <a:pt x="618845" y="53060"/>
                </a:lnTo>
                <a:lnTo>
                  <a:pt x="624560" y="38481"/>
                </a:lnTo>
                <a:lnTo>
                  <a:pt x="630275" y="23342"/>
                </a:lnTo>
                <a:lnTo>
                  <a:pt x="635990" y="7620"/>
                </a:lnTo>
                <a:lnTo>
                  <a:pt x="605510" y="0"/>
                </a:lnTo>
                <a:lnTo>
                  <a:pt x="590321" y="45173"/>
                </a:lnTo>
                <a:lnTo>
                  <a:pt x="574408" y="86918"/>
                </a:lnTo>
                <a:lnTo>
                  <a:pt x="557644" y="125247"/>
                </a:lnTo>
                <a:lnTo>
                  <a:pt x="539889" y="160121"/>
                </a:lnTo>
                <a:lnTo>
                  <a:pt x="544690" y="165862"/>
                </a:lnTo>
                <a:lnTo>
                  <a:pt x="549795" y="171742"/>
                </a:lnTo>
                <a:lnTo>
                  <a:pt x="554888" y="177914"/>
                </a:lnTo>
                <a:lnTo>
                  <a:pt x="559701" y="184505"/>
                </a:lnTo>
                <a:lnTo>
                  <a:pt x="564311" y="175336"/>
                </a:lnTo>
                <a:lnTo>
                  <a:pt x="569074" y="166027"/>
                </a:lnTo>
                <a:lnTo>
                  <a:pt x="574128" y="156425"/>
                </a:lnTo>
                <a:lnTo>
                  <a:pt x="579602" y="146405"/>
                </a:lnTo>
                <a:lnTo>
                  <a:pt x="587006" y="185585"/>
                </a:lnTo>
                <a:lnTo>
                  <a:pt x="597700" y="220599"/>
                </a:lnTo>
                <a:lnTo>
                  <a:pt x="611530" y="251294"/>
                </a:lnTo>
                <a:lnTo>
                  <a:pt x="628370" y="277571"/>
                </a:lnTo>
                <a:lnTo>
                  <a:pt x="605472" y="297408"/>
                </a:lnTo>
                <a:lnTo>
                  <a:pt x="577837" y="315937"/>
                </a:lnTo>
                <a:lnTo>
                  <a:pt x="545350" y="333590"/>
                </a:lnTo>
                <a:lnTo>
                  <a:pt x="507873" y="350812"/>
                </a:lnTo>
                <a:lnTo>
                  <a:pt x="514451" y="357670"/>
                </a:lnTo>
                <a:lnTo>
                  <a:pt x="520446" y="364528"/>
                </a:lnTo>
                <a:lnTo>
                  <a:pt x="525881" y="371386"/>
                </a:lnTo>
                <a:lnTo>
                  <a:pt x="530733" y="378244"/>
                </a:lnTo>
                <a:lnTo>
                  <a:pt x="567347" y="359905"/>
                </a:lnTo>
                <a:lnTo>
                  <a:pt x="599211" y="341287"/>
                </a:lnTo>
                <a:lnTo>
                  <a:pt x="626198" y="322097"/>
                </a:lnTo>
                <a:lnTo>
                  <a:pt x="648182" y="302044"/>
                </a:lnTo>
                <a:lnTo>
                  <a:pt x="668210" y="320929"/>
                </a:lnTo>
                <a:lnTo>
                  <a:pt x="691819" y="338810"/>
                </a:lnTo>
                <a:lnTo>
                  <a:pt x="719162" y="355841"/>
                </a:lnTo>
                <a:lnTo>
                  <a:pt x="750392" y="372148"/>
                </a:lnTo>
                <a:lnTo>
                  <a:pt x="756310" y="362673"/>
                </a:lnTo>
                <a:lnTo>
                  <a:pt x="762393" y="354622"/>
                </a:lnTo>
                <a:lnTo>
                  <a:pt x="773252" y="34166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4581048" y="3118199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99" y="0"/>
                </a:lnTo>
                <a:lnTo>
                  <a:pt x="3209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4581042" y="3117659"/>
            <a:ext cx="762635" cy="274955"/>
          </a:xfrm>
          <a:custGeom>
            <a:avLst/>
            <a:gdLst/>
            <a:ahLst/>
            <a:cxnLst/>
            <a:rect l="l" t="t" r="r" b="b"/>
            <a:pathLst>
              <a:path w="762635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105" y="274866"/>
                </a:lnTo>
                <a:lnTo>
                  <a:pt x="32105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762635" h="274954">
                <a:moveTo>
                  <a:pt x="440728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9374" y="29210"/>
                </a:lnTo>
                <a:lnTo>
                  <a:pt x="329374" y="274320"/>
                </a:lnTo>
                <a:lnTo>
                  <a:pt x="361480" y="274320"/>
                </a:lnTo>
                <a:lnTo>
                  <a:pt x="361480" y="29210"/>
                </a:lnTo>
                <a:lnTo>
                  <a:pt x="440728" y="29210"/>
                </a:lnTo>
                <a:lnTo>
                  <a:pt x="440728" y="0"/>
                </a:lnTo>
                <a:close/>
              </a:path>
              <a:path w="762635" h="274954">
                <a:moveTo>
                  <a:pt x="762571" y="254"/>
                </a:moveTo>
                <a:lnTo>
                  <a:pt x="722858" y="254"/>
                </a:lnTo>
                <a:lnTo>
                  <a:pt x="637514" y="190944"/>
                </a:lnTo>
                <a:lnTo>
                  <a:pt x="623798" y="224472"/>
                </a:lnTo>
                <a:lnTo>
                  <a:pt x="622274" y="224472"/>
                </a:lnTo>
                <a:lnTo>
                  <a:pt x="620560" y="218186"/>
                </a:lnTo>
                <a:lnTo>
                  <a:pt x="617842" y="210756"/>
                </a:lnTo>
                <a:lnTo>
                  <a:pt x="614260" y="202184"/>
                </a:lnTo>
                <a:lnTo>
                  <a:pt x="526161" y="254"/>
                </a:lnTo>
                <a:lnTo>
                  <a:pt x="483489" y="254"/>
                </a:lnTo>
                <a:lnTo>
                  <a:pt x="483489" y="274866"/>
                </a:lnTo>
                <a:lnTo>
                  <a:pt x="513969" y="274866"/>
                </a:lnTo>
                <a:lnTo>
                  <a:pt x="513969" y="91795"/>
                </a:lnTo>
                <a:lnTo>
                  <a:pt x="513778" y="59207"/>
                </a:lnTo>
                <a:lnTo>
                  <a:pt x="513321" y="46964"/>
                </a:lnTo>
                <a:lnTo>
                  <a:pt x="512445" y="36830"/>
                </a:lnTo>
                <a:lnTo>
                  <a:pt x="513969" y="36830"/>
                </a:lnTo>
                <a:lnTo>
                  <a:pt x="517779" y="54254"/>
                </a:lnTo>
                <a:lnTo>
                  <a:pt x="519544" y="60718"/>
                </a:lnTo>
                <a:lnTo>
                  <a:pt x="521589" y="65887"/>
                </a:lnTo>
                <a:lnTo>
                  <a:pt x="616077" y="274866"/>
                </a:lnTo>
                <a:lnTo>
                  <a:pt x="631418" y="274866"/>
                </a:lnTo>
                <a:lnTo>
                  <a:pt x="726668" y="59220"/>
                </a:lnTo>
                <a:lnTo>
                  <a:pt x="728954" y="52920"/>
                </a:lnTo>
                <a:lnTo>
                  <a:pt x="731240" y="45466"/>
                </a:lnTo>
                <a:lnTo>
                  <a:pt x="733526" y="36830"/>
                </a:lnTo>
                <a:lnTo>
                  <a:pt x="731431" y="66446"/>
                </a:lnTo>
                <a:lnTo>
                  <a:pt x="730732" y="79146"/>
                </a:lnTo>
                <a:lnTo>
                  <a:pt x="730478" y="90271"/>
                </a:lnTo>
                <a:lnTo>
                  <a:pt x="730478" y="274866"/>
                </a:lnTo>
                <a:lnTo>
                  <a:pt x="762571" y="274866"/>
                </a:lnTo>
                <a:lnTo>
                  <a:pt x="762571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5415242" y="3117849"/>
            <a:ext cx="142240" cy="274320"/>
          </a:xfrm>
          <a:custGeom>
            <a:avLst/>
            <a:gdLst/>
            <a:ahLst/>
            <a:cxnLst/>
            <a:rect l="l" t="t" r="r" b="b"/>
            <a:pathLst>
              <a:path w="142239" h="274320">
                <a:moveTo>
                  <a:pt x="141820" y="245110"/>
                </a:moveTo>
                <a:lnTo>
                  <a:pt x="32004" y="245110"/>
                </a:lnTo>
                <a:lnTo>
                  <a:pt x="32004" y="0"/>
                </a:lnTo>
                <a:lnTo>
                  <a:pt x="0" y="0"/>
                </a:lnTo>
                <a:lnTo>
                  <a:pt x="0" y="245110"/>
                </a:lnTo>
                <a:lnTo>
                  <a:pt x="0" y="274320"/>
                </a:lnTo>
                <a:lnTo>
                  <a:pt x="141820" y="274320"/>
                </a:lnTo>
                <a:lnTo>
                  <a:pt x="141820" y="2451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5679084" y="3064573"/>
            <a:ext cx="1943100" cy="381635"/>
          </a:xfrm>
          <a:custGeom>
            <a:avLst/>
            <a:gdLst/>
            <a:ahLst/>
            <a:cxnLst/>
            <a:rect l="l" t="t" r="r" b="b"/>
            <a:pathLst>
              <a:path w="1943100" h="381635">
                <a:moveTo>
                  <a:pt x="375196" y="338620"/>
                </a:moveTo>
                <a:lnTo>
                  <a:pt x="323100" y="323418"/>
                </a:lnTo>
                <a:lnTo>
                  <a:pt x="278904" y="307327"/>
                </a:lnTo>
                <a:lnTo>
                  <a:pt x="242430" y="290106"/>
                </a:lnTo>
                <a:lnTo>
                  <a:pt x="213550" y="271475"/>
                </a:lnTo>
                <a:lnTo>
                  <a:pt x="230327" y="251663"/>
                </a:lnTo>
                <a:lnTo>
                  <a:pt x="243840" y="235712"/>
                </a:lnTo>
                <a:lnTo>
                  <a:pt x="268414" y="194652"/>
                </a:lnTo>
                <a:lnTo>
                  <a:pt x="287274" y="148158"/>
                </a:lnTo>
                <a:lnTo>
                  <a:pt x="300418" y="96113"/>
                </a:lnTo>
                <a:lnTo>
                  <a:pt x="372148" y="96113"/>
                </a:lnTo>
                <a:lnTo>
                  <a:pt x="372148" y="68580"/>
                </a:lnTo>
                <a:lnTo>
                  <a:pt x="268414" y="68580"/>
                </a:lnTo>
                <a:lnTo>
                  <a:pt x="268414" y="96113"/>
                </a:lnTo>
                <a:lnTo>
                  <a:pt x="256679" y="142709"/>
                </a:lnTo>
                <a:lnTo>
                  <a:pt x="239636" y="184175"/>
                </a:lnTo>
                <a:lnTo>
                  <a:pt x="217157" y="220497"/>
                </a:lnTo>
                <a:lnTo>
                  <a:pt x="189077" y="251663"/>
                </a:lnTo>
                <a:lnTo>
                  <a:pt x="159931" y="218782"/>
                </a:lnTo>
                <a:lnTo>
                  <a:pt x="136499" y="181889"/>
                </a:lnTo>
                <a:lnTo>
                  <a:pt x="118783" y="140995"/>
                </a:lnTo>
                <a:lnTo>
                  <a:pt x="106781" y="96113"/>
                </a:lnTo>
                <a:lnTo>
                  <a:pt x="268414" y="96113"/>
                </a:lnTo>
                <a:lnTo>
                  <a:pt x="268414" y="68580"/>
                </a:lnTo>
                <a:lnTo>
                  <a:pt x="192125" y="68580"/>
                </a:lnTo>
                <a:lnTo>
                  <a:pt x="219646" y="54864"/>
                </a:lnTo>
                <a:lnTo>
                  <a:pt x="209016" y="37744"/>
                </a:lnTo>
                <a:lnTo>
                  <a:pt x="200126" y="23050"/>
                </a:lnTo>
                <a:lnTo>
                  <a:pt x="192976" y="10934"/>
                </a:lnTo>
                <a:lnTo>
                  <a:pt x="187553" y="1524"/>
                </a:lnTo>
                <a:lnTo>
                  <a:pt x="157073" y="15240"/>
                </a:lnTo>
                <a:lnTo>
                  <a:pt x="163334" y="24650"/>
                </a:lnTo>
                <a:lnTo>
                  <a:pt x="170599" y="36766"/>
                </a:lnTo>
                <a:lnTo>
                  <a:pt x="178714" y="51460"/>
                </a:lnTo>
                <a:lnTo>
                  <a:pt x="187553" y="68580"/>
                </a:lnTo>
                <a:lnTo>
                  <a:pt x="4572" y="68580"/>
                </a:lnTo>
                <a:lnTo>
                  <a:pt x="4572" y="96113"/>
                </a:lnTo>
                <a:lnTo>
                  <a:pt x="76301" y="96113"/>
                </a:lnTo>
                <a:lnTo>
                  <a:pt x="88823" y="144945"/>
                </a:lnTo>
                <a:lnTo>
                  <a:pt x="107924" y="190652"/>
                </a:lnTo>
                <a:lnTo>
                  <a:pt x="133299" y="232930"/>
                </a:lnTo>
                <a:lnTo>
                  <a:pt x="164693" y="271475"/>
                </a:lnTo>
                <a:lnTo>
                  <a:pt x="133807" y="291490"/>
                </a:lnTo>
                <a:lnTo>
                  <a:pt x="96062" y="310375"/>
                </a:lnTo>
                <a:lnTo>
                  <a:pt x="51447" y="328129"/>
                </a:lnTo>
                <a:lnTo>
                  <a:pt x="0" y="344716"/>
                </a:lnTo>
                <a:lnTo>
                  <a:pt x="6578" y="353339"/>
                </a:lnTo>
                <a:lnTo>
                  <a:pt x="12573" y="361099"/>
                </a:lnTo>
                <a:lnTo>
                  <a:pt x="18008" y="368287"/>
                </a:lnTo>
                <a:lnTo>
                  <a:pt x="22860" y="375196"/>
                </a:lnTo>
                <a:lnTo>
                  <a:pt x="76085" y="354647"/>
                </a:lnTo>
                <a:lnTo>
                  <a:pt x="121437" y="334225"/>
                </a:lnTo>
                <a:lnTo>
                  <a:pt x="159042" y="314071"/>
                </a:lnTo>
                <a:lnTo>
                  <a:pt x="189077" y="294335"/>
                </a:lnTo>
                <a:lnTo>
                  <a:pt x="217957" y="314667"/>
                </a:lnTo>
                <a:lnTo>
                  <a:pt x="254114" y="334416"/>
                </a:lnTo>
                <a:lnTo>
                  <a:pt x="297395" y="353568"/>
                </a:lnTo>
                <a:lnTo>
                  <a:pt x="347662" y="372148"/>
                </a:lnTo>
                <a:lnTo>
                  <a:pt x="352856" y="364985"/>
                </a:lnTo>
                <a:lnTo>
                  <a:pt x="359181" y="357098"/>
                </a:lnTo>
                <a:lnTo>
                  <a:pt x="366610" y="348361"/>
                </a:lnTo>
                <a:lnTo>
                  <a:pt x="375196" y="338620"/>
                </a:lnTo>
                <a:close/>
              </a:path>
              <a:path w="1943100" h="381635">
                <a:moveTo>
                  <a:pt x="542925" y="212026"/>
                </a:moveTo>
                <a:lnTo>
                  <a:pt x="530923" y="199097"/>
                </a:lnTo>
                <a:lnTo>
                  <a:pt x="517766" y="185470"/>
                </a:lnTo>
                <a:lnTo>
                  <a:pt x="513791" y="181457"/>
                </a:lnTo>
                <a:lnTo>
                  <a:pt x="503453" y="171005"/>
                </a:lnTo>
                <a:lnTo>
                  <a:pt x="500176" y="167741"/>
                </a:lnTo>
                <a:lnTo>
                  <a:pt x="487959" y="155549"/>
                </a:lnTo>
                <a:lnTo>
                  <a:pt x="475767" y="167741"/>
                </a:lnTo>
                <a:lnTo>
                  <a:pt x="475767" y="109829"/>
                </a:lnTo>
                <a:lnTo>
                  <a:pt x="529209" y="109829"/>
                </a:lnTo>
                <a:lnTo>
                  <a:pt x="529209" y="83820"/>
                </a:lnTo>
                <a:lnTo>
                  <a:pt x="475767" y="83820"/>
                </a:lnTo>
                <a:lnTo>
                  <a:pt x="475767" y="6096"/>
                </a:lnTo>
                <a:lnTo>
                  <a:pt x="446811" y="6096"/>
                </a:lnTo>
                <a:lnTo>
                  <a:pt x="446811" y="83820"/>
                </a:lnTo>
                <a:lnTo>
                  <a:pt x="388899" y="83820"/>
                </a:lnTo>
                <a:lnTo>
                  <a:pt x="388899" y="109829"/>
                </a:lnTo>
                <a:lnTo>
                  <a:pt x="446811" y="109829"/>
                </a:lnTo>
                <a:lnTo>
                  <a:pt x="435152" y="147802"/>
                </a:lnTo>
                <a:lnTo>
                  <a:pt x="420903" y="183794"/>
                </a:lnTo>
                <a:lnTo>
                  <a:pt x="404380" y="217500"/>
                </a:lnTo>
                <a:lnTo>
                  <a:pt x="385851" y="248602"/>
                </a:lnTo>
                <a:lnTo>
                  <a:pt x="399567" y="280606"/>
                </a:lnTo>
                <a:lnTo>
                  <a:pt x="412737" y="259778"/>
                </a:lnTo>
                <a:lnTo>
                  <a:pt x="424903" y="236220"/>
                </a:lnTo>
                <a:lnTo>
                  <a:pt x="436219" y="210058"/>
                </a:lnTo>
                <a:lnTo>
                  <a:pt x="446811" y="181457"/>
                </a:lnTo>
                <a:lnTo>
                  <a:pt x="446811" y="376720"/>
                </a:lnTo>
                <a:lnTo>
                  <a:pt x="475767" y="376720"/>
                </a:lnTo>
                <a:lnTo>
                  <a:pt x="475767" y="181457"/>
                </a:lnTo>
                <a:lnTo>
                  <a:pt x="487883" y="194043"/>
                </a:lnTo>
                <a:lnTo>
                  <a:pt x="499097" y="206654"/>
                </a:lnTo>
                <a:lnTo>
                  <a:pt x="509727" y="219252"/>
                </a:lnTo>
                <a:lnTo>
                  <a:pt x="520065" y="231838"/>
                </a:lnTo>
                <a:lnTo>
                  <a:pt x="542925" y="212026"/>
                </a:lnTo>
                <a:close/>
              </a:path>
              <a:path w="1943100" h="381635">
                <a:moveTo>
                  <a:pt x="600837" y="106781"/>
                </a:moveTo>
                <a:lnTo>
                  <a:pt x="587984" y="86182"/>
                </a:lnTo>
                <a:lnTo>
                  <a:pt x="574548" y="65735"/>
                </a:lnTo>
                <a:lnTo>
                  <a:pt x="560552" y="45605"/>
                </a:lnTo>
                <a:lnTo>
                  <a:pt x="545973" y="25908"/>
                </a:lnTo>
                <a:lnTo>
                  <a:pt x="523113" y="41148"/>
                </a:lnTo>
                <a:lnTo>
                  <a:pt x="536562" y="61099"/>
                </a:lnTo>
                <a:lnTo>
                  <a:pt x="549592" y="81775"/>
                </a:lnTo>
                <a:lnTo>
                  <a:pt x="574929" y="123545"/>
                </a:lnTo>
                <a:lnTo>
                  <a:pt x="600837" y="106781"/>
                </a:lnTo>
                <a:close/>
              </a:path>
              <a:path w="1943100" h="381635">
                <a:moveTo>
                  <a:pt x="753338" y="144881"/>
                </a:moveTo>
                <a:lnTo>
                  <a:pt x="657326" y="144881"/>
                </a:lnTo>
                <a:lnTo>
                  <a:pt x="657326" y="6096"/>
                </a:lnTo>
                <a:lnTo>
                  <a:pt x="628269" y="6096"/>
                </a:lnTo>
                <a:lnTo>
                  <a:pt x="628269" y="144881"/>
                </a:lnTo>
                <a:lnTo>
                  <a:pt x="530733" y="144881"/>
                </a:lnTo>
                <a:lnTo>
                  <a:pt x="530733" y="172313"/>
                </a:lnTo>
                <a:lnTo>
                  <a:pt x="724382" y="172313"/>
                </a:lnTo>
                <a:lnTo>
                  <a:pt x="724382" y="236410"/>
                </a:lnTo>
                <a:lnTo>
                  <a:pt x="536829" y="236410"/>
                </a:lnTo>
                <a:lnTo>
                  <a:pt x="536829" y="262318"/>
                </a:lnTo>
                <a:lnTo>
                  <a:pt x="724382" y="262318"/>
                </a:lnTo>
                <a:lnTo>
                  <a:pt x="724382" y="329476"/>
                </a:lnTo>
                <a:lnTo>
                  <a:pt x="520065" y="329476"/>
                </a:lnTo>
                <a:lnTo>
                  <a:pt x="520065" y="356908"/>
                </a:lnTo>
                <a:lnTo>
                  <a:pt x="724382" y="356908"/>
                </a:lnTo>
                <a:lnTo>
                  <a:pt x="724382" y="378244"/>
                </a:lnTo>
                <a:lnTo>
                  <a:pt x="753338" y="378244"/>
                </a:lnTo>
                <a:lnTo>
                  <a:pt x="753338" y="144881"/>
                </a:lnTo>
                <a:close/>
              </a:path>
              <a:path w="1943100" h="381635">
                <a:moveTo>
                  <a:pt x="767054" y="41148"/>
                </a:moveTo>
                <a:lnTo>
                  <a:pt x="738098" y="24384"/>
                </a:lnTo>
                <a:lnTo>
                  <a:pt x="725500" y="46888"/>
                </a:lnTo>
                <a:lnTo>
                  <a:pt x="712762" y="68402"/>
                </a:lnTo>
                <a:lnTo>
                  <a:pt x="699731" y="88506"/>
                </a:lnTo>
                <a:lnTo>
                  <a:pt x="686282" y="106781"/>
                </a:lnTo>
                <a:lnTo>
                  <a:pt x="710666" y="125069"/>
                </a:lnTo>
                <a:lnTo>
                  <a:pt x="724395" y="106172"/>
                </a:lnTo>
                <a:lnTo>
                  <a:pt x="738289" y="85966"/>
                </a:lnTo>
                <a:lnTo>
                  <a:pt x="752449" y="64338"/>
                </a:lnTo>
                <a:lnTo>
                  <a:pt x="767054" y="41148"/>
                </a:lnTo>
                <a:close/>
              </a:path>
              <a:path w="1943100" h="381635">
                <a:moveTo>
                  <a:pt x="944029" y="65532"/>
                </a:moveTo>
                <a:lnTo>
                  <a:pt x="913549" y="65532"/>
                </a:lnTo>
                <a:lnTo>
                  <a:pt x="913549" y="94500"/>
                </a:lnTo>
                <a:lnTo>
                  <a:pt x="913549" y="187553"/>
                </a:lnTo>
                <a:lnTo>
                  <a:pt x="913549" y="215087"/>
                </a:lnTo>
                <a:lnTo>
                  <a:pt x="913549" y="311188"/>
                </a:lnTo>
                <a:lnTo>
                  <a:pt x="828103" y="311188"/>
                </a:lnTo>
                <a:lnTo>
                  <a:pt x="828103" y="215087"/>
                </a:lnTo>
                <a:lnTo>
                  <a:pt x="913549" y="215087"/>
                </a:lnTo>
                <a:lnTo>
                  <a:pt x="913549" y="187553"/>
                </a:lnTo>
                <a:lnTo>
                  <a:pt x="828103" y="187553"/>
                </a:lnTo>
                <a:lnTo>
                  <a:pt x="828103" y="94500"/>
                </a:lnTo>
                <a:lnTo>
                  <a:pt x="913549" y="94500"/>
                </a:lnTo>
                <a:lnTo>
                  <a:pt x="913549" y="65532"/>
                </a:lnTo>
                <a:lnTo>
                  <a:pt x="867727" y="65532"/>
                </a:lnTo>
                <a:lnTo>
                  <a:pt x="873442" y="52679"/>
                </a:lnTo>
                <a:lnTo>
                  <a:pt x="879157" y="39243"/>
                </a:lnTo>
                <a:lnTo>
                  <a:pt x="884872" y="25247"/>
                </a:lnTo>
                <a:lnTo>
                  <a:pt x="890587" y="10668"/>
                </a:lnTo>
                <a:lnTo>
                  <a:pt x="858583" y="1524"/>
                </a:lnTo>
                <a:lnTo>
                  <a:pt x="853732" y="16675"/>
                </a:lnTo>
                <a:lnTo>
                  <a:pt x="848296" y="32385"/>
                </a:lnTo>
                <a:lnTo>
                  <a:pt x="842302" y="48679"/>
                </a:lnTo>
                <a:lnTo>
                  <a:pt x="835723" y="65532"/>
                </a:lnTo>
                <a:lnTo>
                  <a:pt x="797623" y="65532"/>
                </a:lnTo>
                <a:lnTo>
                  <a:pt x="797623" y="372148"/>
                </a:lnTo>
                <a:lnTo>
                  <a:pt x="828103" y="372148"/>
                </a:lnTo>
                <a:lnTo>
                  <a:pt x="828103" y="340144"/>
                </a:lnTo>
                <a:lnTo>
                  <a:pt x="913549" y="340144"/>
                </a:lnTo>
                <a:lnTo>
                  <a:pt x="913549" y="370624"/>
                </a:lnTo>
                <a:lnTo>
                  <a:pt x="944029" y="370624"/>
                </a:lnTo>
                <a:lnTo>
                  <a:pt x="944029" y="340144"/>
                </a:lnTo>
                <a:lnTo>
                  <a:pt x="944029" y="311188"/>
                </a:lnTo>
                <a:lnTo>
                  <a:pt x="944029" y="215087"/>
                </a:lnTo>
                <a:lnTo>
                  <a:pt x="944029" y="187553"/>
                </a:lnTo>
                <a:lnTo>
                  <a:pt x="944029" y="94500"/>
                </a:lnTo>
                <a:lnTo>
                  <a:pt x="944029" y="65532"/>
                </a:lnTo>
                <a:close/>
              </a:path>
              <a:path w="1943100" h="381635">
                <a:moveTo>
                  <a:pt x="1075182" y="239471"/>
                </a:moveTo>
                <a:lnTo>
                  <a:pt x="1061453" y="220306"/>
                </a:lnTo>
                <a:lnTo>
                  <a:pt x="1045413" y="199415"/>
                </a:lnTo>
                <a:lnTo>
                  <a:pt x="1027099" y="176809"/>
                </a:lnTo>
                <a:lnTo>
                  <a:pt x="1006513" y="152501"/>
                </a:lnTo>
                <a:lnTo>
                  <a:pt x="983653" y="170789"/>
                </a:lnTo>
                <a:lnTo>
                  <a:pt x="1001128" y="192798"/>
                </a:lnTo>
                <a:lnTo>
                  <a:pt x="1017181" y="215074"/>
                </a:lnTo>
                <a:lnTo>
                  <a:pt x="1032116" y="237324"/>
                </a:lnTo>
                <a:lnTo>
                  <a:pt x="1046226" y="259283"/>
                </a:lnTo>
                <a:lnTo>
                  <a:pt x="1075182" y="239471"/>
                </a:lnTo>
                <a:close/>
              </a:path>
              <a:path w="1943100" h="381635">
                <a:moveTo>
                  <a:pt x="1146810" y="64008"/>
                </a:moveTo>
                <a:lnTo>
                  <a:pt x="1023277" y="64008"/>
                </a:lnTo>
                <a:lnTo>
                  <a:pt x="1028077" y="51181"/>
                </a:lnTo>
                <a:lnTo>
                  <a:pt x="1033183" y="37909"/>
                </a:lnTo>
                <a:lnTo>
                  <a:pt x="1038275" y="24371"/>
                </a:lnTo>
                <a:lnTo>
                  <a:pt x="1043089" y="10668"/>
                </a:lnTo>
                <a:lnTo>
                  <a:pt x="1011085" y="1524"/>
                </a:lnTo>
                <a:lnTo>
                  <a:pt x="997915" y="42976"/>
                </a:lnTo>
                <a:lnTo>
                  <a:pt x="983462" y="80441"/>
                </a:lnTo>
                <a:lnTo>
                  <a:pt x="967574" y="113906"/>
                </a:lnTo>
                <a:lnTo>
                  <a:pt x="950125" y="143357"/>
                </a:lnTo>
                <a:lnTo>
                  <a:pt x="957808" y="147027"/>
                </a:lnTo>
                <a:lnTo>
                  <a:pt x="964793" y="150977"/>
                </a:lnTo>
                <a:lnTo>
                  <a:pt x="970902" y="154927"/>
                </a:lnTo>
                <a:lnTo>
                  <a:pt x="976033" y="158597"/>
                </a:lnTo>
                <a:lnTo>
                  <a:pt x="985151" y="143433"/>
                </a:lnTo>
                <a:lnTo>
                  <a:pt x="994130" y="127533"/>
                </a:lnTo>
                <a:lnTo>
                  <a:pt x="1002817" y="110769"/>
                </a:lnTo>
                <a:lnTo>
                  <a:pt x="1011085" y="92976"/>
                </a:lnTo>
                <a:lnTo>
                  <a:pt x="1113282" y="92976"/>
                </a:lnTo>
                <a:lnTo>
                  <a:pt x="1112113" y="164503"/>
                </a:lnTo>
                <a:lnTo>
                  <a:pt x="1110805" y="223608"/>
                </a:lnTo>
                <a:lnTo>
                  <a:pt x="1109205" y="270421"/>
                </a:lnTo>
                <a:lnTo>
                  <a:pt x="1104049" y="321094"/>
                </a:lnTo>
                <a:lnTo>
                  <a:pt x="1070610" y="341668"/>
                </a:lnTo>
                <a:lnTo>
                  <a:pt x="1054074" y="341147"/>
                </a:lnTo>
                <a:lnTo>
                  <a:pt x="1036650" y="339763"/>
                </a:lnTo>
                <a:lnTo>
                  <a:pt x="1018667" y="337807"/>
                </a:lnTo>
                <a:lnTo>
                  <a:pt x="1000417" y="335572"/>
                </a:lnTo>
                <a:lnTo>
                  <a:pt x="998893" y="335572"/>
                </a:lnTo>
                <a:lnTo>
                  <a:pt x="1000912" y="343598"/>
                </a:lnTo>
                <a:lnTo>
                  <a:pt x="1002512" y="351764"/>
                </a:lnTo>
                <a:lnTo>
                  <a:pt x="1003820" y="360222"/>
                </a:lnTo>
                <a:lnTo>
                  <a:pt x="1004989" y="369100"/>
                </a:lnTo>
                <a:lnTo>
                  <a:pt x="1040650" y="371195"/>
                </a:lnTo>
                <a:lnTo>
                  <a:pt x="1057998" y="371881"/>
                </a:lnTo>
                <a:lnTo>
                  <a:pt x="1075182" y="372148"/>
                </a:lnTo>
                <a:lnTo>
                  <a:pt x="1102334" y="368439"/>
                </a:lnTo>
                <a:lnTo>
                  <a:pt x="1122045" y="357289"/>
                </a:lnTo>
                <a:lnTo>
                  <a:pt x="1132382" y="341668"/>
                </a:lnTo>
                <a:lnTo>
                  <a:pt x="1134338" y="338721"/>
                </a:lnTo>
                <a:lnTo>
                  <a:pt x="1140269" y="285940"/>
                </a:lnTo>
                <a:lnTo>
                  <a:pt x="1141653" y="247764"/>
                </a:lnTo>
                <a:lnTo>
                  <a:pt x="1143203" y="199415"/>
                </a:lnTo>
                <a:lnTo>
                  <a:pt x="1144993" y="136867"/>
                </a:lnTo>
                <a:lnTo>
                  <a:pt x="1146086" y="92976"/>
                </a:lnTo>
                <a:lnTo>
                  <a:pt x="1146810" y="64008"/>
                </a:lnTo>
                <a:close/>
              </a:path>
              <a:path w="1943100" h="381635">
                <a:moveTo>
                  <a:pt x="1547914" y="68580"/>
                </a:moveTo>
                <a:lnTo>
                  <a:pt x="1366456" y="68580"/>
                </a:lnTo>
                <a:lnTo>
                  <a:pt x="1393888" y="54864"/>
                </a:lnTo>
                <a:lnTo>
                  <a:pt x="1384173" y="37084"/>
                </a:lnTo>
                <a:lnTo>
                  <a:pt x="1375600" y="22288"/>
                </a:lnTo>
                <a:lnTo>
                  <a:pt x="1361884" y="0"/>
                </a:lnTo>
                <a:lnTo>
                  <a:pt x="1332928" y="15240"/>
                </a:lnTo>
                <a:lnTo>
                  <a:pt x="1345120" y="36766"/>
                </a:lnTo>
                <a:lnTo>
                  <a:pt x="1353070" y="51460"/>
                </a:lnTo>
                <a:lnTo>
                  <a:pt x="1361884" y="68580"/>
                </a:lnTo>
                <a:lnTo>
                  <a:pt x="1178814" y="68580"/>
                </a:lnTo>
                <a:lnTo>
                  <a:pt x="1178814" y="97637"/>
                </a:lnTo>
                <a:lnTo>
                  <a:pt x="1282547" y="97637"/>
                </a:lnTo>
                <a:lnTo>
                  <a:pt x="1282255" y="120738"/>
                </a:lnTo>
                <a:lnTo>
                  <a:pt x="1279969" y="160642"/>
                </a:lnTo>
                <a:lnTo>
                  <a:pt x="1268806" y="230111"/>
                </a:lnTo>
                <a:lnTo>
                  <a:pt x="1248054" y="277596"/>
                </a:lnTo>
                <a:lnTo>
                  <a:pt x="1215567" y="319366"/>
                </a:lnTo>
                <a:lnTo>
                  <a:pt x="1171194" y="355384"/>
                </a:lnTo>
                <a:lnTo>
                  <a:pt x="1176921" y="362216"/>
                </a:lnTo>
                <a:lnTo>
                  <a:pt x="1188415" y="375310"/>
                </a:lnTo>
                <a:lnTo>
                  <a:pt x="1194155" y="381292"/>
                </a:lnTo>
                <a:lnTo>
                  <a:pt x="1232535" y="350901"/>
                </a:lnTo>
                <a:lnTo>
                  <a:pt x="1263446" y="316318"/>
                </a:lnTo>
                <a:lnTo>
                  <a:pt x="1286764" y="277406"/>
                </a:lnTo>
                <a:lnTo>
                  <a:pt x="1302321" y="234022"/>
                </a:lnTo>
                <a:lnTo>
                  <a:pt x="1309979" y="186029"/>
                </a:lnTo>
                <a:lnTo>
                  <a:pt x="1462570" y="186029"/>
                </a:lnTo>
                <a:lnTo>
                  <a:pt x="1459280" y="246126"/>
                </a:lnTo>
                <a:lnTo>
                  <a:pt x="1454848" y="295846"/>
                </a:lnTo>
                <a:lnTo>
                  <a:pt x="1431277" y="336029"/>
                </a:lnTo>
                <a:lnTo>
                  <a:pt x="1415224" y="338620"/>
                </a:lnTo>
                <a:lnTo>
                  <a:pt x="1399222" y="338099"/>
                </a:lnTo>
                <a:lnTo>
                  <a:pt x="1380934" y="336715"/>
                </a:lnTo>
                <a:lnTo>
                  <a:pt x="1337500" y="332524"/>
                </a:lnTo>
                <a:lnTo>
                  <a:pt x="1338859" y="342290"/>
                </a:lnTo>
                <a:lnTo>
                  <a:pt x="1340358" y="351193"/>
                </a:lnTo>
                <a:lnTo>
                  <a:pt x="1341577" y="359524"/>
                </a:lnTo>
                <a:lnTo>
                  <a:pt x="1342072" y="367576"/>
                </a:lnTo>
                <a:lnTo>
                  <a:pt x="1404658" y="370357"/>
                </a:lnTo>
                <a:lnTo>
                  <a:pt x="1448117" y="366102"/>
                </a:lnTo>
                <a:lnTo>
                  <a:pt x="1481823" y="330720"/>
                </a:lnTo>
                <a:lnTo>
                  <a:pt x="1490116" y="268401"/>
                </a:lnTo>
                <a:lnTo>
                  <a:pt x="1495310" y="196875"/>
                </a:lnTo>
                <a:lnTo>
                  <a:pt x="1497622" y="157073"/>
                </a:lnTo>
                <a:lnTo>
                  <a:pt x="1313027" y="157073"/>
                </a:lnTo>
                <a:lnTo>
                  <a:pt x="1313281" y="143929"/>
                </a:lnTo>
                <a:lnTo>
                  <a:pt x="1313980" y="129641"/>
                </a:lnTo>
                <a:lnTo>
                  <a:pt x="1316075" y="97637"/>
                </a:lnTo>
                <a:lnTo>
                  <a:pt x="1547914" y="97637"/>
                </a:lnTo>
                <a:lnTo>
                  <a:pt x="1547914" y="68580"/>
                </a:lnTo>
                <a:close/>
              </a:path>
              <a:path w="1943100" h="381635">
                <a:moveTo>
                  <a:pt x="1650111" y="228790"/>
                </a:moveTo>
                <a:lnTo>
                  <a:pt x="1635061" y="222123"/>
                </a:lnTo>
                <a:lnTo>
                  <a:pt x="1628038" y="219151"/>
                </a:lnTo>
                <a:lnTo>
                  <a:pt x="1621155" y="216598"/>
                </a:lnTo>
                <a:lnTo>
                  <a:pt x="1608569" y="256006"/>
                </a:lnTo>
                <a:lnTo>
                  <a:pt x="1595958" y="293992"/>
                </a:lnTo>
                <a:lnTo>
                  <a:pt x="1583359" y="330276"/>
                </a:lnTo>
                <a:lnTo>
                  <a:pt x="1570761" y="364528"/>
                </a:lnTo>
                <a:lnTo>
                  <a:pt x="1602867" y="375196"/>
                </a:lnTo>
                <a:lnTo>
                  <a:pt x="1613674" y="341820"/>
                </a:lnTo>
                <a:lnTo>
                  <a:pt x="1625346" y="305993"/>
                </a:lnTo>
                <a:lnTo>
                  <a:pt x="1637588" y="268173"/>
                </a:lnTo>
                <a:lnTo>
                  <a:pt x="1650111" y="228790"/>
                </a:lnTo>
                <a:close/>
              </a:path>
              <a:path w="1943100" h="381635">
                <a:moveTo>
                  <a:pt x="1650111" y="158597"/>
                </a:moveTo>
                <a:lnTo>
                  <a:pt x="1631492" y="143217"/>
                </a:lnTo>
                <a:lnTo>
                  <a:pt x="1614284" y="129260"/>
                </a:lnTo>
                <a:lnTo>
                  <a:pt x="1598206" y="117017"/>
                </a:lnTo>
                <a:lnTo>
                  <a:pt x="1582953" y="106781"/>
                </a:lnTo>
                <a:lnTo>
                  <a:pt x="1563141" y="128117"/>
                </a:lnTo>
                <a:lnTo>
                  <a:pt x="1575765" y="137541"/>
                </a:lnTo>
                <a:lnTo>
                  <a:pt x="1590814" y="149834"/>
                </a:lnTo>
                <a:lnTo>
                  <a:pt x="1608442" y="164973"/>
                </a:lnTo>
                <a:lnTo>
                  <a:pt x="1628775" y="182981"/>
                </a:lnTo>
                <a:lnTo>
                  <a:pt x="1632750" y="178104"/>
                </a:lnTo>
                <a:lnTo>
                  <a:pt x="1637728" y="172504"/>
                </a:lnTo>
                <a:lnTo>
                  <a:pt x="1643557" y="166052"/>
                </a:lnTo>
                <a:lnTo>
                  <a:pt x="1650111" y="158597"/>
                </a:lnTo>
                <a:close/>
              </a:path>
              <a:path w="1943100" h="381635">
                <a:moveTo>
                  <a:pt x="1663827" y="62484"/>
                </a:moveTo>
                <a:lnTo>
                  <a:pt x="1646085" y="47701"/>
                </a:lnTo>
                <a:lnTo>
                  <a:pt x="1613420" y="19837"/>
                </a:lnTo>
                <a:lnTo>
                  <a:pt x="1598193" y="7620"/>
                </a:lnTo>
                <a:lnTo>
                  <a:pt x="1578381" y="28956"/>
                </a:lnTo>
                <a:lnTo>
                  <a:pt x="1592668" y="41224"/>
                </a:lnTo>
                <a:lnTo>
                  <a:pt x="1607959" y="55054"/>
                </a:lnTo>
                <a:lnTo>
                  <a:pt x="1624114" y="70319"/>
                </a:lnTo>
                <a:lnTo>
                  <a:pt x="1640967" y="86868"/>
                </a:lnTo>
                <a:lnTo>
                  <a:pt x="1645818" y="81140"/>
                </a:lnTo>
                <a:lnTo>
                  <a:pt x="1651254" y="75247"/>
                </a:lnTo>
                <a:lnTo>
                  <a:pt x="1657248" y="69088"/>
                </a:lnTo>
                <a:lnTo>
                  <a:pt x="1663827" y="62484"/>
                </a:lnTo>
                <a:close/>
              </a:path>
              <a:path w="1943100" h="381635">
                <a:moveTo>
                  <a:pt x="1942909" y="181457"/>
                </a:moveTo>
                <a:lnTo>
                  <a:pt x="1819363" y="181457"/>
                </a:lnTo>
                <a:lnTo>
                  <a:pt x="1819363" y="99161"/>
                </a:lnTo>
                <a:lnTo>
                  <a:pt x="1924621" y="99161"/>
                </a:lnTo>
                <a:lnTo>
                  <a:pt x="1924621" y="71628"/>
                </a:lnTo>
                <a:lnTo>
                  <a:pt x="1819363" y="71628"/>
                </a:lnTo>
                <a:lnTo>
                  <a:pt x="1819363" y="1524"/>
                </a:lnTo>
                <a:lnTo>
                  <a:pt x="1788883" y="1524"/>
                </a:lnTo>
                <a:lnTo>
                  <a:pt x="1788883" y="71628"/>
                </a:lnTo>
                <a:lnTo>
                  <a:pt x="1686687" y="71628"/>
                </a:lnTo>
                <a:lnTo>
                  <a:pt x="1686687" y="99161"/>
                </a:lnTo>
                <a:lnTo>
                  <a:pt x="1788883" y="99161"/>
                </a:lnTo>
                <a:lnTo>
                  <a:pt x="1788883" y="181457"/>
                </a:lnTo>
                <a:lnTo>
                  <a:pt x="1668399" y="181457"/>
                </a:lnTo>
                <a:lnTo>
                  <a:pt x="1668399" y="208978"/>
                </a:lnTo>
                <a:lnTo>
                  <a:pt x="1769071" y="208978"/>
                </a:lnTo>
                <a:lnTo>
                  <a:pt x="1758264" y="228371"/>
                </a:lnTo>
                <a:lnTo>
                  <a:pt x="1734324" y="265988"/>
                </a:lnTo>
                <a:lnTo>
                  <a:pt x="1710283" y="299427"/>
                </a:lnTo>
                <a:lnTo>
                  <a:pt x="1674495" y="329476"/>
                </a:lnTo>
                <a:lnTo>
                  <a:pt x="1689735" y="361480"/>
                </a:lnTo>
                <a:lnTo>
                  <a:pt x="1886521" y="344716"/>
                </a:lnTo>
                <a:lnTo>
                  <a:pt x="1891334" y="352983"/>
                </a:lnTo>
                <a:lnTo>
                  <a:pt x="1896313" y="361480"/>
                </a:lnTo>
                <a:lnTo>
                  <a:pt x="1901520" y="370649"/>
                </a:lnTo>
                <a:lnTo>
                  <a:pt x="1906333" y="379768"/>
                </a:lnTo>
                <a:lnTo>
                  <a:pt x="1914093" y="375196"/>
                </a:lnTo>
                <a:lnTo>
                  <a:pt x="1929053" y="366052"/>
                </a:lnTo>
                <a:lnTo>
                  <a:pt x="1936813" y="361480"/>
                </a:lnTo>
                <a:lnTo>
                  <a:pt x="1925421" y="344716"/>
                </a:lnTo>
                <a:lnTo>
                  <a:pt x="1915071" y="329476"/>
                </a:lnTo>
                <a:lnTo>
                  <a:pt x="1895462" y="300850"/>
                </a:lnTo>
                <a:lnTo>
                  <a:pt x="1876120" y="273100"/>
                </a:lnTo>
                <a:lnTo>
                  <a:pt x="1857476" y="247078"/>
                </a:lnTo>
                <a:lnTo>
                  <a:pt x="1831555" y="262331"/>
                </a:lnTo>
                <a:lnTo>
                  <a:pt x="1840725" y="275424"/>
                </a:lnTo>
                <a:lnTo>
                  <a:pt x="1850034" y="289382"/>
                </a:lnTo>
                <a:lnTo>
                  <a:pt x="1859635" y="303936"/>
                </a:lnTo>
                <a:lnTo>
                  <a:pt x="1869668" y="318808"/>
                </a:lnTo>
                <a:lnTo>
                  <a:pt x="1796694" y="325285"/>
                </a:lnTo>
                <a:lnTo>
                  <a:pt x="1760537" y="327812"/>
                </a:lnTo>
                <a:lnTo>
                  <a:pt x="1724787" y="329476"/>
                </a:lnTo>
                <a:lnTo>
                  <a:pt x="1744776" y="302895"/>
                </a:lnTo>
                <a:lnTo>
                  <a:pt x="1765452" y="273761"/>
                </a:lnTo>
                <a:lnTo>
                  <a:pt x="1786394" y="242366"/>
                </a:lnTo>
                <a:lnTo>
                  <a:pt x="1807171" y="208978"/>
                </a:lnTo>
                <a:lnTo>
                  <a:pt x="1942909" y="208978"/>
                </a:lnTo>
                <a:lnTo>
                  <a:pt x="1942909" y="1814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3824192"/>
            <a:ext cx="109823" cy="111347"/>
          </a:xfrm>
          <a:prstGeom prst="rect">
            <a:avLst/>
          </a:prstGeom>
        </p:spPr>
      </p:pic>
      <p:sp>
        <p:nvSpPr>
          <p:cNvPr id="39" name="object 39" descr=""/>
          <p:cNvSpPr/>
          <p:nvPr/>
        </p:nvSpPr>
        <p:spPr>
          <a:xfrm>
            <a:off x="1302156" y="3650272"/>
            <a:ext cx="3125470" cy="438150"/>
          </a:xfrm>
          <a:custGeom>
            <a:avLst/>
            <a:gdLst/>
            <a:ahLst/>
            <a:cxnLst/>
            <a:rect l="l" t="t" r="r" b="b"/>
            <a:pathLst>
              <a:path w="3125470" h="438150">
                <a:moveTo>
                  <a:pt x="431673" y="262407"/>
                </a:moveTo>
                <a:lnTo>
                  <a:pt x="382816" y="262407"/>
                </a:lnTo>
                <a:lnTo>
                  <a:pt x="382816" y="204406"/>
                </a:lnTo>
                <a:lnTo>
                  <a:pt x="350812" y="204406"/>
                </a:lnTo>
                <a:lnTo>
                  <a:pt x="350812" y="230314"/>
                </a:lnTo>
                <a:lnTo>
                  <a:pt x="350812" y="262407"/>
                </a:lnTo>
                <a:lnTo>
                  <a:pt x="350812" y="289839"/>
                </a:lnTo>
                <a:lnTo>
                  <a:pt x="350812" y="321843"/>
                </a:lnTo>
                <a:lnTo>
                  <a:pt x="230314" y="321843"/>
                </a:lnTo>
                <a:lnTo>
                  <a:pt x="230314" y="289839"/>
                </a:lnTo>
                <a:lnTo>
                  <a:pt x="350812" y="289839"/>
                </a:lnTo>
                <a:lnTo>
                  <a:pt x="350812" y="262407"/>
                </a:lnTo>
                <a:lnTo>
                  <a:pt x="230314" y="262407"/>
                </a:lnTo>
                <a:lnTo>
                  <a:pt x="230314" y="230314"/>
                </a:lnTo>
                <a:lnTo>
                  <a:pt x="350812" y="230314"/>
                </a:lnTo>
                <a:lnTo>
                  <a:pt x="350812" y="204406"/>
                </a:lnTo>
                <a:lnTo>
                  <a:pt x="230314" y="204406"/>
                </a:lnTo>
                <a:lnTo>
                  <a:pt x="230314" y="173926"/>
                </a:lnTo>
                <a:lnTo>
                  <a:pt x="341668" y="173926"/>
                </a:lnTo>
                <a:lnTo>
                  <a:pt x="341668" y="186118"/>
                </a:lnTo>
                <a:lnTo>
                  <a:pt x="372148" y="186118"/>
                </a:lnTo>
                <a:lnTo>
                  <a:pt x="372148" y="173926"/>
                </a:lnTo>
                <a:lnTo>
                  <a:pt x="372148" y="149542"/>
                </a:lnTo>
                <a:lnTo>
                  <a:pt x="372148" y="115912"/>
                </a:lnTo>
                <a:lnTo>
                  <a:pt x="372148" y="91528"/>
                </a:lnTo>
                <a:lnTo>
                  <a:pt x="341668" y="91528"/>
                </a:lnTo>
                <a:lnTo>
                  <a:pt x="341668" y="115912"/>
                </a:lnTo>
                <a:lnTo>
                  <a:pt x="341668" y="149542"/>
                </a:lnTo>
                <a:lnTo>
                  <a:pt x="230314" y="149542"/>
                </a:lnTo>
                <a:lnTo>
                  <a:pt x="230314" y="115912"/>
                </a:lnTo>
                <a:lnTo>
                  <a:pt x="341668" y="115912"/>
                </a:lnTo>
                <a:lnTo>
                  <a:pt x="341668" y="91528"/>
                </a:lnTo>
                <a:lnTo>
                  <a:pt x="230314" y="91528"/>
                </a:lnTo>
                <a:lnTo>
                  <a:pt x="230314" y="62572"/>
                </a:lnTo>
                <a:lnTo>
                  <a:pt x="427012" y="62572"/>
                </a:lnTo>
                <a:lnTo>
                  <a:pt x="427012" y="35140"/>
                </a:lnTo>
                <a:lnTo>
                  <a:pt x="230314" y="35140"/>
                </a:lnTo>
                <a:lnTo>
                  <a:pt x="230314" y="1524"/>
                </a:lnTo>
                <a:lnTo>
                  <a:pt x="198310" y="1524"/>
                </a:lnTo>
                <a:lnTo>
                  <a:pt x="198310" y="35140"/>
                </a:lnTo>
                <a:lnTo>
                  <a:pt x="1524" y="35140"/>
                </a:lnTo>
                <a:lnTo>
                  <a:pt x="1524" y="62572"/>
                </a:lnTo>
                <a:lnTo>
                  <a:pt x="198310" y="62572"/>
                </a:lnTo>
                <a:lnTo>
                  <a:pt x="198310" y="91528"/>
                </a:lnTo>
                <a:lnTo>
                  <a:pt x="198310" y="115912"/>
                </a:lnTo>
                <a:lnTo>
                  <a:pt x="198310" y="149542"/>
                </a:lnTo>
                <a:lnTo>
                  <a:pt x="86969" y="149542"/>
                </a:lnTo>
                <a:lnTo>
                  <a:pt x="86969" y="115912"/>
                </a:lnTo>
                <a:lnTo>
                  <a:pt x="198310" y="115912"/>
                </a:lnTo>
                <a:lnTo>
                  <a:pt x="198310" y="91528"/>
                </a:lnTo>
                <a:lnTo>
                  <a:pt x="56489" y="91528"/>
                </a:lnTo>
                <a:lnTo>
                  <a:pt x="56489" y="186118"/>
                </a:lnTo>
                <a:lnTo>
                  <a:pt x="86969" y="186118"/>
                </a:lnTo>
                <a:lnTo>
                  <a:pt x="86969" y="173926"/>
                </a:lnTo>
                <a:lnTo>
                  <a:pt x="198310" y="173926"/>
                </a:lnTo>
                <a:lnTo>
                  <a:pt x="198310" y="204406"/>
                </a:lnTo>
                <a:lnTo>
                  <a:pt x="29057" y="204406"/>
                </a:lnTo>
                <a:lnTo>
                  <a:pt x="29057" y="230314"/>
                </a:lnTo>
                <a:lnTo>
                  <a:pt x="198310" y="230314"/>
                </a:lnTo>
                <a:lnTo>
                  <a:pt x="198310" y="262407"/>
                </a:lnTo>
                <a:lnTo>
                  <a:pt x="0" y="262407"/>
                </a:lnTo>
                <a:lnTo>
                  <a:pt x="0" y="289839"/>
                </a:lnTo>
                <a:lnTo>
                  <a:pt x="198310" y="289839"/>
                </a:lnTo>
                <a:lnTo>
                  <a:pt x="198310" y="321843"/>
                </a:lnTo>
                <a:lnTo>
                  <a:pt x="27520" y="321843"/>
                </a:lnTo>
                <a:lnTo>
                  <a:pt x="27520" y="349377"/>
                </a:lnTo>
                <a:lnTo>
                  <a:pt x="198310" y="349377"/>
                </a:lnTo>
                <a:lnTo>
                  <a:pt x="198310" y="369189"/>
                </a:lnTo>
                <a:lnTo>
                  <a:pt x="196621" y="380314"/>
                </a:lnTo>
                <a:lnTo>
                  <a:pt x="191643" y="388429"/>
                </a:lnTo>
                <a:lnTo>
                  <a:pt x="183527" y="393407"/>
                </a:lnTo>
                <a:lnTo>
                  <a:pt x="172402" y="395097"/>
                </a:lnTo>
                <a:lnTo>
                  <a:pt x="158356" y="394817"/>
                </a:lnTo>
                <a:lnTo>
                  <a:pt x="143586" y="393954"/>
                </a:lnTo>
                <a:lnTo>
                  <a:pt x="127965" y="392531"/>
                </a:lnTo>
                <a:lnTo>
                  <a:pt x="111353" y="390525"/>
                </a:lnTo>
                <a:lnTo>
                  <a:pt x="113372" y="400532"/>
                </a:lnTo>
                <a:lnTo>
                  <a:pt x="114973" y="409956"/>
                </a:lnTo>
                <a:lnTo>
                  <a:pt x="116281" y="418820"/>
                </a:lnTo>
                <a:lnTo>
                  <a:pt x="117449" y="427101"/>
                </a:lnTo>
                <a:lnTo>
                  <a:pt x="180022" y="427101"/>
                </a:lnTo>
                <a:lnTo>
                  <a:pt x="202031" y="423938"/>
                </a:lnTo>
                <a:lnTo>
                  <a:pt x="217741" y="414337"/>
                </a:lnTo>
                <a:lnTo>
                  <a:pt x="227177" y="398170"/>
                </a:lnTo>
                <a:lnTo>
                  <a:pt x="227596" y="395097"/>
                </a:lnTo>
                <a:lnTo>
                  <a:pt x="230314" y="375285"/>
                </a:lnTo>
                <a:lnTo>
                  <a:pt x="230314" y="349377"/>
                </a:lnTo>
                <a:lnTo>
                  <a:pt x="350812" y="349377"/>
                </a:lnTo>
                <a:lnTo>
                  <a:pt x="350812" y="369189"/>
                </a:lnTo>
                <a:lnTo>
                  <a:pt x="382816" y="369189"/>
                </a:lnTo>
                <a:lnTo>
                  <a:pt x="382816" y="289839"/>
                </a:lnTo>
                <a:lnTo>
                  <a:pt x="431673" y="289839"/>
                </a:lnTo>
                <a:lnTo>
                  <a:pt x="431673" y="262407"/>
                </a:lnTo>
                <a:close/>
              </a:path>
              <a:path w="3125470" h="438150">
                <a:moveTo>
                  <a:pt x="576554" y="13716"/>
                </a:moveTo>
                <a:lnTo>
                  <a:pt x="539877" y="4572"/>
                </a:lnTo>
                <a:lnTo>
                  <a:pt x="524332" y="53467"/>
                </a:lnTo>
                <a:lnTo>
                  <a:pt x="506958" y="99504"/>
                </a:lnTo>
                <a:lnTo>
                  <a:pt x="487756" y="142760"/>
                </a:lnTo>
                <a:lnTo>
                  <a:pt x="466725" y="183286"/>
                </a:lnTo>
                <a:lnTo>
                  <a:pt x="443865" y="221170"/>
                </a:lnTo>
                <a:lnTo>
                  <a:pt x="448170" y="230327"/>
                </a:lnTo>
                <a:lnTo>
                  <a:pt x="452056" y="239509"/>
                </a:lnTo>
                <a:lnTo>
                  <a:pt x="455650" y="248678"/>
                </a:lnTo>
                <a:lnTo>
                  <a:pt x="459105" y="257848"/>
                </a:lnTo>
                <a:lnTo>
                  <a:pt x="471627" y="240372"/>
                </a:lnTo>
                <a:lnTo>
                  <a:pt x="483870" y="222173"/>
                </a:lnTo>
                <a:lnTo>
                  <a:pt x="495541" y="203111"/>
                </a:lnTo>
                <a:lnTo>
                  <a:pt x="506349" y="183070"/>
                </a:lnTo>
                <a:lnTo>
                  <a:pt x="506349" y="431673"/>
                </a:lnTo>
                <a:lnTo>
                  <a:pt x="541401" y="431673"/>
                </a:lnTo>
                <a:lnTo>
                  <a:pt x="541401" y="183070"/>
                </a:lnTo>
                <a:lnTo>
                  <a:pt x="541401" y="109816"/>
                </a:lnTo>
                <a:lnTo>
                  <a:pt x="550519" y="87528"/>
                </a:lnTo>
                <a:lnTo>
                  <a:pt x="559511" y="64096"/>
                </a:lnTo>
                <a:lnTo>
                  <a:pt x="568236" y="39484"/>
                </a:lnTo>
                <a:lnTo>
                  <a:pt x="576554" y="13716"/>
                </a:lnTo>
                <a:close/>
              </a:path>
              <a:path w="3125470" h="438150">
                <a:moveTo>
                  <a:pt x="881545" y="247167"/>
                </a:moveTo>
                <a:lnTo>
                  <a:pt x="762571" y="247167"/>
                </a:lnTo>
                <a:lnTo>
                  <a:pt x="762571" y="135826"/>
                </a:lnTo>
                <a:lnTo>
                  <a:pt x="867829" y="135826"/>
                </a:lnTo>
                <a:lnTo>
                  <a:pt x="867829" y="105244"/>
                </a:lnTo>
                <a:lnTo>
                  <a:pt x="762571" y="105244"/>
                </a:lnTo>
                <a:lnTo>
                  <a:pt x="762571" y="3048"/>
                </a:lnTo>
                <a:lnTo>
                  <a:pt x="727519" y="3048"/>
                </a:lnTo>
                <a:lnTo>
                  <a:pt x="727519" y="105244"/>
                </a:lnTo>
                <a:lnTo>
                  <a:pt x="654278" y="105244"/>
                </a:lnTo>
                <a:lnTo>
                  <a:pt x="659053" y="90347"/>
                </a:lnTo>
                <a:lnTo>
                  <a:pt x="663994" y="75145"/>
                </a:lnTo>
                <a:lnTo>
                  <a:pt x="668629" y="59385"/>
                </a:lnTo>
                <a:lnTo>
                  <a:pt x="672566" y="42760"/>
                </a:lnTo>
                <a:lnTo>
                  <a:pt x="637514" y="33616"/>
                </a:lnTo>
                <a:lnTo>
                  <a:pt x="626059" y="77330"/>
                </a:lnTo>
                <a:lnTo>
                  <a:pt x="612178" y="119202"/>
                </a:lnTo>
                <a:lnTo>
                  <a:pt x="595744" y="158991"/>
                </a:lnTo>
                <a:lnTo>
                  <a:pt x="576554" y="196786"/>
                </a:lnTo>
                <a:lnTo>
                  <a:pt x="584288" y="202501"/>
                </a:lnTo>
                <a:lnTo>
                  <a:pt x="591604" y="208216"/>
                </a:lnTo>
                <a:lnTo>
                  <a:pt x="598627" y="213931"/>
                </a:lnTo>
                <a:lnTo>
                  <a:pt x="605510" y="219646"/>
                </a:lnTo>
                <a:lnTo>
                  <a:pt x="615530" y="200761"/>
                </a:lnTo>
                <a:lnTo>
                  <a:pt x="625132" y="180594"/>
                </a:lnTo>
                <a:lnTo>
                  <a:pt x="634403" y="159080"/>
                </a:lnTo>
                <a:lnTo>
                  <a:pt x="643610" y="135826"/>
                </a:lnTo>
                <a:lnTo>
                  <a:pt x="727519" y="135826"/>
                </a:lnTo>
                <a:lnTo>
                  <a:pt x="727519" y="247167"/>
                </a:lnTo>
                <a:lnTo>
                  <a:pt x="575030" y="247167"/>
                </a:lnTo>
                <a:lnTo>
                  <a:pt x="575030" y="277660"/>
                </a:lnTo>
                <a:lnTo>
                  <a:pt x="727519" y="277660"/>
                </a:lnTo>
                <a:lnTo>
                  <a:pt x="727519" y="430149"/>
                </a:lnTo>
                <a:lnTo>
                  <a:pt x="762571" y="430149"/>
                </a:lnTo>
                <a:lnTo>
                  <a:pt x="762571" y="277660"/>
                </a:lnTo>
                <a:lnTo>
                  <a:pt x="881545" y="277660"/>
                </a:lnTo>
                <a:lnTo>
                  <a:pt x="881545" y="247167"/>
                </a:lnTo>
                <a:close/>
              </a:path>
              <a:path w="3125470" h="438150">
                <a:moveTo>
                  <a:pt x="1218539" y="274612"/>
                </a:moveTo>
                <a:lnTo>
                  <a:pt x="895248" y="274612"/>
                </a:lnTo>
                <a:lnTo>
                  <a:pt x="895248" y="308140"/>
                </a:lnTo>
                <a:lnTo>
                  <a:pt x="1218539" y="308140"/>
                </a:lnTo>
                <a:lnTo>
                  <a:pt x="1218539" y="274612"/>
                </a:lnTo>
                <a:close/>
              </a:path>
              <a:path w="3125470" h="438150">
                <a:moveTo>
                  <a:pt x="1326832" y="70192"/>
                </a:moveTo>
                <a:lnTo>
                  <a:pt x="1015746" y="70192"/>
                </a:lnTo>
                <a:lnTo>
                  <a:pt x="1023366" y="0"/>
                </a:lnTo>
                <a:lnTo>
                  <a:pt x="986790" y="0"/>
                </a:lnTo>
                <a:lnTo>
                  <a:pt x="968413" y="173926"/>
                </a:lnTo>
                <a:lnTo>
                  <a:pt x="968413" y="207454"/>
                </a:lnTo>
                <a:lnTo>
                  <a:pt x="1256639" y="207454"/>
                </a:lnTo>
                <a:lnTo>
                  <a:pt x="1254328" y="244348"/>
                </a:lnTo>
                <a:lnTo>
                  <a:pt x="1249133" y="312381"/>
                </a:lnTo>
                <a:lnTo>
                  <a:pt x="1240256" y="364350"/>
                </a:lnTo>
                <a:lnTo>
                  <a:pt x="1208252" y="387642"/>
                </a:lnTo>
                <a:lnTo>
                  <a:pt x="1181963" y="389001"/>
                </a:lnTo>
                <a:lnTo>
                  <a:pt x="1163688" y="388480"/>
                </a:lnTo>
                <a:lnTo>
                  <a:pt x="1140993" y="387096"/>
                </a:lnTo>
                <a:lnTo>
                  <a:pt x="1082802" y="382905"/>
                </a:lnTo>
                <a:lnTo>
                  <a:pt x="1085062" y="394639"/>
                </a:lnTo>
                <a:lnTo>
                  <a:pt x="1089012" y="413550"/>
                </a:lnTo>
                <a:lnTo>
                  <a:pt x="1090422" y="421005"/>
                </a:lnTo>
                <a:lnTo>
                  <a:pt x="1167879" y="423151"/>
                </a:lnTo>
                <a:lnTo>
                  <a:pt x="1211630" y="422935"/>
                </a:lnTo>
                <a:lnTo>
                  <a:pt x="1256639" y="407289"/>
                </a:lnTo>
                <a:lnTo>
                  <a:pt x="1270215" y="389001"/>
                </a:lnTo>
                <a:lnTo>
                  <a:pt x="1273098" y="383476"/>
                </a:lnTo>
                <a:lnTo>
                  <a:pt x="1282636" y="344805"/>
                </a:lnTo>
                <a:lnTo>
                  <a:pt x="1286040" y="304152"/>
                </a:lnTo>
                <a:lnTo>
                  <a:pt x="1289304" y="262229"/>
                </a:lnTo>
                <a:lnTo>
                  <a:pt x="1292275" y="218871"/>
                </a:lnTo>
                <a:lnTo>
                  <a:pt x="1294828" y="173926"/>
                </a:lnTo>
                <a:lnTo>
                  <a:pt x="1006602" y="173926"/>
                </a:lnTo>
                <a:lnTo>
                  <a:pt x="1012698" y="103720"/>
                </a:lnTo>
                <a:lnTo>
                  <a:pt x="1326832" y="103720"/>
                </a:lnTo>
                <a:lnTo>
                  <a:pt x="1326832" y="70192"/>
                </a:lnTo>
                <a:close/>
              </a:path>
              <a:path w="3125470" h="438150">
                <a:moveTo>
                  <a:pt x="1776704" y="262407"/>
                </a:moveTo>
                <a:lnTo>
                  <a:pt x="1727936" y="262407"/>
                </a:lnTo>
                <a:lnTo>
                  <a:pt x="1727936" y="204406"/>
                </a:lnTo>
                <a:lnTo>
                  <a:pt x="1697456" y="204406"/>
                </a:lnTo>
                <a:lnTo>
                  <a:pt x="1697456" y="230314"/>
                </a:lnTo>
                <a:lnTo>
                  <a:pt x="1697456" y="262407"/>
                </a:lnTo>
                <a:lnTo>
                  <a:pt x="1697456" y="289839"/>
                </a:lnTo>
                <a:lnTo>
                  <a:pt x="1697456" y="321843"/>
                </a:lnTo>
                <a:lnTo>
                  <a:pt x="1576959" y="321843"/>
                </a:lnTo>
                <a:lnTo>
                  <a:pt x="1576959" y="289839"/>
                </a:lnTo>
                <a:lnTo>
                  <a:pt x="1697456" y="289839"/>
                </a:lnTo>
                <a:lnTo>
                  <a:pt x="1697456" y="262407"/>
                </a:lnTo>
                <a:lnTo>
                  <a:pt x="1576959" y="262407"/>
                </a:lnTo>
                <a:lnTo>
                  <a:pt x="1576959" y="230314"/>
                </a:lnTo>
                <a:lnTo>
                  <a:pt x="1697456" y="230314"/>
                </a:lnTo>
                <a:lnTo>
                  <a:pt x="1697456" y="204406"/>
                </a:lnTo>
                <a:lnTo>
                  <a:pt x="1576959" y="204406"/>
                </a:lnTo>
                <a:lnTo>
                  <a:pt x="1576959" y="173926"/>
                </a:lnTo>
                <a:lnTo>
                  <a:pt x="1688312" y="173926"/>
                </a:lnTo>
                <a:lnTo>
                  <a:pt x="1688312" y="186118"/>
                </a:lnTo>
                <a:lnTo>
                  <a:pt x="1718792" y="186118"/>
                </a:lnTo>
                <a:lnTo>
                  <a:pt x="1718792" y="173926"/>
                </a:lnTo>
                <a:lnTo>
                  <a:pt x="1718792" y="149542"/>
                </a:lnTo>
                <a:lnTo>
                  <a:pt x="1718792" y="115912"/>
                </a:lnTo>
                <a:lnTo>
                  <a:pt x="1718792" y="91528"/>
                </a:lnTo>
                <a:lnTo>
                  <a:pt x="1688312" y="91528"/>
                </a:lnTo>
                <a:lnTo>
                  <a:pt x="1688312" y="115912"/>
                </a:lnTo>
                <a:lnTo>
                  <a:pt x="1688312" y="149542"/>
                </a:lnTo>
                <a:lnTo>
                  <a:pt x="1576959" y="149542"/>
                </a:lnTo>
                <a:lnTo>
                  <a:pt x="1576959" y="115912"/>
                </a:lnTo>
                <a:lnTo>
                  <a:pt x="1688312" y="115912"/>
                </a:lnTo>
                <a:lnTo>
                  <a:pt x="1688312" y="91528"/>
                </a:lnTo>
                <a:lnTo>
                  <a:pt x="1576959" y="91528"/>
                </a:lnTo>
                <a:lnTo>
                  <a:pt x="1576959" y="62572"/>
                </a:lnTo>
                <a:lnTo>
                  <a:pt x="1773656" y="62572"/>
                </a:lnTo>
                <a:lnTo>
                  <a:pt x="1773656" y="35140"/>
                </a:lnTo>
                <a:lnTo>
                  <a:pt x="1576959" y="35140"/>
                </a:lnTo>
                <a:lnTo>
                  <a:pt x="1576959" y="1524"/>
                </a:lnTo>
                <a:lnTo>
                  <a:pt x="1544955" y="1524"/>
                </a:lnTo>
                <a:lnTo>
                  <a:pt x="1544955" y="35140"/>
                </a:lnTo>
                <a:lnTo>
                  <a:pt x="1346644" y="35140"/>
                </a:lnTo>
                <a:lnTo>
                  <a:pt x="1346644" y="62572"/>
                </a:lnTo>
                <a:lnTo>
                  <a:pt x="1544955" y="62572"/>
                </a:lnTo>
                <a:lnTo>
                  <a:pt x="1544955" y="91528"/>
                </a:lnTo>
                <a:lnTo>
                  <a:pt x="1544955" y="115912"/>
                </a:lnTo>
                <a:lnTo>
                  <a:pt x="1544955" y="149542"/>
                </a:lnTo>
                <a:lnTo>
                  <a:pt x="1433614" y="149542"/>
                </a:lnTo>
                <a:lnTo>
                  <a:pt x="1433614" y="115912"/>
                </a:lnTo>
                <a:lnTo>
                  <a:pt x="1544955" y="115912"/>
                </a:lnTo>
                <a:lnTo>
                  <a:pt x="1544955" y="91528"/>
                </a:lnTo>
                <a:lnTo>
                  <a:pt x="1403134" y="91528"/>
                </a:lnTo>
                <a:lnTo>
                  <a:pt x="1403134" y="186118"/>
                </a:lnTo>
                <a:lnTo>
                  <a:pt x="1433614" y="186118"/>
                </a:lnTo>
                <a:lnTo>
                  <a:pt x="1433614" y="173926"/>
                </a:lnTo>
                <a:lnTo>
                  <a:pt x="1544955" y="173926"/>
                </a:lnTo>
                <a:lnTo>
                  <a:pt x="1544955" y="204406"/>
                </a:lnTo>
                <a:lnTo>
                  <a:pt x="1374076" y="204406"/>
                </a:lnTo>
                <a:lnTo>
                  <a:pt x="1374076" y="230314"/>
                </a:lnTo>
                <a:lnTo>
                  <a:pt x="1544955" y="230314"/>
                </a:lnTo>
                <a:lnTo>
                  <a:pt x="1544955" y="262407"/>
                </a:lnTo>
                <a:lnTo>
                  <a:pt x="1346644" y="262407"/>
                </a:lnTo>
                <a:lnTo>
                  <a:pt x="1346644" y="289839"/>
                </a:lnTo>
                <a:lnTo>
                  <a:pt x="1544955" y="289839"/>
                </a:lnTo>
                <a:lnTo>
                  <a:pt x="1544955" y="321843"/>
                </a:lnTo>
                <a:lnTo>
                  <a:pt x="1372552" y="321843"/>
                </a:lnTo>
                <a:lnTo>
                  <a:pt x="1372552" y="349377"/>
                </a:lnTo>
                <a:lnTo>
                  <a:pt x="1544955" y="349377"/>
                </a:lnTo>
                <a:lnTo>
                  <a:pt x="1544955" y="369189"/>
                </a:lnTo>
                <a:lnTo>
                  <a:pt x="1543253" y="380314"/>
                </a:lnTo>
                <a:lnTo>
                  <a:pt x="1538236" y="388429"/>
                </a:lnTo>
                <a:lnTo>
                  <a:pt x="1530083" y="393407"/>
                </a:lnTo>
                <a:lnTo>
                  <a:pt x="1518958" y="395097"/>
                </a:lnTo>
                <a:lnTo>
                  <a:pt x="1504924" y="394817"/>
                </a:lnTo>
                <a:lnTo>
                  <a:pt x="1490192" y="393954"/>
                </a:lnTo>
                <a:lnTo>
                  <a:pt x="1474584" y="392531"/>
                </a:lnTo>
                <a:lnTo>
                  <a:pt x="1457998" y="390525"/>
                </a:lnTo>
                <a:lnTo>
                  <a:pt x="1459344" y="400532"/>
                </a:lnTo>
                <a:lnTo>
                  <a:pt x="1460855" y="409956"/>
                </a:lnTo>
                <a:lnTo>
                  <a:pt x="1462062" y="418820"/>
                </a:lnTo>
                <a:lnTo>
                  <a:pt x="1462570" y="427101"/>
                </a:lnTo>
                <a:lnTo>
                  <a:pt x="1526578" y="427101"/>
                </a:lnTo>
                <a:lnTo>
                  <a:pt x="1564373" y="414337"/>
                </a:lnTo>
                <a:lnTo>
                  <a:pt x="1576959" y="375285"/>
                </a:lnTo>
                <a:lnTo>
                  <a:pt x="1576959" y="349377"/>
                </a:lnTo>
                <a:lnTo>
                  <a:pt x="1697456" y="349377"/>
                </a:lnTo>
                <a:lnTo>
                  <a:pt x="1697456" y="369189"/>
                </a:lnTo>
                <a:lnTo>
                  <a:pt x="1727936" y="369189"/>
                </a:lnTo>
                <a:lnTo>
                  <a:pt x="1727936" y="289839"/>
                </a:lnTo>
                <a:lnTo>
                  <a:pt x="1776704" y="289839"/>
                </a:lnTo>
                <a:lnTo>
                  <a:pt x="1776704" y="262407"/>
                </a:lnTo>
                <a:close/>
              </a:path>
              <a:path w="3125470" h="438150">
                <a:moveTo>
                  <a:pt x="1923097" y="13716"/>
                </a:moveTo>
                <a:lnTo>
                  <a:pt x="1886521" y="4572"/>
                </a:lnTo>
                <a:lnTo>
                  <a:pt x="1870964" y="53467"/>
                </a:lnTo>
                <a:lnTo>
                  <a:pt x="1853501" y="99504"/>
                </a:lnTo>
                <a:lnTo>
                  <a:pt x="1834045" y="142760"/>
                </a:lnTo>
                <a:lnTo>
                  <a:pt x="1812544" y="183286"/>
                </a:lnTo>
                <a:lnTo>
                  <a:pt x="1788883" y="221170"/>
                </a:lnTo>
                <a:lnTo>
                  <a:pt x="1793443" y="230327"/>
                </a:lnTo>
                <a:lnTo>
                  <a:pt x="1797837" y="239509"/>
                </a:lnTo>
                <a:lnTo>
                  <a:pt x="1801964" y="248678"/>
                </a:lnTo>
                <a:lnTo>
                  <a:pt x="1805647" y="257848"/>
                </a:lnTo>
                <a:lnTo>
                  <a:pt x="1818017" y="240372"/>
                </a:lnTo>
                <a:lnTo>
                  <a:pt x="1829930" y="222173"/>
                </a:lnTo>
                <a:lnTo>
                  <a:pt x="1841538" y="203111"/>
                </a:lnTo>
                <a:lnTo>
                  <a:pt x="1852993" y="183070"/>
                </a:lnTo>
                <a:lnTo>
                  <a:pt x="1852993" y="431673"/>
                </a:lnTo>
                <a:lnTo>
                  <a:pt x="1888045" y="431673"/>
                </a:lnTo>
                <a:lnTo>
                  <a:pt x="1888045" y="183070"/>
                </a:lnTo>
                <a:lnTo>
                  <a:pt x="1888045" y="109816"/>
                </a:lnTo>
                <a:lnTo>
                  <a:pt x="1897164" y="87528"/>
                </a:lnTo>
                <a:lnTo>
                  <a:pt x="1906143" y="64096"/>
                </a:lnTo>
                <a:lnTo>
                  <a:pt x="1914829" y="39484"/>
                </a:lnTo>
                <a:lnTo>
                  <a:pt x="1923097" y="13716"/>
                </a:lnTo>
                <a:close/>
              </a:path>
              <a:path w="3125470" h="438150">
                <a:moveTo>
                  <a:pt x="2228088" y="247167"/>
                </a:moveTo>
                <a:lnTo>
                  <a:pt x="2107692" y="247167"/>
                </a:lnTo>
                <a:lnTo>
                  <a:pt x="2107692" y="135826"/>
                </a:lnTo>
                <a:lnTo>
                  <a:pt x="2212848" y="135826"/>
                </a:lnTo>
                <a:lnTo>
                  <a:pt x="2212848" y="105244"/>
                </a:lnTo>
                <a:lnTo>
                  <a:pt x="2107692" y="105244"/>
                </a:lnTo>
                <a:lnTo>
                  <a:pt x="2107692" y="3048"/>
                </a:lnTo>
                <a:lnTo>
                  <a:pt x="2072551" y="3048"/>
                </a:lnTo>
                <a:lnTo>
                  <a:pt x="2072551" y="105244"/>
                </a:lnTo>
                <a:lnTo>
                  <a:pt x="2000923" y="105244"/>
                </a:lnTo>
                <a:lnTo>
                  <a:pt x="2005495" y="90347"/>
                </a:lnTo>
                <a:lnTo>
                  <a:pt x="2010067" y="75145"/>
                </a:lnTo>
                <a:lnTo>
                  <a:pt x="2014639" y="59385"/>
                </a:lnTo>
                <a:lnTo>
                  <a:pt x="2019211" y="42760"/>
                </a:lnTo>
                <a:lnTo>
                  <a:pt x="1984159" y="33616"/>
                </a:lnTo>
                <a:lnTo>
                  <a:pt x="1972449" y="77330"/>
                </a:lnTo>
                <a:lnTo>
                  <a:pt x="1958009" y="119202"/>
                </a:lnTo>
                <a:lnTo>
                  <a:pt x="1941029" y="158991"/>
                </a:lnTo>
                <a:lnTo>
                  <a:pt x="1921573" y="196786"/>
                </a:lnTo>
                <a:lnTo>
                  <a:pt x="1929523" y="202501"/>
                </a:lnTo>
                <a:lnTo>
                  <a:pt x="1937194" y="208216"/>
                </a:lnTo>
                <a:lnTo>
                  <a:pt x="1944293" y="213931"/>
                </a:lnTo>
                <a:lnTo>
                  <a:pt x="1950529" y="219646"/>
                </a:lnTo>
                <a:lnTo>
                  <a:pt x="1960841" y="200761"/>
                </a:lnTo>
                <a:lnTo>
                  <a:pt x="1971001" y="180594"/>
                </a:lnTo>
                <a:lnTo>
                  <a:pt x="1980806" y="159080"/>
                </a:lnTo>
                <a:lnTo>
                  <a:pt x="1990255" y="135826"/>
                </a:lnTo>
                <a:lnTo>
                  <a:pt x="2072551" y="135826"/>
                </a:lnTo>
                <a:lnTo>
                  <a:pt x="2072551" y="247167"/>
                </a:lnTo>
                <a:lnTo>
                  <a:pt x="1921573" y="247167"/>
                </a:lnTo>
                <a:lnTo>
                  <a:pt x="1921573" y="277660"/>
                </a:lnTo>
                <a:lnTo>
                  <a:pt x="2072551" y="277660"/>
                </a:lnTo>
                <a:lnTo>
                  <a:pt x="2072551" y="430149"/>
                </a:lnTo>
                <a:lnTo>
                  <a:pt x="2107692" y="430149"/>
                </a:lnTo>
                <a:lnTo>
                  <a:pt x="2107692" y="277660"/>
                </a:lnTo>
                <a:lnTo>
                  <a:pt x="2228088" y="277660"/>
                </a:lnTo>
                <a:lnTo>
                  <a:pt x="2228088" y="247167"/>
                </a:lnTo>
                <a:close/>
              </a:path>
              <a:path w="3125470" h="438150">
                <a:moveTo>
                  <a:pt x="2670429" y="213550"/>
                </a:moveTo>
                <a:lnTo>
                  <a:pt x="2644635" y="192951"/>
                </a:lnTo>
                <a:lnTo>
                  <a:pt x="2617571" y="172199"/>
                </a:lnTo>
                <a:lnTo>
                  <a:pt x="2599309" y="158686"/>
                </a:lnTo>
                <a:lnTo>
                  <a:pt x="2591066" y="152590"/>
                </a:lnTo>
                <a:lnTo>
                  <a:pt x="2589111" y="151142"/>
                </a:lnTo>
                <a:lnTo>
                  <a:pt x="2559088" y="129641"/>
                </a:lnTo>
                <a:lnTo>
                  <a:pt x="2539276" y="152590"/>
                </a:lnTo>
                <a:lnTo>
                  <a:pt x="2539276" y="6096"/>
                </a:lnTo>
                <a:lnTo>
                  <a:pt x="2502598" y="6096"/>
                </a:lnTo>
                <a:lnTo>
                  <a:pt x="2502598" y="363093"/>
                </a:lnTo>
                <a:lnTo>
                  <a:pt x="2539276" y="363093"/>
                </a:lnTo>
                <a:lnTo>
                  <a:pt x="2539276" y="158686"/>
                </a:lnTo>
                <a:lnTo>
                  <a:pt x="2569248" y="180352"/>
                </a:lnTo>
                <a:lnTo>
                  <a:pt x="2597378" y="201752"/>
                </a:lnTo>
                <a:lnTo>
                  <a:pt x="2623489" y="222592"/>
                </a:lnTo>
                <a:lnTo>
                  <a:pt x="2647480" y="242608"/>
                </a:lnTo>
                <a:lnTo>
                  <a:pt x="2670429" y="213550"/>
                </a:lnTo>
                <a:close/>
              </a:path>
              <a:path w="3125470" h="438150">
                <a:moveTo>
                  <a:pt x="2676525" y="381381"/>
                </a:moveTo>
                <a:lnTo>
                  <a:pt x="2625039" y="382587"/>
                </a:lnTo>
                <a:lnTo>
                  <a:pt x="2563469" y="382333"/>
                </a:lnTo>
                <a:lnTo>
                  <a:pt x="2518448" y="379882"/>
                </a:lnTo>
                <a:lnTo>
                  <a:pt x="2453589" y="367563"/>
                </a:lnTo>
                <a:lnTo>
                  <a:pt x="2418321" y="349377"/>
                </a:lnTo>
                <a:lnTo>
                  <a:pt x="2383726" y="320332"/>
                </a:lnTo>
                <a:lnTo>
                  <a:pt x="2400312" y="289852"/>
                </a:lnTo>
                <a:lnTo>
                  <a:pt x="2407678" y="276301"/>
                </a:lnTo>
                <a:lnTo>
                  <a:pt x="2426779" y="228828"/>
                </a:lnTo>
                <a:lnTo>
                  <a:pt x="2440736" y="177901"/>
                </a:lnTo>
                <a:lnTo>
                  <a:pt x="2449017" y="125069"/>
                </a:lnTo>
                <a:lnTo>
                  <a:pt x="2449258" y="123545"/>
                </a:lnTo>
                <a:lnTo>
                  <a:pt x="2449258" y="91541"/>
                </a:lnTo>
                <a:lnTo>
                  <a:pt x="2414206" y="91541"/>
                </a:lnTo>
                <a:lnTo>
                  <a:pt x="2414206" y="125069"/>
                </a:lnTo>
                <a:lnTo>
                  <a:pt x="2407589" y="169710"/>
                </a:lnTo>
                <a:lnTo>
                  <a:pt x="2396667" y="212064"/>
                </a:lnTo>
                <a:lnTo>
                  <a:pt x="2381161" y="252107"/>
                </a:lnTo>
                <a:lnTo>
                  <a:pt x="2360777" y="289852"/>
                </a:lnTo>
                <a:lnTo>
                  <a:pt x="2345626" y="261797"/>
                </a:lnTo>
                <a:lnTo>
                  <a:pt x="2332253" y="230314"/>
                </a:lnTo>
                <a:lnTo>
                  <a:pt x="2323147" y="202882"/>
                </a:lnTo>
                <a:lnTo>
                  <a:pt x="2320480" y="194830"/>
                </a:lnTo>
                <a:lnTo>
                  <a:pt x="2310473" y="155638"/>
                </a:lnTo>
                <a:lnTo>
                  <a:pt x="2313648" y="147662"/>
                </a:lnTo>
                <a:lnTo>
                  <a:pt x="2316378" y="139814"/>
                </a:lnTo>
                <a:lnTo>
                  <a:pt x="2321141" y="125069"/>
                </a:lnTo>
                <a:lnTo>
                  <a:pt x="2414206" y="125069"/>
                </a:lnTo>
                <a:lnTo>
                  <a:pt x="2414206" y="91541"/>
                </a:lnTo>
                <a:lnTo>
                  <a:pt x="2331809" y="91541"/>
                </a:lnTo>
                <a:lnTo>
                  <a:pt x="2337511" y="71818"/>
                </a:lnTo>
                <a:lnTo>
                  <a:pt x="2343048" y="51523"/>
                </a:lnTo>
                <a:lnTo>
                  <a:pt x="2348319" y="30632"/>
                </a:lnTo>
                <a:lnTo>
                  <a:pt x="2353157" y="9144"/>
                </a:lnTo>
                <a:lnTo>
                  <a:pt x="2316569" y="4572"/>
                </a:lnTo>
                <a:lnTo>
                  <a:pt x="2305266" y="55295"/>
                </a:lnTo>
                <a:lnTo>
                  <a:pt x="2291537" y="103162"/>
                </a:lnTo>
                <a:lnTo>
                  <a:pt x="2275535" y="148247"/>
                </a:lnTo>
                <a:lnTo>
                  <a:pt x="2257425" y="190601"/>
                </a:lnTo>
                <a:lnTo>
                  <a:pt x="2237321" y="230314"/>
                </a:lnTo>
                <a:lnTo>
                  <a:pt x="2244775" y="239204"/>
                </a:lnTo>
                <a:lnTo>
                  <a:pt x="2251227" y="247357"/>
                </a:lnTo>
                <a:lnTo>
                  <a:pt x="2256828" y="254622"/>
                </a:lnTo>
                <a:lnTo>
                  <a:pt x="2261705" y="260896"/>
                </a:lnTo>
                <a:lnTo>
                  <a:pt x="2269452" y="247116"/>
                </a:lnTo>
                <a:lnTo>
                  <a:pt x="2276754" y="233032"/>
                </a:lnTo>
                <a:lnTo>
                  <a:pt x="2283790" y="218376"/>
                </a:lnTo>
                <a:lnTo>
                  <a:pt x="2290661" y="202882"/>
                </a:lnTo>
                <a:lnTo>
                  <a:pt x="2300668" y="236918"/>
                </a:lnTo>
                <a:lnTo>
                  <a:pt x="2312378" y="267931"/>
                </a:lnTo>
                <a:lnTo>
                  <a:pt x="2325814" y="295770"/>
                </a:lnTo>
                <a:lnTo>
                  <a:pt x="2340953" y="320332"/>
                </a:lnTo>
                <a:lnTo>
                  <a:pt x="2320150" y="344957"/>
                </a:lnTo>
                <a:lnTo>
                  <a:pt x="2296757" y="368414"/>
                </a:lnTo>
                <a:lnTo>
                  <a:pt x="2271090" y="390715"/>
                </a:lnTo>
                <a:lnTo>
                  <a:pt x="2243417" y="411861"/>
                </a:lnTo>
                <a:lnTo>
                  <a:pt x="2250198" y="417741"/>
                </a:lnTo>
                <a:lnTo>
                  <a:pt x="2264638" y="430936"/>
                </a:lnTo>
                <a:lnTo>
                  <a:pt x="2272373" y="437769"/>
                </a:lnTo>
                <a:lnTo>
                  <a:pt x="2297900" y="417842"/>
                </a:lnTo>
                <a:lnTo>
                  <a:pt x="2322093" y="396430"/>
                </a:lnTo>
                <a:lnTo>
                  <a:pt x="2344178" y="373684"/>
                </a:lnTo>
                <a:lnTo>
                  <a:pt x="2363825" y="349377"/>
                </a:lnTo>
                <a:lnTo>
                  <a:pt x="2388133" y="371094"/>
                </a:lnTo>
                <a:lnTo>
                  <a:pt x="2444712" y="400812"/>
                </a:lnTo>
                <a:lnTo>
                  <a:pt x="2513304" y="414528"/>
                </a:lnTo>
                <a:lnTo>
                  <a:pt x="2556611" y="417957"/>
                </a:lnTo>
                <a:lnTo>
                  <a:pt x="2606484" y="419100"/>
                </a:lnTo>
                <a:lnTo>
                  <a:pt x="2662809" y="417957"/>
                </a:lnTo>
                <a:lnTo>
                  <a:pt x="2666022" y="407962"/>
                </a:lnTo>
                <a:lnTo>
                  <a:pt x="2669095" y="398526"/>
                </a:lnTo>
                <a:lnTo>
                  <a:pt x="2672448" y="389674"/>
                </a:lnTo>
                <a:lnTo>
                  <a:pt x="2675839" y="382790"/>
                </a:lnTo>
                <a:lnTo>
                  <a:pt x="2676525" y="381381"/>
                </a:lnTo>
                <a:close/>
              </a:path>
              <a:path w="3125470" h="438150">
                <a:moveTo>
                  <a:pt x="2842742" y="352425"/>
                </a:moveTo>
                <a:lnTo>
                  <a:pt x="2838170" y="318795"/>
                </a:lnTo>
                <a:lnTo>
                  <a:pt x="2824442" y="322465"/>
                </a:lnTo>
                <a:lnTo>
                  <a:pt x="2796971" y="330377"/>
                </a:lnTo>
                <a:lnTo>
                  <a:pt x="2783205" y="334035"/>
                </a:lnTo>
                <a:lnTo>
                  <a:pt x="2783205" y="210502"/>
                </a:lnTo>
                <a:lnTo>
                  <a:pt x="2838170" y="210502"/>
                </a:lnTo>
                <a:lnTo>
                  <a:pt x="2838170" y="180022"/>
                </a:lnTo>
                <a:lnTo>
                  <a:pt x="2783205" y="180022"/>
                </a:lnTo>
                <a:lnTo>
                  <a:pt x="2783205" y="70192"/>
                </a:lnTo>
                <a:lnTo>
                  <a:pt x="2841218" y="70192"/>
                </a:lnTo>
                <a:lnTo>
                  <a:pt x="2841218" y="39712"/>
                </a:lnTo>
                <a:lnTo>
                  <a:pt x="2690241" y="39712"/>
                </a:lnTo>
                <a:lnTo>
                  <a:pt x="2690241" y="70192"/>
                </a:lnTo>
                <a:lnTo>
                  <a:pt x="2749677" y="70192"/>
                </a:lnTo>
                <a:lnTo>
                  <a:pt x="2749677" y="180022"/>
                </a:lnTo>
                <a:lnTo>
                  <a:pt x="2694813" y="180022"/>
                </a:lnTo>
                <a:lnTo>
                  <a:pt x="2694813" y="210502"/>
                </a:lnTo>
                <a:lnTo>
                  <a:pt x="2749677" y="210502"/>
                </a:lnTo>
                <a:lnTo>
                  <a:pt x="2749677" y="343281"/>
                </a:lnTo>
                <a:lnTo>
                  <a:pt x="2733649" y="347611"/>
                </a:lnTo>
                <a:lnTo>
                  <a:pt x="2684145" y="360045"/>
                </a:lnTo>
                <a:lnTo>
                  <a:pt x="2696337" y="395097"/>
                </a:lnTo>
                <a:lnTo>
                  <a:pt x="2732925" y="383933"/>
                </a:lnTo>
                <a:lnTo>
                  <a:pt x="2842742" y="352425"/>
                </a:lnTo>
                <a:close/>
              </a:path>
              <a:path w="3125470" h="438150">
                <a:moveTo>
                  <a:pt x="3124873" y="385953"/>
                </a:moveTo>
                <a:lnTo>
                  <a:pt x="2993707" y="385953"/>
                </a:lnTo>
                <a:lnTo>
                  <a:pt x="2993707" y="321843"/>
                </a:lnTo>
                <a:lnTo>
                  <a:pt x="3105061" y="321843"/>
                </a:lnTo>
                <a:lnTo>
                  <a:pt x="3105061" y="291363"/>
                </a:lnTo>
                <a:lnTo>
                  <a:pt x="2993707" y="291363"/>
                </a:lnTo>
                <a:lnTo>
                  <a:pt x="2993707" y="233362"/>
                </a:lnTo>
                <a:lnTo>
                  <a:pt x="3063811" y="233362"/>
                </a:lnTo>
                <a:lnTo>
                  <a:pt x="3063811" y="250215"/>
                </a:lnTo>
                <a:lnTo>
                  <a:pt x="3095917" y="250215"/>
                </a:lnTo>
                <a:lnTo>
                  <a:pt x="3095917" y="24384"/>
                </a:lnTo>
                <a:lnTo>
                  <a:pt x="3063811" y="24384"/>
                </a:lnTo>
                <a:lnTo>
                  <a:pt x="3063811" y="53428"/>
                </a:lnTo>
                <a:lnTo>
                  <a:pt x="3063811" y="114388"/>
                </a:lnTo>
                <a:lnTo>
                  <a:pt x="3063811" y="143446"/>
                </a:lnTo>
                <a:lnTo>
                  <a:pt x="3063811" y="204406"/>
                </a:lnTo>
                <a:lnTo>
                  <a:pt x="2993707" y="204406"/>
                </a:lnTo>
                <a:lnTo>
                  <a:pt x="2993707" y="143446"/>
                </a:lnTo>
                <a:lnTo>
                  <a:pt x="3063811" y="143446"/>
                </a:lnTo>
                <a:lnTo>
                  <a:pt x="3063811" y="114388"/>
                </a:lnTo>
                <a:lnTo>
                  <a:pt x="2993707" y="114388"/>
                </a:lnTo>
                <a:lnTo>
                  <a:pt x="2993707" y="53428"/>
                </a:lnTo>
                <a:lnTo>
                  <a:pt x="3063811" y="53428"/>
                </a:lnTo>
                <a:lnTo>
                  <a:pt x="3063811" y="24384"/>
                </a:lnTo>
                <a:lnTo>
                  <a:pt x="2961703" y="24384"/>
                </a:lnTo>
                <a:lnTo>
                  <a:pt x="2961703" y="53428"/>
                </a:lnTo>
                <a:lnTo>
                  <a:pt x="2961703" y="114388"/>
                </a:lnTo>
                <a:lnTo>
                  <a:pt x="2961703" y="143446"/>
                </a:lnTo>
                <a:lnTo>
                  <a:pt x="2961703" y="204406"/>
                </a:lnTo>
                <a:lnTo>
                  <a:pt x="2891510" y="204406"/>
                </a:lnTo>
                <a:lnTo>
                  <a:pt x="2891510" y="143446"/>
                </a:lnTo>
                <a:lnTo>
                  <a:pt x="2961703" y="143446"/>
                </a:lnTo>
                <a:lnTo>
                  <a:pt x="2961703" y="114388"/>
                </a:lnTo>
                <a:lnTo>
                  <a:pt x="2891510" y="114388"/>
                </a:lnTo>
                <a:lnTo>
                  <a:pt x="2891510" y="53428"/>
                </a:lnTo>
                <a:lnTo>
                  <a:pt x="2961703" y="53428"/>
                </a:lnTo>
                <a:lnTo>
                  <a:pt x="2961703" y="24384"/>
                </a:lnTo>
                <a:lnTo>
                  <a:pt x="2859506" y="24384"/>
                </a:lnTo>
                <a:lnTo>
                  <a:pt x="2859506" y="250215"/>
                </a:lnTo>
                <a:lnTo>
                  <a:pt x="2891510" y="250215"/>
                </a:lnTo>
                <a:lnTo>
                  <a:pt x="2891510" y="233362"/>
                </a:lnTo>
                <a:lnTo>
                  <a:pt x="2961703" y="233362"/>
                </a:lnTo>
                <a:lnTo>
                  <a:pt x="2961703" y="291363"/>
                </a:lnTo>
                <a:lnTo>
                  <a:pt x="2848838" y="291363"/>
                </a:lnTo>
                <a:lnTo>
                  <a:pt x="2848838" y="321843"/>
                </a:lnTo>
                <a:lnTo>
                  <a:pt x="2961703" y="321843"/>
                </a:lnTo>
                <a:lnTo>
                  <a:pt x="2961703" y="385953"/>
                </a:lnTo>
                <a:lnTo>
                  <a:pt x="2824454" y="385953"/>
                </a:lnTo>
                <a:lnTo>
                  <a:pt x="2824454" y="416433"/>
                </a:lnTo>
                <a:lnTo>
                  <a:pt x="3124873" y="416433"/>
                </a:lnTo>
                <a:lnTo>
                  <a:pt x="3124873" y="3859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418844" y="448056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755165" y="4277207"/>
            <a:ext cx="1540510" cy="380365"/>
          </a:xfrm>
          <a:custGeom>
            <a:avLst/>
            <a:gdLst/>
            <a:ahLst/>
            <a:cxnLst/>
            <a:rect l="l" t="t" r="r" b="b"/>
            <a:pathLst>
              <a:path w="1540510" h="380364">
                <a:moveTo>
                  <a:pt x="330898" y="239547"/>
                </a:moveTo>
                <a:lnTo>
                  <a:pt x="190601" y="239547"/>
                </a:lnTo>
                <a:lnTo>
                  <a:pt x="190601" y="202882"/>
                </a:lnTo>
                <a:lnTo>
                  <a:pt x="266890" y="202882"/>
                </a:lnTo>
                <a:lnTo>
                  <a:pt x="266890" y="216598"/>
                </a:lnTo>
                <a:lnTo>
                  <a:pt x="295846" y="216598"/>
                </a:lnTo>
                <a:lnTo>
                  <a:pt x="295846" y="202882"/>
                </a:lnTo>
                <a:lnTo>
                  <a:pt x="295846" y="178498"/>
                </a:lnTo>
                <a:lnTo>
                  <a:pt x="295846" y="143446"/>
                </a:lnTo>
                <a:lnTo>
                  <a:pt x="295846" y="118960"/>
                </a:lnTo>
                <a:lnTo>
                  <a:pt x="266890" y="118960"/>
                </a:lnTo>
                <a:lnTo>
                  <a:pt x="266890" y="143446"/>
                </a:lnTo>
                <a:lnTo>
                  <a:pt x="266890" y="178498"/>
                </a:lnTo>
                <a:lnTo>
                  <a:pt x="85344" y="178498"/>
                </a:lnTo>
                <a:lnTo>
                  <a:pt x="85344" y="143446"/>
                </a:lnTo>
                <a:lnTo>
                  <a:pt x="266890" y="143446"/>
                </a:lnTo>
                <a:lnTo>
                  <a:pt x="266890" y="118960"/>
                </a:lnTo>
                <a:lnTo>
                  <a:pt x="56388" y="118960"/>
                </a:lnTo>
                <a:lnTo>
                  <a:pt x="56388" y="216598"/>
                </a:lnTo>
                <a:lnTo>
                  <a:pt x="85344" y="216598"/>
                </a:lnTo>
                <a:lnTo>
                  <a:pt x="85344" y="202882"/>
                </a:lnTo>
                <a:lnTo>
                  <a:pt x="160121" y="202882"/>
                </a:lnTo>
                <a:lnTo>
                  <a:pt x="160121" y="239547"/>
                </a:lnTo>
                <a:lnTo>
                  <a:pt x="22860" y="239547"/>
                </a:lnTo>
                <a:lnTo>
                  <a:pt x="22860" y="347853"/>
                </a:lnTo>
                <a:lnTo>
                  <a:pt x="53340" y="347853"/>
                </a:lnTo>
                <a:lnTo>
                  <a:pt x="53340" y="263931"/>
                </a:lnTo>
                <a:lnTo>
                  <a:pt x="160121" y="263931"/>
                </a:lnTo>
                <a:lnTo>
                  <a:pt x="160121" y="376809"/>
                </a:lnTo>
                <a:lnTo>
                  <a:pt x="190601" y="376809"/>
                </a:lnTo>
                <a:lnTo>
                  <a:pt x="190601" y="263931"/>
                </a:lnTo>
                <a:lnTo>
                  <a:pt x="301942" y="263931"/>
                </a:lnTo>
                <a:lnTo>
                  <a:pt x="301942" y="300507"/>
                </a:lnTo>
                <a:lnTo>
                  <a:pt x="300278" y="309397"/>
                </a:lnTo>
                <a:lnTo>
                  <a:pt x="295465" y="315556"/>
                </a:lnTo>
                <a:lnTo>
                  <a:pt x="287794" y="319163"/>
                </a:lnTo>
                <a:lnTo>
                  <a:pt x="277647" y="320319"/>
                </a:lnTo>
                <a:lnTo>
                  <a:pt x="267233" y="320306"/>
                </a:lnTo>
                <a:lnTo>
                  <a:pt x="256743" y="320128"/>
                </a:lnTo>
                <a:lnTo>
                  <a:pt x="245973" y="319684"/>
                </a:lnTo>
                <a:lnTo>
                  <a:pt x="234797" y="318795"/>
                </a:lnTo>
                <a:lnTo>
                  <a:pt x="235940" y="326555"/>
                </a:lnTo>
                <a:lnTo>
                  <a:pt x="237083" y="333895"/>
                </a:lnTo>
                <a:lnTo>
                  <a:pt x="238226" y="340956"/>
                </a:lnTo>
                <a:lnTo>
                  <a:pt x="239369" y="347853"/>
                </a:lnTo>
                <a:lnTo>
                  <a:pt x="285178" y="347853"/>
                </a:lnTo>
                <a:lnTo>
                  <a:pt x="305181" y="345262"/>
                </a:lnTo>
                <a:lnTo>
                  <a:pt x="319468" y="337362"/>
                </a:lnTo>
                <a:lnTo>
                  <a:pt x="328041" y="324027"/>
                </a:lnTo>
                <a:lnTo>
                  <a:pt x="328599" y="320319"/>
                </a:lnTo>
                <a:lnTo>
                  <a:pt x="330898" y="305079"/>
                </a:lnTo>
                <a:lnTo>
                  <a:pt x="330898" y="263931"/>
                </a:lnTo>
                <a:lnTo>
                  <a:pt x="330898" y="239547"/>
                </a:lnTo>
                <a:close/>
              </a:path>
              <a:path w="1540510" h="380364">
                <a:moveTo>
                  <a:pt x="349186" y="67144"/>
                </a:moveTo>
                <a:lnTo>
                  <a:pt x="262318" y="67144"/>
                </a:lnTo>
                <a:lnTo>
                  <a:pt x="291846" y="46570"/>
                </a:lnTo>
                <a:lnTo>
                  <a:pt x="306247" y="36283"/>
                </a:lnTo>
                <a:lnTo>
                  <a:pt x="320230" y="25996"/>
                </a:lnTo>
                <a:lnTo>
                  <a:pt x="297370" y="4572"/>
                </a:lnTo>
                <a:lnTo>
                  <a:pt x="283362" y="15760"/>
                </a:lnTo>
                <a:lnTo>
                  <a:pt x="268782" y="26530"/>
                </a:lnTo>
                <a:lnTo>
                  <a:pt x="253606" y="37007"/>
                </a:lnTo>
                <a:lnTo>
                  <a:pt x="237845" y="47332"/>
                </a:lnTo>
                <a:lnTo>
                  <a:pt x="253085" y="67144"/>
                </a:lnTo>
                <a:lnTo>
                  <a:pt x="190601" y="67144"/>
                </a:lnTo>
                <a:lnTo>
                  <a:pt x="190601" y="0"/>
                </a:lnTo>
                <a:lnTo>
                  <a:pt x="160121" y="0"/>
                </a:lnTo>
                <a:lnTo>
                  <a:pt x="160121" y="67144"/>
                </a:lnTo>
                <a:lnTo>
                  <a:pt x="92964" y="67144"/>
                </a:lnTo>
                <a:lnTo>
                  <a:pt x="112776" y="45808"/>
                </a:lnTo>
                <a:lnTo>
                  <a:pt x="98158" y="34874"/>
                </a:lnTo>
                <a:lnTo>
                  <a:pt x="83820" y="24625"/>
                </a:lnTo>
                <a:lnTo>
                  <a:pt x="54864" y="4572"/>
                </a:lnTo>
                <a:lnTo>
                  <a:pt x="38100" y="24472"/>
                </a:lnTo>
                <a:lnTo>
                  <a:pt x="51574" y="34785"/>
                </a:lnTo>
                <a:lnTo>
                  <a:pt x="64770" y="45237"/>
                </a:lnTo>
                <a:lnTo>
                  <a:pt x="77965" y="55981"/>
                </a:lnTo>
                <a:lnTo>
                  <a:pt x="91440" y="67144"/>
                </a:lnTo>
                <a:lnTo>
                  <a:pt x="0" y="67144"/>
                </a:lnTo>
                <a:lnTo>
                  <a:pt x="0" y="134302"/>
                </a:lnTo>
                <a:lnTo>
                  <a:pt x="30480" y="134302"/>
                </a:lnTo>
                <a:lnTo>
                  <a:pt x="30480" y="93052"/>
                </a:lnTo>
                <a:lnTo>
                  <a:pt x="320230" y="93052"/>
                </a:lnTo>
                <a:lnTo>
                  <a:pt x="320230" y="134302"/>
                </a:lnTo>
                <a:lnTo>
                  <a:pt x="349186" y="134302"/>
                </a:lnTo>
                <a:lnTo>
                  <a:pt x="349186" y="93052"/>
                </a:lnTo>
                <a:lnTo>
                  <a:pt x="349186" y="67144"/>
                </a:lnTo>
                <a:close/>
              </a:path>
              <a:path w="1540510" h="380364">
                <a:moveTo>
                  <a:pt x="733526" y="22948"/>
                </a:moveTo>
                <a:lnTo>
                  <a:pt x="703046" y="22948"/>
                </a:lnTo>
                <a:lnTo>
                  <a:pt x="703046" y="50380"/>
                </a:lnTo>
                <a:lnTo>
                  <a:pt x="703046" y="122008"/>
                </a:lnTo>
                <a:lnTo>
                  <a:pt x="703046" y="149542"/>
                </a:lnTo>
                <a:lnTo>
                  <a:pt x="703046" y="221170"/>
                </a:lnTo>
                <a:lnTo>
                  <a:pt x="590169" y="221170"/>
                </a:lnTo>
                <a:lnTo>
                  <a:pt x="590169" y="149542"/>
                </a:lnTo>
                <a:lnTo>
                  <a:pt x="703046" y="149542"/>
                </a:lnTo>
                <a:lnTo>
                  <a:pt x="703046" y="122008"/>
                </a:lnTo>
                <a:lnTo>
                  <a:pt x="590169" y="122008"/>
                </a:lnTo>
                <a:lnTo>
                  <a:pt x="590169" y="50380"/>
                </a:lnTo>
                <a:lnTo>
                  <a:pt x="703046" y="50380"/>
                </a:lnTo>
                <a:lnTo>
                  <a:pt x="703046" y="22948"/>
                </a:lnTo>
                <a:lnTo>
                  <a:pt x="559689" y="22948"/>
                </a:lnTo>
                <a:lnTo>
                  <a:pt x="559689" y="50380"/>
                </a:lnTo>
                <a:lnTo>
                  <a:pt x="559689" y="122008"/>
                </a:lnTo>
                <a:lnTo>
                  <a:pt x="559689" y="149542"/>
                </a:lnTo>
                <a:lnTo>
                  <a:pt x="559689" y="221170"/>
                </a:lnTo>
                <a:lnTo>
                  <a:pt x="449859" y="221170"/>
                </a:lnTo>
                <a:lnTo>
                  <a:pt x="450964" y="203758"/>
                </a:lnTo>
                <a:lnTo>
                  <a:pt x="451764" y="185928"/>
                </a:lnTo>
                <a:lnTo>
                  <a:pt x="452005" y="167805"/>
                </a:lnTo>
                <a:lnTo>
                  <a:pt x="451383" y="149542"/>
                </a:lnTo>
                <a:lnTo>
                  <a:pt x="559689" y="149542"/>
                </a:lnTo>
                <a:lnTo>
                  <a:pt x="559689" y="122008"/>
                </a:lnTo>
                <a:lnTo>
                  <a:pt x="451383" y="122008"/>
                </a:lnTo>
                <a:lnTo>
                  <a:pt x="451383" y="50380"/>
                </a:lnTo>
                <a:lnTo>
                  <a:pt x="559689" y="50380"/>
                </a:lnTo>
                <a:lnTo>
                  <a:pt x="559689" y="22948"/>
                </a:lnTo>
                <a:lnTo>
                  <a:pt x="420903" y="22948"/>
                </a:lnTo>
                <a:lnTo>
                  <a:pt x="420903" y="158686"/>
                </a:lnTo>
                <a:lnTo>
                  <a:pt x="420357" y="194398"/>
                </a:lnTo>
                <a:lnTo>
                  <a:pt x="416407" y="253276"/>
                </a:lnTo>
                <a:lnTo>
                  <a:pt x="407619" y="297281"/>
                </a:lnTo>
                <a:lnTo>
                  <a:pt x="390537" y="336181"/>
                </a:lnTo>
                <a:lnTo>
                  <a:pt x="379666" y="353949"/>
                </a:lnTo>
                <a:lnTo>
                  <a:pt x="390956" y="367474"/>
                </a:lnTo>
                <a:lnTo>
                  <a:pt x="396252" y="373875"/>
                </a:lnTo>
                <a:lnTo>
                  <a:pt x="401091" y="379857"/>
                </a:lnTo>
                <a:lnTo>
                  <a:pt x="419404" y="352717"/>
                </a:lnTo>
                <a:lnTo>
                  <a:pt x="433285" y="321703"/>
                </a:lnTo>
                <a:lnTo>
                  <a:pt x="442887" y="286981"/>
                </a:lnTo>
                <a:lnTo>
                  <a:pt x="448335" y="248691"/>
                </a:lnTo>
                <a:lnTo>
                  <a:pt x="559689" y="248691"/>
                </a:lnTo>
                <a:lnTo>
                  <a:pt x="559689" y="370713"/>
                </a:lnTo>
                <a:lnTo>
                  <a:pt x="590169" y="370713"/>
                </a:lnTo>
                <a:lnTo>
                  <a:pt x="590169" y="248691"/>
                </a:lnTo>
                <a:lnTo>
                  <a:pt x="703046" y="248691"/>
                </a:lnTo>
                <a:lnTo>
                  <a:pt x="703046" y="318795"/>
                </a:lnTo>
                <a:lnTo>
                  <a:pt x="701370" y="328853"/>
                </a:lnTo>
                <a:lnTo>
                  <a:pt x="696569" y="336029"/>
                </a:lnTo>
                <a:lnTo>
                  <a:pt x="688898" y="340321"/>
                </a:lnTo>
                <a:lnTo>
                  <a:pt x="678662" y="341757"/>
                </a:lnTo>
                <a:lnTo>
                  <a:pt x="667486" y="341490"/>
                </a:lnTo>
                <a:lnTo>
                  <a:pt x="654761" y="340804"/>
                </a:lnTo>
                <a:lnTo>
                  <a:pt x="625221" y="338709"/>
                </a:lnTo>
                <a:lnTo>
                  <a:pt x="626579" y="348424"/>
                </a:lnTo>
                <a:lnTo>
                  <a:pt x="628078" y="356997"/>
                </a:lnTo>
                <a:lnTo>
                  <a:pt x="629297" y="364426"/>
                </a:lnTo>
                <a:lnTo>
                  <a:pt x="629793" y="370713"/>
                </a:lnTo>
                <a:lnTo>
                  <a:pt x="646379" y="371589"/>
                </a:lnTo>
                <a:lnTo>
                  <a:pt x="661847" y="372046"/>
                </a:lnTo>
                <a:lnTo>
                  <a:pt x="689330" y="372237"/>
                </a:lnTo>
                <a:lnTo>
                  <a:pt x="708444" y="369379"/>
                </a:lnTo>
                <a:lnTo>
                  <a:pt x="722287" y="360794"/>
                </a:lnTo>
                <a:lnTo>
                  <a:pt x="730681" y="346481"/>
                </a:lnTo>
                <a:lnTo>
                  <a:pt x="731354" y="341757"/>
                </a:lnTo>
                <a:lnTo>
                  <a:pt x="733526" y="326415"/>
                </a:lnTo>
                <a:lnTo>
                  <a:pt x="733526" y="248691"/>
                </a:lnTo>
                <a:lnTo>
                  <a:pt x="733526" y="221170"/>
                </a:lnTo>
                <a:lnTo>
                  <a:pt x="733526" y="149542"/>
                </a:lnTo>
                <a:lnTo>
                  <a:pt x="733526" y="122008"/>
                </a:lnTo>
                <a:lnTo>
                  <a:pt x="733526" y="50380"/>
                </a:lnTo>
                <a:lnTo>
                  <a:pt x="733526" y="22948"/>
                </a:lnTo>
                <a:close/>
              </a:path>
              <a:path w="1540510" h="380364">
                <a:moveTo>
                  <a:pt x="1146810" y="227266"/>
                </a:moveTo>
                <a:lnTo>
                  <a:pt x="1104138" y="227266"/>
                </a:lnTo>
                <a:lnTo>
                  <a:pt x="1104138" y="176974"/>
                </a:lnTo>
                <a:lnTo>
                  <a:pt x="1076617" y="176974"/>
                </a:lnTo>
                <a:lnTo>
                  <a:pt x="1076617" y="199834"/>
                </a:lnTo>
                <a:lnTo>
                  <a:pt x="1076617" y="227266"/>
                </a:lnTo>
                <a:lnTo>
                  <a:pt x="1076617" y="251739"/>
                </a:lnTo>
                <a:lnTo>
                  <a:pt x="1076617" y="280695"/>
                </a:lnTo>
                <a:lnTo>
                  <a:pt x="972985" y="280695"/>
                </a:lnTo>
                <a:lnTo>
                  <a:pt x="972985" y="251739"/>
                </a:lnTo>
                <a:lnTo>
                  <a:pt x="1076617" y="251739"/>
                </a:lnTo>
                <a:lnTo>
                  <a:pt x="1076617" y="227266"/>
                </a:lnTo>
                <a:lnTo>
                  <a:pt x="972985" y="227266"/>
                </a:lnTo>
                <a:lnTo>
                  <a:pt x="972985" y="199834"/>
                </a:lnTo>
                <a:lnTo>
                  <a:pt x="1076617" y="199834"/>
                </a:lnTo>
                <a:lnTo>
                  <a:pt x="1076617" y="176974"/>
                </a:lnTo>
                <a:lnTo>
                  <a:pt x="972985" y="176974"/>
                </a:lnTo>
                <a:lnTo>
                  <a:pt x="972985" y="151066"/>
                </a:lnTo>
                <a:lnTo>
                  <a:pt x="1068997" y="151066"/>
                </a:lnTo>
                <a:lnTo>
                  <a:pt x="1068997" y="160210"/>
                </a:lnTo>
                <a:lnTo>
                  <a:pt x="1096518" y="160210"/>
                </a:lnTo>
                <a:lnTo>
                  <a:pt x="1096518" y="151066"/>
                </a:lnTo>
                <a:lnTo>
                  <a:pt x="1096518" y="129730"/>
                </a:lnTo>
                <a:lnTo>
                  <a:pt x="1096518" y="99148"/>
                </a:lnTo>
                <a:lnTo>
                  <a:pt x="1096518" y="77812"/>
                </a:lnTo>
                <a:lnTo>
                  <a:pt x="1068997" y="77812"/>
                </a:lnTo>
                <a:lnTo>
                  <a:pt x="1068997" y="99148"/>
                </a:lnTo>
                <a:lnTo>
                  <a:pt x="1068997" y="129730"/>
                </a:lnTo>
                <a:lnTo>
                  <a:pt x="972985" y="129730"/>
                </a:lnTo>
                <a:lnTo>
                  <a:pt x="972985" y="99148"/>
                </a:lnTo>
                <a:lnTo>
                  <a:pt x="1068997" y="99148"/>
                </a:lnTo>
                <a:lnTo>
                  <a:pt x="1068997" y="77812"/>
                </a:lnTo>
                <a:lnTo>
                  <a:pt x="972985" y="77812"/>
                </a:lnTo>
                <a:lnTo>
                  <a:pt x="972985" y="53428"/>
                </a:lnTo>
                <a:lnTo>
                  <a:pt x="1143762" y="53428"/>
                </a:lnTo>
                <a:lnTo>
                  <a:pt x="1143762" y="29044"/>
                </a:lnTo>
                <a:lnTo>
                  <a:pt x="972985" y="29044"/>
                </a:lnTo>
                <a:lnTo>
                  <a:pt x="972985" y="0"/>
                </a:lnTo>
                <a:lnTo>
                  <a:pt x="943927" y="0"/>
                </a:lnTo>
                <a:lnTo>
                  <a:pt x="943927" y="29044"/>
                </a:lnTo>
                <a:lnTo>
                  <a:pt x="771613" y="29044"/>
                </a:lnTo>
                <a:lnTo>
                  <a:pt x="771613" y="53428"/>
                </a:lnTo>
                <a:lnTo>
                  <a:pt x="943927" y="53428"/>
                </a:lnTo>
                <a:lnTo>
                  <a:pt x="943927" y="77812"/>
                </a:lnTo>
                <a:lnTo>
                  <a:pt x="943927" y="99148"/>
                </a:lnTo>
                <a:lnTo>
                  <a:pt x="943927" y="129730"/>
                </a:lnTo>
                <a:lnTo>
                  <a:pt x="846391" y="129730"/>
                </a:lnTo>
                <a:lnTo>
                  <a:pt x="846391" y="99148"/>
                </a:lnTo>
                <a:lnTo>
                  <a:pt x="943927" y="99148"/>
                </a:lnTo>
                <a:lnTo>
                  <a:pt x="943927" y="77812"/>
                </a:lnTo>
                <a:lnTo>
                  <a:pt x="820483" y="77812"/>
                </a:lnTo>
                <a:lnTo>
                  <a:pt x="820483" y="160210"/>
                </a:lnTo>
                <a:lnTo>
                  <a:pt x="846391" y="160210"/>
                </a:lnTo>
                <a:lnTo>
                  <a:pt x="846391" y="151066"/>
                </a:lnTo>
                <a:lnTo>
                  <a:pt x="943927" y="151066"/>
                </a:lnTo>
                <a:lnTo>
                  <a:pt x="943927" y="176974"/>
                </a:lnTo>
                <a:lnTo>
                  <a:pt x="796010" y="176974"/>
                </a:lnTo>
                <a:lnTo>
                  <a:pt x="796010" y="199834"/>
                </a:lnTo>
                <a:lnTo>
                  <a:pt x="943927" y="199834"/>
                </a:lnTo>
                <a:lnTo>
                  <a:pt x="943927" y="227266"/>
                </a:lnTo>
                <a:lnTo>
                  <a:pt x="770089" y="227266"/>
                </a:lnTo>
                <a:lnTo>
                  <a:pt x="770089" y="251739"/>
                </a:lnTo>
                <a:lnTo>
                  <a:pt x="943927" y="251739"/>
                </a:lnTo>
                <a:lnTo>
                  <a:pt x="943927" y="280695"/>
                </a:lnTo>
                <a:lnTo>
                  <a:pt x="794486" y="280695"/>
                </a:lnTo>
                <a:lnTo>
                  <a:pt x="794486" y="303568"/>
                </a:lnTo>
                <a:lnTo>
                  <a:pt x="943927" y="303568"/>
                </a:lnTo>
                <a:lnTo>
                  <a:pt x="943927" y="320332"/>
                </a:lnTo>
                <a:lnTo>
                  <a:pt x="942505" y="330377"/>
                </a:lnTo>
                <a:lnTo>
                  <a:pt x="938212" y="337553"/>
                </a:lnTo>
                <a:lnTo>
                  <a:pt x="931075" y="341845"/>
                </a:lnTo>
                <a:lnTo>
                  <a:pt x="921067" y="343281"/>
                </a:lnTo>
                <a:lnTo>
                  <a:pt x="909091" y="343014"/>
                </a:lnTo>
                <a:lnTo>
                  <a:pt x="896112" y="342328"/>
                </a:lnTo>
                <a:lnTo>
                  <a:pt x="867727" y="340233"/>
                </a:lnTo>
                <a:lnTo>
                  <a:pt x="869734" y="349072"/>
                </a:lnTo>
                <a:lnTo>
                  <a:pt x="871156" y="357187"/>
                </a:lnTo>
                <a:lnTo>
                  <a:pt x="872020" y="364451"/>
                </a:lnTo>
                <a:lnTo>
                  <a:pt x="872299" y="370713"/>
                </a:lnTo>
                <a:lnTo>
                  <a:pt x="888593" y="371589"/>
                </a:lnTo>
                <a:lnTo>
                  <a:pt x="903160" y="372046"/>
                </a:lnTo>
                <a:lnTo>
                  <a:pt x="916025" y="372211"/>
                </a:lnTo>
                <a:lnTo>
                  <a:pt x="927163" y="372237"/>
                </a:lnTo>
                <a:lnTo>
                  <a:pt x="947216" y="369379"/>
                </a:lnTo>
                <a:lnTo>
                  <a:pt x="961542" y="360794"/>
                </a:lnTo>
                <a:lnTo>
                  <a:pt x="970114" y="346481"/>
                </a:lnTo>
                <a:lnTo>
                  <a:pt x="970572" y="343281"/>
                </a:lnTo>
                <a:lnTo>
                  <a:pt x="972985" y="326428"/>
                </a:lnTo>
                <a:lnTo>
                  <a:pt x="972985" y="303568"/>
                </a:lnTo>
                <a:lnTo>
                  <a:pt x="1076617" y="303568"/>
                </a:lnTo>
                <a:lnTo>
                  <a:pt x="1076617" y="321856"/>
                </a:lnTo>
                <a:lnTo>
                  <a:pt x="1104138" y="321856"/>
                </a:lnTo>
                <a:lnTo>
                  <a:pt x="1104138" y="251739"/>
                </a:lnTo>
                <a:lnTo>
                  <a:pt x="1146810" y="251739"/>
                </a:lnTo>
                <a:lnTo>
                  <a:pt x="1146810" y="227266"/>
                </a:lnTo>
                <a:close/>
              </a:path>
              <a:path w="1540510" h="380364">
                <a:moveTo>
                  <a:pt x="1273390" y="10668"/>
                </a:moveTo>
                <a:lnTo>
                  <a:pt x="1242910" y="1524"/>
                </a:lnTo>
                <a:lnTo>
                  <a:pt x="1225461" y="55333"/>
                </a:lnTo>
                <a:lnTo>
                  <a:pt x="1205306" y="104711"/>
                </a:lnTo>
                <a:lnTo>
                  <a:pt x="1182598" y="149783"/>
                </a:lnTo>
                <a:lnTo>
                  <a:pt x="1157478" y="190690"/>
                </a:lnTo>
                <a:lnTo>
                  <a:pt x="1161757" y="199567"/>
                </a:lnTo>
                <a:lnTo>
                  <a:pt x="1165479" y="208026"/>
                </a:lnTo>
                <a:lnTo>
                  <a:pt x="1168615" y="216192"/>
                </a:lnTo>
                <a:lnTo>
                  <a:pt x="1171194" y="224218"/>
                </a:lnTo>
                <a:lnTo>
                  <a:pt x="1182331" y="208838"/>
                </a:lnTo>
                <a:lnTo>
                  <a:pt x="1192911" y="192595"/>
                </a:lnTo>
                <a:lnTo>
                  <a:pt x="1202905" y="175780"/>
                </a:lnTo>
                <a:lnTo>
                  <a:pt x="1212342" y="158686"/>
                </a:lnTo>
                <a:lnTo>
                  <a:pt x="1212342" y="375285"/>
                </a:lnTo>
                <a:lnTo>
                  <a:pt x="1242910" y="375285"/>
                </a:lnTo>
                <a:lnTo>
                  <a:pt x="1242910" y="158686"/>
                </a:lnTo>
                <a:lnTo>
                  <a:pt x="1242910" y="94576"/>
                </a:lnTo>
                <a:lnTo>
                  <a:pt x="1250899" y="74841"/>
                </a:lnTo>
                <a:lnTo>
                  <a:pt x="1258722" y="54381"/>
                </a:lnTo>
                <a:lnTo>
                  <a:pt x="1266278" y="33032"/>
                </a:lnTo>
                <a:lnTo>
                  <a:pt x="1273390" y="10668"/>
                </a:lnTo>
                <a:close/>
              </a:path>
              <a:path w="1540510" h="380364">
                <a:moveTo>
                  <a:pt x="1540294" y="213550"/>
                </a:moveTo>
                <a:lnTo>
                  <a:pt x="1436560" y="213550"/>
                </a:lnTo>
                <a:lnTo>
                  <a:pt x="1436560" y="117436"/>
                </a:lnTo>
                <a:lnTo>
                  <a:pt x="1528102" y="117436"/>
                </a:lnTo>
                <a:lnTo>
                  <a:pt x="1528102" y="90004"/>
                </a:lnTo>
                <a:lnTo>
                  <a:pt x="1436560" y="90004"/>
                </a:lnTo>
                <a:lnTo>
                  <a:pt x="1436560" y="1524"/>
                </a:lnTo>
                <a:lnTo>
                  <a:pt x="1406080" y="1524"/>
                </a:lnTo>
                <a:lnTo>
                  <a:pt x="1406080" y="90004"/>
                </a:lnTo>
                <a:lnTo>
                  <a:pt x="1341983" y="90004"/>
                </a:lnTo>
                <a:lnTo>
                  <a:pt x="1346314" y="77177"/>
                </a:lnTo>
                <a:lnTo>
                  <a:pt x="1350365" y="63906"/>
                </a:lnTo>
                <a:lnTo>
                  <a:pt x="1354404" y="50368"/>
                </a:lnTo>
                <a:lnTo>
                  <a:pt x="1358747" y="36664"/>
                </a:lnTo>
                <a:lnTo>
                  <a:pt x="1326743" y="27520"/>
                </a:lnTo>
                <a:lnTo>
                  <a:pt x="1317332" y="66433"/>
                </a:lnTo>
                <a:lnTo>
                  <a:pt x="1305217" y="103200"/>
                </a:lnTo>
                <a:lnTo>
                  <a:pt x="1290523" y="137972"/>
                </a:lnTo>
                <a:lnTo>
                  <a:pt x="1273390" y="170878"/>
                </a:lnTo>
                <a:lnTo>
                  <a:pt x="1280236" y="175475"/>
                </a:lnTo>
                <a:lnTo>
                  <a:pt x="1286929" y="180213"/>
                </a:lnTo>
                <a:lnTo>
                  <a:pt x="1293329" y="185242"/>
                </a:lnTo>
                <a:lnTo>
                  <a:pt x="1299311" y="190690"/>
                </a:lnTo>
                <a:lnTo>
                  <a:pt x="1308188" y="174117"/>
                </a:lnTo>
                <a:lnTo>
                  <a:pt x="1316647" y="156387"/>
                </a:lnTo>
                <a:lnTo>
                  <a:pt x="1324813" y="137502"/>
                </a:lnTo>
                <a:lnTo>
                  <a:pt x="1332839" y="117436"/>
                </a:lnTo>
                <a:lnTo>
                  <a:pt x="1406080" y="117436"/>
                </a:lnTo>
                <a:lnTo>
                  <a:pt x="1406080" y="213550"/>
                </a:lnTo>
                <a:lnTo>
                  <a:pt x="1273390" y="213550"/>
                </a:lnTo>
                <a:lnTo>
                  <a:pt x="1273390" y="241084"/>
                </a:lnTo>
                <a:lnTo>
                  <a:pt x="1406080" y="241084"/>
                </a:lnTo>
                <a:lnTo>
                  <a:pt x="1406080" y="375285"/>
                </a:lnTo>
                <a:lnTo>
                  <a:pt x="1436560" y="375285"/>
                </a:lnTo>
                <a:lnTo>
                  <a:pt x="1436560" y="241084"/>
                </a:lnTo>
                <a:lnTo>
                  <a:pt x="1540294" y="241084"/>
                </a:lnTo>
                <a:lnTo>
                  <a:pt x="1540294" y="2135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418844" y="504596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742973" y="4838611"/>
            <a:ext cx="3507740" cy="382905"/>
          </a:xfrm>
          <a:custGeom>
            <a:avLst/>
            <a:gdLst/>
            <a:ahLst/>
            <a:cxnLst/>
            <a:rect l="l" t="t" r="r" b="b"/>
            <a:pathLst>
              <a:path w="3507740" h="382904">
                <a:moveTo>
                  <a:pt x="376618" y="231838"/>
                </a:moveTo>
                <a:lnTo>
                  <a:pt x="333946" y="231838"/>
                </a:lnTo>
                <a:lnTo>
                  <a:pt x="333946" y="179920"/>
                </a:lnTo>
                <a:lnTo>
                  <a:pt x="306514" y="179920"/>
                </a:lnTo>
                <a:lnTo>
                  <a:pt x="306514" y="202882"/>
                </a:lnTo>
                <a:lnTo>
                  <a:pt x="306514" y="231838"/>
                </a:lnTo>
                <a:lnTo>
                  <a:pt x="306514" y="254698"/>
                </a:lnTo>
                <a:lnTo>
                  <a:pt x="306514" y="283654"/>
                </a:lnTo>
                <a:lnTo>
                  <a:pt x="201269" y="283654"/>
                </a:lnTo>
                <a:lnTo>
                  <a:pt x="201269" y="254698"/>
                </a:lnTo>
                <a:lnTo>
                  <a:pt x="306514" y="254698"/>
                </a:lnTo>
                <a:lnTo>
                  <a:pt x="306514" y="231838"/>
                </a:lnTo>
                <a:lnTo>
                  <a:pt x="201269" y="231838"/>
                </a:lnTo>
                <a:lnTo>
                  <a:pt x="201269" y="202882"/>
                </a:lnTo>
                <a:lnTo>
                  <a:pt x="306514" y="202882"/>
                </a:lnTo>
                <a:lnTo>
                  <a:pt x="306514" y="179920"/>
                </a:lnTo>
                <a:lnTo>
                  <a:pt x="201269" y="179920"/>
                </a:lnTo>
                <a:lnTo>
                  <a:pt x="201269" y="154012"/>
                </a:lnTo>
                <a:lnTo>
                  <a:pt x="298894" y="154012"/>
                </a:lnTo>
                <a:lnTo>
                  <a:pt x="298894" y="164680"/>
                </a:lnTo>
                <a:lnTo>
                  <a:pt x="324802" y="164680"/>
                </a:lnTo>
                <a:lnTo>
                  <a:pt x="324802" y="154012"/>
                </a:lnTo>
                <a:lnTo>
                  <a:pt x="324802" y="132676"/>
                </a:lnTo>
                <a:lnTo>
                  <a:pt x="324802" y="103720"/>
                </a:lnTo>
                <a:lnTo>
                  <a:pt x="324802" y="82384"/>
                </a:lnTo>
                <a:lnTo>
                  <a:pt x="298894" y="82384"/>
                </a:lnTo>
                <a:lnTo>
                  <a:pt x="298894" y="103720"/>
                </a:lnTo>
                <a:lnTo>
                  <a:pt x="298894" y="132676"/>
                </a:lnTo>
                <a:lnTo>
                  <a:pt x="201269" y="132676"/>
                </a:lnTo>
                <a:lnTo>
                  <a:pt x="201269" y="103720"/>
                </a:lnTo>
                <a:lnTo>
                  <a:pt x="298894" y="103720"/>
                </a:lnTo>
                <a:lnTo>
                  <a:pt x="298894" y="82384"/>
                </a:lnTo>
                <a:lnTo>
                  <a:pt x="201269" y="82384"/>
                </a:lnTo>
                <a:lnTo>
                  <a:pt x="201269" y="56388"/>
                </a:lnTo>
                <a:lnTo>
                  <a:pt x="373570" y="56388"/>
                </a:lnTo>
                <a:lnTo>
                  <a:pt x="373570" y="33528"/>
                </a:lnTo>
                <a:lnTo>
                  <a:pt x="201269" y="33528"/>
                </a:lnTo>
                <a:lnTo>
                  <a:pt x="201269" y="3048"/>
                </a:lnTo>
                <a:lnTo>
                  <a:pt x="172313" y="3048"/>
                </a:lnTo>
                <a:lnTo>
                  <a:pt x="172313" y="33528"/>
                </a:lnTo>
                <a:lnTo>
                  <a:pt x="1524" y="33528"/>
                </a:lnTo>
                <a:lnTo>
                  <a:pt x="1524" y="56388"/>
                </a:lnTo>
                <a:lnTo>
                  <a:pt x="172313" y="56388"/>
                </a:lnTo>
                <a:lnTo>
                  <a:pt x="172313" y="82384"/>
                </a:lnTo>
                <a:lnTo>
                  <a:pt x="172313" y="103720"/>
                </a:lnTo>
                <a:lnTo>
                  <a:pt x="172313" y="132676"/>
                </a:lnTo>
                <a:lnTo>
                  <a:pt x="76200" y="132676"/>
                </a:lnTo>
                <a:lnTo>
                  <a:pt x="76200" y="103720"/>
                </a:lnTo>
                <a:lnTo>
                  <a:pt x="172313" y="103720"/>
                </a:lnTo>
                <a:lnTo>
                  <a:pt x="172313" y="82384"/>
                </a:lnTo>
                <a:lnTo>
                  <a:pt x="48768" y="82384"/>
                </a:lnTo>
                <a:lnTo>
                  <a:pt x="48768" y="164680"/>
                </a:lnTo>
                <a:lnTo>
                  <a:pt x="76200" y="164680"/>
                </a:lnTo>
                <a:lnTo>
                  <a:pt x="76200" y="154012"/>
                </a:lnTo>
                <a:lnTo>
                  <a:pt x="172313" y="154012"/>
                </a:lnTo>
                <a:lnTo>
                  <a:pt x="172313" y="179920"/>
                </a:lnTo>
                <a:lnTo>
                  <a:pt x="24384" y="179920"/>
                </a:lnTo>
                <a:lnTo>
                  <a:pt x="24384" y="202882"/>
                </a:lnTo>
                <a:lnTo>
                  <a:pt x="172313" y="202882"/>
                </a:lnTo>
                <a:lnTo>
                  <a:pt x="172313" y="231838"/>
                </a:lnTo>
                <a:lnTo>
                  <a:pt x="0" y="231838"/>
                </a:lnTo>
                <a:lnTo>
                  <a:pt x="0" y="254698"/>
                </a:lnTo>
                <a:lnTo>
                  <a:pt x="172313" y="254698"/>
                </a:lnTo>
                <a:lnTo>
                  <a:pt x="172313" y="283654"/>
                </a:lnTo>
                <a:lnTo>
                  <a:pt x="22860" y="283654"/>
                </a:lnTo>
                <a:lnTo>
                  <a:pt x="22860" y="306616"/>
                </a:lnTo>
                <a:lnTo>
                  <a:pt x="172313" y="306616"/>
                </a:lnTo>
                <a:lnTo>
                  <a:pt x="172313" y="324904"/>
                </a:lnTo>
                <a:lnTo>
                  <a:pt x="170903" y="334899"/>
                </a:lnTo>
                <a:lnTo>
                  <a:pt x="166789" y="342049"/>
                </a:lnTo>
                <a:lnTo>
                  <a:pt x="160096" y="346329"/>
                </a:lnTo>
                <a:lnTo>
                  <a:pt x="150977" y="347764"/>
                </a:lnTo>
                <a:lnTo>
                  <a:pt x="138341" y="347472"/>
                </a:lnTo>
                <a:lnTo>
                  <a:pt x="125399" y="346621"/>
                </a:lnTo>
                <a:lnTo>
                  <a:pt x="111887" y="345186"/>
                </a:lnTo>
                <a:lnTo>
                  <a:pt x="97536" y="343192"/>
                </a:lnTo>
                <a:lnTo>
                  <a:pt x="98679" y="352044"/>
                </a:lnTo>
                <a:lnTo>
                  <a:pt x="99822" y="360337"/>
                </a:lnTo>
                <a:lnTo>
                  <a:pt x="100965" y="368046"/>
                </a:lnTo>
                <a:lnTo>
                  <a:pt x="102108" y="375196"/>
                </a:lnTo>
                <a:lnTo>
                  <a:pt x="157073" y="375196"/>
                </a:lnTo>
                <a:lnTo>
                  <a:pt x="198424" y="349478"/>
                </a:lnTo>
                <a:lnTo>
                  <a:pt x="201269" y="329476"/>
                </a:lnTo>
                <a:lnTo>
                  <a:pt x="201269" y="306616"/>
                </a:lnTo>
                <a:lnTo>
                  <a:pt x="306514" y="306616"/>
                </a:lnTo>
                <a:lnTo>
                  <a:pt x="306514" y="324904"/>
                </a:lnTo>
                <a:lnTo>
                  <a:pt x="333946" y="324904"/>
                </a:lnTo>
                <a:lnTo>
                  <a:pt x="333946" y="254698"/>
                </a:lnTo>
                <a:lnTo>
                  <a:pt x="376618" y="254698"/>
                </a:lnTo>
                <a:lnTo>
                  <a:pt x="376618" y="231838"/>
                </a:lnTo>
                <a:close/>
              </a:path>
              <a:path w="3507740" h="382904">
                <a:moveTo>
                  <a:pt x="503212" y="15240"/>
                </a:moveTo>
                <a:lnTo>
                  <a:pt x="471195" y="6096"/>
                </a:lnTo>
                <a:lnTo>
                  <a:pt x="454037" y="59220"/>
                </a:lnTo>
                <a:lnTo>
                  <a:pt x="434428" y="108648"/>
                </a:lnTo>
                <a:lnTo>
                  <a:pt x="412229" y="154089"/>
                </a:lnTo>
                <a:lnTo>
                  <a:pt x="387286" y="195262"/>
                </a:lnTo>
                <a:lnTo>
                  <a:pt x="390715" y="203288"/>
                </a:lnTo>
                <a:lnTo>
                  <a:pt x="394144" y="211455"/>
                </a:lnTo>
                <a:lnTo>
                  <a:pt x="397573" y="219913"/>
                </a:lnTo>
                <a:lnTo>
                  <a:pt x="401002" y="228790"/>
                </a:lnTo>
                <a:lnTo>
                  <a:pt x="411340" y="212737"/>
                </a:lnTo>
                <a:lnTo>
                  <a:pt x="421665" y="196392"/>
                </a:lnTo>
                <a:lnTo>
                  <a:pt x="431952" y="179463"/>
                </a:lnTo>
                <a:lnTo>
                  <a:pt x="442239" y="161632"/>
                </a:lnTo>
                <a:lnTo>
                  <a:pt x="442239" y="378244"/>
                </a:lnTo>
                <a:lnTo>
                  <a:pt x="472719" y="378244"/>
                </a:lnTo>
                <a:lnTo>
                  <a:pt x="472719" y="161632"/>
                </a:lnTo>
                <a:lnTo>
                  <a:pt x="472719" y="99148"/>
                </a:lnTo>
                <a:lnTo>
                  <a:pt x="480707" y="79146"/>
                </a:lnTo>
                <a:lnTo>
                  <a:pt x="488530" y="58305"/>
                </a:lnTo>
                <a:lnTo>
                  <a:pt x="496087" y="36906"/>
                </a:lnTo>
                <a:lnTo>
                  <a:pt x="503212" y="15240"/>
                </a:lnTo>
                <a:close/>
              </a:path>
              <a:path w="3507740" h="382904">
                <a:moveTo>
                  <a:pt x="768578" y="218122"/>
                </a:moveTo>
                <a:lnTo>
                  <a:pt x="664845" y="218122"/>
                </a:lnTo>
                <a:lnTo>
                  <a:pt x="664845" y="120484"/>
                </a:lnTo>
                <a:lnTo>
                  <a:pt x="756386" y="120484"/>
                </a:lnTo>
                <a:lnTo>
                  <a:pt x="756386" y="94576"/>
                </a:lnTo>
                <a:lnTo>
                  <a:pt x="664845" y="94576"/>
                </a:lnTo>
                <a:lnTo>
                  <a:pt x="664845" y="6096"/>
                </a:lnTo>
                <a:lnTo>
                  <a:pt x="634365" y="6096"/>
                </a:lnTo>
                <a:lnTo>
                  <a:pt x="634365" y="94576"/>
                </a:lnTo>
                <a:lnTo>
                  <a:pt x="570357" y="94576"/>
                </a:lnTo>
                <a:lnTo>
                  <a:pt x="574903" y="81699"/>
                </a:lnTo>
                <a:lnTo>
                  <a:pt x="579310" y="68402"/>
                </a:lnTo>
                <a:lnTo>
                  <a:pt x="583425" y="54838"/>
                </a:lnTo>
                <a:lnTo>
                  <a:pt x="587121" y="41148"/>
                </a:lnTo>
                <a:lnTo>
                  <a:pt x="556641" y="32004"/>
                </a:lnTo>
                <a:lnTo>
                  <a:pt x="546366" y="70065"/>
                </a:lnTo>
                <a:lnTo>
                  <a:pt x="533920" y="106387"/>
                </a:lnTo>
                <a:lnTo>
                  <a:pt x="519480" y="140970"/>
                </a:lnTo>
                <a:lnTo>
                  <a:pt x="503212" y="173824"/>
                </a:lnTo>
                <a:lnTo>
                  <a:pt x="509803" y="178676"/>
                </a:lnTo>
                <a:lnTo>
                  <a:pt x="515975" y="183972"/>
                </a:lnTo>
                <a:lnTo>
                  <a:pt x="521855" y="189560"/>
                </a:lnTo>
                <a:lnTo>
                  <a:pt x="527596" y="195262"/>
                </a:lnTo>
                <a:lnTo>
                  <a:pt x="536702" y="177749"/>
                </a:lnTo>
                <a:lnTo>
                  <a:pt x="545541" y="159550"/>
                </a:lnTo>
                <a:lnTo>
                  <a:pt x="553821" y="140512"/>
                </a:lnTo>
                <a:lnTo>
                  <a:pt x="561213" y="120484"/>
                </a:lnTo>
                <a:lnTo>
                  <a:pt x="634365" y="120484"/>
                </a:lnTo>
                <a:lnTo>
                  <a:pt x="634365" y="218122"/>
                </a:lnTo>
                <a:lnTo>
                  <a:pt x="501688" y="218122"/>
                </a:lnTo>
                <a:lnTo>
                  <a:pt x="501688" y="244030"/>
                </a:lnTo>
                <a:lnTo>
                  <a:pt x="634365" y="244030"/>
                </a:lnTo>
                <a:lnTo>
                  <a:pt x="634365" y="378244"/>
                </a:lnTo>
                <a:lnTo>
                  <a:pt x="664845" y="378244"/>
                </a:lnTo>
                <a:lnTo>
                  <a:pt x="664845" y="244030"/>
                </a:lnTo>
                <a:lnTo>
                  <a:pt x="768578" y="244030"/>
                </a:lnTo>
                <a:lnTo>
                  <a:pt x="768578" y="218122"/>
                </a:lnTo>
                <a:close/>
              </a:path>
              <a:path w="3507740" h="382904">
                <a:moveTo>
                  <a:pt x="892111" y="54864"/>
                </a:moveTo>
                <a:lnTo>
                  <a:pt x="864679" y="54864"/>
                </a:lnTo>
                <a:lnTo>
                  <a:pt x="864679" y="80772"/>
                </a:lnTo>
                <a:lnTo>
                  <a:pt x="864679" y="263842"/>
                </a:lnTo>
                <a:lnTo>
                  <a:pt x="826579" y="263842"/>
                </a:lnTo>
                <a:lnTo>
                  <a:pt x="826579" y="80772"/>
                </a:lnTo>
                <a:lnTo>
                  <a:pt x="864679" y="80772"/>
                </a:lnTo>
                <a:lnTo>
                  <a:pt x="864679" y="54864"/>
                </a:lnTo>
                <a:lnTo>
                  <a:pt x="799045" y="54864"/>
                </a:lnTo>
                <a:lnTo>
                  <a:pt x="799045" y="324904"/>
                </a:lnTo>
                <a:lnTo>
                  <a:pt x="826579" y="324904"/>
                </a:lnTo>
                <a:lnTo>
                  <a:pt x="826579" y="289852"/>
                </a:lnTo>
                <a:lnTo>
                  <a:pt x="864679" y="289852"/>
                </a:lnTo>
                <a:lnTo>
                  <a:pt x="864679" y="318808"/>
                </a:lnTo>
                <a:lnTo>
                  <a:pt x="892111" y="318808"/>
                </a:lnTo>
                <a:lnTo>
                  <a:pt x="892111" y="289852"/>
                </a:lnTo>
                <a:lnTo>
                  <a:pt x="892111" y="263842"/>
                </a:lnTo>
                <a:lnTo>
                  <a:pt x="892111" y="80772"/>
                </a:lnTo>
                <a:lnTo>
                  <a:pt x="892111" y="54864"/>
                </a:lnTo>
                <a:close/>
              </a:path>
              <a:path w="3507740" h="382904">
                <a:moveTo>
                  <a:pt x="1078141" y="134213"/>
                </a:moveTo>
                <a:lnTo>
                  <a:pt x="1052233" y="134213"/>
                </a:lnTo>
                <a:lnTo>
                  <a:pt x="1052233" y="157073"/>
                </a:lnTo>
                <a:lnTo>
                  <a:pt x="1052233" y="259270"/>
                </a:lnTo>
                <a:lnTo>
                  <a:pt x="1003465" y="259270"/>
                </a:lnTo>
                <a:lnTo>
                  <a:pt x="1003465" y="157073"/>
                </a:lnTo>
                <a:lnTo>
                  <a:pt x="1052233" y="157073"/>
                </a:lnTo>
                <a:lnTo>
                  <a:pt x="1052233" y="134213"/>
                </a:lnTo>
                <a:lnTo>
                  <a:pt x="977557" y="134213"/>
                </a:lnTo>
                <a:lnTo>
                  <a:pt x="977557" y="300520"/>
                </a:lnTo>
                <a:lnTo>
                  <a:pt x="1003465" y="300520"/>
                </a:lnTo>
                <a:lnTo>
                  <a:pt x="1003465" y="283654"/>
                </a:lnTo>
                <a:lnTo>
                  <a:pt x="1078141" y="283654"/>
                </a:lnTo>
                <a:lnTo>
                  <a:pt x="1078141" y="259270"/>
                </a:lnTo>
                <a:lnTo>
                  <a:pt x="1078141" y="157073"/>
                </a:lnTo>
                <a:lnTo>
                  <a:pt x="1078141" y="134213"/>
                </a:lnTo>
                <a:close/>
              </a:path>
              <a:path w="3507740" h="382904">
                <a:moveTo>
                  <a:pt x="1133094" y="57912"/>
                </a:moveTo>
                <a:lnTo>
                  <a:pt x="1020229" y="57912"/>
                </a:lnTo>
                <a:lnTo>
                  <a:pt x="1024813" y="46456"/>
                </a:lnTo>
                <a:lnTo>
                  <a:pt x="1029563" y="34861"/>
                </a:lnTo>
                <a:lnTo>
                  <a:pt x="1034580" y="22974"/>
                </a:lnTo>
                <a:lnTo>
                  <a:pt x="1040041" y="10668"/>
                </a:lnTo>
                <a:lnTo>
                  <a:pt x="1008037" y="3048"/>
                </a:lnTo>
                <a:lnTo>
                  <a:pt x="1004316" y="16764"/>
                </a:lnTo>
                <a:lnTo>
                  <a:pt x="1000036" y="30480"/>
                </a:lnTo>
                <a:lnTo>
                  <a:pt x="995172" y="44196"/>
                </a:lnTo>
                <a:lnTo>
                  <a:pt x="989749" y="57912"/>
                </a:lnTo>
                <a:lnTo>
                  <a:pt x="922591" y="57912"/>
                </a:lnTo>
                <a:lnTo>
                  <a:pt x="922591" y="381292"/>
                </a:lnTo>
                <a:lnTo>
                  <a:pt x="948499" y="381292"/>
                </a:lnTo>
                <a:lnTo>
                  <a:pt x="948499" y="83921"/>
                </a:lnTo>
                <a:lnTo>
                  <a:pt x="1107186" y="83921"/>
                </a:lnTo>
                <a:lnTo>
                  <a:pt x="1107186" y="324904"/>
                </a:lnTo>
                <a:lnTo>
                  <a:pt x="1105776" y="335140"/>
                </a:lnTo>
                <a:lnTo>
                  <a:pt x="1101648" y="342811"/>
                </a:lnTo>
                <a:lnTo>
                  <a:pt x="1094930" y="347611"/>
                </a:lnTo>
                <a:lnTo>
                  <a:pt x="1085761" y="349288"/>
                </a:lnTo>
                <a:lnTo>
                  <a:pt x="1076045" y="349021"/>
                </a:lnTo>
                <a:lnTo>
                  <a:pt x="1065187" y="348335"/>
                </a:lnTo>
                <a:lnTo>
                  <a:pt x="1040041" y="346240"/>
                </a:lnTo>
                <a:lnTo>
                  <a:pt x="1042060" y="354215"/>
                </a:lnTo>
                <a:lnTo>
                  <a:pt x="1043660" y="362051"/>
                </a:lnTo>
                <a:lnTo>
                  <a:pt x="1044968" y="369595"/>
                </a:lnTo>
                <a:lnTo>
                  <a:pt x="1046137" y="376720"/>
                </a:lnTo>
                <a:lnTo>
                  <a:pt x="1093381" y="376720"/>
                </a:lnTo>
                <a:lnTo>
                  <a:pt x="1130757" y="351421"/>
                </a:lnTo>
                <a:lnTo>
                  <a:pt x="1133094" y="332524"/>
                </a:lnTo>
                <a:lnTo>
                  <a:pt x="1133094" y="83921"/>
                </a:lnTo>
                <a:lnTo>
                  <a:pt x="1133094" y="57912"/>
                </a:lnTo>
                <a:close/>
              </a:path>
              <a:path w="3507740" h="382904">
                <a:moveTo>
                  <a:pt x="1338922" y="288226"/>
                </a:moveTo>
                <a:lnTo>
                  <a:pt x="1327492" y="245897"/>
                </a:lnTo>
                <a:lnTo>
                  <a:pt x="1316062" y="205689"/>
                </a:lnTo>
                <a:lnTo>
                  <a:pt x="1304632" y="167487"/>
                </a:lnTo>
                <a:lnTo>
                  <a:pt x="1293202" y="131165"/>
                </a:lnTo>
                <a:lnTo>
                  <a:pt x="1262722" y="141833"/>
                </a:lnTo>
                <a:lnTo>
                  <a:pt x="1274965" y="181597"/>
                </a:lnTo>
                <a:lnTo>
                  <a:pt x="1286344" y="220789"/>
                </a:lnTo>
                <a:lnTo>
                  <a:pt x="1296593" y="259410"/>
                </a:lnTo>
                <a:lnTo>
                  <a:pt x="1305394" y="297472"/>
                </a:lnTo>
                <a:lnTo>
                  <a:pt x="1338922" y="288226"/>
                </a:lnTo>
                <a:close/>
              </a:path>
              <a:path w="3507740" h="382904">
                <a:moveTo>
                  <a:pt x="1419796" y="268414"/>
                </a:moveTo>
                <a:lnTo>
                  <a:pt x="1412392" y="226987"/>
                </a:lnTo>
                <a:lnTo>
                  <a:pt x="1403985" y="187401"/>
                </a:lnTo>
                <a:lnTo>
                  <a:pt x="1394726" y="149821"/>
                </a:lnTo>
                <a:lnTo>
                  <a:pt x="1384744" y="114401"/>
                </a:lnTo>
                <a:lnTo>
                  <a:pt x="1355699" y="122021"/>
                </a:lnTo>
                <a:lnTo>
                  <a:pt x="1365186" y="161747"/>
                </a:lnTo>
                <a:lnTo>
                  <a:pt x="1373263" y="200926"/>
                </a:lnTo>
                <a:lnTo>
                  <a:pt x="1380159" y="239268"/>
                </a:lnTo>
                <a:lnTo>
                  <a:pt x="1386268" y="277558"/>
                </a:lnTo>
                <a:lnTo>
                  <a:pt x="1419796" y="268414"/>
                </a:lnTo>
                <a:close/>
              </a:path>
              <a:path w="3507740" h="382904">
                <a:moveTo>
                  <a:pt x="1543342" y="56388"/>
                </a:moveTo>
                <a:lnTo>
                  <a:pt x="1387792" y="56388"/>
                </a:lnTo>
                <a:lnTo>
                  <a:pt x="1406080" y="45720"/>
                </a:lnTo>
                <a:lnTo>
                  <a:pt x="1398955" y="33439"/>
                </a:lnTo>
                <a:lnTo>
                  <a:pt x="1391399" y="21717"/>
                </a:lnTo>
                <a:lnTo>
                  <a:pt x="1383538" y="10566"/>
                </a:lnTo>
                <a:lnTo>
                  <a:pt x="1375511" y="0"/>
                </a:lnTo>
                <a:lnTo>
                  <a:pt x="1346555" y="15240"/>
                </a:lnTo>
                <a:lnTo>
                  <a:pt x="1354264" y="25527"/>
                </a:lnTo>
                <a:lnTo>
                  <a:pt x="1361414" y="35814"/>
                </a:lnTo>
                <a:lnTo>
                  <a:pt x="1367980" y="46101"/>
                </a:lnTo>
                <a:lnTo>
                  <a:pt x="1373987" y="56388"/>
                </a:lnTo>
                <a:lnTo>
                  <a:pt x="1212342" y="56388"/>
                </a:lnTo>
                <a:lnTo>
                  <a:pt x="1212253" y="181597"/>
                </a:lnTo>
                <a:lnTo>
                  <a:pt x="1209484" y="237172"/>
                </a:lnTo>
                <a:lnTo>
                  <a:pt x="1200912" y="285407"/>
                </a:lnTo>
                <a:lnTo>
                  <a:pt x="1186624" y="324764"/>
                </a:lnTo>
                <a:lnTo>
                  <a:pt x="1166622" y="355384"/>
                </a:lnTo>
                <a:lnTo>
                  <a:pt x="1173187" y="362000"/>
                </a:lnTo>
                <a:lnTo>
                  <a:pt x="1179195" y="368338"/>
                </a:lnTo>
                <a:lnTo>
                  <a:pt x="1184617" y="374662"/>
                </a:lnTo>
                <a:lnTo>
                  <a:pt x="1189482" y="381292"/>
                </a:lnTo>
                <a:lnTo>
                  <a:pt x="1213497" y="343598"/>
                </a:lnTo>
                <a:lnTo>
                  <a:pt x="1230680" y="297027"/>
                </a:lnTo>
                <a:lnTo>
                  <a:pt x="1240993" y="241858"/>
                </a:lnTo>
                <a:lnTo>
                  <a:pt x="1244358" y="179933"/>
                </a:lnTo>
                <a:lnTo>
                  <a:pt x="1244434" y="85445"/>
                </a:lnTo>
                <a:lnTo>
                  <a:pt x="1543342" y="85445"/>
                </a:lnTo>
                <a:lnTo>
                  <a:pt x="1543342" y="56388"/>
                </a:lnTo>
                <a:close/>
              </a:path>
              <a:path w="3507740" h="382904">
                <a:moveTo>
                  <a:pt x="1546390" y="329476"/>
                </a:moveTo>
                <a:lnTo>
                  <a:pt x="1453324" y="329476"/>
                </a:lnTo>
                <a:lnTo>
                  <a:pt x="1467586" y="289433"/>
                </a:lnTo>
                <a:lnTo>
                  <a:pt x="1482864" y="242697"/>
                </a:lnTo>
                <a:lnTo>
                  <a:pt x="1499019" y="189395"/>
                </a:lnTo>
                <a:lnTo>
                  <a:pt x="1515910" y="129641"/>
                </a:lnTo>
                <a:lnTo>
                  <a:pt x="1482280" y="120497"/>
                </a:lnTo>
                <a:lnTo>
                  <a:pt x="1466303" y="183388"/>
                </a:lnTo>
                <a:lnTo>
                  <a:pt x="1450467" y="239268"/>
                </a:lnTo>
                <a:lnTo>
                  <a:pt x="1434922" y="287997"/>
                </a:lnTo>
                <a:lnTo>
                  <a:pt x="1419796" y="329476"/>
                </a:lnTo>
                <a:lnTo>
                  <a:pt x="1242910" y="329476"/>
                </a:lnTo>
                <a:lnTo>
                  <a:pt x="1242910" y="358432"/>
                </a:lnTo>
                <a:lnTo>
                  <a:pt x="1546390" y="358432"/>
                </a:lnTo>
                <a:lnTo>
                  <a:pt x="1546390" y="329476"/>
                </a:lnTo>
                <a:close/>
              </a:path>
              <a:path w="3507740" h="382904">
                <a:moveTo>
                  <a:pt x="1645437" y="230314"/>
                </a:moveTo>
                <a:lnTo>
                  <a:pt x="1638325" y="227761"/>
                </a:lnTo>
                <a:lnTo>
                  <a:pt x="1630768" y="224790"/>
                </a:lnTo>
                <a:lnTo>
                  <a:pt x="1622945" y="221526"/>
                </a:lnTo>
                <a:lnTo>
                  <a:pt x="1614957" y="218122"/>
                </a:lnTo>
                <a:lnTo>
                  <a:pt x="1603527" y="258165"/>
                </a:lnTo>
                <a:lnTo>
                  <a:pt x="1592097" y="296087"/>
                </a:lnTo>
                <a:lnTo>
                  <a:pt x="1580667" y="332003"/>
                </a:lnTo>
                <a:lnTo>
                  <a:pt x="1569237" y="366052"/>
                </a:lnTo>
                <a:lnTo>
                  <a:pt x="1601241" y="376720"/>
                </a:lnTo>
                <a:lnTo>
                  <a:pt x="1612658" y="338404"/>
                </a:lnTo>
                <a:lnTo>
                  <a:pt x="1623910" y="301231"/>
                </a:lnTo>
                <a:lnTo>
                  <a:pt x="1634896" y="265188"/>
                </a:lnTo>
                <a:lnTo>
                  <a:pt x="1645437" y="230314"/>
                </a:lnTo>
                <a:close/>
              </a:path>
              <a:path w="3507740" h="382904">
                <a:moveTo>
                  <a:pt x="1648485" y="160108"/>
                </a:moveTo>
                <a:lnTo>
                  <a:pt x="1629651" y="144094"/>
                </a:lnTo>
                <a:lnTo>
                  <a:pt x="1612099" y="130200"/>
                </a:lnTo>
                <a:lnTo>
                  <a:pt x="1595983" y="118325"/>
                </a:lnTo>
                <a:lnTo>
                  <a:pt x="1581429" y="108292"/>
                </a:lnTo>
                <a:lnTo>
                  <a:pt x="1561617" y="129628"/>
                </a:lnTo>
                <a:lnTo>
                  <a:pt x="1575054" y="139915"/>
                </a:lnTo>
                <a:lnTo>
                  <a:pt x="1590192" y="152488"/>
                </a:lnTo>
                <a:lnTo>
                  <a:pt x="1607058" y="167347"/>
                </a:lnTo>
                <a:lnTo>
                  <a:pt x="1625625" y="184492"/>
                </a:lnTo>
                <a:lnTo>
                  <a:pt x="1630489" y="179616"/>
                </a:lnTo>
                <a:lnTo>
                  <a:pt x="1635912" y="174015"/>
                </a:lnTo>
                <a:lnTo>
                  <a:pt x="1641919" y="167563"/>
                </a:lnTo>
                <a:lnTo>
                  <a:pt x="1648485" y="160108"/>
                </a:lnTo>
                <a:close/>
              </a:path>
              <a:path w="3507740" h="382904">
                <a:moveTo>
                  <a:pt x="1662303" y="64008"/>
                </a:moveTo>
                <a:lnTo>
                  <a:pt x="1646847" y="50292"/>
                </a:lnTo>
                <a:lnTo>
                  <a:pt x="1630400" y="36576"/>
                </a:lnTo>
                <a:lnTo>
                  <a:pt x="1613128" y="22860"/>
                </a:lnTo>
                <a:lnTo>
                  <a:pt x="1595145" y="9144"/>
                </a:lnTo>
                <a:lnTo>
                  <a:pt x="1576857" y="30480"/>
                </a:lnTo>
                <a:lnTo>
                  <a:pt x="1596275" y="47028"/>
                </a:lnTo>
                <a:lnTo>
                  <a:pt x="1613242" y="62306"/>
                </a:lnTo>
                <a:lnTo>
                  <a:pt x="1627657" y="76174"/>
                </a:lnTo>
                <a:lnTo>
                  <a:pt x="1639341" y="88480"/>
                </a:lnTo>
                <a:lnTo>
                  <a:pt x="1644205" y="82689"/>
                </a:lnTo>
                <a:lnTo>
                  <a:pt x="1649641" y="76784"/>
                </a:lnTo>
                <a:lnTo>
                  <a:pt x="1655673" y="70599"/>
                </a:lnTo>
                <a:lnTo>
                  <a:pt x="1662303" y="64008"/>
                </a:lnTo>
                <a:close/>
              </a:path>
              <a:path w="3507740" h="382904">
                <a:moveTo>
                  <a:pt x="1941385" y="327939"/>
                </a:moveTo>
                <a:lnTo>
                  <a:pt x="1816328" y="327939"/>
                </a:lnTo>
                <a:lnTo>
                  <a:pt x="1816328" y="219646"/>
                </a:lnTo>
                <a:lnTo>
                  <a:pt x="1916912" y="219646"/>
                </a:lnTo>
                <a:lnTo>
                  <a:pt x="1916912" y="190690"/>
                </a:lnTo>
                <a:lnTo>
                  <a:pt x="1816328" y="190690"/>
                </a:lnTo>
                <a:lnTo>
                  <a:pt x="1816328" y="97624"/>
                </a:lnTo>
                <a:lnTo>
                  <a:pt x="1930717" y="97624"/>
                </a:lnTo>
                <a:lnTo>
                  <a:pt x="1930717" y="68580"/>
                </a:lnTo>
                <a:lnTo>
                  <a:pt x="1802612" y="68580"/>
                </a:lnTo>
                <a:lnTo>
                  <a:pt x="1825472" y="53340"/>
                </a:lnTo>
                <a:lnTo>
                  <a:pt x="1817878" y="41529"/>
                </a:lnTo>
                <a:lnTo>
                  <a:pt x="1808505" y="28384"/>
                </a:lnTo>
                <a:lnTo>
                  <a:pt x="1797773" y="14554"/>
                </a:lnTo>
                <a:lnTo>
                  <a:pt x="1785747" y="0"/>
                </a:lnTo>
                <a:lnTo>
                  <a:pt x="1759839" y="16764"/>
                </a:lnTo>
                <a:lnTo>
                  <a:pt x="1768983" y="28714"/>
                </a:lnTo>
                <a:lnTo>
                  <a:pt x="1778025" y="41363"/>
                </a:lnTo>
                <a:lnTo>
                  <a:pt x="1787309" y="54914"/>
                </a:lnTo>
                <a:lnTo>
                  <a:pt x="1796516" y="68580"/>
                </a:lnTo>
                <a:lnTo>
                  <a:pt x="1674495" y="68580"/>
                </a:lnTo>
                <a:lnTo>
                  <a:pt x="1674495" y="97624"/>
                </a:lnTo>
                <a:lnTo>
                  <a:pt x="1784223" y="97624"/>
                </a:lnTo>
                <a:lnTo>
                  <a:pt x="1784223" y="190690"/>
                </a:lnTo>
                <a:lnTo>
                  <a:pt x="1685163" y="190690"/>
                </a:lnTo>
                <a:lnTo>
                  <a:pt x="1685163" y="219646"/>
                </a:lnTo>
                <a:lnTo>
                  <a:pt x="1784223" y="219646"/>
                </a:lnTo>
                <a:lnTo>
                  <a:pt x="1784223" y="327939"/>
                </a:lnTo>
                <a:lnTo>
                  <a:pt x="1656207" y="327939"/>
                </a:lnTo>
                <a:lnTo>
                  <a:pt x="1656207" y="356908"/>
                </a:lnTo>
                <a:lnTo>
                  <a:pt x="1941385" y="356908"/>
                </a:lnTo>
                <a:lnTo>
                  <a:pt x="1941385" y="327939"/>
                </a:lnTo>
                <a:close/>
              </a:path>
              <a:path w="3507740" h="382904">
                <a:moveTo>
                  <a:pt x="2333244" y="160121"/>
                </a:moveTo>
                <a:lnTo>
                  <a:pt x="2292096" y="160121"/>
                </a:lnTo>
                <a:lnTo>
                  <a:pt x="2292096" y="50292"/>
                </a:lnTo>
                <a:lnTo>
                  <a:pt x="2292096" y="22860"/>
                </a:lnTo>
                <a:lnTo>
                  <a:pt x="2263140" y="22860"/>
                </a:lnTo>
                <a:lnTo>
                  <a:pt x="2263140" y="50292"/>
                </a:lnTo>
                <a:lnTo>
                  <a:pt x="2263140" y="160121"/>
                </a:lnTo>
                <a:lnTo>
                  <a:pt x="2194471" y="160121"/>
                </a:lnTo>
                <a:lnTo>
                  <a:pt x="2194471" y="50292"/>
                </a:lnTo>
                <a:lnTo>
                  <a:pt x="2263140" y="50292"/>
                </a:lnTo>
                <a:lnTo>
                  <a:pt x="2263140" y="22860"/>
                </a:lnTo>
                <a:lnTo>
                  <a:pt x="2165515" y="22860"/>
                </a:lnTo>
                <a:lnTo>
                  <a:pt x="2165515" y="160121"/>
                </a:lnTo>
                <a:lnTo>
                  <a:pt x="2118258" y="160121"/>
                </a:lnTo>
                <a:lnTo>
                  <a:pt x="2118258" y="50292"/>
                </a:lnTo>
                <a:lnTo>
                  <a:pt x="2118258" y="22860"/>
                </a:lnTo>
                <a:lnTo>
                  <a:pt x="2087778" y="22860"/>
                </a:lnTo>
                <a:lnTo>
                  <a:pt x="2087778" y="50292"/>
                </a:lnTo>
                <a:lnTo>
                  <a:pt x="2087778" y="160121"/>
                </a:lnTo>
                <a:lnTo>
                  <a:pt x="2023681" y="160121"/>
                </a:lnTo>
                <a:lnTo>
                  <a:pt x="2023681" y="50292"/>
                </a:lnTo>
                <a:lnTo>
                  <a:pt x="2087778" y="50292"/>
                </a:lnTo>
                <a:lnTo>
                  <a:pt x="2087778" y="22860"/>
                </a:lnTo>
                <a:lnTo>
                  <a:pt x="1993201" y="22860"/>
                </a:lnTo>
                <a:lnTo>
                  <a:pt x="1993201" y="160121"/>
                </a:lnTo>
                <a:lnTo>
                  <a:pt x="1956625" y="160121"/>
                </a:lnTo>
                <a:lnTo>
                  <a:pt x="1956625" y="189166"/>
                </a:lnTo>
                <a:lnTo>
                  <a:pt x="1993201" y="189166"/>
                </a:lnTo>
                <a:lnTo>
                  <a:pt x="1993201" y="218122"/>
                </a:lnTo>
                <a:lnTo>
                  <a:pt x="1990915" y="258711"/>
                </a:lnTo>
                <a:lnTo>
                  <a:pt x="1984057" y="295897"/>
                </a:lnTo>
                <a:lnTo>
                  <a:pt x="1972627" y="329641"/>
                </a:lnTo>
                <a:lnTo>
                  <a:pt x="1956625" y="359956"/>
                </a:lnTo>
                <a:lnTo>
                  <a:pt x="1963191" y="364782"/>
                </a:lnTo>
                <a:lnTo>
                  <a:pt x="1969198" y="370052"/>
                </a:lnTo>
                <a:lnTo>
                  <a:pt x="1974621" y="375589"/>
                </a:lnTo>
                <a:lnTo>
                  <a:pt x="1979485" y="381292"/>
                </a:lnTo>
                <a:lnTo>
                  <a:pt x="1998611" y="346976"/>
                </a:lnTo>
                <a:lnTo>
                  <a:pt x="2012442" y="308089"/>
                </a:lnTo>
                <a:lnTo>
                  <a:pt x="2020849" y="264617"/>
                </a:lnTo>
                <a:lnTo>
                  <a:pt x="2023592" y="218122"/>
                </a:lnTo>
                <a:lnTo>
                  <a:pt x="2023681" y="189166"/>
                </a:lnTo>
                <a:lnTo>
                  <a:pt x="2087778" y="189166"/>
                </a:lnTo>
                <a:lnTo>
                  <a:pt x="2087778" y="329476"/>
                </a:lnTo>
                <a:lnTo>
                  <a:pt x="2083219" y="334035"/>
                </a:lnTo>
                <a:lnTo>
                  <a:pt x="2064181" y="334022"/>
                </a:lnTo>
                <a:lnTo>
                  <a:pt x="2055126" y="333857"/>
                </a:lnTo>
                <a:lnTo>
                  <a:pt x="2045233" y="333400"/>
                </a:lnTo>
                <a:lnTo>
                  <a:pt x="2034349" y="332524"/>
                </a:lnTo>
                <a:lnTo>
                  <a:pt x="2036330" y="340258"/>
                </a:lnTo>
                <a:lnTo>
                  <a:pt x="2037727" y="346811"/>
                </a:lnTo>
                <a:lnTo>
                  <a:pt x="2039277" y="354596"/>
                </a:lnTo>
                <a:lnTo>
                  <a:pt x="2040445" y="359956"/>
                </a:lnTo>
                <a:lnTo>
                  <a:pt x="2049856" y="360832"/>
                </a:lnTo>
                <a:lnTo>
                  <a:pt x="2059698" y="361289"/>
                </a:lnTo>
                <a:lnTo>
                  <a:pt x="2069846" y="361454"/>
                </a:lnTo>
                <a:lnTo>
                  <a:pt x="2080158" y="361480"/>
                </a:lnTo>
                <a:lnTo>
                  <a:pt x="2096401" y="359168"/>
                </a:lnTo>
                <a:lnTo>
                  <a:pt x="2108352" y="352145"/>
                </a:lnTo>
                <a:lnTo>
                  <a:pt x="2115743" y="340258"/>
                </a:lnTo>
                <a:lnTo>
                  <a:pt x="2116671" y="334048"/>
                </a:lnTo>
                <a:lnTo>
                  <a:pt x="2118258" y="323380"/>
                </a:lnTo>
                <a:lnTo>
                  <a:pt x="2118258" y="189166"/>
                </a:lnTo>
                <a:lnTo>
                  <a:pt x="2165515" y="189166"/>
                </a:lnTo>
                <a:lnTo>
                  <a:pt x="2165515" y="212026"/>
                </a:lnTo>
                <a:lnTo>
                  <a:pt x="2163216" y="254647"/>
                </a:lnTo>
                <a:lnTo>
                  <a:pt x="2156358" y="293420"/>
                </a:lnTo>
                <a:lnTo>
                  <a:pt x="2144928" y="328472"/>
                </a:lnTo>
                <a:lnTo>
                  <a:pt x="2128926" y="359956"/>
                </a:lnTo>
                <a:lnTo>
                  <a:pt x="2135505" y="365645"/>
                </a:lnTo>
                <a:lnTo>
                  <a:pt x="2141499" y="371195"/>
                </a:lnTo>
                <a:lnTo>
                  <a:pt x="2146935" y="376453"/>
                </a:lnTo>
                <a:lnTo>
                  <a:pt x="2151786" y="381292"/>
                </a:lnTo>
                <a:lnTo>
                  <a:pt x="2170671" y="344957"/>
                </a:lnTo>
                <a:lnTo>
                  <a:pt x="2183993" y="304469"/>
                </a:lnTo>
                <a:lnTo>
                  <a:pt x="2191867" y="259689"/>
                </a:lnTo>
                <a:lnTo>
                  <a:pt x="2194382" y="212026"/>
                </a:lnTo>
                <a:lnTo>
                  <a:pt x="2194471" y="189166"/>
                </a:lnTo>
                <a:lnTo>
                  <a:pt x="2263140" y="189166"/>
                </a:lnTo>
                <a:lnTo>
                  <a:pt x="2263140" y="341668"/>
                </a:lnTo>
                <a:lnTo>
                  <a:pt x="2257044" y="347764"/>
                </a:lnTo>
                <a:lnTo>
                  <a:pt x="2246376" y="347764"/>
                </a:lnTo>
                <a:lnTo>
                  <a:pt x="2237536" y="347497"/>
                </a:lnTo>
                <a:lnTo>
                  <a:pt x="2227122" y="346811"/>
                </a:lnTo>
                <a:lnTo>
                  <a:pt x="2202091" y="344716"/>
                </a:lnTo>
                <a:lnTo>
                  <a:pt x="2203069" y="352145"/>
                </a:lnTo>
                <a:lnTo>
                  <a:pt x="2204364" y="360832"/>
                </a:lnTo>
                <a:lnTo>
                  <a:pt x="2205520" y="367639"/>
                </a:lnTo>
                <a:lnTo>
                  <a:pt x="2206663" y="373672"/>
                </a:lnTo>
                <a:lnTo>
                  <a:pt x="2218194" y="373900"/>
                </a:lnTo>
                <a:lnTo>
                  <a:pt x="2242324" y="374954"/>
                </a:lnTo>
                <a:lnTo>
                  <a:pt x="2282952" y="365099"/>
                </a:lnTo>
                <a:lnTo>
                  <a:pt x="2292096" y="335572"/>
                </a:lnTo>
                <a:lnTo>
                  <a:pt x="2292096" y="189166"/>
                </a:lnTo>
                <a:lnTo>
                  <a:pt x="2333244" y="189166"/>
                </a:lnTo>
                <a:lnTo>
                  <a:pt x="2333244" y="160121"/>
                </a:lnTo>
                <a:close/>
              </a:path>
              <a:path w="3507740" h="382904">
                <a:moveTo>
                  <a:pt x="2508694" y="67056"/>
                </a:moveTo>
                <a:lnTo>
                  <a:pt x="2478125" y="67056"/>
                </a:lnTo>
                <a:lnTo>
                  <a:pt x="2478125" y="96113"/>
                </a:lnTo>
                <a:lnTo>
                  <a:pt x="2478125" y="189166"/>
                </a:lnTo>
                <a:lnTo>
                  <a:pt x="2478125" y="216598"/>
                </a:lnTo>
                <a:lnTo>
                  <a:pt x="2478125" y="312712"/>
                </a:lnTo>
                <a:lnTo>
                  <a:pt x="2392781" y="312712"/>
                </a:lnTo>
                <a:lnTo>
                  <a:pt x="2392781" y="216598"/>
                </a:lnTo>
                <a:lnTo>
                  <a:pt x="2478125" y="216598"/>
                </a:lnTo>
                <a:lnTo>
                  <a:pt x="2478125" y="189166"/>
                </a:lnTo>
                <a:lnTo>
                  <a:pt x="2392781" y="189166"/>
                </a:lnTo>
                <a:lnTo>
                  <a:pt x="2392781" y="96113"/>
                </a:lnTo>
                <a:lnTo>
                  <a:pt x="2478125" y="96113"/>
                </a:lnTo>
                <a:lnTo>
                  <a:pt x="2478125" y="67056"/>
                </a:lnTo>
                <a:lnTo>
                  <a:pt x="2432405" y="67056"/>
                </a:lnTo>
                <a:lnTo>
                  <a:pt x="2438120" y="54190"/>
                </a:lnTo>
                <a:lnTo>
                  <a:pt x="2443835" y="40767"/>
                </a:lnTo>
                <a:lnTo>
                  <a:pt x="2449550" y="26758"/>
                </a:lnTo>
                <a:lnTo>
                  <a:pt x="2455265" y="12192"/>
                </a:lnTo>
                <a:lnTo>
                  <a:pt x="2423261" y="3048"/>
                </a:lnTo>
                <a:lnTo>
                  <a:pt x="2418397" y="18186"/>
                </a:lnTo>
                <a:lnTo>
                  <a:pt x="2412974" y="33909"/>
                </a:lnTo>
                <a:lnTo>
                  <a:pt x="2406967" y="50190"/>
                </a:lnTo>
                <a:lnTo>
                  <a:pt x="2400401" y="67056"/>
                </a:lnTo>
                <a:lnTo>
                  <a:pt x="2362301" y="67056"/>
                </a:lnTo>
                <a:lnTo>
                  <a:pt x="2362301" y="373672"/>
                </a:lnTo>
                <a:lnTo>
                  <a:pt x="2392781" y="373672"/>
                </a:lnTo>
                <a:lnTo>
                  <a:pt x="2392781" y="341668"/>
                </a:lnTo>
                <a:lnTo>
                  <a:pt x="2478125" y="341668"/>
                </a:lnTo>
                <a:lnTo>
                  <a:pt x="2478125" y="370624"/>
                </a:lnTo>
                <a:lnTo>
                  <a:pt x="2508694" y="370624"/>
                </a:lnTo>
                <a:lnTo>
                  <a:pt x="2508694" y="341668"/>
                </a:lnTo>
                <a:lnTo>
                  <a:pt x="2508694" y="312712"/>
                </a:lnTo>
                <a:lnTo>
                  <a:pt x="2508694" y="216598"/>
                </a:lnTo>
                <a:lnTo>
                  <a:pt x="2508694" y="189166"/>
                </a:lnTo>
                <a:lnTo>
                  <a:pt x="2508694" y="96113"/>
                </a:lnTo>
                <a:lnTo>
                  <a:pt x="2508694" y="67056"/>
                </a:lnTo>
                <a:close/>
              </a:path>
              <a:path w="3507740" h="382904">
                <a:moveTo>
                  <a:pt x="2639860" y="240982"/>
                </a:moveTo>
                <a:lnTo>
                  <a:pt x="2626080" y="221830"/>
                </a:lnTo>
                <a:lnTo>
                  <a:pt x="2610053" y="200964"/>
                </a:lnTo>
                <a:lnTo>
                  <a:pt x="2591752" y="178358"/>
                </a:lnTo>
                <a:lnTo>
                  <a:pt x="2571178" y="154025"/>
                </a:lnTo>
                <a:lnTo>
                  <a:pt x="2548318" y="170789"/>
                </a:lnTo>
                <a:lnTo>
                  <a:pt x="2565793" y="193675"/>
                </a:lnTo>
                <a:lnTo>
                  <a:pt x="2581846" y="216395"/>
                </a:lnTo>
                <a:lnTo>
                  <a:pt x="2596756" y="238810"/>
                </a:lnTo>
                <a:lnTo>
                  <a:pt x="2610802" y="260794"/>
                </a:lnTo>
                <a:lnTo>
                  <a:pt x="2639860" y="240982"/>
                </a:lnTo>
                <a:close/>
              </a:path>
              <a:path w="3507740" h="382904">
                <a:moveTo>
                  <a:pt x="2711488" y="65532"/>
                </a:moveTo>
                <a:lnTo>
                  <a:pt x="2587942" y="65532"/>
                </a:lnTo>
                <a:lnTo>
                  <a:pt x="2592755" y="52666"/>
                </a:lnTo>
                <a:lnTo>
                  <a:pt x="2597848" y="39243"/>
                </a:lnTo>
                <a:lnTo>
                  <a:pt x="2602941" y="25234"/>
                </a:lnTo>
                <a:lnTo>
                  <a:pt x="2607754" y="10668"/>
                </a:lnTo>
                <a:lnTo>
                  <a:pt x="2575750" y="3048"/>
                </a:lnTo>
                <a:lnTo>
                  <a:pt x="2562580" y="43637"/>
                </a:lnTo>
                <a:lnTo>
                  <a:pt x="2548128" y="80822"/>
                </a:lnTo>
                <a:lnTo>
                  <a:pt x="2532240" y="114566"/>
                </a:lnTo>
                <a:lnTo>
                  <a:pt x="2514790" y="144881"/>
                </a:lnTo>
                <a:lnTo>
                  <a:pt x="2522486" y="148310"/>
                </a:lnTo>
                <a:lnTo>
                  <a:pt x="2529459" y="151739"/>
                </a:lnTo>
                <a:lnTo>
                  <a:pt x="2535580" y="155168"/>
                </a:lnTo>
                <a:lnTo>
                  <a:pt x="2540698" y="158597"/>
                </a:lnTo>
                <a:lnTo>
                  <a:pt x="2549817" y="144310"/>
                </a:lnTo>
                <a:lnTo>
                  <a:pt x="2558796" y="128879"/>
                </a:lnTo>
                <a:lnTo>
                  <a:pt x="2567482" y="112306"/>
                </a:lnTo>
                <a:lnTo>
                  <a:pt x="2575750" y="94589"/>
                </a:lnTo>
                <a:lnTo>
                  <a:pt x="2677960" y="94589"/>
                </a:lnTo>
                <a:lnTo>
                  <a:pt x="2676791" y="165214"/>
                </a:lnTo>
                <a:lnTo>
                  <a:pt x="2675483" y="223837"/>
                </a:lnTo>
                <a:lnTo>
                  <a:pt x="2673883" y="270459"/>
                </a:lnTo>
                <a:lnTo>
                  <a:pt x="2668689" y="321094"/>
                </a:lnTo>
                <a:lnTo>
                  <a:pt x="2633764" y="341668"/>
                </a:lnTo>
                <a:lnTo>
                  <a:pt x="2618054" y="341376"/>
                </a:lnTo>
                <a:lnTo>
                  <a:pt x="2601099" y="340525"/>
                </a:lnTo>
                <a:lnTo>
                  <a:pt x="2583294" y="339090"/>
                </a:lnTo>
                <a:lnTo>
                  <a:pt x="2565082" y="337096"/>
                </a:lnTo>
                <a:lnTo>
                  <a:pt x="2563558" y="337096"/>
                </a:lnTo>
                <a:lnTo>
                  <a:pt x="2565577" y="344474"/>
                </a:lnTo>
                <a:lnTo>
                  <a:pt x="2567178" y="352717"/>
                </a:lnTo>
                <a:lnTo>
                  <a:pt x="2568486" y="361518"/>
                </a:lnTo>
                <a:lnTo>
                  <a:pt x="2569654" y="370624"/>
                </a:lnTo>
                <a:lnTo>
                  <a:pt x="2605290" y="372719"/>
                </a:lnTo>
                <a:lnTo>
                  <a:pt x="2622626" y="373405"/>
                </a:lnTo>
                <a:lnTo>
                  <a:pt x="2639860" y="373672"/>
                </a:lnTo>
                <a:lnTo>
                  <a:pt x="2666784" y="369709"/>
                </a:lnTo>
                <a:lnTo>
                  <a:pt x="2696629" y="341668"/>
                </a:lnTo>
                <a:lnTo>
                  <a:pt x="2704947" y="286689"/>
                </a:lnTo>
                <a:lnTo>
                  <a:pt x="2707881" y="200964"/>
                </a:lnTo>
                <a:lnTo>
                  <a:pt x="2709659" y="138417"/>
                </a:lnTo>
                <a:lnTo>
                  <a:pt x="2710751" y="94589"/>
                </a:lnTo>
                <a:lnTo>
                  <a:pt x="2711488" y="65532"/>
                </a:lnTo>
                <a:close/>
              </a:path>
              <a:path w="3507740" h="382904">
                <a:moveTo>
                  <a:pt x="3112579" y="70104"/>
                </a:moveTo>
                <a:lnTo>
                  <a:pt x="2931134" y="70104"/>
                </a:lnTo>
                <a:lnTo>
                  <a:pt x="2958566" y="54864"/>
                </a:lnTo>
                <a:lnTo>
                  <a:pt x="2948851" y="37744"/>
                </a:lnTo>
                <a:lnTo>
                  <a:pt x="2940278" y="23050"/>
                </a:lnTo>
                <a:lnTo>
                  <a:pt x="2932849" y="10934"/>
                </a:lnTo>
                <a:lnTo>
                  <a:pt x="2926562" y="1524"/>
                </a:lnTo>
                <a:lnTo>
                  <a:pt x="2895981" y="15240"/>
                </a:lnTo>
                <a:lnTo>
                  <a:pt x="2902293" y="25527"/>
                </a:lnTo>
                <a:lnTo>
                  <a:pt x="2909595" y="38100"/>
                </a:lnTo>
                <a:lnTo>
                  <a:pt x="2917723" y="52959"/>
                </a:lnTo>
                <a:lnTo>
                  <a:pt x="2926562" y="70104"/>
                </a:lnTo>
                <a:lnTo>
                  <a:pt x="2743492" y="70104"/>
                </a:lnTo>
                <a:lnTo>
                  <a:pt x="2743492" y="99148"/>
                </a:lnTo>
                <a:lnTo>
                  <a:pt x="2847213" y="99148"/>
                </a:lnTo>
                <a:lnTo>
                  <a:pt x="2844927" y="143344"/>
                </a:lnTo>
                <a:lnTo>
                  <a:pt x="2833446" y="231622"/>
                </a:lnTo>
                <a:lnTo>
                  <a:pt x="2812529" y="279120"/>
                </a:lnTo>
                <a:lnTo>
                  <a:pt x="2779598" y="320878"/>
                </a:lnTo>
                <a:lnTo>
                  <a:pt x="2734348" y="356895"/>
                </a:lnTo>
                <a:lnTo>
                  <a:pt x="2747111" y="369849"/>
                </a:lnTo>
                <a:lnTo>
                  <a:pt x="2752991" y="376186"/>
                </a:lnTo>
                <a:lnTo>
                  <a:pt x="2758732" y="382803"/>
                </a:lnTo>
                <a:lnTo>
                  <a:pt x="2797149" y="352259"/>
                </a:lnTo>
                <a:lnTo>
                  <a:pt x="2828099" y="317309"/>
                </a:lnTo>
                <a:lnTo>
                  <a:pt x="2851429" y="277952"/>
                </a:lnTo>
                <a:lnTo>
                  <a:pt x="2866987" y="234226"/>
                </a:lnTo>
                <a:lnTo>
                  <a:pt x="2874645" y="186118"/>
                </a:lnTo>
                <a:lnTo>
                  <a:pt x="3027146" y="186118"/>
                </a:lnTo>
                <a:lnTo>
                  <a:pt x="3023908" y="246900"/>
                </a:lnTo>
                <a:lnTo>
                  <a:pt x="3019526" y="297459"/>
                </a:lnTo>
                <a:lnTo>
                  <a:pt x="2995307" y="337324"/>
                </a:lnTo>
                <a:lnTo>
                  <a:pt x="2979902" y="340131"/>
                </a:lnTo>
                <a:lnTo>
                  <a:pt x="2963875" y="339585"/>
                </a:lnTo>
                <a:lnTo>
                  <a:pt x="2945409" y="338035"/>
                </a:lnTo>
                <a:lnTo>
                  <a:pt x="2924352" y="335635"/>
                </a:lnTo>
                <a:lnTo>
                  <a:pt x="2900553" y="332511"/>
                </a:lnTo>
                <a:lnTo>
                  <a:pt x="2902635" y="342493"/>
                </a:lnTo>
                <a:lnTo>
                  <a:pt x="2904261" y="351751"/>
                </a:lnTo>
                <a:lnTo>
                  <a:pt x="2906750" y="367563"/>
                </a:lnTo>
                <a:lnTo>
                  <a:pt x="2929610" y="369328"/>
                </a:lnTo>
                <a:lnTo>
                  <a:pt x="2950184" y="370230"/>
                </a:lnTo>
                <a:lnTo>
                  <a:pt x="2968472" y="370573"/>
                </a:lnTo>
                <a:lnTo>
                  <a:pt x="2984474" y="370611"/>
                </a:lnTo>
                <a:lnTo>
                  <a:pt x="3012529" y="366331"/>
                </a:lnTo>
                <a:lnTo>
                  <a:pt x="3045841" y="332041"/>
                </a:lnTo>
                <a:lnTo>
                  <a:pt x="3054781" y="269925"/>
                </a:lnTo>
                <a:lnTo>
                  <a:pt x="3059976" y="197751"/>
                </a:lnTo>
                <a:lnTo>
                  <a:pt x="3062287" y="157060"/>
                </a:lnTo>
                <a:lnTo>
                  <a:pt x="2877693" y="157060"/>
                </a:lnTo>
                <a:lnTo>
                  <a:pt x="2877959" y="144805"/>
                </a:lnTo>
                <a:lnTo>
                  <a:pt x="2878645" y="130962"/>
                </a:lnTo>
                <a:lnTo>
                  <a:pt x="2880741" y="99148"/>
                </a:lnTo>
                <a:lnTo>
                  <a:pt x="3112579" y="99148"/>
                </a:lnTo>
                <a:lnTo>
                  <a:pt x="3112579" y="70104"/>
                </a:lnTo>
                <a:close/>
              </a:path>
              <a:path w="3507740" h="382904">
                <a:moveTo>
                  <a:pt x="3214776" y="230314"/>
                </a:moveTo>
                <a:lnTo>
                  <a:pt x="3207016" y="226885"/>
                </a:lnTo>
                <a:lnTo>
                  <a:pt x="3192068" y="220027"/>
                </a:lnTo>
                <a:lnTo>
                  <a:pt x="3184296" y="216598"/>
                </a:lnTo>
                <a:lnTo>
                  <a:pt x="3172561" y="256667"/>
                </a:lnTo>
                <a:lnTo>
                  <a:pt x="3160407" y="294754"/>
                </a:lnTo>
                <a:lnTo>
                  <a:pt x="3147987" y="331127"/>
                </a:lnTo>
                <a:lnTo>
                  <a:pt x="3135439" y="366052"/>
                </a:lnTo>
                <a:lnTo>
                  <a:pt x="3167443" y="376720"/>
                </a:lnTo>
                <a:lnTo>
                  <a:pt x="3178098" y="342696"/>
                </a:lnTo>
                <a:lnTo>
                  <a:pt x="3189440" y="306946"/>
                </a:lnTo>
                <a:lnTo>
                  <a:pt x="3201619" y="269481"/>
                </a:lnTo>
                <a:lnTo>
                  <a:pt x="3214776" y="230314"/>
                </a:lnTo>
                <a:close/>
              </a:path>
              <a:path w="3507740" h="382904">
                <a:moveTo>
                  <a:pt x="3214776" y="158584"/>
                </a:moveTo>
                <a:lnTo>
                  <a:pt x="3162198" y="117868"/>
                </a:lnTo>
                <a:lnTo>
                  <a:pt x="3147631" y="106768"/>
                </a:lnTo>
                <a:lnTo>
                  <a:pt x="3127819" y="129628"/>
                </a:lnTo>
                <a:lnTo>
                  <a:pt x="3140392" y="139065"/>
                </a:lnTo>
                <a:lnTo>
                  <a:pt x="3155264" y="151345"/>
                </a:lnTo>
                <a:lnTo>
                  <a:pt x="3172434" y="166497"/>
                </a:lnTo>
                <a:lnTo>
                  <a:pt x="3191916" y="184492"/>
                </a:lnTo>
                <a:lnTo>
                  <a:pt x="3196780" y="179590"/>
                </a:lnTo>
                <a:lnTo>
                  <a:pt x="3202203" y="173824"/>
                </a:lnTo>
                <a:lnTo>
                  <a:pt x="3208210" y="166928"/>
                </a:lnTo>
                <a:lnTo>
                  <a:pt x="3214776" y="158584"/>
                </a:lnTo>
                <a:close/>
              </a:path>
              <a:path w="3507740" h="382904">
                <a:moveTo>
                  <a:pt x="3228492" y="64008"/>
                </a:moveTo>
                <a:lnTo>
                  <a:pt x="3194012" y="34099"/>
                </a:lnTo>
                <a:lnTo>
                  <a:pt x="3162871" y="7620"/>
                </a:lnTo>
                <a:lnTo>
                  <a:pt x="3143059" y="28956"/>
                </a:lnTo>
                <a:lnTo>
                  <a:pt x="3172637" y="55829"/>
                </a:lnTo>
                <a:lnTo>
                  <a:pt x="3188792" y="71221"/>
                </a:lnTo>
                <a:lnTo>
                  <a:pt x="3205632" y="88480"/>
                </a:lnTo>
                <a:lnTo>
                  <a:pt x="3210496" y="82689"/>
                </a:lnTo>
                <a:lnTo>
                  <a:pt x="3215919" y="76784"/>
                </a:lnTo>
                <a:lnTo>
                  <a:pt x="3221926" y="70599"/>
                </a:lnTo>
                <a:lnTo>
                  <a:pt x="3228492" y="64008"/>
                </a:lnTo>
                <a:close/>
              </a:path>
              <a:path w="3507740" h="382904">
                <a:moveTo>
                  <a:pt x="3507587" y="181444"/>
                </a:moveTo>
                <a:lnTo>
                  <a:pt x="3384042" y="181444"/>
                </a:lnTo>
                <a:lnTo>
                  <a:pt x="3384042" y="100672"/>
                </a:lnTo>
                <a:lnTo>
                  <a:pt x="3489299" y="100672"/>
                </a:lnTo>
                <a:lnTo>
                  <a:pt x="3489299" y="73152"/>
                </a:lnTo>
                <a:lnTo>
                  <a:pt x="3384042" y="73152"/>
                </a:lnTo>
                <a:lnTo>
                  <a:pt x="3384042" y="3048"/>
                </a:lnTo>
                <a:lnTo>
                  <a:pt x="3353562" y="3048"/>
                </a:lnTo>
                <a:lnTo>
                  <a:pt x="3353562" y="73152"/>
                </a:lnTo>
                <a:lnTo>
                  <a:pt x="3251352" y="73152"/>
                </a:lnTo>
                <a:lnTo>
                  <a:pt x="3251352" y="100672"/>
                </a:lnTo>
                <a:lnTo>
                  <a:pt x="3353562" y="100672"/>
                </a:lnTo>
                <a:lnTo>
                  <a:pt x="3353562" y="181444"/>
                </a:lnTo>
                <a:lnTo>
                  <a:pt x="3233064" y="181444"/>
                </a:lnTo>
                <a:lnTo>
                  <a:pt x="3233064" y="208978"/>
                </a:lnTo>
                <a:lnTo>
                  <a:pt x="3333750" y="208978"/>
                </a:lnTo>
                <a:lnTo>
                  <a:pt x="3322282" y="229031"/>
                </a:lnTo>
                <a:lnTo>
                  <a:pt x="3298736" y="266839"/>
                </a:lnTo>
                <a:lnTo>
                  <a:pt x="3274961" y="300926"/>
                </a:lnTo>
                <a:lnTo>
                  <a:pt x="3239160" y="329476"/>
                </a:lnTo>
                <a:lnTo>
                  <a:pt x="3254400" y="363004"/>
                </a:lnTo>
                <a:lnTo>
                  <a:pt x="3293262" y="359308"/>
                </a:lnTo>
                <a:lnTo>
                  <a:pt x="3449574" y="346240"/>
                </a:lnTo>
                <a:lnTo>
                  <a:pt x="3455314" y="354469"/>
                </a:lnTo>
                <a:lnTo>
                  <a:pt x="3460902" y="363004"/>
                </a:lnTo>
                <a:lnTo>
                  <a:pt x="3466173" y="371525"/>
                </a:lnTo>
                <a:lnTo>
                  <a:pt x="3471011" y="379768"/>
                </a:lnTo>
                <a:lnTo>
                  <a:pt x="3478771" y="376072"/>
                </a:lnTo>
                <a:lnTo>
                  <a:pt x="3486251" y="371957"/>
                </a:lnTo>
                <a:lnTo>
                  <a:pt x="3501491" y="363004"/>
                </a:lnTo>
                <a:lnTo>
                  <a:pt x="3490404" y="346240"/>
                </a:lnTo>
                <a:lnTo>
                  <a:pt x="3480320" y="331000"/>
                </a:lnTo>
                <a:lnTo>
                  <a:pt x="3460102" y="301040"/>
                </a:lnTo>
                <a:lnTo>
                  <a:pt x="3440760" y="273126"/>
                </a:lnTo>
                <a:lnTo>
                  <a:pt x="3422142" y="247078"/>
                </a:lnTo>
                <a:lnTo>
                  <a:pt x="3396234" y="263842"/>
                </a:lnTo>
                <a:lnTo>
                  <a:pt x="3405403" y="276948"/>
                </a:lnTo>
                <a:lnTo>
                  <a:pt x="3414712" y="290944"/>
                </a:lnTo>
                <a:lnTo>
                  <a:pt x="3424313" y="305498"/>
                </a:lnTo>
                <a:lnTo>
                  <a:pt x="3434334" y="320332"/>
                </a:lnTo>
                <a:lnTo>
                  <a:pt x="3397758" y="323494"/>
                </a:lnTo>
                <a:lnTo>
                  <a:pt x="3287928" y="331000"/>
                </a:lnTo>
                <a:lnTo>
                  <a:pt x="3308553" y="303784"/>
                </a:lnTo>
                <a:lnTo>
                  <a:pt x="3329317" y="274561"/>
                </a:lnTo>
                <a:lnTo>
                  <a:pt x="3350374" y="243039"/>
                </a:lnTo>
                <a:lnTo>
                  <a:pt x="3371850" y="208978"/>
                </a:lnTo>
                <a:lnTo>
                  <a:pt x="3507587" y="208978"/>
                </a:lnTo>
                <a:lnTo>
                  <a:pt x="3507587" y="1814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5599747"/>
            <a:ext cx="109823" cy="109823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1306734" y="5422773"/>
            <a:ext cx="3103880" cy="439420"/>
            <a:chOff x="1306734" y="5422773"/>
            <a:chExt cx="3103880" cy="439420"/>
          </a:xfrm>
        </p:grpSpPr>
        <p:sp>
          <p:nvSpPr>
            <p:cNvPr id="46" name="object 46" descr=""/>
            <p:cNvSpPr/>
            <p:nvPr/>
          </p:nvSpPr>
          <p:spPr>
            <a:xfrm>
              <a:off x="1306728" y="5425821"/>
              <a:ext cx="874394" cy="430530"/>
            </a:xfrm>
            <a:custGeom>
              <a:avLst/>
              <a:gdLst/>
              <a:ahLst/>
              <a:cxnLst/>
              <a:rect l="l" t="t" r="r" b="b"/>
              <a:pathLst>
                <a:path w="874394" h="430529">
                  <a:moveTo>
                    <a:pt x="347764" y="109829"/>
                  </a:moveTo>
                  <a:lnTo>
                    <a:pt x="292900" y="109829"/>
                  </a:lnTo>
                  <a:lnTo>
                    <a:pt x="292900" y="143459"/>
                  </a:lnTo>
                  <a:lnTo>
                    <a:pt x="292900" y="166319"/>
                  </a:lnTo>
                  <a:lnTo>
                    <a:pt x="126580" y="166319"/>
                  </a:lnTo>
                  <a:lnTo>
                    <a:pt x="126580" y="143459"/>
                  </a:lnTo>
                  <a:lnTo>
                    <a:pt x="292900" y="143459"/>
                  </a:lnTo>
                  <a:lnTo>
                    <a:pt x="292900" y="109829"/>
                  </a:lnTo>
                  <a:lnTo>
                    <a:pt x="73240" y="109829"/>
                  </a:lnTo>
                  <a:lnTo>
                    <a:pt x="73240" y="199847"/>
                  </a:lnTo>
                  <a:lnTo>
                    <a:pt x="347764" y="199847"/>
                  </a:lnTo>
                  <a:lnTo>
                    <a:pt x="347764" y="166319"/>
                  </a:lnTo>
                  <a:lnTo>
                    <a:pt x="347764" y="143459"/>
                  </a:lnTo>
                  <a:lnTo>
                    <a:pt x="347764" y="109829"/>
                  </a:lnTo>
                  <a:close/>
                </a:path>
                <a:path w="874394" h="430529">
                  <a:moveTo>
                    <a:pt x="417868" y="47345"/>
                  </a:moveTo>
                  <a:lnTo>
                    <a:pt x="343192" y="47345"/>
                  </a:lnTo>
                  <a:lnTo>
                    <a:pt x="361480" y="21437"/>
                  </a:lnTo>
                  <a:lnTo>
                    <a:pt x="315760" y="0"/>
                  </a:lnTo>
                  <a:lnTo>
                    <a:pt x="300888" y="22567"/>
                  </a:lnTo>
                  <a:lnTo>
                    <a:pt x="292569" y="34823"/>
                  </a:lnTo>
                  <a:lnTo>
                    <a:pt x="283654" y="47345"/>
                  </a:lnTo>
                  <a:lnTo>
                    <a:pt x="239458" y="47345"/>
                  </a:lnTo>
                  <a:lnTo>
                    <a:pt x="239458" y="0"/>
                  </a:lnTo>
                  <a:lnTo>
                    <a:pt x="181546" y="0"/>
                  </a:lnTo>
                  <a:lnTo>
                    <a:pt x="181546" y="47345"/>
                  </a:lnTo>
                  <a:lnTo>
                    <a:pt x="135724" y="47345"/>
                  </a:lnTo>
                  <a:lnTo>
                    <a:pt x="127495" y="35039"/>
                  </a:lnTo>
                  <a:lnTo>
                    <a:pt x="118960" y="23139"/>
                  </a:lnTo>
                  <a:lnTo>
                    <a:pt x="110439" y="11518"/>
                  </a:lnTo>
                  <a:lnTo>
                    <a:pt x="102196" y="0"/>
                  </a:lnTo>
                  <a:lnTo>
                    <a:pt x="59524" y="21437"/>
                  </a:lnTo>
                  <a:lnTo>
                    <a:pt x="64084" y="28270"/>
                  </a:lnTo>
                  <a:lnTo>
                    <a:pt x="68389" y="34823"/>
                  </a:lnTo>
                  <a:lnTo>
                    <a:pt x="72605" y="41363"/>
                  </a:lnTo>
                  <a:lnTo>
                    <a:pt x="76288" y="47345"/>
                  </a:lnTo>
                  <a:lnTo>
                    <a:pt x="3048" y="47345"/>
                  </a:lnTo>
                  <a:lnTo>
                    <a:pt x="3048" y="138887"/>
                  </a:lnTo>
                  <a:lnTo>
                    <a:pt x="56476" y="138887"/>
                  </a:lnTo>
                  <a:lnTo>
                    <a:pt x="56476" y="90017"/>
                  </a:lnTo>
                  <a:lnTo>
                    <a:pt x="364528" y="90017"/>
                  </a:lnTo>
                  <a:lnTo>
                    <a:pt x="364528" y="138887"/>
                  </a:lnTo>
                  <a:lnTo>
                    <a:pt x="417868" y="138887"/>
                  </a:lnTo>
                  <a:lnTo>
                    <a:pt x="417868" y="90017"/>
                  </a:lnTo>
                  <a:lnTo>
                    <a:pt x="417868" y="47345"/>
                  </a:lnTo>
                  <a:close/>
                </a:path>
                <a:path w="874394" h="430529">
                  <a:moveTo>
                    <a:pt x="423964" y="328053"/>
                  </a:moveTo>
                  <a:lnTo>
                    <a:pt x="248602" y="328053"/>
                  </a:lnTo>
                  <a:lnTo>
                    <a:pt x="248602" y="308140"/>
                  </a:lnTo>
                  <a:lnTo>
                    <a:pt x="391960" y="308140"/>
                  </a:lnTo>
                  <a:lnTo>
                    <a:pt x="391960" y="271564"/>
                  </a:lnTo>
                  <a:lnTo>
                    <a:pt x="248602" y="271564"/>
                  </a:lnTo>
                  <a:lnTo>
                    <a:pt x="248602" y="251752"/>
                  </a:lnTo>
                  <a:lnTo>
                    <a:pt x="399580" y="250228"/>
                  </a:lnTo>
                  <a:lnTo>
                    <a:pt x="391960" y="210515"/>
                  </a:lnTo>
                  <a:lnTo>
                    <a:pt x="136563" y="215925"/>
                  </a:lnTo>
                  <a:lnTo>
                    <a:pt x="15328" y="216611"/>
                  </a:lnTo>
                  <a:lnTo>
                    <a:pt x="18478" y="226656"/>
                  </a:lnTo>
                  <a:lnTo>
                    <a:pt x="21043" y="236118"/>
                  </a:lnTo>
                  <a:lnTo>
                    <a:pt x="23050" y="244983"/>
                  </a:lnTo>
                  <a:lnTo>
                    <a:pt x="24472" y="253276"/>
                  </a:lnTo>
                  <a:lnTo>
                    <a:pt x="192214" y="251752"/>
                  </a:lnTo>
                  <a:lnTo>
                    <a:pt x="192214" y="271564"/>
                  </a:lnTo>
                  <a:lnTo>
                    <a:pt x="30568" y="271564"/>
                  </a:lnTo>
                  <a:lnTo>
                    <a:pt x="30568" y="308140"/>
                  </a:lnTo>
                  <a:lnTo>
                    <a:pt x="192214" y="308140"/>
                  </a:lnTo>
                  <a:lnTo>
                    <a:pt x="192214" y="328053"/>
                  </a:lnTo>
                  <a:lnTo>
                    <a:pt x="0" y="328053"/>
                  </a:lnTo>
                  <a:lnTo>
                    <a:pt x="0" y="364629"/>
                  </a:lnTo>
                  <a:lnTo>
                    <a:pt x="192214" y="364629"/>
                  </a:lnTo>
                  <a:lnTo>
                    <a:pt x="190474" y="373748"/>
                  </a:lnTo>
                  <a:lnTo>
                    <a:pt x="185166" y="380441"/>
                  </a:lnTo>
                  <a:lnTo>
                    <a:pt x="176136" y="384556"/>
                  </a:lnTo>
                  <a:lnTo>
                    <a:pt x="163258" y="385965"/>
                  </a:lnTo>
                  <a:lnTo>
                    <a:pt x="150634" y="385699"/>
                  </a:lnTo>
                  <a:lnTo>
                    <a:pt x="138023" y="385013"/>
                  </a:lnTo>
                  <a:lnTo>
                    <a:pt x="125450" y="384035"/>
                  </a:lnTo>
                  <a:lnTo>
                    <a:pt x="112864" y="382917"/>
                  </a:lnTo>
                  <a:lnTo>
                    <a:pt x="116281" y="396074"/>
                  </a:lnTo>
                  <a:lnTo>
                    <a:pt x="119532" y="408254"/>
                  </a:lnTo>
                  <a:lnTo>
                    <a:pt x="122466" y="419430"/>
                  </a:lnTo>
                  <a:lnTo>
                    <a:pt x="125056" y="430250"/>
                  </a:lnTo>
                  <a:lnTo>
                    <a:pt x="174485" y="430060"/>
                  </a:lnTo>
                  <a:lnTo>
                    <a:pt x="214122" y="426974"/>
                  </a:lnTo>
                  <a:lnTo>
                    <a:pt x="245364" y="397205"/>
                  </a:lnTo>
                  <a:lnTo>
                    <a:pt x="247840" y="385965"/>
                  </a:lnTo>
                  <a:lnTo>
                    <a:pt x="248602" y="375297"/>
                  </a:lnTo>
                  <a:lnTo>
                    <a:pt x="248602" y="364629"/>
                  </a:lnTo>
                  <a:lnTo>
                    <a:pt x="423964" y="364629"/>
                  </a:lnTo>
                  <a:lnTo>
                    <a:pt x="423964" y="328053"/>
                  </a:lnTo>
                  <a:close/>
                </a:path>
                <a:path w="874394" h="430529">
                  <a:moveTo>
                    <a:pt x="564261" y="190703"/>
                  </a:moveTo>
                  <a:lnTo>
                    <a:pt x="532257" y="199847"/>
                  </a:lnTo>
                  <a:lnTo>
                    <a:pt x="532257" y="131267"/>
                  </a:lnTo>
                  <a:lnTo>
                    <a:pt x="562737" y="131267"/>
                  </a:lnTo>
                  <a:lnTo>
                    <a:pt x="562737" y="76301"/>
                  </a:lnTo>
                  <a:lnTo>
                    <a:pt x="532257" y="76301"/>
                  </a:lnTo>
                  <a:lnTo>
                    <a:pt x="532257" y="4572"/>
                  </a:lnTo>
                  <a:lnTo>
                    <a:pt x="480441" y="4572"/>
                  </a:lnTo>
                  <a:lnTo>
                    <a:pt x="480441" y="76301"/>
                  </a:lnTo>
                  <a:lnTo>
                    <a:pt x="443865" y="76301"/>
                  </a:lnTo>
                  <a:lnTo>
                    <a:pt x="443865" y="131267"/>
                  </a:lnTo>
                  <a:lnTo>
                    <a:pt x="480441" y="131267"/>
                  </a:lnTo>
                  <a:lnTo>
                    <a:pt x="480441" y="212039"/>
                  </a:lnTo>
                  <a:lnTo>
                    <a:pt x="470179" y="215176"/>
                  </a:lnTo>
                  <a:lnTo>
                    <a:pt x="460057" y="217754"/>
                  </a:lnTo>
                  <a:lnTo>
                    <a:pt x="450227" y="219786"/>
                  </a:lnTo>
                  <a:lnTo>
                    <a:pt x="440817" y="221272"/>
                  </a:lnTo>
                  <a:lnTo>
                    <a:pt x="445389" y="282232"/>
                  </a:lnTo>
                  <a:lnTo>
                    <a:pt x="480441" y="271564"/>
                  </a:lnTo>
                  <a:lnTo>
                    <a:pt x="480441" y="361581"/>
                  </a:lnTo>
                  <a:lnTo>
                    <a:pt x="478917" y="366153"/>
                  </a:lnTo>
                  <a:lnTo>
                    <a:pt x="477393" y="369201"/>
                  </a:lnTo>
                  <a:lnTo>
                    <a:pt x="474345" y="372249"/>
                  </a:lnTo>
                  <a:lnTo>
                    <a:pt x="440817" y="372249"/>
                  </a:lnTo>
                  <a:lnTo>
                    <a:pt x="444842" y="387057"/>
                  </a:lnTo>
                  <a:lnTo>
                    <a:pt x="447865" y="401586"/>
                  </a:lnTo>
                  <a:lnTo>
                    <a:pt x="450037" y="415569"/>
                  </a:lnTo>
                  <a:lnTo>
                    <a:pt x="451485" y="428726"/>
                  </a:lnTo>
                  <a:lnTo>
                    <a:pt x="476110" y="428091"/>
                  </a:lnTo>
                  <a:lnTo>
                    <a:pt x="518541" y="416445"/>
                  </a:lnTo>
                  <a:lnTo>
                    <a:pt x="532257" y="376821"/>
                  </a:lnTo>
                  <a:lnTo>
                    <a:pt x="532257" y="271564"/>
                  </a:lnTo>
                  <a:lnTo>
                    <a:pt x="532257" y="256324"/>
                  </a:lnTo>
                  <a:lnTo>
                    <a:pt x="562737" y="247180"/>
                  </a:lnTo>
                  <a:lnTo>
                    <a:pt x="562317" y="239560"/>
                  </a:lnTo>
                  <a:lnTo>
                    <a:pt x="562216" y="230682"/>
                  </a:lnTo>
                  <a:lnTo>
                    <a:pt x="562330" y="224078"/>
                  </a:lnTo>
                  <a:lnTo>
                    <a:pt x="562444" y="221272"/>
                  </a:lnTo>
                  <a:lnTo>
                    <a:pt x="563143" y="208267"/>
                  </a:lnTo>
                  <a:lnTo>
                    <a:pt x="563676" y="199847"/>
                  </a:lnTo>
                  <a:lnTo>
                    <a:pt x="564261" y="190703"/>
                  </a:lnTo>
                  <a:close/>
                </a:path>
                <a:path w="874394" h="430529">
                  <a:moveTo>
                    <a:pt x="873925" y="372249"/>
                  </a:moveTo>
                  <a:lnTo>
                    <a:pt x="768667" y="372249"/>
                  </a:lnTo>
                  <a:lnTo>
                    <a:pt x="768667" y="346341"/>
                  </a:lnTo>
                  <a:lnTo>
                    <a:pt x="849541" y="346341"/>
                  </a:lnTo>
                  <a:lnTo>
                    <a:pt x="849541" y="303568"/>
                  </a:lnTo>
                  <a:lnTo>
                    <a:pt x="768667" y="303568"/>
                  </a:lnTo>
                  <a:lnTo>
                    <a:pt x="768667" y="277660"/>
                  </a:lnTo>
                  <a:lnTo>
                    <a:pt x="768667" y="273088"/>
                  </a:lnTo>
                  <a:lnTo>
                    <a:pt x="820483" y="271564"/>
                  </a:lnTo>
                  <a:lnTo>
                    <a:pt x="835723" y="289852"/>
                  </a:lnTo>
                  <a:lnTo>
                    <a:pt x="855802" y="271564"/>
                  </a:lnTo>
                  <a:lnTo>
                    <a:pt x="870877" y="257848"/>
                  </a:lnTo>
                  <a:lnTo>
                    <a:pt x="849998" y="238036"/>
                  </a:lnTo>
                  <a:lnTo>
                    <a:pt x="835393" y="224078"/>
                  </a:lnTo>
                  <a:lnTo>
                    <a:pt x="818502" y="208267"/>
                  </a:lnTo>
                  <a:lnTo>
                    <a:pt x="802195" y="193751"/>
                  </a:lnTo>
                  <a:lnTo>
                    <a:pt x="863257" y="193751"/>
                  </a:lnTo>
                  <a:lnTo>
                    <a:pt x="863257" y="152603"/>
                  </a:lnTo>
                  <a:lnTo>
                    <a:pt x="790003" y="152603"/>
                  </a:lnTo>
                  <a:lnTo>
                    <a:pt x="790003" y="193751"/>
                  </a:lnTo>
                  <a:lnTo>
                    <a:pt x="765619" y="215087"/>
                  </a:lnTo>
                  <a:lnTo>
                    <a:pt x="785431" y="234988"/>
                  </a:lnTo>
                  <a:lnTo>
                    <a:pt x="693902" y="238036"/>
                  </a:lnTo>
                  <a:lnTo>
                    <a:pt x="704240" y="227469"/>
                  </a:lnTo>
                  <a:lnTo>
                    <a:pt x="714552" y="216458"/>
                  </a:lnTo>
                  <a:lnTo>
                    <a:pt x="724852" y="205168"/>
                  </a:lnTo>
                  <a:lnTo>
                    <a:pt x="735139" y="193751"/>
                  </a:lnTo>
                  <a:lnTo>
                    <a:pt x="790003" y="193751"/>
                  </a:lnTo>
                  <a:lnTo>
                    <a:pt x="790003" y="152603"/>
                  </a:lnTo>
                  <a:lnTo>
                    <a:pt x="629894" y="152603"/>
                  </a:lnTo>
                  <a:lnTo>
                    <a:pt x="629894" y="131267"/>
                  </a:lnTo>
                  <a:lnTo>
                    <a:pt x="855637" y="131267"/>
                  </a:lnTo>
                  <a:lnTo>
                    <a:pt x="855637" y="88493"/>
                  </a:lnTo>
                  <a:lnTo>
                    <a:pt x="855637" y="61061"/>
                  </a:lnTo>
                  <a:lnTo>
                    <a:pt x="855637" y="15341"/>
                  </a:lnTo>
                  <a:lnTo>
                    <a:pt x="803719" y="15341"/>
                  </a:lnTo>
                  <a:lnTo>
                    <a:pt x="803719" y="61061"/>
                  </a:lnTo>
                  <a:lnTo>
                    <a:pt x="803719" y="88493"/>
                  </a:lnTo>
                  <a:lnTo>
                    <a:pt x="629894" y="88493"/>
                  </a:lnTo>
                  <a:lnTo>
                    <a:pt x="629894" y="61061"/>
                  </a:lnTo>
                  <a:lnTo>
                    <a:pt x="803719" y="61061"/>
                  </a:lnTo>
                  <a:lnTo>
                    <a:pt x="803719" y="15341"/>
                  </a:lnTo>
                  <a:lnTo>
                    <a:pt x="578078" y="15341"/>
                  </a:lnTo>
                  <a:lnTo>
                    <a:pt x="578078" y="172415"/>
                  </a:lnTo>
                  <a:lnTo>
                    <a:pt x="575221" y="236245"/>
                  </a:lnTo>
                  <a:lnTo>
                    <a:pt x="566788" y="292938"/>
                  </a:lnTo>
                  <a:lnTo>
                    <a:pt x="552919" y="342747"/>
                  </a:lnTo>
                  <a:lnTo>
                    <a:pt x="533781" y="385965"/>
                  </a:lnTo>
                  <a:lnTo>
                    <a:pt x="544880" y="397370"/>
                  </a:lnTo>
                  <a:lnTo>
                    <a:pt x="555129" y="408635"/>
                  </a:lnTo>
                  <a:lnTo>
                    <a:pt x="564248" y="419646"/>
                  </a:lnTo>
                  <a:lnTo>
                    <a:pt x="571982" y="430250"/>
                  </a:lnTo>
                  <a:lnTo>
                    <a:pt x="592632" y="393623"/>
                  </a:lnTo>
                  <a:lnTo>
                    <a:pt x="608825" y="351599"/>
                  </a:lnTo>
                  <a:lnTo>
                    <a:pt x="620471" y="304215"/>
                  </a:lnTo>
                  <a:lnTo>
                    <a:pt x="627519" y="251574"/>
                  </a:lnTo>
                  <a:lnTo>
                    <a:pt x="629894" y="193751"/>
                  </a:lnTo>
                  <a:lnTo>
                    <a:pt x="678662" y="193751"/>
                  </a:lnTo>
                  <a:lnTo>
                    <a:pt x="667207" y="207759"/>
                  </a:lnTo>
                  <a:lnTo>
                    <a:pt x="655612" y="220078"/>
                  </a:lnTo>
                  <a:lnTo>
                    <a:pt x="643724" y="230682"/>
                  </a:lnTo>
                  <a:lnTo>
                    <a:pt x="631418" y="239560"/>
                  </a:lnTo>
                  <a:lnTo>
                    <a:pt x="646658" y="283756"/>
                  </a:lnTo>
                  <a:lnTo>
                    <a:pt x="662940" y="281736"/>
                  </a:lnTo>
                  <a:lnTo>
                    <a:pt x="679805" y="280136"/>
                  </a:lnTo>
                  <a:lnTo>
                    <a:pt x="697268" y="278828"/>
                  </a:lnTo>
                  <a:lnTo>
                    <a:pt x="715327" y="277660"/>
                  </a:lnTo>
                  <a:lnTo>
                    <a:pt x="715327" y="303568"/>
                  </a:lnTo>
                  <a:lnTo>
                    <a:pt x="631418" y="303568"/>
                  </a:lnTo>
                  <a:lnTo>
                    <a:pt x="631418" y="346341"/>
                  </a:lnTo>
                  <a:lnTo>
                    <a:pt x="715327" y="346341"/>
                  </a:lnTo>
                  <a:lnTo>
                    <a:pt x="715327" y="372249"/>
                  </a:lnTo>
                  <a:lnTo>
                    <a:pt x="608558" y="372249"/>
                  </a:lnTo>
                  <a:lnTo>
                    <a:pt x="608558" y="417969"/>
                  </a:lnTo>
                  <a:lnTo>
                    <a:pt x="873925" y="417969"/>
                  </a:lnTo>
                  <a:lnTo>
                    <a:pt x="873925" y="3722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95880" y="5422773"/>
              <a:ext cx="2214880" cy="439420"/>
            </a:xfrm>
            <a:custGeom>
              <a:avLst/>
              <a:gdLst/>
              <a:ahLst/>
              <a:cxnLst/>
              <a:rect l="l" t="t" r="r" b="b"/>
              <a:pathLst>
                <a:path w="2214879" h="439420">
                  <a:moveTo>
                    <a:pt x="146405" y="21437"/>
                  </a:moveTo>
                  <a:lnTo>
                    <a:pt x="114401" y="1524"/>
                  </a:lnTo>
                  <a:lnTo>
                    <a:pt x="91821" y="36118"/>
                  </a:lnTo>
                  <a:lnTo>
                    <a:pt x="65544" y="68681"/>
                  </a:lnTo>
                  <a:lnTo>
                    <a:pt x="35864" y="98958"/>
                  </a:lnTo>
                  <a:lnTo>
                    <a:pt x="3048" y="126682"/>
                  </a:lnTo>
                  <a:lnTo>
                    <a:pt x="7607" y="135572"/>
                  </a:lnTo>
                  <a:lnTo>
                    <a:pt x="12001" y="144018"/>
                  </a:lnTo>
                  <a:lnTo>
                    <a:pt x="16129" y="152196"/>
                  </a:lnTo>
                  <a:lnTo>
                    <a:pt x="19812" y="160210"/>
                  </a:lnTo>
                  <a:lnTo>
                    <a:pt x="56095" y="128422"/>
                  </a:lnTo>
                  <a:lnTo>
                    <a:pt x="89395" y="94792"/>
                  </a:lnTo>
                  <a:lnTo>
                    <a:pt x="119557" y="59182"/>
                  </a:lnTo>
                  <a:lnTo>
                    <a:pt x="146405" y="21437"/>
                  </a:lnTo>
                  <a:close/>
                </a:path>
                <a:path w="2214879" h="439420">
                  <a:moveTo>
                    <a:pt x="154025" y="128206"/>
                  </a:moveTo>
                  <a:lnTo>
                    <a:pt x="123545" y="109829"/>
                  </a:lnTo>
                  <a:lnTo>
                    <a:pt x="95199" y="157340"/>
                  </a:lnTo>
                  <a:lnTo>
                    <a:pt x="65163" y="199110"/>
                  </a:lnTo>
                  <a:lnTo>
                    <a:pt x="33439" y="235165"/>
                  </a:lnTo>
                  <a:lnTo>
                    <a:pt x="0" y="265468"/>
                  </a:lnTo>
                  <a:lnTo>
                    <a:pt x="4318" y="274612"/>
                  </a:lnTo>
                  <a:lnTo>
                    <a:pt x="8191" y="283756"/>
                  </a:lnTo>
                  <a:lnTo>
                    <a:pt x="11798" y="292900"/>
                  </a:lnTo>
                  <a:lnTo>
                    <a:pt x="15240" y="302044"/>
                  </a:lnTo>
                  <a:lnTo>
                    <a:pt x="29819" y="289191"/>
                  </a:lnTo>
                  <a:lnTo>
                    <a:pt x="43815" y="275755"/>
                  </a:lnTo>
                  <a:lnTo>
                    <a:pt x="57251" y="261759"/>
                  </a:lnTo>
                  <a:lnTo>
                    <a:pt x="70104" y="247180"/>
                  </a:lnTo>
                  <a:lnTo>
                    <a:pt x="70104" y="433298"/>
                  </a:lnTo>
                  <a:lnTo>
                    <a:pt x="106781" y="433298"/>
                  </a:lnTo>
                  <a:lnTo>
                    <a:pt x="106781" y="247180"/>
                  </a:lnTo>
                  <a:lnTo>
                    <a:pt x="106781" y="201371"/>
                  </a:lnTo>
                  <a:lnTo>
                    <a:pt x="119303" y="183934"/>
                  </a:lnTo>
                  <a:lnTo>
                    <a:pt x="131546" y="165925"/>
                  </a:lnTo>
                  <a:lnTo>
                    <a:pt x="143217" y="147358"/>
                  </a:lnTo>
                  <a:lnTo>
                    <a:pt x="154025" y="128206"/>
                  </a:lnTo>
                  <a:close/>
                </a:path>
                <a:path w="2214879" h="439420">
                  <a:moveTo>
                    <a:pt x="411772" y="35153"/>
                  </a:moveTo>
                  <a:lnTo>
                    <a:pt x="184505" y="35153"/>
                  </a:lnTo>
                  <a:lnTo>
                    <a:pt x="184505" y="68681"/>
                  </a:lnTo>
                  <a:lnTo>
                    <a:pt x="411772" y="68681"/>
                  </a:lnTo>
                  <a:lnTo>
                    <a:pt x="411772" y="35153"/>
                  </a:lnTo>
                  <a:close/>
                </a:path>
                <a:path w="2214879" h="439420">
                  <a:moveTo>
                    <a:pt x="436156" y="167830"/>
                  </a:moveTo>
                  <a:lnTo>
                    <a:pt x="158597" y="167830"/>
                  </a:lnTo>
                  <a:lnTo>
                    <a:pt x="158597" y="201371"/>
                  </a:lnTo>
                  <a:lnTo>
                    <a:pt x="314147" y="201371"/>
                  </a:lnTo>
                  <a:lnTo>
                    <a:pt x="314147" y="360057"/>
                  </a:lnTo>
                  <a:lnTo>
                    <a:pt x="312381" y="373176"/>
                  </a:lnTo>
                  <a:lnTo>
                    <a:pt x="306908" y="382727"/>
                  </a:lnTo>
                  <a:lnTo>
                    <a:pt x="297421" y="388556"/>
                  </a:lnTo>
                  <a:lnTo>
                    <a:pt x="283667" y="390537"/>
                  </a:lnTo>
                  <a:lnTo>
                    <a:pt x="266509" y="390245"/>
                  </a:lnTo>
                  <a:lnTo>
                    <a:pt x="249364" y="389394"/>
                  </a:lnTo>
                  <a:lnTo>
                    <a:pt x="232181" y="387959"/>
                  </a:lnTo>
                  <a:lnTo>
                    <a:pt x="214985" y="385965"/>
                  </a:lnTo>
                  <a:lnTo>
                    <a:pt x="217004" y="397078"/>
                  </a:lnTo>
                  <a:lnTo>
                    <a:pt x="218605" y="407492"/>
                  </a:lnTo>
                  <a:lnTo>
                    <a:pt x="221081" y="425589"/>
                  </a:lnTo>
                  <a:lnTo>
                    <a:pt x="240538" y="426466"/>
                  </a:lnTo>
                  <a:lnTo>
                    <a:pt x="259842" y="426923"/>
                  </a:lnTo>
                  <a:lnTo>
                    <a:pt x="297383" y="427113"/>
                  </a:lnTo>
                  <a:lnTo>
                    <a:pt x="321386" y="423684"/>
                  </a:lnTo>
                  <a:lnTo>
                    <a:pt x="338531" y="413397"/>
                  </a:lnTo>
                  <a:lnTo>
                    <a:pt x="348818" y="396252"/>
                  </a:lnTo>
                  <a:lnTo>
                    <a:pt x="349631" y="390537"/>
                  </a:lnTo>
                  <a:lnTo>
                    <a:pt x="352247" y="372249"/>
                  </a:lnTo>
                  <a:lnTo>
                    <a:pt x="352247" y="201371"/>
                  </a:lnTo>
                  <a:lnTo>
                    <a:pt x="436156" y="201371"/>
                  </a:lnTo>
                  <a:lnTo>
                    <a:pt x="436156" y="167830"/>
                  </a:lnTo>
                  <a:close/>
                </a:path>
                <a:path w="2214879" h="439420">
                  <a:moveTo>
                    <a:pt x="591705" y="74777"/>
                  </a:moveTo>
                  <a:lnTo>
                    <a:pt x="574535" y="57899"/>
                  </a:lnTo>
                  <a:lnTo>
                    <a:pt x="557225" y="41427"/>
                  </a:lnTo>
                  <a:lnTo>
                    <a:pt x="539623" y="25234"/>
                  </a:lnTo>
                  <a:lnTo>
                    <a:pt x="521601" y="9144"/>
                  </a:lnTo>
                  <a:lnTo>
                    <a:pt x="498640" y="32105"/>
                  </a:lnTo>
                  <a:lnTo>
                    <a:pt x="515810" y="48374"/>
                  </a:lnTo>
                  <a:lnTo>
                    <a:pt x="532828" y="65062"/>
                  </a:lnTo>
                  <a:lnTo>
                    <a:pt x="549529" y="82042"/>
                  </a:lnTo>
                  <a:lnTo>
                    <a:pt x="565797" y="99161"/>
                  </a:lnTo>
                  <a:lnTo>
                    <a:pt x="591705" y="74777"/>
                  </a:lnTo>
                  <a:close/>
                </a:path>
                <a:path w="2214879" h="439420">
                  <a:moveTo>
                    <a:pt x="776198" y="286804"/>
                  </a:moveTo>
                  <a:lnTo>
                    <a:pt x="758507" y="267614"/>
                  </a:lnTo>
                  <a:lnTo>
                    <a:pt x="739813" y="248691"/>
                  </a:lnTo>
                  <a:lnTo>
                    <a:pt x="720267" y="229755"/>
                  </a:lnTo>
                  <a:lnTo>
                    <a:pt x="699998" y="210515"/>
                  </a:lnTo>
                  <a:lnTo>
                    <a:pt x="675614" y="231940"/>
                  </a:lnTo>
                  <a:lnTo>
                    <a:pt x="694766" y="251612"/>
                  </a:lnTo>
                  <a:lnTo>
                    <a:pt x="713333" y="271564"/>
                  </a:lnTo>
                  <a:lnTo>
                    <a:pt x="731342" y="291515"/>
                  </a:lnTo>
                  <a:lnTo>
                    <a:pt x="748766" y="311188"/>
                  </a:lnTo>
                  <a:lnTo>
                    <a:pt x="776198" y="286804"/>
                  </a:lnTo>
                  <a:close/>
                </a:path>
                <a:path w="2214879" h="439420">
                  <a:moveTo>
                    <a:pt x="855548" y="117449"/>
                  </a:moveTo>
                  <a:lnTo>
                    <a:pt x="669518" y="117449"/>
                  </a:lnTo>
                  <a:lnTo>
                    <a:pt x="672401" y="91427"/>
                  </a:lnTo>
                  <a:lnTo>
                    <a:pt x="674281" y="63525"/>
                  </a:lnTo>
                  <a:lnTo>
                    <a:pt x="675309" y="33616"/>
                  </a:lnTo>
                  <a:lnTo>
                    <a:pt x="675614" y="1524"/>
                  </a:lnTo>
                  <a:lnTo>
                    <a:pt x="637425" y="1524"/>
                  </a:lnTo>
                  <a:lnTo>
                    <a:pt x="637184" y="25234"/>
                  </a:lnTo>
                  <a:lnTo>
                    <a:pt x="637082" y="33616"/>
                  </a:lnTo>
                  <a:lnTo>
                    <a:pt x="636092" y="62382"/>
                  </a:lnTo>
                  <a:lnTo>
                    <a:pt x="634199" y="90563"/>
                  </a:lnTo>
                  <a:lnTo>
                    <a:pt x="631329" y="117449"/>
                  </a:lnTo>
                  <a:lnTo>
                    <a:pt x="466636" y="117449"/>
                  </a:lnTo>
                  <a:lnTo>
                    <a:pt x="466636" y="152603"/>
                  </a:lnTo>
                  <a:lnTo>
                    <a:pt x="626757" y="152603"/>
                  </a:lnTo>
                  <a:lnTo>
                    <a:pt x="613156" y="208013"/>
                  </a:lnTo>
                  <a:lnTo>
                    <a:pt x="593725" y="258292"/>
                  </a:lnTo>
                  <a:lnTo>
                    <a:pt x="568452" y="303415"/>
                  </a:lnTo>
                  <a:lnTo>
                    <a:pt x="537311" y="343319"/>
                  </a:lnTo>
                  <a:lnTo>
                    <a:pt x="500329" y="377952"/>
                  </a:lnTo>
                  <a:lnTo>
                    <a:pt x="457492" y="407301"/>
                  </a:lnTo>
                  <a:lnTo>
                    <a:pt x="464997" y="416166"/>
                  </a:lnTo>
                  <a:lnTo>
                    <a:pt x="471779" y="424484"/>
                  </a:lnTo>
                  <a:lnTo>
                    <a:pt x="478282" y="432231"/>
                  </a:lnTo>
                  <a:lnTo>
                    <a:pt x="484924" y="439394"/>
                  </a:lnTo>
                  <a:lnTo>
                    <a:pt x="524510" y="410527"/>
                  </a:lnTo>
                  <a:lnTo>
                    <a:pt x="559562" y="377583"/>
                  </a:lnTo>
                  <a:lnTo>
                    <a:pt x="590016" y="340575"/>
                  </a:lnTo>
                  <a:lnTo>
                    <a:pt x="615835" y="299554"/>
                  </a:lnTo>
                  <a:lnTo>
                    <a:pt x="636968" y="254533"/>
                  </a:lnTo>
                  <a:lnTo>
                    <a:pt x="653351" y="205536"/>
                  </a:lnTo>
                  <a:lnTo>
                    <a:pt x="664946" y="152603"/>
                  </a:lnTo>
                  <a:lnTo>
                    <a:pt x="817448" y="152603"/>
                  </a:lnTo>
                  <a:lnTo>
                    <a:pt x="816254" y="200025"/>
                  </a:lnTo>
                  <a:lnTo>
                    <a:pt x="814781" y="246189"/>
                  </a:lnTo>
                  <a:lnTo>
                    <a:pt x="812723" y="290944"/>
                  </a:lnTo>
                  <a:lnTo>
                    <a:pt x="809828" y="334149"/>
                  </a:lnTo>
                  <a:lnTo>
                    <a:pt x="794956" y="373202"/>
                  </a:lnTo>
                  <a:lnTo>
                    <a:pt x="754862" y="385965"/>
                  </a:lnTo>
                  <a:lnTo>
                    <a:pt x="734529" y="385673"/>
                  </a:lnTo>
                  <a:lnTo>
                    <a:pt x="714476" y="384822"/>
                  </a:lnTo>
                  <a:lnTo>
                    <a:pt x="694423" y="383387"/>
                  </a:lnTo>
                  <a:lnTo>
                    <a:pt x="674090" y="381393"/>
                  </a:lnTo>
                  <a:lnTo>
                    <a:pt x="676109" y="392506"/>
                  </a:lnTo>
                  <a:lnTo>
                    <a:pt x="677710" y="402920"/>
                  </a:lnTo>
                  <a:lnTo>
                    <a:pt x="680186" y="421017"/>
                  </a:lnTo>
                  <a:lnTo>
                    <a:pt x="724001" y="423113"/>
                  </a:lnTo>
                  <a:lnTo>
                    <a:pt x="743191" y="423799"/>
                  </a:lnTo>
                  <a:lnTo>
                    <a:pt x="760958" y="424065"/>
                  </a:lnTo>
                  <a:lnTo>
                    <a:pt x="797306" y="418922"/>
                  </a:lnTo>
                  <a:lnTo>
                    <a:pt x="823912" y="403491"/>
                  </a:lnTo>
                  <a:lnTo>
                    <a:pt x="835406" y="385965"/>
                  </a:lnTo>
                  <a:lnTo>
                    <a:pt x="840778" y="377774"/>
                  </a:lnTo>
                  <a:lnTo>
                    <a:pt x="847928" y="341769"/>
                  </a:lnTo>
                  <a:lnTo>
                    <a:pt x="850188" y="295109"/>
                  </a:lnTo>
                  <a:lnTo>
                    <a:pt x="852309" y="242176"/>
                  </a:lnTo>
                  <a:lnTo>
                    <a:pt x="854138" y="182956"/>
                  </a:lnTo>
                  <a:lnTo>
                    <a:pt x="855548" y="117449"/>
                  </a:lnTo>
                  <a:close/>
                </a:path>
                <a:path w="2214879" h="439420">
                  <a:moveTo>
                    <a:pt x="1223111" y="277660"/>
                  </a:moveTo>
                  <a:lnTo>
                    <a:pt x="898207" y="277660"/>
                  </a:lnTo>
                  <a:lnTo>
                    <a:pt x="898207" y="311188"/>
                  </a:lnTo>
                  <a:lnTo>
                    <a:pt x="1223111" y="311188"/>
                  </a:lnTo>
                  <a:lnTo>
                    <a:pt x="1223111" y="277660"/>
                  </a:lnTo>
                  <a:close/>
                </a:path>
                <a:path w="2214879" h="439420">
                  <a:moveTo>
                    <a:pt x="1329791" y="73253"/>
                  </a:moveTo>
                  <a:lnTo>
                    <a:pt x="1018705" y="73253"/>
                  </a:lnTo>
                  <a:lnTo>
                    <a:pt x="1026325" y="3048"/>
                  </a:lnTo>
                  <a:lnTo>
                    <a:pt x="989749" y="3048"/>
                  </a:lnTo>
                  <a:lnTo>
                    <a:pt x="972985" y="175450"/>
                  </a:lnTo>
                  <a:lnTo>
                    <a:pt x="972985" y="208978"/>
                  </a:lnTo>
                  <a:lnTo>
                    <a:pt x="1259687" y="208978"/>
                  </a:lnTo>
                  <a:lnTo>
                    <a:pt x="1257401" y="246735"/>
                  </a:lnTo>
                  <a:lnTo>
                    <a:pt x="1252829" y="314769"/>
                  </a:lnTo>
                  <a:lnTo>
                    <a:pt x="1244612" y="366547"/>
                  </a:lnTo>
                  <a:lnTo>
                    <a:pt x="1212138" y="390029"/>
                  </a:lnTo>
                  <a:lnTo>
                    <a:pt x="1186446" y="392061"/>
                  </a:lnTo>
                  <a:lnTo>
                    <a:pt x="1087386" y="385965"/>
                  </a:lnTo>
                  <a:lnTo>
                    <a:pt x="1089406" y="397052"/>
                  </a:lnTo>
                  <a:lnTo>
                    <a:pt x="1091006" y="407301"/>
                  </a:lnTo>
                  <a:lnTo>
                    <a:pt x="1092314" y="416394"/>
                  </a:lnTo>
                  <a:lnTo>
                    <a:pt x="1093482" y="424065"/>
                  </a:lnTo>
                  <a:lnTo>
                    <a:pt x="1121194" y="424942"/>
                  </a:lnTo>
                  <a:lnTo>
                    <a:pt x="1147203" y="425399"/>
                  </a:lnTo>
                  <a:lnTo>
                    <a:pt x="1194066" y="425589"/>
                  </a:lnTo>
                  <a:lnTo>
                    <a:pt x="1215504" y="424700"/>
                  </a:lnTo>
                  <a:lnTo>
                    <a:pt x="1259687" y="410349"/>
                  </a:lnTo>
                  <a:lnTo>
                    <a:pt x="1273746" y="392061"/>
                  </a:lnTo>
                  <a:lnTo>
                    <a:pt x="1276832" y="386537"/>
                  </a:lnTo>
                  <a:lnTo>
                    <a:pt x="1287119" y="347865"/>
                  </a:lnTo>
                  <a:lnTo>
                    <a:pt x="1290281" y="307174"/>
                  </a:lnTo>
                  <a:lnTo>
                    <a:pt x="1293025" y="265087"/>
                  </a:lnTo>
                  <a:lnTo>
                    <a:pt x="1295476" y="221284"/>
                  </a:lnTo>
                  <a:lnTo>
                    <a:pt x="1297787" y="175450"/>
                  </a:lnTo>
                  <a:lnTo>
                    <a:pt x="1009561" y="175450"/>
                  </a:lnTo>
                  <a:lnTo>
                    <a:pt x="1015657" y="105257"/>
                  </a:lnTo>
                  <a:lnTo>
                    <a:pt x="1329791" y="105257"/>
                  </a:lnTo>
                  <a:lnTo>
                    <a:pt x="1329791" y="73253"/>
                  </a:lnTo>
                  <a:close/>
                </a:path>
                <a:path w="2214879" h="439420">
                  <a:moveTo>
                    <a:pt x="1502194" y="335673"/>
                  </a:moveTo>
                  <a:lnTo>
                    <a:pt x="1424762" y="353771"/>
                  </a:lnTo>
                  <a:lnTo>
                    <a:pt x="1385087" y="362458"/>
                  </a:lnTo>
                  <a:lnTo>
                    <a:pt x="1345120" y="370725"/>
                  </a:lnTo>
                  <a:lnTo>
                    <a:pt x="1354264" y="404253"/>
                  </a:lnTo>
                  <a:lnTo>
                    <a:pt x="1391945" y="394271"/>
                  </a:lnTo>
                  <a:lnTo>
                    <a:pt x="1429334" y="385013"/>
                  </a:lnTo>
                  <a:lnTo>
                    <a:pt x="1466176" y="376605"/>
                  </a:lnTo>
                  <a:lnTo>
                    <a:pt x="1502194" y="369201"/>
                  </a:lnTo>
                  <a:lnTo>
                    <a:pt x="1502194" y="335673"/>
                  </a:lnTo>
                  <a:close/>
                </a:path>
                <a:path w="2214879" h="439420">
                  <a:moveTo>
                    <a:pt x="1502194" y="112877"/>
                  </a:moveTo>
                  <a:lnTo>
                    <a:pt x="1470088" y="96113"/>
                  </a:lnTo>
                  <a:lnTo>
                    <a:pt x="1462112" y="110705"/>
                  </a:lnTo>
                  <a:lnTo>
                    <a:pt x="1446733" y="138201"/>
                  </a:lnTo>
                  <a:lnTo>
                    <a:pt x="1398892" y="152577"/>
                  </a:lnTo>
                  <a:lnTo>
                    <a:pt x="1386268" y="152590"/>
                  </a:lnTo>
                  <a:lnTo>
                    <a:pt x="1402270" y="126619"/>
                  </a:lnTo>
                  <a:lnTo>
                    <a:pt x="1420558" y="94627"/>
                  </a:lnTo>
                  <a:lnTo>
                    <a:pt x="1441132" y="56896"/>
                  </a:lnTo>
                  <a:lnTo>
                    <a:pt x="1463992" y="13716"/>
                  </a:lnTo>
                  <a:lnTo>
                    <a:pt x="1430464" y="0"/>
                  </a:lnTo>
                  <a:lnTo>
                    <a:pt x="1408798" y="48374"/>
                  </a:lnTo>
                  <a:lnTo>
                    <a:pt x="1387411" y="90436"/>
                  </a:lnTo>
                  <a:lnTo>
                    <a:pt x="1366608" y="126199"/>
                  </a:lnTo>
                  <a:lnTo>
                    <a:pt x="1346644" y="155638"/>
                  </a:lnTo>
                  <a:lnTo>
                    <a:pt x="1354264" y="186118"/>
                  </a:lnTo>
                  <a:lnTo>
                    <a:pt x="1421320" y="181546"/>
                  </a:lnTo>
                  <a:lnTo>
                    <a:pt x="1402702" y="210642"/>
                  </a:lnTo>
                  <a:lnTo>
                    <a:pt x="1385506" y="235889"/>
                  </a:lnTo>
                  <a:lnTo>
                    <a:pt x="1369466" y="256857"/>
                  </a:lnTo>
                  <a:lnTo>
                    <a:pt x="1354264" y="273088"/>
                  </a:lnTo>
                  <a:lnTo>
                    <a:pt x="1361884" y="306616"/>
                  </a:lnTo>
                  <a:lnTo>
                    <a:pt x="1468234" y="289255"/>
                  </a:lnTo>
                  <a:lnTo>
                    <a:pt x="1494574" y="285280"/>
                  </a:lnTo>
                  <a:lnTo>
                    <a:pt x="1495501" y="277253"/>
                  </a:lnTo>
                  <a:lnTo>
                    <a:pt x="1496288" y="269087"/>
                  </a:lnTo>
                  <a:lnTo>
                    <a:pt x="1496555" y="266992"/>
                  </a:lnTo>
                  <a:lnTo>
                    <a:pt x="1497355" y="260629"/>
                  </a:lnTo>
                  <a:lnTo>
                    <a:pt x="1499146" y="251752"/>
                  </a:lnTo>
                  <a:lnTo>
                    <a:pt x="1478495" y="255206"/>
                  </a:lnTo>
                  <a:lnTo>
                    <a:pt x="1401508" y="266992"/>
                  </a:lnTo>
                  <a:lnTo>
                    <a:pt x="1426667" y="230670"/>
                  </a:lnTo>
                  <a:lnTo>
                    <a:pt x="1451813" y="192786"/>
                  </a:lnTo>
                  <a:lnTo>
                    <a:pt x="1459014" y="181546"/>
                  </a:lnTo>
                  <a:lnTo>
                    <a:pt x="1476997" y="153492"/>
                  </a:lnTo>
                  <a:lnTo>
                    <a:pt x="1477543" y="152590"/>
                  </a:lnTo>
                  <a:lnTo>
                    <a:pt x="1502194" y="112877"/>
                  </a:lnTo>
                  <a:close/>
                </a:path>
                <a:path w="2214879" h="439420">
                  <a:moveTo>
                    <a:pt x="1755368" y="256324"/>
                  </a:moveTo>
                  <a:lnTo>
                    <a:pt x="1720227" y="256324"/>
                  </a:lnTo>
                  <a:lnTo>
                    <a:pt x="1720227" y="286804"/>
                  </a:lnTo>
                  <a:lnTo>
                    <a:pt x="1720227" y="376821"/>
                  </a:lnTo>
                  <a:lnTo>
                    <a:pt x="1557058" y="376821"/>
                  </a:lnTo>
                  <a:lnTo>
                    <a:pt x="1557058" y="286804"/>
                  </a:lnTo>
                  <a:lnTo>
                    <a:pt x="1720227" y="286804"/>
                  </a:lnTo>
                  <a:lnTo>
                    <a:pt x="1720227" y="256324"/>
                  </a:lnTo>
                  <a:lnTo>
                    <a:pt x="1523530" y="256324"/>
                  </a:lnTo>
                  <a:lnTo>
                    <a:pt x="1523530" y="434822"/>
                  </a:lnTo>
                  <a:lnTo>
                    <a:pt x="1557058" y="434822"/>
                  </a:lnTo>
                  <a:lnTo>
                    <a:pt x="1557058" y="407301"/>
                  </a:lnTo>
                  <a:lnTo>
                    <a:pt x="1720227" y="407301"/>
                  </a:lnTo>
                  <a:lnTo>
                    <a:pt x="1720227" y="434822"/>
                  </a:lnTo>
                  <a:lnTo>
                    <a:pt x="1755368" y="434822"/>
                  </a:lnTo>
                  <a:lnTo>
                    <a:pt x="1755368" y="407301"/>
                  </a:lnTo>
                  <a:lnTo>
                    <a:pt x="1755368" y="376821"/>
                  </a:lnTo>
                  <a:lnTo>
                    <a:pt x="1755368" y="286804"/>
                  </a:lnTo>
                  <a:lnTo>
                    <a:pt x="1755368" y="256324"/>
                  </a:lnTo>
                  <a:close/>
                </a:path>
                <a:path w="2214879" h="439420">
                  <a:moveTo>
                    <a:pt x="1779752" y="73253"/>
                  </a:moveTo>
                  <a:lnTo>
                    <a:pt x="1656219" y="73253"/>
                  </a:lnTo>
                  <a:lnTo>
                    <a:pt x="1656219" y="3048"/>
                  </a:lnTo>
                  <a:lnTo>
                    <a:pt x="1621167" y="3048"/>
                  </a:lnTo>
                  <a:lnTo>
                    <a:pt x="1621167" y="73253"/>
                  </a:lnTo>
                  <a:lnTo>
                    <a:pt x="1500670" y="73253"/>
                  </a:lnTo>
                  <a:lnTo>
                    <a:pt x="1500670" y="105257"/>
                  </a:lnTo>
                  <a:lnTo>
                    <a:pt x="1621167" y="105257"/>
                  </a:lnTo>
                  <a:lnTo>
                    <a:pt x="1621167" y="173926"/>
                  </a:lnTo>
                  <a:lnTo>
                    <a:pt x="1514386" y="173926"/>
                  </a:lnTo>
                  <a:lnTo>
                    <a:pt x="1514386" y="204406"/>
                  </a:lnTo>
                  <a:lnTo>
                    <a:pt x="1764512" y="204406"/>
                  </a:lnTo>
                  <a:lnTo>
                    <a:pt x="1764512" y="173926"/>
                  </a:lnTo>
                  <a:lnTo>
                    <a:pt x="1656219" y="173926"/>
                  </a:lnTo>
                  <a:lnTo>
                    <a:pt x="1656219" y="105257"/>
                  </a:lnTo>
                  <a:lnTo>
                    <a:pt x="1779752" y="105257"/>
                  </a:lnTo>
                  <a:lnTo>
                    <a:pt x="1779752" y="73253"/>
                  </a:lnTo>
                  <a:close/>
                </a:path>
                <a:path w="2214879" h="439420">
                  <a:moveTo>
                    <a:pt x="1962734" y="230416"/>
                  </a:moveTo>
                  <a:lnTo>
                    <a:pt x="1946986" y="214884"/>
                  </a:lnTo>
                  <a:lnTo>
                    <a:pt x="1931250" y="199847"/>
                  </a:lnTo>
                  <a:lnTo>
                    <a:pt x="1914944" y="184607"/>
                  </a:lnTo>
                  <a:lnTo>
                    <a:pt x="1901761" y="172415"/>
                  </a:lnTo>
                  <a:lnTo>
                    <a:pt x="1889480" y="184607"/>
                  </a:lnTo>
                  <a:lnTo>
                    <a:pt x="1889480" y="125158"/>
                  </a:lnTo>
                  <a:lnTo>
                    <a:pt x="1945970" y="125158"/>
                  </a:lnTo>
                  <a:lnTo>
                    <a:pt x="1945970" y="96113"/>
                  </a:lnTo>
                  <a:lnTo>
                    <a:pt x="1889480" y="96113"/>
                  </a:lnTo>
                  <a:lnTo>
                    <a:pt x="1889480" y="9144"/>
                  </a:lnTo>
                  <a:lnTo>
                    <a:pt x="1859000" y="9144"/>
                  </a:lnTo>
                  <a:lnTo>
                    <a:pt x="1859000" y="96113"/>
                  </a:lnTo>
                  <a:lnTo>
                    <a:pt x="1796516" y="96113"/>
                  </a:lnTo>
                  <a:lnTo>
                    <a:pt x="1796516" y="125158"/>
                  </a:lnTo>
                  <a:lnTo>
                    <a:pt x="1857476" y="125158"/>
                  </a:lnTo>
                  <a:lnTo>
                    <a:pt x="1846618" y="166611"/>
                  </a:lnTo>
                  <a:lnTo>
                    <a:pt x="1832330" y="206362"/>
                  </a:lnTo>
                  <a:lnTo>
                    <a:pt x="1814614" y="244398"/>
                  </a:lnTo>
                  <a:lnTo>
                    <a:pt x="1793468" y="280708"/>
                  </a:lnTo>
                  <a:lnTo>
                    <a:pt x="1797748" y="290969"/>
                  </a:lnTo>
                  <a:lnTo>
                    <a:pt x="1801469" y="301091"/>
                  </a:lnTo>
                  <a:lnTo>
                    <a:pt x="1804606" y="310921"/>
                  </a:lnTo>
                  <a:lnTo>
                    <a:pt x="1807184" y="320332"/>
                  </a:lnTo>
                  <a:lnTo>
                    <a:pt x="1821497" y="297167"/>
                  </a:lnTo>
                  <a:lnTo>
                    <a:pt x="1834807" y="270979"/>
                  </a:lnTo>
                  <a:lnTo>
                    <a:pt x="1847265" y="241642"/>
                  </a:lnTo>
                  <a:lnTo>
                    <a:pt x="1859000" y="208991"/>
                  </a:lnTo>
                  <a:lnTo>
                    <a:pt x="1859000" y="434822"/>
                  </a:lnTo>
                  <a:lnTo>
                    <a:pt x="1889480" y="434822"/>
                  </a:lnTo>
                  <a:lnTo>
                    <a:pt x="1889480" y="208991"/>
                  </a:lnTo>
                  <a:lnTo>
                    <a:pt x="1889480" y="199847"/>
                  </a:lnTo>
                  <a:lnTo>
                    <a:pt x="1901253" y="211861"/>
                  </a:lnTo>
                  <a:lnTo>
                    <a:pt x="1913572" y="225031"/>
                  </a:lnTo>
                  <a:lnTo>
                    <a:pt x="1926437" y="239356"/>
                  </a:lnTo>
                  <a:lnTo>
                    <a:pt x="1939874" y="254800"/>
                  </a:lnTo>
                  <a:lnTo>
                    <a:pt x="1962734" y="230416"/>
                  </a:lnTo>
                  <a:close/>
                </a:path>
                <a:path w="2214879" h="439420">
                  <a:moveTo>
                    <a:pt x="2156371" y="324904"/>
                  </a:moveTo>
                  <a:lnTo>
                    <a:pt x="2153081" y="318808"/>
                  </a:lnTo>
                  <a:lnTo>
                    <a:pt x="2139912" y="294424"/>
                  </a:lnTo>
                  <a:lnTo>
                    <a:pt x="2118296" y="254800"/>
                  </a:lnTo>
                  <a:lnTo>
                    <a:pt x="2106218" y="232714"/>
                  </a:lnTo>
                  <a:lnTo>
                    <a:pt x="2090839" y="204419"/>
                  </a:lnTo>
                  <a:lnTo>
                    <a:pt x="2063407" y="218135"/>
                  </a:lnTo>
                  <a:lnTo>
                    <a:pt x="2073427" y="236474"/>
                  </a:lnTo>
                  <a:lnTo>
                    <a:pt x="2083028" y="254787"/>
                  </a:lnTo>
                  <a:lnTo>
                    <a:pt x="2092337" y="273088"/>
                  </a:lnTo>
                  <a:lnTo>
                    <a:pt x="2101507" y="291376"/>
                  </a:lnTo>
                  <a:lnTo>
                    <a:pt x="2079523" y="292277"/>
                  </a:lnTo>
                  <a:lnTo>
                    <a:pt x="1997786" y="294424"/>
                  </a:lnTo>
                  <a:lnTo>
                    <a:pt x="2022411" y="253619"/>
                  </a:lnTo>
                  <a:lnTo>
                    <a:pt x="2043582" y="216077"/>
                  </a:lnTo>
                  <a:lnTo>
                    <a:pt x="2061311" y="182257"/>
                  </a:lnTo>
                  <a:lnTo>
                    <a:pt x="2075599" y="152590"/>
                  </a:lnTo>
                  <a:lnTo>
                    <a:pt x="2043595" y="138874"/>
                  </a:lnTo>
                  <a:lnTo>
                    <a:pt x="2025484" y="178358"/>
                  </a:lnTo>
                  <a:lnTo>
                    <a:pt x="2007692" y="214553"/>
                  </a:lnTo>
                  <a:lnTo>
                    <a:pt x="1971878" y="277660"/>
                  </a:lnTo>
                  <a:lnTo>
                    <a:pt x="1949018" y="300520"/>
                  </a:lnTo>
                  <a:lnTo>
                    <a:pt x="1962734" y="332625"/>
                  </a:lnTo>
                  <a:lnTo>
                    <a:pt x="2057488" y="322046"/>
                  </a:lnTo>
                  <a:lnTo>
                    <a:pt x="2113699" y="318808"/>
                  </a:lnTo>
                  <a:lnTo>
                    <a:pt x="2116886" y="324535"/>
                  </a:lnTo>
                  <a:lnTo>
                    <a:pt x="2122703" y="336029"/>
                  </a:lnTo>
                  <a:lnTo>
                    <a:pt x="2125891" y="341769"/>
                  </a:lnTo>
                  <a:lnTo>
                    <a:pt x="2156371" y="324904"/>
                  </a:lnTo>
                  <a:close/>
                </a:path>
                <a:path w="2214879" h="439420">
                  <a:moveTo>
                    <a:pt x="2214384" y="71729"/>
                  </a:moveTo>
                  <a:lnTo>
                    <a:pt x="2025218" y="71729"/>
                  </a:lnTo>
                  <a:lnTo>
                    <a:pt x="2031225" y="57988"/>
                  </a:lnTo>
                  <a:lnTo>
                    <a:pt x="2037486" y="44094"/>
                  </a:lnTo>
                  <a:lnTo>
                    <a:pt x="2043734" y="29895"/>
                  </a:lnTo>
                  <a:lnTo>
                    <a:pt x="2049691" y="15240"/>
                  </a:lnTo>
                  <a:lnTo>
                    <a:pt x="2016074" y="4572"/>
                  </a:lnTo>
                  <a:lnTo>
                    <a:pt x="2000072" y="47167"/>
                  </a:lnTo>
                  <a:lnTo>
                    <a:pt x="1981784" y="87731"/>
                  </a:lnTo>
                  <a:lnTo>
                    <a:pt x="1961210" y="126009"/>
                  </a:lnTo>
                  <a:lnTo>
                    <a:pt x="1938350" y="161734"/>
                  </a:lnTo>
                  <a:lnTo>
                    <a:pt x="1946059" y="167170"/>
                  </a:lnTo>
                  <a:lnTo>
                    <a:pt x="1953209" y="172034"/>
                  </a:lnTo>
                  <a:lnTo>
                    <a:pt x="1959775" y="176314"/>
                  </a:lnTo>
                  <a:lnTo>
                    <a:pt x="1965782" y="180035"/>
                  </a:lnTo>
                  <a:lnTo>
                    <a:pt x="1976323" y="164045"/>
                  </a:lnTo>
                  <a:lnTo>
                    <a:pt x="1987308" y="145923"/>
                  </a:lnTo>
                  <a:lnTo>
                    <a:pt x="1998560" y="125768"/>
                  </a:lnTo>
                  <a:lnTo>
                    <a:pt x="2009978" y="103733"/>
                  </a:lnTo>
                  <a:lnTo>
                    <a:pt x="2179332" y="103733"/>
                  </a:lnTo>
                  <a:lnTo>
                    <a:pt x="2177758" y="161734"/>
                  </a:lnTo>
                  <a:lnTo>
                    <a:pt x="2175929" y="223469"/>
                  </a:lnTo>
                  <a:lnTo>
                    <a:pt x="2174354" y="270979"/>
                  </a:lnTo>
                  <a:lnTo>
                    <a:pt x="2172792" y="314693"/>
                  </a:lnTo>
                  <a:lnTo>
                    <a:pt x="2170176" y="357619"/>
                  </a:lnTo>
                  <a:lnTo>
                    <a:pt x="2143417" y="391109"/>
                  </a:lnTo>
                  <a:lnTo>
                    <a:pt x="2118271" y="393585"/>
                  </a:lnTo>
                  <a:lnTo>
                    <a:pt x="2100554" y="393293"/>
                  </a:lnTo>
                  <a:lnTo>
                    <a:pt x="2081695" y="392442"/>
                  </a:lnTo>
                  <a:lnTo>
                    <a:pt x="2061692" y="391007"/>
                  </a:lnTo>
                  <a:lnTo>
                    <a:pt x="2040547" y="389013"/>
                  </a:lnTo>
                  <a:lnTo>
                    <a:pt x="2042591" y="399034"/>
                  </a:lnTo>
                  <a:lnTo>
                    <a:pt x="2084552" y="428447"/>
                  </a:lnTo>
                  <a:lnTo>
                    <a:pt x="2119795" y="428637"/>
                  </a:lnTo>
                  <a:lnTo>
                    <a:pt x="2141842" y="427723"/>
                  </a:lnTo>
                  <a:lnTo>
                    <a:pt x="2185428" y="411873"/>
                  </a:lnTo>
                  <a:lnTo>
                    <a:pt x="2203208" y="370509"/>
                  </a:lnTo>
                  <a:lnTo>
                    <a:pt x="2206917" y="320776"/>
                  </a:lnTo>
                  <a:lnTo>
                    <a:pt x="2208453" y="278853"/>
                  </a:lnTo>
                  <a:lnTo>
                    <a:pt x="2213445" y="103733"/>
                  </a:lnTo>
                  <a:lnTo>
                    <a:pt x="2214384" y="717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/>
          <p:nvPr/>
        </p:nvSpPr>
        <p:spPr>
          <a:xfrm>
            <a:off x="4457509" y="5422772"/>
            <a:ext cx="2208530" cy="438150"/>
          </a:xfrm>
          <a:custGeom>
            <a:avLst/>
            <a:gdLst/>
            <a:ahLst/>
            <a:cxnLst/>
            <a:rect l="l" t="t" r="r" b="b"/>
            <a:pathLst>
              <a:path w="2208529" h="438150">
                <a:moveTo>
                  <a:pt x="169252" y="76301"/>
                </a:moveTo>
                <a:lnTo>
                  <a:pt x="134200" y="76301"/>
                </a:lnTo>
                <a:lnTo>
                  <a:pt x="134200" y="108305"/>
                </a:lnTo>
                <a:lnTo>
                  <a:pt x="134200" y="215087"/>
                </a:lnTo>
                <a:lnTo>
                  <a:pt x="134200" y="247180"/>
                </a:lnTo>
                <a:lnTo>
                  <a:pt x="134200" y="358533"/>
                </a:lnTo>
                <a:lnTo>
                  <a:pt x="35052" y="358533"/>
                </a:lnTo>
                <a:lnTo>
                  <a:pt x="35052" y="247180"/>
                </a:lnTo>
                <a:lnTo>
                  <a:pt x="134200" y="247180"/>
                </a:lnTo>
                <a:lnTo>
                  <a:pt x="134200" y="215087"/>
                </a:lnTo>
                <a:lnTo>
                  <a:pt x="35052" y="215087"/>
                </a:lnTo>
                <a:lnTo>
                  <a:pt x="35052" y="108305"/>
                </a:lnTo>
                <a:lnTo>
                  <a:pt x="134200" y="108305"/>
                </a:lnTo>
                <a:lnTo>
                  <a:pt x="134200" y="76301"/>
                </a:lnTo>
                <a:lnTo>
                  <a:pt x="80860" y="76301"/>
                </a:lnTo>
                <a:lnTo>
                  <a:pt x="87718" y="61391"/>
                </a:lnTo>
                <a:lnTo>
                  <a:pt x="94576" y="46189"/>
                </a:lnTo>
                <a:lnTo>
                  <a:pt x="101434" y="30403"/>
                </a:lnTo>
                <a:lnTo>
                  <a:pt x="108292" y="13716"/>
                </a:lnTo>
                <a:lnTo>
                  <a:pt x="71716" y="3048"/>
                </a:lnTo>
                <a:lnTo>
                  <a:pt x="65709" y="20320"/>
                </a:lnTo>
                <a:lnTo>
                  <a:pt x="59131" y="37998"/>
                </a:lnTo>
                <a:lnTo>
                  <a:pt x="51955" y="56515"/>
                </a:lnTo>
                <a:lnTo>
                  <a:pt x="44196" y="76301"/>
                </a:lnTo>
                <a:lnTo>
                  <a:pt x="0" y="76301"/>
                </a:lnTo>
                <a:lnTo>
                  <a:pt x="0" y="428637"/>
                </a:lnTo>
                <a:lnTo>
                  <a:pt x="35052" y="428637"/>
                </a:lnTo>
                <a:lnTo>
                  <a:pt x="35052" y="390537"/>
                </a:lnTo>
                <a:lnTo>
                  <a:pt x="134200" y="390537"/>
                </a:lnTo>
                <a:lnTo>
                  <a:pt x="134200" y="425589"/>
                </a:lnTo>
                <a:lnTo>
                  <a:pt x="169252" y="425589"/>
                </a:lnTo>
                <a:lnTo>
                  <a:pt x="169252" y="390537"/>
                </a:lnTo>
                <a:lnTo>
                  <a:pt x="169252" y="358533"/>
                </a:lnTo>
                <a:lnTo>
                  <a:pt x="169252" y="247180"/>
                </a:lnTo>
                <a:lnTo>
                  <a:pt x="169252" y="215087"/>
                </a:lnTo>
                <a:lnTo>
                  <a:pt x="169252" y="108305"/>
                </a:lnTo>
                <a:lnTo>
                  <a:pt x="169252" y="76301"/>
                </a:lnTo>
                <a:close/>
              </a:path>
              <a:path w="2208529" h="438150">
                <a:moveTo>
                  <a:pt x="318706" y="276136"/>
                </a:moveTo>
                <a:lnTo>
                  <a:pt x="302704" y="253758"/>
                </a:lnTo>
                <a:lnTo>
                  <a:pt x="284416" y="229793"/>
                </a:lnTo>
                <a:lnTo>
                  <a:pt x="263842" y="203835"/>
                </a:lnTo>
                <a:lnTo>
                  <a:pt x="240982" y="175463"/>
                </a:lnTo>
                <a:lnTo>
                  <a:pt x="213550" y="195275"/>
                </a:lnTo>
                <a:lnTo>
                  <a:pt x="233527" y="221373"/>
                </a:lnTo>
                <a:lnTo>
                  <a:pt x="252222" y="247167"/>
                </a:lnTo>
                <a:lnTo>
                  <a:pt x="269481" y="272948"/>
                </a:lnTo>
                <a:lnTo>
                  <a:pt x="285178" y="298996"/>
                </a:lnTo>
                <a:lnTo>
                  <a:pt x="318706" y="276136"/>
                </a:lnTo>
                <a:close/>
              </a:path>
              <a:path w="2208529" h="438150">
                <a:moveTo>
                  <a:pt x="399567" y="74777"/>
                </a:moveTo>
                <a:lnTo>
                  <a:pt x="259270" y="74777"/>
                </a:lnTo>
                <a:lnTo>
                  <a:pt x="264985" y="59867"/>
                </a:lnTo>
                <a:lnTo>
                  <a:pt x="270700" y="44665"/>
                </a:lnTo>
                <a:lnTo>
                  <a:pt x="276415" y="28879"/>
                </a:lnTo>
                <a:lnTo>
                  <a:pt x="282130" y="12192"/>
                </a:lnTo>
                <a:lnTo>
                  <a:pt x="245554" y="3048"/>
                </a:lnTo>
                <a:lnTo>
                  <a:pt x="230098" y="50038"/>
                </a:lnTo>
                <a:lnTo>
                  <a:pt x="213347" y="92722"/>
                </a:lnTo>
                <a:lnTo>
                  <a:pt x="195148" y="131381"/>
                </a:lnTo>
                <a:lnTo>
                  <a:pt x="175348" y="166319"/>
                </a:lnTo>
                <a:lnTo>
                  <a:pt x="184238" y="169976"/>
                </a:lnTo>
                <a:lnTo>
                  <a:pt x="192392" y="173939"/>
                </a:lnTo>
                <a:lnTo>
                  <a:pt x="199656" y="177888"/>
                </a:lnTo>
                <a:lnTo>
                  <a:pt x="205930" y="181559"/>
                </a:lnTo>
                <a:lnTo>
                  <a:pt x="215976" y="164973"/>
                </a:lnTo>
                <a:lnTo>
                  <a:pt x="225742" y="147256"/>
                </a:lnTo>
                <a:lnTo>
                  <a:pt x="235496" y="128358"/>
                </a:lnTo>
                <a:lnTo>
                  <a:pt x="245554" y="108305"/>
                </a:lnTo>
                <a:lnTo>
                  <a:pt x="362991" y="108305"/>
                </a:lnTo>
                <a:lnTo>
                  <a:pt x="361886" y="175463"/>
                </a:lnTo>
                <a:lnTo>
                  <a:pt x="360527" y="231622"/>
                </a:lnTo>
                <a:lnTo>
                  <a:pt x="358927" y="279895"/>
                </a:lnTo>
                <a:lnTo>
                  <a:pt x="357187" y="319176"/>
                </a:lnTo>
                <a:lnTo>
                  <a:pt x="351701" y="368261"/>
                </a:lnTo>
                <a:lnTo>
                  <a:pt x="312610" y="392061"/>
                </a:lnTo>
                <a:lnTo>
                  <a:pt x="293763" y="391744"/>
                </a:lnTo>
                <a:lnTo>
                  <a:pt x="273939" y="390728"/>
                </a:lnTo>
                <a:lnTo>
                  <a:pt x="253238" y="388835"/>
                </a:lnTo>
                <a:lnTo>
                  <a:pt x="231838" y="385965"/>
                </a:lnTo>
                <a:lnTo>
                  <a:pt x="233210" y="394487"/>
                </a:lnTo>
                <a:lnTo>
                  <a:pt x="234886" y="403872"/>
                </a:lnTo>
                <a:lnTo>
                  <a:pt x="236550" y="413816"/>
                </a:lnTo>
                <a:lnTo>
                  <a:pt x="237934" y="424065"/>
                </a:lnTo>
                <a:lnTo>
                  <a:pt x="258483" y="425818"/>
                </a:lnTo>
                <a:lnTo>
                  <a:pt x="278892" y="426732"/>
                </a:lnTo>
                <a:lnTo>
                  <a:pt x="299008" y="427062"/>
                </a:lnTo>
                <a:lnTo>
                  <a:pt x="318706" y="427113"/>
                </a:lnTo>
                <a:lnTo>
                  <a:pt x="349681" y="422821"/>
                </a:lnTo>
                <a:lnTo>
                  <a:pt x="371932" y="409968"/>
                </a:lnTo>
                <a:lnTo>
                  <a:pt x="383578" y="392061"/>
                </a:lnTo>
                <a:lnTo>
                  <a:pt x="385876" y="388531"/>
                </a:lnTo>
                <a:lnTo>
                  <a:pt x="392823" y="334632"/>
                </a:lnTo>
                <a:lnTo>
                  <a:pt x="395185" y="258406"/>
                </a:lnTo>
                <a:lnTo>
                  <a:pt x="396570" y="206324"/>
                </a:lnTo>
                <a:lnTo>
                  <a:pt x="397992" y="147256"/>
                </a:lnTo>
                <a:lnTo>
                  <a:pt x="398843" y="108305"/>
                </a:lnTo>
                <a:lnTo>
                  <a:pt x="399567" y="74777"/>
                </a:lnTo>
                <a:close/>
              </a:path>
              <a:path w="2208529" h="438150">
                <a:moveTo>
                  <a:pt x="613117" y="26009"/>
                </a:moveTo>
                <a:lnTo>
                  <a:pt x="581025" y="7620"/>
                </a:lnTo>
                <a:lnTo>
                  <a:pt x="554482" y="50482"/>
                </a:lnTo>
                <a:lnTo>
                  <a:pt x="525957" y="89395"/>
                </a:lnTo>
                <a:lnTo>
                  <a:pt x="495300" y="124421"/>
                </a:lnTo>
                <a:lnTo>
                  <a:pt x="462368" y="155625"/>
                </a:lnTo>
                <a:lnTo>
                  <a:pt x="426999" y="183070"/>
                </a:lnTo>
                <a:lnTo>
                  <a:pt x="434695" y="190817"/>
                </a:lnTo>
                <a:lnTo>
                  <a:pt x="441667" y="198132"/>
                </a:lnTo>
                <a:lnTo>
                  <a:pt x="447789" y="205155"/>
                </a:lnTo>
                <a:lnTo>
                  <a:pt x="452907" y="212039"/>
                </a:lnTo>
                <a:lnTo>
                  <a:pt x="489343" y="181864"/>
                </a:lnTo>
                <a:lnTo>
                  <a:pt x="523582" y="148094"/>
                </a:lnTo>
                <a:lnTo>
                  <a:pt x="555612" y="110807"/>
                </a:lnTo>
                <a:lnTo>
                  <a:pt x="585457" y="70078"/>
                </a:lnTo>
                <a:lnTo>
                  <a:pt x="613117" y="26009"/>
                </a:lnTo>
                <a:close/>
              </a:path>
              <a:path w="2208529" h="438150">
                <a:moveTo>
                  <a:pt x="777811" y="196786"/>
                </a:moveTo>
                <a:lnTo>
                  <a:pt x="486524" y="196786"/>
                </a:lnTo>
                <a:lnTo>
                  <a:pt x="486524" y="228892"/>
                </a:lnTo>
                <a:lnTo>
                  <a:pt x="571881" y="228892"/>
                </a:lnTo>
                <a:lnTo>
                  <a:pt x="568452" y="258330"/>
                </a:lnTo>
                <a:lnTo>
                  <a:pt x="554736" y="308660"/>
                </a:lnTo>
                <a:lnTo>
                  <a:pt x="525868" y="354164"/>
                </a:lnTo>
                <a:lnTo>
                  <a:pt x="473252" y="393649"/>
                </a:lnTo>
                <a:lnTo>
                  <a:pt x="439191" y="408825"/>
                </a:lnTo>
                <a:lnTo>
                  <a:pt x="446024" y="415912"/>
                </a:lnTo>
                <a:lnTo>
                  <a:pt x="452729" y="423303"/>
                </a:lnTo>
                <a:lnTo>
                  <a:pt x="459168" y="430720"/>
                </a:lnTo>
                <a:lnTo>
                  <a:pt x="465188" y="437870"/>
                </a:lnTo>
                <a:lnTo>
                  <a:pt x="501434" y="420128"/>
                </a:lnTo>
                <a:lnTo>
                  <a:pt x="557352" y="374980"/>
                </a:lnTo>
                <a:lnTo>
                  <a:pt x="587870" y="323227"/>
                </a:lnTo>
                <a:lnTo>
                  <a:pt x="603313" y="263753"/>
                </a:lnTo>
                <a:lnTo>
                  <a:pt x="607021" y="228892"/>
                </a:lnTo>
                <a:lnTo>
                  <a:pt x="742759" y="228892"/>
                </a:lnTo>
                <a:lnTo>
                  <a:pt x="740194" y="287769"/>
                </a:lnTo>
                <a:lnTo>
                  <a:pt x="736561" y="338721"/>
                </a:lnTo>
                <a:lnTo>
                  <a:pt x="722464" y="377774"/>
                </a:lnTo>
                <a:lnTo>
                  <a:pt x="687793" y="390537"/>
                </a:lnTo>
                <a:lnTo>
                  <a:pt x="667766" y="390004"/>
                </a:lnTo>
                <a:lnTo>
                  <a:pt x="648741" y="388632"/>
                </a:lnTo>
                <a:lnTo>
                  <a:pt x="630567" y="386676"/>
                </a:lnTo>
                <a:lnTo>
                  <a:pt x="613117" y="384441"/>
                </a:lnTo>
                <a:lnTo>
                  <a:pt x="615137" y="394462"/>
                </a:lnTo>
                <a:lnTo>
                  <a:pt x="616673" y="403682"/>
                </a:lnTo>
                <a:lnTo>
                  <a:pt x="618045" y="413372"/>
                </a:lnTo>
                <a:lnTo>
                  <a:pt x="619213" y="422541"/>
                </a:lnTo>
                <a:lnTo>
                  <a:pt x="638594" y="423418"/>
                </a:lnTo>
                <a:lnTo>
                  <a:pt x="657694" y="423875"/>
                </a:lnTo>
                <a:lnTo>
                  <a:pt x="693889" y="424065"/>
                </a:lnTo>
                <a:lnTo>
                  <a:pt x="726236" y="418934"/>
                </a:lnTo>
                <a:lnTo>
                  <a:pt x="749985" y="403682"/>
                </a:lnTo>
                <a:lnTo>
                  <a:pt x="757859" y="390537"/>
                </a:lnTo>
                <a:lnTo>
                  <a:pt x="765136" y="378409"/>
                </a:lnTo>
                <a:lnTo>
                  <a:pt x="771715" y="343293"/>
                </a:lnTo>
                <a:lnTo>
                  <a:pt x="773734" y="307517"/>
                </a:lnTo>
                <a:lnTo>
                  <a:pt x="775335" y="271183"/>
                </a:lnTo>
                <a:lnTo>
                  <a:pt x="776643" y="234276"/>
                </a:lnTo>
                <a:lnTo>
                  <a:pt x="777811" y="196786"/>
                </a:lnTo>
                <a:close/>
              </a:path>
              <a:path w="2208529" h="438150">
                <a:moveTo>
                  <a:pt x="869251" y="176974"/>
                </a:moveTo>
                <a:lnTo>
                  <a:pt x="823696" y="150990"/>
                </a:lnTo>
                <a:lnTo>
                  <a:pt x="783983" y="120510"/>
                </a:lnTo>
                <a:lnTo>
                  <a:pt x="750125" y="85496"/>
                </a:lnTo>
                <a:lnTo>
                  <a:pt x="722122" y="45859"/>
                </a:lnTo>
                <a:lnTo>
                  <a:pt x="699985" y="1524"/>
                </a:lnTo>
                <a:lnTo>
                  <a:pt x="667981" y="15240"/>
                </a:lnTo>
                <a:lnTo>
                  <a:pt x="691756" y="63246"/>
                </a:lnTo>
                <a:lnTo>
                  <a:pt x="720953" y="106629"/>
                </a:lnTo>
                <a:lnTo>
                  <a:pt x="755497" y="145529"/>
                </a:lnTo>
                <a:lnTo>
                  <a:pt x="795299" y="180111"/>
                </a:lnTo>
                <a:lnTo>
                  <a:pt x="840295" y="210515"/>
                </a:lnTo>
                <a:lnTo>
                  <a:pt x="845451" y="203339"/>
                </a:lnTo>
                <a:lnTo>
                  <a:pt x="851916" y="195453"/>
                </a:lnTo>
                <a:lnTo>
                  <a:pt x="859790" y="186715"/>
                </a:lnTo>
                <a:lnTo>
                  <a:pt x="869251" y="176974"/>
                </a:lnTo>
                <a:close/>
              </a:path>
              <a:path w="2208529" h="438150">
                <a:moveTo>
                  <a:pt x="1207858" y="155638"/>
                </a:moveTo>
                <a:lnTo>
                  <a:pt x="1179144" y="144970"/>
                </a:lnTo>
                <a:lnTo>
                  <a:pt x="1156169" y="136359"/>
                </a:lnTo>
                <a:lnTo>
                  <a:pt x="1139190" y="129730"/>
                </a:lnTo>
                <a:lnTo>
                  <a:pt x="1155217" y="122834"/>
                </a:lnTo>
                <a:lnTo>
                  <a:pt x="1167333" y="117449"/>
                </a:lnTo>
                <a:lnTo>
                  <a:pt x="1171079" y="115785"/>
                </a:lnTo>
                <a:lnTo>
                  <a:pt x="1186637" y="108445"/>
                </a:lnTo>
                <a:lnTo>
                  <a:pt x="1201762" y="100685"/>
                </a:lnTo>
                <a:lnTo>
                  <a:pt x="1188046" y="79349"/>
                </a:lnTo>
                <a:lnTo>
                  <a:pt x="1168057" y="89369"/>
                </a:lnTo>
                <a:lnTo>
                  <a:pt x="1147038" y="98971"/>
                </a:lnTo>
                <a:lnTo>
                  <a:pt x="1125169" y="108280"/>
                </a:lnTo>
                <a:lnTo>
                  <a:pt x="1102614" y="117449"/>
                </a:lnTo>
                <a:lnTo>
                  <a:pt x="1075461" y="107442"/>
                </a:lnTo>
                <a:lnTo>
                  <a:pt x="1048880" y="98018"/>
                </a:lnTo>
                <a:lnTo>
                  <a:pt x="1022845" y="89154"/>
                </a:lnTo>
                <a:lnTo>
                  <a:pt x="997356" y="80873"/>
                </a:lnTo>
                <a:lnTo>
                  <a:pt x="985164" y="103733"/>
                </a:lnTo>
                <a:lnTo>
                  <a:pt x="1004874" y="109753"/>
                </a:lnTo>
                <a:lnTo>
                  <a:pt x="1025029" y="116357"/>
                </a:lnTo>
                <a:lnTo>
                  <a:pt x="1045464" y="123532"/>
                </a:lnTo>
                <a:lnTo>
                  <a:pt x="1066038" y="131254"/>
                </a:lnTo>
                <a:lnTo>
                  <a:pt x="1023505" y="145542"/>
                </a:lnTo>
                <a:lnTo>
                  <a:pt x="1001014" y="152476"/>
                </a:lnTo>
                <a:lnTo>
                  <a:pt x="977544" y="158686"/>
                </a:lnTo>
                <a:lnTo>
                  <a:pt x="981875" y="164452"/>
                </a:lnTo>
                <a:lnTo>
                  <a:pt x="985926" y="170497"/>
                </a:lnTo>
                <a:lnTo>
                  <a:pt x="989977" y="177126"/>
                </a:lnTo>
                <a:lnTo>
                  <a:pt x="994308" y="184594"/>
                </a:lnTo>
                <a:lnTo>
                  <a:pt x="1022896" y="175196"/>
                </a:lnTo>
                <a:lnTo>
                  <a:pt x="1051166" y="165354"/>
                </a:lnTo>
                <a:lnTo>
                  <a:pt x="1078839" y="155244"/>
                </a:lnTo>
                <a:lnTo>
                  <a:pt x="1105662" y="144970"/>
                </a:lnTo>
                <a:lnTo>
                  <a:pt x="1127429" y="153238"/>
                </a:lnTo>
                <a:lnTo>
                  <a:pt x="1195666" y="180022"/>
                </a:lnTo>
                <a:lnTo>
                  <a:pt x="1207858" y="155638"/>
                </a:lnTo>
                <a:close/>
              </a:path>
              <a:path w="2208529" h="438150">
                <a:moveTo>
                  <a:pt x="1279486" y="257848"/>
                </a:moveTo>
                <a:lnTo>
                  <a:pt x="1094994" y="257848"/>
                </a:lnTo>
                <a:lnTo>
                  <a:pt x="1099705" y="248653"/>
                </a:lnTo>
                <a:lnTo>
                  <a:pt x="1105090" y="238594"/>
                </a:lnTo>
                <a:lnTo>
                  <a:pt x="1110627" y="228447"/>
                </a:lnTo>
                <a:lnTo>
                  <a:pt x="1116330" y="218122"/>
                </a:lnTo>
                <a:lnTo>
                  <a:pt x="1230718" y="218122"/>
                </a:lnTo>
                <a:lnTo>
                  <a:pt x="1230718" y="234988"/>
                </a:lnTo>
                <a:lnTo>
                  <a:pt x="1262722" y="234988"/>
                </a:lnTo>
                <a:lnTo>
                  <a:pt x="1262722" y="190690"/>
                </a:lnTo>
                <a:lnTo>
                  <a:pt x="1262722" y="91541"/>
                </a:lnTo>
                <a:lnTo>
                  <a:pt x="1230718" y="91541"/>
                </a:lnTo>
                <a:lnTo>
                  <a:pt x="1230718" y="190690"/>
                </a:lnTo>
                <a:lnTo>
                  <a:pt x="962304" y="190690"/>
                </a:lnTo>
                <a:lnTo>
                  <a:pt x="962304" y="91541"/>
                </a:lnTo>
                <a:lnTo>
                  <a:pt x="930300" y="91541"/>
                </a:lnTo>
                <a:lnTo>
                  <a:pt x="930300" y="218122"/>
                </a:lnTo>
                <a:lnTo>
                  <a:pt x="1076706" y="218122"/>
                </a:lnTo>
                <a:lnTo>
                  <a:pt x="1072134" y="229095"/>
                </a:lnTo>
                <a:lnTo>
                  <a:pt x="1067562" y="239166"/>
                </a:lnTo>
                <a:lnTo>
                  <a:pt x="1063091" y="248437"/>
                </a:lnTo>
                <a:lnTo>
                  <a:pt x="1058418" y="257848"/>
                </a:lnTo>
                <a:lnTo>
                  <a:pt x="913536" y="257848"/>
                </a:lnTo>
                <a:lnTo>
                  <a:pt x="913536" y="434822"/>
                </a:lnTo>
                <a:lnTo>
                  <a:pt x="947064" y="434822"/>
                </a:lnTo>
                <a:lnTo>
                  <a:pt x="947064" y="286804"/>
                </a:lnTo>
                <a:lnTo>
                  <a:pt x="1043178" y="286804"/>
                </a:lnTo>
                <a:lnTo>
                  <a:pt x="1037475" y="295656"/>
                </a:lnTo>
                <a:lnTo>
                  <a:pt x="1031925" y="303949"/>
                </a:lnTo>
                <a:lnTo>
                  <a:pt x="1026668" y="311658"/>
                </a:lnTo>
                <a:lnTo>
                  <a:pt x="1021829" y="318808"/>
                </a:lnTo>
                <a:lnTo>
                  <a:pt x="1014869" y="327456"/>
                </a:lnTo>
                <a:lnTo>
                  <a:pt x="1007656" y="335089"/>
                </a:lnTo>
                <a:lnTo>
                  <a:pt x="999883" y="341833"/>
                </a:lnTo>
                <a:lnTo>
                  <a:pt x="991260" y="347865"/>
                </a:lnTo>
                <a:lnTo>
                  <a:pt x="1003452" y="378345"/>
                </a:lnTo>
                <a:lnTo>
                  <a:pt x="1044702" y="373773"/>
                </a:lnTo>
                <a:lnTo>
                  <a:pt x="1139037" y="368198"/>
                </a:lnTo>
                <a:lnTo>
                  <a:pt x="1168234" y="366153"/>
                </a:lnTo>
                <a:lnTo>
                  <a:pt x="1171930" y="371602"/>
                </a:lnTo>
                <a:lnTo>
                  <a:pt x="1176045" y="376631"/>
                </a:lnTo>
                <a:lnTo>
                  <a:pt x="1180452" y="381368"/>
                </a:lnTo>
                <a:lnTo>
                  <a:pt x="1184998" y="385965"/>
                </a:lnTo>
                <a:lnTo>
                  <a:pt x="1207858" y="366153"/>
                </a:lnTo>
                <a:lnTo>
                  <a:pt x="1176985" y="331812"/>
                </a:lnTo>
                <a:lnTo>
                  <a:pt x="1143762" y="297472"/>
                </a:lnTo>
                <a:lnTo>
                  <a:pt x="1120902" y="315760"/>
                </a:lnTo>
                <a:lnTo>
                  <a:pt x="1126617" y="321729"/>
                </a:lnTo>
                <a:lnTo>
                  <a:pt x="1138047" y="334276"/>
                </a:lnTo>
                <a:lnTo>
                  <a:pt x="1143762" y="340233"/>
                </a:lnTo>
                <a:lnTo>
                  <a:pt x="1040130" y="344805"/>
                </a:lnTo>
                <a:lnTo>
                  <a:pt x="1058608" y="316915"/>
                </a:lnTo>
                <a:lnTo>
                  <a:pt x="1068197" y="302285"/>
                </a:lnTo>
                <a:lnTo>
                  <a:pt x="1078230" y="286804"/>
                </a:lnTo>
                <a:lnTo>
                  <a:pt x="1245958" y="286804"/>
                </a:lnTo>
                <a:lnTo>
                  <a:pt x="1245958" y="379869"/>
                </a:lnTo>
                <a:lnTo>
                  <a:pt x="1244815" y="388747"/>
                </a:lnTo>
                <a:lnTo>
                  <a:pt x="1241386" y="394919"/>
                </a:lnTo>
                <a:lnTo>
                  <a:pt x="1235671" y="398513"/>
                </a:lnTo>
                <a:lnTo>
                  <a:pt x="1227810" y="399669"/>
                </a:lnTo>
                <a:lnTo>
                  <a:pt x="1217980" y="399656"/>
                </a:lnTo>
                <a:lnTo>
                  <a:pt x="1207287" y="399491"/>
                </a:lnTo>
                <a:lnTo>
                  <a:pt x="1195743" y="399034"/>
                </a:lnTo>
                <a:lnTo>
                  <a:pt x="1183474" y="398157"/>
                </a:lnTo>
                <a:lnTo>
                  <a:pt x="1185494" y="407035"/>
                </a:lnTo>
                <a:lnTo>
                  <a:pt x="1187094" y="415493"/>
                </a:lnTo>
                <a:lnTo>
                  <a:pt x="1188402" y="423697"/>
                </a:lnTo>
                <a:lnTo>
                  <a:pt x="1189570" y="431774"/>
                </a:lnTo>
                <a:lnTo>
                  <a:pt x="1235290" y="431774"/>
                </a:lnTo>
                <a:lnTo>
                  <a:pt x="1254417" y="428904"/>
                </a:lnTo>
                <a:lnTo>
                  <a:pt x="1268247" y="420293"/>
                </a:lnTo>
                <a:lnTo>
                  <a:pt x="1276654" y="405980"/>
                </a:lnTo>
                <a:lnTo>
                  <a:pt x="1277543" y="399681"/>
                </a:lnTo>
                <a:lnTo>
                  <a:pt x="1279486" y="385965"/>
                </a:lnTo>
                <a:lnTo>
                  <a:pt x="1279486" y="286804"/>
                </a:lnTo>
                <a:lnTo>
                  <a:pt x="1279486" y="257848"/>
                </a:lnTo>
                <a:close/>
              </a:path>
              <a:path w="2208529" h="438150">
                <a:moveTo>
                  <a:pt x="1307020" y="44297"/>
                </a:moveTo>
                <a:lnTo>
                  <a:pt x="1120902" y="44297"/>
                </a:lnTo>
                <a:lnTo>
                  <a:pt x="1113180" y="31165"/>
                </a:lnTo>
                <a:lnTo>
                  <a:pt x="1106043" y="19291"/>
                </a:lnTo>
                <a:lnTo>
                  <a:pt x="1099464" y="8851"/>
                </a:lnTo>
                <a:lnTo>
                  <a:pt x="1093470" y="0"/>
                </a:lnTo>
                <a:lnTo>
                  <a:pt x="1059942" y="15240"/>
                </a:lnTo>
                <a:lnTo>
                  <a:pt x="1063625" y="22186"/>
                </a:lnTo>
                <a:lnTo>
                  <a:pt x="1067752" y="29235"/>
                </a:lnTo>
                <a:lnTo>
                  <a:pt x="1072146" y="36563"/>
                </a:lnTo>
                <a:lnTo>
                  <a:pt x="1076706" y="44297"/>
                </a:lnTo>
                <a:lnTo>
                  <a:pt x="886104" y="44297"/>
                </a:lnTo>
                <a:lnTo>
                  <a:pt x="886104" y="74777"/>
                </a:lnTo>
                <a:lnTo>
                  <a:pt x="1307020" y="74777"/>
                </a:lnTo>
                <a:lnTo>
                  <a:pt x="1307020" y="44297"/>
                </a:lnTo>
                <a:close/>
              </a:path>
              <a:path w="2208529" h="438150">
                <a:moveTo>
                  <a:pt x="1756879" y="79349"/>
                </a:moveTo>
                <a:lnTo>
                  <a:pt x="1549425" y="79349"/>
                </a:lnTo>
                <a:lnTo>
                  <a:pt x="1581531" y="62585"/>
                </a:lnTo>
                <a:lnTo>
                  <a:pt x="1569758" y="43192"/>
                </a:lnTo>
                <a:lnTo>
                  <a:pt x="1544853" y="1524"/>
                </a:lnTo>
                <a:lnTo>
                  <a:pt x="1509801" y="18389"/>
                </a:lnTo>
                <a:lnTo>
                  <a:pt x="1516989" y="28981"/>
                </a:lnTo>
                <a:lnTo>
                  <a:pt x="1525041" y="42583"/>
                </a:lnTo>
                <a:lnTo>
                  <a:pt x="1534236" y="59321"/>
                </a:lnTo>
                <a:lnTo>
                  <a:pt x="1544853" y="79349"/>
                </a:lnTo>
                <a:lnTo>
                  <a:pt x="1334452" y="79349"/>
                </a:lnTo>
                <a:lnTo>
                  <a:pt x="1334452" y="112877"/>
                </a:lnTo>
                <a:lnTo>
                  <a:pt x="1453413" y="112877"/>
                </a:lnTo>
                <a:lnTo>
                  <a:pt x="1452918" y="139217"/>
                </a:lnTo>
                <a:lnTo>
                  <a:pt x="1448841" y="204406"/>
                </a:lnTo>
                <a:lnTo>
                  <a:pt x="1440967" y="253504"/>
                </a:lnTo>
                <a:lnTo>
                  <a:pt x="1424673" y="298348"/>
                </a:lnTo>
                <a:lnTo>
                  <a:pt x="1399946" y="339090"/>
                </a:lnTo>
                <a:lnTo>
                  <a:pt x="1366824" y="375869"/>
                </a:lnTo>
                <a:lnTo>
                  <a:pt x="1325308" y="408813"/>
                </a:lnTo>
                <a:lnTo>
                  <a:pt x="1332141" y="415912"/>
                </a:lnTo>
                <a:lnTo>
                  <a:pt x="1338834" y="423303"/>
                </a:lnTo>
                <a:lnTo>
                  <a:pt x="1351216" y="437870"/>
                </a:lnTo>
                <a:lnTo>
                  <a:pt x="1388668" y="409371"/>
                </a:lnTo>
                <a:lnTo>
                  <a:pt x="1420215" y="377317"/>
                </a:lnTo>
                <a:lnTo>
                  <a:pt x="1445742" y="341718"/>
                </a:lnTo>
                <a:lnTo>
                  <a:pt x="1465186" y="302552"/>
                </a:lnTo>
                <a:lnTo>
                  <a:pt x="1478445" y="259829"/>
                </a:lnTo>
                <a:lnTo>
                  <a:pt x="1485417" y="213550"/>
                </a:lnTo>
                <a:lnTo>
                  <a:pt x="1660779" y="213550"/>
                </a:lnTo>
                <a:lnTo>
                  <a:pt x="1656207" y="283375"/>
                </a:lnTo>
                <a:lnTo>
                  <a:pt x="1651635" y="341757"/>
                </a:lnTo>
                <a:lnTo>
                  <a:pt x="1623987" y="385914"/>
                </a:lnTo>
                <a:lnTo>
                  <a:pt x="1605915" y="389001"/>
                </a:lnTo>
                <a:lnTo>
                  <a:pt x="1587347" y="388454"/>
                </a:lnTo>
                <a:lnTo>
                  <a:pt x="1566049" y="386905"/>
                </a:lnTo>
                <a:lnTo>
                  <a:pt x="1542173" y="384505"/>
                </a:lnTo>
                <a:lnTo>
                  <a:pt x="1515897" y="381381"/>
                </a:lnTo>
                <a:lnTo>
                  <a:pt x="1517916" y="392506"/>
                </a:lnTo>
                <a:lnTo>
                  <a:pt x="1519516" y="402907"/>
                </a:lnTo>
                <a:lnTo>
                  <a:pt x="1521993" y="421005"/>
                </a:lnTo>
                <a:lnTo>
                  <a:pt x="1548244" y="423011"/>
                </a:lnTo>
                <a:lnTo>
                  <a:pt x="1571955" y="424434"/>
                </a:lnTo>
                <a:lnTo>
                  <a:pt x="1592795" y="425297"/>
                </a:lnTo>
                <a:lnTo>
                  <a:pt x="1610487" y="425577"/>
                </a:lnTo>
                <a:lnTo>
                  <a:pt x="1642770" y="420484"/>
                </a:lnTo>
                <a:lnTo>
                  <a:pt x="1681632" y="380580"/>
                </a:lnTo>
                <a:lnTo>
                  <a:pt x="1691398" y="309397"/>
                </a:lnTo>
                <a:lnTo>
                  <a:pt x="1694307" y="269468"/>
                </a:lnTo>
                <a:lnTo>
                  <a:pt x="1700403" y="180022"/>
                </a:lnTo>
                <a:lnTo>
                  <a:pt x="1488465" y="180022"/>
                </a:lnTo>
                <a:lnTo>
                  <a:pt x="1488732" y="165481"/>
                </a:lnTo>
                <a:lnTo>
                  <a:pt x="1489417" y="149352"/>
                </a:lnTo>
                <a:lnTo>
                  <a:pt x="1491513" y="112877"/>
                </a:lnTo>
                <a:lnTo>
                  <a:pt x="1756879" y="112877"/>
                </a:lnTo>
                <a:lnTo>
                  <a:pt x="1756879" y="79349"/>
                </a:lnTo>
                <a:close/>
              </a:path>
              <a:path w="2208529" h="438150">
                <a:moveTo>
                  <a:pt x="1872792" y="262420"/>
                </a:moveTo>
                <a:lnTo>
                  <a:pt x="1863902" y="258991"/>
                </a:lnTo>
                <a:lnTo>
                  <a:pt x="1855419" y="255562"/>
                </a:lnTo>
                <a:lnTo>
                  <a:pt x="1839175" y="248704"/>
                </a:lnTo>
                <a:lnTo>
                  <a:pt x="1824558" y="294462"/>
                </a:lnTo>
                <a:lnTo>
                  <a:pt x="1810219" y="338099"/>
                </a:lnTo>
                <a:lnTo>
                  <a:pt x="1795881" y="379730"/>
                </a:lnTo>
                <a:lnTo>
                  <a:pt x="1781263" y="419493"/>
                </a:lnTo>
                <a:lnTo>
                  <a:pt x="1819363" y="431774"/>
                </a:lnTo>
                <a:lnTo>
                  <a:pt x="1831352" y="392836"/>
                </a:lnTo>
                <a:lnTo>
                  <a:pt x="1844370" y="351637"/>
                </a:lnTo>
                <a:lnTo>
                  <a:pt x="1872792" y="262420"/>
                </a:lnTo>
                <a:close/>
              </a:path>
              <a:path w="2208529" h="438150">
                <a:moveTo>
                  <a:pt x="1872792" y="181546"/>
                </a:moveTo>
                <a:lnTo>
                  <a:pt x="1851621" y="164122"/>
                </a:lnTo>
                <a:lnTo>
                  <a:pt x="1831759" y="148399"/>
                </a:lnTo>
                <a:lnTo>
                  <a:pt x="1813344" y="134404"/>
                </a:lnTo>
                <a:lnTo>
                  <a:pt x="1796503" y="122110"/>
                </a:lnTo>
                <a:lnTo>
                  <a:pt x="1773643" y="148018"/>
                </a:lnTo>
                <a:lnTo>
                  <a:pt x="1787639" y="158864"/>
                </a:lnTo>
                <a:lnTo>
                  <a:pt x="1804504" y="172974"/>
                </a:lnTo>
                <a:lnTo>
                  <a:pt x="1824215" y="190246"/>
                </a:lnTo>
                <a:lnTo>
                  <a:pt x="1846795" y="210502"/>
                </a:lnTo>
                <a:lnTo>
                  <a:pt x="1851964" y="205130"/>
                </a:lnTo>
                <a:lnTo>
                  <a:pt x="1858124" y="198310"/>
                </a:lnTo>
                <a:lnTo>
                  <a:pt x="1865109" y="190360"/>
                </a:lnTo>
                <a:lnTo>
                  <a:pt x="1872792" y="181546"/>
                </a:lnTo>
                <a:close/>
              </a:path>
              <a:path w="2208529" h="438150">
                <a:moveTo>
                  <a:pt x="1888032" y="73253"/>
                </a:moveTo>
                <a:lnTo>
                  <a:pt x="1868639" y="55537"/>
                </a:lnTo>
                <a:lnTo>
                  <a:pt x="1849513" y="38950"/>
                </a:lnTo>
                <a:lnTo>
                  <a:pt x="1830946" y="23495"/>
                </a:lnTo>
                <a:lnTo>
                  <a:pt x="1813267" y="9144"/>
                </a:lnTo>
                <a:lnTo>
                  <a:pt x="1790407" y="33629"/>
                </a:lnTo>
                <a:lnTo>
                  <a:pt x="1806956" y="47967"/>
                </a:lnTo>
                <a:lnTo>
                  <a:pt x="1824520" y="63728"/>
                </a:lnTo>
                <a:lnTo>
                  <a:pt x="1842960" y="81203"/>
                </a:lnTo>
                <a:lnTo>
                  <a:pt x="1862124" y="100685"/>
                </a:lnTo>
                <a:lnTo>
                  <a:pt x="1868106" y="94678"/>
                </a:lnTo>
                <a:lnTo>
                  <a:pt x="1874507" y="88112"/>
                </a:lnTo>
                <a:lnTo>
                  <a:pt x="1881200" y="80962"/>
                </a:lnTo>
                <a:lnTo>
                  <a:pt x="1888032" y="73253"/>
                </a:lnTo>
                <a:close/>
              </a:path>
              <a:path w="2208529" h="438150">
                <a:moveTo>
                  <a:pt x="2208276" y="207454"/>
                </a:moveTo>
                <a:lnTo>
                  <a:pt x="2066442" y="207454"/>
                </a:lnTo>
                <a:lnTo>
                  <a:pt x="2066442" y="114401"/>
                </a:lnTo>
                <a:lnTo>
                  <a:pt x="2188464" y="114401"/>
                </a:lnTo>
                <a:lnTo>
                  <a:pt x="2188464" y="83921"/>
                </a:lnTo>
                <a:lnTo>
                  <a:pt x="2066442" y="83921"/>
                </a:lnTo>
                <a:lnTo>
                  <a:pt x="2066442" y="3048"/>
                </a:lnTo>
                <a:lnTo>
                  <a:pt x="2031390" y="3048"/>
                </a:lnTo>
                <a:lnTo>
                  <a:pt x="2031390" y="83921"/>
                </a:lnTo>
                <a:lnTo>
                  <a:pt x="1915464" y="83921"/>
                </a:lnTo>
                <a:lnTo>
                  <a:pt x="1915464" y="114401"/>
                </a:lnTo>
                <a:lnTo>
                  <a:pt x="2031390" y="114401"/>
                </a:lnTo>
                <a:lnTo>
                  <a:pt x="2031390" y="207454"/>
                </a:lnTo>
                <a:lnTo>
                  <a:pt x="1894128" y="207454"/>
                </a:lnTo>
                <a:lnTo>
                  <a:pt x="1894128" y="239560"/>
                </a:lnTo>
                <a:lnTo>
                  <a:pt x="2008530" y="239560"/>
                </a:lnTo>
                <a:lnTo>
                  <a:pt x="1996541" y="262128"/>
                </a:lnTo>
                <a:lnTo>
                  <a:pt x="1969655" y="305574"/>
                </a:lnTo>
                <a:lnTo>
                  <a:pt x="1942261" y="344220"/>
                </a:lnTo>
                <a:lnTo>
                  <a:pt x="1901748" y="378345"/>
                </a:lnTo>
                <a:lnTo>
                  <a:pt x="1916988" y="416445"/>
                </a:lnTo>
                <a:lnTo>
                  <a:pt x="1961896" y="411848"/>
                </a:lnTo>
                <a:lnTo>
                  <a:pt x="2142744" y="396633"/>
                </a:lnTo>
                <a:lnTo>
                  <a:pt x="2154936" y="415874"/>
                </a:lnTo>
                <a:lnTo>
                  <a:pt x="2161171" y="426034"/>
                </a:lnTo>
                <a:lnTo>
                  <a:pt x="2167128" y="436346"/>
                </a:lnTo>
                <a:lnTo>
                  <a:pt x="2175357" y="430809"/>
                </a:lnTo>
                <a:lnTo>
                  <a:pt x="2192413" y="420395"/>
                </a:lnTo>
                <a:lnTo>
                  <a:pt x="2200656" y="414921"/>
                </a:lnTo>
                <a:lnTo>
                  <a:pt x="2188514" y="396633"/>
                </a:lnTo>
                <a:lnTo>
                  <a:pt x="2176361" y="378345"/>
                </a:lnTo>
                <a:lnTo>
                  <a:pt x="2153970" y="345338"/>
                </a:lnTo>
                <a:lnTo>
                  <a:pt x="2131809" y="313461"/>
                </a:lnTo>
                <a:lnTo>
                  <a:pt x="2110638" y="283756"/>
                </a:lnTo>
                <a:lnTo>
                  <a:pt x="2081682" y="302044"/>
                </a:lnTo>
                <a:lnTo>
                  <a:pt x="2091994" y="317207"/>
                </a:lnTo>
                <a:lnTo>
                  <a:pt x="2102446" y="332955"/>
                </a:lnTo>
                <a:lnTo>
                  <a:pt x="2124354" y="366153"/>
                </a:lnTo>
                <a:lnTo>
                  <a:pt x="2082965" y="370408"/>
                </a:lnTo>
                <a:lnTo>
                  <a:pt x="2041283" y="373964"/>
                </a:lnTo>
                <a:lnTo>
                  <a:pt x="1999589" y="376643"/>
                </a:lnTo>
                <a:lnTo>
                  <a:pt x="1958136" y="378345"/>
                </a:lnTo>
                <a:lnTo>
                  <a:pt x="1981276" y="348081"/>
                </a:lnTo>
                <a:lnTo>
                  <a:pt x="2004860" y="314667"/>
                </a:lnTo>
                <a:lnTo>
                  <a:pt x="2028736" y="278384"/>
                </a:lnTo>
                <a:lnTo>
                  <a:pt x="2052726" y="239560"/>
                </a:lnTo>
                <a:lnTo>
                  <a:pt x="2208276" y="239560"/>
                </a:lnTo>
                <a:lnTo>
                  <a:pt x="2208276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739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011" y="0"/>
                </a:lnTo>
                <a:lnTo>
                  <a:pt x="9601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739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5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310" y="734313"/>
            <a:ext cx="704850" cy="430530"/>
          </a:xfrm>
          <a:custGeom>
            <a:avLst/>
            <a:gdLst/>
            <a:ahLst/>
            <a:cxnLst/>
            <a:rect l="l" t="t" r="r" b="b"/>
            <a:pathLst>
              <a:path w="704850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  <a:path w="704850" h="430530">
                <a:moveTo>
                  <a:pt x="704469" y="0"/>
                </a:moveTo>
                <a:lnTo>
                  <a:pt x="361378" y="0"/>
                </a:lnTo>
                <a:lnTo>
                  <a:pt x="361378" y="78740"/>
                </a:lnTo>
                <a:lnTo>
                  <a:pt x="483298" y="78740"/>
                </a:lnTo>
                <a:lnTo>
                  <a:pt x="483298" y="430530"/>
                </a:lnTo>
                <a:lnTo>
                  <a:pt x="580923" y="430530"/>
                </a:lnTo>
                <a:lnTo>
                  <a:pt x="580923" y="78740"/>
                </a:lnTo>
                <a:lnTo>
                  <a:pt x="704469" y="78740"/>
                </a:lnTo>
                <a:lnTo>
                  <a:pt x="704469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157793" y="733710"/>
            <a:ext cx="316230" cy="431800"/>
          </a:xfrm>
          <a:custGeom>
            <a:avLst/>
            <a:gdLst/>
            <a:ahLst/>
            <a:cxnLst/>
            <a:rect l="l" t="t" r="r" b="b"/>
            <a:pathLst>
              <a:path w="316230" h="431800">
                <a:moveTo>
                  <a:pt x="97536" y="431673"/>
                </a:moveTo>
                <a:lnTo>
                  <a:pt x="0" y="431673"/>
                </a:lnTo>
                <a:lnTo>
                  <a:pt x="0" y="0"/>
                </a:lnTo>
                <a:lnTo>
                  <a:pt x="152495" y="0"/>
                </a:lnTo>
                <a:lnTo>
                  <a:pt x="211014" y="5496"/>
                </a:lnTo>
                <a:lnTo>
                  <a:pt x="256672" y="21979"/>
                </a:lnTo>
                <a:lnTo>
                  <a:pt x="289387" y="49439"/>
                </a:lnTo>
                <a:lnTo>
                  <a:pt x="302366" y="74771"/>
                </a:lnTo>
                <a:lnTo>
                  <a:pt x="97536" y="74771"/>
                </a:lnTo>
                <a:lnTo>
                  <a:pt x="97536" y="208978"/>
                </a:lnTo>
                <a:lnTo>
                  <a:pt x="296127" y="208978"/>
                </a:lnTo>
                <a:lnTo>
                  <a:pt x="289298" y="220502"/>
                </a:lnTo>
                <a:lnTo>
                  <a:pt x="243475" y="260325"/>
                </a:lnTo>
                <a:lnTo>
                  <a:pt x="181095" y="279890"/>
                </a:lnTo>
                <a:lnTo>
                  <a:pt x="143351" y="282225"/>
                </a:lnTo>
                <a:lnTo>
                  <a:pt x="97536" y="282225"/>
                </a:lnTo>
                <a:lnTo>
                  <a:pt x="97536" y="431673"/>
                </a:lnTo>
                <a:close/>
              </a:path>
              <a:path w="316230" h="431800">
                <a:moveTo>
                  <a:pt x="296127" y="208978"/>
                </a:moveTo>
                <a:lnTo>
                  <a:pt x="135731" y="208978"/>
                </a:lnTo>
                <a:lnTo>
                  <a:pt x="169735" y="204690"/>
                </a:lnTo>
                <a:lnTo>
                  <a:pt x="194024" y="191821"/>
                </a:lnTo>
                <a:lnTo>
                  <a:pt x="208597" y="170362"/>
                </a:lnTo>
                <a:lnTo>
                  <a:pt x="213455" y="140303"/>
                </a:lnTo>
                <a:lnTo>
                  <a:pt x="208597" y="111418"/>
                </a:lnTo>
                <a:lnTo>
                  <a:pt x="194024" y="90963"/>
                </a:lnTo>
                <a:lnTo>
                  <a:pt x="169735" y="78795"/>
                </a:lnTo>
                <a:lnTo>
                  <a:pt x="135731" y="74771"/>
                </a:lnTo>
                <a:lnTo>
                  <a:pt x="302366" y="74771"/>
                </a:lnTo>
                <a:lnTo>
                  <a:pt x="309077" y="87867"/>
                </a:lnTo>
                <a:lnTo>
                  <a:pt x="315658" y="137255"/>
                </a:lnTo>
                <a:lnTo>
                  <a:pt x="312777" y="167885"/>
                </a:lnTo>
                <a:lnTo>
                  <a:pt x="304038" y="195631"/>
                </a:lnTo>
                <a:lnTo>
                  <a:pt x="296127" y="2089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317485" y="1874710"/>
            <a:ext cx="3091815" cy="438150"/>
          </a:xfrm>
          <a:custGeom>
            <a:avLst/>
            <a:gdLst/>
            <a:ahLst/>
            <a:cxnLst/>
            <a:rect l="l" t="t" r="r" b="b"/>
            <a:pathLst>
              <a:path w="3091815" h="438150">
                <a:moveTo>
                  <a:pt x="378155" y="276136"/>
                </a:moveTo>
                <a:lnTo>
                  <a:pt x="218033" y="276136"/>
                </a:lnTo>
                <a:lnTo>
                  <a:pt x="218033" y="234886"/>
                </a:lnTo>
                <a:lnTo>
                  <a:pt x="303479" y="234886"/>
                </a:lnTo>
                <a:lnTo>
                  <a:pt x="303479" y="250228"/>
                </a:lnTo>
                <a:lnTo>
                  <a:pt x="337007" y="250228"/>
                </a:lnTo>
                <a:lnTo>
                  <a:pt x="337007" y="234886"/>
                </a:lnTo>
                <a:lnTo>
                  <a:pt x="337007" y="205930"/>
                </a:lnTo>
                <a:lnTo>
                  <a:pt x="337007" y="166306"/>
                </a:lnTo>
                <a:lnTo>
                  <a:pt x="337007" y="138785"/>
                </a:lnTo>
                <a:lnTo>
                  <a:pt x="303479" y="138785"/>
                </a:lnTo>
                <a:lnTo>
                  <a:pt x="303479" y="166306"/>
                </a:lnTo>
                <a:lnTo>
                  <a:pt x="303479" y="205930"/>
                </a:lnTo>
                <a:lnTo>
                  <a:pt x="96024" y="205930"/>
                </a:lnTo>
                <a:lnTo>
                  <a:pt x="96024" y="166306"/>
                </a:lnTo>
                <a:lnTo>
                  <a:pt x="303479" y="166306"/>
                </a:lnTo>
                <a:lnTo>
                  <a:pt x="303479" y="138785"/>
                </a:lnTo>
                <a:lnTo>
                  <a:pt x="62496" y="138785"/>
                </a:lnTo>
                <a:lnTo>
                  <a:pt x="62496" y="250228"/>
                </a:lnTo>
                <a:lnTo>
                  <a:pt x="96024" y="250228"/>
                </a:lnTo>
                <a:lnTo>
                  <a:pt x="96024" y="234886"/>
                </a:lnTo>
                <a:lnTo>
                  <a:pt x="182981" y="234886"/>
                </a:lnTo>
                <a:lnTo>
                  <a:pt x="182981" y="276136"/>
                </a:lnTo>
                <a:lnTo>
                  <a:pt x="25908" y="276136"/>
                </a:lnTo>
                <a:lnTo>
                  <a:pt x="25908" y="401193"/>
                </a:lnTo>
                <a:lnTo>
                  <a:pt x="59448" y="401193"/>
                </a:lnTo>
                <a:lnTo>
                  <a:pt x="59448" y="305092"/>
                </a:lnTo>
                <a:lnTo>
                  <a:pt x="182981" y="305092"/>
                </a:lnTo>
                <a:lnTo>
                  <a:pt x="182981" y="434733"/>
                </a:lnTo>
                <a:lnTo>
                  <a:pt x="218033" y="434733"/>
                </a:lnTo>
                <a:lnTo>
                  <a:pt x="218033" y="305092"/>
                </a:lnTo>
                <a:lnTo>
                  <a:pt x="344627" y="305092"/>
                </a:lnTo>
                <a:lnTo>
                  <a:pt x="344627" y="346240"/>
                </a:lnTo>
                <a:lnTo>
                  <a:pt x="342912" y="356298"/>
                </a:lnTo>
                <a:lnTo>
                  <a:pt x="337769" y="363474"/>
                </a:lnTo>
                <a:lnTo>
                  <a:pt x="329196" y="367766"/>
                </a:lnTo>
                <a:lnTo>
                  <a:pt x="317284" y="369189"/>
                </a:lnTo>
                <a:lnTo>
                  <a:pt x="305473" y="369176"/>
                </a:lnTo>
                <a:lnTo>
                  <a:pt x="293179" y="368998"/>
                </a:lnTo>
                <a:lnTo>
                  <a:pt x="280289" y="368554"/>
                </a:lnTo>
                <a:lnTo>
                  <a:pt x="266801" y="367665"/>
                </a:lnTo>
                <a:lnTo>
                  <a:pt x="268846" y="376555"/>
                </a:lnTo>
                <a:lnTo>
                  <a:pt x="270611" y="385000"/>
                </a:lnTo>
                <a:lnTo>
                  <a:pt x="272376" y="393179"/>
                </a:lnTo>
                <a:lnTo>
                  <a:pt x="274421" y="401193"/>
                </a:lnTo>
                <a:lnTo>
                  <a:pt x="324815" y="401193"/>
                </a:lnTo>
                <a:lnTo>
                  <a:pt x="364629" y="388620"/>
                </a:lnTo>
                <a:lnTo>
                  <a:pt x="378155" y="350812"/>
                </a:lnTo>
                <a:lnTo>
                  <a:pt x="378155" y="305092"/>
                </a:lnTo>
                <a:lnTo>
                  <a:pt x="378155" y="276136"/>
                </a:lnTo>
                <a:close/>
              </a:path>
              <a:path w="3091815" h="438150">
                <a:moveTo>
                  <a:pt x="399491" y="79349"/>
                </a:moveTo>
                <a:lnTo>
                  <a:pt x="298907" y="79349"/>
                </a:lnTo>
                <a:lnTo>
                  <a:pt x="316026" y="67678"/>
                </a:lnTo>
                <a:lnTo>
                  <a:pt x="333006" y="55714"/>
                </a:lnTo>
                <a:lnTo>
                  <a:pt x="365963" y="32004"/>
                </a:lnTo>
                <a:lnTo>
                  <a:pt x="340055" y="6096"/>
                </a:lnTo>
                <a:lnTo>
                  <a:pt x="323761" y="19532"/>
                </a:lnTo>
                <a:lnTo>
                  <a:pt x="306895" y="32397"/>
                </a:lnTo>
                <a:lnTo>
                  <a:pt x="289433" y="44716"/>
                </a:lnTo>
                <a:lnTo>
                  <a:pt x="271373" y="56489"/>
                </a:lnTo>
                <a:lnTo>
                  <a:pt x="289763" y="79349"/>
                </a:lnTo>
                <a:lnTo>
                  <a:pt x="216509" y="79349"/>
                </a:lnTo>
                <a:lnTo>
                  <a:pt x="216509" y="1524"/>
                </a:lnTo>
                <a:lnTo>
                  <a:pt x="181457" y="1524"/>
                </a:lnTo>
                <a:lnTo>
                  <a:pt x="181457" y="79349"/>
                </a:lnTo>
                <a:lnTo>
                  <a:pt x="105168" y="79349"/>
                </a:lnTo>
                <a:lnTo>
                  <a:pt x="128028" y="53441"/>
                </a:lnTo>
                <a:lnTo>
                  <a:pt x="111137" y="41960"/>
                </a:lnTo>
                <a:lnTo>
                  <a:pt x="94691" y="30492"/>
                </a:lnTo>
                <a:lnTo>
                  <a:pt x="62496" y="7620"/>
                </a:lnTo>
                <a:lnTo>
                  <a:pt x="41148" y="30480"/>
                </a:lnTo>
                <a:lnTo>
                  <a:pt x="57111" y="42227"/>
                </a:lnTo>
                <a:lnTo>
                  <a:pt x="72783" y="54381"/>
                </a:lnTo>
                <a:lnTo>
                  <a:pt x="87871" y="66802"/>
                </a:lnTo>
                <a:lnTo>
                  <a:pt x="102120" y="79349"/>
                </a:lnTo>
                <a:lnTo>
                  <a:pt x="0" y="79349"/>
                </a:lnTo>
                <a:lnTo>
                  <a:pt x="0" y="157162"/>
                </a:lnTo>
                <a:lnTo>
                  <a:pt x="33528" y="157162"/>
                </a:lnTo>
                <a:lnTo>
                  <a:pt x="33528" y="108305"/>
                </a:lnTo>
                <a:lnTo>
                  <a:pt x="364439" y="108305"/>
                </a:lnTo>
                <a:lnTo>
                  <a:pt x="364439" y="157162"/>
                </a:lnTo>
                <a:lnTo>
                  <a:pt x="399491" y="157162"/>
                </a:lnTo>
                <a:lnTo>
                  <a:pt x="399491" y="108305"/>
                </a:lnTo>
                <a:lnTo>
                  <a:pt x="399491" y="79349"/>
                </a:lnTo>
                <a:close/>
              </a:path>
              <a:path w="3091815" h="438150">
                <a:moveTo>
                  <a:pt x="809726" y="18288"/>
                </a:moveTo>
                <a:lnTo>
                  <a:pt x="486448" y="18288"/>
                </a:lnTo>
                <a:lnTo>
                  <a:pt x="486448" y="294424"/>
                </a:lnTo>
                <a:lnTo>
                  <a:pt x="523024" y="294424"/>
                </a:lnTo>
                <a:lnTo>
                  <a:pt x="523024" y="51917"/>
                </a:lnTo>
                <a:lnTo>
                  <a:pt x="773150" y="51917"/>
                </a:lnTo>
                <a:lnTo>
                  <a:pt x="773150" y="291376"/>
                </a:lnTo>
                <a:lnTo>
                  <a:pt x="809726" y="291376"/>
                </a:lnTo>
                <a:lnTo>
                  <a:pt x="809726" y="51917"/>
                </a:lnTo>
                <a:lnTo>
                  <a:pt x="809726" y="18288"/>
                </a:lnTo>
                <a:close/>
              </a:path>
              <a:path w="3091815" h="438150">
                <a:moveTo>
                  <a:pt x="864692" y="306616"/>
                </a:moveTo>
                <a:lnTo>
                  <a:pt x="846582" y="299758"/>
                </a:lnTo>
                <a:lnTo>
                  <a:pt x="837857" y="296329"/>
                </a:lnTo>
                <a:lnTo>
                  <a:pt x="829538" y="292900"/>
                </a:lnTo>
                <a:lnTo>
                  <a:pt x="827493" y="312623"/>
                </a:lnTo>
                <a:lnTo>
                  <a:pt x="821918" y="361581"/>
                </a:lnTo>
                <a:lnTo>
                  <a:pt x="788390" y="389013"/>
                </a:lnTo>
                <a:lnTo>
                  <a:pt x="718286" y="389013"/>
                </a:lnTo>
                <a:lnTo>
                  <a:pt x="705154" y="387299"/>
                </a:lnTo>
                <a:lnTo>
                  <a:pt x="695566" y="382155"/>
                </a:lnTo>
                <a:lnTo>
                  <a:pt x="689698" y="373583"/>
                </a:lnTo>
                <a:lnTo>
                  <a:pt x="687717" y="361581"/>
                </a:lnTo>
                <a:lnTo>
                  <a:pt x="687717" y="248615"/>
                </a:lnTo>
                <a:lnTo>
                  <a:pt x="687717" y="233375"/>
                </a:lnTo>
                <a:lnTo>
                  <a:pt x="655713" y="233375"/>
                </a:lnTo>
                <a:lnTo>
                  <a:pt x="659714" y="210527"/>
                </a:lnTo>
                <a:lnTo>
                  <a:pt x="662571" y="185547"/>
                </a:lnTo>
                <a:lnTo>
                  <a:pt x="664286" y="158534"/>
                </a:lnTo>
                <a:lnTo>
                  <a:pt x="664857" y="129641"/>
                </a:lnTo>
                <a:lnTo>
                  <a:pt x="664857" y="85445"/>
                </a:lnTo>
                <a:lnTo>
                  <a:pt x="628281" y="85445"/>
                </a:lnTo>
                <a:lnTo>
                  <a:pt x="628281" y="129641"/>
                </a:lnTo>
                <a:lnTo>
                  <a:pt x="625729" y="184886"/>
                </a:lnTo>
                <a:lnTo>
                  <a:pt x="618172" y="231686"/>
                </a:lnTo>
                <a:lnTo>
                  <a:pt x="605777" y="270192"/>
                </a:lnTo>
                <a:lnTo>
                  <a:pt x="563486" y="328510"/>
                </a:lnTo>
                <a:lnTo>
                  <a:pt x="529170" y="355244"/>
                </a:lnTo>
                <a:lnTo>
                  <a:pt x="485698" y="380542"/>
                </a:lnTo>
                <a:lnTo>
                  <a:pt x="433108" y="404253"/>
                </a:lnTo>
                <a:lnTo>
                  <a:pt x="439915" y="413080"/>
                </a:lnTo>
                <a:lnTo>
                  <a:pt x="446443" y="421208"/>
                </a:lnTo>
                <a:lnTo>
                  <a:pt x="457492" y="434733"/>
                </a:lnTo>
                <a:lnTo>
                  <a:pt x="514083" y="408482"/>
                </a:lnTo>
                <a:lnTo>
                  <a:pt x="560412" y="380238"/>
                </a:lnTo>
                <a:lnTo>
                  <a:pt x="596442" y="350253"/>
                </a:lnTo>
                <a:lnTo>
                  <a:pt x="622173" y="318808"/>
                </a:lnTo>
                <a:lnTo>
                  <a:pt x="646607" y="269265"/>
                </a:lnTo>
                <a:lnTo>
                  <a:pt x="652665" y="248615"/>
                </a:lnTo>
                <a:lnTo>
                  <a:pt x="652665" y="367677"/>
                </a:lnTo>
                <a:lnTo>
                  <a:pt x="656107" y="391439"/>
                </a:lnTo>
                <a:lnTo>
                  <a:pt x="666572" y="408063"/>
                </a:lnTo>
                <a:lnTo>
                  <a:pt x="684199" y="417817"/>
                </a:lnTo>
                <a:lnTo>
                  <a:pt x="709142" y="421017"/>
                </a:lnTo>
                <a:lnTo>
                  <a:pt x="792962" y="421017"/>
                </a:lnTo>
                <a:lnTo>
                  <a:pt x="817308" y="418160"/>
                </a:lnTo>
                <a:lnTo>
                  <a:pt x="835685" y="409587"/>
                </a:lnTo>
                <a:lnTo>
                  <a:pt x="848334" y="395300"/>
                </a:lnTo>
                <a:lnTo>
                  <a:pt x="850595" y="389013"/>
                </a:lnTo>
                <a:lnTo>
                  <a:pt x="855548" y="375297"/>
                </a:lnTo>
                <a:lnTo>
                  <a:pt x="857834" y="359841"/>
                </a:lnTo>
                <a:lnTo>
                  <a:pt x="860120" y="343242"/>
                </a:lnTo>
                <a:lnTo>
                  <a:pt x="862406" y="325488"/>
                </a:lnTo>
                <a:lnTo>
                  <a:pt x="864692" y="306616"/>
                </a:lnTo>
                <a:close/>
              </a:path>
              <a:path w="3091815" h="438150">
                <a:moveTo>
                  <a:pt x="1309979" y="387489"/>
                </a:moveTo>
                <a:lnTo>
                  <a:pt x="1250442" y="369773"/>
                </a:lnTo>
                <a:lnTo>
                  <a:pt x="1199781" y="351053"/>
                </a:lnTo>
                <a:lnTo>
                  <a:pt x="1166545" y="335572"/>
                </a:lnTo>
                <a:lnTo>
                  <a:pt x="1157719" y="331470"/>
                </a:lnTo>
                <a:lnTo>
                  <a:pt x="1123962" y="311188"/>
                </a:lnTo>
                <a:lnTo>
                  <a:pt x="1144104" y="288328"/>
                </a:lnTo>
                <a:lnTo>
                  <a:pt x="1152855" y="278409"/>
                </a:lnTo>
                <a:lnTo>
                  <a:pt x="1177353" y="242087"/>
                </a:lnTo>
                <a:lnTo>
                  <a:pt x="1197470" y="202031"/>
                </a:lnTo>
                <a:lnTo>
                  <a:pt x="1213205" y="158026"/>
                </a:lnTo>
                <a:lnTo>
                  <a:pt x="1224546" y="109829"/>
                </a:lnTo>
                <a:lnTo>
                  <a:pt x="1305407" y="109829"/>
                </a:lnTo>
                <a:lnTo>
                  <a:pt x="1305407" y="77825"/>
                </a:lnTo>
                <a:lnTo>
                  <a:pt x="1187970" y="77825"/>
                </a:lnTo>
                <a:lnTo>
                  <a:pt x="1187970" y="109829"/>
                </a:lnTo>
                <a:lnTo>
                  <a:pt x="1174775" y="163029"/>
                </a:lnTo>
                <a:lnTo>
                  <a:pt x="1155573" y="210515"/>
                </a:lnTo>
                <a:lnTo>
                  <a:pt x="1130058" y="252272"/>
                </a:lnTo>
                <a:lnTo>
                  <a:pt x="1097953" y="288328"/>
                </a:lnTo>
                <a:lnTo>
                  <a:pt x="1063688" y="250558"/>
                </a:lnTo>
                <a:lnTo>
                  <a:pt x="1036421" y="208229"/>
                </a:lnTo>
                <a:lnTo>
                  <a:pt x="1016304" y="161315"/>
                </a:lnTo>
                <a:lnTo>
                  <a:pt x="1003465" y="109829"/>
                </a:lnTo>
                <a:lnTo>
                  <a:pt x="1187970" y="109829"/>
                </a:lnTo>
                <a:lnTo>
                  <a:pt x="1187970" y="77825"/>
                </a:lnTo>
                <a:lnTo>
                  <a:pt x="1099477" y="77825"/>
                </a:lnTo>
                <a:lnTo>
                  <a:pt x="1131582" y="61061"/>
                </a:lnTo>
                <a:lnTo>
                  <a:pt x="1119847" y="41617"/>
                </a:lnTo>
                <a:lnTo>
                  <a:pt x="1101496" y="10820"/>
                </a:lnTo>
                <a:lnTo>
                  <a:pt x="1094905" y="0"/>
                </a:lnTo>
                <a:lnTo>
                  <a:pt x="1061377" y="15240"/>
                </a:lnTo>
                <a:lnTo>
                  <a:pt x="1067930" y="26733"/>
                </a:lnTo>
                <a:lnTo>
                  <a:pt x="1076045" y="40817"/>
                </a:lnTo>
                <a:lnTo>
                  <a:pt x="1085596" y="57759"/>
                </a:lnTo>
                <a:lnTo>
                  <a:pt x="1096429" y="77825"/>
                </a:lnTo>
                <a:lnTo>
                  <a:pt x="886028" y="77825"/>
                </a:lnTo>
                <a:lnTo>
                  <a:pt x="886028" y="109829"/>
                </a:lnTo>
                <a:lnTo>
                  <a:pt x="968413" y="109829"/>
                </a:lnTo>
                <a:lnTo>
                  <a:pt x="979170" y="154508"/>
                </a:lnTo>
                <a:lnTo>
                  <a:pt x="994816" y="196989"/>
                </a:lnTo>
                <a:lnTo>
                  <a:pt x="1015161" y="237261"/>
                </a:lnTo>
                <a:lnTo>
                  <a:pt x="1039952" y="275336"/>
                </a:lnTo>
                <a:lnTo>
                  <a:pt x="1068997" y="311188"/>
                </a:lnTo>
                <a:lnTo>
                  <a:pt x="1033907" y="333514"/>
                </a:lnTo>
                <a:lnTo>
                  <a:pt x="990650" y="354863"/>
                </a:lnTo>
                <a:lnTo>
                  <a:pt x="939685" y="375348"/>
                </a:lnTo>
                <a:lnTo>
                  <a:pt x="881443" y="395109"/>
                </a:lnTo>
                <a:lnTo>
                  <a:pt x="888288" y="403987"/>
                </a:lnTo>
                <a:lnTo>
                  <a:pt x="894981" y="412445"/>
                </a:lnTo>
                <a:lnTo>
                  <a:pt x="901382" y="420611"/>
                </a:lnTo>
                <a:lnTo>
                  <a:pt x="907364" y="428637"/>
                </a:lnTo>
                <a:lnTo>
                  <a:pt x="968019" y="404888"/>
                </a:lnTo>
                <a:lnTo>
                  <a:pt x="1019644" y="381571"/>
                </a:lnTo>
                <a:lnTo>
                  <a:pt x="1062405" y="358508"/>
                </a:lnTo>
                <a:lnTo>
                  <a:pt x="1096429" y="335572"/>
                </a:lnTo>
                <a:lnTo>
                  <a:pt x="1130198" y="359105"/>
                </a:lnTo>
                <a:lnTo>
                  <a:pt x="1171968" y="381762"/>
                </a:lnTo>
                <a:lnTo>
                  <a:pt x="1221727" y="403821"/>
                </a:lnTo>
                <a:lnTo>
                  <a:pt x="1279499" y="425589"/>
                </a:lnTo>
                <a:lnTo>
                  <a:pt x="1284909" y="417271"/>
                </a:lnTo>
                <a:lnTo>
                  <a:pt x="1291882" y="408254"/>
                </a:lnTo>
                <a:lnTo>
                  <a:pt x="1300289" y="398360"/>
                </a:lnTo>
                <a:lnTo>
                  <a:pt x="1309979" y="387489"/>
                </a:lnTo>
                <a:close/>
              </a:path>
              <a:path w="3091815" h="438150">
                <a:moveTo>
                  <a:pt x="1457909" y="15240"/>
                </a:moveTo>
                <a:lnTo>
                  <a:pt x="1422844" y="4572"/>
                </a:lnTo>
                <a:lnTo>
                  <a:pt x="1407287" y="54203"/>
                </a:lnTo>
                <a:lnTo>
                  <a:pt x="1389799" y="100609"/>
                </a:lnTo>
                <a:lnTo>
                  <a:pt x="1370342" y="143865"/>
                </a:lnTo>
                <a:lnTo>
                  <a:pt x="1348828" y="184023"/>
                </a:lnTo>
                <a:lnTo>
                  <a:pt x="1325219" y="221170"/>
                </a:lnTo>
                <a:lnTo>
                  <a:pt x="1329740" y="230555"/>
                </a:lnTo>
                <a:lnTo>
                  <a:pt x="1333982" y="240233"/>
                </a:lnTo>
                <a:lnTo>
                  <a:pt x="1337652" y="249936"/>
                </a:lnTo>
                <a:lnTo>
                  <a:pt x="1340459" y="259372"/>
                </a:lnTo>
                <a:lnTo>
                  <a:pt x="1353654" y="241630"/>
                </a:lnTo>
                <a:lnTo>
                  <a:pt x="1365999" y="222897"/>
                </a:lnTo>
                <a:lnTo>
                  <a:pt x="1377784" y="203339"/>
                </a:lnTo>
                <a:lnTo>
                  <a:pt x="1389316" y="183070"/>
                </a:lnTo>
                <a:lnTo>
                  <a:pt x="1389316" y="431685"/>
                </a:lnTo>
                <a:lnTo>
                  <a:pt x="1422844" y="431685"/>
                </a:lnTo>
                <a:lnTo>
                  <a:pt x="1422844" y="183070"/>
                </a:lnTo>
                <a:lnTo>
                  <a:pt x="1422844" y="111353"/>
                </a:lnTo>
                <a:lnTo>
                  <a:pt x="1432610" y="88201"/>
                </a:lnTo>
                <a:lnTo>
                  <a:pt x="1441513" y="64477"/>
                </a:lnTo>
                <a:lnTo>
                  <a:pt x="1449857" y="40157"/>
                </a:lnTo>
                <a:lnTo>
                  <a:pt x="1457909" y="15240"/>
                </a:lnTo>
                <a:close/>
              </a:path>
              <a:path w="3091815" h="438150">
                <a:moveTo>
                  <a:pt x="1762899" y="247078"/>
                </a:moveTo>
                <a:lnTo>
                  <a:pt x="1643926" y="247078"/>
                </a:lnTo>
                <a:lnTo>
                  <a:pt x="1643926" y="135737"/>
                </a:lnTo>
                <a:lnTo>
                  <a:pt x="1749183" y="135737"/>
                </a:lnTo>
                <a:lnTo>
                  <a:pt x="1749183" y="105257"/>
                </a:lnTo>
                <a:lnTo>
                  <a:pt x="1643926" y="105257"/>
                </a:lnTo>
                <a:lnTo>
                  <a:pt x="1643926" y="4572"/>
                </a:lnTo>
                <a:lnTo>
                  <a:pt x="1608874" y="4572"/>
                </a:lnTo>
                <a:lnTo>
                  <a:pt x="1608874" y="105257"/>
                </a:lnTo>
                <a:lnTo>
                  <a:pt x="1537246" y="105257"/>
                </a:lnTo>
                <a:lnTo>
                  <a:pt x="1541818" y="91020"/>
                </a:lnTo>
                <a:lnTo>
                  <a:pt x="1546390" y="75920"/>
                </a:lnTo>
                <a:lnTo>
                  <a:pt x="1550962" y="60248"/>
                </a:lnTo>
                <a:lnTo>
                  <a:pt x="1555534" y="44297"/>
                </a:lnTo>
                <a:lnTo>
                  <a:pt x="1518869" y="33528"/>
                </a:lnTo>
                <a:lnTo>
                  <a:pt x="1508048" y="77939"/>
                </a:lnTo>
                <a:lnTo>
                  <a:pt x="1494104" y="119773"/>
                </a:lnTo>
                <a:lnTo>
                  <a:pt x="1477289" y="159296"/>
                </a:lnTo>
                <a:lnTo>
                  <a:pt x="1457909" y="196786"/>
                </a:lnTo>
                <a:lnTo>
                  <a:pt x="1465859" y="202526"/>
                </a:lnTo>
                <a:lnTo>
                  <a:pt x="1473530" y="208407"/>
                </a:lnTo>
                <a:lnTo>
                  <a:pt x="1480616" y="214579"/>
                </a:lnTo>
                <a:lnTo>
                  <a:pt x="1486865" y="221170"/>
                </a:lnTo>
                <a:lnTo>
                  <a:pt x="1497126" y="201409"/>
                </a:lnTo>
                <a:lnTo>
                  <a:pt x="1507248" y="180784"/>
                </a:lnTo>
                <a:lnTo>
                  <a:pt x="1517116" y="158991"/>
                </a:lnTo>
                <a:lnTo>
                  <a:pt x="1526578" y="135737"/>
                </a:lnTo>
                <a:lnTo>
                  <a:pt x="1608874" y="135737"/>
                </a:lnTo>
                <a:lnTo>
                  <a:pt x="1608874" y="247078"/>
                </a:lnTo>
                <a:lnTo>
                  <a:pt x="1457909" y="247078"/>
                </a:lnTo>
                <a:lnTo>
                  <a:pt x="1457909" y="277660"/>
                </a:lnTo>
                <a:lnTo>
                  <a:pt x="1608874" y="277660"/>
                </a:lnTo>
                <a:lnTo>
                  <a:pt x="1608874" y="431685"/>
                </a:lnTo>
                <a:lnTo>
                  <a:pt x="1643926" y="431685"/>
                </a:lnTo>
                <a:lnTo>
                  <a:pt x="1643926" y="277660"/>
                </a:lnTo>
                <a:lnTo>
                  <a:pt x="1762899" y="277660"/>
                </a:lnTo>
                <a:lnTo>
                  <a:pt x="1762899" y="247078"/>
                </a:lnTo>
                <a:close/>
              </a:path>
              <a:path w="3091815" h="438150">
                <a:moveTo>
                  <a:pt x="1930628" y="74777"/>
                </a:moveTo>
                <a:lnTo>
                  <a:pt x="1914652" y="61620"/>
                </a:lnTo>
                <a:lnTo>
                  <a:pt x="1896529" y="47294"/>
                </a:lnTo>
                <a:lnTo>
                  <a:pt x="1876412" y="31838"/>
                </a:lnTo>
                <a:lnTo>
                  <a:pt x="1854428" y="15240"/>
                </a:lnTo>
                <a:lnTo>
                  <a:pt x="1831568" y="38100"/>
                </a:lnTo>
                <a:lnTo>
                  <a:pt x="1854403" y="55854"/>
                </a:lnTo>
                <a:lnTo>
                  <a:pt x="1874812" y="72288"/>
                </a:lnTo>
                <a:lnTo>
                  <a:pt x="1892642" y="87274"/>
                </a:lnTo>
                <a:lnTo>
                  <a:pt x="1907768" y="100685"/>
                </a:lnTo>
                <a:lnTo>
                  <a:pt x="1930628" y="74777"/>
                </a:lnTo>
                <a:close/>
              </a:path>
              <a:path w="3091815" h="438150">
                <a:moveTo>
                  <a:pt x="2157895" y="39624"/>
                </a:moveTo>
                <a:lnTo>
                  <a:pt x="2133511" y="15240"/>
                </a:lnTo>
                <a:lnTo>
                  <a:pt x="2112111" y="33807"/>
                </a:lnTo>
                <a:lnTo>
                  <a:pt x="2091550" y="50533"/>
                </a:lnTo>
                <a:lnTo>
                  <a:pt x="2072132" y="65265"/>
                </a:lnTo>
                <a:lnTo>
                  <a:pt x="2054161" y="77825"/>
                </a:lnTo>
                <a:lnTo>
                  <a:pt x="2077021" y="102209"/>
                </a:lnTo>
                <a:lnTo>
                  <a:pt x="2102561" y="83019"/>
                </a:lnTo>
                <a:lnTo>
                  <a:pt x="2124354" y="66382"/>
                </a:lnTo>
                <a:lnTo>
                  <a:pt x="2142706" y="52019"/>
                </a:lnTo>
                <a:lnTo>
                  <a:pt x="2157895" y="39624"/>
                </a:lnTo>
                <a:close/>
              </a:path>
              <a:path w="3091815" h="438150">
                <a:moveTo>
                  <a:pt x="2206663" y="225742"/>
                </a:moveTo>
                <a:lnTo>
                  <a:pt x="2171230" y="210007"/>
                </a:lnTo>
                <a:lnTo>
                  <a:pt x="2128926" y="192405"/>
                </a:lnTo>
                <a:lnTo>
                  <a:pt x="2086381" y="175450"/>
                </a:lnTo>
                <a:lnTo>
                  <a:pt x="2066912" y="167830"/>
                </a:lnTo>
                <a:lnTo>
                  <a:pt x="2023681" y="151066"/>
                </a:lnTo>
                <a:lnTo>
                  <a:pt x="2011489" y="167830"/>
                </a:lnTo>
                <a:lnTo>
                  <a:pt x="2011489" y="148018"/>
                </a:lnTo>
                <a:lnTo>
                  <a:pt x="2011489" y="141833"/>
                </a:lnTo>
                <a:lnTo>
                  <a:pt x="2194471" y="141833"/>
                </a:lnTo>
                <a:lnTo>
                  <a:pt x="2194471" y="112877"/>
                </a:lnTo>
                <a:lnTo>
                  <a:pt x="2011489" y="112877"/>
                </a:lnTo>
                <a:lnTo>
                  <a:pt x="2011489" y="3048"/>
                </a:lnTo>
                <a:lnTo>
                  <a:pt x="1977961" y="3048"/>
                </a:lnTo>
                <a:lnTo>
                  <a:pt x="1977961" y="112877"/>
                </a:lnTo>
                <a:lnTo>
                  <a:pt x="1791843" y="112877"/>
                </a:lnTo>
                <a:lnTo>
                  <a:pt x="1791843" y="141833"/>
                </a:lnTo>
                <a:lnTo>
                  <a:pt x="1947481" y="141833"/>
                </a:lnTo>
                <a:lnTo>
                  <a:pt x="1911159" y="166751"/>
                </a:lnTo>
                <a:lnTo>
                  <a:pt x="1871002" y="188785"/>
                </a:lnTo>
                <a:lnTo>
                  <a:pt x="1827123" y="207937"/>
                </a:lnTo>
                <a:lnTo>
                  <a:pt x="1779651" y="224218"/>
                </a:lnTo>
                <a:lnTo>
                  <a:pt x="1785353" y="231317"/>
                </a:lnTo>
                <a:lnTo>
                  <a:pt x="1790890" y="238709"/>
                </a:lnTo>
                <a:lnTo>
                  <a:pt x="1796161" y="246126"/>
                </a:lnTo>
                <a:lnTo>
                  <a:pt x="1800987" y="253276"/>
                </a:lnTo>
                <a:lnTo>
                  <a:pt x="1849031" y="234645"/>
                </a:lnTo>
                <a:lnTo>
                  <a:pt x="1894624" y="210896"/>
                </a:lnTo>
                <a:lnTo>
                  <a:pt x="1937639" y="182029"/>
                </a:lnTo>
                <a:lnTo>
                  <a:pt x="1977961" y="148018"/>
                </a:lnTo>
                <a:lnTo>
                  <a:pt x="1977961" y="221170"/>
                </a:lnTo>
                <a:lnTo>
                  <a:pt x="2011489" y="221170"/>
                </a:lnTo>
                <a:lnTo>
                  <a:pt x="2011489" y="175450"/>
                </a:lnTo>
                <a:lnTo>
                  <a:pt x="2062124" y="195097"/>
                </a:lnTo>
                <a:lnTo>
                  <a:pt x="2108733" y="214896"/>
                </a:lnTo>
                <a:lnTo>
                  <a:pt x="2151316" y="234429"/>
                </a:lnTo>
                <a:lnTo>
                  <a:pt x="2189899" y="253276"/>
                </a:lnTo>
                <a:lnTo>
                  <a:pt x="2206663" y="225742"/>
                </a:lnTo>
                <a:close/>
              </a:path>
              <a:path w="3091815" h="438150">
                <a:moveTo>
                  <a:pt x="2212759" y="399669"/>
                </a:moveTo>
                <a:lnTo>
                  <a:pt x="2163381" y="391274"/>
                </a:lnTo>
                <a:lnTo>
                  <a:pt x="2119553" y="377088"/>
                </a:lnTo>
                <a:lnTo>
                  <a:pt x="2081352" y="357187"/>
                </a:lnTo>
                <a:lnTo>
                  <a:pt x="2048865" y="331647"/>
                </a:lnTo>
                <a:lnTo>
                  <a:pt x="2032622" y="312712"/>
                </a:lnTo>
                <a:lnTo>
                  <a:pt x="2022157" y="300520"/>
                </a:lnTo>
                <a:lnTo>
                  <a:pt x="2199043" y="300520"/>
                </a:lnTo>
                <a:lnTo>
                  <a:pt x="2199043" y="270040"/>
                </a:lnTo>
                <a:lnTo>
                  <a:pt x="2005393" y="270040"/>
                </a:lnTo>
                <a:lnTo>
                  <a:pt x="2006777" y="262648"/>
                </a:lnTo>
                <a:lnTo>
                  <a:pt x="2008441" y="254368"/>
                </a:lnTo>
                <a:lnTo>
                  <a:pt x="2010117" y="245529"/>
                </a:lnTo>
                <a:lnTo>
                  <a:pt x="2011489" y="236410"/>
                </a:lnTo>
                <a:lnTo>
                  <a:pt x="1976437" y="236410"/>
                </a:lnTo>
                <a:lnTo>
                  <a:pt x="1975281" y="245529"/>
                </a:lnTo>
                <a:lnTo>
                  <a:pt x="1973961" y="254368"/>
                </a:lnTo>
                <a:lnTo>
                  <a:pt x="1972373" y="262648"/>
                </a:lnTo>
                <a:lnTo>
                  <a:pt x="1970341" y="270040"/>
                </a:lnTo>
                <a:lnTo>
                  <a:pt x="1788795" y="270040"/>
                </a:lnTo>
                <a:lnTo>
                  <a:pt x="1788795" y="300520"/>
                </a:lnTo>
                <a:lnTo>
                  <a:pt x="1961197" y="300520"/>
                </a:lnTo>
                <a:lnTo>
                  <a:pt x="1942871" y="331838"/>
                </a:lnTo>
                <a:lnTo>
                  <a:pt x="1915401" y="358013"/>
                </a:lnTo>
                <a:lnTo>
                  <a:pt x="1878799" y="379069"/>
                </a:lnTo>
                <a:lnTo>
                  <a:pt x="1833041" y="394982"/>
                </a:lnTo>
                <a:lnTo>
                  <a:pt x="1778127" y="405777"/>
                </a:lnTo>
                <a:lnTo>
                  <a:pt x="1783562" y="413778"/>
                </a:lnTo>
                <a:lnTo>
                  <a:pt x="1788414" y="421779"/>
                </a:lnTo>
                <a:lnTo>
                  <a:pt x="1792706" y="429780"/>
                </a:lnTo>
                <a:lnTo>
                  <a:pt x="1796415" y="437781"/>
                </a:lnTo>
                <a:lnTo>
                  <a:pt x="1854822" y="423316"/>
                </a:lnTo>
                <a:lnTo>
                  <a:pt x="1903691" y="403656"/>
                </a:lnTo>
                <a:lnTo>
                  <a:pt x="1943061" y="378726"/>
                </a:lnTo>
                <a:lnTo>
                  <a:pt x="1972894" y="348437"/>
                </a:lnTo>
                <a:lnTo>
                  <a:pt x="1993201" y="312712"/>
                </a:lnTo>
                <a:lnTo>
                  <a:pt x="2018639" y="347675"/>
                </a:lnTo>
                <a:lnTo>
                  <a:pt x="2051037" y="377431"/>
                </a:lnTo>
                <a:lnTo>
                  <a:pt x="2090381" y="401904"/>
                </a:lnTo>
                <a:lnTo>
                  <a:pt x="2136673" y="421017"/>
                </a:lnTo>
                <a:lnTo>
                  <a:pt x="2189899" y="434733"/>
                </a:lnTo>
                <a:lnTo>
                  <a:pt x="2196681" y="423037"/>
                </a:lnTo>
                <a:lnTo>
                  <a:pt x="2203043" y="413207"/>
                </a:lnTo>
                <a:lnTo>
                  <a:pt x="2208542" y="405371"/>
                </a:lnTo>
                <a:lnTo>
                  <a:pt x="2212759" y="399669"/>
                </a:lnTo>
                <a:close/>
              </a:path>
              <a:path w="3091815" h="438150">
                <a:moveTo>
                  <a:pt x="2490317" y="129641"/>
                </a:moveTo>
                <a:lnTo>
                  <a:pt x="2427833" y="129641"/>
                </a:lnTo>
                <a:lnTo>
                  <a:pt x="2427833" y="56489"/>
                </a:lnTo>
                <a:lnTo>
                  <a:pt x="2475077" y="56489"/>
                </a:lnTo>
                <a:lnTo>
                  <a:pt x="2475077" y="27432"/>
                </a:lnTo>
                <a:lnTo>
                  <a:pt x="2395829" y="27432"/>
                </a:lnTo>
                <a:lnTo>
                  <a:pt x="2395829" y="56489"/>
                </a:lnTo>
                <a:lnTo>
                  <a:pt x="2395829" y="129641"/>
                </a:lnTo>
                <a:lnTo>
                  <a:pt x="2327160" y="129641"/>
                </a:lnTo>
                <a:lnTo>
                  <a:pt x="2327160" y="56489"/>
                </a:lnTo>
                <a:lnTo>
                  <a:pt x="2395829" y="56489"/>
                </a:lnTo>
                <a:lnTo>
                  <a:pt x="2395829" y="27432"/>
                </a:lnTo>
                <a:lnTo>
                  <a:pt x="2246388" y="27432"/>
                </a:lnTo>
                <a:lnTo>
                  <a:pt x="2246388" y="56489"/>
                </a:lnTo>
                <a:lnTo>
                  <a:pt x="2295156" y="56489"/>
                </a:lnTo>
                <a:lnTo>
                  <a:pt x="2295156" y="129641"/>
                </a:lnTo>
                <a:lnTo>
                  <a:pt x="2228100" y="129641"/>
                </a:lnTo>
                <a:lnTo>
                  <a:pt x="2228100" y="157175"/>
                </a:lnTo>
                <a:lnTo>
                  <a:pt x="2292108" y="157175"/>
                </a:lnTo>
                <a:lnTo>
                  <a:pt x="2287841" y="179476"/>
                </a:lnTo>
                <a:lnTo>
                  <a:pt x="2277440" y="200799"/>
                </a:lnTo>
                <a:lnTo>
                  <a:pt x="2261031" y="221246"/>
                </a:lnTo>
                <a:lnTo>
                  <a:pt x="2238768" y="240995"/>
                </a:lnTo>
                <a:lnTo>
                  <a:pt x="2244712" y="247662"/>
                </a:lnTo>
                <a:lnTo>
                  <a:pt x="2257196" y="260375"/>
                </a:lnTo>
                <a:lnTo>
                  <a:pt x="2263152" y="266992"/>
                </a:lnTo>
                <a:lnTo>
                  <a:pt x="2288336" y="242938"/>
                </a:lnTo>
                <a:lnTo>
                  <a:pt x="2306967" y="216611"/>
                </a:lnTo>
                <a:lnTo>
                  <a:pt x="2319299" y="188036"/>
                </a:lnTo>
                <a:lnTo>
                  <a:pt x="2325636" y="157175"/>
                </a:lnTo>
                <a:lnTo>
                  <a:pt x="2395829" y="157175"/>
                </a:lnTo>
                <a:lnTo>
                  <a:pt x="2395829" y="251752"/>
                </a:lnTo>
                <a:lnTo>
                  <a:pt x="2427833" y="251752"/>
                </a:lnTo>
                <a:lnTo>
                  <a:pt x="2427833" y="157175"/>
                </a:lnTo>
                <a:lnTo>
                  <a:pt x="2490317" y="157175"/>
                </a:lnTo>
                <a:lnTo>
                  <a:pt x="2490317" y="129641"/>
                </a:lnTo>
                <a:close/>
              </a:path>
              <a:path w="3091815" h="438150">
                <a:moveTo>
                  <a:pt x="2539187" y="33528"/>
                </a:moveTo>
                <a:lnTo>
                  <a:pt x="2507183" y="33528"/>
                </a:lnTo>
                <a:lnTo>
                  <a:pt x="2507183" y="186131"/>
                </a:lnTo>
                <a:lnTo>
                  <a:pt x="2539187" y="186131"/>
                </a:lnTo>
                <a:lnTo>
                  <a:pt x="2539187" y="33528"/>
                </a:lnTo>
                <a:close/>
              </a:path>
              <a:path w="3091815" h="438150">
                <a:moveTo>
                  <a:pt x="2627579" y="9144"/>
                </a:moveTo>
                <a:lnTo>
                  <a:pt x="2595575" y="9144"/>
                </a:lnTo>
                <a:lnTo>
                  <a:pt x="2595575" y="198323"/>
                </a:lnTo>
                <a:lnTo>
                  <a:pt x="2594114" y="210324"/>
                </a:lnTo>
                <a:lnTo>
                  <a:pt x="2589669" y="218897"/>
                </a:lnTo>
                <a:lnTo>
                  <a:pt x="2582062" y="224040"/>
                </a:lnTo>
                <a:lnTo>
                  <a:pt x="2571318" y="225742"/>
                </a:lnTo>
                <a:lnTo>
                  <a:pt x="2560904" y="225729"/>
                </a:lnTo>
                <a:lnTo>
                  <a:pt x="2548331" y="225564"/>
                </a:lnTo>
                <a:lnTo>
                  <a:pt x="2533472" y="225107"/>
                </a:lnTo>
                <a:lnTo>
                  <a:pt x="2516327" y="224231"/>
                </a:lnTo>
                <a:lnTo>
                  <a:pt x="2517673" y="232460"/>
                </a:lnTo>
                <a:lnTo>
                  <a:pt x="2519172" y="240995"/>
                </a:lnTo>
                <a:lnTo>
                  <a:pt x="2520391" y="249555"/>
                </a:lnTo>
                <a:lnTo>
                  <a:pt x="2520899" y="257848"/>
                </a:lnTo>
                <a:lnTo>
                  <a:pt x="2538349" y="258711"/>
                </a:lnTo>
                <a:lnTo>
                  <a:pt x="2554236" y="258991"/>
                </a:lnTo>
                <a:lnTo>
                  <a:pt x="2568689" y="258711"/>
                </a:lnTo>
                <a:lnTo>
                  <a:pt x="2581859" y="257848"/>
                </a:lnTo>
                <a:lnTo>
                  <a:pt x="2601861" y="254736"/>
                </a:lnTo>
                <a:lnTo>
                  <a:pt x="2616149" y="245605"/>
                </a:lnTo>
                <a:lnTo>
                  <a:pt x="2624721" y="230759"/>
                </a:lnTo>
                <a:lnTo>
                  <a:pt x="2625420" y="225755"/>
                </a:lnTo>
                <a:lnTo>
                  <a:pt x="2627579" y="210515"/>
                </a:lnTo>
                <a:lnTo>
                  <a:pt x="2627579" y="9144"/>
                </a:lnTo>
                <a:close/>
              </a:path>
              <a:path w="3091815" h="438150">
                <a:moveTo>
                  <a:pt x="2656624" y="381393"/>
                </a:moveTo>
                <a:lnTo>
                  <a:pt x="2458313" y="381393"/>
                </a:lnTo>
                <a:lnTo>
                  <a:pt x="2458313" y="321856"/>
                </a:lnTo>
                <a:lnTo>
                  <a:pt x="2618435" y="321856"/>
                </a:lnTo>
                <a:lnTo>
                  <a:pt x="2618435" y="292900"/>
                </a:lnTo>
                <a:lnTo>
                  <a:pt x="2458313" y="292900"/>
                </a:lnTo>
                <a:lnTo>
                  <a:pt x="2458313" y="257848"/>
                </a:lnTo>
                <a:lnTo>
                  <a:pt x="2423261" y="257848"/>
                </a:lnTo>
                <a:lnTo>
                  <a:pt x="2423261" y="292900"/>
                </a:lnTo>
                <a:lnTo>
                  <a:pt x="2267724" y="292900"/>
                </a:lnTo>
                <a:lnTo>
                  <a:pt x="2267724" y="321856"/>
                </a:lnTo>
                <a:lnTo>
                  <a:pt x="2423261" y="321856"/>
                </a:lnTo>
                <a:lnTo>
                  <a:pt x="2423261" y="381393"/>
                </a:lnTo>
                <a:lnTo>
                  <a:pt x="2228100" y="381393"/>
                </a:lnTo>
                <a:lnTo>
                  <a:pt x="2228100" y="411873"/>
                </a:lnTo>
                <a:lnTo>
                  <a:pt x="2656624" y="411873"/>
                </a:lnTo>
                <a:lnTo>
                  <a:pt x="2656624" y="381393"/>
                </a:lnTo>
                <a:close/>
              </a:path>
              <a:path w="3091815" h="438150">
                <a:moveTo>
                  <a:pt x="2859417" y="74777"/>
                </a:moveTo>
                <a:lnTo>
                  <a:pt x="2824365" y="74777"/>
                </a:lnTo>
                <a:lnTo>
                  <a:pt x="2824365" y="106781"/>
                </a:lnTo>
                <a:lnTo>
                  <a:pt x="2824365" y="213563"/>
                </a:lnTo>
                <a:lnTo>
                  <a:pt x="2824365" y="245567"/>
                </a:lnTo>
                <a:lnTo>
                  <a:pt x="2824365" y="355485"/>
                </a:lnTo>
                <a:lnTo>
                  <a:pt x="2726728" y="355485"/>
                </a:lnTo>
                <a:lnTo>
                  <a:pt x="2726728" y="245567"/>
                </a:lnTo>
                <a:lnTo>
                  <a:pt x="2824365" y="245567"/>
                </a:lnTo>
                <a:lnTo>
                  <a:pt x="2824365" y="213563"/>
                </a:lnTo>
                <a:lnTo>
                  <a:pt x="2726728" y="213563"/>
                </a:lnTo>
                <a:lnTo>
                  <a:pt x="2726728" y="106781"/>
                </a:lnTo>
                <a:lnTo>
                  <a:pt x="2824365" y="106781"/>
                </a:lnTo>
                <a:lnTo>
                  <a:pt x="2824365" y="74777"/>
                </a:lnTo>
                <a:lnTo>
                  <a:pt x="2772549" y="74777"/>
                </a:lnTo>
                <a:lnTo>
                  <a:pt x="2779191" y="59639"/>
                </a:lnTo>
                <a:lnTo>
                  <a:pt x="2785694" y="44056"/>
                </a:lnTo>
                <a:lnTo>
                  <a:pt x="2792476" y="28194"/>
                </a:lnTo>
                <a:lnTo>
                  <a:pt x="2799981" y="12192"/>
                </a:lnTo>
                <a:lnTo>
                  <a:pt x="2761780" y="1524"/>
                </a:lnTo>
                <a:lnTo>
                  <a:pt x="2756662" y="18122"/>
                </a:lnTo>
                <a:lnTo>
                  <a:pt x="2750540" y="35864"/>
                </a:lnTo>
                <a:lnTo>
                  <a:pt x="2743568" y="54762"/>
                </a:lnTo>
                <a:lnTo>
                  <a:pt x="2735872" y="74777"/>
                </a:lnTo>
                <a:lnTo>
                  <a:pt x="2691676" y="74777"/>
                </a:lnTo>
                <a:lnTo>
                  <a:pt x="2691676" y="425589"/>
                </a:lnTo>
                <a:lnTo>
                  <a:pt x="2726728" y="425589"/>
                </a:lnTo>
                <a:lnTo>
                  <a:pt x="2726728" y="389013"/>
                </a:lnTo>
                <a:lnTo>
                  <a:pt x="2824365" y="389013"/>
                </a:lnTo>
                <a:lnTo>
                  <a:pt x="2824365" y="422541"/>
                </a:lnTo>
                <a:lnTo>
                  <a:pt x="2859417" y="422541"/>
                </a:lnTo>
                <a:lnTo>
                  <a:pt x="2859417" y="389013"/>
                </a:lnTo>
                <a:lnTo>
                  <a:pt x="2859417" y="355485"/>
                </a:lnTo>
                <a:lnTo>
                  <a:pt x="2859417" y="245567"/>
                </a:lnTo>
                <a:lnTo>
                  <a:pt x="2859417" y="213563"/>
                </a:lnTo>
                <a:lnTo>
                  <a:pt x="2859417" y="106781"/>
                </a:lnTo>
                <a:lnTo>
                  <a:pt x="2859417" y="74777"/>
                </a:lnTo>
                <a:close/>
              </a:path>
              <a:path w="3091815" h="438150">
                <a:moveTo>
                  <a:pt x="3008858" y="273088"/>
                </a:moveTo>
                <a:lnTo>
                  <a:pt x="2993733" y="251345"/>
                </a:lnTo>
                <a:lnTo>
                  <a:pt x="2975902" y="227469"/>
                </a:lnTo>
                <a:lnTo>
                  <a:pt x="2955493" y="201625"/>
                </a:lnTo>
                <a:lnTo>
                  <a:pt x="2932658" y="173939"/>
                </a:lnTo>
                <a:lnTo>
                  <a:pt x="2905137" y="193751"/>
                </a:lnTo>
                <a:lnTo>
                  <a:pt x="2925165" y="219786"/>
                </a:lnTo>
                <a:lnTo>
                  <a:pt x="2943885" y="245414"/>
                </a:lnTo>
                <a:lnTo>
                  <a:pt x="2961157" y="270764"/>
                </a:lnTo>
                <a:lnTo>
                  <a:pt x="2976854" y="295948"/>
                </a:lnTo>
                <a:lnTo>
                  <a:pt x="3008858" y="273088"/>
                </a:lnTo>
                <a:close/>
              </a:path>
              <a:path w="3091815" h="438150">
                <a:moveTo>
                  <a:pt x="3091256" y="73253"/>
                </a:moveTo>
                <a:lnTo>
                  <a:pt x="2950946" y="73253"/>
                </a:lnTo>
                <a:lnTo>
                  <a:pt x="2956661" y="58115"/>
                </a:lnTo>
                <a:lnTo>
                  <a:pt x="2962376" y="42532"/>
                </a:lnTo>
                <a:lnTo>
                  <a:pt x="2968091" y="26670"/>
                </a:lnTo>
                <a:lnTo>
                  <a:pt x="2973806" y="10668"/>
                </a:lnTo>
                <a:lnTo>
                  <a:pt x="2935706" y="1524"/>
                </a:lnTo>
                <a:lnTo>
                  <a:pt x="2921114" y="47828"/>
                </a:lnTo>
                <a:lnTo>
                  <a:pt x="2904794" y="90398"/>
                </a:lnTo>
                <a:lnTo>
                  <a:pt x="2886760" y="128968"/>
                </a:lnTo>
                <a:lnTo>
                  <a:pt x="2867037" y="163271"/>
                </a:lnTo>
                <a:lnTo>
                  <a:pt x="2875648" y="167817"/>
                </a:lnTo>
                <a:lnTo>
                  <a:pt x="2890609" y="176339"/>
                </a:lnTo>
                <a:lnTo>
                  <a:pt x="2897517" y="180035"/>
                </a:lnTo>
                <a:lnTo>
                  <a:pt x="2906903" y="163410"/>
                </a:lnTo>
                <a:lnTo>
                  <a:pt x="2916605" y="145503"/>
                </a:lnTo>
                <a:lnTo>
                  <a:pt x="2926308" y="126161"/>
                </a:lnTo>
                <a:lnTo>
                  <a:pt x="2935706" y="105257"/>
                </a:lnTo>
                <a:lnTo>
                  <a:pt x="3053156" y="105257"/>
                </a:lnTo>
                <a:lnTo>
                  <a:pt x="3052216" y="171335"/>
                </a:lnTo>
                <a:lnTo>
                  <a:pt x="3051238" y="227469"/>
                </a:lnTo>
                <a:lnTo>
                  <a:pt x="3050057" y="277126"/>
                </a:lnTo>
                <a:lnTo>
                  <a:pt x="3048660" y="316852"/>
                </a:lnTo>
                <a:lnTo>
                  <a:pt x="3042653" y="365823"/>
                </a:lnTo>
                <a:lnTo>
                  <a:pt x="3004286" y="389013"/>
                </a:lnTo>
                <a:lnTo>
                  <a:pt x="2985452" y="388696"/>
                </a:lnTo>
                <a:lnTo>
                  <a:pt x="2965615" y="387680"/>
                </a:lnTo>
                <a:lnTo>
                  <a:pt x="2944926" y="385787"/>
                </a:lnTo>
                <a:lnTo>
                  <a:pt x="2923514" y="382917"/>
                </a:lnTo>
                <a:lnTo>
                  <a:pt x="2921990" y="382917"/>
                </a:lnTo>
                <a:lnTo>
                  <a:pt x="2924251" y="392099"/>
                </a:lnTo>
                <a:lnTo>
                  <a:pt x="2926372" y="401586"/>
                </a:lnTo>
                <a:lnTo>
                  <a:pt x="2928201" y="411632"/>
                </a:lnTo>
                <a:lnTo>
                  <a:pt x="2929610" y="422541"/>
                </a:lnTo>
                <a:lnTo>
                  <a:pt x="2970568" y="424637"/>
                </a:lnTo>
                <a:lnTo>
                  <a:pt x="2990685" y="425323"/>
                </a:lnTo>
                <a:lnTo>
                  <a:pt x="3010382" y="425589"/>
                </a:lnTo>
                <a:lnTo>
                  <a:pt x="3040697" y="421297"/>
                </a:lnTo>
                <a:lnTo>
                  <a:pt x="3075406" y="389013"/>
                </a:lnTo>
                <a:lnTo>
                  <a:pt x="3083636" y="332574"/>
                </a:lnTo>
                <a:lnTo>
                  <a:pt x="3086684" y="256273"/>
                </a:lnTo>
                <a:lnTo>
                  <a:pt x="3088208" y="204419"/>
                </a:lnTo>
                <a:lnTo>
                  <a:pt x="3089668" y="145503"/>
                </a:lnTo>
                <a:lnTo>
                  <a:pt x="3090557" y="105257"/>
                </a:lnTo>
                <a:lnTo>
                  <a:pt x="3091256" y="732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593240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7" y="41148"/>
                </a:lnTo>
                <a:lnTo>
                  <a:pt x="33528" y="41148"/>
                </a:lnTo>
                <a:lnTo>
                  <a:pt x="34409" y="51984"/>
                </a:lnTo>
                <a:lnTo>
                  <a:pt x="34861" y="66115"/>
                </a:lnTo>
                <a:lnTo>
                  <a:pt x="34942" y="74533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789" y="256222"/>
                </a:moveTo>
                <a:lnTo>
                  <a:pt x="161639" y="256222"/>
                </a:lnTo>
                <a:lnTo>
                  <a:pt x="165925" y="244268"/>
                </a:lnTo>
                <a:lnTo>
                  <a:pt x="169640" y="233743"/>
                </a:lnTo>
                <a:lnTo>
                  <a:pt x="172783" y="224932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3370" y="51984"/>
                </a:lnTo>
                <a:lnTo>
                  <a:pt x="280797" y="59817"/>
                </a:lnTo>
                <a:lnTo>
                  <a:pt x="278344" y="66436"/>
                </a:lnTo>
                <a:lnTo>
                  <a:pt x="276034" y="71628"/>
                </a:lnTo>
                <a:lnTo>
                  <a:pt x="194789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7" y="41148"/>
                </a:lnTo>
                <a:lnTo>
                  <a:pt x="150042" y="229862"/>
                </a:lnTo>
                <a:lnTo>
                  <a:pt x="154209" y="240030"/>
                </a:lnTo>
                <a:lnTo>
                  <a:pt x="157519" y="248769"/>
                </a:lnTo>
                <a:lnTo>
                  <a:pt x="160115" y="256222"/>
                </a:lnTo>
                <a:lnTo>
                  <a:pt x="194789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995671" y="1935480"/>
            <a:ext cx="38100" cy="314325"/>
          </a:xfrm>
          <a:custGeom>
            <a:avLst/>
            <a:gdLst/>
            <a:ahLst/>
            <a:cxnLst/>
            <a:rect l="l" t="t" r="r" b="b"/>
            <a:pathLst>
              <a:path w="38100" h="314325">
                <a:moveTo>
                  <a:pt x="38100" y="313944"/>
                </a:moveTo>
                <a:lnTo>
                  <a:pt x="0" y="313944"/>
                </a:lnTo>
                <a:lnTo>
                  <a:pt x="0" y="0"/>
                </a:lnTo>
                <a:lnTo>
                  <a:pt x="38100" y="0"/>
                </a:lnTo>
                <a:lnTo>
                  <a:pt x="38100" y="3139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116353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7244" y="0"/>
                </a:lnTo>
                <a:lnTo>
                  <a:pt x="65661" y="41148"/>
                </a:lnTo>
                <a:lnTo>
                  <a:pt x="33528" y="41148"/>
                </a:lnTo>
                <a:lnTo>
                  <a:pt x="33766" y="51984"/>
                </a:lnTo>
                <a:lnTo>
                  <a:pt x="34338" y="67722"/>
                </a:lnTo>
                <a:lnTo>
                  <a:pt x="34813" y="83407"/>
                </a:lnTo>
                <a:lnTo>
                  <a:pt x="35034" y="102203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3630" y="256222"/>
                </a:moveTo>
                <a:lnTo>
                  <a:pt x="160115" y="256222"/>
                </a:lnTo>
                <a:lnTo>
                  <a:pt x="164425" y="244268"/>
                </a:lnTo>
                <a:lnTo>
                  <a:pt x="168306" y="233743"/>
                </a:lnTo>
                <a:lnTo>
                  <a:pt x="171902" y="224932"/>
                </a:lnTo>
                <a:lnTo>
                  <a:pt x="175355" y="218122"/>
                </a:lnTo>
                <a:lnTo>
                  <a:pt x="272986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5178" y="41148"/>
                </a:lnTo>
                <a:lnTo>
                  <a:pt x="282827" y="51720"/>
                </a:lnTo>
                <a:lnTo>
                  <a:pt x="280606" y="59817"/>
                </a:lnTo>
                <a:lnTo>
                  <a:pt x="278320" y="66436"/>
                </a:lnTo>
                <a:lnTo>
                  <a:pt x="276034" y="71628"/>
                </a:lnTo>
                <a:lnTo>
                  <a:pt x="193630" y="256222"/>
                </a:lnTo>
                <a:close/>
              </a:path>
              <a:path w="320675" h="314325">
                <a:moveTo>
                  <a:pt x="167735" y="314229"/>
                </a:moveTo>
                <a:lnTo>
                  <a:pt x="150971" y="314229"/>
                </a:lnTo>
                <a:lnTo>
                  <a:pt x="42672" y="73152"/>
                </a:lnTo>
                <a:lnTo>
                  <a:pt x="40386" y="67722"/>
                </a:lnTo>
                <a:lnTo>
                  <a:pt x="38100" y="60579"/>
                </a:lnTo>
                <a:lnTo>
                  <a:pt x="35762" y="51482"/>
                </a:lnTo>
                <a:lnTo>
                  <a:pt x="33528" y="41148"/>
                </a:lnTo>
                <a:lnTo>
                  <a:pt x="65661" y="41148"/>
                </a:lnTo>
                <a:lnTo>
                  <a:pt x="144875" y="218122"/>
                </a:lnTo>
                <a:lnTo>
                  <a:pt x="158591" y="256222"/>
                </a:lnTo>
                <a:lnTo>
                  <a:pt x="193630" y="256222"/>
                </a:lnTo>
                <a:lnTo>
                  <a:pt x="167735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89020"/>
                </a:lnTo>
                <a:lnTo>
                  <a:pt x="284035" y="74533"/>
                </a:lnTo>
                <a:lnTo>
                  <a:pt x="284940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18873" y="1936305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70" h="313689">
                <a:moveTo>
                  <a:pt x="166306" y="280670"/>
                </a:moveTo>
                <a:lnTo>
                  <a:pt x="36677" y="280670"/>
                </a:lnTo>
                <a:lnTo>
                  <a:pt x="36677" y="170180"/>
                </a:lnTo>
                <a:lnTo>
                  <a:pt x="149453" y="170180"/>
                </a:lnTo>
                <a:lnTo>
                  <a:pt x="149453" y="137160"/>
                </a:lnTo>
                <a:lnTo>
                  <a:pt x="36677" y="137160"/>
                </a:lnTo>
                <a:lnTo>
                  <a:pt x="36677" y="31750"/>
                </a:lnTo>
                <a:lnTo>
                  <a:pt x="158686" y="31750"/>
                </a:lnTo>
                <a:lnTo>
                  <a:pt x="158686" y="0"/>
                </a:lnTo>
                <a:lnTo>
                  <a:pt x="0" y="0"/>
                </a:lnTo>
                <a:lnTo>
                  <a:pt x="0" y="31750"/>
                </a:lnTo>
                <a:lnTo>
                  <a:pt x="0" y="13716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306" y="313690"/>
                </a:lnTo>
                <a:lnTo>
                  <a:pt x="16630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18844" y="2709672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738407" y="2629757"/>
            <a:ext cx="485140" cy="201930"/>
            <a:chOff x="1738407" y="2629757"/>
            <a:chExt cx="485140" cy="20193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8407" y="2634329"/>
              <a:ext cx="170783" cy="19678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945766" y="2629757"/>
              <a:ext cx="278130" cy="201930"/>
            </a:xfrm>
            <a:custGeom>
              <a:avLst/>
              <a:gdLst/>
              <a:ahLst/>
              <a:cxnLst/>
              <a:rect l="l" t="t" r="r" b="b"/>
              <a:pathLst>
                <a:path w="278130" h="201930">
                  <a:moveTo>
                    <a:pt x="277558" y="201358"/>
                  </a:moveTo>
                  <a:lnTo>
                    <a:pt x="245554" y="201358"/>
                  </a:lnTo>
                  <a:lnTo>
                    <a:pt x="245554" y="88487"/>
                  </a:lnTo>
                  <a:lnTo>
                    <a:pt x="244982" y="73604"/>
                  </a:lnTo>
                  <a:lnTo>
                    <a:pt x="230098" y="35242"/>
                  </a:lnTo>
                  <a:lnTo>
                    <a:pt x="202787" y="27527"/>
                  </a:lnTo>
                  <a:lnTo>
                    <a:pt x="193024" y="28670"/>
                  </a:lnTo>
                  <a:lnTo>
                    <a:pt x="161734" y="55292"/>
                  </a:lnTo>
                  <a:lnTo>
                    <a:pt x="154019" y="90011"/>
                  </a:lnTo>
                  <a:lnTo>
                    <a:pt x="154019" y="201358"/>
                  </a:lnTo>
                  <a:lnTo>
                    <a:pt x="123539" y="201358"/>
                  </a:lnTo>
                  <a:lnTo>
                    <a:pt x="123539" y="85439"/>
                  </a:lnTo>
                  <a:lnTo>
                    <a:pt x="120681" y="59674"/>
                  </a:lnTo>
                  <a:lnTo>
                    <a:pt x="112109" y="41624"/>
                  </a:lnTo>
                  <a:lnTo>
                    <a:pt x="97821" y="31003"/>
                  </a:lnTo>
                  <a:lnTo>
                    <a:pt x="77819" y="27527"/>
                  </a:lnTo>
                  <a:lnTo>
                    <a:pt x="68024" y="28432"/>
                  </a:lnTo>
                  <a:lnTo>
                    <a:pt x="38195" y="53792"/>
                  </a:lnTo>
                  <a:lnTo>
                    <a:pt x="30479" y="90011"/>
                  </a:lnTo>
                  <a:lnTo>
                    <a:pt x="30479" y="201358"/>
                  </a:lnTo>
                  <a:lnTo>
                    <a:pt x="0" y="201358"/>
                  </a:lnTo>
                  <a:lnTo>
                    <a:pt x="0" y="4572"/>
                  </a:lnTo>
                  <a:lnTo>
                    <a:pt x="30479" y="4572"/>
                  </a:lnTo>
                  <a:lnTo>
                    <a:pt x="30479" y="36671"/>
                  </a:lnTo>
                  <a:lnTo>
                    <a:pt x="32003" y="36671"/>
                  </a:lnTo>
                  <a:lnTo>
                    <a:pt x="43472" y="20654"/>
                  </a:lnTo>
                  <a:lnTo>
                    <a:pt x="57388" y="9191"/>
                  </a:lnTo>
                  <a:lnTo>
                    <a:pt x="73875" y="2300"/>
                  </a:lnTo>
                  <a:lnTo>
                    <a:pt x="93059" y="0"/>
                  </a:lnTo>
                  <a:lnTo>
                    <a:pt x="102179" y="834"/>
                  </a:lnTo>
                  <a:lnTo>
                    <a:pt x="140303" y="25050"/>
                  </a:lnTo>
                  <a:lnTo>
                    <a:pt x="147923" y="41243"/>
                  </a:lnTo>
                  <a:lnTo>
                    <a:pt x="160521" y="23226"/>
                  </a:lnTo>
                  <a:lnTo>
                    <a:pt x="175557" y="10334"/>
                  </a:lnTo>
                  <a:lnTo>
                    <a:pt x="193183" y="2586"/>
                  </a:lnTo>
                  <a:lnTo>
                    <a:pt x="213550" y="0"/>
                  </a:lnTo>
                  <a:lnTo>
                    <a:pt x="241553" y="5134"/>
                  </a:lnTo>
                  <a:lnTo>
                    <a:pt x="261556" y="20431"/>
                  </a:lnTo>
                  <a:lnTo>
                    <a:pt x="273557" y="45728"/>
                  </a:lnTo>
                  <a:lnTo>
                    <a:pt x="277558" y="80867"/>
                  </a:lnTo>
                  <a:lnTo>
                    <a:pt x="277558" y="20135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2282952" y="2540507"/>
            <a:ext cx="123825" cy="340995"/>
          </a:xfrm>
          <a:custGeom>
            <a:avLst/>
            <a:gdLst/>
            <a:ahLst/>
            <a:cxnLst/>
            <a:rect l="l" t="t" r="r" b="b"/>
            <a:pathLst>
              <a:path w="123825" h="340994">
                <a:moveTo>
                  <a:pt x="32004" y="0"/>
                </a:moveTo>
                <a:lnTo>
                  <a:pt x="0" y="0"/>
                </a:lnTo>
                <a:lnTo>
                  <a:pt x="0" y="291084"/>
                </a:lnTo>
                <a:lnTo>
                  <a:pt x="32004" y="291084"/>
                </a:lnTo>
                <a:lnTo>
                  <a:pt x="32004" y="0"/>
                </a:lnTo>
                <a:close/>
              </a:path>
              <a:path w="123825" h="340994">
                <a:moveTo>
                  <a:pt x="123342" y="246418"/>
                </a:moveTo>
                <a:lnTo>
                  <a:pt x="92862" y="246418"/>
                </a:lnTo>
                <a:lnTo>
                  <a:pt x="70002" y="340995"/>
                </a:lnTo>
                <a:lnTo>
                  <a:pt x="92862" y="340995"/>
                </a:lnTo>
                <a:lnTo>
                  <a:pt x="123342" y="2464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569553" y="2541371"/>
            <a:ext cx="633095" cy="294640"/>
          </a:xfrm>
          <a:custGeom>
            <a:avLst/>
            <a:gdLst/>
            <a:ahLst/>
            <a:cxnLst/>
            <a:rect l="l" t="t" r="r" b="b"/>
            <a:pathLst>
              <a:path w="633094" h="294639">
                <a:moveTo>
                  <a:pt x="163156" y="169252"/>
                </a:moveTo>
                <a:lnTo>
                  <a:pt x="158902" y="134124"/>
                </a:lnTo>
                <a:lnTo>
                  <a:pt x="149758" y="115912"/>
                </a:lnTo>
                <a:lnTo>
                  <a:pt x="146202" y="108826"/>
                </a:lnTo>
                <a:lnTo>
                  <a:pt x="125183" y="93522"/>
                </a:lnTo>
                <a:lnTo>
                  <a:pt x="96012" y="88392"/>
                </a:lnTo>
                <a:lnTo>
                  <a:pt x="76581" y="90932"/>
                </a:lnTo>
                <a:lnTo>
                  <a:pt x="59436" y="98348"/>
                </a:lnTo>
                <a:lnTo>
                  <a:pt x="44577" y="110337"/>
                </a:lnTo>
                <a:lnTo>
                  <a:pt x="32004" y="126580"/>
                </a:lnTo>
                <a:lnTo>
                  <a:pt x="32004" y="0"/>
                </a:lnTo>
                <a:lnTo>
                  <a:pt x="0" y="0"/>
                </a:lnTo>
                <a:lnTo>
                  <a:pt x="0" y="289750"/>
                </a:lnTo>
                <a:lnTo>
                  <a:pt x="32004" y="289750"/>
                </a:lnTo>
                <a:lnTo>
                  <a:pt x="32105" y="176872"/>
                </a:lnTo>
                <a:lnTo>
                  <a:pt x="32880" y="165252"/>
                </a:lnTo>
                <a:lnTo>
                  <a:pt x="54356" y="126580"/>
                </a:lnTo>
                <a:lnTo>
                  <a:pt x="85344" y="115912"/>
                </a:lnTo>
                <a:lnTo>
                  <a:pt x="105346" y="119659"/>
                </a:lnTo>
                <a:lnTo>
                  <a:pt x="119634" y="130962"/>
                </a:lnTo>
                <a:lnTo>
                  <a:pt x="128206" y="149999"/>
                </a:lnTo>
                <a:lnTo>
                  <a:pt x="131064" y="176872"/>
                </a:lnTo>
                <a:lnTo>
                  <a:pt x="131064" y="289750"/>
                </a:lnTo>
                <a:lnTo>
                  <a:pt x="163156" y="289750"/>
                </a:lnTo>
                <a:lnTo>
                  <a:pt x="163156" y="169252"/>
                </a:lnTo>
                <a:close/>
              </a:path>
              <a:path w="633094" h="294639">
                <a:moveTo>
                  <a:pt x="312610" y="92964"/>
                </a:moveTo>
                <a:lnTo>
                  <a:pt x="263753" y="92964"/>
                </a:lnTo>
                <a:lnTo>
                  <a:pt x="263753" y="35052"/>
                </a:lnTo>
                <a:lnTo>
                  <a:pt x="231749" y="45720"/>
                </a:lnTo>
                <a:lnTo>
                  <a:pt x="231749" y="92964"/>
                </a:lnTo>
                <a:lnTo>
                  <a:pt x="198221" y="92964"/>
                </a:lnTo>
                <a:lnTo>
                  <a:pt x="198221" y="120484"/>
                </a:lnTo>
                <a:lnTo>
                  <a:pt x="231749" y="120484"/>
                </a:lnTo>
                <a:lnTo>
                  <a:pt x="231749" y="236410"/>
                </a:lnTo>
                <a:lnTo>
                  <a:pt x="235127" y="261531"/>
                </a:lnTo>
                <a:lnTo>
                  <a:pt x="245084" y="279654"/>
                </a:lnTo>
                <a:lnTo>
                  <a:pt x="261353" y="290626"/>
                </a:lnTo>
                <a:lnTo>
                  <a:pt x="283654" y="294322"/>
                </a:lnTo>
                <a:lnTo>
                  <a:pt x="292252" y="293776"/>
                </a:lnTo>
                <a:lnTo>
                  <a:pt x="299847" y="292227"/>
                </a:lnTo>
                <a:lnTo>
                  <a:pt x="306590" y="289826"/>
                </a:lnTo>
                <a:lnTo>
                  <a:pt x="312610" y="286702"/>
                </a:lnTo>
                <a:lnTo>
                  <a:pt x="312610" y="260794"/>
                </a:lnTo>
                <a:lnTo>
                  <a:pt x="308038" y="265366"/>
                </a:lnTo>
                <a:lnTo>
                  <a:pt x="300418" y="266890"/>
                </a:lnTo>
                <a:lnTo>
                  <a:pt x="282130" y="266890"/>
                </a:lnTo>
                <a:lnTo>
                  <a:pt x="274510" y="263842"/>
                </a:lnTo>
                <a:lnTo>
                  <a:pt x="263753" y="230314"/>
                </a:lnTo>
                <a:lnTo>
                  <a:pt x="263753" y="120484"/>
                </a:lnTo>
                <a:lnTo>
                  <a:pt x="312610" y="120484"/>
                </a:lnTo>
                <a:lnTo>
                  <a:pt x="312610" y="92964"/>
                </a:lnTo>
                <a:close/>
              </a:path>
              <a:path w="633094" h="294639">
                <a:moveTo>
                  <a:pt x="632841" y="169252"/>
                </a:moveTo>
                <a:lnTo>
                  <a:pt x="628840" y="134124"/>
                </a:lnTo>
                <a:lnTo>
                  <a:pt x="616839" y="108826"/>
                </a:lnTo>
                <a:lnTo>
                  <a:pt x="596836" y="93522"/>
                </a:lnTo>
                <a:lnTo>
                  <a:pt x="568833" y="88392"/>
                </a:lnTo>
                <a:lnTo>
                  <a:pt x="548462" y="90982"/>
                </a:lnTo>
                <a:lnTo>
                  <a:pt x="530834" y="98729"/>
                </a:lnTo>
                <a:lnTo>
                  <a:pt x="515797" y="111620"/>
                </a:lnTo>
                <a:lnTo>
                  <a:pt x="503199" y="129628"/>
                </a:lnTo>
                <a:lnTo>
                  <a:pt x="500113" y="121043"/>
                </a:lnTo>
                <a:lnTo>
                  <a:pt x="467004" y="91643"/>
                </a:lnTo>
                <a:lnTo>
                  <a:pt x="448335" y="88392"/>
                </a:lnTo>
                <a:lnTo>
                  <a:pt x="429158" y="90690"/>
                </a:lnTo>
                <a:lnTo>
                  <a:pt x="412673" y="97586"/>
                </a:lnTo>
                <a:lnTo>
                  <a:pt x="398754" y="109042"/>
                </a:lnTo>
                <a:lnTo>
                  <a:pt x="387286" y="125056"/>
                </a:lnTo>
                <a:lnTo>
                  <a:pt x="385762" y="125056"/>
                </a:lnTo>
                <a:lnTo>
                  <a:pt x="385762" y="92964"/>
                </a:lnTo>
                <a:lnTo>
                  <a:pt x="355282" y="92964"/>
                </a:lnTo>
                <a:lnTo>
                  <a:pt x="355282" y="289750"/>
                </a:lnTo>
                <a:lnTo>
                  <a:pt x="385762" y="289750"/>
                </a:lnTo>
                <a:lnTo>
                  <a:pt x="385762" y="178396"/>
                </a:lnTo>
                <a:lnTo>
                  <a:pt x="386613" y="164617"/>
                </a:lnTo>
                <a:lnTo>
                  <a:pt x="406666" y="124917"/>
                </a:lnTo>
                <a:lnTo>
                  <a:pt x="433095" y="115912"/>
                </a:lnTo>
                <a:lnTo>
                  <a:pt x="453097" y="119392"/>
                </a:lnTo>
                <a:lnTo>
                  <a:pt x="467385" y="130009"/>
                </a:lnTo>
                <a:lnTo>
                  <a:pt x="475957" y="148069"/>
                </a:lnTo>
                <a:lnTo>
                  <a:pt x="478815" y="173824"/>
                </a:lnTo>
                <a:lnTo>
                  <a:pt x="478815" y="289750"/>
                </a:lnTo>
                <a:lnTo>
                  <a:pt x="509295" y="289750"/>
                </a:lnTo>
                <a:lnTo>
                  <a:pt x="509295" y="178396"/>
                </a:lnTo>
                <a:lnTo>
                  <a:pt x="510159" y="165493"/>
                </a:lnTo>
                <a:lnTo>
                  <a:pt x="531063" y="126199"/>
                </a:lnTo>
                <a:lnTo>
                  <a:pt x="558165" y="115912"/>
                </a:lnTo>
                <a:lnTo>
                  <a:pt x="568972" y="116776"/>
                </a:lnTo>
                <a:lnTo>
                  <a:pt x="599313" y="149250"/>
                </a:lnTo>
                <a:lnTo>
                  <a:pt x="602361" y="176872"/>
                </a:lnTo>
                <a:lnTo>
                  <a:pt x="602361" y="289750"/>
                </a:lnTo>
                <a:lnTo>
                  <a:pt x="632841" y="289750"/>
                </a:lnTo>
                <a:lnTo>
                  <a:pt x="632841" y="16925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261347" y="2540507"/>
            <a:ext cx="124460" cy="340995"/>
          </a:xfrm>
          <a:custGeom>
            <a:avLst/>
            <a:gdLst/>
            <a:ahLst/>
            <a:cxnLst/>
            <a:rect l="l" t="t" r="r" b="b"/>
            <a:pathLst>
              <a:path w="124460" h="340994">
                <a:moveTo>
                  <a:pt x="32016" y="0"/>
                </a:moveTo>
                <a:lnTo>
                  <a:pt x="0" y="0"/>
                </a:lnTo>
                <a:lnTo>
                  <a:pt x="0" y="291084"/>
                </a:lnTo>
                <a:lnTo>
                  <a:pt x="32016" y="291084"/>
                </a:lnTo>
                <a:lnTo>
                  <a:pt x="32016" y="0"/>
                </a:lnTo>
                <a:close/>
              </a:path>
              <a:path w="124460" h="340994">
                <a:moveTo>
                  <a:pt x="124028" y="246418"/>
                </a:moveTo>
                <a:lnTo>
                  <a:pt x="93548" y="246418"/>
                </a:lnTo>
                <a:lnTo>
                  <a:pt x="70688" y="340995"/>
                </a:lnTo>
                <a:lnTo>
                  <a:pt x="93548" y="340995"/>
                </a:lnTo>
                <a:lnTo>
                  <a:pt x="124028" y="2464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3525678" y="2541365"/>
            <a:ext cx="838835" cy="294640"/>
            <a:chOff x="3525678" y="2541365"/>
            <a:chExt cx="838835" cy="294640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5678" y="2634329"/>
              <a:ext cx="169354" cy="19678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731602" y="2541371"/>
              <a:ext cx="633095" cy="294640"/>
            </a:xfrm>
            <a:custGeom>
              <a:avLst/>
              <a:gdLst/>
              <a:ahLst/>
              <a:cxnLst/>
              <a:rect l="l" t="t" r="r" b="b"/>
              <a:pathLst>
                <a:path w="633095" h="294639">
                  <a:moveTo>
                    <a:pt x="163156" y="169252"/>
                  </a:moveTo>
                  <a:lnTo>
                    <a:pt x="158902" y="134124"/>
                  </a:lnTo>
                  <a:lnTo>
                    <a:pt x="149758" y="115912"/>
                  </a:lnTo>
                  <a:lnTo>
                    <a:pt x="146202" y="108826"/>
                  </a:lnTo>
                  <a:lnTo>
                    <a:pt x="125183" y="93522"/>
                  </a:lnTo>
                  <a:lnTo>
                    <a:pt x="96012" y="88392"/>
                  </a:lnTo>
                  <a:lnTo>
                    <a:pt x="76581" y="90932"/>
                  </a:lnTo>
                  <a:lnTo>
                    <a:pt x="59436" y="98348"/>
                  </a:lnTo>
                  <a:lnTo>
                    <a:pt x="44577" y="110337"/>
                  </a:lnTo>
                  <a:lnTo>
                    <a:pt x="32004" y="126580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289750"/>
                  </a:lnTo>
                  <a:lnTo>
                    <a:pt x="32004" y="289750"/>
                  </a:lnTo>
                  <a:lnTo>
                    <a:pt x="32105" y="176872"/>
                  </a:lnTo>
                  <a:lnTo>
                    <a:pt x="32880" y="165252"/>
                  </a:lnTo>
                  <a:lnTo>
                    <a:pt x="54356" y="126580"/>
                  </a:lnTo>
                  <a:lnTo>
                    <a:pt x="85344" y="115912"/>
                  </a:lnTo>
                  <a:lnTo>
                    <a:pt x="105346" y="119659"/>
                  </a:lnTo>
                  <a:lnTo>
                    <a:pt x="119634" y="130962"/>
                  </a:lnTo>
                  <a:lnTo>
                    <a:pt x="128206" y="149999"/>
                  </a:lnTo>
                  <a:lnTo>
                    <a:pt x="131064" y="176872"/>
                  </a:lnTo>
                  <a:lnTo>
                    <a:pt x="131064" y="289750"/>
                  </a:lnTo>
                  <a:lnTo>
                    <a:pt x="163156" y="289750"/>
                  </a:lnTo>
                  <a:lnTo>
                    <a:pt x="163156" y="169252"/>
                  </a:lnTo>
                  <a:close/>
                </a:path>
                <a:path w="633095" h="294639">
                  <a:moveTo>
                    <a:pt x="312610" y="92964"/>
                  </a:moveTo>
                  <a:lnTo>
                    <a:pt x="263842" y="92964"/>
                  </a:lnTo>
                  <a:lnTo>
                    <a:pt x="263842" y="35052"/>
                  </a:lnTo>
                  <a:lnTo>
                    <a:pt x="231838" y="45720"/>
                  </a:lnTo>
                  <a:lnTo>
                    <a:pt x="231838" y="92964"/>
                  </a:lnTo>
                  <a:lnTo>
                    <a:pt x="198221" y="92964"/>
                  </a:lnTo>
                  <a:lnTo>
                    <a:pt x="198221" y="120484"/>
                  </a:lnTo>
                  <a:lnTo>
                    <a:pt x="231838" y="120484"/>
                  </a:lnTo>
                  <a:lnTo>
                    <a:pt x="231838" y="236410"/>
                  </a:lnTo>
                  <a:lnTo>
                    <a:pt x="235000" y="261531"/>
                  </a:lnTo>
                  <a:lnTo>
                    <a:pt x="244602" y="279654"/>
                  </a:lnTo>
                  <a:lnTo>
                    <a:pt x="260769" y="290626"/>
                  </a:lnTo>
                  <a:lnTo>
                    <a:pt x="283654" y="294322"/>
                  </a:lnTo>
                  <a:lnTo>
                    <a:pt x="292252" y="293776"/>
                  </a:lnTo>
                  <a:lnTo>
                    <a:pt x="299847" y="292227"/>
                  </a:lnTo>
                  <a:lnTo>
                    <a:pt x="306590" y="289826"/>
                  </a:lnTo>
                  <a:lnTo>
                    <a:pt x="312610" y="286702"/>
                  </a:lnTo>
                  <a:lnTo>
                    <a:pt x="312610" y="260794"/>
                  </a:lnTo>
                  <a:lnTo>
                    <a:pt x="306514" y="265366"/>
                  </a:lnTo>
                  <a:lnTo>
                    <a:pt x="300418" y="266890"/>
                  </a:lnTo>
                  <a:lnTo>
                    <a:pt x="282130" y="266890"/>
                  </a:lnTo>
                  <a:lnTo>
                    <a:pt x="274510" y="263842"/>
                  </a:lnTo>
                  <a:lnTo>
                    <a:pt x="263842" y="230314"/>
                  </a:lnTo>
                  <a:lnTo>
                    <a:pt x="263842" y="120484"/>
                  </a:lnTo>
                  <a:lnTo>
                    <a:pt x="312610" y="120484"/>
                  </a:lnTo>
                  <a:lnTo>
                    <a:pt x="312610" y="92964"/>
                  </a:lnTo>
                  <a:close/>
                </a:path>
                <a:path w="633095" h="294639">
                  <a:moveTo>
                    <a:pt x="632841" y="169252"/>
                  </a:moveTo>
                  <a:lnTo>
                    <a:pt x="628815" y="134124"/>
                  </a:lnTo>
                  <a:lnTo>
                    <a:pt x="616648" y="108826"/>
                  </a:lnTo>
                  <a:lnTo>
                    <a:pt x="596188" y="93522"/>
                  </a:lnTo>
                  <a:lnTo>
                    <a:pt x="567309" y="88392"/>
                  </a:lnTo>
                  <a:lnTo>
                    <a:pt x="547662" y="90982"/>
                  </a:lnTo>
                  <a:lnTo>
                    <a:pt x="530161" y="98729"/>
                  </a:lnTo>
                  <a:lnTo>
                    <a:pt x="515226" y="111620"/>
                  </a:lnTo>
                  <a:lnTo>
                    <a:pt x="503301" y="129628"/>
                  </a:lnTo>
                  <a:lnTo>
                    <a:pt x="499529" y="121043"/>
                  </a:lnTo>
                  <a:lnTo>
                    <a:pt x="466051" y="91643"/>
                  </a:lnTo>
                  <a:lnTo>
                    <a:pt x="446811" y="88392"/>
                  </a:lnTo>
                  <a:lnTo>
                    <a:pt x="428523" y="90690"/>
                  </a:lnTo>
                  <a:lnTo>
                    <a:pt x="412521" y="97586"/>
                  </a:lnTo>
                  <a:lnTo>
                    <a:pt x="398805" y="109042"/>
                  </a:lnTo>
                  <a:lnTo>
                    <a:pt x="387375" y="125056"/>
                  </a:lnTo>
                  <a:lnTo>
                    <a:pt x="385851" y="125056"/>
                  </a:lnTo>
                  <a:lnTo>
                    <a:pt x="385851" y="92964"/>
                  </a:lnTo>
                  <a:lnTo>
                    <a:pt x="355282" y="92964"/>
                  </a:lnTo>
                  <a:lnTo>
                    <a:pt x="355282" y="289750"/>
                  </a:lnTo>
                  <a:lnTo>
                    <a:pt x="385851" y="289750"/>
                  </a:lnTo>
                  <a:lnTo>
                    <a:pt x="385851" y="178396"/>
                  </a:lnTo>
                  <a:lnTo>
                    <a:pt x="386715" y="164617"/>
                  </a:lnTo>
                  <a:lnTo>
                    <a:pt x="406742" y="124917"/>
                  </a:lnTo>
                  <a:lnTo>
                    <a:pt x="433095" y="115912"/>
                  </a:lnTo>
                  <a:lnTo>
                    <a:pt x="452869" y="119392"/>
                  </a:lnTo>
                  <a:lnTo>
                    <a:pt x="466623" y="130009"/>
                  </a:lnTo>
                  <a:lnTo>
                    <a:pt x="474675" y="148069"/>
                  </a:lnTo>
                  <a:lnTo>
                    <a:pt x="477291" y="173824"/>
                  </a:lnTo>
                  <a:lnTo>
                    <a:pt x="477291" y="289750"/>
                  </a:lnTo>
                  <a:lnTo>
                    <a:pt x="509397" y="289750"/>
                  </a:lnTo>
                  <a:lnTo>
                    <a:pt x="509397" y="178396"/>
                  </a:lnTo>
                  <a:lnTo>
                    <a:pt x="510247" y="165493"/>
                  </a:lnTo>
                  <a:lnTo>
                    <a:pt x="530517" y="126199"/>
                  </a:lnTo>
                  <a:lnTo>
                    <a:pt x="558165" y="115912"/>
                  </a:lnTo>
                  <a:lnTo>
                    <a:pt x="568756" y="116776"/>
                  </a:lnTo>
                  <a:lnTo>
                    <a:pt x="598551" y="149250"/>
                  </a:lnTo>
                  <a:lnTo>
                    <a:pt x="600837" y="176872"/>
                  </a:lnTo>
                  <a:lnTo>
                    <a:pt x="600837" y="289750"/>
                  </a:lnTo>
                  <a:lnTo>
                    <a:pt x="632841" y="289750"/>
                  </a:lnTo>
                  <a:lnTo>
                    <a:pt x="632841" y="16925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4422648" y="2540507"/>
            <a:ext cx="125095" cy="340995"/>
          </a:xfrm>
          <a:custGeom>
            <a:avLst/>
            <a:gdLst/>
            <a:ahLst/>
            <a:cxnLst/>
            <a:rect l="l" t="t" r="r" b="b"/>
            <a:pathLst>
              <a:path w="125095" h="340994">
                <a:moveTo>
                  <a:pt x="32004" y="0"/>
                </a:moveTo>
                <a:lnTo>
                  <a:pt x="0" y="0"/>
                </a:lnTo>
                <a:lnTo>
                  <a:pt x="0" y="291084"/>
                </a:lnTo>
                <a:lnTo>
                  <a:pt x="32004" y="291084"/>
                </a:lnTo>
                <a:lnTo>
                  <a:pt x="32004" y="0"/>
                </a:lnTo>
                <a:close/>
              </a:path>
              <a:path w="125095" h="340994">
                <a:moveTo>
                  <a:pt x="124866" y="246418"/>
                </a:moveTo>
                <a:lnTo>
                  <a:pt x="94386" y="246418"/>
                </a:lnTo>
                <a:lnTo>
                  <a:pt x="71437" y="340995"/>
                </a:lnTo>
                <a:lnTo>
                  <a:pt x="94386" y="340995"/>
                </a:lnTo>
                <a:lnTo>
                  <a:pt x="124866" y="2464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642008" y="2544413"/>
            <a:ext cx="107314" cy="378460"/>
          </a:xfrm>
          <a:custGeom>
            <a:avLst/>
            <a:gdLst/>
            <a:ahLst/>
            <a:cxnLst/>
            <a:rect l="l" t="t" r="r" b="b"/>
            <a:pathLst>
              <a:path w="107314" h="378460">
                <a:moveTo>
                  <a:pt x="80867" y="352329"/>
                </a:moveTo>
                <a:lnTo>
                  <a:pt x="27527" y="352329"/>
                </a:lnTo>
                <a:lnTo>
                  <a:pt x="45767" y="348042"/>
                </a:lnTo>
                <a:lnTo>
                  <a:pt x="59150" y="335172"/>
                </a:lnTo>
                <a:lnTo>
                  <a:pt x="67389" y="313713"/>
                </a:lnTo>
                <a:lnTo>
                  <a:pt x="70199" y="283654"/>
                </a:lnTo>
                <a:lnTo>
                  <a:pt x="70199" y="89916"/>
                </a:lnTo>
                <a:lnTo>
                  <a:pt x="100679" y="89916"/>
                </a:lnTo>
                <a:lnTo>
                  <a:pt x="100679" y="277558"/>
                </a:lnTo>
                <a:lnTo>
                  <a:pt x="99512" y="300425"/>
                </a:lnTo>
                <a:lnTo>
                  <a:pt x="95916" y="320694"/>
                </a:lnTo>
                <a:lnTo>
                  <a:pt x="89749" y="338088"/>
                </a:lnTo>
                <a:lnTo>
                  <a:pt x="80867" y="352329"/>
                </a:lnTo>
                <a:close/>
              </a:path>
              <a:path w="107314" h="378460">
                <a:moveTo>
                  <a:pt x="26003" y="378237"/>
                </a:moveTo>
                <a:lnTo>
                  <a:pt x="19381" y="377928"/>
                </a:lnTo>
                <a:lnTo>
                  <a:pt x="13037" y="376904"/>
                </a:lnTo>
                <a:lnTo>
                  <a:pt x="6674" y="375023"/>
                </a:lnTo>
                <a:lnTo>
                  <a:pt x="0" y="372141"/>
                </a:lnTo>
                <a:lnTo>
                  <a:pt x="0" y="343185"/>
                </a:lnTo>
                <a:lnTo>
                  <a:pt x="6913" y="347186"/>
                </a:lnTo>
                <a:lnTo>
                  <a:pt x="13799" y="350043"/>
                </a:lnTo>
                <a:lnTo>
                  <a:pt x="20667" y="351758"/>
                </a:lnTo>
                <a:lnTo>
                  <a:pt x="27527" y="352329"/>
                </a:lnTo>
                <a:lnTo>
                  <a:pt x="80867" y="352329"/>
                </a:lnTo>
                <a:lnTo>
                  <a:pt x="70580" y="363450"/>
                </a:lnTo>
                <a:lnTo>
                  <a:pt x="58007" y="371570"/>
                </a:lnTo>
                <a:lnTo>
                  <a:pt x="43148" y="376547"/>
                </a:lnTo>
                <a:lnTo>
                  <a:pt x="26003" y="378237"/>
                </a:lnTo>
                <a:close/>
              </a:path>
              <a:path w="107314" h="378460">
                <a:moveTo>
                  <a:pt x="91535" y="41148"/>
                </a:moveTo>
                <a:lnTo>
                  <a:pt x="80867" y="41148"/>
                </a:lnTo>
                <a:lnTo>
                  <a:pt x="74771" y="39624"/>
                </a:lnTo>
                <a:lnTo>
                  <a:pt x="71723" y="35052"/>
                </a:lnTo>
                <a:lnTo>
                  <a:pt x="67151" y="32004"/>
                </a:lnTo>
                <a:lnTo>
                  <a:pt x="65627" y="25908"/>
                </a:lnTo>
                <a:lnTo>
                  <a:pt x="65627" y="15240"/>
                </a:lnTo>
                <a:lnTo>
                  <a:pt x="67151" y="9144"/>
                </a:lnTo>
                <a:lnTo>
                  <a:pt x="71723" y="6096"/>
                </a:lnTo>
                <a:lnTo>
                  <a:pt x="74771" y="1524"/>
                </a:lnTo>
                <a:lnTo>
                  <a:pt x="79343" y="0"/>
                </a:lnTo>
                <a:lnTo>
                  <a:pt x="91535" y="0"/>
                </a:lnTo>
                <a:lnTo>
                  <a:pt x="96107" y="1524"/>
                </a:lnTo>
                <a:lnTo>
                  <a:pt x="103727" y="9144"/>
                </a:lnTo>
                <a:lnTo>
                  <a:pt x="106775" y="15240"/>
                </a:lnTo>
                <a:lnTo>
                  <a:pt x="106775" y="25908"/>
                </a:lnTo>
                <a:lnTo>
                  <a:pt x="100679" y="35052"/>
                </a:lnTo>
                <a:lnTo>
                  <a:pt x="91535" y="41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806785" y="2629763"/>
            <a:ext cx="489584" cy="293370"/>
          </a:xfrm>
          <a:custGeom>
            <a:avLst/>
            <a:gdLst/>
            <a:ahLst/>
            <a:cxnLst/>
            <a:rect l="l" t="t" r="r" b="b"/>
            <a:pathLst>
              <a:path w="489585" h="293369">
                <a:moveTo>
                  <a:pt x="179933" y="97624"/>
                </a:moveTo>
                <a:lnTo>
                  <a:pt x="174409" y="58000"/>
                </a:lnTo>
                <a:lnTo>
                  <a:pt x="147929" y="16294"/>
                </a:lnTo>
                <a:lnTo>
                  <a:pt x="147929" y="96100"/>
                </a:lnTo>
                <a:lnTo>
                  <a:pt x="146799" y="114693"/>
                </a:lnTo>
                <a:lnTo>
                  <a:pt x="131165" y="157162"/>
                </a:lnTo>
                <a:lnTo>
                  <a:pt x="86868" y="178498"/>
                </a:lnTo>
                <a:lnTo>
                  <a:pt x="75107" y="177596"/>
                </a:lnTo>
                <a:lnTo>
                  <a:pt x="40119" y="153162"/>
                </a:lnTo>
                <a:lnTo>
                  <a:pt x="30480" y="120586"/>
                </a:lnTo>
                <a:lnTo>
                  <a:pt x="30480" y="93052"/>
                </a:lnTo>
                <a:lnTo>
                  <a:pt x="40106" y="55816"/>
                </a:lnTo>
                <a:lnTo>
                  <a:pt x="54470" y="39712"/>
                </a:lnTo>
                <a:lnTo>
                  <a:pt x="56718" y="37807"/>
                </a:lnTo>
                <a:lnTo>
                  <a:pt x="67056" y="32092"/>
                </a:lnTo>
                <a:lnTo>
                  <a:pt x="78536" y="28663"/>
                </a:lnTo>
                <a:lnTo>
                  <a:pt x="91440" y="27520"/>
                </a:lnTo>
                <a:lnTo>
                  <a:pt x="103454" y="28663"/>
                </a:lnTo>
                <a:lnTo>
                  <a:pt x="139534" y="55765"/>
                </a:lnTo>
                <a:lnTo>
                  <a:pt x="147929" y="96100"/>
                </a:lnTo>
                <a:lnTo>
                  <a:pt x="147929" y="16294"/>
                </a:lnTo>
                <a:lnTo>
                  <a:pt x="147154" y="15468"/>
                </a:lnTo>
                <a:lnTo>
                  <a:pt x="133438" y="6870"/>
                </a:lnTo>
                <a:lnTo>
                  <a:pt x="117398" y="1714"/>
                </a:lnTo>
                <a:lnTo>
                  <a:pt x="99060" y="0"/>
                </a:lnTo>
                <a:lnTo>
                  <a:pt x="78511" y="2565"/>
                </a:lnTo>
                <a:lnTo>
                  <a:pt x="60388" y="10147"/>
                </a:lnTo>
                <a:lnTo>
                  <a:pt x="44843" y="22580"/>
                </a:lnTo>
                <a:lnTo>
                  <a:pt x="32004" y="39712"/>
                </a:lnTo>
                <a:lnTo>
                  <a:pt x="30480" y="39712"/>
                </a:lnTo>
                <a:lnTo>
                  <a:pt x="30480" y="4572"/>
                </a:lnTo>
                <a:lnTo>
                  <a:pt x="0" y="4572"/>
                </a:lnTo>
                <a:lnTo>
                  <a:pt x="0" y="291376"/>
                </a:lnTo>
                <a:lnTo>
                  <a:pt x="30480" y="291376"/>
                </a:lnTo>
                <a:lnTo>
                  <a:pt x="30480" y="172402"/>
                </a:lnTo>
                <a:lnTo>
                  <a:pt x="32004" y="172402"/>
                </a:lnTo>
                <a:lnTo>
                  <a:pt x="43408" y="187286"/>
                </a:lnTo>
                <a:lnTo>
                  <a:pt x="56959" y="197739"/>
                </a:lnTo>
                <a:lnTo>
                  <a:pt x="72504" y="203911"/>
                </a:lnTo>
                <a:lnTo>
                  <a:pt x="89916" y="205930"/>
                </a:lnTo>
                <a:lnTo>
                  <a:pt x="109639" y="203949"/>
                </a:lnTo>
                <a:lnTo>
                  <a:pt x="127342" y="198120"/>
                </a:lnTo>
                <a:lnTo>
                  <a:pt x="142735" y="188569"/>
                </a:lnTo>
                <a:lnTo>
                  <a:pt x="152565" y="178498"/>
                </a:lnTo>
                <a:lnTo>
                  <a:pt x="155549" y="175450"/>
                </a:lnTo>
                <a:lnTo>
                  <a:pt x="166420" y="159448"/>
                </a:lnTo>
                <a:lnTo>
                  <a:pt x="174028" y="141147"/>
                </a:lnTo>
                <a:lnTo>
                  <a:pt x="178460" y="120586"/>
                </a:lnTo>
                <a:lnTo>
                  <a:pt x="179933" y="97624"/>
                </a:lnTo>
                <a:close/>
              </a:path>
              <a:path w="489585" h="293369">
                <a:moveTo>
                  <a:pt x="396532" y="4572"/>
                </a:moveTo>
                <a:lnTo>
                  <a:pt x="365950" y="4572"/>
                </a:lnTo>
                <a:lnTo>
                  <a:pt x="365950" y="32092"/>
                </a:lnTo>
                <a:lnTo>
                  <a:pt x="365950" y="83908"/>
                </a:lnTo>
                <a:lnTo>
                  <a:pt x="365950" y="112864"/>
                </a:lnTo>
                <a:lnTo>
                  <a:pt x="364832" y="126949"/>
                </a:lnTo>
                <a:lnTo>
                  <a:pt x="340372" y="168211"/>
                </a:lnTo>
                <a:lnTo>
                  <a:pt x="306514" y="178498"/>
                </a:lnTo>
                <a:lnTo>
                  <a:pt x="293636" y="177355"/>
                </a:lnTo>
                <a:lnTo>
                  <a:pt x="256908" y="149301"/>
                </a:lnTo>
                <a:lnTo>
                  <a:pt x="248500" y="106768"/>
                </a:lnTo>
                <a:lnTo>
                  <a:pt x="249643" y="89369"/>
                </a:lnTo>
                <a:lnTo>
                  <a:pt x="265366" y="48856"/>
                </a:lnTo>
                <a:lnTo>
                  <a:pt x="311086" y="27520"/>
                </a:lnTo>
                <a:lnTo>
                  <a:pt x="321970" y="28435"/>
                </a:lnTo>
                <a:lnTo>
                  <a:pt x="356311" y="52844"/>
                </a:lnTo>
                <a:lnTo>
                  <a:pt x="365950" y="83908"/>
                </a:lnTo>
                <a:lnTo>
                  <a:pt x="365950" y="32092"/>
                </a:lnTo>
                <a:lnTo>
                  <a:pt x="364426" y="32092"/>
                </a:lnTo>
                <a:lnTo>
                  <a:pt x="360997" y="27520"/>
                </a:lnTo>
                <a:lnTo>
                  <a:pt x="353872" y="18046"/>
                </a:lnTo>
                <a:lnTo>
                  <a:pt x="340614" y="8013"/>
                </a:lnTo>
                <a:lnTo>
                  <a:pt x="324777" y="2006"/>
                </a:lnTo>
                <a:lnTo>
                  <a:pt x="306514" y="0"/>
                </a:lnTo>
                <a:lnTo>
                  <a:pt x="286842" y="1981"/>
                </a:lnTo>
                <a:lnTo>
                  <a:pt x="240880" y="30568"/>
                </a:lnTo>
                <a:lnTo>
                  <a:pt x="222402" y="65049"/>
                </a:lnTo>
                <a:lnTo>
                  <a:pt x="216496" y="109816"/>
                </a:lnTo>
                <a:lnTo>
                  <a:pt x="217932" y="130479"/>
                </a:lnTo>
                <a:lnTo>
                  <a:pt x="239356" y="180022"/>
                </a:lnTo>
                <a:lnTo>
                  <a:pt x="279946" y="204241"/>
                </a:lnTo>
                <a:lnTo>
                  <a:pt x="297370" y="205930"/>
                </a:lnTo>
                <a:lnTo>
                  <a:pt x="318566" y="203619"/>
                </a:lnTo>
                <a:lnTo>
                  <a:pt x="336613" y="196596"/>
                </a:lnTo>
                <a:lnTo>
                  <a:pt x="351802" y="184708"/>
                </a:lnTo>
                <a:lnTo>
                  <a:pt x="356450" y="178498"/>
                </a:lnTo>
                <a:lnTo>
                  <a:pt x="364426" y="167830"/>
                </a:lnTo>
                <a:lnTo>
                  <a:pt x="365950" y="167830"/>
                </a:lnTo>
                <a:lnTo>
                  <a:pt x="365950" y="189166"/>
                </a:lnTo>
                <a:lnTo>
                  <a:pt x="361378" y="223227"/>
                </a:lnTo>
                <a:lnTo>
                  <a:pt x="347662" y="247548"/>
                </a:lnTo>
                <a:lnTo>
                  <a:pt x="324802" y="262128"/>
                </a:lnTo>
                <a:lnTo>
                  <a:pt x="292798" y="266992"/>
                </a:lnTo>
                <a:lnTo>
                  <a:pt x="277660" y="265849"/>
                </a:lnTo>
                <a:lnTo>
                  <a:pt x="262077" y="262420"/>
                </a:lnTo>
                <a:lnTo>
                  <a:pt x="246214" y="256705"/>
                </a:lnTo>
                <a:lnTo>
                  <a:pt x="230212" y="248704"/>
                </a:lnTo>
                <a:lnTo>
                  <a:pt x="230212" y="279184"/>
                </a:lnTo>
                <a:lnTo>
                  <a:pt x="244525" y="285178"/>
                </a:lnTo>
                <a:lnTo>
                  <a:pt x="259981" y="289471"/>
                </a:lnTo>
                <a:lnTo>
                  <a:pt x="276593" y="292036"/>
                </a:lnTo>
                <a:lnTo>
                  <a:pt x="294322" y="292900"/>
                </a:lnTo>
                <a:lnTo>
                  <a:pt x="339229" y="286270"/>
                </a:lnTo>
                <a:lnTo>
                  <a:pt x="390194" y="232422"/>
                </a:lnTo>
                <a:lnTo>
                  <a:pt x="396506" y="184708"/>
                </a:lnTo>
                <a:lnTo>
                  <a:pt x="396532" y="167830"/>
                </a:lnTo>
                <a:lnTo>
                  <a:pt x="396532" y="32092"/>
                </a:lnTo>
                <a:lnTo>
                  <a:pt x="396532" y="4572"/>
                </a:lnTo>
                <a:close/>
              </a:path>
              <a:path w="489585" h="293369">
                <a:moveTo>
                  <a:pt x="489496" y="157162"/>
                </a:moveTo>
                <a:lnTo>
                  <a:pt x="459016" y="157162"/>
                </a:lnTo>
                <a:lnTo>
                  <a:pt x="436156" y="251739"/>
                </a:lnTo>
                <a:lnTo>
                  <a:pt x="459016" y="251739"/>
                </a:lnTo>
                <a:lnTo>
                  <a:pt x="489496" y="15716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460968" y="2629757"/>
            <a:ext cx="180340" cy="291465"/>
          </a:xfrm>
          <a:custGeom>
            <a:avLst/>
            <a:gdLst/>
            <a:ahLst/>
            <a:cxnLst/>
            <a:rect l="l" t="t" r="r" b="b"/>
            <a:pathLst>
              <a:path w="180339" h="291464">
                <a:moveTo>
                  <a:pt x="55594" y="39719"/>
                </a:moveTo>
                <a:lnTo>
                  <a:pt x="32099" y="39719"/>
                </a:lnTo>
                <a:lnTo>
                  <a:pt x="44958" y="22583"/>
                </a:lnTo>
                <a:lnTo>
                  <a:pt x="60674" y="10144"/>
                </a:lnTo>
                <a:lnTo>
                  <a:pt x="79248" y="2562"/>
                </a:lnTo>
                <a:lnTo>
                  <a:pt x="100679" y="0"/>
                </a:lnTo>
                <a:lnTo>
                  <a:pt x="118087" y="1715"/>
                </a:lnTo>
                <a:lnTo>
                  <a:pt x="133647" y="6869"/>
                </a:lnTo>
                <a:lnTo>
                  <a:pt x="147225" y="15470"/>
                </a:lnTo>
                <a:lnTo>
                  <a:pt x="158686" y="27527"/>
                </a:lnTo>
                <a:lnTo>
                  <a:pt x="93059" y="27527"/>
                </a:lnTo>
                <a:lnTo>
                  <a:pt x="79938" y="28670"/>
                </a:lnTo>
                <a:lnTo>
                  <a:pt x="68103" y="32099"/>
                </a:lnTo>
                <a:lnTo>
                  <a:pt x="57697" y="37814"/>
                </a:lnTo>
                <a:lnTo>
                  <a:pt x="55594" y="39719"/>
                </a:lnTo>
                <a:close/>
              </a:path>
              <a:path w="180339" h="291464">
                <a:moveTo>
                  <a:pt x="32099" y="291369"/>
                </a:moveTo>
                <a:lnTo>
                  <a:pt x="0" y="291369"/>
                </a:lnTo>
                <a:lnTo>
                  <a:pt x="0" y="4572"/>
                </a:lnTo>
                <a:lnTo>
                  <a:pt x="32099" y="4572"/>
                </a:lnTo>
                <a:lnTo>
                  <a:pt x="32099" y="39719"/>
                </a:lnTo>
                <a:lnTo>
                  <a:pt x="55594" y="39719"/>
                </a:lnTo>
                <a:lnTo>
                  <a:pt x="33004" y="79676"/>
                </a:lnTo>
                <a:lnTo>
                  <a:pt x="32099" y="93059"/>
                </a:lnTo>
                <a:lnTo>
                  <a:pt x="32099" y="120586"/>
                </a:lnTo>
                <a:lnTo>
                  <a:pt x="47339" y="161734"/>
                </a:lnTo>
                <a:lnTo>
                  <a:pt x="61231" y="172402"/>
                </a:lnTo>
                <a:lnTo>
                  <a:pt x="32099" y="172402"/>
                </a:lnTo>
                <a:lnTo>
                  <a:pt x="32099" y="291369"/>
                </a:lnTo>
                <a:close/>
              </a:path>
              <a:path w="180339" h="291464">
                <a:moveTo>
                  <a:pt x="154024" y="178498"/>
                </a:moveTo>
                <a:lnTo>
                  <a:pt x="86963" y="178498"/>
                </a:lnTo>
                <a:lnTo>
                  <a:pt x="100965" y="177307"/>
                </a:lnTo>
                <a:lnTo>
                  <a:pt x="113252" y="173545"/>
                </a:lnTo>
                <a:lnTo>
                  <a:pt x="139565" y="145492"/>
                </a:lnTo>
                <a:lnTo>
                  <a:pt x="147923" y="96107"/>
                </a:lnTo>
                <a:lnTo>
                  <a:pt x="147042" y="80962"/>
                </a:lnTo>
                <a:lnTo>
                  <a:pt x="124991" y="37814"/>
                </a:lnTo>
                <a:lnTo>
                  <a:pt x="93059" y="27527"/>
                </a:lnTo>
                <a:lnTo>
                  <a:pt x="158686" y="27527"/>
                </a:lnTo>
                <a:lnTo>
                  <a:pt x="168449" y="41481"/>
                </a:lnTo>
                <a:lnTo>
                  <a:pt x="175069" y="58007"/>
                </a:lnTo>
                <a:lnTo>
                  <a:pt x="178831" y="76819"/>
                </a:lnTo>
                <a:lnTo>
                  <a:pt x="180022" y="97631"/>
                </a:lnTo>
                <a:lnTo>
                  <a:pt x="178585" y="120586"/>
                </a:lnTo>
                <a:lnTo>
                  <a:pt x="174307" y="141148"/>
                </a:lnTo>
                <a:lnTo>
                  <a:pt x="167163" y="159447"/>
                </a:lnTo>
                <a:lnTo>
                  <a:pt x="157162" y="175450"/>
                </a:lnTo>
                <a:lnTo>
                  <a:pt x="154024" y="178498"/>
                </a:lnTo>
                <a:close/>
              </a:path>
              <a:path w="180339" h="291464">
                <a:moveTo>
                  <a:pt x="91535" y="205930"/>
                </a:moveTo>
                <a:lnTo>
                  <a:pt x="73247" y="203906"/>
                </a:lnTo>
                <a:lnTo>
                  <a:pt x="57245" y="197739"/>
                </a:lnTo>
                <a:lnTo>
                  <a:pt x="43529" y="187285"/>
                </a:lnTo>
                <a:lnTo>
                  <a:pt x="32099" y="172402"/>
                </a:lnTo>
                <a:lnTo>
                  <a:pt x="61231" y="172402"/>
                </a:lnTo>
                <a:lnTo>
                  <a:pt x="65436" y="174688"/>
                </a:lnTo>
                <a:lnTo>
                  <a:pt x="75842" y="177593"/>
                </a:lnTo>
                <a:lnTo>
                  <a:pt x="86963" y="178498"/>
                </a:lnTo>
                <a:lnTo>
                  <a:pt x="154024" y="178498"/>
                </a:lnTo>
                <a:lnTo>
                  <a:pt x="143653" y="188571"/>
                </a:lnTo>
                <a:lnTo>
                  <a:pt x="128313" y="198120"/>
                </a:lnTo>
                <a:lnTo>
                  <a:pt x="110991" y="203954"/>
                </a:lnTo>
                <a:lnTo>
                  <a:pt x="91535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1282" y="2629757"/>
            <a:ext cx="163163" cy="201358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5900261" y="2629757"/>
            <a:ext cx="180340" cy="293370"/>
          </a:xfrm>
          <a:custGeom>
            <a:avLst/>
            <a:gdLst/>
            <a:ahLst/>
            <a:cxnLst/>
            <a:rect l="l" t="t" r="r" b="b"/>
            <a:pathLst>
              <a:path w="180339" h="293369">
                <a:moveTo>
                  <a:pt x="80772" y="205930"/>
                </a:moveTo>
                <a:lnTo>
                  <a:pt x="33623" y="191142"/>
                </a:lnTo>
                <a:lnTo>
                  <a:pt x="5524" y="148959"/>
                </a:lnTo>
                <a:lnTo>
                  <a:pt x="0" y="109823"/>
                </a:lnTo>
                <a:lnTo>
                  <a:pt x="1428" y="86082"/>
                </a:lnTo>
                <a:lnTo>
                  <a:pt x="12858" y="46601"/>
                </a:lnTo>
                <a:lnTo>
                  <a:pt x="51816" y="7822"/>
                </a:lnTo>
                <a:lnTo>
                  <a:pt x="89916" y="0"/>
                </a:lnTo>
                <a:lnTo>
                  <a:pt x="108195" y="2001"/>
                </a:lnTo>
                <a:lnTo>
                  <a:pt x="124063" y="8012"/>
                </a:lnTo>
                <a:lnTo>
                  <a:pt x="137359" y="18042"/>
                </a:lnTo>
                <a:lnTo>
                  <a:pt x="144487" y="27527"/>
                </a:lnTo>
                <a:lnTo>
                  <a:pt x="92964" y="27527"/>
                </a:lnTo>
                <a:lnTo>
                  <a:pt x="79843" y="28717"/>
                </a:lnTo>
                <a:lnTo>
                  <a:pt x="41005" y="60269"/>
                </a:lnTo>
                <a:lnTo>
                  <a:pt x="32004" y="106775"/>
                </a:lnTo>
                <a:lnTo>
                  <a:pt x="32885" y="122879"/>
                </a:lnTo>
                <a:lnTo>
                  <a:pt x="47244" y="160210"/>
                </a:lnTo>
                <a:lnTo>
                  <a:pt x="89916" y="178498"/>
                </a:lnTo>
                <a:lnTo>
                  <a:pt x="139939" y="178498"/>
                </a:lnTo>
                <a:lnTo>
                  <a:pt x="135287" y="184713"/>
                </a:lnTo>
                <a:lnTo>
                  <a:pt x="120062" y="196596"/>
                </a:lnTo>
                <a:lnTo>
                  <a:pt x="101980" y="203620"/>
                </a:lnTo>
                <a:lnTo>
                  <a:pt x="80772" y="205930"/>
                </a:lnTo>
                <a:close/>
              </a:path>
              <a:path w="180339" h="293369">
                <a:moveTo>
                  <a:pt x="179927" y="32099"/>
                </a:moveTo>
                <a:lnTo>
                  <a:pt x="147923" y="32099"/>
                </a:lnTo>
                <a:lnTo>
                  <a:pt x="147923" y="4572"/>
                </a:lnTo>
                <a:lnTo>
                  <a:pt x="179927" y="4572"/>
                </a:lnTo>
                <a:lnTo>
                  <a:pt x="179927" y="32099"/>
                </a:lnTo>
                <a:close/>
              </a:path>
              <a:path w="180339" h="293369">
                <a:moveTo>
                  <a:pt x="139939" y="178498"/>
                </a:moveTo>
                <a:lnTo>
                  <a:pt x="89916" y="178498"/>
                </a:lnTo>
                <a:lnTo>
                  <a:pt x="101942" y="177355"/>
                </a:lnTo>
                <a:lnTo>
                  <a:pt x="112978" y="173926"/>
                </a:lnTo>
                <a:lnTo>
                  <a:pt x="144303" y="139434"/>
                </a:lnTo>
                <a:lnTo>
                  <a:pt x="147923" y="112871"/>
                </a:lnTo>
                <a:lnTo>
                  <a:pt x="147923" y="83915"/>
                </a:lnTo>
                <a:lnTo>
                  <a:pt x="132683" y="44291"/>
                </a:lnTo>
                <a:lnTo>
                  <a:pt x="92964" y="27527"/>
                </a:lnTo>
                <a:lnTo>
                  <a:pt x="144487" y="27527"/>
                </a:lnTo>
                <a:lnTo>
                  <a:pt x="147923" y="32099"/>
                </a:lnTo>
                <a:lnTo>
                  <a:pt x="179927" y="32099"/>
                </a:lnTo>
                <a:lnTo>
                  <a:pt x="179927" y="167830"/>
                </a:lnTo>
                <a:lnTo>
                  <a:pt x="147923" y="167830"/>
                </a:lnTo>
                <a:lnTo>
                  <a:pt x="139939" y="178498"/>
                </a:lnTo>
                <a:close/>
              </a:path>
              <a:path w="180339" h="293369">
                <a:moveTo>
                  <a:pt x="152565" y="266985"/>
                </a:moveTo>
                <a:lnTo>
                  <a:pt x="76200" y="266985"/>
                </a:lnTo>
                <a:lnTo>
                  <a:pt x="107980" y="262126"/>
                </a:lnTo>
                <a:lnTo>
                  <a:pt x="130349" y="247542"/>
                </a:lnTo>
                <a:lnTo>
                  <a:pt x="143574" y="223225"/>
                </a:lnTo>
                <a:lnTo>
                  <a:pt x="147923" y="189166"/>
                </a:lnTo>
                <a:lnTo>
                  <a:pt x="147923" y="167830"/>
                </a:lnTo>
                <a:lnTo>
                  <a:pt x="179927" y="167830"/>
                </a:lnTo>
                <a:lnTo>
                  <a:pt x="179910" y="184713"/>
                </a:lnTo>
                <a:lnTo>
                  <a:pt x="173377" y="232417"/>
                </a:lnTo>
                <a:lnTo>
                  <a:pt x="153816" y="266211"/>
                </a:lnTo>
                <a:lnTo>
                  <a:pt x="152565" y="266985"/>
                </a:lnTo>
                <a:close/>
              </a:path>
              <a:path w="180339" h="293369">
                <a:moveTo>
                  <a:pt x="76200" y="292893"/>
                </a:moveTo>
                <a:lnTo>
                  <a:pt x="59364" y="292036"/>
                </a:lnTo>
                <a:lnTo>
                  <a:pt x="43243" y="289464"/>
                </a:lnTo>
                <a:lnTo>
                  <a:pt x="27979" y="285178"/>
                </a:lnTo>
                <a:lnTo>
                  <a:pt x="13716" y="279177"/>
                </a:lnTo>
                <a:lnTo>
                  <a:pt x="13716" y="248697"/>
                </a:lnTo>
                <a:lnTo>
                  <a:pt x="29694" y="256698"/>
                </a:lnTo>
                <a:lnTo>
                  <a:pt x="45529" y="262413"/>
                </a:lnTo>
                <a:lnTo>
                  <a:pt x="61079" y="265842"/>
                </a:lnTo>
                <a:lnTo>
                  <a:pt x="76200" y="266985"/>
                </a:lnTo>
                <a:lnTo>
                  <a:pt x="152565" y="266985"/>
                </a:lnTo>
                <a:lnTo>
                  <a:pt x="121379" y="286272"/>
                </a:lnTo>
                <a:lnTo>
                  <a:pt x="76200" y="2928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6238779" y="2576417"/>
            <a:ext cx="564515" cy="259715"/>
            <a:chOff x="6238779" y="2576417"/>
            <a:chExt cx="564515" cy="259715"/>
          </a:xfrm>
        </p:grpSpPr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8779" y="2629757"/>
              <a:ext cx="170783" cy="20593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433946" y="2576417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4" h="259714">
                  <a:moveTo>
                    <a:pt x="85439" y="259270"/>
                  </a:moveTo>
                  <a:lnTo>
                    <a:pt x="62555" y="255579"/>
                  </a:lnTo>
                  <a:lnTo>
                    <a:pt x="46386" y="244601"/>
                  </a:lnTo>
                  <a:lnTo>
                    <a:pt x="36790" y="226480"/>
                  </a:lnTo>
                  <a:lnTo>
                    <a:pt x="33623" y="201358"/>
                  </a:lnTo>
                  <a:lnTo>
                    <a:pt x="33623" y="85439"/>
                  </a:lnTo>
                  <a:lnTo>
                    <a:pt x="0" y="85439"/>
                  </a:lnTo>
                  <a:lnTo>
                    <a:pt x="0" y="57911"/>
                  </a:lnTo>
                  <a:lnTo>
                    <a:pt x="33623" y="57911"/>
                  </a:lnTo>
                  <a:lnTo>
                    <a:pt x="33623" y="10667"/>
                  </a:lnTo>
                  <a:lnTo>
                    <a:pt x="65627" y="0"/>
                  </a:lnTo>
                  <a:lnTo>
                    <a:pt x="65627" y="57911"/>
                  </a:lnTo>
                  <a:lnTo>
                    <a:pt x="114395" y="57911"/>
                  </a:lnTo>
                  <a:lnTo>
                    <a:pt x="114395" y="85439"/>
                  </a:lnTo>
                  <a:lnTo>
                    <a:pt x="65627" y="85439"/>
                  </a:lnTo>
                  <a:lnTo>
                    <a:pt x="65627" y="195262"/>
                  </a:lnTo>
                  <a:lnTo>
                    <a:pt x="83915" y="231838"/>
                  </a:lnTo>
                  <a:lnTo>
                    <a:pt x="102203" y="231838"/>
                  </a:lnTo>
                  <a:lnTo>
                    <a:pt x="108299" y="230314"/>
                  </a:lnTo>
                  <a:lnTo>
                    <a:pt x="114395" y="225742"/>
                  </a:lnTo>
                  <a:lnTo>
                    <a:pt x="114395" y="251650"/>
                  </a:lnTo>
                  <a:lnTo>
                    <a:pt x="108370" y="254769"/>
                  </a:lnTo>
                  <a:lnTo>
                    <a:pt x="101631" y="257174"/>
                  </a:lnTo>
                  <a:lnTo>
                    <a:pt x="94035" y="258722"/>
                  </a:lnTo>
                  <a:lnTo>
                    <a:pt x="85439" y="25927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7298" y="2629757"/>
              <a:ext cx="146494" cy="20593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760368" y="2791491"/>
              <a:ext cx="43180" cy="44450"/>
            </a:xfrm>
            <a:custGeom>
              <a:avLst/>
              <a:gdLst/>
              <a:ahLst/>
              <a:cxnLst/>
              <a:rect l="l" t="t" r="r" b="b"/>
              <a:pathLst>
                <a:path w="43179" h="44450">
                  <a:moveTo>
                    <a:pt x="27431" y="44196"/>
                  </a:moveTo>
                  <a:lnTo>
                    <a:pt x="21335" y="44196"/>
                  </a:lnTo>
                  <a:lnTo>
                    <a:pt x="15239" y="44196"/>
                  </a:lnTo>
                  <a:lnTo>
                    <a:pt x="10667" y="41148"/>
                  </a:lnTo>
                  <a:lnTo>
                    <a:pt x="3047" y="33528"/>
                  </a:lnTo>
                  <a:lnTo>
                    <a:pt x="0" y="27432"/>
                  </a:lnTo>
                  <a:lnTo>
                    <a:pt x="0" y="16764"/>
                  </a:lnTo>
                  <a:lnTo>
                    <a:pt x="3047" y="10668"/>
                  </a:lnTo>
                  <a:lnTo>
                    <a:pt x="10667" y="3048"/>
                  </a:lnTo>
                  <a:lnTo>
                    <a:pt x="15239" y="0"/>
                  </a:lnTo>
                  <a:lnTo>
                    <a:pt x="27431" y="0"/>
                  </a:lnTo>
                  <a:lnTo>
                    <a:pt x="32003" y="3048"/>
                  </a:lnTo>
                  <a:lnTo>
                    <a:pt x="36575" y="7620"/>
                  </a:lnTo>
                  <a:lnTo>
                    <a:pt x="41147" y="10668"/>
                  </a:lnTo>
                  <a:lnTo>
                    <a:pt x="42671" y="16764"/>
                  </a:lnTo>
                  <a:lnTo>
                    <a:pt x="42671" y="27432"/>
                  </a:lnTo>
                  <a:lnTo>
                    <a:pt x="41147" y="33528"/>
                  </a:lnTo>
                  <a:lnTo>
                    <a:pt x="36575" y="36576"/>
                  </a:lnTo>
                  <a:lnTo>
                    <a:pt x="32003" y="41148"/>
                  </a:lnTo>
                  <a:lnTo>
                    <a:pt x="27431" y="4419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28" y="3259740"/>
            <a:ext cx="109823" cy="109918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1332738" y="3145885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332725" y="3145891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619338" y="3145955"/>
            <a:ext cx="453390" cy="313690"/>
          </a:xfrm>
          <a:custGeom>
            <a:avLst/>
            <a:gdLst/>
            <a:ahLst/>
            <a:cxnLst/>
            <a:rect l="l" t="t" r="r" b="b"/>
            <a:pathLst>
              <a:path w="453389" h="313689">
                <a:moveTo>
                  <a:pt x="218122" y="0"/>
                </a:moveTo>
                <a:lnTo>
                  <a:pt x="0" y="0"/>
                </a:lnTo>
                <a:lnTo>
                  <a:pt x="0" y="33020"/>
                </a:lnTo>
                <a:lnTo>
                  <a:pt x="90017" y="33020"/>
                </a:lnTo>
                <a:lnTo>
                  <a:pt x="90017" y="313690"/>
                </a:lnTo>
                <a:lnTo>
                  <a:pt x="128117" y="313690"/>
                </a:lnTo>
                <a:lnTo>
                  <a:pt x="128117" y="33020"/>
                </a:lnTo>
                <a:lnTo>
                  <a:pt x="218122" y="33020"/>
                </a:lnTo>
                <a:lnTo>
                  <a:pt x="218122" y="0"/>
                </a:lnTo>
                <a:close/>
              </a:path>
              <a:path w="453389" h="313689">
                <a:moveTo>
                  <a:pt x="453009" y="0"/>
                </a:moveTo>
                <a:lnTo>
                  <a:pt x="234988" y="0"/>
                </a:lnTo>
                <a:lnTo>
                  <a:pt x="234988" y="33020"/>
                </a:lnTo>
                <a:lnTo>
                  <a:pt x="326428" y="33020"/>
                </a:lnTo>
                <a:lnTo>
                  <a:pt x="326428" y="313690"/>
                </a:lnTo>
                <a:lnTo>
                  <a:pt x="363093" y="313690"/>
                </a:lnTo>
                <a:lnTo>
                  <a:pt x="363093" y="33020"/>
                </a:lnTo>
                <a:lnTo>
                  <a:pt x="453009" y="33020"/>
                </a:lnTo>
                <a:lnTo>
                  <a:pt x="453009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2122646" y="3145345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56" y="1454"/>
                </a:lnTo>
                <a:lnTo>
                  <a:pt x="130016" y="5917"/>
                </a:lnTo>
                <a:lnTo>
                  <a:pt x="148018" y="13541"/>
                </a:lnTo>
                <a:lnTo>
                  <a:pt x="163163" y="24479"/>
                </a:lnTo>
                <a:lnTo>
                  <a:pt x="171359" y="33623"/>
                </a:lnTo>
                <a:lnTo>
                  <a:pt x="36671" y="33623"/>
                </a:lnTo>
                <a:lnTo>
                  <a:pt x="36671" y="161734"/>
                </a:lnTo>
                <a:lnTo>
                  <a:pt x="164439" y="161734"/>
                </a:lnTo>
                <a:lnTo>
                  <a:pt x="160115" y="166306"/>
                </a:lnTo>
                <a:lnTo>
                  <a:pt x="143827" y="179189"/>
                </a:lnTo>
                <a:lnTo>
                  <a:pt x="124682" y="188214"/>
                </a:lnTo>
                <a:lnTo>
                  <a:pt x="102679" y="193524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5" h="314325">
                <a:moveTo>
                  <a:pt x="164439" y="161734"/>
                </a:moveTo>
                <a:lnTo>
                  <a:pt x="74771" y="161734"/>
                </a:lnTo>
                <a:lnTo>
                  <a:pt x="92821" y="160829"/>
                </a:lnTo>
                <a:lnTo>
                  <a:pt x="108299" y="157924"/>
                </a:lnTo>
                <a:lnTo>
                  <a:pt x="141565" y="135192"/>
                </a:lnTo>
                <a:lnTo>
                  <a:pt x="152495" y="96107"/>
                </a:lnTo>
                <a:lnTo>
                  <a:pt x="147923" y="68341"/>
                </a:lnTo>
                <a:lnTo>
                  <a:pt x="134207" y="48863"/>
                </a:lnTo>
                <a:lnTo>
                  <a:pt x="111347" y="37385"/>
                </a:lnTo>
                <a:lnTo>
                  <a:pt x="79343" y="33623"/>
                </a:lnTo>
                <a:lnTo>
                  <a:pt x="171359" y="33623"/>
                </a:lnTo>
                <a:lnTo>
                  <a:pt x="175457" y="38195"/>
                </a:lnTo>
                <a:lnTo>
                  <a:pt x="184582" y="54197"/>
                </a:lnTo>
                <a:lnTo>
                  <a:pt x="190260" y="72485"/>
                </a:lnTo>
                <a:lnTo>
                  <a:pt x="192214" y="93059"/>
                </a:lnTo>
                <a:lnTo>
                  <a:pt x="190212" y="114831"/>
                </a:lnTo>
                <a:lnTo>
                  <a:pt x="184201" y="134290"/>
                </a:lnTo>
                <a:lnTo>
                  <a:pt x="174172" y="151446"/>
                </a:lnTo>
                <a:lnTo>
                  <a:pt x="164439" y="1617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2461247" y="3084385"/>
            <a:ext cx="1775460" cy="436880"/>
          </a:xfrm>
          <a:custGeom>
            <a:avLst/>
            <a:gdLst/>
            <a:ahLst/>
            <a:cxnLst/>
            <a:rect l="l" t="t" r="r" b="b"/>
            <a:pathLst>
              <a:path w="1775460" h="436879">
                <a:moveTo>
                  <a:pt x="112877" y="80873"/>
                </a:moveTo>
                <a:lnTo>
                  <a:pt x="98564" y="65430"/>
                </a:lnTo>
                <a:lnTo>
                  <a:pt x="83261" y="49161"/>
                </a:lnTo>
                <a:lnTo>
                  <a:pt x="67132" y="32346"/>
                </a:lnTo>
                <a:lnTo>
                  <a:pt x="50292" y="15240"/>
                </a:lnTo>
                <a:lnTo>
                  <a:pt x="22860" y="36576"/>
                </a:lnTo>
                <a:lnTo>
                  <a:pt x="37719" y="52908"/>
                </a:lnTo>
                <a:lnTo>
                  <a:pt x="52578" y="69964"/>
                </a:lnTo>
                <a:lnTo>
                  <a:pt x="67437" y="87884"/>
                </a:lnTo>
                <a:lnTo>
                  <a:pt x="82296" y="106781"/>
                </a:lnTo>
                <a:lnTo>
                  <a:pt x="112877" y="80873"/>
                </a:lnTo>
                <a:close/>
              </a:path>
              <a:path w="1775460" h="436879">
                <a:moveTo>
                  <a:pt x="138785" y="359956"/>
                </a:moveTo>
                <a:lnTo>
                  <a:pt x="138455" y="356908"/>
                </a:lnTo>
                <a:lnTo>
                  <a:pt x="137883" y="351650"/>
                </a:lnTo>
                <a:lnTo>
                  <a:pt x="137261" y="342620"/>
                </a:lnTo>
                <a:lnTo>
                  <a:pt x="136639" y="332740"/>
                </a:lnTo>
                <a:lnTo>
                  <a:pt x="135737" y="321856"/>
                </a:lnTo>
                <a:lnTo>
                  <a:pt x="111340" y="339953"/>
                </a:lnTo>
                <a:lnTo>
                  <a:pt x="99263" y="348640"/>
                </a:lnTo>
                <a:lnTo>
                  <a:pt x="86868" y="356908"/>
                </a:lnTo>
                <a:lnTo>
                  <a:pt x="86868" y="152501"/>
                </a:lnTo>
                <a:lnTo>
                  <a:pt x="0" y="152501"/>
                </a:lnTo>
                <a:lnTo>
                  <a:pt x="0" y="184594"/>
                </a:lnTo>
                <a:lnTo>
                  <a:pt x="53340" y="184594"/>
                </a:lnTo>
                <a:lnTo>
                  <a:pt x="53276" y="351650"/>
                </a:lnTo>
                <a:lnTo>
                  <a:pt x="52463" y="361911"/>
                </a:lnTo>
                <a:lnTo>
                  <a:pt x="49720" y="372160"/>
                </a:lnTo>
                <a:lnTo>
                  <a:pt x="44983" y="381279"/>
                </a:lnTo>
                <a:lnTo>
                  <a:pt x="38100" y="389001"/>
                </a:lnTo>
                <a:lnTo>
                  <a:pt x="59436" y="417957"/>
                </a:lnTo>
                <a:lnTo>
                  <a:pt x="76555" y="404825"/>
                </a:lnTo>
                <a:lnTo>
                  <a:pt x="95681" y="390677"/>
                </a:lnTo>
                <a:lnTo>
                  <a:pt x="116535" y="375666"/>
                </a:lnTo>
                <a:lnTo>
                  <a:pt x="138785" y="359956"/>
                </a:lnTo>
                <a:close/>
              </a:path>
              <a:path w="1775460" h="436879">
                <a:moveTo>
                  <a:pt x="396532" y="208978"/>
                </a:moveTo>
                <a:lnTo>
                  <a:pt x="362915" y="208978"/>
                </a:lnTo>
                <a:lnTo>
                  <a:pt x="362915" y="236410"/>
                </a:lnTo>
                <a:lnTo>
                  <a:pt x="362915" y="266890"/>
                </a:lnTo>
                <a:lnTo>
                  <a:pt x="362915" y="294424"/>
                </a:lnTo>
                <a:lnTo>
                  <a:pt x="362915" y="324904"/>
                </a:lnTo>
                <a:lnTo>
                  <a:pt x="187553" y="324904"/>
                </a:lnTo>
                <a:lnTo>
                  <a:pt x="187553" y="294424"/>
                </a:lnTo>
                <a:lnTo>
                  <a:pt x="362915" y="294424"/>
                </a:lnTo>
                <a:lnTo>
                  <a:pt x="362915" y="266890"/>
                </a:lnTo>
                <a:lnTo>
                  <a:pt x="187553" y="266890"/>
                </a:lnTo>
                <a:lnTo>
                  <a:pt x="187553" y="236410"/>
                </a:lnTo>
                <a:lnTo>
                  <a:pt x="362915" y="236410"/>
                </a:lnTo>
                <a:lnTo>
                  <a:pt x="362915" y="208978"/>
                </a:lnTo>
                <a:lnTo>
                  <a:pt x="152501" y="208978"/>
                </a:lnTo>
                <a:lnTo>
                  <a:pt x="152501" y="430149"/>
                </a:lnTo>
                <a:lnTo>
                  <a:pt x="187553" y="430149"/>
                </a:lnTo>
                <a:lnTo>
                  <a:pt x="187553" y="350812"/>
                </a:lnTo>
                <a:lnTo>
                  <a:pt x="362915" y="350812"/>
                </a:lnTo>
                <a:lnTo>
                  <a:pt x="362915" y="373672"/>
                </a:lnTo>
                <a:lnTo>
                  <a:pt x="361213" y="383730"/>
                </a:lnTo>
                <a:lnTo>
                  <a:pt x="356247" y="390906"/>
                </a:lnTo>
                <a:lnTo>
                  <a:pt x="348119" y="395198"/>
                </a:lnTo>
                <a:lnTo>
                  <a:pt x="337007" y="396621"/>
                </a:lnTo>
                <a:lnTo>
                  <a:pt x="324472" y="396367"/>
                </a:lnTo>
                <a:lnTo>
                  <a:pt x="309956" y="395668"/>
                </a:lnTo>
                <a:lnTo>
                  <a:pt x="276047" y="393573"/>
                </a:lnTo>
                <a:lnTo>
                  <a:pt x="277418" y="403313"/>
                </a:lnTo>
                <a:lnTo>
                  <a:pt x="279095" y="412051"/>
                </a:lnTo>
                <a:lnTo>
                  <a:pt x="280758" y="419938"/>
                </a:lnTo>
                <a:lnTo>
                  <a:pt x="282143" y="427101"/>
                </a:lnTo>
                <a:lnTo>
                  <a:pt x="347675" y="427101"/>
                </a:lnTo>
                <a:lnTo>
                  <a:pt x="369493" y="423989"/>
                </a:lnTo>
                <a:lnTo>
                  <a:pt x="384708" y="414718"/>
                </a:lnTo>
                <a:lnTo>
                  <a:pt x="393623" y="399415"/>
                </a:lnTo>
                <a:lnTo>
                  <a:pt x="394004" y="396621"/>
                </a:lnTo>
                <a:lnTo>
                  <a:pt x="396532" y="378244"/>
                </a:lnTo>
                <a:lnTo>
                  <a:pt x="396532" y="236410"/>
                </a:lnTo>
                <a:lnTo>
                  <a:pt x="396532" y="208978"/>
                </a:lnTo>
                <a:close/>
              </a:path>
              <a:path w="1775460" h="436879">
                <a:moveTo>
                  <a:pt x="434632" y="154025"/>
                </a:moveTo>
                <a:lnTo>
                  <a:pt x="291287" y="154025"/>
                </a:lnTo>
                <a:lnTo>
                  <a:pt x="291287" y="123545"/>
                </a:lnTo>
                <a:lnTo>
                  <a:pt x="413296" y="123545"/>
                </a:lnTo>
                <a:lnTo>
                  <a:pt x="413296" y="96113"/>
                </a:lnTo>
                <a:lnTo>
                  <a:pt x="291287" y="96113"/>
                </a:lnTo>
                <a:lnTo>
                  <a:pt x="291287" y="67056"/>
                </a:lnTo>
                <a:lnTo>
                  <a:pt x="425488" y="67056"/>
                </a:lnTo>
                <a:lnTo>
                  <a:pt x="425488" y="39624"/>
                </a:lnTo>
                <a:lnTo>
                  <a:pt x="291287" y="39624"/>
                </a:lnTo>
                <a:lnTo>
                  <a:pt x="291287" y="0"/>
                </a:lnTo>
                <a:lnTo>
                  <a:pt x="256235" y="0"/>
                </a:lnTo>
                <a:lnTo>
                  <a:pt x="256235" y="39624"/>
                </a:lnTo>
                <a:lnTo>
                  <a:pt x="128117" y="39624"/>
                </a:lnTo>
                <a:lnTo>
                  <a:pt x="128117" y="67056"/>
                </a:lnTo>
                <a:lnTo>
                  <a:pt x="256235" y="67056"/>
                </a:lnTo>
                <a:lnTo>
                  <a:pt x="256235" y="96113"/>
                </a:lnTo>
                <a:lnTo>
                  <a:pt x="143357" y="96113"/>
                </a:lnTo>
                <a:lnTo>
                  <a:pt x="143357" y="123545"/>
                </a:lnTo>
                <a:lnTo>
                  <a:pt x="256235" y="123545"/>
                </a:lnTo>
                <a:lnTo>
                  <a:pt x="256235" y="154025"/>
                </a:lnTo>
                <a:lnTo>
                  <a:pt x="114401" y="154025"/>
                </a:lnTo>
                <a:lnTo>
                  <a:pt x="114401" y="181546"/>
                </a:lnTo>
                <a:lnTo>
                  <a:pt x="434632" y="181546"/>
                </a:lnTo>
                <a:lnTo>
                  <a:pt x="434632" y="154025"/>
                </a:lnTo>
                <a:close/>
              </a:path>
              <a:path w="1775460" h="436879">
                <a:moveTo>
                  <a:pt x="591705" y="218135"/>
                </a:moveTo>
                <a:lnTo>
                  <a:pt x="573646" y="196964"/>
                </a:lnTo>
                <a:lnTo>
                  <a:pt x="555891" y="176936"/>
                </a:lnTo>
                <a:lnTo>
                  <a:pt x="538124" y="158038"/>
                </a:lnTo>
                <a:lnTo>
                  <a:pt x="520077" y="140309"/>
                </a:lnTo>
                <a:lnTo>
                  <a:pt x="494068" y="161645"/>
                </a:lnTo>
                <a:lnTo>
                  <a:pt x="512064" y="182041"/>
                </a:lnTo>
                <a:lnTo>
                  <a:pt x="529361" y="202120"/>
                </a:lnTo>
                <a:lnTo>
                  <a:pt x="545795" y="222173"/>
                </a:lnTo>
                <a:lnTo>
                  <a:pt x="561225" y="242519"/>
                </a:lnTo>
                <a:lnTo>
                  <a:pt x="569836" y="235915"/>
                </a:lnTo>
                <a:lnTo>
                  <a:pt x="577608" y="229755"/>
                </a:lnTo>
                <a:lnTo>
                  <a:pt x="584796" y="223862"/>
                </a:lnTo>
                <a:lnTo>
                  <a:pt x="591705" y="218135"/>
                </a:lnTo>
                <a:close/>
              </a:path>
              <a:path w="1775460" h="436879">
                <a:moveTo>
                  <a:pt x="812876" y="50292"/>
                </a:moveTo>
                <a:lnTo>
                  <a:pt x="799477" y="39585"/>
                </a:lnTo>
                <a:lnTo>
                  <a:pt x="784021" y="27813"/>
                </a:lnTo>
                <a:lnTo>
                  <a:pt x="766699" y="15582"/>
                </a:lnTo>
                <a:lnTo>
                  <a:pt x="747242" y="3048"/>
                </a:lnTo>
                <a:lnTo>
                  <a:pt x="725906" y="25908"/>
                </a:lnTo>
                <a:lnTo>
                  <a:pt x="743496" y="39484"/>
                </a:lnTo>
                <a:lnTo>
                  <a:pt x="760196" y="52971"/>
                </a:lnTo>
                <a:lnTo>
                  <a:pt x="789914" y="77825"/>
                </a:lnTo>
                <a:lnTo>
                  <a:pt x="812876" y="50292"/>
                </a:lnTo>
                <a:close/>
              </a:path>
              <a:path w="1775460" h="436879">
                <a:moveTo>
                  <a:pt x="882980" y="355384"/>
                </a:moveTo>
                <a:lnTo>
                  <a:pt x="847788" y="335432"/>
                </a:lnTo>
                <a:lnTo>
                  <a:pt x="815301" y="312318"/>
                </a:lnTo>
                <a:lnTo>
                  <a:pt x="785380" y="286334"/>
                </a:lnTo>
                <a:lnTo>
                  <a:pt x="757910" y="257759"/>
                </a:lnTo>
                <a:lnTo>
                  <a:pt x="779335" y="238582"/>
                </a:lnTo>
                <a:lnTo>
                  <a:pt x="788365" y="230327"/>
                </a:lnTo>
                <a:lnTo>
                  <a:pt x="802347" y="217551"/>
                </a:lnTo>
                <a:lnTo>
                  <a:pt x="826782" y="194487"/>
                </a:lnTo>
                <a:lnTo>
                  <a:pt x="852500" y="169265"/>
                </a:lnTo>
                <a:lnTo>
                  <a:pt x="822020" y="143357"/>
                </a:lnTo>
                <a:lnTo>
                  <a:pt x="801331" y="166801"/>
                </a:lnTo>
                <a:lnTo>
                  <a:pt x="780402" y="189128"/>
                </a:lnTo>
                <a:lnTo>
                  <a:pt x="758913" y="210299"/>
                </a:lnTo>
                <a:lnTo>
                  <a:pt x="736574" y="230327"/>
                </a:lnTo>
                <a:lnTo>
                  <a:pt x="724065" y="212039"/>
                </a:lnTo>
                <a:lnTo>
                  <a:pt x="722261" y="209397"/>
                </a:lnTo>
                <a:lnTo>
                  <a:pt x="708952" y="187604"/>
                </a:lnTo>
                <a:lnTo>
                  <a:pt x="696493" y="164655"/>
                </a:lnTo>
                <a:lnTo>
                  <a:pt x="684758" y="140309"/>
                </a:lnTo>
                <a:lnTo>
                  <a:pt x="684758" y="114401"/>
                </a:lnTo>
                <a:lnTo>
                  <a:pt x="876884" y="114401"/>
                </a:lnTo>
                <a:lnTo>
                  <a:pt x="876884" y="82397"/>
                </a:lnTo>
                <a:lnTo>
                  <a:pt x="684758" y="82397"/>
                </a:lnTo>
                <a:lnTo>
                  <a:pt x="684758" y="3048"/>
                </a:lnTo>
                <a:lnTo>
                  <a:pt x="648093" y="3048"/>
                </a:lnTo>
                <a:lnTo>
                  <a:pt x="648093" y="82397"/>
                </a:lnTo>
                <a:lnTo>
                  <a:pt x="455968" y="82397"/>
                </a:lnTo>
                <a:lnTo>
                  <a:pt x="455968" y="114401"/>
                </a:lnTo>
                <a:lnTo>
                  <a:pt x="648093" y="114401"/>
                </a:lnTo>
                <a:lnTo>
                  <a:pt x="648093" y="237947"/>
                </a:lnTo>
                <a:lnTo>
                  <a:pt x="595464" y="266560"/>
                </a:lnTo>
                <a:lnTo>
                  <a:pt x="544982" y="293039"/>
                </a:lnTo>
                <a:lnTo>
                  <a:pt x="496493" y="317525"/>
                </a:lnTo>
                <a:lnTo>
                  <a:pt x="449872" y="340144"/>
                </a:lnTo>
                <a:lnTo>
                  <a:pt x="468160" y="375196"/>
                </a:lnTo>
                <a:lnTo>
                  <a:pt x="508533" y="352907"/>
                </a:lnTo>
                <a:lnTo>
                  <a:pt x="551878" y="329463"/>
                </a:lnTo>
                <a:lnTo>
                  <a:pt x="598347" y="304863"/>
                </a:lnTo>
                <a:lnTo>
                  <a:pt x="648093" y="279095"/>
                </a:lnTo>
                <a:lnTo>
                  <a:pt x="648093" y="361480"/>
                </a:lnTo>
                <a:lnTo>
                  <a:pt x="646112" y="375500"/>
                </a:lnTo>
                <a:lnTo>
                  <a:pt x="640283" y="385533"/>
                </a:lnTo>
                <a:lnTo>
                  <a:pt x="630732" y="391566"/>
                </a:lnTo>
                <a:lnTo>
                  <a:pt x="617613" y="393585"/>
                </a:lnTo>
                <a:lnTo>
                  <a:pt x="605586" y="393319"/>
                </a:lnTo>
                <a:lnTo>
                  <a:pt x="592277" y="392633"/>
                </a:lnTo>
                <a:lnTo>
                  <a:pt x="561225" y="390537"/>
                </a:lnTo>
                <a:lnTo>
                  <a:pt x="563245" y="400558"/>
                </a:lnTo>
                <a:lnTo>
                  <a:pt x="564845" y="410159"/>
                </a:lnTo>
                <a:lnTo>
                  <a:pt x="566153" y="419468"/>
                </a:lnTo>
                <a:lnTo>
                  <a:pt x="567321" y="428637"/>
                </a:lnTo>
                <a:lnTo>
                  <a:pt x="581317" y="429514"/>
                </a:lnTo>
                <a:lnTo>
                  <a:pt x="595896" y="429971"/>
                </a:lnTo>
                <a:lnTo>
                  <a:pt x="626757" y="430161"/>
                </a:lnTo>
                <a:lnTo>
                  <a:pt x="652576" y="426491"/>
                </a:lnTo>
                <a:lnTo>
                  <a:pt x="670648" y="415671"/>
                </a:lnTo>
                <a:lnTo>
                  <a:pt x="681278" y="397967"/>
                </a:lnTo>
                <a:lnTo>
                  <a:pt x="681913" y="393585"/>
                </a:lnTo>
                <a:lnTo>
                  <a:pt x="684758" y="373672"/>
                </a:lnTo>
                <a:lnTo>
                  <a:pt x="684758" y="279095"/>
                </a:lnTo>
                <a:lnTo>
                  <a:pt x="684758" y="212039"/>
                </a:lnTo>
                <a:lnTo>
                  <a:pt x="710717" y="254901"/>
                </a:lnTo>
                <a:lnTo>
                  <a:pt x="740994" y="293878"/>
                </a:lnTo>
                <a:lnTo>
                  <a:pt x="775525" y="329107"/>
                </a:lnTo>
                <a:lnTo>
                  <a:pt x="814235" y="360768"/>
                </a:lnTo>
                <a:lnTo>
                  <a:pt x="857072" y="389013"/>
                </a:lnTo>
                <a:lnTo>
                  <a:pt x="862825" y="381571"/>
                </a:lnTo>
                <a:lnTo>
                  <a:pt x="868883" y="373303"/>
                </a:lnTo>
                <a:lnTo>
                  <a:pt x="875499" y="364477"/>
                </a:lnTo>
                <a:lnTo>
                  <a:pt x="882980" y="355384"/>
                </a:lnTo>
                <a:close/>
              </a:path>
              <a:path w="1775460" h="436879">
                <a:moveTo>
                  <a:pt x="1046137" y="91541"/>
                </a:moveTo>
                <a:lnTo>
                  <a:pt x="992797" y="91541"/>
                </a:lnTo>
                <a:lnTo>
                  <a:pt x="992797" y="6096"/>
                </a:lnTo>
                <a:lnTo>
                  <a:pt x="959269" y="6096"/>
                </a:lnTo>
                <a:lnTo>
                  <a:pt x="959269" y="91541"/>
                </a:lnTo>
                <a:lnTo>
                  <a:pt x="901255" y="91541"/>
                </a:lnTo>
                <a:lnTo>
                  <a:pt x="901255" y="122021"/>
                </a:lnTo>
                <a:lnTo>
                  <a:pt x="959269" y="122021"/>
                </a:lnTo>
                <a:lnTo>
                  <a:pt x="959269" y="216611"/>
                </a:lnTo>
                <a:lnTo>
                  <a:pt x="944105" y="221183"/>
                </a:lnTo>
                <a:lnTo>
                  <a:pt x="928357" y="225755"/>
                </a:lnTo>
                <a:lnTo>
                  <a:pt x="895159" y="234899"/>
                </a:lnTo>
                <a:lnTo>
                  <a:pt x="899731" y="271475"/>
                </a:lnTo>
                <a:lnTo>
                  <a:pt x="915466" y="266661"/>
                </a:lnTo>
                <a:lnTo>
                  <a:pt x="930643" y="261569"/>
                </a:lnTo>
                <a:lnTo>
                  <a:pt x="959269" y="251663"/>
                </a:lnTo>
                <a:lnTo>
                  <a:pt x="959269" y="372148"/>
                </a:lnTo>
                <a:lnTo>
                  <a:pt x="958126" y="381317"/>
                </a:lnTo>
                <a:lnTo>
                  <a:pt x="954697" y="388048"/>
                </a:lnTo>
                <a:lnTo>
                  <a:pt x="948982" y="392176"/>
                </a:lnTo>
                <a:lnTo>
                  <a:pt x="940981" y="393585"/>
                </a:lnTo>
                <a:lnTo>
                  <a:pt x="933450" y="393319"/>
                </a:lnTo>
                <a:lnTo>
                  <a:pt x="924509" y="392633"/>
                </a:lnTo>
                <a:lnTo>
                  <a:pt x="901255" y="390537"/>
                </a:lnTo>
                <a:lnTo>
                  <a:pt x="903287" y="399910"/>
                </a:lnTo>
                <a:lnTo>
                  <a:pt x="904875" y="409587"/>
                </a:lnTo>
                <a:lnTo>
                  <a:pt x="906195" y="419252"/>
                </a:lnTo>
                <a:lnTo>
                  <a:pt x="907351" y="428637"/>
                </a:lnTo>
                <a:lnTo>
                  <a:pt x="951649" y="428637"/>
                </a:lnTo>
                <a:lnTo>
                  <a:pt x="990219" y="400735"/>
                </a:lnTo>
                <a:lnTo>
                  <a:pt x="992797" y="379768"/>
                </a:lnTo>
                <a:lnTo>
                  <a:pt x="992797" y="251663"/>
                </a:lnTo>
                <a:lnTo>
                  <a:pt x="992797" y="240995"/>
                </a:lnTo>
                <a:lnTo>
                  <a:pt x="1006487" y="236651"/>
                </a:lnTo>
                <a:lnTo>
                  <a:pt x="1033297" y="228561"/>
                </a:lnTo>
                <a:lnTo>
                  <a:pt x="1046137" y="224231"/>
                </a:lnTo>
                <a:lnTo>
                  <a:pt x="1044613" y="190703"/>
                </a:lnTo>
                <a:lnTo>
                  <a:pt x="1032014" y="194386"/>
                </a:lnTo>
                <a:lnTo>
                  <a:pt x="1019276" y="198513"/>
                </a:lnTo>
                <a:lnTo>
                  <a:pt x="992797" y="207467"/>
                </a:lnTo>
                <a:lnTo>
                  <a:pt x="992797" y="122021"/>
                </a:lnTo>
                <a:lnTo>
                  <a:pt x="1046137" y="122021"/>
                </a:lnTo>
                <a:lnTo>
                  <a:pt x="1046137" y="91541"/>
                </a:lnTo>
                <a:close/>
              </a:path>
              <a:path w="1775460" h="436879">
                <a:moveTo>
                  <a:pt x="1332839" y="396633"/>
                </a:moveTo>
                <a:lnTo>
                  <a:pt x="1305382" y="385686"/>
                </a:lnTo>
                <a:lnTo>
                  <a:pt x="1280071" y="373494"/>
                </a:lnTo>
                <a:lnTo>
                  <a:pt x="1269936" y="367576"/>
                </a:lnTo>
                <a:lnTo>
                  <a:pt x="1256753" y="359879"/>
                </a:lnTo>
                <a:lnTo>
                  <a:pt x="1235303" y="344716"/>
                </a:lnTo>
                <a:lnTo>
                  <a:pt x="1253832" y="321856"/>
                </a:lnTo>
                <a:lnTo>
                  <a:pt x="1258709" y="315836"/>
                </a:lnTo>
                <a:lnTo>
                  <a:pt x="1278547" y="284086"/>
                </a:lnTo>
                <a:lnTo>
                  <a:pt x="1294663" y="249478"/>
                </a:lnTo>
                <a:lnTo>
                  <a:pt x="1306931" y="212039"/>
                </a:lnTo>
                <a:lnTo>
                  <a:pt x="1306931" y="181559"/>
                </a:lnTo>
                <a:lnTo>
                  <a:pt x="1271879" y="181559"/>
                </a:lnTo>
                <a:lnTo>
                  <a:pt x="1271879" y="212039"/>
                </a:lnTo>
                <a:lnTo>
                  <a:pt x="1261287" y="242912"/>
                </a:lnTo>
                <a:lnTo>
                  <a:pt x="1247673" y="271513"/>
                </a:lnTo>
                <a:lnTo>
                  <a:pt x="1230909" y="297840"/>
                </a:lnTo>
                <a:lnTo>
                  <a:pt x="1210830" y="321856"/>
                </a:lnTo>
                <a:lnTo>
                  <a:pt x="1191729" y="297840"/>
                </a:lnTo>
                <a:lnTo>
                  <a:pt x="1175778" y="271513"/>
                </a:lnTo>
                <a:lnTo>
                  <a:pt x="1163243" y="242912"/>
                </a:lnTo>
                <a:lnTo>
                  <a:pt x="1154442" y="212039"/>
                </a:lnTo>
                <a:lnTo>
                  <a:pt x="1271879" y="212039"/>
                </a:lnTo>
                <a:lnTo>
                  <a:pt x="1271879" y="181559"/>
                </a:lnTo>
                <a:lnTo>
                  <a:pt x="1096530" y="181559"/>
                </a:lnTo>
                <a:lnTo>
                  <a:pt x="1096530" y="56400"/>
                </a:lnTo>
                <a:lnTo>
                  <a:pt x="1268831" y="56400"/>
                </a:lnTo>
                <a:lnTo>
                  <a:pt x="1268806" y="65290"/>
                </a:lnTo>
                <a:lnTo>
                  <a:pt x="1257782" y="109258"/>
                </a:lnTo>
                <a:lnTo>
                  <a:pt x="1217117" y="115646"/>
                </a:lnTo>
                <a:lnTo>
                  <a:pt x="1178814" y="113360"/>
                </a:lnTo>
                <a:lnTo>
                  <a:pt x="1155966" y="111353"/>
                </a:lnTo>
                <a:lnTo>
                  <a:pt x="1157338" y="120472"/>
                </a:lnTo>
                <a:lnTo>
                  <a:pt x="1159014" y="129451"/>
                </a:lnTo>
                <a:lnTo>
                  <a:pt x="1160678" y="138137"/>
                </a:lnTo>
                <a:lnTo>
                  <a:pt x="1162062" y="146405"/>
                </a:lnTo>
                <a:lnTo>
                  <a:pt x="1185532" y="147281"/>
                </a:lnTo>
                <a:lnTo>
                  <a:pt x="1205725" y="147739"/>
                </a:lnTo>
                <a:lnTo>
                  <a:pt x="1236827" y="147929"/>
                </a:lnTo>
                <a:lnTo>
                  <a:pt x="1263980" y="144500"/>
                </a:lnTo>
                <a:lnTo>
                  <a:pt x="1283690" y="134213"/>
                </a:lnTo>
                <a:lnTo>
                  <a:pt x="1295984" y="117068"/>
                </a:lnTo>
                <a:lnTo>
                  <a:pt x="1296212" y="115925"/>
                </a:lnTo>
                <a:lnTo>
                  <a:pt x="1300835" y="93065"/>
                </a:lnTo>
                <a:lnTo>
                  <a:pt x="1301737" y="80213"/>
                </a:lnTo>
                <a:lnTo>
                  <a:pt x="1302334" y="65290"/>
                </a:lnTo>
                <a:lnTo>
                  <a:pt x="1302639" y="56400"/>
                </a:lnTo>
                <a:lnTo>
                  <a:pt x="1302981" y="46482"/>
                </a:lnTo>
                <a:lnTo>
                  <a:pt x="1303883" y="25908"/>
                </a:lnTo>
                <a:lnTo>
                  <a:pt x="1062901" y="25908"/>
                </a:lnTo>
                <a:lnTo>
                  <a:pt x="1062901" y="436257"/>
                </a:lnTo>
                <a:lnTo>
                  <a:pt x="1096530" y="436257"/>
                </a:lnTo>
                <a:lnTo>
                  <a:pt x="1096530" y="212039"/>
                </a:lnTo>
                <a:lnTo>
                  <a:pt x="1122438" y="212039"/>
                </a:lnTo>
                <a:lnTo>
                  <a:pt x="1133297" y="250952"/>
                </a:lnTo>
                <a:lnTo>
                  <a:pt x="1147584" y="285610"/>
                </a:lnTo>
                <a:lnTo>
                  <a:pt x="1165301" y="316268"/>
                </a:lnTo>
                <a:lnTo>
                  <a:pt x="1186446" y="343192"/>
                </a:lnTo>
                <a:lnTo>
                  <a:pt x="1167053" y="358914"/>
                </a:lnTo>
                <a:lnTo>
                  <a:pt x="1145679" y="374065"/>
                </a:lnTo>
                <a:lnTo>
                  <a:pt x="1122578" y="388670"/>
                </a:lnTo>
                <a:lnTo>
                  <a:pt x="1098054" y="402729"/>
                </a:lnTo>
                <a:lnTo>
                  <a:pt x="1103477" y="410679"/>
                </a:lnTo>
                <a:lnTo>
                  <a:pt x="1108341" y="418350"/>
                </a:lnTo>
                <a:lnTo>
                  <a:pt x="1112621" y="425437"/>
                </a:lnTo>
                <a:lnTo>
                  <a:pt x="1116342" y="431685"/>
                </a:lnTo>
                <a:lnTo>
                  <a:pt x="1142669" y="416534"/>
                </a:lnTo>
                <a:lnTo>
                  <a:pt x="1167015" y="400812"/>
                </a:lnTo>
                <a:lnTo>
                  <a:pt x="1189634" y="384492"/>
                </a:lnTo>
                <a:lnTo>
                  <a:pt x="1210830" y="367576"/>
                </a:lnTo>
                <a:lnTo>
                  <a:pt x="1232306" y="384225"/>
                </a:lnTo>
                <a:lnTo>
                  <a:pt x="1255483" y="399859"/>
                </a:lnTo>
                <a:lnTo>
                  <a:pt x="1280350" y="414604"/>
                </a:lnTo>
                <a:lnTo>
                  <a:pt x="1306931" y="428637"/>
                </a:lnTo>
                <a:lnTo>
                  <a:pt x="1312697" y="421487"/>
                </a:lnTo>
                <a:lnTo>
                  <a:pt x="1318742" y="413778"/>
                </a:lnTo>
                <a:lnTo>
                  <a:pt x="1325359" y="405485"/>
                </a:lnTo>
                <a:lnTo>
                  <a:pt x="1332839" y="396633"/>
                </a:lnTo>
                <a:close/>
              </a:path>
              <a:path w="1775460" h="436879">
                <a:moveTo>
                  <a:pt x="1775180" y="387489"/>
                </a:moveTo>
                <a:lnTo>
                  <a:pt x="1716303" y="369951"/>
                </a:lnTo>
                <a:lnTo>
                  <a:pt x="1665744" y="351586"/>
                </a:lnTo>
                <a:lnTo>
                  <a:pt x="1623745" y="332092"/>
                </a:lnTo>
                <a:lnTo>
                  <a:pt x="1590586" y="311188"/>
                </a:lnTo>
                <a:lnTo>
                  <a:pt x="1611109" y="288328"/>
                </a:lnTo>
                <a:lnTo>
                  <a:pt x="1619529" y="278955"/>
                </a:lnTo>
                <a:lnTo>
                  <a:pt x="1644065" y="242709"/>
                </a:lnTo>
                <a:lnTo>
                  <a:pt x="1664195" y="202450"/>
                </a:lnTo>
                <a:lnTo>
                  <a:pt x="1679930" y="158153"/>
                </a:lnTo>
                <a:lnTo>
                  <a:pt x="1691271" y="109829"/>
                </a:lnTo>
                <a:lnTo>
                  <a:pt x="1772132" y="109829"/>
                </a:lnTo>
                <a:lnTo>
                  <a:pt x="1772132" y="77825"/>
                </a:lnTo>
                <a:lnTo>
                  <a:pt x="1653171" y="77825"/>
                </a:lnTo>
                <a:lnTo>
                  <a:pt x="1653171" y="109829"/>
                </a:lnTo>
                <a:lnTo>
                  <a:pt x="1640598" y="163029"/>
                </a:lnTo>
                <a:lnTo>
                  <a:pt x="1621307" y="210515"/>
                </a:lnTo>
                <a:lnTo>
                  <a:pt x="1595437" y="252272"/>
                </a:lnTo>
                <a:lnTo>
                  <a:pt x="1563154" y="288328"/>
                </a:lnTo>
                <a:lnTo>
                  <a:pt x="1529092" y="250558"/>
                </a:lnTo>
                <a:lnTo>
                  <a:pt x="1502143" y="208229"/>
                </a:lnTo>
                <a:lnTo>
                  <a:pt x="1482064" y="161315"/>
                </a:lnTo>
                <a:lnTo>
                  <a:pt x="1468577" y="109829"/>
                </a:lnTo>
                <a:lnTo>
                  <a:pt x="1653171" y="109829"/>
                </a:lnTo>
                <a:lnTo>
                  <a:pt x="1653171" y="77825"/>
                </a:lnTo>
                <a:lnTo>
                  <a:pt x="1566202" y="77825"/>
                </a:lnTo>
                <a:lnTo>
                  <a:pt x="1598206" y="62484"/>
                </a:lnTo>
                <a:lnTo>
                  <a:pt x="1586471" y="42468"/>
                </a:lnTo>
                <a:lnTo>
                  <a:pt x="1576298" y="25717"/>
                </a:lnTo>
                <a:lnTo>
                  <a:pt x="1567561" y="12128"/>
                </a:lnTo>
                <a:lnTo>
                  <a:pt x="1560106" y="1524"/>
                </a:lnTo>
                <a:lnTo>
                  <a:pt x="1526578" y="16764"/>
                </a:lnTo>
                <a:lnTo>
                  <a:pt x="1533766" y="27584"/>
                </a:lnTo>
                <a:lnTo>
                  <a:pt x="1541818" y="41541"/>
                </a:lnTo>
                <a:lnTo>
                  <a:pt x="1561630" y="77825"/>
                </a:lnTo>
                <a:lnTo>
                  <a:pt x="1351229" y="77825"/>
                </a:lnTo>
                <a:lnTo>
                  <a:pt x="1351229" y="109829"/>
                </a:lnTo>
                <a:lnTo>
                  <a:pt x="1433525" y="109829"/>
                </a:lnTo>
                <a:lnTo>
                  <a:pt x="1444866" y="155232"/>
                </a:lnTo>
                <a:lnTo>
                  <a:pt x="1460690" y="198056"/>
                </a:lnTo>
                <a:lnTo>
                  <a:pt x="1481048" y="238315"/>
                </a:lnTo>
                <a:lnTo>
                  <a:pt x="1506042" y="276021"/>
                </a:lnTo>
                <a:lnTo>
                  <a:pt x="1535722" y="311188"/>
                </a:lnTo>
                <a:lnTo>
                  <a:pt x="1499958" y="333717"/>
                </a:lnTo>
                <a:lnTo>
                  <a:pt x="1456601" y="355396"/>
                </a:lnTo>
                <a:lnTo>
                  <a:pt x="1405509" y="375945"/>
                </a:lnTo>
                <a:lnTo>
                  <a:pt x="1346555" y="395109"/>
                </a:lnTo>
                <a:lnTo>
                  <a:pt x="1354302" y="404202"/>
                </a:lnTo>
                <a:lnTo>
                  <a:pt x="1361313" y="413016"/>
                </a:lnTo>
                <a:lnTo>
                  <a:pt x="1367434" y="421246"/>
                </a:lnTo>
                <a:lnTo>
                  <a:pt x="1372565" y="428637"/>
                </a:lnTo>
                <a:lnTo>
                  <a:pt x="1433385" y="405752"/>
                </a:lnTo>
                <a:lnTo>
                  <a:pt x="1485379" y="382866"/>
                </a:lnTo>
                <a:lnTo>
                  <a:pt x="1528229" y="359968"/>
                </a:lnTo>
                <a:lnTo>
                  <a:pt x="1561630" y="337096"/>
                </a:lnTo>
                <a:lnTo>
                  <a:pt x="1595361" y="359918"/>
                </a:lnTo>
                <a:lnTo>
                  <a:pt x="1637118" y="382485"/>
                </a:lnTo>
                <a:lnTo>
                  <a:pt x="1686864" y="404469"/>
                </a:lnTo>
                <a:lnTo>
                  <a:pt x="1744611" y="425589"/>
                </a:lnTo>
                <a:lnTo>
                  <a:pt x="1750656" y="417271"/>
                </a:lnTo>
                <a:lnTo>
                  <a:pt x="1757565" y="408254"/>
                </a:lnTo>
                <a:lnTo>
                  <a:pt x="1765642" y="398360"/>
                </a:lnTo>
                <a:lnTo>
                  <a:pt x="1775180" y="3874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418844" y="3915155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752123" y="3758565"/>
            <a:ext cx="222885" cy="283845"/>
          </a:xfrm>
          <a:custGeom>
            <a:avLst/>
            <a:gdLst/>
            <a:ahLst/>
            <a:cxnLst/>
            <a:rect l="l" t="t" r="r" b="b"/>
            <a:pathLst>
              <a:path w="222885" h="283845">
                <a:moveTo>
                  <a:pt x="131159" y="283749"/>
                </a:moveTo>
                <a:lnTo>
                  <a:pt x="78116" y="274415"/>
                </a:lnTo>
                <a:lnTo>
                  <a:pt x="36576" y="245649"/>
                </a:lnTo>
                <a:lnTo>
                  <a:pt x="9144" y="202322"/>
                </a:lnTo>
                <a:lnTo>
                  <a:pt x="0" y="146494"/>
                </a:lnTo>
                <a:lnTo>
                  <a:pt x="2547" y="115864"/>
                </a:lnTo>
                <a:lnTo>
                  <a:pt x="22502" y="63247"/>
                </a:lnTo>
                <a:lnTo>
                  <a:pt x="61366" y="23185"/>
                </a:lnTo>
                <a:lnTo>
                  <a:pt x="112316" y="2573"/>
                </a:lnTo>
                <a:lnTo>
                  <a:pt x="141827" y="0"/>
                </a:lnTo>
                <a:lnTo>
                  <a:pt x="163568" y="881"/>
                </a:lnTo>
                <a:lnTo>
                  <a:pt x="183165" y="3619"/>
                </a:lnTo>
                <a:lnTo>
                  <a:pt x="200763" y="8358"/>
                </a:lnTo>
                <a:lnTo>
                  <a:pt x="216503" y="15240"/>
                </a:lnTo>
                <a:lnTo>
                  <a:pt x="216503" y="50387"/>
                </a:lnTo>
                <a:lnTo>
                  <a:pt x="199644" y="41267"/>
                </a:lnTo>
                <a:lnTo>
                  <a:pt x="181070" y="34575"/>
                </a:lnTo>
                <a:lnTo>
                  <a:pt x="160782" y="30456"/>
                </a:lnTo>
                <a:lnTo>
                  <a:pt x="138779" y="29051"/>
                </a:lnTo>
                <a:lnTo>
                  <a:pt x="116745" y="31051"/>
                </a:lnTo>
                <a:lnTo>
                  <a:pt x="78463" y="47053"/>
                </a:lnTo>
                <a:lnTo>
                  <a:pt x="49601" y="78201"/>
                </a:lnTo>
                <a:lnTo>
                  <a:pt x="35266" y="119388"/>
                </a:lnTo>
                <a:lnTo>
                  <a:pt x="33528" y="143446"/>
                </a:lnTo>
                <a:lnTo>
                  <a:pt x="35242" y="168306"/>
                </a:lnTo>
                <a:lnTo>
                  <a:pt x="48958" y="209454"/>
                </a:lnTo>
                <a:lnTo>
                  <a:pt x="75844" y="238680"/>
                </a:lnTo>
                <a:lnTo>
                  <a:pt x="113078" y="253053"/>
                </a:lnTo>
                <a:lnTo>
                  <a:pt x="135731" y="254793"/>
                </a:lnTo>
                <a:lnTo>
                  <a:pt x="151161" y="253960"/>
                </a:lnTo>
                <a:lnTo>
                  <a:pt x="165449" y="251555"/>
                </a:lnTo>
                <a:lnTo>
                  <a:pt x="178593" y="247721"/>
                </a:lnTo>
                <a:lnTo>
                  <a:pt x="190595" y="242601"/>
                </a:lnTo>
                <a:lnTo>
                  <a:pt x="190595" y="164782"/>
                </a:lnTo>
                <a:lnTo>
                  <a:pt x="131159" y="164782"/>
                </a:lnTo>
                <a:lnTo>
                  <a:pt x="131159" y="135826"/>
                </a:lnTo>
                <a:lnTo>
                  <a:pt x="222599" y="135826"/>
                </a:lnTo>
                <a:lnTo>
                  <a:pt x="222599" y="260889"/>
                </a:lnTo>
                <a:lnTo>
                  <a:pt x="201453" y="270891"/>
                </a:lnTo>
                <a:lnTo>
                  <a:pt x="179165" y="278034"/>
                </a:lnTo>
                <a:lnTo>
                  <a:pt x="155733" y="282321"/>
                </a:lnTo>
                <a:lnTo>
                  <a:pt x="131159" y="2837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2038826" y="3762978"/>
            <a:ext cx="427355" cy="325120"/>
            <a:chOff x="2038826" y="3762978"/>
            <a:chExt cx="427355" cy="325120"/>
          </a:xfrm>
        </p:grpSpPr>
        <p:sp>
          <p:nvSpPr>
            <p:cNvPr id="42" name="object 42" descr=""/>
            <p:cNvSpPr/>
            <p:nvPr/>
          </p:nvSpPr>
          <p:spPr>
            <a:xfrm>
              <a:off x="2038820" y="3763429"/>
              <a:ext cx="145415" cy="274320"/>
            </a:xfrm>
            <a:custGeom>
              <a:avLst/>
              <a:gdLst/>
              <a:ahLst/>
              <a:cxnLst/>
              <a:rect l="l" t="t" r="r" b="b"/>
              <a:pathLst>
                <a:path w="145414" h="274320">
                  <a:moveTo>
                    <a:pt x="144881" y="245110"/>
                  </a:moveTo>
                  <a:lnTo>
                    <a:pt x="32004" y="245110"/>
                  </a:lnTo>
                  <a:lnTo>
                    <a:pt x="32004" y="149860"/>
                  </a:lnTo>
                  <a:lnTo>
                    <a:pt x="131165" y="149860"/>
                  </a:lnTo>
                  <a:lnTo>
                    <a:pt x="131165" y="120650"/>
                  </a:lnTo>
                  <a:lnTo>
                    <a:pt x="32004" y="120650"/>
                  </a:lnTo>
                  <a:lnTo>
                    <a:pt x="32004" y="29210"/>
                  </a:lnTo>
                  <a:lnTo>
                    <a:pt x="138785" y="29210"/>
                  </a:lnTo>
                  <a:lnTo>
                    <a:pt x="13878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120650"/>
                  </a:lnTo>
                  <a:lnTo>
                    <a:pt x="0" y="149860"/>
                  </a:lnTo>
                  <a:lnTo>
                    <a:pt x="0" y="245110"/>
                  </a:lnTo>
                  <a:lnTo>
                    <a:pt x="0" y="274320"/>
                  </a:lnTo>
                  <a:lnTo>
                    <a:pt x="144881" y="274320"/>
                  </a:lnTo>
                  <a:lnTo>
                    <a:pt x="144881" y="24511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08085" y="3762978"/>
              <a:ext cx="257746" cy="325056"/>
            </a:xfrm>
            <a:prstGeom prst="rect">
              <a:avLst/>
            </a:prstGeom>
          </p:spPr>
        </p:pic>
      </p:grpSp>
      <p:sp>
        <p:nvSpPr>
          <p:cNvPr id="44" name="object 44" descr=""/>
          <p:cNvSpPr/>
          <p:nvPr/>
        </p:nvSpPr>
        <p:spPr>
          <a:xfrm>
            <a:off x="2635085" y="3758564"/>
            <a:ext cx="884555" cy="283845"/>
          </a:xfrm>
          <a:custGeom>
            <a:avLst/>
            <a:gdLst/>
            <a:ahLst/>
            <a:cxnLst/>
            <a:rect l="l" t="t" r="r" b="b"/>
            <a:pathLst>
              <a:path w="884554" h="283845">
                <a:moveTo>
                  <a:pt x="167741" y="86969"/>
                </a:moveTo>
                <a:lnTo>
                  <a:pt x="166065" y="68656"/>
                </a:lnTo>
                <a:lnTo>
                  <a:pt x="161264" y="52489"/>
                </a:lnTo>
                <a:lnTo>
                  <a:pt x="153593" y="38315"/>
                </a:lnTo>
                <a:lnTo>
                  <a:pt x="149694" y="33629"/>
                </a:lnTo>
                <a:lnTo>
                  <a:pt x="143357" y="26009"/>
                </a:lnTo>
                <a:lnTo>
                  <a:pt x="134213" y="19900"/>
                </a:lnTo>
                <a:lnTo>
                  <a:pt x="134213" y="88493"/>
                </a:lnTo>
                <a:lnTo>
                  <a:pt x="133070" y="101371"/>
                </a:lnTo>
                <a:lnTo>
                  <a:pt x="106565" y="138137"/>
                </a:lnTo>
                <a:lnTo>
                  <a:pt x="65532" y="146494"/>
                </a:lnTo>
                <a:lnTo>
                  <a:pt x="32004" y="146494"/>
                </a:lnTo>
                <a:lnTo>
                  <a:pt x="32004" y="33629"/>
                </a:lnTo>
                <a:lnTo>
                  <a:pt x="70205" y="33629"/>
                </a:lnTo>
                <a:lnTo>
                  <a:pt x="98209" y="37058"/>
                </a:lnTo>
                <a:lnTo>
                  <a:pt x="118211" y="47345"/>
                </a:lnTo>
                <a:lnTo>
                  <a:pt x="130213" y="64490"/>
                </a:lnTo>
                <a:lnTo>
                  <a:pt x="134213" y="88493"/>
                </a:lnTo>
                <a:lnTo>
                  <a:pt x="134213" y="19900"/>
                </a:lnTo>
                <a:lnTo>
                  <a:pt x="129641" y="16840"/>
                </a:lnTo>
                <a:lnTo>
                  <a:pt x="113639" y="10109"/>
                </a:lnTo>
                <a:lnTo>
                  <a:pt x="95351" y="5981"/>
                </a:lnTo>
                <a:lnTo>
                  <a:pt x="74777" y="4572"/>
                </a:lnTo>
                <a:lnTo>
                  <a:pt x="0" y="4572"/>
                </a:lnTo>
                <a:lnTo>
                  <a:pt x="0" y="279184"/>
                </a:lnTo>
                <a:lnTo>
                  <a:pt x="32004" y="279184"/>
                </a:lnTo>
                <a:lnTo>
                  <a:pt x="32004" y="175450"/>
                </a:lnTo>
                <a:lnTo>
                  <a:pt x="68681" y="175450"/>
                </a:lnTo>
                <a:lnTo>
                  <a:pt x="109067" y="169545"/>
                </a:lnTo>
                <a:lnTo>
                  <a:pt x="144386" y="146494"/>
                </a:lnTo>
                <a:lnTo>
                  <a:pt x="152311" y="137629"/>
                </a:lnTo>
                <a:lnTo>
                  <a:pt x="160883" y="122453"/>
                </a:lnTo>
                <a:lnTo>
                  <a:pt x="166027" y="105562"/>
                </a:lnTo>
                <a:lnTo>
                  <a:pt x="167741" y="86969"/>
                </a:lnTo>
                <a:close/>
              </a:path>
              <a:path w="884554" h="283845">
                <a:moveTo>
                  <a:pt x="460540" y="138874"/>
                </a:moveTo>
                <a:lnTo>
                  <a:pt x="458266" y="109397"/>
                </a:lnTo>
                <a:lnTo>
                  <a:pt x="451586" y="82791"/>
                </a:lnTo>
                <a:lnTo>
                  <a:pt x="440601" y="59067"/>
                </a:lnTo>
                <a:lnTo>
                  <a:pt x="426910" y="40170"/>
                </a:lnTo>
                <a:lnTo>
                  <a:pt x="426910" y="141922"/>
                </a:lnTo>
                <a:lnTo>
                  <a:pt x="426897" y="144970"/>
                </a:lnTo>
                <a:lnTo>
                  <a:pt x="420344" y="190309"/>
                </a:lnTo>
                <a:lnTo>
                  <a:pt x="401104" y="225742"/>
                </a:lnTo>
                <a:lnTo>
                  <a:pt x="369849" y="247738"/>
                </a:lnTo>
                <a:lnTo>
                  <a:pt x="329374" y="254800"/>
                </a:lnTo>
                <a:lnTo>
                  <a:pt x="309016" y="252818"/>
                </a:lnTo>
                <a:lnTo>
                  <a:pt x="260794" y="224218"/>
                </a:lnTo>
                <a:lnTo>
                  <a:pt x="241554" y="188214"/>
                </a:lnTo>
                <a:lnTo>
                  <a:pt x="234886" y="141922"/>
                </a:lnTo>
                <a:lnTo>
                  <a:pt x="236575" y="117894"/>
                </a:lnTo>
                <a:lnTo>
                  <a:pt x="249669" y="77330"/>
                </a:lnTo>
                <a:lnTo>
                  <a:pt x="275602" y="47053"/>
                </a:lnTo>
                <a:lnTo>
                  <a:pt x="310946" y="31051"/>
                </a:lnTo>
                <a:lnTo>
                  <a:pt x="330898" y="29057"/>
                </a:lnTo>
                <a:lnTo>
                  <a:pt x="352412" y="31038"/>
                </a:lnTo>
                <a:lnTo>
                  <a:pt x="387362" y="46418"/>
                </a:lnTo>
                <a:lnTo>
                  <a:pt x="412216" y="75844"/>
                </a:lnTo>
                <a:lnTo>
                  <a:pt x="425310" y="117652"/>
                </a:lnTo>
                <a:lnTo>
                  <a:pt x="426910" y="141922"/>
                </a:lnTo>
                <a:lnTo>
                  <a:pt x="426910" y="40170"/>
                </a:lnTo>
                <a:lnTo>
                  <a:pt x="385470" y="9918"/>
                </a:lnTo>
                <a:lnTo>
                  <a:pt x="333946" y="0"/>
                </a:lnTo>
                <a:lnTo>
                  <a:pt x="304774" y="2552"/>
                </a:lnTo>
                <a:lnTo>
                  <a:pt x="256146" y="22555"/>
                </a:lnTo>
                <a:lnTo>
                  <a:pt x="221272" y="60871"/>
                </a:lnTo>
                <a:lnTo>
                  <a:pt x="203542" y="113487"/>
                </a:lnTo>
                <a:lnTo>
                  <a:pt x="201256" y="144970"/>
                </a:lnTo>
                <a:lnTo>
                  <a:pt x="203327" y="174409"/>
                </a:lnTo>
                <a:lnTo>
                  <a:pt x="220637" y="224739"/>
                </a:lnTo>
                <a:lnTo>
                  <a:pt x="255219" y="262534"/>
                </a:lnTo>
                <a:lnTo>
                  <a:pt x="301993" y="281444"/>
                </a:lnTo>
                <a:lnTo>
                  <a:pt x="329374" y="283756"/>
                </a:lnTo>
                <a:lnTo>
                  <a:pt x="357695" y="281203"/>
                </a:lnTo>
                <a:lnTo>
                  <a:pt x="382993" y="273659"/>
                </a:lnTo>
                <a:lnTo>
                  <a:pt x="405117" y="261251"/>
                </a:lnTo>
                <a:lnTo>
                  <a:pt x="412216" y="254800"/>
                </a:lnTo>
                <a:lnTo>
                  <a:pt x="423964" y="244132"/>
                </a:lnTo>
                <a:lnTo>
                  <a:pt x="439966" y="222935"/>
                </a:lnTo>
                <a:lnTo>
                  <a:pt x="451396" y="198323"/>
                </a:lnTo>
                <a:lnTo>
                  <a:pt x="458254" y="170319"/>
                </a:lnTo>
                <a:lnTo>
                  <a:pt x="460540" y="138874"/>
                </a:lnTo>
                <a:close/>
              </a:path>
              <a:path w="884554" h="283845">
                <a:moveTo>
                  <a:pt x="667994" y="210502"/>
                </a:moveTo>
                <a:lnTo>
                  <a:pt x="654659" y="171831"/>
                </a:lnTo>
                <a:lnTo>
                  <a:pt x="645134" y="161734"/>
                </a:lnTo>
                <a:lnTo>
                  <a:pt x="640270" y="156527"/>
                </a:lnTo>
                <a:lnTo>
                  <a:pt x="601814" y="131876"/>
                </a:lnTo>
                <a:lnTo>
                  <a:pt x="574814" y="117830"/>
                </a:lnTo>
                <a:lnTo>
                  <a:pt x="568833" y="114401"/>
                </a:lnTo>
                <a:lnTo>
                  <a:pt x="562737" y="111353"/>
                </a:lnTo>
                <a:lnTo>
                  <a:pt x="555117" y="106781"/>
                </a:lnTo>
                <a:lnTo>
                  <a:pt x="550545" y="102209"/>
                </a:lnTo>
                <a:lnTo>
                  <a:pt x="545973" y="99161"/>
                </a:lnTo>
                <a:lnTo>
                  <a:pt x="541401" y="94589"/>
                </a:lnTo>
                <a:lnTo>
                  <a:pt x="539877" y="88493"/>
                </a:lnTo>
                <a:lnTo>
                  <a:pt x="536829" y="83921"/>
                </a:lnTo>
                <a:lnTo>
                  <a:pt x="535305" y="77825"/>
                </a:lnTo>
                <a:lnTo>
                  <a:pt x="535305" y="62585"/>
                </a:lnTo>
                <a:lnTo>
                  <a:pt x="536829" y="56489"/>
                </a:lnTo>
                <a:lnTo>
                  <a:pt x="539877" y="51917"/>
                </a:lnTo>
                <a:lnTo>
                  <a:pt x="544449" y="45821"/>
                </a:lnTo>
                <a:lnTo>
                  <a:pt x="549021" y="42773"/>
                </a:lnTo>
                <a:lnTo>
                  <a:pt x="553593" y="38201"/>
                </a:lnTo>
                <a:lnTo>
                  <a:pt x="559689" y="35153"/>
                </a:lnTo>
                <a:lnTo>
                  <a:pt x="571881" y="32105"/>
                </a:lnTo>
                <a:lnTo>
                  <a:pt x="587121" y="29057"/>
                </a:lnTo>
                <a:lnTo>
                  <a:pt x="593217" y="29057"/>
                </a:lnTo>
                <a:lnTo>
                  <a:pt x="611784" y="30175"/>
                </a:lnTo>
                <a:lnTo>
                  <a:pt x="628510" y="33439"/>
                </a:lnTo>
                <a:lnTo>
                  <a:pt x="643229" y="38696"/>
                </a:lnTo>
                <a:lnTo>
                  <a:pt x="655802" y="45821"/>
                </a:lnTo>
                <a:lnTo>
                  <a:pt x="655802" y="10668"/>
                </a:lnTo>
                <a:lnTo>
                  <a:pt x="645223" y="5791"/>
                </a:lnTo>
                <a:lnTo>
                  <a:pt x="631786" y="2476"/>
                </a:lnTo>
                <a:lnTo>
                  <a:pt x="615467" y="596"/>
                </a:lnTo>
                <a:lnTo>
                  <a:pt x="596265" y="0"/>
                </a:lnTo>
                <a:lnTo>
                  <a:pt x="587997" y="292"/>
                </a:lnTo>
                <a:lnTo>
                  <a:pt x="545592" y="10287"/>
                </a:lnTo>
                <a:lnTo>
                  <a:pt x="514261" y="34671"/>
                </a:lnTo>
                <a:lnTo>
                  <a:pt x="501777" y="73253"/>
                </a:lnTo>
                <a:lnTo>
                  <a:pt x="502069" y="80962"/>
                </a:lnTo>
                <a:lnTo>
                  <a:pt x="526427" y="125095"/>
                </a:lnTo>
                <a:lnTo>
                  <a:pt x="570357" y="152590"/>
                </a:lnTo>
                <a:lnTo>
                  <a:pt x="589000" y="161594"/>
                </a:lnTo>
                <a:lnTo>
                  <a:pt x="594741" y="164782"/>
                </a:lnTo>
                <a:lnTo>
                  <a:pt x="609981" y="173926"/>
                </a:lnTo>
                <a:lnTo>
                  <a:pt x="616077" y="178498"/>
                </a:lnTo>
                <a:lnTo>
                  <a:pt x="625322" y="187642"/>
                </a:lnTo>
                <a:lnTo>
                  <a:pt x="628370" y="192214"/>
                </a:lnTo>
                <a:lnTo>
                  <a:pt x="632942" y="198310"/>
                </a:lnTo>
                <a:lnTo>
                  <a:pt x="634466" y="204406"/>
                </a:lnTo>
                <a:lnTo>
                  <a:pt x="634466" y="212026"/>
                </a:lnTo>
                <a:lnTo>
                  <a:pt x="611149" y="249008"/>
                </a:lnTo>
                <a:lnTo>
                  <a:pt x="574929" y="254800"/>
                </a:lnTo>
                <a:lnTo>
                  <a:pt x="562737" y="254800"/>
                </a:lnTo>
                <a:lnTo>
                  <a:pt x="556641" y="253276"/>
                </a:lnTo>
                <a:lnTo>
                  <a:pt x="549021" y="251752"/>
                </a:lnTo>
                <a:lnTo>
                  <a:pt x="542925" y="250228"/>
                </a:lnTo>
                <a:lnTo>
                  <a:pt x="535305" y="248704"/>
                </a:lnTo>
                <a:lnTo>
                  <a:pt x="529209" y="245656"/>
                </a:lnTo>
                <a:lnTo>
                  <a:pt x="523113" y="244132"/>
                </a:lnTo>
                <a:lnTo>
                  <a:pt x="510921" y="238036"/>
                </a:lnTo>
                <a:lnTo>
                  <a:pt x="506349" y="233464"/>
                </a:lnTo>
                <a:lnTo>
                  <a:pt x="501777" y="230416"/>
                </a:lnTo>
                <a:lnTo>
                  <a:pt x="501777" y="268516"/>
                </a:lnTo>
                <a:lnTo>
                  <a:pt x="504825" y="270040"/>
                </a:lnTo>
                <a:lnTo>
                  <a:pt x="509397" y="273088"/>
                </a:lnTo>
                <a:lnTo>
                  <a:pt x="533781" y="279184"/>
                </a:lnTo>
                <a:lnTo>
                  <a:pt x="541401" y="280708"/>
                </a:lnTo>
                <a:lnTo>
                  <a:pt x="547497" y="282232"/>
                </a:lnTo>
                <a:lnTo>
                  <a:pt x="553593" y="282232"/>
                </a:lnTo>
                <a:lnTo>
                  <a:pt x="559689" y="283756"/>
                </a:lnTo>
                <a:lnTo>
                  <a:pt x="579501" y="283464"/>
                </a:lnTo>
                <a:lnTo>
                  <a:pt x="588645" y="282613"/>
                </a:lnTo>
                <a:lnTo>
                  <a:pt x="597789" y="281178"/>
                </a:lnTo>
                <a:lnTo>
                  <a:pt x="606933" y="279184"/>
                </a:lnTo>
                <a:lnTo>
                  <a:pt x="615569" y="277495"/>
                </a:lnTo>
                <a:lnTo>
                  <a:pt x="649897" y="256705"/>
                </a:lnTo>
                <a:lnTo>
                  <a:pt x="667423" y="219621"/>
                </a:lnTo>
                <a:lnTo>
                  <a:pt x="667994" y="210502"/>
                </a:lnTo>
                <a:close/>
              </a:path>
              <a:path w="884554" h="283845">
                <a:moveTo>
                  <a:pt x="884491" y="4419"/>
                </a:moveTo>
                <a:lnTo>
                  <a:pt x="693902" y="4419"/>
                </a:lnTo>
                <a:lnTo>
                  <a:pt x="693902" y="33629"/>
                </a:lnTo>
                <a:lnTo>
                  <a:pt x="773150" y="33629"/>
                </a:lnTo>
                <a:lnTo>
                  <a:pt x="773150" y="278739"/>
                </a:lnTo>
                <a:lnTo>
                  <a:pt x="805243" y="278739"/>
                </a:lnTo>
                <a:lnTo>
                  <a:pt x="805243" y="33629"/>
                </a:lnTo>
                <a:lnTo>
                  <a:pt x="884491" y="33629"/>
                </a:lnTo>
                <a:lnTo>
                  <a:pt x="884491" y="44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3637026" y="3709796"/>
            <a:ext cx="1952625" cy="381635"/>
          </a:xfrm>
          <a:custGeom>
            <a:avLst/>
            <a:gdLst/>
            <a:ahLst/>
            <a:cxnLst/>
            <a:rect l="l" t="t" r="r" b="b"/>
            <a:pathLst>
              <a:path w="1952625" h="381635">
                <a:moveTo>
                  <a:pt x="376707" y="68580"/>
                </a:moveTo>
                <a:lnTo>
                  <a:pt x="195262" y="68580"/>
                </a:lnTo>
                <a:lnTo>
                  <a:pt x="222694" y="54864"/>
                </a:lnTo>
                <a:lnTo>
                  <a:pt x="212979" y="37109"/>
                </a:lnTo>
                <a:lnTo>
                  <a:pt x="204406" y="22479"/>
                </a:lnTo>
                <a:lnTo>
                  <a:pt x="196977" y="10718"/>
                </a:lnTo>
                <a:lnTo>
                  <a:pt x="190690" y="1524"/>
                </a:lnTo>
                <a:lnTo>
                  <a:pt x="161632" y="15240"/>
                </a:lnTo>
                <a:lnTo>
                  <a:pt x="192214" y="68580"/>
                </a:lnTo>
                <a:lnTo>
                  <a:pt x="7620" y="68580"/>
                </a:lnTo>
                <a:lnTo>
                  <a:pt x="7620" y="97637"/>
                </a:lnTo>
                <a:lnTo>
                  <a:pt x="112864" y="97637"/>
                </a:lnTo>
                <a:lnTo>
                  <a:pt x="110578" y="142417"/>
                </a:lnTo>
                <a:lnTo>
                  <a:pt x="98247" y="230149"/>
                </a:lnTo>
                <a:lnTo>
                  <a:pt x="77038" y="277609"/>
                </a:lnTo>
                <a:lnTo>
                  <a:pt x="44386" y="319366"/>
                </a:lnTo>
                <a:lnTo>
                  <a:pt x="0" y="355384"/>
                </a:lnTo>
                <a:lnTo>
                  <a:pt x="5715" y="362216"/>
                </a:lnTo>
                <a:lnTo>
                  <a:pt x="17145" y="375310"/>
                </a:lnTo>
                <a:lnTo>
                  <a:pt x="22860" y="381292"/>
                </a:lnTo>
                <a:lnTo>
                  <a:pt x="61290" y="351485"/>
                </a:lnTo>
                <a:lnTo>
                  <a:pt x="92329" y="316979"/>
                </a:lnTo>
                <a:lnTo>
                  <a:pt x="115887" y="277863"/>
                </a:lnTo>
                <a:lnTo>
                  <a:pt x="131902" y="234226"/>
                </a:lnTo>
                <a:lnTo>
                  <a:pt x="140296" y="186118"/>
                </a:lnTo>
                <a:lnTo>
                  <a:pt x="291274" y="186118"/>
                </a:lnTo>
                <a:lnTo>
                  <a:pt x="288036" y="246329"/>
                </a:lnTo>
                <a:lnTo>
                  <a:pt x="283654" y="297472"/>
                </a:lnTo>
                <a:lnTo>
                  <a:pt x="260070" y="336042"/>
                </a:lnTo>
                <a:lnTo>
                  <a:pt x="244030" y="338620"/>
                </a:lnTo>
                <a:lnTo>
                  <a:pt x="228015" y="338099"/>
                </a:lnTo>
                <a:lnTo>
                  <a:pt x="209727" y="336715"/>
                </a:lnTo>
                <a:lnTo>
                  <a:pt x="166204" y="332524"/>
                </a:lnTo>
                <a:lnTo>
                  <a:pt x="167563" y="342290"/>
                </a:lnTo>
                <a:lnTo>
                  <a:pt x="169062" y="351193"/>
                </a:lnTo>
                <a:lnTo>
                  <a:pt x="170281" y="359524"/>
                </a:lnTo>
                <a:lnTo>
                  <a:pt x="170776" y="367576"/>
                </a:lnTo>
                <a:lnTo>
                  <a:pt x="233451" y="370357"/>
                </a:lnTo>
                <a:lnTo>
                  <a:pt x="276898" y="366318"/>
                </a:lnTo>
                <a:lnTo>
                  <a:pt x="311251" y="331406"/>
                </a:lnTo>
                <a:lnTo>
                  <a:pt x="319557" y="269074"/>
                </a:lnTo>
                <a:lnTo>
                  <a:pt x="326415" y="157073"/>
                </a:lnTo>
                <a:lnTo>
                  <a:pt x="141820" y="157073"/>
                </a:lnTo>
                <a:lnTo>
                  <a:pt x="142722" y="143929"/>
                </a:lnTo>
                <a:lnTo>
                  <a:pt x="143967" y="114211"/>
                </a:lnTo>
                <a:lnTo>
                  <a:pt x="144868" y="97637"/>
                </a:lnTo>
                <a:lnTo>
                  <a:pt x="376707" y="97637"/>
                </a:lnTo>
                <a:lnTo>
                  <a:pt x="376707" y="68580"/>
                </a:lnTo>
                <a:close/>
              </a:path>
              <a:path w="1952625" h="381635">
                <a:moveTo>
                  <a:pt x="478904" y="158597"/>
                </a:moveTo>
                <a:lnTo>
                  <a:pt x="460273" y="143433"/>
                </a:lnTo>
                <a:lnTo>
                  <a:pt x="443052" y="129832"/>
                </a:lnTo>
                <a:lnTo>
                  <a:pt x="426961" y="117665"/>
                </a:lnTo>
                <a:lnTo>
                  <a:pt x="411759" y="106781"/>
                </a:lnTo>
                <a:lnTo>
                  <a:pt x="393471" y="128117"/>
                </a:lnTo>
                <a:lnTo>
                  <a:pt x="405193" y="137553"/>
                </a:lnTo>
                <a:lnTo>
                  <a:pt x="419773" y="149847"/>
                </a:lnTo>
                <a:lnTo>
                  <a:pt x="437235" y="165023"/>
                </a:lnTo>
                <a:lnTo>
                  <a:pt x="457568" y="183070"/>
                </a:lnTo>
                <a:lnTo>
                  <a:pt x="461556" y="178181"/>
                </a:lnTo>
                <a:lnTo>
                  <a:pt x="466521" y="172554"/>
                </a:lnTo>
                <a:lnTo>
                  <a:pt x="472363" y="166065"/>
                </a:lnTo>
                <a:lnTo>
                  <a:pt x="478904" y="158597"/>
                </a:lnTo>
                <a:close/>
              </a:path>
              <a:path w="1952625" h="381635">
                <a:moveTo>
                  <a:pt x="480428" y="228790"/>
                </a:moveTo>
                <a:lnTo>
                  <a:pt x="472452" y="225386"/>
                </a:lnTo>
                <a:lnTo>
                  <a:pt x="464616" y="222123"/>
                </a:lnTo>
                <a:lnTo>
                  <a:pt x="457034" y="219151"/>
                </a:lnTo>
                <a:lnTo>
                  <a:pt x="449859" y="216598"/>
                </a:lnTo>
                <a:lnTo>
                  <a:pt x="437286" y="256006"/>
                </a:lnTo>
                <a:lnTo>
                  <a:pt x="424713" y="293992"/>
                </a:lnTo>
                <a:lnTo>
                  <a:pt x="412140" y="330276"/>
                </a:lnTo>
                <a:lnTo>
                  <a:pt x="399567" y="364528"/>
                </a:lnTo>
                <a:lnTo>
                  <a:pt x="431571" y="375196"/>
                </a:lnTo>
                <a:lnTo>
                  <a:pt x="442417" y="342049"/>
                </a:lnTo>
                <a:lnTo>
                  <a:pt x="454291" y="306603"/>
                </a:lnTo>
                <a:lnTo>
                  <a:pt x="467017" y="268859"/>
                </a:lnTo>
                <a:lnTo>
                  <a:pt x="480428" y="228790"/>
                </a:lnTo>
                <a:close/>
              </a:path>
              <a:path w="1952625" h="381635">
                <a:moveTo>
                  <a:pt x="492620" y="62484"/>
                </a:moveTo>
                <a:lnTo>
                  <a:pt x="475513" y="47701"/>
                </a:lnTo>
                <a:lnTo>
                  <a:pt x="458673" y="33337"/>
                </a:lnTo>
                <a:lnTo>
                  <a:pt x="442391" y="19837"/>
                </a:lnTo>
                <a:lnTo>
                  <a:pt x="426999" y="7620"/>
                </a:lnTo>
                <a:lnTo>
                  <a:pt x="407187" y="28956"/>
                </a:lnTo>
                <a:lnTo>
                  <a:pt x="421449" y="41224"/>
                </a:lnTo>
                <a:lnTo>
                  <a:pt x="436727" y="55067"/>
                </a:lnTo>
                <a:lnTo>
                  <a:pt x="452882" y="70370"/>
                </a:lnTo>
                <a:lnTo>
                  <a:pt x="469760" y="86969"/>
                </a:lnTo>
                <a:lnTo>
                  <a:pt x="474624" y="81229"/>
                </a:lnTo>
                <a:lnTo>
                  <a:pt x="480047" y="75336"/>
                </a:lnTo>
                <a:lnTo>
                  <a:pt x="486054" y="69138"/>
                </a:lnTo>
                <a:lnTo>
                  <a:pt x="492620" y="62484"/>
                </a:lnTo>
                <a:close/>
              </a:path>
              <a:path w="1952625" h="381635">
                <a:moveTo>
                  <a:pt x="771715" y="181546"/>
                </a:moveTo>
                <a:lnTo>
                  <a:pt x="648169" y="181546"/>
                </a:lnTo>
                <a:lnTo>
                  <a:pt x="648169" y="99161"/>
                </a:lnTo>
                <a:lnTo>
                  <a:pt x="754951" y="99161"/>
                </a:lnTo>
                <a:lnTo>
                  <a:pt x="754951" y="71729"/>
                </a:lnTo>
                <a:lnTo>
                  <a:pt x="648169" y="71729"/>
                </a:lnTo>
                <a:lnTo>
                  <a:pt x="648169" y="3048"/>
                </a:lnTo>
                <a:lnTo>
                  <a:pt x="617689" y="3048"/>
                </a:lnTo>
                <a:lnTo>
                  <a:pt x="617689" y="71729"/>
                </a:lnTo>
                <a:lnTo>
                  <a:pt x="517004" y="71729"/>
                </a:lnTo>
                <a:lnTo>
                  <a:pt x="517004" y="99161"/>
                </a:lnTo>
                <a:lnTo>
                  <a:pt x="617689" y="99161"/>
                </a:lnTo>
                <a:lnTo>
                  <a:pt x="617689" y="181546"/>
                </a:lnTo>
                <a:lnTo>
                  <a:pt x="497192" y="181546"/>
                </a:lnTo>
                <a:lnTo>
                  <a:pt x="497192" y="208978"/>
                </a:lnTo>
                <a:lnTo>
                  <a:pt x="597877" y="208978"/>
                </a:lnTo>
                <a:lnTo>
                  <a:pt x="587006" y="228371"/>
                </a:lnTo>
                <a:lnTo>
                  <a:pt x="563067" y="266026"/>
                </a:lnTo>
                <a:lnTo>
                  <a:pt x="539102" y="299478"/>
                </a:lnTo>
                <a:lnTo>
                  <a:pt x="504812" y="329476"/>
                </a:lnTo>
                <a:lnTo>
                  <a:pt x="518528" y="361480"/>
                </a:lnTo>
                <a:lnTo>
                  <a:pt x="715225" y="344716"/>
                </a:lnTo>
                <a:lnTo>
                  <a:pt x="720064" y="352983"/>
                </a:lnTo>
                <a:lnTo>
                  <a:pt x="725220" y="361480"/>
                </a:lnTo>
                <a:lnTo>
                  <a:pt x="730897" y="370624"/>
                </a:lnTo>
                <a:lnTo>
                  <a:pt x="736663" y="379768"/>
                </a:lnTo>
                <a:lnTo>
                  <a:pt x="743534" y="375196"/>
                </a:lnTo>
                <a:lnTo>
                  <a:pt x="750531" y="370649"/>
                </a:lnTo>
                <a:lnTo>
                  <a:pt x="757872" y="366052"/>
                </a:lnTo>
                <a:lnTo>
                  <a:pt x="765619" y="361480"/>
                </a:lnTo>
                <a:lnTo>
                  <a:pt x="754557" y="344716"/>
                </a:lnTo>
                <a:lnTo>
                  <a:pt x="724801" y="300888"/>
                </a:lnTo>
                <a:lnTo>
                  <a:pt x="686269" y="247078"/>
                </a:lnTo>
                <a:lnTo>
                  <a:pt x="661885" y="262331"/>
                </a:lnTo>
                <a:lnTo>
                  <a:pt x="670382" y="276123"/>
                </a:lnTo>
                <a:lnTo>
                  <a:pt x="679602" y="290029"/>
                </a:lnTo>
                <a:lnTo>
                  <a:pt x="689102" y="304215"/>
                </a:lnTo>
                <a:lnTo>
                  <a:pt x="698461" y="318808"/>
                </a:lnTo>
                <a:lnTo>
                  <a:pt x="626059" y="325285"/>
                </a:lnTo>
                <a:lnTo>
                  <a:pt x="589978" y="327812"/>
                </a:lnTo>
                <a:lnTo>
                  <a:pt x="553580" y="329476"/>
                </a:lnTo>
                <a:lnTo>
                  <a:pt x="573532" y="302933"/>
                </a:lnTo>
                <a:lnTo>
                  <a:pt x="594207" y="273799"/>
                </a:lnTo>
                <a:lnTo>
                  <a:pt x="615175" y="242379"/>
                </a:lnTo>
                <a:lnTo>
                  <a:pt x="635977" y="208978"/>
                </a:lnTo>
                <a:lnTo>
                  <a:pt x="771715" y="208978"/>
                </a:lnTo>
                <a:lnTo>
                  <a:pt x="771715" y="181546"/>
                </a:lnTo>
                <a:close/>
              </a:path>
              <a:path w="1952625" h="381635">
                <a:moveTo>
                  <a:pt x="1165186" y="341668"/>
                </a:moveTo>
                <a:lnTo>
                  <a:pt x="1130554" y="333121"/>
                </a:lnTo>
                <a:lnTo>
                  <a:pt x="1097661" y="321284"/>
                </a:lnTo>
                <a:lnTo>
                  <a:pt x="1073492" y="309664"/>
                </a:lnTo>
                <a:lnTo>
                  <a:pt x="1066507" y="306311"/>
                </a:lnTo>
                <a:lnTo>
                  <a:pt x="1037082" y="288328"/>
                </a:lnTo>
                <a:lnTo>
                  <a:pt x="1054265" y="268427"/>
                </a:lnTo>
                <a:lnTo>
                  <a:pt x="1061059" y="260553"/>
                </a:lnTo>
                <a:lnTo>
                  <a:pt x="1082611" y="229933"/>
                </a:lnTo>
                <a:lnTo>
                  <a:pt x="1101585" y="196469"/>
                </a:lnTo>
                <a:lnTo>
                  <a:pt x="1117854" y="160121"/>
                </a:lnTo>
                <a:lnTo>
                  <a:pt x="1117854" y="132689"/>
                </a:lnTo>
                <a:lnTo>
                  <a:pt x="1082802" y="132689"/>
                </a:lnTo>
                <a:lnTo>
                  <a:pt x="1082802" y="161645"/>
                </a:lnTo>
                <a:lnTo>
                  <a:pt x="1069911" y="190588"/>
                </a:lnTo>
                <a:lnTo>
                  <a:pt x="1054036" y="217932"/>
                </a:lnTo>
                <a:lnTo>
                  <a:pt x="1034999" y="243827"/>
                </a:lnTo>
                <a:lnTo>
                  <a:pt x="1012698" y="268427"/>
                </a:lnTo>
                <a:lnTo>
                  <a:pt x="982319" y="235546"/>
                </a:lnTo>
                <a:lnTo>
                  <a:pt x="955268" y="196367"/>
                </a:lnTo>
                <a:lnTo>
                  <a:pt x="934618" y="157073"/>
                </a:lnTo>
                <a:lnTo>
                  <a:pt x="931367" y="150901"/>
                </a:lnTo>
                <a:lnTo>
                  <a:pt x="910488" y="99161"/>
                </a:lnTo>
                <a:lnTo>
                  <a:pt x="911364" y="88874"/>
                </a:lnTo>
                <a:lnTo>
                  <a:pt x="911821" y="78574"/>
                </a:lnTo>
                <a:lnTo>
                  <a:pt x="911987" y="68262"/>
                </a:lnTo>
                <a:lnTo>
                  <a:pt x="912012" y="57912"/>
                </a:lnTo>
                <a:lnTo>
                  <a:pt x="1049274" y="57912"/>
                </a:lnTo>
                <a:lnTo>
                  <a:pt x="1009650" y="137261"/>
                </a:lnTo>
                <a:lnTo>
                  <a:pt x="1009650" y="161645"/>
                </a:lnTo>
                <a:lnTo>
                  <a:pt x="1082802" y="161645"/>
                </a:lnTo>
                <a:lnTo>
                  <a:pt x="1082802" y="132689"/>
                </a:lnTo>
                <a:lnTo>
                  <a:pt x="1046226" y="132689"/>
                </a:lnTo>
                <a:lnTo>
                  <a:pt x="1084326" y="57912"/>
                </a:lnTo>
                <a:lnTo>
                  <a:pt x="1084326" y="28956"/>
                </a:lnTo>
                <a:lnTo>
                  <a:pt x="802182" y="28956"/>
                </a:lnTo>
                <a:lnTo>
                  <a:pt x="802182" y="57912"/>
                </a:lnTo>
                <a:lnTo>
                  <a:pt x="880008" y="57912"/>
                </a:lnTo>
                <a:lnTo>
                  <a:pt x="877989" y="113157"/>
                </a:lnTo>
                <a:lnTo>
                  <a:pt x="874090" y="159969"/>
                </a:lnTo>
                <a:lnTo>
                  <a:pt x="868184" y="198462"/>
                </a:lnTo>
                <a:lnTo>
                  <a:pt x="848652" y="259410"/>
                </a:lnTo>
                <a:lnTo>
                  <a:pt x="811453" y="319532"/>
                </a:lnTo>
                <a:lnTo>
                  <a:pt x="785418" y="349288"/>
                </a:lnTo>
                <a:lnTo>
                  <a:pt x="791997" y="356793"/>
                </a:lnTo>
                <a:lnTo>
                  <a:pt x="797991" y="363575"/>
                </a:lnTo>
                <a:lnTo>
                  <a:pt x="803427" y="370078"/>
                </a:lnTo>
                <a:lnTo>
                  <a:pt x="808278" y="376720"/>
                </a:lnTo>
                <a:lnTo>
                  <a:pt x="836587" y="342696"/>
                </a:lnTo>
                <a:lnTo>
                  <a:pt x="859764" y="309079"/>
                </a:lnTo>
                <a:lnTo>
                  <a:pt x="890676" y="242506"/>
                </a:lnTo>
                <a:lnTo>
                  <a:pt x="899439" y="204406"/>
                </a:lnTo>
                <a:lnTo>
                  <a:pt x="905916" y="157073"/>
                </a:lnTo>
                <a:lnTo>
                  <a:pt x="923061" y="195186"/>
                </a:lnTo>
                <a:lnTo>
                  <a:pt x="942492" y="229552"/>
                </a:lnTo>
                <a:lnTo>
                  <a:pt x="964209" y="260502"/>
                </a:lnTo>
                <a:lnTo>
                  <a:pt x="988212" y="288328"/>
                </a:lnTo>
                <a:lnTo>
                  <a:pt x="962494" y="307759"/>
                </a:lnTo>
                <a:lnTo>
                  <a:pt x="933335" y="324904"/>
                </a:lnTo>
                <a:lnTo>
                  <a:pt x="900734" y="339763"/>
                </a:lnTo>
                <a:lnTo>
                  <a:pt x="864666" y="352336"/>
                </a:lnTo>
                <a:lnTo>
                  <a:pt x="871004" y="360883"/>
                </a:lnTo>
                <a:lnTo>
                  <a:pt x="876376" y="368528"/>
                </a:lnTo>
                <a:lnTo>
                  <a:pt x="880795" y="375196"/>
                </a:lnTo>
                <a:lnTo>
                  <a:pt x="884580" y="381292"/>
                </a:lnTo>
                <a:lnTo>
                  <a:pt x="920877" y="365810"/>
                </a:lnTo>
                <a:lnTo>
                  <a:pt x="954316" y="348907"/>
                </a:lnTo>
                <a:lnTo>
                  <a:pt x="984923" y="330288"/>
                </a:lnTo>
                <a:lnTo>
                  <a:pt x="1012698" y="309664"/>
                </a:lnTo>
                <a:lnTo>
                  <a:pt x="1038987" y="328256"/>
                </a:lnTo>
                <a:lnTo>
                  <a:pt x="1069848" y="345287"/>
                </a:lnTo>
                <a:lnTo>
                  <a:pt x="1105281" y="360883"/>
                </a:lnTo>
                <a:lnTo>
                  <a:pt x="1145286" y="375196"/>
                </a:lnTo>
                <a:lnTo>
                  <a:pt x="1149070" y="368033"/>
                </a:lnTo>
                <a:lnTo>
                  <a:pt x="1153553" y="360146"/>
                </a:lnTo>
                <a:lnTo>
                  <a:pt x="1158875" y="351409"/>
                </a:lnTo>
                <a:lnTo>
                  <a:pt x="1165186" y="341668"/>
                </a:lnTo>
                <a:close/>
              </a:path>
              <a:path w="1952625" h="381635">
                <a:moveTo>
                  <a:pt x="1328343" y="317284"/>
                </a:moveTo>
                <a:lnTo>
                  <a:pt x="1310055" y="291376"/>
                </a:lnTo>
                <a:lnTo>
                  <a:pt x="1281125" y="307327"/>
                </a:lnTo>
                <a:lnTo>
                  <a:pt x="1249210" y="322999"/>
                </a:lnTo>
                <a:lnTo>
                  <a:pt x="1214170" y="338099"/>
                </a:lnTo>
                <a:lnTo>
                  <a:pt x="1175854" y="352336"/>
                </a:lnTo>
                <a:lnTo>
                  <a:pt x="1181049" y="360286"/>
                </a:lnTo>
                <a:lnTo>
                  <a:pt x="1185329" y="367868"/>
                </a:lnTo>
                <a:lnTo>
                  <a:pt x="1189139" y="375056"/>
                </a:lnTo>
                <a:lnTo>
                  <a:pt x="1192618" y="381292"/>
                </a:lnTo>
                <a:lnTo>
                  <a:pt x="1224318" y="367868"/>
                </a:lnTo>
                <a:lnTo>
                  <a:pt x="1257592" y="352717"/>
                </a:lnTo>
                <a:lnTo>
                  <a:pt x="1292313" y="335864"/>
                </a:lnTo>
                <a:lnTo>
                  <a:pt x="1328343" y="317284"/>
                </a:lnTo>
                <a:close/>
              </a:path>
              <a:path w="1952625" h="381635">
                <a:moveTo>
                  <a:pt x="1555521" y="257759"/>
                </a:moveTo>
                <a:lnTo>
                  <a:pt x="1488465" y="257759"/>
                </a:lnTo>
                <a:lnTo>
                  <a:pt x="1488465" y="215087"/>
                </a:lnTo>
                <a:lnTo>
                  <a:pt x="1488465" y="189179"/>
                </a:lnTo>
                <a:lnTo>
                  <a:pt x="1488465" y="147929"/>
                </a:lnTo>
                <a:lnTo>
                  <a:pt x="1488465" y="120497"/>
                </a:lnTo>
                <a:lnTo>
                  <a:pt x="1488465" y="79349"/>
                </a:lnTo>
                <a:lnTo>
                  <a:pt x="1546377" y="79349"/>
                </a:lnTo>
                <a:lnTo>
                  <a:pt x="1546377" y="51828"/>
                </a:lnTo>
                <a:lnTo>
                  <a:pt x="1488465" y="51828"/>
                </a:lnTo>
                <a:lnTo>
                  <a:pt x="1488465" y="4572"/>
                </a:lnTo>
                <a:lnTo>
                  <a:pt x="1459509" y="4572"/>
                </a:lnTo>
                <a:lnTo>
                  <a:pt x="1459509" y="51828"/>
                </a:lnTo>
                <a:lnTo>
                  <a:pt x="1459509" y="79349"/>
                </a:lnTo>
                <a:lnTo>
                  <a:pt x="1459509" y="257759"/>
                </a:lnTo>
                <a:lnTo>
                  <a:pt x="1273390" y="257759"/>
                </a:lnTo>
                <a:lnTo>
                  <a:pt x="1273390" y="215087"/>
                </a:lnTo>
                <a:lnTo>
                  <a:pt x="1459509" y="215087"/>
                </a:lnTo>
                <a:lnTo>
                  <a:pt x="1459509" y="189179"/>
                </a:lnTo>
                <a:lnTo>
                  <a:pt x="1273390" y="189179"/>
                </a:lnTo>
                <a:lnTo>
                  <a:pt x="1273390" y="147929"/>
                </a:lnTo>
                <a:lnTo>
                  <a:pt x="1459509" y="147929"/>
                </a:lnTo>
                <a:lnTo>
                  <a:pt x="1459509" y="120497"/>
                </a:lnTo>
                <a:lnTo>
                  <a:pt x="1273390" y="120497"/>
                </a:lnTo>
                <a:lnTo>
                  <a:pt x="1273390" y="79349"/>
                </a:lnTo>
                <a:lnTo>
                  <a:pt x="1459509" y="79349"/>
                </a:lnTo>
                <a:lnTo>
                  <a:pt x="1459509" y="51828"/>
                </a:lnTo>
                <a:lnTo>
                  <a:pt x="1273390" y="51828"/>
                </a:lnTo>
                <a:lnTo>
                  <a:pt x="1273390" y="4572"/>
                </a:lnTo>
                <a:lnTo>
                  <a:pt x="1242910" y="4572"/>
                </a:lnTo>
                <a:lnTo>
                  <a:pt x="1242910" y="51828"/>
                </a:lnTo>
                <a:lnTo>
                  <a:pt x="1186522" y="51828"/>
                </a:lnTo>
                <a:lnTo>
                  <a:pt x="1186522" y="79349"/>
                </a:lnTo>
                <a:lnTo>
                  <a:pt x="1242910" y="79349"/>
                </a:lnTo>
                <a:lnTo>
                  <a:pt x="1242910" y="257759"/>
                </a:lnTo>
                <a:lnTo>
                  <a:pt x="1178902" y="257759"/>
                </a:lnTo>
                <a:lnTo>
                  <a:pt x="1178902" y="285280"/>
                </a:lnTo>
                <a:lnTo>
                  <a:pt x="1555521" y="285280"/>
                </a:lnTo>
                <a:lnTo>
                  <a:pt x="1555521" y="257759"/>
                </a:lnTo>
                <a:close/>
              </a:path>
              <a:path w="1952625" h="381635">
                <a:moveTo>
                  <a:pt x="1557045" y="349288"/>
                </a:moveTo>
                <a:lnTo>
                  <a:pt x="1531327" y="337883"/>
                </a:lnTo>
                <a:lnTo>
                  <a:pt x="1499882" y="324332"/>
                </a:lnTo>
                <a:lnTo>
                  <a:pt x="1462709" y="308787"/>
                </a:lnTo>
                <a:lnTo>
                  <a:pt x="1419783" y="291376"/>
                </a:lnTo>
                <a:lnTo>
                  <a:pt x="1403019" y="317284"/>
                </a:lnTo>
                <a:lnTo>
                  <a:pt x="1438224" y="331546"/>
                </a:lnTo>
                <a:lnTo>
                  <a:pt x="1472831" y="346811"/>
                </a:lnTo>
                <a:lnTo>
                  <a:pt x="1506842" y="362927"/>
                </a:lnTo>
                <a:lnTo>
                  <a:pt x="1540281" y="379768"/>
                </a:lnTo>
                <a:lnTo>
                  <a:pt x="1557045" y="349288"/>
                </a:lnTo>
                <a:close/>
              </a:path>
              <a:path w="1952625" h="381635">
                <a:moveTo>
                  <a:pt x="1889569" y="225755"/>
                </a:moveTo>
                <a:lnTo>
                  <a:pt x="1860613" y="225755"/>
                </a:lnTo>
                <a:lnTo>
                  <a:pt x="1860613" y="253187"/>
                </a:lnTo>
                <a:lnTo>
                  <a:pt x="1860613" y="327952"/>
                </a:lnTo>
                <a:lnTo>
                  <a:pt x="1659242" y="327952"/>
                </a:lnTo>
                <a:lnTo>
                  <a:pt x="1659242" y="253187"/>
                </a:lnTo>
                <a:lnTo>
                  <a:pt x="1860613" y="253187"/>
                </a:lnTo>
                <a:lnTo>
                  <a:pt x="1860613" y="225755"/>
                </a:lnTo>
                <a:lnTo>
                  <a:pt x="1628762" y="225755"/>
                </a:lnTo>
                <a:lnTo>
                  <a:pt x="1628762" y="376720"/>
                </a:lnTo>
                <a:lnTo>
                  <a:pt x="1659242" y="376720"/>
                </a:lnTo>
                <a:lnTo>
                  <a:pt x="1659242" y="355384"/>
                </a:lnTo>
                <a:lnTo>
                  <a:pt x="1860613" y="355384"/>
                </a:lnTo>
                <a:lnTo>
                  <a:pt x="1860613" y="376720"/>
                </a:lnTo>
                <a:lnTo>
                  <a:pt x="1889569" y="376720"/>
                </a:lnTo>
                <a:lnTo>
                  <a:pt x="1889569" y="355384"/>
                </a:lnTo>
                <a:lnTo>
                  <a:pt x="1889569" y="327952"/>
                </a:lnTo>
                <a:lnTo>
                  <a:pt x="1889569" y="253187"/>
                </a:lnTo>
                <a:lnTo>
                  <a:pt x="1889569" y="225755"/>
                </a:lnTo>
                <a:close/>
              </a:path>
              <a:path w="1952625" h="381635">
                <a:moveTo>
                  <a:pt x="1952053" y="189179"/>
                </a:moveTo>
                <a:lnTo>
                  <a:pt x="1908022" y="184543"/>
                </a:lnTo>
                <a:lnTo>
                  <a:pt x="1867268" y="177317"/>
                </a:lnTo>
                <a:lnTo>
                  <a:pt x="1848599" y="172313"/>
                </a:lnTo>
                <a:lnTo>
                  <a:pt x="1829638" y="167233"/>
                </a:lnTo>
                <a:lnTo>
                  <a:pt x="1794979" y="154025"/>
                </a:lnTo>
                <a:lnTo>
                  <a:pt x="1818716" y="138785"/>
                </a:lnTo>
                <a:lnTo>
                  <a:pt x="1824431" y="135115"/>
                </a:lnTo>
                <a:lnTo>
                  <a:pt x="1851037" y="114769"/>
                </a:lnTo>
                <a:lnTo>
                  <a:pt x="1874786" y="92697"/>
                </a:lnTo>
                <a:lnTo>
                  <a:pt x="1895665" y="68592"/>
                </a:lnTo>
                <a:lnTo>
                  <a:pt x="1895665" y="41160"/>
                </a:lnTo>
                <a:lnTo>
                  <a:pt x="1856041" y="41160"/>
                </a:lnTo>
                <a:lnTo>
                  <a:pt x="1856041" y="68592"/>
                </a:lnTo>
                <a:lnTo>
                  <a:pt x="1834807" y="88379"/>
                </a:lnTo>
                <a:lnTo>
                  <a:pt x="1812328" y="106578"/>
                </a:lnTo>
                <a:lnTo>
                  <a:pt x="1788426" y="123329"/>
                </a:lnTo>
                <a:lnTo>
                  <a:pt x="1762975" y="138785"/>
                </a:lnTo>
                <a:lnTo>
                  <a:pt x="1740090" y="123977"/>
                </a:lnTo>
                <a:lnTo>
                  <a:pt x="1719338" y="107149"/>
                </a:lnTo>
                <a:lnTo>
                  <a:pt x="1700568" y="88595"/>
                </a:lnTo>
                <a:lnTo>
                  <a:pt x="1694027" y="80873"/>
                </a:lnTo>
                <a:lnTo>
                  <a:pt x="1683639" y="68592"/>
                </a:lnTo>
                <a:lnTo>
                  <a:pt x="1856041" y="68592"/>
                </a:lnTo>
                <a:lnTo>
                  <a:pt x="1856041" y="41160"/>
                </a:lnTo>
                <a:lnTo>
                  <a:pt x="1686687" y="41160"/>
                </a:lnTo>
                <a:lnTo>
                  <a:pt x="1691259" y="33388"/>
                </a:lnTo>
                <a:lnTo>
                  <a:pt x="1700441" y="18440"/>
                </a:lnTo>
                <a:lnTo>
                  <a:pt x="1705063" y="10680"/>
                </a:lnTo>
                <a:lnTo>
                  <a:pt x="1674495" y="0"/>
                </a:lnTo>
                <a:lnTo>
                  <a:pt x="1655584" y="34594"/>
                </a:lnTo>
                <a:lnTo>
                  <a:pt x="1632953" y="67487"/>
                </a:lnTo>
                <a:lnTo>
                  <a:pt x="1606334" y="98666"/>
                </a:lnTo>
                <a:lnTo>
                  <a:pt x="1575422" y="128117"/>
                </a:lnTo>
                <a:lnTo>
                  <a:pt x="1581124" y="132956"/>
                </a:lnTo>
                <a:lnTo>
                  <a:pt x="1586661" y="138214"/>
                </a:lnTo>
                <a:lnTo>
                  <a:pt x="1591932" y="143764"/>
                </a:lnTo>
                <a:lnTo>
                  <a:pt x="1596758" y="149453"/>
                </a:lnTo>
                <a:lnTo>
                  <a:pt x="1613598" y="133172"/>
                </a:lnTo>
                <a:lnTo>
                  <a:pt x="1629714" y="116306"/>
                </a:lnTo>
                <a:lnTo>
                  <a:pt x="1644980" y="98882"/>
                </a:lnTo>
                <a:lnTo>
                  <a:pt x="1659242" y="80873"/>
                </a:lnTo>
                <a:lnTo>
                  <a:pt x="1674126" y="101739"/>
                </a:lnTo>
                <a:lnTo>
                  <a:pt x="1691297" y="120878"/>
                </a:lnTo>
                <a:lnTo>
                  <a:pt x="1710766" y="138315"/>
                </a:lnTo>
                <a:lnTo>
                  <a:pt x="1732495" y="154025"/>
                </a:lnTo>
                <a:lnTo>
                  <a:pt x="1694459" y="169176"/>
                </a:lnTo>
                <a:lnTo>
                  <a:pt x="1653730" y="182308"/>
                </a:lnTo>
                <a:lnTo>
                  <a:pt x="1610461" y="193128"/>
                </a:lnTo>
                <a:lnTo>
                  <a:pt x="1564754" y="201371"/>
                </a:lnTo>
                <a:lnTo>
                  <a:pt x="1568424" y="209130"/>
                </a:lnTo>
                <a:lnTo>
                  <a:pt x="1576336" y="224078"/>
                </a:lnTo>
                <a:lnTo>
                  <a:pt x="1579994" y="231851"/>
                </a:lnTo>
                <a:lnTo>
                  <a:pt x="1630883" y="219773"/>
                </a:lnTo>
                <a:lnTo>
                  <a:pt x="1678343" y="206121"/>
                </a:lnTo>
                <a:lnTo>
                  <a:pt x="1722386" y="190436"/>
                </a:lnTo>
                <a:lnTo>
                  <a:pt x="1762975" y="172313"/>
                </a:lnTo>
                <a:lnTo>
                  <a:pt x="1798396" y="189255"/>
                </a:lnTo>
                <a:lnTo>
                  <a:pt x="1838274" y="203454"/>
                </a:lnTo>
                <a:lnTo>
                  <a:pt x="1882432" y="215061"/>
                </a:lnTo>
                <a:lnTo>
                  <a:pt x="1930717" y="224231"/>
                </a:lnTo>
                <a:lnTo>
                  <a:pt x="1935327" y="215963"/>
                </a:lnTo>
                <a:lnTo>
                  <a:pt x="1940242" y="207276"/>
                </a:lnTo>
                <a:lnTo>
                  <a:pt x="1945716" y="198297"/>
                </a:lnTo>
                <a:lnTo>
                  <a:pt x="1952053" y="1891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5637942" y="3711321"/>
            <a:ext cx="297815" cy="377190"/>
          </a:xfrm>
          <a:custGeom>
            <a:avLst/>
            <a:gdLst/>
            <a:ahLst/>
            <a:cxnLst/>
            <a:rect l="l" t="t" r="r" b="b"/>
            <a:pathLst>
              <a:path w="297814" h="377189">
                <a:moveTo>
                  <a:pt x="131159" y="53340"/>
                </a:moveTo>
                <a:lnTo>
                  <a:pt x="99060" y="53340"/>
                </a:lnTo>
                <a:lnTo>
                  <a:pt x="102776" y="41576"/>
                </a:lnTo>
                <a:lnTo>
                  <a:pt x="107072" y="28956"/>
                </a:lnTo>
                <a:lnTo>
                  <a:pt x="111958" y="15192"/>
                </a:lnTo>
                <a:lnTo>
                  <a:pt x="117443" y="0"/>
                </a:lnTo>
                <a:lnTo>
                  <a:pt x="149447" y="10668"/>
                </a:lnTo>
                <a:lnTo>
                  <a:pt x="144875" y="21836"/>
                </a:lnTo>
                <a:lnTo>
                  <a:pt x="140303" y="32575"/>
                </a:lnTo>
                <a:lnTo>
                  <a:pt x="135731" y="43029"/>
                </a:lnTo>
                <a:lnTo>
                  <a:pt x="131159" y="53340"/>
                </a:lnTo>
                <a:close/>
              </a:path>
              <a:path w="297814" h="377189">
                <a:moveTo>
                  <a:pt x="30480" y="376713"/>
                </a:moveTo>
                <a:lnTo>
                  <a:pt x="0" y="376713"/>
                </a:lnTo>
                <a:lnTo>
                  <a:pt x="0" y="53340"/>
                </a:lnTo>
                <a:lnTo>
                  <a:pt x="297370" y="53340"/>
                </a:lnTo>
                <a:lnTo>
                  <a:pt x="297370" y="80867"/>
                </a:lnTo>
                <a:lnTo>
                  <a:pt x="30480" y="80867"/>
                </a:lnTo>
                <a:lnTo>
                  <a:pt x="30480" y="144875"/>
                </a:lnTo>
                <a:lnTo>
                  <a:pt x="297370" y="144875"/>
                </a:lnTo>
                <a:lnTo>
                  <a:pt x="297370" y="170783"/>
                </a:lnTo>
                <a:lnTo>
                  <a:pt x="30480" y="170783"/>
                </a:lnTo>
                <a:lnTo>
                  <a:pt x="30480" y="234886"/>
                </a:lnTo>
                <a:lnTo>
                  <a:pt x="297370" y="234886"/>
                </a:lnTo>
                <a:lnTo>
                  <a:pt x="297370" y="262318"/>
                </a:lnTo>
                <a:lnTo>
                  <a:pt x="30480" y="262318"/>
                </a:lnTo>
                <a:lnTo>
                  <a:pt x="30480" y="326421"/>
                </a:lnTo>
                <a:lnTo>
                  <a:pt x="297370" y="326421"/>
                </a:lnTo>
                <a:lnTo>
                  <a:pt x="297370" y="353853"/>
                </a:lnTo>
                <a:lnTo>
                  <a:pt x="30480" y="353853"/>
                </a:lnTo>
                <a:lnTo>
                  <a:pt x="30480" y="376713"/>
                </a:lnTo>
                <a:close/>
              </a:path>
              <a:path w="297814" h="377189">
                <a:moveTo>
                  <a:pt x="297370" y="144875"/>
                </a:moveTo>
                <a:lnTo>
                  <a:pt x="266890" y="144875"/>
                </a:lnTo>
                <a:lnTo>
                  <a:pt x="266890" y="80867"/>
                </a:lnTo>
                <a:lnTo>
                  <a:pt x="297370" y="80867"/>
                </a:lnTo>
                <a:lnTo>
                  <a:pt x="297370" y="144875"/>
                </a:lnTo>
                <a:close/>
              </a:path>
              <a:path w="297814" h="377189">
                <a:moveTo>
                  <a:pt x="297370" y="234886"/>
                </a:moveTo>
                <a:lnTo>
                  <a:pt x="266890" y="234886"/>
                </a:lnTo>
                <a:lnTo>
                  <a:pt x="266890" y="170783"/>
                </a:lnTo>
                <a:lnTo>
                  <a:pt x="297370" y="170783"/>
                </a:lnTo>
                <a:lnTo>
                  <a:pt x="297370" y="234886"/>
                </a:lnTo>
                <a:close/>
              </a:path>
              <a:path w="297814" h="377189">
                <a:moveTo>
                  <a:pt x="297370" y="326421"/>
                </a:moveTo>
                <a:lnTo>
                  <a:pt x="266890" y="326421"/>
                </a:lnTo>
                <a:lnTo>
                  <a:pt x="266890" y="262318"/>
                </a:lnTo>
                <a:lnTo>
                  <a:pt x="297370" y="262318"/>
                </a:lnTo>
                <a:lnTo>
                  <a:pt x="297370" y="326421"/>
                </a:lnTo>
                <a:close/>
              </a:path>
              <a:path w="297814" h="377189">
                <a:moveTo>
                  <a:pt x="297370" y="376713"/>
                </a:moveTo>
                <a:lnTo>
                  <a:pt x="266890" y="376713"/>
                </a:lnTo>
                <a:lnTo>
                  <a:pt x="266890" y="353853"/>
                </a:lnTo>
                <a:lnTo>
                  <a:pt x="297370" y="353853"/>
                </a:lnTo>
                <a:lnTo>
                  <a:pt x="297370" y="3767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6003887" y="3712845"/>
            <a:ext cx="1147445" cy="380365"/>
          </a:xfrm>
          <a:custGeom>
            <a:avLst/>
            <a:gdLst/>
            <a:ahLst/>
            <a:cxnLst/>
            <a:rect l="l" t="t" r="r" b="b"/>
            <a:pathLst>
              <a:path w="1147445" h="380364">
                <a:moveTo>
                  <a:pt x="147929" y="62484"/>
                </a:moveTo>
                <a:lnTo>
                  <a:pt x="115925" y="62484"/>
                </a:lnTo>
                <a:lnTo>
                  <a:pt x="115925" y="91541"/>
                </a:lnTo>
                <a:lnTo>
                  <a:pt x="115925" y="184607"/>
                </a:lnTo>
                <a:lnTo>
                  <a:pt x="115925" y="212039"/>
                </a:lnTo>
                <a:lnTo>
                  <a:pt x="115925" y="308140"/>
                </a:lnTo>
                <a:lnTo>
                  <a:pt x="30581" y="308140"/>
                </a:lnTo>
                <a:lnTo>
                  <a:pt x="30581" y="212039"/>
                </a:lnTo>
                <a:lnTo>
                  <a:pt x="115925" y="212039"/>
                </a:lnTo>
                <a:lnTo>
                  <a:pt x="115925" y="184607"/>
                </a:lnTo>
                <a:lnTo>
                  <a:pt x="30581" y="184607"/>
                </a:lnTo>
                <a:lnTo>
                  <a:pt x="30581" y="91541"/>
                </a:lnTo>
                <a:lnTo>
                  <a:pt x="115925" y="91541"/>
                </a:lnTo>
                <a:lnTo>
                  <a:pt x="115925" y="62484"/>
                </a:lnTo>
                <a:lnTo>
                  <a:pt x="70205" y="62484"/>
                </a:lnTo>
                <a:lnTo>
                  <a:pt x="75933" y="49657"/>
                </a:lnTo>
                <a:lnTo>
                  <a:pt x="81826" y="36385"/>
                </a:lnTo>
                <a:lnTo>
                  <a:pt x="87985" y="22847"/>
                </a:lnTo>
                <a:lnTo>
                  <a:pt x="94589" y="9144"/>
                </a:lnTo>
                <a:lnTo>
                  <a:pt x="62585" y="0"/>
                </a:lnTo>
                <a:lnTo>
                  <a:pt x="57480" y="14274"/>
                </a:lnTo>
                <a:lnTo>
                  <a:pt x="51536" y="29527"/>
                </a:lnTo>
                <a:lnTo>
                  <a:pt x="38201" y="62484"/>
                </a:lnTo>
                <a:lnTo>
                  <a:pt x="0" y="62484"/>
                </a:lnTo>
                <a:lnTo>
                  <a:pt x="0" y="369100"/>
                </a:lnTo>
                <a:lnTo>
                  <a:pt x="30581" y="369100"/>
                </a:lnTo>
                <a:lnTo>
                  <a:pt x="30581" y="337096"/>
                </a:lnTo>
                <a:lnTo>
                  <a:pt x="115925" y="337096"/>
                </a:lnTo>
                <a:lnTo>
                  <a:pt x="115925" y="367576"/>
                </a:lnTo>
                <a:lnTo>
                  <a:pt x="147929" y="367576"/>
                </a:lnTo>
                <a:lnTo>
                  <a:pt x="147929" y="337096"/>
                </a:lnTo>
                <a:lnTo>
                  <a:pt x="147929" y="308140"/>
                </a:lnTo>
                <a:lnTo>
                  <a:pt x="147929" y="212039"/>
                </a:lnTo>
                <a:lnTo>
                  <a:pt x="147929" y="184607"/>
                </a:lnTo>
                <a:lnTo>
                  <a:pt x="147929" y="91541"/>
                </a:lnTo>
                <a:lnTo>
                  <a:pt x="147929" y="62484"/>
                </a:lnTo>
                <a:close/>
              </a:path>
              <a:path w="1147445" h="380364">
                <a:moveTo>
                  <a:pt x="277558" y="236423"/>
                </a:moveTo>
                <a:lnTo>
                  <a:pt x="263867" y="217271"/>
                </a:lnTo>
                <a:lnTo>
                  <a:pt x="248031" y="196405"/>
                </a:lnTo>
                <a:lnTo>
                  <a:pt x="230200" y="173799"/>
                </a:lnTo>
                <a:lnTo>
                  <a:pt x="210502" y="149453"/>
                </a:lnTo>
                <a:lnTo>
                  <a:pt x="186118" y="167741"/>
                </a:lnTo>
                <a:lnTo>
                  <a:pt x="203809" y="189750"/>
                </a:lnTo>
                <a:lnTo>
                  <a:pt x="220218" y="212026"/>
                </a:lnTo>
                <a:lnTo>
                  <a:pt x="235191" y="234276"/>
                </a:lnTo>
                <a:lnTo>
                  <a:pt x="248602" y="256235"/>
                </a:lnTo>
                <a:lnTo>
                  <a:pt x="277558" y="236423"/>
                </a:lnTo>
                <a:close/>
              </a:path>
              <a:path w="1147445" h="380364">
                <a:moveTo>
                  <a:pt x="349288" y="60960"/>
                </a:moveTo>
                <a:lnTo>
                  <a:pt x="225742" y="60960"/>
                </a:lnTo>
                <a:lnTo>
                  <a:pt x="231190" y="48133"/>
                </a:lnTo>
                <a:lnTo>
                  <a:pt x="236220" y="34861"/>
                </a:lnTo>
                <a:lnTo>
                  <a:pt x="240957" y="21323"/>
                </a:lnTo>
                <a:lnTo>
                  <a:pt x="245554" y="7620"/>
                </a:lnTo>
                <a:lnTo>
                  <a:pt x="213550" y="0"/>
                </a:lnTo>
                <a:lnTo>
                  <a:pt x="200380" y="40601"/>
                </a:lnTo>
                <a:lnTo>
                  <a:pt x="185915" y="77774"/>
                </a:lnTo>
                <a:lnTo>
                  <a:pt x="170002" y="111531"/>
                </a:lnTo>
                <a:lnTo>
                  <a:pt x="152501" y="141833"/>
                </a:lnTo>
                <a:lnTo>
                  <a:pt x="160223" y="145262"/>
                </a:lnTo>
                <a:lnTo>
                  <a:pt x="167398" y="148691"/>
                </a:lnTo>
                <a:lnTo>
                  <a:pt x="174002" y="152120"/>
                </a:lnTo>
                <a:lnTo>
                  <a:pt x="180022" y="155549"/>
                </a:lnTo>
                <a:lnTo>
                  <a:pt x="188264" y="141020"/>
                </a:lnTo>
                <a:lnTo>
                  <a:pt x="196786" y="125069"/>
                </a:lnTo>
                <a:lnTo>
                  <a:pt x="205308" y="107975"/>
                </a:lnTo>
                <a:lnTo>
                  <a:pt x="213550" y="90017"/>
                </a:lnTo>
                <a:lnTo>
                  <a:pt x="315760" y="90017"/>
                </a:lnTo>
                <a:lnTo>
                  <a:pt x="314591" y="161531"/>
                </a:lnTo>
                <a:lnTo>
                  <a:pt x="313283" y="220611"/>
                </a:lnTo>
                <a:lnTo>
                  <a:pt x="311683" y="267385"/>
                </a:lnTo>
                <a:lnTo>
                  <a:pt x="306501" y="318046"/>
                </a:lnTo>
                <a:lnTo>
                  <a:pt x="272986" y="338620"/>
                </a:lnTo>
                <a:lnTo>
                  <a:pt x="256679" y="338099"/>
                </a:lnTo>
                <a:lnTo>
                  <a:pt x="239649" y="336715"/>
                </a:lnTo>
                <a:lnTo>
                  <a:pt x="202882" y="332524"/>
                </a:lnTo>
                <a:lnTo>
                  <a:pt x="201358" y="332524"/>
                </a:lnTo>
                <a:lnTo>
                  <a:pt x="203377" y="340550"/>
                </a:lnTo>
                <a:lnTo>
                  <a:pt x="204978" y="348716"/>
                </a:lnTo>
                <a:lnTo>
                  <a:pt x="206286" y="357174"/>
                </a:lnTo>
                <a:lnTo>
                  <a:pt x="207454" y="366052"/>
                </a:lnTo>
                <a:lnTo>
                  <a:pt x="243268" y="368147"/>
                </a:lnTo>
                <a:lnTo>
                  <a:pt x="261035" y="368833"/>
                </a:lnTo>
                <a:lnTo>
                  <a:pt x="279082" y="369100"/>
                </a:lnTo>
                <a:lnTo>
                  <a:pt x="305396" y="365391"/>
                </a:lnTo>
                <a:lnTo>
                  <a:pt x="324700" y="354241"/>
                </a:lnTo>
                <a:lnTo>
                  <a:pt x="334899" y="338620"/>
                </a:lnTo>
                <a:lnTo>
                  <a:pt x="336829" y="335673"/>
                </a:lnTo>
                <a:lnTo>
                  <a:pt x="342747" y="282905"/>
                </a:lnTo>
                <a:lnTo>
                  <a:pt x="344119" y="244741"/>
                </a:lnTo>
                <a:lnTo>
                  <a:pt x="345681" y="196405"/>
                </a:lnTo>
                <a:lnTo>
                  <a:pt x="347459" y="133858"/>
                </a:lnTo>
                <a:lnTo>
                  <a:pt x="348551" y="90017"/>
                </a:lnTo>
                <a:lnTo>
                  <a:pt x="349288" y="60960"/>
                </a:lnTo>
                <a:close/>
              </a:path>
              <a:path w="1147445" h="380364">
                <a:moveTo>
                  <a:pt x="732091" y="22860"/>
                </a:moveTo>
                <a:lnTo>
                  <a:pt x="701522" y="22860"/>
                </a:lnTo>
                <a:lnTo>
                  <a:pt x="701522" y="50292"/>
                </a:lnTo>
                <a:lnTo>
                  <a:pt x="701522" y="122021"/>
                </a:lnTo>
                <a:lnTo>
                  <a:pt x="701522" y="149453"/>
                </a:lnTo>
                <a:lnTo>
                  <a:pt x="701522" y="221170"/>
                </a:lnTo>
                <a:lnTo>
                  <a:pt x="588746" y="221170"/>
                </a:lnTo>
                <a:lnTo>
                  <a:pt x="588746" y="149453"/>
                </a:lnTo>
                <a:lnTo>
                  <a:pt x="701522" y="149453"/>
                </a:lnTo>
                <a:lnTo>
                  <a:pt x="701522" y="122021"/>
                </a:lnTo>
                <a:lnTo>
                  <a:pt x="588746" y="122021"/>
                </a:lnTo>
                <a:lnTo>
                  <a:pt x="588746" y="50292"/>
                </a:lnTo>
                <a:lnTo>
                  <a:pt x="701522" y="50292"/>
                </a:lnTo>
                <a:lnTo>
                  <a:pt x="701522" y="22860"/>
                </a:lnTo>
                <a:lnTo>
                  <a:pt x="558165" y="22860"/>
                </a:lnTo>
                <a:lnTo>
                  <a:pt x="558165" y="50292"/>
                </a:lnTo>
                <a:lnTo>
                  <a:pt x="558165" y="122021"/>
                </a:lnTo>
                <a:lnTo>
                  <a:pt x="558165" y="149453"/>
                </a:lnTo>
                <a:lnTo>
                  <a:pt x="558165" y="221170"/>
                </a:lnTo>
                <a:lnTo>
                  <a:pt x="449961" y="221170"/>
                </a:lnTo>
                <a:lnTo>
                  <a:pt x="450837" y="203771"/>
                </a:lnTo>
                <a:lnTo>
                  <a:pt x="451294" y="185928"/>
                </a:lnTo>
                <a:lnTo>
                  <a:pt x="451459" y="167767"/>
                </a:lnTo>
                <a:lnTo>
                  <a:pt x="451485" y="149453"/>
                </a:lnTo>
                <a:lnTo>
                  <a:pt x="558165" y="149453"/>
                </a:lnTo>
                <a:lnTo>
                  <a:pt x="558165" y="122021"/>
                </a:lnTo>
                <a:lnTo>
                  <a:pt x="451485" y="122021"/>
                </a:lnTo>
                <a:lnTo>
                  <a:pt x="451485" y="50292"/>
                </a:lnTo>
                <a:lnTo>
                  <a:pt x="558165" y="50292"/>
                </a:lnTo>
                <a:lnTo>
                  <a:pt x="558165" y="22860"/>
                </a:lnTo>
                <a:lnTo>
                  <a:pt x="420903" y="22860"/>
                </a:lnTo>
                <a:lnTo>
                  <a:pt x="420903" y="158597"/>
                </a:lnTo>
                <a:lnTo>
                  <a:pt x="420331" y="194348"/>
                </a:lnTo>
                <a:lnTo>
                  <a:pt x="415759" y="253238"/>
                </a:lnTo>
                <a:lnTo>
                  <a:pt x="406311" y="297281"/>
                </a:lnTo>
                <a:lnTo>
                  <a:pt x="389686" y="336143"/>
                </a:lnTo>
                <a:lnTo>
                  <a:pt x="378231" y="353860"/>
                </a:lnTo>
                <a:lnTo>
                  <a:pt x="384810" y="360692"/>
                </a:lnTo>
                <a:lnTo>
                  <a:pt x="390804" y="367398"/>
                </a:lnTo>
                <a:lnTo>
                  <a:pt x="396240" y="373837"/>
                </a:lnTo>
                <a:lnTo>
                  <a:pt x="401091" y="379869"/>
                </a:lnTo>
                <a:lnTo>
                  <a:pt x="418757" y="351828"/>
                </a:lnTo>
                <a:lnTo>
                  <a:pt x="432574" y="320522"/>
                </a:lnTo>
                <a:lnTo>
                  <a:pt x="442112" y="286080"/>
                </a:lnTo>
                <a:lnTo>
                  <a:pt x="446913" y="248602"/>
                </a:lnTo>
                <a:lnTo>
                  <a:pt x="558165" y="248602"/>
                </a:lnTo>
                <a:lnTo>
                  <a:pt x="558165" y="369100"/>
                </a:lnTo>
                <a:lnTo>
                  <a:pt x="588746" y="369100"/>
                </a:lnTo>
                <a:lnTo>
                  <a:pt x="588746" y="248602"/>
                </a:lnTo>
                <a:lnTo>
                  <a:pt x="701522" y="248602"/>
                </a:lnTo>
                <a:lnTo>
                  <a:pt x="701522" y="318808"/>
                </a:lnTo>
                <a:lnTo>
                  <a:pt x="700087" y="328803"/>
                </a:lnTo>
                <a:lnTo>
                  <a:pt x="695807" y="335953"/>
                </a:lnTo>
                <a:lnTo>
                  <a:pt x="688657" y="340233"/>
                </a:lnTo>
                <a:lnTo>
                  <a:pt x="678662" y="341668"/>
                </a:lnTo>
                <a:lnTo>
                  <a:pt x="666864" y="341401"/>
                </a:lnTo>
                <a:lnTo>
                  <a:pt x="654088" y="340715"/>
                </a:lnTo>
                <a:lnTo>
                  <a:pt x="623798" y="338620"/>
                </a:lnTo>
                <a:lnTo>
                  <a:pt x="625817" y="348119"/>
                </a:lnTo>
                <a:lnTo>
                  <a:pt x="627418" y="356336"/>
                </a:lnTo>
                <a:lnTo>
                  <a:pt x="628726" y="363689"/>
                </a:lnTo>
                <a:lnTo>
                  <a:pt x="629894" y="370624"/>
                </a:lnTo>
                <a:lnTo>
                  <a:pt x="645604" y="370865"/>
                </a:lnTo>
                <a:lnTo>
                  <a:pt x="675322" y="371906"/>
                </a:lnTo>
                <a:lnTo>
                  <a:pt x="689330" y="372148"/>
                </a:lnTo>
                <a:lnTo>
                  <a:pt x="708228" y="369290"/>
                </a:lnTo>
                <a:lnTo>
                  <a:pt x="721563" y="360718"/>
                </a:lnTo>
                <a:lnTo>
                  <a:pt x="729475" y="346430"/>
                </a:lnTo>
                <a:lnTo>
                  <a:pt x="730097" y="341668"/>
                </a:lnTo>
                <a:lnTo>
                  <a:pt x="732091" y="326428"/>
                </a:lnTo>
                <a:lnTo>
                  <a:pt x="732091" y="50292"/>
                </a:lnTo>
                <a:lnTo>
                  <a:pt x="732091" y="22860"/>
                </a:lnTo>
                <a:close/>
              </a:path>
              <a:path w="1147445" h="380364">
                <a:moveTo>
                  <a:pt x="864768" y="80873"/>
                </a:moveTo>
                <a:lnTo>
                  <a:pt x="853808" y="64477"/>
                </a:lnTo>
                <a:lnTo>
                  <a:pt x="841451" y="47256"/>
                </a:lnTo>
                <a:lnTo>
                  <a:pt x="827392" y="28917"/>
                </a:lnTo>
                <a:lnTo>
                  <a:pt x="811339" y="9144"/>
                </a:lnTo>
                <a:lnTo>
                  <a:pt x="786955" y="24384"/>
                </a:lnTo>
                <a:lnTo>
                  <a:pt x="799553" y="41008"/>
                </a:lnTo>
                <a:lnTo>
                  <a:pt x="812292" y="58915"/>
                </a:lnTo>
                <a:lnTo>
                  <a:pt x="825322" y="78257"/>
                </a:lnTo>
                <a:lnTo>
                  <a:pt x="838771" y="99161"/>
                </a:lnTo>
                <a:lnTo>
                  <a:pt x="864768" y="80873"/>
                </a:lnTo>
                <a:close/>
              </a:path>
              <a:path w="1147445" h="380364">
                <a:moveTo>
                  <a:pt x="954697" y="227279"/>
                </a:moveTo>
                <a:lnTo>
                  <a:pt x="928789" y="213563"/>
                </a:lnTo>
                <a:lnTo>
                  <a:pt x="913688" y="236131"/>
                </a:lnTo>
                <a:lnTo>
                  <a:pt x="898309" y="255854"/>
                </a:lnTo>
                <a:lnTo>
                  <a:pt x="882916" y="272745"/>
                </a:lnTo>
                <a:lnTo>
                  <a:pt x="867816" y="286804"/>
                </a:lnTo>
                <a:lnTo>
                  <a:pt x="875245" y="292252"/>
                </a:lnTo>
                <a:lnTo>
                  <a:pt x="881532" y="297281"/>
                </a:lnTo>
                <a:lnTo>
                  <a:pt x="886688" y="302018"/>
                </a:lnTo>
                <a:lnTo>
                  <a:pt x="890689" y="306616"/>
                </a:lnTo>
                <a:lnTo>
                  <a:pt x="906691" y="290576"/>
                </a:lnTo>
                <a:lnTo>
                  <a:pt x="922693" y="272084"/>
                </a:lnTo>
                <a:lnTo>
                  <a:pt x="938695" y="251028"/>
                </a:lnTo>
                <a:lnTo>
                  <a:pt x="954697" y="227279"/>
                </a:lnTo>
                <a:close/>
              </a:path>
              <a:path w="1147445" h="380364">
                <a:moveTo>
                  <a:pt x="1125474" y="286804"/>
                </a:moveTo>
                <a:lnTo>
                  <a:pt x="1113167" y="270395"/>
                </a:lnTo>
                <a:lnTo>
                  <a:pt x="1098994" y="252996"/>
                </a:lnTo>
                <a:lnTo>
                  <a:pt x="1082827" y="234200"/>
                </a:lnTo>
                <a:lnTo>
                  <a:pt x="1064514" y="213563"/>
                </a:lnTo>
                <a:lnTo>
                  <a:pt x="1043178" y="230327"/>
                </a:lnTo>
                <a:lnTo>
                  <a:pt x="1058037" y="248653"/>
                </a:lnTo>
                <a:lnTo>
                  <a:pt x="1072896" y="267131"/>
                </a:lnTo>
                <a:lnTo>
                  <a:pt x="1087755" y="285902"/>
                </a:lnTo>
                <a:lnTo>
                  <a:pt x="1102614" y="305092"/>
                </a:lnTo>
                <a:lnTo>
                  <a:pt x="1125474" y="286804"/>
                </a:lnTo>
                <a:close/>
              </a:path>
              <a:path w="1147445" h="380364">
                <a:moveTo>
                  <a:pt x="1146911" y="337096"/>
                </a:moveTo>
                <a:lnTo>
                  <a:pt x="1032471" y="339001"/>
                </a:lnTo>
                <a:lnTo>
                  <a:pt x="978712" y="339242"/>
                </a:lnTo>
                <a:lnTo>
                  <a:pt x="927265" y="338620"/>
                </a:lnTo>
                <a:lnTo>
                  <a:pt x="899820" y="336092"/>
                </a:lnTo>
                <a:lnTo>
                  <a:pt x="876960" y="328714"/>
                </a:lnTo>
                <a:lnTo>
                  <a:pt x="864108" y="320332"/>
                </a:lnTo>
                <a:lnTo>
                  <a:pt x="858634" y="316763"/>
                </a:lnTo>
                <a:lnTo>
                  <a:pt x="844867" y="300520"/>
                </a:lnTo>
                <a:lnTo>
                  <a:pt x="844867" y="137261"/>
                </a:lnTo>
                <a:lnTo>
                  <a:pt x="768667" y="137261"/>
                </a:lnTo>
                <a:lnTo>
                  <a:pt x="768667" y="164693"/>
                </a:lnTo>
                <a:lnTo>
                  <a:pt x="814387" y="164693"/>
                </a:lnTo>
                <a:lnTo>
                  <a:pt x="814387" y="294424"/>
                </a:lnTo>
                <a:lnTo>
                  <a:pt x="806119" y="302425"/>
                </a:lnTo>
                <a:lnTo>
                  <a:pt x="788606" y="318782"/>
                </a:lnTo>
                <a:lnTo>
                  <a:pt x="765619" y="340144"/>
                </a:lnTo>
                <a:lnTo>
                  <a:pt x="780859" y="372148"/>
                </a:lnTo>
                <a:lnTo>
                  <a:pt x="795743" y="355269"/>
                </a:lnTo>
                <a:lnTo>
                  <a:pt x="808482" y="341096"/>
                </a:lnTo>
                <a:lnTo>
                  <a:pt x="819226" y="329501"/>
                </a:lnTo>
                <a:lnTo>
                  <a:pt x="828103" y="320332"/>
                </a:lnTo>
                <a:lnTo>
                  <a:pt x="843521" y="340334"/>
                </a:lnTo>
                <a:lnTo>
                  <a:pt x="864539" y="354622"/>
                </a:lnTo>
                <a:lnTo>
                  <a:pt x="890981" y="363194"/>
                </a:lnTo>
                <a:lnTo>
                  <a:pt x="922693" y="366052"/>
                </a:lnTo>
                <a:lnTo>
                  <a:pt x="1024280" y="367385"/>
                </a:lnTo>
                <a:lnTo>
                  <a:pt x="1136243" y="367576"/>
                </a:lnTo>
                <a:lnTo>
                  <a:pt x="1139405" y="358736"/>
                </a:lnTo>
                <a:lnTo>
                  <a:pt x="1144600" y="343357"/>
                </a:lnTo>
                <a:lnTo>
                  <a:pt x="1146111" y="339242"/>
                </a:lnTo>
                <a:lnTo>
                  <a:pt x="1146911" y="337096"/>
                </a:lnTo>
                <a:close/>
              </a:path>
              <a:path w="1147445" h="380364">
                <a:moveTo>
                  <a:pt x="1146911" y="109829"/>
                </a:moveTo>
                <a:lnTo>
                  <a:pt x="1109941" y="92697"/>
                </a:lnTo>
                <a:lnTo>
                  <a:pt x="1076718" y="71107"/>
                </a:lnTo>
                <a:lnTo>
                  <a:pt x="1046937" y="45237"/>
                </a:lnTo>
                <a:lnTo>
                  <a:pt x="1039253" y="36576"/>
                </a:lnTo>
                <a:lnTo>
                  <a:pt x="1020318" y="15240"/>
                </a:lnTo>
                <a:lnTo>
                  <a:pt x="1027938" y="4572"/>
                </a:lnTo>
                <a:lnTo>
                  <a:pt x="989749" y="4572"/>
                </a:lnTo>
                <a:lnTo>
                  <a:pt x="965720" y="36576"/>
                </a:lnTo>
                <a:lnTo>
                  <a:pt x="936980" y="66154"/>
                </a:lnTo>
                <a:lnTo>
                  <a:pt x="903376" y="93167"/>
                </a:lnTo>
                <a:lnTo>
                  <a:pt x="864768" y="117449"/>
                </a:lnTo>
                <a:lnTo>
                  <a:pt x="876960" y="131356"/>
                </a:lnTo>
                <a:lnTo>
                  <a:pt x="881494" y="136956"/>
                </a:lnTo>
                <a:lnTo>
                  <a:pt x="884593" y="141833"/>
                </a:lnTo>
                <a:lnTo>
                  <a:pt x="895731" y="134975"/>
                </a:lnTo>
                <a:lnTo>
                  <a:pt x="906310" y="128117"/>
                </a:lnTo>
                <a:lnTo>
                  <a:pt x="916305" y="121259"/>
                </a:lnTo>
                <a:lnTo>
                  <a:pt x="925741" y="114401"/>
                </a:lnTo>
                <a:lnTo>
                  <a:pt x="925741" y="135737"/>
                </a:lnTo>
                <a:lnTo>
                  <a:pt x="988225" y="135737"/>
                </a:lnTo>
                <a:lnTo>
                  <a:pt x="988225" y="175450"/>
                </a:lnTo>
                <a:lnTo>
                  <a:pt x="884593" y="175450"/>
                </a:lnTo>
                <a:lnTo>
                  <a:pt x="884593" y="201371"/>
                </a:lnTo>
                <a:lnTo>
                  <a:pt x="988225" y="201371"/>
                </a:lnTo>
                <a:lnTo>
                  <a:pt x="988225" y="283756"/>
                </a:lnTo>
                <a:lnTo>
                  <a:pt x="982129" y="289852"/>
                </a:lnTo>
                <a:lnTo>
                  <a:pt x="971461" y="289852"/>
                </a:lnTo>
                <a:lnTo>
                  <a:pt x="962050" y="289585"/>
                </a:lnTo>
                <a:lnTo>
                  <a:pt x="952220" y="288899"/>
                </a:lnTo>
                <a:lnTo>
                  <a:pt x="942098" y="287921"/>
                </a:lnTo>
                <a:lnTo>
                  <a:pt x="931837" y="286804"/>
                </a:lnTo>
                <a:lnTo>
                  <a:pt x="932980" y="293712"/>
                </a:lnTo>
                <a:lnTo>
                  <a:pt x="934059" y="300520"/>
                </a:lnTo>
                <a:lnTo>
                  <a:pt x="935151" y="307949"/>
                </a:lnTo>
                <a:lnTo>
                  <a:pt x="936409" y="317284"/>
                </a:lnTo>
                <a:lnTo>
                  <a:pt x="948690" y="318160"/>
                </a:lnTo>
                <a:lnTo>
                  <a:pt x="960412" y="318617"/>
                </a:lnTo>
                <a:lnTo>
                  <a:pt x="971550" y="318782"/>
                </a:lnTo>
                <a:lnTo>
                  <a:pt x="982129" y="318808"/>
                </a:lnTo>
                <a:lnTo>
                  <a:pt x="997292" y="315595"/>
                </a:lnTo>
                <a:lnTo>
                  <a:pt x="1008303" y="307949"/>
                </a:lnTo>
                <a:lnTo>
                  <a:pt x="1015009" y="295452"/>
                </a:lnTo>
                <a:lnTo>
                  <a:pt x="1015720" y="289852"/>
                </a:lnTo>
                <a:lnTo>
                  <a:pt x="1017270" y="277660"/>
                </a:lnTo>
                <a:lnTo>
                  <a:pt x="1017270" y="201371"/>
                </a:lnTo>
                <a:lnTo>
                  <a:pt x="1120902" y="201371"/>
                </a:lnTo>
                <a:lnTo>
                  <a:pt x="1120902" y="175450"/>
                </a:lnTo>
                <a:lnTo>
                  <a:pt x="1017270" y="175450"/>
                </a:lnTo>
                <a:lnTo>
                  <a:pt x="1017270" y="135737"/>
                </a:lnTo>
                <a:lnTo>
                  <a:pt x="1079754" y="135737"/>
                </a:lnTo>
                <a:lnTo>
                  <a:pt x="1079754" y="114401"/>
                </a:lnTo>
                <a:lnTo>
                  <a:pt x="1079754" y="109829"/>
                </a:lnTo>
                <a:lnTo>
                  <a:pt x="931837" y="109829"/>
                </a:lnTo>
                <a:lnTo>
                  <a:pt x="950950" y="93243"/>
                </a:lnTo>
                <a:lnTo>
                  <a:pt x="969365" y="75488"/>
                </a:lnTo>
                <a:lnTo>
                  <a:pt x="986955" y="56603"/>
                </a:lnTo>
                <a:lnTo>
                  <a:pt x="1003554" y="36576"/>
                </a:lnTo>
                <a:lnTo>
                  <a:pt x="1027557" y="65836"/>
                </a:lnTo>
                <a:lnTo>
                  <a:pt x="1056132" y="91909"/>
                </a:lnTo>
                <a:lnTo>
                  <a:pt x="1089279" y="115112"/>
                </a:lnTo>
                <a:lnTo>
                  <a:pt x="1126998" y="135737"/>
                </a:lnTo>
                <a:lnTo>
                  <a:pt x="1132471" y="128905"/>
                </a:lnTo>
                <a:lnTo>
                  <a:pt x="1137526" y="122212"/>
                </a:lnTo>
                <a:lnTo>
                  <a:pt x="1142288" y="115811"/>
                </a:lnTo>
                <a:lnTo>
                  <a:pt x="1146911" y="1098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9928" y="4469415"/>
            <a:ext cx="109823" cy="111347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1332738" y="4355560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0" y="0"/>
                </a:moveTo>
                <a:lnTo>
                  <a:pt x="38100" y="0"/>
                </a:lnTo>
                <a:lnTo>
                  <a:pt x="38100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332725" y="4355566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843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619440" y="4355528"/>
            <a:ext cx="454659" cy="313690"/>
          </a:xfrm>
          <a:custGeom>
            <a:avLst/>
            <a:gdLst/>
            <a:ahLst/>
            <a:cxnLst/>
            <a:rect l="l" t="t" r="r" b="b"/>
            <a:pathLst>
              <a:path w="454660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91440" y="33020"/>
                </a:lnTo>
                <a:lnTo>
                  <a:pt x="91440" y="313690"/>
                </a:lnTo>
                <a:lnTo>
                  <a:pt x="128104" y="313690"/>
                </a:lnTo>
                <a:lnTo>
                  <a:pt x="128104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  <a:path w="454660" h="313689">
                <a:moveTo>
                  <a:pt x="454431" y="0"/>
                </a:moveTo>
                <a:lnTo>
                  <a:pt x="236397" y="0"/>
                </a:lnTo>
                <a:lnTo>
                  <a:pt x="236397" y="33020"/>
                </a:lnTo>
                <a:lnTo>
                  <a:pt x="326313" y="33020"/>
                </a:lnTo>
                <a:lnTo>
                  <a:pt x="326313" y="313690"/>
                </a:lnTo>
                <a:lnTo>
                  <a:pt x="362991" y="313690"/>
                </a:lnTo>
                <a:lnTo>
                  <a:pt x="362991" y="33020"/>
                </a:lnTo>
                <a:lnTo>
                  <a:pt x="454431" y="33020"/>
                </a:lnTo>
                <a:lnTo>
                  <a:pt x="45443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2122646" y="4355020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681" y="1452"/>
                </a:lnTo>
                <a:lnTo>
                  <a:pt x="131552" y="5905"/>
                </a:lnTo>
                <a:lnTo>
                  <a:pt x="149582" y="13501"/>
                </a:lnTo>
                <a:lnTo>
                  <a:pt x="164782" y="24384"/>
                </a:lnTo>
                <a:lnTo>
                  <a:pt x="172760" y="33528"/>
                </a:lnTo>
                <a:lnTo>
                  <a:pt x="36671" y="33528"/>
                </a:lnTo>
                <a:lnTo>
                  <a:pt x="36671" y="163258"/>
                </a:lnTo>
                <a:lnTo>
                  <a:pt x="165458" y="163258"/>
                </a:lnTo>
                <a:lnTo>
                  <a:pt x="161639" y="167830"/>
                </a:lnTo>
                <a:lnTo>
                  <a:pt x="144470" y="179832"/>
                </a:lnTo>
                <a:lnTo>
                  <a:pt x="124872" y="188404"/>
                </a:lnTo>
                <a:lnTo>
                  <a:pt x="102703" y="193548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5" h="314325">
                <a:moveTo>
                  <a:pt x="165458" y="163258"/>
                </a:moveTo>
                <a:lnTo>
                  <a:pt x="74771" y="163258"/>
                </a:lnTo>
                <a:lnTo>
                  <a:pt x="93059" y="162114"/>
                </a:lnTo>
                <a:lnTo>
                  <a:pt x="109061" y="158674"/>
                </a:lnTo>
                <a:lnTo>
                  <a:pt x="142446" y="135112"/>
                </a:lnTo>
                <a:lnTo>
                  <a:pt x="154019" y="96107"/>
                </a:lnTo>
                <a:lnTo>
                  <a:pt x="149423" y="68969"/>
                </a:lnTo>
                <a:lnTo>
                  <a:pt x="135540" y="49387"/>
                </a:lnTo>
                <a:lnTo>
                  <a:pt x="112228" y="37519"/>
                </a:lnTo>
                <a:lnTo>
                  <a:pt x="79343" y="33528"/>
                </a:lnTo>
                <a:lnTo>
                  <a:pt x="172760" y="33528"/>
                </a:lnTo>
                <a:lnTo>
                  <a:pt x="176784" y="38138"/>
                </a:lnTo>
                <a:lnTo>
                  <a:pt x="185356" y="54340"/>
                </a:lnTo>
                <a:lnTo>
                  <a:pt x="190500" y="73113"/>
                </a:lnTo>
                <a:lnTo>
                  <a:pt x="192214" y="94583"/>
                </a:lnTo>
                <a:lnTo>
                  <a:pt x="190236" y="115444"/>
                </a:lnTo>
                <a:lnTo>
                  <a:pt x="184392" y="134600"/>
                </a:lnTo>
                <a:lnTo>
                  <a:pt x="174815" y="152059"/>
                </a:lnTo>
                <a:lnTo>
                  <a:pt x="165458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2482583" y="4292447"/>
            <a:ext cx="4433570" cy="438150"/>
          </a:xfrm>
          <a:custGeom>
            <a:avLst/>
            <a:gdLst/>
            <a:ahLst/>
            <a:cxnLst/>
            <a:rect l="l" t="t" r="r" b="b"/>
            <a:pathLst>
              <a:path w="4433570" h="438150">
                <a:moveTo>
                  <a:pt x="105257" y="62572"/>
                </a:moveTo>
                <a:lnTo>
                  <a:pt x="74676" y="62572"/>
                </a:lnTo>
                <a:lnTo>
                  <a:pt x="74676" y="93065"/>
                </a:lnTo>
                <a:lnTo>
                  <a:pt x="74676" y="302044"/>
                </a:lnTo>
                <a:lnTo>
                  <a:pt x="30480" y="302044"/>
                </a:lnTo>
                <a:lnTo>
                  <a:pt x="30480" y="93065"/>
                </a:lnTo>
                <a:lnTo>
                  <a:pt x="74676" y="93065"/>
                </a:lnTo>
                <a:lnTo>
                  <a:pt x="74676" y="62572"/>
                </a:lnTo>
                <a:lnTo>
                  <a:pt x="0" y="62572"/>
                </a:lnTo>
                <a:lnTo>
                  <a:pt x="0" y="372237"/>
                </a:lnTo>
                <a:lnTo>
                  <a:pt x="30480" y="372237"/>
                </a:lnTo>
                <a:lnTo>
                  <a:pt x="30480" y="332613"/>
                </a:lnTo>
                <a:lnTo>
                  <a:pt x="74676" y="332613"/>
                </a:lnTo>
                <a:lnTo>
                  <a:pt x="74676" y="366141"/>
                </a:lnTo>
                <a:lnTo>
                  <a:pt x="105257" y="366141"/>
                </a:lnTo>
                <a:lnTo>
                  <a:pt x="105257" y="332613"/>
                </a:lnTo>
                <a:lnTo>
                  <a:pt x="105257" y="302044"/>
                </a:lnTo>
                <a:lnTo>
                  <a:pt x="105257" y="93065"/>
                </a:lnTo>
                <a:lnTo>
                  <a:pt x="105257" y="62572"/>
                </a:lnTo>
                <a:close/>
              </a:path>
              <a:path w="4433570" h="438150">
                <a:moveTo>
                  <a:pt x="320243" y="154114"/>
                </a:moveTo>
                <a:lnTo>
                  <a:pt x="289763" y="154114"/>
                </a:lnTo>
                <a:lnTo>
                  <a:pt x="289763" y="180022"/>
                </a:lnTo>
                <a:lnTo>
                  <a:pt x="289763" y="297472"/>
                </a:lnTo>
                <a:lnTo>
                  <a:pt x="233375" y="297472"/>
                </a:lnTo>
                <a:lnTo>
                  <a:pt x="233375" y="180022"/>
                </a:lnTo>
                <a:lnTo>
                  <a:pt x="289763" y="180022"/>
                </a:lnTo>
                <a:lnTo>
                  <a:pt x="289763" y="154114"/>
                </a:lnTo>
                <a:lnTo>
                  <a:pt x="204317" y="154114"/>
                </a:lnTo>
                <a:lnTo>
                  <a:pt x="204317" y="344805"/>
                </a:lnTo>
                <a:lnTo>
                  <a:pt x="233375" y="344805"/>
                </a:lnTo>
                <a:lnTo>
                  <a:pt x="233375" y="324993"/>
                </a:lnTo>
                <a:lnTo>
                  <a:pt x="320243" y="324993"/>
                </a:lnTo>
                <a:lnTo>
                  <a:pt x="320243" y="297472"/>
                </a:lnTo>
                <a:lnTo>
                  <a:pt x="320243" y="180022"/>
                </a:lnTo>
                <a:lnTo>
                  <a:pt x="320243" y="154114"/>
                </a:lnTo>
                <a:close/>
              </a:path>
              <a:path w="4433570" h="438150">
                <a:moveTo>
                  <a:pt x="382816" y="65620"/>
                </a:moveTo>
                <a:lnTo>
                  <a:pt x="253187" y="65620"/>
                </a:lnTo>
                <a:lnTo>
                  <a:pt x="258876" y="52793"/>
                </a:lnTo>
                <a:lnTo>
                  <a:pt x="264426" y="39522"/>
                </a:lnTo>
                <a:lnTo>
                  <a:pt x="269684" y="25984"/>
                </a:lnTo>
                <a:lnTo>
                  <a:pt x="274523" y="12280"/>
                </a:lnTo>
                <a:lnTo>
                  <a:pt x="239471" y="4572"/>
                </a:lnTo>
                <a:lnTo>
                  <a:pt x="234632" y="19507"/>
                </a:lnTo>
                <a:lnTo>
                  <a:pt x="229362" y="34569"/>
                </a:lnTo>
                <a:lnTo>
                  <a:pt x="218033" y="65620"/>
                </a:lnTo>
                <a:lnTo>
                  <a:pt x="140309" y="65620"/>
                </a:lnTo>
                <a:lnTo>
                  <a:pt x="140309" y="437870"/>
                </a:lnTo>
                <a:lnTo>
                  <a:pt x="170789" y="437870"/>
                </a:lnTo>
                <a:lnTo>
                  <a:pt x="170789" y="96113"/>
                </a:lnTo>
                <a:lnTo>
                  <a:pt x="352247" y="96113"/>
                </a:lnTo>
                <a:lnTo>
                  <a:pt x="352247" y="372237"/>
                </a:lnTo>
                <a:lnTo>
                  <a:pt x="350786" y="384238"/>
                </a:lnTo>
                <a:lnTo>
                  <a:pt x="346341" y="392811"/>
                </a:lnTo>
                <a:lnTo>
                  <a:pt x="338734" y="397954"/>
                </a:lnTo>
                <a:lnTo>
                  <a:pt x="328117" y="399630"/>
                </a:lnTo>
                <a:lnTo>
                  <a:pt x="316763" y="399618"/>
                </a:lnTo>
                <a:lnTo>
                  <a:pt x="304241" y="399288"/>
                </a:lnTo>
                <a:lnTo>
                  <a:pt x="290563" y="398386"/>
                </a:lnTo>
                <a:lnTo>
                  <a:pt x="276047" y="396621"/>
                </a:lnTo>
                <a:lnTo>
                  <a:pt x="278066" y="405752"/>
                </a:lnTo>
                <a:lnTo>
                  <a:pt x="279666" y="414769"/>
                </a:lnTo>
                <a:lnTo>
                  <a:pt x="280974" y="423494"/>
                </a:lnTo>
                <a:lnTo>
                  <a:pt x="282143" y="431774"/>
                </a:lnTo>
                <a:lnTo>
                  <a:pt x="337007" y="431774"/>
                </a:lnTo>
                <a:lnTo>
                  <a:pt x="357060" y="428612"/>
                </a:lnTo>
                <a:lnTo>
                  <a:pt x="371373" y="419150"/>
                </a:lnTo>
                <a:lnTo>
                  <a:pt x="379958" y="403402"/>
                </a:lnTo>
                <a:lnTo>
                  <a:pt x="380441" y="399669"/>
                </a:lnTo>
                <a:lnTo>
                  <a:pt x="382816" y="381381"/>
                </a:lnTo>
                <a:lnTo>
                  <a:pt x="382816" y="96113"/>
                </a:lnTo>
                <a:lnTo>
                  <a:pt x="382816" y="65620"/>
                </a:lnTo>
                <a:close/>
              </a:path>
              <a:path w="4433570" h="438150">
                <a:moveTo>
                  <a:pt x="617601" y="329565"/>
                </a:moveTo>
                <a:lnTo>
                  <a:pt x="604774" y="281482"/>
                </a:lnTo>
                <a:lnTo>
                  <a:pt x="591502" y="235712"/>
                </a:lnTo>
                <a:lnTo>
                  <a:pt x="577964" y="192227"/>
                </a:lnTo>
                <a:lnTo>
                  <a:pt x="564261" y="151066"/>
                </a:lnTo>
                <a:lnTo>
                  <a:pt x="530733" y="163258"/>
                </a:lnTo>
                <a:lnTo>
                  <a:pt x="545007" y="208749"/>
                </a:lnTo>
                <a:lnTo>
                  <a:pt x="557974" y="253657"/>
                </a:lnTo>
                <a:lnTo>
                  <a:pt x="569531" y="297980"/>
                </a:lnTo>
                <a:lnTo>
                  <a:pt x="579501" y="341757"/>
                </a:lnTo>
                <a:lnTo>
                  <a:pt x="617601" y="329565"/>
                </a:lnTo>
                <a:close/>
              </a:path>
              <a:path w="4433570" h="438150">
                <a:moveTo>
                  <a:pt x="710666" y="308140"/>
                </a:moveTo>
                <a:lnTo>
                  <a:pt x="702119" y="260134"/>
                </a:lnTo>
                <a:lnTo>
                  <a:pt x="692569" y="214553"/>
                </a:lnTo>
                <a:lnTo>
                  <a:pt x="682167" y="171538"/>
                </a:lnTo>
                <a:lnTo>
                  <a:pt x="671042" y="131254"/>
                </a:lnTo>
                <a:lnTo>
                  <a:pt x="637514" y="140398"/>
                </a:lnTo>
                <a:lnTo>
                  <a:pt x="648347" y="185610"/>
                </a:lnTo>
                <a:lnTo>
                  <a:pt x="657898" y="229997"/>
                </a:lnTo>
                <a:lnTo>
                  <a:pt x="666013" y="273824"/>
                </a:lnTo>
                <a:lnTo>
                  <a:pt x="672566" y="317373"/>
                </a:lnTo>
                <a:lnTo>
                  <a:pt x="710666" y="308140"/>
                </a:lnTo>
                <a:close/>
              </a:path>
              <a:path w="4433570" h="438150">
                <a:moveTo>
                  <a:pt x="852500" y="64109"/>
                </a:moveTo>
                <a:lnTo>
                  <a:pt x="674090" y="64109"/>
                </a:lnTo>
                <a:lnTo>
                  <a:pt x="695426" y="51917"/>
                </a:lnTo>
                <a:lnTo>
                  <a:pt x="687146" y="38239"/>
                </a:lnTo>
                <a:lnTo>
                  <a:pt x="678281" y="24853"/>
                </a:lnTo>
                <a:lnTo>
                  <a:pt x="668858" y="12014"/>
                </a:lnTo>
                <a:lnTo>
                  <a:pt x="658850" y="0"/>
                </a:lnTo>
                <a:lnTo>
                  <a:pt x="626745" y="16852"/>
                </a:lnTo>
                <a:lnTo>
                  <a:pt x="635660" y="28524"/>
                </a:lnTo>
                <a:lnTo>
                  <a:pt x="643978" y="40487"/>
                </a:lnTo>
                <a:lnTo>
                  <a:pt x="651700" y="52438"/>
                </a:lnTo>
                <a:lnTo>
                  <a:pt x="658850" y="64109"/>
                </a:lnTo>
                <a:lnTo>
                  <a:pt x="474256" y="64109"/>
                </a:lnTo>
                <a:lnTo>
                  <a:pt x="474256" y="205930"/>
                </a:lnTo>
                <a:lnTo>
                  <a:pt x="470852" y="271729"/>
                </a:lnTo>
                <a:lnTo>
                  <a:pt x="460730" y="327215"/>
                </a:lnTo>
                <a:lnTo>
                  <a:pt x="444042" y="372414"/>
                </a:lnTo>
                <a:lnTo>
                  <a:pt x="420916" y="407289"/>
                </a:lnTo>
                <a:lnTo>
                  <a:pt x="428396" y="415061"/>
                </a:lnTo>
                <a:lnTo>
                  <a:pt x="435013" y="422579"/>
                </a:lnTo>
                <a:lnTo>
                  <a:pt x="441058" y="430085"/>
                </a:lnTo>
                <a:lnTo>
                  <a:pt x="446824" y="437870"/>
                </a:lnTo>
                <a:lnTo>
                  <a:pt x="469874" y="403606"/>
                </a:lnTo>
                <a:lnTo>
                  <a:pt x="487819" y="363131"/>
                </a:lnTo>
                <a:lnTo>
                  <a:pt x="500646" y="316445"/>
                </a:lnTo>
                <a:lnTo>
                  <a:pt x="508355" y="263537"/>
                </a:lnTo>
                <a:lnTo>
                  <a:pt x="510857" y="205930"/>
                </a:lnTo>
                <a:lnTo>
                  <a:pt x="510921" y="97637"/>
                </a:lnTo>
                <a:lnTo>
                  <a:pt x="852500" y="97637"/>
                </a:lnTo>
                <a:lnTo>
                  <a:pt x="852500" y="64109"/>
                </a:lnTo>
                <a:close/>
              </a:path>
              <a:path w="4433570" h="438150">
                <a:moveTo>
                  <a:pt x="857072" y="378333"/>
                </a:moveTo>
                <a:lnTo>
                  <a:pt x="748766" y="378333"/>
                </a:lnTo>
                <a:lnTo>
                  <a:pt x="761949" y="342112"/>
                </a:lnTo>
                <a:lnTo>
                  <a:pt x="775868" y="301117"/>
                </a:lnTo>
                <a:lnTo>
                  <a:pt x="790524" y="255358"/>
                </a:lnTo>
                <a:lnTo>
                  <a:pt x="805916" y="204825"/>
                </a:lnTo>
                <a:lnTo>
                  <a:pt x="822020" y="149542"/>
                </a:lnTo>
                <a:lnTo>
                  <a:pt x="782396" y="138874"/>
                </a:lnTo>
                <a:lnTo>
                  <a:pt x="767727" y="196735"/>
                </a:lnTo>
                <a:lnTo>
                  <a:pt x="753148" y="249542"/>
                </a:lnTo>
                <a:lnTo>
                  <a:pt x="738733" y="297357"/>
                </a:lnTo>
                <a:lnTo>
                  <a:pt x="724560" y="340271"/>
                </a:lnTo>
                <a:lnTo>
                  <a:pt x="710666" y="378333"/>
                </a:lnTo>
                <a:lnTo>
                  <a:pt x="507873" y="378333"/>
                </a:lnTo>
                <a:lnTo>
                  <a:pt x="507873" y="411861"/>
                </a:lnTo>
                <a:lnTo>
                  <a:pt x="857072" y="411861"/>
                </a:lnTo>
                <a:lnTo>
                  <a:pt x="857072" y="378333"/>
                </a:lnTo>
                <a:close/>
              </a:path>
              <a:path w="4433570" h="438150">
                <a:moveTo>
                  <a:pt x="1024801" y="93065"/>
                </a:moveTo>
                <a:lnTo>
                  <a:pt x="971461" y="93065"/>
                </a:lnTo>
                <a:lnTo>
                  <a:pt x="971461" y="7708"/>
                </a:lnTo>
                <a:lnTo>
                  <a:pt x="937933" y="7708"/>
                </a:lnTo>
                <a:lnTo>
                  <a:pt x="937933" y="93065"/>
                </a:lnTo>
                <a:lnTo>
                  <a:pt x="879919" y="93065"/>
                </a:lnTo>
                <a:lnTo>
                  <a:pt x="879919" y="123634"/>
                </a:lnTo>
                <a:lnTo>
                  <a:pt x="937933" y="123634"/>
                </a:lnTo>
                <a:lnTo>
                  <a:pt x="937933" y="218224"/>
                </a:lnTo>
                <a:lnTo>
                  <a:pt x="922769" y="222796"/>
                </a:lnTo>
                <a:lnTo>
                  <a:pt x="907021" y="227368"/>
                </a:lnTo>
                <a:lnTo>
                  <a:pt x="873823" y="236512"/>
                </a:lnTo>
                <a:lnTo>
                  <a:pt x="878395" y="273088"/>
                </a:lnTo>
                <a:lnTo>
                  <a:pt x="894130" y="268490"/>
                </a:lnTo>
                <a:lnTo>
                  <a:pt x="909307" y="263753"/>
                </a:lnTo>
                <a:lnTo>
                  <a:pt x="923912" y="258724"/>
                </a:lnTo>
                <a:lnTo>
                  <a:pt x="937933" y="253276"/>
                </a:lnTo>
                <a:lnTo>
                  <a:pt x="937933" y="373761"/>
                </a:lnTo>
                <a:lnTo>
                  <a:pt x="936790" y="383527"/>
                </a:lnTo>
                <a:lnTo>
                  <a:pt x="933361" y="390144"/>
                </a:lnTo>
                <a:lnTo>
                  <a:pt x="927646" y="393903"/>
                </a:lnTo>
                <a:lnTo>
                  <a:pt x="919937" y="395058"/>
                </a:lnTo>
                <a:lnTo>
                  <a:pt x="912114" y="395046"/>
                </a:lnTo>
                <a:lnTo>
                  <a:pt x="903173" y="394716"/>
                </a:lnTo>
                <a:lnTo>
                  <a:pt x="892543" y="393814"/>
                </a:lnTo>
                <a:lnTo>
                  <a:pt x="879919" y="392049"/>
                </a:lnTo>
                <a:lnTo>
                  <a:pt x="881951" y="402069"/>
                </a:lnTo>
                <a:lnTo>
                  <a:pt x="883539" y="411683"/>
                </a:lnTo>
                <a:lnTo>
                  <a:pt x="884859" y="421017"/>
                </a:lnTo>
                <a:lnTo>
                  <a:pt x="886015" y="430250"/>
                </a:lnTo>
                <a:lnTo>
                  <a:pt x="930313" y="430250"/>
                </a:lnTo>
                <a:lnTo>
                  <a:pt x="968883" y="402297"/>
                </a:lnTo>
                <a:lnTo>
                  <a:pt x="971461" y="381381"/>
                </a:lnTo>
                <a:lnTo>
                  <a:pt x="971461" y="253276"/>
                </a:lnTo>
                <a:lnTo>
                  <a:pt x="971461" y="242608"/>
                </a:lnTo>
                <a:lnTo>
                  <a:pt x="985151" y="238264"/>
                </a:lnTo>
                <a:lnTo>
                  <a:pt x="1011961" y="230174"/>
                </a:lnTo>
                <a:lnTo>
                  <a:pt x="1024801" y="225844"/>
                </a:lnTo>
                <a:lnTo>
                  <a:pt x="1023277" y="192214"/>
                </a:lnTo>
                <a:lnTo>
                  <a:pt x="1010678" y="195910"/>
                </a:lnTo>
                <a:lnTo>
                  <a:pt x="997940" y="200025"/>
                </a:lnTo>
                <a:lnTo>
                  <a:pt x="971461" y="208978"/>
                </a:lnTo>
                <a:lnTo>
                  <a:pt x="971461" y="123634"/>
                </a:lnTo>
                <a:lnTo>
                  <a:pt x="1024801" y="123634"/>
                </a:lnTo>
                <a:lnTo>
                  <a:pt x="1024801" y="93065"/>
                </a:lnTo>
                <a:close/>
              </a:path>
              <a:path w="4433570" h="438150">
                <a:moveTo>
                  <a:pt x="1311503" y="398145"/>
                </a:moveTo>
                <a:lnTo>
                  <a:pt x="1284071" y="387908"/>
                </a:lnTo>
                <a:lnTo>
                  <a:pt x="1258925" y="375666"/>
                </a:lnTo>
                <a:lnTo>
                  <a:pt x="1248321" y="369189"/>
                </a:lnTo>
                <a:lnTo>
                  <a:pt x="1236065" y="361708"/>
                </a:lnTo>
                <a:lnTo>
                  <a:pt x="1215491" y="346329"/>
                </a:lnTo>
                <a:lnTo>
                  <a:pt x="1233297" y="323469"/>
                </a:lnTo>
                <a:lnTo>
                  <a:pt x="1238021" y="317411"/>
                </a:lnTo>
                <a:lnTo>
                  <a:pt x="1257401" y="285661"/>
                </a:lnTo>
                <a:lnTo>
                  <a:pt x="1273352" y="251040"/>
                </a:lnTo>
                <a:lnTo>
                  <a:pt x="1285595" y="213550"/>
                </a:lnTo>
                <a:lnTo>
                  <a:pt x="1285595" y="183070"/>
                </a:lnTo>
                <a:lnTo>
                  <a:pt x="1250543" y="183070"/>
                </a:lnTo>
                <a:lnTo>
                  <a:pt x="1250543" y="213550"/>
                </a:lnTo>
                <a:lnTo>
                  <a:pt x="1240586" y="244462"/>
                </a:lnTo>
                <a:lnTo>
                  <a:pt x="1226908" y="273088"/>
                </a:lnTo>
                <a:lnTo>
                  <a:pt x="1209789" y="299415"/>
                </a:lnTo>
                <a:lnTo>
                  <a:pt x="1189494" y="323469"/>
                </a:lnTo>
                <a:lnTo>
                  <a:pt x="1170393" y="299415"/>
                </a:lnTo>
                <a:lnTo>
                  <a:pt x="1154442" y="273088"/>
                </a:lnTo>
                <a:lnTo>
                  <a:pt x="1141907" y="244462"/>
                </a:lnTo>
                <a:lnTo>
                  <a:pt x="1133106" y="213550"/>
                </a:lnTo>
                <a:lnTo>
                  <a:pt x="1250543" y="213550"/>
                </a:lnTo>
                <a:lnTo>
                  <a:pt x="1250543" y="183070"/>
                </a:lnTo>
                <a:lnTo>
                  <a:pt x="1075194" y="183070"/>
                </a:lnTo>
                <a:lnTo>
                  <a:pt x="1075194" y="58013"/>
                </a:lnTo>
                <a:lnTo>
                  <a:pt x="1249019" y="58013"/>
                </a:lnTo>
                <a:lnTo>
                  <a:pt x="1248143" y="66776"/>
                </a:lnTo>
                <a:lnTo>
                  <a:pt x="1247495" y="75920"/>
                </a:lnTo>
                <a:lnTo>
                  <a:pt x="1225829" y="115836"/>
                </a:lnTo>
                <a:lnTo>
                  <a:pt x="1210919" y="117538"/>
                </a:lnTo>
                <a:lnTo>
                  <a:pt x="1195781" y="117259"/>
                </a:lnTo>
                <a:lnTo>
                  <a:pt x="1177912" y="116395"/>
                </a:lnTo>
                <a:lnTo>
                  <a:pt x="1157478" y="114973"/>
                </a:lnTo>
                <a:lnTo>
                  <a:pt x="1134630" y="112966"/>
                </a:lnTo>
                <a:lnTo>
                  <a:pt x="1136650" y="122085"/>
                </a:lnTo>
                <a:lnTo>
                  <a:pt x="1138250" y="131064"/>
                </a:lnTo>
                <a:lnTo>
                  <a:pt x="1139558" y="139750"/>
                </a:lnTo>
                <a:lnTo>
                  <a:pt x="1140726" y="148018"/>
                </a:lnTo>
                <a:lnTo>
                  <a:pt x="1164196" y="148894"/>
                </a:lnTo>
                <a:lnTo>
                  <a:pt x="1184389" y="149352"/>
                </a:lnTo>
                <a:lnTo>
                  <a:pt x="1215491" y="149542"/>
                </a:lnTo>
                <a:lnTo>
                  <a:pt x="1242644" y="146113"/>
                </a:lnTo>
                <a:lnTo>
                  <a:pt x="1262354" y="135813"/>
                </a:lnTo>
                <a:lnTo>
                  <a:pt x="1274648" y="118643"/>
                </a:lnTo>
                <a:lnTo>
                  <a:pt x="1274864" y="117538"/>
                </a:lnTo>
                <a:lnTo>
                  <a:pt x="1279499" y="94589"/>
                </a:lnTo>
                <a:lnTo>
                  <a:pt x="1282928" y="48717"/>
                </a:lnTo>
                <a:lnTo>
                  <a:pt x="1284071" y="27520"/>
                </a:lnTo>
                <a:lnTo>
                  <a:pt x="1041565" y="27520"/>
                </a:lnTo>
                <a:lnTo>
                  <a:pt x="1041565" y="437870"/>
                </a:lnTo>
                <a:lnTo>
                  <a:pt x="1075194" y="437870"/>
                </a:lnTo>
                <a:lnTo>
                  <a:pt x="1075194" y="213550"/>
                </a:lnTo>
                <a:lnTo>
                  <a:pt x="1101102" y="213550"/>
                </a:lnTo>
                <a:lnTo>
                  <a:pt x="1111961" y="252755"/>
                </a:lnTo>
                <a:lnTo>
                  <a:pt x="1126248" y="287947"/>
                </a:lnTo>
                <a:lnTo>
                  <a:pt x="1143965" y="319125"/>
                </a:lnTo>
                <a:lnTo>
                  <a:pt x="1165110" y="346329"/>
                </a:lnTo>
                <a:lnTo>
                  <a:pt x="1145717" y="361162"/>
                </a:lnTo>
                <a:lnTo>
                  <a:pt x="1124343" y="375856"/>
                </a:lnTo>
                <a:lnTo>
                  <a:pt x="1101242" y="390258"/>
                </a:lnTo>
                <a:lnTo>
                  <a:pt x="1076718" y="404241"/>
                </a:lnTo>
                <a:lnTo>
                  <a:pt x="1082141" y="412877"/>
                </a:lnTo>
                <a:lnTo>
                  <a:pt x="1087005" y="420674"/>
                </a:lnTo>
                <a:lnTo>
                  <a:pt x="1091285" y="427901"/>
                </a:lnTo>
                <a:lnTo>
                  <a:pt x="1095006" y="434822"/>
                </a:lnTo>
                <a:lnTo>
                  <a:pt x="1121333" y="418731"/>
                </a:lnTo>
                <a:lnTo>
                  <a:pt x="1145679" y="402539"/>
                </a:lnTo>
                <a:lnTo>
                  <a:pt x="1168298" y="386067"/>
                </a:lnTo>
                <a:lnTo>
                  <a:pt x="1189494" y="369189"/>
                </a:lnTo>
                <a:lnTo>
                  <a:pt x="1210970" y="386003"/>
                </a:lnTo>
                <a:lnTo>
                  <a:pt x="1234147" y="401967"/>
                </a:lnTo>
                <a:lnTo>
                  <a:pt x="1259014" y="416801"/>
                </a:lnTo>
                <a:lnTo>
                  <a:pt x="1285595" y="430250"/>
                </a:lnTo>
                <a:lnTo>
                  <a:pt x="1291361" y="423938"/>
                </a:lnTo>
                <a:lnTo>
                  <a:pt x="1297406" y="416483"/>
                </a:lnTo>
                <a:lnTo>
                  <a:pt x="1311503" y="398145"/>
                </a:lnTo>
                <a:close/>
              </a:path>
              <a:path w="4433570" h="438150">
                <a:moveTo>
                  <a:pt x="1753844" y="389001"/>
                </a:moveTo>
                <a:lnTo>
                  <a:pt x="1694967" y="372160"/>
                </a:lnTo>
                <a:lnTo>
                  <a:pt x="1644408" y="353745"/>
                </a:lnTo>
                <a:lnTo>
                  <a:pt x="1602409" y="333883"/>
                </a:lnTo>
                <a:lnTo>
                  <a:pt x="1569250" y="312712"/>
                </a:lnTo>
                <a:lnTo>
                  <a:pt x="1589798" y="289852"/>
                </a:lnTo>
                <a:lnTo>
                  <a:pt x="1598193" y="280504"/>
                </a:lnTo>
                <a:lnTo>
                  <a:pt x="1622729" y="244271"/>
                </a:lnTo>
                <a:lnTo>
                  <a:pt x="1642859" y="204012"/>
                </a:lnTo>
                <a:lnTo>
                  <a:pt x="1658594" y="159727"/>
                </a:lnTo>
                <a:lnTo>
                  <a:pt x="1669935" y="111442"/>
                </a:lnTo>
                <a:lnTo>
                  <a:pt x="1750796" y="111442"/>
                </a:lnTo>
                <a:lnTo>
                  <a:pt x="1750796" y="79336"/>
                </a:lnTo>
                <a:lnTo>
                  <a:pt x="1633359" y="79336"/>
                </a:lnTo>
                <a:lnTo>
                  <a:pt x="1633359" y="111442"/>
                </a:lnTo>
                <a:lnTo>
                  <a:pt x="1619910" y="165252"/>
                </a:lnTo>
                <a:lnTo>
                  <a:pt x="1600161" y="212648"/>
                </a:lnTo>
                <a:lnTo>
                  <a:pt x="1574126" y="254038"/>
                </a:lnTo>
                <a:lnTo>
                  <a:pt x="1541818" y="289852"/>
                </a:lnTo>
                <a:lnTo>
                  <a:pt x="1508391" y="252971"/>
                </a:lnTo>
                <a:lnTo>
                  <a:pt x="1481378" y="210934"/>
                </a:lnTo>
                <a:lnTo>
                  <a:pt x="1460944" y="163753"/>
                </a:lnTo>
                <a:lnTo>
                  <a:pt x="1447241" y="111442"/>
                </a:lnTo>
                <a:lnTo>
                  <a:pt x="1633359" y="111442"/>
                </a:lnTo>
                <a:lnTo>
                  <a:pt x="1633359" y="79336"/>
                </a:lnTo>
                <a:lnTo>
                  <a:pt x="1544866" y="79336"/>
                </a:lnTo>
                <a:lnTo>
                  <a:pt x="1576870" y="64096"/>
                </a:lnTo>
                <a:lnTo>
                  <a:pt x="1565160" y="44081"/>
                </a:lnTo>
                <a:lnTo>
                  <a:pt x="1555153" y="27330"/>
                </a:lnTo>
                <a:lnTo>
                  <a:pt x="1546872" y="13703"/>
                </a:lnTo>
                <a:lnTo>
                  <a:pt x="1540294" y="3048"/>
                </a:lnTo>
                <a:lnTo>
                  <a:pt x="1505242" y="18376"/>
                </a:lnTo>
                <a:lnTo>
                  <a:pt x="1512646" y="29197"/>
                </a:lnTo>
                <a:lnTo>
                  <a:pt x="1521053" y="43141"/>
                </a:lnTo>
                <a:lnTo>
                  <a:pt x="1530311" y="59956"/>
                </a:lnTo>
                <a:lnTo>
                  <a:pt x="1540294" y="79336"/>
                </a:lnTo>
                <a:lnTo>
                  <a:pt x="1329893" y="79336"/>
                </a:lnTo>
                <a:lnTo>
                  <a:pt x="1329893" y="111442"/>
                </a:lnTo>
                <a:lnTo>
                  <a:pt x="1412189" y="111442"/>
                </a:lnTo>
                <a:lnTo>
                  <a:pt x="1423530" y="156806"/>
                </a:lnTo>
                <a:lnTo>
                  <a:pt x="1439354" y="199618"/>
                </a:lnTo>
                <a:lnTo>
                  <a:pt x="1459712" y="239890"/>
                </a:lnTo>
                <a:lnTo>
                  <a:pt x="1484706" y="277583"/>
                </a:lnTo>
                <a:lnTo>
                  <a:pt x="1514386" y="312712"/>
                </a:lnTo>
                <a:lnTo>
                  <a:pt x="1478622" y="335927"/>
                </a:lnTo>
                <a:lnTo>
                  <a:pt x="1435265" y="357555"/>
                </a:lnTo>
                <a:lnTo>
                  <a:pt x="1384173" y="377736"/>
                </a:lnTo>
                <a:lnTo>
                  <a:pt x="1325219" y="396621"/>
                </a:lnTo>
                <a:lnTo>
                  <a:pt x="1332992" y="406400"/>
                </a:lnTo>
                <a:lnTo>
                  <a:pt x="1340167" y="415340"/>
                </a:lnTo>
                <a:lnTo>
                  <a:pt x="1346746" y="423710"/>
                </a:lnTo>
                <a:lnTo>
                  <a:pt x="1352753" y="431774"/>
                </a:lnTo>
                <a:lnTo>
                  <a:pt x="1412722" y="407974"/>
                </a:lnTo>
                <a:lnTo>
                  <a:pt x="1464424" y="384632"/>
                </a:lnTo>
                <a:lnTo>
                  <a:pt x="1507566" y="361594"/>
                </a:lnTo>
                <a:lnTo>
                  <a:pt x="1541818" y="338709"/>
                </a:lnTo>
                <a:lnTo>
                  <a:pt x="1574673" y="361518"/>
                </a:lnTo>
                <a:lnTo>
                  <a:pt x="1615973" y="384060"/>
                </a:lnTo>
                <a:lnTo>
                  <a:pt x="1665554" y="406044"/>
                </a:lnTo>
                <a:lnTo>
                  <a:pt x="1723275" y="427202"/>
                </a:lnTo>
                <a:lnTo>
                  <a:pt x="1729536" y="419468"/>
                </a:lnTo>
                <a:lnTo>
                  <a:pt x="1753844" y="389001"/>
                </a:lnTo>
                <a:close/>
              </a:path>
              <a:path w="4433570" h="438150">
                <a:moveTo>
                  <a:pt x="2168664" y="277647"/>
                </a:moveTo>
                <a:lnTo>
                  <a:pt x="2008454" y="277647"/>
                </a:lnTo>
                <a:lnTo>
                  <a:pt x="2008454" y="236499"/>
                </a:lnTo>
                <a:lnTo>
                  <a:pt x="2095411" y="236499"/>
                </a:lnTo>
                <a:lnTo>
                  <a:pt x="2095411" y="253263"/>
                </a:lnTo>
                <a:lnTo>
                  <a:pt x="2127415" y="253263"/>
                </a:lnTo>
                <a:lnTo>
                  <a:pt x="2127415" y="236499"/>
                </a:lnTo>
                <a:lnTo>
                  <a:pt x="2127415" y="208978"/>
                </a:lnTo>
                <a:lnTo>
                  <a:pt x="2127415" y="169354"/>
                </a:lnTo>
                <a:lnTo>
                  <a:pt x="2127415" y="140398"/>
                </a:lnTo>
                <a:lnTo>
                  <a:pt x="2095411" y="140398"/>
                </a:lnTo>
                <a:lnTo>
                  <a:pt x="2095411" y="169354"/>
                </a:lnTo>
                <a:lnTo>
                  <a:pt x="2095411" y="208978"/>
                </a:lnTo>
                <a:lnTo>
                  <a:pt x="1886534" y="208978"/>
                </a:lnTo>
                <a:lnTo>
                  <a:pt x="1886534" y="169354"/>
                </a:lnTo>
                <a:lnTo>
                  <a:pt x="2095411" y="169354"/>
                </a:lnTo>
                <a:lnTo>
                  <a:pt x="2095411" y="140398"/>
                </a:lnTo>
                <a:lnTo>
                  <a:pt x="1852904" y="140398"/>
                </a:lnTo>
                <a:lnTo>
                  <a:pt x="1852904" y="253263"/>
                </a:lnTo>
                <a:lnTo>
                  <a:pt x="1886534" y="253263"/>
                </a:lnTo>
                <a:lnTo>
                  <a:pt x="1886534" y="236499"/>
                </a:lnTo>
                <a:lnTo>
                  <a:pt x="1973402" y="236499"/>
                </a:lnTo>
                <a:lnTo>
                  <a:pt x="1973402" y="277647"/>
                </a:lnTo>
                <a:lnTo>
                  <a:pt x="1816328" y="277647"/>
                </a:lnTo>
                <a:lnTo>
                  <a:pt x="1816328" y="402717"/>
                </a:lnTo>
                <a:lnTo>
                  <a:pt x="1849856" y="402717"/>
                </a:lnTo>
                <a:lnTo>
                  <a:pt x="1849856" y="306603"/>
                </a:lnTo>
                <a:lnTo>
                  <a:pt x="1973402" y="306603"/>
                </a:lnTo>
                <a:lnTo>
                  <a:pt x="1973402" y="437870"/>
                </a:lnTo>
                <a:lnTo>
                  <a:pt x="2008454" y="437870"/>
                </a:lnTo>
                <a:lnTo>
                  <a:pt x="2008454" y="306603"/>
                </a:lnTo>
                <a:lnTo>
                  <a:pt x="2135035" y="306603"/>
                </a:lnTo>
                <a:lnTo>
                  <a:pt x="2135035" y="347853"/>
                </a:lnTo>
                <a:lnTo>
                  <a:pt x="2133320" y="358736"/>
                </a:lnTo>
                <a:lnTo>
                  <a:pt x="2128177" y="366331"/>
                </a:lnTo>
                <a:lnTo>
                  <a:pt x="2119604" y="370789"/>
                </a:lnTo>
                <a:lnTo>
                  <a:pt x="2107603" y="372237"/>
                </a:lnTo>
                <a:lnTo>
                  <a:pt x="2095893" y="371970"/>
                </a:lnTo>
                <a:lnTo>
                  <a:pt x="2083600" y="371284"/>
                </a:lnTo>
                <a:lnTo>
                  <a:pt x="2057311" y="369189"/>
                </a:lnTo>
                <a:lnTo>
                  <a:pt x="2059571" y="378282"/>
                </a:lnTo>
                <a:lnTo>
                  <a:pt x="2061692" y="387096"/>
                </a:lnTo>
                <a:lnTo>
                  <a:pt x="2063521" y="395338"/>
                </a:lnTo>
                <a:lnTo>
                  <a:pt x="2064931" y="402717"/>
                </a:lnTo>
                <a:lnTo>
                  <a:pt x="2078570" y="403593"/>
                </a:lnTo>
                <a:lnTo>
                  <a:pt x="2091791" y="404050"/>
                </a:lnTo>
                <a:lnTo>
                  <a:pt x="2104148" y="404215"/>
                </a:lnTo>
                <a:lnTo>
                  <a:pt x="2115223" y="404241"/>
                </a:lnTo>
                <a:lnTo>
                  <a:pt x="2138997" y="401091"/>
                </a:lnTo>
                <a:lnTo>
                  <a:pt x="2155660" y="391668"/>
                </a:lnTo>
                <a:lnTo>
                  <a:pt x="2165451" y="375945"/>
                </a:lnTo>
                <a:lnTo>
                  <a:pt x="2165997" y="372237"/>
                </a:lnTo>
                <a:lnTo>
                  <a:pt x="2168664" y="353949"/>
                </a:lnTo>
                <a:lnTo>
                  <a:pt x="2168664" y="306603"/>
                </a:lnTo>
                <a:lnTo>
                  <a:pt x="2168664" y="277647"/>
                </a:lnTo>
                <a:close/>
              </a:path>
              <a:path w="4433570" h="438150">
                <a:moveTo>
                  <a:pt x="2190000" y="80860"/>
                </a:moveTo>
                <a:lnTo>
                  <a:pt x="2089315" y="80860"/>
                </a:lnTo>
                <a:lnTo>
                  <a:pt x="2107082" y="69430"/>
                </a:lnTo>
                <a:lnTo>
                  <a:pt x="2123986" y="58000"/>
                </a:lnTo>
                <a:lnTo>
                  <a:pt x="2140318" y="46570"/>
                </a:lnTo>
                <a:lnTo>
                  <a:pt x="2156371" y="35140"/>
                </a:lnTo>
                <a:lnTo>
                  <a:pt x="2130463" y="9232"/>
                </a:lnTo>
                <a:lnTo>
                  <a:pt x="2114181" y="22669"/>
                </a:lnTo>
                <a:lnTo>
                  <a:pt x="2097316" y="35521"/>
                </a:lnTo>
                <a:lnTo>
                  <a:pt x="2079891" y="47815"/>
                </a:lnTo>
                <a:lnTo>
                  <a:pt x="2061883" y="59524"/>
                </a:lnTo>
                <a:lnTo>
                  <a:pt x="2080171" y="80860"/>
                </a:lnTo>
                <a:lnTo>
                  <a:pt x="2006930" y="80860"/>
                </a:lnTo>
                <a:lnTo>
                  <a:pt x="2006930" y="4572"/>
                </a:lnTo>
                <a:lnTo>
                  <a:pt x="1971878" y="4572"/>
                </a:lnTo>
                <a:lnTo>
                  <a:pt x="1971878" y="80860"/>
                </a:lnTo>
                <a:lnTo>
                  <a:pt x="1895678" y="80860"/>
                </a:lnTo>
                <a:lnTo>
                  <a:pt x="1918538" y="56476"/>
                </a:lnTo>
                <a:lnTo>
                  <a:pt x="1901634" y="44196"/>
                </a:lnTo>
                <a:lnTo>
                  <a:pt x="1885149" y="32473"/>
                </a:lnTo>
                <a:lnTo>
                  <a:pt x="1868944" y="21336"/>
                </a:lnTo>
                <a:lnTo>
                  <a:pt x="1852904" y="10756"/>
                </a:lnTo>
                <a:lnTo>
                  <a:pt x="1831568" y="33616"/>
                </a:lnTo>
                <a:lnTo>
                  <a:pt x="1847519" y="45072"/>
                </a:lnTo>
                <a:lnTo>
                  <a:pt x="1863204" y="56667"/>
                </a:lnTo>
                <a:lnTo>
                  <a:pt x="1878330" y="68554"/>
                </a:lnTo>
                <a:lnTo>
                  <a:pt x="1892630" y="80860"/>
                </a:lnTo>
                <a:lnTo>
                  <a:pt x="1790420" y="80860"/>
                </a:lnTo>
                <a:lnTo>
                  <a:pt x="1790420" y="158686"/>
                </a:lnTo>
                <a:lnTo>
                  <a:pt x="1823948" y="158686"/>
                </a:lnTo>
                <a:lnTo>
                  <a:pt x="1823948" y="111442"/>
                </a:lnTo>
                <a:lnTo>
                  <a:pt x="2156371" y="111442"/>
                </a:lnTo>
                <a:lnTo>
                  <a:pt x="2156371" y="158686"/>
                </a:lnTo>
                <a:lnTo>
                  <a:pt x="2190000" y="158686"/>
                </a:lnTo>
                <a:lnTo>
                  <a:pt x="2190000" y="111442"/>
                </a:lnTo>
                <a:lnTo>
                  <a:pt x="2190000" y="80860"/>
                </a:lnTo>
                <a:close/>
              </a:path>
              <a:path w="4433570" h="438150">
                <a:moveTo>
                  <a:pt x="2600236" y="21424"/>
                </a:moveTo>
                <a:lnTo>
                  <a:pt x="2278380" y="21424"/>
                </a:lnTo>
                <a:lnTo>
                  <a:pt x="2278380" y="297472"/>
                </a:lnTo>
                <a:lnTo>
                  <a:pt x="2313533" y="297472"/>
                </a:lnTo>
                <a:lnTo>
                  <a:pt x="2313533" y="53428"/>
                </a:lnTo>
                <a:lnTo>
                  <a:pt x="2565095" y="53428"/>
                </a:lnTo>
                <a:lnTo>
                  <a:pt x="2565095" y="294424"/>
                </a:lnTo>
                <a:lnTo>
                  <a:pt x="2600236" y="294424"/>
                </a:lnTo>
                <a:lnTo>
                  <a:pt x="2600236" y="53428"/>
                </a:lnTo>
                <a:lnTo>
                  <a:pt x="2600236" y="21424"/>
                </a:lnTo>
                <a:close/>
              </a:path>
              <a:path w="4433570" h="438150">
                <a:moveTo>
                  <a:pt x="2655100" y="308140"/>
                </a:moveTo>
                <a:lnTo>
                  <a:pt x="2645981" y="305587"/>
                </a:lnTo>
                <a:lnTo>
                  <a:pt x="2637002" y="302615"/>
                </a:lnTo>
                <a:lnTo>
                  <a:pt x="2628315" y="299351"/>
                </a:lnTo>
                <a:lnTo>
                  <a:pt x="2620048" y="295948"/>
                </a:lnTo>
                <a:lnTo>
                  <a:pt x="2618638" y="315493"/>
                </a:lnTo>
                <a:lnTo>
                  <a:pt x="2612428" y="364617"/>
                </a:lnTo>
                <a:lnTo>
                  <a:pt x="2578900" y="392049"/>
                </a:lnTo>
                <a:lnTo>
                  <a:pt x="2508707" y="392049"/>
                </a:lnTo>
                <a:lnTo>
                  <a:pt x="2495816" y="390334"/>
                </a:lnTo>
                <a:lnTo>
                  <a:pt x="2486799" y="385191"/>
                </a:lnTo>
                <a:lnTo>
                  <a:pt x="2481478" y="376618"/>
                </a:lnTo>
                <a:lnTo>
                  <a:pt x="2479751" y="364617"/>
                </a:lnTo>
                <a:lnTo>
                  <a:pt x="2479751" y="251752"/>
                </a:lnTo>
                <a:lnTo>
                  <a:pt x="2479751" y="236512"/>
                </a:lnTo>
                <a:lnTo>
                  <a:pt x="2446223" y="236512"/>
                </a:lnTo>
                <a:lnTo>
                  <a:pt x="2450223" y="212966"/>
                </a:lnTo>
                <a:lnTo>
                  <a:pt x="2453081" y="188036"/>
                </a:lnTo>
                <a:lnTo>
                  <a:pt x="2454795" y="161404"/>
                </a:lnTo>
                <a:lnTo>
                  <a:pt x="2455367" y="132778"/>
                </a:lnTo>
                <a:lnTo>
                  <a:pt x="2455367" y="86956"/>
                </a:lnTo>
                <a:lnTo>
                  <a:pt x="2418689" y="86956"/>
                </a:lnTo>
                <a:lnTo>
                  <a:pt x="2418626" y="132778"/>
                </a:lnTo>
                <a:lnTo>
                  <a:pt x="2416137" y="187299"/>
                </a:lnTo>
                <a:lnTo>
                  <a:pt x="2408593" y="234365"/>
                </a:lnTo>
                <a:lnTo>
                  <a:pt x="2396185" y="272567"/>
                </a:lnTo>
                <a:lnTo>
                  <a:pt x="2353907" y="330720"/>
                </a:lnTo>
                <a:lnTo>
                  <a:pt x="2319578" y="357365"/>
                </a:lnTo>
                <a:lnTo>
                  <a:pt x="2276119" y="382282"/>
                </a:lnTo>
                <a:lnTo>
                  <a:pt x="2223516" y="405765"/>
                </a:lnTo>
                <a:lnTo>
                  <a:pt x="2230971" y="414642"/>
                </a:lnTo>
                <a:lnTo>
                  <a:pt x="2237422" y="422960"/>
                </a:lnTo>
                <a:lnTo>
                  <a:pt x="2243023" y="430707"/>
                </a:lnTo>
                <a:lnTo>
                  <a:pt x="2247900" y="437870"/>
                </a:lnTo>
                <a:lnTo>
                  <a:pt x="2304542" y="410921"/>
                </a:lnTo>
                <a:lnTo>
                  <a:pt x="2350859" y="382727"/>
                </a:lnTo>
                <a:lnTo>
                  <a:pt x="2386876" y="353110"/>
                </a:lnTo>
                <a:lnTo>
                  <a:pt x="2412593" y="321945"/>
                </a:lnTo>
                <a:lnTo>
                  <a:pt x="2437066" y="271703"/>
                </a:lnTo>
                <a:lnTo>
                  <a:pt x="2443175" y="251752"/>
                </a:lnTo>
                <a:lnTo>
                  <a:pt x="2443175" y="370713"/>
                </a:lnTo>
                <a:lnTo>
                  <a:pt x="2446858" y="394487"/>
                </a:lnTo>
                <a:lnTo>
                  <a:pt x="2457843" y="411149"/>
                </a:lnTo>
                <a:lnTo>
                  <a:pt x="2475954" y="420941"/>
                </a:lnTo>
                <a:lnTo>
                  <a:pt x="2501087" y="424154"/>
                </a:lnTo>
                <a:lnTo>
                  <a:pt x="2583472" y="424154"/>
                </a:lnTo>
                <a:lnTo>
                  <a:pt x="2626715" y="412673"/>
                </a:lnTo>
                <a:lnTo>
                  <a:pt x="2645956" y="378333"/>
                </a:lnTo>
                <a:lnTo>
                  <a:pt x="2653677" y="327926"/>
                </a:lnTo>
                <a:lnTo>
                  <a:pt x="2655100" y="308140"/>
                </a:lnTo>
                <a:close/>
              </a:path>
              <a:path w="4433570" h="438150">
                <a:moveTo>
                  <a:pt x="2856458" y="76288"/>
                </a:moveTo>
                <a:lnTo>
                  <a:pt x="2821317" y="76288"/>
                </a:lnTo>
                <a:lnTo>
                  <a:pt x="2821317" y="109829"/>
                </a:lnTo>
                <a:lnTo>
                  <a:pt x="2821317" y="216700"/>
                </a:lnTo>
                <a:lnTo>
                  <a:pt x="2821317" y="247180"/>
                </a:lnTo>
                <a:lnTo>
                  <a:pt x="2821317" y="358521"/>
                </a:lnTo>
                <a:lnTo>
                  <a:pt x="2722257" y="358521"/>
                </a:lnTo>
                <a:lnTo>
                  <a:pt x="2722257" y="247180"/>
                </a:lnTo>
                <a:lnTo>
                  <a:pt x="2821317" y="247180"/>
                </a:lnTo>
                <a:lnTo>
                  <a:pt x="2821317" y="216700"/>
                </a:lnTo>
                <a:lnTo>
                  <a:pt x="2722257" y="216700"/>
                </a:lnTo>
                <a:lnTo>
                  <a:pt x="2722257" y="109829"/>
                </a:lnTo>
                <a:lnTo>
                  <a:pt x="2821317" y="109829"/>
                </a:lnTo>
                <a:lnTo>
                  <a:pt x="2821317" y="76288"/>
                </a:lnTo>
                <a:lnTo>
                  <a:pt x="2767977" y="76288"/>
                </a:lnTo>
                <a:lnTo>
                  <a:pt x="2774835" y="62026"/>
                </a:lnTo>
                <a:lnTo>
                  <a:pt x="2781693" y="46761"/>
                </a:lnTo>
                <a:lnTo>
                  <a:pt x="2788551" y="30645"/>
                </a:lnTo>
                <a:lnTo>
                  <a:pt x="2795409" y="13804"/>
                </a:lnTo>
                <a:lnTo>
                  <a:pt x="2758833" y="3048"/>
                </a:lnTo>
                <a:lnTo>
                  <a:pt x="2752826" y="20535"/>
                </a:lnTo>
                <a:lnTo>
                  <a:pt x="2746260" y="38569"/>
                </a:lnTo>
                <a:lnTo>
                  <a:pt x="2739110" y="57150"/>
                </a:lnTo>
                <a:lnTo>
                  <a:pt x="2731401" y="76288"/>
                </a:lnTo>
                <a:lnTo>
                  <a:pt x="2687104" y="76288"/>
                </a:lnTo>
                <a:lnTo>
                  <a:pt x="2687104" y="428726"/>
                </a:lnTo>
                <a:lnTo>
                  <a:pt x="2722257" y="428726"/>
                </a:lnTo>
                <a:lnTo>
                  <a:pt x="2722257" y="392049"/>
                </a:lnTo>
                <a:lnTo>
                  <a:pt x="2821317" y="392049"/>
                </a:lnTo>
                <a:lnTo>
                  <a:pt x="2821317" y="425678"/>
                </a:lnTo>
                <a:lnTo>
                  <a:pt x="2856458" y="425678"/>
                </a:lnTo>
                <a:lnTo>
                  <a:pt x="2856458" y="392049"/>
                </a:lnTo>
                <a:lnTo>
                  <a:pt x="2856458" y="358521"/>
                </a:lnTo>
                <a:lnTo>
                  <a:pt x="2856458" y="247180"/>
                </a:lnTo>
                <a:lnTo>
                  <a:pt x="2856458" y="216700"/>
                </a:lnTo>
                <a:lnTo>
                  <a:pt x="2856458" y="109829"/>
                </a:lnTo>
                <a:lnTo>
                  <a:pt x="2856458" y="76288"/>
                </a:lnTo>
                <a:close/>
              </a:path>
              <a:path w="4433570" h="438150">
                <a:moveTo>
                  <a:pt x="3005912" y="276136"/>
                </a:moveTo>
                <a:lnTo>
                  <a:pt x="2989846" y="254431"/>
                </a:lnTo>
                <a:lnTo>
                  <a:pt x="2971533" y="230593"/>
                </a:lnTo>
                <a:lnTo>
                  <a:pt x="2950946" y="204724"/>
                </a:lnTo>
                <a:lnTo>
                  <a:pt x="2928086" y="176974"/>
                </a:lnTo>
                <a:lnTo>
                  <a:pt x="2900654" y="196786"/>
                </a:lnTo>
                <a:lnTo>
                  <a:pt x="2920657" y="222224"/>
                </a:lnTo>
                <a:lnTo>
                  <a:pt x="2939516" y="247929"/>
                </a:lnTo>
                <a:lnTo>
                  <a:pt x="2957233" y="273608"/>
                </a:lnTo>
                <a:lnTo>
                  <a:pt x="2973806" y="298996"/>
                </a:lnTo>
                <a:lnTo>
                  <a:pt x="3005912" y="276136"/>
                </a:lnTo>
                <a:close/>
              </a:path>
              <a:path w="4433570" h="438150">
                <a:moveTo>
                  <a:pt x="3088208" y="74764"/>
                </a:moveTo>
                <a:lnTo>
                  <a:pt x="2946374" y="74764"/>
                </a:lnTo>
                <a:lnTo>
                  <a:pt x="2952089" y="60528"/>
                </a:lnTo>
                <a:lnTo>
                  <a:pt x="2957804" y="45427"/>
                </a:lnTo>
                <a:lnTo>
                  <a:pt x="2963519" y="29768"/>
                </a:lnTo>
                <a:lnTo>
                  <a:pt x="2969234" y="13804"/>
                </a:lnTo>
                <a:lnTo>
                  <a:pt x="2932658" y="3048"/>
                </a:lnTo>
                <a:lnTo>
                  <a:pt x="2917202" y="50241"/>
                </a:lnTo>
                <a:lnTo>
                  <a:pt x="2900464" y="93281"/>
                </a:lnTo>
                <a:lnTo>
                  <a:pt x="2882290" y="132029"/>
                </a:lnTo>
                <a:lnTo>
                  <a:pt x="2862554" y="166306"/>
                </a:lnTo>
                <a:lnTo>
                  <a:pt x="2879509" y="174688"/>
                </a:lnTo>
                <a:lnTo>
                  <a:pt x="2886773" y="178739"/>
                </a:lnTo>
                <a:lnTo>
                  <a:pt x="2893034" y="183070"/>
                </a:lnTo>
                <a:lnTo>
                  <a:pt x="2903270" y="166306"/>
                </a:lnTo>
                <a:lnTo>
                  <a:pt x="2913418" y="148005"/>
                </a:lnTo>
                <a:lnTo>
                  <a:pt x="2923248" y="128600"/>
                </a:lnTo>
                <a:lnTo>
                  <a:pt x="2932658" y="108305"/>
                </a:lnTo>
                <a:lnTo>
                  <a:pt x="3050108" y="108305"/>
                </a:lnTo>
                <a:lnTo>
                  <a:pt x="3048952" y="176974"/>
                </a:lnTo>
                <a:lnTo>
                  <a:pt x="3047669" y="230593"/>
                </a:lnTo>
                <a:lnTo>
                  <a:pt x="3046044" y="280225"/>
                </a:lnTo>
                <a:lnTo>
                  <a:pt x="3044304" y="319951"/>
                </a:lnTo>
                <a:lnTo>
                  <a:pt x="3039033" y="368909"/>
                </a:lnTo>
                <a:lnTo>
                  <a:pt x="2999816" y="392049"/>
                </a:lnTo>
                <a:lnTo>
                  <a:pt x="2981160" y="391744"/>
                </a:lnTo>
                <a:lnTo>
                  <a:pt x="2961817" y="390715"/>
                </a:lnTo>
                <a:lnTo>
                  <a:pt x="2941637" y="388835"/>
                </a:lnTo>
                <a:lnTo>
                  <a:pt x="2920466" y="385953"/>
                </a:lnTo>
                <a:lnTo>
                  <a:pt x="2918942" y="385953"/>
                </a:lnTo>
                <a:lnTo>
                  <a:pt x="2920962" y="395147"/>
                </a:lnTo>
                <a:lnTo>
                  <a:pt x="2922562" y="404634"/>
                </a:lnTo>
                <a:lnTo>
                  <a:pt x="2923870" y="414705"/>
                </a:lnTo>
                <a:lnTo>
                  <a:pt x="2925038" y="425678"/>
                </a:lnTo>
                <a:lnTo>
                  <a:pt x="2945587" y="426554"/>
                </a:lnTo>
                <a:lnTo>
                  <a:pt x="2966008" y="427012"/>
                </a:lnTo>
                <a:lnTo>
                  <a:pt x="3005912" y="427202"/>
                </a:lnTo>
                <a:lnTo>
                  <a:pt x="3037052" y="422897"/>
                </a:lnTo>
                <a:lnTo>
                  <a:pt x="3059633" y="410006"/>
                </a:lnTo>
                <a:lnTo>
                  <a:pt x="3071342" y="392049"/>
                </a:lnTo>
                <a:lnTo>
                  <a:pt x="3073628" y="388543"/>
                </a:lnTo>
                <a:lnTo>
                  <a:pt x="3079953" y="334759"/>
                </a:lnTo>
                <a:lnTo>
                  <a:pt x="3081921" y="276136"/>
                </a:lnTo>
                <a:lnTo>
                  <a:pt x="3084144" y="207010"/>
                </a:lnTo>
                <a:lnTo>
                  <a:pt x="3087179" y="108305"/>
                </a:lnTo>
                <a:lnTo>
                  <a:pt x="3088208" y="74764"/>
                </a:lnTo>
                <a:close/>
              </a:path>
              <a:path w="4433570" h="438150">
                <a:moveTo>
                  <a:pt x="3202597" y="175450"/>
                </a:moveTo>
                <a:lnTo>
                  <a:pt x="3192018" y="147688"/>
                </a:lnTo>
                <a:lnTo>
                  <a:pt x="3180880" y="121488"/>
                </a:lnTo>
                <a:lnTo>
                  <a:pt x="3169158" y="96723"/>
                </a:lnTo>
                <a:lnTo>
                  <a:pt x="3156877" y="73240"/>
                </a:lnTo>
                <a:lnTo>
                  <a:pt x="3126295" y="86956"/>
                </a:lnTo>
                <a:lnTo>
                  <a:pt x="3136887" y="108991"/>
                </a:lnTo>
                <a:lnTo>
                  <a:pt x="3147720" y="133718"/>
                </a:lnTo>
                <a:lnTo>
                  <a:pt x="3158540" y="160997"/>
                </a:lnTo>
                <a:lnTo>
                  <a:pt x="3169069" y="190690"/>
                </a:lnTo>
                <a:lnTo>
                  <a:pt x="3202597" y="175450"/>
                </a:lnTo>
                <a:close/>
              </a:path>
              <a:path w="4433570" h="438150">
                <a:moveTo>
                  <a:pt x="3251365" y="4572"/>
                </a:moveTo>
                <a:lnTo>
                  <a:pt x="3216313" y="4572"/>
                </a:lnTo>
                <a:lnTo>
                  <a:pt x="3216313" y="221272"/>
                </a:lnTo>
                <a:lnTo>
                  <a:pt x="3165437" y="261277"/>
                </a:lnTo>
                <a:lnTo>
                  <a:pt x="3140621" y="280416"/>
                </a:lnTo>
                <a:lnTo>
                  <a:pt x="3115627" y="298996"/>
                </a:lnTo>
                <a:lnTo>
                  <a:pt x="3138589" y="329565"/>
                </a:lnTo>
                <a:lnTo>
                  <a:pt x="3157156" y="313486"/>
                </a:lnTo>
                <a:lnTo>
                  <a:pt x="3176308" y="297281"/>
                </a:lnTo>
                <a:lnTo>
                  <a:pt x="3216313" y="263944"/>
                </a:lnTo>
                <a:lnTo>
                  <a:pt x="3216313" y="436346"/>
                </a:lnTo>
                <a:lnTo>
                  <a:pt x="3251365" y="436346"/>
                </a:lnTo>
                <a:lnTo>
                  <a:pt x="3251365" y="263944"/>
                </a:lnTo>
                <a:lnTo>
                  <a:pt x="3251365" y="4572"/>
                </a:lnTo>
                <a:close/>
              </a:path>
              <a:path w="4433570" h="438150">
                <a:moveTo>
                  <a:pt x="3528923" y="76288"/>
                </a:moveTo>
                <a:lnTo>
                  <a:pt x="3513734" y="63461"/>
                </a:lnTo>
                <a:lnTo>
                  <a:pt x="3497681" y="50190"/>
                </a:lnTo>
                <a:lnTo>
                  <a:pt x="3480485" y="36652"/>
                </a:lnTo>
                <a:lnTo>
                  <a:pt x="3461867" y="22948"/>
                </a:lnTo>
                <a:lnTo>
                  <a:pt x="3439007" y="45808"/>
                </a:lnTo>
                <a:lnTo>
                  <a:pt x="3455886" y="59817"/>
                </a:lnTo>
                <a:lnTo>
                  <a:pt x="3472345" y="74383"/>
                </a:lnTo>
                <a:lnTo>
                  <a:pt x="3488512" y="89535"/>
                </a:lnTo>
                <a:lnTo>
                  <a:pt x="3504539" y="105244"/>
                </a:lnTo>
                <a:lnTo>
                  <a:pt x="3516160" y="91338"/>
                </a:lnTo>
                <a:lnTo>
                  <a:pt x="3522332" y="84035"/>
                </a:lnTo>
                <a:lnTo>
                  <a:pt x="3528923" y="76288"/>
                </a:lnTo>
                <a:close/>
              </a:path>
              <a:path w="4433570" h="438150">
                <a:moveTo>
                  <a:pt x="3553409" y="393573"/>
                </a:moveTo>
                <a:lnTo>
                  <a:pt x="3521595" y="370065"/>
                </a:lnTo>
                <a:lnTo>
                  <a:pt x="3493274" y="340652"/>
                </a:lnTo>
                <a:lnTo>
                  <a:pt x="3468357" y="305308"/>
                </a:lnTo>
                <a:lnTo>
                  <a:pt x="3446742" y="263994"/>
                </a:lnTo>
                <a:lnTo>
                  <a:pt x="3428352" y="216649"/>
                </a:lnTo>
                <a:lnTo>
                  <a:pt x="3413099" y="163258"/>
                </a:lnTo>
                <a:lnTo>
                  <a:pt x="3544163" y="163258"/>
                </a:lnTo>
                <a:lnTo>
                  <a:pt x="3544163" y="131254"/>
                </a:lnTo>
                <a:lnTo>
                  <a:pt x="3411575" y="131254"/>
                </a:lnTo>
                <a:lnTo>
                  <a:pt x="3412693" y="101168"/>
                </a:lnTo>
                <a:lnTo>
                  <a:pt x="3413671" y="70383"/>
                </a:lnTo>
                <a:lnTo>
                  <a:pt x="3414357" y="38747"/>
                </a:lnTo>
                <a:lnTo>
                  <a:pt x="3414623" y="6096"/>
                </a:lnTo>
                <a:lnTo>
                  <a:pt x="3379482" y="6096"/>
                </a:lnTo>
                <a:lnTo>
                  <a:pt x="3379216" y="37896"/>
                </a:lnTo>
                <a:lnTo>
                  <a:pt x="3378530" y="69240"/>
                </a:lnTo>
                <a:lnTo>
                  <a:pt x="3377552" y="100317"/>
                </a:lnTo>
                <a:lnTo>
                  <a:pt x="3376434" y="131254"/>
                </a:lnTo>
                <a:lnTo>
                  <a:pt x="3266605" y="131254"/>
                </a:lnTo>
                <a:lnTo>
                  <a:pt x="3266605" y="163258"/>
                </a:lnTo>
                <a:lnTo>
                  <a:pt x="3374910" y="163258"/>
                </a:lnTo>
                <a:lnTo>
                  <a:pt x="3368306" y="212572"/>
                </a:lnTo>
                <a:lnTo>
                  <a:pt x="3356165" y="258292"/>
                </a:lnTo>
                <a:lnTo>
                  <a:pt x="3338512" y="300355"/>
                </a:lnTo>
                <a:lnTo>
                  <a:pt x="3315385" y="338734"/>
                </a:lnTo>
                <a:lnTo>
                  <a:pt x="3286836" y="373380"/>
                </a:lnTo>
                <a:lnTo>
                  <a:pt x="3252889" y="404241"/>
                </a:lnTo>
                <a:lnTo>
                  <a:pt x="3257981" y="410298"/>
                </a:lnTo>
                <a:lnTo>
                  <a:pt x="3263950" y="417245"/>
                </a:lnTo>
                <a:lnTo>
                  <a:pt x="3270504" y="425323"/>
                </a:lnTo>
                <a:lnTo>
                  <a:pt x="3277374" y="434822"/>
                </a:lnTo>
                <a:lnTo>
                  <a:pt x="3313747" y="398729"/>
                </a:lnTo>
                <a:lnTo>
                  <a:pt x="3344202" y="360095"/>
                </a:lnTo>
                <a:lnTo>
                  <a:pt x="3368662" y="318897"/>
                </a:lnTo>
                <a:lnTo>
                  <a:pt x="3387052" y="275170"/>
                </a:lnTo>
                <a:lnTo>
                  <a:pt x="3399294" y="228892"/>
                </a:lnTo>
                <a:lnTo>
                  <a:pt x="3416147" y="278472"/>
                </a:lnTo>
                <a:lnTo>
                  <a:pt x="3437305" y="323024"/>
                </a:lnTo>
                <a:lnTo>
                  <a:pt x="3462693" y="362623"/>
                </a:lnTo>
                <a:lnTo>
                  <a:pt x="3492233" y="397319"/>
                </a:lnTo>
                <a:lnTo>
                  <a:pt x="3525875" y="427202"/>
                </a:lnTo>
                <a:lnTo>
                  <a:pt x="3531882" y="419112"/>
                </a:lnTo>
                <a:lnTo>
                  <a:pt x="3538461" y="410921"/>
                </a:lnTo>
                <a:lnTo>
                  <a:pt x="3545636" y="402450"/>
                </a:lnTo>
                <a:lnTo>
                  <a:pt x="3553409" y="393573"/>
                </a:lnTo>
                <a:close/>
              </a:path>
              <a:path w="4433570" h="438150">
                <a:moveTo>
                  <a:pt x="3649421" y="286804"/>
                </a:moveTo>
                <a:lnTo>
                  <a:pt x="3617417" y="276136"/>
                </a:lnTo>
                <a:lnTo>
                  <a:pt x="3608006" y="305092"/>
                </a:lnTo>
                <a:lnTo>
                  <a:pt x="3597605" y="333324"/>
                </a:lnTo>
                <a:lnTo>
                  <a:pt x="3586124" y="360222"/>
                </a:lnTo>
                <a:lnTo>
                  <a:pt x="3573208" y="385953"/>
                </a:lnTo>
                <a:lnTo>
                  <a:pt x="3582098" y="388505"/>
                </a:lnTo>
                <a:lnTo>
                  <a:pt x="3590556" y="391477"/>
                </a:lnTo>
                <a:lnTo>
                  <a:pt x="3598722" y="394741"/>
                </a:lnTo>
                <a:lnTo>
                  <a:pt x="3606749" y="398145"/>
                </a:lnTo>
                <a:lnTo>
                  <a:pt x="3618979" y="369620"/>
                </a:lnTo>
                <a:lnTo>
                  <a:pt x="3630282" y="341553"/>
                </a:lnTo>
                <a:lnTo>
                  <a:pt x="3640518" y="313918"/>
                </a:lnTo>
                <a:lnTo>
                  <a:pt x="3649421" y="286804"/>
                </a:lnTo>
                <a:close/>
              </a:path>
              <a:path w="4433570" h="438150">
                <a:moveTo>
                  <a:pt x="3829443" y="308140"/>
                </a:moveTo>
                <a:lnTo>
                  <a:pt x="3814216" y="293293"/>
                </a:lnTo>
                <a:lnTo>
                  <a:pt x="3798303" y="278612"/>
                </a:lnTo>
                <a:lnTo>
                  <a:pt x="3781552" y="264198"/>
                </a:lnTo>
                <a:lnTo>
                  <a:pt x="3763810" y="250228"/>
                </a:lnTo>
                <a:lnTo>
                  <a:pt x="3740950" y="271564"/>
                </a:lnTo>
                <a:lnTo>
                  <a:pt x="3758450" y="287299"/>
                </a:lnTo>
                <a:lnTo>
                  <a:pt x="3774668" y="302615"/>
                </a:lnTo>
                <a:lnTo>
                  <a:pt x="3790023" y="317677"/>
                </a:lnTo>
                <a:lnTo>
                  <a:pt x="3804958" y="332613"/>
                </a:lnTo>
                <a:lnTo>
                  <a:pt x="3829443" y="308140"/>
                </a:lnTo>
                <a:close/>
              </a:path>
              <a:path w="4433570" h="438150">
                <a:moveTo>
                  <a:pt x="3901071" y="317373"/>
                </a:moveTo>
                <a:lnTo>
                  <a:pt x="3890467" y="313918"/>
                </a:lnTo>
                <a:lnTo>
                  <a:pt x="3881450" y="310616"/>
                </a:lnTo>
                <a:lnTo>
                  <a:pt x="3873843" y="307632"/>
                </a:lnTo>
                <a:lnTo>
                  <a:pt x="3867543" y="305092"/>
                </a:lnTo>
                <a:lnTo>
                  <a:pt x="3865257" y="324548"/>
                </a:lnTo>
                <a:lnTo>
                  <a:pt x="3858399" y="367665"/>
                </a:lnTo>
                <a:lnTo>
                  <a:pt x="3823246" y="389001"/>
                </a:lnTo>
                <a:lnTo>
                  <a:pt x="3740950" y="389001"/>
                </a:lnTo>
                <a:lnTo>
                  <a:pt x="3728948" y="387311"/>
                </a:lnTo>
                <a:lnTo>
                  <a:pt x="3720376" y="382333"/>
                </a:lnTo>
                <a:lnTo>
                  <a:pt x="3715232" y="374218"/>
                </a:lnTo>
                <a:lnTo>
                  <a:pt x="3713518" y="363093"/>
                </a:lnTo>
                <a:lnTo>
                  <a:pt x="3713518" y="268516"/>
                </a:lnTo>
                <a:lnTo>
                  <a:pt x="3679901" y="268516"/>
                </a:lnTo>
                <a:lnTo>
                  <a:pt x="3679901" y="364617"/>
                </a:lnTo>
                <a:lnTo>
                  <a:pt x="3683343" y="389521"/>
                </a:lnTo>
                <a:lnTo>
                  <a:pt x="3693655" y="407149"/>
                </a:lnTo>
                <a:lnTo>
                  <a:pt x="3710838" y="417626"/>
                </a:lnTo>
                <a:lnTo>
                  <a:pt x="3734854" y="421106"/>
                </a:lnTo>
                <a:lnTo>
                  <a:pt x="3830967" y="421106"/>
                </a:lnTo>
                <a:lnTo>
                  <a:pt x="3852684" y="418515"/>
                </a:lnTo>
                <a:lnTo>
                  <a:pt x="3869829" y="410768"/>
                </a:lnTo>
                <a:lnTo>
                  <a:pt x="3882402" y="397878"/>
                </a:lnTo>
                <a:lnTo>
                  <a:pt x="3886339" y="389001"/>
                </a:lnTo>
                <a:lnTo>
                  <a:pt x="3890403" y="379857"/>
                </a:lnTo>
                <a:lnTo>
                  <a:pt x="3892067" y="371589"/>
                </a:lnTo>
                <a:lnTo>
                  <a:pt x="3894594" y="358330"/>
                </a:lnTo>
                <a:lnTo>
                  <a:pt x="3897680" y="340207"/>
                </a:lnTo>
                <a:lnTo>
                  <a:pt x="3901071" y="317373"/>
                </a:lnTo>
                <a:close/>
              </a:path>
              <a:path w="4433570" h="438150">
                <a:moveTo>
                  <a:pt x="3997172" y="219748"/>
                </a:moveTo>
                <a:lnTo>
                  <a:pt x="3948633" y="204533"/>
                </a:lnTo>
                <a:lnTo>
                  <a:pt x="3905453" y="184645"/>
                </a:lnTo>
                <a:lnTo>
                  <a:pt x="3867480" y="160159"/>
                </a:lnTo>
                <a:lnTo>
                  <a:pt x="3834536" y="131127"/>
                </a:lnTo>
                <a:lnTo>
                  <a:pt x="3806482" y="97637"/>
                </a:lnTo>
                <a:lnTo>
                  <a:pt x="3986504" y="97637"/>
                </a:lnTo>
                <a:lnTo>
                  <a:pt x="3986504" y="65620"/>
                </a:lnTo>
                <a:lnTo>
                  <a:pt x="3795814" y="65620"/>
                </a:lnTo>
                <a:lnTo>
                  <a:pt x="3797782" y="51574"/>
                </a:lnTo>
                <a:lnTo>
                  <a:pt x="3799243" y="36093"/>
                </a:lnTo>
                <a:lnTo>
                  <a:pt x="3800106" y="19939"/>
                </a:lnTo>
                <a:lnTo>
                  <a:pt x="3800386" y="3048"/>
                </a:lnTo>
                <a:lnTo>
                  <a:pt x="3768382" y="3048"/>
                </a:lnTo>
                <a:lnTo>
                  <a:pt x="3768077" y="20586"/>
                </a:lnTo>
                <a:lnTo>
                  <a:pt x="3767048" y="36664"/>
                </a:lnTo>
                <a:lnTo>
                  <a:pt x="3765169" y="51574"/>
                </a:lnTo>
                <a:lnTo>
                  <a:pt x="3762286" y="65620"/>
                </a:lnTo>
                <a:lnTo>
                  <a:pt x="3582365" y="65620"/>
                </a:lnTo>
                <a:lnTo>
                  <a:pt x="3582365" y="97637"/>
                </a:lnTo>
                <a:lnTo>
                  <a:pt x="3753142" y="97637"/>
                </a:lnTo>
                <a:lnTo>
                  <a:pt x="3734092" y="127660"/>
                </a:lnTo>
                <a:lnTo>
                  <a:pt x="3706101" y="155409"/>
                </a:lnTo>
                <a:lnTo>
                  <a:pt x="3669030" y="180809"/>
                </a:lnTo>
                <a:lnTo>
                  <a:pt x="3622751" y="203796"/>
                </a:lnTo>
                <a:lnTo>
                  <a:pt x="3567112" y="224320"/>
                </a:lnTo>
                <a:lnTo>
                  <a:pt x="3573424" y="233197"/>
                </a:lnTo>
                <a:lnTo>
                  <a:pt x="3578733" y="241655"/>
                </a:lnTo>
                <a:lnTo>
                  <a:pt x="3583190" y="249821"/>
                </a:lnTo>
                <a:lnTo>
                  <a:pt x="3586937" y="257848"/>
                </a:lnTo>
                <a:lnTo>
                  <a:pt x="3625837" y="242404"/>
                </a:lnTo>
                <a:lnTo>
                  <a:pt x="3660470" y="225831"/>
                </a:lnTo>
                <a:lnTo>
                  <a:pt x="3691128" y="208076"/>
                </a:lnTo>
                <a:lnTo>
                  <a:pt x="3718090" y="189166"/>
                </a:lnTo>
                <a:lnTo>
                  <a:pt x="3737572" y="203974"/>
                </a:lnTo>
                <a:lnTo>
                  <a:pt x="3755047" y="218363"/>
                </a:lnTo>
                <a:lnTo>
                  <a:pt x="3785146" y="244132"/>
                </a:lnTo>
                <a:lnTo>
                  <a:pt x="3808006" y="218224"/>
                </a:lnTo>
                <a:lnTo>
                  <a:pt x="3791737" y="205828"/>
                </a:lnTo>
                <a:lnTo>
                  <a:pt x="3775049" y="193751"/>
                </a:lnTo>
                <a:lnTo>
                  <a:pt x="3768598" y="189166"/>
                </a:lnTo>
                <a:lnTo>
                  <a:pt x="3758069" y="181686"/>
                </a:lnTo>
                <a:lnTo>
                  <a:pt x="3740950" y="169354"/>
                </a:lnTo>
                <a:lnTo>
                  <a:pt x="3753815" y="156260"/>
                </a:lnTo>
                <a:lnTo>
                  <a:pt x="3764953" y="142303"/>
                </a:lnTo>
                <a:lnTo>
                  <a:pt x="3774389" y="127774"/>
                </a:lnTo>
                <a:lnTo>
                  <a:pt x="3782098" y="112966"/>
                </a:lnTo>
                <a:lnTo>
                  <a:pt x="3809377" y="149352"/>
                </a:lnTo>
                <a:lnTo>
                  <a:pt x="3841953" y="181660"/>
                </a:lnTo>
                <a:lnTo>
                  <a:pt x="3879951" y="209804"/>
                </a:lnTo>
                <a:lnTo>
                  <a:pt x="3923512" y="233705"/>
                </a:lnTo>
                <a:lnTo>
                  <a:pt x="3972788" y="253276"/>
                </a:lnTo>
                <a:lnTo>
                  <a:pt x="3978529" y="244386"/>
                </a:lnTo>
                <a:lnTo>
                  <a:pt x="3984409" y="235940"/>
                </a:lnTo>
                <a:lnTo>
                  <a:pt x="3990581" y="227761"/>
                </a:lnTo>
                <a:lnTo>
                  <a:pt x="3997172" y="219748"/>
                </a:lnTo>
                <a:close/>
              </a:path>
              <a:path w="4433570" h="438150">
                <a:moveTo>
                  <a:pt x="4001744" y="355473"/>
                </a:moveTo>
                <a:lnTo>
                  <a:pt x="3983444" y="332879"/>
                </a:lnTo>
                <a:lnTo>
                  <a:pt x="3965117" y="310845"/>
                </a:lnTo>
                <a:lnTo>
                  <a:pt x="3946804" y="289382"/>
                </a:lnTo>
                <a:lnTo>
                  <a:pt x="3928503" y="268516"/>
                </a:lnTo>
                <a:lnTo>
                  <a:pt x="3902595" y="288328"/>
                </a:lnTo>
                <a:lnTo>
                  <a:pt x="3921468" y="310349"/>
                </a:lnTo>
                <a:lnTo>
                  <a:pt x="3939362" y="332790"/>
                </a:lnTo>
                <a:lnTo>
                  <a:pt x="3956405" y="355473"/>
                </a:lnTo>
                <a:lnTo>
                  <a:pt x="3972788" y="378333"/>
                </a:lnTo>
                <a:lnTo>
                  <a:pt x="4001744" y="355473"/>
                </a:lnTo>
                <a:close/>
              </a:path>
              <a:path w="4433570" h="438150">
                <a:moveTo>
                  <a:pt x="4190822" y="45808"/>
                </a:moveTo>
                <a:lnTo>
                  <a:pt x="4026128" y="45808"/>
                </a:lnTo>
                <a:lnTo>
                  <a:pt x="4026128" y="77812"/>
                </a:lnTo>
                <a:lnTo>
                  <a:pt x="4090136" y="77812"/>
                </a:lnTo>
                <a:lnTo>
                  <a:pt x="4076725" y="124447"/>
                </a:lnTo>
                <a:lnTo>
                  <a:pt x="4059466" y="168211"/>
                </a:lnTo>
                <a:lnTo>
                  <a:pt x="4038485" y="209118"/>
                </a:lnTo>
                <a:lnTo>
                  <a:pt x="4013936" y="247167"/>
                </a:lnTo>
                <a:lnTo>
                  <a:pt x="4019575" y="255790"/>
                </a:lnTo>
                <a:lnTo>
                  <a:pt x="4024795" y="263563"/>
                </a:lnTo>
                <a:lnTo>
                  <a:pt x="4029151" y="270751"/>
                </a:lnTo>
                <a:lnTo>
                  <a:pt x="4032224" y="277660"/>
                </a:lnTo>
                <a:lnTo>
                  <a:pt x="4038841" y="268516"/>
                </a:lnTo>
                <a:lnTo>
                  <a:pt x="4051516" y="250228"/>
                </a:lnTo>
                <a:lnTo>
                  <a:pt x="4058132" y="241071"/>
                </a:lnTo>
                <a:lnTo>
                  <a:pt x="4058132" y="424154"/>
                </a:lnTo>
                <a:lnTo>
                  <a:pt x="4088612" y="424154"/>
                </a:lnTo>
                <a:lnTo>
                  <a:pt x="4088612" y="387477"/>
                </a:lnTo>
                <a:lnTo>
                  <a:pt x="4143578" y="387477"/>
                </a:lnTo>
                <a:lnTo>
                  <a:pt x="4143578" y="417957"/>
                </a:lnTo>
                <a:lnTo>
                  <a:pt x="4174058" y="417957"/>
                </a:lnTo>
                <a:lnTo>
                  <a:pt x="4174058" y="387477"/>
                </a:lnTo>
                <a:lnTo>
                  <a:pt x="4174058" y="358521"/>
                </a:lnTo>
                <a:lnTo>
                  <a:pt x="4174058" y="210502"/>
                </a:lnTo>
                <a:lnTo>
                  <a:pt x="4174058" y="180022"/>
                </a:lnTo>
                <a:lnTo>
                  <a:pt x="4143578" y="180022"/>
                </a:lnTo>
                <a:lnTo>
                  <a:pt x="4143578" y="210502"/>
                </a:lnTo>
                <a:lnTo>
                  <a:pt x="4143578" y="358521"/>
                </a:lnTo>
                <a:lnTo>
                  <a:pt x="4088612" y="358521"/>
                </a:lnTo>
                <a:lnTo>
                  <a:pt x="4088612" y="241071"/>
                </a:lnTo>
                <a:lnTo>
                  <a:pt x="4088612" y="210502"/>
                </a:lnTo>
                <a:lnTo>
                  <a:pt x="4143578" y="210502"/>
                </a:lnTo>
                <a:lnTo>
                  <a:pt x="4143578" y="180022"/>
                </a:lnTo>
                <a:lnTo>
                  <a:pt x="4090136" y="180022"/>
                </a:lnTo>
                <a:lnTo>
                  <a:pt x="4100169" y="155714"/>
                </a:lnTo>
                <a:lnTo>
                  <a:pt x="4109466" y="130670"/>
                </a:lnTo>
                <a:lnTo>
                  <a:pt x="4117873" y="104762"/>
                </a:lnTo>
                <a:lnTo>
                  <a:pt x="4125290" y="77812"/>
                </a:lnTo>
                <a:lnTo>
                  <a:pt x="4190822" y="77812"/>
                </a:lnTo>
                <a:lnTo>
                  <a:pt x="4190822" y="45808"/>
                </a:lnTo>
                <a:close/>
              </a:path>
              <a:path w="4433570" h="438150">
                <a:moveTo>
                  <a:pt x="4376839" y="297472"/>
                </a:moveTo>
                <a:lnTo>
                  <a:pt x="4192346" y="297472"/>
                </a:lnTo>
                <a:lnTo>
                  <a:pt x="4192346" y="329565"/>
                </a:lnTo>
                <a:lnTo>
                  <a:pt x="4376839" y="329565"/>
                </a:lnTo>
                <a:lnTo>
                  <a:pt x="4376839" y="297472"/>
                </a:lnTo>
                <a:close/>
              </a:path>
              <a:path w="4433570" h="438150">
                <a:moveTo>
                  <a:pt x="4433328" y="205930"/>
                </a:moveTo>
                <a:lnTo>
                  <a:pt x="4387608" y="205930"/>
                </a:lnTo>
                <a:lnTo>
                  <a:pt x="4405896" y="30568"/>
                </a:lnTo>
                <a:lnTo>
                  <a:pt x="4207586" y="30568"/>
                </a:lnTo>
                <a:lnTo>
                  <a:pt x="4207586" y="62572"/>
                </a:lnTo>
                <a:lnTo>
                  <a:pt x="4369219" y="62572"/>
                </a:lnTo>
                <a:lnTo>
                  <a:pt x="4353979" y="205930"/>
                </a:lnTo>
                <a:lnTo>
                  <a:pt x="4251871" y="205930"/>
                </a:lnTo>
                <a:lnTo>
                  <a:pt x="4262539" y="77812"/>
                </a:lnTo>
                <a:lnTo>
                  <a:pt x="4228922" y="77812"/>
                </a:lnTo>
                <a:lnTo>
                  <a:pt x="4215206" y="238023"/>
                </a:lnTo>
                <a:lnTo>
                  <a:pt x="4398276" y="238023"/>
                </a:lnTo>
                <a:lnTo>
                  <a:pt x="4397133" y="270954"/>
                </a:lnTo>
                <a:lnTo>
                  <a:pt x="4394962" y="326339"/>
                </a:lnTo>
                <a:lnTo>
                  <a:pt x="4390555" y="371475"/>
                </a:lnTo>
                <a:lnTo>
                  <a:pt x="4357027" y="392049"/>
                </a:lnTo>
                <a:lnTo>
                  <a:pt x="4341888" y="391782"/>
                </a:lnTo>
                <a:lnTo>
                  <a:pt x="4326166" y="391096"/>
                </a:lnTo>
                <a:lnTo>
                  <a:pt x="4293019" y="389001"/>
                </a:lnTo>
                <a:lnTo>
                  <a:pt x="4294403" y="398119"/>
                </a:lnTo>
                <a:lnTo>
                  <a:pt x="4296067" y="407111"/>
                </a:lnTo>
                <a:lnTo>
                  <a:pt x="4297731" y="415836"/>
                </a:lnTo>
                <a:lnTo>
                  <a:pt x="4299115" y="424154"/>
                </a:lnTo>
                <a:lnTo>
                  <a:pt x="4316857" y="425030"/>
                </a:lnTo>
                <a:lnTo>
                  <a:pt x="4333595" y="425488"/>
                </a:lnTo>
                <a:lnTo>
                  <a:pt x="4364647" y="425678"/>
                </a:lnTo>
                <a:lnTo>
                  <a:pt x="4390758" y="421627"/>
                </a:lnTo>
                <a:lnTo>
                  <a:pt x="4409694" y="409435"/>
                </a:lnTo>
                <a:lnTo>
                  <a:pt x="4419917" y="392049"/>
                </a:lnTo>
                <a:lnTo>
                  <a:pt x="4421746" y="388950"/>
                </a:lnTo>
                <a:lnTo>
                  <a:pt x="4427232" y="360045"/>
                </a:lnTo>
                <a:lnTo>
                  <a:pt x="4428477" y="329565"/>
                </a:lnTo>
                <a:lnTo>
                  <a:pt x="4430280" y="289306"/>
                </a:lnTo>
                <a:lnTo>
                  <a:pt x="4431944" y="249123"/>
                </a:lnTo>
                <a:lnTo>
                  <a:pt x="4433328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418844" y="5126735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755165" y="4969764"/>
            <a:ext cx="674370" cy="329565"/>
          </a:xfrm>
          <a:custGeom>
            <a:avLst/>
            <a:gdLst/>
            <a:ahLst/>
            <a:cxnLst/>
            <a:rect l="l" t="t" r="r" b="b"/>
            <a:pathLst>
              <a:path w="674369" h="329564">
                <a:moveTo>
                  <a:pt x="169265" y="250126"/>
                </a:moveTo>
                <a:lnTo>
                  <a:pt x="32004" y="250126"/>
                </a:lnTo>
                <a:lnTo>
                  <a:pt x="32004" y="242506"/>
                </a:lnTo>
                <a:lnTo>
                  <a:pt x="54483" y="204406"/>
                </a:lnTo>
                <a:lnTo>
                  <a:pt x="97536" y="172402"/>
                </a:lnTo>
                <a:lnTo>
                  <a:pt x="105041" y="166674"/>
                </a:lnTo>
                <a:lnTo>
                  <a:pt x="135356" y="139357"/>
                </a:lnTo>
                <a:lnTo>
                  <a:pt x="154025" y="102209"/>
                </a:lnTo>
                <a:lnTo>
                  <a:pt x="156019" y="95973"/>
                </a:lnTo>
                <a:lnTo>
                  <a:pt x="157454" y="88874"/>
                </a:lnTo>
                <a:lnTo>
                  <a:pt x="158305" y="81203"/>
                </a:lnTo>
                <a:lnTo>
                  <a:pt x="158597" y="73253"/>
                </a:lnTo>
                <a:lnTo>
                  <a:pt x="158064" y="64617"/>
                </a:lnTo>
                <a:lnTo>
                  <a:pt x="140919" y="23177"/>
                </a:lnTo>
                <a:lnTo>
                  <a:pt x="103466" y="2578"/>
                </a:lnTo>
                <a:lnTo>
                  <a:pt x="79248" y="0"/>
                </a:lnTo>
                <a:lnTo>
                  <a:pt x="68122" y="317"/>
                </a:lnTo>
                <a:lnTo>
                  <a:pt x="24574" y="14859"/>
                </a:lnTo>
                <a:lnTo>
                  <a:pt x="10668" y="25908"/>
                </a:lnTo>
                <a:lnTo>
                  <a:pt x="10668" y="59537"/>
                </a:lnTo>
                <a:lnTo>
                  <a:pt x="24384" y="45720"/>
                </a:lnTo>
                <a:lnTo>
                  <a:pt x="30480" y="42672"/>
                </a:lnTo>
                <a:lnTo>
                  <a:pt x="35052" y="38100"/>
                </a:lnTo>
                <a:lnTo>
                  <a:pt x="41148" y="35052"/>
                </a:lnTo>
                <a:lnTo>
                  <a:pt x="45720" y="32004"/>
                </a:lnTo>
                <a:lnTo>
                  <a:pt x="70104" y="25908"/>
                </a:lnTo>
                <a:lnTo>
                  <a:pt x="82296" y="25908"/>
                </a:lnTo>
                <a:lnTo>
                  <a:pt x="120497" y="47244"/>
                </a:lnTo>
                <a:lnTo>
                  <a:pt x="122021" y="54965"/>
                </a:lnTo>
                <a:lnTo>
                  <a:pt x="125069" y="61061"/>
                </a:lnTo>
                <a:lnTo>
                  <a:pt x="126593" y="67157"/>
                </a:lnTo>
                <a:lnTo>
                  <a:pt x="126593" y="76301"/>
                </a:lnTo>
                <a:lnTo>
                  <a:pt x="126593" y="83921"/>
                </a:lnTo>
                <a:lnTo>
                  <a:pt x="125069" y="91541"/>
                </a:lnTo>
                <a:lnTo>
                  <a:pt x="122021" y="103733"/>
                </a:lnTo>
                <a:lnTo>
                  <a:pt x="118973" y="111353"/>
                </a:lnTo>
                <a:lnTo>
                  <a:pt x="114300" y="117449"/>
                </a:lnTo>
                <a:lnTo>
                  <a:pt x="111252" y="123545"/>
                </a:lnTo>
                <a:lnTo>
                  <a:pt x="105156" y="129641"/>
                </a:lnTo>
                <a:lnTo>
                  <a:pt x="99060" y="137261"/>
                </a:lnTo>
                <a:lnTo>
                  <a:pt x="93967" y="141859"/>
                </a:lnTo>
                <a:lnTo>
                  <a:pt x="74676" y="157073"/>
                </a:lnTo>
                <a:lnTo>
                  <a:pt x="55435" y="172021"/>
                </a:lnTo>
                <a:lnTo>
                  <a:pt x="39624" y="184594"/>
                </a:lnTo>
                <a:lnTo>
                  <a:pt x="32194" y="190334"/>
                </a:lnTo>
                <a:lnTo>
                  <a:pt x="25908" y="196215"/>
                </a:lnTo>
                <a:lnTo>
                  <a:pt x="20764" y="202387"/>
                </a:lnTo>
                <a:lnTo>
                  <a:pt x="16764" y="208978"/>
                </a:lnTo>
                <a:lnTo>
                  <a:pt x="12484" y="214934"/>
                </a:lnTo>
                <a:lnTo>
                  <a:pt x="266" y="256552"/>
                </a:lnTo>
                <a:lnTo>
                  <a:pt x="0" y="265468"/>
                </a:lnTo>
                <a:lnTo>
                  <a:pt x="0" y="279184"/>
                </a:lnTo>
                <a:lnTo>
                  <a:pt x="169265" y="279184"/>
                </a:lnTo>
                <a:lnTo>
                  <a:pt x="169265" y="250126"/>
                </a:lnTo>
                <a:close/>
              </a:path>
              <a:path w="674369" h="329564">
                <a:moveTo>
                  <a:pt x="384238" y="140309"/>
                </a:moveTo>
                <a:lnTo>
                  <a:pt x="378828" y="79133"/>
                </a:lnTo>
                <a:lnTo>
                  <a:pt x="362712" y="35255"/>
                </a:lnTo>
                <a:lnTo>
                  <a:pt x="353263" y="25908"/>
                </a:lnTo>
                <a:lnTo>
                  <a:pt x="352234" y="24892"/>
                </a:lnTo>
                <a:lnTo>
                  <a:pt x="352234" y="143357"/>
                </a:lnTo>
                <a:lnTo>
                  <a:pt x="348780" y="192532"/>
                </a:lnTo>
                <a:lnTo>
                  <a:pt x="338328" y="227838"/>
                </a:lnTo>
                <a:lnTo>
                  <a:pt x="320725" y="249110"/>
                </a:lnTo>
                <a:lnTo>
                  <a:pt x="295846" y="256235"/>
                </a:lnTo>
                <a:lnTo>
                  <a:pt x="270713" y="249351"/>
                </a:lnTo>
                <a:lnTo>
                  <a:pt x="252552" y="228600"/>
                </a:lnTo>
                <a:lnTo>
                  <a:pt x="241541" y="193827"/>
                </a:lnTo>
                <a:lnTo>
                  <a:pt x="237959" y="146405"/>
                </a:lnTo>
                <a:lnTo>
                  <a:pt x="237947" y="143357"/>
                </a:lnTo>
                <a:lnTo>
                  <a:pt x="241566" y="92862"/>
                </a:lnTo>
                <a:lnTo>
                  <a:pt x="252742" y="55676"/>
                </a:lnTo>
                <a:lnTo>
                  <a:pt x="271348" y="33362"/>
                </a:lnTo>
                <a:lnTo>
                  <a:pt x="297370" y="25908"/>
                </a:lnTo>
                <a:lnTo>
                  <a:pt x="321373" y="33337"/>
                </a:lnTo>
                <a:lnTo>
                  <a:pt x="338518" y="55486"/>
                </a:lnTo>
                <a:lnTo>
                  <a:pt x="348805" y="92214"/>
                </a:lnTo>
                <a:lnTo>
                  <a:pt x="352234" y="143357"/>
                </a:lnTo>
                <a:lnTo>
                  <a:pt x="352234" y="24892"/>
                </a:lnTo>
                <a:lnTo>
                  <a:pt x="336016" y="8839"/>
                </a:lnTo>
                <a:lnTo>
                  <a:pt x="298894" y="0"/>
                </a:lnTo>
                <a:lnTo>
                  <a:pt x="287769" y="571"/>
                </a:lnTo>
                <a:lnTo>
                  <a:pt x="250621" y="14287"/>
                </a:lnTo>
                <a:lnTo>
                  <a:pt x="224790" y="47193"/>
                </a:lnTo>
                <a:lnTo>
                  <a:pt x="211924" y="83921"/>
                </a:lnTo>
                <a:lnTo>
                  <a:pt x="206362" y="129565"/>
                </a:lnTo>
                <a:lnTo>
                  <a:pt x="205828" y="146405"/>
                </a:lnTo>
                <a:lnTo>
                  <a:pt x="206362" y="162801"/>
                </a:lnTo>
                <a:lnTo>
                  <a:pt x="211924" y="204419"/>
                </a:lnTo>
                <a:lnTo>
                  <a:pt x="228688" y="247091"/>
                </a:lnTo>
                <a:lnTo>
                  <a:pt x="256222" y="274612"/>
                </a:lnTo>
                <a:lnTo>
                  <a:pt x="292798" y="283756"/>
                </a:lnTo>
                <a:lnTo>
                  <a:pt x="303707" y="283159"/>
                </a:lnTo>
                <a:lnTo>
                  <a:pt x="340131" y="267931"/>
                </a:lnTo>
                <a:lnTo>
                  <a:pt x="366141" y="236080"/>
                </a:lnTo>
                <a:lnTo>
                  <a:pt x="381025" y="187337"/>
                </a:lnTo>
                <a:lnTo>
                  <a:pt x="383933" y="156959"/>
                </a:lnTo>
                <a:lnTo>
                  <a:pt x="384238" y="140309"/>
                </a:lnTo>
                <a:close/>
              </a:path>
              <a:path w="674369" h="329564">
                <a:moveTo>
                  <a:pt x="596265" y="140309"/>
                </a:moveTo>
                <a:lnTo>
                  <a:pt x="591070" y="79133"/>
                </a:lnTo>
                <a:lnTo>
                  <a:pt x="575297" y="35255"/>
                </a:lnTo>
                <a:lnTo>
                  <a:pt x="565873" y="25908"/>
                </a:lnTo>
                <a:lnTo>
                  <a:pt x="564261" y="24320"/>
                </a:lnTo>
                <a:lnTo>
                  <a:pt x="564261" y="143357"/>
                </a:lnTo>
                <a:lnTo>
                  <a:pt x="560806" y="192532"/>
                </a:lnTo>
                <a:lnTo>
                  <a:pt x="550341" y="227838"/>
                </a:lnTo>
                <a:lnTo>
                  <a:pt x="532714" y="249110"/>
                </a:lnTo>
                <a:lnTo>
                  <a:pt x="507771" y="256235"/>
                </a:lnTo>
                <a:lnTo>
                  <a:pt x="482650" y="249351"/>
                </a:lnTo>
                <a:lnTo>
                  <a:pt x="464527" y="228600"/>
                </a:lnTo>
                <a:lnTo>
                  <a:pt x="453555" y="193827"/>
                </a:lnTo>
                <a:lnTo>
                  <a:pt x="449986" y="146405"/>
                </a:lnTo>
                <a:lnTo>
                  <a:pt x="449973" y="143357"/>
                </a:lnTo>
                <a:lnTo>
                  <a:pt x="453580" y="92862"/>
                </a:lnTo>
                <a:lnTo>
                  <a:pt x="464718" y="55676"/>
                </a:lnTo>
                <a:lnTo>
                  <a:pt x="483298" y="33362"/>
                </a:lnTo>
                <a:lnTo>
                  <a:pt x="509295" y="25908"/>
                </a:lnTo>
                <a:lnTo>
                  <a:pt x="533361" y="33337"/>
                </a:lnTo>
                <a:lnTo>
                  <a:pt x="550532" y="55486"/>
                </a:lnTo>
                <a:lnTo>
                  <a:pt x="560832" y="92214"/>
                </a:lnTo>
                <a:lnTo>
                  <a:pt x="564261" y="143357"/>
                </a:lnTo>
                <a:lnTo>
                  <a:pt x="564261" y="24320"/>
                </a:lnTo>
                <a:lnTo>
                  <a:pt x="548652" y="8839"/>
                </a:lnTo>
                <a:lnTo>
                  <a:pt x="510819" y="0"/>
                </a:lnTo>
                <a:lnTo>
                  <a:pt x="499706" y="571"/>
                </a:lnTo>
                <a:lnTo>
                  <a:pt x="462610" y="14287"/>
                </a:lnTo>
                <a:lnTo>
                  <a:pt x="436816" y="47193"/>
                </a:lnTo>
                <a:lnTo>
                  <a:pt x="423951" y="83921"/>
                </a:lnTo>
                <a:lnTo>
                  <a:pt x="418388" y="129565"/>
                </a:lnTo>
                <a:lnTo>
                  <a:pt x="417855" y="146405"/>
                </a:lnTo>
                <a:lnTo>
                  <a:pt x="418388" y="162801"/>
                </a:lnTo>
                <a:lnTo>
                  <a:pt x="423951" y="204419"/>
                </a:lnTo>
                <a:lnTo>
                  <a:pt x="440715" y="247091"/>
                </a:lnTo>
                <a:lnTo>
                  <a:pt x="468147" y="274612"/>
                </a:lnTo>
                <a:lnTo>
                  <a:pt x="504723" y="283756"/>
                </a:lnTo>
                <a:lnTo>
                  <a:pt x="515645" y="283159"/>
                </a:lnTo>
                <a:lnTo>
                  <a:pt x="552183" y="267931"/>
                </a:lnTo>
                <a:lnTo>
                  <a:pt x="578815" y="236080"/>
                </a:lnTo>
                <a:lnTo>
                  <a:pt x="593051" y="187337"/>
                </a:lnTo>
                <a:lnTo>
                  <a:pt x="595960" y="156959"/>
                </a:lnTo>
                <a:lnTo>
                  <a:pt x="596265" y="140309"/>
                </a:lnTo>
                <a:close/>
              </a:path>
              <a:path w="674369" h="329564">
                <a:moveTo>
                  <a:pt x="674090" y="234886"/>
                </a:moveTo>
                <a:lnTo>
                  <a:pt x="643509" y="234886"/>
                </a:lnTo>
                <a:lnTo>
                  <a:pt x="620649" y="329476"/>
                </a:lnTo>
                <a:lnTo>
                  <a:pt x="643509" y="329476"/>
                </a:lnTo>
                <a:lnTo>
                  <a:pt x="674090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584799" y="4969764"/>
            <a:ext cx="158750" cy="283845"/>
          </a:xfrm>
          <a:custGeom>
            <a:avLst/>
            <a:gdLst/>
            <a:ahLst/>
            <a:cxnLst/>
            <a:rect l="l" t="t" r="r" b="b"/>
            <a:pathLst>
              <a:path w="158750" h="283845">
                <a:moveTo>
                  <a:pt x="62484" y="283749"/>
                </a:moveTo>
                <a:lnTo>
                  <a:pt x="43934" y="282654"/>
                </a:lnTo>
                <a:lnTo>
                  <a:pt x="27241" y="279558"/>
                </a:lnTo>
                <a:lnTo>
                  <a:pt x="12549" y="274748"/>
                </a:lnTo>
                <a:lnTo>
                  <a:pt x="0" y="268509"/>
                </a:lnTo>
                <a:lnTo>
                  <a:pt x="0" y="234886"/>
                </a:lnTo>
                <a:lnTo>
                  <a:pt x="14287" y="244006"/>
                </a:lnTo>
                <a:lnTo>
                  <a:pt x="29718" y="250698"/>
                </a:lnTo>
                <a:lnTo>
                  <a:pt x="46291" y="254817"/>
                </a:lnTo>
                <a:lnTo>
                  <a:pt x="64008" y="256222"/>
                </a:lnTo>
                <a:lnTo>
                  <a:pt x="70842" y="255960"/>
                </a:lnTo>
                <a:lnTo>
                  <a:pt x="115824" y="237934"/>
                </a:lnTo>
                <a:lnTo>
                  <a:pt x="126587" y="212026"/>
                </a:lnTo>
                <a:lnTo>
                  <a:pt x="126587" y="204406"/>
                </a:lnTo>
                <a:lnTo>
                  <a:pt x="121952" y="180388"/>
                </a:lnTo>
                <a:lnTo>
                  <a:pt x="107870" y="163210"/>
                </a:lnTo>
                <a:lnTo>
                  <a:pt x="84073" y="152891"/>
                </a:lnTo>
                <a:lnTo>
                  <a:pt x="50292" y="149447"/>
                </a:lnTo>
                <a:lnTo>
                  <a:pt x="27432" y="149447"/>
                </a:lnTo>
                <a:lnTo>
                  <a:pt x="27432" y="123539"/>
                </a:lnTo>
                <a:lnTo>
                  <a:pt x="48768" y="123539"/>
                </a:lnTo>
                <a:lnTo>
                  <a:pt x="78771" y="120396"/>
                </a:lnTo>
                <a:lnTo>
                  <a:pt x="100203" y="110966"/>
                </a:lnTo>
                <a:lnTo>
                  <a:pt x="113061" y="95250"/>
                </a:lnTo>
                <a:lnTo>
                  <a:pt x="117348" y="73247"/>
                </a:lnTo>
                <a:lnTo>
                  <a:pt x="113966" y="52308"/>
                </a:lnTo>
                <a:lnTo>
                  <a:pt x="104013" y="37540"/>
                </a:lnTo>
                <a:lnTo>
                  <a:pt x="87772" y="28790"/>
                </a:lnTo>
                <a:lnTo>
                  <a:pt x="65532" y="25908"/>
                </a:lnTo>
                <a:lnTo>
                  <a:pt x="50958" y="27074"/>
                </a:lnTo>
                <a:lnTo>
                  <a:pt x="36957" y="30670"/>
                </a:lnTo>
                <a:lnTo>
                  <a:pt x="23526" y="36837"/>
                </a:lnTo>
                <a:lnTo>
                  <a:pt x="10668" y="45720"/>
                </a:lnTo>
                <a:lnTo>
                  <a:pt x="10668" y="15240"/>
                </a:lnTo>
                <a:lnTo>
                  <a:pt x="24717" y="8358"/>
                </a:lnTo>
                <a:lnTo>
                  <a:pt x="39624" y="3619"/>
                </a:lnTo>
                <a:lnTo>
                  <a:pt x="55673" y="881"/>
                </a:lnTo>
                <a:lnTo>
                  <a:pt x="73152" y="0"/>
                </a:lnTo>
                <a:lnTo>
                  <a:pt x="81772" y="285"/>
                </a:lnTo>
                <a:lnTo>
                  <a:pt x="123214" y="14001"/>
                </a:lnTo>
                <a:lnTo>
                  <a:pt x="128111" y="18288"/>
                </a:lnTo>
                <a:lnTo>
                  <a:pt x="134207" y="22860"/>
                </a:lnTo>
                <a:lnTo>
                  <a:pt x="140303" y="30480"/>
                </a:lnTo>
                <a:lnTo>
                  <a:pt x="143351" y="38100"/>
                </a:lnTo>
                <a:lnTo>
                  <a:pt x="146232" y="44758"/>
                </a:lnTo>
                <a:lnTo>
                  <a:pt x="148113" y="51292"/>
                </a:lnTo>
                <a:lnTo>
                  <a:pt x="149137" y="58111"/>
                </a:lnTo>
                <a:lnTo>
                  <a:pt x="149447" y="65627"/>
                </a:lnTo>
                <a:lnTo>
                  <a:pt x="146016" y="89844"/>
                </a:lnTo>
                <a:lnTo>
                  <a:pt x="135719" y="109632"/>
                </a:lnTo>
                <a:lnTo>
                  <a:pt x="118546" y="124563"/>
                </a:lnTo>
                <a:lnTo>
                  <a:pt x="94488" y="134207"/>
                </a:lnTo>
                <a:lnTo>
                  <a:pt x="94488" y="135731"/>
                </a:lnTo>
                <a:lnTo>
                  <a:pt x="140303" y="155543"/>
                </a:lnTo>
                <a:lnTo>
                  <a:pt x="158305" y="194524"/>
                </a:lnTo>
                <a:lnTo>
                  <a:pt x="158591" y="201358"/>
                </a:lnTo>
                <a:lnTo>
                  <a:pt x="158281" y="210240"/>
                </a:lnTo>
                <a:lnTo>
                  <a:pt x="143732" y="248412"/>
                </a:lnTo>
                <a:lnTo>
                  <a:pt x="110743" y="274175"/>
                </a:lnTo>
                <a:lnTo>
                  <a:pt x="72747" y="283225"/>
                </a:lnTo>
                <a:lnTo>
                  <a:pt x="62484" y="2837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2789212" y="4969764"/>
            <a:ext cx="466725" cy="329565"/>
          </a:xfrm>
          <a:custGeom>
            <a:avLst/>
            <a:gdLst/>
            <a:ahLst/>
            <a:cxnLst/>
            <a:rect l="l" t="t" r="r" b="b"/>
            <a:pathLst>
              <a:path w="466725" h="329564">
                <a:moveTo>
                  <a:pt x="178295" y="140309"/>
                </a:moveTo>
                <a:lnTo>
                  <a:pt x="172885" y="79133"/>
                </a:lnTo>
                <a:lnTo>
                  <a:pt x="156768" y="35255"/>
                </a:lnTo>
                <a:lnTo>
                  <a:pt x="147320" y="25908"/>
                </a:lnTo>
                <a:lnTo>
                  <a:pt x="146291" y="24892"/>
                </a:lnTo>
                <a:lnTo>
                  <a:pt x="146291" y="143357"/>
                </a:lnTo>
                <a:lnTo>
                  <a:pt x="142836" y="192532"/>
                </a:lnTo>
                <a:lnTo>
                  <a:pt x="132384" y="227838"/>
                </a:lnTo>
                <a:lnTo>
                  <a:pt x="114782" y="249110"/>
                </a:lnTo>
                <a:lnTo>
                  <a:pt x="89903" y="256235"/>
                </a:lnTo>
                <a:lnTo>
                  <a:pt x="64731" y="249351"/>
                </a:lnTo>
                <a:lnTo>
                  <a:pt x="46570" y="228600"/>
                </a:lnTo>
                <a:lnTo>
                  <a:pt x="35585" y="193827"/>
                </a:lnTo>
                <a:lnTo>
                  <a:pt x="32016" y="146405"/>
                </a:lnTo>
                <a:lnTo>
                  <a:pt x="32004" y="143357"/>
                </a:lnTo>
                <a:lnTo>
                  <a:pt x="35610" y="92862"/>
                </a:lnTo>
                <a:lnTo>
                  <a:pt x="46761" y="55676"/>
                </a:lnTo>
                <a:lnTo>
                  <a:pt x="65366" y="33362"/>
                </a:lnTo>
                <a:lnTo>
                  <a:pt x="91427" y="25908"/>
                </a:lnTo>
                <a:lnTo>
                  <a:pt x="115430" y="33337"/>
                </a:lnTo>
                <a:lnTo>
                  <a:pt x="132575" y="55486"/>
                </a:lnTo>
                <a:lnTo>
                  <a:pt x="142862" y="92214"/>
                </a:lnTo>
                <a:lnTo>
                  <a:pt x="146291" y="143357"/>
                </a:lnTo>
                <a:lnTo>
                  <a:pt x="146291" y="24892"/>
                </a:lnTo>
                <a:lnTo>
                  <a:pt x="130073" y="8839"/>
                </a:lnTo>
                <a:lnTo>
                  <a:pt x="92951" y="0"/>
                </a:lnTo>
                <a:lnTo>
                  <a:pt x="81826" y="571"/>
                </a:lnTo>
                <a:lnTo>
                  <a:pt x="44678" y="14287"/>
                </a:lnTo>
                <a:lnTo>
                  <a:pt x="18199" y="47193"/>
                </a:lnTo>
                <a:lnTo>
                  <a:pt x="5981" y="83921"/>
                </a:lnTo>
                <a:lnTo>
                  <a:pt x="203" y="129565"/>
                </a:lnTo>
                <a:lnTo>
                  <a:pt x="0" y="140309"/>
                </a:lnTo>
                <a:lnTo>
                  <a:pt x="88" y="156959"/>
                </a:lnTo>
                <a:lnTo>
                  <a:pt x="5981" y="204419"/>
                </a:lnTo>
                <a:lnTo>
                  <a:pt x="22745" y="247091"/>
                </a:lnTo>
                <a:lnTo>
                  <a:pt x="50177" y="274612"/>
                </a:lnTo>
                <a:lnTo>
                  <a:pt x="86855" y="283756"/>
                </a:lnTo>
                <a:lnTo>
                  <a:pt x="97091" y="283159"/>
                </a:lnTo>
                <a:lnTo>
                  <a:pt x="133553" y="267931"/>
                </a:lnTo>
                <a:lnTo>
                  <a:pt x="159334" y="236080"/>
                </a:lnTo>
                <a:lnTo>
                  <a:pt x="175082" y="187337"/>
                </a:lnTo>
                <a:lnTo>
                  <a:pt x="177990" y="156959"/>
                </a:lnTo>
                <a:lnTo>
                  <a:pt x="178295" y="140309"/>
                </a:lnTo>
                <a:close/>
              </a:path>
              <a:path w="466725" h="329564">
                <a:moveTo>
                  <a:pt x="393369" y="186131"/>
                </a:moveTo>
                <a:lnTo>
                  <a:pt x="358317" y="186131"/>
                </a:lnTo>
                <a:lnTo>
                  <a:pt x="358317" y="51828"/>
                </a:lnTo>
                <a:lnTo>
                  <a:pt x="358317" y="4572"/>
                </a:lnTo>
                <a:lnTo>
                  <a:pt x="327736" y="4572"/>
                </a:lnTo>
                <a:lnTo>
                  <a:pt x="327736" y="51828"/>
                </a:lnTo>
                <a:lnTo>
                  <a:pt x="327736" y="186131"/>
                </a:lnTo>
                <a:lnTo>
                  <a:pt x="233248" y="186131"/>
                </a:lnTo>
                <a:lnTo>
                  <a:pt x="238061" y="179501"/>
                </a:lnTo>
                <a:lnTo>
                  <a:pt x="248259" y="166839"/>
                </a:lnTo>
                <a:lnTo>
                  <a:pt x="253060" y="160223"/>
                </a:lnTo>
                <a:lnTo>
                  <a:pt x="281660" y="122897"/>
                </a:lnTo>
                <a:lnTo>
                  <a:pt x="287540" y="114211"/>
                </a:lnTo>
                <a:lnTo>
                  <a:pt x="293712" y="105232"/>
                </a:lnTo>
                <a:lnTo>
                  <a:pt x="300304" y="96113"/>
                </a:lnTo>
                <a:lnTo>
                  <a:pt x="306311" y="85559"/>
                </a:lnTo>
                <a:lnTo>
                  <a:pt x="312877" y="74574"/>
                </a:lnTo>
                <a:lnTo>
                  <a:pt x="320027" y="63284"/>
                </a:lnTo>
                <a:lnTo>
                  <a:pt x="327736" y="51828"/>
                </a:lnTo>
                <a:lnTo>
                  <a:pt x="327736" y="4572"/>
                </a:lnTo>
                <a:lnTo>
                  <a:pt x="324688" y="4572"/>
                </a:lnTo>
                <a:lnTo>
                  <a:pt x="319595" y="15125"/>
                </a:lnTo>
                <a:lnTo>
                  <a:pt x="313639" y="26111"/>
                </a:lnTo>
                <a:lnTo>
                  <a:pt x="307124" y="37363"/>
                </a:lnTo>
                <a:lnTo>
                  <a:pt x="300304" y="48780"/>
                </a:lnTo>
                <a:lnTo>
                  <a:pt x="293192" y="61137"/>
                </a:lnTo>
                <a:lnTo>
                  <a:pt x="285635" y="73050"/>
                </a:lnTo>
                <a:lnTo>
                  <a:pt x="277812" y="84658"/>
                </a:lnTo>
                <a:lnTo>
                  <a:pt x="269824" y="96113"/>
                </a:lnTo>
                <a:lnTo>
                  <a:pt x="261569" y="108419"/>
                </a:lnTo>
                <a:lnTo>
                  <a:pt x="225628" y="154813"/>
                </a:lnTo>
                <a:lnTo>
                  <a:pt x="198196" y="187655"/>
                </a:lnTo>
                <a:lnTo>
                  <a:pt x="198196" y="213563"/>
                </a:lnTo>
                <a:lnTo>
                  <a:pt x="327736" y="213563"/>
                </a:lnTo>
                <a:lnTo>
                  <a:pt x="327736" y="279184"/>
                </a:lnTo>
                <a:lnTo>
                  <a:pt x="358317" y="279184"/>
                </a:lnTo>
                <a:lnTo>
                  <a:pt x="358317" y="213563"/>
                </a:lnTo>
                <a:lnTo>
                  <a:pt x="393369" y="213563"/>
                </a:lnTo>
                <a:lnTo>
                  <a:pt x="393369" y="186131"/>
                </a:lnTo>
                <a:close/>
              </a:path>
              <a:path w="466725" h="329564">
                <a:moveTo>
                  <a:pt x="466521" y="234886"/>
                </a:moveTo>
                <a:lnTo>
                  <a:pt x="436041" y="234886"/>
                </a:lnTo>
                <a:lnTo>
                  <a:pt x="414705" y="329476"/>
                </a:lnTo>
                <a:lnTo>
                  <a:pt x="436041" y="329476"/>
                </a:lnTo>
                <a:lnTo>
                  <a:pt x="466521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3389934" y="4969764"/>
            <a:ext cx="619760" cy="283845"/>
          </a:xfrm>
          <a:custGeom>
            <a:avLst/>
            <a:gdLst/>
            <a:ahLst/>
            <a:cxnLst/>
            <a:rect l="l" t="t" r="r" b="b"/>
            <a:pathLst>
              <a:path w="619760" h="283845">
                <a:moveTo>
                  <a:pt x="195275" y="186131"/>
                </a:moveTo>
                <a:lnTo>
                  <a:pt x="160223" y="186131"/>
                </a:lnTo>
                <a:lnTo>
                  <a:pt x="160223" y="51828"/>
                </a:lnTo>
                <a:lnTo>
                  <a:pt x="160223" y="4572"/>
                </a:lnTo>
                <a:lnTo>
                  <a:pt x="129641" y="4572"/>
                </a:lnTo>
                <a:lnTo>
                  <a:pt x="129641" y="51828"/>
                </a:lnTo>
                <a:lnTo>
                  <a:pt x="129641" y="186131"/>
                </a:lnTo>
                <a:lnTo>
                  <a:pt x="35153" y="186131"/>
                </a:lnTo>
                <a:lnTo>
                  <a:pt x="40601" y="179501"/>
                </a:lnTo>
                <a:lnTo>
                  <a:pt x="45631" y="173177"/>
                </a:lnTo>
                <a:lnTo>
                  <a:pt x="50368" y="166839"/>
                </a:lnTo>
                <a:lnTo>
                  <a:pt x="54965" y="160223"/>
                </a:lnTo>
                <a:lnTo>
                  <a:pt x="60680" y="153924"/>
                </a:lnTo>
                <a:lnTo>
                  <a:pt x="83566" y="122897"/>
                </a:lnTo>
                <a:lnTo>
                  <a:pt x="89446" y="114211"/>
                </a:lnTo>
                <a:lnTo>
                  <a:pt x="95618" y="105232"/>
                </a:lnTo>
                <a:lnTo>
                  <a:pt x="102209" y="96113"/>
                </a:lnTo>
                <a:lnTo>
                  <a:pt x="108851" y="85559"/>
                </a:lnTo>
                <a:lnTo>
                  <a:pt x="115354" y="74574"/>
                </a:lnTo>
                <a:lnTo>
                  <a:pt x="122135" y="63284"/>
                </a:lnTo>
                <a:lnTo>
                  <a:pt x="129641" y="51828"/>
                </a:lnTo>
                <a:lnTo>
                  <a:pt x="129641" y="4572"/>
                </a:lnTo>
                <a:lnTo>
                  <a:pt x="126593" y="4572"/>
                </a:lnTo>
                <a:lnTo>
                  <a:pt x="121716" y="15125"/>
                </a:lnTo>
                <a:lnTo>
                  <a:pt x="116116" y="26111"/>
                </a:lnTo>
                <a:lnTo>
                  <a:pt x="109664" y="37363"/>
                </a:lnTo>
                <a:lnTo>
                  <a:pt x="102209" y="48780"/>
                </a:lnTo>
                <a:lnTo>
                  <a:pt x="95084" y="61137"/>
                </a:lnTo>
                <a:lnTo>
                  <a:pt x="87541" y="73050"/>
                </a:lnTo>
                <a:lnTo>
                  <a:pt x="79705" y="84658"/>
                </a:lnTo>
                <a:lnTo>
                  <a:pt x="71729" y="96113"/>
                </a:lnTo>
                <a:lnTo>
                  <a:pt x="63461" y="108419"/>
                </a:lnTo>
                <a:lnTo>
                  <a:pt x="27533" y="154813"/>
                </a:lnTo>
                <a:lnTo>
                  <a:pt x="0" y="187655"/>
                </a:lnTo>
                <a:lnTo>
                  <a:pt x="0" y="213563"/>
                </a:lnTo>
                <a:lnTo>
                  <a:pt x="129641" y="213563"/>
                </a:lnTo>
                <a:lnTo>
                  <a:pt x="129641" y="279184"/>
                </a:lnTo>
                <a:lnTo>
                  <a:pt x="160223" y="279184"/>
                </a:lnTo>
                <a:lnTo>
                  <a:pt x="160223" y="213563"/>
                </a:lnTo>
                <a:lnTo>
                  <a:pt x="195275" y="213563"/>
                </a:lnTo>
                <a:lnTo>
                  <a:pt x="195275" y="186131"/>
                </a:lnTo>
                <a:close/>
              </a:path>
              <a:path w="619760" h="283845">
                <a:moveTo>
                  <a:pt x="404152" y="140309"/>
                </a:moveTo>
                <a:lnTo>
                  <a:pt x="398716" y="79133"/>
                </a:lnTo>
                <a:lnTo>
                  <a:pt x="382435" y="35255"/>
                </a:lnTo>
                <a:lnTo>
                  <a:pt x="372833" y="25908"/>
                </a:lnTo>
                <a:lnTo>
                  <a:pt x="372148" y="25247"/>
                </a:lnTo>
                <a:lnTo>
                  <a:pt x="372148" y="143357"/>
                </a:lnTo>
                <a:lnTo>
                  <a:pt x="368452" y="192532"/>
                </a:lnTo>
                <a:lnTo>
                  <a:pt x="357479" y="227838"/>
                </a:lnTo>
                <a:lnTo>
                  <a:pt x="339356" y="249110"/>
                </a:lnTo>
                <a:lnTo>
                  <a:pt x="314236" y="256235"/>
                </a:lnTo>
                <a:lnTo>
                  <a:pt x="289293" y="249351"/>
                </a:lnTo>
                <a:lnTo>
                  <a:pt x="271665" y="228600"/>
                </a:lnTo>
                <a:lnTo>
                  <a:pt x="261200" y="193827"/>
                </a:lnTo>
                <a:lnTo>
                  <a:pt x="257860" y="146405"/>
                </a:lnTo>
                <a:lnTo>
                  <a:pt x="257860" y="143357"/>
                </a:lnTo>
                <a:lnTo>
                  <a:pt x="261442" y="92862"/>
                </a:lnTo>
                <a:lnTo>
                  <a:pt x="272427" y="55676"/>
                </a:lnTo>
                <a:lnTo>
                  <a:pt x="290588" y="33362"/>
                </a:lnTo>
                <a:lnTo>
                  <a:pt x="315760" y="25908"/>
                </a:lnTo>
                <a:lnTo>
                  <a:pt x="340639" y="33337"/>
                </a:lnTo>
                <a:lnTo>
                  <a:pt x="358241" y="55486"/>
                </a:lnTo>
                <a:lnTo>
                  <a:pt x="368693" y="92214"/>
                </a:lnTo>
                <a:lnTo>
                  <a:pt x="372148" y="143357"/>
                </a:lnTo>
                <a:lnTo>
                  <a:pt x="372148" y="25247"/>
                </a:lnTo>
                <a:lnTo>
                  <a:pt x="355282" y="8839"/>
                </a:lnTo>
                <a:lnTo>
                  <a:pt x="317284" y="0"/>
                </a:lnTo>
                <a:lnTo>
                  <a:pt x="306374" y="571"/>
                </a:lnTo>
                <a:lnTo>
                  <a:pt x="269608" y="14287"/>
                </a:lnTo>
                <a:lnTo>
                  <a:pt x="243205" y="47193"/>
                </a:lnTo>
                <a:lnTo>
                  <a:pt x="231838" y="83921"/>
                </a:lnTo>
                <a:lnTo>
                  <a:pt x="226060" y="129565"/>
                </a:lnTo>
                <a:lnTo>
                  <a:pt x="225856" y="140309"/>
                </a:lnTo>
                <a:lnTo>
                  <a:pt x="225933" y="156959"/>
                </a:lnTo>
                <a:lnTo>
                  <a:pt x="230314" y="204419"/>
                </a:lnTo>
                <a:lnTo>
                  <a:pt x="247078" y="247091"/>
                </a:lnTo>
                <a:lnTo>
                  <a:pt x="274510" y="274612"/>
                </a:lnTo>
                <a:lnTo>
                  <a:pt x="311188" y="283756"/>
                </a:lnTo>
                <a:lnTo>
                  <a:pt x="322097" y="283159"/>
                </a:lnTo>
                <a:lnTo>
                  <a:pt x="358762" y="267931"/>
                </a:lnTo>
                <a:lnTo>
                  <a:pt x="385191" y="236080"/>
                </a:lnTo>
                <a:lnTo>
                  <a:pt x="400291" y="187337"/>
                </a:lnTo>
                <a:lnTo>
                  <a:pt x="403631" y="156959"/>
                </a:lnTo>
                <a:lnTo>
                  <a:pt x="404152" y="140309"/>
                </a:lnTo>
                <a:close/>
              </a:path>
              <a:path w="619760" h="283845">
                <a:moveTo>
                  <a:pt x="619226" y="186131"/>
                </a:moveTo>
                <a:lnTo>
                  <a:pt x="584174" y="186131"/>
                </a:lnTo>
                <a:lnTo>
                  <a:pt x="584174" y="51828"/>
                </a:lnTo>
                <a:lnTo>
                  <a:pt x="584174" y="4572"/>
                </a:lnTo>
                <a:lnTo>
                  <a:pt x="552069" y="4572"/>
                </a:lnTo>
                <a:lnTo>
                  <a:pt x="552069" y="51828"/>
                </a:lnTo>
                <a:lnTo>
                  <a:pt x="552069" y="186131"/>
                </a:lnTo>
                <a:lnTo>
                  <a:pt x="459105" y="186131"/>
                </a:lnTo>
                <a:lnTo>
                  <a:pt x="463702" y="179501"/>
                </a:lnTo>
                <a:lnTo>
                  <a:pt x="468439" y="173177"/>
                </a:lnTo>
                <a:lnTo>
                  <a:pt x="473468" y="166839"/>
                </a:lnTo>
                <a:lnTo>
                  <a:pt x="478917" y="160223"/>
                </a:lnTo>
                <a:lnTo>
                  <a:pt x="484403" y="153924"/>
                </a:lnTo>
                <a:lnTo>
                  <a:pt x="489585" y="146799"/>
                </a:lnTo>
                <a:lnTo>
                  <a:pt x="494779" y="139115"/>
                </a:lnTo>
                <a:lnTo>
                  <a:pt x="500253" y="131165"/>
                </a:lnTo>
                <a:lnTo>
                  <a:pt x="506857" y="122897"/>
                </a:lnTo>
                <a:lnTo>
                  <a:pt x="513016" y="114211"/>
                </a:lnTo>
                <a:lnTo>
                  <a:pt x="518909" y="105232"/>
                </a:lnTo>
                <a:lnTo>
                  <a:pt x="524637" y="96113"/>
                </a:lnTo>
                <a:lnTo>
                  <a:pt x="531495" y="85559"/>
                </a:lnTo>
                <a:lnTo>
                  <a:pt x="538353" y="74574"/>
                </a:lnTo>
                <a:lnTo>
                  <a:pt x="545211" y="63284"/>
                </a:lnTo>
                <a:lnTo>
                  <a:pt x="552069" y="51828"/>
                </a:lnTo>
                <a:lnTo>
                  <a:pt x="552069" y="4572"/>
                </a:lnTo>
                <a:lnTo>
                  <a:pt x="550545" y="4572"/>
                </a:lnTo>
                <a:lnTo>
                  <a:pt x="544817" y="15125"/>
                </a:lnTo>
                <a:lnTo>
                  <a:pt x="538924" y="26111"/>
                </a:lnTo>
                <a:lnTo>
                  <a:pt x="532765" y="37363"/>
                </a:lnTo>
                <a:lnTo>
                  <a:pt x="511492" y="73050"/>
                </a:lnTo>
                <a:lnTo>
                  <a:pt x="478155" y="120307"/>
                </a:lnTo>
                <a:lnTo>
                  <a:pt x="451485" y="154813"/>
                </a:lnTo>
                <a:lnTo>
                  <a:pt x="424053" y="187655"/>
                </a:lnTo>
                <a:lnTo>
                  <a:pt x="424053" y="213563"/>
                </a:lnTo>
                <a:lnTo>
                  <a:pt x="552069" y="213563"/>
                </a:lnTo>
                <a:lnTo>
                  <a:pt x="552069" y="279184"/>
                </a:lnTo>
                <a:lnTo>
                  <a:pt x="584174" y="279184"/>
                </a:lnTo>
                <a:lnTo>
                  <a:pt x="584174" y="213563"/>
                </a:lnTo>
                <a:lnTo>
                  <a:pt x="619226" y="213563"/>
                </a:lnTo>
                <a:lnTo>
                  <a:pt x="619226" y="1861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137278" y="4920996"/>
            <a:ext cx="380365" cy="374015"/>
          </a:xfrm>
          <a:custGeom>
            <a:avLst/>
            <a:gdLst/>
            <a:ahLst/>
            <a:cxnLst/>
            <a:rect l="l" t="t" r="r" b="b"/>
            <a:pathLst>
              <a:path w="380364" h="374014">
                <a:moveTo>
                  <a:pt x="18288" y="115919"/>
                </a:moveTo>
                <a:lnTo>
                  <a:pt x="14573" y="111070"/>
                </a:lnTo>
                <a:lnTo>
                  <a:pt x="10287" y="105775"/>
                </a:lnTo>
                <a:lnTo>
                  <a:pt x="5429" y="100194"/>
                </a:lnTo>
                <a:lnTo>
                  <a:pt x="0" y="94488"/>
                </a:lnTo>
                <a:lnTo>
                  <a:pt x="22598" y="74152"/>
                </a:lnTo>
                <a:lnTo>
                  <a:pt x="42481" y="51816"/>
                </a:lnTo>
                <a:lnTo>
                  <a:pt x="59793" y="27193"/>
                </a:lnTo>
                <a:lnTo>
                  <a:pt x="74676" y="0"/>
                </a:lnTo>
                <a:lnTo>
                  <a:pt x="106775" y="0"/>
                </a:lnTo>
                <a:lnTo>
                  <a:pt x="102177" y="9144"/>
                </a:lnTo>
                <a:lnTo>
                  <a:pt x="97428" y="18288"/>
                </a:lnTo>
                <a:lnTo>
                  <a:pt x="92376" y="27432"/>
                </a:lnTo>
                <a:lnTo>
                  <a:pt x="86868" y="36576"/>
                </a:lnTo>
                <a:lnTo>
                  <a:pt x="198215" y="36576"/>
                </a:lnTo>
                <a:lnTo>
                  <a:pt x="198215" y="59436"/>
                </a:lnTo>
                <a:lnTo>
                  <a:pt x="71628" y="59436"/>
                </a:lnTo>
                <a:lnTo>
                  <a:pt x="59650" y="74248"/>
                </a:lnTo>
                <a:lnTo>
                  <a:pt x="46672" y="88784"/>
                </a:lnTo>
                <a:lnTo>
                  <a:pt x="32837" y="102767"/>
                </a:lnTo>
                <a:lnTo>
                  <a:pt x="18288" y="115919"/>
                </a:lnTo>
                <a:close/>
              </a:path>
              <a:path w="380364" h="374014">
                <a:moveTo>
                  <a:pt x="211931" y="97536"/>
                </a:moveTo>
                <a:lnTo>
                  <a:pt x="204239" y="92154"/>
                </a:lnTo>
                <a:lnTo>
                  <a:pt x="197262" y="87630"/>
                </a:lnTo>
                <a:lnTo>
                  <a:pt x="191142" y="84248"/>
                </a:lnTo>
                <a:lnTo>
                  <a:pt x="186023" y="82296"/>
                </a:lnTo>
                <a:lnTo>
                  <a:pt x="201407" y="63436"/>
                </a:lnTo>
                <a:lnTo>
                  <a:pt x="215372" y="43434"/>
                </a:lnTo>
                <a:lnTo>
                  <a:pt x="227640" y="22288"/>
                </a:lnTo>
                <a:lnTo>
                  <a:pt x="237934" y="0"/>
                </a:lnTo>
                <a:lnTo>
                  <a:pt x="269938" y="0"/>
                </a:lnTo>
                <a:lnTo>
                  <a:pt x="266247" y="9144"/>
                </a:lnTo>
                <a:lnTo>
                  <a:pt x="262128" y="18288"/>
                </a:lnTo>
                <a:lnTo>
                  <a:pt x="257722" y="27432"/>
                </a:lnTo>
                <a:lnTo>
                  <a:pt x="253174" y="36576"/>
                </a:lnTo>
                <a:lnTo>
                  <a:pt x="375189" y="36576"/>
                </a:lnTo>
                <a:lnTo>
                  <a:pt x="375189" y="59436"/>
                </a:lnTo>
                <a:lnTo>
                  <a:pt x="237934" y="59436"/>
                </a:lnTo>
                <a:lnTo>
                  <a:pt x="231942" y="69461"/>
                </a:lnTo>
                <a:lnTo>
                  <a:pt x="225504" y="79057"/>
                </a:lnTo>
                <a:lnTo>
                  <a:pt x="218780" y="88368"/>
                </a:lnTo>
                <a:lnTo>
                  <a:pt x="211931" y="97536"/>
                </a:lnTo>
                <a:close/>
              </a:path>
              <a:path w="380364" h="374014">
                <a:moveTo>
                  <a:pt x="118967" y="117443"/>
                </a:moveTo>
                <a:lnTo>
                  <a:pt x="110964" y="107379"/>
                </a:lnTo>
                <a:lnTo>
                  <a:pt x="94797" y="87630"/>
                </a:lnTo>
                <a:lnTo>
                  <a:pt x="86868" y="77724"/>
                </a:lnTo>
                <a:lnTo>
                  <a:pt x="106775" y="64008"/>
                </a:lnTo>
                <a:lnTo>
                  <a:pt x="115657" y="72270"/>
                </a:lnTo>
                <a:lnTo>
                  <a:pt x="124110" y="80962"/>
                </a:lnTo>
                <a:lnTo>
                  <a:pt x="132278" y="89939"/>
                </a:lnTo>
                <a:lnTo>
                  <a:pt x="140303" y="99060"/>
                </a:lnTo>
                <a:lnTo>
                  <a:pt x="118967" y="117443"/>
                </a:lnTo>
                <a:close/>
              </a:path>
              <a:path w="380364" h="374014">
                <a:moveTo>
                  <a:pt x="285178" y="117443"/>
                </a:moveTo>
                <a:lnTo>
                  <a:pt x="280630" y="110594"/>
                </a:lnTo>
                <a:lnTo>
                  <a:pt x="273939" y="101584"/>
                </a:lnTo>
                <a:lnTo>
                  <a:pt x="265247" y="90573"/>
                </a:lnTo>
                <a:lnTo>
                  <a:pt x="254698" y="77724"/>
                </a:lnTo>
                <a:lnTo>
                  <a:pt x="274510" y="64008"/>
                </a:lnTo>
                <a:lnTo>
                  <a:pt x="284249" y="73128"/>
                </a:lnTo>
                <a:lnTo>
                  <a:pt x="292989" y="82105"/>
                </a:lnTo>
                <a:lnTo>
                  <a:pt x="300870" y="90797"/>
                </a:lnTo>
                <a:lnTo>
                  <a:pt x="308038" y="99060"/>
                </a:lnTo>
                <a:lnTo>
                  <a:pt x="285178" y="117443"/>
                </a:lnTo>
                <a:close/>
              </a:path>
              <a:path w="380364" h="374014">
                <a:moveTo>
                  <a:pt x="202787" y="123539"/>
                </a:moveTo>
                <a:lnTo>
                  <a:pt x="172307" y="123539"/>
                </a:lnTo>
                <a:lnTo>
                  <a:pt x="172307" y="92964"/>
                </a:lnTo>
                <a:lnTo>
                  <a:pt x="202787" y="92964"/>
                </a:lnTo>
                <a:lnTo>
                  <a:pt x="202787" y="123539"/>
                </a:lnTo>
                <a:close/>
              </a:path>
              <a:path w="380364" h="374014">
                <a:moveTo>
                  <a:pt x="352234" y="147923"/>
                </a:moveTo>
                <a:lnTo>
                  <a:pt x="28956" y="147923"/>
                </a:lnTo>
                <a:lnTo>
                  <a:pt x="28956" y="123539"/>
                </a:lnTo>
                <a:lnTo>
                  <a:pt x="352234" y="123539"/>
                </a:lnTo>
                <a:lnTo>
                  <a:pt x="352234" y="147923"/>
                </a:lnTo>
                <a:close/>
              </a:path>
              <a:path w="380364" h="374014">
                <a:moveTo>
                  <a:pt x="202787" y="186023"/>
                </a:moveTo>
                <a:lnTo>
                  <a:pt x="172307" y="186023"/>
                </a:lnTo>
                <a:lnTo>
                  <a:pt x="172307" y="147923"/>
                </a:lnTo>
                <a:lnTo>
                  <a:pt x="202787" y="147923"/>
                </a:lnTo>
                <a:lnTo>
                  <a:pt x="202787" y="186023"/>
                </a:lnTo>
                <a:close/>
              </a:path>
              <a:path w="380364" h="374014">
                <a:moveTo>
                  <a:pt x="379761" y="212026"/>
                </a:moveTo>
                <a:lnTo>
                  <a:pt x="3048" y="212026"/>
                </a:lnTo>
                <a:lnTo>
                  <a:pt x="3048" y="186023"/>
                </a:lnTo>
                <a:lnTo>
                  <a:pt x="379761" y="186023"/>
                </a:lnTo>
                <a:lnTo>
                  <a:pt x="379761" y="212026"/>
                </a:lnTo>
                <a:close/>
              </a:path>
              <a:path w="380364" h="374014">
                <a:moveTo>
                  <a:pt x="285178" y="250126"/>
                </a:moveTo>
                <a:lnTo>
                  <a:pt x="254698" y="250126"/>
                </a:lnTo>
                <a:lnTo>
                  <a:pt x="254698" y="219646"/>
                </a:lnTo>
                <a:lnTo>
                  <a:pt x="285178" y="219646"/>
                </a:lnTo>
                <a:lnTo>
                  <a:pt x="285178" y="250126"/>
                </a:lnTo>
                <a:close/>
              </a:path>
              <a:path w="380364" h="374014">
                <a:moveTo>
                  <a:pt x="365950" y="274510"/>
                </a:moveTo>
                <a:lnTo>
                  <a:pt x="15240" y="274510"/>
                </a:lnTo>
                <a:lnTo>
                  <a:pt x="15240" y="250126"/>
                </a:lnTo>
                <a:lnTo>
                  <a:pt x="365950" y="250126"/>
                </a:lnTo>
                <a:lnTo>
                  <a:pt x="365950" y="274510"/>
                </a:lnTo>
                <a:close/>
              </a:path>
              <a:path w="380364" h="374014">
                <a:moveTo>
                  <a:pt x="282425" y="344709"/>
                </a:moveTo>
                <a:lnTo>
                  <a:pt x="227171" y="344709"/>
                </a:lnTo>
                <a:lnTo>
                  <a:pt x="239227" y="343281"/>
                </a:lnTo>
                <a:lnTo>
                  <a:pt x="247828" y="338994"/>
                </a:lnTo>
                <a:lnTo>
                  <a:pt x="252982" y="331851"/>
                </a:lnTo>
                <a:lnTo>
                  <a:pt x="254698" y="321849"/>
                </a:lnTo>
                <a:lnTo>
                  <a:pt x="254698" y="274510"/>
                </a:lnTo>
                <a:lnTo>
                  <a:pt x="285178" y="274510"/>
                </a:lnTo>
                <a:lnTo>
                  <a:pt x="285178" y="326421"/>
                </a:lnTo>
                <a:lnTo>
                  <a:pt x="282425" y="344709"/>
                </a:lnTo>
                <a:close/>
              </a:path>
              <a:path w="380364" h="374014">
                <a:moveTo>
                  <a:pt x="137255" y="346233"/>
                </a:moveTo>
                <a:lnTo>
                  <a:pt x="126395" y="335397"/>
                </a:lnTo>
                <a:lnTo>
                  <a:pt x="114383" y="323552"/>
                </a:lnTo>
                <a:lnTo>
                  <a:pt x="101210" y="310832"/>
                </a:lnTo>
                <a:lnTo>
                  <a:pt x="86868" y="297370"/>
                </a:lnTo>
                <a:lnTo>
                  <a:pt x="106775" y="277558"/>
                </a:lnTo>
                <a:lnTo>
                  <a:pt x="119610" y="289013"/>
                </a:lnTo>
                <a:lnTo>
                  <a:pt x="146423" y="312531"/>
                </a:lnTo>
                <a:lnTo>
                  <a:pt x="160115" y="324897"/>
                </a:lnTo>
                <a:lnTo>
                  <a:pt x="137255" y="346233"/>
                </a:lnTo>
                <a:close/>
              </a:path>
              <a:path w="380364" h="374014">
                <a:moveTo>
                  <a:pt x="234886" y="373665"/>
                </a:moveTo>
                <a:lnTo>
                  <a:pt x="176879" y="373665"/>
                </a:lnTo>
                <a:lnTo>
                  <a:pt x="175712" y="366522"/>
                </a:lnTo>
                <a:lnTo>
                  <a:pt x="174402" y="358806"/>
                </a:lnTo>
                <a:lnTo>
                  <a:pt x="172807" y="350520"/>
                </a:lnTo>
                <a:lnTo>
                  <a:pt x="170783" y="341661"/>
                </a:lnTo>
                <a:lnTo>
                  <a:pt x="200120" y="343757"/>
                </a:lnTo>
                <a:lnTo>
                  <a:pt x="214074" y="344447"/>
                </a:lnTo>
                <a:lnTo>
                  <a:pt x="227171" y="344709"/>
                </a:lnTo>
                <a:lnTo>
                  <a:pt x="282425" y="344709"/>
                </a:lnTo>
                <a:lnTo>
                  <a:pt x="282035" y="347305"/>
                </a:lnTo>
                <a:lnTo>
                  <a:pt x="272605" y="362045"/>
                </a:lnTo>
                <a:lnTo>
                  <a:pt x="256889" y="370784"/>
                </a:lnTo>
                <a:lnTo>
                  <a:pt x="234886" y="3736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928" y="5680614"/>
            <a:ext cx="109823" cy="109823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1312830" y="5560123"/>
            <a:ext cx="761365" cy="325120"/>
            <a:chOff x="1312830" y="5560123"/>
            <a:chExt cx="761365" cy="325120"/>
          </a:xfrm>
        </p:grpSpPr>
        <p:sp>
          <p:nvSpPr>
            <p:cNvPr id="62" name="object 62" descr=""/>
            <p:cNvSpPr/>
            <p:nvPr/>
          </p:nvSpPr>
          <p:spPr>
            <a:xfrm>
              <a:off x="1312830" y="5560123"/>
              <a:ext cx="234950" cy="325120"/>
            </a:xfrm>
            <a:custGeom>
              <a:avLst/>
              <a:gdLst/>
              <a:ahLst/>
              <a:cxnLst/>
              <a:rect l="l" t="t" r="r" b="b"/>
              <a:pathLst>
                <a:path w="234950" h="325120">
                  <a:moveTo>
                    <a:pt x="148018" y="324897"/>
                  </a:moveTo>
                  <a:lnTo>
                    <a:pt x="86975" y="314408"/>
                  </a:lnTo>
                  <a:lnTo>
                    <a:pt x="39719" y="282130"/>
                  </a:lnTo>
                  <a:lnTo>
                    <a:pt x="10144" y="232017"/>
                  </a:lnTo>
                  <a:lnTo>
                    <a:pt x="0" y="169259"/>
                  </a:lnTo>
                  <a:lnTo>
                    <a:pt x="2872" y="133263"/>
                  </a:lnTo>
                  <a:lnTo>
                    <a:pt x="25797" y="72095"/>
                  </a:lnTo>
                  <a:lnTo>
                    <a:pt x="69462" y="26360"/>
                  </a:lnTo>
                  <a:lnTo>
                    <a:pt x="127079" y="2881"/>
                  </a:lnTo>
                  <a:lnTo>
                    <a:pt x="160210" y="0"/>
                  </a:lnTo>
                  <a:lnTo>
                    <a:pt x="181951" y="857"/>
                  </a:lnTo>
                  <a:lnTo>
                    <a:pt x="201549" y="3428"/>
                  </a:lnTo>
                  <a:lnTo>
                    <a:pt x="219146" y="7715"/>
                  </a:lnTo>
                  <a:lnTo>
                    <a:pt x="234886" y="13715"/>
                  </a:lnTo>
                  <a:lnTo>
                    <a:pt x="234886" y="51815"/>
                  </a:lnTo>
                  <a:lnTo>
                    <a:pt x="217431" y="43814"/>
                  </a:lnTo>
                  <a:lnTo>
                    <a:pt x="199263" y="38099"/>
                  </a:lnTo>
                  <a:lnTo>
                    <a:pt x="180236" y="34670"/>
                  </a:lnTo>
                  <a:lnTo>
                    <a:pt x="160210" y="33527"/>
                  </a:lnTo>
                  <a:lnTo>
                    <a:pt x="134128" y="35813"/>
                  </a:lnTo>
                  <a:lnTo>
                    <a:pt x="90036" y="54101"/>
                  </a:lnTo>
                  <a:lnTo>
                    <a:pt x="57483" y="89875"/>
                  </a:lnTo>
                  <a:lnTo>
                    <a:pt x="40433" y="137920"/>
                  </a:lnTo>
                  <a:lnTo>
                    <a:pt x="38195" y="166211"/>
                  </a:lnTo>
                  <a:lnTo>
                    <a:pt x="40195" y="193412"/>
                  </a:lnTo>
                  <a:lnTo>
                    <a:pt x="56197" y="239171"/>
                  </a:lnTo>
                  <a:lnTo>
                    <a:pt x="87345" y="272882"/>
                  </a:lnTo>
                  <a:lnTo>
                    <a:pt x="128532" y="290616"/>
                  </a:lnTo>
                  <a:lnTo>
                    <a:pt x="152590" y="292893"/>
                  </a:lnTo>
                  <a:lnTo>
                    <a:pt x="175736" y="291473"/>
                  </a:lnTo>
                  <a:lnTo>
                    <a:pt x="197167" y="287321"/>
                  </a:lnTo>
                  <a:lnTo>
                    <a:pt x="216884" y="280597"/>
                  </a:lnTo>
                  <a:lnTo>
                    <a:pt x="234886" y="271462"/>
                  </a:lnTo>
                  <a:lnTo>
                    <a:pt x="234886" y="306609"/>
                  </a:lnTo>
                  <a:lnTo>
                    <a:pt x="215741" y="314610"/>
                  </a:lnTo>
                  <a:lnTo>
                    <a:pt x="194881" y="320325"/>
                  </a:lnTo>
                  <a:lnTo>
                    <a:pt x="172307" y="323754"/>
                  </a:lnTo>
                  <a:lnTo>
                    <a:pt x="148018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0389" y="5650134"/>
              <a:ext cx="221170" cy="23488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52707" y="5650134"/>
              <a:ext cx="221170" cy="234886"/>
            </a:xfrm>
            <a:prstGeom prst="rect">
              <a:avLst/>
            </a:prstGeom>
          </p:spPr>
        </p:pic>
      </p:grpSp>
      <p:sp>
        <p:nvSpPr>
          <p:cNvPr id="65" name="object 65" descr=""/>
          <p:cNvSpPr/>
          <p:nvPr/>
        </p:nvSpPr>
        <p:spPr>
          <a:xfrm>
            <a:off x="2130260" y="5547931"/>
            <a:ext cx="265430" cy="332740"/>
          </a:xfrm>
          <a:custGeom>
            <a:avLst/>
            <a:gdLst/>
            <a:ahLst/>
            <a:cxnLst/>
            <a:rect l="l" t="t" r="r" b="b"/>
            <a:pathLst>
              <a:path w="265430" h="332739">
                <a:moveTo>
                  <a:pt x="187642" y="332524"/>
                </a:moveTo>
                <a:lnTo>
                  <a:pt x="82194" y="224218"/>
                </a:lnTo>
                <a:lnTo>
                  <a:pt x="74764" y="216598"/>
                </a:lnTo>
                <a:lnTo>
                  <a:pt x="80606" y="210502"/>
                </a:lnTo>
                <a:lnTo>
                  <a:pt x="178498" y="108305"/>
                </a:lnTo>
                <a:lnTo>
                  <a:pt x="131152" y="108305"/>
                </a:lnTo>
                <a:lnTo>
                  <a:pt x="36664" y="210502"/>
                </a:lnTo>
                <a:lnTo>
                  <a:pt x="36664" y="0"/>
                </a:lnTo>
                <a:lnTo>
                  <a:pt x="0" y="0"/>
                </a:lnTo>
                <a:lnTo>
                  <a:pt x="0" y="332524"/>
                </a:lnTo>
                <a:lnTo>
                  <a:pt x="36664" y="332524"/>
                </a:lnTo>
                <a:lnTo>
                  <a:pt x="36664" y="224218"/>
                </a:lnTo>
                <a:lnTo>
                  <a:pt x="135724" y="332524"/>
                </a:lnTo>
                <a:lnTo>
                  <a:pt x="187642" y="332524"/>
                </a:lnTo>
                <a:close/>
              </a:path>
              <a:path w="265430" h="332739">
                <a:moveTo>
                  <a:pt x="259270" y="108305"/>
                </a:moveTo>
                <a:lnTo>
                  <a:pt x="224218" y="108305"/>
                </a:lnTo>
                <a:lnTo>
                  <a:pt x="224218" y="332524"/>
                </a:lnTo>
                <a:lnTo>
                  <a:pt x="259270" y="332524"/>
                </a:lnTo>
                <a:lnTo>
                  <a:pt x="259270" y="108305"/>
                </a:lnTo>
                <a:close/>
              </a:path>
              <a:path w="265430" h="332739">
                <a:moveTo>
                  <a:pt x="265366" y="21336"/>
                </a:moveTo>
                <a:lnTo>
                  <a:pt x="263842" y="15240"/>
                </a:lnTo>
                <a:lnTo>
                  <a:pt x="254698" y="6096"/>
                </a:lnTo>
                <a:lnTo>
                  <a:pt x="248602" y="4572"/>
                </a:lnTo>
                <a:lnTo>
                  <a:pt x="234886" y="4572"/>
                </a:lnTo>
                <a:lnTo>
                  <a:pt x="230314" y="6096"/>
                </a:lnTo>
                <a:lnTo>
                  <a:pt x="221170" y="15240"/>
                </a:lnTo>
                <a:lnTo>
                  <a:pt x="218122" y="21336"/>
                </a:lnTo>
                <a:lnTo>
                  <a:pt x="218122" y="33528"/>
                </a:lnTo>
                <a:lnTo>
                  <a:pt x="221170" y="39624"/>
                </a:lnTo>
                <a:lnTo>
                  <a:pt x="230314" y="48768"/>
                </a:lnTo>
                <a:lnTo>
                  <a:pt x="236410" y="50292"/>
                </a:lnTo>
                <a:lnTo>
                  <a:pt x="248602" y="50292"/>
                </a:lnTo>
                <a:lnTo>
                  <a:pt x="254698" y="48768"/>
                </a:lnTo>
                <a:lnTo>
                  <a:pt x="263842" y="39624"/>
                </a:lnTo>
                <a:lnTo>
                  <a:pt x="265366" y="33528"/>
                </a:lnTo>
                <a:lnTo>
                  <a:pt x="265366" y="2133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2447544" y="5650134"/>
            <a:ext cx="282575" cy="288290"/>
            <a:chOff x="2447544" y="5650134"/>
            <a:chExt cx="282575" cy="288290"/>
          </a:xfrm>
        </p:grpSpPr>
        <p:pic>
          <p:nvPicPr>
            <p:cNvPr id="67" name="object 6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47544" y="5650134"/>
              <a:ext cx="195167" cy="23488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2670143" y="5830062"/>
              <a:ext cx="59690" cy="108585"/>
            </a:xfrm>
            <a:custGeom>
              <a:avLst/>
              <a:gdLst/>
              <a:ahLst/>
              <a:cxnLst/>
              <a:rect l="l" t="t" r="r" b="b"/>
              <a:pathLst>
                <a:path w="59689" h="108585">
                  <a:moveTo>
                    <a:pt x="24383" y="108299"/>
                  </a:moveTo>
                  <a:lnTo>
                    <a:pt x="0" y="108299"/>
                  </a:lnTo>
                  <a:lnTo>
                    <a:pt x="24383" y="0"/>
                  </a:lnTo>
                  <a:lnTo>
                    <a:pt x="59531" y="0"/>
                  </a:lnTo>
                  <a:lnTo>
                    <a:pt x="24383" y="10829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2901981" y="5560123"/>
            <a:ext cx="454659" cy="325120"/>
            <a:chOff x="2901981" y="5560123"/>
            <a:chExt cx="454659" cy="325120"/>
          </a:xfrm>
        </p:grpSpPr>
        <p:sp>
          <p:nvSpPr>
            <p:cNvPr id="70" name="object 70" descr=""/>
            <p:cNvSpPr/>
            <p:nvPr/>
          </p:nvSpPr>
          <p:spPr>
            <a:xfrm>
              <a:off x="2901981" y="5560123"/>
              <a:ext cx="234950" cy="325120"/>
            </a:xfrm>
            <a:custGeom>
              <a:avLst/>
              <a:gdLst/>
              <a:ahLst/>
              <a:cxnLst/>
              <a:rect l="l" t="t" r="r" b="b"/>
              <a:pathLst>
                <a:path w="234950" h="325120">
                  <a:moveTo>
                    <a:pt x="147923" y="324897"/>
                  </a:moveTo>
                  <a:lnTo>
                    <a:pt x="87677" y="314408"/>
                  </a:lnTo>
                  <a:lnTo>
                    <a:pt x="41148" y="282130"/>
                  </a:lnTo>
                  <a:lnTo>
                    <a:pt x="10287" y="232017"/>
                  </a:lnTo>
                  <a:lnTo>
                    <a:pt x="0" y="169259"/>
                  </a:lnTo>
                  <a:lnTo>
                    <a:pt x="2857" y="133263"/>
                  </a:lnTo>
                  <a:lnTo>
                    <a:pt x="25717" y="72095"/>
                  </a:lnTo>
                  <a:lnTo>
                    <a:pt x="70023" y="26360"/>
                  </a:lnTo>
                  <a:lnTo>
                    <a:pt x="127239" y="2881"/>
                  </a:lnTo>
                  <a:lnTo>
                    <a:pt x="160115" y="0"/>
                  </a:lnTo>
                  <a:lnTo>
                    <a:pt x="181857" y="857"/>
                  </a:lnTo>
                  <a:lnTo>
                    <a:pt x="201465" y="3428"/>
                  </a:lnTo>
                  <a:lnTo>
                    <a:pt x="219091" y="7715"/>
                  </a:lnTo>
                  <a:lnTo>
                    <a:pt x="234886" y="13715"/>
                  </a:lnTo>
                  <a:lnTo>
                    <a:pt x="234886" y="51815"/>
                  </a:lnTo>
                  <a:lnTo>
                    <a:pt x="217376" y="43814"/>
                  </a:lnTo>
                  <a:lnTo>
                    <a:pt x="199179" y="38099"/>
                  </a:lnTo>
                  <a:lnTo>
                    <a:pt x="180143" y="34670"/>
                  </a:lnTo>
                  <a:lnTo>
                    <a:pt x="160115" y="33527"/>
                  </a:lnTo>
                  <a:lnTo>
                    <a:pt x="134086" y="35813"/>
                  </a:lnTo>
                  <a:lnTo>
                    <a:pt x="89994" y="54101"/>
                  </a:lnTo>
                  <a:lnTo>
                    <a:pt x="57388" y="89875"/>
                  </a:lnTo>
                  <a:lnTo>
                    <a:pt x="40338" y="137920"/>
                  </a:lnTo>
                  <a:lnTo>
                    <a:pt x="38100" y="166211"/>
                  </a:lnTo>
                  <a:lnTo>
                    <a:pt x="40100" y="193412"/>
                  </a:lnTo>
                  <a:lnTo>
                    <a:pt x="56102" y="239171"/>
                  </a:lnTo>
                  <a:lnTo>
                    <a:pt x="87304" y="272882"/>
                  </a:lnTo>
                  <a:lnTo>
                    <a:pt x="128490" y="290616"/>
                  </a:lnTo>
                  <a:lnTo>
                    <a:pt x="152495" y="292893"/>
                  </a:lnTo>
                  <a:lnTo>
                    <a:pt x="175642" y="291473"/>
                  </a:lnTo>
                  <a:lnTo>
                    <a:pt x="197084" y="287321"/>
                  </a:lnTo>
                  <a:lnTo>
                    <a:pt x="216829" y="280597"/>
                  </a:lnTo>
                  <a:lnTo>
                    <a:pt x="234886" y="271462"/>
                  </a:lnTo>
                  <a:lnTo>
                    <a:pt x="234886" y="306609"/>
                  </a:lnTo>
                  <a:lnTo>
                    <a:pt x="216543" y="314610"/>
                  </a:lnTo>
                  <a:lnTo>
                    <a:pt x="195941" y="320325"/>
                  </a:lnTo>
                  <a:lnTo>
                    <a:pt x="173070" y="323754"/>
                  </a:lnTo>
                  <a:lnTo>
                    <a:pt x="147923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79540" y="5650134"/>
              <a:ext cx="176879" cy="234886"/>
            </a:xfrm>
            <a:prstGeom prst="rect">
              <a:avLst/>
            </a:prstGeom>
          </p:spPr>
        </p:pic>
      </p:grpSp>
      <p:pic>
        <p:nvPicPr>
          <p:cNvPr id="72" name="object 7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08330" y="5650134"/>
            <a:ext cx="169259" cy="234886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3630929" y="5547931"/>
            <a:ext cx="186690" cy="332740"/>
          </a:xfrm>
          <a:custGeom>
            <a:avLst/>
            <a:gdLst/>
            <a:ahLst/>
            <a:cxnLst/>
            <a:rect l="l" t="t" r="r" b="b"/>
            <a:pathLst>
              <a:path w="186689" h="332739">
                <a:moveTo>
                  <a:pt x="186118" y="332517"/>
                </a:moveTo>
                <a:lnTo>
                  <a:pt x="149447" y="332517"/>
                </a:lnTo>
                <a:lnTo>
                  <a:pt x="149447" y="202882"/>
                </a:lnTo>
                <a:lnTo>
                  <a:pt x="146280" y="171942"/>
                </a:lnTo>
                <a:lnTo>
                  <a:pt x="136683" y="150030"/>
                </a:lnTo>
                <a:lnTo>
                  <a:pt x="120515" y="136994"/>
                </a:lnTo>
                <a:lnTo>
                  <a:pt x="97631" y="132683"/>
                </a:lnTo>
                <a:lnTo>
                  <a:pt x="85367" y="133850"/>
                </a:lnTo>
                <a:lnTo>
                  <a:pt x="45379" y="163593"/>
                </a:lnTo>
                <a:lnTo>
                  <a:pt x="35051" y="204406"/>
                </a:lnTo>
                <a:lnTo>
                  <a:pt x="35051" y="332517"/>
                </a:lnTo>
                <a:lnTo>
                  <a:pt x="0" y="332517"/>
                </a:lnTo>
                <a:lnTo>
                  <a:pt x="0" y="0"/>
                </a:lnTo>
                <a:lnTo>
                  <a:pt x="35051" y="0"/>
                </a:lnTo>
                <a:lnTo>
                  <a:pt x="35051" y="144875"/>
                </a:lnTo>
                <a:lnTo>
                  <a:pt x="36575" y="144875"/>
                </a:lnTo>
                <a:lnTo>
                  <a:pt x="50632" y="126634"/>
                </a:lnTo>
                <a:lnTo>
                  <a:pt x="67520" y="113252"/>
                </a:lnTo>
                <a:lnTo>
                  <a:pt x="87247" y="105013"/>
                </a:lnTo>
                <a:lnTo>
                  <a:pt x="109823" y="102203"/>
                </a:lnTo>
                <a:lnTo>
                  <a:pt x="142961" y="107918"/>
                </a:lnTo>
                <a:lnTo>
                  <a:pt x="166830" y="125063"/>
                </a:lnTo>
                <a:lnTo>
                  <a:pt x="181269" y="153638"/>
                </a:lnTo>
                <a:lnTo>
                  <a:pt x="186118" y="193643"/>
                </a:lnTo>
                <a:lnTo>
                  <a:pt x="186118" y="3325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68769" y="5650039"/>
            <a:ext cx="196786" cy="234981"/>
          </a:xfrm>
          <a:prstGeom prst="rect">
            <a:avLst/>
          </a:prstGeom>
        </p:spPr>
      </p:pic>
      <p:sp>
        <p:nvSpPr>
          <p:cNvPr id="75" name="object 75" descr=""/>
          <p:cNvSpPr/>
          <p:nvPr/>
        </p:nvSpPr>
        <p:spPr>
          <a:xfrm>
            <a:off x="4228814" y="5506688"/>
            <a:ext cx="401320" cy="426084"/>
          </a:xfrm>
          <a:custGeom>
            <a:avLst/>
            <a:gdLst/>
            <a:ahLst/>
            <a:cxnLst/>
            <a:rect l="l" t="t" r="r" b="b"/>
            <a:pathLst>
              <a:path w="401320" h="426085">
                <a:moveTo>
                  <a:pt x="82296" y="73247"/>
                </a:moveTo>
                <a:lnTo>
                  <a:pt x="44196" y="73247"/>
                </a:lnTo>
                <a:lnTo>
                  <a:pt x="52554" y="53229"/>
                </a:lnTo>
                <a:lnTo>
                  <a:pt x="59626" y="34337"/>
                </a:lnTo>
                <a:lnTo>
                  <a:pt x="71628" y="0"/>
                </a:lnTo>
                <a:lnTo>
                  <a:pt x="108204" y="10668"/>
                </a:lnTo>
                <a:lnTo>
                  <a:pt x="101369" y="27304"/>
                </a:lnTo>
                <a:lnTo>
                  <a:pt x="94678" y="43100"/>
                </a:lnTo>
                <a:lnTo>
                  <a:pt x="88272" y="58325"/>
                </a:lnTo>
                <a:lnTo>
                  <a:pt x="82296" y="73247"/>
                </a:lnTo>
                <a:close/>
              </a:path>
              <a:path w="401320" h="426085">
                <a:moveTo>
                  <a:pt x="35052" y="425577"/>
                </a:moveTo>
                <a:lnTo>
                  <a:pt x="0" y="425577"/>
                </a:lnTo>
                <a:lnTo>
                  <a:pt x="0" y="73247"/>
                </a:lnTo>
                <a:lnTo>
                  <a:pt x="169259" y="73247"/>
                </a:lnTo>
                <a:lnTo>
                  <a:pt x="169259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9259" y="212026"/>
                </a:lnTo>
                <a:lnTo>
                  <a:pt x="169259" y="244125"/>
                </a:lnTo>
                <a:lnTo>
                  <a:pt x="35052" y="244125"/>
                </a:lnTo>
                <a:lnTo>
                  <a:pt x="35052" y="355473"/>
                </a:lnTo>
                <a:lnTo>
                  <a:pt x="169259" y="355473"/>
                </a:lnTo>
                <a:lnTo>
                  <a:pt x="169259" y="387477"/>
                </a:lnTo>
                <a:lnTo>
                  <a:pt x="35052" y="387477"/>
                </a:lnTo>
                <a:lnTo>
                  <a:pt x="35052" y="425577"/>
                </a:lnTo>
                <a:close/>
              </a:path>
              <a:path w="401320" h="426085">
                <a:moveTo>
                  <a:pt x="169259" y="212026"/>
                </a:moveTo>
                <a:lnTo>
                  <a:pt x="134112" y="212026"/>
                </a:lnTo>
                <a:lnTo>
                  <a:pt x="134112" y="105251"/>
                </a:lnTo>
                <a:lnTo>
                  <a:pt x="169259" y="105251"/>
                </a:lnTo>
                <a:lnTo>
                  <a:pt x="169259" y="212026"/>
                </a:lnTo>
                <a:close/>
              </a:path>
              <a:path w="401320" h="426085">
                <a:moveTo>
                  <a:pt x="169259" y="355473"/>
                </a:moveTo>
                <a:lnTo>
                  <a:pt x="134112" y="355473"/>
                </a:lnTo>
                <a:lnTo>
                  <a:pt x="134112" y="244125"/>
                </a:lnTo>
                <a:lnTo>
                  <a:pt x="169259" y="244125"/>
                </a:lnTo>
                <a:lnTo>
                  <a:pt x="169259" y="355473"/>
                </a:lnTo>
                <a:close/>
              </a:path>
              <a:path w="401320" h="426085">
                <a:moveTo>
                  <a:pt x="169259" y="422529"/>
                </a:moveTo>
                <a:lnTo>
                  <a:pt x="134112" y="422529"/>
                </a:lnTo>
                <a:lnTo>
                  <a:pt x="134112" y="387477"/>
                </a:lnTo>
                <a:lnTo>
                  <a:pt x="169259" y="387477"/>
                </a:lnTo>
                <a:lnTo>
                  <a:pt x="169259" y="422529"/>
                </a:lnTo>
                <a:close/>
              </a:path>
              <a:path w="401320" h="426085">
                <a:moveTo>
                  <a:pt x="205835" y="178498"/>
                </a:moveTo>
                <a:lnTo>
                  <a:pt x="199572" y="174831"/>
                </a:lnTo>
                <a:lnTo>
                  <a:pt x="192309" y="170878"/>
                </a:lnTo>
                <a:lnTo>
                  <a:pt x="184189" y="166925"/>
                </a:lnTo>
                <a:lnTo>
                  <a:pt x="175355" y="163258"/>
                </a:lnTo>
                <a:lnTo>
                  <a:pt x="195310" y="128292"/>
                </a:lnTo>
                <a:lnTo>
                  <a:pt x="213836" y="89630"/>
                </a:lnTo>
                <a:lnTo>
                  <a:pt x="230647" y="46967"/>
                </a:lnTo>
                <a:lnTo>
                  <a:pt x="245459" y="0"/>
                </a:lnTo>
                <a:lnTo>
                  <a:pt x="282130" y="9144"/>
                </a:lnTo>
                <a:lnTo>
                  <a:pt x="276360" y="25780"/>
                </a:lnTo>
                <a:lnTo>
                  <a:pt x="270617" y="41576"/>
                </a:lnTo>
                <a:lnTo>
                  <a:pt x="264891" y="56801"/>
                </a:lnTo>
                <a:lnTo>
                  <a:pt x="259175" y="71723"/>
                </a:lnTo>
                <a:lnTo>
                  <a:pt x="401002" y="71723"/>
                </a:lnTo>
                <a:lnTo>
                  <a:pt x="400307" y="103727"/>
                </a:lnTo>
                <a:lnTo>
                  <a:pt x="245459" y="103727"/>
                </a:lnTo>
                <a:lnTo>
                  <a:pt x="236053" y="124625"/>
                </a:lnTo>
                <a:lnTo>
                  <a:pt x="226218" y="143970"/>
                </a:lnTo>
                <a:lnTo>
                  <a:pt x="216098" y="161886"/>
                </a:lnTo>
                <a:lnTo>
                  <a:pt x="205835" y="178498"/>
                </a:lnTo>
                <a:close/>
              </a:path>
              <a:path w="401320" h="426085">
                <a:moveTo>
                  <a:pt x="384177" y="389001"/>
                </a:moveTo>
                <a:lnTo>
                  <a:pt x="312610" y="389001"/>
                </a:lnTo>
                <a:lnTo>
                  <a:pt x="330660" y="386405"/>
                </a:lnTo>
                <a:lnTo>
                  <a:pt x="343852" y="378523"/>
                </a:lnTo>
                <a:lnTo>
                  <a:pt x="358464" y="316096"/>
                </a:lnTo>
                <a:lnTo>
                  <a:pt x="359830" y="276720"/>
                </a:lnTo>
                <a:lnTo>
                  <a:pt x="361011" y="226171"/>
                </a:lnTo>
                <a:lnTo>
                  <a:pt x="361969" y="170878"/>
                </a:lnTo>
                <a:lnTo>
                  <a:pt x="362902" y="103727"/>
                </a:lnTo>
                <a:lnTo>
                  <a:pt x="400307" y="103727"/>
                </a:lnTo>
                <a:lnTo>
                  <a:pt x="399426" y="143970"/>
                </a:lnTo>
                <a:lnTo>
                  <a:pt x="397954" y="202882"/>
                </a:lnTo>
                <a:lnTo>
                  <a:pt x="396430" y="254746"/>
                </a:lnTo>
                <a:lnTo>
                  <a:pt x="394906" y="297465"/>
                </a:lnTo>
                <a:lnTo>
                  <a:pt x="391858" y="355473"/>
                </a:lnTo>
                <a:lnTo>
                  <a:pt x="386453" y="385476"/>
                </a:lnTo>
                <a:lnTo>
                  <a:pt x="384177" y="389001"/>
                </a:lnTo>
                <a:close/>
              </a:path>
              <a:path w="401320" h="426085">
                <a:moveTo>
                  <a:pt x="286702" y="295941"/>
                </a:moveTo>
                <a:lnTo>
                  <a:pt x="270312" y="269876"/>
                </a:lnTo>
                <a:lnTo>
                  <a:pt x="253091" y="244078"/>
                </a:lnTo>
                <a:lnTo>
                  <a:pt x="234745" y="218280"/>
                </a:lnTo>
                <a:lnTo>
                  <a:pt x="214979" y="192214"/>
                </a:lnTo>
                <a:lnTo>
                  <a:pt x="240887" y="172402"/>
                </a:lnTo>
                <a:lnTo>
                  <a:pt x="264405" y="200135"/>
                </a:lnTo>
                <a:lnTo>
                  <a:pt x="284940" y="226171"/>
                </a:lnTo>
                <a:lnTo>
                  <a:pt x="302903" y="250492"/>
                </a:lnTo>
                <a:lnTo>
                  <a:pt x="318706" y="273081"/>
                </a:lnTo>
                <a:lnTo>
                  <a:pt x="286702" y="295941"/>
                </a:lnTo>
                <a:close/>
              </a:path>
              <a:path w="401320" h="426085">
                <a:moveTo>
                  <a:pt x="320230" y="424053"/>
                </a:moveTo>
                <a:lnTo>
                  <a:pt x="279796" y="423100"/>
                </a:lnTo>
                <a:lnTo>
                  <a:pt x="239363" y="421005"/>
                </a:lnTo>
                <a:lnTo>
                  <a:pt x="235553" y="400812"/>
                </a:lnTo>
                <a:lnTo>
                  <a:pt x="233791" y="391429"/>
                </a:lnTo>
                <a:lnTo>
                  <a:pt x="231743" y="382905"/>
                </a:lnTo>
                <a:lnTo>
                  <a:pt x="233267" y="382905"/>
                </a:lnTo>
                <a:lnTo>
                  <a:pt x="274653" y="387096"/>
                </a:lnTo>
                <a:lnTo>
                  <a:pt x="293998" y="388477"/>
                </a:lnTo>
                <a:lnTo>
                  <a:pt x="312610" y="389001"/>
                </a:lnTo>
                <a:lnTo>
                  <a:pt x="384177" y="389001"/>
                </a:lnTo>
                <a:lnTo>
                  <a:pt x="372618" y="406908"/>
                </a:lnTo>
                <a:lnTo>
                  <a:pt x="350496" y="419766"/>
                </a:lnTo>
                <a:lnTo>
                  <a:pt x="320230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4666488" y="5506694"/>
            <a:ext cx="1775460" cy="434975"/>
          </a:xfrm>
          <a:custGeom>
            <a:avLst/>
            <a:gdLst/>
            <a:ahLst/>
            <a:cxnLst/>
            <a:rect l="l" t="t" r="r" b="b"/>
            <a:pathLst>
              <a:path w="1775460" h="434975">
                <a:moveTo>
                  <a:pt x="422427" y="366141"/>
                </a:moveTo>
                <a:lnTo>
                  <a:pt x="230212" y="366141"/>
                </a:lnTo>
                <a:lnTo>
                  <a:pt x="230212" y="75311"/>
                </a:lnTo>
                <a:lnTo>
                  <a:pt x="398043" y="75311"/>
                </a:lnTo>
                <a:lnTo>
                  <a:pt x="398043" y="39751"/>
                </a:lnTo>
                <a:lnTo>
                  <a:pt x="24384" y="39751"/>
                </a:lnTo>
                <a:lnTo>
                  <a:pt x="24384" y="75311"/>
                </a:lnTo>
                <a:lnTo>
                  <a:pt x="190588" y="75311"/>
                </a:lnTo>
                <a:lnTo>
                  <a:pt x="190588" y="366141"/>
                </a:lnTo>
                <a:lnTo>
                  <a:pt x="0" y="366141"/>
                </a:lnTo>
                <a:lnTo>
                  <a:pt x="0" y="401701"/>
                </a:lnTo>
                <a:lnTo>
                  <a:pt x="422427" y="401701"/>
                </a:lnTo>
                <a:lnTo>
                  <a:pt x="422427" y="366141"/>
                </a:lnTo>
                <a:close/>
              </a:path>
              <a:path w="1775460" h="434975">
                <a:moveTo>
                  <a:pt x="573405" y="12192"/>
                </a:moveTo>
                <a:lnTo>
                  <a:pt x="538340" y="1524"/>
                </a:lnTo>
                <a:lnTo>
                  <a:pt x="522744" y="50419"/>
                </a:lnTo>
                <a:lnTo>
                  <a:pt x="505256" y="96456"/>
                </a:lnTo>
                <a:lnTo>
                  <a:pt x="485813" y="139712"/>
                </a:lnTo>
                <a:lnTo>
                  <a:pt x="464324" y="180238"/>
                </a:lnTo>
                <a:lnTo>
                  <a:pt x="440715" y="218122"/>
                </a:lnTo>
                <a:lnTo>
                  <a:pt x="445236" y="228371"/>
                </a:lnTo>
                <a:lnTo>
                  <a:pt x="449478" y="238366"/>
                </a:lnTo>
                <a:lnTo>
                  <a:pt x="453148" y="247777"/>
                </a:lnTo>
                <a:lnTo>
                  <a:pt x="455955" y="256324"/>
                </a:lnTo>
                <a:lnTo>
                  <a:pt x="468477" y="238569"/>
                </a:lnTo>
                <a:lnTo>
                  <a:pt x="480720" y="219849"/>
                </a:lnTo>
                <a:lnTo>
                  <a:pt x="492391" y="200291"/>
                </a:lnTo>
                <a:lnTo>
                  <a:pt x="503199" y="180022"/>
                </a:lnTo>
                <a:lnTo>
                  <a:pt x="503199" y="431673"/>
                </a:lnTo>
                <a:lnTo>
                  <a:pt x="538340" y="431673"/>
                </a:lnTo>
                <a:lnTo>
                  <a:pt x="538340" y="180022"/>
                </a:lnTo>
                <a:lnTo>
                  <a:pt x="538340" y="108292"/>
                </a:lnTo>
                <a:lnTo>
                  <a:pt x="547471" y="85801"/>
                </a:lnTo>
                <a:lnTo>
                  <a:pt x="556437" y="62001"/>
                </a:lnTo>
                <a:lnTo>
                  <a:pt x="565137" y="37325"/>
                </a:lnTo>
                <a:lnTo>
                  <a:pt x="573405" y="12192"/>
                </a:lnTo>
                <a:close/>
              </a:path>
              <a:path w="1775460" h="434975">
                <a:moveTo>
                  <a:pt x="876871" y="71716"/>
                </a:moveTo>
                <a:lnTo>
                  <a:pt x="660273" y="71716"/>
                </a:lnTo>
                <a:lnTo>
                  <a:pt x="666851" y="55676"/>
                </a:lnTo>
                <a:lnTo>
                  <a:pt x="672884" y="39484"/>
                </a:lnTo>
                <a:lnTo>
                  <a:pt x="678345" y="22999"/>
                </a:lnTo>
                <a:lnTo>
                  <a:pt x="683221" y="6096"/>
                </a:lnTo>
                <a:lnTo>
                  <a:pt x="648081" y="0"/>
                </a:lnTo>
                <a:lnTo>
                  <a:pt x="632358" y="48056"/>
                </a:lnTo>
                <a:lnTo>
                  <a:pt x="612648" y="93814"/>
                </a:lnTo>
                <a:lnTo>
                  <a:pt x="588924" y="137299"/>
                </a:lnTo>
                <a:lnTo>
                  <a:pt x="561213" y="178498"/>
                </a:lnTo>
                <a:lnTo>
                  <a:pt x="576262" y="191262"/>
                </a:lnTo>
                <a:lnTo>
                  <a:pt x="620649" y="154825"/>
                </a:lnTo>
                <a:lnTo>
                  <a:pt x="646557" y="102196"/>
                </a:lnTo>
                <a:lnTo>
                  <a:pt x="683221" y="102196"/>
                </a:lnTo>
                <a:lnTo>
                  <a:pt x="683221" y="431673"/>
                </a:lnTo>
                <a:lnTo>
                  <a:pt x="716749" y="431673"/>
                </a:lnTo>
                <a:lnTo>
                  <a:pt x="716749" y="320332"/>
                </a:lnTo>
                <a:lnTo>
                  <a:pt x="864679" y="320332"/>
                </a:lnTo>
                <a:lnTo>
                  <a:pt x="864679" y="289852"/>
                </a:lnTo>
                <a:lnTo>
                  <a:pt x="716749" y="289852"/>
                </a:lnTo>
                <a:lnTo>
                  <a:pt x="716749" y="210502"/>
                </a:lnTo>
                <a:lnTo>
                  <a:pt x="858583" y="210502"/>
                </a:lnTo>
                <a:lnTo>
                  <a:pt x="858583" y="180022"/>
                </a:lnTo>
                <a:lnTo>
                  <a:pt x="716749" y="180022"/>
                </a:lnTo>
                <a:lnTo>
                  <a:pt x="716749" y="102196"/>
                </a:lnTo>
                <a:lnTo>
                  <a:pt x="876871" y="102196"/>
                </a:lnTo>
                <a:lnTo>
                  <a:pt x="876871" y="71716"/>
                </a:lnTo>
                <a:close/>
              </a:path>
              <a:path w="1775460" h="434975">
                <a:moveTo>
                  <a:pt x="1088898" y="311188"/>
                </a:moveTo>
                <a:lnTo>
                  <a:pt x="1058316" y="291376"/>
                </a:lnTo>
                <a:lnTo>
                  <a:pt x="1035481" y="323964"/>
                </a:lnTo>
                <a:lnTo>
                  <a:pt x="1012786" y="353136"/>
                </a:lnTo>
                <a:lnTo>
                  <a:pt x="990384" y="378891"/>
                </a:lnTo>
                <a:lnTo>
                  <a:pt x="968400" y="401193"/>
                </a:lnTo>
                <a:lnTo>
                  <a:pt x="976998" y="406882"/>
                </a:lnTo>
                <a:lnTo>
                  <a:pt x="984592" y="412432"/>
                </a:lnTo>
                <a:lnTo>
                  <a:pt x="991336" y="417690"/>
                </a:lnTo>
                <a:lnTo>
                  <a:pt x="997356" y="422529"/>
                </a:lnTo>
                <a:lnTo>
                  <a:pt x="1021080" y="397433"/>
                </a:lnTo>
                <a:lnTo>
                  <a:pt x="1044232" y="370319"/>
                </a:lnTo>
                <a:lnTo>
                  <a:pt x="1066838" y="341477"/>
                </a:lnTo>
                <a:lnTo>
                  <a:pt x="1088898" y="311188"/>
                </a:lnTo>
                <a:close/>
              </a:path>
              <a:path w="1775460" h="434975">
                <a:moveTo>
                  <a:pt x="1320634" y="27432"/>
                </a:moveTo>
                <a:lnTo>
                  <a:pt x="936294" y="27432"/>
                </a:lnTo>
                <a:lnTo>
                  <a:pt x="936294" y="187642"/>
                </a:lnTo>
                <a:lnTo>
                  <a:pt x="935723" y="227393"/>
                </a:lnTo>
                <a:lnTo>
                  <a:pt x="931151" y="290817"/>
                </a:lnTo>
                <a:lnTo>
                  <a:pt x="921181" y="336867"/>
                </a:lnTo>
                <a:lnTo>
                  <a:pt x="901230" y="381609"/>
                </a:lnTo>
                <a:lnTo>
                  <a:pt x="887526" y="404241"/>
                </a:lnTo>
                <a:lnTo>
                  <a:pt x="894130" y="412000"/>
                </a:lnTo>
                <a:lnTo>
                  <a:pt x="900290" y="419481"/>
                </a:lnTo>
                <a:lnTo>
                  <a:pt x="906145" y="426910"/>
                </a:lnTo>
                <a:lnTo>
                  <a:pt x="911910" y="434721"/>
                </a:lnTo>
                <a:lnTo>
                  <a:pt x="928547" y="407568"/>
                </a:lnTo>
                <a:lnTo>
                  <a:pt x="952715" y="354952"/>
                </a:lnTo>
                <a:lnTo>
                  <a:pt x="965657" y="302031"/>
                </a:lnTo>
                <a:lnTo>
                  <a:pt x="970851" y="226555"/>
                </a:lnTo>
                <a:lnTo>
                  <a:pt x="971334" y="187642"/>
                </a:lnTo>
                <a:lnTo>
                  <a:pt x="971448" y="59524"/>
                </a:lnTo>
                <a:lnTo>
                  <a:pt x="1116330" y="59524"/>
                </a:lnTo>
                <a:lnTo>
                  <a:pt x="1111986" y="70726"/>
                </a:lnTo>
                <a:lnTo>
                  <a:pt x="1103896" y="92532"/>
                </a:lnTo>
                <a:lnTo>
                  <a:pt x="1099566" y="103720"/>
                </a:lnTo>
                <a:lnTo>
                  <a:pt x="1020216" y="103720"/>
                </a:lnTo>
                <a:lnTo>
                  <a:pt x="1020216" y="282232"/>
                </a:lnTo>
                <a:lnTo>
                  <a:pt x="1053744" y="282232"/>
                </a:lnTo>
                <a:lnTo>
                  <a:pt x="1053744" y="274612"/>
                </a:lnTo>
                <a:lnTo>
                  <a:pt x="1136142" y="274612"/>
                </a:lnTo>
                <a:lnTo>
                  <a:pt x="1136015" y="368630"/>
                </a:lnTo>
                <a:lnTo>
                  <a:pt x="1114806" y="392049"/>
                </a:lnTo>
                <a:lnTo>
                  <a:pt x="1103642" y="391769"/>
                </a:lnTo>
                <a:lnTo>
                  <a:pt x="1090752" y="390906"/>
                </a:lnTo>
                <a:lnTo>
                  <a:pt x="1076147" y="389483"/>
                </a:lnTo>
                <a:lnTo>
                  <a:pt x="1059840" y="387477"/>
                </a:lnTo>
                <a:lnTo>
                  <a:pt x="1061859" y="398360"/>
                </a:lnTo>
                <a:lnTo>
                  <a:pt x="1063244" y="406882"/>
                </a:lnTo>
                <a:lnTo>
                  <a:pt x="1064768" y="417271"/>
                </a:lnTo>
                <a:lnTo>
                  <a:pt x="1065936" y="425577"/>
                </a:lnTo>
                <a:lnTo>
                  <a:pt x="1083995" y="426453"/>
                </a:lnTo>
                <a:lnTo>
                  <a:pt x="1099172" y="426910"/>
                </a:lnTo>
                <a:lnTo>
                  <a:pt x="1111465" y="427075"/>
                </a:lnTo>
                <a:lnTo>
                  <a:pt x="1120902" y="427101"/>
                </a:lnTo>
                <a:lnTo>
                  <a:pt x="1142898" y="423672"/>
                </a:lnTo>
                <a:lnTo>
                  <a:pt x="1158621" y="413385"/>
                </a:lnTo>
                <a:lnTo>
                  <a:pt x="1168044" y="396240"/>
                </a:lnTo>
                <a:lnTo>
                  <a:pt x="1168590" y="392049"/>
                </a:lnTo>
                <a:lnTo>
                  <a:pt x="1171194" y="372237"/>
                </a:lnTo>
                <a:lnTo>
                  <a:pt x="1171194" y="274612"/>
                </a:lnTo>
                <a:lnTo>
                  <a:pt x="1252054" y="274612"/>
                </a:lnTo>
                <a:lnTo>
                  <a:pt x="1252054" y="282232"/>
                </a:lnTo>
                <a:lnTo>
                  <a:pt x="1285582" y="282232"/>
                </a:lnTo>
                <a:lnTo>
                  <a:pt x="1285582" y="103720"/>
                </a:lnTo>
                <a:lnTo>
                  <a:pt x="1252054" y="103720"/>
                </a:lnTo>
                <a:lnTo>
                  <a:pt x="1252054" y="132689"/>
                </a:lnTo>
                <a:lnTo>
                  <a:pt x="1252054" y="173926"/>
                </a:lnTo>
                <a:lnTo>
                  <a:pt x="1252054" y="202882"/>
                </a:lnTo>
                <a:lnTo>
                  <a:pt x="1252054" y="244132"/>
                </a:lnTo>
                <a:lnTo>
                  <a:pt x="1053744" y="244132"/>
                </a:lnTo>
                <a:lnTo>
                  <a:pt x="1053744" y="202882"/>
                </a:lnTo>
                <a:lnTo>
                  <a:pt x="1252054" y="202882"/>
                </a:lnTo>
                <a:lnTo>
                  <a:pt x="1252054" y="173926"/>
                </a:lnTo>
                <a:lnTo>
                  <a:pt x="1053744" y="173926"/>
                </a:lnTo>
                <a:lnTo>
                  <a:pt x="1053744" y="132689"/>
                </a:lnTo>
                <a:lnTo>
                  <a:pt x="1252054" y="132689"/>
                </a:lnTo>
                <a:lnTo>
                  <a:pt x="1252054" y="103720"/>
                </a:lnTo>
                <a:lnTo>
                  <a:pt x="1134618" y="103720"/>
                </a:lnTo>
                <a:lnTo>
                  <a:pt x="1139418" y="93179"/>
                </a:lnTo>
                <a:lnTo>
                  <a:pt x="1144524" y="82194"/>
                </a:lnTo>
                <a:lnTo>
                  <a:pt x="1149616" y="70942"/>
                </a:lnTo>
                <a:lnTo>
                  <a:pt x="1154430" y="59524"/>
                </a:lnTo>
                <a:lnTo>
                  <a:pt x="1320634" y="59524"/>
                </a:lnTo>
                <a:lnTo>
                  <a:pt x="1320634" y="27432"/>
                </a:lnTo>
                <a:close/>
              </a:path>
              <a:path w="1775460" h="434975">
                <a:moveTo>
                  <a:pt x="1326730" y="392049"/>
                </a:moveTo>
                <a:lnTo>
                  <a:pt x="1305280" y="368630"/>
                </a:lnTo>
                <a:lnTo>
                  <a:pt x="1281963" y="344182"/>
                </a:lnTo>
                <a:lnTo>
                  <a:pt x="1256652" y="318884"/>
                </a:lnTo>
                <a:lnTo>
                  <a:pt x="1229194" y="292900"/>
                </a:lnTo>
                <a:lnTo>
                  <a:pt x="1203198" y="312712"/>
                </a:lnTo>
                <a:lnTo>
                  <a:pt x="1228725" y="339051"/>
                </a:lnTo>
                <a:lnTo>
                  <a:pt x="1252804" y="365366"/>
                </a:lnTo>
                <a:lnTo>
                  <a:pt x="1275727" y="391668"/>
                </a:lnTo>
                <a:lnTo>
                  <a:pt x="1297774" y="417957"/>
                </a:lnTo>
                <a:lnTo>
                  <a:pt x="1326730" y="392049"/>
                </a:lnTo>
                <a:close/>
              </a:path>
              <a:path w="1775460" h="434975">
                <a:moveTo>
                  <a:pt x="1494472" y="352425"/>
                </a:moveTo>
                <a:lnTo>
                  <a:pt x="1489900" y="317271"/>
                </a:lnTo>
                <a:lnTo>
                  <a:pt x="1476159" y="321830"/>
                </a:lnTo>
                <a:lnTo>
                  <a:pt x="1462265" y="326224"/>
                </a:lnTo>
                <a:lnTo>
                  <a:pt x="1448104" y="330352"/>
                </a:lnTo>
                <a:lnTo>
                  <a:pt x="1433499" y="334035"/>
                </a:lnTo>
                <a:lnTo>
                  <a:pt x="1433499" y="210502"/>
                </a:lnTo>
                <a:lnTo>
                  <a:pt x="1488376" y="210502"/>
                </a:lnTo>
                <a:lnTo>
                  <a:pt x="1488376" y="180022"/>
                </a:lnTo>
                <a:lnTo>
                  <a:pt x="1433499" y="180022"/>
                </a:lnTo>
                <a:lnTo>
                  <a:pt x="1433499" y="70192"/>
                </a:lnTo>
                <a:lnTo>
                  <a:pt x="1492948" y="70192"/>
                </a:lnTo>
                <a:lnTo>
                  <a:pt x="1492948" y="39712"/>
                </a:lnTo>
                <a:lnTo>
                  <a:pt x="1341970" y="39712"/>
                </a:lnTo>
                <a:lnTo>
                  <a:pt x="1341970" y="70192"/>
                </a:lnTo>
                <a:lnTo>
                  <a:pt x="1401495" y="70192"/>
                </a:lnTo>
                <a:lnTo>
                  <a:pt x="1401495" y="180022"/>
                </a:lnTo>
                <a:lnTo>
                  <a:pt x="1346542" y="180022"/>
                </a:lnTo>
                <a:lnTo>
                  <a:pt x="1346542" y="210502"/>
                </a:lnTo>
                <a:lnTo>
                  <a:pt x="1401495" y="210502"/>
                </a:lnTo>
                <a:lnTo>
                  <a:pt x="1401495" y="343179"/>
                </a:lnTo>
                <a:lnTo>
                  <a:pt x="1385455" y="346913"/>
                </a:lnTo>
                <a:lnTo>
                  <a:pt x="1352778" y="354850"/>
                </a:lnTo>
                <a:lnTo>
                  <a:pt x="1335874" y="358521"/>
                </a:lnTo>
                <a:lnTo>
                  <a:pt x="1348066" y="395097"/>
                </a:lnTo>
                <a:lnTo>
                  <a:pt x="1383842" y="383933"/>
                </a:lnTo>
                <a:lnTo>
                  <a:pt x="1420164" y="373189"/>
                </a:lnTo>
                <a:lnTo>
                  <a:pt x="1494472" y="352425"/>
                </a:lnTo>
                <a:close/>
              </a:path>
              <a:path w="1775460" h="434975">
                <a:moveTo>
                  <a:pt x="1775079" y="384429"/>
                </a:moveTo>
                <a:lnTo>
                  <a:pt x="1644015" y="384429"/>
                </a:lnTo>
                <a:lnTo>
                  <a:pt x="1644015" y="321843"/>
                </a:lnTo>
                <a:lnTo>
                  <a:pt x="1756791" y="321843"/>
                </a:lnTo>
                <a:lnTo>
                  <a:pt x="1756791" y="291363"/>
                </a:lnTo>
                <a:lnTo>
                  <a:pt x="1644015" y="291363"/>
                </a:lnTo>
                <a:lnTo>
                  <a:pt x="1644015" y="233362"/>
                </a:lnTo>
                <a:lnTo>
                  <a:pt x="1714119" y="233362"/>
                </a:lnTo>
                <a:lnTo>
                  <a:pt x="1714119" y="250215"/>
                </a:lnTo>
                <a:lnTo>
                  <a:pt x="1747647" y="250215"/>
                </a:lnTo>
                <a:lnTo>
                  <a:pt x="1747647" y="22860"/>
                </a:lnTo>
                <a:lnTo>
                  <a:pt x="1714119" y="22860"/>
                </a:lnTo>
                <a:lnTo>
                  <a:pt x="1714119" y="53428"/>
                </a:lnTo>
                <a:lnTo>
                  <a:pt x="1714119" y="112864"/>
                </a:lnTo>
                <a:lnTo>
                  <a:pt x="1714119" y="141922"/>
                </a:lnTo>
                <a:lnTo>
                  <a:pt x="1714119" y="202882"/>
                </a:lnTo>
                <a:lnTo>
                  <a:pt x="1644015" y="202882"/>
                </a:lnTo>
                <a:lnTo>
                  <a:pt x="1644015" y="141922"/>
                </a:lnTo>
                <a:lnTo>
                  <a:pt x="1714119" y="141922"/>
                </a:lnTo>
                <a:lnTo>
                  <a:pt x="1714119" y="112864"/>
                </a:lnTo>
                <a:lnTo>
                  <a:pt x="1644015" y="112864"/>
                </a:lnTo>
                <a:lnTo>
                  <a:pt x="1644015" y="53428"/>
                </a:lnTo>
                <a:lnTo>
                  <a:pt x="1714119" y="53428"/>
                </a:lnTo>
                <a:lnTo>
                  <a:pt x="1714119" y="22860"/>
                </a:lnTo>
                <a:lnTo>
                  <a:pt x="1611909" y="22860"/>
                </a:lnTo>
                <a:lnTo>
                  <a:pt x="1611909" y="53428"/>
                </a:lnTo>
                <a:lnTo>
                  <a:pt x="1611909" y="112864"/>
                </a:lnTo>
                <a:lnTo>
                  <a:pt x="1611909" y="141922"/>
                </a:lnTo>
                <a:lnTo>
                  <a:pt x="1611909" y="202882"/>
                </a:lnTo>
                <a:lnTo>
                  <a:pt x="1541805" y="202882"/>
                </a:lnTo>
                <a:lnTo>
                  <a:pt x="1541805" y="141922"/>
                </a:lnTo>
                <a:lnTo>
                  <a:pt x="1611909" y="141922"/>
                </a:lnTo>
                <a:lnTo>
                  <a:pt x="1611909" y="112864"/>
                </a:lnTo>
                <a:lnTo>
                  <a:pt x="1541805" y="112864"/>
                </a:lnTo>
                <a:lnTo>
                  <a:pt x="1541805" y="53428"/>
                </a:lnTo>
                <a:lnTo>
                  <a:pt x="1611909" y="53428"/>
                </a:lnTo>
                <a:lnTo>
                  <a:pt x="1611909" y="22860"/>
                </a:lnTo>
                <a:lnTo>
                  <a:pt x="1509801" y="22860"/>
                </a:lnTo>
                <a:lnTo>
                  <a:pt x="1509801" y="250215"/>
                </a:lnTo>
                <a:lnTo>
                  <a:pt x="1541805" y="250215"/>
                </a:lnTo>
                <a:lnTo>
                  <a:pt x="1541805" y="233362"/>
                </a:lnTo>
                <a:lnTo>
                  <a:pt x="1611909" y="233362"/>
                </a:lnTo>
                <a:lnTo>
                  <a:pt x="1611909" y="291363"/>
                </a:lnTo>
                <a:lnTo>
                  <a:pt x="1500568" y="291363"/>
                </a:lnTo>
                <a:lnTo>
                  <a:pt x="1500568" y="321843"/>
                </a:lnTo>
                <a:lnTo>
                  <a:pt x="1611909" y="321843"/>
                </a:lnTo>
                <a:lnTo>
                  <a:pt x="1611909" y="384429"/>
                </a:lnTo>
                <a:lnTo>
                  <a:pt x="1474660" y="384429"/>
                </a:lnTo>
                <a:lnTo>
                  <a:pt x="1474660" y="416433"/>
                </a:lnTo>
                <a:lnTo>
                  <a:pt x="1775079" y="416433"/>
                </a:lnTo>
                <a:lnTo>
                  <a:pt x="1775079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9928" y="6325838"/>
            <a:ext cx="109823" cy="109823"/>
          </a:xfrm>
          <a:prstGeom prst="rect">
            <a:avLst/>
          </a:prstGeom>
        </p:spPr>
      </p:pic>
      <p:sp>
        <p:nvSpPr>
          <p:cNvPr id="78" name="object 78" descr=""/>
          <p:cNvSpPr/>
          <p:nvPr/>
        </p:nvSpPr>
        <p:spPr>
          <a:xfrm>
            <a:off x="1297584" y="6148870"/>
            <a:ext cx="4026535" cy="442595"/>
          </a:xfrm>
          <a:custGeom>
            <a:avLst/>
            <a:gdLst/>
            <a:ahLst/>
            <a:cxnLst/>
            <a:rect l="l" t="t" r="r" b="b"/>
            <a:pathLst>
              <a:path w="4026535" h="442595">
                <a:moveTo>
                  <a:pt x="436245" y="379857"/>
                </a:moveTo>
                <a:lnTo>
                  <a:pt x="399046" y="371259"/>
                </a:lnTo>
                <a:lnTo>
                  <a:pt x="365290" y="359079"/>
                </a:lnTo>
                <a:lnTo>
                  <a:pt x="335000" y="343166"/>
                </a:lnTo>
                <a:lnTo>
                  <a:pt x="308140" y="323367"/>
                </a:lnTo>
                <a:lnTo>
                  <a:pt x="405676" y="274599"/>
                </a:lnTo>
                <a:lnTo>
                  <a:pt x="381292" y="244119"/>
                </a:lnTo>
                <a:lnTo>
                  <a:pt x="355561" y="261531"/>
                </a:lnTo>
                <a:lnTo>
                  <a:pt x="330987" y="277075"/>
                </a:lnTo>
                <a:lnTo>
                  <a:pt x="307517" y="290626"/>
                </a:lnTo>
                <a:lnTo>
                  <a:pt x="285178" y="302031"/>
                </a:lnTo>
                <a:lnTo>
                  <a:pt x="271157" y="285457"/>
                </a:lnTo>
                <a:lnTo>
                  <a:pt x="258699" y="267741"/>
                </a:lnTo>
                <a:lnTo>
                  <a:pt x="247675" y="248881"/>
                </a:lnTo>
                <a:lnTo>
                  <a:pt x="237934" y="228879"/>
                </a:lnTo>
                <a:lnTo>
                  <a:pt x="431584" y="228879"/>
                </a:lnTo>
                <a:lnTo>
                  <a:pt x="431584" y="198310"/>
                </a:lnTo>
                <a:lnTo>
                  <a:pt x="236410" y="198310"/>
                </a:lnTo>
                <a:lnTo>
                  <a:pt x="236410" y="152590"/>
                </a:lnTo>
                <a:lnTo>
                  <a:pt x="401104" y="152590"/>
                </a:lnTo>
                <a:lnTo>
                  <a:pt x="401104" y="123634"/>
                </a:lnTo>
                <a:lnTo>
                  <a:pt x="236410" y="123634"/>
                </a:lnTo>
                <a:lnTo>
                  <a:pt x="236410" y="79336"/>
                </a:lnTo>
                <a:lnTo>
                  <a:pt x="419392" y="79336"/>
                </a:lnTo>
                <a:lnTo>
                  <a:pt x="419392" y="50380"/>
                </a:lnTo>
                <a:lnTo>
                  <a:pt x="236410" y="50380"/>
                </a:lnTo>
                <a:lnTo>
                  <a:pt x="236410" y="0"/>
                </a:lnTo>
                <a:lnTo>
                  <a:pt x="201358" y="0"/>
                </a:lnTo>
                <a:lnTo>
                  <a:pt x="201358" y="50380"/>
                </a:lnTo>
                <a:lnTo>
                  <a:pt x="18288" y="50380"/>
                </a:lnTo>
                <a:lnTo>
                  <a:pt x="18288" y="79336"/>
                </a:lnTo>
                <a:lnTo>
                  <a:pt x="201358" y="79336"/>
                </a:lnTo>
                <a:lnTo>
                  <a:pt x="201358" y="123634"/>
                </a:lnTo>
                <a:lnTo>
                  <a:pt x="36677" y="123634"/>
                </a:lnTo>
                <a:lnTo>
                  <a:pt x="36677" y="152590"/>
                </a:lnTo>
                <a:lnTo>
                  <a:pt x="201358" y="152590"/>
                </a:lnTo>
                <a:lnTo>
                  <a:pt x="201358" y="198310"/>
                </a:lnTo>
                <a:lnTo>
                  <a:pt x="6096" y="198310"/>
                </a:lnTo>
                <a:lnTo>
                  <a:pt x="6096" y="228879"/>
                </a:lnTo>
                <a:lnTo>
                  <a:pt x="178498" y="228879"/>
                </a:lnTo>
                <a:lnTo>
                  <a:pt x="143294" y="265747"/>
                </a:lnTo>
                <a:lnTo>
                  <a:pt x="101828" y="298615"/>
                </a:lnTo>
                <a:lnTo>
                  <a:pt x="54063" y="327507"/>
                </a:lnTo>
                <a:lnTo>
                  <a:pt x="0" y="352425"/>
                </a:lnTo>
                <a:lnTo>
                  <a:pt x="6578" y="360184"/>
                </a:lnTo>
                <a:lnTo>
                  <a:pt x="12585" y="367665"/>
                </a:lnTo>
                <a:lnTo>
                  <a:pt x="18046" y="375145"/>
                </a:lnTo>
                <a:lnTo>
                  <a:pt x="22961" y="382905"/>
                </a:lnTo>
                <a:lnTo>
                  <a:pt x="50939" y="368668"/>
                </a:lnTo>
                <a:lnTo>
                  <a:pt x="77635" y="353555"/>
                </a:lnTo>
                <a:lnTo>
                  <a:pt x="102895" y="337858"/>
                </a:lnTo>
                <a:lnTo>
                  <a:pt x="126593" y="321843"/>
                </a:lnTo>
                <a:lnTo>
                  <a:pt x="126593" y="381381"/>
                </a:lnTo>
                <a:lnTo>
                  <a:pt x="125755" y="388835"/>
                </a:lnTo>
                <a:lnTo>
                  <a:pt x="123355" y="395287"/>
                </a:lnTo>
                <a:lnTo>
                  <a:pt x="119519" y="400888"/>
                </a:lnTo>
                <a:lnTo>
                  <a:pt x="114401" y="405765"/>
                </a:lnTo>
                <a:lnTo>
                  <a:pt x="134213" y="437857"/>
                </a:lnTo>
                <a:lnTo>
                  <a:pt x="185381" y="416191"/>
                </a:lnTo>
                <a:lnTo>
                  <a:pt x="265366" y="387477"/>
                </a:lnTo>
                <a:lnTo>
                  <a:pt x="265366" y="349377"/>
                </a:lnTo>
                <a:lnTo>
                  <a:pt x="240550" y="359638"/>
                </a:lnTo>
                <a:lnTo>
                  <a:pt x="214312" y="369760"/>
                </a:lnTo>
                <a:lnTo>
                  <a:pt x="186931" y="379590"/>
                </a:lnTo>
                <a:lnTo>
                  <a:pt x="158686" y="389001"/>
                </a:lnTo>
                <a:lnTo>
                  <a:pt x="158686" y="294411"/>
                </a:lnTo>
                <a:lnTo>
                  <a:pt x="172326" y="281584"/>
                </a:lnTo>
                <a:lnTo>
                  <a:pt x="185547" y="268312"/>
                </a:lnTo>
                <a:lnTo>
                  <a:pt x="197904" y="254774"/>
                </a:lnTo>
                <a:lnTo>
                  <a:pt x="208978" y="241071"/>
                </a:lnTo>
                <a:lnTo>
                  <a:pt x="231724" y="284683"/>
                </a:lnTo>
                <a:lnTo>
                  <a:pt x="258838" y="322427"/>
                </a:lnTo>
                <a:lnTo>
                  <a:pt x="290372" y="354317"/>
                </a:lnTo>
                <a:lnTo>
                  <a:pt x="326339" y="380365"/>
                </a:lnTo>
                <a:lnTo>
                  <a:pt x="366788" y="400558"/>
                </a:lnTo>
                <a:lnTo>
                  <a:pt x="411772" y="414909"/>
                </a:lnTo>
                <a:lnTo>
                  <a:pt x="416864" y="406641"/>
                </a:lnTo>
                <a:lnTo>
                  <a:pt x="422821" y="397954"/>
                </a:lnTo>
                <a:lnTo>
                  <a:pt x="436245" y="379857"/>
                </a:lnTo>
                <a:close/>
              </a:path>
              <a:path w="4026535" h="442595">
                <a:moveTo>
                  <a:pt x="883069" y="312699"/>
                </a:moveTo>
                <a:lnTo>
                  <a:pt x="684758" y="312699"/>
                </a:lnTo>
                <a:lnTo>
                  <a:pt x="684758" y="263931"/>
                </a:lnTo>
                <a:lnTo>
                  <a:pt x="806767" y="263931"/>
                </a:lnTo>
                <a:lnTo>
                  <a:pt x="806767" y="283743"/>
                </a:lnTo>
                <a:lnTo>
                  <a:pt x="840295" y="283743"/>
                </a:lnTo>
                <a:lnTo>
                  <a:pt x="840295" y="71716"/>
                </a:lnTo>
                <a:lnTo>
                  <a:pt x="806767" y="71716"/>
                </a:lnTo>
                <a:lnTo>
                  <a:pt x="806767" y="102196"/>
                </a:lnTo>
                <a:lnTo>
                  <a:pt x="806767" y="152590"/>
                </a:lnTo>
                <a:lnTo>
                  <a:pt x="806767" y="181546"/>
                </a:lnTo>
                <a:lnTo>
                  <a:pt x="806767" y="233451"/>
                </a:lnTo>
                <a:lnTo>
                  <a:pt x="684758" y="233451"/>
                </a:lnTo>
                <a:lnTo>
                  <a:pt x="684758" y="181546"/>
                </a:lnTo>
                <a:lnTo>
                  <a:pt x="806767" y="181546"/>
                </a:lnTo>
                <a:lnTo>
                  <a:pt x="806767" y="152590"/>
                </a:lnTo>
                <a:lnTo>
                  <a:pt x="684758" y="152590"/>
                </a:lnTo>
                <a:lnTo>
                  <a:pt x="684758" y="102196"/>
                </a:lnTo>
                <a:lnTo>
                  <a:pt x="806767" y="102196"/>
                </a:lnTo>
                <a:lnTo>
                  <a:pt x="806767" y="71716"/>
                </a:lnTo>
                <a:lnTo>
                  <a:pt x="750379" y="71716"/>
                </a:lnTo>
                <a:lnTo>
                  <a:pt x="760907" y="60007"/>
                </a:lnTo>
                <a:lnTo>
                  <a:pt x="771715" y="47713"/>
                </a:lnTo>
                <a:lnTo>
                  <a:pt x="782523" y="34823"/>
                </a:lnTo>
                <a:lnTo>
                  <a:pt x="793051" y="21336"/>
                </a:lnTo>
                <a:lnTo>
                  <a:pt x="757999" y="1524"/>
                </a:lnTo>
                <a:lnTo>
                  <a:pt x="746302" y="20459"/>
                </a:lnTo>
                <a:lnTo>
                  <a:pt x="734174" y="38379"/>
                </a:lnTo>
                <a:lnTo>
                  <a:pt x="721741" y="55410"/>
                </a:lnTo>
                <a:lnTo>
                  <a:pt x="709142" y="71716"/>
                </a:lnTo>
                <a:lnTo>
                  <a:pt x="649706" y="71716"/>
                </a:lnTo>
                <a:lnTo>
                  <a:pt x="649706" y="102196"/>
                </a:lnTo>
                <a:lnTo>
                  <a:pt x="649706" y="152590"/>
                </a:lnTo>
                <a:lnTo>
                  <a:pt x="649706" y="181546"/>
                </a:lnTo>
                <a:lnTo>
                  <a:pt x="649706" y="233451"/>
                </a:lnTo>
                <a:lnTo>
                  <a:pt x="529209" y="233451"/>
                </a:lnTo>
                <a:lnTo>
                  <a:pt x="529209" y="181546"/>
                </a:lnTo>
                <a:lnTo>
                  <a:pt x="649706" y="181546"/>
                </a:lnTo>
                <a:lnTo>
                  <a:pt x="649706" y="152590"/>
                </a:lnTo>
                <a:lnTo>
                  <a:pt x="529209" y="152590"/>
                </a:lnTo>
                <a:lnTo>
                  <a:pt x="529209" y="102196"/>
                </a:lnTo>
                <a:lnTo>
                  <a:pt x="649706" y="102196"/>
                </a:lnTo>
                <a:lnTo>
                  <a:pt x="649706" y="71716"/>
                </a:lnTo>
                <a:lnTo>
                  <a:pt x="607034" y="71716"/>
                </a:lnTo>
                <a:lnTo>
                  <a:pt x="623798" y="58000"/>
                </a:lnTo>
                <a:lnTo>
                  <a:pt x="565785" y="0"/>
                </a:lnTo>
                <a:lnTo>
                  <a:pt x="541401" y="21336"/>
                </a:lnTo>
                <a:lnTo>
                  <a:pt x="553478" y="33959"/>
                </a:lnTo>
                <a:lnTo>
                  <a:pt x="564845" y="46570"/>
                </a:lnTo>
                <a:lnTo>
                  <a:pt x="575945" y="59143"/>
                </a:lnTo>
                <a:lnTo>
                  <a:pt x="587222" y="71716"/>
                </a:lnTo>
                <a:lnTo>
                  <a:pt x="495681" y="71716"/>
                </a:lnTo>
                <a:lnTo>
                  <a:pt x="495681" y="283743"/>
                </a:lnTo>
                <a:lnTo>
                  <a:pt x="529209" y="283743"/>
                </a:lnTo>
                <a:lnTo>
                  <a:pt x="529209" y="263931"/>
                </a:lnTo>
                <a:lnTo>
                  <a:pt x="649706" y="263931"/>
                </a:lnTo>
                <a:lnTo>
                  <a:pt x="649706" y="312699"/>
                </a:lnTo>
                <a:lnTo>
                  <a:pt x="451485" y="312699"/>
                </a:lnTo>
                <a:lnTo>
                  <a:pt x="451485" y="344805"/>
                </a:lnTo>
                <a:lnTo>
                  <a:pt x="649706" y="344805"/>
                </a:lnTo>
                <a:lnTo>
                  <a:pt x="649706" y="437769"/>
                </a:lnTo>
                <a:lnTo>
                  <a:pt x="684758" y="437769"/>
                </a:lnTo>
                <a:lnTo>
                  <a:pt x="684758" y="344805"/>
                </a:lnTo>
                <a:lnTo>
                  <a:pt x="883069" y="344805"/>
                </a:lnTo>
                <a:lnTo>
                  <a:pt x="883069" y="312699"/>
                </a:lnTo>
                <a:close/>
              </a:path>
              <a:path w="4026535" h="442595">
                <a:moveTo>
                  <a:pt x="983640" y="73253"/>
                </a:moveTo>
                <a:lnTo>
                  <a:pt x="973378" y="59817"/>
                </a:lnTo>
                <a:lnTo>
                  <a:pt x="963256" y="46964"/>
                </a:lnTo>
                <a:lnTo>
                  <a:pt x="944016" y="22961"/>
                </a:lnTo>
                <a:lnTo>
                  <a:pt x="918108" y="39725"/>
                </a:lnTo>
                <a:lnTo>
                  <a:pt x="928166" y="52552"/>
                </a:lnTo>
                <a:lnTo>
                  <a:pt x="937920" y="65824"/>
                </a:lnTo>
                <a:lnTo>
                  <a:pt x="947686" y="79362"/>
                </a:lnTo>
                <a:lnTo>
                  <a:pt x="957732" y="93065"/>
                </a:lnTo>
                <a:lnTo>
                  <a:pt x="983640" y="73253"/>
                </a:lnTo>
                <a:close/>
              </a:path>
              <a:path w="4026535" h="442595">
                <a:moveTo>
                  <a:pt x="1113282" y="257848"/>
                </a:moveTo>
                <a:lnTo>
                  <a:pt x="1079754" y="257848"/>
                </a:lnTo>
                <a:lnTo>
                  <a:pt x="1079754" y="286804"/>
                </a:lnTo>
                <a:lnTo>
                  <a:pt x="1070013" y="303618"/>
                </a:lnTo>
                <a:lnTo>
                  <a:pt x="1058989" y="319608"/>
                </a:lnTo>
                <a:lnTo>
                  <a:pt x="1046530" y="334454"/>
                </a:lnTo>
                <a:lnTo>
                  <a:pt x="1032510" y="347853"/>
                </a:lnTo>
                <a:lnTo>
                  <a:pt x="968400" y="318808"/>
                </a:lnTo>
                <a:lnTo>
                  <a:pt x="973213" y="310807"/>
                </a:lnTo>
                <a:lnTo>
                  <a:pt x="983411" y="294805"/>
                </a:lnTo>
                <a:lnTo>
                  <a:pt x="988212" y="286804"/>
                </a:lnTo>
                <a:lnTo>
                  <a:pt x="1079754" y="286804"/>
                </a:lnTo>
                <a:lnTo>
                  <a:pt x="1079754" y="257848"/>
                </a:lnTo>
                <a:lnTo>
                  <a:pt x="1005078" y="257848"/>
                </a:lnTo>
                <a:lnTo>
                  <a:pt x="1008507" y="252107"/>
                </a:lnTo>
                <a:lnTo>
                  <a:pt x="1011936" y="246227"/>
                </a:lnTo>
                <a:lnTo>
                  <a:pt x="1015365" y="240055"/>
                </a:lnTo>
                <a:lnTo>
                  <a:pt x="1018794" y="233464"/>
                </a:lnTo>
                <a:lnTo>
                  <a:pt x="988212" y="224320"/>
                </a:lnTo>
                <a:lnTo>
                  <a:pt x="983411" y="232549"/>
                </a:lnTo>
                <a:lnTo>
                  <a:pt x="973213" y="249605"/>
                </a:lnTo>
                <a:lnTo>
                  <a:pt x="968400" y="257848"/>
                </a:lnTo>
                <a:lnTo>
                  <a:pt x="902868" y="257848"/>
                </a:lnTo>
                <a:lnTo>
                  <a:pt x="902868" y="286804"/>
                </a:lnTo>
                <a:lnTo>
                  <a:pt x="951636" y="286804"/>
                </a:lnTo>
                <a:lnTo>
                  <a:pt x="945667" y="297294"/>
                </a:lnTo>
                <a:lnTo>
                  <a:pt x="939253" y="307949"/>
                </a:lnTo>
                <a:lnTo>
                  <a:pt x="932573" y="318338"/>
                </a:lnTo>
                <a:lnTo>
                  <a:pt x="925728" y="328041"/>
                </a:lnTo>
                <a:lnTo>
                  <a:pt x="1003554" y="367665"/>
                </a:lnTo>
                <a:lnTo>
                  <a:pt x="980376" y="380542"/>
                </a:lnTo>
                <a:lnTo>
                  <a:pt x="954506" y="391858"/>
                </a:lnTo>
                <a:lnTo>
                  <a:pt x="926096" y="401739"/>
                </a:lnTo>
                <a:lnTo>
                  <a:pt x="895248" y="410337"/>
                </a:lnTo>
                <a:lnTo>
                  <a:pt x="899566" y="418325"/>
                </a:lnTo>
                <a:lnTo>
                  <a:pt x="903439" y="426199"/>
                </a:lnTo>
                <a:lnTo>
                  <a:pt x="907046" y="433781"/>
                </a:lnTo>
                <a:lnTo>
                  <a:pt x="910488" y="440918"/>
                </a:lnTo>
                <a:lnTo>
                  <a:pt x="946543" y="429475"/>
                </a:lnTo>
                <a:lnTo>
                  <a:pt x="979309" y="416064"/>
                </a:lnTo>
                <a:lnTo>
                  <a:pt x="1008938" y="400951"/>
                </a:lnTo>
                <a:lnTo>
                  <a:pt x="1035558" y="384429"/>
                </a:lnTo>
                <a:lnTo>
                  <a:pt x="1078204" y="407149"/>
                </a:lnTo>
                <a:lnTo>
                  <a:pt x="1091946" y="414909"/>
                </a:lnTo>
                <a:lnTo>
                  <a:pt x="1111758" y="384429"/>
                </a:lnTo>
                <a:lnTo>
                  <a:pt x="1061466" y="361569"/>
                </a:lnTo>
                <a:lnTo>
                  <a:pt x="1074699" y="347853"/>
                </a:lnTo>
                <a:lnTo>
                  <a:pt x="1077493" y="344957"/>
                </a:lnTo>
                <a:lnTo>
                  <a:pt x="1091374" y="327037"/>
                </a:lnTo>
                <a:lnTo>
                  <a:pt x="1103261" y="307695"/>
                </a:lnTo>
                <a:lnTo>
                  <a:pt x="1113282" y="286804"/>
                </a:lnTo>
                <a:lnTo>
                  <a:pt x="1113282" y="257848"/>
                </a:lnTo>
                <a:close/>
              </a:path>
              <a:path w="4026535" h="442595">
                <a:moveTo>
                  <a:pt x="1123950" y="106781"/>
                </a:moveTo>
                <a:lnTo>
                  <a:pt x="1040130" y="106781"/>
                </a:lnTo>
                <a:lnTo>
                  <a:pt x="1040130" y="9144"/>
                </a:lnTo>
                <a:lnTo>
                  <a:pt x="1008126" y="9144"/>
                </a:lnTo>
                <a:lnTo>
                  <a:pt x="1008126" y="106781"/>
                </a:lnTo>
                <a:lnTo>
                  <a:pt x="907440" y="106781"/>
                </a:lnTo>
                <a:lnTo>
                  <a:pt x="907440" y="135826"/>
                </a:lnTo>
                <a:lnTo>
                  <a:pt x="997458" y="135826"/>
                </a:lnTo>
                <a:lnTo>
                  <a:pt x="973975" y="156692"/>
                </a:lnTo>
                <a:lnTo>
                  <a:pt x="949363" y="175831"/>
                </a:lnTo>
                <a:lnTo>
                  <a:pt x="923645" y="193268"/>
                </a:lnTo>
                <a:lnTo>
                  <a:pt x="896772" y="208978"/>
                </a:lnTo>
                <a:lnTo>
                  <a:pt x="901344" y="215823"/>
                </a:lnTo>
                <a:lnTo>
                  <a:pt x="905916" y="222554"/>
                </a:lnTo>
                <a:lnTo>
                  <a:pt x="910488" y="228993"/>
                </a:lnTo>
                <a:lnTo>
                  <a:pt x="915060" y="234988"/>
                </a:lnTo>
                <a:lnTo>
                  <a:pt x="940523" y="219214"/>
                </a:lnTo>
                <a:lnTo>
                  <a:pt x="964412" y="201752"/>
                </a:lnTo>
                <a:lnTo>
                  <a:pt x="986904" y="182600"/>
                </a:lnTo>
                <a:lnTo>
                  <a:pt x="1008126" y="161734"/>
                </a:lnTo>
                <a:lnTo>
                  <a:pt x="1008126" y="224320"/>
                </a:lnTo>
                <a:lnTo>
                  <a:pt x="1040130" y="224320"/>
                </a:lnTo>
                <a:lnTo>
                  <a:pt x="1040130" y="173926"/>
                </a:lnTo>
                <a:lnTo>
                  <a:pt x="1057579" y="187591"/>
                </a:lnTo>
                <a:lnTo>
                  <a:pt x="1073467" y="200990"/>
                </a:lnTo>
                <a:lnTo>
                  <a:pt x="1087920" y="213829"/>
                </a:lnTo>
                <a:lnTo>
                  <a:pt x="1101090" y="225844"/>
                </a:lnTo>
                <a:lnTo>
                  <a:pt x="1122426" y="199834"/>
                </a:lnTo>
                <a:lnTo>
                  <a:pt x="1090993" y="175641"/>
                </a:lnTo>
                <a:lnTo>
                  <a:pt x="1088720" y="173926"/>
                </a:lnTo>
                <a:lnTo>
                  <a:pt x="1074585" y="163258"/>
                </a:lnTo>
                <a:lnTo>
                  <a:pt x="1073353" y="162331"/>
                </a:lnTo>
                <a:lnTo>
                  <a:pt x="1053846" y="148018"/>
                </a:lnTo>
                <a:lnTo>
                  <a:pt x="1040130" y="163258"/>
                </a:lnTo>
                <a:lnTo>
                  <a:pt x="1040130" y="161734"/>
                </a:lnTo>
                <a:lnTo>
                  <a:pt x="1040130" y="135826"/>
                </a:lnTo>
                <a:lnTo>
                  <a:pt x="1123950" y="135826"/>
                </a:lnTo>
                <a:lnTo>
                  <a:pt x="1123950" y="106781"/>
                </a:lnTo>
                <a:close/>
              </a:path>
              <a:path w="4026535" h="442595">
                <a:moveTo>
                  <a:pt x="1131658" y="38201"/>
                </a:moveTo>
                <a:lnTo>
                  <a:pt x="1104138" y="19913"/>
                </a:lnTo>
                <a:lnTo>
                  <a:pt x="1093584" y="35382"/>
                </a:lnTo>
                <a:lnTo>
                  <a:pt x="1082611" y="50012"/>
                </a:lnTo>
                <a:lnTo>
                  <a:pt x="1071346" y="64058"/>
                </a:lnTo>
                <a:lnTo>
                  <a:pt x="1059942" y="77825"/>
                </a:lnTo>
                <a:lnTo>
                  <a:pt x="1066469" y="82346"/>
                </a:lnTo>
                <a:lnTo>
                  <a:pt x="1072705" y="86969"/>
                </a:lnTo>
                <a:lnTo>
                  <a:pt x="1078585" y="91541"/>
                </a:lnTo>
                <a:lnTo>
                  <a:pt x="1084326" y="96113"/>
                </a:lnTo>
                <a:lnTo>
                  <a:pt x="1095959" y="82397"/>
                </a:lnTo>
                <a:lnTo>
                  <a:pt x="1107960" y="68300"/>
                </a:lnTo>
                <a:lnTo>
                  <a:pt x="1119936" y="53670"/>
                </a:lnTo>
                <a:lnTo>
                  <a:pt x="1131658" y="38201"/>
                </a:lnTo>
                <a:close/>
              </a:path>
              <a:path w="4026535" h="442595">
                <a:moveTo>
                  <a:pt x="1339024" y="402717"/>
                </a:moveTo>
                <a:lnTo>
                  <a:pt x="1312760" y="386689"/>
                </a:lnTo>
                <a:lnTo>
                  <a:pt x="1288910" y="368223"/>
                </a:lnTo>
                <a:lnTo>
                  <a:pt x="1276019" y="355473"/>
                </a:lnTo>
                <a:lnTo>
                  <a:pt x="1267612" y="347167"/>
                </a:lnTo>
                <a:lnTo>
                  <a:pt x="1249019" y="323380"/>
                </a:lnTo>
                <a:lnTo>
                  <a:pt x="1265389" y="289852"/>
                </a:lnTo>
                <a:lnTo>
                  <a:pt x="1268996" y="282448"/>
                </a:lnTo>
                <a:lnTo>
                  <a:pt x="1285087" y="234988"/>
                </a:lnTo>
                <a:lnTo>
                  <a:pt x="1296898" y="180555"/>
                </a:lnTo>
                <a:lnTo>
                  <a:pt x="1303972" y="119062"/>
                </a:lnTo>
                <a:lnTo>
                  <a:pt x="1331404" y="119062"/>
                </a:lnTo>
                <a:lnTo>
                  <a:pt x="1331404" y="90017"/>
                </a:lnTo>
                <a:lnTo>
                  <a:pt x="1268920" y="90017"/>
                </a:lnTo>
                <a:lnTo>
                  <a:pt x="1268920" y="119062"/>
                </a:lnTo>
                <a:lnTo>
                  <a:pt x="1263700" y="169964"/>
                </a:lnTo>
                <a:lnTo>
                  <a:pt x="1254925" y="215315"/>
                </a:lnTo>
                <a:lnTo>
                  <a:pt x="1242466" y="255231"/>
                </a:lnTo>
                <a:lnTo>
                  <a:pt x="1226159" y="289852"/>
                </a:lnTo>
                <a:lnTo>
                  <a:pt x="1209814" y="254990"/>
                </a:lnTo>
                <a:lnTo>
                  <a:pt x="1197203" y="216839"/>
                </a:lnTo>
                <a:lnTo>
                  <a:pt x="1189342" y="181546"/>
                </a:lnTo>
                <a:lnTo>
                  <a:pt x="1188008" y="175539"/>
                </a:lnTo>
                <a:lnTo>
                  <a:pt x="1181950" y="131254"/>
                </a:lnTo>
                <a:lnTo>
                  <a:pt x="1185011" y="126682"/>
                </a:lnTo>
                <a:lnTo>
                  <a:pt x="1186535" y="123634"/>
                </a:lnTo>
                <a:lnTo>
                  <a:pt x="1188059" y="119062"/>
                </a:lnTo>
                <a:lnTo>
                  <a:pt x="1268920" y="119062"/>
                </a:lnTo>
                <a:lnTo>
                  <a:pt x="1268920" y="90017"/>
                </a:lnTo>
                <a:lnTo>
                  <a:pt x="1198727" y="90017"/>
                </a:lnTo>
                <a:lnTo>
                  <a:pt x="1204417" y="71196"/>
                </a:lnTo>
                <a:lnTo>
                  <a:pt x="1209967" y="51523"/>
                </a:lnTo>
                <a:lnTo>
                  <a:pt x="1215224" y="31254"/>
                </a:lnTo>
                <a:lnTo>
                  <a:pt x="1220063" y="10668"/>
                </a:lnTo>
                <a:lnTo>
                  <a:pt x="1185011" y="4572"/>
                </a:lnTo>
                <a:lnTo>
                  <a:pt x="1173861" y="55219"/>
                </a:lnTo>
                <a:lnTo>
                  <a:pt x="1158709" y="101854"/>
                </a:lnTo>
                <a:lnTo>
                  <a:pt x="1139532" y="144475"/>
                </a:lnTo>
                <a:lnTo>
                  <a:pt x="1116330" y="183070"/>
                </a:lnTo>
                <a:lnTo>
                  <a:pt x="1122895" y="190804"/>
                </a:lnTo>
                <a:lnTo>
                  <a:pt x="1128763" y="198120"/>
                </a:lnTo>
                <a:lnTo>
                  <a:pt x="1133767" y="205143"/>
                </a:lnTo>
                <a:lnTo>
                  <a:pt x="1137754" y="212026"/>
                </a:lnTo>
                <a:lnTo>
                  <a:pt x="1143215" y="204266"/>
                </a:lnTo>
                <a:lnTo>
                  <a:pt x="1148232" y="196786"/>
                </a:lnTo>
                <a:lnTo>
                  <a:pt x="1152982" y="189306"/>
                </a:lnTo>
                <a:lnTo>
                  <a:pt x="1157566" y="181546"/>
                </a:lnTo>
                <a:lnTo>
                  <a:pt x="1164742" y="220459"/>
                </a:lnTo>
                <a:lnTo>
                  <a:pt x="1174902" y="257073"/>
                </a:lnTo>
                <a:lnTo>
                  <a:pt x="1188224" y="291363"/>
                </a:lnTo>
                <a:lnTo>
                  <a:pt x="1204823" y="323380"/>
                </a:lnTo>
                <a:lnTo>
                  <a:pt x="1183982" y="348005"/>
                </a:lnTo>
                <a:lnTo>
                  <a:pt x="1160424" y="371462"/>
                </a:lnTo>
                <a:lnTo>
                  <a:pt x="1134262" y="393763"/>
                </a:lnTo>
                <a:lnTo>
                  <a:pt x="1105662" y="414909"/>
                </a:lnTo>
                <a:lnTo>
                  <a:pt x="1112469" y="421779"/>
                </a:lnTo>
                <a:lnTo>
                  <a:pt x="1119009" y="428675"/>
                </a:lnTo>
                <a:lnTo>
                  <a:pt x="1124991" y="435559"/>
                </a:lnTo>
                <a:lnTo>
                  <a:pt x="1130134" y="442442"/>
                </a:lnTo>
                <a:lnTo>
                  <a:pt x="1156716" y="423240"/>
                </a:lnTo>
                <a:lnTo>
                  <a:pt x="1181569" y="402348"/>
                </a:lnTo>
                <a:lnTo>
                  <a:pt x="1204722" y="379768"/>
                </a:lnTo>
                <a:lnTo>
                  <a:pt x="1226159" y="355473"/>
                </a:lnTo>
                <a:lnTo>
                  <a:pt x="1244688" y="378625"/>
                </a:lnTo>
                <a:lnTo>
                  <a:pt x="1265821" y="400062"/>
                </a:lnTo>
                <a:lnTo>
                  <a:pt x="1289240" y="419811"/>
                </a:lnTo>
                <a:lnTo>
                  <a:pt x="1314640" y="437870"/>
                </a:lnTo>
                <a:lnTo>
                  <a:pt x="1319733" y="429755"/>
                </a:lnTo>
                <a:lnTo>
                  <a:pt x="1325689" y="421398"/>
                </a:lnTo>
                <a:lnTo>
                  <a:pt x="1332217" y="412483"/>
                </a:lnTo>
                <a:lnTo>
                  <a:pt x="1339024" y="402717"/>
                </a:lnTo>
                <a:close/>
              </a:path>
              <a:path w="4026535" h="442595">
                <a:moveTo>
                  <a:pt x="1488465" y="90004"/>
                </a:moveTo>
                <a:lnTo>
                  <a:pt x="1439697" y="90004"/>
                </a:lnTo>
                <a:lnTo>
                  <a:pt x="1439697" y="6096"/>
                </a:lnTo>
                <a:lnTo>
                  <a:pt x="1407693" y="6096"/>
                </a:lnTo>
                <a:lnTo>
                  <a:pt x="1407693" y="90004"/>
                </a:lnTo>
                <a:lnTo>
                  <a:pt x="1352740" y="90004"/>
                </a:lnTo>
                <a:lnTo>
                  <a:pt x="1352740" y="122110"/>
                </a:lnTo>
                <a:lnTo>
                  <a:pt x="1407693" y="122110"/>
                </a:lnTo>
                <a:lnTo>
                  <a:pt x="1407693" y="221170"/>
                </a:lnTo>
                <a:lnTo>
                  <a:pt x="1348168" y="239547"/>
                </a:lnTo>
                <a:lnTo>
                  <a:pt x="1351216" y="276123"/>
                </a:lnTo>
                <a:lnTo>
                  <a:pt x="1393050" y="262407"/>
                </a:lnTo>
                <a:lnTo>
                  <a:pt x="1407693" y="257835"/>
                </a:lnTo>
                <a:lnTo>
                  <a:pt x="1407693" y="373761"/>
                </a:lnTo>
                <a:lnTo>
                  <a:pt x="1406512" y="382879"/>
                </a:lnTo>
                <a:lnTo>
                  <a:pt x="1402892" y="389572"/>
                </a:lnTo>
                <a:lnTo>
                  <a:pt x="1396695" y="393687"/>
                </a:lnTo>
                <a:lnTo>
                  <a:pt x="1387932" y="395084"/>
                </a:lnTo>
                <a:lnTo>
                  <a:pt x="1381213" y="395071"/>
                </a:lnTo>
                <a:lnTo>
                  <a:pt x="1372933" y="394906"/>
                </a:lnTo>
                <a:lnTo>
                  <a:pt x="1362925" y="394449"/>
                </a:lnTo>
                <a:lnTo>
                  <a:pt x="1351216" y="393573"/>
                </a:lnTo>
                <a:lnTo>
                  <a:pt x="1353235" y="402691"/>
                </a:lnTo>
                <a:lnTo>
                  <a:pt x="1354836" y="411670"/>
                </a:lnTo>
                <a:lnTo>
                  <a:pt x="1356144" y="420357"/>
                </a:lnTo>
                <a:lnTo>
                  <a:pt x="1357312" y="428625"/>
                </a:lnTo>
                <a:lnTo>
                  <a:pt x="1369288" y="429564"/>
                </a:lnTo>
                <a:lnTo>
                  <a:pt x="1379982" y="430047"/>
                </a:lnTo>
                <a:lnTo>
                  <a:pt x="1389240" y="430225"/>
                </a:lnTo>
                <a:lnTo>
                  <a:pt x="1396936" y="430250"/>
                </a:lnTo>
                <a:lnTo>
                  <a:pt x="1415872" y="426186"/>
                </a:lnTo>
                <a:lnTo>
                  <a:pt x="1429219" y="416445"/>
                </a:lnTo>
                <a:lnTo>
                  <a:pt x="1437106" y="401002"/>
                </a:lnTo>
                <a:lnTo>
                  <a:pt x="1437830" y="395097"/>
                </a:lnTo>
                <a:lnTo>
                  <a:pt x="1439697" y="379857"/>
                </a:lnTo>
                <a:lnTo>
                  <a:pt x="1439697" y="257835"/>
                </a:lnTo>
                <a:lnTo>
                  <a:pt x="1439697" y="247167"/>
                </a:lnTo>
                <a:lnTo>
                  <a:pt x="1450898" y="243725"/>
                </a:lnTo>
                <a:lnTo>
                  <a:pt x="1461795" y="240118"/>
                </a:lnTo>
                <a:lnTo>
                  <a:pt x="1472704" y="236245"/>
                </a:lnTo>
                <a:lnTo>
                  <a:pt x="1483893" y="231927"/>
                </a:lnTo>
                <a:lnTo>
                  <a:pt x="1482775" y="224751"/>
                </a:lnTo>
                <a:lnTo>
                  <a:pt x="1481797" y="216839"/>
                </a:lnTo>
                <a:lnTo>
                  <a:pt x="1481429" y="212026"/>
                </a:lnTo>
                <a:lnTo>
                  <a:pt x="1481112" y="208064"/>
                </a:lnTo>
                <a:lnTo>
                  <a:pt x="1480845" y="198310"/>
                </a:lnTo>
                <a:lnTo>
                  <a:pt x="1439697" y="212026"/>
                </a:lnTo>
                <a:lnTo>
                  <a:pt x="1439697" y="122110"/>
                </a:lnTo>
                <a:lnTo>
                  <a:pt x="1488465" y="122110"/>
                </a:lnTo>
                <a:lnTo>
                  <a:pt x="1488465" y="90004"/>
                </a:lnTo>
                <a:close/>
              </a:path>
              <a:path w="4026535" h="442595">
                <a:moveTo>
                  <a:pt x="1781276" y="198310"/>
                </a:moveTo>
                <a:lnTo>
                  <a:pt x="1665351" y="198310"/>
                </a:lnTo>
                <a:lnTo>
                  <a:pt x="1665351" y="152590"/>
                </a:lnTo>
                <a:lnTo>
                  <a:pt x="1633347" y="152590"/>
                </a:lnTo>
                <a:lnTo>
                  <a:pt x="1633347" y="198310"/>
                </a:lnTo>
                <a:lnTo>
                  <a:pt x="1532661" y="198310"/>
                </a:lnTo>
                <a:lnTo>
                  <a:pt x="1532661" y="143446"/>
                </a:lnTo>
                <a:lnTo>
                  <a:pt x="1727936" y="143446"/>
                </a:lnTo>
                <a:lnTo>
                  <a:pt x="1727936" y="157162"/>
                </a:lnTo>
                <a:lnTo>
                  <a:pt x="1759940" y="157162"/>
                </a:lnTo>
                <a:lnTo>
                  <a:pt x="1759940" y="143446"/>
                </a:lnTo>
                <a:lnTo>
                  <a:pt x="1759940" y="114388"/>
                </a:lnTo>
                <a:lnTo>
                  <a:pt x="1759940" y="59524"/>
                </a:lnTo>
                <a:lnTo>
                  <a:pt x="1759940" y="30568"/>
                </a:lnTo>
                <a:lnTo>
                  <a:pt x="1727936" y="30568"/>
                </a:lnTo>
                <a:lnTo>
                  <a:pt x="1727936" y="59524"/>
                </a:lnTo>
                <a:lnTo>
                  <a:pt x="1727936" y="114388"/>
                </a:lnTo>
                <a:lnTo>
                  <a:pt x="1532661" y="114388"/>
                </a:lnTo>
                <a:lnTo>
                  <a:pt x="1532661" y="59524"/>
                </a:lnTo>
                <a:lnTo>
                  <a:pt x="1727936" y="59524"/>
                </a:lnTo>
                <a:lnTo>
                  <a:pt x="1727936" y="30568"/>
                </a:lnTo>
                <a:lnTo>
                  <a:pt x="1500657" y="30568"/>
                </a:lnTo>
                <a:lnTo>
                  <a:pt x="1500657" y="201358"/>
                </a:lnTo>
                <a:lnTo>
                  <a:pt x="1497228" y="266598"/>
                </a:lnTo>
                <a:lnTo>
                  <a:pt x="1486941" y="322834"/>
                </a:lnTo>
                <a:lnTo>
                  <a:pt x="1469796" y="370192"/>
                </a:lnTo>
                <a:lnTo>
                  <a:pt x="1445793" y="408813"/>
                </a:lnTo>
                <a:lnTo>
                  <a:pt x="1452397" y="415671"/>
                </a:lnTo>
                <a:lnTo>
                  <a:pt x="1458556" y="422541"/>
                </a:lnTo>
                <a:lnTo>
                  <a:pt x="1464449" y="429425"/>
                </a:lnTo>
                <a:lnTo>
                  <a:pt x="1470177" y="436346"/>
                </a:lnTo>
                <a:lnTo>
                  <a:pt x="1495348" y="395719"/>
                </a:lnTo>
                <a:lnTo>
                  <a:pt x="1513801" y="347243"/>
                </a:lnTo>
                <a:lnTo>
                  <a:pt x="1525689" y="291071"/>
                </a:lnTo>
                <a:lnTo>
                  <a:pt x="1531137" y="227355"/>
                </a:lnTo>
                <a:lnTo>
                  <a:pt x="1633347" y="227355"/>
                </a:lnTo>
                <a:lnTo>
                  <a:pt x="1633347" y="283743"/>
                </a:lnTo>
                <a:lnTo>
                  <a:pt x="1543342" y="283743"/>
                </a:lnTo>
                <a:lnTo>
                  <a:pt x="1543342" y="431774"/>
                </a:lnTo>
                <a:lnTo>
                  <a:pt x="1575435" y="431774"/>
                </a:lnTo>
                <a:lnTo>
                  <a:pt x="1575435" y="405765"/>
                </a:lnTo>
                <a:lnTo>
                  <a:pt x="1724888" y="405765"/>
                </a:lnTo>
                <a:lnTo>
                  <a:pt x="1724888" y="431774"/>
                </a:lnTo>
                <a:lnTo>
                  <a:pt x="1756892" y="431774"/>
                </a:lnTo>
                <a:lnTo>
                  <a:pt x="1756892" y="405765"/>
                </a:lnTo>
                <a:lnTo>
                  <a:pt x="1756892" y="378333"/>
                </a:lnTo>
                <a:lnTo>
                  <a:pt x="1756892" y="312712"/>
                </a:lnTo>
                <a:lnTo>
                  <a:pt x="1756892" y="283743"/>
                </a:lnTo>
                <a:lnTo>
                  <a:pt x="1724888" y="283743"/>
                </a:lnTo>
                <a:lnTo>
                  <a:pt x="1724888" y="312712"/>
                </a:lnTo>
                <a:lnTo>
                  <a:pt x="1724888" y="378333"/>
                </a:lnTo>
                <a:lnTo>
                  <a:pt x="1575435" y="378333"/>
                </a:lnTo>
                <a:lnTo>
                  <a:pt x="1575435" y="312712"/>
                </a:lnTo>
                <a:lnTo>
                  <a:pt x="1724888" y="312712"/>
                </a:lnTo>
                <a:lnTo>
                  <a:pt x="1724888" y="283743"/>
                </a:lnTo>
                <a:lnTo>
                  <a:pt x="1665351" y="283743"/>
                </a:lnTo>
                <a:lnTo>
                  <a:pt x="1665351" y="227355"/>
                </a:lnTo>
                <a:lnTo>
                  <a:pt x="1781276" y="227355"/>
                </a:lnTo>
                <a:lnTo>
                  <a:pt x="1781276" y="198310"/>
                </a:lnTo>
                <a:close/>
              </a:path>
              <a:path w="4026535" h="442595">
                <a:moveTo>
                  <a:pt x="1982635" y="76288"/>
                </a:moveTo>
                <a:lnTo>
                  <a:pt x="1947481" y="76288"/>
                </a:lnTo>
                <a:lnTo>
                  <a:pt x="1947481" y="109829"/>
                </a:lnTo>
                <a:lnTo>
                  <a:pt x="1947481" y="216598"/>
                </a:lnTo>
                <a:lnTo>
                  <a:pt x="1947481" y="247180"/>
                </a:lnTo>
                <a:lnTo>
                  <a:pt x="1947481" y="358521"/>
                </a:lnTo>
                <a:lnTo>
                  <a:pt x="1848421" y="358521"/>
                </a:lnTo>
                <a:lnTo>
                  <a:pt x="1848421" y="247180"/>
                </a:lnTo>
                <a:lnTo>
                  <a:pt x="1947481" y="247180"/>
                </a:lnTo>
                <a:lnTo>
                  <a:pt x="1947481" y="216598"/>
                </a:lnTo>
                <a:lnTo>
                  <a:pt x="1848421" y="216598"/>
                </a:lnTo>
                <a:lnTo>
                  <a:pt x="1848421" y="109829"/>
                </a:lnTo>
                <a:lnTo>
                  <a:pt x="1947481" y="109829"/>
                </a:lnTo>
                <a:lnTo>
                  <a:pt x="1947481" y="76288"/>
                </a:lnTo>
                <a:lnTo>
                  <a:pt x="1895665" y="76288"/>
                </a:lnTo>
                <a:lnTo>
                  <a:pt x="1908048" y="46761"/>
                </a:lnTo>
                <a:lnTo>
                  <a:pt x="1914740" y="30607"/>
                </a:lnTo>
                <a:lnTo>
                  <a:pt x="1921573" y="13716"/>
                </a:lnTo>
                <a:lnTo>
                  <a:pt x="1884997" y="3048"/>
                </a:lnTo>
                <a:lnTo>
                  <a:pt x="1879206" y="20535"/>
                </a:lnTo>
                <a:lnTo>
                  <a:pt x="1872996" y="38569"/>
                </a:lnTo>
                <a:lnTo>
                  <a:pt x="1865922" y="57150"/>
                </a:lnTo>
                <a:lnTo>
                  <a:pt x="1857565" y="76288"/>
                </a:lnTo>
                <a:lnTo>
                  <a:pt x="1813280" y="76288"/>
                </a:lnTo>
                <a:lnTo>
                  <a:pt x="1813280" y="428625"/>
                </a:lnTo>
                <a:lnTo>
                  <a:pt x="1848421" y="428625"/>
                </a:lnTo>
                <a:lnTo>
                  <a:pt x="1848421" y="390525"/>
                </a:lnTo>
                <a:lnTo>
                  <a:pt x="1947481" y="390525"/>
                </a:lnTo>
                <a:lnTo>
                  <a:pt x="1947481" y="425577"/>
                </a:lnTo>
                <a:lnTo>
                  <a:pt x="1982635" y="425577"/>
                </a:lnTo>
                <a:lnTo>
                  <a:pt x="1982635" y="390525"/>
                </a:lnTo>
                <a:lnTo>
                  <a:pt x="1982635" y="358521"/>
                </a:lnTo>
                <a:lnTo>
                  <a:pt x="1982635" y="247180"/>
                </a:lnTo>
                <a:lnTo>
                  <a:pt x="1982635" y="216598"/>
                </a:lnTo>
                <a:lnTo>
                  <a:pt x="1982635" y="109829"/>
                </a:lnTo>
                <a:lnTo>
                  <a:pt x="1982635" y="76288"/>
                </a:lnTo>
                <a:close/>
              </a:path>
              <a:path w="4026535" h="442595">
                <a:moveTo>
                  <a:pt x="2132076" y="276136"/>
                </a:moveTo>
                <a:lnTo>
                  <a:pt x="2116061" y="253784"/>
                </a:lnTo>
                <a:lnTo>
                  <a:pt x="2097735" y="229984"/>
                </a:lnTo>
                <a:lnTo>
                  <a:pt x="2077135" y="204470"/>
                </a:lnTo>
                <a:lnTo>
                  <a:pt x="2054263" y="176974"/>
                </a:lnTo>
                <a:lnTo>
                  <a:pt x="2028355" y="196786"/>
                </a:lnTo>
                <a:lnTo>
                  <a:pt x="2047468" y="222224"/>
                </a:lnTo>
                <a:lnTo>
                  <a:pt x="2065883" y="247929"/>
                </a:lnTo>
                <a:lnTo>
                  <a:pt x="2083473" y="273608"/>
                </a:lnTo>
                <a:lnTo>
                  <a:pt x="2100072" y="298996"/>
                </a:lnTo>
                <a:lnTo>
                  <a:pt x="2132076" y="276136"/>
                </a:lnTo>
                <a:close/>
              </a:path>
              <a:path w="4026535" h="442595">
                <a:moveTo>
                  <a:pt x="2214372" y="74764"/>
                </a:moveTo>
                <a:lnTo>
                  <a:pt x="2072551" y="74764"/>
                </a:lnTo>
                <a:lnTo>
                  <a:pt x="2078266" y="60528"/>
                </a:lnTo>
                <a:lnTo>
                  <a:pt x="2083981" y="45427"/>
                </a:lnTo>
                <a:lnTo>
                  <a:pt x="2089696" y="29730"/>
                </a:lnTo>
                <a:lnTo>
                  <a:pt x="2095411" y="13716"/>
                </a:lnTo>
                <a:lnTo>
                  <a:pt x="2058835" y="3048"/>
                </a:lnTo>
                <a:lnTo>
                  <a:pt x="2044014" y="50241"/>
                </a:lnTo>
                <a:lnTo>
                  <a:pt x="2027212" y="93281"/>
                </a:lnTo>
                <a:lnTo>
                  <a:pt x="2008682" y="132029"/>
                </a:lnTo>
                <a:lnTo>
                  <a:pt x="1988731" y="166306"/>
                </a:lnTo>
                <a:lnTo>
                  <a:pt x="2005685" y="174688"/>
                </a:lnTo>
                <a:lnTo>
                  <a:pt x="2012937" y="178739"/>
                </a:lnTo>
                <a:lnTo>
                  <a:pt x="2019211" y="183070"/>
                </a:lnTo>
                <a:lnTo>
                  <a:pt x="2029434" y="166306"/>
                </a:lnTo>
                <a:lnTo>
                  <a:pt x="2039594" y="148005"/>
                </a:lnTo>
                <a:lnTo>
                  <a:pt x="2049424" y="128600"/>
                </a:lnTo>
                <a:lnTo>
                  <a:pt x="2058835" y="108305"/>
                </a:lnTo>
                <a:lnTo>
                  <a:pt x="2176272" y="108305"/>
                </a:lnTo>
                <a:lnTo>
                  <a:pt x="2175332" y="174688"/>
                </a:lnTo>
                <a:lnTo>
                  <a:pt x="2174252" y="231622"/>
                </a:lnTo>
                <a:lnTo>
                  <a:pt x="2172868" y="279895"/>
                </a:lnTo>
                <a:lnTo>
                  <a:pt x="2171052" y="319163"/>
                </a:lnTo>
                <a:lnTo>
                  <a:pt x="2165197" y="368261"/>
                </a:lnTo>
                <a:lnTo>
                  <a:pt x="2125980" y="392049"/>
                </a:lnTo>
                <a:lnTo>
                  <a:pt x="2107361" y="391744"/>
                </a:lnTo>
                <a:lnTo>
                  <a:pt x="2088019" y="390715"/>
                </a:lnTo>
                <a:lnTo>
                  <a:pt x="2067826" y="388835"/>
                </a:lnTo>
                <a:lnTo>
                  <a:pt x="2046643" y="385953"/>
                </a:lnTo>
                <a:lnTo>
                  <a:pt x="2045119" y="385953"/>
                </a:lnTo>
                <a:lnTo>
                  <a:pt x="2047138" y="394500"/>
                </a:lnTo>
                <a:lnTo>
                  <a:pt x="2048738" y="404050"/>
                </a:lnTo>
                <a:lnTo>
                  <a:pt x="2050046" y="414451"/>
                </a:lnTo>
                <a:lnTo>
                  <a:pt x="2051215" y="425577"/>
                </a:lnTo>
                <a:lnTo>
                  <a:pt x="2071801" y="426453"/>
                </a:lnTo>
                <a:lnTo>
                  <a:pt x="2092401" y="426910"/>
                </a:lnTo>
                <a:lnTo>
                  <a:pt x="2133600" y="427101"/>
                </a:lnTo>
                <a:lnTo>
                  <a:pt x="2163864" y="422821"/>
                </a:lnTo>
                <a:lnTo>
                  <a:pt x="2185987" y="409956"/>
                </a:lnTo>
                <a:lnTo>
                  <a:pt x="2197544" y="392049"/>
                </a:lnTo>
                <a:lnTo>
                  <a:pt x="2199817" y="388531"/>
                </a:lnTo>
                <a:lnTo>
                  <a:pt x="2206650" y="334733"/>
                </a:lnTo>
                <a:lnTo>
                  <a:pt x="2209228" y="258978"/>
                </a:lnTo>
                <a:lnTo>
                  <a:pt x="2212251" y="148005"/>
                </a:lnTo>
                <a:lnTo>
                  <a:pt x="2213394" y="108305"/>
                </a:lnTo>
                <a:lnTo>
                  <a:pt x="2214372" y="74764"/>
                </a:lnTo>
                <a:close/>
              </a:path>
              <a:path w="4026535" h="442595">
                <a:moveTo>
                  <a:pt x="2376106" y="16852"/>
                </a:moveTo>
                <a:lnTo>
                  <a:pt x="2340953" y="6096"/>
                </a:lnTo>
                <a:lnTo>
                  <a:pt x="2325408" y="54241"/>
                </a:lnTo>
                <a:lnTo>
                  <a:pt x="2307945" y="99745"/>
                </a:lnTo>
                <a:lnTo>
                  <a:pt x="2288514" y="142532"/>
                </a:lnTo>
                <a:lnTo>
                  <a:pt x="2267026" y="182524"/>
                </a:lnTo>
                <a:lnTo>
                  <a:pt x="2243417" y="219646"/>
                </a:lnTo>
                <a:lnTo>
                  <a:pt x="2247735" y="229730"/>
                </a:lnTo>
                <a:lnTo>
                  <a:pt x="2251608" y="239356"/>
                </a:lnTo>
                <a:lnTo>
                  <a:pt x="2255215" y="248678"/>
                </a:lnTo>
                <a:lnTo>
                  <a:pt x="2258657" y="257835"/>
                </a:lnTo>
                <a:lnTo>
                  <a:pt x="2271191" y="241020"/>
                </a:lnTo>
                <a:lnTo>
                  <a:pt x="2283422" y="222745"/>
                </a:lnTo>
                <a:lnTo>
                  <a:pt x="2295093" y="203327"/>
                </a:lnTo>
                <a:lnTo>
                  <a:pt x="2305901" y="183070"/>
                </a:lnTo>
                <a:lnTo>
                  <a:pt x="2305901" y="433298"/>
                </a:lnTo>
                <a:lnTo>
                  <a:pt x="2340953" y="433298"/>
                </a:lnTo>
                <a:lnTo>
                  <a:pt x="2340953" y="183070"/>
                </a:lnTo>
                <a:lnTo>
                  <a:pt x="2340953" y="111340"/>
                </a:lnTo>
                <a:lnTo>
                  <a:pt x="2350084" y="88442"/>
                </a:lnTo>
                <a:lnTo>
                  <a:pt x="2359063" y="65239"/>
                </a:lnTo>
                <a:lnTo>
                  <a:pt x="2367788" y="41478"/>
                </a:lnTo>
                <a:lnTo>
                  <a:pt x="2376106" y="16852"/>
                </a:lnTo>
                <a:close/>
              </a:path>
              <a:path w="4026535" h="442595">
                <a:moveTo>
                  <a:pt x="2679573" y="157162"/>
                </a:moveTo>
                <a:lnTo>
                  <a:pt x="2482786" y="157162"/>
                </a:lnTo>
                <a:lnTo>
                  <a:pt x="2487333" y="142544"/>
                </a:lnTo>
                <a:lnTo>
                  <a:pt x="2491740" y="128193"/>
                </a:lnTo>
                <a:lnTo>
                  <a:pt x="2495854" y="113830"/>
                </a:lnTo>
                <a:lnTo>
                  <a:pt x="2499550" y="99148"/>
                </a:lnTo>
                <a:lnTo>
                  <a:pt x="2661285" y="99148"/>
                </a:lnTo>
                <a:lnTo>
                  <a:pt x="2661285" y="68668"/>
                </a:lnTo>
                <a:lnTo>
                  <a:pt x="2507170" y="68668"/>
                </a:lnTo>
                <a:lnTo>
                  <a:pt x="2511501" y="52959"/>
                </a:lnTo>
                <a:lnTo>
                  <a:pt x="2515412" y="37807"/>
                </a:lnTo>
                <a:lnTo>
                  <a:pt x="2522512" y="9144"/>
                </a:lnTo>
                <a:lnTo>
                  <a:pt x="2484310" y="9144"/>
                </a:lnTo>
                <a:lnTo>
                  <a:pt x="2470594" y="68668"/>
                </a:lnTo>
                <a:lnTo>
                  <a:pt x="2389822" y="68668"/>
                </a:lnTo>
                <a:lnTo>
                  <a:pt x="2389822" y="99148"/>
                </a:lnTo>
                <a:lnTo>
                  <a:pt x="2462974" y="99148"/>
                </a:lnTo>
                <a:lnTo>
                  <a:pt x="2458643" y="113830"/>
                </a:lnTo>
                <a:lnTo>
                  <a:pt x="2450541" y="142532"/>
                </a:lnTo>
                <a:lnTo>
                  <a:pt x="2446210" y="157162"/>
                </a:lnTo>
                <a:lnTo>
                  <a:pt x="2368385" y="157162"/>
                </a:lnTo>
                <a:lnTo>
                  <a:pt x="2368385" y="187642"/>
                </a:lnTo>
                <a:lnTo>
                  <a:pt x="2437066" y="187642"/>
                </a:lnTo>
                <a:lnTo>
                  <a:pt x="2433370" y="201371"/>
                </a:lnTo>
                <a:lnTo>
                  <a:pt x="2429256" y="215125"/>
                </a:lnTo>
                <a:lnTo>
                  <a:pt x="2424849" y="228866"/>
                </a:lnTo>
                <a:lnTo>
                  <a:pt x="2420302" y="242595"/>
                </a:lnTo>
                <a:lnTo>
                  <a:pt x="2420302" y="273075"/>
                </a:lnTo>
                <a:lnTo>
                  <a:pt x="2606332" y="273075"/>
                </a:lnTo>
                <a:lnTo>
                  <a:pt x="2522512" y="356997"/>
                </a:lnTo>
                <a:lnTo>
                  <a:pt x="2498445" y="343509"/>
                </a:lnTo>
                <a:lnTo>
                  <a:pt x="2450401" y="317055"/>
                </a:lnTo>
                <a:lnTo>
                  <a:pt x="2426398" y="303555"/>
                </a:lnTo>
                <a:lnTo>
                  <a:pt x="2406586" y="329565"/>
                </a:lnTo>
                <a:lnTo>
                  <a:pt x="2448560" y="353326"/>
                </a:lnTo>
                <a:lnTo>
                  <a:pt x="2491981" y="379107"/>
                </a:lnTo>
                <a:lnTo>
                  <a:pt x="2536545" y="407187"/>
                </a:lnTo>
                <a:lnTo>
                  <a:pt x="2581948" y="437870"/>
                </a:lnTo>
                <a:lnTo>
                  <a:pt x="2604808" y="408813"/>
                </a:lnTo>
                <a:lnTo>
                  <a:pt x="2591968" y="399935"/>
                </a:lnTo>
                <a:lnTo>
                  <a:pt x="2578709" y="391477"/>
                </a:lnTo>
                <a:lnTo>
                  <a:pt x="2565158" y="383311"/>
                </a:lnTo>
                <a:lnTo>
                  <a:pt x="2551468" y="375285"/>
                </a:lnTo>
                <a:lnTo>
                  <a:pt x="2569730" y="356997"/>
                </a:lnTo>
                <a:lnTo>
                  <a:pt x="2652052" y="274599"/>
                </a:lnTo>
                <a:lnTo>
                  <a:pt x="2652052" y="242595"/>
                </a:lnTo>
                <a:lnTo>
                  <a:pt x="2458402" y="242595"/>
                </a:lnTo>
                <a:lnTo>
                  <a:pt x="2462733" y="228866"/>
                </a:lnTo>
                <a:lnTo>
                  <a:pt x="2470835" y="201371"/>
                </a:lnTo>
                <a:lnTo>
                  <a:pt x="2475166" y="187642"/>
                </a:lnTo>
                <a:lnTo>
                  <a:pt x="2679573" y="187642"/>
                </a:lnTo>
                <a:lnTo>
                  <a:pt x="2679573" y="157162"/>
                </a:lnTo>
                <a:close/>
              </a:path>
              <a:path w="4026535" h="442595">
                <a:moveTo>
                  <a:pt x="2798534" y="82397"/>
                </a:moveTo>
                <a:lnTo>
                  <a:pt x="2781884" y="61506"/>
                </a:lnTo>
                <a:lnTo>
                  <a:pt x="2766263" y="42189"/>
                </a:lnTo>
                <a:lnTo>
                  <a:pt x="2751505" y="24269"/>
                </a:lnTo>
                <a:lnTo>
                  <a:pt x="2737485" y="7620"/>
                </a:lnTo>
                <a:lnTo>
                  <a:pt x="2710053" y="27520"/>
                </a:lnTo>
                <a:lnTo>
                  <a:pt x="2723794" y="44145"/>
                </a:lnTo>
                <a:lnTo>
                  <a:pt x="2737675" y="62191"/>
                </a:lnTo>
                <a:lnTo>
                  <a:pt x="2751848" y="81965"/>
                </a:lnTo>
                <a:lnTo>
                  <a:pt x="2766441" y="103733"/>
                </a:lnTo>
                <a:lnTo>
                  <a:pt x="2798534" y="82397"/>
                </a:lnTo>
                <a:close/>
              </a:path>
              <a:path w="4026535" h="442595">
                <a:moveTo>
                  <a:pt x="3112681" y="219646"/>
                </a:moveTo>
                <a:lnTo>
                  <a:pt x="2978467" y="219646"/>
                </a:lnTo>
                <a:lnTo>
                  <a:pt x="2978467" y="173926"/>
                </a:lnTo>
                <a:lnTo>
                  <a:pt x="3062287" y="173926"/>
                </a:lnTo>
                <a:lnTo>
                  <a:pt x="3062287" y="190690"/>
                </a:lnTo>
                <a:lnTo>
                  <a:pt x="3094393" y="190690"/>
                </a:lnTo>
                <a:lnTo>
                  <a:pt x="3094393" y="173926"/>
                </a:lnTo>
                <a:lnTo>
                  <a:pt x="3094393" y="71729"/>
                </a:lnTo>
                <a:lnTo>
                  <a:pt x="3062287" y="71729"/>
                </a:lnTo>
                <a:lnTo>
                  <a:pt x="3062287" y="100685"/>
                </a:lnTo>
                <a:lnTo>
                  <a:pt x="3062287" y="144970"/>
                </a:lnTo>
                <a:lnTo>
                  <a:pt x="2978467" y="144970"/>
                </a:lnTo>
                <a:lnTo>
                  <a:pt x="2978467" y="100685"/>
                </a:lnTo>
                <a:lnTo>
                  <a:pt x="3062287" y="100685"/>
                </a:lnTo>
                <a:lnTo>
                  <a:pt x="3062287" y="71729"/>
                </a:lnTo>
                <a:lnTo>
                  <a:pt x="3019615" y="71729"/>
                </a:lnTo>
                <a:lnTo>
                  <a:pt x="3030169" y="59359"/>
                </a:lnTo>
                <a:lnTo>
                  <a:pt x="3052407" y="34645"/>
                </a:lnTo>
                <a:lnTo>
                  <a:pt x="3063811" y="21424"/>
                </a:lnTo>
                <a:lnTo>
                  <a:pt x="3034855" y="1524"/>
                </a:lnTo>
                <a:lnTo>
                  <a:pt x="3023400" y="16179"/>
                </a:lnTo>
                <a:lnTo>
                  <a:pt x="3011805" y="30378"/>
                </a:lnTo>
                <a:lnTo>
                  <a:pt x="3000019" y="44145"/>
                </a:lnTo>
                <a:lnTo>
                  <a:pt x="2987611" y="58000"/>
                </a:lnTo>
                <a:lnTo>
                  <a:pt x="3005899" y="71729"/>
                </a:lnTo>
                <a:lnTo>
                  <a:pt x="2908274" y="71729"/>
                </a:lnTo>
                <a:lnTo>
                  <a:pt x="2932747" y="47332"/>
                </a:lnTo>
                <a:lnTo>
                  <a:pt x="2921838" y="36550"/>
                </a:lnTo>
                <a:lnTo>
                  <a:pt x="2909798" y="25044"/>
                </a:lnTo>
                <a:lnTo>
                  <a:pt x="2896654" y="13220"/>
                </a:lnTo>
                <a:lnTo>
                  <a:pt x="2882366" y="1524"/>
                </a:lnTo>
                <a:lnTo>
                  <a:pt x="2859506" y="22948"/>
                </a:lnTo>
                <a:lnTo>
                  <a:pt x="2872879" y="35509"/>
                </a:lnTo>
                <a:lnTo>
                  <a:pt x="2885414" y="47904"/>
                </a:lnTo>
                <a:lnTo>
                  <a:pt x="2896793" y="60032"/>
                </a:lnTo>
                <a:lnTo>
                  <a:pt x="2906750" y="71729"/>
                </a:lnTo>
                <a:lnTo>
                  <a:pt x="2824454" y="71729"/>
                </a:lnTo>
                <a:lnTo>
                  <a:pt x="2824454" y="100685"/>
                </a:lnTo>
                <a:lnTo>
                  <a:pt x="2944939" y="100685"/>
                </a:lnTo>
                <a:lnTo>
                  <a:pt x="2944939" y="144970"/>
                </a:lnTo>
                <a:lnTo>
                  <a:pt x="2944939" y="173926"/>
                </a:lnTo>
                <a:lnTo>
                  <a:pt x="2944939" y="219646"/>
                </a:lnTo>
                <a:lnTo>
                  <a:pt x="2856458" y="219646"/>
                </a:lnTo>
                <a:lnTo>
                  <a:pt x="2868650" y="173926"/>
                </a:lnTo>
                <a:lnTo>
                  <a:pt x="2944939" y="173926"/>
                </a:lnTo>
                <a:lnTo>
                  <a:pt x="2944939" y="144970"/>
                </a:lnTo>
                <a:lnTo>
                  <a:pt x="2844266" y="144970"/>
                </a:lnTo>
                <a:lnTo>
                  <a:pt x="2822918" y="218122"/>
                </a:lnTo>
                <a:lnTo>
                  <a:pt x="2822918" y="247180"/>
                </a:lnTo>
                <a:lnTo>
                  <a:pt x="2917418" y="247180"/>
                </a:lnTo>
                <a:lnTo>
                  <a:pt x="2891929" y="274942"/>
                </a:lnTo>
                <a:lnTo>
                  <a:pt x="2863329" y="298996"/>
                </a:lnTo>
                <a:lnTo>
                  <a:pt x="2831261" y="319646"/>
                </a:lnTo>
                <a:lnTo>
                  <a:pt x="2795486" y="337185"/>
                </a:lnTo>
                <a:lnTo>
                  <a:pt x="2800947" y="344690"/>
                </a:lnTo>
                <a:lnTo>
                  <a:pt x="2805963" y="351472"/>
                </a:lnTo>
                <a:lnTo>
                  <a:pt x="2810713" y="357974"/>
                </a:lnTo>
                <a:lnTo>
                  <a:pt x="2815298" y="364617"/>
                </a:lnTo>
                <a:lnTo>
                  <a:pt x="2853334" y="344081"/>
                </a:lnTo>
                <a:lnTo>
                  <a:pt x="2887510" y="319227"/>
                </a:lnTo>
                <a:lnTo>
                  <a:pt x="2918002" y="290385"/>
                </a:lnTo>
                <a:lnTo>
                  <a:pt x="2944939" y="257848"/>
                </a:lnTo>
                <a:lnTo>
                  <a:pt x="2944939" y="378333"/>
                </a:lnTo>
                <a:lnTo>
                  <a:pt x="2978467" y="378333"/>
                </a:lnTo>
                <a:lnTo>
                  <a:pt x="2978467" y="257848"/>
                </a:lnTo>
                <a:lnTo>
                  <a:pt x="2978467" y="247180"/>
                </a:lnTo>
                <a:lnTo>
                  <a:pt x="3079153" y="247180"/>
                </a:lnTo>
                <a:lnTo>
                  <a:pt x="3078238" y="259461"/>
                </a:lnTo>
                <a:lnTo>
                  <a:pt x="3077629" y="271183"/>
                </a:lnTo>
                <a:lnTo>
                  <a:pt x="3068243" y="308711"/>
                </a:lnTo>
                <a:lnTo>
                  <a:pt x="3050095" y="314236"/>
                </a:lnTo>
                <a:lnTo>
                  <a:pt x="3038398" y="313969"/>
                </a:lnTo>
                <a:lnTo>
                  <a:pt x="3026283" y="313283"/>
                </a:lnTo>
                <a:lnTo>
                  <a:pt x="3013875" y="312305"/>
                </a:lnTo>
                <a:lnTo>
                  <a:pt x="3001327" y="311188"/>
                </a:lnTo>
                <a:lnTo>
                  <a:pt x="3003194" y="319227"/>
                </a:lnTo>
                <a:lnTo>
                  <a:pt x="3005709" y="329895"/>
                </a:lnTo>
                <a:lnTo>
                  <a:pt x="3007537" y="338264"/>
                </a:lnTo>
                <a:lnTo>
                  <a:pt x="3008947" y="346329"/>
                </a:lnTo>
                <a:lnTo>
                  <a:pt x="3054667" y="346329"/>
                </a:lnTo>
                <a:lnTo>
                  <a:pt x="3092285" y="334695"/>
                </a:lnTo>
                <a:lnTo>
                  <a:pt x="3108096" y="298996"/>
                </a:lnTo>
                <a:lnTo>
                  <a:pt x="3111538" y="241731"/>
                </a:lnTo>
                <a:lnTo>
                  <a:pt x="3112681" y="219646"/>
                </a:lnTo>
                <a:close/>
              </a:path>
              <a:path w="4026535" h="442595">
                <a:moveTo>
                  <a:pt x="3129445" y="390525"/>
                </a:moveTo>
                <a:lnTo>
                  <a:pt x="2972371" y="393573"/>
                </a:lnTo>
                <a:lnTo>
                  <a:pt x="2879318" y="393573"/>
                </a:lnTo>
                <a:lnTo>
                  <a:pt x="2821965" y="381952"/>
                </a:lnTo>
                <a:lnTo>
                  <a:pt x="2781681" y="350901"/>
                </a:lnTo>
                <a:lnTo>
                  <a:pt x="2781681" y="160210"/>
                </a:lnTo>
                <a:lnTo>
                  <a:pt x="2696337" y="160210"/>
                </a:lnTo>
                <a:lnTo>
                  <a:pt x="2696337" y="192214"/>
                </a:lnTo>
                <a:lnTo>
                  <a:pt x="2746629" y="192214"/>
                </a:lnTo>
                <a:lnTo>
                  <a:pt x="2746629" y="344805"/>
                </a:lnTo>
                <a:lnTo>
                  <a:pt x="2732913" y="356476"/>
                </a:lnTo>
                <a:lnTo>
                  <a:pt x="2705481" y="380377"/>
                </a:lnTo>
                <a:lnTo>
                  <a:pt x="2691765" y="392049"/>
                </a:lnTo>
                <a:lnTo>
                  <a:pt x="2711577" y="430250"/>
                </a:lnTo>
                <a:lnTo>
                  <a:pt x="2729293" y="409371"/>
                </a:lnTo>
                <a:lnTo>
                  <a:pt x="2743581" y="392823"/>
                </a:lnTo>
                <a:lnTo>
                  <a:pt x="2754439" y="380860"/>
                </a:lnTo>
                <a:lnTo>
                  <a:pt x="2761869" y="373761"/>
                </a:lnTo>
                <a:lnTo>
                  <a:pt x="2781604" y="395770"/>
                </a:lnTo>
                <a:lnTo>
                  <a:pt x="2806496" y="411480"/>
                </a:lnTo>
                <a:lnTo>
                  <a:pt x="2836532" y="420916"/>
                </a:lnTo>
                <a:lnTo>
                  <a:pt x="2871698" y="424053"/>
                </a:lnTo>
                <a:lnTo>
                  <a:pt x="2972371" y="425577"/>
                </a:lnTo>
                <a:lnTo>
                  <a:pt x="3114205" y="424053"/>
                </a:lnTo>
                <a:lnTo>
                  <a:pt x="3118510" y="416026"/>
                </a:lnTo>
                <a:lnTo>
                  <a:pt x="3122396" y="407860"/>
                </a:lnTo>
                <a:lnTo>
                  <a:pt x="3125990" y="399402"/>
                </a:lnTo>
                <a:lnTo>
                  <a:pt x="3128251" y="393573"/>
                </a:lnTo>
                <a:lnTo>
                  <a:pt x="3129445" y="390525"/>
                </a:lnTo>
                <a:close/>
              </a:path>
              <a:path w="4026535" h="442595">
                <a:moveTo>
                  <a:pt x="3570160" y="79336"/>
                </a:moveTo>
                <a:lnTo>
                  <a:pt x="3362807" y="79336"/>
                </a:lnTo>
                <a:lnTo>
                  <a:pt x="3394811" y="64096"/>
                </a:lnTo>
                <a:lnTo>
                  <a:pt x="3383737" y="44056"/>
                </a:lnTo>
                <a:lnTo>
                  <a:pt x="3373666" y="27139"/>
                </a:lnTo>
                <a:lnTo>
                  <a:pt x="3365017" y="13055"/>
                </a:lnTo>
                <a:lnTo>
                  <a:pt x="3358235" y="1524"/>
                </a:lnTo>
                <a:lnTo>
                  <a:pt x="3324606" y="18376"/>
                </a:lnTo>
                <a:lnTo>
                  <a:pt x="3331133" y="29197"/>
                </a:lnTo>
                <a:lnTo>
                  <a:pt x="3339096" y="43141"/>
                </a:lnTo>
                <a:lnTo>
                  <a:pt x="3348215" y="59956"/>
                </a:lnTo>
                <a:lnTo>
                  <a:pt x="3358235" y="79336"/>
                </a:lnTo>
                <a:lnTo>
                  <a:pt x="3149257" y="79336"/>
                </a:lnTo>
                <a:lnTo>
                  <a:pt x="3149257" y="112864"/>
                </a:lnTo>
                <a:lnTo>
                  <a:pt x="3268218" y="112864"/>
                </a:lnTo>
                <a:lnTo>
                  <a:pt x="3265932" y="164388"/>
                </a:lnTo>
                <a:lnTo>
                  <a:pt x="3263646" y="204406"/>
                </a:lnTo>
                <a:lnTo>
                  <a:pt x="3255772" y="253504"/>
                </a:lnTo>
                <a:lnTo>
                  <a:pt x="3239401" y="298348"/>
                </a:lnTo>
                <a:lnTo>
                  <a:pt x="3214471" y="339090"/>
                </a:lnTo>
                <a:lnTo>
                  <a:pt x="3180892" y="375856"/>
                </a:lnTo>
                <a:lnTo>
                  <a:pt x="3138589" y="408813"/>
                </a:lnTo>
                <a:lnTo>
                  <a:pt x="3153448" y="423875"/>
                </a:lnTo>
                <a:lnTo>
                  <a:pt x="3160014" y="430923"/>
                </a:lnTo>
                <a:lnTo>
                  <a:pt x="3166021" y="437857"/>
                </a:lnTo>
                <a:lnTo>
                  <a:pt x="3203397" y="409371"/>
                </a:lnTo>
                <a:lnTo>
                  <a:pt x="3234715" y="377317"/>
                </a:lnTo>
                <a:lnTo>
                  <a:pt x="3260013" y="341706"/>
                </a:lnTo>
                <a:lnTo>
                  <a:pt x="3279330" y="302539"/>
                </a:lnTo>
                <a:lnTo>
                  <a:pt x="3292716" y="259829"/>
                </a:lnTo>
                <a:lnTo>
                  <a:pt x="3300222" y="213550"/>
                </a:lnTo>
                <a:lnTo>
                  <a:pt x="3474059" y="213550"/>
                </a:lnTo>
                <a:lnTo>
                  <a:pt x="3469487" y="283362"/>
                </a:lnTo>
                <a:lnTo>
                  <a:pt x="3464915" y="341757"/>
                </a:lnTo>
                <a:lnTo>
                  <a:pt x="3451199" y="377380"/>
                </a:lnTo>
                <a:lnTo>
                  <a:pt x="3419195" y="389001"/>
                </a:lnTo>
                <a:lnTo>
                  <a:pt x="3400641" y="388454"/>
                </a:lnTo>
                <a:lnTo>
                  <a:pt x="3379368" y="386905"/>
                </a:lnTo>
                <a:lnTo>
                  <a:pt x="3355492" y="384505"/>
                </a:lnTo>
                <a:lnTo>
                  <a:pt x="3329178" y="381381"/>
                </a:lnTo>
                <a:lnTo>
                  <a:pt x="3335388" y="413092"/>
                </a:lnTo>
                <a:lnTo>
                  <a:pt x="3336798" y="422529"/>
                </a:lnTo>
                <a:lnTo>
                  <a:pt x="3406978" y="425310"/>
                </a:lnTo>
                <a:lnTo>
                  <a:pt x="3425291" y="425577"/>
                </a:lnTo>
                <a:lnTo>
                  <a:pt x="3456711" y="420484"/>
                </a:lnTo>
                <a:lnTo>
                  <a:pt x="3495014" y="380568"/>
                </a:lnTo>
                <a:lnTo>
                  <a:pt x="3504984" y="309410"/>
                </a:lnTo>
                <a:lnTo>
                  <a:pt x="3508248" y="269646"/>
                </a:lnTo>
                <a:lnTo>
                  <a:pt x="3511219" y="227037"/>
                </a:lnTo>
                <a:lnTo>
                  <a:pt x="3513772" y="181546"/>
                </a:lnTo>
                <a:lnTo>
                  <a:pt x="3301746" y="181546"/>
                </a:lnTo>
                <a:lnTo>
                  <a:pt x="3302863" y="166116"/>
                </a:lnTo>
                <a:lnTo>
                  <a:pt x="3303841" y="149529"/>
                </a:lnTo>
                <a:lnTo>
                  <a:pt x="3304527" y="131787"/>
                </a:lnTo>
                <a:lnTo>
                  <a:pt x="3304794" y="112864"/>
                </a:lnTo>
                <a:lnTo>
                  <a:pt x="3570160" y="112864"/>
                </a:lnTo>
                <a:lnTo>
                  <a:pt x="3570160" y="79336"/>
                </a:lnTo>
                <a:close/>
              </a:path>
              <a:path w="4026535" h="442595">
                <a:moveTo>
                  <a:pt x="3834003" y="332613"/>
                </a:moveTo>
                <a:lnTo>
                  <a:pt x="3807714" y="336918"/>
                </a:lnTo>
                <a:lnTo>
                  <a:pt x="3781412" y="340804"/>
                </a:lnTo>
                <a:lnTo>
                  <a:pt x="3728758" y="347853"/>
                </a:lnTo>
                <a:lnTo>
                  <a:pt x="3728758" y="230416"/>
                </a:lnTo>
                <a:lnTo>
                  <a:pt x="3814191" y="230416"/>
                </a:lnTo>
                <a:lnTo>
                  <a:pt x="3814191" y="196786"/>
                </a:lnTo>
                <a:lnTo>
                  <a:pt x="3608260" y="196786"/>
                </a:lnTo>
                <a:lnTo>
                  <a:pt x="3608260" y="230416"/>
                </a:lnTo>
                <a:lnTo>
                  <a:pt x="3693706" y="230416"/>
                </a:lnTo>
                <a:lnTo>
                  <a:pt x="3693706" y="352425"/>
                </a:lnTo>
                <a:lnTo>
                  <a:pt x="3591496" y="366141"/>
                </a:lnTo>
                <a:lnTo>
                  <a:pt x="3600640" y="402717"/>
                </a:lnTo>
                <a:lnTo>
                  <a:pt x="3834003" y="367665"/>
                </a:lnTo>
                <a:lnTo>
                  <a:pt x="3834003" y="347853"/>
                </a:lnTo>
                <a:lnTo>
                  <a:pt x="3834003" y="332613"/>
                </a:lnTo>
                <a:close/>
              </a:path>
              <a:path w="4026535" h="442595">
                <a:moveTo>
                  <a:pt x="3986504" y="58000"/>
                </a:moveTo>
                <a:lnTo>
                  <a:pt x="3970502" y="43700"/>
                </a:lnTo>
                <a:lnTo>
                  <a:pt x="3954500" y="30378"/>
                </a:lnTo>
                <a:lnTo>
                  <a:pt x="3938498" y="17894"/>
                </a:lnTo>
                <a:lnTo>
                  <a:pt x="3922496" y="6096"/>
                </a:lnTo>
                <a:lnTo>
                  <a:pt x="3902684" y="27520"/>
                </a:lnTo>
                <a:lnTo>
                  <a:pt x="3918394" y="41236"/>
                </a:lnTo>
                <a:lnTo>
                  <a:pt x="3933545" y="54952"/>
                </a:lnTo>
                <a:lnTo>
                  <a:pt x="3948112" y="68668"/>
                </a:lnTo>
                <a:lnTo>
                  <a:pt x="3962120" y="82384"/>
                </a:lnTo>
                <a:lnTo>
                  <a:pt x="3986504" y="58000"/>
                </a:lnTo>
                <a:close/>
              </a:path>
              <a:path w="4026535" h="442595">
                <a:moveTo>
                  <a:pt x="4026128" y="321856"/>
                </a:moveTo>
                <a:lnTo>
                  <a:pt x="4017835" y="320179"/>
                </a:lnTo>
                <a:lnTo>
                  <a:pt x="4008983" y="317665"/>
                </a:lnTo>
                <a:lnTo>
                  <a:pt x="3989552" y="311188"/>
                </a:lnTo>
                <a:lnTo>
                  <a:pt x="3987241" y="331787"/>
                </a:lnTo>
                <a:lnTo>
                  <a:pt x="3978884" y="378333"/>
                </a:lnTo>
                <a:lnTo>
                  <a:pt x="3964978" y="395668"/>
                </a:lnTo>
                <a:lnTo>
                  <a:pt x="3955948" y="395262"/>
                </a:lnTo>
                <a:lnTo>
                  <a:pt x="3924858" y="368274"/>
                </a:lnTo>
                <a:lnTo>
                  <a:pt x="3893642" y="298259"/>
                </a:lnTo>
                <a:lnTo>
                  <a:pt x="3882834" y="248805"/>
                </a:lnTo>
                <a:lnTo>
                  <a:pt x="3875163" y="189611"/>
                </a:lnTo>
                <a:lnTo>
                  <a:pt x="3870579" y="120586"/>
                </a:lnTo>
                <a:lnTo>
                  <a:pt x="4020032" y="120586"/>
                </a:lnTo>
                <a:lnTo>
                  <a:pt x="4020032" y="88480"/>
                </a:lnTo>
                <a:lnTo>
                  <a:pt x="3869055" y="88480"/>
                </a:lnTo>
                <a:lnTo>
                  <a:pt x="3868864" y="68668"/>
                </a:lnTo>
                <a:lnTo>
                  <a:pt x="3868483" y="45046"/>
                </a:lnTo>
                <a:lnTo>
                  <a:pt x="3868407" y="23291"/>
                </a:lnTo>
                <a:lnTo>
                  <a:pt x="3869055" y="1524"/>
                </a:lnTo>
                <a:lnTo>
                  <a:pt x="3830955" y="1524"/>
                </a:lnTo>
                <a:lnTo>
                  <a:pt x="3831831" y="23291"/>
                </a:lnTo>
                <a:lnTo>
                  <a:pt x="3833076" y="66763"/>
                </a:lnTo>
                <a:lnTo>
                  <a:pt x="3834003" y="88480"/>
                </a:lnTo>
                <a:lnTo>
                  <a:pt x="3589972" y="88480"/>
                </a:lnTo>
                <a:lnTo>
                  <a:pt x="3589972" y="120586"/>
                </a:lnTo>
                <a:lnTo>
                  <a:pt x="3835527" y="120586"/>
                </a:lnTo>
                <a:lnTo>
                  <a:pt x="3840086" y="188836"/>
                </a:lnTo>
                <a:lnTo>
                  <a:pt x="3847668" y="248691"/>
                </a:lnTo>
                <a:lnTo>
                  <a:pt x="3858209" y="300164"/>
                </a:lnTo>
                <a:lnTo>
                  <a:pt x="3871684" y="343255"/>
                </a:lnTo>
                <a:lnTo>
                  <a:pt x="3888041" y="377939"/>
                </a:lnTo>
                <a:lnTo>
                  <a:pt x="3922115" y="418020"/>
                </a:lnTo>
                <a:lnTo>
                  <a:pt x="3966692" y="434822"/>
                </a:lnTo>
                <a:lnTo>
                  <a:pt x="3981043" y="433057"/>
                </a:lnTo>
                <a:lnTo>
                  <a:pt x="3992410" y="427723"/>
                </a:lnTo>
                <a:lnTo>
                  <a:pt x="4001185" y="418668"/>
                </a:lnTo>
                <a:lnTo>
                  <a:pt x="4007840" y="405765"/>
                </a:lnTo>
                <a:lnTo>
                  <a:pt x="4010520" y="395668"/>
                </a:lnTo>
                <a:lnTo>
                  <a:pt x="4012412" y="388594"/>
                </a:lnTo>
                <a:lnTo>
                  <a:pt x="4016984" y="368985"/>
                </a:lnTo>
                <a:lnTo>
                  <a:pt x="4021556" y="346786"/>
                </a:lnTo>
                <a:lnTo>
                  <a:pt x="4026128" y="3218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5622702" y="6187059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59">
                <a:moveTo>
                  <a:pt x="114300" y="416432"/>
                </a:moveTo>
                <a:lnTo>
                  <a:pt x="77724" y="416432"/>
                </a:lnTo>
                <a:lnTo>
                  <a:pt x="49743" y="380346"/>
                </a:lnTo>
                <a:lnTo>
                  <a:pt x="27980" y="341639"/>
                </a:lnTo>
                <a:lnTo>
                  <a:pt x="12435" y="300231"/>
                </a:lnTo>
                <a:lnTo>
                  <a:pt x="3108" y="256038"/>
                </a:lnTo>
                <a:lnTo>
                  <a:pt x="0" y="208978"/>
                </a:lnTo>
                <a:lnTo>
                  <a:pt x="3108" y="161166"/>
                </a:lnTo>
                <a:lnTo>
                  <a:pt x="12435" y="116503"/>
                </a:lnTo>
                <a:lnTo>
                  <a:pt x="27980" y="74849"/>
                </a:lnTo>
                <a:lnTo>
                  <a:pt x="49743" y="36062"/>
                </a:lnTo>
                <a:lnTo>
                  <a:pt x="77724" y="0"/>
                </a:lnTo>
                <a:lnTo>
                  <a:pt x="115824" y="0"/>
                </a:lnTo>
                <a:lnTo>
                  <a:pt x="87843" y="36793"/>
                </a:lnTo>
                <a:lnTo>
                  <a:pt x="66080" y="75947"/>
                </a:lnTo>
                <a:lnTo>
                  <a:pt x="50535" y="117600"/>
                </a:lnTo>
                <a:lnTo>
                  <a:pt x="41208" y="161897"/>
                </a:lnTo>
                <a:lnTo>
                  <a:pt x="38100" y="208978"/>
                </a:lnTo>
                <a:lnTo>
                  <a:pt x="41196" y="255306"/>
                </a:lnTo>
                <a:lnTo>
                  <a:pt x="50438" y="299133"/>
                </a:lnTo>
                <a:lnTo>
                  <a:pt x="65751" y="340542"/>
                </a:lnTo>
                <a:lnTo>
                  <a:pt x="87063" y="379614"/>
                </a:lnTo>
                <a:lnTo>
                  <a:pt x="114300" y="416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5799582" y="6206871"/>
            <a:ext cx="256540" cy="325120"/>
          </a:xfrm>
          <a:custGeom>
            <a:avLst/>
            <a:gdLst/>
            <a:ahLst/>
            <a:cxnLst/>
            <a:rect l="l" t="t" r="r" b="b"/>
            <a:pathLst>
              <a:path w="256539" h="325120">
                <a:moveTo>
                  <a:pt x="150971" y="324897"/>
                </a:moveTo>
                <a:lnTo>
                  <a:pt x="89201" y="313658"/>
                </a:lnTo>
                <a:lnTo>
                  <a:pt x="41148" y="280701"/>
                </a:lnTo>
                <a:lnTo>
                  <a:pt x="10287" y="230326"/>
                </a:lnTo>
                <a:lnTo>
                  <a:pt x="0" y="166306"/>
                </a:lnTo>
                <a:lnTo>
                  <a:pt x="2857" y="131364"/>
                </a:lnTo>
                <a:lnTo>
                  <a:pt x="25717" y="71232"/>
                </a:lnTo>
                <a:lnTo>
                  <a:pt x="70285" y="25717"/>
                </a:lnTo>
                <a:lnTo>
                  <a:pt x="129167" y="2857"/>
                </a:lnTo>
                <a:lnTo>
                  <a:pt x="163163" y="0"/>
                </a:lnTo>
                <a:lnTo>
                  <a:pt x="187429" y="904"/>
                </a:lnTo>
                <a:lnTo>
                  <a:pt x="209847" y="3810"/>
                </a:lnTo>
                <a:lnTo>
                  <a:pt x="230283" y="9001"/>
                </a:lnTo>
                <a:lnTo>
                  <a:pt x="248602" y="16764"/>
                </a:lnTo>
                <a:lnTo>
                  <a:pt x="248602" y="56388"/>
                </a:lnTo>
                <a:lnTo>
                  <a:pt x="229140" y="46386"/>
                </a:lnTo>
                <a:lnTo>
                  <a:pt x="207561" y="39243"/>
                </a:lnTo>
                <a:lnTo>
                  <a:pt x="184000" y="34956"/>
                </a:lnTo>
                <a:lnTo>
                  <a:pt x="158591" y="33528"/>
                </a:lnTo>
                <a:lnTo>
                  <a:pt x="133467" y="35577"/>
                </a:lnTo>
                <a:lnTo>
                  <a:pt x="90614" y="52856"/>
                </a:lnTo>
                <a:lnTo>
                  <a:pt x="58031" y="88368"/>
                </a:lnTo>
                <a:lnTo>
                  <a:pt x="40362" y="135755"/>
                </a:lnTo>
                <a:lnTo>
                  <a:pt x="38100" y="163163"/>
                </a:lnTo>
                <a:lnTo>
                  <a:pt x="40100" y="191483"/>
                </a:lnTo>
                <a:lnTo>
                  <a:pt x="56102" y="238909"/>
                </a:lnTo>
                <a:lnTo>
                  <a:pt x="87311" y="272041"/>
                </a:lnTo>
                <a:lnTo>
                  <a:pt x="129763" y="289129"/>
                </a:lnTo>
                <a:lnTo>
                  <a:pt x="155543" y="291369"/>
                </a:lnTo>
                <a:lnTo>
                  <a:pt x="173235" y="290488"/>
                </a:lnTo>
                <a:lnTo>
                  <a:pt x="189642" y="287750"/>
                </a:lnTo>
                <a:lnTo>
                  <a:pt x="204620" y="283011"/>
                </a:lnTo>
                <a:lnTo>
                  <a:pt x="218027" y="276129"/>
                </a:lnTo>
                <a:lnTo>
                  <a:pt x="218027" y="187642"/>
                </a:lnTo>
                <a:lnTo>
                  <a:pt x="149447" y="187642"/>
                </a:lnTo>
                <a:lnTo>
                  <a:pt x="149447" y="155543"/>
                </a:lnTo>
                <a:lnTo>
                  <a:pt x="256222" y="155543"/>
                </a:lnTo>
                <a:lnTo>
                  <a:pt x="256222" y="297465"/>
                </a:lnTo>
                <a:lnTo>
                  <a:pt x="231592" y="309467"/>
                </a:lnTo>
                <a:lnTo>
                  <a:pt x="205847" y="318039"/>
                </a:lnTo>
                <a:lnTo>
                  <a:pt x="178976" y="323183"/>
                </a:lnTo>
                <a:lnTo>
                  <a:pt x="150971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6127432" y="6211951"/>
            <a:ext cx="413384" cy="314325"/>
          </a:xfrm>
          <a:custGeom>
            <a:avLst/>
            <a:gdLst/>
            <a:ahLst/>
            <a:cxnLst/>
            <a:rect l="l" t="t" r="r" b="b"/>
            <a:pathLst>
              <a:path w="413384" h="314325">
                <a:moveTo>
                  <a:pt x="167728" y="280708"/>
                </a:moveTo>
                <a:lnTo>
                  <a:pt x="38100" y="280708"/>
                </a:lnTo>
                <a:lnTo>
                  <a:pt x="38100" y="170218"/>
                </a:lnTo>
                <a:lnTo>
                  <a:pt x="150964" y="170218"/>
                </a:lnTo>
                <a:lnTo>
                  <a:pt x="150964" y="137198"/>
                </a:lnTo>
                <a:lnTo>
                  <a:pt x="38100" y="137198"/>
                </a:lnTo>
                <a:lnTo>
                  <a:pt x="38100" y="33058"/>
                </a:lnTo>
                <a:lnTo>
                  <a:pt x="160108" y="33058"/>
                </a:lnTo>
                <a:lnTo>
                  <a:pt x="160108" y="38"/>
                </a:lnTo>
                <a:lnTo>
                  <a:pt x="0" y="38"/>
                </a:lnTo>
                <a:lnTo>
                  <a:pt x="0" y="33058"/>
                </a:lnTo>
                <a:lnTo>
                  <a:pt x="0" y="137198"/>
                </a:lnTo>
                <a:lnTo>
                  <a:pt x="0" y="170218"/>
                </a:lnTo>
                <a:lnTo>
                  <a:pt x="0" y="280708"/>
                </a:lnTo>
                <a:lnTo>
                  <a:pt x="0" y="313728"/>
                </a:lnTo>
                <a:lnTo>
                  <a:pt x="167728" y="313728"/>
                </a:lnTo>
                <a:lnTo>
                  <a:pt x="167728" y="280708"/>
                </a:lnTo>
                <a:close/>
              </a:path>
              <a:path w="413384" h="314325">
                <a:moveTo>
                  <a:pt x="413283" y="0"/>
                </a:moveTo>
                <a:lnTo>
                  <a:pt x="195160" y="0"/>
                </a:lnTo>
                <a:lnTo>
                  <a:pt x="195160" y="33020"/>
                </a:lnTo>
                <a:lnTo>
                  <a:pt x="285178" y="33020"/>
                </a:lnTo>
                <a:lnTo>
                  <a:pt x="285178" y="313690"/>
                </a:lnTo>
                <a:lnTo>
                  <a:pt x="323278" y="313690"/>
                </a:lnTo>
                <a:lnTo>
                  <a:pt x="323278" y="33020"/>
                </a:lnTo>
                <a:lnTo>
                  <a:pt x="413283" y="33020"/>
                </a:lnTo>
                <a:lnTo>
                  <a:pt x="41328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6671881" y="6165723"/>
            <a:ext cx="416559" cy="421005"/>
          </a:xfrm>
          <a:custGeom>
            <a:avLst/>
            <a:gdLst/>
            <a:ahLst/>
            <a:cxnLst/>
            <a:rect l="l" t="t" r="r" b="b"/>
            <a:pathLst>
              <a:path w="416559" h="421004">
                <a:moveTo>
                  <a:pt x="257746" y="407193"/>
                </a:moveTo>
                <a:lnTo>
                  <a:pt x="222694" y="407193"/>
                </a:lnTo>
                <a:lnTo>
                  <a:pt x="222694" y="41148"/>
                </a:lnTo>
                <a:lnTo>
                  <a:pt x="416337" y="41148"/>
                </a:lnTo>
                <a:lnTo>
                  <a:pt x="416337" y="73152"/>
                </a:lnTo>
                <a:lnTo>
                  <a:pt x="257746" y="73152"/>
                </a:lnTo>
                <a:lnTo>
                  <a:pt x="257746" y="332517"/>
                </a:lnTo>
                <a:lnTo>
                  <a:pt x="416337" y="332517"/>
                </a:lnTo>
                <a:lnTo>
                  <a:pt x="416337" y="364521"/>
                </a:lnTo>
                <a:lnTo>
                  <a:pt x="257746" y="364521"/>
                </a:lnTo>
                <a:lnTo>
                  <a:pt x="257746" y="407193"/>
                </a:lnTo>
                <a:close/>
              </a:path>
              <a:path w="416559" h="421004">
                <a:moveTo>
                  <a:pt x="416337" y="332517"/>
                </a:moveTo>
                <a:lnTo>
                  <a:pt x="381285" y="332517"/>
                </a:lnTo>
                <a:lnTo>
                  <a:pt x="381285" y="73152"/>
                </a:lnTo>
                <a:lnTo>
                  <a:pt x="416337" y="73152"/>
                </a:lnTo>
                <a:lnTo>
                  <a:pt x="416337" y="332517"/>
                </a:lnTo>
                <a:close/>
              </a:path>
              <a:path w="416559" h="421004">
                <a:moveTo>
                  <a:pt x="416337" y="407193"/>
                </a:moveTo>
                <a:lnTo>
                  <a:pt x="381285" y="407193"/>
                </a:lnTo>
                <a:lnTo>
                  <a:pt x="381285" y="364521"/>
                </a:lnTo>
                <a:lnTo>
                  <a:pt x="416337" y="364521"/>
                </a:lnTo>
                <a:lnTo>
                  <a:pt x="416337" y="407193"/>
                </a:lnTo>
                <a:close/>
              </a:path>
              <a:path w="416559" h="421004">
                <a:moveTo>
                  <a:pt x="16764" y="60960"/>
                </a:moveTo>
                <a:lnTo>
                  <a:pt x="14478" y="53197"/>
                </a:lnTo>
                <a:lnTo>
                  <a:pt x="9906" y="38242"/>
                </a:lnTo>
                <a:lnTo>
                  <a:pt x="7620" y="30480"/>
                </a:lnTo>
                <a:lnTo>
                  <a:pt x="52204" y="25074"/>
                </a:lnTo>
                <a:lnTo>
                  <a:pt x="96476" y="18097"/>
                </a:lnTo>
                <a:lnTo>
                  <a:pt x="140158" y="9691"/>
                </a:lnTo>
                <a:lnTo>
                  <a:pt x="182975" y="0"/>
                </a:lnTo>
                <a:lnTo>
                  <a:pt x="193738" y="30480"/>
                </a:lnTo>
                <a:lnTo>
                  <a:pt x="175371" y="34790"/>
                </a:lnTo>
                <a:lnTo>
                  <a:pt x="156888" y="38671"/>
                </a:lnTo>
                <a:lnTo>
                  <a:pt x="138137" y="42267"/>
                </a:lnTo>
                <a:lnTo>
                  <a:pt x="118967" y="45720"/>
                </a:lnTo>
                <a:lnTo>
                  <a:pt x="118967" y="50292"/>
                </a:lnTo>
                <a:lnTo>
                  <a:pt x="85439" y="50292"/>
                </a:lnTo>
                <a:lnTo>
                  <a:pt x="68279" y="53459"/>
                </a:lnTo>
                <a:lnTo>
                  <a:pt x="51101" y="56197"/>
                </a:lnTo>
                <a:lnTo>
                  <a:pt x="16764" y="60960"/>
                </a:lnTo>
                <a:close/>
              </a:path>
              <a:path w="416559" h="421004">
                <a:moveTo>
                  <a:pt x="118967" y="120491"/>
                </a:moveTo>
                <a:lnTo>
                  <a:pt x="85439" y="120491"/>
                </a:lnTo>
                <a:lnTo>
                  <a:pt x="85439" y="50292"/>
                </a:lnTo>
                <a:lnTo>
                  <a:pt x="118967" y="50292"/>
                </a:lnTo>
                <a:lnTo>
                  <a:pt x="118967" y="120491"/>
                </a:lnTo>
                <a:close/>
              </a:path>
              <a:path w="416559" h="421004">
                <a:moveTo>
                  <a:pt x="201358" y="149447"/>
                </a:moveTo>
                <a:lnTo>
                  <a:pt x="3048" y="149447"/>
                </a:lnTo>
                <a:lnTo>
                  <a:pt x="3048" y="120491"/>
                </a:lnTo>
                <a:lnTo>
                  <a:pt x="201358" y="120491"/>
                </a:lnTo>
                <a:lnTo>
                  <a:pt x="201358" y="149447"/>
                </a:lnTo>
                <a:close/>
              </a:path>
              <a:path w="416559" h="421004">
                <a:moveTo>
                  <a:pt x="16764" y="335565"/>
                </a:moveTo>
                <a:lnTo>
                  <a:pt x="13073" y="326396"/>
                </a:lnTo>
                <a:lnTo>
                  <a:pt x="8953" y="317075"/>
                </a:lnTo>
                <a:lnTo>
                  <a:pt x="4548" y="307450"/>
                </a:lnTo>
                <a:lnTo>
                  <a:pt x="0" y="297370"/>
                </a:lnTo>
                <a:lnTo>
                  <a:pt x="23755" y="263327"/>
                </a:lnTo>
                <a:lnTo>
                  <a:pt x="44815" y="227409"/>
                </a:lnTo>
                <a:lnTo>
                  <a:pt x="63302" y="189490"/>
                </a:lnTo>
                <a:lnTo>
                  <a:pt x="79343" y="149447"/>
                </a:lnTo>
                <a:lnTo>
                  <a:pt x="118967" y="149447"/>
                </a:lnTo>
                <a:lnTo>
                  <a:pt x="118967" y="205930"/>
                </a:lnTo>
                <a:lnTo>
                  <a:pt x="153027" y="205930"/>
                </a:lnTo>
                <a:lnTo>
                  <a:pt x="158013" y="210502"/>
                </a:lnTo>
                <a:lnTo>
                  <a:pt x="85439" y="210502"/>
                </a:lnTo>
                <a:lnTo>
                  <a:pt x="71708" y="243103"/>
                </a:lnTo>
                <a:lnTo>
                  <a:pt x="55673" y="274712"/>
                </a:lnTo>
                <a:lnTo>
                  <a:pt x="37352" y="305483"/>
                </a:lnTo>
                <a:lnTo>
                  <a:pt x="16764" y="335565"/>
                </a:lnTo>
                <a:close/>
              </a:path>
              <a:path w="416559" h="421004">
                <a:moveTo>
                  <a:pt x="153027" y="205930"/>
                </a:moveTo>
                <a:lnTo>
                  <a:pt x="118967" y="205930"/>
                </a:lnTo>
                <a:lnTo>
                  <a:pt x="135731" y="190595"/>
                </a:lnTo>
                <a:lnTo>
                  <a:pt x="153027" y="205930"/>
                </a:lnTo>
                <a:close/>
              </a:path>
              <a:path w="416559" h="421004">
                <a:moveTo>
                  <a:pt x="118967" y="421005"/>
                </a:moveTo>
                <a:lnTo>
                  <a:pt x="85439" y="421005"/>
                </a:lnTo>
                <a:lnTo>
                  <a:pt x="85439" y="210502"/>
                </a:lnTo>
                <a:lnTo>
                  <a:pt x="158013" y="210502"/>
                </a:lnTo>
                <a:lnTo>
                  <a:pt x="166323" y="218122"/>
                </a:lnTo>
                <a:lnTo>
                  <a:pt x="118967" y="218122"/>
                </a:lnTo>
                <a:lnTo>
                  <a:pt x="118967" y="421005"/>
                </a:lnTo>
                <a:close/>
              </a:path>
              <a:path w="416559" h="421004">
                <a:moveTo>
                  <a:pt x="178403" y="279082"/>
                </a:moveTo>
                <a:lnTo>
                  <a:pt x="164401" y="263985"/>
                </a:lnTo>
                <a:lnTo>
                  <a:pt x="149828" y="248602"/>
                </a:lnTo>
                <a:lnTo>
                  <a:pt x="134683" y="233219"/>
                </a:lnTo>
                <a:lnTo>
                  <a:pt x="118967" y="218122"/>
                </a:lnTo>
                <a:lnTo>
                  <a:pt x="166323" y="218122"/>
                </a:lnTo>
                <a:lnTo>
                  <a:pt x="169842" y="221349"/>
                </a:lnTo>
                <a:lnTo>
                  <a:pt x="186563" y="237194"/>
                </a:lnTo>
                <a:lnTo>
                  <a:pt x="202882" y="253174"/>
                </a:lnTo>
                <a:lnTo>
                  <a:pt x="178403" y="2790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7278903" y="6206871"/>
            <a:ext cx="527685" cy="325120"/>
          </a:xfrm>
          <a:custGeom>
            <a:avLst/>
            <a:gdLst/>
            <a:ahLst/>
            <a:cxnLst/>
            <a:rect l="l" t="t" r="r" b="b"/>
            <a:pathLst>
              <a:path w="527684" h="325120">
                <a:moveTo>
                  <a:pt x="192125" y="99161"/>
                </a:moveTo>
                <a:lnTo>
                  <a:pt x="185267" y="58915"/>
                </a:lnTo>
                <a:lnTo>
                  <a:pt x="154025" y="21310"/>
                </a:lnTo>
                <a:lnTo>
                  <a:pt x="154025" y="100685"/>
                </a:lnTo>
                <a:lnTo>
                  <a:pt x="152857" y="115595"/>
                </a:lnTo>
                <a:lnTo>
                  <a:pt x="134112" y="149453"/>
                </a:lnTo>
                <a:lnTo>
                  <a:pt x="93611" y="165392"/>
                </a:lnTo>
                <a:lnTo>
                  <a:pt x="76200" y="166306"/>
                </a:lnTo>
                <a:lnTo>
                  <a:pt x="36576" y="166306"/>
                </a:lnTo>
                <a:lnTo>
                  <a:pt x="36576" y="38100"/>
                </a:lnTo>
                <a:lnTo>
                  <a:pt x="80772" y="38100"/>
                </a:lnTo>
                <a:lnTo>
                  <a:pt x="112788" y="42087"/>
                </a:lnTo>
                <a:lnTo>
                  <a:pt x="135686" y="53924"/>
                </a:lnTo>
                <a:lnTo>
                  <a:pt x="149428" y="73507"/>
                </a:lnTo>
                <a:lnTo>
                  <a:pt x="154025" y="100685"/>
                </a:lnTo>
                <a:lnTo>
                  <a:pt x="154025" y="21310"/>
                </a:lnTo>
                <a:lnTo>
                  <a:pt x="149529" y="18084"/>
                </a:lnTo>
                <a:lnTo>
                  <a:pt x="131495" y="10477"/>
                </a:lnTo>
                <a:lnTo>
                  <a:pt x="110604" y="6032"/>
                </a:lnTo>
                <a:lnTo>
                  <a:pt x="86868" y="4572"/>
                </a:lnTo>
                <a:lnTo>
                  <a:pt x="0" y="4572"/>
                </a:lnTo>
                <a:lnTo>
                  <a:pt x="0" y="318808"/>
                </a:lnTo>
                <a:lnTo>
                  <a:pt x="36576" y="318808"/>
                </a:lnTo>
                <a:lnTo>
                  <a:pt x="36576" y="199834"/>
                </a:lnTo>
                <a:lnTo>
                  <a:pt x="79248" y="199834"/>
                </a:lnTo>
                <a:lnTo>
                  <a:pt x="125590" y="192976"/>
                </a:lnTo>
                <a:lnTo>
                  <a:pt x="161645" y="172402"/>
                </a:lnTo>
                <a:lnTo>
                  <a:pt x="166954" y="166306"/>
                </a:lnTo>
                <a:lnTo>
                  <a:pt x="175399" y="156641"/>
                </a:lnTo>
                <a:lnTo>
                  <a:pt x="184886" y="139179"/>
                </a:lnTo>
                <a:lnTo>
                  <a:pt x="190360" y="120027"/>
                </a:lnTo>
                <a:lnTo>
                  <a:pt x="192125" y="99161"/>
                </a:lnTo>
                <a:close/>
              </a:path>
              <a:path w="527684" h="325120">
                <a:moveTo>
                  <a:pt x="527596" y="158597"/>
                </a:moveTo>
                <a:lnTo>
                  <a:pt x="525259" y="124853"/>
                </a:lnTo>
                <a:lnTo>
                  <a:pt x="518071" y="94386"/>
                </a:lnTo>
                <a:lnTo>
                  <a:pt x="505726" y="67043"/>
                </a:lnTo>
                <a:lnTo>
                  <a:pt x="489496" y="44767"/>
                </a:lnTo>
                <a:lnTo>
                  <a:pt x="489496" y="163169"/>
                </a:lnTo>
                <a:lnTo>
                  <a:pt x="487514" y="191490"/>
                </a:lnTo>
                <a:lnTo>
                  <a:pt x="472135" y="238912"/>
                </a:lnTo>
                <a:lnTo>
                  <a:pt x="442950" y="272694"/>
                </a:lnTo>
                <a:lnTo>
                  <a:pt x="402780" y="289356"/>
                </a:lnTo>
                <a:lnTo>
                  <a:pt x="378142" y="291376"/>
                </a:lnTo>
                <a:lnTo>
                  <a:pt x="355282" y="289115"/>
                </a:lnTo>
                <a:lnTo>
                  <a:pt x="316420" y="271399"/>
                </a:lnTo>
                <a:lnTo>
                  <a:pt x="286639" y="236753"/>
                </a:lnTo>
                <a:lnTo>
                  <a:pt x="271614" y="189750"/>
                </a:lnTo>
                <a:lnTo>
                  <a:pt x="269836" y="161645"/>
                </a:lnTo>
                <a:lnTo>
                  <a:pt x="271830" y="134480"/>
                </a:lnTo>
                <a:lnTo>
                  <a:pt x="287286" y="88138"/>
                </a:lnTo>
                <a:lnTo>
                  <a:pt x="317322" y="52857"/>
                </a:lnTo>
                <a:lnTo>
                  <a:pt x="357428" y="35585"/>
                </a:lnTo>
                <a:lnTo>
                  <a:pt x="381190" y="33528"/>
                </a:lnTo>
                <a:lnTo>
                  <a:pt x="404952" y="35560"/>
                </a:lnTo>
                <a:lnTo>
                  <a:pt x="444487" y="52222"/>
                </a:lnTo>
                <a:lnTo>
                  <a:pt x="473417" y="86017"/>
                </a:lnTo>
                <a:lnTo>
                  <a:pt x="487756" y="134023"/>
                </a:lnTo>
                <a:lnTo>
                  <a:pt x="489496" y="163169"/>
                </a:lnTo>
                <a:lnTo>
                  <a:pt x="489496" y="44767"/>
                </a:lnTo>
                <a:lnTo>
                  <a:pt x="442239" y="10477"/>
                </a:lnTo>
                <a:lnTo>
                  <a:pt x="382714" y="0"/>
                </a:lnTo>
                <a:lnTo>
                  <a:pt x="349897" y="2844"/>
                </a:lnTo>
                <a:lnTo>
                  <a:pt x="293954" y="25082"/>
                </a:lnTo>
                <a:lnTo>
                  <a:pt x="253365" y="68884"/>
                </a:lnTo>
                <a:lnTo>
                  <a:pt x="232791" y="129628"/>
                </a:lnTo>
                <a:lnTo>
                  <a:pt x="230212" y="166306"/>
                </a:lnTo>
                <a:lnTo>
                  <a:pt x="232791" y="199174"/>
                </a:lnTo>
                <a:lnTo>
                  <a:pt x="253365" y="256362"/>
                </a:lnTo>
                <a:lnTo>
                  <a:pt x="292811" y="299834"/>
                </a:lnTo>
                <a:lnTo>
                  <a:pt x="346468" y="322072"/>
                </a:lnTo>
                <a:lnTo>
                  <a:pt x="378142" y="324904"/>
                </a:lnTo>
                <a:lnTo>
                  <a:pt x="410768" y="322046"/>
                </a:lnTo>
                <a:lnTo>
                  <a:pt x="465670" y="299186"/>
                </a:lnTo>
                <a:lnTo>
                  <a:pt x="505091" y="255168"/>
                </a:lnTo>
                <a:lnTo>
                  <a:pt x="525043" y="194614"/>
                </a:lnTo>
                <a:lnTo>
                  <a:pt x="527596" y="1585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7853833" y="6206883"/>
            <a:ext cx="439420" cy="325120"/>
          </a:xfrm>
          <a:custGeom>
            <a:avLst/>
            <a:gdLst/>
            <a:ahLst/>
            <a:cxnLst/>
            <a:rect l="l" t="t" r="r" b="b"/>
            <a:pathLst>
              <a:path w="439420" h="325120">
                <a:moveTo>
                  <a:pt x="190588" y="239458"/>
                </a:moveTo>
                <a:lnTo>
                  <a:pt x="180784" y="202133"/>
                </a:lnTo>
                <a:lnTo>
                  <a:pt x="153631" y="173151"/>
                </a:lnTo>
                <a:lnTo>
                  <a:pt x="115595" y="150088"/>
                </a:lnTo>
                <a:lnTo>
                  <a:pt x="106680" y="146392"/>
                </a:lnTo>
                <a:lnTo>
                  <a:pt x="91630" y="138201"/>
                </a:lnTo>
                <a:lnTo>
                  <a:pt x="50292" y="112864"/>
                </a:lnTo>
                <a:lnTo>
                  <a:pt x="39624" y="88480"/>
                </a:lnTo>
                <a:lnTo>
                  <a:pt x="39624" y="71716"/>
                </a:lnTo>
                <a:lnTo>
                  <a:pt x="41148" y="64096"/>
                </a:lnTo>
                <a:lnTo>
                  <a:pt x="45720" y="57912"/>
                </a:lnTo>
                <a:lnTo>
                  <a:pt x="48768" y="51816"/>
                </a:lnTo>
                <a:lnTo>
                  <a:pt x="54864" y="47244"/>
                </a:lnTo>
                <a:lnTo>
                  <a:pt x="60960" y="44196"/>
                </a:lnTo>
                <a:lnTo>
                  <a:pt x="67056" y="39624"/>
                </a:lnTo>
                <a:lnTo>
                  <a:pt x="74676" y="36576"/>
                </a:lnTo>
                <a:lnTo>
                  <a:pt x="89916" y="33528"/>
                </a:lnTo>
                <a:lnTo>
                  <a:pt x="106680" y="33528"/>
                </a:lnTo>
                <a:lnTo>
                  <a:pt x="127330" y="34671"/>
                </a:lnTo>
                <a:lnTo>
                  <a:pt x="145821" y="38100"/>
                </a:lnTo>
                <a:lnTo>
                  <a:pt x="162280" y="43815"/>
                </a:lnTo>
                <a:lnTo>
                  <a:pt x="176872" y="51816"/>
                </a:lnTo>
                <a:lnTo>
                  <a:pt x="176872" y="10668"/>
                </a:lnTo>
                <a:lnTo>
                  <a:pt x="164896" y="5778"/>
                </a:lnTo>
                <a:lnTo>
                  <a:pt x="149631" y="2476"/>
                </a:lnTo>
                <a:lnTo>
                  <a:pt x="131191" y="584"/>
                </a:lnTo>
                <a:lnTo>
                  <a:pt x="109728" y="0"/>
                </a:lnTo>
                <a:lnTo>
                  <a:pt x="99466" y="279"/>
                </a:lnTo>
                <a:lnTo>
                  <a:pt x="60337" y="7378"/>
                </a:lnTo>
                <a:lnTo>
                  <a:pt x="21145" y="31623"/>
                </a:lnTo>
                <a:lnTo>
                  <a:pt x="596" y="73012"/>
                </a:lnTo>
                <a:lnTo>
                  <a:pt x="0" y="83908"/>
                </a:lnTo>
                <a:lnTo>
                  <a:pt x="520" y="91884"/>
                </a:lnTo>
                <a:lnTo>
                  <a:pt x="18313" y="132181"/>
                </a:lnTo>
                <a:lnTo>
                  <a:pt x="62674" y="164541"/>
                </a:lnTo>
                <a:lnTo>
                  <a:pt x="79248" y="172402"/>
                </a:lnTo>
                <a:lnTo>
                  <a:pt x="86347" y="176707"/>
                </a:lnTo>
                <a:lnTo>
                  <a:pt x="93726" y="180594"/>
                </a:lnTo>
                <a:lnTo>
                  <a:pt x="108204" y="187642"/>
                </a:lnTo>
                <a:lnTo>
                  <a:pt x="114795" y="191300"/>
                </a:lnTo>
                <a:lnTo>
                  <a:pt x="149440" y="225742"/>
                </a:lnTo>
                <a:lnTo>
                  <a:pt x="152488" y="233362"/>
                </a:lnTo>
                <a:lnTo>
                  <a:pt x="152488" y="242506"/>
                </a:lnTo>
                <a:lnTo>
                  <a:pt x="135724" y="279171"/>
                </a:lnTo>
                <a:lnTo>
                  <a:pt x="83820" y="291363"/>
                </a:lnTo>
                <a:lnTo>
                  <a:pt x="77724" y="291363"/>
                </a:lnTo>
                <a:lnTo>
                  <a:pt x="70104" y="289839"/>
                </a:lnTo>
                <a:lnTo>
                  <a:pt x="62484" y="289839"/>
                </a:lnTo>
                <a:lnTo>
                  <a:pt x="54864" y="288315"/>
                </a:lnTo>
                <a:lnTo>
                  <a:pt x="47244" y="285267"/>
                </a:lnTo>
                <a:lnTo>
                  <a:pt x="39624" y="283743"/>
                </a:lnTo>
                <a:lnTo>
                  <a:pt x="24384" y="277647"/>
                </a:lnTo>
                <a:lnTo>
                  <a:pt x="18288" y="274599"/>
                </a:lnTo>
                <a:lnTo>
                  <a:pt x="10668" y="271551"/>
                </a:lnTo>
                <a:lnTo>
                  <a:pt x="4572" y="266890"/>
                </a:lnTo>
                <a:lnTo>
                  <a:pt x="0" y="262318"/>
                </a:lnTo>
                <a:lnTo>
                  <a:pt x="0" y="306603"/>
                </a:lnTo>
                <a:lnTo>
                  <a:pt x="4572" y="309651"/>
                </a:lnTo>
                <a:lnTo>
                  <a:pt x="9144" y="311175"/>
                </a:lnTo>
                <a:lnTo>
                  <a:pt x="16764" y="314223"/>
                </a:lnTo>
                <a:lnTo>
                  <a:pt x="22860" y="315747"/>
                </a:lnTo>
                <a:lnTo>
                  <a:pt x="60960" y="323367"/>
                </a:lnTo>
                <a:lnTo>
                  <a:pt x="67056" y="323367"/>
                </a:lnTo>
                <a:lnTo>
                  <a:pt x="74676" y="324891"/>
                </a:lnTo>
                <a:lnTo>
                  <a:pt x="122008" y="320319"/>
                </a:lnTo>
                <a:lnTo>
                  <a:pt x="157060" y="305079"/>
                </a:lnTo>
                <a:lnTo>
                  <a:pt x="185445" y="270611"/>
                </a:lnTo>
                <a:lnTo>
                  <a:pt x="190017" y="250583"/>
                </a:lnTo>
                <a:lnTo>
                  <a:pt x="190588" y="239458"/>
                </a:lnTo>
                <a:close/>
              </a:path>
              <a:path w="439420" h="325120">
                <a:moveTo>
                  <a:pt x="439204" y="5067"/>
                </a:moveTo>
                <a:lnTo>
                  <a:pt x="221170" y="5067"/>
                </a:lnTo>
                <a:lnTo>
                  <a:pt x="221170" y="38087"/>
                </a:lnTo>
                <a:lnTo>
                  <a:pt x="311086" y="38087"/>
                </a:lnTo>
                <a:lnTo>
                  <a:pt x="311086" y="318757"/>
                </a:lnTo>
                <a:lnTo>
                  <a:pt x="347764" y="318757"/>
                </a:lnTo>
                <a:lnTo>
                  <a:pt x="347764" y="38087"/>
                </a:lnTo>
                <a:lnTo>
                  <a:pt x="439204" y="38087"/>
                </a:lnTo>
                <a:lnTo>
                  <a:pt x="439204" y="50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8341804" y="6187059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59">
                <a:moveTo>
                  <a:pt x="38100" y="416432"/>
                </a:moveTo>
                <a:lnTo>
                  <a:pt x="0" y="416432"/>
                </a:lnTo>
                <a:lnTo>
                  <a:pt x="28027" y="379434"/>
                </a:lnTo>
                <a:lnTo>
                  <a:pt x="49818" y="339880"/>
                </a:lnTo>
                <a:lnTo>
                  <a:pt x="65377" y="297775"/>
                </a:lnTo>
                <a:lnTo>
                  <a:pt x="74709" y="253124"/>
                </a:lnTo>
                <a:lnTo>
                  <a:pt x="77819" y="205930"/>
                </a:lnTo>
                <a:lnTo>
                  <a:pt x="74709" y="159605"/>
                </a:lnTo>
                <a:lnTo>
                  <a:pt x="65377" y="115845"/>
                </a:lnTo>
                <a:lnTo>
                  <a:pt x="49818" y="74654"/>
                </a:lnTo>
                <a:lnTo>
                  <a:pt x="28027" y="36038"/>
                </a:lnTo>
                <a:lnTo>
                  <a:pt x="0" y="0"/>
                </a:lnTo>
                <a:lnTo>
                  <a:pt x="38100" y="0"/>
                </a:lnTo>
                <a:lnTo>
                  <a:pt x="66127" y="35306"/>
                </a:lnTo>
                <a:lnTo>
                  <a:pt x="87918" y="73557"/>
                </a:lnTo>
                <a:lnTo>
                  <a:pt x="103477" y="114748"/>
                </a:lnTo>
                <a:lnTo>
                  <a:pt x="112809" y="158873"/>
                </a:lnTo>
                <a:lnTo>
                  <a:pt x="115919" y="205930"/>
                </a:lnTo>
                <a:lnTo>
                  <a:pt x="112809" y="253892"/>
                </a:lnTo>
                <a:lnTo>
                  <a:pt x="103477" y="298914"/>
                </a:lnTo>
                <a:lnTo>
                  <a:pt x="87918" y="341005"/>
                </a:lnTo>
                <a:lnTo>
                  <a:pt x="66127" y="380175"/>
                </a:lnTo>
                <a:lnTo>
                  <a:pt x="38100" y="416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1882" y="727741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535" y="0"/>
                </a:lnTo>
                <a:lnTo>
                  <a:pt x="97535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41882" y="727747"/>
            <a:ext cx="374015" cy="433070"/>
          </a:xfrm>
          <a:custGeom>
            <a:avLst/>
            <a:gdLst/>
            <a:ahLst/>
            <a:cxnLst/>
            <a:rect l="l" t="t" r="r" b="b"/>
            <a:pathLst>
              <a:path w="374014" h="433069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3070"/>
                </a:lnTo>
                <a:lnTo>
                  <a:pt x="97536" y="43307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3070"/>
                </a:lnTo>
                <a:lnTo>
                  <a:pt x="373570" y="43307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4607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20950" y="645223"/>
            <a:ext cx="1216025" cy="601345"/>
          </a:xfrm>
          <a:custGeom>
            <a:avLst/>
            <a:gdLst/>
            <a:ahLst/>
            <a:cxnLst/>
            <a:rect l="l" t="t" r="r" b="b"/>
            <a:pathLst>
              <a:path w="1216025" h="601344">
                <a:moveTo>
                  <a:pt x="158584" y="118973"/>
                </a:moveTo>
                <a:lnTo>
                  <a:pt x="140233" y="91541"/>
                </a:lnTo>
                <a:lnTo>
                  <a:pt x="121437" y="64096"/>
                </a:lnTo>
                <a:lnTo>
                  <a:pt x="101752" y="36639"/>
                </a:lnTo>
                <a:lnTo>
                  <a:pt x="80772" y="9144"/>
                </a:lnTo>
                <a:lnTo>
                  <a:pt x="16764" y="47345"/>
                </a:lnTo>
                <a:lnTo>
                  <a:pt x="35674" y="74206"/>
                </a:lnTo>
                <a:lnTo>
                  <a:pt x="53721" y="102222"/>
                </a:lnTo>
                <a:lnTo>
                  <a:pt x="71196" y="131394"/>
                </a:lnTo>
                <a:lnTo>
                  <a:pt x="88392" y="161747"/>
                </a:lnTo>
                <a:lnTo>
                  <a:pt x="126961" y="138645"/>
                </a:lnTo>
                <a:lnTo>
                  <a:pt x="143776" y="128447"/>
                </a:lnTo>
                <a:lnTo>
                  <a:pt x="158584" y="118973"/>
                </a:lnTo>
                <a:close/>
              </a:path>
              <a:path w="1216025" h="601344">
                <a:moveTo>
                  <a:pt x="189064" y="497306"/>
                </a:moveTo>
                <a:lnTo>
                  <a:pt x="185305" y="472452"/>
                </a:lnTo>
                <a:lnTo>
                  <a:pt x="182968" y="448297"/>
                </a:lnTo>
                <a:lnTo>
                  <a:pt x="182829" y="445490"/>
                </a:lnTo>
                <a:lnTo>
                  <a:pt x="181787" y="425005"/>
                </a:lnTo>
                <a:lnTo>
                  <a:pt x="181444" y="402729"/>
                </a:lnTo>
                <a:lnTo>
                  <a:pt x="158775" y="422922"/>
                </a:lnTo>
                <a:lnTo>
                  <a:pt x="146088" y="434047"/>
                </a:lnTo>
                <a:lnTo>
                  <a:pt x="132676" y="445490"/>
                </a:lnTo>
                <a:lnTo>
                  <a:pt x="132676" y="202895"/>
                </a:lnTo>
                <a:lnTo>
                  <a:pt x="0" y="202895"/>
                </a:lnTo>
                <a:lnTo>
                  <a:pt x="0" y="280708"/>
                </a:lnTo>
                <a:lnTo>
                  <a:pt x="51816" y="280708"/>
                </a:lnTo>
                <a:lnTo>
                  <a:pt x="51816" y="482066"/>
                </a:lnTo>
                <a:lnTo>
                  <a:pt x="50698" y="498068"/>
                </a:lnTo>
                <a:lnTo>
                  <a:pt x="47434" y="511784"/>
                </a:lnTo>
                <a:lnTo>
                  <a:pt x="42176" y="523214"/>
                </a:lnTo>
                <a:lnTo>
                  <a:pt x="35052" y="532358"/>
                </a:lnTo>
                <a:lnTo>
                  <a:pt x="79248" y="591896"/>
                </a:lnTo>
                <a:lnTo>
                  <a:pt x="101587" y="569607"/>
                </a:lnTo>
                <a:lnTo>
                  <a:pt x="127342" y="546315"/>
                </a:lnTo>
                <a:lnTo>
                  <a:pt x="156489" y="522160"/>
                </a:lnTo>
                <a:lnTo>
                  <a:pt x="189064" y="497306"/>
                </a:lnTo>
                <a:close/>
              </a:path>
              <a:path w="1216025" h="601344">
                <a:moveTo>
                  <a:pt x="564261" y="369201"/>
                </a:moveTo>
                <a:lnTo>
                  <a:pt x="481876" y="369201"/>
                </a:lnTo>
                <a:lnTo>
                  <a:pt x="481876" y="433209"/>
                </a:lnTo>
                <a:lnTo>
                  <a:pt x="481876" y="500354"/>
                </a:lnTo>
                <a:lnTo>
                  <a:pt x="294322" y="500354"/>
                </a:lnTo>
                <a:lnTo>
                  <a:pt x="294322" y="433209"/>
                </a:lnTo>
                <a:lnTo>
                  <a:pt x="481876" y="433209"/>
                </a:lnTo>
                <a:lnTo>
                  <a:pt x="481876" y="369201"/>
                </a:lnTo>
                <a:lnTo>
                  <a:pt x="211937" y="369201"/>
                </a:lnTo>
                <a:lnTo>
                  <a:pt x="211937" y="597992"/>
                </a:lnTo>
                <a:lnTo>
                  <a:pt x="294322" y="597992"/>
                </a:lnTo>
                <a:lnTo>
                  <a:pt x="294322" y="565988"/>
                </a:lnTo>
                <a:lnTo>
                  <a:pt x="481876" y="565988"/>
                </a:lnTo>
                <a:lnTo>
                  <a:pt x="481876" y="597992"/>
                </a:lnTo>
                <a:lnTo>
                  <a:pt x="564261" y="597992"/>
                </a:lnTo>
                <a:lnTo>
                  <a:pt x="564261" y="565988"/>
                </a:lnTo>
                <a:lnTo>
                  <a:pt x="564261" y="500354"/>
                </a:lnTo>
                <a:lnTo>
                  <a:pt x="564261" y="433209"/>
                </a:lnTo>
                <a:lnTo>
                  <a:pt x="564261" y="369201"/>
                </a:lnTo>
                <a:close/>
              </a:path>
              <a:path w="1216025" h="601344">
                <a:moveTo>
                  <a:pt x="596265" y="266992"/>
                </a:moveTo>
                <a:lnTo>
                  <a:pt x="552069" y="266992"/>
                </a:lnTo>
                <a:lnTo>
                  <a:pt x="552069" y="141922"/>
                </a:lnTo>
                <a:lnTo>
                  <a:pt x="466636" y="141922"/>
                </a:lnTo>
                <a:lnTo>
                  <a:pt x="466636" y="205943"/>
                </a:lnTo>
                <a:lnTo>
                  <a:pt x="466636" y="266992"/>
                </a:lnTo>
                <a:lnTo>
                  <a:pt x="327850" y="266992"/>
                </a:lnTo>
                <a:lnTo>
                  <a:pt x="343090" y="205943"/>
                </a:lnTo>
                <a:lnTo>
                  <a:pt x="466636" y="205943"/>
                </a:lnTo>
                <a:lnTo>
                  <a:pt x="466636" y="141922"/>
                </a:lnTo>
                <a:lnTo>
                  <a:pt x="359854" y="141922"/>
                </a:lnTo>
                <a:lnTo>
                  <a:pt x="372046" y="94589"/>
                </a:lnTo>
                <a:lnTo>
                  <a:pt x="576453" y="94589"/>
                </a:lnTo>
                <a:lnTo>
                  <a:pt x="576453" y="29057"/>
                </a:lnTo>
                <a:lnTo>
                  <a:pt x="186016" y="29057"/>
                </a:lnTo>
                <a:lnTo>
                  <a:pt x="186016" y="94589"/>
                </a:lnTo>
                <a:lnTo>
                  <a:pt x="288226" y="94589"/>
                </a:lnTo>
                <a:lnTo>
                  <a:pt x="276034" y="141922"/>
                </a:lnTo>
                <a:lnTo>
                  <a:pt x="201269" y="141922"/>
                </a:lnTo>
                <a:lnTo>
                  <a:pt x="201269" y="205943"/>
                </a:lnTo>
                <a:lnTo>
                  <a:pt x="259270" y="205943"/>
                </a:lnTo>
                <a:lnTo>
                  <a:pt x="244030" y="266992"/>
                </a:lnTo>
                <a:lnTo>
                  <a:pt x="166204" y="266992"/>
                </a:lnTo>
                <a:lnTo>
                  <a:pt x="166204" y="332524"/>
                </a:lnTo>
                <a:lnTo>
                  <a:pt x="596265" y="332524"/>
                </a:lnTo>
                <a:lnTo>
                  <a:pt x="596265" y="266992"/>
                </a:lnTo>
                <a:close/>
              </a:path>
              <a:path w="1216025" h="601344">
                <a:moveTo>
                  <a:pt x="771613" y="250228"/>
                </a:moveTo>
                <a:lnTo>
                  <a:pt x="746213" y="228117"/>
                </a:lnTo>
                <a:lnTo>
                  <a:pt x="720369" y="207467"/>
                </a:lnTo>
                <a:lnTo>
                  <a:pt x="694258" y="187985"/>
                </a:lnTo>
                <a:lnTo>
                  <a:pt x="667981" y="169354"/>
                </a:lnTo>
                <a:lnTo>
                  <a:pt x="616077" y="225742"/>
                </a:lnTo>
                <a:lnTo>
                  <a:pt x="643572" y="247523"/>
                </a:lnTo>
                <a:lnTo>
                  <a:pt x="669086" y="269265"/>
                </a:lnTo>
                <a:lnTo>
                  <a:pt x="692886" y="290995"/>
                </a:lnTo>
                <a:lnTo>
                  <a:pt x="715225" y="312712"/>
                </a:lnTo>
                <a:lnTo>
                  <a:pt x="771613" y="250228"/>
                </a:lnTo>
                <a:close/>
              </a:path>
              <a:path w="1216025" h="601344">
                <a:moveTo>
                  <a:pt x="782281" y="363093"/>
                </a:moveTo>
                <a:lnTo>
                  <a:pt x="760907" y="355955"/>
                </a:lnTo>
                <a:lnTo>
                  <a:pt x="740371" y="348234"/>
                </a:lnTo>
                <a:lnTo>
                  <a:pt x="720991" y="339915"/>
                </a:lnTo>
                <a:lnTo>
                  <a:pt x="703033" y="331000"/>
                </a:lnTo>
                <a:lnTo>
                  <a:pt x="688390" y="381355"/>
                </a:lnTo>
                <a:lnTo>
                  <a:pt x="673646" y="429869"/>
                </a:lnTo>
                <a:lnTo>
                  <a:pt x="658761" y="476567"/>
                </a:lnTo>
                <a:lnTo>
                  <a:pt x="643648" y="521423"/>
                </a:lnTo>
                <a:lnTo>
                  <a:pt x="628269" y="564464"/>
                </a:lnTo>
                <a:lnTo>
                  <a:pt x="648004" y="570458"/>
                </a:lnTo>
                <a:lnTo>
                  <a:pt x="668324" y="577037"/>
                </a:lnTo>
                <a:lnTo>
                  <a:pt x="689216" y="584174"/>
                </a:lnTo>
                <a:lnTo>
                  <a:pt x="710653" y="591896"/>
                </a:lnTo>
                <a:lnTo>
                  <a:pt x="723811" y="545376"/>
                </a:lnTo>
                <a:lnTo>
                  <a:pt x="737628" y="499249"/>
                </a:lnTo>
                <a:lnTo>
                  <a:pt x="752030" y="453478"/>
                </a:lnTo>
                <a:lnTo>
                  <a:pt x="766940" y="408101"/>
                </a:lnTo>
                <a:lnTo>
                  <a:pt x="782281" y="363093"/>
                </a:lnTo>
                <a:close/>
              </a:path>
              <a:path w="1216025" h="601344">
                <a:moveTo>
                  <a:pt x="795997" y="90017"/>
                </a:moveTo>
                <a:lnTo>
                  <a:pt x="769696" y="69723"/>
                </a:lnTo>
                <a:lnTo>
                  <a:pt x="743229" y="49999"/>
                </a:lnTo>
                <a:lnTo>
                  <a:pt x="716495" y="30822"/>
                </a:lnTo>
                <a:lnTo>
                  <a:pt x="689317" y="12192"/>
                </a:lnTo>
                <a:lnTo>
                  <a:pt x="637413" y="67157"/>
                </a:lnTo>
                <a:lnTo>
                  <a:pt x="662876" y="86283"/>
                </a:lnTo>
                <a:lnTo>
                  <a:pt x="688746" y="106984"/>
                </a:lnTo>
                <a:lnTo>
                  <a:pt x="714870" y="129133"/>
                </a:lnTo>
                <a:lnTo>
                  <a:pt x="741133" y="152590"/>
                </a:lnTo>
                <a:lnTo>
                  <a:pt x="795997" y="90017"/>
                </a:lnTo>
                <a:close/>
              </a:path>
              <a:path w="1216025" h="601344">
                <a:moveTo>
                  <a:pt x="1215491" y="558368"/>
                </a:moveTo>
                <a:lnTo>
                  <a:pt x="1187970" y="513448"/>
                </a:lnTo>
                <a:lnTo>
                  <a:pt x="1158062" y="468122"/>
                </a:lnTo>
                <a:lnTo>
                  <a:pt x="1125588" y="422529"/>
                </a:lnTo>
                <a:lnTo>
                  <a:pt x="1090422" y="376809"/>
                </a:lnTo>
                <a:lnTo>
                  <a:pt x="1021740" y="414921"/>
                </a:lnTo>
                <a:lnTo>
                  <a:pt x="1033437" y="431482"/>
                </a:lnTo>
                <a:lnTo>
                  <a:pt x="1045552" y="449059"/>
                </a:lnTo>
                <a:lnTo>
                  <a:pt x="1057960" y="467499"/>
                </a:lnTo>
                <a:lnTo>
                  <a:pt x="1070508" y="486638"/>
                </a:lnTo>
                <a:lnTo>
                  <a:pt x="1024534" y="489546"/>
                </a:lnTo>
                <a:lnTo>
                  <a:pt x="980401" y="491591"/>
                </a:lnTo>
                <a:lnTo>
                  <a:pt x="898207" y="494258"/>
                </a:lnTo>
                <a:lnTo>
                  <a:pt x="927150" y="459359"/>
                </a:lnTo>
                <a:lnTo>
                  <a:pt x="954493" y="423151"/>
                </a:lnTo>
                <a:lnTo>
                  <a:pt x="980389" y="385521"/>
                </a:lnTo>
                <a:lnTo>
                  <a:pt x="1004976" y="346329"/>
                </a:lnTo>
                <a:lnTo>
                  <a:pt x="1213866" y="346329"/>
                </a:lnTo>
                <a:lnTo>
                  <a:pt x="1213866" y="274612"/>
                </a:lnTo>
                <a:lnTo>
                  <a:pt x="1035456" y="274612"/>
                </a:lnTo>
                <a:lnTo>
                  <a:pt x="1035456" y="167830"/>
                </a:lnTo>
                <a:lnTo>
                  <a:pt x="1186434" y="167830"/>
                </a:lnTo>
                <a:lnTo>
                  <a:pt x="1186434" y="96113"/>
                </a:lnTo>
                <a:lnTo>
                  <a:pt x="1035456" y="96113"/>
                </a:lnTo>
                <a:lnTo>
                  <a:pt x="1035456" y="0"/>
                </a:lnTo>
                <a:lnTo>
                  <a:pt x="953160" y="0"/>
                </a:lnTo>
                <a:lnTo>
                  <a:pt x="953160" y="96113"/>
                </a:lnTo>
                <a:lnTo>
                  <a:pt x="805243" y="96113"/>
                </a:lnTo>
                <a:lnTo>
                  <a:pt x="805243" y="167830"/>
                </a:lnTo>
                <a:lnTo>
                  <a:pt x="953160" y="167830"/>
                </a:lnTo>
                <a:lnTo>
                  <a:pt x="953160" y="274612"/>
                </a:lnTo>
                <a:lnTo>
                  <a:pt x="779233" y="274612"/>
                </a:lnTo>
                <a:lnTo>
                  <a:pt x="779233" y="346329"/>
                </a:lnTo>
                <a:lnTo>
                  <a:pt x="904303" y="346329"/>
                </a:lnTo>
                <a:lnTo>
                  <a:pt x="872540" y="397522"/>
                </a:lnTo>
                <a:lnTo>
                  <a:pt x="841044" y="441439"/>
                </a:lnTo>
                <a:lnTo>
                  <a:pt x="809536" y="478218"/>
                </a:lnTo>
                <a:lnTo>
                  <a:pt x="777709" y="507974"/>
                </a:lnTo>
                <a:lnTo>
                  <a:pt x="808291" y="576656"/>
                </a:lnTo>
                <a:lnTo>
                  <a:pt x="836498" y="574243"/>
                </a:lnTo>
                <a:lnTo>
                  <a:pt x="873912" y="571627"/>
                </a:lnTo>
                <a:lnTo>
                  <a:pt x="920559" y="568845"/>
                </a:lnTo>
                <a:lnTo>
                  <a:pt x="1116330" y="559892"/>
                </a:lnTo>
                <a:lnTo>
                  <a:pt x="1140714" y="601040"/>
                </a:lnTo>
                <a:lnTo>
                  <a:pt x="1212811" y="559892"/>
                </a:lnTo>
                <a:lnTo>
                  <a:pt x="1215491" y="55836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356" y="2021205"/>
            <a:ext cx="96107" cy="9601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328166" y="1922049"/>
            <a:ext cx="168275" cy="273050"/>
          </a:xfrm>
          <a:custGeom>
            <a:avLst/>
            <a:gdLst/>
            <a:ahLst/>
            <a:cxnLst/>
            <a:rect l="l" t="t" r="r" b="b"/>
            <a:pathLst>
              <a:path w="168275" h="273050">
                <a:moveTo>
                  <a:pt x="32004" y="272986"/>
                </a:moveTo>
                <a:lnTo>
                  <a:pt x="0" y="272986"/>
                </a:lnTo>
                <a:lnTo>
                  <a:pt x="0" y="0"/>
                </a:lnTo>
                <a:lnTo>
                  <a:pt x="74676" y="0"/>
                </a:lnTo>
                <a:lnTo>
                  <a:pt x="95894" y="1190"/>
                </a:lnTo>
                <a:lnTo>
                  <a:pt x="114121" y="4953"/>
                </a:lnTo>
                <a:lnTo>
                  <a:pt x="129794" y="11572"/>
                </a:lnTo>
                <a:lnTo>
                  <a:pt x="143351" y="21336"/>
                </a:lnTo>
                <a:lnTo>
                  <a:pt x="150606" y="28956"/>
                </a:lnTo>
                <a:lnTo>
                  <a:pt x="32004" y="28956"/>
                </a:lnTo>
                <a:lnTo>
                  <a:pt x="32004" y="140303"/>
                </a:lnTo>
                <a:lnTo>
                  <a:pt x="144388" y="140303"/>
                </a:lnTo>
                <a:lnTo>
                  <a:pt x="140303" y="144875"/>
                </a:lnTo>
                <a:lnTo>
                  <a:pt x="126270" y="155757"/>
                </a:lnTo>
                <a:lnTo>
                  <a:pt x="109549" y="163353"/>
                </a:lnTo>
                <a:lnTo>
                  <a:pt x="90274" y="167806"/>
                </a:lnTo>
                <a:lnTo>
                  <a:pt x="68580" y="169259"/>
                </a:lnTo>
                <a:lnTo>
                  <a:pt x="32004" y="169259"/>
                </a:lnTo>
                <a:lnTo>
                  <a:pt x="32004" y="272986"/>
                </a:lnTo>
                <a:close/>
              </a:path>
              <a:path w="168275" h="273050">
                <a:moveTo>
                  <a:pt x="144388" y="140303"/>
                </a:moveTo>
                <a:lnTo>
                  <a:pt x="65532" y="140303"/>
                </a:lnTo>
                <a:lnTo>
                  <a:pt x="81534" y="139422"/>
                </a:lnTo>
                <a:lnTo>
                  <a:pt x="95250" y="136683"/>
                </a:lnTo>
                <a:lnTo>
                  <a:pt x="129623" y="107144"/>
                </a:lnTo>
                <a:lnTo>
                  <a:pt x="134207" y="82296"/>
                </a:lnTo>
                <a:lnTo>
                  <a:pt x="130191" y="58531"/>
                </a:lnTo>
                <a:lnTo>
                  <a:pt x="118157" y="41910"/>
                </a:lnTo>
                <a:lnTo>
                  <a:pt x="98122" y="32146"/>
                </a:lnTo>
                <a:lnTo>
                  <a:pt x="70104" y="28956"/>
                </a:lnTo>
                <a:lnTo>
                  <a:pt x="150606" y="28956"/>
                </a:lnTo>
                <a:lnTo>
                  <a:pt x="154233" y="32766"/>
                </a:lnTo>
                <a:lnTo>
                  <a:pt x="161829" y="46482"/>
                </a:lnTo>
                <a:lnTo>
                  <a:pt x="166282" y="62484"/>
                </a:lnTo>
                <a:lnTo>
                  <a:pt x="167735" y="80772"/>
                </a:lnTo>
                <a:lnTo>
                  <a:pt x="166020" y="99400"/>
                </a:lnTo>
                <a:lnTo>
                  <a:pt x="160877" y="116288"/>
                </a:lnTo>
                <a:lnTo>
                  <a:pt x="152304" y="131443"/>
                </a:lnTo>
                <a:lnTo>
                  <a:pt x="144388" y="1403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46193" y="1921986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4" h="119380">
                <a:moveTo>
                  <a:pt x="0" y="0"/>
                </a:moveTo>
                <a:lnTo>
                  <a:pt x="32004" y="0"/>
                </a:lnTo>
                <a:lnTo>
                  <a:pt x="32004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46187" y="1921992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24" y="0"/>
                </a:lnTo>
                <a:lnTo>
                  <a:pt x="173824" y="119380"/>
                </a:lnTo>
                <a:lnTo>
                  <a:pt x="0" y="119380"/>
                </a:lnTo>
                <a:lnTo>
                  <a:pt x="0" y="14732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7320"/>
                </a:lnTo>
                <a:lnTo>
                  <a:pt x="173824" y="147320"/>
                </a:lnTo>
                <a:lnTo>
                  <a:pt x="173824" y="273050"/>
                </a:lnTo>
                <a:lnTo>
                  <a:pt x="205930" y="273050"/>
                </a:lnTo>
                <a:lnTo>
                  <a:pt x="205930" y="147320"/>
                </a:lnTo>
                <a:lnTo>
                  <a:pt x="205930" y="11938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823745" y="1868614"/>
            <a:ext cx="1744980" cy="378460"/>
          </a:xfrm>
          <a:custGeom>
            <a:avLst/>
            <a:gdLst/>
            <a:ahLst/>
            <a:cxnLst/>
            <a:rect l="l" t="t" r="r" b="b"/>
            <a:pathLst>
              <a:path w="1744979" h="378460">
                <a:moveTo>
                  <a:pt x="167741" y="134213"/>
                </a:moveTo>
                <a:lnTo>
                  <a:pt x="154228" y="86207"/>
                </a:lnTo>
                <a:lnTo>
                  <a:pt x="134213" y="68199"/>
                </a:lnTo>
                <a:lnTo>
                  <a:pt x="134213" y="135737"/>
                </a:lnTo>
                <a:lnTo>
                  <a:pt x="133057" y="148894"/>
                </a:lnTo>
                <a:lnTo>
                  <a:pt x="106680" y="185381"/>
                </a:lnTo>
                <a:lnTo>
                  <a:pt x="65532" y="193738"/>
                </a:lnTo>
                <a:lnTo>
                  <a:pt x="32004" y="193738"/>
                </a:lnTo>
                <a:lnTo>
                  <a:pt x="32004" y="82397"/>
                </a:lnTo>
                <a:lnTo>
                  <a:pt x="70104" y="82397"/>
                </a:lnTo>
                <a:lnTo>
                  <a:pt x="98120" y="85585"/>
                </a:lnTo>
                <a:lnTo>
                  <a:pt x="118160" y="95351"/>
                </a:lnTo>
                <a:lnTo>
                  <a:pt x="130187" y="111975"/>
                </a:lnTo>
                <a:lnTo>
                  <a:pt x="134213" y="135737"/>
                </a:lnTo>
                <a:lnTo>
                  <a:pt x="134213" y="68199"/>
                </a:lnTo>
                <a:lnTo>
                  <a:pt x="129794" y="65011"/>
                </a:lnTo>
                <a:lnTo>
                  <a:pt x="114122" y="58394"/>
                </a:lnTo>
                <a:lnTo>
                  <a:pt x="95897" y="54635"/>
                </a:lnTo>
                <a:lnTo>
                  <a:pt x="74676" y="53441"/>
                </a:lnTo>
                <a:lnTo>
                  <a:pt x="0" y="53441"/>
                </a:lnTo>
                <a:lnTo>
                  <a:pt x="0" y="326428"/>
                </a:lnTo>
                <a:lnTo>
                  <a:pt x="32004" y="326428"/>
                </a:lnTo>
                <a:lnTo>
                  <a:pt x="32004" y="222694"/>
                </a:lnTo>
                <a:lnTo>
                  <a:pt x="68580" y="222694"/>
                </a:lnTo>
                <a:lnTo>
                  <a:pt x="109550" y="216789"/>
                </a:lnTo>
                <a:lnTo>
                  <a:pt x="144386" y="193738"/>
                </a:lnTo>
                <a:lnTo>
                  <a:pt x="152311" y="184886"/>
                </a:lnTo>
                <a:lnTo>
                  <a:pt x="160883" y="169735"/>
                </a:lnTo>
                <a:lnTo>
                  <a:pt x="166027" y="152844"/>
                </a:lnTo>
                <a:lnTo>
                  <a:pt x="167741" y="134213"/>
                </a:lnTo>
                <a:close/>
              </a:path>
              <a:path w="1744979" h="378460">
                <a:moveTo>
                  <a:pt x="568833" y="283756"/>
                </a:moveTo>
                <a:lnTo>
                  <a:pt x="532523" y="268516"/>
                </a:lnTo>
                <a:lnTo>
                  <a:pt x="486537" y="239953"/>
                </a:lnTo>
                <a:lnTo>
                  <a:pt x="480441" y="234543"/>
                </a:lnTo>
                <a:lnTo>
                  <a:pt x="480441" y="268516"/>
                </a:lnTo>
                <a:lnTo>
                  <a:pt x="391947" y="268516"/>
                </a:lnTo>
                <a:lnTo>
                  <a:pt x="391947" y="231838"/>
                </a:lnTo>
                <a:lnTo>
                  <a:pt x="362991" y="231838"/>
                </a:lnTo>
                <a:lnTo>
                  <a:pt x="362991" y="268516"/>
                </a:lnTo>
                <a:lnTo>
                  <a:pt x="274510" y="268516"/>
                </a:lnTo>
                <a:lnTo>
                  <a:pt x="287731" y="257632"/>
                </a:lnTo>
                <a:lnTo>
                  <a:pt x="300228" y="245757"/>
                </a:lnTo>
                <a:lnTo>
                  <a:pt x="312445" y="233057"/>
                </a:lnTo>
                <a:lnTo>
                  <a:pt x="324802" y="219646"/>
                </a:lnTo>
                <a:lnTo>
                  <a:pt x="430047" y="219646"/>
                </a:lnTo>
                <a:lnTo>
                  <a:pt x="441769" y="233057"/>
                </a:lnTo>
                <a:lnTo>
                  <a:pt x="454063" y="245757"/>
                </a:lnTo>
                <a:lnTo>
                  <a:pt x="466953" y="257632"/>
                </a:lnTo>
                <a:lnTo>
                  <a:pt x="480441" y="268516"/>
                </a:lnTo>
                <a:lnTo>
                  <a:pt x="480441" y="234543"/>
                </a:lnTo>
                <a:lnTo>
                  <a:pt x="463677" y="219646"/>
                </a:lnTo>
                <a:lnTo>
                  <a:pt x="564261" y="219646"/>
                </a:lnTo>
                <a:lnTo>
                  <a:pt x="564261" y="195262"/>
                </a:lnTo>
                <a:lnTo>
                  <a:pt x="489585" y="195262"/>
                </a:lnTo>
                <a:lnTo>
                  <a:pt x="489585" y="167830"/>
                </a:lnTo>
                <a:lnTo>
                  <a:pt x="489585" y="143357"/>
                </a:lnTo>
                <a:lnTo>
                  <a:pt x="489585" y="117449"/>
                </a:lnTo>
                <a:lnTo>
                  <a:pt x="489585" y="93065"/>
                </a:lnTo>
                <a:lnTo>
                  <a:pt x="489585" y="67157"/>
                </a:lnTo>
                <a:lnTo>
                  <a:pt x="553593" y="67157"/>
                </a:lnTo>
                <a:lnTo>
                  <a:pt x="553593" y="41148"/>
                </a:lnTo>
                <a:lnTo>
                  <a:pt x="489585" y="41148"/>
                </a:lnTo>
                <a:lnTo>
                  <a:pt x="489585" y="0"/>
                </a:lnTo>
                <a:lnTo>
                  <a:pt x="460527" y="0"/>
                </a:lnTo>
                <a:lnTo>
                  <a:pt x="460527" y="41148"/>
                </a:lnTo>
                <a:lnTo>
                  <a:pt x="460527" y="67157"/>
                </a:lnTo>
                <a:lnTo>
                  <a:pt x="460527" y="195262"/>
                </a:lnTo>
                <a:lnTo>
                  <a:pt x="297370" y="195262"/>
                </a:lnTo>
                <a:lnTo>
                  <a:pt x="297370" y="167830"/>
                </a:lnTo>
                <a:lnTo>
                  <a:pt x="460527" y="167830"/>
                </a:lnTo>
                <a:lnTo>
                  <a:pt x="460527" y="143357"/>
                </a:lnTo>
                <a:lnTo>
                  <a:pt x="297370" y="143357"/>
                </a:lnTo>
                <a:lnTo>
                  <a:pt x="297370" y="117449"/>
                </a:lnTo>
                <a:lnTo>
                  <a:pt x="460527" y="117449"/>
                </a:lnTo>
                <a:lnTo>
                  <a:pt x="460527" y="93065"/>
                </a:lnTo>
                <a:lnTo>
                  <a:pt x="297370" y="93065"/>
                </a:lnTo>
                <a:lnTo>
                  <a:pt x="297370" y="67157"/>
                </a:lnTo>
                <a:lnTo>
                  <a:pt x="460527" y="67157"/>
                </a:lnTo>
                <a:lnTo>
                  <a:pt x="460527" y="41148"/>
                </a:lnTo>
                <a:lnTo>
                  <a:pt x="297370" y="41148"/>
                </a:lnTo>
                <a:lnTo>
                  <a:pt x="297370" y="0"/>
                </a:lnTo>
                <a:lnTo>
                  <a:pt x="268414" y="0"/>
                </a:lnTo>
                <a:lnTo>
                  <a:pt x="268414" y="41148"/>
                </a:lnTo>
                <a:lnTo>
                  <a:pt x="204406" y="41148"/>
                </a:lnTo>
                <a:lnTo>
                  <a:pt x="204406" y="67157"/>
                </a:lnTo>
                <a:lnTo>
                  <a:pt x="268414" y="67157"/>
                </a:lnTo>
                <a:lnTo>
                  <a:pt x="268414" y="195262"/>
                </a:lnTo>
                <a:lnTo>
                  <a:pt x="192214" y="195262"/>
                </a:lnTo>
                <a:lnTo>
                  <a:pt x="192214" y="219646"/>
                </a:lnTo>
                <a:lnTo>
                  <a:pt x="289750" y="219646"/>
                </a:lnTo>
                <a:lnTo>
                  <a:pt x="267157" y="240525"/>
                </a:lnTo>
                <a:lnTo>
                  <a:pt x="242697" y="259702"/>
                </a:lnTo>
                <a:lnTo>
                  <a:pt x="216242" y="277164"/>
                </a:lnTo>
                <a:lnTo>
                  <a:pt x="187642" y="292900"/>
                </a:lnTo>
                <a:lnTo>
                  <a:pt x="193954" y="299478"/>
                </a:lnTo>
                <a:lnTo>
                  <a:pt x="199263" y="305473"/>
                </a:lnTo>
                <a:lnTo>
                  <a:pt x="203720" y="310908"/>
                </a:lnTo>
                <a:lnTo>
                  <a:pt x="207454" y="315760"/>
                </a:lnTo>
                <a:lnTo>
                  <a:pt x="224104" y="306285"/>
                </a:lnTo>
                <a:lnTo>
                  <a:pt x="240030" y="295948"/>
                </a:lnTo>
                <a:lnTo>
                  <a:pt x="255676" y="284467"/>
                </a:lnTo>
                <a:lnTo>
                  <a:pt x="271462" y="271564"/>
                </a:lnTo>
                <a:lnTo>
                  <a:pt x="271462" y="292900"/>
                </a:lnTo>
                <a:lnTo>
                  <a:pt x="362991" y="292900"/>
                </a:lnTo>
                <a:lnTo>
                  <a:pt x="362991" y="332524"/>
                </a:lnTo>
                <a:lnTo>
                  <a:pt x="213550" y="332524"/>
                </a:lnTo>
                <a:lnTo>
                  <a:pt x="213550" y="356908"/>
                </a:lnTo>
                <a:lnTo>
                  <a:pt x="541401" y="356908"/>
                </a:lnTo>
                <a:lnTo>
                  <a:pt x="541401" y="332524"/>
                </a:lnTo>
                <a:lnTo>
                  <a:pt x="391947" y="332524"/>
                </a:lnTo>
                <a:lnTo>
                  <a:pt x="391947" y="292900"/>
                </a:lnTo>
                <a:lnTo>
                  <a:pt x="483489" y="292900"/>
                </a:lnTo>
                <a:lnTo>
                  <a:pt x="483489" y="271564"/>
                </a:lnTo>
                <a:lnTo>
                  <a:pt x="498652" y="282689"/>
                </a:lnTo>
                <a:lnTo>
                  <a:pt x="514540" y="293090"/>
                </a:lnTo>
                <a:lnTo>
                  <a:pt x="531279" y="302641"/>
                </a:lnTo>
                <a:lnTo>
                  <a:pt x="549021" y="311188"/>
                </a:lnTo>
                <a:lnTo>
                  <a:pt x="552970" y="305193"/>
                </a:lnTo>
                <a:lnTo>
                  <a:pt x="557784" y="298615"/>
                </a:lnTo>
                <a:lnTo>
                  <a:pt x="563168" y="291477"/>
                </a:lnTo>
                <a:lnTo>
                  <a:pt x="568833" y="283756"/>
                </a:lnTo>
                <a:close/>
              </a:path>
              <a:path w="1744979" h="378460">
                <a:moveTo>
                  <a:pt x="724369" y="35052"/>
                </a:moveTo>
                <a:lnTo>
                  <a:pt x="588645" y="35052"/>
                </a:lnTo>
                <a:lnTo>
                  <a:pt x="588645" y="59537"/>
                </a:lnTo>
                <a:lnTo>
                  <a:pt x="639025" y="59537"/>
                </a:lnTo>
                <a:lnTo>
                  <a:pt x="627557" y="101892"/>
                </a:lnTo>
                <a:lnTo>
                  <a:pt x="613498" y="142265"/>
                </a:lnTo>
                <a:lnTo>
                  <a:pt x="596557" y="180924"/>
                </a:lnTo>
                <a:lnTo>
                  <a:pt x="576453" y="218135"/>
                </a:lnTo>
                <a:lnTo>
                  <a:pt x="581875" y="222935"/>
                </a:lnTo>
                <a:lnTo>
                  <a:pt x="586740" y="228041"/>
                </a:lnTo>
                <a:lnTo>
                  <a:pt x="591019" y="233133"/>
                </a:lnTo>
                <a:lnTo>
                  <a:pt x="594741" y="237947"/>
                </a:lnTo>
                <a:lnTo>
                  <a:pt x="601154" y="228536"/>
                </a:lnTo>
                <a:lnTo>
                  <a:pt x="606831" y="218706"/>
                </a:lnTo>
                <a:lnTo>
                  <a:pt x="612190" y="208584"/>
                </a:lnTo>
                <a:lnTo>
                  <a:pt x="617689" y="198323"/>
                </a:lnTo>
                <a:lnTo>
                  <a:pt x="617689" y="349288"/>
                </a:lnTo>
                <a:lnTo>
                  <a:pt x="642073" y="349288"/>
                </a:lnTo>
                <a:lnTo>
                  <a:pt x="642073" y="312712"/>
                </a:lnTo>
                <a:lnTo>
                  <a:pt x="684745" y="312712"/>
                </a:lnTo>
                <a:lnTo>
                  <a:pt x="684745" y="338620"/>
                </a:lnTo>
                <a:lnTo>
                  <a:pt x="709129" y="338620"/>
                </a:lnTo>
                <a:lnTo>
                  <a:pt x="709129" y="312712"/>
                </a:lnTo>
                <a:lnTo>
                  <a:pt x="709129" y="288328"/>
                </a:lnTo>
                <a:lnTo>
                  <a:pt x="709129" y="167830"/>
                </a:lnTo>
                <a:lnTo>
                  <a:pt x="709129" y="143357"/>
                </a:lnTo>
                <a:lnTo>
                  <a:pt x="684745" y="143357"/>
                </a:lnTo>
                <a:lnTo>
                  <a:pt x="684745" y="167830"/>
                </a:lnTo>
                <a:lnTo>
                  <a:pt x="684745" y="288328"/>
                </a:lnTo>
                <a:lnTo>
                  <a:pt x="642073" y="288328"/>
                </a:lnTo>
                <a:lnTo>
                  <a:pt x="642073" y="198323"/>
                </a:lnTo>
                <a:lnTo>
                  <a:pt x="642073" y="167830"/>
                </a:lnTo>
                <a:lnTo>
                  <a:pt x="684745" y="167830"/>
                </a:lnTo>
                <a:lnTo>
                  <a:pt x="684745" y="143357"/>
                </a:lnTo>
                <a:lnTo>
                  <a:pt x="640549" y="143357"/>
                </a:lnTo>
                <a:lnTo>
                  <a:pt x="647128" y="123621"/>
                </a:lnTo>
                <a:lnTo>
                  <a:pt x="653122" y="103162"/>
                </a:lnTo>
                <a:lnTo>
                  <a:pt x="658558" y="81851"/>
                </a:lnTo>
                <a:lnTo>
                  <a:pt x="663409" y="59537"/>
                </a:lnTo>
                <a:lnTo>
                  <a:pt x="724369" y="59537"/>
                </a:lnTo>
                <a:lnTo>
                  <a:pt x="724369" y="35052"/>
                </a:lnTo>
                <a:close/>
              </a:path>
              <a:path w="1744979" h="378460">
                <a:moveTo>
                  <a:pt x="947077" y="216611"/>
                </a:moveTo>
                <a:lnTo>
                  <a:pt x="918121" y="216611"/>
                </a:lnTo>
                <a:lnTo>
                  <a:pt x="918121" y="326428"/>
                </a:lnTo>
                <a:lnTo>
                  <a:pt x="855535" y="326428"/>
                </a:lnTo>
                <a:lnTo>
                  <a:pt x="855535" y="172402"/>
                </a:lnTo>
                <a:lnTo>
                  <a:pt x="912025" y="172402"/>
                </a:lnTo>
                <a:lnTo>
                  <a:pt x="912025" y="190690"/>
                </a:lnTo>
                <a:lnTo>
                  <a:pt x="939457" y="190690"/>
                </a:lnTo>
                <a:lnTo>
                  <a:pt x="939457" y="144881"/>
                </a:lnTo>
                <a:lnTo>
                  <a:pt x="939457" y="44196"/>
                </a:lnTo>
                <a:lnTo>
                  <a:pt x="912025" y="44196"/>
                </a:lnTo>
                <a:lnTo>
                  <a:pt x="912025" y="144881"/>
                </a:lnTo>
                <a:lnTo>
                  <a:pt x="855535" y="144881"/>
                </a:lnTo>
                <a:lnTo>
                  <a:pt x="855535" y="4572"/>
                </a:lnTo>
                <a:lnTo>
                  <a:pt x="828103" y="4572"/>
                </a:lnTo>
                <a:lnTo>
                  <a:pt x="828103" y="144881"/>
                </a:lnTo>
                <a:lnTo>
                  <a:pt x="773239" y="144881"/>
                </a:lnTo>
                <a:lnTo>
                  <a:pt x="773239" y="44196"/>
                </a:lnTo>
                <a:lnTo>
                  <a:pt x="744283" y="44196"/>
                </a:lnTo>
                <a:lnTo>
                  <a:pt x="744283" y="172402"/>
                </a:lnTo>
                <a:lnTo>
                  <a:pt x="828103" y="172402"/>
                </a:lnTo>
                <a:lnTo>
                  <a:pt x="828103" y="326428"/>
                </a:lnTo>
                <a:lnTo>
                  <a:pt x="765619" y="326428"/>
                </a:lnTo>
                <a:lnTo>
                  <a:pt x="765619" y="216611"/>
                </a:lnTo>
                <a:lnTo>
                  <a:pt x="738085" y="216611"/>
                </a:lnTo>
                <a:lnTo>
                  <a:pt x="738085" y="353860"/>
                </a:lnTo>
                <a:lnTo>
                  <a:pt x="918121" y="353860"/>
                </a:lnTo>
                <a:lnTo>
                  <a:pt x="918121" y="370725"/>
                </a:lnTo>
                <a:lnTo>
                  <a:pt x="947077" y="370725"/>
                </a:lnTo>
                <a:lnTo>
                  <a:pt x="947077" y="326428"/>
                </a:lnTo>
                <a:lnTo>
                  <a:pt x="947077" y="216611"/>
                </a:lnTo>
                <a:close/>
              </a:path>
              <a:path w="1744979" h="378460">
                <a:moveTo>
                  <a:pt x="1073658" y="70205"/>
                </a:moveTo>
                <a:lnTo>
                  <a:pt x="1062850" y="58496"/>
                </a:lnTo>
                <a:lnTo>
                  <a:pt x="1048880" y="44056"/>
                </a:lnTo>
                <a:lnTo>
                  <a:pt x="1032040" y="27051"/>
                </a:lnTo>
                <a:lnTo>
                  <a:pt x="1012596" y="7620"/>
                </a:lnTo>
                <a:lnTo>
                  <a:pt x="989736" y="27432"/>
                </a:lnTo>
                <a:lnTo>
                  <a:pt x="1005420" y="44373"/>
                </a:lnTo>
                <a:lnTo>
                  <a:pt x="1020267" y="60858"/>
                </a:lnTo>
                <a:lnTo>
                  <a:pt x="1033970" y="77038"/>
                </a:lnTo>
                <a:lnTo>
                  <a:pt x="1046226" y="93065"/>
                </a:lnTo>
                <a:lnTo>
                  <a:pt x="1073658" y="70205"/>
                </a:lnTo>
                <a:close/>
              </a:path>
              <a:path w="1744979" h="378460">
                <a:moveTo>
                  <a:pt x="1098042" y="315760"/>
                </a:moveTo>
                <a:lnTo>
                  <a:pt x="1097800" y="308622"/>
                </a:lnTo>
                <a:lnTo>
                  <a:pt x="1097280" y="300901"/>
                </a:lnTo>
                <a:lnTo>
                  <a:pt x="1096759" y="292620"/>
                </a:lnTo>
                <a:lnTo>
                  <a:pt x="1096518" y="283756"/>
                </a:lnTo>
                <a:lnTo>
                  <a:pt x="1072515" y="300520"/>
                </a:lnTo>
                <a:lnTo>
                  <a:pt x="1059649" y="309041"/>
                </a:lnTo>
                <a:lnTo>
                  <a:pt x="1046226" y="317284"/>
                </a:lnTo>
                <a:lnTo>
                  <a:pt x="1046226" y="132689"/>
                </a:lnTo>
                <a:lnTo>
                  <a:pt x="974496" y="132689"/>
                </a:lnTo>
                <a:lnTo>
                  <a:pt x="974496" y="160210"/>
                </a:lnTo>
                <a:lnTo>
                  <a:pt x="1017168" y="160210"/>
                </a:lnTo>
                <a:lnTo>
                  <a:pt x="1017168" y="311188"/>
                </a:lnTo>
                <a:lnTo>
                  <a:pt x="1016317" y="321779"/>
                </a:lnTo>
                <a:lnTo>
                  <a:pt x="1013739" y="330809"/>
                </a:lnTo>
                <a:lnTo>
                  <a:pt x="1009459" y="338404"/>
                </a:lnTo>
                <a:lnTo>
                  <a:pt x="1003452" y="344716"/>
                </a:lnTo>
                <a:lnTo>
                  <a:pt x="1021842" y="370725"/>
                </a:lnTo>
                <a:lnTo>
                  <a:pt x="1041247" y="356095"/>
                </a:lnTo>
                <a:lnTo>
                  <a:pt x="1060513" y="342061"/>
                </a:lnTo>
                <a:lnTo>
                  <a:pt x="1079487" y="328625"/>
                </a:lnTo>
                <a:lnTo>
                  <a:pt x="1095844" y="317284"/>
                </a:lnTo>
                <a:lnTo>
                  <a:pt x="1098042" y="315760"/>
                </a:lnTo>
                <a:close/>
              </a:path>
              <a:path w="1744979" h="378460">
                <a:moveTo>
                  <a:pt x="1317688" y="236423"/>
                </a:moveTo>
                <a:lnTo>
                  <a:pt x="1288643" y="236423"/>
                </a:lnTo>
                <a:lnTo>
                  <a:pt x="1288643" y="263944"/>
                </a:lnTo>
                <a:lnTo>
                  <a:pt x="1288643" y="326428"/>
                </a:lnTo>
                <a:lnTo>
                  <a:pt x="1142238" y="326428"/>
                </a:lnTo>
                <a:lnTo>
                  <a:pt x="1142238" y="263944"/>
                </a:lnTo>
                <a:lnTo>
                  <a:pt x="1288643" y="263944"/>
                </a:lnTo>
                <a:lnTo>
                  <a:pt x="1288643" y="236423"/>
                </a:lnTo>
                <a:lnTo>
                  <a:pt x="1113282" y="236423"/>
                </a:lnTo>
                <a:lnTo>
                  <a:pt x="1113282" y="376821"/>
                </a:lnTo>
                <a:lnTo>
                  <a:pt x="1142238" y="376821"/>
                </a:lnTo>
                <a:lnTo>
                  <a:pt x="1142238" y="353860"/>
                </a:lnTo>
                <a:lnTo>
                  <a:pt x="1288643" y="353860"/>
                </a:lnTo>
                <a:lnTo>
                  <a:pt x="1288643" y="376821"/>
                </a:lnTo>
                <a:lnTo>
                  <a:pt x="1317688" y="376821"/>
                </a:lnTo>
                <a:lnTo>
                  <a:pt x="1317688" y="353860"/>
                </a:lnTo>
                <a:lnTo>
                  <a:pt x="1317688" y="326428"/>
                </a:lnTo>
                <a:lnTo>
                  <a:pt x="1317688" y="263944"/>
                </a:lnTo>
                <a:lnTo>
                  <a:pt x="1317688" y="236423"/>
                </a:lnTo>
                <a:close/>
              </a:path>
              <a:path w="1744979" h="378460">
                <a:moveTo>
                  <a:pt x="1352740" y="170878"/>
                </a:moveTo>
                <a:lnTo>
                  <a:pt x="1303972" y="170878"/>
                </a:lnTo>
                <a:lnTo>
                  <a:pt x="1303972" y="90017"/>
                </a:lnTo>
                <a:lnTo>
                  <a:pt x="1276451" y="90017"/>
                </a:lnTo>
                <a:lnTo>
                  <a:pt x="1276451" y="117449"/>
                </a:lnTo>
                <a:lnTo>
                  <a:pt x="1276451" y="170878"/>
                </a:lnTo>
                <a:lnTo>
                  <a:pt x="1172819" y="170878"/>
                </a:lnTo>
                <a:lnTo>
                  <a:pt x="1180439" y="117449"/>
                </a:lnTo>
                <a:lnTo>
                  <a:pt x="1276451" y="117449"/>
                </a:lnTo>
                <a:lnTo>
                  <a:pt x="1276451" y="90017"/>
                </a:lnTo>
                <a:lnTo>
                  <a:pt x="1185011" y="90017"/>
                </a:lnTo>
                <a:lnTo>
                  <a:pt x="1191107" y="45720"/>
                </a:lnTo>
                <a:lnTo>
                  <a:pt x="1335976" y="45720"/>
                </a:lnTo>
                <a:lnTo>
                  <a:pt x="1335976" y="19812"/>
                </a:lnTo>
                <a:lnTo>
                  <a:pt x="1088898" y="19812"/>
                </a:lnTo>
                <a:lnTo>
                  <a:pt x="1088898" y="45720"/>
                </a:lnTo>
                <a:lnTo>
                  <a:pt x="1162151" y="45720"/>
                </a:lnTo>
                <a:lnTo>
                  <a:pt x="1155954" y="90017"/>
                </a:lnTo>
                <a:lnTo>
                  <a:pt x="1096518" y="90017"/>
                </a:lnTo>
                <a:lnTo>
                  <a:pt x="1096518" y="117449"/>
                </a:lnTo>
                <a:lnTo>
                  <a:pt x="1151382" y="117449"/>
                </a:lnTo>
                <a:lnTo>
                  <a:pt x="1143762" y="170878"/>
                </a:lnTo>
                <a:lnTo>
                  <a:pt x="1079754" y="170878"/>
                </a:lnTo>
                <a:lnTo>
                  <a:pt x="1079754" y="198323"/>
                </a:lnTo>
                <a:lnTo>
                  <a:pt x="1352740" y="198323"/>
                </a:lnTo>
                <a:lnTo>
                  <a:pt x="1352740" y="170878"/>
                </a:lnTo>
                <a:close/>
              </a:path>
              <a:path w="1744979" h="378460">
                <a:moveTo>
                  <a:pt x="1450365" y="157162"/>
                </a:moveTo>
                <a:lnTo>
                  <a:pt x="1432344" y="141947"/>
                </a:lnTo>
                <a:lnTo>
                  <a:pt x="1415046" y="128320"/>
                </a:lnTo>
                <a:lnTo>
                  <a:pt x="1398625" y="116141"/>
                </a:lnTo>
                <a:lnTo>
                  <a:pt x="1383220" y="105257"/>
                </a:lnTo>
                <a:lnTo>
                  <a:pt x="1364932" y="128117"/>
                </a:lnTo>
                <a:lnTo>
                  <a:pt x="1376641" y="137541"/>
                </a:lnTo>
                <a:lnTo>
                  <a:pt x="1391221" y="149694"/>
                </a:lnTo>
                <a:lnTo>
                  <a:pt x="1428940" y="181546"/>
                </a:lnTo>
                <a:lnTo>
                  <a:pt x="1432928" y="177317"/>
                </a:lnTo>
                <a:lnTo>
                  <a:pt x="1437944" y="171640"/>
                </a:lnTo>
                <a:lnTo>
                  <a:pt x="1450365" y="157162"/>
                </a:lnTo>
                <a:close/>
              </a:path>
              <a:path w="1744979" h="378460">
                <a:moveTo>
                  <a:pt x="1451889" y="227266"/>
                </a:moveTo>
                <a:lnTo>
                  <a:pt x="1443901" y="224078"/>
                </a:lnTo>
                <a:lnTo>
                  <a:pt x="1436039" y="221170"/>
                </a:lnTo>
                <a:lnTo>
                  <a:pt x="1428457" y="218274"/>
                </a:lnTo>
                <a:lnTo>
                  <a:pt x="1421320" y="215074"/>
                </a:lnTo>
                <a:lnTo>
                  <a:pt x="1408747" y="255168"/>
                </a:lnTo>
                <a:lnTo>
                  <a:pt x="1396174" y="293090"/>
                </a:lnTo>
                <a:lnTo>
                  <a:pt x="1383601" y="329018"/>
                </a:lnTo>
                <a:lnTo>
                  <a:pt x="1371028" y="363105"/>
                </a:lnTo>
                <a:lnTo>
                  <a:pt x="1404556" y="375297"/>
                </a:lnTo>
                <a:lnTo>
                  <a:pt x="1415148" y="341210"/>
                </a:lnTo>
                <a:lnTo>
                  <a:pt x="1426476" y="305282"/>
                </a:lnTo>
                <a:lnTo>
                  <a:pt x="1438668" y="267360"/>
                </a:lnTo>
                <a:lnTo>
                  <a:pt x="1451889" y="227266"/>
                </a:lnTo>
                <a:close/>
              </a:path>
              <a:path w="1744979" h="378460">
                <a:moveTo>
                  <a:pt x="1464081" y="62585"/>
                </a:moveTo>
                <a:lnTo>
                  <a:pt x="1446974" y="47078"/>
                </a:lnTo>
                <a:lnTo>
                  <a:pt x="1430134" y="32588"/>
                </a:lnTo>
                <a:lnTo>
                  <a:pt x="1398460" y="6096"/>
                </a:lnTo>
                <a:lnTo>
                  <a:pt x="1378648" y="27432"/>
                </a:lnTo>
                <a:lnTo>
                  <a:pt x="1392910" y="39712"/>
                </a:lnTo>
                <a:lnTo>
                  <a:pt x="1408188" y="53581"/>
                </a:lnTo>
                <a:lnTo>
                  <a:pt x="1424343" y="68884"/>
                </a:lnTo>
                <a:lnTo>
                  <a:pt x="1441221" y="85445"/>
                </a:lnTo>
                <a:lnTo>
                  <a:pt x="1446936" y="80581"/>
                </a:lnTo>
                <a:lnTo>
                  <a:pt x="1452651" y="75158"/>
                </a:lnTo>
                <a:lnTo>
                  <a:pt x="1458366" y="69151"/>
                </a:lnTo>
                <a:lnTo>
                  <a:pt x="1464081" y="62585"/>
                </a:lnTo>
                <a:close/>
              </a:path>
              <a:path w="1744979" h="378460">
                <a:moveTo>
                  <a:pt x="1744700" y="180022"/>
                </a:moveTo>
                <a:lnTo>
                  <a:pt x="1619631" y="180022"/>
                </a:lnTo>
                <a:lnTo>
                  <a:pt x="1619631" y="99161"/>
                </a:lnTo>
                <a:lnTo>
                  <a:pt x="1726412" y="99161"/>
                </a:lnTo>
                <a:lnTo>
                  <a:pt x="1726412" y="71729"/>
                </a:lnTo>
                <a:lnTo>
                  <a:pt x="1619631" y="71729"/>
                </a:lnTo>
                <a:lnTo>
                  <a:pt x="1619631" y="1524"/>
                </a:lnTo>
                <a:lnTo>
                  <a:pt x="1589151" y="1524"/>
                </a:lnTo>
                <a:lnTo>
                  <a:pt x="1589151" y="71729"/>
                </a:lnTo>
                <a:lnTo>
                  <a:pt x="1488465" y="71729"/>
                </a:lnTo>
                <a:lnTo>
                  <a:pt x="1488465" y="99161"/>
                </a:lnTo>
                <a:lnTo>
                  <a:pt x="1589151" y="99161"/>
                </a:lnTo>
                <a:lnTo>
                  <a:pt x="1589151" y="180022"/>
                </a:lnTo>
                <a:lnTo>
                  <a:pt x="1470177" y="180022"/>
                </a:lnTo>
                <a:lnTo>
                  <a:pt x="1470177" y="207454"/>
                </a:lnTo>
                <a:lnTo>
                  <a:pt x="1569237" y="207454"/>
                </a:lnTo>
                <a:lnTo>
                  <a:pt x="1558671" y="226885"/>
                </a:lnTo>
                <a:lnTo>
                  <a:pt x="1535811" y="265188"/>
                </a:lnTo>
                <a:lnTo>
                  <a:pt x="1511858" y="298589"/>
                </a:lnTo>
                <a:lnTo>
                  <a:pt x="1476273" y="327952"/>
                </a:lnTo>
                <a:lnTo>
                  <a:pt x="1489989" y="361581"/>
                </a:lnTo>
                <a:lnTo>
                  <a:pt x="1686687" y="343192"/>
                </a:lnTo>
                <a:lnTo>
                  <a:pt x="1691525" y="352107"/>
                </a:lnTo>
                <a:lnTo>
                  <a:pt x="1696783" y="360768"/>
                </a:lnTo>
                <a:lnTo>
                  <a:pt x="1708023" y="378345"/>
                </a:lnTo>
                <a:lnTo>
                  <a:pt x="1715173" y="373773"/>
                </a:lnTo>
                <a:lnTo>
                  <a:pt x="1729981" y="364629"/>
                </a:lnTo>
                <a:lnTo>
                  <a:pt x="1737080" y="360057"/>
                </a:lnTo>
                <a:lnTo>
                  <a:pt x="1725955" y="343192"/>
                </a:lnTo>
                <a:lnTo>
                  <a:pt x="1716493" y="328853"/>
                </a:lnTo>
                <a:lnTo>
                  <a:pt x="1715871" y="327952"/>
                </a:lnTo>
                <a:lnTo>
                  <a:pt x="1696224" y="299377"/>
                </a:lnTo>
                <a:lnTo>
                  <a:pt x="1676539" y="271614"/>
                </a:lnTo>
                <a:lnTo>
                  <a:pt x="1657731" y="245554"/>
                </a:lnTo>
                <a:lnTo>
                  <a:pt x="1633347" y="262420"/>
                </a:lnTo>
                <a:lnTo>
                  <a:pt x="1642491" y="275297"/>
                </a:lnTo>
                <a:lnTo>
                  <a:pt x="1651635" y="288899"/>
                </a:lnTo>
                <a:lnTo>
                  <a:pt x="1660779" y="303352"/>
                </a:lnTo>
                <a:lnTo>
                  <a:pt x="1669923" y="318808"/>
                </a:lnTo>
                <a:lnTo>
                  <a:pt x="1634223" y="321957"/>
                </a:lnTo>
                <a:lnTo>
                  <a:pt x="1598091" y="324523"/>
                </a:lnTo>
                <a:lnTo>
                  <a:pt x="1561655" y="326529"/>
                </a:lnTo>
                <a:lnTo>
                  <a:pt x="1525041" y="327952"/>
                </a:lnTo>
                <a:lnTo>
                  <a:pt x="1545666" y="301625"/>
                </a:lnTo>
                <a:lnTo>
                  <a:pt x="1566430" y="272846"/>
                </a:lnTo>
                <a:lnTo>
                  <a:pt x="1587487" y="241503"/>
                </a:lnTo>
                <a:lnTo>
                  <a:pt x="1608963" y="207454"/>
                </a:lnTo>
                <a:lnTo>
                  <a:pt x="1744700" y="207454"/>
                </a:lnTo>
                <a:lnTo>
                  <a:pt x="1744700" y="1800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29139" y="1868614"/>
            <a:ext cx="1697989" cy="393700"/>
          </a:xfrm>
          <a:custGeom>
            <a:avLst/>
            <a:gdLst/>
            <a:ahLst/>
            <a:cxnLst/>
            <a:rect l="l" t="t" r="r" b="b"/>
            <a:pathLst>
              <a:path w="1697989" h="393700">
                <a:moveTo>
                  <a:pt x="102209" y="30581"/>
                </a:moveTo>
                <a:lnTo>
                  <a:pt x="68681" y="30581"/>
                </a:lnTo>
                <a:lnTo>
                  <a:pt x="38658" y="70319"/>
                </a:lnTo>
                <a:lnTo>
                  <a:pt x="17195" y="114084"/>
                </a:lnTo>
                <a:lnTo>
                  <a:pt x="4305" y="161861"/>
                </a:lnTo>
                <a:lnTo>
                  <a:pt x="0" y="213652"/>
                </a:lnTo>
                <a:lnTo>
                  <a:pt x="4305" y="264274"/>
                </a:lnTo>
                <a:lnTo>
                  <a:pt x="17195" y="311048"/>
                </a:lnTo>
                <a:lnTo>
                  <a:pt x="38658" y="354101"/>
                </a:lnTo>
                <a:lnTo>
                  <a:pt x="68681" y="393573"/>
                </a:lnTo>
                <a:lnTo>
                  <a:pt x="100685" y="393573"/>
                </a:lnTo>
                <a:lnTo>
                  <a:pt x="71551" y="353225"/>
                </a:lnTo>
                <a:lnTo>
                  <a:pt x="50584" y="309714"/>
                </a:lnTo>
                <a:lnTo>
                  <a:pt x="37884" y="262763"/>
                </a:lnTo>
                <a:lnTo>
                  <a:pt x="33629" y="212128"/>
                </a:lnTo>
                <a:lnTo>
                  <a:pt x="37909" y="162077"/>
                </a:lnTo>
                <a:lnTo>
                  <a:pt x="50774" y="115036"/>
                </a:lnTo>
                <a:lnTo>
                  <a:pt x="72199" y="71145"/>
                </a:lnTo>
                <a:lnTo>
                  <a:pt x="102209" y="30581"/>
                </a:lnTo>
                <a:close/>
              </a:path>
              <a:path w="1697989" h="393700">
                <a:moveTo>
                  <a:pt x="523113" y="283756"/>
                </a:moveTo>
                <a:lnTo>
                  <a:pt x="486803" y="268516"/>
                </a:lnTo>
                <a:lnTo>
                  <a:pt x="440817" y="239953"/>
                </a:lnTo>
                <a:lnTo>
                  <a:pt x="434721" y="234543"/>
                </a:lnTo>
                <a:lnTo>
                  <a:pt x="434721" y="268516"/>
                </a:lnTo>
                <a:lnTo>
                  <a:pt x="346227" y="268516"/>
                </a:lnTo>
                <a:lnTo>
                  <a:pt x="346227" y="231838"/>
                </a:lnTo>
                <a:lnTo>
                  <a:pt x="318795" y="231838"/>
                </a:lnTo>
                <a:lnTo>
                  <a:pt x="318795" y="268516"/>
                </a:lnTo>
                <a:lnTo>
                  <a:pt x="228790" y="268516"/>
                </a:lnTo>
                <a:lnTo>
                  <a:pt x="242239" y="257632"/>
                </a:lnTo>
                <a:lnTo>
                  <a:pt x="255130" y="245757"/>
                </a:lnTo>
                <a:lnTo>
                  <a:pt x="267449" y="233057"/>
                </a:lnTo>
                <a:lnTo>
                  <a:pt x="279171" y="219646"/>
                </a:lnTo>
                <a:lnTo>
                  <a:pt x="384327" y="219646"/>
                </a:lnTo>
                <a:lnTo>
                  <a:pt x="396100" y="233057"/>
                </a:lnTo>
                <a:lnTo>
                  <a:pt x="408419" y="245757"/>
                </a:lnTo>
                <a:lnTo>
                  <a:pt x="421284" y="257632"/>
                </a:lnTo>
                <a:lnTo>
                  <a:pt x="434721" y="268516"/>
                </a:lnTo>
                <a:lnTo>
                  <a:pt x="434721" y="234543"/>
                </a:lnTo>
                <a:lnTo>
                  <a:pt x="417957" y="219646"/>
                </a:lnTo>
                <a:lnTo>
                  <a:pt x="518541" y="219646"/>
                </a:lnTo>
                <a:lnTo>
                  <a:pt x="518541" y="195262"/>
                </a:lnTo>
                <a:lnTo>
                  <a:pt x="443865" y="195262"/>
                </a:lnTo>
                <a:lnTo>
                  <a:pt x="443865" y="167830"/>
                </a:lnTo>
                <a:lnTo>
                  <a:pt x="443865" y="143357"/>
                </a:lnTo>
                <a:lnTo>
                  <a:pt x="443865" y="117449"/>
                </a:lnTo>
                <a:lnTo>
                  <a:pt x="443865" y="93065"/>
                </a:lnTo>
                <a:lnTo>
                  <a:pt x="443865" y="67157"/>
                </a:lnTo>
                <a:lnTo>
                  <a:pt x="507873" y="67157"/>
                </a:lnTo>
                <a:lnTo>
                  <a:pt x="507873" y="41148"/>
                </a:lnTo>
                <a:lnTo>
                  <a:pt x="443865" y="41148"/>
                </a:lnTo>
                <a:lnTo>
                  <a:pt x="443865" y="0"/>
                </a:lnTo>
                <a:lnTo>
                  <a:pt x="414909" y="0"/>
                </a:lnTo>
                <a:lnTo>
                  <a:pt x="414909" y="41148"/>
                </a:lnTo>
                <a:lnTo>
                  <a:pt x="414909" y="67157"/>
                </a:lnTo>
                <a:lnTo>
                  <a:pt x="414909" y="195262"/>
                </a:lnTo>
                <a:lnTo>
                  <a:pt x="251650" y="195262"/>
                </a:lnTo>
                <a:lnTo>
                  <a:pt x="251650" y="167830"/>
                </a:lnTo>
                <a:lnTo>
                  <a:pt x="414909" y="167830"/>
                </a:lnTo>
                <a:lnTo>
                  <a:pt x="414909" y="143357"/>
                </a:lnTo>
                <a:lnTo>
                  <a:pt x="251650" y="143357"/>
                </a:lnTo>
                <a:lnTo>
                  <a:pt x="251650" y="117449"/>
                </a:lnTo>
                <a:lnTo>
                  <a:pt x="414909" y="117449"/>
                </a:lnTo>
                <a:lnTo>
                  <a:pt x="414909" y="93065"/>
                </a:lnTo>
                <a:lnTo>
                  <a:pt x="251650" y="93065"/>
                </a:lnTo>
                <a:lnTo>
                  <a:pt x="251650" y="67157"/>
                </a:lnTo>
                <a:lnTo>
                  <a:pt x="414909" y="67157"/>
                </a:lnTo>
                <a:lnTo>
                  <a:pt x="414909" y="41148"/>
                </a:lnTo>
                <a:lnTo>
                  <a:pt x="251650" y="41148"/>
                </a:lnTo>
                <a:lnTo>
                  <a:pt x="251650" y="0"/>
                </a:lnTo>
                <a:lnTo>
                  <a:pt x="222694" y="0"/>
                </a:lnTo>
                <a:lnTo>
                  <a:pt x="222694" y="41148"/>
                </a:lnTo>
                <a:lnTo>
                  <a:pt x="158686" y="41148"/>
                </a:lnTo>
                <a:lnTo>
                  <a:pt x="158686" y="67157"/>
                </a:lnTo>
                <a:lnTo>
                  <a:pt x="222694" y="67157"/>
                </a:lnTo>
                <a:lnTo>
                  <a:pt x="222694" y="195262"/>
                </a:lnTo>
                <a:lnTo>
                  <a:pt x="146494" y="195262"/>
                </a:lnTo>
                <a:lnTo>
                  <a:pt x="146494" y="219646"/>
                </a:lnTo>
                <a:lnTo>
                  <a:pt x="244030" y="219646"/>
                </a:lnTo>
                <a:lnTo>
                  <a:pt x="221437" y="240525"/>
                </a:lnTo>
                <a:lnTo>
                  <a:pt x="196977" y="259702"/>
                </a:lnTo>
                <a:lnTo>
                  <a:pt x="170522" y="277164"/>
                </a:lnTo>
                <a:lnTo>
                  <a:pt x="141922" y="292900"/>
                </a:lnTo>
                <a:lnTo>
                  <a:pt x="148234" y="299478"/>
                </a:lnTo>
                <a:lnTo>
                  <a:pt x="153543" y="305473"/>
                </a:lnTo>
                <a:lnTo>
                  <a:pt x="158000" y="310908"/>
                </a:lnTo>
                <a:lnTo>
                  <a:pt x="161734" y="315760"/>
                </a:lnTo>
                <a:lnTo>
                  <a:pt x="178587" y="306285"/>
                </a:lnTo>
                <a:lnTo>
                  <a:pt x="194881" y="295948"/>
                </a:lnTo>
                <a:lnTo>
                  <a:pt x="210591" y="284467"/>
                </a:lnTo>
                <a:lnTo>
                  <a:pt x="225742" y="271564"/>
                </a:lnTo>
                <a:lnTo>
                  <a:pt x="225742" y="292900"/>
                </a:lnTo>
                <a:lnTo>
                  <a:pt x="318795" y="292900"/>
                </a:lnTo>
                <a:lnTo>
                  <a:pt x="318795" y="332524"/>
                </a:lnTo>
                <a:lnTo>
                  <a:pt x="169354" y="332524"/>
                </a:lnTo>
                <a:lnTo>
                  <a:pt x="169354" y="356908"/>
                </a:lnTo>
                <a:lnTo>
                  <a:pt x="495681" y="356908"/>
                </a:lnTo>
                <a:lnTo>
                  <a:pt x="495681" y="332524"/>
                </a:lnTo>
                <a:lnTo>
                  <a:pt x="346227" y="332524"/>
                </a:lnTo>
                <a:lnTo>
                  <a:pt x="346227" y="292900"/>
                </a:lnTo>
                <a:lnTo>
                  <a:pt x="437769" y="292900"/>
                </a:lnTo>
                <a:lnTo>
                  <a:pt x="437769" y="271564"/>
                </a:lnTo>
                <a:lnTo>
                  <a:pt x="452932" y="282689"/>
                </a:lnTo>
                <a:lnTo>
                  <a:pt x="468820" y="293090"/>
                </a:lnTo>
                <a:lnTo>
                  <a:pt x="485559" y="302641"/>
                </a:lnTo>
                <a:lnTo>
                  <a:pt x="503301" y="311188"/>
                </a:lnTo>
                <a:lnTo>
                  <a:pt x="507250" y="305193"/>
                </a:lnTo>
                <a:lnTo>
                  <a:pt x="512064" y="298615"/>
                </a:lnTo>
                <a:lnTo>
                  <a:pt x="517448" y="291477"/>
                </a:lnTo>
                <a:lnTo>
                  <a:pt x="523113" y="283756"/>
                </a:lnTo>
                <a:close/>
              </a:path>
              <a:path w="1697989" h="393700">
                <a:moveTo>
                  <a:pt x="913549" y="277660"/>
                </a:moveTo>
                <a:lnTo>
                  <a:pt x="874788" y="249250"/>
                </a:lnTo>
                <a:lnTo>
                  <a:pt x="839089" y="217131"/>
                </a:lnTo>
                <a:lnTo>
                  <a:pt x="806602" y="181203"/>
                </a:lnTo>
                <a:lnTo>
                  <a:pt x="777494" y="141401"/>
                </a:lnTo>
                <a:lnTo>
                  <a:pt x="751903" y="97637"/>
                </a:lnTo>
                <a:lnTo>
                  <a:pt x="905929" y="97637"/>
                </a:lnTo>
                <a:lnTo>
                  <a:pt x="905929" y="68681"/>
                </a:lnTo>
                <a:lnTo>
                  <a:pt x="739711" y="68681"/>
                </a:lnTo>
                <a:lnTo>
                  <a:pt x="739711" y="0"/>
                </a:lnTo>
                <a:lnTo>
                  <a:pt x="710755" y="0"/>
                </a:lnTo>
                <a:lnTo>
                  <a:pt x="710755" y="68681"/>
                </a:lnTo>
                <a:lnTo>
                  <a:pt x="544550" y="68681"/>
                </a:lnTo>
                <a:lnTo>
                  <a:pt x="544550" y="97637"/>
                </a:lnTo>
                <a:lnTo>
                  <a:pt x="698563" y="97637"/>
                </a:lnTo>
                <a:lnTo>
                  <a:pt x="674535" y="136791"/>
                </a:lnTo>
                <a:lnTo>
                  <a:pt x="646353" y="175425"/>
                </a:lnTo>
                <a:lnTo>
                  <a:pt x="613854" y="213398"/>
                </a:lnTo>
                <a:lnTo>
                  <a:pt x="576884" y="250571"/>
                </a:lnTo>
                <a:lnTo>
                  <a:pt x="535305" y="286804"/>
                </a:lnTo>
                <a:lnTo>
                  <a:pt x="541121" y="290804"/>
                </a:lnTo>
                <a:lnTo>
                  <a:pt x="547204" y="295948"/>
                </a:lnTo>
                <a:lnTo>
                  <a:pt x="553834" y="302234"/>
                </a:lnTo>
                <a:lnTo>
                  <a:pt x="561314" y="309664"/>
                </a:lnTo>
                <a:lnTo>
                  <a:pt x="599528" y="272859"/>
                </a:lnTo>
                <a:lnTo>
                  <a:pt x="633666" y="235699"/>
                </a:lnTo>
                <a:lnTo>
                  <a:pt x="663638" y="198183"/>
                </a:lnTo>
                <a:lnTo>
                  <a:pt x="689356" y="160286"/>
                </a:lnTo>
                <a:lnTo>
                  <a:pt x="710755" y="122021"/>
                </a:lnTo>
                <a:lnTo>
                  <a:pt x="710755" y="273088"/>
                </a:lnTo>
                <a:lnTo>
                  <a:pt x="619226" y="273088"/>
                </a:lnTo>
                <a:lnTo>
                  <a:pt x="619226" y="300520"/>
                </a:lnTo>
                <a:lnTo>
                  <a:pt x="710755" y="300520"/>
                </a:lnTo>
                <a:lnTo>
                  <a:pt x="710755" y="378333"/>
                </a:lnTo>
                <a:lnTo>
                  <a:pt x="739711" y="378333"/>
                </a:lnTo>
                <a:lnTo>
                  <a:pt x="739711" y="300520"/>
                </a:lnTo>
                <a:lnTo>
                  <a:pt x="828205" y="300520"/>
                </a:lnTo>
                <a:lnTo>
                  <a:pt x="828205" y="273088"/>
                </a:lnTo>
                <a:lnTo>
                  <a:pt x="739711" y="273088"/>
                </a:lnTo>
                <a:lnTo>
                  <a:pt x="739711" y="122021"/>
                </a:lnTo>
                <a:lnTo>
                  <a:pt x="763282" y="165087"/>
                </a:lnTo>
                <a:lnTo>
                  <a:pt x="790028" y="204724"/>
                </a:lnTo>
                <a:lnTo>
                  <a:pt x="819759" y="241122"/>
                </a:lnTo>
                <a:lnTo>
                  <a:pt x="852347" y="274497"/>
                </a:lnTo>
                <a:lnTo>
                  <a:pt x="887641" y="305092"/>
                </a:lnTo>
                <a:lnTo>
                  <a:pt x="895324" y="296519"/>
                </a:lnTo>
                <a:lnTo>
                  <a:pt x="902309" y="289090"/>
                </a:lnTo>
                <a:lnTo>
                  <a:pt x="913549" y="277660"/>
                </a:lnTo>
                <a:close/>
              </a:path>
              <a:path w="1697989" h="393700">
                <a:moveTo>
                  <a:pt x="1026414" y="70205"/>
                </a:moveTo>
                <a:lnTo>
                  <a:pt x="1015834" y="58496"/>
                </a:lnTo>
                <a:lnTo>
                  <a:pt x="1002411" y="44056"/>
                </a:lnTo>
                <a:lnTo>
                  <a:pt x="986116" y="27051"/>
                </a:lnTo>
                <a:lnTo>
                  <a:pt x="966978" y="7620"/>
                </a:lnTo>
                <a:lnTo>
                  <a:pt x="942492" y="27432"/>
                </a:lnTo>
                <a:lnTo>
                  <a:pt x="958888" y="44373"/>
                </a:lnTo>
                <a:lnTo>
                  <a:pt x="973823" y="60858"/>
                </a:lnTo>
                <a:lnTo>
                  <a:pt x="987602" y="77038"/>
                </a:lnTo>
                <a:lnTo>
                  <a:pt x="1000506" y="93065"/>
                </a:lnTo>
                <a:lnTo>
                  <a:pt x="1026414" y="70205"/>
                </a:lnTo>
                <a:close/>
              </a:path>
              <a:path w="1697989" h="393700">
                <a:moveTo>
                  <a:pt x="1052322" y="315760"/>
                </a:moveTo>
                <a:lnTo>
                  <a:pt x="1051267" y="309041"/>
                </a:lnTo>
                <a:lnTo>
                  <a:pt x="1050226" y="300901"/>
                </a:lnTo>
                <a:lnTo>
                  <a:pt x="1049540" y="292620"/>
                </a:lnTo>
                <a:lnTo>
                  <a:pt x="1049274" y="283756"/>
                </a:lnTo>
                <a:lnTo>
                  <a:pt x="1025461" y="300520"/>
                </a:lnTo>
                <a:lnTo>
                  <a:pt x="1013053" y="309041"/>
                </a:lnTo>
                <a:lnTo>
                  <a:pt x="1000506" y="317284"/>
                </a:lnTo>
                <a:lnTo>
                  <a:pt x="1000506" y="132689"/>
                </a:lnTo>
                <a:lnTo>
                  <a:pt x="927252" y="132689"/>
                </a:lnTo>
                <a:lnTo>
                  <a:pt x="927252" y="160210"/>
                </a:lnTo>
                <a:lnTo>
                  <a:pt x="970026" y="160210"/>
                </a:lnTo>
                <a:lnTo>
                  <a:pt x="970026" y="311188"/>
                </a:lnTo>
                <a:lnTo>
                  <a:pt x="969187" y="321779"/>
                </a:lnTo>
                <a:lnTo>
                  <a:pt x="966787" y="330809"/>
                </a:lnTo>
                <a:lnTo>
                  <a:pt x="962952" y="338404"/>
                </a:lnTo>
                <a:lnTo>
                  <a:pt x="957834" y="344716"/>
                </a:lnTo>
                <a:lnTo>
                  <a:pt x="976122" y="370725"/>
                </a:lnTo>
                <a:lnTo>
                  <a:pt x="994676" y="356095"/>
                </a:lnTo>
                <a:lnTo>
                  <a:pt x="1013650" y="342061"/>
                </a:lnTo>
                <a:lnTo>
                  <a:pt x="1032916" y="328625"/>
                </a:lnTo>
                <a:lnTo>
                  <a:pt x="1050023" y="317284"/>
                </a:lnTo>
                <a:lnTo>
                  <a:pt x="1052322" y="315760"/>
                </a:lnTo>
                <a:close/>
              </a:path>
              <a:path w="1697989" h="393700">
                <a:moveTo>
                  <a:pt x="1270444" y="236423"/>
                </a:moveTo>
                <a:lnTo>
                  <a:pt x="1243012" y="236423"/>
                </a:lnTo>
                <a:lnTo>
                  <a:pt x="1243012" y="263944"/>
                </a:lnTo>
                <a:lnTo>
                  <a:pt x="1243012" y="326428"/>
                </a:lnTo>
                <a:lnTo>
                  <a:pt x="1095095" y="326428"/>
                </a:lnTo>
                <a:lnTo>
                  <a:pt x="1095095" y="263944"/>
                </a:lnTo>
                <a:lnTo>
                  <a:pt x="1243012" y="263944"/>
                </a:lnTo>
                <a:lnTo>
                  <a:pt x="1243012" y="236423"/>
                </a:lnTo>
                <a:lnTo>
                  <a:pt x="1066038" y="236423"/>
                </a:lnTo>
                <a:lnTo>
                  <a:pt x="1066038" y="376821"/>
                </a:lnTo>
                <a:lnTo>
                  <a:pt x="1095095" y="376821"/>
                </a:lnTo>
                <a:lnTo>
                  <a:pt x="1095095" y="353860"/>
                </a:lnTo>
                <a:lnTo>
                  <a:pt x="1243012" y="353860"/>
                </a:lnTo>
                <a:lnTo>
                  <a:pt x="1243012" y="376821"/>
                </a:lnTo>
                <a:lnTo>
                  <a:pt x="1270444" y="376821"/>
                </a:lnTo>
                <a:lnTo>
                  <a:pt x="1270444" y="353860"/>
                </a:lnTo>
                <a:lnTo>
                  <a:pt x="1270444" y="326428"/>
                </a:lnTo>
                <a:lnTo>
                  <a:pt x="1270444" y="263944"/>
                </a:lnTo>
                <a:lnTo>
                  <a:pt x="1270444" y="236423"/>
                </a:lnTo>
                <a:close/>
              </a:path>
              <a:path w="1697989" h="393700">
                <a:moveTo>
                  <a:pt x="1305496" y="170878"/>
                </a:moveTo>
                <a:lnTo>
                  <a:pt x="1258252" y="170878"/>
                </a:lnTo>
                <a:lnTo>
                  <a:pt x="1258252" y="90017"/>
                </a:lnTo>
                <a:lnTo>
                  <a:pt x="1229207" y="90017"/>
                </a:lnTo>
                <a:lnTo>
                  <a:pt x="1229207" y="117449"/>
                </a:lnTo>
                <a:lnTo>
                  <a:pt x="1229207" y="170878"/>
                </a:lnTo>
                <a:lnTo>
                  <a:pt x="1127099" y="170878"/>
                </a:lnTo>
                <a:lnTo>
                  <a:pt x="1134719" y="117449"/>
                </a:lnTo>
                <a:lnTo>
                  <a:pt x="1229207" y="117449"/>
                </a:lnTo>
                <a:lnTo>
                  <a:pt x="1229207" y="90017"/>
                </a:lnTo>
                <a:lnTo>
                  <a:pt x="1137767" y="90017"/>
                </a:lnTo>
                <a:lnTo>
                  <a:pt x="1143863" y="45720"/>
                </a:lnTo>
                <a:lnTo>
                  <a:pt x="1290256" y="45720"/>
                </a:lnTo>
                <a:lnTo>
                  <a:pt x="1290256" y="19812"/>
                </a:lnTo>
                <a:lnTo>
                  <a:pt x="1041654" y="19812"/>
                </a:lnTo>
                <a:lnTo>
                  <a:pt x="1041654" y="45720"/>
                </a:lnTo>
                <a:lnTo>
                  <a:pt x="1114907" y="45720"/>
                </a:lnTo>
                <a:lnTo>
                  <a:pt x="1108811" y="90017"/>
                </a:lnTo>
                <a:lnTo>
                  <a:pt x="1050798" y="90017"/>
                </a:lnTo>
                <a:lnTo>
                  <a:pt x="1050798" y="117449"/>
                </a:lnTo>
                <a:lnTo>
                  <a:pt x="1105763" y="117449"/>
                </a:lnTo>
                <a:lnTo>
                  <a:pt x="1098143" y="170878"/>
                </a:lnTo>
                <a:lnTo>
                  <a:pt x="1032510" y="170878"/>
                </a:lnTo>
                <a:lnTo>
                  <a:pt x="1032510" y="198323"/>
                </a:lnTo>
                <a:lnTo>
                  <a:pt x="1305496" y="198323"/>
                </a:lnTo>
                <a:lnTo>
                  <a:pt x="1305496" y="170878"/>
                </a:lnTo>
                <a:close/>
              </a:path>
              <a:path w="1697989" h="393700">
                <a:moveTo>
                  <a:pt x="1404645" y="227266"/>
                </a:moveTo>
                <a:lnTo>
                  <a:pt x="1396669" y="224078"/>
                </a:lnTo>
                <a:lnTo>
                  <a:pt x="1388833" y="221170"/>
                </a:lnTo>
                <a:lnTo>
                  <a:pt x="1381290" y="218274"/>
                </a:lnTo>
                <a:lnTo>
                  <a:pt x="1374165" y="215074"/>
                </a:lnTo>
                <a:lnTo>
                  <a:pt x="1361541" y="255168"/>
                </a:lnTo>
                <a:lnTo>
                  <a:pt x="1348943" y="293090"/>
                </a:lnTo>
                <a:lnTo>
                  <a:pt x="1336357" y="329018"/>
                </a:lnTo>
                <a:lnTo>
                  <a:pt x="1323784" y="363105"/>
                </a:lnTo>
                <a:lnTo>
                  <a:pt x="1357312" y="375297"/>
                </a:lnTo>
                <a:lnTo>
                  <a:pt x="1367967" y="341210"/>
                </a:lnTo>
                <a:lnTo>
                  <a:pt x="1379308" y="305282"/>
                </a:lnTo>
                <a:lnTo>
                  <a:pt x="1391488" y="267360"/>
                </a:lnTo>
                <a:lnTo>
                  <a:pt x="1404645" y="227266"/>
                </a:lnTo>
                <a:close/>
              </a:path>
              <a:path w="1697989" h="393700">
                <a:moveTo>
                  <a:pt x="1404645" y="157162"/>
                </a:moveTo>
                <a:lnTo>
                  <a:pt x="1385798" y="141947"/>
                </a:lnTo>
                <a:lnTo>
                  <a:pt x="1368221" y="128320"/>
                </a:lnTo>
                <a:lnTo>
                  <a:pt x="1337500" y="105257"/>
                </a:lnTo>
                <a:lnTo>
                  <a:pt x="1317688" y="128117"/>
                </a:lnTo>
                <a:lnTo>
                  <a:pt x="1329410" y="137541"/>
                </a:lnTo>
                <a:lnTo>
                  <a:pt x="1381785" y="181546"/>
                </a:lnTo>
                <a:lnTo>
                  <a:pt x="1386649" y="177317"/>
                </a:lnTo>
                <a:lnTo>
                  <a:pt x="1392072" y="171640"/>
                </a:lnTo>
                <a:lnTo>
                  <a:pt x="1398079" y="164833"/>
                </a:lnTo>
                <a:lnTo>
                  <a:pt x="1404645" y="157162"/>
                </a:lnTo>
                <a:close/>
              </a:path>
              <a:path w="1697989" h="393700">
                <a:moveTo>
                  <a:pt x="1418361" y="62585"/>
                </a:moveTo>
                <a:lnTo>
                  <a:pt x="1400606" y="47078"/>
                </a:lnTo>
                <a:lnTo>
                  <a:pt x="1383690" y="32588"/>
                </a:lnTo>
                <a:lnTo>
                  <a:pt x="1367320" y="18986"/>
                </a:lnTo>
                <a:lnTo>
                  <a:pt x="1351216" y="6096"/>
                </a:lnTo>
                <a:lnTo>
                  <a:pt x="1332928" y="27432"/>
                </a:lnTo>
                <a:lnTo>
                  <a:pt x="1346987" y="39712"/>
                </a:lnTo>
                <a:lnTo>
                  <a:pt x="1361935" y="53581"/>
                </a:lnTo>
                <a:lnTo>
                  <a:pt x="1395501" y="85445"/>
                </a:lnTo>
                <a:lnTo>
                  <a:pt x="1418361" y="62585"/>
                </a:lnTo>
                <a:close/>
              </a:path>
              <a:path w="1697989" h="393700">
                <a:moveTo>
                  <a:pt x="1697456" y="180022"/>
                </a:moveTo>
                <a:lnTo>
                  <a:pt x="1573911" y="180022"/>
                </a:lnTo>
                <a:lnTo>
                  <a:pt x="1573911" y="99161"/>
                </a:lnTo>
                <a:lnTo>
                  <a:pt x="1679168" y="99161"/>
                </a:lnTo>
                <a:lnTo>
                  <a:pt x="1679168" y="71729"/>
                </a:lnTo>
                <a:lnTo>
                  <a:pt x="1573911" y="71729"/>
                </a:lnTo>
                <a:lnTo>
                  <a:pt x="1573911" y="1524"/>
                </a:lnTo>
                <a:lnTo>
                  <a:pt x="1543431" y="1524"/>
                </a:lnTo>
                <a:lnTo>
                  <a:pt x="1543431" y="71729"/>
                </a:lnTo>
                <a:lnTo>
                  <a:pt x="1441221" y="71729"/>
                </a:lnTo>
                <a:lnTo>
                  <a:pt x="1441221" y="99161"/>
                </a:lnTo>
                <a:lnTo>
                  <a:pt x="1543431" y="99161"/>
                </a:lnTo>
                <a:lnTo>
                  <a:pt x="1543431" y="180022"/>
                </a:lnTo>
                <a:lnTo>
                  <a:pt x="1422933" y="180022"/>
                </a:lnTo>
                <a:lnTo>
                  <a:pt x="1422933" y="207454"/>
                </a:lnTo>
                <a:lnTo>
                  <a:pt x="1523619" y="207454"/>
                </a:lnTo>
                <a:lnTo>
                  <a:pt x="1512150" y="226885"/>
                </a:lnTo>
                <a:lnTo>
                  <a:pt x="1488605" y="265188"/>
                </a:lnTo>
                <a:lnTo>
                  <a:pt x="1464830" y="298589"/>
                </a:lnTo>
                <a:lnTo>
                  <a:pt x="1429029" y="327952"/>
                </a:lnTo>
                <a:lnTo>
                  <a:pt x="1442745" y="361581"/>
                </a:lnTo>
                <a:lnTo>
                  <a:pt x="1639443" y="343192"/>
                </a:lnTo>
                <a:lnTo>
                  <a:pt x="1644980" y="352107"/>
                </a:lnTo>
                <a:lnTo>
                  <a:pt x="1655394" y="369417"/>
                </a:lnTo>
                <a:lnTo>
                  <a:pt x="1660880" y="378345"/>
                </a:lnTo>
                <a:lnTo>
                  <a:pt x="1667992" y="373773"/>
                </a:lnTo>
                <a:lnTo>
                  <a:pt x="1675549" y="369201"/>
                </a:lnTo>
                <a:lnTo>
                  <a:pt x="1683372" y="364629"/>
                </a:lnTo>
                <a:lnTo>
                  <a:pt x="1691360" y="360057"/>
                </a:lnTo>
                <a:lnTo>
                  <a:pt x="1679905" y="343192"/>
                </a:lnTo>
                <a:lnTo>
                  <a:pt x="1669554" y="327952"/>
                </a:lnTo>
                <a:lnTo>
                  <a:pt x="1649971" y="299377"/>
                </a:lnTo>
                <a:lnTo>
                  <a:pt x="1630629" y="271614"/>
                </a:lnTo>
                <a:lnTo>
                  <a:pt x="1612011" y="245554"/>
                </a:lnTo>
                <a:lnTo>
                  <a:pt x="1586103" y="262420"/>
                </a:lnTo>
                <a:lnTo>
                  <a:pt x="1595272" y="275297"/>
                </a:lnTo>
                <a:lnTo>
                  <a:pt x="1604581" y="288899"/>
                </a:lnTo>
                <a:lnTo>
                  <a:pt x="1614182" y="303352"/>
                </a:lnTo>
                <a:lnTo>
                  <a:pt x="1624203" y="318808"/>
                </a:lnTo>
                <a:lnTo>
                  <a:pt x="1587627" y="321957"/>
                </a:lnTo>
                <a:lnTo>
                  <a:pt x="1551038" y="324523"/>
                </a:lnTo>
                <a:lnTo>
                  <a:pt x="1514436" y="326529"/>
                </a:lnTo>
                <a:lnTo>
                  <a:pt x="1477797" y="327952"/>
                </a:lnTo>
                <a:lnTo>
                  <a:pt x="1498422" y="301625"/>
                </a:lnTo>
                <a:lnTo>
                  <a:pt x="1519186" y="272846"/>
                </a:lnTo>
                <a:lnTo>
                  <a:pt x="1540243" y="241503"/>
                </a:lnTo>
                <a:lnTo>
                  <a:pt x="1561719" y="207454"/>
                </a:lnTo>
                <a:lnTo>
                  <a:pt x="1697456" y="207454"/>
                </a:lnTo>
                <a:lnTo>
                  <a:pt x="1697456" y="1800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592127" y="2147792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527" y="102203"/>
                </a:moveTo>
                <a:lnTo>
                  <a:pt x="0" y="102203"/>
                </a:lnTo>
                <a:lnTo>
                  <a:pt x="24479" y="0"/>
                </a:lnTo>
                <a:lnTo>
                  <a:pt x="59531" y="0"/>
                </a:lnTo>
                <a:lnTo>
                  <a:pt x="2752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930735" y="1867090"/>
            <a:ext cx="1555750" cy="381635"/>
          </a:xfrm>
          <a:custGeom>
            <a:avLst/>
            <a:gdLst/>
            <a:ahLst/>
            <a:cxnLst/>
            <a:rect l="l" t="t" r="r" b="b"/>
            <a:pathLst>
              <a:path w="1555750" h="381635">
                <a:moveTo>
                  <a:pt x="83820" y="230314"/>
                </a:moveTo>
                <a:lnTo>
                  <a:pt x="76695" y="226885"/>
                </a:lnTo>
                <a:lnTo>
                  <a:pt x="69151" y="223456"/>
                </a:lnTo>
                <a:lnTo>
                  <a:pt x="53340" y="216598"/>
                </a:lnTo>
                <a:lnTo>
                  <a:pt x="41910" y="257543"/>
                </a:lnTo>
                <a:lnTo>
                  <a:pt x="30480" y="295757"/>
                </a:lnTo>
                <a:lnTo>
                  <a:pt x="19050" y="331393"/>
                </a:lnTo>
                <a:lnTo>
                  <a:pt x="7620" y="364629"/>
                </a:lnTo>
                <a:lnTo>
                  <a:pt x="39624" y="376821"/>
                </a:lnTo>
                <a:lnTo>
                  <a:pt x="51028" y="337616"/>
                </a:lnTo>
                <a:lnTo>
                  <a:pt x="62293" y="300139"/>
                </a:lnTo>
                <a:lnTo>
                  <a:pt x="73266" y="264375"/>
                </a:lnTo>
                <a:lnTo>
                  <a:pt x="83820" y="230314"/>
                </a:lnTo>
                <a:close/>
              </a:path>
              <a:path w="1555750" h="381635">
                <a:moveTo>
                  <a:pt x="86868" y="158686"/>
                </a:moveTo>
                <a:lnTo>
                  <a:pt x="34150" y="117665"/>
                </a:lnTo>
                <a:lnTo>
                  <a:pt x="19812" y="106781"/>
                </a:lnTo>
                <a:lnTo>
                  <a:pt x="0" y="129641"/>
                </a:lnTo>
                <a:lnTo>
                  <a:pt x="13423" y="139941"/>
                </a:lnTo>
                <a:lnTo>
                  <a:pt x="28575" y="152552"/>
                </a:lnTo>
                <a:lnTo>
                  <a:pt x="45427" y="167436"/>
                </a:lnTo>
                <a:lnTo>
                  <a:pt x="64008" y="184594"/>
                </a:lnTo>
                <a:lnTo>
                  <a:pt x="68859" y="179476"/>
                </a:lnTo>
                <a:lnTo>
                  <a:pt x="74295" y="173355"/>
                </a:lnTo>
                <a:lnTo>
                  <a:pt x="86868" y="158686"/>
                </a:lnTo>
                <a:close/>
              </a:path>
              <a:path w="1555750" h="381635">
                <a:moveTo>
                  <a:pt x="100685" y="64109"/>
                </a:moveTo>
                <a:lnTo>
                  <a:pt x="85217" y="50101"/>
                </a:lnTo>
                <a:lnTo>
                  <a:pt x="68783" y="35826"/>
                </a:lnTo>
                <a:lnTo>
                  <a:pt x="51511" y="21577"/>
                </a:lnTo>
                <a:lnTo>
                  <a:pt x="33528" y="7620"/>
                </a:lnTo>
                <a:lnTo>
                  <a:pt x="13716" y="28956"/>
                </a:lnTo>
                <a:lnTo>
                  <a:pt x="33997" y="46418"/>
                </a:lnTo>
                <a:lnTo>
                  <a:pt x="51435" y="62001"/>
                </a:lnTo>
                <a:lnTo>
                  <a:pt x="66001" y="75565"/>
                </a:lnTo>
                <a:lnTo>
                  <a:pt x="77724" y="86969"/>
                </a:lnTo>
                <a:lnTo>
                  <a:pt x="100685" y="64109"/>
                </a:lnTo>
                <a:close/>
              </a:path>
              <a:path w="1555750" h="381635">
                <a:moveTo>
                  <a:pt x="379768" y="327952"/>
                </a:moveTo>
                <a:lnTo>
                  <a:pt x="254698" y="327952"/>
                </a:lnTo>
                <a:lnTo>
                  <a:pt x="254698" y="218122"/>
                </a:lnTo>
                <a:lnTo>
                  <a:pt x="355282" y="218122"/>
                </a:lnTo>
                <a:lnTo>
                  <a:pt x="355282" y="189166"/>
                </a:lnTo>
                <a:lnTo>
                  <a:pt x="254698" y="189166"/>
                </a:lnTo>
                <a:lnTo>
                  <a:pt x="254698" y="97637"/>
                </a:lnTo>
                <a:lnTo>
                  <a:pt x="368998" y="97637"/>
                </a:lnTo>
                <a:lnTo>
                  <a:pt x="368998" y="68681"/>
                </a:lnTo>
                <a:lnTo>
                  <a:pt x="239458" y="68681"/>
                </a:lnTo>
                <a:lnTo>
                  <a:pt x="263842" y="53441"/>
                </a:lnTo>
                <a:lnTo>
                  <a:pt x="256146" y="41414"/>
                </a:lnTo>
                <a:lnTo>
                  <a:pt x="246951" y="28511"/>
                </a:lnTo>
                <a:lnTo>
                  <a:pt x="236156" y="14554"/>
                </a:lnTo>
                <a:lnTo>
                  <a:pt x="224129" y="0"/>
                </a:lnTo>
                <a:lnTo>
                  <a:pt x="198221" y="16764"/>
                </a:lnTo>
                <a:lnTo>
                  <a:pt x="207276" y="28397"/>
                </a:lnTo>
                <a:lnTo>
                  <a:pt x="216509" y="40970"/>
                </a:lnTo>
                <a:lnTo>
                  <a:pt x="225653" y="54317"/>
                </a:lnTo>
                <a:lnTo>
                  <a:pt x="234797" y="68681"/>
                </a:lnTo>
                <a:lnTo>
                  <a:pt x="112877" y="68681"/>
                </a:lnTo>
                <a:lnTo>
                  <a:pt x="112877" y="97637"/>
                </a:lnTo>
                <a:lnTo>
                  <a:pt x="222605" y="97637"/>
                </a:lnTo>
                <a:lnTo>
                  <a:pt x="222605" y="189166"/>
                </a:lnTo>
                <a:lnTo>
                  <a:pt x="123545" y="189166"/>
                </a:lnTo>
                <a:lnTo>
                  <a:pt x="123545" y="218122"/>
                </a:lnTo>
                <a:lnTo>
                  <a:pt x="222605" y="218122"/>
                </a:lnTo>
                <a:lnTo>
                  <a:pt x="222605" y="327952"/>
                </a:lnTo>
                <a:lnTo>
                  <a:pt x="94488" y="327952"/>
                </a:lnTo>
                <a:lnTo>
                  <a:pt x="94488" y="356908"/>
                </a:lnTo>
                <a:lnTo>
                  <a:pt x="379768" y="356908"/>
                </a:lnTo>
                <a:lnTo>
                  <a:pt x="379768" y="327952"/>
                </a:lnTo>
                <a:close/>
              </a:path>
              <a:path w="1555750" h="381635">
                <a:moveTo>
                  <a:pt x="448335" y="129641"/>
                </a:moveTo>
                <a:lnTo>
                  <a:pt x="443839" y="117335"/>
                </a:lnTo>
                <a:lnTo>
                  <a:pt x="437476" y="103162"/>
                </a:lnTo>
                <a:lnTo>
                  <a:pt x="420903" y="68681"/>
                </a:lnTo>
                <a:lnTo>
                  <a:pt x="398043" y="79349"/>
                </a:lnTo>
                <a:lnTo>
                  <a:pt x="404672" y="93395"/>
                </a:lnTo>
                <a:lnTo>
                  <a:pt x="410997" y="108305"/>
                </a:lnTo>
                <a:lnTo>
                  <a:pt x="417334" y="124358"/>
                </a:lnTo>
                <a:lnTo>
                  <a:pt x="423951" y="141833"/>
                </a:lnTo>
                <a:lnTo>
                  <a:pt x="448335" y="129641"/>
                </a:lnTo>
                <a:close/>
              </a:path>
              <a:path w="1555750" h="381635">
                <a:moveTo>
                  <a:pt x="545973" y="44196"/>
                </a:moveTo>
                <a:lnTo>
                  <a:pt x="535305" y="16764"/>
                </a:lnTo>
                <a:lnTo>
                  <a:pt x="505866" y="21056"/>
                </a:lnTo>
                <a:lnTo>
                  <a:pt x="472732" y="24765"/>
                </a:lnTo>
                <a:lnTo>
                  <a:pt x="436194" y="27914"/>
                </a:lnTo>
                <a:lnTo>
                  <a:pt x="396519" y="30480"/>
                </a:lnTo>
                <a:lnTo>
                  <a:pt x="397878" y="37109"/>
                </a:lnTo>
                <a:lnTo>
                  <a:pt x="399376" y="43446"/>
                </a:lnTo>
                <a:lnTo>
                  <a:pt x="400596" y="49809"/>
                </a:lnTo>
                <a:lnTo>
                  <a:pt x="400761" y="51917"/>
                </a:lnTo>
                <a:lnTo>
                  <a:pt x="460527" y="51917"/>
                </a:lnTo>
                <a:lnTo>
                  <a:pt x="487959" y="51917"/>
                </a:lnTo>
                <a:lnTo>
                  <a:pt x="487959" y="50393"/>
                </a:lnTo>
                <a:lnTo>
                  <a:pt x="516966" y="47828"/>
                </a:lnTo>
                <a:lnTo>
                  <a:pt x="531342" y="46228"/>
                </a:lnTo>
                <a:lnTo>
                  <a:pt x="545973" y="44196"/>
                </a:lnTo>
                <a:close/>
              </a:path>
              <a:path w="1555750" h="381635">
                <a:moveTo>
                  <a:pt x="547497" y="245567"/>
                </a:moveTo>
                <a:lnTo>
                  <a:pt x="539546" y="235826"/>
                </a:lnTo>
                <a:lnTo>
                  <a:pt x="529577" y="224802"/>
                </a:lnTo>
                <a:lnTo>
                  <a:pt x="523316" y="218135"/>
                </a:lnTo>
                <a:lnTo>
                  <a:pt x="516166" y="210515"/>
                </a:lnTo>
                <a:lnTo>
                  <a:pt x="504723" y="198323"/>
                </a:lnTo>
                <a:lnTo>
                  <a:pt x="487959" y="210515"/>
                </a:lnTo>
                <a:lnTo>
                  <a:pt x="487959" y="176987"/>
                </a:lnTo>
                <a:lnTo>
                  <a:pt x="542925" y="176987"/>
                </a:lnTo>
                <a:lnTo>
                  <a:pt x="542925" y="152501"/>
                </a:lnTo>
                <a:lnTo>
                  <a:pt x="487959" y="152501"/>
                </a:lnTo>
                <a:lnTo>
                  <a:pt x="487959" y="56489"/>
                </a:lnTo>
                <a:lnTo>
                  <a:pt x="460527" y="56489"/>
                </a:lnTo>
                <a:lnTo>
                  <a:pt x="460527" y="152501"/>
                </a:lnTo>
                <a:lnTo>
                  <a:pt x="394995" y="152501"/>
                </a:lnTo>
                <a:lnTo>
                  <a:pt x="394995" y="176987"/>
                </a:lnTo>
                <a:lnTo>
                  <a:pt x="454431" y="176987"/>
                </a:lnTo>
                <a:lnTo>
                  <a:pt x="442099" y="209283"/>
                </a:lnTo>
                <a:lnTo>
                  <a:pt x="427761" y="239890"/>
                </a:lnTo>
                <a:lnTo>
                  <a:pt x="411149" y="268782"/>
                </a:lnTo>
                <a:lnTo>
                  <a:pt x="391947" y="295948"/>
                </a:lnTo>
                <a:lnTo>
                  <a:pt x="395363" y="303072"/>
                </a:lnTo>
                <a:lnTo>
                  <a:pt x="398614" y="310616"/>
                </a:lnTo>
                <a:lnTo>
                  <a:pt x="401599" y="318452"/>
                </a:lnTo>
                <a:lnTo>
                  <a:pt x="404139" y="326428"/>
                </a:lnTo>
                <a:lnTo>
                  <a:pt x="420458" y="302704"/>
                </a:lnTo>
                <a:lnTo>
                  <a:pt x="435190" y="277266"/>
                </a:lnTo>
                <a:lnTo>
                  <a:pt x="448513" y="250088"/>
                </a:lnTo>
                <a:lnTo>
                  <a:pt x="460527" y="221183"/>
                </a:lnTo>
                <a:lnTo>
                  <a:pt x="460527" y="378345"/>
                </a:lnTo>
                <a:lnTo>
                  <a:pt x="487959" y="378345"/>
                </a:lnTo>
                <a:lnTo>
                  <a:pt x="487959" y="221183"/>
                </a:lnTo>
                <a:lnTo>
                  <a:pt x="487959" y="218135"/>
                </a:lnTo>
                <a:lnTo>
                  <a:pt x="499719" y="231279"/>
                </a:lnTo>
                <a:lnTo>
                  <a:pt x="509917" y="243281"/>
                </a:lnTo>
                <a:lnTo>
                  <a:pt x="518693" y="254177"/>
                </a:lnTo>
                <a:lnTo>
                  <a:pt x="526161" y="263944"/>
                </a:lnTo>
                <a:lnTo>
                  <a:pt x="547497" y="245567"/>
                </a:lnTo>
                <a:close/>
              </a:path>
              <a:path w="1555750" h="381635">
                <a:moveTo>
                  <a:pt x="552069" y="79349"/>
                </a:moveTo>
                <a:lnTo>
                  <a:pt x="527685" y="70205"/>
                </a:lnTo>
                <a:lnTo>
                  <a:pt x="521487" y="84289"/>
                </a:lnTo>
                <a:lnTo>
                  <a:pt x="514108" y="99733"/>
                </a:lnTo>
                <a:lnTo>
                  <a:pt x="505955" y="115849"/>
                </a:lnTo>
                <a:lnTo>
                  <a:pt x="497103" y="132689"/>
                </a:lnTo>
                <a:lnTo>
                  <a:pt x="518541" y="143357"/>
                </a:lnTo>
                <a:lnTo>
                  <a:pt x="527418" y="128219"/>
                </a:lnTo>
                <a:lnTo>
                  <a:pt x="535876" y="112496"/>
                </a:lnTo>
                <a:lnTo>
                  <a:pt x="544042" y="96215"/>
                </a:lnTo>
                <a:lnTo>
                  <a:pt x="552069" y="79349"/>
                </a:lnTo>
                <a:close/>
              </a:path>
              <a:path w="1555750" h="381635">
                <a:moveTo>
                  <a:pt x="773150" y="285280"/>
                </a:moveTo>
                <a:lnTo>
                  <a:pt x="672566" y="285280"/>
                </a:lnTo>
                <a:lnTo>
                  <a:pt x="672566" y="240995"/>
                </a:lnTo>
                <a:lnTo>
                  <a:pt x="756386" y="240995"/>
                </a:lnTo>
                <a:lnTo>
                  <a:pt x="756386" y="213563"/>
                </a:lnTo>
                <a:lnTo>
                  <a:pt x="672566" y="213563"/>
                </a:lnTo>
                <a:lnTo>
                  <a:pt x="672566" y="169367"/>
                </a:lnTo>
                <a:lnTo>
                  <a:pt x="643509" y="169367"/>
                </a:lnTo>
                <a:lnTo>
                  <a:pt x="643509" y="213563"/>
                </a:lnTo>
                <a:lnTo>
                  <a:pt x="561213" y="213563"/>
                </a:lnTo>
                <a:lnTo>
                  <a:pt x="561213" y="240995"/>
                </a:lnTo>
                <a:lnTo>
                  <a:pt x="643509" y="240995"/>
                </a:lnTo>
                <a:lnTo>
                  <a:pt x="643509" y="285280"/>
                </a:lnTo>
                <a:lnTo>
                  <a:pt x="542925" y="285280"/>
                </a:lnTo>
                <a:lnTo>
                  <a:pt x="542925" y="312712"/>
                </a:lnTo>
                <a:lnTo>
                  <a:pt x="643509" y="312712"/>
                </a:lnTo>
                <a:lnTo>
                  <a:pt x="643509" y="378345"/>
                </a:lnTo>
                <a:lnTo>
                  <a:pt x="672566" y="378345"/>
                </a:lnTo>
                <a:lnTo>
                  <a:pt x="672566" y="312712"/>
                </a:lnTo>
                <a:lnTo>
                  <a:pt x="773150" y="312712"/>
                </a:lnTo>
                <a:lnTo>
                  <a:pt x="773150" y="285280"/>
                </a:lnTo>
                <a:close/>
              </a:path>
              <a:path w="1555750" h="381635">
                <a:moveTo>
                  <a:pt x="773150" y="152501"/>
                </a:moveTo>
                <a:lnTo>
                  <a:pt x="732383" y="144881"/>
                </a:lnTo>
                <a:lnTo>
                  <a:pt x="684758" y="128117"/>
                </a:lnTo>
                <a:lnTo>
                  <a:pt x="702195" y="112877"/>
                </a:lnTo>
                <a:lnTo>
                  <a:pt x="705065" y="110375"/>
                </a:lnTo>
                <a:lnTo>
                  <a:pt x="722668" y="91338"/>
                </a:lnTo>
                <a:lnTo>
                  <a:pt x="737692" y="70853"/>
                </a:lnTo>
                <a:lnTo>
                  <a:pt x="750290" y="48768"/>
                </a:lnTo>
                <a:lnTo>
                  <a:pt x="750290" y="22860"/>
                </a:lnTo>
                <a:lnTo>
                  <a:pt x="719810" y="22860"/>
                </a:lnTo>
                <a:lnTo>
                  <a:pt x="719810" y="48768"/>
                </a:lnTo>
                <a:lnTo>
                  <a:pt x="708355" y="66548"/>
                </a:lnTo>
                <a:lnTo>
                  <a:pt x="694474" y="83146"/>
                </a:lnTo>
                <a:lnTo>
                  <a:pt x="678014" y="98590"/>
                </a:lnTo>
                <a:lnTo>
                  <a:pt x="658850" y="112877"/>
                </a:lnTo>
                <a:lnTo>
                  <a:pt x="641642" y="99441"/>
                </a:lnTo>
                <a:lnTo>
                  <a:pt x="626757" y="84289"/>
                </a:lnTo>
                <a:lnTo>
                  <a:pt x="614172" y="67398"/>
                </a:lnTo>
                <a:lnTo>
                  <a:pt x="603885" y="48768"/>
                </a:lnTo>
                <a:lnTo>
                  <a:pt x="719810" y="48768"/>
                </a:lnTo>
                <a:lnTo>
                  <a:pt x="719810" y="22860"/>
                </a:lnTo>
                <a:lnTo>
                  <a:pt x="558165" y="22860"/>
                </a:lnTo>
                <a:lnTo>
                  <a:pt x="558165" y="48768"/>
                </a:lnTo>
                <a:lnTo>
                  <a:pt x="576453" y="48768"/>
                </a:lnTo>
                <a:lnTo>
                  <a:pt x="586765" y="71716"/>
                </a:lnTo>
                <a:lnTo>
                  <a:pt x="599503" y="92481"/>
                </a:lnTo>
                <a:lnTo>
                  <a:pt x="614819" y="111239"/>
                </a:lnTo>
                <a:lnTo>
                  <a:pt x="632841" y="128117"/>
                </a:lnTo>
                <a:lnTo>
                  <a:pt x="613702" y="136956"/>
                </a:lnTo>
                <a:lnTo>
                  <a:pt x="592836" y="145084"/>
                </a:lnTo>
                <a:lnTo>
                  <a:pt x="570268" y="152374"/>
                </a:lnTo>
                <a:lnTo>
                  <a:pt x="545973" y="158699"/>
                </a:lnTo>
                <a:lnTo>
                  <a:pt x="550252" y="168122"/>
                </a:lnTo>
                <a:lnTo>
                  <a:pt x="553974" y="175844"/>
                </a:lnTo>
                <a:lnTo>
                  <a:pt x="557110" y="181838"/>
                </a:lnTo>
                <a:lnTo>
                  <a:pt x="559689" y="186131"/>
                </a:lnTo>
                <a:lnTo>
                  <a:pt x="587171" y="177546"/>
                </a:lnTo>
                <a:lnTo>
                  <a:pt x="612660" y="167830"/>
                </a:lnTo>
                <a:lnTo>
                  <a:pt x="636447" y="156933"/>
                </a:lnTo>
                <a:lnTo>
                  <a:pt x="658850" y="144881"/>
                </a:lnTo>
                <a:lnTo>
                  <a:pt x="680567" y="156654"/>
                </a:lnTo>
                <a:lnTo>
                  <a:pt x="704570" y="166687"/>
                </a:lnTo>
                <a:lnTo>
                  <a:pt x="730859" y="174980"/>
                </a:lnTo>
                <a:lnTo>
                  <a:pt x="759434" y="181559"/>
                </a:lnTo>
                <a:lnTo>
                  <a:pt x="763714" y="171881"/>
                </a:lnTo>
                <a:lnTo>
                  <a:pt x="767435" y="163639"/>
                </a:lnTo>
                <a:lnTo>
                  <a:pt x="770572" y="157086"/>
                </a:lnTo>
                <a:lnTo>
                  <a:pt x="773150" y="152501"/>
                </a:lnTo>
                <a:close/>
              </a:path>
              <a:path w="1555750" h="381635">
                <a:moveTo>
                  <a:pt x="1059853" y="314236"/>
                </a:moveTo>
                <a:lnTo>
                  <a:pt x="1040485" y="284886"/>
                </a:lnTo>
                <a:lnTo>
                  <a:pt x="1020991" y="255892"/>
                </a:lnTo>
                <a:lnTo>
                  <a:pt x="1002398" y="228803"/>
                </a:lnTo>
                <a:lnTo>
                  <a:pt x="1001560" y="227571"/>
                </a:lnTo>
                <a:lnTo>
                  <a:pt x="982129" y="199847"/>
                </a:lnTo>
                <a:lnTo>
                  <a:pt x="997991" y="173939"/>
                </a:lnTo>
                <a:lnTo>
                  <a:pt x="998956" y="172351"/>
                </a:lnTo>
                <a:lnTo>
                  <a:pt x="1015085" y="144551"/>
                </a:lnTo>
                <a:lnTo>
                  <a:pt x="1030338" y="116179"/>
                </a:lnTo>
                <a:lnTo>
                  <a:pt x="1044613" y="86969"/>
                </a:lnTo>
                <a:lnTo>
                  <a:pt x="1018705" y="74777"/>
                </a:lnTo>
                <a:lnTo>
                  <a:pt x="1005840" y="99898"/>
                </a:lnTo>
                <a:lnTo>
                  <a:pt x="992416" y="124891"/>
                </a:lnTo>
                <a:lnTo>
                  <a:pt x="978408" y="149618"/>
                </a:lnTo>
                <a:lnTo>
                  <a:pt x="963841" y="173939"/>
                </a:lnTo>
                <a:lnTo>
                  <a:pt x="947813" y="150164"/>
                </a:lnTo>
                <a:lnTo>
                  <a:pt x="931786" y="126987"/>
                </a:lnTo>
                <a:lnTo>
                  <a:pt x="915746" y="104406"/>
                </a:lnTo>
                <a:lnTo>
                  <a:pt x="899731" y="82397"/>
                </a:lnTo>
                <a:lnTo>
                  <a:pt x="875347" y="99161"/>
                </a:lnTo>
                <a:lnTo>
                  <a:pt x="892543" y="123494"/>
                </a:lnTo>
                <a:lnTo>
                  <a:pt x="928103" y="174459"/>
                </a:lnTo>
                <a:lnTo>
                  <a:pt x="926134" y="231952"/>
                </a:lnTo>
                <a:lnTo>
                  <a:pt x="882040" y="291452"/>
                </a:lnTo>
                <a:lnTo>
                  <a:pt x="858583" y="320332"/>
                </a:lnTo>
                <a:lnTo>
                  <a:pt x="866279" y="324904"/>
                </a:lnTo>
                <a:lnTo>
                  <a:pt x="873252" y="329476"/>
                </a:lnTo>
                <a:lnTo>
                  <a:pt x="879373" y="334048"/>
                </a:lnTo>
                <a:lnTo>
                  <a:pt x="884491" y="338620"/>
                </a:lnTo>
                <a:lnTo>
                  <a:pt x="905700" y="312039"/>
                </a:lnTo>
                <a:lnTo>
                  <a:pt x="926071" y="284886"/>
                </a:lnTo>
                <a:lnTo>
                  <a:pt x="945870" y="257136"/>
                </a:lnTo>
                <a:lnTo>
                  <a:pt x="965365" y="228803"/>
                </a:lnTo>
                <a:lnTo>
                  <a:pt x="981621" y="253403"/>
                </a:lnTo>
                <a:lnTo>
                  <a:pt x="998321" y="278980"/>
                </a:lnTo>
                <a:lnTo>
                  <a:pt x="1015288" y="305396"/>
                </a:lnTo>
                <a:lnTo>
                  <a:pt x="1032421" y="332524"/>
                </a:lnTo>
                <a:lnTo>
                  <a:pt x="1059853" y="314236"/>
                </a:lnTo>
                <a:close/>
              </a:path>
              <a:path w="1555750" h="381635">
                <a:moveTo>
                  <a:pt x="1165098" y="273088"/>
                </a:moveTo>
                <a:lnTo>
                  <a:pt x="1158862" y="270776"/>
                </a:lnTo>
                <a:lnTo>
                  <a:pt x="1151851" y="268363"/>
                </a:lnTo>
                <a:lnTo>
                  <a:pt x="1144092" y="265582"/>
                </a:lnTo>
                <a:lnTo>
                  <a:pt x="1136142" y="262420"/>
                </a:lnTo>
                <a:lnTo>
                  <a:pt x="1134973" y="282917"/>
                </a:lnTo>
                <a:lnTo>
                  <a:pt x="1133665" y="300710"/>
                </a:lnTo>
                <a:lnTo>
                  <a:pt x="1132065" y="315353"/>
                </a:lnTo>
                <a:lnTo>
                  <a:pt x="1130046" y="326428"/>
                </a:lnTo>
                <a:lnTo>
                  <a:pt x="1128522" y="335572"/>
                </a:lnTo>
                <a:lnTo>
                  <a:pt x="1126998" y="340144"/>
                </a:lnTo>
                <a:lnTo>
                  <a:pt x="1117854" y="340144"/>
                </a:lnTo>
                <a:lnTo>
                  <a:pt x="1114806" y="337096"/>
                </a:lnTo>
                <a:lnTo>
                  <a:pt x="1113282" y="331000"/>
                </a:lnTo>
                <a:lnTo>
                  <a:pt x="1109281" y="315569"/>
                </a:lnTo>
                <a:lnTo>
                  <a:pt x="1106424" y="294411"/>
                </a:lnTo>
                <a:lnTo>
                  <a:pt x="1104709" y="267525"/>
                </a:lnTo>
                <a:lnTo>
                  <a:pt x="1104201" y="238366"/>
                </a:lnTo>
                <a:lnTo>
                  <a:pt x="1104138" y="54965"/>
                </a:lnTo>
                <a:lnTo>
                  <a:pt x="1104138" y="27432"/>
                </a:lnTo>
                <a:lnTo>
                  <a:pt x="820483" y="27432"/>
                </a:lnTo>
                <a:lnTo>
                  <a:pt x="820394" y="174459"/>
                </a:lnTo>
                <a:lnTo>
                  <a:pt x="818959" y="231089"/>
                </a:lnTo>
                <a:lnTo>
                  <a:pt x="812863" y="279184"/>
                </a:lnTo>
                <a:lnTo>
                  <a:pt x="801039" y="318236"/>
                </a:lnTo>
                <a:lnTo>
                  <a:pt x="782281" y="353860"/>
                </a:lnTo>
                <a:lnTo>
                  <a:pt x="787120" y="358952"/>
                </a:lnTo>
                <a:lnTo>
                  <a:pt x="792619" y="365150"/>
                </a:lnTo>
                <a:lnTo>
                  <a:pt x="805243" y="379869"/>
                </a:lnTo>
                <a:lnTo>
                  <a:pt x="818032" y="358990"/>
                </a:lnTo>
                <a:lnTo>
                  <a:pt x="837349" y="315569"/>
                </a:lnTo>
                <a:lnTo>
                  <a:pt x="847344" y="268363"/>
                </a:lnTo>
                <a:lnTo>
                  <a:pt x="851916" y="203238"/>
                </a:lnTo>
                <a:lnTo>
                  <a:pt x="852462" y="164795"/>
                </a:lnTo>
                <a:lnTo>
                  <a:pt x="852487" y="54965"/>
                </a:lnTo>
                <a:lnTo>
                  <a:pt x="1073658" y="54965"/>
                </a:lnTo>
                <a:lnTo>
                  <a:pt x="1073683" y="238366"/>
                </a:lnTo>
                <a:lnTo>
                  <a:pt x="1076325" y="306222"/>
                </a:lnTo>
                <a:lnTo>
                  <a:pt x="1085850" y="346240"/>
                </a:lnTo>
                <a:lnTo>
                  <a:pt x="1120902" y="375297"/>
                </a:lnTo>
                <a:lnTo>
                  <a:pt x="1134338" y="372986"/>
                </a:lnTo>
                <a:lnTo>
                  <a:pt x="1144905" y="365950"/>
                </a:lnTo>
                <a:lnTo>
                  <a:pt x="1152626" y="354037"/>
                </a:lnTo>
                <a:lnTo>
                  <a:pt x="1156601" y="340144"/>
                </a:lnTo>
                <a:lnTo>
                  <a:pt x="1157478" y="337096"/>
                </a:lnTo>
                <a:lnTo>
                  <a:pt x="1158887" y="323672"/>
                </a:lnTo>
                <a:lnTo>
                  <a:pt x="1160716" y="308521"/>
                </a:lnTo>
                <a:lnTo>
                  <a:pt x="1162837" y="291668"/>
                </a:lnTo>
                <a:lnTo>
                  <a:pt x="1165098" y="273088"/>
                </a:lnTo>
                <a:close/>
              </a:path>
              <a:path w="1555750" h="381635">
                <a:moveTo>
                  <a:pt x="1317599" y="183083"/>
                </a:moveTo>
                <a:lnTo>
                  <a:pt x="1294777" y="160223"/>
                </a:lnTo>
                <a:lnTo>
                  <a:pt x="1282522" y="147929"/>
                </a:lnTo>
                <a:lnTo>
                  <a:pt x="1271866" y="137261"/>
                </a:lnTo>
                <a:lnTo>
                  <a:pt x="1261198" y="147929"/>
                </a:lnTo>
                <a:lnTo>
                  <a:pt x="1261198" y="105257"/>
                </a:lnTo>
                <a:lnTo>
                  <a:pt x="1309979" y="105257"/>
                </a:lnTo>
                <a:lnTo>
                  <a:pt x="1309979" y="79349"/>
                </a:lnTo>
                <a:lnTo>
                  <a:pt x="1261198" y="79349"/>
                </a:lnTo>
                <a:lnTo>
                  <a:pt x="1261198" y="4572"/>
                </a:lnTo>
                <a:lnTo>
                  <a:pt x="1232242" y="4572"/>
                </a:lnTo>
                <a:lnTo>
                  <a:pt x="1232242" y="79349"/>
                </a:lnTo>
                <a:lnTo>
                  <a:pt x="1177290" y="79349"/>
                </a:lnTo>
                <a:lnTo>
                  <a:pt x="1177290" y="105257"/>
                </a:lnTo>
                <a:lnTo>
                  <a:pt x="1232242" y="105257"/>
                </a:lnTo>
                <a:lnTo>
                  <a:pt x="1222565" y="142201"/>
                </a:lnTo>
                <a:lnTo>
                  <a:pt x="1209725" y="177546"/>
                </a:lnTo>
                <a:lnTo>
                  <a:pt x="1194015" y="211442"/>
                </a:lnTo>
                <a:lnTo>
                  <a:pt x="1175766" y="244043"/>
                </a:lnTo>
                <a:lnTo>
                  <a:pt x="1178953" y="252933"/>
                </a:lnTo>
                <a:lnTo>
                  <a:pt x="1181862" y="261416"/>
                </a:lnTo>
                <a:lnTo>
                  <a:pt x="1184770" y="269621"/>
                </a:lnTo>
                <a:lnTo>
                  <a:pt x="1187958" y="277660"/>
                </a:lnTo>
                <a:lnTo>
                  <a:pt x="1200238" y="257632"/>
                </a:lnTo>
                <a:lnTo>
                  <a:pt x="1211821" y="234327"/>
                </a:lnTo>
                <a:lnTo>
                  <a:pt x="1222489" y="208038"/>
                </a:lnTo>
                <a:lnTo>
                  <a:pt x="1232242" y="178511"/>
                </a:lnTo>
                <a:lnTo>
                  <a:pt x="1232242" y="381393"/>
                </a:lnTo>
                <a:lnTo>
                  <a:pt x="1261198" y="381393"/>
                </a:lnTo>
                <a:lnTo>
                  <a:pt x="1261198" y="178511"/>
                </a:lnTo>
                <a:lnTo>
                  <a:pt x="1261198" y="160223"/>
                </a:lnTo>
                <a:lnTo>
                  <a:pt x="1278343" y="179654"/>
                </a:lnTo>
                <a:lnTo>
                  <a:pt x="1297774" y="201371"/>
                </a:lnTo>
                <a:lnTo>
                  <a:pt x="1317599" y="183083"/>
                </a:lnTo>
                <a:close/>
              </a:path>
              <a:path w="1555750" h="381635">
                <a:moveTo>
                  <a:pt x="1525054" y="233375"/>
                </a:moveTo>
                <a:lnTo>
                  <a:pt x="1494574" y="233375"/>
                </a:lnTo>
                <a:lnTo>
                  <a:pt x="1494574" y="260896"/>
                </a:lnTo>
                <a:lnTo>
                  <a:pt x="1494574" y="335572"/>
                </a:lnTo>
                <a:lnTo>
                  <a:pt x="1364932" y="335572"/>
                </a:lnTo>
                <a:lnTo>
                  <a:pt x="1364932" y="260896"/>
                </a:lnTo>
                <a:lnTo>
                  <a:pt x="1494574" y="260896"/>
                </a:lnTo>
                <a:lnTo>
                  <a:pt x="1494574" y="233375"/>
                </a:lnTo>
                <a:lnTo>
                  <a:pt x="1335887" y="233375"/>
                </a:lnTo>
                <a:lnTo>
                  <a:pt x="1335887" y="381393"/>
                </a:lnTo>
                <a:lnTo>
                  <a:pt x="1364932" y="381393"/>
                </a:lnTo>
                <a:lnTo>
                  <a:pt x="1364932" y="363105"/>
                </a:lnTo>
                <a:lnTo>
                  <a:pt x="1494574" y="363105"/>
                </a:lnTo>
                <a:lnTo>
                  <a:pt x="1494574" y="381393"/>
                </a:lnTo>
                <a:lnTo>
                  <a:pt x="1525054" y="381393"/>
                </a:lnTo>
                <a:lnTo>
                  <a:pt x="1525054" y="363105"/>
                </a:lnTo>
                <a:lnTo>
                  <a:pt x="1525054" y="335572"/>
                </a:lnTo>
                <a:lnTo>
                  <a:pt x="1525054" y="260896"/>
                </a:lnTo>
                <a:lnTo>
                  <a:pt x="1525054" y="233375"/>
                </a:lnTo>
                <a:close/>
              </a:path>
              <a:path w="1555750" h="381635">
                <a:moveTo>
                  <a:pt x="1555534" y="190703"/>
                </a:moveTo>
                <a:lnTo>
                  <a:pt x="1505229" y="177368"/>
                </a:lnTo>
                <a:lnTo>
                  <a:pt x="1459420" y="157175"/>
                </a:lnTo>
                <a:lnTo>
                  <a:pt x="1477721" y="140309"/>
                </a:lnTo>
                <a:lnTo>
                  <a:pt x="1481162" y="137134"/>
                </a:lnTo>
                <a:lnTo>
                  <a:pt x="1500466" y="116128"/>
                </a:lnTo>
                <a:lnTo>
                  <a:pt x="1517167" y="94284"/>
                </a:lnTo>
                <a:lnTo>
                  <a:pt x="1531150" y="71729"/>
                </a:lnTo>
                <a:lnTo>
                  <a:pt x="1531150" y="45720"/>
                </a:lnTo>
                <a:lnTo>
                  <a:pt x="1496098" y="45720"/>
                </a:lnTo>
                <a:lnTo>
                  <a:pt x="1496098" y="71729"/>
                </a:lnTo>
                <a:lnTo>
                  <a:pt x="1482839" y="90589"/>
                </a:lnTo>
                <a:lnTo>
                  <a:pt x="1468196" y="108305"/>
                </a:lnTo>
                <a:lnTo>
                  <a:pt x="1451851" y="124879"/>
                </a:lnTo>
                <a:lnTo>
                  <a:pt x="1433512" y="140309"/>
                </a:lnTo>
                <a:lnTo>
                  <a:pt x="1417434" y="126593"/>
                </a:lnTo>
                <a:lnTo>
                  <a:pt x="1403223" y="110591"/>
                </a:lnTo>
                <a:lnTo>
                  <a:pt x="1393101" y="96113"/>
                </a:lnTo>
                <a:lnTo>
                  <a:pt x="1390434" y="92303"/>
                </a:lnTo>
                <a:lnTo>
                  <a:pt x="1378648" y="71729"/>
                </a:lnTo>
                <a:lnTo>
                  <a:pt x="1496098" y="71729"/>
                </a:lnTo>
                <a:lnTo>
                  <a:pt x="1496098" y="45720"/>
                </a:lnTo>
                <a:lnTo>
                  <a:pt x="1392364" y="45720"/>
                </a:lnTo>
                <a:lnTo>
                  <a:pt x="1401318" y="28194"/>
                </a:lnTo>
                <a:lnTo>
                  <a:pt x="1405432" y="19583"/>
                </a:lnTo>
                <a:lnTo>
                  <a:pt x="1409128" y="10668"/>
                </a:lnTo>
                <a:lnTo>
                  <a:pt x="1380172" y="1524"/>
                </a:lnTo>
                <a:lnTo>
                  <a:pt x="1367015" y="33312"/>
                </a:lnTo>
                <a:lnTo>
                  <a:pt x="1350403" y="64820"/>
                </a:lnTo>
                <a:lnTo>
                  <a:pt x="1330375" y="96342"/>
                </a:lnTo>
                <a:lnTo>
                  <a:pt x="1306931" y="128117"/>
                </a:lnTo>
                <a:lnTo>
                  <a:pt x="1312595" y="133565"/>
                </a:lnTo>
                <a:lnTo>
                  <a:pt x="1317980" y="138595"/>
                </a:lnTo>
                <a:lnTo>
                  <a:pt x="1322781" y="143332"/>
                </a:lnTo>
                <a:lnTo>
                  <a:pt x="1326743" y="147929"/>
                </a:lnTo>
                <a:lnTo>
                  <a:pt x="1336751" y="135331"/>
                </a:lnTo>
                <a:lnTo>
                  <a:pt x="1346212" y="122593"/>
                </a:lnTo>
                <a:lnTo>
                  <a:pt x="1355102" y="109562"/>
                </a:lnTo>
                <a:lnTo>
                  <a:pt x="1363408" y="96113"/>
                </a:lnTo>
                <a:lnTo>
                  <a:pt x="1373124" y="112687"/>
                </a:lnTo>
                <a:lnTo>
                  <a:pt x="1383969" y="128117"/>
                </a:lnTo>
                <a:lnTo>
                  <a:pt x="1395984" y="142443"/>
                </a:lnTo>
                <a:lnTo>
                  <a:pt x="1409128" y="155651"/>
                </a:lnTo>
                <a:lnTo>
                  <a:pt x="1383372" y="171665"/>
                </a:lnTo>
                <a:lnTo>
                  <a:pt x="1356309" y="185559"/>
                </a:lnTo>
                <a:lnTo>
                  <a:pt x="1327823" y="197434"/>
                </a:lnTo>
                <a:lnTo>
                  <a:pt x="1297774" y="207467"/>
                </a:lnTo>
                <a:lnTo>
                  <a:pt x="1311503" y="234899"/>
                </a:lnTo>
                <a:lnTo>
                  <a:pt x="1345819" y="220891"/>
                </a:lnTo>
                <a:lnTo>
                  <a:pt x="1377683" y="206324"/>
                </a:lnTo>
                <a:lnTo>
                  <a:pt x="1406956" y="191173"/>
                </a:lnTo>
                <a:lnTo>
                  <a:pt x="1433512" y="175463"/>
                </a:lnTo>
                <a:lnTo>
                  <a:pt x="1460106" y="190360"/>
                </a:lnTo>
                <a:lnTo>
                  <a:pt x="1487284" y="203276"/>
                </a:lnTo>
                <a:lnTo>
                  <a:pt x="1515033" y="214464"/>
                </a:lnTo>
                <a:lnTo>
                  <a:pt x="1543342" y="224231"/>
                </a:lnTo>
                <a:lnTo>
                  <a:pt x="1545666" y="216204"/>
                </a:lnTo>
                <a:lnTo>
                  <a:pt x="1548295" y="208038"/>
                </a:lnTo>
                <a:lnTo>
                  <a:pt x="1551482" y="199580"/>
                </a:lnTo>
                <a:lnTo>
                  <a:pt x="1555534" y="1907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663148" y="2147792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90" h="102235">
                <a:moveTo>
                  <a:pt x="27431" y="102203"/>
                </a:moveTo>
                <a:lnTo>
                  <a:pt x="0" y="102203"/>
                </a:lnTo>
                <a:lnTo>
                  <a:pt x="24383" y="0"/>
                </a:lnTo>
                <a:lnTo>
                  <a:pt x="59531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998701" y="1871662"/>
            <a:ext cx="1555750" cy="381635"/>
          </a:xfrm>
          <a:custGeom>
            <a:avLst/>
            <a:gdLst/>
            <a:ahLst/>
            <a:cxnLst/>
            <a:rect l="l" t="t" r="r" b="b"/>
            <a:pathLst>
              <a:path w="1555750" h="381635">
                <a:moveTo>
                  <a:pt x="77724" y="59537"/>
                </a:moveTo>
                <a:lnTo>
                  <a:pt x="68605" y="47193"/>
                </a:lnTo>
                <a:lnTo>
                  <a:pt x="59626" y="35445"/>
                </a:lnTo>
                <a:lnTo>
                  <a:pt x="42672" y="13728"/>
                </a:lnTo>
                <a:lnTo>
                  <a:pt x="19812" y="28968"/>
                </a:lnTo>
                <a:lnTo>
                  <a:pt x="28727" y="40436"/>
                </a:lnTo>
                <a:lnTo>
                  <a:pt x="37338" y="52057"/>
                </a:lnTo>
                <a:lnTo>
                  <a:pt x="54864" y="76301"/>
                </a:lnTo>
                <a:lnTo>
                  <a:pt x="77724" y="59537"/>
                </a:lnTo>
                <a:close/>
              </a:path>
              <a:path w="1555750" h="381635">
                <a:moveTo>
                  <a:pt x="190601" y="219659"/>
                </a:moveTo>
                <a:lnTo>
                  <a:pt x="160121" y="219659"/>
                </a:lnTo>
                <a:lnTo>
                  <a:pt x="160121" y="245567"/>
                </a:lnTo>
                <a:lnTo>
                  <a:pt x="152400" y="260159"/>
                </a:lnTo>
                <a:lnTo>
                  <a:pt x="142976" y="274027"/>
                </a:lnTo>
                <a:lnTo>
                  <a:pt x="131826" y="287020"/>
                </a:lnTo>
                <a:lnTo>
                  <a:pt x="118973" y="298996"/>
                </a:lnTo>
                <a:lnTo>
                  <a:pt x="91452" y="285470"/>
                </a:lnTo>
                <a:lnTo>
                  <a:pt x="77736" y="279069"/>
                </a:lnTo>
                <a:lnTo>
                  <a:pt x="64008" y="273088"/>
                </a:lnTo>
                <a:lnTo>
                  <a:pt x="68351" y="266230"/>
                </a:lnTo>
                <a:lnTo>
                  <a:pt x="76441" y="252476"/>
                </a:lnTo>
                <a:lnTo>
                  <a:pt x="80772" y="245567"/>
                </a:lnTo>
                <a:lnTo>
                  <a:pt x="160121" y="245567"/>
                </a:lnTo>
                <a:lnTo>
                  <a:pt x="160121" y="219659"/>
                </a:lnTo>
                <a:lnTo>
                  <a:pt x="96012" y="219659"/>
                </a:lnTo>
                <a:lnTo>
                  <a:pt x="100584" y="213563"/>
                </a:lnTo>
                <a:lnTo>
                  <a:pt x="103632" y="205943"/>
                </a:lnTo>
                <a:lnTo>
                  <a:pt x="108204" y="198323"/>
                </a:lnTo>
                <a:lnTo>
                  <a:pt x="80772" y="190703"/>
                </a:lnTo>
                <a:lnTo>
                  <a:pt x="77089" y="197789"/>
                </a:lnTo>
                <a:lnTo>
                  <a:pt x="72961" y="205181"/>
                </a:lnTo>
                <a:lnTo>
                  <a:pt x="68567" y="212559"/>
                </a:lnTo>
                <a:lnTo>
                  <a:pt x="64008" y="219659"/>
                </a:lnTo>
                <a:lnTo>
                  <a:pt x="6096" y="219659"/>
                </a:lnTo>
                <a:lnTo>
                  <a:pt x="6096" y="245567"/>
                </a:lnTo>
                <a:lnTo>
                  <a:pt x="50292" y="245567"/>
                </a:lnTo>
                <a:lnTo>
                  <a:pt x="44564" y="254762"/>
                </a:lnTo>
                <a:lnTo>
                  <a:pt x="38671" y="263931"/>
                </a:lnTo>
                <a:lnTo>
                  <a:pt x="32512" y="273088"/>
                </a:lnTo>
                <a:lnTo>
                  <a:pt x="25908" y="282232"/>
                </a:lnTo>
                <a:lnTo>
                  <a:pt x="43916" y="290474"/>
                </a:lnTo>
                <a:lnTo>
                  <a:pt x="61341" y="298996"/>
                </a:lnTo>
                <a:lnTo>
                  <a:pt x="94488" y="315760"/>
                </a:lnTo>
                <a:lnTo>
                  <a:pt x="74155" y="327266"/>
                </a:lnTo>
                <a:lnTo>
                  <a:pt x="51816" y="336905"/>
                </a:lnTo>
                <a:lnTo>
                  <a:pt x="27203" y="345122"/>
                </a:lnTo>
                <a:lnTo>
                  <a:pt x="0" y="352336"/>
                </a:lnTo>
                <a:lnTo>
                  <a:pt x="3429" y="359244"/>
                </a:lnTo>
                <a:lnTo>
                  <a:pt x="13716" y="379869"/>
                </a:lnTo>
                <a:lnTo>
                  <a:pt x="45415" y="369849"/>
                </a:lnTo>
                <a:lnTo>
                  <a:pt x="74117" y="358101"/>
                </a:lnTo>
                <a:lnTo>
                  <a:pt x="99707" y="344639"/>
                </a:lnTo>
                <a:lnTo>
                  <a:pt x="122021" y="329476"/>
                </a:lnTo>
                <a:lnTo>
                  <a:pt x="135242" y="336334"/>
                </a:lnTo>
                <a:lnTo>
                  <a:pt x="147739" y="343204"/>
                </a:lnTo>
                <a:lnTo>
                  <a:pt x="172313" y="357009"/>
                </a:lnTo>
                <a:lnTo>
                  <a:pt x="189077" y="331000"/>
                </a:lnTo>
                <a:lnTo>
                  <a:pt x="185953" y="329476"/>
                </a:lnTo>
                <a:lnTo>
                  <a:pt x="177914" y="325551"/>
                </a:lnTo>
                <a:lnTo>
                  <a:pt x="167170" y="320522"/>
                </a:lnTo>
                <a:lnTo>
                  <a:pt x="156718" y="315785"/>
                </a:lnTo>
                <a:lnTo>
                  <a:pt x="146405" y="311188"/>
                </a:lnTo>
                <a:lnTo>
                  <a:pt x="157467" y="298996"/>
                </a:lnTo>
                <a:lnTo>
                  <a:pt x="160172" y="296024"/>
                </a:lnTo>
                <a:lnTo>
                  <a:pt x="171932" y="280123"/>
                </a:lnTo>
                <a:lnTo>
                  <a:pt x="181978" y="263359"/>
                </a:lnTo>
                <a:lnTo>
                  <a:pt x="190601" y="245567"/>
                </a:lnTo>
                <a:lnTo>
                  <a:pt x="190601" y="219659"/>
                </a:lnTo>
                <a:close/>
              </a:path>
              <a:path w="1555750" h="381635">
                <a:moveTo>
                  <a:pt x="199745" y="88493"/>
                </a:moveTo>
                <a:lnTo>
                  <a:pt x="126593" y="88493"/>
                </a:lnTo>
                <a:lnTo>
                  <a:pt x="126593" y="3060"/>
                </a:lnTo>
                <a:lnTo>
                  <a:pt x="99060" y="3060"/>
                </a:lnTo>
                <a:lnTo>
                  <a:pt x="99060" y="88493"/>
                </a:lnTo>
                <a:lnTo>
                  <a:pt x="10668" y="88493"/>
                </a:lnTo>
                <a:lnTo>
                  <a:pt x="10668" y="114401"/>
                </a:lnTo>
                <a:lnTo>
                  <a:pt x="89916" y="114401"/>
                </a:lnTo>
                <a:lnTo>
                  <a:pt x="69037" y="132105"/>
                </a:lnTo>
                <a:lnTo>
                  <a:pt x="47434" y="148551"/>
                </a:lnTo>
                <a:lnTo>
                  <a:pt x="24980" y="163563"/>
                </a:lnTo>
                <a:lnTo>
                  <a:pt x="1524" y="176987"/>
                </a:lnTo>
                <a:lnTo>
                  <a:pt x="5842" y="183553"/>
                </a:lnTo>
                <a:lnTo>
                  <a:pt x="9715" y="189560"/>
                </a:lnTo>
                <a:lnTo>
                  <a:pt x="13322" y="194983"/>
                </a:lnTo>
                <a:lnTo>
                  <a:pt x="16764" y="199847"/>
                </a:lnTo>
                <a:lnTo>
                  <a:pt x="39700" y="185572"/>
                </a:lnTo>
                <a:lnTo>
                  <a:pt x="60769" y="170307"/>
                </a:lnTo>
                <a:lnTo>
                  <a:pt x="80416" y="154152"/>
                </a:lnTo>
                <a:lnTo>
                  <a:pt x="99060" y="137261"/>
                </a:lnTo>
                <a:lnTo>
                  <a:pt x="99060" y="190703"/>
                </a:lnTo>
                <a:lnTo>
                  <a:pt x="126593" y="190703"/>
                </a:lnTo>
                <a:lnTo>
                  <a:pt x="126593" y="146405"/>
                </a:lnTo>
                <a:lnTo>
                  <a:pt x="141998" y="158724"/>
                </a:lnTo>
                <a:lnTo>
                  <a:pt x="156121" y="170307"/>
                </a:lnTo>
                <a:lnTo>
                  <a:pt x="168808" y="181000"/>
                </a:lnTo>
                <a:lnTo>
                  <a:pt x="179933" y="190703"/>
                </a:lnTo>
                <a:lnTo>
                  <a:pt x="198221" y="169367"/>
                </a:lnTo>
                <a:lnTo>
                  <a:pt x="167792" y="146405"/>
                </a:lnTo>
                <a:lnTo>
                  <a:pt x="138785" y="123545"/>
                </a:lnTo>
                <a:lnTo>
                  <a:pt x="126593" y="137261"/>
                </a:lnTo>
                <a:lnTo>
                  <a:pt x="126593" y="114401"/>
                </a:lnTo>
                <a:lnTo>
                  <a:pt x="199745" y="114401"/>
                </a:lnTo>
                <a:lnTo>
                  <a:pt x="199745" y="88493"/>
                </a:lnTo>
                <a:close/>
              </a:path>
              <a:path w="1555750" h="381635">
                <a:moveTo>
                  <a:pt x="207365" y="27444"/>
                </a:moveTo>
                <a:lnTo>
                  <a:pt x="182981" y="12204"/>
                </a:lnTo>
                <a:lnTo>
                  <a:pt x="173570" y="25641"/>
                </a:lnTo>
                <a:lnTo>
                  <a:pt x="163741" y="38531"/>
                </a:lnTo>
                <a:lnTo>
                  <a:pt x="153619" y="50850"/>
                </a:lnTo>
                <a:lnTo>
                  <a:pt x="143357" y="62585"/>
                </a:lnTo>
                <a:lnTo>
                  <a:pt x="149694" y="66916"/>
                </a:lnTo>
                <a:lnTo>
                  <a:pt x="155168" y="70967"/>
                </a:lnTo>
                <a:lnTo>
                  <a:pt x="160070" y="75018"/>
                </a:lnTo>
                <a:lnTo>
                  <a:pt x="164693" y="79349"/>
                </a:lnTo>
                <a:lnTo>
                  <a:pt x="207365" y="27444"/>
                </a:lnTo>
                <a:close/>
              </a:path>
              <a:path w="1555750" h="381635">
                <a:moveTo>
                  <a:pt x="387299" y="346240"/>
                </a:moveTo>
                <a:lnTo>
                  <a:pt x="343674" y="315379"/>
                </a:lnTo>
                <a:lnTo>
                  <a:pt x="308051" y="277660"/>
                </a:lnTo>
                <a:lnTo>
                  <a:pt x="323049" y="247091"/>
                </a:lnTo>
                <a:lnTo>
                  <a:pt x="325742" y="241604"/>
                </a:lnTo>
                <a:lnTo>
                  <a:pt x="339864" y="199847"/>
                </a:lnTo>
                <a:lnTo>
                  <a:pt x="350266" y="152361"/>
                </a:lnTo>
                <a:lnTo>
                  <a:pt x="356819" y="99161"/>
                </a:lnTo>
                <a:lnTo>
                  <a:pt x="381203" y="99161"/>
                </a:lnTo>
                <a:lnTo>
                  <a:pt x="381203" y="73253"/>
                </a:lnTo>
                <a:lnTo>
                  <a:pt x="326339" y="73253"/>
                </a:lnTo>
                <a:lnTo>
                  <a:pt x="326339" y="99161"/>
                </a:lnTo>
                <a:lnTo>
                  <a:pt x="321475" y="142887"/>
                </a:lnTo>
                <a:lnTo>
                  <a:pt x="313766" y="182308"/>
                </a:lnTo>
                <a:lnTo>
                  <a:pt x="303212" y="217055"/>
                </a:lnTo>
                <a:lnTo>
                  <a:pt x="289763" y="247091"/>
                </a:lnTo>
                <a:lnTo>
                  <a:pt x="275475" y="217131"/>
                </a:lnTo>
                <a:lnTo>
                  <a:pt x="264426" y="184023"/>
                </a:lnTo>
                <a:lnTo>
                  <a:pt x="257581" y="152603"/>
                </a:lnTo>
                <a:lnTo>
                  <a:pt x="256540" y="147815"/>
                </a:lnTo>
                <a:lnTo>
                  <a:pt x="251650" y="108305"/>
                </a:lnTo>
                <a:lnTo>
                  <a:pt x="254711" y="102209"/>
                </a:lnTo>
                <a:lnTo>
                  <a:pt x="254711" y="99161"/>
                </a:lnTo>
                <a:lnTo>
                  <a:pt x="326339" y="99161"/>
                </a:lnTo>
                <a:lnTo>
                  <a:pt x="326339" y="73253"/>
                </a:lnTo>
                <a:lnTo>
                  <a:pt x="263855" y="73253"/>
                </a:lnTo>
                <a:lnTo>
                  <a:pt x="269303" y="56946"/>
                </a:lnTo>
                <a:lnTo>
                  <a:pt x="274218" y="40436"/>
                </a:lnTo>
                <a:lnTo>
                  <a:pt x="279069" y="22593"/>
                </a:lnTo>
                <a:lnTo>
                  <a:pt x="283667" y="4584"/>
                </a:lnTo>
                <a:lnTo>
                  <a:pt x="253187" y="0"/>
                </a:lnTo>
                <a:lnTo>
                  <a:pt x="243408" y="44069"/>
                </a:lnTo>
                <a:lnTo>
                  <a:pt x="230238" y="84683"/>
                </a:lnTo>
                <a:lnTo>
                  <a:pt x="213652" y="121869"/>
                </a:lnTo>
                <a:lnTo>
                  <a:pt x="193649" y="155651"/>
                </a:lnTo>
                <a:lnTo>
                  <a:pt x="199072" y="161594"/>
                </a:lnTo>
                <a:lnTo>
                  <a:pt x="203936" y="167843"/>
                </a:lnTo>
                <a:lnTo>
                  <a:pt x="208216" y="174078"/>
                </a:lnTo>
                <a:lnTo>
                  <a:pt x="211937" y="180035"/>
                </a:lnTo>
                <a:lnTo>
                  <a:pt x="216484" y="173177"/>
                </a:lnTo>
                <a:lnTo>
                  <a:pt x="220891" y="166319"/>
                </a:lnTo>
                <a:lnTo>
                  <a:pt x="224904" y="159626"/>
                </a:lnTo>
                <a:lnTo>
                  <a:pt x="228701" y="152603"/>
                </a:lnTo>
                <a:lnTo>
                  <a:pt x="235572" y="186893"/>
                </a:lnTo>
                <a:lnTo>
                  <a:pt x="244754" y="218897"/>
                </a:lnTo>
                <a:lnTo>
                  <a:pt x="256209" y="248653"/>
                </a:lnTo>
                <a:lnTo>
                  <a:pt x="269951" y="276136"/>
                </a:lnTo>
                <a:lnTo>
                  <a:pt x="252463" y="298183"/>
                </a:lnTo>
                <a:lnTo>
                  <a:pt x="232143" y="318820"/>
                </a:lnTo>
                <a:lnTo>
                  <a:pt x="208991" y="338328"/>
                </a:lnTo>
                <a:lnTo>
                  <a:pt x="182981" y="357009"/>
                </a:lnTo>
                <a:lnTo>
                  <a:pt x="189547" y="362953"/>
                </a:lnTo>
                <a:lnTo>
                  <a:pt x="195554" y="369201"/>
                </a:lnTo>
                <a:lnTo>
                  <a:pt x="200977" y="375437"/>
                </a:lnTo>
                <a:lnTo>
                  <a:pt x="205841" y="381393"/>
                </a:lnTo>
                <a:lnTo>
                  <a:pt x="229006" y="363893"/>
                </a:lnTo>
                <a:lnTo>
                  <a:pt x="250469" y="345528"/>
                </a:lnTo>
                <a:lnTo>
                  <a:pt x="270217" y="326009"/>
                </a:lnTo>
                <a:lnTo>
                  <a:pt x="288239" y="305092"/>
                </a:lnTo>
                <a:lnTo>
                  <a:pt x="305092" y="325081"/>
                </a:lnTo>
                <a:lnTo>
                  <a:pt x="323672" y="343814"/>
                </a:lnTo>
                <a:lnTo>
                  <a:pt x="343954" y="361111"/>
                </a:lnTo>
                <a:lnTo>
                  <a:pt x="365963" y="376821"/>
                </a:lnTo>
                <a:lnTo>
                  <a:pt x="370789" y="369912"/>
                </a:lnTo>
                <a:lnTo>
                  <a:pt x="376059" y="362712"/>
                </a:lnTo>
                <a:lnTo>
                  <a:pt x="381596" y="354914"/>
                </a:lnTo>
                <a:lnTo>
                  <a:pt x="387299" y="346240"/>
                </a:lnTo>
                <a:close/>
              </a:path>
              <a:path w="1555750" h="381635">
                <a:moveTo>
                  <a:pt x="516928" y="73253"/>
                </a:moveTo>
                <a:lnTo>
                  <a:pt x="475780" y="73253"/>
                </a:lnTo>
                <a:lnTo>
                  <a:pt x="475780" y="0"/>
                </a:lnTo>
                <a:lnTo>
                  <a:pt x="446824" y="0"/>
                </a:lnTo>
                <a:lnTo>
                  <a:pt x="446824" y="73253"/>
                </a:lnTo>
                <a:lnTo>
                  <a:pt x="399580" y="73253"/>
                </a:lnTo>
                <a:lnTo>
                  <a:pt x="399580" y="100685"/>
                </a:lnTo>
                <a:lnTo>
                  <a:pt x="446824" y="100685"/>
                </a:lnTo>
                <a:lnTo>
                  <a:pt x="446824" y="189166"/>
                </a:lnTo>
                <a:lnTo>
                  <a:pt x="408457" y="199453"/>
                </a:lnTo>
                <a:lnTo>
                  <a:pt x="395008" y="202882"/>
                </a:lnTo>
                <a:lnTo>
                  <a:pt x="398056" y="236410"/>
                </a:lnTo>
                <a:lnTo>
                  <a:pt x="409752" y="232079"/>
                </a:lnTo>
                <a:lnTo>
                  <a:pt x="434276" y="223989"/>
                </a:lnTo>
                <a:lnTo>
                  <a:pt x="446824" y="219646"/>
                </a:lnTo>
                <a:lnTo>
                  <a:pt x="446824" y="320332"/>
                </a:lnTo>
                <a:lnTo>
                  <a:pt x="445922" y="329209"/>
                </a:lnTo>
                <a:lnTo>
                  <a:pt x="443014" y="335381"/>
                </a:lnTo>
                <a:lnTo>
                  <a:pt x="437819" y="338975"/>
                </a:lnTo>
                <a:lnTo>
                  <a:pt x="430060" y="340144"/>
                </a:lnTo>
                <a:lnTo>
                  <a:pt x="423773" y="339877"/>
                </a:lnTo>
                <a:lnTo>
                  <a:pt x="416344" y="339191"/>
                </a:lnTo>
                <a:lnTo>
                  <a:pt x="398056" y="337096"/>
                </a:lnTo>
                <a:lnTo>
                  <a:pt x="400050" y="345973"/>
                </a:lnTo>
                <a:lnTo>
                  <a:pt x="401485" y="354291"/>
                </a:lnTo>
                <a:lnTo>
                  <a:pt x="402336" y="362038"/>
                </a:lnTo>
                <a:lnTo>
                  <a:pt x="402628" y="369201"/>
                </a:lnTo>
                <a:lnTo>
                  <a:pt x="413461" y="370052"/>
                </a:lnTo>
                <a:lnTo>
                  <a:pt x="423011" y="370344"/>
                </a:lnTo>
                <a:lnTo>
                  <a:pt x="431126" y="370052"/>
                </a:lnTo>
                <a:lnTo>
                  <a:pt x="437680" y="369201"/>
                </a:lnTo>
                <a:lnTo>
                  <a:pt x="473468" y="345325"/>
                </a:lnTo>
                <a:lnTo>
                  <a:pt x="475780" y="326428"/>
                </a:lnTo>
                <a:lnTo>
                  <a:pt x="475780" y="219646"/>
                </a:lnTo>
                <a:lnTo>
                  <a:pt x="475780" y="210502"/>
                </a:lnTo>
                <a:lnTo>
                  <a:pt x="484949" y="207098"/>
                </a:lnTo>
                <a:lnTo>
                  <a:pt x="494258" y="203835"/>
                </a:lnTo>
                <a:lnTo>
                  <a:pt x="503859" y="200863"/>
                </a:lnTo>
                <a:lnTo>
                  <a:pt x="513880" y="198310"/>
                </a:lnTo>
                <a:lnTo>
                  <a:pt x="512762" y="191414"/>
                </a:lnTo>
                <a:lnTo>
                  <a:pt x="511784" y="184213"/>
                </a:lnTo>
                <a:lnTo>
                  <a:pt x="511416" y="180022"/>
                </a:lnTo>
                <a:lnTo>
                  <a:pt x="511124" y="176834"/>
                </a:lnTo>
                <a:lnTo>
                  <a:pt x="511022" y="173926"/>
                </a:lnTo>
                <a:lnTo>
                  <a:pt x="510832" y="167830"/>
                </a:lnTo>
                <a:lnTo>
                  <a:pt x="502564" y="171030"/>
                </a:lnTo>
                <a:lnTo>
                  <a:pt x="493877" y="173926"/>
                </a:lnTo>
                <a:lnTo>
                  <a:pt x="484898" y="176834"/>
                </a:lnTo>
                <a:lnTo>
                  <a:pt x="475780" y="180022"/>
                </a:lnTo>
                <a:lnTo>
                  <a:pt x="475780" y="100685"/>
                </a:lnTo>
                <a:lnTo>
                  <a:pt x="516928" y="100685"/>
                </a:lnTo>
                <a:lnTo>
                  <a:pt x="516928" y="73253"/>
                </a:lnTo>
                <a:close/>
              </a:path>
              <a:path w="1555750" h="381635">
                <a:moveTo>
                  <a:pt x="773150" y="167830"/>
                </a:moveTo>
                <a:lnTo>
                  <a:pt x="672566" y="167830"/>
                </a:lnTo>
                <a:lnTo>
                  <a:pt x="672566" y="128117"/>
                </a:lnTo>
                <a:lnTo>
                  <a:pt x="645045" y="128117"/>
                </a:lnTo>
                <a:lnTo>
                  <a:pt x="645045" y="167830"/>
                </a:lnTo>
                <a:lnTo>
                  <a:pt x="556641" y="167830"/>
                </a:lnTo>
                <a:lnTo>
                  <a:pt x="556641" y="120497"/>
                </a:lnTo>
                <a:lnTo>
                  <a:pt x="725906" y="120497"/>
                </a:lnTo>
                <a:lnTo>
                  <a:pt x="725906" y="132689"/>
                </a:lnTo>
                <a:lnTo>
                  <a:pt x="754862" y="132689"/>
                </a:lnTo>
                <a:lnTo>
                  <a:pt x="754862" y="120497"/>
                </a:lnTo>
                <a:lnTo>
                  <a:pt x="754862" y="94589"/>
                </a:lnTo>
                <a:lnTo>
                  <a:pt x="754862" y="45821"/>
                </a:lnTo>
                <a:lnTo>
                  <a:pt x="754862" y="21336"/>
                </a:lnTo>
                <a:lnTo>
                  <a:pt x="725906" y="21336"/>
                </a:lnTo>
                <a:lnTo>
                  <a:pt x="725906" y="45821"/>
                </a:lnTo>
                <a:lnTo>
                  <a:pt x="725906" y="94589"/>
                </a:lnTo>
                <a:lnTo>
                  <a:pt x="556641" y="94589"/>
                </a:lnTo>
                <a:lnTo>
                  <a:pt x="556641" y="45821"/>
                </a:lnTo>
                <a:lnTo>
                  <a:pt x="725906" y="45821"/>
                </a:lnTo>
                <a:lnTo>
                  <a:pt x="725906" y="21336"/>
                </a:lnTo>
                <a:lnTo>
                  <a:pt x="529209" y="21336"/>
                </a:lnTo>
                <a:lnTo>
                  <a:pt x="529209" y="171030"/>
                </a:lnTo>
                <a:lnTo>
                  <a:pt x="526084" y="227711"/>
                </a:lnTo>
                <a:lnTo>
                  <a:pt x="516788" y="276847"/>
                </a:lnTo>
                <a:lnTo>
                  <a:pt x="501484" y="317982"/>
                </a:lnTo>
                <a:lnTo>
                  <a:pt x="480352" y="350812"/>
                </a:lnTo>
                <a:lnTo>
                  <a:pt x="486041" y="357466"/>
                </a:lnTo>
                <a:lnTo>
                  <a:pt x="496849" y="369557"/>
                </a:lnTo>
                <a:lnTo>
                  <a:pt x="501688" y="375297"/>
                </a:lnTo>
                <a:lnTo>
                  <a:pt x="523976" y="339877"/>
                </a:lnTo>
                <a:lnTo>
                  <a:pt x="540448" y="297662"/>
                </a:lnTo>
                <a:lnTo>
                  <a:pt x="550862" y="248932"/>
                </a:lnTo>
                <a:lnTo>
                  <a:pt x="555117" y="193738"/>
                </a:lnTo>
                <a:lnTo>
                  <a:pt x="645045" y="193738"/>
                </a:lnTo>
                <a:lnTo>
                  <a:pt x="645045" y="242506"/>
                </a:lnTo>
                <a:lnTo>
                  <a:pt x="565797" y="242506"/>
                </a:lnTo>
                <a:lnTo>
                  <a:pt x="565797" y="370725"/>
                </a:lnTo>
                <a:lnTo>
                  <a:pt x="593229" y="370725"/>
                </a:lnTo>
                <a:lnTo>
                  <a:pt x="593229" y="349288"/>
                </a:lnTo>
                <a:lnTo>
                  <a:pt x="724382" y="349288"/>
                </a:lnTo>
                <a:lnTo>
                  <a:pt x="724382" y="370725"/>
                </a:lnTo>
                <a:lnTo>
                  <a:pt x="751814" y="370725"/>
                </a:lnTo>
                <a:lnTo>
                  <a:pt x="751814" y="349288"/>
                </a:lnTo>
                <a:lnTo>
                  <a:pt x="751814" y="324904"/>
                </a:lnTo>
                <a:lnTo>
                  <a:pt x="751814" y="266992"/>
                </a:lnTo>
                <a:lnTo>
                  <a:pt x="751814" y="242506"/>
                </a:lnTo>
                <a:lnTo>
                  <a:pt x="724382" y="242506"/>
                </a:lnTo>
                <a:lnTo>
                  <a:pt x="724382" y="266992"/>
                </a:lnTo>
                <a:lnTo>
                  <a:pt x="724382" y="324904"/>
                </a:lnTo>
                <a:lnTo>
                  <a:pt x="593229" y="324904"/>
                </a:lnTo>
                <a:lnTo>
                  <a:pt x="593229" y="266992"/>
                </a:lnTo>
                <a:lnTo>
                  <a:pt x="724382" y="266992"/>
                </a:lnTo>
                <a:lnTo>
                  <a:pt x="724382" y="242506"/>
                </a:lnTo>
                <a:lnTo>
                  <a:pt x="672566" y="242506"/>
                </a:lnTo>
                <a:lnTo>
                  <a:pt x="672566" y="193738"/>
                </a:lnTo>
                <a:lnTo>
                  <a:pt x="773150" y="193738"/>
                </a:lnTo>
                <a:lnTo>
                  <a:pt x="773150" y="167830"/>
                </a:lnTo>
                <a:close/>
              </a:path>
              <a:path w="1555750" h="381635">
                <a:moveTo>
                  <a:pt x="921067" y="62585"/>
                </a:moveTo>
                <a:lnTo>
                  <a:pt x="907376" y="50622"/>
                </a:lnTo>
                <a:lnTo>
                  <a:pt x="891540" y="37769"/>
                </a:lnTo>
                <a:lnTo>
                  <a:pt x="873709" y="24358"/>
                </a:lnTo>
                <a:lnTo>
                  <a:pt x="854011" y="10668"/>
                </a:lnTo>
                <a:lnTo>
                  <a:pt x="835723" y="30480"/>
                </a:lnTo>
                <a:lnTo>
                  <a:pt x="855179" y="45974"/>
                </a:lnTo>
                <a:lnTo>
                  <a:pt x="872490" y="60286"/>
                </a:lnTo>
                <a:lnTo>
                  <a:pt x="887806" y="73444"/>
                </a:lnTo>
                <a:lnTo>
                  <a:pt x="901255" y="85445"/>
                </a:lnTo>
                <a:lnTo>
                  <a:pt x="921067" y="62585"/>
                </a:lnTo>
                <a:close/>
              </a:path>
              <a:path w="1555750" h="381635">
                <a:moveTo>
                  <a:pt x="1119378" y="30480"/>
                </a:moveTo>
                <a:lnTo>
                  <a:pt x="1098042" y="10668"/>
                </a:lnTo>
                <a:lnTo>
                  <a:pt x="1061389" y="40436"/>
                </a:lnTo>
                <a:lnTo>
                  <a:pt x="1044803" y="53619"/>
                </a:lnTo>
                <a:lnTo>
                  <a:pt x="1029373" y="65633"/>
                </a:lnTo>
                <a:lnTo>
                  <a:pt x="1049185" y="85445"/>
                </a:lnTo>
                <a:lnTo>
                  <a:pt x="1070864" y="69138"/>
                </a:lnTo>
                <a:lnTo>
                  <a:pt x="1090002" y="54533"/>
                </a:lnTo>
                <a:lnTo>
                  <a:pt x="1106271" y="41643"/>
                </a:lnTo>
                <a:lnTo>
                  <a:pt x="1119378" y="30480"/>
                </a:lnTo>
                <a:close/>
              </a:path>
              <a:path w="1555750" h="381635">
                <a:moveTo>
                  <a:pt x="1162050" y="193738"/>
                </a:moveTo>
                <a:lnTo>
                  <a:pt x="1130604" y="180289"/>
                </a:lnTo>
                <a:lnTo>
                  <a:pt x="1055281" y="149542"/>
                </a:lnTo>
                <a:lnTo>
                  <a:pt x="1039901" y="143357"/>
                </a:lnTo>
                <a:lnTo>
                  <a:pt x="1001941" y="128117"/>
                </a:lnTo>
                <a:lnTo>
                  <a:pt x="991273" y="143357"/>
                </a:lnTo>
                <a:lnTo>
                  <a:pt x="991273" y="125069"/>
                </a:lnTo>
                <a:lnTo>
                  <a:pt x="991273" y="120497"/>
                </a:lnTo>
                <a:lnTo>
                  <a:pt x="1151382" y="120497"/>
                </a:lnTo>
                <a:lnTo>
                  <a:pt x="1151382" y="94589"/>
                </a:lnTo>
                <a:lnTo>
                  <a:pt x="991273" y="94589"/>
                </a:lnTo>
                <a:lnTo>
                  <a:pt x="991273" y="0"/>
                </a:lnTo>
                <a:lnTo>
                  <a:pt x="962317" y="0"/>
                </a:lnTo>
                <a:lnTo>
                  <a:pt x="962317" y="94589"/>
                </a:lnTo>
                <a:lnTo>
                  <a:pt x="800582" y="94589"/>
                </a:lnTo>
                <a:lnTo>
                  <a:pt x="800582" y="120497"/>
                </a:lnTo>
                <a:lnTo>
                  <a:pt x="934783" y="120497"/>
                </a:lnTo>
                <a:lnTo>
                  <a:pt x="903351" y="142887"/>
                </a:lnTo>
                <a:lnTo>
                  <a:pt x="868489" y="162115"/>
                </a:lnTo>
                <a:lnTo>
                  <a:pt x="830160" y="178460"/>
                </a:lnTo>
                <a:lnTo>
                  <a:pt x="788390" y="192214"/>
                </a:lnTo>
                <a:lnTo>
                  <a:pt x="793838" y="198818"/>
                </a:lnTo>
                <a:lnTo>
                  <a:pt x="808291" y="216598"/>
                </a:lnTo>
                <a:lnTo>
                  <a:pt x="849706" y="200596"/>
                </a:lnTo>
                <a:lnTo>
                  <a:pt x="889266" y="180022"/>
                </a:lnTo>
                <a:lnTo>
                  <a:pt x="926858" y="154838"/>
                </a:lnTo>
                <a:lnTo>
                  <a:pt x="962317" y="125069"/>
                </a:lnTo>
                <a:lnTo>
                  <a:pt x="962317" y="189166"/>
                </a:lnTo>
                <a:lnTo>
                  <a:pt x="991273" y="189166"/>
                </a:lnTo>
                <a:lnTo>
                  <a:pt x="991273" y="149542"/>
                </a:lnTo>
                <a:lnTo>
                  <a:pt x="1035532" y="167551"/>
                </a:lnTo>
                <a:lnTo>
                  <a:pt x="1076667" y="184975"/>
                </a:lnTo>
                <a:lnTo>
                  <a:pt x="1114374" y="201841"/>
                </a:lnTo>
                <a:lnTo>
                  <a:pt x="1148334" y="218122"/>
                </a:lnTo>
                <a:lnTo>
                  <a:pt x="1162050" y="193738"/>
                </a:lnTo>
                <a:close/>
              </a:path>
              <a:path w="1555750" h="381635">
                <a:moveTo>
                  <a:pt x="1168158" y="346240"/>
                </a:moveTo>
                <a:lnTo>
                  <a:pt x="1114107" y="335876"/>
                </a:lnTo>
                <a:lnTo>
                  <a:pt x="1068476" y="318236"/>
                </a:lnTo>
                <a:lnTo>
                  <a:pt x="1031125" y="292874"/>
                </a:lnTo>
                <a:lnTo>
                  <a:pt x="1011237" y="270040"/>
                </a:lnTo>
                <a:lnTo>
                  <a:pt x="1001941" y="259372"/>
                </a:lnTo>
                <a:lnTo>
                  <a:pt x="1154430" y="259372"/>
                </a:lnTo>
                <a:lnTo>
                  <a:pt x="1154430" y="233362"/>
                </a:lnTo>
                <a:lnTo>
                  <a:pt x="986701" y="233362"/>
                </a:lnTo>
                <a:lnTo>
                  <a:pt x="987806" y="226466"/>
                </a:lnTo>
                <a:lnTo>
                  <a:pt x="988898" y="219265"/>
                </a:lnTo>
                <a:lnTo>
                  <a:pt x="991273" y="202882"/>
                </a:lnTo>
                <a:lnTo>
                  <a:pt x="960793" y="202882"/>
                </a:lnTo>
                <a:lnTo>
                  <a:pt x="959650" y="211505"/>
                </a:lnTo>
                <a:lnTo>
                  <a:pt x="958672" y="218122"/>
                </a:lnTo>
                <a:lnTo>
                  <a:pt x="957402" y="226250"/>
                </a:lnTo>
                <a:lnTo>
                  <a:pt x="956221" y="233362"/>
                </a:lnTo>
                <a:lnTo>
                  <a:pt x="797534" y="233362"/>
                </a:lnTo>
                <a:lnTo>
                  <a:pt x="797534" y="259372"/>
                </a:lnTo>
                <a:lnTo>
                  <a:pt x="948601" y="259372"/>
                </a:lnTo>
                <a:lnTo>
                  <a:pt x="926541" y="292519"/>
                </a:lnTo>
                <a:lnTo>
                  <a:pt x="892492" y="318808"/>
                </a:lnTo>
                <a:lnTo>
                  <a:pt x="846455" y="338239"/>
                </a:lnTo>
                <a:lnTo>
                  <a:pt x="788390" y="350812"/>
                </a:lnTo>
                <a:lnTo>
                  <a:pt x="792924" y="357911"/>
                </a:lnTo>
                <a:lnTo>
                  <a:pt x="797356" y="365188"/>
                </a:lnTo>
                <a:lnTo>
                  <a:pt x="801509" y="372122"/>
                </a:lnTo>
                <a:lnTo>
                  <a:pt x="805243" y="378345"/>
                </a:lnTo>
                <a:lnTo>
                  <a:pt x="867295" y="362915"/>
                </a:lnTo>
                <a:lnTo>
                  <a:pt x="916355" y="339623"/>
                </a:lnTo>
                <a:lnTo>
                  <a:pt x="952563" y="308610"/>
                </a:lnTo>
                <a:lnTo>
                  <a:pt x="976033" y="270040"/>
                </a:lnTo>
                <a:lnTo>
                  <a:pt x="1004658" y="307492"/>
                </a:lnTo>
                <a:lnTo>
                  <a:pt x="1042720" y="337527"/>
                </a:lnTo>
                <a:lnTo>
                  <a:pt x="1090510" y="360133"/>
                </a:lnTo>
                <a:lnTo>
                  <a:pt x="1148334" y="375297"/>
                </a:lnTo>
                <a:lnTo>
                  <a:pt x="1153795" y="365823"/>
                </a:lnTo>
                <a:lnTo>
                  <a:pt x="1158798" y="357936"/>
                </a:lnTo>
                <a:lnTo>
                  <a:pt x="1163561" y="351421"/>
                </a:lnTo>
                <a:lnTo>
                  <a:pt x="1168158" y="346240"/>
                </a:lnTo>
                <a:close/>
              </a:path>
              <a:path w="1555750" h="381635">
                <a:moveTo>
                  <a:pt x="1410665" y="109829"/>
                </a:moveTo>
                <a:lnTo>
                  <a:pt x="1355699" y="109829"/>
                </a:lnTo>
                <a:lnTo>
                  <a:pt x="1355699" y="45821"/>
                </a:lnTo>
                <a:lnTo>
                  <a:pt x="1396949" y="45821"/>
                </a:lnTo>
                <a:lnTo>
                  <a:pt x="1396949" y="19812"/>
                </a:lnTo>
                <a:lnTo>
                  <a:pt x="1328267" y="19812"/>
                </a:lnTo>
                <a:lnTo>
                  <a:pt x="1328267" y="45821"/>
                </a:lnTo>
                <a:lnTo>
                  <a:pt x="1328267" y="109829"/>
                </a:lnTo>
                <a:lnTo>
                  <a:pt x="1268831" y="109829"/>
                </a:lnTo>
                <a:lnTo>
                  <a:pt x="1268831" y="45821"/>
                </a:lnTo>
                <a:lnTo>
                  <a:pt x="1328267" y="45821"/>
                </a:lnTo>
                <a:lnTo>
                  <a:pt x="1328267" y="19812"/>
                </a:lnTo>
                <a:lnTo>
                  <a:pt x="1198638" y="19812"/>
                </a:lnTo>
                <a:lnTo>
                  <a:pt x="1198638" y="45821"/>
                </a:lnTo>
                <a:lnTo>
                  <a:pt x="1239875" y="45821"/>
                </a:lnTo>
                <a:lnTo>
                  <a:pt x="1239875" y="109829"/>
                </a:lnTo>
                <a:lnTo>
                  <a:pt x="1181874" y="109829"/>
                </a:lnTo>
                <a:lnTo>
                  <a:pt x="1181874" y="134213"/>
                </a:lnTo>
                <a:lnTo>
                  <a:pt x="1238351" y="134213"/>
                </a:lnTo>
                <a:lnTo>
                  <a:pt x="1233741" y="153416"/>
                </a:lnTo>
                <a:lnTo>
                  <a:pt x="1224394" y="172021"/>
                </a:lnTo>
                <a:lnTo>
                  <a:pt x="1210195" y="190030"/>
                </a:lnTo>
                <a:lnTo>
                  <a:pt x="1191018" y="207467"/>
                </a:lnTo>
                <a:lnTo>
                  <a:pt x="1196492" y="213182"/>
                </a:lnTo>
                <a:lnTo>
                  <a:pt x="1206868" y="224612"/>
                </a:lnTo>
                <a:lnTo>
                  <a:pt x="1212354" y="230327"/>
                </a:lnTo>
                <a:lnTo>
                  <a:pt x="1233805" y="208889"/>
                </a:lnTo>
                <a:lnTo>
                  <a:pt x="1249959" y="185737"/>
                </a:lnTo>
                <a:lnTo>
                  <a:pt x="1260665" y="160845"/>
                </a:lnTo>
                <a:lnTo>
                  <a:pt x="1265783" y="134213"/>
                </a:lnTo>
                <a:lnTo>
                  <a:pt x="1328267" y="134213"/>
                </a:lnTo>
                <a:lnTo>
                  <a:pt x="1328267" y="216611"/>
                </a:lnTo>
                <a:lnTo>
                  <a:pt x="1355699" y="216611"/>
                </a:lnTo>
                <a:lnTo>
                  <a:pt x="1355699" y="134213"/>
                </a:lnTo>
                <a:lnTo>
                  <a:pt x="1410665" y="134213"/>
                </a:lnTo>
                <a:lnTo>
                  <a:pt x="1410665" y="109829"/>
                </a:lnTo>
                <a:close/>
              </a:path>
              <a:path w="1555750" h="381635">
                <a:moveTo>
                  <a:pt x="1453337" y="25908"/>
                </a:moveTo>
                <a:lnTo>
                  <a:pt x="1425905" y="25908"/>
                </a:lnTo>
                <a:lnTo>
                  <a:pt x="1425905" y="158699"/>
                </a:lnTo>
                <a:lnTo>
                  <a:pt x="1453337" y="158699"/>
                </a:lnTo>
                <a:lnTo>
                  <a:pt x="1453337" y="25908"/>
                </a:lnTo>
                <a:close/>
              </a:path>
              <a:path w="1555750" h="381635">
                <a:moveTo>
                  <a:pt x="1531150" y="4572"/>
                </a:moveTo>
                <a:lnTo>
                  <a:pt x="1503718" y="4572"/>
                </a:lnTo>
                <a:lnTo>
                  <a:pt x="1503718" y="169367"/>
                </a:lnTo>
                <a:lnTo>
                  <a:pt x="1502270" y="180238"/>
                </a:lnTo>
                <a:lnTo>
                  <a:pt x="1497952" y="187845"/>
                </a:lnTo>
                <a:lnTo>
                  <a:pt x="1490776" y="192290"/>
                </a:lnTo>
                <a:lnTo>
                  <a:pt x="1480908" y="193738"/>
                </a:lnTo>
                <a:lnTo>
                  <a:pt x="1471879" y="193725"/>
                </a:lnTo>
                <a:lnTo>
                  <a:pt x="1461147" y="193560"/>
                </a:lnTo>
                <a:lnTo>
                  <a:pt x="1448396" y="193103"/>
                </a:lnTo>
                <a:lnTo>
                  <a:pt x="1433525" y="192227"/>
                </a:lnTo>
                <a:lnTo>
                  <a:pt x="1434668" y="199986"/>
                </a:lnTo>
                <a:lnTo>
                  <a:pt x="1436954" y="214934"/>
                </a:lnTo>
                <a:lnTo>
                  <a:pt x="1438097" y="222707"/>
                </a:lnTo>
                <a:lnTo>
                  <a:pt x="1491437" y="222707"/>
                </a:lnTo>
                <a:lnTo>
                  <a:pt x="1508607" y="219278"/>
                </a:lnTo>
                <a:lnTo>
                  <a:pt x="1521040" y="211277"/>
                </a:lnTo>
                <a:lnTo>
                  <a:pt x="1528597" y="198704"/>
                </a:lnTo>
                <a:lnTo>
                  <a:pt x="1529334" y="193751"/>
                </a:lnTo>
                <a:lnTo>
                  <a:pt x="1531150" y="181559"/>
                </a:lnTo>
                <a:lnTo>
                  <a:pt x="1531150" y="4572"/>
                </a:lnTo>
                <a:close/>
              </a:path>
              <a:path w="1555750" h="381635">
                <a:moveTo>
                  <a:pt x="1555534" y="329476"/>
                </a:moveTo>
                <a:lnTo>
                  <a:pt x="1381709" y="329476"/>
                </a:lnTo>
                <a:lnTo>
                  <a:pt x="1381709" y="279184"/>
                </a:lnTo>
                <a:lnTo>
                  <a:pt x="1522006" y="279184"/>
                </a:lnTo>
                <a:lnTo>
                  <a:pt x="1522006" y="251663"/>
                </a:lnTo>
                <a:lnTo>
                  <a:pt x="1381709" y="251663"/>
                </a:lnTo>
                <a:lnTo>
                  <a:pt x="1381709" y="222707"/>
                </a:lnTo>
                <a:lnTo>
                  <a:pt x="1352651" y="222707"/>
                </a:lnTo>
                <a:lnTo>
                  <a:pt x="1352651" y="251663"/>
                </a:lnTo>
                <a:lnTo>
                  <a:pt x="1215402" y="251663"/>
                </a:lnTo>
                <a:lnTo>
                  <a:pt x="1215402" y="279184"/>
                </a:lnTo>
                <a:lnTo>
                  <a:pt x="1352651" y="279184"/>
                </a:lnTo>
                <a:lnTo>
                  <a:pt x="1352651" y="329476"/>
                </a:lnTo>
                <a:lnTo>
                  <a:pt x="1181874" y="329476"/>
                </a:lnTo>
                <a:lnTo>
                  <a:pt x="1181874" y="357009"/>
                </a:lnTo>
                <a:lnTo>
                  <a:pt x="1555534" y="357009"/>
                </a:lnTo>
                <a:lnTo>
                  <a:pt x="1555534" y="3294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622821" y="2147792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6003" y="102203"/>
                </a:moveTo>
                <a:lnTo>
                  <a:pt x="0" y="102203"/>
                </a:lnTo>
                <a:lnTo>
                  <a:pt x="22955" y="0"/>
                </a:lnTo>
                <a:lnTo>
                  <a:pt x="58007" y="0"/>
                </a:lnTo>
                <a:lnTo>
                  <a:pt x="26003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99108" y="2335440"/>
            <a:ext cx="768985" cy="378460"/>
          </a:xfrm>
          <a:custGeom>
            <a:avLst/>
            <a:gdLst/>
            <a:ahLst/>
            <a:cxnLst/>
            <a:rect l="l" t="t" r="r" b="b"/>
            <a:pathLst>
              <a:path w="768985" h="378460">
                <a:moveTo>
                  <a:pt x="366052" y="60960"/>
                </a:moveTo>
                <a:lnTo>
                  <a:pt x="204406" y="60960"/>
                </a:lnTo>
                <a:lnTo>
                  <a:pt x="222694" y="48768"/>
                </a:lnTo>
                <a:lnTo>
                  <a:pt x="214147" y="37071"/>
                </a:lnTo>
                <a:lnTo>
                  <a:pt x="204597" y="24955"/>
                </a:lnTo>
                <a:lnTo>
                  <a:pt x="194195" y="12547"/>
                </a:lnTo>
                <a:lnTo>
                  <a:pt x="183070" y="0"/>
                </a:lnTo>
                <a:lnTo>
                  <a:pt x="157162" y="16764"/>
                </a:lnTo>
                <a:lnTo>
                  <a:pt x="166903" y="28168"/>
                </a:lnTo>
                <a:lnTo>
                  <a:pt x="175641" y="39433"/>
                </a:lnTo>
                <a:lnTo>
                  <a:pt x="183527" y="50406"/>
                </a:lnTo>
                <a:lnTo>
                  <a:pt x="190690" y="60960"/>
                </a:lnTo>
                <a:lnTo>
                  <a:pt x="15240" y="60960"/>
                </a:lnTo>
                <a:lnTo>
                  <a:pt x="15240" y="138772"/>
                </a:lnTo>
                <a:lnTo>
                  <a:pt x="45821" y="138772"/>
                </a:lnTo>
                <a:lnTo>
                  <a:pt x="45821" y="88392"/>
                </a:lnTo>
                <a:lnTo>
                  <a:pt x="334048" y="88392"/>
                </a:lnTo>
                <a:lnTo>
                  <a:pt x="334048" y="138772"/>
                </a:lnTo>
                <a:lnTo>
                  <a:pt x="366052" y="138772"/>
                </a:lnTo>
                <a:lnTo>
                  <a:pt x="366052" y="88392"/>
                </a:lnTo>
                <a:lnTo>
                  <a:pt x="366052" y="60960"/>
                </a:lnTo>
                <a:close/>
              </a:path>
              <a:path w="768985" h="378460">
                <a:moveTo>
                  <a:pt x="378244" y="228790"/>
                </a:moveTo>
                <a:lnTo>
                  <a:pt x="212026" y="228790"/>
                </a:lnTo>
                <a:lnTo>
                  <a:pt x="212026" y="219646"/>
                </a:lnTo>
                <a:lnTo>
                  <a:pt x="302044" y="160108"/>
                </a:lnTo>
                <a:lnTo>
                  <a:pt x="302044" y="129628"/>
                </a:lnTo>
                <a:lnTo>
                  <a:pt x="70205" y="129628"/>
                </a:lnTo>
                <a:lnTo>
                  <a:pt x="70205" y="157060"/>
                </a:lnTo>
                <a:lnTo>
                  <a:pt x="254698" y="157060"/>
                </a:lnTo>
                <a:lnTo>
                  <a:pt x="180022" y="205930"/>
                </a:lnTo>
                <a:lnTo>
                  <a:pt x="180022" y="228790"/>
                </a:lnTo>
                <a:lnTo>
                  <a:pt x="0" y="228790"/>
                </a:lnTo>
                <a:lnTo>
                  <a:pt x="0" y="257746"/>
                </a:lnTo>
                <a:lnTo>
                  <a:pt x="180022" y="257746"/>
                </a:lnTo>
                <a:lnTo>
                  <a:pt x="180022" y="318808"/>
                </a:lnTo>
                <a:lnTo>
                  <a:pt x="178333" y="330809"/>
                </a:lnTo>
                <a:lnTo>
                  <a:pt x="173342" y="339382"/>
                </a:lnTo>
                <a:lnTo>
                  <a:pt x="165188" y="344525"/>
                </a:lnTo>
                <a:lnTo>
                  <a:pt x="154025" y="346240"/>
                </a:lnTo>
                <a:lnTo>
                  <a:pt x="142036" y="345948"/>
                </a:lnTo>
                <a:lnTo>
                  <a:pt x="129070" y="345097"/>
                </a:lnTo>
                <a:lnTo>
                  <a:pt x="115227" y="343662"/>
                </a:lnTo>
                <a:lnTo>
                  <a:pt x="100685" y="341668"/>
                </a:lnTo>
                <a:lnTo>
                  <a:pt x="102679" y="351396"/>
                </a:lnTo>
                <a:lnTo>
                  <a:pt x="104114" y="360146"/>
                </a:lnTo>
                <a:lnTo>
                  <a:pt x="104965" y="368020"/>
                </a:lnTo>
                <a:lnTo>
                  <a:pt x="105257" y="375196"/>
                </a:lnTo>
                <a:lnTo>
                  <a:pt x="123304" y="376072"/>
                </a:lnTo>
                <a:lnTo>
                  <a:pt x="138785" y="376529"/>
                </a:lnTo>
                <a:lnTo>
                  <a:pt x="152006" y="376694"/>
                </a:lnTo>
                <a:lnTo>
                  <a:pt x="163258" y="376720"/>
                </a:lnTo>
                <a:lnTo>
                  <a:pt x="184378" y="373595"/>
                </a:lnTo>
                <a:lnTo>
                  <a:pt x="199644" y="364337"/>
                </a:lnTo>
                <a:lnTo>
                  <a:pt x="208902" y="349072"/>
                </a:lnTo>
                <a:lnTo>
                  <a:pt x="209321" y="346240"/>
                </a:lnTo>
                <a:lnTo>
                  <a:pt x="212026" y="327952"/>
                </a:lnTo>
                <a:lnTo>
                  <a:pt x="212026" y="257746"/>
                </a:lnTo>
                <a:lnTo>
                  <a:pt x="378244" y="257746"/>
                </a:lnTo>
                <a:lnTo>
                  <a:pt x="378244" y="228790"/>
                </a:lnTo>
                <a:close/>
              </a:path>
              <a:path w="768985" h="378460">
                <a:moveTo>
                  <a:pt x="510921" y="129628"/>
                </a:moveTo>
                <a:lnTo>
                  <a:pt x="483489" y="114388"/>
                </a:lnTo>
                <a:lnTo>
                  <a:pt x="461213" y="154419"/>
                </a:lnTo>
                <a:lnTo>
                  <a:pt x="437908" y="189877"/>
                </a:lnTo>
                <a:lnTo>
                  <a:pt x="413753" y="220776"/>
                </a:lnTo>
                <a:lnTo>
                  <a:pt x="388899" y="247078"/>
                </a:lnTo>
                <a:lnTo>
                  <a:pt x="393217" y="254838"/>
                </a:lnTo>
                <a:lnTo>
                  <a:pt x="397090" y="262318"/>
                </a:lnTo>
                <a:lnTo>
                  <a:pt x="400697" y="269798"/>
                </a:lnTo>
                <a:lnTo>
                  <a:pt x="404139" y="277558"/>
                </a:lnTo>
                <a:lnTo>
                  <a:pt x="416445" y="265582"/>
                </a:lnTo>
                <a:lnTo>
                  <a:pt x="428193" y="252603"/>
                </a:lnTo>
                <a:lnTo>
                  <a:pt x="439369" y="238772"/>
                </a:lnTo>
                <a:lnTo>
                  <a:pt x="449961" y="224218"/>
                </a:lnTo>
                <a:lnTo>
                  <a:pt x="449961" y="378244"/>
                </a:lnTo>
                <a:lnTo>
                  <a:pt x="480441" y="378244"/>
                </a:lnTo>
                <a:lnTo>
                  <a:pt x="480441" y="224218"/>
                </a:lnTo>
                <a:lnTo>
                  <a:pt x="480441" y="181457"/>
                </a:lnTo>
                <a:lnTo>
                  <a:pt x="488416" y="168859"/>
                </a:lnTo>
                <a:lnTo>
                  <a:pt x="496252" y="156108"/>
                </a:lnTo>
                <a:lnTo>
                  <a:pt x="503796" y="143090"/>
                </a:lnTo>
                <a:lnTo>
                  <a:pt x="510921" y="129628"/>
                </a:lnTo>
                <a:close/>
              </a:path>
              <a:path w="768985" h="378460">
                <a:moveTo>
                  <a:pt x="544449" y="109816"/>
                </a:moveTo>
                <a:lnTo>
                  <a:pt x="536168" y="99237"/>
                </a:lnTo>
                <a:lnTo>
                  <a:pt x="527304" y="88404"/>
                </a:lnTo>
                <a:lnTo>
                  <a:pt x="517880" y="77584"/>
                </a:lnTo>
                <a:lnTo>
                  <a:pt x="507873" y="67056"/>
                </a:lnTo>
                <a:lnTo>
                  <a:pt x="486537" y="82296"/>
                </a:lnTo>
                <a:lnTo>
                  <a:pt x="498868" y="98069"/>
                </a:lnTo>
                <a:lnTo>
                  <a:pt x="508635" y="110959"/>
                </a:lnTo>
                <a:lnTo>
                  <a:pt x="516115" y="120967"/>
                </a:lnTo>
                <a:lnTo>
                  <a:pt x="521589" y="128104"/>
                </a:lnTo>
                <a:lnTo>
                  <a:pt x="544449" y="109816"/>
                </a:lnTo>
                <a:close/>
              </a:path>
              <a:path w="768985" h="378460">
                <a:moveTo>
                  <a:pt x="591794" y="41148"/>
                </a:moveTo>
                <a:lnTo>
                  <a:pt x="481965" y="41148"/>
                </a:lnTo>
                <a:lnTo>
                  <a:pt x="486232" y="31242"/>
                </a:lnTo>
                <a:lnTo>
                  <a:pt x="494398" y="11569"/>
                </a:lnTo>
                <a:lnTo>
                  <a:pt x="498729" y="1524"/>
                </a:lnTo>
                <a:lnTo>
                  <a:pt x="465201" y="1524"/>
                </a:lnTo>
                <a:lnTo>
                  <a:pt x="450303" y="34404"/>
                </a:lnTo>
                <a:lnTo>
                  <a:pt x="432955" y="64592"/>
                </a:lnTo>
                <a:lnTo>
                  <a:pt x="413042" y="92214"/>
                </a:lnTo>
                <a:lnTo>
                  <a:pt x="390423" y="117436"/>
                </a:lnTo>
                <a:lnTo>
                  <a:pt x="411759" y="138772"/>
                </a:lnTo>
                <a:lnTo>
                  <a:pt x="427215" y="122212"/>
                </a:lnTo>
                <a:lnTo>
                  <a:pt x="441528" y="104635"/>
                </a:lnTo>
                <a:lnTo>
                  <a:pt x="454710" y="86194"/>
                </a:lnTo>
                <a:lnTo>
                  <a:pt x="466725" y="67056"/>
                </a:lnTo>
                <a:lnTo>
                  <a:pt x="507873" y="67056"/>
                </a:lnTo>
                <a:lnTo>
                  <a:pt x="591794" y="67056"/>
                </a:lnTo>
                <a:lnTo>
                  <a:pt x="591794" y="41148"/>
                </a:lnTo>
                <a:close/>
              </a:path>
              <a:path w="768985" h="378460">
                <a:moveTo>
                  <a:pt x="607034" y="285178"/>
                </a:moveTo>
                <a:lnTo>
                  <a:pt x="596430" y="268033"/>
                </a:lnTo>
                <a:lnTo>
                  <a:pt x="585114" y="250888"/>
                </a:lnTo>
                <a:lnTo>
                  <a:pt x="572909" y="233743"/>
                </a:lnTo>
                <a:lnTo>
                  <a:pt x="559689" y="216598"/>
                </a:lnTo>
                <a:lnTo>
                  <a:pt x="535305" y="233362"/>
                </a:lnTo>
                <a:lnTo>
                  <a:pt x="547573" y="251383"/>
                </a:lnTo>
                <a:lnTo>
                  <a:pt x="559130" y="268986"/>
                </a:lnTo>
                <a:lnTo>
                  <a:pt x="569849" y="286296"/>
                </a:lnTo>
                <a:lnTo>
                  <a:pt x="579602" y="303466"/>
                </a:lnTo>
                <a:lnTo>
                  <a:pt x="607034" y="285178"/>
                </a:lnTo>
                <a:close/>
              </a:path>
              <a:path w="768985" h="378460">
                <a:moveTo>
                  <a:pt x="713803" y="108292"/>
                </a:moveTo>
                <a:lnTo>
                  <a:pt x="706297" y="98818"/>
                </a:lnTo>
                <a:lnTo>
                  <a:pt x="697522" y="88785"/>
                </a:lnTo>
                <a:lnTo>
                  <a:pt x="687349" y="78206"/>
                </a:lnTo>
                <a:lnTo>
                  <a:pt x="675614" y="67056"/>
                </a:lnTo>
                <a:lnTo>
                  <a:pt x="654278" y="82296"/>
                </a:lnTo>
                <a:lnTo>
                  <a:pt x="664273" y="93713"/>
                </a:lnTo>
                <a:lnTo>
                  <a:pt x="673709" y="105016"/>
                </a:lnTo>
                <a:lnTo>
                  <a:pt x="682561" y="116027"/>
                </a:lnTo>
                <a:lnTo>
                  <a:pt x="690854" y="126580"/>
                </a:lnTo>
                <a:lnTo>
                  <a:pt x="713803" y="108292"/>
                </a:lnTo>
                <a:close/>
              </a:path>
              <a:path w="768985" h="378460">
                <a:moveTo>
                  <a:pt x="768667" y="175348"/>
                </a:moveTo>
                <a:lnTo>
                  <a:pt x="703046" y="175348"/>
                </a:lnTo>
                <a:lnTo>
                  <a:pt x="703046" y="129628"/>
                </a:lnTo>
                <a:lnTo>
                  <a:pt x="672566" y="129628"/>
                </a:lnTo>
                <a:lnTo>
                  <a:pt x="672566" y="175348"/>
                </a:lnTo>
                <a:lnTo>
                  <a:pt x="504825" y="175348"/>
                </a:lnTo>
                <a:lnTo>
                  <a:pt x="504825" y="202882"/>
                </a:lnTo>
                <a:lnTo>
                  <a:pt x="672566" y="202882"/>
                </a:lnTo>
                <a:lnTo>
                  <a:pt x="672566" y="326428"/>
                </a:lnTo>
                <a:lnTo>
                  <a:pt x="671398" y="335546"/>
                </a:lnTo>
                <a:lnTo>
                  <a:pt x="667804" y="342239"/>
                </a:lnTo>
                <a:lnTo>
                  <a:pt x="661631" y="346354"/>
                </a:lnTo>
                <a:lnTo>
                  <a:pt x="652754" y="347764"/>
                </a:lnTo>
                <a:lnTo>
                  <a:pt x="639889" y="347472"/>
                </a:lnTo>
                <a:lnTo>
                  <a:pt x="626465" y="346621"/>
                </a:lnTo>
                <a:lnTo>
                  <a:pt x="612457" y="345186"/>
                </a:lnTo>
                <a:lnTo>
                  <a:pt x="597890" y="343192"/>
                </a:lnTo>
                <a:lnTo>
                  <a:pt x="599884" y="352044"/>
                </a:lnTo>
                <a:lnTo>
                  <a:pt x="601319" y="360337"/>
                </a:lnTo>
                <a:lnTo>
                  <a:pt x="602170" y="368046"/>
                </a:lnTo>
                <a:lnTo>
                  <a:pt x="602462" y="375196"/>
                </a:lnTo>
                <a:lnTo>
                  <a:pt x="616432" y="376072"/>
                </a:lnTo>
                <a:lnTo>
                  <a:pt x="630847" y="376529"/>
                </a:lnTo>
                <a:lnTo>
                  <a:pt x="660374" y="376720"/>
                </a:lnTo>
                <a:lnTo>
                  <a:pt x="679246" y="373862"/>
                </a:lnTo>
                <a:lnTo>
                  <a:pt x="692569" y="365290"/>
                </a:lnTo>
                <a:lnTo>
                  <a:pt x="700443" y="351002"/>
                </a:lnTo>
                <a:lnTo>
                  <a:pt x="700862" y="347764"/>
                </a:lnTo>
                <a:lnTo>
                  <a:pt x="703046" y="331000"/>
                </a:lnTo>
                <a:lnTo>
                  <a:pt x="703046" y="202882"/>
                </a:lnTo>
                <a:lnTo>
                  <a:pt x="768667" y="202882"/>
                </a:lnTo>
                <a:lnTo>
                  <a:pt x="768667" y="175348"/>
                </a:lnTo>
                <a:close/>
              </a:path>
              <a:path w="768985" h="378460">
                <a:moveTo>
                  <a:pt x="768667" y="41148"/>
                </a:moveTo>
                <a:lnTo>
                  <a:pt x="645134" y="41148"/>
                </a:lnTo>
                <a:lnTo>
                  <a:pt x="654088" y="21336"/>
                </a:lnTo>
                <a:lnTo>
                  <a:pt x="658202" y="11569"/>
                </a:lnTo>
                <a:lnTo>
                  <a:pt x="661898" y="1524"/>
                </a:lnTo>
                <a:lnTo>
                  <a:pt x="629894" y="1524"/>
                </a:lnTo>
                <a:lnTo>
                  <a:pt x="617004" y="31242"/>
                </a:lnTo>
                <a:lnTo>
                  <a:pt x="601116" y="60972"/>
                </a:lnTo>
                <a:lnTo>
                  <a:pt x="582053" y="90716"/>
                </a:lnTo>
                <a:lnTo>
                  <a:pt x="559689" y="120484"/>
                </a:lnTo>
                <a:lnTo>
                  <a:pt x="567156" y="126187"/>
                </a:lnTo>
                <a:lnTo>
                  <a:pt x="573646" y="131724"/>
                </a:lnTo>
                <a:lnTo>
                  <a:pt x="579272" y="136994"/>
                </a:lnTo>
                <a:lnTo>
                  <a:pt x="584174" y="141820"/>
                </a:lnTo>
                <a:lnTo>
                  <a:pt x="597357" y="124142"/>
                </a:lnTo>
                <a:lnTo>
                  <a:pt x="609701" y="105587"/>
                </a:lnTo>
                <a:lnTo>
                  <a:pt x="621461" y="86448"/>
                </a:lnTo>
                <a:lnTo>
                  <a:pt x="632942" y="67056"/>
                </a:lnTo>
                <a:lnTo>
                  <a:pt x="675614" y="67056"/>
                </a:lnTo>
                <a:lnTo>
                  <a:pt x="768667" y="67056"/>
                </a:lnTo>
                <a:lnTo>
                  <a:pt x="768667" y="41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107400" y="2340012"/>
            <a:ext cx="327025" cy="375285"/>
          </a:xfrm>
          <a:custGeom>
            <a:avLst/>
            <a:gdLst/>
            <a:ahLst/>
            <a:cxnLst/>
            <a:rect l="l" t="t" r="r" b="b"/>
            <a:pathLst>
              <a:path w="327025" h="375285">
                <a:moveTo>
                  <a:pt x="178409" y="0"/>
                </a:moveTo>
                <a:lnTo>
                  <a:pt x="147929" y="0"/>
                </a:lnTo>
                <a:lnTo>
                  <a:pt x="147929" y="44196"/>
                </a:lnTo>
                <a:lnTo>
                  <a:pt x="178409" y="44196"/>
                </a:lnTo>
                <a:lnTo>
                  <a:pt x="178409" y="0"/>
                </a:lnTo>
                <a:close/>
              </a:path>
              <a:path w="327025" h="375285">
                <a:moveTo>
                  <a:pt x="326428" y="189064"/>
                </a:moveTo>
                <a:lnTo>
                  <a:pt x="178409" y="189064"/>
                </a:lnTo>
                <a:lnTo>
                  <a:pt x="178409" y="148424"/>
                </a:lnTo>
                <a:lnTo>
                  <a:pt x="279082" y="148424"/>
                </a:lnTo>
                <a:lnTo>
                  <a:pt x="279082" y="161632"/>
                </a:lnTo>
                <a:lnTo>
                  <a:pt x="309562" y="161632"/>
                </a:lnTo>
                <a:lnTo>
                  <a:pt x="309562" y="44284"/>
                </a:lnTo>
                <a:lnTo>
                  <a:pt x="279082" y="44284"/>
                </a:lnTo>
                <a:lnTo>
                  <a:pt x="279082" y="72224"/>
                </a:lnTo>
                <a:lnTo>
                  <a:pt x="279082" y="121754"/>
                </a:lnTo>
                <a:lnTo>
                  <a:pt x="178409" y="121754"/>
                </a:lnTo>
                <a:lnTo>
                  <a:pt x="178409" y="72224"/>
                </a:lnTo>
                <a:lnTo>
                  <a:pt x="279082" y="72224"/>
                </a:lnTo>
                <a:lnTo>
                  <a:pt x="279082" y="44284"/>
                </a:lnTo>
                <a:lnTo>
                  <a:pt x="147929" y="44284"/>
                </a:lnTo>
                <a:lnTo>
                  <a:pt x="147929" y="72224"/>
                </a:lnTo>
                <a:lnTo>
                  <a:pt x="147929" y="121754"/>
                </a:lnTo>
                <a:lnTo>
                  <a:pt x="47345" y="121754"/>
                </a:lnTo>
                <a:lnTo>
                  <a:pt x="47345" y="72224"/>
                </a:lnTo>
                <a:lnTo>
                  <a:pt x="147929" y="72224"/>
                </a:lnTo>
                <a:lnTo>
                  <a:pt x="147929" y="44284"/>
                </a:lnTo>
                <a:lnTo>
                  <a:pt x="16764" y="44284"/>
                </a:lnTo>
                <a:lnTo>
                  <a:pt x="16764" y="72224"/>
                </a:lnTo>
                <a:lnTo>
                  <a:pt x="16764" y="121754"/>
                </a:lnTo>
                <a:lnTo>
                  <a:pt x="16764" y="148424"/>
                </a:lnTo>
                <a:lnTo>
                  <a:pt x="16764" y="161124"/>
                </a:lnTo>
                <a:lnTo>
                  <a:pt x="47345" y="161124"/>
                </a:lnTo>
                <a:lnTo>
                  <a:pt x="47345" y="148424"/>
                </a:lnTo>
                <a:lnTo>
                  <a:pt x="147929" y="148424"/>
                </a:lnTo>
                <a:lnTo>
                  <a:pt x="147929" y="189064"/>
                </a:lnTo>
                <a:lnTo>
                  <a:pt x="0" y="189064"/>
                </a:lnTo>
                <a:lnTo>
                  <a:pt x="0" y="214464"/>
                </a:lnTo>
                <a:lnTo>
                  <a:pt x="0" y="274154"/>
                </a:lnTo>
                <a:lnTo>
                  <a:pt x="0" y="302094"/>
                </a:lnTo>
                <a:lnTo>
                  <a:pt x="0" y="316064"/>
                </a:lnTo>
                <a:lnTo>
                  <a:pt x="30480" y="316064"/>
                </a:lnTo>
                <a:lnTo>
                  <a:pt x="30480" y="302094"/>
                </a:lnTo>
                <a:lnTo>
                  <a:pt x="147929" y="302094"/>
                </a:lnTo>
                <a:lnTo>
                  <a:pt x="147929" y="375196"/>
                </a:lnTo>
                <a:lnTo>
                  <a:pt x="178409" y="375196"/>
                </a:lnTo>
                <a:lnTo>
                  <a:pt x="178409" y="302094"/>
                </a:lnTo>
                <a:lnTo>
                  <a:pt x="295846" y="302094"/>
                </a:lnTo>
                <a:lnTo>
                  <a:pt x="295846" y="315760"/>
                </a:lnTo>
                <a:lnTo>
                  <a:pt x="326428" y="315760"/>
                </a:lnTo>
                <a:lnTo>
                  <a:pt x="326428" y="215074"/>
                </a:lnTo>
                <a:lnTo>
                  <a:pt x="295846" y="215074"/>
                </a:lnTo>
                <a:lnTo>
                  <a:pt x="295846" y="274154"/>
                </a:lnTo>
                <a:lnTo>
                  <a:pt x="178409" y="274154"/>
                </a:lnTo>
                <a:lnTo>
                  <a:pt x="178409" y="215074"/>
                </a:lnTo>
                <a:lnTo>
                  <a:pt x="147929" y="215074"/>
                </a:lnTo>
                <a:lnTo>
                  <a:pt x="147929" y="274154"/>
                </a:lnTo>
                <a:lnTo>
                  <a:pt x="30480" y="274154"/>
                </a:lnTo>
                <a:lnTo>
                  <a:pt x="30480" y="214464"/>
                </a:lnTo>
                <a:lnTo>
                  <a:pt x="326428" y="214464"/>
                </a:lnTo>
                <a:lnTo>
                  <a:pt x="326428" y="1890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525267" y="2617565"/>
            <a:ext cx="59690" cy="100965"/>
          </a:xfrm>
          <a:custGeom>
            <a:avLst/>
            <a:gdLst/>
            <a:ahLst/>
            <a:cxnLst/>
            <a:rect l="l" t="t" r="r" b="b"/>
            <a:pathLst>
              <a:path w="59689" h="100964">
                <a:moveTo>
                  <a:pt x="27431" y="100679"/>
                </a:moveTo>
                <a:lnTo>
                  <a:pt x="0" y="100679"/>
                </a:lnTo>
                <a:lnTo>
                  <a:pt x="24383" y="0"/>
                </a:lnTo>
                <a:lnTo>
                  <a:pt x="59531" y="0"/>
                </a:lnTo>
                <a:lnTo>
                  <a:pt x="27431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865405" y="2336958"/>
            <a:ext cx="379730" cy="380365"/>
          </a:xfrm>
          <a:custGeom>
            <a:avLst/>
            <a:gdLst/>
            <a:ahLst/>
            <a:cxnLst/>
            <a:rect l="l" t="t" r="r" b="b"/>
            <a:pathLst>
              <a:path w="379730" h="380364">
                <a:moveTo>
                  <a:pt x="239725" y="292798"/>
                </a:moveTo>
                <a:lnTo>
                  <a:pt x="189071" y="292798"/>
                </a:lnTo>
                <a:lnTo>
                  <a:pt x="211099" y="278487"/>
                </a:lnTo>
                <a:lnTo>
                  <a:pt x="231564" y="262890"/>
                </a:lnTo>
                <a:lnTo>
                  <a:pt x="250619" y="245864"/>
                </a:lnTo>
                <a:lnTo>
                  <a:pt x="268414" y="227266"/>
                </a:lnTo>
                <a:lnTo>
                  <a:pt x="45720" y="227266"/>
                </a:lnTo>
                <a:lnTo>
                  <a:pt x="45720" y="201358"/>
                </a:lnTo>
                <a:lnTo>
                  <a:pt x="304990" y="201358"/>
                </a:lnTo>
                <a:lnTo>
                  <a:pt x="304990" y="227266"/>
                </a:lnTo>
                <a:lnTo>
                  <a:pt x="285830" y="250389"/>
                </a:lnTo>
                <a:lnTo>
                  <a:pt x="264937" y="271664"/>
                </a:lnTo>
                <a:lnTo>
                  <a:pt x="242330" y="290957"/>
                </a:lnTo>
                <a:lnTo>
                  <a:pt x="239725" y="292798"/>
                </a:lnTo>
                <a:close/>
              </a:path>
              <a:path w="379730" h="380364">
                <a:moveTo>
                  <a:pt x="19812" y="379761"/>
                </a:moveTo>
                <a:lnTo>
                  <a:pt x="15216" y="372903"/>
                </a:lnTo>
                <a:lnTo>
                  <a:pt x="10477" y="366045"/>
                </a:lnTo>
                <a:lnTo>
                  <a:pt x="5453" y="359187"/>
                </a:lnTo>
                <a:lnTo>
                  <a:pt x="0" y="352329"/>
                </a:lnTo>
                <a:lnTo>
                  <a:pt x="47735" y="342852"/>
                </a:lnTo>
                <a:lnTo>
                  <a:pt x="90344" y="332517"/>
                </a:lnTo>
                <a:lnTo>
                  <a:pt x="127810" y="321040"/>
                </a:lnTo>
                <a:lnTo>
                  <a:pt x="160115" y="308133"/>
                </a:lnTo>
                <a:lnTo>
                  <a:pt x="140335" y="290957"/>
                </a:lnTo>
                <a:lnTo>
                  <a:pt x="121967" y="271664"/>
                </a:lnTo>
                <a:lnTo>
                  <a:pt x="104742" y="250389"/>
                </a:lnTo>
                <a:lnTo>
                  <a:pt x="88392" y="227266"/>
                </a:lnTo>
                <a:lnTo>
                  <a:pt x="123539" y="227266"/>
                </a:lnTo>
                <a:lnTo>
                  <a:pt x="138064" y="246935"/>
                </a:lnTo>
                <a:lnTo>
                  <a:pt x="154019" y="264604"/>
                </a:lnTo>
                <a:lnTo>
                  <a:pt x="171116" y="279987"/>
                </a:lnTo>
                <a:lnTo>
                  <a:pt x="189071" y="292798"/>
                </a:lnTo>
                <a:lnTo>
                  <a:pt x="239725" y="292798"/>
                </a:lnTo>
                <a:lnTo>
                  <a:pt x="218027" y="308133"/>
                </a:lnTo>
                <a:lnTo>
                  <a:pt x="251253" y="321587"/>
                </a:lnTo>
                <a:lnTo>
                  <a:pt x="262938" y="324897"/>
                </a:lnTo>
                <a:lnTo>
                  <a:pt x="189071" y="324897"/>
                </a:lnTo>
                <a:lnTo>
                  <a:pt x="153623" y="341185"/>
                </a:lnTo>
                <a:lnTo>
                  <a:pt x="113585" y="355758"/>
                </a:lnTo>
                <a:lnTo>
                  <a:pt x="68975" y="368617"/>
                </a:lnTo>
                <a:lnTo>
                  <a:pt x="19812" y="379761"/>
                </a:lnTo>
                <a:close/>
              </a:path>
              <a:path w="379730" h="380364">
                <a:moveTo>
                  <a:pt x="358330" y="378237"/>
                </a:moveTo>
                <a:lnTo>
                  <a:pt x="309166" y="369689"/>
                </a:lnTo>
                <a:lnTo>
                  <a:pt x="264556" y="357854"/>
                </a:lnTo>
                <a:lnTo>
                  <a:pt x="224472" y="342852"/>
                </a:lnTo>
                <a:lnTo>
                  <a:pt x="189071" y="324897"/>
                </a:lnTo>
                <a:lnTo>
                  <a:pt x="262938" y="324897"/>
                </a:lnTo>
                <a:lnTo>
                  <a:pt x="289167" y="332327"/>
                </a:lnTo>
                <a:lnTo>
                  <a:pt x="331920" y="340494"/>
                </a:lnTo>
                <a:lnTo>
                  <a:pt x="379666" y="346233"/>
                </a:lnTo>
                <a:lnTo>
                  <a:pt x="373118" y="355092"/>
                </a:lnTo>
                <a:lnTo>
                  <a:pt x="367284" y="363378"/>
                </a:lnTo>
                <a:lnTo>
                  <a:pt x="362307" y="371094"/>
                </a:lnTo>
                <a:lnTo>
                  <a:pt x="358330" y="378237"/>
                </a:lnTo>
                <a:close/>
              </a:path>
              <a:path w="379730" h="380364">
                <a:moveTo>
                  <a:pt x="199739" y="50292"/>
                </a:moveTo>
                <a:lnTo>
                  <a:pt x="182975" y="50292"/>
                </a:lnTo>
                <a:lnTo>
                  <a:pt x="176617" y="39409"/>
                </a:lnTo>
                <a:lnTo>
                  <a:pt x="170973" y="29527"/>
                </a:lnTo>
                <a:lnTo>
                  <a:pt x="165615" y="20502"/>
                </a:lnTo>
                <a:lnTo>
                  <a:pt x="160115" y="12192"/>
                </a:lnTo>
                <a:lnTo>
                  <a:pt x="187547" y="0"/>
                </a:lnTo>
                <a:lnTo>
                  <a:pt x="196738" y="13096"/>
                </a:lnTo>
                <a:lnTo>
                  <a:pt x="203930" y="24765"/>
                </a:lnTo>
                <a:lnTo>
                  <a:pt x="209407" y="34718"/>
                </a:lnTo>
                <a:lnTo>
                  <a:pt x="213455" y="42672"/>
                </a:lnTo>
                <a:lnTo>
                  <a:pt x="199739" y="50292"/>
                </a:lnTo>
                <a:close/>
              </a:path>
              <a:path w="379730" h="380364">
                <a:moveTo>
                  <a:pt x="373570" y="77724"/>
                </a:moveTo>
                <a:lnTo>
                  <a:pt x="7620" y="77724"/>
                </a:lnTo>
                <a:lnTo>
                  <a:pt x="7620" y="50292"/>
                </a:lnTo>
                <a:lnTo>
                  <a:pt x="373570" y="50292"/>
                </a:lnTo>
                <a:lnTo>
                  <a:pt x="373570" y="77724"/>
                </a:lnTo>
                <a:close/>
              </a:path>
              <a:path w="379730" h="380364">
                <a:moveTo>
                  <a:pt x="158591" y="184499"/>
                </a:moveTo>
                <a:lnTo>
                  <a:pt x="129635" y="184499"/>
                </a:lnTo>
                <a:lnTo>
                  <a:pt x="129635" y="77724"/>
                </a:lnTo>
                <a:lnTo>
                  <a:pt x="158591" y="77724"/>
                </a:lnTo>
                <a:lnTo>
                  <a:pt x="158591" y="184499"/>
                </a:lnTo>
                <a:close/>
              </a:path>
              <a:path w="379730" h="380364">
                <a:moveTo>
                  <a:pt x="250031" y="182975"/>
                </a:moveTo>
                <a:lnTo>
                  <a:pt x="219551" y="182975"/>
                </a:lnTo>
                <a:lnTo>
                  <a:pt x="219551" y="77724"/>
                </a:lnTo>
                <a:lnTo>
                  <a:pt x="250031" y="77724"/>
                </a:lnTo>
                <a:lnTo>
                  <a:pt x="250031" y="182975"/>
                </a:lnTo>
                <a:close/>
              </a:path>
              <a:path w="379730" h="380364">
                <a:moveTo>
                  <a:pt x="24384" y="199739"/>
                </a:moveTo>
                <a:lnTo>
                  <a:pt x="19550" y="194048"/>
                </a:lnTo>
                <a:lnTo>
                  <a:pt x="14287" y="188499"/>
                </a:lnTo>
                <a:lnTo>
                  <a:pt x="8739" y="183237"/>
                </a:lnTo>
                <a:lnTo>
                  <a:pt x="3048" y="178403"/>
                </a:lnTo>
                <a:lnTo>
                  <a:pt x="22431" y="159805"/>
                </a:lnTo>
                <a:lnTo>
                  <a:pt x="41529" y="140493"/>
                </a:lnTo>
                <a:lnTo>
                  <a:pt x="60075" y="120300"/>
                </a:lnTo>
                <a:lnTo>
                  <a:pt x="77724" y="99155"/>
                </a:lnTo>
                <a:lnTo>
                  <a:pt x="100584" y="117443"/>
                </a:lnTo>
                <a:lnTo>
                  <a:pt x="81391" y="139731"/>
                </a:lnTo>
                <a:lnTo>
                  <a:pt x="62484" y="160877"/>
                </a:lnTo>
                <a:lnTo>
                  <a:pt x="43576" y="180879"/>
                </a:lnTo>
                <a:lnTo>
                  <a:pt x="24384" y="199739"/>
                </a:lnTo>
                <a:close/>
              </a:path>
              <a:path w="379730" h="380364">
                <a:moveTo>
                  <a:pt x="350710" y="198215"/>
                </a:moveTo>
                <a:lnTo>
                  <a:pt x="332136" y="177665"/>
                </a:lnTo>
                <a:lnTo>
                  <a:pt x="312991" y="157257"/>
                </a:lnTo>
                <a:lnTo>
                  <a:pt x="293274" y="137136"/>
                </a:lnTo>
                <a:lnTo>
                  <a:pt x="272986" y="117443"/>
                </a:lnTo>
                <a:lnTo>
                  <a:pt x="294322" y="99155"/>
                </a:lnTo>
                <a:lnTo>
                  <a:pt x="317231" y="120324"/>
                </a:lnTo>
                <a:lnTo>
                  <a:pt x="337947" y="140303"/>
                </a:lnTo>
                <a:lnTo>
                  <a:pt x="356687" y="159162"/>
                </a:lnTo>
                <a:lnTo>
                  <a:pt x="373570" y="176879"/>
                </a:lnTo>
                <a:lnTo>
                  <a:pt x="350710" y="19821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257258" y="2510218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60" h="191769">
                <a:moveTo>
                  <a:pt x="378244" y="171450"/>
                </a:moveTo>
                <a:lnTo>
                  <a:pt x="202882" y="171450"/>
                </a:lnTo>
                <a:lnTo>
                  <a:pt x="202882" y="150114"/>
                </a:lnTo>
                <a:lnTo>
                  <a:pt x="356908" y="150114"/>
                </a:lnTo>
                <a:lnTo>
                  <a:pt x="356908" y="130213"/>
                </a:lnTo>
                <a:lnTo>
                  <a:pt x="202882" y="130213"/>
                </a:lnTo>
                <a:lnTo>
                  <a:pt x="202882" y="107950"/>
                </a:lnTo>
                <a:lnTo>
                  <a:pt x="294424" y="107950"/>
                </a:lnTo>
                <a:lnTo>
                  <a:pt x="294424" y="118021"/>
                </a:lnTo>
                <a:lnTo>
                  <a:pt x="320332" y="118021"/>
                </a:lnTo>
                <a:lnTo>
                  <a:pt x="320332" y="107950"/>
                </a:lnTo>
                <a:lnTo>
                  <a:pt x="320332" y="107353"/>
                </a:lnTo>
                <a:lnTo>
                  <a:pt x="320332" y="87630"/>
                </a:lnTo>
                <a:lnTo>
                  <a:pt x="85445" y="87630"/>
                </a:lnTo>
                <a:lnTo>
                  <a:pt x="85445" y="63500"/>
                </a:lnTo>
                <a:lnTo>
                  <a:pt x="175450" y="63500"/>
                </a:lnTo>
                <a:lnTo>
                  <a:pt x="175450" y="87541"/>
                </a:lnTo>
                <a:lnTo>
                  <a:pt x="202882" y="87541"/>
                </a:lnTo>
                <a:lnTo>
                  <a:pt x="202882" y="63500"/>
                </a:lnTo>
                <a:lnTo>
                  <a:pt x="294424" y="63500"/>
                </a:lnTo>
                <a:lnTo>
                  <a:pt x="294424" y="87541"/>
                </a:lnTo>
                <a:lnTo>
                  <a:pt x="320332" y="87541"/>
                </a:lnTo>
                <a:lnTo>
                  <a:pt x="320332" y="20383"/>
                </a:lnTo>
                <a:lnTo>
                  <a:pt x="294424" y="20383"/>
                </a:lnTo>
                <a:lnTo>
                  <a:pt x="294424" y="44450"/>
                </a:lnTo>
                <a:lnTo>
                  <a:pt x="202882" y="44450"/>
                </a:lnTo>
                <a:lnTo>
                  <a:pt x="202882" y="20383"/>
                </a:lnTo>
                <a:lnTo>
                  <a:pt x="175450" y="20383"/>
                </a:lnTo>
                <a:lnTo>
                  <a:pt x="175450" y="44450"/>
                </a:lnTo>
                <a:lnTo>
                  <a:pt x="85445" y="44450"/>
                </a:lnTo>
                <a:lnTo>
                  <a:pt x="85445" y="20320"/>
                </a:lnTo>
                <a:lnTo>
                  <a:pt x="320332" y="20320"/>
                </a:lnTo>
                <a:lnTo>
                  <a:pt x="320332" y="0"/>
                </a:lnTo>
                <a:lnTo>
                  <a:pt x="59537" y="0"/>
                </a:lnTo>
                <a:lnTo>
                  <a:pt x="59537" y="20320"/>
                </a:lnTo>
                <a:lnTo>
                  <a:pt x="59537" y="44450"/>
                </a:lnTo>
                <a:lnTo>
                  <a:pt x="59537" y="63500"/>
                </a:lnTo>
                <a:lnTo>
                  <a:pt x="59537" y="87630"/>
                </a:lnTo>
                <a:lnTo>
                  <a:pt x="59537" y="107950"/>
                </a:lnTo>
                <a:lnTo>
                  <a:pt x="59537" y="118110"/>
                </a:lnTo>
                <a:lnTo>
                  <a:pt x="85445" y="118110"/>
                </a:lnTo>
                <a:lnTo>
                  <a:pt x="85445" y="107950"/>
                </a:lnTo>
                <a:lnTo>
                  <a:pt x="175450" y="107950"/>
                </a:lnTo>
                <a:lnTo>
                  <a:pt x="175450" y="130213"/>
                </a:lnTo>
                <a:lnTo>
                  <a:pt x="22961" y="130213"/>
                </a:lnTo>
                <a:lnTo>
                  <a:pt x="22961" y="150114"/>
                </a:lnTo>
                <a:lnTo>
                  <a:pt x="175450" y="150114"/>
                </a:lnTo>
                <a:lnTo>
                  <a:pt x="175450" y="171450"/>
                </a:lnTo>
                <a:lnTo>
                  <a:pt x="0" y="171450"/>
                </a:lnTo>
                <a:lnTo>
                  <a:pt x="0" y="191274"/>
                </a:lnTo>
                <a:lnTo>
                  <a:pt x="378244" y="191274"/>
                </a:lnTo>
                <a:lnTo>
                  <a:pt x="378244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60407" y="2354008"/>
            <a:ext cx="374015" cy="139065"/>
          </a:xfrm>
          <a:custGeom>
            <a:avLst/>
            <a:gdLst/>
            <a:ahLst/>
            <a:cxnLst/>
            <a:rect l="l" t="t" r="r" b="b"/>
            <a:pathLst>
              <a:path w="374014" h="139064">
                <a:moveTo>
                  <a:pt x="315658" y="0"/>
                </a:moveTo>
                <a:lnTo>
                  <a:pt x="59436" y="0"/>
                </a:lnTo>
                <a:lnTo>
                  <a:pt x="59436" y="19050"/>
                </a:lnTo>
                <a:lnTo>
                  <a:pt x="59436" y="40640"/>
                </a:lnTo>
                <a:lnTo>
                  <a:pt x="59436" y="59690"/>
                </a:lnTo>
                <a:lnTo>
                  <a:pt x="59436" y="78740"/>
                </a:lnTo>
                <a:lnTo>
                  <a:pt x="59436" y="99060"/>
                </a:lnTo>
                <a:lnTo>
                  <a:pt x="59436" y="109220"/>
                </a:lnTo>
                <a:lnTo>
                  <a:pt x="85344" y="109220"/>
                </a:lnTo>
                <a:lnTo>
                  <a:pt x="85344" y="99060"/>
                </a:lnTo>
                <a:lnTo>
                  <a:pt x="289750" y="99060"/>
                </a:lnTo>
                <a:lnTo>
                  <a:pt x="289750" y="109537"/>
                </a:lnTo>
                <a:lnTo>
                  <a:pt x="315658" y="109537"/>
                </a:lnTo>
                <a:lnTo>
                  <a:pt x="315658" y="19532"/>
                </a:lnTo>
                <a:lnTo>
                  <a:pt x="289750" y="19532"/>
                </a:lnTo>
                <a:lnTo>
                  <a:pt x="289750" y="40640"/>
                </a:lnTo>
                <a:lnTo>
                  <a:pt x="289750" y="59690"/>
                </a:lnTo>
                <a:lnTo>
                  <a:pt x="289750" y="78740"/>
                </a:lnTo>
                <a:lnTo>
                  <a:pt x="85344" y="78740"/>
                </a:lnTo>
                <a:lnTo>
                  <a:pt x="85344" y="59690"/>
                </a:lnTo>
                <a:lnTo>
                  <a:pt x="289750" y="59690"/>
                </a:lnTo>
                <a:lnTo>
                  <a:pt x="289750" y="40640"/>
                </a:lnTo>
                <a:lnTo>
                  <a:pt x="85344" y="40640"/>
                </a:lnTo>
                <a:lnTo>
                  <a:pt x="85344" y="19050"/>
                </a:lnTo>
                <a:lnTo>
                  <a:pt x="315658" y="19050"/>
                </a:lnTo>
                <a:lnTo>
                  <a:pt x="315658" y="0"/>
                </a:lnTo>
                <a:close/>
              </a:path>
              <a:path w="374014" h="139064">
                <a:moveTo>
                  <a:pt x="373570" y="117157"/>
                </a:moveTo>
                <a:lnTo>
                  <a:pt x="0" y="117157"/>
                </a:lnTo>
                <a:lnTo>
                  <a:pt x="0" y="138493"/>
                </a:lnTo>
                <a:lnTo>
                  <a:pt x="373570" y="138493"/>
                </a:lnTo>
                <a:lnTo>
                  <a:pt x="373570" y="11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701129" y="2617565"/>
            <a:ext cx="59690" cy="100965"/>
          </a:xfrm>
          <a:custGeom>
            <a:avLst/>
            <a:gdLst/>
            <a:ahLst/>
            <a:cxnLst/>
            <a:rect l="l" t="t" r="r" b="b"/>
            <a:pathLst>
              <a:path w="59689" h="100964">
                <a:moveTo>
                  <a:pt x="27431" y="100679"/>
                </a:moveTo>
                <a:lnTo>
                  <a:pt x="0" y="100679"/>
                </a:lnTo>
                <a:lnTo>
                  <a:pt x="24383" y="0"/>
                </a:lnTo>
                <a:lnTo>
                  <a:pt x="59436" y="0"/>
                </a:lnTo>
                <a:lnTo>
                  <a:pt x="27431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054887" y="2340006"/>
            <a:ext cx="349885" cy="377190"/>
          </a:xfrm>
          <a:custGeom>
            <a:avLst/>
            <a:gdLst/>
            <a:ahLst/>
            <a:cxnLst/>
            <a:rect l="l" t="t" r="r" b="b"/>
            <a:pathLst>
              <a:path w="349885" h="377189">
                <a:moveTo>
                  <a:pt x="190690" y="67056"/>
                </a:moveTo>
                <a:lnTo>
                  <a:pt x="160115" y="67056"/>
                </a:lnTo>
                <a:lnTo>
                  <a:pt x="160115" y="0"/>
                </a:lnTo>
                <a:lnTo>
                  <a:pt x="190690" y="0"/>
                </a:lnTo>
                <a:lnTo>
                  <a:pt x="190690" y="67056"/>
                </a:lnTo>
                <a:close/>
              </a:path>
              <a:path w="349885" h="377189">
                <a:moveTo>
                  <a:pt x="262318" y="67056"/>
                </a:moveTo>
                <a:lnTo>
                  <a:pt x="253174" y="67056"/>
                </a:lnTo>
                <a:lnTo>
                  <a:pt x="237934" y="47244"/>
                </a:lnTo>
                <a:lnTo>
                  <a:pt x="253650" y="36695"/>
                </a:lnTo>
                <a:lnTo>
                  <a:pt x="268795" y="25717"/>
                </a:lnTo>
                <a:lnTo>
                  <a:pt x="283368" y="14454"/>
                </a:lnTo>
                <a:lnTo>
                  <a:pt x="297370" y="3048"/>
                </a:lnTo>
                <a:lnTo>
                  <a:pt x="320325" y="25908"/>
                </a:lnTo>
                <a:lnTo>
                  <a:pt x="306292" y="36195"/>
                </a:lnTo>
                <a:lnTo>
                  <a:pt x="291857" y="46482"/>
                </a:lnTo>
                <a:lnTo>
                  <a:pt x="262318" y="67056"/>
                </a:lnTo>
                <a:close/>
              </a:path>
              <a:path w="349885" h="377189">
                <a:moveTo>
                  <a:pt x="93059" y="67056"/>
                </a:moveTo>
                <a:lnTo>
                  <a:pt x="91535" y="67056"/>
                </a:lnTo>
                <a:lnTo>
                  <a:pt x="78057" y="55887"/>
                </a:lnTo>
                <a:lnTo>
                  <a:pt x="64865" y="45148"/>
                </a:lnTo>
                <a:lnTo>
                  <a:pt x="51673" y="34694"/>
                </a:lnTo>
                <a:lnTo>
                  <a:pt x="38195" y="24384"/>
                </a:lnTo>
                <a:lnTo>
                  <a:pt x="54959" y="4572"/>
                </a:lnTo>
                <a:lnTo>
                  <a:pt x="69580" y="13977"/>
                </a:lnTo>
                <a:lnTo>
                  <a:pt x="83915" y="23812"/>
                </a:lnTo>
                <a:lnTo>
                  <a:pt x="112871" y="44196"/>
                </a:lnTo>
                <a:lnTo>
                  <a:pt x="93059" y="67056"/>
                </a:lnTo>
                <a:close/>
              </a:path>
              <a:path w="349885" h="377189">
                <a:moveTo>
                  <a:pt x="30480" y="134207"/>
                </a:moveTo>
                <a:lnTo>
                  <a:pt x="0" y="134207"/>
                </a:lnTo>
                <a:lnTo>
                  <a:pt x="0" y="67056"/>
                </a:lnTo>
                <a:lnTo>
                  <a:pt x="349281" y="67056"/>
                </a:lnTo>
                <a:lnTo>
                  <a:pt x="349281" y="92964"/>
                </a:lnTo>
                <a:lnTo>
                  <a:pt x="30480" y="92964"/>
                </a:lnTo>
                <a:lnTo>
                  <a:pt x="30480" y="134207"/>
                </a:lnTo>
                <a:close/>
              </a:path>
              <a:path w="349885" h="377189">
                <a:moveTo>
                  <a:pt x="349281" y="134207"/>
                </a:moveTo>
                <a:lnTo>
                  <a:pt x="320325" y="134207"/>
                </a:lnTo>
                <a:lnTo>
                  <a:pt x="320325" y="92964"/>
                </a:lnTo>
                <a:lnTo>
                  <a:pt x="349281" y="92964"/>
                </a:lnTo>
                <a:lnTo>
                  <a:pt x="349281" y="134207"/>
                </a:lnTo>
                <a:close/>
              </a:path>
              <a:path w="349885" h="377189">
                <a:moveTo>
                  <a:pt x="85439" y="216598"/>
                </a:moveTo>
                <a:lnTo>
                  <a:pt x="56483" y="216598"/>
                </a:lnTo>
                <a:lnTo>
                  <a:pt x="56483" y="118967"/>
                </a:lnTo>
                <a:lnTo>
                  <a:pt x="295846" y="118967"/>
                </a:lnTo>
                <a:lnTo>
                  <a:pt x="295846" y="143351"/>
                </a:lnTo>
                <a:lnTo>
                  <a:pt x="85439" y="143351"/>
                </a:lnTo>
                <a:lnTo>
                  <a:pt x="85439" y="178403"/>
                </a:lnTo>
                <a:lnTo>
                  <a:pt x="295846" y="178403"/>
                </a:lnTo>
                <a:lnTo>
                  <a:pt x="295846" y="202882"/>
                </a:lnTo>
                <a:lnTo>
                  <a:pt x="85439" y="202882"/>
                </a:lnTo>
                <a:lnTo>
                  <a:pt x="85439" y="216598"/>
                </a:lnTo>
                <a:close/>
              </a:path>
              <a:path w="349885" h="377189">
                <a:moveTo>
                  <a:pt x="295846" y="178403"/>
                </a:moveTo>
                <a:lnTo>
                  <a:pt x="266890" y="178403"/>
                </a:lnTo>
                <a:lnTo>
                  <a:pt x="266890" y="143351"/>
                </a:lnTo>
                <a:lnTo>
                  <a:pt x="295846" y="143351"/>
                </a:lnTo>
                <a:lnTo>
                  <a:pt x="295846" y="178403"/>
                </a:lnTo>
                <a:close/>
              </a:path>
              <a:path w="349885" h="377189">
                <a:moveTo>
                  <a:pt x="190690" y="237934"/>
                </a:moveTo>
                <a:lnTo>
                  <a:pt x="160115" y="237934"/>
                </a:lnTo>
                <a:lnTo>
                  <a:pt x="160115" y="202882"/>
                </a:lnTo>
                <a:lnTo>
                  <a:pt x="190690" y="202882"/>
                </a:lnTo>
                <a:lnTo>
                  <a:pt x="190690" y="237934"/>
                </a:lnTo>
                <a:close/>
              </a:path>
              <a:path w="349885" h="377189">
                <a:moveTo>
                  <a:pt x="295846" y="216598"/>
                </a:moveTo>
                <a:lnTo>
                  <a:pt x="266890" y="216598"/>
                </a:lnTo>
                <a:lnTo>
                  <a:pt x="266890" y="202882"/>
                </a:lnTo>
                <a:lnTo>
                  <a:pt x="295846" y="202882"/>
                </a:lnTo>
                <a:lnTo>
                  <a:pt x="295846" y="216598"/>
                </a:lnTo>
                <a:close/>
              </a:path>
              <a:path w="349885" h="377189">
                <a:moveTo>
                  <a:pt x="53435" y="347757"/>
                </a:moveTo>
                <a:lnTo>
                  <a:pt x="22860" y="347757"/>
                </a:lnTo>
                <a:lnTo>
                  <a:pt x="22860" y="237934"/>
                </a:lnTo>
                <a:lnTo>
                  <a:pt x="330993" y="237934"/>
                </a:lnTo>
                <a:lnTo>
                  <a:pt x="330993" y="263842"/>
                </a:lnTo>
                <a:lnTo>
                  <a:pt x="53435" y="263842"/>
                </a:lnTo>
                <a:lnTo>
                  <a:pt x="53435" y="347757"/>
                </a:lnTo>
                <a:close/>
              </a:path>
              <a:path w="349885" h="377189">
                <a:moveTo>
                  <a:pt x="190690" y="376713"/>
                </a:moveTo>
                <a:lnTo>
                  <a:pt x="160115" y="376713"/>
                </a:lnTo>
                <a:lnTo>
                  <a:pt x="160115" y="263842"/>
                </a:lnTo>
                <a:lnTo>
                  <a:pt x="190690" y="263842"/>
                </a:lnTo>
                <a:lnTo>
                  <a:pt x="190690" y="376713"/>
                </a:lnTo>
                <a:close/>
              </a:path>
              <a:path w="349885" h="377189">
                <a:moveTo>
                  <a:pt x="328487" y="320325"/>
                </a:moveTo>
                <a:lnTo>
                  <a:pt x="277558" y="320325"/>
                </a:lnTo>
                <a:lnTo>
                  <a:pt x="287797" y="318919"/>
                </a:lnTo>
                <a:lnTo>
                  <a:pt x="295465" y="314789"/>
                </a:lnTo>
                <a:lnTo>
                  <a:pt x="300275" y="308069"/>
                </a:lnTo>
                <a:lnTo>
                  <a:pt x="301942" y="298894"/>
                </a:lnTo>
                <a:lnTo>
                  <a:pt x="301942" y="263842"/>
                </a:lnTo>
                <a:lnTo>
                  <a:pt x="330993" y="263842"/>
                </a:lnTo>
                <a:lnTo>
                  <a:pt x="330993" y="303561"/>
                </a:lnTo>
                <a:lnTo>
                  <a:pt x="328487" y="320325"/>
                </a:lnTo>
                <a:close/>
              </a:path>
              <a:path w="349885" h="377189">
                <a:moveTo>
                  <a:pt x="285178" y="347757"/>
                </a:moveTo>
                <a:lnTo>
                  <a:pt x="239458" y="347757"/>
                </a:lnTo>
                <a:lnTo>
                  <a:pt x="238315" y="340637"/>
                </a:lnTo>
                <a:lnTo>
                  <a:pt x="237172" y="333089"/>
                </a:lnTo>
                <a:lnTo>
                  <a:pt x="234886" y="317277"/>
                </a:lnTo>
                <a:lnTo>
                  <a:pt x="256794" y="319373"/>
                </a:lnTo>
                <a:lnTo>
                  <a:pt x="267247" y="320063"/>
                </a:lnTo>
                <a:lnTo>
                  <a:pt x="277558" y="320325"/>
                </a:lnTo>
                <a:lnTo>
                  <a:pt x="328487" y="320325"/>
                </a:lnTo>
                <a:lnTo>
                  <a:pt x="328134" y="322683"/>
                </a:lnTo>
                <a:lnTo>
                  <a:pt x="319551" y="336518"/>
                </a:lnTo>
                <a:lnTo>
                  <a:pt x="305236" y="344924"/>
                </a:lnTo>
                <a:lnTo>
                  <a:pt x="285178" y="3477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433125" y="2510218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60" h="191769">
                <a:moveTo>
                  <a:pt x="378231" y="171450"/>
                </a:moveTo>
                <a:lnTo>
                  <a:pt x="202780" y="171450"/>
                </a:lnTo>
                <a:lnTo>
                  <a:pt x="202780" y="150114"/>
                </a:lnTo>
                <a:lnTo>
                  <a:pt x="356895" y="150114"/>
                </a:lnTo>
                <a:lnTo>
                  <a:pt x="356895" y="130213"/>
                </a:lnTo>
                <a:lnTo>
                  <a:pt x="202780" y="130213"/>
                </a:lnTo>
                <a:lnTo>
                  <a:pt x="202780" y="107950"/>
                </a:lnTo>
                <a:lnTo>
                  <a:pt x="294322" y="107950"/>
                </a:lnTo>
                <a:lnTo>
                  <a:pt x="294322" y="118021"/>
                </a:lnTo>
                <a:lnTo>
                  <a:pt x="320230" y="118021"/>
                </a:lnTo>
                <a:lnTo>
                  <a:pt x="320230" y="107950"/>
                </a:lnTo>
                <a:lnTo>
                  <a:pt x="320230" y="107353"/>
                </a:lnTo>
                <a:lnTo>
                  <a:pt x="320230" y="87630"/>
                </a:lnTo>
                <a:lnTo>
                  <a:pt x="85432" y="87630"/>
                </a:lnTo>
                <a:lnTo>
                  <a:pt x="85432" y="63500"/>
                </a:lnTo>
                <a:lnTo>
                  <a:pt x="175348" y="63500"/>
                </a:lnTo>
                <a:lnTo>
                  <a:pt x="175348" y="87541"/>
                </a:lnTo>
                <a:lnTo>
                  <a:pt x="202780" y="87541"/>
                </a:lnTo>
                <a:lnTo>
                  <a:pt x="202780" y="63500"/>
                </a:lnTo>
                <a:lnTo>
                  <a:pt x="294322" y="63500"/>
                </a:lnTo>
                <a:lnTo>
                  <a:pt x="294322" y="87541"/>
                </a:lnTo>
                <a:lnTo>
                  <a:pt x="320230" y="87541"/>
                </a:lnTo>
                <a:lnTo>
                  <a:pt x="320230" y="20383"/>
                </a:lnTo>
                <a:lnTo>
                  <a:pt x="294322" y="20383"/>
                </a:lnTo>
                <a:lnTo>
                  <a:pt x="294322" y="44450"/>
                </a:lnTo>
                <a:lnTo>
                  <a:pt x="202780" y="44450"/>
                </a:lnTo>
                <a:lnTo>
                  <a:pt x="202780" y="20383"/>
                </a:lnTo>
                <a:lnTo>
                  <a:pt x="175348" y="20383"/>
                </a:lnTo>
                <a:lnTo>
                  <a:pt x="175348" y="44450"/>
                </a:lnTo>
                <a:lnTo>
                  <a:pt x="85432" y="44450"/>
                </a:lnTo>
                <a:lnTo>
                  <a:pt x="85432" y="20320"/>
                </a:lnTo>
                <a:lnTo>
                  <a:pt x="320230" y="20320"/>
                </a:lnTo>
                <a:lnTo>
                  <a:pt x="320230" y="0"/>
                </a:lnTo>
                <a:lnTo>
                  <a:pt x="59436" y="0"/>
                </a:lnTo>
                <a:lnTo>
                  <a:pt x="59436" y="20320"/>
                </a:lnTo>
                <a:lnTo>
                  <a:pt x="59436" y="44450"/>
                </a:lnTo>
                <a:lnTo>
                  <a:pt x="59436" y="63500"/>
                </a:lnTo>
                <a:lnTo>
                  <a:pt x="59436" y="87630"/>
                </a:lnTo>
                <a:lnTo>
                  <a:pt x="59436" y="107950"/>
                </a:lnTo>
                <a:lnTo>
                  <a:pt x="59436" y="118110"/>
                </a:lnTo>
                <a:lnTo>
                  <a:pt x="85432" y="118110"/>
                </a:lnTo>
                <a:lnTo>
                  <a:pt x="85432" y="107950"/>
                </a:lnTo>
                <a:lnTo>
                  <a:pt x="175348" y="107950"/>
                </a:lnTo>
                <a:lnTo>
                  <a:pt x="175348" y="130213"/>
                </a:lnTo>
                <a:lnTo>
                  <a:pt x="22860" y="130213"/>
                </a:lnTo>
                <a:lnTo>
                  <a:pt x="22860" y="150114"/>
                </a:lnTo>
                <a:lnTo>
                  <a:pt x="175348" y="150114"/>
                </a:lnTo>
                <a:lnTo>
                  <a:pt x="175348" y="171450"/>
                </a:lnTo>
                <a:lnTo>
                  <a:pt x="0" y="171450"/>
                </a:lnTo>
                <a:lnTo>
                  <a:pt x="0" y="191274"/>
                </a:lnTo>
                <a:lnTo>
                  <a:pt x="378231" y="191274"/>
                </a:lnTo>
                <a:lnTo>
                  <a:pt x="378231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436173" y="2354008"/>
            <a:ext cx="374015" cy="139065"/>
          </a:xfrm>
          <a:custGeom>
            <a:avLst/>
            <a:gdLst/>
            <a:ahLst/>
            <a:cxnLst/>
            <a:rect l="l" t="t" r="r" b="b"/>
            <a:pathLst>
              <a:path w="374014" h="139064">
                <a:moveTo>
                  <a:pt x="315658" y="0"/>
                </a:moveTo>
                <a:lnTo>
                  <a:pt x="59436" y="0"/>
                </a:lnTo>
                <a:lnTo>
                  <a:pt x="59436" y="19050"/>
                </a:lnTo>
                <a:lnTo>
                  <a:pt x="59436" y="40640"/>
                </a:lnTo>
                <a:lnTo>
                  <a:pt x="59436" y="59690"/>
                </a:lnTo>
                <a:lnTo>
                  <a:pt x="59436" y="78740"/>
                </a:lnTo>
                <a:lnTo>
                  <a:pt x="59436" y="99060"/>
                </a:lnTo>
                <a:lnTo>
                  <a:pt x="59436" y="109220"/>
                </a:lnTo>
                <a:lnTo>
                  <a:pt x="85432" y="109220"/>
                </a:lnTo>
                <a:lnTo>
                  <a:pt x="85432" y="99060"/>
                </a:lnTo>
                <a:lnTo>
                  <a:pt x="288226" y="99060"/>
                </a:lnTo>
                <a:lnTo>
                  <a:pt x="288226" y="109537"/>
                </a:lnTo>
                <a:lnTo>
                  <a:pt x="315658" y="109537"/>
                </a:lnTo>
                <a:lnTo>
                  <a:pt x="315658" y="19532"/>
                </a:lnTo>
                <a:lnTo>
                  <a:pt x="288226" y="19532"/>
                </a:lnTo>
                <a:lnTo>
                  <a:pt x="288226" y="40640"/>
                </a:lnTo>
                <a:lnTo>
                  <a:pt x="288226" y="59690"/>
                </a:lnTo>
                <a:lnTo>
                  <a:pt x="288226" y="78740"/>
                </a:lnTo>
                <a:lnTo>
                  <a:pt x="85432" y="78740"/>
                </a:lnTo>
                <a:lnTo>
                  <a:pt x="85432" y="59690"/>
                </a:lnTo>
                <a:lnTo>
                  <a:pt x="288226" y="59690"/>
                </a:lnTo>
                <a:lnTo>
                  <a:pt x="288226" y="40640"/>
                </a:lnTo>
                <a:lnTo>
                  <a:pt x="85432" y="40640"/>
                </a:lnTo>
                <a:lnTo>
                  <a:pt x="85432" y="19050"/>
                </a:lnTo>
                <a:lnTo>
                  <a:pt x="315658" y="19050"/>
                </a:lnTo>
                <a:lnTo>
                  <a:pt x="315658" y="0"/>
                </a:lnTo>
                <a:close/>
              </a:path>
              <a:path w="374014" h="139064">
                <a:moveTo>
                  <a:pt x="373659" y="117157"/>
                </a:moveTo>
                <a:lnTo>
                  <a:pt x="0" y="117157"/>
                </a:lnTo>
                <a:lnTo>
                  <a:pt x="0" y="138493"/>
                </a:lnTo>
                <a:lnTo>
                  <a:pt x="373659" y="138493"/>
                </a:lnTo>
                <a:lnTo>
                  <a:pt x="373659" y="11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876895" y="2617565"/>
            <a:ext cx="59690" cy="100965"/>
          </a:xfrm>
          <a:custGeom>
            <a:avLst/>
            <a:gdLst/>
            <a:ahLst/>
            <a:cxnLst/>
            <a:rect l="l" t="t" r="r" b="b"/>
            <a:pathLst>
              <a:path w="59689" h="100964">
                <a:moveTo>
                  <a:pt x="27432" y="100679"/>
                </a:moveTo>
                <a:lnTo>
                  <a:pt x="0" y="100679"/>
                </a:lnTo>
                <a:lnTo>
                  <a:pt x="24384" y="0"/>
                </a:lnTo>
                <a:lnTo>
                  <a:pt x="59531" y="0"/>
                </a:lnTo>
                <a:lnTo>
                  <a:pt x="27432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5217020" y="2336964"/>
            <a:ext cx="1554480" cy="382905"/>
          </a:xfrm>
          <a:custGeom>
            <a:avLst/>
            <a:gdLst/>
            <a:ahLst/>
            <a:cxnLst/>
            <a:rect l="l" t="t" r="r" b="b"/>
            <a:pathLst>
              <a:path w="1554479" h="382905">
                <a:moveTo>
                  <a:pt x="157073" y="143357"/>
                </a:moveTo>
                <a:lnTo>
                  <a:pt x="86880" y="143357"/>
                </a:lnTo>
                <a:lnTo>
                  <a:pt x="102120" y="131165"/>
                </a:lnTo>
                <a:lnTo>
                  <a:pt x="97548" y="126593"/>
                </a:lnTo>
                <a:lnTo>
                  <a:pt x="94500" y="122021"/>
                </a:lnTo>
                <a:lnTo>
                  <a:pt x="89928" y="117449"/>
                </a:lnTo>
                <a:lnTo>
                  <a:pt x="106222" y="97637"/>
                </a:lnTo>
                <a:lnTo>
                  <a:pt x="146405" y="48768"/>
                </a:lnTo>
                <a:lnTo>
                  <a:pt x="146405" y="21336"/>
                </a:lnTo>
                <a:lnTo>
                  <a:pt x="3048" y="21336"/>
                </a:lnTo>
                <a:lnTo>
                  <a:pt x="3048" y="48768"/>
                </a:lnTo>
                <a:lnTo>
                  <a:pt x="111264" y="48768"/>
                </a:lnTo>
                <a:lnTo>
                  <a:pt x="70116" y="97637"/>
                </a:lnTo>
                <a:lnTo>
                  <a:pt x="64135" y="91833"/>
                </a:lnTo>
                <a:lnTo>
                  <a:pt x="51041" y="79743"/>
                </a:lnTo>
                <a:lnTo>
                  <a:pt x="44208" y="73152"/>
                </a:lnTo>
                <a:lnTo>
                  <a:pt x="24396" y="89916"/>
                </a:lnTo>
                <a:lnTo>
                  <a:pt x="36969" y="102590"/>
                </a:lnTo>
                <a:lnTo>
                  <a:pt x="49542" y="115531"/>
                </a:lnTo>
                <a:lnTo>
                  <a:pt x="62115" y="129019"/>
                </a:lnTo>
                <a:lnTo>
                  <a:pt x="74688" y="143357"/>
                </a:lnTo>
                <a:lnTo>
                  <a:pt x="0" y="143357"/>
                </a:lnTo>
                <a:lnTo>
                  <a:pt x="0" y="170789"/>
                </a:lnTo>
                <a:lnTo>
                  <a:pt x="60972" y="170789"/>
                </a:lnTo>
                <a:lnTo>
                  <a:pt x="60972" y="321856"/>
                </a:lnTo>
                <a:lnTo>
                  <a:pt x="59563" y="332727"/>
                </a:lnTo>
                <a:lnTo>
                  <a:pt x="55448" y="340334"/>
                </a:lnTo>
                <a:lnTo>
                  <a:pt x="48755" y="344779"/>
                </a:lnTo>
                <a:lnTo>
                  <a:pt x="39763" y="346227"/>
                </a:lnTo>
                <a:lnTo>
                  <a:pt x="29603" y="346214"/>
                </a:lnTo>
                <a:lnTo>
                  <a:pt x="20002" y="346049"/>
                </a:lnTo>
                <a:lnTo>
                  <a:pt x="10693" y="345592"/>
                </a:lnTo>
                <a:lnTo>
                  <a:pt x="1524" y="344716"/>
                </a:lnTo>
                <a:lnTo>
                  <a:pt x="3810" y="360527"/>
                </a:lnTo>
                <a:lnTo>
                  <a:pt x="4953" y="368071"/>
                </a:lnTo>
                <a:lnTo>
                  <a:pt x="6096" y="375196"/>
                </a:lnTo>
                <a:lnTo>
                  <a:pt x="47256" y="375196"/>
                </a:lnTo>
                <a:lnTo>
                  <a:pt x="87109" y="351396"/>
                </a:lnTo>
                <a:lnTo>
                  <a:pt x="89928" y="170789"/>
                </a:lnTo>
                <a:lnTo>
                  <a:pt x="128117" y="170789"/>
                </a:lnTo>
                <a:lnTo>
                  <a:pt x="124409" y="187350"/>
                </a:lnTo>
                <a:lnTo>
                  <a:pt x="120256" y="202641"/>
                </a:lnTo>
                <a:lnTo>
                  <a:pt x="115824" y="216509"/>
                </a:lnTo>
                <a:lnTo>
                  <a:pt x="111264" y="228790"/>
                </a:lnTo>
                <a:lnTo>
                  <a:pt x="124866" y="233362"/>
                </a:lnTo>
                <a:lnTo>
                  <a:pt x="131279" y="235648"/>
                </a:lnTo>
                <a:lnTo>
                  <a:pt x="137261" y="237934"/>
                </a:lnTo>
                <a:lnTo>
                  <a:pt x="143573" y="219062"/>
                </a:lnTo>
                <a:lnTo>
                  <a:pt x="148882" y="201307"/>
                </a:lnTo>
                <a:lnTo>
                  <a:pt x="153339" y="184708"/>
                </a:lnTo>
                <a:lnTo>
                  <a:pt x="157073" y="169265"/>
                </a:lnTo>
                <a:lnTo>
                  <a:pt x="157073" y="143357"/>
                </a:lnTo>
                <a:close/>
              </a:path>
              <a:path w="1554479" h="382905">
                <a:moveTo>
                  <a:pt x="378155" y="353860"/>
                </a:moveTo>
                <a:lnTo>
                  <a:pt x="326720" y="316090"/>
                </a:lnTo>
                <a:lnTo>
                  <a:pt x="268427" y="276034"/>
                </a:lnTo>
                <a:lnTo>
                  <a:pt x="273545" y="259194"/>
                </a:lnTo>
                <a:lnTo>
                  <a:pt x="277380" y="240779"/>
                </a:lnTo>
                <a:lnTo>
                  <a:pt x="279781" y="220916"/>
                </a:lnTo>
                <a:lnTo>
                  <a:pt x="280492" y="202641"/>
                </a:lnTo>
                <a:lnTo>
                  <a:pt x="280619" y="141833"/>
                </a:lnTo>
                <a:lnTo>
                  <a:pt x="251561" y="141833"/>
                </a:lnTo>
                <a:lnTo>
                  <a:pt x="251561" y="196697"/>
                </a:lnTo>
                <a:lnTo>
                  <a:pt x="250113" y="226529"/>
                </a:lnTo>
                <a:lnTo>
                  <a:pt x="238061" y="274154"/>
                </a:lnTo>
                <a:lnTo>
                  <a:pt x="210896" y="310565"/>
                </a:lnTo>
                <a:lnTo>
                  <a:pt x="162890" y="342607"/>
                </a:lnTo>
                <a:lnTo>
                  <a:pt x="131165" y="356908"/>
                </a:lnTo>
                <a:lnTo>
                  <a:pt x="136004" y="362026"/>
                </a:lnTo>
                <a:lnTo>
                  <a:pt x="141198" y="368071"/>
                </a:lnTo>
                <a:lnTo>
                  <a:pt x="146812" y="375119"/>
                </a:lnTo>
                <a:lnTo>
                  <a:pt x="152501" y="382816"/>
                </a:lnTo>
                <a:lnTo>
                  <a:pt x="183388" y="366496"/>
                </a:lnTo>
                <a:lnTo>
                  <a:pt x="209842" y="349478"/>
                </a:lnTo>
                <a:lnTo>
                  <a:pt x="232016" y="331584"/>
                </a:lnTo>
                <a:lnTo>
                  <a:pt x="250037" y="312712"/>
                </a:lnTo>
                <a:lnTo>
                  <a:pt x="251561" y="308140"/>
                </a:lnTo>
                <a:lnTo>
                  <a:pt x="254609" y="305092"/>
                </a:lnTo>
                <a:lnTo>
                  <a:pt x="308991" y="339750"/>
                </a:lnTo>
                <a:lnTo>
                  <a:pt x="356819" y="379768"/>
                </a:lnTo>
                <a:lnTo>
                  <a:pt x="378155" y="353860"/>
                </a:lnTo>
                <a:close/>
              </a:path>
              <a:path w="1554479" h="382905">
                <a:moveTo>
                  <a:pt x="378155" y="21336"/>
                </a:moveTo>
                <a:lnTo>
                  <a:pt x="160121" y="21336"/>
                </a:lnTo>
                <a:lnTo>
                  <a:pt x="160121" y="47244"/>
                </a:lnTo>
                <a:lnTo>
                  <a:pt x="248513" y="47244"/>
                </a:lnTo>
                <a:lnTo>
                  <a:pt x="239369" y="100685"/>
                </a:lnTo>
                <a:lnTo>
                  <a:pt x="173837" y="100685"/>
                </a:lnTo>
                <a:lnTo>
                  <a:pt x="173837" y="288226"/>
                </a:lnTo>
                <a:lnTo>
                  <a:pt x="201269" y="288226"/>
                </a:lnTo>
                <a:lnTo>
                  <a:pt x="201269" y="126593"/>
                </a:lnTo>
                <a:lnTo>
                  <a:pt x="332435" y="126593"/>
                </a:lnTo>
                <a:lnTo>
                  <a:pt x="332435" y="288226"/>
                </a:lnTo>
                <a:lnTo>
                  <a:pt x="359867" y="288226"/>
                </a:lnTo>
                <a:lnTo>
                  <a:pt x="359867" y="126593"/>
                </a:lnTo>
                <a:lnTo>
                  <a:pt x="359867" y="100685"/>
                </a:lnTo>
                <a:lnTo>
                  <a:pt x="268427" y="100685"/>
                </a:lnTo>
                <a:lnTo>
                  <a:pt x="279095" y="47244"/>
                </a:lnTo>
                <a:lnTo>
                  <a:pt x="378155" y="47244"/>
                </a:lnTo>
                <a:lnTo>
                  <a:pt x="378155" y="21336"/>
                </a:lnTo>
                <a:close/>
              </a:path>
              <a:path w="1554479" h="382905">
                <a:moveTo>
                  <a:pt x="750290" y="48768"/>
                </a:moveTo>
                <a:lnTo>
                  <a:pt x="594753" y="48768"/>
                </a:lnTo>
                <a:lnTo>
                  <a:pt x="611517" y="39624"/>
                </a:lnTo>
                <a:lnTo>
                  <a:pt x="603516" y="28714"/>
                </a:lnTo>
                <a:lnTo>
                  <a:pt x="595515" y="18669"/>
                </a:lnTo>
                <a:lnTo>
                  <a:pt x="587514" y="9194"/>
                </a:lnTo>
                <a:lnTo>
                  <a:pt x="579513" y="0"/>
                </a:lnTo>
                <a:lnTo>
                  <a:pt x="550557" y="15240"/>
                </a:lnTo>
                <a:lnTo>
                  <a:pt x="557149" y="23266"/>
                </a:lnTo>
                <a:lnTo>
                  <a:pt x="563321" y="31432"/>
                </a:lnTo>
                <a:lnTo>
                  <a:pt x="569201" y="39890"/>
                </a:lnTo>
                <a:lnTo>
                  <a:pt x="574941" y="48768"/>
                </a:lnTo>
                <a:lnTo>
                  <a:pt x="411772" y="48768"/>
                </a:lnTo>
                <a:lnTo>
                  <a:pt x="411772" y="120484"/>
                </a:lnTo>
                <a:lnTo>
                  <a:pt x="442252" y="120484"/>
                </a:lnTo>
                <a:lnTo>
                  <a:pt x="442252" y="76200"/>
                </a:lnTo>
                <a:lnTo>
                  <a:pt x="719810" y="76200"/>
                </a:lnTo>
                <a:lnTo>
                  <a:pt x="719810" y="120484"/>
                </a:lnTo>
                <a:lnTo>
                  <a:pt x="750290" y="120484"/>
                </a:lnTo>
                <a:lnTo>
                  <a:pt x="750290" y="76200"/>
                </a:lnTo>
                <a:lnTo>
                  <a:pt x="750290" y="48768"/>
                </a:lnTo>
                <a:close/>
              </a:path>
              <a:path w="1554479" h="382905">
                <a:moveTo>
                  <a:pt x="770102" y="334035"/>
                </a:moveTo>
                <a:lnTo>
                  <a:pt x="726135" y="335775"/>
                </a:lnTo>
                <a:lnTo>
                  <a:pt x="687806" y="336448"/>
                </a:lnTo>
                <a:lnTo>
                  <a:pt x="642721" y="336397"/>
                </a:lnTo>
                <a:lnTo>
                  <a:pt x="603897" y="335559"/>
                </a:lnTo>
                <a:lnTo>
                  <a:pt x="603897" y="334035"/>
                </a:lnTo>
                <a:lnTo>
                  <a:pt x="603897" y="256222"/>
                </a:lnTo>
                <a:lnTo>
                  <a:pt x="736574" y="256222"/>
                </a:lnTo>
                <a:lnTo>
                  <a:pt x="736574" y="227266"/>
                </a:lnTo>
                <a:lnTo>
                  <a:pt x="603897" y="227266"/>
                </a:lnTo>
                <a:lnTo>
                  <a:pt x="603897" y="166204"/>
                </a:lnTo>
                <a:lnTo>
                  <a:pt x="760958" y="166204"/>
                </a:lnTo>
                <a:lnTo>
                  <a:pt x="760958" y="137248"/>
                </a:lnTo>
                <a:lnTo>
                  <a:pt x="398056" y="137248"/>
                </a:lnTo>
                <a:lnTo>
                  <a:pt x="398056" y="166204"/>
                </a:lnTo>
                <a:lnTo>
                  <a:pt x="571893" y="166204"/>
                </a:lnTo>
                <a:lnTo>
                  <a:pt x="571893" y="334035"/>
                </a:lnTo>
                <a:lnTo>
                  <a:pt x="518083" y="311137"/>
                </a:lnTo>
                <a:lnTo>
                  <a:pt x="480352" y="260794"/>
                </a:lnTo>
                <a:lnTo>
                  <a:pt x="484644" y="245414"/>
                </a:lnTo>
                <a:lnTo>
                  <a:pt x="488353" y="229158"/>
                </a:lnTo>
                <a:lnTo>
                  <a:pt x="491502" y="212318"/>
                </a:lnTo>
                <a:lnTo>
                  <a:pt x="494068" y="195160"/>
                </a:lnTo>
                <a:lnTo>
                  <a:pt x="462064" y="190588"/>
                </a:lnTo>
                <a:lnTo>
                  <a:pt x="454063" y="240106"/>
                </a:lnTo>
                <a:lnTo>
                  <a:pt x="439191" y="283311"/>
                </a:lnTo>
                <a:lnTo>
                  <a:pt x="417449" y="320217"/>
                </a:lnTo>
                <a:lnTo>
                  <a:pt x="388823" y="350799"/>
                </a:lnTo>
                <a:lnTo>
                  <a:pt x="394500" y="358571"/>
                </a:lnTo>
                <a:lnTo>
                  <a:pt x="399910" y="366052"/>
                </a:lnTo>
                <a:lnTo>
                  <a:pt x="404761" y="373519"/>
                </a:lnTo>
                <a:lnTo>
                  <a:pt x="408724" y="381292"/>
                </a:lnTo>
                <a:lnTo>
                  <a:pt x="427012" y="362356"/>
                </a:lnTo>
                <a:lnTo>
                  <a:pt x="443014" y="341845"/>
                </a:lnTo>
                <a:lnTo>
                  <a:pt x="456730" y="319303"/>
                </a:lnTo>
                <a:lnTo>
                  <a:pt x="468160" y="294322"/>
                </a:lnTo>
                <a:lnTo>
                  <a:pt x="491578" y="325259"/>
                </a:lnTo>
                <a:lnTo>
                  <a:pt x="555040" y="360210"/>
                </a:lnTo>
                <a:lnTo>
                  <a:pt x="594753" y="364528"/>
                </a:lnTo>
                <a:lnTo>
                  <a:pt x="671372" y="366433"/>
                </a:lnTo>
                <a:lnTo>
                  <a:pt x="713981" y="366661"/>
                </a:lnTo>
                <a:lnTo>
                  <a:pt x="759434" y="366052"/>
                </a:lnTo>
                <a:lnTo>
                  <a:pt x="761746" y="358051"/>
                </a:lnTo>
                <a:lnTo>
                  <a:pt x="764197" y="350037"/>
                </a:lnTo>
                <a:lnTo>
                  <a:pt x="766940" y="342036"/>
                </a:lnTo>
                <a:lnTo>
                  <a:pt x="769124" y="336511"/>
                </a:lnTo>
                <a:lnTo>
                  <a:pt x="770102" y="334035"/>
                </a:lnTo>
                <a:close/>
              </a:path>
              <a:path w="1554479" h="382905">
                <a:moveTo>
                  <a:pt x="1006513" y="91440"/>
                </a:moveTo>
                <a:lnTo>
                  <a:pt x="995895" y="69646"/>
                </a:lnTo>
                <a:lnTo>
                  <a:pt x="984415" y="47434"/>
                </a:lnTo>
                <a:lnTo>
                  <a:pt x="971791" y="24358"/>
                </a:lnTo>
                <a:lnTo>
                  <a:pt x="957745" y="0"/>
                </a:lnTo>
                <a:lnTo>
                  <a:pt x="930211" y="13716"/>
                </a:lnTo>
                <a:lnTo>
                  <a:pt x="941641" y="35052"/>
                </a:lnTo>
                <a:lnTo>
                  <a:pt x="953122" y="57924"/>
                </a:lnTo>
                <a:lnTo>
                  <a:pt x="964590" y="81902"/>
                </a:lnTo>
                <a:lnTo>
                  <a:pt x="976033" y="106781"/>
                </a:lnTo>
                <a:lnTo>
                  <a:pt x="1006513" y="91440"/>
                </a:lnTo>
                <a:close/>
              </a:path>
              <a:path w="1554479" h="382905">
                <a:moveTo>
                  <a:pt x="1163586" y="340144"/>
                </a:moveTo>
                <a:lnTo>
                  <a:pt x="1112748" y="326148"/>
                </a:lnTo>
                <a:lnTo>
                  <a:pt x="1067904" y="309422"/>
                </a:lnTo>
                <a:lnTo>
                  <a:pt x="1031646" y="291274"/>
                </a:lnTo>
                <a:lnTo>
                  <a:pt x="1029335" y="290118"/>
                </a:lnTo>
                <a:lnTo>
                  <a:pt x="997369" y="268414"/>
                </a:lnTo>
                <a:lnTo>
                  <a:pt x="1015441" y="247078"/>
                </a:lnTo>
                <a:lnTo>
                  <a:pt x="1028827" y="231279"/>
                </a:lnTo>
                <a:lnTo>
                  <a:pt x="1055535" y="189369"/>
                </a:lnTo>
                <a:lnTo>
                  <a:pt x="1077493" y="142697"/>
                </a:lnTo>
                <a:lnTo>
                  <a:pt x="1094714" y="91249"/>
                </a:lnTo>
                <a:lnTo>
                  <a:pt x="1107198" y="35052"/>
                </a:lnTo>
                <a:lnTo>
                  <a:pt x="1075093" y="28956"/>
                </a:lnTo>
                <a:lnTo>
                  <a:pt x="1065199" y="79463"/>
                </a:lnTo>
                <a:lnTo>
                  <a:pt x="1050124" y="126593"/>
                </a:lnTo>
                <a:lnTo>
                  <a:pt x="1029779" y="170281"/>
                </a:lnTo>
                <a:lnTo>
                  <a:pt x="1004087" y="210464"/>
                </a:lnTo>
                <a:lnTo>
                  <a:pt x="972985" y="247078"/>
                </a:lnTo>
                <a:lnTo>
                  <a:pt x="944562" y="213398"/>
                </a:lnTo>
                <a:lnTo>
                  <a:pt x="919683" y="174675"/>
                </a:lnTo>
                <a:lnTo>
                  <a:pt x="898169" y="130987"/>
                </a:lnTo>
                <a:lnTo>
                  <a:pt x="879894" y="82397"/>
                </a:lnTo>
                <a:lnTo>
                  <a:pt x="864679" y="28956"/>
                </a:lnTo>
                <a:lnTo>
                  <a:pt x="835723" y="39624"/>
                </a:lnTo>
                <a:lnTo>
                  <a:pt x="852004" y="97116"/>
                </a:lnTo>
                <a:lnTo>
                  <a:pt x="871575" y="148831"/>
                </a:lnTo>
                <a:lnTo>
                  <a:pt x="894435" y="194818"/>
                </a:lnTo>
                <a:lnTo>
                  <a:pt x="920584" y="235165"/>
                </a:lnTo>
                <a:lnTo>
                  <a:pt x="950023" y="269938"/>
                </a:lnTo>
                <a:lnTo>
                  <a:pt x="918908" y="291096"/>
                </a:lnTo>
                <a:lnTo>
                  <a:pt x="880491" y="311137"/>
                </a:lnTo>
                <a:lnTo>
                  <a:pt x="834898" y="330022"/>
                </a:lnTo>
                <a:lnTo>
                  <a:pt x="782294" y="347764"/>
                </a:lnTo>
                <a:lnTo>
                  <a:pt x="788631" y="355498"/>
                </a:lnTo>
                <a:lnTo>
                  <a:pt x="794105" y="362813"/>
                </a:lnTo>
                <a:lnTo>
                  <a:pt x="799007" y="369836"/>
                </a:lnTo>
                <a:lnTo>
                  <a:pt x="803630" y="376720"/>
                </a:lnTo>
                <a:lnTo>
                  <a:pt x="856259" y="356730"/>
                </a:lnTo>
                <a:lnTo>
                  <a:pt x="902017" y="335749"/>
                </a:lnTo>
                <a:lnTo>
                  <a:pt x="940930" y="313880"/>
                </a:lnTo>
                <a:lnTo>
                  <a:pt x="972985" y="291274"/>
                </a:lnTo>
                <a:lnTo>
                  <a:pt x="1003820" y="313588"/>
                </a:lnTo>
                <a:lnTo>
                  <a:pt x="1041387" y="334606"/>
                </a:lnTo>
                <a:lnTo>
                  <a:pt x="1085545" y="354164"/>
                </a:lnTo>
                <a:lnTo>
                  <a:pt x="1136154" y="372148"/>
                </a:lnTo>
                <a:lnTo>
                  <a:pt x="1142149" y="364998"/>
                </a:lnTo>
                <a:lnTo>
                  <a:pt x="1148727" y="357289"/>
                </a:lnTo>
                <a:lnTo>
                  <a:pt x="1155865" y="348996"/>
                </a:lnTo>
                <a:lnTo>
                  <a:pt x="1163586" y="340144"/>
                </a:lnTo>
                <a:close/>
              </a:path>
              <a:path w="1554479" h="382905">
                <a:moveTo>
                  <a:pt x="1274927" y="117436"/>
                </a:moveTo>
                <a:lnTo>
                  <a:pt x="1252067" y="99148"/>
                </a:lnTo>
                <a:lnTo>
                  <a:pt x="1234363" y="120294"/>
                </a:lnTo>
                <a:lnTo>
                  <a:pt x="1215783" y="140487"/>
                </a:lnTo>
                <a:lnTo>
                  <a:pt x="1196682" y="159804"/>
                </a:lnTo>
                <a:lnTo>
                  <a:pt x="1177290" y="178396"/>
                </a:lnTo>
                <a:lnTo>
                  <a:pt x="1182992" y="183235"/>
                </a:lnTo>
                <a:lnTo>
                  <a:pt x="1188529" y="188493"/>
                </a:lnTo>
                <a:lnTo>
                  <a:pt x="1193800" y="194043"/>
                </a:lnTo>
                <a:lnTo>
                  <a:pt x="1198626" y="199732"/>
                </a:lnTo>
                <a:lnTo>
                  <a:pt x="1217841" y="180873"/>
                </a:lnTo>
                <a:lnTo>
                  <a:pt x="1236776" y="160870"/>
                </a:lnTo>
                <a:lnTo>
                  <a:pt x="1255725" y="139725"/>
                </a:lnTo>
                <a:lnTo>
                  <a:pt x="1274927" y="117436"/>
                </a:lnTo>
                <a:close/>
              </a:path>
              <a:path w="1554479" h="382905">
                <a:moveTo>
                  <a:pt x="1547914" y="176872"/>
                </a:moveTo>
                <a:lnTo>
                  <a:pt x="1531658" y="159156"/>
                </a:lnTo>
                <a:lnTo>
                  <a:pt x="1512811" y="140296"/>
                </a:lnTo>
                <a:lnTo>
                  <a:pt x="1491703" y="120319"/>
                </a:lnTo>
                <a:lnTo>
                  <a:pt x="1468577" y="99148"/>
                </a:lnTo>
                <a:lnTo>
                  <a:pt x="1447241" y="117436"/>
                </a:lnTo>
                <a:lnTo>
                  <a:pt x="1467523" y="137134"/>
                </a:lnTo>
                <a:lnTo>
                  <a:pt x="1487246" y="157251"/>
                </a:lnTo>
                <a:lnTo>
                  <a:pt x="1506423" y="177660"/>
                </a:lnTo>
                <a:lnTo>
                  <a:pt x="1525054" y="198208"/>
                </a:lnTo>
                <a:lnTo>
                  <a:pt x="1547914" y="176872"/>
                </a:lnTo>
                <a:close/>
              </a:path>
              <a:path w="1554479" h="382905">
                <a:moveTo>
                  <a:pt x="1547914" y="50292"/>
                </a:moveTo>
                <a:lnTo>
                  <a:pt x="1374089" y="50292"/>
                </a:lnTo>
                <a:lnTo>
                  <a:pt x="1387805" y="42672"/>
                </a:lnTo>
                <a:lnTo>
                  <a:pt x="1383753" y="34721"/>
                </a:lnTo>
                <a:lnTo>
                  <a:pt x="1378267" y="24765"/>
                </a:lnTo>
                <a:lnTo>
                  <a:pt x="1371041" y="13093"/>
                </a:lnTo>
                <a:lnTo>
                  <a:pt x="1361795" y="0"/>
                </a:lnTo>
                <a:lnTo>
                  <a:pt x="1334363" y="12192"/>
                </a:lnTo>
                <a:lnTo>
                  <a:pt x="1339862" y="20497"/>
                </a:lnTo>
                <a:lnTo>
                  <a:pt x="1345222" y="29527"/>
                </a:lnTo>
                <a:lnTo>
                  <a:pt x="1350860" y="39408"/>
                </a:lnTo>
                <a:lnTo>
                  <a:pt x="1357223" y="50292"/>
                </a:lnTo>
                <a:lnTo>
                  <a:pt x="1181862" y="50292"/>
                </a:lnTo>
                <a:lnTo>
                  <a:pt x="1181862" y="77724"/>
                </a:lnTo>
                <a:lnTo>
                  <a:pt x="1303883" y="77724"/>
                </a:lnTo>
                <a:lnTo>
                  <a:pt x="1303883" y="184492"/>
                </a:lnTo>
                <a:lnTo>
                  <a:pt x="1332839" y="184492"/>
                </a:lnTo>
                <a:lnTo>
                  <a:pt x="1332839" y="77724"/>
                </a:lnTo>
                <a:lnTo>
                  <a:pt x="1393901" y="77724"/>
                </a:lnTo>
                <a:lnTo>
                  <a:pt x="1393901" y="182968"/>
                </a:lnTo>
                <a:lnTo>
                  <a:pt x="1424381" y="182968"/>
                </a:lnTo>
                <a:lnTo>
                  <a:pt x="1424381" y="77724"/>
                </a:lnTo>
                <a:lnTo>
                  <a:pt x="1547914" y="77724"/>
                </a:lnTo>
                <a:lnTo>
                  <a:pt x="1547914" y="50292"/>
                </a:lnTo>
                <a:close/>
              </a:path>
              <a:path w="1554479" h="382905">
                <a:moveTo>
                  <a:pt x="1554010" y="346240"/>
                </a:moveTo>
                <a:lnTo>
                  <a:pt x="1506207" y="340499"/>
                </a:lnTo>
                <a:lnTo>
                  <a:pt x="1463433" y="332333"/>
                </a:lnTo>
                <a:lnTo>
                  <a:pt x="1425536" y="321589"/>
                </a:lnTo>
                <a:lnTo>
                  <a:pt x="1392377" y="308140"/>
                </a:lnTo>
                <a:lnTo>
                  <a:pt x="1414056" y="292798"/>
                </a:lnTo>
                <a:lnTo>
                  <a:pt x="1416659" y="290957"/>
                </a:lnTo>
                <a:lnTo>
                  <a:pt x="1439240" y="271665"/>
                </a:lnTo>
                <a:lnTo>
                  <a:pt x="1460093" y="250393"/>
                </a:lnTo>
                <a:lnTo>
                  <a:pt x="1479245" y="227266"/>
                </a:lnTo>
                <a:lnTo>
                  <a:pt x="1479245" y="201358"/>
                </a:lnTo>
                <a:lnTo>
                  <a:pt x="1442669" y="201358"/>
                </a:lnTo>
                <a:lnTo>
                  <a:pt x="1442669" y="227266"/>
                </a:lnTo>
                <a:lnTo>
                  <a:pt x="1424927" y="245859"/>
                </a:lnTo>
                <a:lnTo>
                  <a:pt x="1405890" y="262890"/>
                </a:lnTo>
                <a:lnTo>
                  <a:pt x="1385404" y="278485"/>
                </a:lnTo>
                <a:lnTo>
                  <a:pt x="1363319" y="292798"/>
                </a:lnTo>
                <a:lnTo>
                  <a:pt x="1345361" y="279984"/>
                </a:lnTo>
                <a:lnTo>
                  <a:pt x="1328267" y="264604"/>
                </a:lnTo>
                <a:lnTo>
                  <a:pt x="1312316" y="246938"/>
                </a:lnTo>
                <a:lnTo>
                  <a:pt x="1297787" y="227266"/>
                </a:lnTo>
                <a:lnTo>
                  <a:pt x="1442669" y="227266"/>
                </a:lnTo>
                <a:lnTo>
                  <a:pt x="1442669" y="201358"/>
                </a:lnTo>
                <a:lnTo>
                  <a:pt x="1219962" y="201358"/>
                </a:lnTo>
                <a:lnTo>
                  <a:pt x="1219962" y="227266"/>
                </a:lnTo>
                <a:lnTo>
                  <a:pt x="1262735" y="227266"/>
                </a:lnTo>
                <a:lnTo>
                  <a:pt x="1279067" y="250393"/>
                </a:lnTo>
                <a:lnTo>
                  <a:pt x="1296263" y="271665"/>
                </a:lnTo>
                <a:lnTo>
                  <a:pt x="1314602" y="290957"/>
                </a:lnTo>
                <a:lnTo>
                  <a:pt x="1334363" y="308140"/>
                </a:lnTo>
                <a:lnTo>
                  <a:pt x="1302067" y="321043"/>
                </a:lnTo>
                <a:lnTo>
                  <a:pt x="1264627" y="332524"/>
                </a:lnTo>
                <a:lnTo>
                  <a:pt x="1222019" y="342849"/>
                </a:lnTo>
                <a:lnTo>
                  <a:pt x="1174242" y="352336"/>
                </a:lnTo>
                <a:lnTo>
                  <a:pt x="1179703" y="359194"/>
                </a:lnTo>
                <a:lnTo>
                  <a:pt x="1184719" y="366052"/>
                </a:lnTo>
                <a:lnTo>
                  <a:pt x="1189469" y="372910"/>
                </a:lnTo>
                <a:lnTo>
                  <a:pt x="1194054" y="379768"/>
                </a:lnTo>
                <a:lnTo>
                  <a:pt x="1243266" y="368617"/>
                </a:lnTo>
                <a:lnTo>
                  <a:pt x="1287868" y="355765"/>
                </a:lnTo>
                <a:lnTo>
                  <a:pt x="1327886" y="341185"/>
                </a:lnTo>
                <a:lnTo>
                  <a:pt x="1363319" y="324904"/>
                </a:lnTo>
                <a:lnTo>
                  <a:pt x="1398765" y="342849"/>
                </a:lnTo>
                <a:lnTo>
                  <a:pt x="1438859" y="357860"/>
                </a:lnTo>
                <a:lnTo>
                  <a:pt x="1483474" y="369684"/>
                </a:lnTo>
                <a:lnTo>
                  <a:pt x="1532674" y="378244"/>
                </a:lnTo>
                <a:lnTo>
                  <a:pt x="1536649" y="371094"/>
                </a:lnTo>
                <a:lnTo>
                  <a:pt x="1541627" y="363385"/>
                </a:lnTo>
                <a:lnTo>
                  <a:pt x="1547456" y="355092"/>
                </a:lnTo>
                <a:lnTo>
                  <a:pt x="1554010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6783222" y="2510218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59" h="191769">
                <a:moveTo>
                  <a:pt x="378244" y="171450"/>
                </a:moveTo>
                <a:lnTo>
                  <a:pt x="202882" y="171450"/>
                </a:lnTo>
                <a:lnTo>
                  <a:pt x="202882" y="150114"/>
                </a:lnTo>
                <a:lnTo>
                  <a:pt x="356908" y="150114"/>
                </a:lnTo>
                <a:lnTo>
                  <a:pt x="356908" y="130213"/>
                </a:lnTo>
                <a:lnTo>
                  <a:pt x="202882" y="130213"/>
                </a:lnTo>
                <a:lnTo>
                  <a:pt x="202882" y="107950"/>
                </a:lnTo>
                <a:lnTo>
                  <a:pt x="294424" y="107950"/>
                </a:lnTo>
                <a:lnTo>
                  <a:pt x="294424" y="118021"/>
                </a:lnTo>
                <a:lnTo>
                  <a:pt x="320332" y="118021"/>
                </a:lnTo>
                <a:lnTo>
                  <a:pt x="320332" y="107950"/>
                </a:lnTo>
                <a:lnTo>
                  <a:pt x="320332" y="107353"/>
                </a:lnTo>
                <a:lnTo>
                  <a:pt x="320332" y="87630"/>
                </a:lnTo>
                <a:lnTo>
                  <a:pt x="85445" y="87630"/>
                </a:lnTo>
                <a:lnTo>
                  <a:pt x="85445" y="63500"/>
                </a:lnTo>
                <a:lnTo>
                  <a:pt x="175450" y="63500"/>
                </a:lnTo>
                <a:lnTo>
                  <a:pt x="175450" y="87541"/>
                </a:lnTo>
                <a:lnTo>
                  <a:pt x="202882" y="87541"/>
                </a:lnTo>
                <a:lnTo>
                  <a:pt x="202882" y="63500"/>
                </a:lnTo>
                <a:lnTo>
                  <a:pt x="294424" y="63500"/>
                </a:lnTo>
                <a:lnTo>
                  <a:pt x="294424" y="87541"/>
                </a:lnTo>
                <a:lnTo>
                  <a:pt x="320332" y="87541"/>
                </a:lnTo>
                <a:lnTo>
                  <a:pt x="320332" y="20383"/>
                </a:lnTo>
                <a:lnTo>
                  <a:pt x="294424" y="20383"/>
                </a:lnTo>
                <a:lnTo>
                  <a:pt x="294424" y="44450"/>
                </a:lnTo>
                <a:lnTo>
                  <a:pt x="202882" y="44450"/>
                </a:lnTo>
                <a:lnTo>
                  <a:pt x="202882" y="20383"/>
                </a:lnTo>
                <a:lnTo>
                  <a:pt x="175450" y="20383"/>
                </a:lnTo>
                <a:lnTo>
                  <a:pt x="175450" y="44450"/>
                </a:lnTo>
                <a:lnTo>
                  <a:pt x="85445" y="44450"/>
                </a:lnTo>
                <a:lnTo>
                  <a:pt x="85445" y="20320"/>
                </a:lnTo>
                <a:lnTo>
                  <a:pt x="320332" y="20320"/>
                </a:lnTo>
                <a:lnTo>
                  <a:pt x="320332" y="0"/>
                </a:lnTo>
                <a:lnTo>
                  <a:pt x="59537" y="0"/>
                </a:lnTo>
                <a:lnTo>
                  <a:pt x="59537" y="20320"/>
                </a:lnTo>
                <a:lnTo>
                  <a:pt x="59537" y="44450"/>
                </a:lnTo>
                <a:lnTo>
                  <a:pt x="59537" y="63500"/>
                </a:lnTo>
                <a:lnTo>
                  <a:pt x="59537" y="87630"/>
                </a:lnTo>
                <a:lnTo>
                  <a:pt x="59537" y="107950"/>
                </a:lnTo>
                <a:lnTo>
                  <a:pt x="59537" y="118110"/>
                </a:lnTo>
                <a:lnTo>
                  <a:pt x="85445" y="118110"/>
                </a:lnTo>
                <a:lnTo>
                  <a:pt x="85445" y="107950"/>
                </a:lnTo>
                <a:lnTo>
                  <a:pt x="175450" y="107950"/>
                </a:lnTo>
                <a:lnTo>
                  <a:pt x="175450" y="130213"/>
                </a:lnTo>
                <a:lnTo>
                  <a:pt x="22961" y="130213"/>
                </a:lnTo>
                <a:lnTo>
                  <a:pt x="22961" y="150114"/>
                </a:lnTo>
                <a:lnTo>
                  <a:pt x="175450" y="150114"/>
                </a:lnTo>
                <a:lnTo>
                  <a:pt x="175450" y="171450"/>
                </a:lnTo>
                <a:lnTo>
                  <a:pt x="0" y="171450"/>
                </a:lnTo>
                <a:lnTo>
                  <a:pt x="0" y="191274"/>
                </a:lnTo>
                <a:lnTo>
                  <a:pt x="378244" y="191274"/>
                </a:lnTo>
                <a:lnTo>
                  <a:pt x="378244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6786372" y="2354008"/>
            <a:ext cx="374015" cy="139065"/>
          </a:xfrm>
          <a:custGeom>
            <a:avLst/>
            <a:gdLst/>
            <a:ahLst/>
            <a:cxnLst/>
            <a:rect l="l" t="t" r="r" b="b"/>
            <a:pathLst>
              <a:path w="374015" h="139064">
                <a:moveTo>
                  <a:pt x="315658" y="0"/>
                </a:moveTo>
                <a:lnTo>
                  <a:pt x="59436" y="0"/>
                </a:lnTo>
                <a:lnTo>
                  <a:pt x="59436" y="19050"/>
                </a:lnTo>
                <a:lnTo>
                  <a:pt x="59436" y="40640"/>
                </a:lnTo>
                <a:lnTo>
                  <a:pt x="59436" y="59690"/>
                </a:lnTo>
                <a:lnTo>
                  <a:pt x="59436" y="78740"/>
                </a:lnTo>
                <a:lnTo>
                  <a:pt x="59436" y="99060"/>
                </a:lnTo>
                <a:lnTo>
                  <a:pt x="59436" y="109220"/>
                </a:lnTo>
                <a:lnTo>
                  <a:pt x="85344" y="109220"/>
                </a:lnTo>
                <a:lnTo>
                  <a:pt x="85344" y="99060"/>
                </a:lnTo>
                <a:lnTo>
                  <a:pt x="289750" y="99060"/>
                </a:lnTo>
                <a:lnTo>
                  <a:pt x="289750" y="109537"/>
                </a:lnTo>
                <a:lnTo>
                  <a:pt x="315658" y="109537"/>
                </a:lnTo>
                <a:lnTo>
                  <a:pt x="315658" y="19532"/>
                </a:lnTo>
                <a:lnTo>
                  <a:pt x="289750" y="19532"/>
                </a:lnTo>
                <a:lnTo>
                  <a:pt x="289750" y="40640"/>
                </a:lnTo>
                <a:lnTo>
                  <a:pt x="289750" y="59690"/>
                </a:lnTo>
                <a:lnTo>
                  <a:pt x="289750" y="78740"/>
                </a:lnTo>
                <a:lnTo>
                  <a:pt x="85344" y="78740"/>
                </a:lnTo>
                <a:lnTo>
                  <a:pt x="85344" y="59690"/>
                </a:lnTo>
                <a:lnTo>
                  <a:pt x="289750" y="59690"/>
                </a:lnTo>
                <a:lnTo>
                  <a:pt x="289750" y="40640"/>
                </a:lnTo>
                <a:lnTo>
                  <a:pt x="85344" y="40640"/>
                </a:lnTo>
                <a:lnTo>
                  <a:pt x="85344" y="19050"/>
                </a:lnTo>
                <a:lnTo>
                  <a:pt x="315658" y="19050"/>
                </a:lnTo>
                <a:lnTo>
                  <a:pt x="315658" y="0"/>
                </a:lnTo>
                <a:close/>
              </a:path>
              <a:path w="374015" h="139064">
                <a:moveTo>
                  <a:pt x="373570" y="117157"/>
                </a:moveTo>
                <a:lnTo>
                  <a:pt x="0" y="117157"/>
                </a:lnTo>
                <a:lnTo>
                  <a:pt x="0" y="138493"/>
                </a:lnTo>
                <a:lnTo>
                  <a:pt x="373570" y="138493"/>
                </a:lnTo>
                <a:lnTo>
                  <a:pt x="373570" y="11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226998" y="2617565"/>
            <a:ext cx="59690" cy="100965"/>
          </a:xfrm>
          <a:custGeom>
            <a:avLst/>
            <a:gdLst/>
            <a:ahLst/>
            <a:cxnLst/>
            <a:rect l="l" t="t" r="r" b="b"/>
            <a:pathLst>
              <a:path w="59690" h="100964">
                <a:moveTo>
                  <a:pt x="27431" y="100679"/>
                </a:moveTo>
                <a:lnTo>
                  <a:pt x="0" y="100679"/>
                </a:lnTo>
                <a:lnTo>
                  <a:pt x="24383" y="0"/>
                </a:lnTo>
                <a:lnTo>
                  <a:pt x="59531" y="0"/>
                </a:lnTo>
                <a:lnTo>
                  <a:pt x="27431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567130" y="2336964"/>
            <a:ext cx="1539240" cy="382905"/>
          </a:xfrm>
          <a:custGeom>
            <a:avLst/>
            <a:gdLst/>
            <a:ahLst/>
            <a:cxnLst/>
            <a:rect l="l" t="t" r="r" b="b"/>
            <a:pathLst>
              <a:path w="1539240" h="382905">
                <a:moveTo>
                  <a:pt x="158597" y="143357"/>
                </a:moveTo>
                <a:lnTo>
                  <a:pt x="88392" y="143357"/>
                </a:lnTo>
                <a:lnTo>
                  <a:pt x="103632" y="131165"/>
                </a:lnTo>
                <a:lnTo>
                  <a:pt x="94488" y="122021"/>
                </a:lnTo>
                <a:lnTo>
                  <a:pt x="91440" y="117449"/>
                </a:lnTo>
                <a:lnTo>
                  <a:pt x="107734" y="97637"/>
                </a:lnTo>
                <a:lnTo>
                  <a:pt x="147929" y="48768"/>
                </a:lnTo>
                <a:lnTo>
                  <a:pt x="147929" y="21336"/>
                </a:lnTo>
                <a:lnTo>
                  <a:pt x="4572" y="21336"/>
                </a:lnTo>
                <a:lnTo>
                  <a:pt x="4572" y="48768"/>
                </a:lnTo>
                <a:lnTo>
                  <a:pt x="112776" y="48768"/>
                </a:lnTo>
                <a:lnTo>
                  <a:pt x="71628" y="97637"/>
                </a:lnTo>
                <a:lnTo>
                  <a:pt x="65646" y="91833"/>
                </a:lnTo>
                <a:lnTo>
                  <a:pt x="52552" y="79743"/>
                </a:lnTo>
                <a:lnTo>
                  <a:pt x="45720" y="73152"/>
                </a:lnTo>
                <a:lnTo>
                  <a:pt x="25908" y="89916"/>
                </a:lnTo>
                <a:lnTo>
                  <a:pt x="38481" y="102590"/>
                </a:lnTo>
                <a:lnTo>
                  <a:pt x="51054" y="115531"/>
                </a:lnTo>
                <a:lnTo>
                  <a:pt x="63627" y="129019"/>
                </a:lnTo>
                <a:lnTo>
                  <a:pt x="76200" y="143357"/>
                </a:lnTo>
                <a:lnTo>
                  <a:pt x="0" y="143357"/>
                </a:lnTo>
                <a:lnTo>
                  <a:pt x="0" y="170789"/>
                </a:lnTo>
                <a:lnTo>
                  <a:pt x="62484" y="170789"/>
                </a:lnTo>
                <a:lnTo>
                  <a:pt x="62484" y="321856"/>
                </a:lnTo>
                <a:lnTo>
                  <a:pt x="61074" y="332727"/>
                </a:lnTo>
                <a:lnTo>
                  <a:pt x="56959" y="340334"/>
                </a:lnTo>
                <a:lnTo>
                  <a:pt x="50266" y="344779"/>
                </a:lnTo>
                <a:lnTo>
                  <a:pt x="41275" y="346227"/>
                </a:lnTo>
                <a:lnTo>
                  <a:pt x="31102" y="346214"/>
                </a:lnTo>
                <a:lnTo>
                  <a:pt x="21336" y="346049"/>
                </a:lnTo>
                <a:lnTo>
                  <a:pt x="11569" y="345592"/>
                </a:lnTo>
                <a:lnTo>
                  <a:pt x="1524" y="344716"/>
                </a:lnTo>
                <a:lnTo>
                  <a:pt x="3543" y="352691"/>
                </a:lnTo>
                <a:lnTo>
                  <a:pt x="5143" y="360527"/>
                </a:lnTo>
                <a:lnTo>
                  <a:pt x="6451" y="368071"/>
                </a:lnTo>
                <a:lnTo>
                  <a:pt x="7620" y="375196"/>
                </a:lnTo>
                <a:lnTo>
                  <a:pt x="48768" y="375196"/>
                </a:lnTo>
                <a:lnTo>
                  <a:pt x="67005" y="372592"/>
                </a:lnTo>
                <a:lnTo>
                  <a:pt x="80391" y="364718"/>
                </a:lnTo>
                <a:lnTo>
                  <a:pt x="88633" y="351396"/>
                </a:lnTo>
                <a:lnTo>
                  <a:pt x="89395" y="346240"/>
                </a:lnTo>
                <a:lnTo>
                  <a:pt x="91401" y="332727"/>
                </a:lnTo>
                <a:lnTo>
                  <a:pt x="91440" y="170789"/>
                </a:lnTo>
                <a:lnTo>
                  <a:pt x="129641" y="170789"/>
                </a:lnTo>
                <a:lnTo>
                  <a:pt x="125895" y="187350"/>
                </a:lnTo>
                <a:lnTo>
                  <a:pt x="121742" y="202641"/>
                </a:lnTo>
                <a:lnTo>
                  <a:pt x="117322" y="216509"/>
                </a:lnTo>
                <a:lnTo>
                  <a:pt x="112776" y="228790"/>
                </a:lnTo>
                <a:lnTo>
                  <a:pt x="126352" y="233362"/>
                </a:lnTo>
                <a:lnTo>
                  <a:pt x="132791" y="235648"/>
                </a:lnTo>
                <a:lnTo>
                  <a:pt x="138785" y="237934"/>
                </a:lnTo>
                <a:lnTo>
                  <a:pt x="145084" y="219062"/>
                </a:lnTo>
                <a:lnTo>
                  <a:pt x="150406" y="201307"/>
                </a:lnTo>
                <a:lnTo>
                  <a:pt x="154851" y="184708"/>
                </a:lnTo>
                <a:lnTo>
                  <a:pt x="158597" y="169265"/>
                </a:lnTo>
                <a:lnTo>
                  <a:pt x="158597" y="143357"/>
                </a:lnTo>
                <a:close/>
              </a:path>
              <a:path w="1539240" h="382905">
                <a:moveTo>
                  <a:pt x="378142" y="21336"/>
                </a:moveTo>
                <a:lnTo>
                  <a:pt x="161645" y="21336"/>
                </a:lnTo>
                <a:lnTo>
                  <a:pt x="161645" y="47244"/>
                </a:lnTo>
                <a:lnTo>
                  <a:pt x="250037" y="47244"/>
                </a:lnTo>
                <a:lnTo>
                  <a:pt x="239369" y="100685"/>
                </a:lnTo>
                <a:lnTo>
                  <a:pt x="175361" y="100685"/>
                </a:lnTo>
                <a:lnTo>
                  <a:pt x="175361" y="288226"/>
                </a:lnTo>
                <a:lnTo>
                  <a:pt x="202793" y="288226"/>
                </a:lnTo>
                <a:lnTo>
                  <a:pt x="202793" y="126593"/>
                </a:lnTo>
                <a:lnTo>
                  <a:pt x="333946" y="126593"/>
                </a:lnTo>
                <a:lnTo>
                  <a:pt x="333946" y="288226"/>
                </a:lnTo>
                <a:lnTo>
                  <a:pt x="361378" y="288226"/>
                </a:lnTo>
                <a:lnTo>
                  <a:pt x="361378" y="126593"/>
                </a:lnTo>
                <a:lnTo>
                  <a:pt x="361378" y="100685"/>
                </a:lnTo>
                <a:lnTo>
                  <a:pt x="269938" y="100685"/>
                </a:lnTo>
                <a:lnTo>
                  <a:pt x="280606" y="47244"/>
                </a:lnTo>
                <a:lnTo>
                  <a:pt x="378142" y="47244"/>
                </a:lnTo>
                <a:lnTo>
                  <a:pt x="378142" y="21336"/>
                </a:lnTo>
                <a:close/>
              </a:path>
              <a:path w="1539240" h="382905">
                <a:moveTo>
                  <a:pt x="379666" y="353860"/>
                </a:moveTo>
                <a:lnTo>
                  <a:pt x="353949" y="335267"/>
                </a:lnTo>
                <a:lnTo>
                  <a:pt x="307035" y="301942"/>
                </a:lnTo>
                <a:lnTo>
                  <a:pt x="269938" y="276034"/>
                </a:lnTo>
                <a:lnTo>
                  <a:pt x="275056" y="259194"/>
                </a:lnTo>
                <a:lnTo>
                  <a:pt x="278892" y="240779"/>
                </a:lnTo>
                <a:lnTo>
                  <a:pt x="281292" y="220916"/>
                </a:lnTo>
                <a:lnTo>
                  <a:pt x="282016" y="202641"/>
                </a:lnTo>
                <a:lnTo>
                  <a:pt x="282130" y="141833"/>
                </a:lnTo>
                <a:lnTo>
                  <a:pt x="253085" y="141833"/>
                </a:lnTo>
                <a:lnTo>
                  <a:pt x="253085" y="196697"/>
                </a:lnTo>
                <a:lnTo>
                  <a:pt x="251625" y="226529"/>
                </a:lnTo>
                <a:lnTo>
                  <a:pt x="239572" y="274154"/>
                </a:lnTo>
                <a:lnTo>
                  <a:pt x="212407" y="310565"/>
                </a:lnTo>
                <a:lnTo>
                  <a:pt x="164401" y="342607"/>
                </a:lnTo>
                <a:lnTo>
                  <a:pt x="132689" y="356908"/>
                </a:lnTo>
                <a:lnTo>
                  <a:pt x="137299" y="362026"/>
                </a:lnTo>
                <a:lnTo>
                  <a:pt x="142151" y="368071"/>
                </a:lnTo>
                <a:lnTo>
                  <a:pt x="147688" y="375119"/>
                </a:lnTo>
                <a:lnTo>
                  <a:pt x="154025" y="382816"/>
                </a:lnTo>
                <a:lnTo>
                  <a:pt x="211175" y="349478"/>
                </a:lnTo>
                <a:lnTo>
                  <a:pt x="250037" y="312712"/>
                </a:lnTo>
                <a:lnTo>
                  <a:pt x="253085" y="308140"/>
                </a:lnTo>
                <a:lnTo>
                  <a:pt x="256133" y="305092"/>
                </a:lnTo>
                <a:lnTo>
                  <a:pt x="310311" y="339750"/>
                </a:lnTo>
                <a:lnTo>
                  <a:pt x="358330" y="379768"/>
                </a:lnTo>
                <a:lnTo>
                  <a:pt x="379666" y="353860"/>
                </a:lnTo>
                <a:close/>
              </a:path>
              <a:path w="1539240" h="382905">
                <a:moveTo>
                  <a:pt x="751814" y="48768"/>
                </a:moveTo>
                <a:lnTo>
                  <a:pt x="596265" y="48768"/>
                </a:lnTo>
                <a:lnTo>
                  <a:pt x="613029" y="39624"/>
                </a:lnTo>
                <a:lnTo>
                  <a:pt x="605028" y="28714"/>
                </a:lnTo>
                <a:lnTo>
                  <a:pt x="597027" y="18669"/>
                </a:lnTo>
                <a:lnTo>
                  <a:pt x="589026" y="9194"/>
                </a:lnTo>
                <a:lnTo>
                  <a:pt x="581025" y="0"/>
                </a:lnTo>
                <a:lnTo>
                  <a:pt x="552069" y="15240"/>
                </a:lnTo>
                <a:lnTo>
                  <a:pt x="558660" y="23266"/>
                </a:lnTo>
                <a:lnTo>
                  <a:pt x="564832" y="31432"/>
                </a:lnTo>
                <a:lnTo>
                  <a:pt x="570712" y="39890"/>
                </a:lnTo>
                <a:lnTo>
                  <a:pt x="576453" y="48768"/>
                </a:lnTo>
                <a:lnTo>
                  <a:pt x="413296" y="48768"/>
                </a:lnTo>
                <a:lnTo>
                  <a:pt x="413296" y="120484"/>
                </a:lnTo>
                <a:lnTo>
                  <a:pt x="443776" y="120484"/>
                </a:lnTo>
                <a:lnTo>
                  <a:pt x="443776" y="76200"/>
                </a:lnTo>
                <a:lnTo>
                  <a:pt x="721334" y="76200"/>
                </a:lnTo>
                <a:lnTo>
                  <a:pt x="721334" y="120484"/>
                </a:lnTo>
                <a:lnTo>
                  <a:pt x="751814" y="120484"/>
                </a:lnTo>
                <a:lnTo>
                  <a:pt x="751814" y="76200"/>
                </a:lnTo>
                <a:lnTo>
                  <a:pt x="751814" y="48768"/>
                </a:lnTo>
                <a:close/>
              </a:path>
              <a:path w="1539240" h="382905">
                <a:moveTo>
                  <a:pt x="771626" y="334035"/>
                </a:moveTo>
                <a:lnTo>
                  <a:pt x="727646" y="335775"/>
                </a:lnTo>
                <a:lnTo>
                  <a:pt x="689330" y="336448"/>
                </a:lnTo>
                <a:lnTo>
                  <a:pt x="644232" y="336397"/>
                </a:lnTo>
                <a:lnTo>
                  <a:pt x="605409" y="335559"/>
                </a:lnTo>
                <a:lnTo>
                  <a:pt x="605409" y="334035"/>
                </a:lnTo>
                <a:lnTo>
                  <a:pt x="605409" y="256222"/>
                </a:lnTo>
                <a:lnTo>
                  <a:pt x="738098" y="256222"/>
                </a:lnTo>
                <a:lnTo>
                  <a:pt x="738098" y="227266"/>
                </a:lnTo>
                <a:lnTo>
                  <a:pt x="605409" y="227266"/>
                </a:lnTo>
                <a:lnTo>
                  <a:pt x="605409" y="166204"/>
                </a:lnTo>
                <a:lnTo>
                  <a:pt x="762482" y="166204"/>
                </a:lnTo>
                <a:lnTo>
                  <a:pt x="762482" y="137248"/>
                </a:lnTo>
                <a:lnTo>
                  <a:pt x="399478" y="137248"/>
                </a:lnTo>
                <a:lnTo>
                  <a:pt x="399478" y="166204"/>
                </a:lnTo>
                <a:lnTo>
                  <a:pt x="573405" y="166204"/>
                </a:lnTo>
                <a:lnTo>
                  <a:pt x="573405" y="334035"/>
                </a:lnTo>
                <a:lnTo>
                  <a:pt x="519595" y="311137"/>
                </a:lnTo>
                <a:lnTo>
                  <a:pt x="481876" y="260794"/>
                </a:lnTo>
                <a:lnTo>
                  <a:pt x="486156" y="245414"/>
                </a:lnTo>
                <a:lnTo>
                  <a:pt x="489877" y="229158"/>
                </a:lnTo>
                <a:lnTo>
                  <a:pt x="493014" y="212318"/>
                </a:lnTo>
                <a:lnTo>
                  <a:pt x="495592" y="195160"/>
                </a:lnTo>
                <a:lnTo>
                  <a:pt x="463588" y="190588"/>
                </a:lnTo>
                <a:lnTo>
                  <a:pt x="455574" y="240106"/>
                </a:lnTo>
                <a:lnTo>
                  <a:pt x="440715" y="283311"/>
                </a:lnTo>
                <a:lnTo>
                  <a:pt x="418960" y="320217"/>
                </a:lnTo>
                <a:lnTo>
                  <a:pt x="390334" y="350799"/>
                </a:lnTo>
                <a:lnTo>
                  <a:pt x="395782" y="358571"/>
                </a:lnTo>
                <a:lnTo>
                  <a:pt x="400824" y="366052"/>
                </a:lnTo>
                <a:lnTo>
                  <a:pt x="405587" y="373519"/>
                </a:lnTo>
                <a:lnTo>
                  <a:pt x="410248" y="381292"/>
                </a:lnTo>
                <a:lnTo>
                  <a:pt x="428320" y="362356"/>
                </a:lnTo>
                <a:lnTo>
                  <a:pt x="443966" y="341845"/>
                </a:lnTo>
                <a:lnTo>
                  <a:pt x="457606" y="319303"/>
                </a:lnTo>
                <a:lnTo>
                  <a:pt x="469684" y="294322"/>
                </a:lnTo>
                <a:lnTo>
                  <a:pt x="492874" y="325259"/>
                </a:lnTo>
                <a:lnTo>
                  <a:pt x="555866" y="360210"/>
                </a:lnTo>
                <a:lnTo>
                  <a:pt x="596265" y="364528"/>
                </a:lnTo>
                <a:lnTo>
                  <a:pt x="672134" y="366433"/>
                </a:lnTo>
                <a:lnTo>
                  <a:pt x="714222" y="366661"/>
                </a:lnTo>
                <a:lnTo>
                  <a:pt x="759434" y="366052"/>
                </a:lnTo>
                <a:lnTo>
                  <a:pt x="761974" y="358051"/>
                </a:lnTo>
                <a:lnTo>
                  <a:pt x="764959" y="350037"/>
                </a:lnTo>
                <a:lnTo>
                  <a:pt x="768210" y="342036"/>
                </a:lnTo>
                <a:lnTo>
                  <a:pt x="770572" y="336511"/>
                </a:lnTo>
                <a:lnTo>
                  <a:pt x="771626" y="334035"/>
                </a:lnTo>
                <a:close/>
              </a:path>
              <a:path w="1539240" h="382905">
                <a:moveTo>
                  <a:pt x="1006500" y="91440"/>
                </a:moveTo>
                <a:lnTo>
                  <a:pt x="995883" y="69646"/>
                </a:lnTo>
                <a:lnTo>
                  <a:pt x="984402" y="47434"/>
                </a:lnTo>
                <a:lnTo>
                  <a:pt x="971753" y="24358"/>
                </a:lnTo>
                <a:lnTo>
                  <a:pt x="957643" y="0"/>
                </a:lnTo>
                <a:lnTo>
                  <a:pt x="930211" y="13716"/>
                </a:lnTo>
                <a:lnTo>
                  <a:pt x="941628" y="35052"/>
                </a:lnTo>
                <a:lnTo>
                  <a:pt x="953122" y="57924"/>
                </a:lnTo>
                <a:lnTo>
                  <a:pt x="964577" y="81902"/>
                </a:lnTo>
                <a:lnTo>
                  <a:pt x="976020" y="106781"/>
                </a:lnTo>
                <a:lnTo>
                  <a:pt x="1006500" y="91440"/>
                </a:lnTo>
                <a:close/>
              </a:path>
              <a:path w="1539240" h="382905">
                <a:moveTo>
                  <a:pt x="1163574" y="340144"/>
                </a:moveTo>
                <a:lnTo>
                  <a:pt x="1112913" y="326148"/>
                </a:lnTo>
                <a:lnTo>
                  <a:pt x="1068425" y="309422"/>
                </a:lnTo>
                <a:lnTo>
                  <a:pt x="1032256" y="291274"/>
                </a:lnTo>
                <a:lnTo>
                  <a:pt x="997356" y="268414"/>
                </a:lnTo>
                <a:lnTo>
                  <a:pt x="1015441" y="247078"/>
                </a:lnTo>
                <a:lnTo>
                  <a:pt x="1028814" y="231279"/>
                </a:lnTo>
                <a:lnTo>
                  <a:pt x="1055522" y="189369"/>
                </a:lnTo>
                <a:lnTo>
                  <a:pt x="1077480" y="142697"/>
                </a:lnTo>
                <a:lnTo>
                  <a:pt x="1094701" y="91249"/>
                </a:lnTo>
                <a:lnTo>
                  <a:pt x="1107186" y="35052"/>
                </a:lnTo>
                <a:lnTo>
                  <a:pt x="1075093" y="28956"/>
                </a:lnTo>
                <a:lnTo>
                  <a:pt x="1065199" y="79463"/>
                </a:lnTo>
                <a:lnTo>
                  <a:pt x="1050112" y="126593"/>
                </a:lnTo>
                <a:lnTo>
                  <a:pt x="1029766" y="170281"/>
                </a:lnTo>
                <a:lnTo>
                  <a:pt x="1004074" y="210464"/>
                </a:lnTo>
                <a:lnTo>
                  <a:pt x="972972" y="247078"/>
                </a:lnTo>
                <a:lnTo>
                  <a:pt x="944562" y="213398"/>
                </a:lnTo>
                <a:lnTo>
                  <a:pt x="919670" y="174675"/>
                </a:lnTo>
                <a:lnTo>
                  <a:pt x="898169" y="130987"/>
                </a:lnTo>
                <a:lnTo>
                  <a:pt x="879881" y="82397"/>
                </a:lnTo>
                <a:lnTo>
                  <a:pt x="864679" y="28956"/>
                </a:lnTo>
                <a:lnTo>
                  <a:pt x="835723" y="39624"/>
                </a:lnTo>
                <a:lnTo>
                  <a:pt x="852004" y="97116"/>
                </a:lnTo>
                <a:lnTo>
                  <a:pt x="871562" y="148831"/>
                </a:lnTo>
                <a:lnTo>
                  <a:pt x="894422" y="194818"/>
                </a:lnTo>
                <a:lnTo>
                  <a:pt x="920584" y="235165"/>
                </a:lnTo>
                <a:lnTo>
                  <a:pt x="950023" y="269938"/>
                </a:lnTo>
                <a:lnTo>
                  <a:pt x="919111" y="291096"/>
                </a:lnTo>
                <a:lnTo>
                  <a:pt x="881049" y="311137"/>
                </a:lnTo>
                <a:lnTo>
                  <a:pt x="835545" y="330022"/>
                </a:lnTo>
                <a:lnTo>
                  <a:pt x="782281" y="347764"/>
                </a:lnTo>
                <a:lnTo>
                  <a:pt x="788835" y="355498"/>
                </a:lnTo>
                <a:lnTo>
                  <a:pt x="794664" y="362813"/>
                </a:lnTo>
                <a:lnTo>
                  <a:pt x="799642" y="369836"/>
                </a:lnTo>
                <a:lnTo>
                  <a:pt x="803617" y="376720"/>
                </a:lnTo>
                <a:lnTo>
                  <a:pt x="856259" y="356730"/>
                </a:lnTo>
                <a:lnTo>
                  <a:pt x="902017" y="335749"/>
                </a:lnTo>
                <a:lnTo>
                  <a:pt x="940917" y="313880"/>
                </a:lnTo>
                <a:lnTo>
                  <a:pt x="972972" y="291274"/>
                </a:lnTo>
                <a:lnTo>
                  <a:pt x="1003846" y="313588"/>
                </a:lnTo>
                <a:lnTo>
                  <a:pt x="1041565" y="334606"/>
                </a:lnTo>
                <a:lnTo>
                  <a:pt x="1086180" y="354164"/>
                </a:lnTo>
                <a:lnTo>
                  <a:pt x="1137666" y="372148"/>
                </a:lnTo>
                <a:lnTo>
                  <a:pt x="1142784" y="364998"/>
                </a:lnTo>
                <a:lnTo>
                  <a:pt x="1148905" y="357289"/>
                </a:lnTo>
                <a:lnTo>
                  <a:pt x="1155877" y="348996"/>
                </a:lnTo>
                <a:lnTo>
                  <a:pt x="1163574" y="340144"/>
                </a:lnTo>
                <a:close/>
              </a:path>
              <a:path w="1539240" h="382905">
                <a:moveTo>
                  <a:pt x="1520482" y="240982"/>
                </a:moveTo>
                <a:lnTo>
                  <a:pt x="1380172" y="240982"/>
                </a:lnTo>
                <a:lnTo>
                  <a:pt x="1380172" y="205930"/>
                </a:lnTo>
                <a:lnTo>
                  <a:pt x="1456372" y="205930"/>
                </a:lnTo>
                <a:lnTo>
                  <a:pt x="1456372" y="219646"/>
                </a:lnTo>
                <a:lnTo>
                  <a:pt x="1485328" y="219646"/>
                </a:lnTo>
                <a:lnTo>
                  <a:pt x="1485328" y="205930"/>
                </a:lnTo>
                <a:lnTo>
                  <a:pt x="1485328" y="181444"/>
                </a:lnTo>
                <a:lnTo>
                  <a:pt x="1485328" y="146392"/>
                </a:lnTo>
                <a:lnTo>
                  <a:pt x="1485328" y="122008"/>
                </a:lnTo>
                <a:lnTo>
                  <a:pt x="1456372" y="122008"/>
                </a:lnTo>
                <a:lnTo>
                  <a:pt x="1456372" y="146392"/>
                </a:lnTo>
                <a:lnTo>
                  <a:pt x="1456372" y="181444"/>
                </a:lnTo>
                <a:lnTo>
                  <a:pt x="1274927" y="181444"/>
                </a:lnTo>
                <a:lnTo>
                  <a:pt x="1274927" y="146392"/>
                </a:lnTo>
                <a:lnTo>
                  <a:pt x="1456372" y="146392"/>
                </a:lnTo>
                <a:lnTo>
                  <a:pt x="1456372" y="122008"/>
                </a:lnTo>
                <a:lnTo>
                  <a:pt x="1245971" y="122008"/>
                </a:lnTo>
                <a:lnTo>
                  <a:pt x="1245971" y="219646"/>
                </a:lnTo>
                <a:lnTo>
                  <a:pt x="1274927" y="219646"/>
                </a:lnTo>
                <a:lnTo>
                  <a:pt x="1274927" y="205930"/>
                </a:lnTo>
                <a:lnTo>
                  <a:pt x="1349603" y="205930"/>
                </a:lnTo>
                <a:lnTo>
                  <a:pt x="1349603" y="240982"/>
                </a:lnTo>
                <a:lnTo>
                  <a:pt x="1212342" y="240982"/>
                </a:lnTo>
                <a:lnTo>
                  <a:pt x="1212342" y="350799"/>
                </a:lnTo>
                <a:lnTo>
                  <a:pt x="1242923" y="350799"/>
                </a:lnTo>
                <a:lnTo>
                  <a:pt x="1242923" y="266890"/>
                </a:lnTo>
                <a:lnTo>
                  <a:pt x="1349603" y="266890"/>
                </a:lnTo>
                <a:lnTo>
                  <a:pt x="1349603" y="379768"/>
                </a:lnTo>
                <a:lnTo>
                  <a:pt x="1380172" y="379768"/>
                </a:lnTo>
                <a:lnTo>
                  <a:pt x="1380172" y="266890"/>
                </a:lnTo>
                <a:lnTo>
                  <a:pt x="1489900" y="266890"/>
                </a:lnTo>
                <a:lnTo>
                  <a:pt x="1489900" y="301942"/>
                </a:lnTo>
                <a:lnTo>
                  <a:pt x="1488478" y="311111"/>
                </a:lnTo>
                <a:lnTo>
                  <a:pt x="1484185" y="317842"/>
                </a:lnTo>
                <a:lnTo>
                  <a:pt x="1477048" y="321970"/>
                </a:lnTo>
                <a:lnTo>
                  <a:pt x="1467040" y="323367"/>
                </a:lnTo>
                <a:lnTo>
                  <a:pt x="1456728" y="323113"/>
                </a:lnTo>
                <a:lnTo>
                  <a:pt x="1446276" y="322414"/>
                </a:lnTo>
                <a:lnTo>
                  <a:pt x="1424368" y="320319"/>
                </a:lnTo>
                <a:lnTo>
                  <a:pt x="1426654" y="336130"/>
                </a:lnTo>
                <a:lnTo>
                  <a:pt x="1427797" y="343687"/>
                </a:lnTo>
                <a:lnTo>
                  <a:pt x="1428940" y="350799"/>
                </a:lnTo>
                <a:lnTo>
                  <a:pt x="1474660" y="350799"/>
                </a:lnTo>
                <a:lnTo>
                  <a:pt x="1494675" y="347967"/>
                </a:lnTo>
                <a:lnTo>
                  <a:pt x="1509001" y="339559"/>
                </a:lnTo>
                <a:lnTo>
                  <a:pt x="1517599" y="325729"/>
                </a:lnTo>
                <a:lnTo>
                  <a:pt x="1517954" y="323367"/>
                </a:lnTo>
                <a:lnTo>
                  <a:pt x="1520482" y="306603"/>
                </a:lnTo>
                <a:lnTo>
                  <a:pt x="1520482" y="266890"/>
                </a:lnTo>
                <a:lnTo>
                  <a:pt x="1520482" y="240982"/>
                </a:lnTo>
                <a:close/>
              </a:path>
              <a:path w="1539240" h="382905">
                <a:moveTo>
                  <a:pt x="1538770" y="70104"/>
                </a:moveTo>
                <a:lnTo>
                  <a:pt x="1451800" y="70104"/>
                </a:lnTo>
                <a:lnTo>
                  <a:pt x="1481328" y="49530"/>
                </a:lnTo>
                <a:lnTo>
                  <a:pt x="1495729" y="39243"/>
                </a:lnTo>
                <a:lnTo>
                  <a:pt x="1509712" y="28956"/>
                </a:lnTo>
                <a:lnTo>
                  <a:pt x="1486852" y="6096"/>
                </a:lnTo>
                <a:lnTo>
                  <a:pt x="1472857" y="17500"/>
                </a:lnTo>
                <a:lnTo>
                  <a:pt x="1458277" y="28765"/>
                </a:lnTo>
                <a:lnTo>
                  <a:pt x="1443139" y="39738"/>
                </a:lnTo>
                <a:lnTo>
                  <a:pt x="1427416" y="50292"/>
                </a:lnTo>
                <a:lnTo>
                  <a:pt x="1442656" y="70104"/>
                </a:lnTo>
                <a:lnTo>
                  <a:pt x="1380172" y="70104"/>
                </a:lnTo>
                <a:lnTo>
                  <a:pt x="1380172" y="3048"/>
                </a:lnTo>
                <a:lnTo>
                  <a:pt x="1349603" y="3048"/>
                </a:lnTo>
                <a:lnTo>
                  <a:pt x="1349603" y="70104"/>
                </a:lnTo>
                <a:lnTo>
                  <a:pt x="1281023" y="70104"/>
                </a:lnTo>
                <a:lnTo>
                  <a:pt x="1302359" y="47244"/>
                </a:lnTo>
                <a:lnTo>
                  <a:pt x="1273403" y="26860"/>
                </a:lnTo>
                <a:lnTo>
                  <a:pt x="1259065" y="17030"/>
                </a:lnTo>
                <a:lnTo>
                  <a:pt x="1244447" y="7620"/>
                </a:lnTo>
                <a:lnTo>
                  <a:pt x="1226058" y="27432"/>
                </a:lnTo>
                <a:lnTo>
                  <a:pt x="1240447" y="37744"/>
                </a:lnTo>
                <a:lnTo>
                  <a:pt x="1253959" y="48196"/>
                </a:lnTo>
                <a:lnTo>
                  <a:pt x="1266875" y="58940"/>
                </a:lnTo>
                <a:lnTo>
                  <a:pt x="1279499" y="70104"/>
                </a:lnTo>
                <a:lnTo>
                  <a:pt x="1189482" y="70104"/>
                </a:lnTo>
                <a:lnTo>
                  <a:pt x="1189482" y="137248"/>
                </a:lnTo>
                <a:lnTo>
                  <a:pt x="1219962" y="137248"/>
                </a:lnTo>
                <a:lnTo>
                  <a:pt x="1219962" y="96012"/>
                </a:lnTo>
                <a:lnTo>
                  <a:pt x="1508188" y="96012"/>
                </a:lnTo>
                <a:lnTo>
                  <a:pt x="1508188" y="137248"/>
                </a:lnTo>
                <a:lnTo>
                  <a:pt x="1538770" y="137248"/>
                </a:lnTo>
                <a:lnTo>
                  <a:pt x="1538770" y="96012"/>
                </a:lnTo>
                <a:lnTo>
                  <a:pt x="1538770" y="7010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9134856" y="2510218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59" h="191769">
                <a:moveTo>
                  <a:pt x="378231" y="171450"/>
                </a:moveTo>
                <a:lnTo>
                  <a:pt x="202780" y="171450"/>
                </a:lnTo>
                <a:lnTo>
                  <a:pt x="202780" y="150114"/>
                </a:lnTo>
                <a:lnTo>
                  <a:pt x="356806" y="150114"/>
                </a:lnTo>
                <a:lnTo>
                  <a:pt x="356806" y="130213"/>
                </a:lnTo>
                <a:lnTo>
                  <a:pt x="202780" y="130213"/>
                </a:lnTo>
                <a:lnTo>
                  <a:pt x="202780" y="107950"/>
                </a:lnTo>
                <a:lnTo>
                  <a:pt x="294322" y="107950"/>
                </a:lnTo>
                <a:lnTo>
                  <a:pt x="294322" y="118021"/>
                </a:lnTo>
                <a:lnTo>
                  <a:pt x="320230" y="118021"/>
                </a:lnTo>
                <a:lnTo>
                  <a:pt x="320230" y="107950"/>
                </a:lnTo>
                <a:lnTo>
                  <a:pt x="320230" y="107353"/>
                </a:lnTo>
                <a:lnTo>
                  <a:pt x="320230" y="87630"/>
                </a:lnTo>
                <a:lnTo>
                  <a:pt x="85432" y="87630"/>
                </a:lnTo>
                <a:lnTo>
                  <a:pt x="85432" y="63500"/>
                </a:lnTo>
                <a:lnTo>
                  <a:pt x="175348" y="63500"/>
                </a:lnTo>
                <a:lnTo>
                  <a:pt x="175348" y="87541"/>
                </a:lnTo>
                <a:lnTo>
                  <a:pt x="202780" y="87541"/>
                </a:lnTo>
                <a:lnTo>
                  <a:pt x="202780" y="63500"/>
                </a:lnTo>
                <a:lnTo>
                  <a:pt x="294322" y="63500"/>
                </a:lnTo>
                <a:lnTo>
                  <a:pt x="294322" y="87541"/>
                </a:lnTo>
                <a:lnTo>
                  <a:pt x="320230" y="87541"/>
                </a:lnTo>
                <a:lnTo>
                  <a:pt x="320230" y="20383"/>
                </a:lnTo>
                <a:lnTo>
                  <a:pt x="294322" y="20383"/>
                </a:lnTo>
                <a:lnTo>
                  <a:pt x="294322" y="44450"/>
                </a:lnTo>
                <a:lnTo>
                  <a:pt x="202780" y="44450"/>
                </a:lnTo>
                <a:lnTo>
                  <a:pt x="202780" y="20383"/>
                </a:lnTo>
                <a:lnTo>
                  <a:pt x="175348" y="20383"/>
                </a:lnTo>
                <a:lnTo>
                  <a:pt x="175348" y="44450"/>
                </a:lnTo>
                <a:lnTo>
                  <a:pt x="85432" y="44450"/>
                </a:lnTo>
                <a:lnTo>
                  <a:pt x="85432" y="20320"/>
                </a:lnTo>
                <a:lnTo>
                  <a:pt x="320230" y="20320"/>
                </a:lnTo>
                <a:lnTo>
                  <a:pt x="320230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44450"/>
                </a:lnTo>
                <a:lnTo>
                  <a:pt x="57912" y="63500"/>
                </a:lnTo>
                <a:lnTo>
                  <a:pt x="57912" y="87630"/>
                </a:lnTo>
                <a:lnTo>
                  <a:pt x="57912" y="107950"/>
                </a:lnTo>
                <a:lnTo>
                  <a:pt x="57912" y="118110"/>
                </a:lnTo>
                <a:lnTo>
                  <a:pt x="85432" y="118110"/>
                </a:lnTo>
                <a:lnTo>
                  <a:pt x="85432" y="107950"/>
                </a:lnTo>
                <a:lnTo>
                  <a:pt x="175348" y="107950"/>
                </a:lnTo>
                <a:lnTo>
                  <a:pt x="175348" y="130213"/>
                </a:lnTo>
                <a:lnTo>
                  <a:pt x="22860" y="130213"/>
                </a:lnTo>
                <a:lnTo>
                  <a:pt x="22860" y="150114"/>
                </a:lnTo>
                <a:lnTo>
                  <a:pt x="175348" y="150114"/>
                </a:lnTo>
                <a:lnTo>
                  <a:pt x="175348" y="171450"/>
                </a:lnTo>
                <a:lnTo>
                  <a:pt x="0" y="171450"/>
                </a:lnTo>
                <a:lnTo>
                  <a:pt x="0" y="191274"/>
                </a:lnTo>
                <a:lnTo>
                  <a:pt x="378231" y="191274"/>
                </a:lnTo>
                <a:lnTo>
                  <a:pt x="378231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9137904" y="2354008"/>
            <a:ext cx="374015" cy="139065"/>
          </a:xfrm>
          <a:custGeom>
            <a:avLst/>
            <a:gdLst/>
            <a:ahLst/>
            <a:cxnLst/>
            <a:rect l="l" t="t" r="r" b="b"/>
            <a:pathLst>
              <a:path w="374015" h="139064">
                <a:moveTo>
                  <a:pt x="314134" y="0"/>
                </a:moveTo>
                <a:lnTo>
                  <a:pt x="57912" y="0"/>
                </a:lnTo>
                <a:lnTo>
                  <a:pt x="57912" y="19050"/>
                </a:lnTo>
                <a:lnTo>
                  <a:pt x="57912" y="40640"/>
                </a:lnTo>
                <a:lnTo>
                  <a:pt x="57912" y="59690"/>
                </a:lnTo>
                <a:lnTo>
                  <a:pt x="57912" y="78740"/>
                </a:lnTo>
                <a:lnTo>
                  <a:pt x="57912" y="99060"/>
                </a:lnTo>
                <a:lnTo>
                  <a:pt x="57912" y="109220"/>
                </a:lnTo>
                <a:lnTo>
                  <a:pt x="85432" y="109220"/>
                </a:lnTo>
                <a:lnTo>
                  <a:pt x="85432" y="99060"/>
                </a:lnTo>
                <a:lnTo>
                  <a:pt x="288226" y="99060"/>
                </a:lnTo>
                <a:lnTo>
                  <a:pt x="288226" y="109537"/>
                </a:lnTo>
                <a:lnTo>
                  <a:pt x="314134" y="109537"/>
                </a:lnTo>
                <a:lnTo>
                  <a:pt x="314134" y="19532"/>
                </a:lnTo>
                <a:lnTo>
                  <a:pt x="288226" y="19532"/>
                </a:lnTo>
                <a:lnTo>
                  <a:pt x="288226" y="40640"/>
                </a:lnTo>
                <a:lnTo>
                  <a:pt x="288226" y="59690"/>
                </a:lnTo>
                <a:lnTo>
                  <a:pt x="288226" y="78740"/>
                </a:lnTo>
                <a:lnTo>
                  <a:pt x="85432" y="78740"/>
                </a:lnTo>
                <a:lnTo>
                  <a:pt x="85432" y="59690"/>
                </a:lnTo>
                <a:lnTo>
                  <a:pt x="288226" y="59690"/>
                </a:lnTo>
                <a:lnTo>
                  <a:pt x="288226" y="40640"/>
                </a:lnTo>
                <a:lnTo>
                  <a:pt x="85432" y="40640"/>
                </a:lnTo>
                <a:lnTo>
                  <a:pt x="85432" y="19050"/>
                </a:lnTo>
                <a:lnTo>
                  <a:pt x="314134" y="19050"/>
                </a:lnTo>
                <a:lnTo>
                  <a:pt x="314134" y="0"/>
                </a:lnTo>
                <a:close/>
              </a:path>
              <a:path w="374015" h="139064">
                <a:moveTo>
                  <a:pt x="373659" y="117157"/>
                </a:moveTo>
                <a:lnTo>
                  <a:pt x="0" y="117157"/>
                </a:lnTo>
                <a:lnTo>
                  <a:pt x="0" y="138493"/>
                </a:lnTo>
                <a:lnTo>
                  <a:pt x="373659" y="138493"/>
                </a:lnTo>
                <a:lnTo>
                  <a:pt x="373659" y="11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9578625" y="2617565"/>
            <a:ext cx="59690" cy="100965"/>
          </a:xfrm>
          <a:custGeom>
            <a:avLst/>
            <a:gdLst/>
            <a:ahLst/>
            <a:cxnLst/>
            <a:rect l="l" t="t" r="r" b="b"/>
            <a:pathLst>
              <a:path w="59690" h="100964">
                <a:moveTo>
                  <a:pt x="27431" y="100679"/>
                </a:moveTo>
                <a:lnTo>
                  <a:pt x="0" y="100679"/>
                </a:lnTo>
                <a:lnTo>
                  <a:pt x="22860" y="0"/>
                </a:lnTo>
                <a:lnTo>
                  <a:pt x="59531" y="0"/>
                </a:lnTo>
                <a:lnTo>
                  <a:pt x="27431" y="1006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299108" y="2808261"/>
            <a:ext cx="1162685" cy="381635"/>
          </a:xfrm>
          <a:custGeom>
            <a:avLst/>
            <a:gdLst/>
            <a:ahLst/>
            <a:cxnLst/>
            <a:rect l="l" t="t" r="r" b="b"/>
            <a:pathLst>
              <a:path w="1162685" h="381635">
                <a:moveTo>
                  <a:pt x="212026" y="118960"/>
                </a:moveTo>
                <a:lnTo>
                  <a:pt x="181546" y="118960"/>
                </a:lnTo>
                <a:lnTo>
                  <a:pt x="181546" y="146494"/>
                </a:lnTo>
                <a:lnTo>
                  <a:pt x="181546" y="244030"/>
                </a:lnTo>
                <a:lnTo>
                  <a:pt x="73253" y="244030"/>
                </a:lnTo>
                <a:lnTo>
                  <a:pt x="73253" y="146494"/>
                </a:lnTo>
                <a:lnTo>
                  <a:pt x="181546" y="146494"/>
                </a:lnTo>
                <a:lnTo>
                  <a:pt x="181546" y="118960"/>
                </a:lnTo>
                <a:lnTo>
                  <a:pt x="42773" y="118960"/>
                </a:lnTo>
                <a:lnTo>
                  <a:pt x="42773" y="297472"/>
                </a:lnTo>
                <a:lnTo>
                  <a:pt x="73253" y="297472"/>
                </a:lnTo>
                <a:lnTo>
                  <a:pt x="73253" y="271564"/>
                </a:lnTo>
                <a:lnTo>
                  <a:pt x="212026" y="271564"/>
                </a:lnTo>
                <a:lnTo>
                  <a:pt x="212026" y="244030"/>
                </a:lnTo>
                <a:lnTo>
                  <a:pt x="212026" y="146494"/>
                </a:lnTo>
                <a:lnTo>
                  <a:pt x="212026" y="118960"/>
                </a:lnTo>
                <a:close/>
              </a:path>
              <a:path w="1162685" h="381635">
                <a:moveTo>
                  <a:pt x="378244" y="33528"/>
                </a:moveTo>
                <a:lnTo>
                  <a:pt x="0" y="33528"/>
                </a:lnTo>
                <a:lnTo>
                  <a:pt x="0" y="62572"/>
                </a:lnTo>
                <a:lnTo>
                  <a:pt x="282130" y="62572"/>
                </a:lnTo>
                <a:lnTo>
                  <a:pt x="282130" y="311188"/>
                </a:lnTo>
                <a:lnTo>
                  <a:pt x="280416" y="324942"/>
                </a:lnTo>
                <a:lnTo>
                  <a:pt x="275272" y="334429"/>
                </a:lnTo>
                <a:lnTo>
                  <a:pt x="266700" y="339902"/>
                </a:lnTo>
                <a:lnTo>
                  <a:pt x="254698" y="341668"/>
                </a:lnTo>
                <a:lnTo>
                  <a:pt x="241884" y="341401"/>
                </a:lnTo>
                <a:lnTo>
                  <a:pt x="226504" y="340715"/>
                </a:lnTo>
                <a:lnTo>
                  <a:pt x="189166" y="338620"/>
                </a:lnTo>
                <a:lnTo>
                  <a:pt x="190550" y="347535"/>
                </a:lnTo>
                <a:lnTo>
                  <a:pt x="193878" y="364845"/>
                </a:lnTo>
                <a:lnTo>
                  <a:pt x="195262" y="373761"/>
                </a:lnTo>
                <a:lnTo>
                  <a:pt x="265366" y="373761"/>
                </a:lnTo>
                <a:lnTo>
                  <a:pt x="286537" y="370598"/>
                </a:lnTo>
                <a:lnTo>
                  <a:pt x="301840" y="360984"/>
                </a:lnTo>
                <a:lnTo>
                  <a:pt x="311111" y="344792"/>
                </a:lnTo>
                <a:lnTo>
                  <a:pt x="311531" y="341668"/>
                </a:lnTo>
                <a:lnTo>
                  <a:pt x="314236" y="321856"/>
                </a:lnTo>
                <a:lnTo>
                  <a:pt x="314236" y="62572"/>
                </a:lnTo>
                <a:lnTo>
                  <a:pt x="378244" y="62572"/>
                </a:lnTo>
                <a:lnTo>
                  <a:pt x="378244" y="33528"/>
                </a:lnTo>
                <a:close/>
              </a:path>
              <a:path w="1162685" h="381635">
                <a:moveTo>
                  <a:pt x="492633" y="118960"/>
                </a:moveTo>
                <a:lnTo>
                  <a:pt x="469773" y="99148"/>
                </a:lnTo>
                <a:lnTo>
                  <a:pt x="451205" y="121196"/>
                </a:lnTo>
                <a:lnTo>
                  <a:pt x="432193" y="141681"/>
                </a:lnTo>
                <a:lnTo>
                  <a:pt x="412902" y="160743"/>
                </a:lnTo>
                <a:lnTo>
                  <a:pt x="393471" y="178498"/>
                </a:lnTo>
                <a:lnTo>
                  <a:pt x="399173" y="183972"/>
                </a:lnTo>
                <a:lnTo>
                  <a:pt x="404710" y="189166"/>
                </a:lnTo>
                <a:lnTo>
                  <a:pt x="409981" y="194360"/>
                </a:lnTo>
                <a:lnTo>
                  <a:pt x="414807" y="199834"/>
                </a:lnTo>
                <a:lnTo>
                  <a:pt x="434301" y="181000"/>
                </a:lnTo>
                <a:lnTo>
                  <a:pt x="453758" y="161150"/>
                </a:lnTo>
                <a:lnTo>
                  <a:pt x="473202" y="140423"/>
                </a:lnTo>
                <a:lnTo>
                  <a:pt x="492633" y="118960"/>
                </a:lnTo>
                <a:close/>
              </a:path>
              <a:path w="1162685" h="381635">
                <a:moveTo>
                  <a:pt x="764095" y="50380"/>
                </a:moveTo>
                <a:lnTo>
                  <a:pt x="590270" y="50380"/>
                </a:lnTo>
                <a:lnTo>
                  <a:pt x="605510" y="42760"/>
                </a:lnTo>
                <a:lnTo>
                  <a:pt x="600595" y="34975"/>
                </a:lnTo>
                <a:lnTo>
                  <a:pt x="594842" y="25349"/>
                </a:lnTo>
                <a:lnTo>
                  <a:pt x="587933" y="13741"/>
                </a:lnTo>
                <a:lnTo>
                  <a:pt x="579602" y="0"/>
                </a:lnTo>
                <a:lnTo>
                  <a:pt x="550545" y="13716"/>
                </a:lnTo>
                <a:lnTo>
                  <a:pt x="556260" y="22009"/>
                </a:lnTo>
                <a:lnTo>
                  <a:pt x="561987" y="30873"/>
                </a:lnTo>
                <a:lnTo>
                  <a:pt x="567728" y="40335"/>
                </a:lnTo>
                <a:lnTo>
                  <a:pt x="573506" y="50380"/>
                </a:lnTo>
                <a:lnTo>
                  <a:pt x="398043" y="50380"/>
                </a:lnTo>
                <a:lnTo>
                  <a:pt x="398043" y="77812"/>
                </a:lnTo>
                <a:lnTo>
                  <a:pt x="520065" y="77812"/>
                </a:lnTo>
                <a:lnTo>
                  <a:pt x="520065" y="184594"/>
                </a:lnTo>
                <a:lnTo>
                  <a:pt x="549021" y="184594"/>
                </a:lnTo>
                <a:lnTo>
                  <a:pt x="549021" y="77812"/>
                </a:lnTo>
                <a:lnTo>
                  <a:pt x="611606" y="77812"/>
                </a:lnTo>
                <a:lnTo>
                  <a:pt x="611606" y="184594"/>
                </a:lnTo>
                <a:lnTo>
                  <a:pt x="640562" y="184594"/>
                </a:lnTo>
                <a:lnTo>
                  <a:pt x="640562" y="77812"/>
                </a:lnTo>
                <a:lnTo>
                  <a:pt x="764095" y="77812"/>
                </a:lnTo>
                <a:lnTo>
                  <a:pt x="764095" y="50380"/>
                </a:lnTo>
                <a:close/>
              </a:path>
              <a:path w="1162685" h="381635">
                <a:moveTo>
                  <a:pt x="765619" y="178498"/>
                </a:moveTo>
                <a:lnTo>
                  <a:pt x="748499" y="160769"/>
                </a:lnTo>
                <a:lnTo>
                  <a:pt x="729221" y="141871"/>
                </a:lnTo>
                <a:lnTo>
                  <a:pt x="707923" y="121843"/>
                </a:lnTo>
                <a:lnTo>
                  <a:pt x="684758" y="100672"/>
                </a:lnTo>
                <a:lnTo>
                  <a:pt x="663422" y="117436"/>
                </a:lnTo>
                <a:lnTo>
                  <a:pt x="683717" y="137147"/>
                </a:lnTo>
                <a:lnTo>
                  <a:pt x="703465" y="157302"/>
                </a:lnTo>
                <a:lnTo>
                  <a:pt x="722642" y="177749"/>
                </a:lnTo>
                <a:lnTo>
                  <a:pt x="741235" y="198310"/>
                </a:lnTo>
                <a:lnTo>
                  <a:pt x="765619" y="178498"/>
                </a:lnTo>
                <a:close/>
              </a:path>
              <a:path w="1162685" h="381635">
                <a:moveTo>
                  <a:pt x="771715" y="346240"/>
                </a:moveTo>
                <a:lnTo>
                  <a:pt x="723684" y="341376"/>
                </a:lnTo>
                <a:lnTo>
                  <a:pt x="680377" y="333667"/>
                </a:lnTo>
                <a:lnTo>
                  <a:pt x="641959" y="323088"/>
                </a:lnTo>
                <a:lnTo>
                  <a:pt x="608558" y="309664"/>
                </a:lnTo>
                <a:lnTo>
                  <a:pt x="631469" y="292900"/>
                </a:lnTo>
                <a:lnTo>
                  <a:pt x="632841" y="291896"/>
                </a:lnTo>
                <a:lnTo>
                  <a:pt x="655421" y="272694"/>
                </a:lnTo>
                <a:lnTo>
                  <a:pt x="676275" y="251752"/>
                </a:lnTo>
                <a:lnTo>
                  <a:pt x="695426" y="228790"/>
                </a:lnTo>
                <a:lnTo>
                  <a:pt x="695426" y="201358"/>
                </a:lnTo>
                <a:lnTo>
                  <a:pt x="658850" y="201358"/>
                </a:lnTo>
                <a:lnTo>
                  <a:pt x="658850" y="228790"/>
                </a:lnTo>
                <a:lnTo>
                  <a:pt x="641959" y="246557"/>
                </a:lnTo>
                <a:lnTo>
                  <a:pt x="623227" y="263169"/>
                </a:lnTo>
                <a:lnTo>
                  <a:pt x="602475" y="278599"/>
                </a:lnTo>
                <a:lnTo>
                  <a:pt x="579602" y="292900"/>
                </a:lnTo>
                <a:lnTo>
                  <a:pt x="561581" y="280314"/>
                </a:lnTo>
                <a:lnTo>
                  <a:pt x="544461" y="265455"/>
                </a:lnTo>
                <a:lnTo>
                  <a:pt x="528497" y="248272"/>
                </a:lnTo>
                <a:lnTo>
                  <a:pt x="513969" y="228790"/>
                </a:lnTo>
                <a:lnTo>
                  <a:pt x="658850" y="228790"/>
                </a:lnTo>
                <a:lnTo>
                  <a:pt x="658850" y="201358"/>
                </a:lnTo>
                <a:lnTo>
                  <a:pt x="436245" y="201358"/>
                </a:lnTo>
                <a:lnTo>
                  <a:pt x="436245" y="228790"/>
                </a:lnTo>
                <a:lnTo>
                  <a:pt x="478917" y="228790"/>
                </a:lnTo>
                <a:lnTo>
                  <a:pt x="495274" y="251726"/>
                </a:lnTo>
                <a:lnTo>
                  <a:pt x="512635" y="272503"/>
                </a:lnTo>
                <a:lnTo>
                  <a:pt x="531418" y="291249"/>
                </a:lnTo>
                <a:lnTo>
                  <a:pt x="552069" y="308140"/>
                </a:lnTo>
                <a:lnTo>
                  <a:pt x="518896" y="321259"/>
                </a:lnTo>
                <a:lnTo>
                  <a:pt x="480999" y="333095"/>
                </a:lnTo>
                <a:lnTo>
                  <a:pt x="438226" y="343535"/>
                </a:lnTo>
                <a:lnTo>
                  <a:pt x="390423" y="352425"/>
                </a:lnTo>
                <a:lnTo>
                  <a:pt x="395884" y="359524"/>
                </a:lnTo>
                <a:lnTo>
                  <a:pt x="400900" y="366903"/>
                </a:lnTo>
                <a:lnTo>
                  <a:pt x="405650" y="374281"/>
                </a:lnTo>
                <a:lnTo>
                  <a:pt x="410235" y="381381"/>
                </a:lnTo>
                <a:lnTo>
                  <a:pt x="460095" y="369366"/>
                </a:lnTo>
                <a:lnTo>
                  <a:pt x="504634" y="356184"/>
                </a:lnTo>
                <a:lnTo>
                  <a:pt x="544322" y="341871"/>
                </a:lnTo>
                <a:lnTo>
                  <a:pt x="579602" y="326428"/>
                </a:lnTo>
                <a:lnTo>
                  <a:pt x="615035" y="344220"/>
                </a:lnTo>
                <a:lnTo>
                  <a:pt x="655040" y="358698"/>
                </a:lnTo>
                <a:lnTo>
                  <a:pt x="699655" y="370027"/>
                </a:lnTo>
                <a:lnTo>
                  <a:pt x="748855" y="378333"/>
                </a:lnTo>
                <a:lnTo>
                  <a:pt x="753503" y="372046"/>
                </a:lnTo>
                <a:lnTo>
                  <a:pt x="758571" y="364604"/>
                </a:lnTo>
                <a:lnTo>
                  <a:pt x="764374" y="356184"/>
                </a:lnTo>
                <a:lnTo>
                  <a:pt x="771715" y="346240"/>
                </a:lnTo>
                <a:close/>
              </a:path>
              <a:path w="1162685" h="381635">
                <a:moveTo>
                  <a:pt x="883069" y="118960"/>
                </a:moveTo>
                <a:lnTo>
                  <a:pt x="860209" y="99148"/>
                </a:lnTo>
                <a:lnTo>
                  <a:pt x="842454" y="121196"/>
                </a:lnTo>
                <a:lnTo>
                  <a:pt x="823734" y="141681"/>
                </a:lnTo>
                <a:lnTo>
                  <a:pt x="804176" y="160743"/>
                </a:lnTo>
                <a:lnTo>
                  <a:pt x="783907" y="178498"/>
                </a:lnTo>
                <a:lnTo>
                  <a:pt x="790473" y="183972"/>
                </a:lnTo>
                <a:lnTo>
                  <a:pt x="796480" y="189166"/>
                </a:lnTo>
                <a:lnTo>
                  <a:pt x="801903" y="194360"/>
                </a:lnTo>
                <a:lnTo>
                  <a:pt x="806767" y="199834"/>
                </a:lnTo>
                <a:lnTo>
                  <a:pt x="825334" y="181000"/>
                </a:lnTo>
                <a:lnTo>
                  <a:pt x="844346" y="161150"/>
                </a:lnTo>
                <a:lnTo>
                  <a:pt x="863638" y="140423"/>
                </a:lnTo>
                <a:lnTo>
                  <a:pt x="883069" y="118960"/>
                </a:lnTo>
                <a:close/>
              </a:path>
              <a:path w="1162685" h="381635">
                <a:moveTo>
                  <a:pt x="1156055" y="178498"/>
                </a:moveTo>
                <a:lnTo>
                  <a:pt x="1139151" y="160769"/>
                </a:lnTo>
                <a:lnTo>
                  <a:pt x="1120381" y="141871"/>
                </a:lnTo>
                <a:lnTo>
                  <a:pt x="1099604" y="121843"/>
                </a:lnTo>
                <a:lnTo>
                  <a:pt x="1076706" y="100672"/>
                </a:lnTo>
                <a:lnTo>
                  <a:pt x="1055370" y="117436"/>
                </a:lnTo>
                <a:lnTo>
                  <a:pt x="1074801" y="137147"/>
                </a:lnTo>
                <a:lnTo>
                  <a:pt x="1094244" y="157302"/>
                </a:lnTo>
                <a:lnTo>
                  <a:pt x="1133195" y="198310"/>
                </a:lnTo>
                <a:lnTo>
                  <a:pt x="1156055" y="178498"/>
                </a:lnTo>
                <a:close/>
              </a:path>
              <a:path w="1162685" h="381635">
                <a:moveTo>
                  <a:pt x="1156055" y="50380"/>
                </a:moveTo>
                <a:lnTo>
                  <a:pt x="982129" y="50380"/>
                </a:lnTo>
                <a:lnTo>
                  <a:pt x="995934" y="42760"/>
                </a:lnTo>
                <a:lnTo>
                  <a:pt x="991654" y="34975"/>
                </a:lnTo>
                <a:lnTo>
                  <a:pt x="985786" y="25349"/>
                </a:lnTo>
                <a:lnTo>
                  <a:pt x="978496" y="13741"/>
                </a:lnTo>
                <a:lnTo>
                  <a:pt x="969937" y="0"/>
                </a:lnTo>
                <a:lnTo>
                  <a:pt x="942505" y="13716"/>
                </a:lnTo>
                <a:lnTo>
                  <a:pt x="948004" y="22009"/>
                </a:lnTo>
                <a:lnTo>
                  <a:pt x="953363" y="30873"/>
                </a:lnTo>
                <a:lnTo>
                  <a:pt x="959002" y="40335"/>
                </a:lnTo>
                <a:lnTo>
                  <a:pt x="965365" y="50380"/>
                </a:lnTo>
                <a:lnTo>
                  <a:pt x="790003" y="50380"/>
                </a:lnTo>
                <a:lnTo>
                  <a:pt x="790003" y="77812"/>
                </a:lnTo>
                <a:lnTo>
                  <a:pt x="912025" y="77812"/>
                </a:lnTo>
                <a:lnTo>
                  <a:pt x="912025" y="184594"/>
                </a:lnTo>
                <a:lnTo>
                  <a:pt x="940981" y="184594"/>
                </a:lnTo>
                <a:lnTo>
                  <a:pt x="940981" y="77812"/>
                </a:lnTo>
                <a:lnTo>
                  <a:pt x="1002030" y="77812"/>
                </a:lnTo>
                <a:lnTo>
                  <a:pt x="1002030" y="184594"/>
                </a:lnTo>
                <a:lnTo>
                  <a:pt x="1032510" y="184594"/>
                </a:lnTo>
                <a:lnTo>
                  <a:pt x="1032510" y="77812"/>
                </a:lnTo>
                <a:lnTo>
                  <a:pt x="1156055" y="77812"/>
                </a:lnTo>
                <a:lnTo>
                  <a:pt x="1156055" y="50380"/>
                </a:lnTo>
                <a:close/>
              </a:path>
              <a:path w="1162685" h="381635">
                <a:moveTo>
                  <a:pt x="1162151" y="346240"/>
                </a:moveTo>
                <a:lnTo>
                  <a:pt x="1114348" y="341376"/>
                </a:lnTo>
                <a:lnTo>
                  <a:pt x="1071575" y="333667"/>
                </a:lnTo>
                <a:lnTo>
                  <a:pt x="1033678" y="323088"/>
                </a:lnTo>
                <a:lnTo>
                  <a:pt x="1000506" y="309664"/>
                </a:lnTo>
                <a:lnTo>
                  <a:pt x="1023429" y="292900"/>
                </a:lnTo>
                <a:lnTo>
                  <a:pt x="1024801" y="291896"/>
                </a:lnTo>
                <a:lnTo>
                  <a:pt x="1047369" y="272694"/>
                </a:lnTo>
                <a:lnTo>
                  <a:pt x="1068235" y="251752"/>
                </a:lnTo>
                <a:lnTo>
                  <a:pt x="1087374" y="228790"/>
                </a:lnTo>
                <a:lnTo>
                  <a:pt x="1087374" y="201358"/>
                </a:lnTo>
                <a:lnTo>
                  <a:pt x="1049274" y="201358"/>
                </a:lnTo>
                <a:lnTo>
                  <a:pt x="1049274" y="228790"/>
                </a:lnTo>
                <a:lnTo>
                  <a:pt x="1032408" y="246557"/>
                </a:lnTo>
                <a:lnTo>
                  <a:pt x="1013828" y="263169"/>
                </a:lnTo>
                <a:lnTo>
                  <a:pt x="993508" y="278599"/>
                </a:lnTo>
                <a:lnTo>
                  <a:pt x="971461" y="292900"/>
                </a:lnTo>
                <a:lnTo>
                  <a:pt x="952855" y="280314"/>
                </a:lnTo>
                <a:lnTo>
                  <a:pt x="935837" y="265455"/>
                </a:lnTo>
                <a:lnTo>
                  <a:pt x="920229" y="248272"/>
                </a:lnTo>
                <a:lnTo>
                  <a:pt x="905929" y="228790"/>
                </a:lnTo>
                <a:lnTo>
                  <a:pt x="1049274" y="228790"/>
                </a:lnTo>
                <a:lnTo>
                  <a:pt x="1049274" y="201358"/>
                </a:lnTo>
                <a:lnTo>
                  <a:pt x="826579" y="201358"/>
                </a:lnTo>
                <a:lnTo>
                  <a:pt x="826579" y="228790"/>
                </a:lnTo>
                <a:lnTo>
                  <a:pt x="870877" y="228790"/>
                </a:lnTo>
                <a:lnTo>
                  <a:pt x="886561" y="251726"/>
                </a:lnTo>
                <a:lnTo>
                  <a:pt x="903833" y="272503"/>
                </a:lnTo>
                <a:lnTo>
                  <a:pt x="922515" y="291249"/>
                </a:lnTo>
                <a:lnTo>
                  <a:pt x="942505" y="308140"/>
                </a:lnTo>
                <a:lnTo>
                  <a:pt x="910196" y="321259"/>
                </a:lnTo>
                <a:lnTo>
                  <a:pt x="872731" y="333095"/>
                </a:lnTo>
                <a:lnTo>
                  <a:pt x="830122" y="343535"/>
                </a:lnTo>
                <a:lnTo>
                  <a:pt x="782383" y="352425"/>
                </a:lnTo>
                <a:lnTo>
                  <a:pt x="787196" y="359524"/>
                </a:lnTo>
                <a:lnTo>
                  <a:pt x="797382" y="374281"/>
                </a:lnTo>
                <a:lnTo>
                  <a:pt x="802195" y="381381"/>
                </a:lnTo>
                <a:lnTo>
                  <a:pt x="851369" y="369366"/>
                </a:lnTo>
                <a:lnTo>
                  <a:pt x="895819" y="356184"/>
                </a:lnTo>
                <a:lnTo>
                  <a:pt x="935380" y="341871"/>
                </a:lnTo>
                <a:lnTo>
                  <a:pt x="969937" y="326428"/>
                </a:lnTo>
                <a:lnTo>
                  <a:pt x="1006297" y="344220"/>
                </a:lnTo>
                <a:lnTo>
                  <a:pt x="1046797" y="358698"/>
                </a:lnTo>
                <a:lnTo>
                  <a:pt x="1091577" y="370027"/>
                </a:lnTo>
                <a:lnTo>
                  <a:pt x="1140815" y="378333"/>
                </a:lnTo>
                <a:lnTo>
                  <a:pt x="1144790" y="372046"/>
                </a:lnTo>
                <a:lnTo>
                  <a:pt x="1149769" y="364604"/>
                </a:lnTo>
                <a:lnTo>
                  <a:pt x="1155471" y="356184"/>
                </a:lnTo>
                <a:lnTo>
                  <a:pt x="1162151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2473452" y="2982785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60" h="191769">
                <a:moveTo>
                  <a:pt x="378231" y="170180"/>
                </a:moveTo>
                <a:lnTo>
                  <a:pt x="202780" y="170180"/>
                </a:lnTo>
                <a:lnTo>
                  <a:pt x="202780" y="148844"/>
                </a:lnTo>
                <a:lnTo>
                  <a:pt x="356806" y="148844"/>
                </a:lnTo>
                <a:lnTo>
                  <a:pt x="356806" y="129032"/>
                </a:lnTo>
                <a:lnTo>
                  <a:pt x="202780" y="129032"/>
                </a:lnTo>
                <a:lnTo>
                  <a:pt x="202780" y="107950"/>
                </a:lnTo>
                <a:lnTo>
                  <a:pt x="294322" y="107950"/>
                </a:lnTo>
                <a:lnTo>
                  <a:pt x="294322" y="116840"/>
                </a:lnTo>
                <a:lnTo>
                  <a:pt x="320230" y="116840"/>
                </a:lnTo>
                <a:lnTo>
                  <a:pt x="320230" y="19215"/>
                </a:lnTo>
                <a:lnTo>
                  <a:pt x="294322" y="19215"/>
                </a:lnTo>
                <a:lnTo>
                  <a:pt x="294322" y="43180"/>
                </a:lnTo>
                <a:lnTo>
                  <a:pt x="294322" y="62230"/>
                </a:lnTo>
                <a:lnTo>
                  <a:pt x="294322" y="87630"/>
                </a:lnTo>
                <a:lnTo>
                  <a:pt x="202780" y="87630"/>
                </a:lnTo>
                <a:lnTo>
                  <a:pt x="202780" y="62230"/>
                </a:lnTo>
                <a:lnTo>
                  <a:pt x="294322" y="62230"/>
                </a:lnTo>
                <a:lnTo>
                  <a:pt x="294322" y="43180"/>
                </a:lnTo>
                <a:lnTo>
                  <a:pt x="202780" y="43180"/>
                </a:lnTo>
                <a:lnTo>
                  <a:pt x="202780" y="19215"/>
                </a:lnTo>
                <a:lnTo>
                  <a:pt x="175348" y="19215"/>
                </a:lnTo>
                <a:lnTo>
                  <a:pt x="175348" y="43180"/>
                </a:lnTo>
                <a:lnTo>
                  <a:pt x="175348" y="62230"/>
                </a:lnTo>
                <a:lnTo>
                  <a:pt x="175348" y="87630"/>
                </a:lnTo>
                <a:lnTo>
                  <a:pt x="85344" y="87630"/>
                </a:lnTo>
                <a:lnTo>
                  <a:pt x="85344" y="62230"/>
                </a:lnTo>
                <a:lnTo>
                  <a:pt x="175348" y="62230"/>
                </a:lnTo>
                <a:lnTo>
                  <a:pt x="175348" y="43180"/>
                </a:lnTo>
                <a:lnTo>
                  <a:pt x="85344" y="43180"/>
                </a:lnTo>
                <a:lnTo>
                  <a:pt x="85344" y="19050"/>
                </a:lnTo>
                <a:lnTo>
                  <a:pt x="320230" y="19050"/>
                </a:lnTo>
                <a:lnTo>
                  <a:pt x="320230" y="0"/>
                </a:lnTo>
                <a:lnTo>
                  <a:pt x="57912" y="0"/>
                </a:lnTo>
                <a:lnTo>
                  <a:pt x="57912" y="19050"/>
                </a:lnTo>
                <a:lnTo>
                  <a:pt x="57912" y="43180"/>
                </a:lnTo>
                <a:lnTo>
                  <a:pt x="57912" y="62230"/>
                </a:lnTo>
                <a:lnTo>
                  <a:pt x="57912" y="87630"/>
                </a:lnTo>
                <a:lnTo>
                  <a:pt x="57912" y="107950"/>
                </a:lnTo>
                <a:lnTo>
                  <a:pt x="57912" y="116840"/>
                </a:lnTo>
                <a:lnTo>
                  <a:pt x="85344" y="116840"/>
                </a:lnTo>
                <a:lnTo>
                  <a:pt x="85344" y="107950"/>
                </a:lnTo>
                <a:lnTo>
                  <a:pt x="175348" y="107950"/>
                </a:lnTo>
                <a:lnTo>
                  <a:pt x="175348" y="129032"/>
                </a:lnTo>
                <a:lnTo>
                  <a:pt x="22860" y="129032"/>
                </a:lnTo>
                <a:lnTo>
                  <a:pt x="22860" y="148844"/>
                </a:lnTo>
                <a:lnTo>
                  <a:pt x="175348" y="148844"/>
                </a:lnTo>
                <a:lnTo>
                  <a:pt x="175348" y="170180"/>
                </a:lnTo>
                <a:lnTo>
                  <a:pt x="0" y="170180"/>
                </a:lnTo>
                <a:lnTo>
                  <a:pt x="0" y="191617"/>
                </a:lnTo>
                <a:lnTo>
                  <a:pt x="378231" y="191617"/>
                </a:lnTo>
                <a:lnTo>
                  <a:pt x="378231" y="170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2476500" y="2826575"/>
            <a:ext cx="374015" cy="137795"/>
          </a:xfrm>
          <a:custGeom>
            <a:avLst/>
            <a:gdLst/>
            <a:ahLst/>
            <a:cxnLst/>
            <a:rect l="l" t="t" r="r" b="b"/>
            <a:pathLst>
              <a:path w="374014" h="137794">
                <a:moveTo>
                  <a:pt x="315658" y="99123"/>
                </a:moveTo>
                <a:lnTo>
                  <a:pt x="288226" y="99123"/>
                </a:lnTo>
                <a:lnTo>
                  <a:pt x="288226" y="108267"/>
                </a:lnTo>
                <a:lnTo>
                  <a:pt x="315658" y="108267"/>
                </a:lnTo>
                <a:lnTo>
                  <a:pt x="315658" y="99123"/>
                </a:lnTo>
                <a:close/>
              </a:path>
              <a:path w="374014" h="137794">
                <a:moveTo>
                  <a:pt x="315658" y="0"/>
                </a:moveTo>
                <a:lnTo>
                  <a:pt x="288226" y="0"/>
                </a:lnTo>
                <a:lnTo>
                  <a:pt x="288226" y="20320"/>
                </a:lnTo>
                <a:lnTo>
                  <a:pt x="288226" y="39370"/>
                </a:lnTo>
                <a:lnTo>
                  <a:pt x="288226" y="58420"/>
                </a:lnTo>
                <a:lnTo>
                  <a:pt x="288226" y="78740"/>
                </a:lnTo>
                <a:lnTo>
                  <a:pt x="85344" y="78740"/>
                </a:lnTo>
                <a:lnTo>
                  <a:pt x="85344" y="58420"/>
                </a:lnTo>
                <a:lnTo>
                  <a:pt x="288226" y="58420"/>
                </a:lnTo>
                <a:lnTo>
                  <a:pt x="288226" y="39370"/>
                </a:lnTo>
                <a:lnTo>
                  <a:pt x="85344" y="39370"/>
                </a:lnTo>
                <a:lnTo>
                  <a:pt x="85344" y="20320"/>
                </a:lnTo>
                <a:lnTo>
                  <a:pt x="288226" y="20320"/>
                </a:lnTo>
                <a:lnTo>
                  <a:pt x="288226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39370"/>
                </a:lnTo>
                <a:lnTo>
                  <a:pt x="57912" y="58420"/>
                </a:lnTo>
                <a:lnTo>
                  <a:pt x="57912" y="78740"/>
                </a:lnTo>
                <a:lnTo>
                  <a:pt x="57912" y="99060"/>
                </a:lnTo>
                <a:lnTo>
                  <a:pt x="57912" y="107950"/>
                </a:lnTo>
                <a:lnTo>
                  <a:pt x="85344" y="107950"/>
                </a:lnTo>
                <a:lnTo>
                  <a:pt x="85344" y="99060"/>
                </a:lnTo>
                <a:lnTo>
                  <a:pt x="315658" y="99060"/>
                </a:lnTo>
                <a:lnTo>
                  <a:pt x="315658" y="79311"/>
                </a:lnTo>
                <a:lnTo>
                  <a:pt x="315658" y="19786"/>
                </a:lnTo>
                <a:lnTo>
                  <a:pt x="315658" y="0"/>
                </a:lnTo>
                <a:close/>
              </a:path>
              <a:path w="374014" h="137794">
                <a:moveTo>
                  <a:pt x="373659" y="117411"/>
                </a:moveTo>
                <a:lnTo>
                  <a:pt x="0" y="117411"/>
                </a:lnTo>
                <a:lnTo>
                  <a:pt x="0" y="137325"/>
                </a:lnTo>
                <a:lnTo>
                  <a:pt x="373659" y="137325"/>
                </a:lnTo>
                <a:lnTo>
                  <a:pt x="373659" y="11741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917221" y="3088957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1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3254209" y="2808261"/>
            <a:ext cx="1165225" cy="381635"/>
          </a:xfrm>
          <a:custGeom>
            <a:avLst/>
            <a:gdLst/>
            <a:ahLst/>
            <a:cxnLst/>
            <a:rect l="l" t="t" r="r" b="b"/>
            <a:pathLst>
              <a:path w="1165225" h="381635">
                <a:moveTo>
                  <a:pt x="381292" y="330987"/>
                </a:moveTo>
                <a:lnTo>
                  <a:pt x="349300" y="322948"/>
                </a:lnTo>
                <a:lnTo>
                  <a:pt x="319747" y="312318"/>
                </a:lnTo>
                <a:lnTo>
                  <a:pt x="292735" y="298843"/>
                </a:lnTo>
                <a:lnTo>
                  <a:pt x="268414" y="282219"/>
                </a:lnTo>
                <a:lnTo>
                  <a:pt x="353860" y="239458"/>
                </a:lnTo>
                <a:lnTo>
                  <a:pt x="334048" y="212026"/>
                </a:lnTo>
                <a:lnTo>
                  <a:pt x="310832" y="227190"/>
                </a:lnTo>
                <a:lnTo>
                  <a:pt x="289039" y="240652"/>
                </a:lnTo>
                <a:lnTo>
                  <a:pt x="268376" y="252399"/>
                </a:lnTo>
                <a:lnTo>
                  <a:pt x="248602" y="262407"/>
                </a:lnTo>
                <a:lnTo>
                  <a:pt x="236601" y="248716"/>
                </a:lnTo>
                <a:lnTo>
                  <a:pt x="225742" y="233184"/>
                </a:lnTo>
                <a:lnTo>
                  <a:pt x="216027" y="216242"/>
                </a:lnTo>
                <a:lnTo>
                  <a:pt x="207454" y="198310"/>
                </a:lnTo>
                <a:lnTo>
                  <a:pt x="378244" y="198310"/>
                </a:lnTo>
                <a:lnTo>
                  <a:pt x="378244" y="172402"/>
                </a:lnTo>
                <a:lnTo>
                  <a:pt x="205930" y="172402"/>
                </a:lnTo>
                <a:lnTo>
                  <a:pt x="205930" y="132676"/>
                </a:lnTo>
                <a:lnTo>
                  <a:pt x="350812" y="132676"/>
                </a:lnTo>
                <a:lnTo>
                  <a:pt x="350812" y="106768"/>
                </a:lnTo>
                <a:lnTo>
                  <a:pt x="205930" y="106768"/>
                </a:lnTo>
                <a:lnTo>
                  <a:pt x="205930" y="68668"/>
                </a:lnTo>
                <a:lnTo>
                  <a:pt x="367576" y="68668"/>
                </a:lnTo>
                <a:lnTo>
                  <a:pt x="367576" y="42760"/>
                </a:lnTo>
                <a:lnTo>
                  <a:pt x="205930" y="42760"/>
                </a:lnTo>
                <a:lnTo>
                  <a:pt x="205930" y="0"/>
                </a:lnTo>
                <a:lnTo>
                  <a:pt x="176974" y="0"/>
                </a:lnTo>
                <a:lnTo>
                  <a:pt x="176974" y="42760"/>
                </a:lnTo>
                <a:lnTo>
                  <a:pt x="16865" y="42760"/>
                </a:lnTo>
                <a:lnTo>
                  <a:pt x="16865" y="68668"/>
                </a:lnTo>
                <a:lnTo>
                  <a:pt x="176974" y="68668"/>
                </a:lnTo>
                <a:lnTo>
                  <a:pt x="176974" y="106768"/>
                </a:lnTo>
                <a:lnTo>
                  <a:pt x="32105" y="106768"/>
                </a:lnTo>
                <a:lnTo>
                  <a:pt x="32105" y="132676"/>
                </a:lnTo>
                <a:lnTo>
                  <a:pt x="176974" y="132676"/>
                </a:lnTo>
                <a:lnTo>
                  <a:pt x="176974" y="172402"/>
                </a:lnTo>
                <a:lnTo>
                  <a:pt x="4673" y="172402"/>
                </a:lnTo>
                <a:lnTo>
                  <a:pt x="4673" y="198310"/>
                </a:lnTo>
                <a:lnTo>
                  <a:pt x="155638" y="198310"/>
                </a:lnTo>
                <a:lnTo>
                  <a:pt x="125298" y="230873"/>
                </a:lnTo>
                <a:lnTo>
                  <a:pt x="89255" y="259892"/>
                </a:lnTo>
                <a:lnTo>
                  <a:pt x="47485" y="285191"/>
                </a:lnTo>
                <a:lnTo>
                  <a:pt x="0" y="306603"/>
                </a:lnTo>
                <a:lnTo>
                  <a:pt x="5727" y="313461"/>
                </a:lnTo>
                <a:lnTo>
                  <a:pt x="11137" y="320319"/>
                </a:lnTo>
                <a:lnTo>
                  <a:pt x="15951" y="327177"/>
                </a:lnTo>
                <a:lnTo>
                  <a:pt x="19913" y="334035"/>
                </a:lnTo>
                <a:lnTo>
                  <a:pt x="44462" y="321183"/>
                </a:lnTo>
                <a:lnTo>
                  <a:pt x="67729" y="307746"/>
                </a:lnTo>
                <a:lnTo>
                  <a:pt x="89560" y="293751"/>
                </a:lnTo>
                <a:lnTo>
                  <a:pt x="109829" y="279171"/>
                </a:lnTo>
                <a:lnTo>
                  <a:pt x="109829" y="341655"/>
                </a:lnTo>
                <a:lnTo>
                  <a:pt x="106781" y="349275"/>
                </a:lnTo>
                <a:lnTo>
                  <a:pt x="99161" y="353949"/>
                </a:lnTo>
                <a:lnTo>
                  <a:pt x="117449" y="381381"/>
                </a:lnTo>
                <a:lnTo>
                  <a:pt x="123545" y="378333"/>
                </a:lnTo>
                <a:lnTo>
                  <a:pt x="131165" y="375285"/>
                </a:lnTo>
                <a:lnTo>
                  <a:pt x="137261" y="372237"/>
                </a:lnTo>
                <a:lnTo>
                  <a:pt x="209575" y="345363"/>
                </a:lnTo>
                <a:lnTo>
                  <a:pt x="233362" y="337083"/>
                </a:lnTo>
                <a:lnTo>
                  <a:pt x="232486" y="329069"/>
                </a:lnTo>
                <a:lnTo>
                  <a:pt x="232029" y="320890"/>
                </a:lnTo>
                <a:lnTo>
                  <a:pt x="231838" y="303555"/>
                </a:lnTo>
                <a:lnTo>
                  <a:pt x="209816" y="312686"/>
                </a:lnTo>
                <a:lnTo>
                  <a:pt x="187058" y="321652"/>
                </a:lnTo>
                <a:lnTo>
                  <a:pt x="163436" y="330352"/>
                </a:lnTo>
                <a:lnTo>
                  <a:pt x="138785" y="338607"/>
                </a:lnTo>
                <a:lnTo>
                  <a:pt x="138785" y="256311"/>
                </a:lnTo>
                <a:lnTo>
                  <a:pt x="151091" y="244805"/>
                </a:lnTo>
                <a:lnTo>
                  <a:pt x="162674" y="233184"/>
                </a:lnTo>
                <a:lnTo>
                  <a:pt x="173380" y="221284"/>
                </a:lnTo>
                <a:lnTo>
                  <a:pt x="183070" y="208978"/>
                </a:lnTo>
                <a:lnTo>
                  <a:pt x="207606" y="254571"/>
                </a:lnTo>
                <a:lnTo>
                  <a:pt x="237401" y="292544"/>
                </a:lnTo>
                <a:lnTo>
                  <a:pt x="272630" y="322986"/>
                </a:lnTo>
                <a:lnTo>
                  <a:pt x="313423" y="345960"/>
                </a:lnTo>
                <a:lnTo>
                  <a:pt x="359956" y="361569"/>
                </a:lnTo>
                <a:lnTo>
                  <a:pt x="364782" y="354431"/>
                </a:lnTo>
                <a:lnTo>
                  <a:pt x="381292" y="330987"/>
                </a:lnTo>
                <a:close/>
              </a:path>
              <a:path w="1165225" h="381635">
                <a:moveTo>
                  <a:pt x="771715" y="273075"/>
                </a:moveTo>
                <a:lnTo>
                  <a:pt x="597890" y="273075"/>
                </a:lnTo>
                <a:lnTo>
                  <a:pt x="597890" y="228790"/>
                </a:lnTo>
                <a:lnTo>
                  <a:pt x="704659" y="228790"/>
                </a:lnTo>
                <a:lnTo>
                  <a:pt x="704659" y="247078"/>
                </a:lnTo>
                <a:lnTo>
                  <a:pt x="733615" y="247078"/>
                </a:lnTo>
                <a:lnTo>
                  <a:pt x="733615" y="62572"/>
                </a:lnTo>
                <a:lnTo>
                  <a:pt x="704659" y="62572"/>
                </a:lnTo>
                <a:lnTo>
                  <a:pt x="704659" y="88480"/>
                </a:lnTo>
                <a:lnTo>
                  <a:pt x="704659" y="132676"/>
                </a:lnTo>
                <a:lnTo>
                  <a:pt x="704659" y="158686"/>
                </a:lnTo>
                <a:lnTo>
                  <a:pt x="704659" y="202882"/>
                </a:lnTo>
                <a:lnTo>
                  <a:pt x="597890" y="202882"/>
                </a:lnTo>
                <a:lnTo>
                  <a:pt x="597890" y="158686"/>
                </a:lnTo>
                <a:lnTo>
                  <a:pt x="704659" y="158686"/>
                </a:lnTo>
                <a:lnTo>
                  <a:pt x="704659" y="132676"/>
                </a:lnTo>
                <a:lnTo>
                  <a:pt x="597890" y="132676"/>
                </a:lnTo>
                <a:lnTo>
                  <a:pt x="597890" y="88480"/>
                </a:lnTo>
                <a:lnTo>
                  <a:pt x="704659" y="88480"/>
                </a:lnTo>
                <a:lnTo>
                  <a:pt x="704659" y="62572"/>
                </a:lnTo>
                <a:lnTo>
                  <a:pt x="654278" y="62572"/>
                </a:lnTo>
                <a:lnTo>
                  <a:pt x="663651" y="51993"/>
                </a:lnTo>
                <a:lnTo>
                  <a:pt x="673328" y="40817"/>
                </a:lnTo>
                <a:lnTo>
                  <a:pt x="682993" y="29070"/>
                </a:lnTo>
                <a:lnTo>
                  <a:pt x="692378" y="16764"/>
                </a:lnTo>
                <a:lnTo>
                  <a:pt x="661898" y="1524"/>
                </a:lnTo>
                <a:lnTo>
                  <a:pt x="651586" y="17284"/>
                </a:lnTo>
                <a:lnTo>
                  <a:pt x="641134" y="32626"/>
                </a:lnTo>
                <a:lnTo>
                  <a:pt x="630389" y="47675"/>
                </a:lnTo>
                <a:lnTo>
                  <a:pt x="619226" y="62572"/>
                </a:lnTo>
                <a:lnTo>
                  <a:pt x="567410" y="62572"/>
                </a:lnTo>
                <a:lnTo>
                  <a:pt x="567410" y="88480"/>
                </a:lnTo>
                <a:lnTo>
                  <a:pt x="567410" y="132676"/>
                </a:lnTo>
                <a:lnTo>
                  <a:pt x="567410" y="158686"/>
                </a:lnTo>
                <a:lnTo>
                  <a:pt x="567410" y="202882"/>
                </a:lnTo>
                <a:lnTo>
                  <a:pt x="462153" y="202882"/>
                </a:lnTo>
                <a:lnTo>
                  <a:pt x="462153" y="158686"/>
                </a:lnTo>
                <a:lnTo>
                  <a:pt x="567410" y="158686"/>
                </a:lnTo>
                <a:lnTo>
                  <a:pt x="567410" y="132676"/>
                </a:lnTo>
                <a:lnTo>
                  <a:pt x="462153" y="132676"/>
                </a:lnTo>
                <a:lnTo>
                  <a:pt x="462153" y="88480"/>
                </a:lnTo>
                <a:lnTo>
                  <a:pt x="567410" y="88480"/>
                </a:lnTo>
                <a:lnTo>
                  <a:pt x="567410" y="62572"/>
                </a:lnTo>
                <a:lnTo>
                  <a:pt x="530733" y="62572"/>
                </a:lnTo>
                <a:lnTo>
                  <a:pt x="544449" y="50380"/>
                </a:lnTo>
                <a:lnTo>
                  <a:pt x="521017" y="26301"/>
                </a:lnTo>
                <a:lnTo>
                  <a:pt x="508228" y="13436"/>
                </a:lnTo>
                <a:lnTo>
                  <a:pt x="494157" y="0"/>
                </a:lnTo>
                <a:lnTo>
                  <a:pt x="472821" y="18288"/>
                </a:lnTo>
                <a:lnTo>
                  <a:pt x="483082" y="29489"/>
                </a:lnTo>
                <a:lnTo>
                  <a:pt x="493204" y="40436"/>
                </a:lnTo>
                <a:lnTo>
                  <a:pt x="503034" y="51371"/>
                </a:lnTo>
                <a:lnTo>
                  <a:pt x="512445" y="62572"/>
                </a:lnTo>
                <a:lnTo>
                  <a:pt x="433197" y="62572"/>
                </a:lnTo>
                <a:lnTo>
                  <a:pt x="433197" y="247078"/>
                </a:lnTo>
                <a:lnTo>
                  <a:pt x="462153" y="247078"/>
                </a:lnTo>
                <a:lnTo>
                  <a:pt x="462153" y="228790"/>
                </a:lnTo>
                <a:lnTo>
                  <a:pt x="567410" y="228790"/>
                </a:lnTo>
                <a:lnTo>
                  <a:pt x="567410" y="273075"/>
                </a:lnTo>
                <a:lnTo>
                  <a:pt x="395008" y="273075"/>
                </a:lnTo>
                <a:lnTo>
                  <a:pt x="395008" y="300520"/>
                </a:lnTo>
                <a:lnTo>
                  <a:pt x="567410" y="300520"/>
                </a:lnTo>
                <a:lnTo>
                  <a:pt x="567410" y="381381"/>
                </a:lnTo>
                <a:lnTo>
                  <a:pt x="597890" y="381381"/>
                </a:lnTo>
                <a:lnTo>
                  <a:pt x="597890" y="300520"/>
                </a:lnTo>
                <a:lnTo>
                  <a:pt x="771715" y="300520"/>
                </a:lnTo>
                <a:lnTo>
                  <a:pt x="771715" y="273075"/>
                </a:lnTo>
                <a:close/>
              </a:path>
              <a:path w="1165225" h="381635">
                <a:moveTo>
                  <a:pt x="886117" y="118960"/>
                </a:moveTo>
                <a:lnTo>
                  <a:pt x="863257" y="99148"/>
                </a:lnTo>
                <a:lnTo>
                  <a:pt x="844689" y="121196"/>
                </a:lnTo>
                <a:lnTo>
                  <a:pt x="825677" y="141681"/>
                </a:lnTo>
                <a:lnTo>
                  <a:pt x="806373" y="160743"/>
                </a:lnTo>
                <a:lnTo>
                  <a:pt x="786955" y="178498"/>
                </a:lnTo>
                <a:lnTo>
                  <a:pt x="792645" y="183972"/>
                </a:lnTo>
                <a:lnTo>
                  <a:pt x="798195" y="189166"/>
                </a:lnTo>
                <a:lnTo>
                  <a:pt x="803452" y="194360"/>
                </a:lnTo>
                <a:lnTo>
                  <a:pt x="808291" y="199834"/>
                </a:lnTo>
                <a:lnTo>
                  <a:pt x="827735" y="181000"/>
                </a:lnTo>
                <a:lnTo>
                  <a:pt x="847204" y="161150"/>
                </a:lnTo>
                <a:lnTo>
                  <a:pt x="866660" y="140423"/>
                </a:lnTo>
                <a:lnTo>
                  <a:pt x="886117" y="118960"/>
                </a:lnTo>
                <a:close/>
              </a:path>
              <a:path w="1165225" h="381635">
                <a:moveTo>
                  <a:pt x="1157579" y="50380"/>
                </a:moveTo>
                <a:lnTo>
                  <a:pt x="983742" y="50380"/>
                </a:lnTo>
                <a:lnTo>
                  <a:pt x="998982" y="42760"/>
                </a:lnTo>
                <a:lnTo>
                  <a:pt x="994714" y="34975"/>
                </a:lnTo>
                <a:lnTo>
                  <a:pt x="988872" y="25349"/>
                </a:lnTo>
                <a:lnTo>
                  <a:pt x="972985" y="0"/>
                </a:lnTo>
                <a:lnTo>
                  <a:pt x="945553" y="13716"/>
                </a:lnTo>
                <a:lnTo>
                  <a:pt x="950379" y="22009"/>
                </a:lnTo>
                <a:lnTo>
                  <a:pt x="955649" y="30873"/>
                </a:lnTo>
                <a:lnTo>
                  <a:pt x="961186" y="40335"/>
                </a:lnTo>
                <a:lnTo>
                  <a:pt x="966889" y="50380"/>
                </a:lnTo>
                <a:lnTo>
                  <a:pt x="793051" y="50380"/>
                </a:lnTo>
                <a:lnTo>
                  <a:pt x="793051" y="77812"/>
                </a:lnTo>
                <a:lnTo>
                  <a:pt x="913549" y="77812"/>
                </a:lnTo>
                <a:lnTo>
                  <a:pt x="913549" y="184594"/>
                </a:lnTo>
                <a:lnTo>
                  <a:pt x="944029" y="184594"/>
                </a:lnTo>
                <a:lnTo>
                  <a:pt x="944029" y="77812"/>
                </a:lnTo>
                <a:lnTo>
                  <a:pt x="1005078" y="77812"/>
                </a:lnTo>
                <a:lnTo>
                  <a:pt x="1005078" y="184594"/>
                </a:lnTo>
                <a:lnTo>
                  <a:pt x="1034034" y="184594"/>
                </a:lnTo>
                <a:lnTo>
                  <a:pt x="1034034" y="77812"/>
                </a:lnTo>
                <a:lnTo>
                  <a:pt x="1157579" y="77812"/>
                </a:lnTo>
                <a:lnTo>
                  <a:pt x="1157579" y="50380"/>
                </a:lnTo>
                <a:close/>
              </a:path>
              <a:path w="1165225" h="381635">
                <a:moveTo>
                  <a:pt x="1159103" y="178498"/>
                </a:moveTo>
                <a:lnTo>
                  <a:pt x="1142174" y="160769"/>
                </a:lnTo>
                <a:lnTo>
                  <a:pt x="1123238" y="141871"/>
                </a:lnTo>
                <a:lnTo>
                  <a:pt x="1102004" y="121843"/>
                </a:lnTo>
                <a:lnTo>
                  <a:pt x="1078230" y="100672"/>
                </a:lnTo>
                <a:lnTo>
                  <a:pt x="1056894" y="117436"/>
                </a:lnTo>
                <a:lnTo>
                  <a:pt x="1077188" y="137147"/>
                </a:lnTo>
                <a:lnTo>
                  <a:pt x="1096911" y="157302"/>
                </a:lnTo>
                <a:lnTo>
                  <a:pt x="1116088" y="177749"/>
                </a:lnTo>
                <a:lnTo>
                  <a:pt x="1134719" y="198310"/>
                </a:lnTo>
                <a:lnTo>
                  <a:pt x="1159103" y="178498"/>
                </a:lnTo>
                <a:close/>
              </a:path>
              <a:path w="1165225" h="381635">
                <a:moveTo>
                  <a:pt x="1165199" y="346240"/>
                </a:moveTo>
                <a:lnTo>
                  <a:pt x="1117155" y="341376"/>
                </a:lnTo>
                <a:lnTo>
                  <a:pt x="1073861" y="333667"/>
                </a:lnTo>
                <a:lnTo>
                  <a:pt x="1035443" y="323088"/>
                </a:lnTo>
                <a:lnTo>
                  <a:pt x="1002030" y="309664"/>
                </a:lnTo>
                <a:lnTo>
                  <a:pt x="1025779" y="292900"/>
                </a:lnTo>
                <a:lnTo>
                  <a:pt x="1027201" y="291896"/>
                </a:lnTo>
                <a:lnTo>
                  <a:pt x="1050226" y="272694"/>
                </a:lnTo>
                <a:lnTo>
                  <a:pt x="1071257" y="251752"/>
                </a:lnTo>
                <a:lnTo>
                  <a:pt x="1090422" y="228790"/>
                </a:lnTo>
                <a:lnTo>
                  <a:pt x="1090422" y="201358"/>
                </a:lnTo>
                <a:lnTo>
                  <a:pt x="1052322" y="201358"/>
                </a:lnTo>
                <a:lnTo>
                  <a:pt x="1052322" y="228790"/>
                </a:lnTo>
                <a:lnTo>
                  <a:pt x="1035469" y="246557"/>
                </a:lnTo>
                <a:lnTo>
                  <a:pt x="1016889" y="263169"/>
                </a:lnTo>
                <a:lnTo>
                  <a:pt x="996607" y="278599"/>
                </a:lnTo>
                <a:lnTo>
                  <a:pt x="974598" y="292900"/>
                </a:lnTo>
                <a:lnTo>
                  <a:pt x="955916" y="280314"/>
                </a:lnTo>
                <a:lnTo>
                  <a:pt x="938695" y="265455"/>
                </a:lnTo>
                <a:lnTo>
                  <a:pt x="922642" y="248272"/>
                </a:lnTo>
                <a:lnTo>
                  <a:pt x="907453" y="228790"/>
                </a:lnTo>
                <a:lnTo>
                  <a:pt x="1052322" y="228790"/>
                </a:lnTo>
                <a:lnTo>
                  <a:pt x="1052322" y="201358"/>
                </a:lnTo>
                <a:lnTo>
                  <a:pt x="829627" y="201358"/>
                </a:lnTo>
                <a:lnTo>
                  <a:pt x="829627" y="228790"/>
                </a:lnTo>
                <a:lnTo>
                  <a:pt x="873925" y="228790"/>
                </a:lnTo>
                <a:lnTo>
                  <a:pt x="889609" y="251726"/>
                </a:lnTo>
                <a:lnTo>
                  <a:pt x="906881" y="272503"/>
                </a:lnTo>
                <a:lnTo>
                  <a:pt x="925563" y="291249"/>
                </a:lnTo>
                <a:lnTo>
                  <a:pt x="945553" y="308140"/>
                </a:lnTo>
                <a:lnTo>
                  <a:pt x="912393" y="321259"/>
                </a:lnTo>
                <a:lnTo>
                  <a:pt x="874674" y="333095"/>
                </a:lnTo>
                <a:lnTo>
                  <a:pt x="832345" y="343535"/>
                </a:lnTo>
                <a:lnTo>
                  <a:pt x="785431" y="352425"/>
                </a:lnTo>
                <a:lnTo>
                  <a:pt x="790003" y="359524"/>
                </a:lnTo>
                <a:lnTo>
                  <a:pt x="799147" y="374281"/>
                </a:lnTo>
                <a:lnTo>
                  <a:pt x="803719" y="381381"/>
                </a:lnTo>
                <a:lnTo>
                  <a:pt x="853782" y="369366"/>
                </a:lnTo>
                <a:lnTo>
                  <a:pt x="898677" y="356184"/>
                </a:lnTo>
                <a:lnTo>
                  <a:pt x="938403" y="341871"/>
                </a:lnTo>
                <a:lnTo>
                  <a:pt x="972985" y="326428"/>
                </a:lnTo>
                <a:lnTo>
                  <a:pt x="1008468" y="344220"/>
                </a:lnTo>
                <a:lnTo>
                  <a:pt x="1048512" y="358698"/>
                </a:lnTo>
                <a:lnTo>
                  <a:pt x="1093127" y="370027"/>
                </a:lnTo>
                <a:lnTo>
                  <a:pt x="1142339" y="378333"/>
                </a:lnTo>
                <a:lnTo>
                  <a:pt x="1147191" y="372046"/>
                </a:lnTo>
                <a:lnTo>
                  <a:pt x="1152626" y="364604"/>
                </a:lnTo>
                <a:lnTo>
                  <a:pt x="1158621" y="356006"/>
                </a:lnTo>
                <a:lnTo>
                  <a:pt x="1165199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4431601" y="2982785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60" h="191769">
                <a:moveTo>
                  <a:pt x="378231" y="170180"/>
                </a:moveTo>
                <a:lnTo>
                  <a:pt x="201256" y="170180"/>
                </a:lnTo>
                <a:lnTo>
                  <a:pt x="201256" y="148844"/>
                </a:lnTo>
                <a:lnTo>
                  <a:pt x="355371" y="148844"/>
                </a:lnTo>
                <a:lnTo>
                  <a:pt x="355371" y="129032"/>
                </a:lnTo>
                <a:lnTo>
                  <a:pt x="201256" y="129032"/>
                </a:lnTo>
                <a:lnTo>
                  <a:pt x="201256" y="107950"/>
                </a:lnTo>
                <a:lnTo>
                  <a:pt x="294322" y="107950"/>
                </a:lnTo>
                <a:lnTo>
                  <a:pt x="294322" y="116840"/>
                </a:lnTo>
                <a:lnTo>
                  <a:pt x="320230" y="116840"/>
                </a:lnTo>
                <a:lnTo>
                  <a:pt x="320230" y="19215"/>
                </a:lnTo>
                <a:lnTo>
                  <a:pt x="294322" y="19215"/>
                </a:lnTo>
                <a:lnTo>
                  <a:pt x="294322" y="43180"/>
                </a:lnTo>
                <a:lnTo>
                  <a:pt x="294322" y="62230"/>
                </a:lnTo>
                <a:lnTo>
                  <a:pt x="294322" y="87630"/>
                </a:lnTo>
                <a:lnTo>
                  <a:pt x="201256" y="87630"/>
                </a:lnTo>
                <a:lnTo>
                  <a:pt x="201256" y="62230"/>
                </a:lnTo>
                <a:lnTo>
                  <a:pt x="294322" y="62230"/>
                </a:lnTo>
                <a:lnTo>
                  <a:pt x="294322" y="43180"/>
                </a:lnTo>
                <a:lnTo>
                  <a:pt x="201256" y="43180"/>
                </a:lnTo>
                <a:lnTo>
                  <a:pt x="201256" y="19215"/>
                </a:lnTo>
                <a:lnTo>
                  <a:pt x="175348" y="19215"/>
                </a:lnTo>
                <a:lnTo>
                  <a:pt x="175348" y="43180"/>
                </a:lnTo>
                <a:lnTo>
                  <a:pt x="175348" y="62230"/>
                </a:lnTo>
                <a:lnTo>
                  <a:pt x="175348" y="87630"/>
                </a:lnTo>
                <a:lnTo>
                  <a:pt x="83908" y="87630"/>
                </a:lnTo>
                <a:lnTo>
                  <a:pt x="83908" y="62230"/>
                </a:lnTo>
                <a:lnTo>
                  <a:pt x="175348" y="62230"/>
                </a:lnTo>
                <a:lnTo>
                  <a:pt x="175348" y="43180"/>
                </a:lnTo>
                <a:lnTo>
                  <a:pt x="83908" y="43180"/>
                </a:lnTo>
                <a:lnTo>
                  <a:pt x="83908" y="19050"/>
                </a:lnTo>
                <a:lnTo>
                  <a:pt x="320230" y="19050"/>
                </a:lnTo>
                <a:lnTo>
                  <a:pt x="320230" y="0"/>
                </a:lnTo>
                <a:lnTo>
                  <a:pt x="57912" y="0"/>
                </a:lnTo>
                <a:lnTo>
                  <a:pt x="57912" y="19050"/>
                </a:lnTo>
                <a:lnTo>
                  <a:pt x="57912" y="43180"/>
                </a:lnTo>
                <a:lnTo>
                  <a:pt x="57912" y="62230"/>
                </a:lnTo>
                <a:lnTo>
                  <a:pt x="57912" y="87630"/>
                </a:lnTo>
                <a:lnTo>
                  <a:pt x="57912" y="107950"/>
                </a:lnTo>
                <a:lnTo>
                  <a:pt x="57912" y="116840"/>
                </a:lnTo>
                <a:lnTo>
                  <a:pt x="83908" y="116840"/>
                </a:lnTo>
                <a:lnTo>
                  <a:pt x="83908" y="107950"/>
                </a:lnTo>
                <a:lnTo>
                  <a:pt x="175348" y="107950"/>
                </a:lnTo>
                <a:lnTo>
                  <a:pt x="175348" y="129032"/>
                </a:lnTo>
                <a:lnTo>
                  <a:pt x="21336" y="129032"/>
                </a:lnTo>
                <a:lnTo>
                  <a:pt x="21336" y="148844"/>
                </a:lnTo>
                <a:lnTo>
                  <a:pt x="175348" y="148844"/>
                </a:lnTo>
                <a:lnTo>
                  <a:pt x="175348" y="170180"/>
                </a:lnTo>
                <a:lnTo>
                  <a:pt x="0" y="170180"/>
                </a:lnTo>
                <a:lnTo>
                  <a:pt x="0" y="191617"/>
                </a:lnTo>
                <a:lnTo>
                  <a:pt x="378231" y="191617"/>
                </a:lnTo>
                <a:lnTo>
                  <a:pt x="378231" y="170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434649" y="2826575"/>
            <a:ext cx="374015" cy="137795"/>
          </a:xfrm>
          <a:custGeom>
            <a:avLst/>
            <a:gdLst/>
            <a:ahLst/>
            <a:cxnLst/>
            <a:rect l="l" t="t" r="r" b="b"/>
            <a:pathLst>
              <a:path w="374014" h="137794">
                <a:moveTo>
                  <a:pt x="314134" y="99123"/>
                </a:moveTo>
                <a:lnTo>
                  <a:pt x="288226" y="99123"/>
                </a:lnTo>
                <a:lnTo>
                  <a:pt x="288226" y="108267"/>
                </a:lnTo>
                <a:lnTo>
                  <a:pt x="314134" y="108267"/>
                </a:lnTo>
                <a:lnTo>
                  <a:pt x="314134" y="99123"/>
                </a:lnTo>
                <a:close/>
              </a:path>
              <a:path w="374014" h="137794">
                <a:moveTo>
                  <a:pt x="314134" y="0"/>
                </a:moveTo>
                <a:lnTo>
                  <a:pt x="288226" y="0"/>
                </a:lnTo>
                <a:lnTo>
                  <a:pt x="288226" y="20320"/>
                </a:lnTo>
                <a:lnTo>
                  <a:pt x="288226" y="39370"/>
                </a:lnTo>
                <a:lnTo>
                  <a:pt x="288226" y="58420"/>
                </a:lnTo>
                <a:lnTo>
                  <a:pt x="288226" y="78740"/>
                </a:lnTo>
                <a:lnTo>
                  <a:pt x="83908" y="78740"/>
                </a:lnTo>
                <a:lnTo>
                  <a:pt x="83908" y="58420"/>
                </a:lnTo>
                <a:lnTo>
                  <a:pt x="288226" y="58420"/>
                </a:lnTo>
                <a:lnTo>
                  <a:pt x="288226" y="39370"/>
                </a:lnTo>
                <a:lnTo>
                  <a:pt x="83908" y="39370"/>
                </a:lnTo>
                <a:lnTo>
                  <a:pt x="83908" y="20320"/>
                </a:lnTo>
                <a:lnTo>
                  <a:pt x="288226" y="20320"/>
                </a:lnTo>
                <a:lnTo>
                  <a:pt x="288226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39370"/>
                </a:lnTo>
                <a:lnTo>
                  <a:pt x="57912" y="58420"/>
                </a:lnTo>
                <a:lnTo>
                  <a:pt x="57912" y="78740"/>
                </a:lnTo>
                <a:lnTo>
                  <a:pt x="57912" y="99060"/>
                </a:lnTo>
                <a:lnTo>
                  <a:pt x="57912" y="107950"/>
                </a:lnTo>
                <a:lnTo>
                  <a:pt x="83908" y="107950"/>
                </a:lnTo>
                <a:lnTo>
                  <a:pt x="83908" y="99060"/>
                </a:lnTo>
                <a:lnTo>
                  <a:pt x="314134" y="99060"/>
                </a:lnTo>
                <a:lnTo>
                  <a:pt x="314134" y="79311"/>
                </a:lnTo>
                <a:lnTo>
                  <a:pt x="314134" y="19786"/>
                </a:lnTo>
                <a:lnTo>
                  <a:pt x="314134" y="0"/>
                </a:lnTo>
                <a:close/>
              </a:path>
              <a:path w="374014" h="137794">
                <a:moveTo>
                  <a:pt x="373659" y="117411"/>
                </a:moveTo>
                <a:lnTo>
                  <a:pt x="0" y="117411"/>
                </a:lnTo>
                <a:lnTo>
                  <a:pt x="0" y="137325"/>
                </a:lnTo>
                <a:lnTo>
                  <a:pt x="373659" y="137325"/>
                </a:lnTo>
                <a:lnTo>
                  <a:pt x="373659" y="11741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875371" y="3088957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7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8007" y="0"/>
                </a:lnTo>
                <a:lnTo>
                  <a:pt x="2590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5244465" y="2861691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5">
                <a:moveTo>
                  <a:pt x="32004" y="274510"/>
                </a:moveTo>
                <a:lnTo>
                  <a:pt x="0" y="274510"/>
                </a:lnTo>
                <a:lnTo>
                  <a:pt x="0" y="0"/>
                </a:lnTo>
                <a:lnTo>
                  <a:pt x="74676" y="0"/>
                </a:lnTo>
                <a:lnTo>
                  <a:pt x="113621" y="5524"/>
                </a:lnTo>
                <a:lnTo>
                  <a:pt x="149688" y="28956"/>
                </a:lnTo>
                <a:lnTo>
                  <a:pt x="32004" y="28956"/>
                </a:lnTo>
                <a:lnTo>
                  <a:pt x="32004" y="141827"/>
                </a:lnTo>
                <a:lnTo>
                  <a:pt x="144388" y="141827"/>
                </a:lnTo>
                <a:lnTo>
                  <a:pt x="140303" y="146399"/>
                </a:lnTo>
                <a:lnTo>
                  <a:pt x="125442" y="157281"/>
                </a:lnTo>
                <a:lnTo>
                  <a:pt x="108287" y="164877"/>
                </a:lnTo>
                <a:lnTo>
                  <a:pt x="88828" y="169330"/>
                </a:lnTo>
                <a:lnTo>
                  <a:pt x="67056" y="170783"/>
                </a:lnTo>
                <a:lnTo>
                  <a:pt x="32004" y="170783"/>
                </a:lnTo>
                <a:lnTo>
                  <a:pt x="32004" y="274510"/>
                </a:lnTo>
                <a:close/>
              </a:path>
              <a:path w="168275" h="274955">
                <a:moveTo>
                  <a:pt x="144388" y="141827"/>
                </a:moveTo>
                <a:lnTo>
                  <a:pt x="65532" y="141827"/>
                </a:lnTo>
                <a:lnTo>
                  <a:pt x="80691" y="140946"/>
                </a:lnTo>
                <a:lnTo>
                  <a:pt x="94154" y="138207"/>
                </a:lnTo>
                <a:lnTo>
                  <a:pt x="129635" y="108668"/>
                </a:lnTo>
                <a:lnTo>
                  <a:pt x="134207" y="83820"/>
                </a:lnTo>
                <a:lnTo>
                  <a:pt x="129967" y="59817"/>
                </a:lnTo>
                <a:lnTo>
                  <a:pt x="117431" y="42672"/>
                </a:lnTo>
                <a:lnTo>
                  <a:pt x="96876" y="32385"/>
                </a:lnTo>
                <a:lnTo>
                  <a:pt x="68580" y="28956"/>
                </a:lnTo>
                <a:lnTo>
                  <a:pt x="149688" y="28956"/>
                </a:lnTo>
                <a:lnTo>
                  <a:pt x="153590" y="33647"/>
                </a:lnTo>
                <a:lnTo>
                  <a:pt x="161258" y="47815"/>
                </a:lnTo>
                <a:lnTo>
                  <a:pt x="166068" y="63984"/>
                </a:lnTo>
                <a:lnTo>
                  <a:pt x="167735" y="82296"/>
                </a:lnTo>
                <a:lnTo>
                  <a:pt x="166020" y="100924"/>
                </a:lnTo>
                <a:lnTo>
                  <a:pt x="160877" y="117812"/>
                </a:lnTo>
                <a:lnTo>
                  <a:pt x="152304" y="132967"/>
                </a:lnTo>
                <a:lnTo>
                  <a:pt x="144388" y="1418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5462492" y="2863151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5" h="119380">
                <a:moveTo>
                  <a:pt x="0" y="0"/>
                </a:moveTo>
                <a:lnTo>
                  <a:pt x="32003" y="0"/>
                </a:lnTo>
                <a:lnTo>
                  <a:pt x="32003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5462486" y="2863151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37" y="0"/>
                </a:lnTo>
                <a:lnTo>
                  <a:pt x="173837" y="119380"/>
                </a:lnTo>
                <a:lnTo>
                  <a:pt x="0" y="119380"/>
                </a:lnTo>
                <a:lnTo>
                  <a:pt x="0" y="14732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7320"/>
                </a:lnTo>
                <a:lnTo>
                  <a:pt x="173837" y="147320"/>
                </a:lnTo>
                <a:lnTo>
                  <a:pt x="173837" y="273050"/>
                </a:lnTo>
                <a:lnTo>
                  <a:pt x="205930" y="273050"/>
                </a:lnTo>
                <a:lnTo>
                  <a:pt x="205930" y="147320"/>
                </a:lnTo>
                <a:lnTo>
                  <a:pt x="205930" y="11938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5740044" y="2808261"/>
            <a:ext cx="1744980" cy="381635"/>
          </a:xfrm>
          <a:custGeom>
            <a:avLst/>
            <a:gdLst/>
            <a:ahLst/>
            <a:cxnLst/>
            <a:rect l="l" t="t" r="r" b="b"/>
            <a:pathLst>
              <a:path w="1744979" h="381635">
                <a:moveTo>
                  <a:pt x="167830" y="135724"/>
                </a:moveTo>
                <a:lnTo>
                  <a:pt x="166166" y="117424"/>
                </a:lnTo>
                <a:lnTo>
                  <a:pt x="161340" y="101244"/>
                </a:lnTo>
                <a:lnTo>
                  <a:pt x="153644" y="87083"/>
                </a:lnTo>
                <a:lnTo>
                  <a:pt x="149720" y="82384"/>
                </a:lnTo>
                <a:lnTo>
                  <a:pt x="143357" y="74764"/>
                </a:lnTo>
                <a:lnTo>
                  <a:pt x="134213" y="68694"/>
                </a:lnTo>
                <a:lnTo>
                  <a:pt x="134213" y="137248"/>
                </a:lnTo>
                <a:lnTo>
                  <a:pt x="133070" y="150406"/>
                </a:lnTo>
                <a:lnTo>
                  <a:pt x="105918" y="186905"/>
                </a:lnTo>
                <a:lnTo>
                  <a:pt x="65633" y="195262"/>
                </a:lnTo>
                <a:lnTo>
                  <a:pt x="32105" y="195262"/>
                </a:lnTo>
                <a:lnTo>
                  <a:pt x="32105" y="82384"/>
                </a:lnTo>
                <a:lnTo>
                  <a:pt x="68681" y="82384"/>
                </a:lnTo>
                <a:lnTo>
                  <a:pt x="96913" y="85813"/>
                </a:lnTo>
                <a:lnTo>
                  <a:pt x="117449" y="96100"/>
                </a:lnTo>
                <a:lnTo>
                  <a:pt x="129971" y="113245"/>
                </a:lnTo>
                <a:lnTo>
                  <a:pt x="134213" y="137248"/>
                </a:lnTo>
                <a:lnTo>
                  <a:pt x="134213" y="68694"/>
                </a:lnTo>
                <a:lnTo>
                  <a:pt x="129641" y="65646"/>
                </a:lnTo>
                <a:lnTo>
                  <a:pt x="113639" y="58953"/>
                </a:lnTo>
                <a:lnTo>
                  <a:pt x="95351" y="54838"/>
                </a:lnTo>
                <a:lnTo>
                  <a:pt x="74777" y="53428"/>
                </a:lnTo>
                <a:lnTo>
                  <a:pt x="0" y="53428"/>
                </a:lnTo>
                <a:lnTo>
                  <a:pt x="0" y="327952"/>
                </a:lnTo>
                <a:lnTo>
                  <a:pt x="32105" y="327952"/>
                </a:lnTo>
                <a:lnTo>
                  <a:pt x="32105" y="224218"/>
                </a:lnTo>
                <a:lnTo>
                  <a:pt x="67157" y="224218"/>
                </a:lnTo>
                <a:lnTo>
                  <a:pt x="108305" y="218313"/>
                </a:lnTo>
                <a:lnTo>
                  <a:pt x="144411" y="195262"/>
                </a:lnTo>
                <a:lnTo>
                  <a:pt x="166116" y="154355"/>
                </a:lnTo>
                <a:lnTo>
                  <a:pt x="167830" y="135724"/>
                </a:lnTo>
                <a:close/>
              </a:path>
              <a:path w="1744979" h="381635">
                <a:moveTo>
                  <a:pt x="542925" y="178498"/>
                </a:moveTo>
                <a:lnTo>
                  <a:pt x="513969" y="178498"/>
                </a:lnTo>
                <a:lnTo>
                  <a:pt x="513969" y="204406"/>
                </a:lnTo>
                <a:lnTo>
                  <a:pt x="513969" y="273075"/>
                </a:lnTo>
                <a:lnTo>
                  <a:pt x="410248" y="273075"/>
                </a:lnTo>
                <a:lnTo>
                  <a:pt x="410248" y="204406"/>
                </a:lnTo>
                <a:lnTo>
                  <a:pt x="513969" y="204406"/>
                </a:lnTo>
                <a:lnTo>
                  <a:pt x="513969" y="178498"/>
                </a:lnTo>
                <a:lnTo>
                  <a:pt x="382816" y="178498"/>
                </a:lnTo>
                <a:lnTo>
                  <a:pt x="382816" y="317271"/>
                </a:lnTo>
                <a:lnTo>
                  <a:pt x="410248" y="317271"/>
                </a:lnTo>
                <a:lnTo>
                  <a:pt x="410248" y="298983"/>
                </a:lnTo>
                <a:lnTo>
                  <a:pt x="513969" y="298983"/>
                </a:lnTo>
                <a:lnTo>
                  <a:pt x="513969" y="315747"/>
                </a:lnTo>
                <a:lnTo>
                  <a:pt x="542925" y="315747"/>
                </a:lnTo>
                <a:lnTo>
                  <a:pt x="542925" y="298983"/>
                </a:lnTo>
                <a:lnTo>
                  <a:pt x="542925" y="273075"/>
                </a:lnTo>
                <a:lnTo>
                  <a:pt x="542925" y="204406"/>
                </a:lnTo>
                <a:lnTo>
                  <a:pt x="542925" y="178498"/>
                </a:lnTo>
                <a:close/>
              </a:path>
              <a:path w="1744979" h="381635">
                <a:moveTo>
                  <a:pt x="545973" y="19812"/>
                </a:moveTo>
                <a:lnTo>
                  <a:pt x="363004" y="19812"/>
                </a:lnTo>
                <a:lnTo>
                  <a:pt x="363004" y="45808"/>
                </a:lnTo>
                <a:lnTo>
                  <a:pt x="416344" y="45808"/>
                </a:lnTo>
                <a:lnTo>
                  <a:pt x="412915" y="76885"/>
                </a:lnTo>
                <a:lnTo>
                  <a:pt x="402628" y="103530"/>
                </a:lnTo>
                <a:lnTo>
                  <a:pt x="385483" y="125323"/>
                </a:lnTo>
                <a:lnTo>
                  <a:pt x="361480" y="141820"/>
                </a:lnTo>
                <a:lnTo>
                  <a:pt x="367144" y="148475"/>
                </a:lnTo>
                <a:lnTo>
                  <a:pt x="372529" y="154673"/>
                </a:lnTo>
                <a:lnTo>
                  <a:pt x="377329" y="160566"/>
                </a:lnTo>
                <a:lnTo>
                  <a:pt x="381292" y="166306"/>
                </a:lnTo>
                <a:lnTo>
                  <a:pt x="408444" y="145935"/>
                </a:lnTo>
                <a:lnTo>
                  <a:pt x="428193" y="119164"/>
                </a:lnTo>
                <a:lnTo>
                  <a:pt x="440512" y="85839"/>
                </a:lnTo>
                <a:lnTo>
                  <a:pt x="445389" y="45808"/>
                </a:lnTo>
                <a:lnTo>
                  <a:pt x="518541" y="45808"/>
                </a:lnTo>
                <a:lnTo>
                  <a:pt x="515112" y="89535"/>
                </a:lnTo>
                <a:lnTo>
                  <a:pt x="489585" y="125056"/>
                </a:lnTo>
                <a:lnTo>
                  <a:pt x="479628" y="124777"/>
                </a:lnTo>
                <a:lnTo>
                  <a:pt x="468249" y="123913"/>
                </a:lnTo>
                <a:lnTo>
                  <a:pt x="455726" y="122491"/>
                </a:lnTo>
                <a:lnTo>
                  <a:pt x="442341" y="120484"/>
                </a:lnTo>
                <a:lnTo>
                  <a:pt x="443725" y="129108"/>
                </a:lnTo>
                <a:lnTo>
                  <a:pt x="445389" y="136880"/>
                </a:lnTo>
                <a:lnTo>
                  <a:pt x="447052" y="144106"/>
                </a:lnTo>
                <a:lnTo>
                  <a:pt x="448437" y="151066"/>
                </a:lnTo>
                <a:lnTo>
                  <a:pt x="461606" y="151942"/>
                </a:lnTo>
                <a:lnTo>
                  <a:pt x="473773" y="152400"/>
                </a:lnTo>
                <a:lnTo>
                  <a:pt x="485089" y="152565"/>
                </a:lnTo>
                <a:lnTo>
                  <a:pt x="495681" y="152590"/>
                </a:lnTo>
                <a:lnTo>
                  <a:pt x="513969" y="149745"/>
                </a:lnTo>
                <a:lnTo>
                  <a:pt x="541401" y="108292"/>
                </a:lnTo>
                <a:lnTo>
                  <a:pt x="544258" y="68097"/>
                </a:lnTo>
                <a:lnTo>
                  <a:pt x="545477" y="45034"/>
                </a:lnTo>
                <a:lnTo>
                  <a:pt x="545973" y="19812"/>
                </a:lnTo>
                <a:close/>
              </a:path>
              <a:path w="1744979" h="381635">
                <a:moveTo>
                  <a:pt x="568934" y="337083"/>
                </a:moveTo>
                <a:lnTo>
                  <a:pt x="370624" y="338607"/>
                </a:lnTo>
                <a:lnTo>
                  <a:pt x="353783" y="337781"/>
                </a:lnTo>
                <a:lnTo>
                  <a:pt x="337667" y="335368"/>
                </a:lnTo>
                <a:lnTo>
                  <a:pt x="322402" y="331546"/>
                </a:lnTo>
                <a:lnTo>
                  <a:pt x="308140" y="326415"/>
                </a:lnTo>
                <a:lnTo>
                  <a:pt x="308140" y="309651"/>
                </a:lnTo>
                <a:lnTo>
                  <a:pt x="308140" y="254787"/>
                </a:lnTo>
                <a:lnTo>
                  <a:pt x="361480" y="254787"/>
                </a:lnTo>
                <a:lnTo>
                  <a:pt x="361480" y="227266"/>
                </a:lnTo>
                <a:lnTo>
                  <a:pt x="308140" y="227266"/>
                </a:lnTo>
                <a:lnTo>
                  <a:pt x="308140" y="167830"/>
                </a:lnTo>
                <a:lnTo>
                  <a:pt x="358432" y="167830"/>
                </a:lnTo>
                <a:lnTo>
                  <a:pt x="358432" y="140296"/>
                </a:lnTo>
                <a:lnTo>
                  <a:pt x="297472" y="140296"/>
                </a:lnTo>
                <a:lnTo>
                  <a:pt x="297472" y="85432"/>
                </a:lnTo>
                <a:lnTo>
                  <a:pt x="353860" y="85432"/>
                </a:lnTo>
                <a:lnTo>
                  <a:pt x="353860" y="58000"/>
                </a:lnTo>
                <a:lnTo>
                  <a:pt x="297472" y="58000"/>
                </a:lnTo>
                <a:lnTo>
                  <a:pt x="297472" y="3048"/>
                </a:lnTo>
                <a:lnTo>
                  <a:pt x="266890" y="3048"/>
                </a:lnTo>
                <a:lnTo>
                  <a:pt x="266890" y="58000"/>
                </a:lnTo>
                <a:lnTo>
                  <a:pt x="204406" y="58000"/>
                </a:lnTo>
                <a:lnTo>
                  <a:pt x="204406" y="85432"/>
                </a:lnTo>
                <a:lnTo>
                  <a:pt x="266890" y="85432"/>
                </a:lnTo>
                <a:lnTo>
                  <a:pt x="266890" y="140296"/>
                </a:lnTo>
                <a:lnTo>
                  <a:pt x="190690" y="140296"/>
                </a:lnTo>
                <a:lnTo>
                  <a:pt x="190690" y="167830"/>
                </a:lnTo>
                <a:lnTo>
                  <a:pt x="279082" y="167830"/>
                </a:lnTo>
                <a:lnTo>
                  <a:pt x="279082" y="309651"/>
                </a:lnTo>
                <a:lnTo>
                  <a:pt x="268224" y="299897"/>
                </a:lnTo>
                <a:lnTo>
                  <a:pt x="267436" y="298983"/>
                </a:lnTo>
                <a:lnTo>
                  <a:pt x="258508" y="288696"/>
                </a:lnTo>
                <a:lnTo>
                  <a:pt x="249936" y="275793"/>
                </a:lnTo>
                <a:lnTo>
                  <a:pt x="242506" y="260883"/>
                </a:lnTo>
                <a:lnTo>
                  <a:pt x="244525" y="245402"/>
                </a:lnTo>
                <a:lnTo>
                  <a:pt x="246126" y="228803"/>
                </a:lnTo>
                <a:lnTo>
                  <a:pt x="247434" y="211074"/>
                </a:lnTo>
                <a:lnTo>
                  <a:pt x="248602" y="192214"/>
                </a:lnTo>
                <a:lnTo>
                  <a:pt x="219646" y="190690"/>
                </a:lnTo>
                <a:lnTo>
                  <a:pt x="216814" y="239014"/>
                </a:lnTo>
                <a:lnTo>
                  <a:pt x="210693" y="280885"/>
                </a:lnTo>
                <a:lnTo>
                  <a:pt x="201434" y="316153"/>
                </a:lnTo>
                <a:lnTo>
                  <a:pt x="189166" y="344703"/>
                </a:lnTo>
                <a:lnTo>
                  <a:pt x="193497" y="353910"/>
                </a:lnTo>
                <a:lnTo>
                  <a:pt x="201599" y="372237"/>
                </a:lnTo>
                <a:lnTo>
                  <a:pt x="205930" y="381381"/>
                </a:lnTo>
                <a:lnTo>
                  <a:pt x="214769" y="364223"/>
                </a:lnTo>
                <a:lnTo>
                  <a:pt x="222885" y="344754"/>
                </a:lnTo>
                <a:lnTo>
                  <a:pt x="230149" y="323011"/>
                </a:lnTo>
                <a:lnTo>
                  <a:pt x="236410" y="298983"/>
                </a:lnTo>
                <a:lnTo>
                  <a:pt x="256374" y="327914"/>
                </a:lnTo>
                <a:lnTo>
                  <a:pt x="319214" y="361226"/>
                </a:lnTo>
                <a:lnTo>
                  <a:pt x="361480" y="366141"/>
                </a:lnTo>
                <a:lnTo>
                  <a:pt x="403783" y="367017"/>
                </a:lnTo>
                <a:lnTo>
                  <a:pt x="558165" y="367665"/>
                </a:lnTo>
                <a:lnTo>
                  <a:pt x="559828" y="360527"/>
                </a:lnTo>
                <a:lnTo>
                  <a:pt x="562368" y="352945"/>
                </a:lnTo>
                <a:lnTo>
                  <a:pt x="565492" y="345084"/>
                </a:lnTo>
                <a:lnTo>
                  <a:pt x="568274" y="338607"/>
                </a:lnTo>
                <a:lnTo>
                  <a:pt x="568934" y="337083"/>
                </a:lnTo>
                <a:close/>
              </a:path>
              <a:path w="1744979" h="381635">
                <a:moveTo>
                  <a:pt x="944029" y="334035"/>
                </a:moveTo>
                <a:lnTo>
                  <a:pt x="785431" y="334035"/>
                </a:lnTo>
                <a:lnTo>
                  <a:pt x="785431" y="268503"/>
                </a:lnTo>
                <a:lnTo>
                  <a:pt x="910501" y="268503"/>
                </a:lnTo>
                <a:lnTo>
                  <a:pt x="910501" y="239458"/>
                </a:lnTo>
                <a:lnTo>
                  <a:pt x="785431" y="239458"/>
                </a:lnTo>
                <a:lnTo>
                  <a:pt x="785431" y="181546"/>
                </a:lnTo>
                <a:lnTo>
                  <a:pt x="896785" y="181546"/>
                </a:lnTo>
                <a:lnTo>
                  <a:pt x="896785" y="152590"/>
                </a:lnTo>
                <a:lnTo>
                  <a:pt x="645134" y="152590"/>
                </a:lnTo>
                <a:lnTo>
                  <a:pt x="645134" y="181546"/>
                </a:lnTo>
                <a:lnTo>
                  <a:pt x="754951" y="181546"/>
                </a:lnTo>
                <a:lnTo>
                  <a:pt x="754951" y="239458"/>
                </a:lnTo>
                <a:lnTo>
                  <a:pt x="629894" y="239458"/>
                </a:lnTo>
                <a:lnTo>
                  <a:pt x="629894" y="268503"/>
                </a:lnTo>
                <a:lnTo>
                  <a:pt x="754951" y="268503"/>
                </a:lnTo>
                <a:lnTo>
                  <a:pt x="754951" y="334035"/>
                </a:lnTo>
                <a:lnTo>
                  <a:pt x="596366" y="334035"/>
                </a:lnTo>
                <a:lnTo>
                  <a:pt x="596366" y="363093"/>
                </a:lnTo>
                <a:lnTo>
                  <a:pt x="944029" y="363093"/>
                </a:lnTo>
                <a:lnTo>
                  <a:pt x="944029" y="334035"/>
                </a:lnTo>
                <a:close/>
              </a:path>
              <a:path w="1744979" h="381635">
                <a:moveTo>
                  <a:pt x="960793" y="143344"/>
                </a:moveTo>
                <a:lnTo>
                  <a:pt x="909878" y="119938"/>
                </a:lnTo>
                <a:lnTo>
                  <a:pt x="864539" y="90957"/>
                </a:lnTo>
                <a:lnTo>
                  <a:pt x="824623" y="56515"/>
                </a:lnTo>
                <a:lnTo>
                  <a:pt x="790003" y="16764"/>
                </a:lnTo>
                <a:lnTo>
                  <a:pt x="797623" y="7620"/>
                </a:lnTo>
                <a:lnTo>
                  <a:pt x="757999" y="7620"/>
                </a:lnTo>
                <a:lnTo>
                  <a:pt x="731088" y="40411"/>
                </a:lnTo>
                <a:lnTo>
                  <a:pt x="699706" y="71069"/>
                </a:lnTo>
                <a:lnTo>
                  <a:pt x="663790" y="99682"/>
                </a:lnTo>
                <a:lnTo>
                  <a:pt x="623265" y="126314"/>
                </a:lnTo>
                <a:lnTo>
                  <a:pt x="578065" y="151066"/>
                </a:lnTo>
                <a:lnTo>
                  <a:pt x="589114" y="166116"/>
                </a:lnTo>
                <a:lnTo>
                  <a:pt x="593928" y="173139"/>
                </a:lnTo>
                <a:lnTo>
                  <a:pt x="597890" y="180022"/>
                </a:lnTo>
                <a:lnTo>
                  <a:pt x="651598" y="147370"/>
                </a:lnTo>
                <a:lnTo>
                  <a:pt x="698322" y="113449"/>
                </a:lnTo>
                <a:lnTo>
                  <a:pt x="737908" y="78130"/>
                </a:lnTo>
                <a:lnTo>
                  <a:pt x="770191" y="41236"/>
                </a:lnTo>
                <a:lnTo>
                  <a:pt x="806526" y="81267"/>
                </a:lnTo>
                <a:lnTo>
                  <a:pt x="847013" y="116878"/>
                </a:lnTo>
                <a:lnTo>
                  <a:pt x="891781" y="148221"/>
                </a:lnTo>
                <a:lnTo>
                  <a:pt x="940981" y="175450"/>
                </a:lnTo>
                <a:lnTo>
                  <a:pt x="944930" y="168300"/>
                </a:lnTo>
                <a:lnTo>
                  <a:pt x="949744" y="160578"/>
                </a:lnTo>
                <a:lnTo>
                  <a:pt x="955116" y="152260"/>
                </a:lnTo>
                <a:lnTo>
                  <a:pt x="960793" y="143344"/>
                </a:lnTo>
                <a:close/>
              </a:path>
              <a:path w="1744979" h="381635">
                <a:moveTo>
                  <a:pt x="1249019" y="212026"/>
                </a:moveTo>
                <a:lnTo>
                  <a:pt x="1220063" y="212026"/>
                </a:lnTo>
                <a:lnTo>
                  <a:pt x="1220063" y="236410"/>
                </a:lnTo>
                <a:lnTo>
                  <a:pt x="1220063" y="285280"/>
                </a:lnTo>
                <a:lnTo>
                  <a:pt x="1110234" y="285280"/>
                </a:lnTo>
                <a:lnTo>
                  <a:pt x="1110234" y="236410"/>
                </a:lnTo>
                <a:lnTo>
                  <a:pt x="1220063" y="236410"/>
                </a:lnTo>
                <a:lnTo>
                  <a:pt x="1220063" y="212026"/>
                </a:lnTo>
                <a:lnTo>
                  <a:pt x="1081278" y="212026"/>
                </a:lnTo>
                <a:lnTo>
                  <a:pt x="1081278" y="324904"/>
                </a:lnTo>
                <a:lnTo>
                  <a:pt x="1110234" y="324904"/>
                </a:lnTo>
                <a:lnTo>
                  <a:pt x="1110234" y="309664"/>
                </a:lnTo>
                <a:lnTo>
                  <a:pt x="1249019" y="309664"/>
                </a:lnTo>
                <a:lnTo>
                  <a:pt x="1249019" y="285280"/>
                </a:lnTo>
                <a:lnTo>
                  <a:pt x="1249019" y="236410"/>
                </a:lnTo>
                <a:lnTo>
                  <a:pt x="1249019" y="212026"/>
                </a:lnTo>
                <a:close/>
              </a:path>
              <a:path w="1744979" h="381635">
                <a:moveTo>
                  <a:pt x="1331404" y="152590"/>
                </a:moveTo>
                <a:lnTo>
                  <a:pt x="1046226" y="152590"/>
                </a:lnTo>
                <a:lnTo>
                  <a:pt x="1046226" y="118960"/>
                </a:lnTo>
                <a:lnTo>
                  <a:pt x="1282636" y="118960"/>
                </a:lnTo>
                <a:lnTo>
                  <a:pt x="1282636" y="129628"/>
                </a:lnTo>
                <a:lnTo>
                  <a:pt x="1313116" y="129628"/>
                </a:lnTo>
                <a:lnTo>
                  <a:pt x="1313116" y="118960"/>
                </a:lnTo>
                <a:lnTo>
                  <a:pt x="1313116" y="93052"/>
                </a:lnTo>
                <a:lnTo>
                  <a:pt x="1313116" y="47332"/>
                </a:lnTo>
                <a:lnTo>
                  <a:pt x="1313116" y="21336"/>
                </a:lnTo>
                <a:lnTo>
                  <a:pt x="1282636" y="21336"/>
                </a:lnTo>
                <a:lnTo>
                  <a:pt x="1282636" y="47332"/>
                </a:lnTo>
                <a:lnTo>
                  <a:pt x="1282636" y="93052"/>
                </a:lnTo>
                <a:lnTo>
                  <a:pt x="1046226" y="93052"/>
                </a:lnTo>
                <a:lnTo>
                  <a:pt x="1046226" y="47332"/>
                </a:lnTo>
                <a:lnTo>
                  <a:pt x="1282636" y="47332"/>
                </a:lnTo>
                <a:lnTo>
                  <a:pt x="1282636" y="21336"/>
                </a:lnTo>
                <a:lnTo>
                  <a:pt x="1015746" y="21336"/>
                </a:lnTo>
                <a:lnTo>
                  <a:pt x="1015746" y="180022"/>
                </a:lnTo>
                <a:lnTo>
                  <a:pt x="1012913" y="228942"/>
                </a:lnTo>
                <a:lnTo>
                  <a:pt x="1004493" y="272694"/>
                </a:lnTo>
                <a:lnTo>
                  <a:pt x="990625" y="311277"/>
                </a:lnTo>
                <a:lnTo>
                  <a:pt x="971448" y="344716"/>
                </a:lnTo>
                <a:lnTo>
                  <a:pt x="977798" y="351624"/>
                </a:lnTo>
                <a:lnTo>
                  <a:pt x="983310" y="358508"/>
                </a:lnTo>
                <a:lnTo>
                  <a:pt x="988250" y="365379"/>
                </a:lnTo>
                <a:lnTo>
                  <a:pt x="992886" y="372237"/>
                </a:lnTo>
                <a:lnTo>
                  <a:pt x="1016012" y="333578"/>
                </a:lnTo>
                <a:lnTo>
                  <a:pt x="1032700" y="288518"/>
                </a:lnTo>
                <a:lnTo>
                  <a:pt x="1042822" y="236867"/>
                </a:lnTo>
                <a:lnTo>
                  <a:pt x="1046226" y="178498"/>
                </a:lnTo>
                <a:lnTo>
                  <a:pt x="1299400" y="178498"/>
                </a:lnTo>
                <a:lnTo>
                  <a:pt x="1298409" y="212026"/>
                </a:lnTo>
                <a:lnTo>
                  <a:pt x="1297305" y="247129"/>
                </a:lnTo>
                <a:lnTo>
                  <a:pt x="1296631" y="270548"/>
                </a:lnTo>
                <a:lnTo>
                  <a:pt x="1292161" y="315379"/>
                </a:lnTo>
                <a:lnTo>
                  <a:pt x="1255115" y="343192"/>
                </a:lnTo>
                <a:lnTo>
                  <a:pt x="1239443" y="342874"/>
                </a:lnTo>
                <a:lnTo>
                  <a:pt x="1222349" y="341858"/>
                </a:lnTo>
                <a:lnTo>
                  <a:pt x="1204099" y="339966"/>
                </a:lnTo>
                <a:lnTo>
                  <a:pt x="1185011" y="337096"/>
                </a:lnTo>
                <a:lnTo>
                  <a:pt x="1185735" y="341858"/>
                </a:lnTo>
                <a:lnTo>
                  <a:pt x="1187297" y="352755"/>
                </a:lnTo>
                <a:lnTo>
                  <a:pt x="1188440" y="361607"/>
                </a:lnTo>
                <a:lnTo>
                  <a:pt x="1189583" y="370713"/>
                </a:lnTo>
                <a:lnTo>
                  <a:pt x="1222730" y="372808"/>
                </a:lnTo>
                <a:lnTo>
                  <a:pt x="1236726" y="373494"/>
                </a:lnTo>
                <a:lnTo>
                  <a:pt x="1249019" y="373761"/>
                </a:lnTo>
                <a:lnTo>
                  <a:pt x="1269923" y="372376"/>
                </a:lnTo>
                <a:lnTo>
                  <a:pt x="1308544" y="353949"/>
                </a:lnTo>
                <a:lnTo>
                  <a:pt x="1323327" y="312496"/>
                </a:lnTo>
                <a:lnTo>
                  <a:pt x="1326476" y="270548"/>
                </a:lnTo>
                <a:lnTo>
                  <a:pt x="1329385" y="200850"/>
                </a:lnTo>
                <a:lnTo>
                  <a:pt x="1330312" y="178498"/>
                </a:lnTo>
                <a:lnTo>
                  <a:pt x="1331404" y="152590"/>
                </a:lnTo>
                <a:close/>
              </a:path>
              <a:path w="1744979" h="381635">
                <a:moveTo>
                  <a:pt x="1465618" y="118960"/>
                </a:moveTo>
                <a:lnTo>
                  <a:pt x="1442758" y="99148"/>
                </a:lnTo>
                <a:lnTo>
                  <a:pt x="1424190" y="121196"/>
                </a:lnTo>
                <a:lnTo>
                  <a:pt x="1405178" y="141681"/>
                </a:lnTo>
                <a:lnTo>
                  <a:pt x="1385874" y="160743"/>
                </a:lnTo>
                <a:lnTo>
                  <a:pt x="1366456" y="178498"/>
                </a:lnTo>
                <a:lnTo>
                  <a:pt x="1372146" y="183972"/>
                </a:lnTo>
                <a:lnTo>
                  <a:pt x="1377696" y="189166"/>
                </a:lnTo>
                <a:lnTo>
                  <a:pt x="1382953" y="194360"/>
                </a:lnTo>
                <a:lnTo>
                  <a:pt x="1387792" y="199834"/>
                </a:lnTo>
                <a:lnTo>
                  <a:pt x="1407274" y="181000"/>
                </a:lnTo>
                <a:lnTo>
                  <a:pt x="1426743" y="161150"/>
                </a:lnTo>
                <a:lnTo>
                  <a:pt x="1446174" y="140423"/>
                </a:lnTo>
                <a:lnTo>
                  <a:pt x="1465618" y="118960"/>
                </a:lnTo>
                <a:close/>
              </a:path>
              <a:path w="1744979" h="381635">
                <a:moveTo>
                  <a:pt x="1737080" y="178498"/>
                </a:moveTo>
                <a:lnTo>
                  <a:pt x="1720837" y="160769"/>
                </a:lnTo>
                <a:lnTo>
                  <a:pt x="1702015" y="141871"/>
                </a:lnTo>
                <a:lnTo>
                  <a:pt x="1680883" y="121843"/>
                </a:lnTo>
                <a:lnTo>
                  <a:pt x="1657731" y="100672"/>
                </a:lnTo>
                <a:lnTo>
                  <a:pt x="1636395" y="117436"/>
                </a:lnTo>
                <a:lnTo>
                  <a:pt x="1656702" y="137147"/>
                </a:lnTo>
                <a:lnTo>
                  <a:pt x="1676450" y="157302"/>
                </a:lnTo>
                <a:lnTo>
                  <a:pt x="1695627" y="177749"/>
                </a:lnTo>
                <a:lnTo>
                  <a:pt x="1714220" y="198310"/>
                </a:lnTo>
                <a:lnTo>
                  <a:pt x="1737080" y="178498"/>
                </a:lnTo>
                <a:close/>
              </a:path>
              <a:path w="1744979" h="381635">
                <a:moveTo>
                  <a:pt x="1737080" y="50380"/>
                </a:moveTo>
                <a:lnTo>
                  <a:pt x="1563243" y="50380"/>
                </a:lnTo>
                <a:lnTo>
                  <a:pt x="1578483" y="42760"/>
                </a:lnTo>
                <a:lnTo>
                  <a:pt x="1573580" y="34975"/>
                </a:lnTo>
                <a:lnTo>
                  <a:pt x="1567815" y="25349"/>
                </a:lnTo>
                <a:lnTo>
                  <a:pt x="1560906" y="13741"/>
                </a:lnTo>
                <a:lnTo>
                  <a:pt x="1552575" y="0"/>
                </a:lnTo>
                <a:lnTo>
                  <a:pt x="1523530" y="13716"/>
                </a:lnTo>
                <a:lnTo>
                  <a:pt x="1529257" y="22009"/>
                </a:lnTo>
                <a:lnTo>
                  <a:pt x="1534998" y="30873"/>
                </a:lnTo>
                <a:lnTo>
                  <a:pt x="1540751" y="40335"/>
                </a:lnTo>
                <a:lnTo>
                  <a:pt x="1546479" y="50380"/>
                </a:lnTo>
                <a:lnTo>
                  <a:pt x="1371028" y="50380"/>
                </a:lnTo>
                <a:lnTo>
                  <a:pt x="1371028" y="77812"/>
                </a:lnTo>
                <a:lnTo>
                  <a:pt x="1493050" y="77812"/>
                </a:lnTo>
                <a:lnTo>
                  <a:pt x="1493050" y="184594"/>
                </a:lnTo>
                <a:lnTo>
                  <a:pt x="1522006" y="184594"/>
                </a:lnTo>
                <a:lnTo>
                  <a:pt x="1522006" y="77812"/>
                </a:lnTo>
                <a:lnTo>
                  <a:pt x="1584579" y="77812"/>
                </a:lnTo>
                <a:lnTo>
                  <a:pt x="1584579" y="184594"/>
                </a:lnTo>
                <a:lnTo>
                  <a:pt x="1613535" y="184594"/>
                </a:lnTo>
                <a:lnTo>
                  <a:pt x="1613535" y="77812"/>
                </a:lnTo>
                <a:lnTo>
                  <a:pt x="1737080" y="77812"/>
                </a:lnTo>
                <a:lnTo>
                  <a:pt x="1737080" y="50380"/>
                </a:lnTo>
                <a:close/>
              </a:path>
              <a:path w="1744979" h="381635">
                <a:moveTo>
                  <a:pt x="1744700" y="346240"/>
                </a:moveTo>
                <a:lnTo>
                  <a:pt x="1696694" y="341376"/>
                </a:lnTo>
                <a:lnTo>
                  <a:pt x="1653400" y="333667"/>
                </a:lnTo>
                <a:lnTo>
                  <a:pt x="1614957" y="323088"/>
                </a:lnTo>
                <a:lnTo>
                  <a:pt x="1581531" y="309664"/>
                </a:lnTo>
                <a:lnTo>
                  <a:pt x="1604454" y="292900"/>
                </a:lnTo>
                <a:lnTo>
                  <a:pt x="1605826" y="291896"/>
                </a:lnTo>
                <a:lnTo>
                  <a:pt x="1628394" y="272694"/>
                </a:lnTo>
                <a:lnTo>
                  <a:pt x="1649260" y="251752"/>
                </a:lnTo>
                <a:lnTo>
                  <a:pt x="1668399" y="228790"/>
                </a:lnTo>
                <a:lnTo>
                  <a:pt x="1668399" y="201358"/>
                </a:lnTo>
                <a:lnTo>
                  <a:pt x="1631823" y="201358"/>
                </a:lnTo>
                <a:lnTo>
                  <a:pt x="1631823" y="228790"/>
                </a:lnTo>
                <a:lnTo>
                  <a:pt x="1614728" y="246557"/>
                </a:lnTo>
                <a:lnTo>
                  <a:pt x="1595628" y="263169"/>
                </a:lnTo>
                <a:lnTo>
                  <a:pt x="1574812" y="278599"/>
                </a:lnTo>
                <a:lnTo>
                  <a:pt x="1552575" y="292900"/>
                </a:lnTo>
                <a:lnTo>
                  <a:pt x="1534566" y="280314"/>
                </a:lnTo>
                <a:lnTo>
                  <a:pt x="1517434" y="265455"/>
                </a:lnTo>
                <a:lnTo>
                  <a:pt x="1501470" y="248272"/>
                </a:lnTo>
                <a:lnTo>
                  <a:pt x="1486954" y="228790"/>
                </a:lnTo>
                <a:lnTo>
                  <a:pt x="1631823" y="228790"/>
                </a:lnTo>
                <a:lnTo>
                  <a:pt x="1631823" y="201358"/>
                </a:lnTo>
                <a:lnTo>
                  <a:pt x="1409230" y="201358"/>
                </a:lnTo>
                <a:lnTo>
                  <a:pt x="1409230" y="228790"/>
                </a:lnTo>
                <a:lnTo>
                  <a:pt x="1451902" y="228790"/>
                </a:lnTo>
                <a:lnTo>
                  <a:pt x="1468259" y="251726"/>
                </a:lnTo>
                <a:lnTo>
                  <a:pt x="1485620" y="272503"/>
                </a:lnTo>
                <a:lnTo>
                  <a:pt x="1504403" y="291249"/>
                </a:lnTo>
                <a:lnTo>
                  <a:pt x="1525054" y="308140"/>
                </a:lnTo>
                <a:lnTo>
                  <a:pt x="1491881" y="321259"/>
                </a:lnTo>
                <a:lnTo>
                  <a:pt x="1453984" y="333095"/>
                </a:lnTo>
                <a:lnTo>
                  <a:pt x="1411211" y="343535"/>
                </a:lnTo>
                <a:lnTo>
                  <a:pt x="1363408" y="352425"/>
                </a:lnTo>
                <a:lnTo>
                  <a:pt x="1368856" y="359524"/>
                </a:lnTo>
                <a:lnTo>
                  <a:pt x="1373886" y="366903"/>
                </a:lnTo>
                <a:lnTo>
                  <a:pt x="1378623" y="374281"/>
                </a:lnTo>
                <a:lnTo>
                  <a:pt x="1383220" y="381381"/>
                </a:lnTo>
                <a:lnTo>
                  <a:pt x="1433068" y="369366"/>
                </a:lnTo>
                <a:lnTo>
                  <a:pt x="1477619" y="356184"/>
                </a:lnTo>
                <a:lnTo>
                  <a:pt x="1517294" y="341871"/>
                </a:lnTo>
                <a:lnTo>
                  <a:pt x="1552575" y="326428"/>
                </a:lnTo>
                <a:lnTo>
                  <a:pt x="1588008" y="344220"/>
                </a:lnTo>
                <a:lnTo>
                  <a:pt x="1628025" y="358698"/>
                </a:lnTo>
                <a:lnTo>
                  <a:pt x="1672628" y="370027"/>
                </a:lnTo>
                <a:lnTo>
                  <a:pt x="1721840" y="378333"/>
                </a:lnTo>
                <a:lnTo>
                  <a:pt x="1726476" y="372046"/>
                </a:lnTo>
                <a:lnTo>
                  <a:pt x="1731556" y="364604"/>
                </a:lnTo>
                <a:lnTo>
                  <a:pt x="1737347" y="356184"/>
                </a:lnTo>
                <a:lnTo>
                  <a:pt x="1744700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7496936" y="2982785"/>
            <a:ext cx="378460" cy="191770"/>
          </a:xfrm>
          <a:custGeom>
            <a:avLst/>
            <a:gdLst/>
            <a:ahLst/>
            <a:cxnLst/>
            <a:rect l="l" t="t" r="r" b="b"/>
            <a:pathLst>
              <a:path w="378459" h="191769">
                <a:moveTo>
                  <a:pt x="378142" y="170180"/>
                </a:moveTo>
                <a:lnTo>
                  <a:pt x="202780" y="170180"/>
                </a:lnTo>
                <a:lnTo>
                  <a:pt x="202780" y="148844"/>
                </a:lnTo>
                <a:lnTo>
                  <a:pt x="355282" y="148844"/>
                </a:lnTo>
                <a:lnTo>
                  <a:pt x="355282" y="129032"/>
                </a:lnTo>
                <a:lnTo>
                  <a:pt x="202780" y="129032"/>
                </a:lnTo>
                <a:lnTo>
                  <a:pt x="202780" y="107950"/>
                </a:lnTo>
                <a:lnTo>
                  <a:pt x="294322" y="107950"/>
                </a:lnTo>
                <a:lnTo>
                  <a:pt x="294322" y="116840"/>
                </a:lnTo>
                <a:lnTo>
                  <a:pt x="320230" y="116840"/>
                </a:lnTo>
                <a:lnTo>
                  <a:pt x="320230" y="19215"/>
                </a:lnTo>
                <a:lnTo>
                  <a:pt x="294322" y="19215"/>
                </a:lnTo>
                <a:lnTo>
                  <a:pt x="294322" y="43180"/>
                </a:lnTo>
                <a:lnTo>
                  <a:pt x="294322" y="62230"/>
                </a:lnTo>
                <a:lnTo>
                  <a:pt x="294322" y="87630"/>
                </a:lnTo>
                <a:lnTo>
                  <a:pt x="202780" y="87630"/>
                </a:lnTo>
                <a:lnTo>
                  <a:pt x="202780" y="62230"/>
                </a:lnTo>
                <a:lnTo>
                  <a:pt x="294322" y="62230"/>
                </a:lnTo>
                <a:lnTo>
                  <a:pt x="294322" y="43180"/>
                </a:lnTo>
                <a:lnTo>
                  <a:pt x="202780" y="43180"/>
                </a:lnTo>
                <a:lnTo>
                  <a:pt x="202780" y="19215"/>
                </a:lnTo>
                <a:lnTo>
                  <a:pt x="175348" y="19215"/>
                </a:lnTo>
                <a:lnTo>
                  <a:pt x="175348" y="43180"/>
                </a:lnTo>
                <a:lnTo>
                  <a:pt x="175348" y="62230"/>
                </a:lnTo>
                <a:lnTo>
                  <a:pt x="175348" y="87630"/>
                </a:lnTo>
                <a:lnTo>
                  <a:pt x="83820" y="87630"/>
                </a:lnTo>
                <a:lnTo>
                  <a:pt x="83820" y="62230"/>
                </a:lnTo>
                <a:lnTo>
                  <a:pt x="175348" y="62230"/>
                </a:lnTo>
                <a:lnTo>
                  <a:pt x="175348" y="43180"/>
                </a:lnTo>
                <a:lnTo>
                  <a:pt x="83820" y="43180"/>
                </a:lnTo>
                <a:lnTo>
                  <a:pt x="83820" y="19050"/>
                </a:lnTo>
                <a:lnTo>
                  <a:pt x="320230" y="19050"/>
                </a:lnTo>
                <a:lnTo>
                  <a:pt x="320230" y="0"/>
                </a:lnTo>
                <a:lnTo>
                  <a:pt x="57912" y="0"/>
                </a:lnTo>
                <a:lnTo>
                  <a:pt x="57912" y="19050"/>
                </a:lnTo>
                <a:lnTo>
                  <a:pt x="57912" y="43180"/>
                </a:lnTo>
                <a:lnTo>
                  <a:pt x="57912" y="62230"/>
                </a:lnTo>
                <a:lnTo>
                  <a:pt x="57912" y="87630"/>
                </a:lnTo>
                <a:lnTo>
                  <a:pt x="57912" y="107950"/>
                </a:lnTo>
                <a:lnTo>
                  <a:pt x="57912" y="116840"/>
                </a:lnTo>
                <a:lnTo>
                  <a:pt x="83820" y="116840"/>
                </a:lnTo>
                <a:lnTo>
                  <a:pt x="83820" y="107950"/>
                </a:lnTo>
                <a:lnTo>
                  <a:pt x="175348" y="107950"/>
                </a:lnTo>
                <a:lnTo>
                  <a:pt x="175348" y="129032"/>
                </a:lnTo>
                <a:lnTo>
                  <a:pt x="21336" y="129032"/>
                </a:lnTo>
                <a:lnTo>
                  <a:pt x="21336" y="148844"/>
                </a:lnTo>
                <a:lnTo>
                  <a:pt x="175348" y="148844"/>
                </a:lnTo>
                <a:lnTo>
                  <a:pt x="175348" y="170180"/>
                </a:lnTo>
                <a:lnTo>
                  <a:pt x="0" y="170180"/>
                </a:lnTo>
                <a:lnTo>
                  <a:pt x="0" y="191617"/>
                </a:lnTo>
                <a:lnTo>
                  <a:pt x="378142" y="191617"/>
                </a:lnTo>
                <a:lnTo>
                  <a:pt x="378142" y="1701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7499985" y="2826575"/>
            <a:ext cx="374015" cy="137795"/>
          </a:xfrm>
          <a:custGeom>
            <a:avLst/>
            <a:gdLst/>
            <a:ahLst/>
            <a:cxnLst/>
            <a:rect l="l" t="t" r="r" b="b"/>
            <a:pathLst>
              <a:path w="374015" h="137794">
                <a:moveTo>
                  <a:pt x="314134" y="99123"/>
                </a:moveTo>
                <a:lnTo>
                  <a:pt x="288226" y="99123"/>
                </a:lnTo>
                <a:lnTo>
                  <a:pt x="288226" y="108267"/>
                </a:lnTo>
                <a:lnTo>
                  <a:pt x="314134" y="108267"/>
                </a:lnTo>
                <a:lnTo>
                  <a:pt x="314134" y="99123"/>
                </a:lnTo>
                <a:close/>
              </a:path>
              <a:path w="374015" h="137794">
                <a:moveTo>
                  <a:pt x="314134" y="0"/>
                </a:moveTo>
                <a:lnTo>
                  <a:pt x="288226" y="0"/>
                </a:lnTo>
                <a:lnTo>
                  <a:pt x="288226" y="20320"/>
                </a:lnTo>
                <a:lnTo>
                  <a:pt x="288226" y="39370"/>
                </a:lnTo>
                <a:lnTo>
                  <a:pt x="288226" y="58420"/>
                </a:lnTo>
                <a:lnTo>
                  <a:pt x="288226" y="78740"/>
                </a:lnTo>
                <a:lnTo>
                  <a:pt x="83820" y="78740"/>
                </a:lnTo>
                <a:lnTo>
                  <a:pt x="83820" y="58420"/>
                </a:lnTo>
                <a:lnTo>
                  <a:pt x="288226" y="58420"/>
                </a:lnTo>
                <a:lnTo>
                  <a:pt x="288226" y="39370"/>
                </a:lnTo>
                <a:lnTo>
                  <a:pt x="83820" y="39370"/>
                </a:lnTo>
                <a:lnTo>
                  <a:pt x="83820" y="20320"/>
                </a:lnTo>
                <a:lnTo>
                  <a:pt x="288226" y="20320"/>
                </a:lnTo>
                <a:lnTo>
                  <a:pt x="288226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39370"/>
                </a:lnTo>
                <a:lnTo>
                  <a:pt x="57912" y="58420"/>
                </a:lnTo>
                <a:lnTo>
                  <a:pt x="57912" y="78740"/>
                </a:lnTo>
                <a:lnTo>
                  <a:pt x="57912" y="99060"/>
                </a:lnTo>
                <a:lnTo>
                  <a:pt x="57912" y="107950"/>
                </a:lnTo>
                <a:lnTo>
                  <a:pt x="83820" y="107950"/>
                </a:lnTo>
                <a:lnTo>
                  <a:pt x="83820" y="99060"/>
                </a:lnTo>
                <a:lnTo>
                  <a:pt x="314134" y="99060"/>
                </a:lnTo>
                <a:lnTo>
                  <a:pt x="314134" y="79311"/>
                </a:lnTo>
                <a:lnTo>
                  <a:pt x="314134" y="19786"/>
                </a:lnTo>
                <a:lnTo>
                  <a:pt x="314134" y="0"/>
                </a:lnTo>
                <a:close/>
              </a:path>
              <a:path w="374015" h="137794">
                <a:moveTo>
                  <a:pt x="373570" y="117411"/>
                </a:moveTo>
                <a:lnTo>
                  <a:pt x="0" y="117411"/>
                </a:lnTo>
                <a:lnTo>
                  <a:pt x="0" y="137325"/>
                </a:lnTo>
                <a:lnTo>
                  <a:pt x="373570" y="137325"/>
                </a:lnTo>
                <a:lnTo>
                  <a:pt x="373570" y="11741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7940706" y="3088957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8007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8311324" y="2861691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5">
                <a:moveTo>
                  <a:pt x="32004" y="274510"/>
                </a:moveTo>
                <a:lnTo>
                  <a:pt x="0" y="274510"/>
                </a:lnTo>
                <a:lnTo>
                  <a:pt x="0" y="0"/>
                </a:lnTo>
                <a:lnTo>
                  <a:pt x="74676" y="0"/>
                </a:lnTo>
                <a:lnTo>
                  <a:pt x="113621" y="5524"/>
                </a:lnTo>
                <a:lnTo>
                  <a:pt x="149688" y="28956"/>
                </a:lnTo>
                <a:lnTo>
                  <a:pt x="32004" y="28956"/>
                </a:lnTo>
                <a:lnTo>
                  <a:pt x="32004" y="141827"/>
                </a:lnTo>
                <a:lnTo>
                  <a:pt x="144388" y="141827"/>
                </a:lnTo>
                <a:lnTo>
                  <a:pt x="140303" y="146399"/>
                </a:lnTo>
                <a:lnTo>
                  <a:pt x="125442" y="157281"/>
                </a:lnTo>
                <a:lnTo>
                  <a:pt x="108287" y="164877"/>
                </a:lnTo>
                <a:lnTo>
                  <a:pt x="88828" y="169330"/>
                </a:lnTo>
                <a:lnTo>
                  <a:pt x="67056" y="170783"/>
                </a:lnTo>
                <a:lnTo>
                  <a:pt x="32004" y="170783"/>
                </a:lnTo>
                <a:lnTo>
                  <a:pt x="32004" y="274510"/>
                </a:lnTo>
                <a:close/>
              </a:path>
              <a:path w="168275" h="274955">
                <a:moveTo>
                  <a:pt x="144388" y="141827"/>
                </a:moveTo>
                <a:lnTo>
                  <a:pt x="65532" y="141827"/>
                </a:lnTo>
                <a:lnTo>
                  <a:pt x="80731" y="140946"/>
                </a:lnTo>
                <a:lnTo>
                  <a:pt x="94190" y="138207"/>
                </a:lnTo>
                <a:lnTo>
                  <a:pt x="129635" y="108668"/>
                </a:lnTo>
                <a:lnTo>
                  <a:pt x="134207" y="83820"/>
                </a:lnTo>
                <a:lnTo>
                  <a:pt x="130181" y="59817"/>
                </a:lnTo>
                <a:lnTo>
                  <a:pt x="118002" y="42672"/>
                </a:lnTo>
                <a:lnTo>
                  <a:pt x="97519" y="32385"/>
                </a:lnTo>
                <a:lnTo>
                  <a:pt x="68580" y="28956"/>
                </a:lnTo>
                <a:lnTo>
                  <a:pt x="149688" y="28956"/>
                </a:lnTo>
                <a:lnTo>
                  <a:pt x="153590" y="33647"/>
                </a:lnTo>
                <a:lnTo>
                  <a:pt x="161258" y="47815"/>
                </a:lnTo>
                <a:lnTo>
                  <a:pt x="166068" y="63984"/>
                </a:lnTo>
                <a:lnTo>
                  <a:pt x="167735" y="82296"/>
                </a:lnTo>
                <a:lnTo>
                  <a:pt x="166020" y="100924"/>
                </a:lnTo>
                <a:lnTo>
                  <a:pt x="160877" y="117812"/>
                </a:lnTo>
                <a:lnTo>
                  <a:pt x="152304" y="132967"/>
                </a:lnTo>
                <a:lnTo>
                  <a:pt x="144388" y="1418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8529351" y="2863151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4" h="119380">
                <a:moveTo>
                  <a:pt x="0" y="0"/>
                </a:moveTo>
                <a:lnTo>
                  <a:pt x="32004" y="0"/>
                </a:lnTo>
                <a:lnTo>
                  <a:pt x="32004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8529346" y="2863151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37" y="0"/>
                </a:lnTo>
                <a:lnTo>
                  <a:pt x="173837" y="119380"/>
                </a:lnTo>
                <a:lnTo>
                  <a:pt x="0" y="119380"/>
                </a:lnTo>
                <a:lnTo>
                  <a:pt x="0" y="14732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7320"/>
                </a:lnTo>
                <a:lnTo>
                  <a:pt x="173837" y="147320"/>
                </a:lnTo>
                <a:lnTo>
                  <a:pt x="173837" y="273050"/>
                </a:lnTo>
                <a:lnTo>
                  <a:pt x="205930" y="273050"/>
                </a:lnTo>
                <a:lnTo>
                  <a:pt x="205930" y="147320"/>
                </a:lnTo>
                <a:lnTo>
                  <a:pt x="205930" y="11938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8807005" y="2861691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5">
                <a:moveTo>
                  <a:pt x="32004" y="274510"/>
                </a:moveTo>
                <a:lnTo>
                  <a:pt x="0" y="274510"/>
                </a:lnTo>
                <a:lnTo>
                  <a:pt x="0" y="0"/>
                </a:lnTo>
                <a:lnTo>
                  <a:pt x="74676" y="0"/>
                </a:lnTo>
                <a:lnTo>
                  <a:pt x="113549" y="5524"/>
                </a:lnTo>
                <a:lnTo>
                  <a:pt x="149688" y="28956"/>
                </a:lnTo>
                <a:lnTo>
                  <a:pt x="32004" y="28956"/>
                </a:lnTo>
                <a:lnTo>
                  <a:pt x="32004" y="141827"/>
                </a:lnTo>
                <a:lnTo>
                  <a:pt x="144388" y="141827"/>
                </a:lnTo>
                <a:lnTo>
                  <a:pt x="140303" y="146399"/>
                </a:lnTo>
                <a:lnTo>
                  <a:pt x="125389" y="157281"/>
                </a:lnTo>
                <a:lnTo>
                  <a:pt x="108215" y="164877"/>
                </a:lnTo>
                <a:lnTo>
                  <a:pt x="88774" y="169330"/>
                </a:lnTo>
                <a:lnTo>
                  <a:pt x="67056" y="170783"/>
                </a:lnTo>
                <a:lnTo>
                  <a:pt x="32004" y="170783"/>
                </a:lnTo>
                <a:lnTo>
                  <a:pt x="32004" y="274510"/>
                </a:lnTo>
                <a:close/>
              </a:path>
              <a:path w="168275" h="274955">
                <a:moveTo>
                  <a:pt x="144388" y="141827"/>
                </a:moveTo>
                <a:lnTo>
                  <a:pt x="65532" y="141827"/>
                </a:lnTo>
                <a:lnTo>
                  <a:pt x="80676" y="140946"/>
                </a:lnTo>
                <a:lnTo>
                  <a:pt x="94107" y="138207"/>
                </a:lnTo>
                <a:lnTo>
                  <a:pt x="129540" y="108668"/>
                </a:lnTo>
                <a:lnTo>
                  <a:pt x="134112" y="83820"/>
                </a:lnTo>
                <a:lnTo>
                  <a:pt x="130087" y="59817"/>
                </a:lnTo>
                <a:lnTo>
                  <a:pt x="117919" y="42672"/>
                </a:lnTo>
                <a:lnTo>
                  <a:pt x="97464" y="32385"/>
                </a:lnTo>
                <a:lnTo>
                  <a:pt x="68580" y="28956"/>
                </a:lnTo>
                <a:lnTo>
                  <a:pt x="149688" y="28956"/>
                </a:lnTo>
                <a:lnTo>
                  <a:pt x="153590" y="33647"/>
                </a:lnTo>
                <a:lnTo>
                  <a:pt x="161258" y="47815"/>
                </a:lnTo>
                <a:lnTo>
                  <a:pt x="166068" y="63984"/>
                </a:lnTo>
                <a:lnTo>
                  <a:pt x="167735" y="82296"/>
                </a:lnTo>
                <a:lnTo>
                  <a:pt x="166020" y="100924"/>
                </a:lnTo>
                <a:lnTo>
                  <a:pt x="160877" y="117812"/>
                </a:lnTo>
                <a:lnTo>
                  <a:pt x="152304" y="132967"/>
                </a:lnTo>
                <a:lnTo>
                  <a:pt x="144388" y="1418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9021978" y="2809786"/>
            <a:ext cx="329565" cy="380365"/>
          </a:xfrm>
          <a:custGeom>
            <a:avLst/>
            <a:gdLst/>
            <a:ahLst/>
            <a:cxnLst/>
            <a:rect l="l" t="t" r="r" b="b"/>
            <a:pathLst>
              <a:path w="329565" h="380364">
                <a:moveTo>
                  <a:pt x="181457" y="237934"/>
                </a:moveTo>
                <a:lnTo>
                  <a:pt x="147929" y="237934"/>
                </a:lnTo>
                <a:lnTo>
                  <a:pt x="147929" y="379857"/>
                </a:lnTo>
                <a:lnTo>
                  <a:pt x="181457" y="379857"/>
                </a:lnTo>
                <a:lnTo>
                  <a:pt x="181457" y="237934"/>
                </a:lnTo>
                <a:close/>
              </a:path>
              <a:path w="329565" h="380364">
                <a:moveTo>
                  <a:pt x="329374" y="237934"/>
                </a:moveTo>
                <a:lnTo>
                  <a:pt x="298894" y="237934"/>
                </a:lnTo>
                <a:lnTo>
                  <a:pt x="298894" y="257848"/>
                </a:lnTo>
                <a:lnTo>
                  <a:pt x="329374" y="257848"/>
                </a:lnTo>
                <a:lnTo>
                  <a:pt x="329374" y="237934"/>
                </a:lnTo>
                <a:close/>
              </a:path>
              <a:path w="329565" h="380364">
                <a:moveTo>
                  <a:pt x="329374" y="83908"/>
                </a:moveTo>
                <a:lnTo>
                  <a:pt x="298894" y="83908"/>
                </a:lnTo>
                <a:lnTo>
                  <a:pt x="298894" y="111848"/>
                </a:lnTo>
                <a:lnTo>
                  <a:pt x="298894" y="208368"/>
                </a:lnTo>
                <a:lnTo>
                  <a:pt x="181457" y="208368"/>
                </a:lnTo>
                <a:lnTo>
                  <a:pt x="181457" y="111848"/>
                </a:lnTo>
                <a:lnTo>
                  <a:pt x="298894" y="111848"/>
                </a:lnTo>
                <a:lnTo>
                  <a:pt x="298894" y="83908"/>
                </a:lnTo>
                <a:lnTo>
                  <a:pt x="181457" y="83908"/>
                </a:lnTo>
                <a:lnTo>
                  <a:pt x="181457" y="0"/>
                </a:lnTo>
                <a:lnTo>
                  <a:pt x="147929" y="0"/>
                </a:lnTo>
                <a:lnTo>
                  <a:pt x="147929" y="83908"/>
                </a:lnTo>
                <a:lnTo>
                  <a:pt x="147929" y="111848"/>
                </a:lnTo>
                <a:lnTo>
                  <a:pt x="147929" y="208368"/>
                </a:lnTo>
                <a:lnTo>
                  <a:pt x="32004" y="208368"/>
                </a:lnTo>
                <a:lnTo>
                  <a:pt x="32004" y="111848"/>
                </a:lnTo>
                <a:lnTo>
                  <a:pt x="147929" y="111848"/>
                </a:lnTo>
                <a:lnTo>
                  <a:pt x="147929" y="83908"/>
                </a:lnTo>
                <a:lnTo>
                  <a:pt x="0" y="83908"/>
                </a:lnTo>
                <a:lnTo>
                  <a:pt x="0" y="111848"/>
                </a:lnTo>
                <a:lnTo>
                  <a:pt x="0" y="208368"/>
                </a:lnTo>
                <a:lnTo>
                  <a:pt x="0" y="237578"/>
                </a:lnTo>
                <a:lnTo>
                  <a:pt x="0" y="257898"/>
                </a:lnTo>
                <a:lnTo>
                  <a:pt x="32004" y="257898"/>
                </a:lnTo>
                <a:lnTo>
                  <a:pt x="32004" y="237578"/>
                </a:lnTo>
                <a:lnTo>
                  <a:pt x="329374" y="237578"/>
                </a:lnTo>
                <a:lnTo>
                  <a:pt x="329374" y="208978"/>
                </a:lnTo>
                <a:lnTo>
                  <a:pt x="329374" y="208368"/>
                </a:lnTo>
                <a:lnTo>
                  <a:pt x="329374" y="111848"/>
                </a:lnTo>
                <a:lnTo>
                  <a:pt x="329374" y="111353"/>
                </a:lnTo>
                <a:lnTo>
                  <a:pt x="329374" y="83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9404794" y="2811303"/>
            <a:ext cx="349250" cy="370840"/>
          </a:xfrm>
          <a:custGeom>
            <a:avLst/>
            <a:gdLst/>
            <a:ahLst/>
            <a:cxnLst/>
            <a:rect l="l" t="t" r="r" b="b"/>
            <a:pathLst>
              <a:path w="349250" h="370839">
                <a:moveTo>
                  <a:pt x="70104" y="62579"/>
                </a:moveTo>
                <a:lnTo>
                  <a:pt x="38100" y="62579"/>
                </a:lnTo>
                <a:lnTo>
                  <a:pt x="44672" y="45728"/>
                </a:lnTo>
                <a:lnTo>
                  <a:pt x="50673" y="29575"/>
                </a:lnTo>
                <a:lnTo>
                  <a:pt x="56102" y="14278"/>
                </a:lnTo>
                <a:lnTo>
                  <a:pt x="60960" y="0"/>
                </a:lnTo>
                <a:lnTo>
                  <a:pt x="93059" y="9144"/>
                </a:lnTo>
                <a:lnTo>
                  <a:pt x="81545" y="36433"/>
                </a:lnTo>
                <a:lnTo>
                  <a:pt x="75820" y="49729"/>
                </a:lnTo>
                <a:lnTo>
                  <a:pt x="70104" y="62579"/>
                </a:lnTo>
                <a:close/>
              </a:path>
              <a:path w="349250" h="370839">
                <a:moveTo>
                  <a:pt x="30480" y="370713"/>
                </a:moveTo>
                <a:lnTo>
                  <a:pt x="0" y="370713"/>
                </a:lnTo>
                <a:lnTo>
                  <a:pt x="0" y="62579"/>
                </a:lnTo>
                <a:lnTo>
                  <a:pt x="146399" y="62579"/>
                </a:lnTo>
                <a:lnTo>
                  <a:pt x="146399" y="91535"/>
                </a:lnTo>
                <a:lnTo>
                  <a:pt x="30480" y="91535"/>
                </a:lnTo>
                <a:lnTo>
                  <a:pt x="30480" y="184594"/>
                </a:lnTo>
                <a:lnTo>
                  <a:pt x="146399" y="184594"/>
                </a:lnTo>
                <a:lnTo>
                  <a:pt x="146399" y="212026"/>
                </a:lnTo>
                <a:lnTo>
                  <a:pt x="30480" y="212026"/>
                </a:lnTo>
                <a:lnTo>
                  <a:pt x="30480" y="309657"/>
                </a:lnTo>
                <a:lnTo>
                  <a:pt x="146399" y="309657"/>
                </a:lnTo>
                <a:lnTo>
                  <a:pt x="146399" y="337089"/>
                </a:lnTo>
                <a:lnTo>
                  <a:pt x="30480" y="337089"/>
                </a:lnTo>
                <a:lnTo>
                  <a:pt x="30480" y="370713"/>
                </a:lnTo>
                <a:close/>
              </a:path>
              <a:path w="349250" h="370839">
                <a:moveTo>
                  <a:pt x="146399" y="184594"/>
                </a:moveTo>
                <a:lnTo>
                  <a:pt x="115919" y="184594"/>
                </a:lnTo>
                <a:lnTo>
                  <a:pt x="115919" y="91535"/>
                </a:lnTo>
                <a:lnTo>
                  <a:pt x="146399" y="91535"/>
                </a:lnTo>
                <a:lnTo>
                  <a:pt x="146399" y="184594"/>
                </a:lnTo>
                <a:close/>
              </a:path>
              <a:path w="349250" h="370839">
                <a:moveTo>
                  <a:pt x="146399" y="309657"/>
                </a:moveTo>
                <a:lnTo>
                  <a:pt x="115919" y="309657"/>
                </a:lnTo>
                <a:lnTo>
                  <a:pt x="115919" y="212026"/>
                </a:lnTo>
                <a:lnTo>
                  <a:pt x="146399" y="212026"/>
                </a:lnTo>
                <a:lnTo>
                  <a:pt x="146399" y="309657"/>
                </a:lnTo>
                <a:close/>
              </a:path>
              <a:path w="349250" h="370839">
                <a:moveTo>
                  <a:pt x="146399" y="367665"/>
                </a:moveTo>
                <a:lnTo>
                  <a:pt x="115919" y="367665"/>
                </a:lnTo>
                <a:lnTo>
                  <a:pt x="115919" y="337089"/>
                </a:lnTo>
                <a:lnTo>
                  <a:pt x="146399" y="337089"/>
                </a:lnTo>
                <a:lnTo>
                  <a:pt x="146399" y="367665"/>
                </a:lnTo>
                <a:close/>
              </a:path>
              <a:path w="349250" h="370839">
                <a:moveTo>
                  <a:pt x="178403" y="155638"/>
                </a:moveTo>
                <a:lnTo>
                  <a:pt x="173283" y="152209"/>
                </a:lnTo>
                <a:lnTo>
                  <a:pt x="167163" y="148780"/>
                </a:lnTo>
                <a:lnTo>
                  <a:pt x="160186" y="145351"/>
                </a:lnTo>
                <a:lnTo>
                  <a:pt x="152495" y="141922"/>
                </a:lnTo>
                <a:lnTo>
                  <a:pt x="169949" y="111576"/>
                </a:lnTo>
                <a:lnTo>
                  <a:pt x="185832" y="77819"/>
                </a:lnTo>
                <a:lnTo>
                  <a:pt x="200286" y="40633"/>
                </a:lnTo>
                <a:lnTo>
                  <a:pt x="213455" y="0"/>
                </a:lnTo>
                <a:lnTo>
                  <a:pt x="245554" y="7620"/>
                </a:lnTo>
                <a:lnTo>
                  <a:pt x="240742" y="21993"/>
                </a:lnTo>
                <a:lnTo>
                  <a:pt x="235636" y="35671"/>
                </a:lnTo>
                <a:lnTo>
                  <a:pt x="230512" y="49062"/>
                </a:lnTo>
                <a:lnTo>
                  <a:pt x="225647" y="62579"/>
                </a:lnTo>
                <a:lnTo>
                  <a:pt x="349186" y="62579"/>
                </a:lnTo>
                <a:lnTo>
                  <a:pt x="348496" y="90011"/>
                </a:lnTo>
                <a:lnTo>
                  <a:pt x="213455" y="90011"/>
                </a:lnTo>
                <a:lnTo>
                  <a:pt x="205192" y="107967"/>
                </a:lnTo>
                <a:lnTo>
                  <a:pt x="196500" y="125075"/>
                </a:lnTo>
                <a:lnTo>
                  <a:pt x="187523" y="141057"/>
                </a:lnTo>
                <a:lnTo>
                  <a:pt x="178403" y="155638"/>
                </a:lnTo>
                <a:close/>
              </a:path>
              <a:path w="349250" h="370839">
                <a:moveTo>
                  <a:pt x="334794" y="338613"/>
                </a:moveTo>
                <a:lnTo>
                  <a:pt x="272986" y="338613"/>
                </a:lnTo>
                <a:lnTo>
                  <a:pt x="288131" y="336327"/>
                </a:lnTo>
                <a:lnTo>
                  <a:pt x="299275" y="329469"/>
                </a:lnTo>
                <a:lnTo>
                  <a:pt x="311586" y="267421"/>
                </a:lnTo>
                <a:lnTo>
                  <a:pt x="313182" y="220634"/>
                </a:lnTo>
                <a:lnTo>
                  <a:pt x="314491" y="161542"/>
                </a:lnTo>
                <a:lnTo>
                  <a:pt x="315658" y="90011"/>
                </a:lnTo>
                <a:lnTo>
                  <a:pt x="348496" y="90011"/>
                </a:lnTo>
                <a:lnTo>
                  <a:pt x="347369" y="134836"/>
                </a:lnTo>
                <a:lnTo>
                  <a:pt x="345610" y="196405"/>
                </a:lnTo>
                <a:lnTo>
                  <a:pt x="344029" y="245536"/>
                </a:lnTo>
                <a:lnTo>
                  <a:pt x="341566" y="309657"/>
                </a:lnTo>
                <a:lnTo>
                  <a:pt x="336708" y="335716"/>
                </a:lnTo>
                <a:lnTo>
                  <a:pt x="334794" y="338613"/>
                </a:lnTo>
                <a:close/>
              </a:path>
              <a:path w="349250" h="370839">
                <a:moveTo>
                  <a:pt x="248602" y="256317"/>
                </a:moveTo>
                <a:lnTo>
                  <a:pt x="234498" y="234521"/>
                </a:lnTo>
                <a:lnTo>
                  <a:pt x="219563" y="212609"/>
                </a:lnTo>
                <a:lnTo>
                  <a:pt x="203503" y="190430"/>
                </a:lnTo>
                <a:lnTo>
                  <a:pt x="186023" y="167830"/>
                </a:lnTo>
                <a:lnTo>
                  <a:pt x="208883" y="149542"/>
                </a:lnTo>
                <a:lnTo>
                  <a:pt x="229512" y="173831"/>
                </a:lnTo>
                <a:lnTo>
                  <a:pt x="247828" y="196405"/>
                </a:lnTo>
                <a:lnTo>
                  <a:pt x="263841" y="217265"/>
                </a:lnTo>
                <a:lnTo>
                  <a:pt x="277558" y="236410"/>
                </a:lnTo>
                <a:lnTo>
                  <a:pt x="248602" y="256317"/>
                </a:lnTo>
                <a:close/>
              </a:path>
              <a:path w="349250" h="370839">
                <a:moveTo>
                  <a:pt x="277558" y="369189"/>
                </a:moveTo>
                <a:lnTo>
                  <a:pt x="243066" y="368998"/>
                </a:lnTo>
                <a:lnTo>
                  <a:pt x="225440" y="368546"/>
                </a:lnTo>
                <a:lnTo>
                  <a:pt x="207359" y="367665"/>
                </a:lnTo>
                <a:lnTo>
                  <a:pt x="206192" y="357887"/>
                </a:lnTo>
                <a:lnTo>
                  <a:pt x="204882" y="348948"/>
                </a:lnTo>
                <a:lnTo>
                  <a:pt x="203287" y="340581"/>
                </a:lnTo>
                <a:lnTo>
                  <a:pt x="201263" y="332517"/>
                </a:lnTo>
                <a:lnTo>
                  <a:pt x="202787" y="332517"/>
                </a:lnTo>
                <a:lnTo>
                  <a:pt x="221042" y="335399"/>
                </a:lnTo>
                <a:lnTo>
                  <a:pt x="239029" y="337280"/>
                </a:lnTo>
                <a:lnTo>
                  <a:pt x="256445" y="338304"/>
                </a:lnTo>
                <a:lnTo>
                  <a:pt x="272986" y="338613"/>
                </a:lnTo>
                <a:lnTo>
                  <a:pt x="334794" y="338613"/>
                </a:lnTo>
                <a:lnTo>
                  <a:pt x="324421" y="354318"/>
                </a:lnTo>
                <a:lnTo>
                  <a:pt x="304704" y="365472"/>
                </a:lnTo>
                <a:lnTo>
                  <a:pt x="277558" y="3691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299114" y="3279648"/>
            <a:ext cx="380365" cy="381635"/>
          </a:xfrm>
          <a:custGeom>
            <a:avLst/>
            <a:gdLst/>
            <a:ahLst/>
            <a:cxnLst/>
            <a:rect l="l" t="t" r="r" b="b"/>
            <a:pathLst>
              <a:path w="380364" h="381635">
                <a:moveTo>
                  <a:pt x="239477" y="292798"/>
                </a:moveTo>
                <a:lnTo>
                  <a:pt x="189166" y="292798"/>
                </a:lnTo>
                <a:lnTo>
                  <a:pt x="211169" y="278487"/>
                </a:lnTo>
                <a:lnTo>
                  <a:pt x="231457" y="262890"/>
                </a:lnTo>
                <a:lnTo>
                  <a:pt x="250031" y="245864"/>
                </a:lnTo>
                <a:lnTo>
                  <a:pt x="266890" y="227266"/>
                </a:lnTo>
                <a:lnTo>
                  <a:pt x="44291" y="227266"/>
                </a:lnTo>
                <a:lnTo>
                  <a:pt x="44291" y="201358"/>
                </a:lnTo>
                <a:lnTo>
                  <a:pt x="303561" y="201358"/>
                </a:lnTo>
                <a:lnTo>
                  <a:pt x="303561" y="227266"/>
                </a:lnTo>
                <a:lnTo>
                  <a:pt x="285004" y="250413"/>
                </a:lnTo>
                <a:lnTo>
                  <a:pt x="264044" y="271855"/>
                </a:lnTo>
                <a:lnTo>
                  <a:pt x="241103" y="291600"/>
                </a:lnTo>
                <a:lnTo>
                  <a:pt x="239477" y="292798"/>
                </a:lnTo>
                <a:close/>
              </a:path>
              <a:path w="380364" h="381635">
                <a:moveTo>
                  <a:pt x="18383" y="381285"/>
                </a:moveTo>
                <a:lnTo>
                  <a:pt x="13756" y="373546"/>
                </a:lnTo>
                <a:lnTo>
                  <a:pt x="9155" y="366236"/>
                </a:lnTo>
                <a:lnTo>
                  <a:pt x="4573" y="359211"/>
                </a:lnTo>
                <a:lnTo>
                  <a:pt x="0" y="352329"/>
                </a:lnTo>
                <a:lnTo>
                  <a:pt x="46919" y="343495"/>
                </a:lnTo>
                <a:lnTo>
                  <a:pt x="89249" y="333089"/>
                </a:lnTo>
                <a:lnTo>
                  <a:pt x="127006" y="321254"/>
                </a:lnTo>
                <a:lnTo>
                  <a:pt x="160210" y="308133"/>
                </a:lnTo>
                <a:lnTo>
                  <a:pt x="140176" y="291171"/>
                </a:lnTo>
                <a:lnTo>
                  <a:pt x="121455" y="272236"/>
                </a:lnTo>
                <a:lnTo>
                  <a:pt x="104181" y="251032"/>
                </a:lnTo>
                <a:lnTo>
                  <a:pt x="88487" y="227266"/>
                </a:lnTo>
                <a:lnTo>
                  <a:pt x="122015" y="227266"/>
                </a:lnTo>
                <a:lnTo>
                  <a:pt x="137222" y="247578"/>
                </a:lnTo>
                <a:lnTo>
                  <a:pt x="153304" y="265176"/>
                </a:lnTo>
                <a:lnTo>
                  <a:pt x="170530" y="280201"/>
                </a:lnTo>
                <a:lnTo>
                  <a:pt x="189166" y="292798"/>
                </a:lnTo>
                <a:lnTo>
                  <a:pt x="239477" y="292798"/>
                </a:lnTo>
                <a:lnTo>
                  <a:pt x="216598" y="309657"/>
                </a:lnTo>
                <a:lnTo>
                  <a:pt x="250022" y="323088"/>
                </a:lnTo>
                <a:lnTo>
                  <a:pt x="262143" y="326421"/>
                </a:lnTo>
                <a:lnTo>
                  <a:pt x="187642" y="326421"/>
                </a:lnTo>
                <a:lnTo>
                  <a:pt x="153011" y="341852"/>
                </a:lnTo>
                <a:lnTo>
                  <a:pt x="113264" y="356139"/>
                </a:lnTo>
                <a:lnTo>
                  <a:pt x="68390" y="369284"/>
                </a:lnTo>
                <a:lnTo>
                  <a:pt x="18383" y="381285"/>
                </a:lnTo>
                <a:close/>
              </a:path>
              <a:path w="380364" h="381635">
                <a:moveTo>
                  <a:pt x="356901" y="378237"/>
                </a:moveTo>
                <a:lnTo>
                  <a:pt x="307697" y="369712"/>
                </a:lnTo>
                <a:lnTo>
                  <a:pt x="263092" y="358044"/>
                </a:lnTo>
                <a:lnTo>
                  <a:pt x="223027" y="343495"/>
                </a:lnTo>
                <a:lnTo>
                  <a:pt x="187642" y="326421"/>
                </a:lnTo>
                <a:lnTo>
                  <a:pt x="262143" y="326421"/>
                </a:lnTo>
                <a:lnTo>
                  <a:pt x="288464" y="333660"/>
                </a:lnTo>
                <a:lnTo>
                  <a:pt x="331764" y="341376"/>
                </a:lnTo>
                <a:lnTo>
                  <a:pt x="379761" y="346233"/>
                </a:lnTo>
                <a:lnTo>
                  <a:pt x="373189" y="355092"/>
                </a:lnTo>
                <a:lnTo>
                  <a:pt x="367188" y="363378"/>
                </a:lnTo>
                <a:lnTo>
                  <a:pt x="361759" y="371094"/>
                </a:lnTo>
                <a:lnTo>
                  <a:pt x="356901" y="378237"/>
                </a:lnTo>
                <a:close/>
              </a:path>
              <a:path w="380364" h="381635">
                <a:moveTo>
                  <a:pt x="198310" y="50292"/>
                </a:moveTo>
                <a:lnTo>
                  <a:pt x="181546" y="50292"/>
                </a:lnTo>
                <a:lnTo>
                  <a:pt x="175855" y="40290"/>
                </a:lnTo>
                <a:lnTo>
                  <a:pt x="170307" y="30861"/>
                </a:lnTo>
                <a:lnTo>
                  <a:pt x="165044" y="22002"/>
                </a:lnTo>
                <a:lnTo>
                  <a:pt x="160210" y="13716"/>
                </a:lnTo>
                <a:lnTo>
                  <a:pt x="187642" y="0"/>
                </a:lnTo>
                <a:lnTo>
                  <a:pt x="196191" y="13739"/>
                </a:lnTo>
                <a:lnTo>
                  <a:pt x="203454" y="25336"/>
                </a:lnTo>
                <a:lnTo>
                  <a:pt x="209288" y="34932"/>
                </a:lnTo>
                <a:lnTo>
                  <a:pt x="213550" y="42672"/>
                </a:lnTo>
                <a:lnTo>
                  <a:pt x="198310" y="50292"/>
                </a:lnTo>
                <a:close/>
              </a:path>
              <a:path w="380364" h="381635">
                <a:moveTo>
                  <a:pt x="372141" y="77724"/>
                </a:moveTo>
                <a:lnTo>
                  <a:pt x="7620" y="77724"/>
                </a:lnTo>
                <a:lnTo>
                  <a:pt x="7620" y="50292"/>
                </a:lnTo>
                <a:lnTo>
                  <a:pt x="372141" y="50292"/>
                </a:lnTo>
                <a:lnTo>
                  <a:pt x="372141" y="77724"/>
                </a:lnTo>
                <a:close/>
              </a:path>
              <a:path w="380364" h="381635">
                <a:moveTo>
                  <a:pt x="157162" y="184499"/>
                </a:moveTo>
                <a:lnTo>
                  <a:pt x="128111" y="184499"/>
                </a:lnTo>
                <a:lnTo>
                  <a:pt x="128111" y="77724"/>
                </a:lnTo>
                <a:lnTo>
                  <a:pt x="157162" y="77724"/>
                </a:lnTo>
                <a:lnTo>
                  <a:pt x="157162" y="184499"/>
                </a:lnTo>
                <a:close/>
              </a:path>
              <a:path w="380364" h="381635">
                <a:moveTo>
                  <a:pt x="248602" y="184499"/>
                </a:moveTo>
                <a:lnTo>
                  <a:pt x="219646" y="184499"/>
                </a:lnTo>
                <a:lnTo>
                  <a:pt x="219646" y="77724"/>
                </a:lnTo>
                <a:lnTo>
                  <a:pt x="248602" y="77724"/>
                </a:lnTo>
                <a:lnTo>
                  <a:pt x="248602" y="184499"/>
                </a:lnTo>
                <a:close/>
              </a:path>
              <a:path w="380364" h="381635">
                <a:moveTo>
                  <a:pt x="22955" y="199834"/>
                </a:moveTo>
                <a:lnTo>
                  <a:pt x="18066" y="194342"/>
                </a:lnTo>
                <a:lnTo>
                  <a:pt x="12775" y="189118"/>
                </a:lnTo>
                <a:lnTo>
                  <a:pt x="7216" y="183895"/>
                </a:lnTo>
                <a:lnTo>
                  <a:pt x="1524" y="178403"/>
                </a:lnTo>
                <a:lnTo>
                  <a:pt x="20986" y="160448"/>
                </a:lnTo>
                <a:lnTo>
                  <a:pt x="40278" y="141065"/>
                </a:lnTo>
                <a:lnTo>
                  <a:pt x="59267" y="120538"/>
                </a:lnTo>
                <a:lnTo>
                  <a:pt x="77819" y="99155"/>
                </a:lnTo>
                <a:lnTo>
                  <a:pt x="100679" y="118967"/>
                </a:lnTo>
                <a:lnTo>
                  <a:pt x="81248" y="140376"/>
                </a:lnTo>
                <a:lnTo>
                  <a:pt x="61817" y="161079"/>
                </a:lnTo>
                <a:lnTo>
                  <a:pt x="42386" y="180943"/>
                </a:lnTo>
                <a:lnTo>
                  <a:pt x="22955" y="199834"/>
                </a:lnTo>
                <a:close/>
              </a:path>
              <a:path w="380364" h="381635">
                <a:moveTo>
                  <a:pt x="349281" y="198310"/>
                </a:moveTo>
                <a:lnTo>
                  <a:pt x="330706" y="177705"/>
                </a:lnTo>
                <a:lnTo>
                  <a:pt x="311550" y="157269"/>
                </a:lnTo>
                <a:lnTo>
                  <a:pt x="291805" y="137137"/>
                </a:lnTo>
                <a:lnTo>
                  <a:pt x="271462" y="117443"/>
                </a:lnTo>
                <a:lnTo>
                  <a:pt x="292798" y="99155"/>
                </a:lnTo>
                <a:lnTo>
                  <a:pt x="337268" y="141446"/>
                </a:lnTo>
                <a:lnTo>
                  <a:pt x="356543" y="160020"/>
                </a:lnTo>
                <a:lnTo>
                  <a:pt x="373665" y="176879"/>
                </a:lnTo>
                <a:lnTo>
                  <a:pt x="349281" y="1983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691068" y="3452914"/>
            <a:ext cx="377190" cy="193040"/>
          </a:xfrm>
          <a:custGeom>
            <a:avLst/>
            <a:gdLst/>
            <a:ahLst/>
            <a:cxnLst/>
            <a:rect l="l" t="t" r="r" b="b"/>
            <a:pathLst>
              <a:path w="377189" h="193039">
                <a:moveTo>
                  <a:pt x="376707" y="171450"/>
                </a:moveTo>
                <a:lnTo>
                  <a:pt x="201358" y="171450"/>
                </a:lnTo>
                <a:lnTo>
                  <a:pt x="201358" y="150114"/>
                </a:lnTo>
                <a:lnTo>
                  <a:pt x="355371" y="150114"/>
                </a:lnTo>
                <a:lnTo>
                  <a:pt x="355371" y="130302"/>
                </a:lnTo>
                <a:lnTo>
                  <a:pt x="201358" y="130302"/>
                </a:lnTo>
                <a:lnTo>
                  <a:pt x="201358" y="107950"/>
                </a:lnTo>
                <a:lnTo>
                  <a:pt x="294322" y="107950"/>
                </a:lnTo>
                <a:lnTo>
                  <a:pt x="294322" y="118008"/>
                </a:lnTo>
                <a:lnTo>
                  <a:pt x="320319" y="118008"/>
                </a:lnTo>
                <a:lnTo>
                  <a:pt x="320319" y="107950"/>
                </a:lnTo>
                <a:lnTo>
                  <a:pt x="320319" y="107340"/>
                </a:lnTo>
                <a:lnTo>
                  <a:pt x="320319" y="87630"/>
                </a:lnTo>
                <a:lnTo>
                  <a:pt x="83908" y="87630"/>
                </a:lnTo>
                <a:lnTo>
                  <a:pt x="83908" y="63500"/>
                </a:lnTo>
                <a:lnTo>
                  <a:pt x="175348" y="63500"/>
                </a:lnTo>
                <a:lnTo>
                  <a:pt x="175348" y="87528"/>
                </a:lnTo>
                <a:lnTo>
                  <a:pt x="201358" y="87528"/>
                </a:lnTo>
                <a:lnTo>
                  <a:pt x="201358" y="63500"/>
                </a:lnTo>
                <a:lnTo>
                  <a:pt x="294322" y="63500"/>
                </a:lnTo>
                <a:lnTo>
                  <a:pt x="294322" y="87528"/>
                </a:lnTo>
                <a:lnTo>
                  <a:pt x="320319" y="87528"/>
                </a:lnTo>
                <a:lnTo>
                  <a:pt x="320319" y="20472"/>
                </a:lnTo>
                <a:lnTo>
                  <a:pt x="294322" y="20472"/>
                </a:lnTo>
                <a:lnTo>
                  <a:pt x="294322" y="44450"/>
                </a:lnTo>
                <a:lnTo>
                  <a:pt x="201358" y="44450"/>
                </a:lnTo>
                <a:lnTo>
                  <a:pt x="201358" y="20472"/>
                </a:lnTo>
                <a:lnTo>
                  <a:pt x="175348" y="20472"/>
                </a:lnTo>
                <a:lnTo>
                  <a:pt x="175348" y="44450"/>
                </a:lnTo>
                <a:lnTo>
                  <a:pt x="83908" y="44450"/>
                </a:lnTo>
                <a:lnTo>
                  <a:pt x="83908" y="20320"/>
                </a:lnTo>
                <a:lnTo>
                  <a:pt x="320319" y="20320"/>
                </a:lnTo>
                <a:lnTo>
                  <a:pt x="320319" y="0"/>
                </a:lnTo>
                <a:lnTo>
                  <a:pt x="58000" y="0"/>
                </a:lnTo>
                <a:lnTo>
                  <a:pt x="58000" y="20320"/>
                </a:lnTo>
                <a:lnTo>
                  <a:pt x="58000" y="44450"/>
                </a:lnTo>
                <a:lnTo>
                  <a:pt x="58000" y="63500"/>
                </a:lnTo>
                <a:lnTo>
                  <a:pt x="58000" y="87630"/>
                </a:lnTo>
                <a:lnTo>
                  <a:pt x="58000" y="107950"/>
                </a:lnTo>
                <a:lnTo>
                  <a:pt x="58000" y="118110"/>
                </a:lnTo>
                <a:lnTo>
                  <a:pt x="83908" y="118110"/>
                </a:lnTo>
                <a:lnTo>
                  <a:pt x="83908" y="107950"/>
                </a:lnTo>
                <a:lnTo>
                  <a:pt x="175348" y="107950"/>
                </a:lnTo>
                <a:lnTo>
                  <a:pt x="175348" y="130302"/>
                </a:lnTo>
                <a:lnTo>
                  <a:pt x="21336" y="130302"/>
                </a:lnTo>
                <a:lnTo>
                  <a:pt x="21336" y="150114"/>
                </a:lnTo>
                <a:lnTo>
                  <a:pt x="175348" y="150114"/>
                </a:lnTo>
                <a:lnTo>
                  <a:pt x="175348" y="171450"/>
                </a:lnTo>
                <a:lnTo>
                  <a:pt x="0" y="171450"/>
                </a:lnTo>
                <a:lnTo>
                  <a:pt x="0" y="192786"/>
                </a:lnTo>
                <a:lnTo>
                  <a:pt x="376707" y="192786"/>
                </a:lnTo>
                <a:lnTo>
                  <a:pt x="376707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694116" y="3281171"/>
            <a:ext cx="1550035" cy="381635"/>
          </a:xfrm>
          <a:custGeom>
            <a:avLst/>
            <a:gdLst/>
            <a:ahLst/>
            <a:cxnLst/>
            <a:rect l="l" t="t" r="r" b="b"/>
            <a:pathLst>
              <a:path w="1550035" h="381635">
                <a:moveTo>
                  <a:pt x="314134" y="16802"/>
                </a:moveTo>
                <a:lnTo>
                  <a:pt x="288226" y="16802"/>
                </a:lnTo>
                <a:lnTo>
                  <a:pt x="288226" y="37122"/>
                </a:lnTo>
                <a:lnTo>
                  <a:pt x="288226" y="56172"/>
                </a:lnTo>
                <a:lnTo>
                  <a:pt x="288226" y="75222"/>
                </a:lnTo>
                <a:lnTo>
                  <a:pt x="288226" y="94272"/>
                </a:lnTo>
                <a:lnTo>
                  <a:pt x="83908" y="94272"/>
                </a:lnTo>
                <a:lnTo>
                  <a:pt x="83908" y="75222"/>
                </a:lnTo>
                <a:lnTo>
                  <a:pt x="288226" y="75222"/>
                </a:lnTo>
                <a:lnTo>
                  <a:pt x="288226" y="56172"/>
                </a:lnTo>
                <a:lnTo>
                  <a:pt x="83908" y="56172"/>
                </a:lnTo>
                <a:lnTo>
                  <a:pt x="83908" y="37122"/>
                </a:lnTo>
                <a:lnTo>
                  <a:pt x="288226" y="37122"/>
                </a:lnTo>
                <a:lnTo>
                  <a:pt x="288226" y="16802"/>
                </a:lnTo>
                <a:lnTo>
                  <a:pt x="58000" y="16802"/>
                </a:lnTo>
                <a:lnTo>
                  <a:pt x="58000" y="37122"/>
                </a:lnTo>
                <a:lnTo>
                  <a:pt x="58000" y="56172"/>
                </a:lnTo>
                <a:lnTo>
                  <a:pt x="58000" y="75222"/>
                </a:lnTo>
                <a:lnTo>
                  <a:pt x="58000" y="94272"/>
                </a:lnTo>
                <a:lnTo>
                  <a:pt x="58000" y="114592"/>
                </a:lnTo>
                <a:lnTo>
                  <a:pt x="58000" y="124752"/>
                </a:lnTo>
                <a:lnTo>
                  <a:pt x="83908" y="124752"/>
                </a:lnTo>
                <a:lnTo>
                  <a:pt x="83908" y="114592"/>
                </a:lnTo>
                <a:lnTo>
                  <a:pt x="288226" y="114592"/>
                </a:lnTo>
                <a:lnTo>
                  <a:pt x="288226" y="125069"/>
                </a:lnTo>
                <a:lnTo>
                  <a:pt x="314134" y="125069"/>
                </a:lnTo>
                <a:lnTo>
                  <a:pt x="314134" y="36576"/>
                </a:lnTo>
                <a:lnTo>
                  <a:pt x="314134" y="16802"/>
                </a:lnTo>
                <a:close/>
              </a:path>
              <a:path w="1550035" h="381635">
                <a:moveTo>
                  <a:pt x="372135" y="132689"/>
                </a:moveTo>
                <a:lnTo>
                  <a:pt x="0" y="132689"/>
                </a:lnTo>
                <a:lnTo>
                  <a:pt x="0" y="154025"/>
                </a:lnTo>
                <a:lnTo>
                  <a:pt x="372135" y="154025"/>
                </a:lnTo>
                <a:lnTo>
                  <a:pt x="372135" y="132689"/>
                </a:lnTo>
                <a:close/>
              </a:path>
              <a:path w="1550035" h="381635">
                <a:moveTo>
                  <a:pt x="501777" y="10668"/>
                </a:moveTo>
                <a:lnTo>
                  <a:pt x="469760" y="1524"/>
                </a:lnTo>
                <a:lnTo>
                  <a:pt x="453186" y="54432"/>
                </a:lnTo>
                <a:lnTo>
                  <a:pt x="433489" y="103505"/>
                </a:lnTo>
                <a:lnTo>
                  <a:pt x="410946" y="148882"/>
                </a:lnTo>
                <a:lnTo>
                  <a:pt x="385851" y="190703"/>
                </a:lnTo>
                <a:lnTo>
                  <a:pt x="389496" y="199796"/>
                </a:lnTo>
                <a:lnTo>
                  <a:pt x="393280" y="208610"/>
                </a:lnTo>
                <a:lnTo>
                  <a:pt x="396786" y="216839"/>
                </a:lnTo>
                <a:lnTo>
                  <a:pt x="399567" y="224231"/>
                </a:lnTo>
                <a:lnTo>
                  <a:pt x="410705" y="208826"/>
                </a:lnTo>
                <a:lnTo>
                  <a:pt x="421284" y="192557"/>
                </a:lnTo>
                <a:lnTo>
                  <a:pt x="431279" y="175704"/>
                </a:lnTo>
                <a:lnTo>
                  <a:pt x="440715" y="158597"/>
                </a:lnTo>
                <a:lnTo>
                  <a:pt x="440715" y="376720"/>
                </a:lnTo>
                <a:lnTo>
                  <a:pt x="469760" y="376720"/>
                </a:lnTo>
                <a:lnTo>
                  <a:pt x="469760" y="158597"/>
                </a:lnTo>
                <a:lnTo>
                  <a:pt x="469760" y="96113"/>
                </a:lnTo>
                <a:lnTo>
                  <a:pt x="478624" y="75438"/>
                </a:lnTo>
                <a:lnTo>
                  <a:pt x="486905" y="54495"/>
                </a:lnTo>
                <a:lnTo>
                  <a:pt x="494626" y="33007"/>
                </a:lnTo>
                <a:lnTo>
                  <a:pt x="501777" y="10668"/>
                </a:lnTo>
                <a:close/>
              </a:path>
              <a:path w="1550035" h="381635">
                <a:moveTo>
                  <a:pt x="765619" y="64008"/>
                </a:moveTo>
                <a:lnTo>
                  <a:pt x="577977" y="64008"/>
                </a:lnTo>
                <a:lnTo>
                  <a:pt x="583425" y="50038"/>
                </a:lnTo>
                <a:lnTo>
                  <a:pt x="588454" y="35623"/>
                </a:lnTo>
                <a:lnTo>
                  <a:pt x="593229" y="20942"/>
                </a:lnTo>
                <a:lnTo>
                  <a:pt x="597877" y="6096"/>
                </a:lnTo>
                <a:lnTo>
                  <a:pt x="565785" y="0"/>
                </a:lnTo>
                <a:lnTo>
                  <a:pt x="552399" y="42316"/>
                </a:lnTo>
                <a:lnTo>
                  <a:pt x="535305" y="82346"/>
                </a:lnTo>
                <a:lnTo>
                  <a:pt x="514769" y="120103"/>
                </a:lnTo>
                <a:lnTo>
                  <a:pt x="491109" y="155549"/>
                </a:lnTo>
                <a:lnTo>
                  <a:pt x="497700" y="161264"/>
                </a:lnTo>
                <a:lnTo>
                  <a:pt x="503872" y="166979"/>
                </a:lnTo>
                <a:lnTo>
                  <a:pt x="509752" y="172694"/>
                </a:lnTo>
                <a:lnTo>
                  <a:pt x="515493" y="178409"/>
                </a:lnTo>
                <a:lnTo>
                  <a:pt x="529780" y="157530"/>
                </a:lnTo>
                <a:lnTo>
                  <a:pt x="542925" y="135928"/>
                </a:lnTo>
                <a:lnTo>
                  <a:pt x="554926" y="113474"/>
                </a:lnTo>
                <a:lnTo>
                  <a:pt x="565785" y="90017"/>
                </a:lnTo>
                <a:lnTo>
                  <a:pt x="596353" y="90017"/>
                </a:lnTo>
                <a:lnTo>
                  <a:pt x="596353" y="376720"/>
                </a:lnTo>
                <a:lnTo>
                  <a:pt x="626833" y="376720"/>
                </a:lnTo>
                <a:lnTo>
                  <a:pt x="626833" y="280619"/>
                </a:lnTo>
                <a:lnTo>
                  <a:pt x="756475" y="280619"/>
                </a:lnTo>
                <a:lnTo>
                  <a:pt x="756475" y="253187"/>
                </a:lnTo>
                <a:lnTo>
                  <a:pt x="626833" y="253187"/>
                </a:lnTo>
                <a:lnTo>
                  <a:pt x="626833" y="184505"/>
                </a:lnTo>
                <a:lnTo>
                  <a:pt x="750379" y="184505"/>
                </a:lnTo>
                <a:lnTo>
                  <a:pt x="750379" y="157073"/>
                </a:lnTo>
                <a:lnTo>
                  <a:pt x="626833" y="157073"/>
                </a:lnTo>
                <a:lnTo>
                  <a:pt x="626833" y="90017"/>
                </a:lnTo>
                <a:lnTo>
                  <a:pt x="765619" y="90017"/>
                </a:lnTo>
                <a:lnTo>
                  <a:pt x="765619" y="64008"/>
                </a:lnTo>
                <a:close/>
              </a:path>
              <a:path w="1550035" h="381635">
                <a:moveTo>
                  <a:pt x="1134618" y="24384"/>
                </a:moveTo>
                <a:lnTo>
                  <a:pt x="1104138" y="24384"/>
                </a:lnTo>
                <a:lnTo>
                  <a:pt x="1104138" y="51816"/>
                </a:lnTo>
                <a:lnTo>
                  <a:pt x="1104138" y="123545"/>
                </a:lnTo>
                <a:lnTo>
                  <a:pt x="1104138" y="150977"/>
                </a:lnTo>
                <a:lnTo>
                  <a:pt x="1104138" y="222694"/>
                </a:lnTo>
                <a:lnTo>
                  <a:pt x="991260" y="222694"/>
                </a:lnTo>
                <a:lnTo>
                  <a:pt x="991260" y="150977"/>
                </a:lnTo>
                <a:lnTo>
                  <a:pt x="1104138" y="150977"/>
                </a:lnTo>
                <a:lnTo>
                  <a:pt x="1104138" y="123545"/>
                </a:lnTo>
                <a:lnTo>
                  <a:pt x="991260" y="123545"/>
                </a:lnTo>
                <a:lnTo>
                  <a:pt x="991260" y="51816"/>
                </a:lnTo>
                <a:lnTo>
                  <a:pt x="1104138" y="51816"/>
                </a:lnTo>
                <a:lnTo>
                  <a:pt x="1104138" y="24384"/>
                </a:lnTo>
                <a:lnTo>
                  <a:pt x="960780" y="24384"/>
                </a:lnTo>
                <a:lnTo>
                  <a:pt x="960780" y="51816"/>
                </a:lnTo>
                <a:lnTo>
                  <a:pt x="960780" y="123545"/>
                </a:lnTo>
                <a:lnTo>
                  <a:pt x="960780" y="150977"/>
                </a:lnTo>
                <a:lnTo>
                  <a:pt x="960780" y="222694"/>
                </a:lnTo>
                <a:lnTo>
                  <a:pt x="852474" y="222694"/>
                </a:lnTo>
                <a:lnTo>
                  <a:pt x="853363" y="205282"/>
                </a:lnTo>
                <a:lnTo>
                  <a:pt x="853808" y="187413"/>
                </a:lnTo>
                <a:lnTo>
                  <a:pt x="853986" y="169252"/>
                </a:lnTo>
                <a:lnTo>
                  <a:pt x="853998" y="150977"/>
                </a:lnTo>
                <a:lnTo>
                  <a:pt x="960780" y="150977"/>
                </a:lnTo>
                <a:lnTo>
                  <a:pt x="960780" y="123545"/>
                </a:lnTo>
                <a:lnTo>
                  <a:pt x="853998" y="123545"/>
                </a:lnTo>
                <a:lnTo>
                  <a:pt x="853998" y="51816"/>
                </a:lnTo>
                <a:lnTo>
                  <a:pt x="960780" y="51816"/>
                </a:lnTo>
                <a:lnTo>
                  <a:pt x="960780" y="24384"/>
                </a:lnTo>
                <a:lnTo>
                  <a:pt x="823518" y="24384"/>
                </a:lnTo>
                <a:lnTo>
                  <a:pt x="823518" y="160121"/>
                </a:lnTo>
                <a:lnTo>
                  <a:pt x="822947" y="195872"/>
                </a:lnTo>
                <a:lnTo>
                  <a:pt x="818375" y="254723"/>
                </a:lnTo>
                <a:lnTo>
                  <a:pt x="808926" y="298119"/>
                </a:lnTo>
                <a:lnTo>
                  <a:pt x="792302" y="337451"/>
                </a:lnTo>
                <a:lnTo>
                  <a:pt x="780846" y="355384"/>
                </a:lnTo>
                <a:lnTo>
                  <a:pt x="787425" y="362216"/>
                </a:lnTo>
                <a:lnTo>
                  <a:pt x="793419" y="368909"/>
                </a:lnTo>
                <a:lnTo>
                  <a:pt x="798855" y="375310"/>
                </a:lnTo>
                <a:lnTo>
                  <a:pt x="803706" y="381292"/>
                </a:lnTo>
                <a:lnTo>
                  <a:pt x="821994" y="353314"/>
                </a:lnTo>
                <a:lnTo>
                  <a:pt x="835710" y="322033"/>
                </a:lnTo>
                <a:lnTo>
                  <a:pt x="844854" y="287591"/>
                </a:lnTo>
                <a:lnTo>
                  <a:pt x="849426" y="250126"/>
                </a:lnTo>
                <a:lnTo>
                  <a:pt x="960780" y="250126"/>
                </a:lnTo>
                <a:lnTo>
                  <a:pt x="960780" y="370624"/>
                </a:lnTo>
                <a:lnTo>
                  <a:pt x="991260" y="370624"/>
                </a:lnTo>
                <a:lnTo>
                  <a:pt x="991260" y="250126"/>
                </a:lnTo>
                <a:lnTo>
                  <a:pt x="1104138" y="250126"/>
                </a:lnTo>
                <a:lnTo>
                  <a:pt x="1104138" y="320332"/>
                </a:lnTo>
                <a:lnTo>
                  <a:pt x="1102702" y="330327"/>
                </a:lnTo>
                <a:lnTo>
                  <a:pt x="1098423" y="337477"/>
                </a:lnTo>
                <a:lnTo>
                  <a:pt x="1091272" y="341757"/>
                </a:lnTo>
                <a:lnTo>
                  <a:pt x="1081278" y="343192"/>
                </a:lnTo>
                <a:lnTo>
                  <a:pt x="1070127" y="342925"/>
                </a:lnTo>
                <a:lnTo>
                  <a:pt x="1057275" y="342239"/>
                </a:lnTo>
                <a:lnTo>
                  <a:pt x="1026414" y="340144"/>
                </a:lnTo>
                <a:lnTo>
                  <a:pt x="1028433" y="349643"/>
                </a:lnTo>
                <a:lnTo>
                  <a:pt x="1030033" y="357860"/>
                </a:lnTo>
                <a:lnTo>
                  <a:pt x="1031341" y="365213"/>
                </a:lnTo>
                <a:lnTo>
                  <a:pt x="1032510" y="372148"/>
                </a:lnTo>
                <a:lnTo>
                  <a:pt x="1048219" y="372389"/>
                </a:lnTo>
                <a:lnTo>
                  <a:pt x="1077937" y="373430"/>
                </a:lnTo>
                <a:lnTo>
                  <a:pt x="1091946" y="373672"/>
                </a:lnTo>
                <a:lnTo>
                  <a:pt x="1110818" y="370814"/>
                </a:lnTo>
                <a:lnTo>
                  <a:pt x="1124140" y="362242"/>
                </a:lnTo>
                <a:lnTo>
                  <a:pt x="1132014" y="347954"/>
                </a:lnTo>
                <a:lnTo>
                  <a:pt x="1132636" y="343192"/>
                </a:lnTo>
                <a:lnTo>
                  <a:pt x="1134618" y="327952"/>
                </a:lnTo>
                <a:lnTo>
                  <a:pt x="1134618" y="250126"/>
                </a:lnTo>
                <a:lnTo>
                  <a:pt x="1134618" y="222694"/>
                </a:lnTo>
                <a:lnTo>
                  <a:pt x="1134618" y="150977"/>
                </a:lnTo>
                <a:lnTo>
                  <a:pt x="1134618" y="123545"/>
                </a:lnTo>
                <a:lnTo>
                  <a:pt x="1134618" y="51816"/>
                </a:lnTo>
                <a:lnTo>
                  <a:pt x="1134618" y="24384"/>
                </a:lnTo>
                <a:close/>
              </a:path>
              <a:path w="1550035" h="381635">
                <a:moveTo>
                  <a:pt x="1288719" y="106781"/>
                </a:moveTo>
                <a:lnTo>
                  <a:pt x="1245958" y="106781"/>
                </a:lnTo>
                <a:lnTo>
                  <a:pt x="1245958" y="1524"/>
                </a:lnTo>
                <a:lnTo>
                  <a:pt x="1217002" y="1524"/>
                </a:lnTo>
                <a:lnTo>
                  <a:pt x="1217002" y="106781"/>
                </a:lnTo>
                <a:lnTo>
                  <a:pt x="1172806" y="106781"/>
                </a:lnTo>
                <a:lnTo>
                  <a:pt x="1172806" y="134213"/>
                </a:lnTo>
                <a:lnTo>
                  <a:pt x="1217002" y="134213"/>
                </a:lnTo>
                <a:lnTo>
                  <a:pt x="1217002" y="283654"/>
                </a:lnTo>
                <a:lnTo>
                  <a:pt x="1205306" y="287985"/>
                </a:lnTo>
                <a:lnTo>
                  <a:pt x="1193190" y="291896"/>
                </a:lnTo>
                <a:lnTo>
                  <a:pt x="1180782" y="295529"/>
                </a:lnTo>
                <a:lnTo>
                  <a:pt x="1168234" y="298996"/>
                </a:lnTo>
                <a:lnTo>
                  <a:pt x="1175854" y="331000"/>
                </a:lnTo>
                <a:lnTo>
                  <a:pt x="1209789" y="318033"/>
                </a:lnTo>
                <a:lnTo>
                  <a:pt x="1288719" y="288226"/>
                </a:lnTo>
                <a:lnTo>
                  <a:pt x="1287589" y="277063"/>
                </a:lnTo>
                <a:lnTo>
                  <a:pt x="1287284" y="274510"/>
                </a:lnTo>
                <a:lnTo>
                  <a:pt x="1285862" y="262724"/>
                </a:lnTo>
                <a:lnTo>
                  <a:pt x="1285582" y="259270"/>
                </a:lnTo>
                <a:lnTo>
                  <a:pt x="1275537" y="263588"/>
                </a:lnTo>
                <a:lnTo>
                  <a:pt x="1265770" y="267462"/>
                </a:lnTo>
                <a:lnTo>
                  <a:pt x="1256004" y="271068"/>
                </a:lnTo>
                <a:lnTo>
                  <a:pt x="1245958" y="274510"/>
                </a:lnTo>
                <a:lnTo>
                  <a:pt x="1245958" y="134213"/>
                </a:lnTo>
                <a:lnTo>
                  <a:pt x="1288719" y="134213"/>
                </a:lnTo>
                <a:lnTo>
                  <a:pt x="1288719" y="106781"/>
                </a:lnTo>
                <a:close/>
              </a:path>
              <a:path w="1550035" h="381635">
                <a:moveTo>
                  <a:pt x="1393888" y="135737"/>
                </a:moveTo>
                <a:lnTo>
                  <a:pt x="1367980" y="135737"/>
                </a:lnTo>
                <a:lnTo>
                  <a:pt x="1367980" y="161645"/>
                </a:lnTo>
                <a:lnTo>
                  <a:pt x="1367980" y="222694"/>
                </a:lnTo>
                <a:lnTo>
                  <a:pt x="1323771" y="222694"/>
                </a:lnTo>
                <a:lnTo>
                  <a:pt x="1323771" y="161645"/>
                </a:lnTo>
                <a:lnTo>
                  <a:pt x="1367980" y="161645"/>
                </a:lnTo>
                <a:lnTo>
                  <a:pt x="1367980" y="135737"/>
                </a:lnTo>
                <a:lnTo>
                  <a:pt x="1296339" y="135737"/>
                </a:lnTo>
                <a:lnTo>
                  <a:pt x="1296339" y="259270"/>
                </a:lnTo>
                <a:lnTo>
                  <a:pt x="1323771" y="259270"/>
                </a:lnTo>
                <a:lnTo>
                  <a:pt x="1323771" y="247078"/>
                </a:lnTo>
                <a:lnTo>
                  <a:pt x="1367980" y="247078"/>
                </a:lnTo>
                <a:lnTo>
                  <a:pt x="1367980" y="254698"/>
                </a:lnTo>
                <a:lnTo>
                  <a:pt x="1393888" y="254698"/>
                </a:lnTo>
                <a:lnTo>
                  <a:pt x="1393888" y="247078"/>
                </a:lnTo>
                <a:lnTo>
                  <a:pt x="1393888" y="222694"/>
                </a:lnTo>
                <a:lnTo>
                  <a:pt x="1393888" y="161645"/>
                </a:lnTo>
                <a:lnTo>
                  <a:pt x="1393888" y="135737"/>
                </a:lnTo>
                <a:close/>
              </a:path>
              <a:path w="1550035" h="381635">
                <a:moveTo>
                  <a:pt x="1409128" y="305092"/>
                </a:moveTo>
                <a:lnTo>
                  <a:pt x="1408239" y="296532"/>
                </a:lnTo>
                <a:lnTo>
                  <a:pt x="1407795" y="289229"/>
                </a:lnTo>
                <a:lnTo>
                  <a:pt x="1407718" y="286575"/>
                </a:lnTo>
                <a:lnTo>
                  <a:pt x="1407604" y="279082"/>
                </a:lnTo>
                <a:lnTo>
                  <a:pt x="1372184" y="286575"/>
                </a:lnTo>
                <a:lnTo>
                  <a:pt x="1336916" y="293230"/>
                </a:lnTo>
                <a:lnTo>
                  <a:pt x="1267294" y="305092"/>
                </a:lnTo>
                <a:lnTo>
                  <a:pt x="1277962" y="331000"/>
                </a:lnTo>
                <a:lnTo>
                  <a:pt x="1313713" y="323519"/>
                </a:lnTo>
                <a:lnTo>
                  <a:pt x="1341793" y="318033"/>
                </a:lnTo>
                <a:lnTo>
                  <a:pt x="1409128" y="305092"/>
                </a:lnTo>
                <a:close/>
              </a:path>
              <a:path w="1550035" h="381635">
                <a:moveTo>
                  <a:pt x="1526565" y="41148"/>
                </a:moveTo>
                <a:lnTo>
                  <a:pt x="1517713" y="32893"/>
                </a:lnTo>
                <a:lnTo>
                  <a:pt x="1507134" y="24193"/>
                </a:lnTo>
                <a:lnTo>
                  <a:pt x="1494853" y="15227"/>
                </a:lnTo>
                <a:lnTo>
                  <a:pt x="1480845" y="6096"/>
                </a:lnTo>
                <a:lnTo>
                  <a:pt x="1465605" y="22860"/>
                </a:lnTo>
                <a:lnTo>
                  <a:pt x="1477873" y="33743"/>
                </a:lnTo>
                <a:lnTo>
                  <a:pt x="1489417" y="43624"/>
                </a:lnTo>
                <a:lnTo>
                  <a:pt x="1500111" y="52654"/>
                </a:lnTo>
                <a:lnTo>
                  <a:pt x="1509801" y="60960"/>
                </a:lnTo>
                <a:lnTo>
                  <a:pt x="1526565" y="41148"/>
                </a:lnTo>
                <a:close/>
              </a:path>
              <a:path w="1550035" h="381635">
                <a:moveTo>
                  <a:pt x="1549425" y="279082"/>
                </a:moveTo>
                <a:lnTo>
                  <a:pt x="1543431" y="276783"/>
                </a:lnTo>
                <a:lnTo>
                  <a:pt x="1536852" y="274320"/>
                </a:lnTo>
                <a:lnTo>
                  <a:pt x="1529715" y="271589"/>
                </a:lnTo>
                <a:lnTo>
                  <a:pt x="1521993" y="268414"/>
                </a:lnTo>
                <a:lnTo>
                  <a:pt x="1520774" y="288226"/>
                </a:lnTo>
                <a:lnTo>
                  <a:pt x="1519516" y="304126"/>
                </a:lnTo>
                <a:lnTo>
                  <a:pt x="1517916" y="318020"/>
                </a:lnTo>
                <a:lnTo>
                  <a:pt x="1515897" y="329476"/>
                </a:lnTo>
                <a:lnTo>
                  <a:pt x="1514373" y="340144"/>
                </a:lnTo>
                <a:lnTo>
                  <a:pt x="1511325" y="344716"/>
                </a:lnTo>
                <a:lnTo>
                  <a:pt x="1502181" y="344716"/>
                </a:lnTo>
                <a:lnTo>
                  <a:pt x="1479054" y="309664"/>
                </a:lnTo>
                <a:lnTo>
                  <a:pt x="1468653" y="279082"/>
                </a:lnTo>
                <a:lnTo>
                  <a:pt x="1486395" y="250012"/>
                </a:lnTo>
                <a:lnTo>
                  <a:pt x="1491894" y="239458"/>
                </a:lnTo>
                <a:lnTo>
                  <a:pt x="1503133" y="217932"/>
                </a:lnTo>
                <a:lnTo>
                  <a:pt x="1519021" y="183248"/>
                </a:lnTo>
                <a:lnTo>
                  <a:pt x="1534185" y="146405"/>
                </a:lnTo>
                <a:lnTo>
                  <a:pt x="1506753" y="135737"/>
                </a:lnTo>
                <a:lnTo>
                  <a:pt x="1497037" y="163512"/>
                </a:lnTo>
                <a:lnTo>
                  <a:pt x="1486179" y="189890"/>
                </a:lnTo>
                <a:lnTo>
                  <a:pt x="1474177" y="215112"/>
                </a:lnTo>
                <a:lnTo>
                  <a:pt x="1461033" y="239458"/>
                </a:lnTo>
                <a:lnTo>
                  <a:pt x="1457007" y="208013"/>
                </a:lnTo>
                <a:lnTo>
                  <a:pt x="1453984" y="173126"/>
                </a:lnTo>
                <a:lnTo>
                  <a:pt x="1451800" y="134213"/>
                </a:lnTo>
                <a:lnTo>
                  <a:pt x="1450365" y="93065"/>
                </a:lnTo>
                <a:lnTo>
                  <a:pt x="1544853" y="93065"/>
                </a:lnTo>
                <a:lnTo>
                  <a:pt x="1544853" y="67056"/>
                </a:lnTo>
                <a:lnTo>
                  <a:pt x="1450365" y="67056"/>
                </a:lnTo>
                <a:lnTo>
                  <a:pt x="1450365" y="0"/>
                </a:lnTo>
                <a:lnTo>
                  <a:pt x="1419796" y="0"/>
                </a:lnTo>
                <a:lnTo>
                  <a:pt x="1420672" y="17767"/>
                </a:lnTo>
                <a:lnTo>
                  <a:pt x="1421079" y="32893"/>
                </a:lnTo>
                <a:lnTo>
                  <a:pt x="1421193" y="41148"/>
                </a:lnTo>
                <a:lnTo>
                  <a:pt x="1421320" y="67056"/>
                </a:lnTo>
                <a:lnTo>
                  <a:pt x="1287195" y="67056"/>
                </a:lnTo>
                <a:lnTo>
                  <a:pt x="1287195" y="93065"/>
                </a:lnTo>
                <a:lnTo>
                  <a:pt x="1421320" y="93065"/>
                </a:lnTo>
                <a:lnTo>
                  <a:pt x="1423949" y="150558"/>
                </a:lnTo>
                <a:lnTo>
                  <a:pt x="1427454" y="199796"/>
                </a:lnTo>
                <a:lnTo>
                  <a:pt x="1432115" y="241020"/>
                </a:lnTo>
                <a:lnTo>
                  <a:pt x="1438173" y="274510"/>
                </a:lnTo>
                <a:lnTo>
                  <a:pt x="1421282" y="297738"/>
                </a:lnTo>
                <a:lnTo>
                  <a:pt x="1402842" y="319366"/>
                </a:lnTo>
                <a:lnTo>
                  <a:pt x="1383004" y="339547"/>
                </a:lnTo>
                <a:lnTo>
                  <a:pt x="1361884" y="358432"/>
                </a:lnTo>
                <a:lnTo>
                  <a:pt x="1368475" y="363004"/>
                </a:lnTo>
                <a:lnTo>
                  <a:pt x="1374648" y="367576"/>
                </a:lnTo>
                <a:lnTo>
                  <a:pt x="1380528" y="372148"/>
                </a:lnTo>
                <a:lnTo>
                  <a:pt x="1386268" y="376720"/>
                </a:lnTo>
                <a:lnTo>
                  <a:pt x="1402257" y="362165"/>
                </a:lnTo>
                <a:lnTo>
                  <a:pt x="1418120" y="346049"/>
                </a:lnTo>
                <a:lnTo>
                  <a:pt x="1433703" y="328498"/>
                </a:lnTo>
                <a:lnTo>
                  <a:pt x="1448841" y="309664"/>
                </a:lnTo>
                <a:lnTo>
                  <a:pt x="1454607" y="324573"/>
                </a:lnTo>
                <a:lnTo>
                  <a:pt x="1474749" y="358432"/>
                </a:lnTo>
                <a:lnTo>
                  <a:pt x="1509801" y="376720"/>
                </a:lnTo>
                <a:lnTo>
                  <a:pt x="1521206" y="374700"/>
                </a:lnTo>
                <a:lnTo>
                  <a:pt x="1530184" y="368528"/>
                </a:lnTo>
                <a:lnTo>
                  <a:pt x="1536585" y="358076"/>
                </a:lnTo>
                <a:lnTo>
                  <a:pt x="1539900" y="344716"/>
                </a:lnTo>
                <a:lnTo>
                  <a:pt x="1540281" y="343192"/>
                </a:lnTo>
                <a:lnTo>
                  <a:pt x="1542567" y="332333"/>
                </a:lnTo>
                <a:lnTo>
                  <a:pt x="1544853" y="318033"/>
                </a:lnTo>
                <a:lnTo>
                  <a:pt x="1547139" y="300291"/>
                </a:lnTo>
                <a:lnTo>
                  <a:pt x="1549425" y="2790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3309175" y="3560254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7912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3659979" y="3407759"/>
            <a:ext cx="180340" cy="291465"/>
          </a:xfrm>
          <a:custGeom>
            <a:avLst/>
            <a:gdLst/>
            <a:ahLst/>
            <a:cxnLst/>
            <a:rect l="l" t="t" r="r" b="b"/>
            <a:pathLst>
              <a:path w="180339" h="291464">
                <a:moveTo>
                  <a:pt x="80773" y="204406"/>
                </a:moveTo>
                <a:lnTo>
                  <a:pt x="34268" y="189618"/>
                </a:lnTo>
                <a:lnTo>
                  <a:pt x="5633" y="147363"/>
                </a:lnTo>
                <a:lnTo>
                  <a:pt x="0" y="106775"/>
                </a:lnTo>
                <a:lnTo>
                  <a:pt x="1360" y="84543"/>
                </a:lnTo>
                <a:lnTo>
                  <a:pt x="13448" y="44996"/>
                </a:lnTo>
                <a:lnTo>
                  <a:pt x="52579" y="7048"/>
                </a:lnTo>
                <a:lnTo>
                  <a:pt x="89917" y="0"/>
                </a:lnTo>
                <a:lnTo>
                  <a:pt x="108182" y="1762"/>
                </a:lnTo>
                <a:lnTo>
                  <a:pt x="124017" y="7239"/>
                </a:lnTo>
                <a:lnTo>
                  <a:pt x="137281" y="16716"/>
                </a:lnTo>
                <a:lnTo>
                  <a:pt x="144325" y="25908"/>
                </a:lnTo>
                <a:lnTo>
                  <a:pt x="94489" y="25908"/>
                </a:lnTo>
                <a:lnTo>
                  <a:pt x="80488" y="27098"/>
                </a:lnTo>
                <a:lnTo>
                  <a:pt x="41650" y="58688"/>
                </a:lnTo>
                <a:lnTo>
                  <a:pt x="32005" y="106775"/>
                </a:lnTo>
                <a:lnTo>
                  <a:pt x="32887" y="121943"/>
                </a:lnTo>
                <a:lnTo>
                  <a:pt x="47245" y="158591"/>
                </a:lnTo>
                <a:lnTo>
                  <a:pt x="89917" y="178498"/>
                </a:lnTo>
                <a:lnTo>
                  <a:pt x="138716" y="178498"/>
                </a:lnTo>
                <a:lnTo>
                  <a:pt x="135209" y="183189"/>
                </a:lnTo>
                <a:lnTo>
                  <a:pt x="120016" y="195072"/>
                </a:lnTo>
                <a:lnTo>
                  <a:pt x="101967" y="202096"/>
                </a:lnTo>
                <a:lnTo>
                  <a:pt x="80773" y="204406"/>
                </a:lnTo>
                <a:close/>
              </a:path>
              <a:path w="180339" h="291464">
                <a:moveTo>
                  <a:pt x="179929" y="30480"/>
                </a:moveTo>
                <a:lnTo>
                  <a:pt x="149353" y="30480"/>
                </a:lnTo>
                <a:lnTo>
                  <a:pt x="149353" y="4572"/>
                </a:lnTo>
                <a:lnTo>
                  <a:pt x="179929" y="4572"/>
                </a:lnTo>
                <a:lnTo>
                  <a:pt x="179929" y="30480"/>
                </a:lnTo>
                <a:close/>
              </a:path>
              <a:path w="180339" h="291464">
                <a:moveTo>
                  <a:pt x="138716" y="178498"/>
                </a:moveTo>
                <a:lnTo>
                  <a:pt x="89917" y="178498"/>
                </a:lnTo>
                <a:lnTo>
                  <a:pt x="102157" y="177330"/>
                </a:lnTo>
                <a:lnTo>
                  <a:pt x="113539" y="173724"/>
                </a:lnTo>
                <a:lnTo>
                  <a:pt x="144972" y="137826"/>
                </a:lnTo>
                <a:lnTo>
                  <a:pt x="149353" y="111347"/>
                </a:lnTo>
                <a:lnTo>
                  <a:pt x="149353" y="82391"/>
                </a:lnTo>
                <a:lnTo>
                  <a:pt x="132589" y="42672"/>
                </a:lnTo>
                <a:lnTo>
                  <a:pt x="94489" y="25908"/>
                </a:lnTo>
                <a:lnTo>
                  <a:pt x="144325" y="25908"/>
                </a:lnTo>
                <a:lnTo>
                  <a:pt x="147829" y="30480"/>
                </a:lnTo>
                <a:lnTo>
                  <a:pt x="179929" y="30480"/>
                </a:lnTo>
                <a:lnTo>
                  <a:pt x="179929" y="166306"/>
                </a:lnTo>
                <a:lnTo>
                  <a:pt x="147829" y="166306"/>
                </a:lnTo>
                <a:lnTo>
                  <a:pt x="138716" y="178498"/>
                </a:lnTo>
                <a:close/>
              </a:path>
              <a:path w="180339" h="291464">
                <a:moveTo>
                  <a:pt x="153705" y="265366"/>
                </a:moveTo>
                <a:lnTo>
                  <a:pt x="76201" y="265366"/>
                </a:lnTo>
                <a:lnTo>
                  <a:pt x="108205" y="260508"/>
                </a:lnTo>
                <a:lnTo>
                  <a:pt x="131065" y="245935"/>
                </a:lnTo>
                <a:lnTo>
                  <a:pt x="144781" y="221646"/>
                </a:lnTo>
                <a:lnTo>
                  <a:pt x="149353" y="187642"/>
                </a:lnTo>
                <a:lnTo>
                  <a:pt x="149353" y="166306"/>
                </a:lnTo>
                <a:lnTo>
                  <a:pt x="179929" y="166306"/>
                </a:lnTo>
                <a:lnTo>
                  <a:pt x="179929" y="184594"/>
                </a:lnTo>
                <a:lnTo>
                  <a:pt x="173604" y="231496"/>
                </a:lnTo>
                <a:lnTo>
                  <a:pt x="154545" y="264842"/>
                </a:lnTo>
                <a:lnTo>
                  <a:pt x="153705" y="265366"/>
                </a:lnTo>
                <a:close/>
              </a:path>
              <a:path w="180339" h="291464">
                <a:moveTo>
                  <a:pt x="77725" y="291369"/>
                </a:moveTo>
                <a:lnTo>
                  <a:pt x="60009" y="290512"/>
                </a:lnTo>
                <a:lnTo>
                  <a:pt x="43435" y="287940"/>
                </a:lnTo>
                <a:lnTo>
                  <a:pt x="28005" y="283654"/>
                </a:lnTo>
                <a:lnTo>
                  <a:pt x="13717" y="277653"/>
                </a:lnTo>
                <a:lnTo>
                  <a:pt x="13717" y="247078"/>
                </a:lnTo>
                <a:lnTo>
                  <a:pt x="29696" y="255079"/>
                </a:lnTo>
                <a:lnTo>
                  <a:pt x="45531" y="260794"/>
                </a:lnTo>
                <a:lnTo>
                  <a:pt x="61081" y="264223"/>
                </a:lnTo>
                <a:lnTo>
                  <a:pt x="76201" y="265366"/>
                </a:lnTo>
                <a:lnTo>
                  <a:pt x="153705" y="265366"/>
                </a:lnTo>
                <a:lnTo>
                  <a:pt x="122627" y="284758"/>
                </a:lnTo>
                <a:lnTo>
                  <a:pt x="77725" y="2913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3904488" y="3316223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3" y="0"/>
                </a:lnTo>
                <a:lnTo>
                  <a:pt x="32003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4" name="object 6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4783" y="3407759"/>
            <a:ext cx="193643" cy="204406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4228814" y="3317748"/>
            <a:ext cx="369570" cy="294640"/>
            <a:chOff x="4228814" y="3317748"/>
            <a:chExt cx="369570" cy="294640"/>
          </a:xfrm>
        </p:grpSpPr>
        <p:sp>
          <p:nvSpPr>
            <p:cNvPr id="66" name="object 66" descr=""/>
            <p:cNvSpPr/>
            <p:nvPr/>
          </p:nvSpPr>
          <p:spPr>
            <a:xfrm>
              <a:off x="4228814" y="3317748"/>
              <a:ext cx="180340" cy="294640"/>
            </a:xfrm>
            <a:custGeom>
              <a:avLst/>
              <a:gdLst/>
              <a:ahLst/>
              <a:cxnLst/>
              <a:rect l="l" t="t" r="r" b="b"/>
              <a:pathLst>
                <a:path w="180339" h="294639">
                  <a:moveTo>
                    <a:pt x="30480" y="289845"/>
                  </a:moveTo>
                  <a:lnTo>
                    <a:pt x="0" y="289845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128111"/>
                  </a:lnTo>
                  <a:lnTo>
                    <a:pt x="53975" y="128111"/>
                  </a:lnTo>
                  <a:lnTo>
                    <a:pt x="31599" y="169006"/>
                  </a:lnTo>
                  <a:lnTo>
                    <a:pt x="30480" y="183070"/>
                  </a:lnTo>
                  <a:lnTo>
                    <a:pt x="30480" y="210502"/>
                  </a:lnTo>
                  <a:lnTo>
                    <a:pt x="45720" y="251650"/>
                  </a:lnTo>
                  <a:lnTo>
                    <a:pt x="58083" y="260889"/>
                  </a:lnTo>
                  <a:lnTo>
                    <a:pt x="30480" y="260889"/>
                  </a:lnTo>
                  <a:lnTo>
                    <a:pt x="30480" y="289845"/>
                  </a:lnTo>
                  <a:close/>
                </a:path>
                <a:path w="180339" h="294639">
                  <a:moveTo>
                    <a:pt x="53975" y="128111"/>
                  </a:moveTo>
                  <a:lnTo>
                    <a:pt x="32004" y="128111"/>
                  </a:lnTo>
                  <a:lnTo>
                    <a:pt x="44624" y="111228"/>
                  </a:lnTo>
                  <a:lnTo>
                    <a:pt x="59817" y="99345"/>
                  </a:lnTo>
                  <a:lnTo>
                    <a:pt x="77866" y="92321"/>
                  </a:lnTo>
                  <a:lnTo>
                    <a:pt x="99060" y="90011"/>
                  </a:lnTo>
                  <a:lnTo>
                    <a:pt x="116505" y="91487"/>
                  </a:lnTo>
                  <a:lnTo>
                    <a:pt x="132254" y="96107"/>
                  </a:lnTo>
                  <a:lnTo>
                    <a:pt x="146289" y="104155"/>
                  </a:lnTo>
                  <a:lnTo>
                    <a:pt x="158591" y="115919"/>
                  </a:lnTo>
                  <a:lnTo>
                    <a:pt x="91440" y="115919"/>
                  </a:lnTo>
                  <a:lnTo>
                    <a:pt x="78319" y="117062"/>
                  </a:lnTo>
                  <a:lnTo>
                    <a:pt x="66484" y="120491"/>
                  </a:lnTo>
                  <a:lnTo>
                    <a:pt x="56078" y="126206"/>
                  </a:lnTo>
                  <a:lnTo>
                    <a:pt x="53975" y="128111"/>
                  </a:lnTo>
                  <a:close/>
                </a:path>
                <a:path w="180339" h="294639">
                  <a:moveTo>
                    <a:pt x="152508" y="268509"/>
                  </a:moveTo>
                  <a:lnTo>
                    <a:pt x="86868" y="268509"/>
                  </a:lnTo>
                  <a:lnTo>
                    <a:pt x="99988" y="267079"/>
                  </a:lnTo>
                  <a:lnTo>
                    <a:pt x="111823" y="262782"/>
                  </a:lnTo>
                  <a:lnTo>
                    <a:pt x="138239" y="234124"/>
                  </a:lnTo>
                  <a:lnTo>
                    <a:pt x="147923" y="186118"/>
                  </a:lnTo>
                  <a:lnTo>
                    <a:pt x="146826" y="170077"/>
                  </a:lnTo>
                  <a:lnTo>
                    <a:pt x="132588" y="134207"/>
                  </a:lnTo>
                  <a:lnTo>
                    <a:pt x="91440" y="115919"/>
                  </a:lnTo>
                  <a:lnTo>
                    <a:pt x="158591" y="115919"/>
                  </a:lnTo>
                  <a:lnTo>
                    <a:pt x="167711" y="129888"/>
                  </a:lnTo>
                  <a:lnTo>
                    <a:pt x="174402" y="146446"/>
                  </a:lnTo>
                  <a:lnTo>
                    <a:pt x="178522" y="165291"/>
                  </a:lnTo>
                  <a:lnTo>
                    <a:pt x="179927" y="186118"/>
                  </a:lnTo>
                  <a:lnTo>
                    <a:pt x="178260" y="209218"/>
                  </a:lnTo>
                  <a:lnTo>
                    <a:pt x="173450" y="230326"/>
                  </a:lnTo>
                  <a:lnTo>
                    <a:pt x="165782" y="249166"/>
                  </a:lnTo>
                  <a:lnTo>
                    <a:pt x="155543" y="265461"/>
                  </a:lnTo>
                  <a:lnTo>
                    <a:pt x="152508" y="268509"/>
                  </a:lnTo>
                  <a:close/>
                </a:path>
                <a:path w="180339" h="294639">
                  <a:moveTo>
                    <a:pt x="89916" y="294417"/>
                  </a:moveTo>
                  <a:lnTo>
                    <a:pt x="71651" y="292393"/>
                  </a:lnTo>
                  <a:lnTo>
                    <a:pt x="55816" y="286226"/>
                  </a:lnTo>
                  <a:lnTo>
                    <a:pt x="42552" y="275772"/>
                  </a:lnTo>
                  <a:lnTo>
                    <a:pt x="32004" y="260889"/>
                  </a:lnTo>
                  <a:lnTo>
                    <a:pt x="58083" y="260889"/>
                  </a:lnTo>
                  <a:lnTo>
                    <a:pt x="64008" y="264116"/>
                  </a:lnTo>
                  <a:lnTo>
                    <a:pt x="74866" y="267389"/>
                  </a:lnTo>
                  <a:lnTo>
                    <a:pt x="86868" y="268509"/>
                  </a:lnTo>
                  <a:lnTo>
                    <a:pt x="152508" y="268509"/>
                  </a:lnTo>
                  <a:lnTo>
                    <a:pt x="142717" y="278344"/>
                  </a:lnTo>
                  <a:lnTo>
                    <a:pt x="127301" y="287369"/>
                  </a:lnTo>
                  <a:lnTo>
                    <a:pt x="109600" y="292679"/>
                  </a:lnTo>
                  <a:lnTo>
                    <a:pt x="89916" y="2944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3793" y="3407759"/>
              <a:ext cx="154019" cy="204406"/>
            </a:xfrm>
            <a:prstGeom prst="rect">
              <a:avLst/>
            </a:prstGeom>
          </p:spPr>
        </p:pic>
      </p:grpSp>
      <p:sp>
        <p:nvSpPr>
          <p:cNvPr id="68" name="object 68" descr=""/>
          <p:cNvSpPr/>
          <p:nvPr/>
        </p:nvSpPr>
        <p:spPr>
          <a:xfrm>
            <a:off x="4657344" y="3316223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4" y="0"/>
                </a:lnTo>
                <a:lnTo>
                  <a:pt x="32004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4838789" y="3278123"/>
            <a:ext cx="1162050" cy="381635"/>
          </a:xfrm>
          <a:custGeom>
            <a:avLst/>
            <a:gdLst/>
            <a:ahLst/>
            <a:cxnLst/>
            <a:rect l="l" t="t" r="r" b="b"/>
            <a:pathLst>
              <a:path w="1162050" h="381635">
                <a:moveTo>
                  <a:pt x="376720" y="344716"/>
                </a:moveTo>
                <a:lnTo>
                  <a:pt x="319798" y="323583"/>
                </a:lnTo>
                <a:lnTo>
                  <a:pt x="272605" y="294563"/>
                </a:lnTo>
                <a:lnTo>
                  <a:pt x="235127" y="257835"/>
                </a:lnTo>
                <a:lnTo>
                  <a:pt x="207365" y="213550"/>
                </a:lnTo>
                <a:lnTo>
                  <a:pt x="369100" y="213550"/>
                </a:lnTo>
                <a:lnTo>
                  <a:pt x="369100" y="184505"/>
                </a:lnTo>
                <a:lnTo>
                  <a:pt x="202793" y="184505"/>
                </a:lnTo>
                <a:lnTo>
                  <a:pt x="202793" y="111353"/>
                </a:lnTo>
                <a:lnTo>
                  <a:pt x="347662" y="111353"/>
                </a:lnTo>
                <a:lnTo>
                  <a:pt x="347662" y="82296"/>
                </a:lnTo>
                <a:lnTo>
                  <a:pt x="250126" y="82296"/>
                </a:lnTo>
                <a:lnTo>
                  <a:pt x="273939" y="53530"/>
                </a:lnTo>
                <a:lnTo>
                  <a:pt x="286346" y="37934"/>
                </a:lnTo>
                <a:lnTo>
                  <a:pt x="298894" y="21336"/>
                </a:lnTo>
                <a:lnTo>
                  <a:pt x="266890" y="3048"/>
                </a:lnTo>
                <a:lnTo>
                  <a:pt x="242684" y="41529"/>
                </a:lnTo>
                <a:lnTo>
                  <a:pt x="229349" y="61772"/>
                </a:lnTo>
                <a:lnTo>
                  <a:pt x="214985" y="82296"/>
                </a:lnTo>
                <a:lnTo>
                  <a:pt x="123545" y="82296"/>
                </a:lnTo>
                <a:lnTo>
                  <a:pt x="147929" y="60960"/>
                </a:lnTo>
                <a:lnTo>
                  <a:pt x="133921" y="47231"/>
                </a:lnTo>
                <a:lnTo>
                  <a:pt x="119354" y="33337"/>
                </a:lnTo>
                <a:lnTo>
                  <a:pt x="88493" y="4572"/>
                </a:lnTo>
                <a:lnTo>
                  <a:pt x="65532" y="24384"/>
                </a:lnTo>
                <a:lnTo>
                  <a:pt x="78435" y="35801"/>
                </a:lnTo>
                <a:lnTo>
                  <a:pt x="92062" y="49339"/>
                </a:lnTo>
                <a:lnTo>
                  <a:pt x="106540" y="64897"/>
                </a:lnTo>
                <a:lnTo>
                  <a:pt x="122021" y="82296"/>
                </a:lnTo>
                <a:lnTo>
                  <a:pt x="30480" y="82296"/>
                </a:lnTo>
                <a:lnTo>
                  <a:pt x="30480" y="111353"/>
                </a:lnTo>
                <a:lnTo>
                  <a:pt x="170789" y="111353"/>
                </a:lnTo>
                <a:lnTo>
                  <a:pt x="170548" y="139928"/>
                </a:lnTo>
                <a:lnTo>
                  <a:pt x="170027" y="161645"/>
                </a:lnTo>
                <a:lnTo>
                  <a:pt x="169265" y="184505"/>
                </a:lnTo>
                <a:lnTo>
                  <a:pt x="7620" y="184505"/>
                </a:lnTo>
                <a:lnTo>
                  <a:pt x="7620" y="213550"/>
                </a:lnTo>
                <a:lnTo>
                  <a:pt x="163169" y="213550"/>
                </a:lnTo>
                <a:lnTo>
                  <a:pt x="148539" y="248488"/>
                </a:lnTo>
                <a:lnTo>
                  <a:pt x="124853" y="280060"/>
                </a:lnTo>
                <a:lnTo>
                  <a:pt x="92151" y="308203"/>
                </a:lnTo>
                <a:lnTo>
                  <a:pt x="50507" y="332828"/>
                </a:lnTo>
                <a:lnTo>
                  <a:pt x="0" y="353860"/>
                </a:lnTo>
                <a:lnTo>
                  <a:pt x="6362" y="360718"/>
                </a:lnTo>
                <a:lnTo>
                  <a:pt x="12001" y="367576"/>
                </a:lnTo>
                <a:lnTo>
                  <a:pt x="22860" y="381292"/>
                </a:lnTo>
                <a:lnTo>
                  <a:pt x="72644" y="358051"/>
                </a:lnTo>
                <a:lnTo>
                  <a:pt x="114007" y="332181"/>
                </a:lnTo>
                <a:lnTo>
                  <a:pt x="146939" y="303580"/>
                </a:lnTo>
                <a:lnTo>
                  <a:pt x="171450" y="272199"/>
                </a:lnTo>
                <a:lnTo>
                  <a:pt x="187553" y="237934"/>
                </a:lnTo>
                <a:lnTo>
                  <a:pt x="213855" y="281101"/>
                </a:lnTo>
                <a:lnTo>
                  <a:pt x="249313" y="318795"/>
                </a:lnTo>
                <a:lnTo>
                  <a:pt x="293928" y="350761"/>
                </a:lnTo>
                <a:lnTo>
                  <a:pt x="347662" y="376720"/>
                </a:lnTo>
                <a:lnTo>
                  <a:pt x="361619" y="360718"/>
                </a:lnTo>
                <a:lnTo>
                  <a:pt x="368960" y="352717"/>
                </a:lnTo>
                <a:lnTo>
                  <a:pt x="376720" y="344716"/>
                </a:lnTo>
                <a:close/>
              </a:path>
              <a:path w="1162050" h="381635">
                <a:moveTo>
                  <a:pt x="504825" y="195275"/>
                </a:moveTo>
                <a:lnTo>
                  <a:pt x="459003" y="195275"/>
                </a:lnTo>
                <a:lnTo>
                  <a:pt x="459003" y="152501"/>
                </a:lnTo>
                <a:lnTo>
                  <a:pt x="494055" y="152501"/>
                </a:lnTo>
                <a:lnTo>
                  <a:pt x="494055" y="132689"/>
                </a:lnTo>
                <a:lnTo>
                  <a:pt x="494055" y="126593"/>
                </a:lnTo>
                <a:lnTo>
                  <a:pt x="416331" y="126593"/>
                </a:lnTo>
                <a:lnTo>
                  <a:pt x="421792" y="117157"/>
                </a:lnTo>
                <a:lnTo>
                  <a:pt x="426808" y="107149"/>
                </a:lnTo>
                <a:lnTo>
                  <a:pt x="431469" y="96748"/>
                </a:lnTo>
                <a:lnTo>
                  <a:pt x="436143" y="85356"/>
                </a:lnTo>
                <a:lnTo>
                  <a:pt x="500253" y="85356"/>
                </a:lnTo>
                <a:lnTo>
                  <a:pt x="500253" y="60960"/>
                </a:lnTo>
                <a:lnTo>
                  <a:pt x="445287" y="60960"/>
                </a:lnTo>
                <a:lnTo>
                  <a:pt x="449605" y="48374"/>
                </a:lnTo>
                <a:lnTo>
                  <a:pt x="453478" y="35623"/>
                </a:lnTo>
                <a:lnTo>
                  <a:pt x="457085" y="22606"/>
                </a:lnTo>
                <a:lnTo>
                  <a:pt x="460527" y="9144"/>
                </a:lnTo>
                <a:lnTo>
                  <a:pt x="434619" y="3048"/>
                </a:lnTo>
                <a:lnTo>
                  <a:pt x="425716" y="35610"/>
                </a:lnTo>
                <a:lnTo>
                  <a:pt x="414807" y="66878"/>
                </a:lnTo>
                <a:lnTo>
                  <a:pt x="401624" y="96748"/>
                </a:lnTo>
                <a:lnTo>
                  <a:pt x="385851" y="125069"/>
                </a:lnTo>
                <a:lnTo>
                  <a:pt x="390423" y="129933"/>
                </a:lnTo>
                <a:lnTo>
                  <a:pt x="394995" y="135356"/>
                </a:lnTo>
                <a:lnTo>
                  <a:pt x="399567" y="141363"/>
                </a:lnTo>
                <a:lnTo>
                  <a:pt x="404139" y="147929"/>
                </a:lnTo>
                <a:lnTo>
                  <a:pt x="410235" y="138785"/>
                </a:lnTo>
                <a:lnTo>
                  <a:pt x="413283" y="132689"/>
                </a:lnTo>
                <a:lnTo>
                  <a:pt x="413283" y="152501"/>
                </a:lnTo>
                <a:lnTo>
                  <a:pt x="433095" y="152501"/>
                </a:lnTo>
                <a:lnTo>
                  <a:pt x="433095" y="195275"/>
                </a:lnTo>
                <a:lnTo>
                  <a:pt x="391947" y="195275"/>
                </a:lnTo>
                <a:lnTo>
                  <a:pt x="391947" y="219659"/>
                </a:lnTo>
                <a:lnTo>
                  <a:pt x="433095" y="219659"/>
                </a:lnTo>
                <a:lnTo>
                  <a:pt x="433095" y="298996"/>
                </a:lnTo>
                <a:lnTo>
                  <a:pt x="432244" y="307860"/>
                </a:lnTo>
                <a:lnTo>
                  <a:pt x="429666" y="316141"/>
                </a:lnTo>
                <a:lnTo>
                  <a:pt x="425386" y="323862"/>
                </a:lnTo>
                <a:lnTo>
                  <a:pt x="419379" y="331000"/>
                </a:lnTo>
                <a:lnTo>
                  <a:pt x="439191" y="355384"/>
                </a:lnTo>
                <a:lnTo>
                  <a:pt x="444004" y="349935"/>
                </a:lnTo>
                <a:lnTo>
                  <a:pt x="449097" y="344906"/>
                </a:lnTo>
                <a:lnTo>
                  <a:pt x="454202" y="340169"/>
                </a:lnTo>
                <a:lnTo>
                  <a:pt x="459003" y="335572"/>
                </a:lnTo>
                <a:lnTo>
                  <a:pt x="469912" y="327596"/>
                </a:lnTo>
                <a:lnTo>
                  <a:pt x="479971" y="319760"/>
                </a:lnTo>
                <a:lnTo>
                  <a:pt x="489483" y="312216"/>
                </a:lnTo>
                <a:lnTo>
                  <a:pt x="498729" y="305092"/>
                </a:lnTo>
                <a:lnTo>
                  <a:pt x="497293" y="297065"/>
                </a:lnTo>
                <a:lnTo>
                  <a:pt x="495592" y="289191"/>
                </a:lnTo>
                <a:lnTo>
                  <a:pt x="493991" y="281990"/>
                </a:lnTo>
                <a:lnTo>
                  <a:pt x="492531" y="274523"/>
                </a:lnTo>
                <a:lnTo>
                  <a:pt x="482803" y="283362"/>
                </a:lnTo>
                <a:lnTo>
                  <a:pt x="466178" y="298818"/>
                </a:lnTo>
                <a:lnTo>
                  <a:pt x="459003" y="305092"/>
                </a:lnTo>
                <a:lnTo>
                  <a:pt x="459003" y="219659"/>
                </a:lnTo>
                <a:lnTo>
                  <a:pt x="504825" y="219659"/>
                </a:lnTo>
                <a:lnTo>
                  <a:pt x="504825" y="195275"/>
                </a:lnTo>
                <a:close/>
              </a:path>
              <a:path w="1162050" h="381635">
                <a:moveTo>
                  <a:pt x="765530" y="96113"/>
                </a:moveTo>
                <a:lnTo>
                  <a:pt x="741146" y="96113"/>
                </a:lnTo>
                <a:lnTo>
                  <a:pt x="741146" y="41148"/>
                </a:lnTo>
                <a:lnTo>
                  <a:pt x="715238" y="41148"/>
                </a:lnTo>
                <a:lnTo>
                  <a:pt x="715238" y="64008"/>
                </a:lnTo>
                <a:lnTo>
                  <a:pt x="715238" y="96113"/>
                </a:lnTo>
                <a:lnTo>
                  <a:pt x="715238" y="117449"/>
                </a:lnTo>
                <a:lnTo>
                  <a:pt x="715238" y="150977"/>
                </a:lnTo>
                <a:lnTo>
                  <a:pt x="674090" y="150977"/>
                </a:lnTo>
                <a:lnTo>
                  <a:pt x="674090" y="117449"/>
                </a:lnTo>
                <a:lnTo>
                  <a:pt x="715238" y="117449"/>
                </a:lnTo>
                <a:lnTo>
                  <a:pt x="715238" y="96113"/>
                </a:lnTo>
                <a:lnTo>
                  <a:pt x="674090" y="96113"/>
                </a:lnTo>
                <a:lnTo>
                  <a:pt x="674090" y="64008"/>
                </a:lnTo>
                <a:lnTo>
                  <a:pt x="715238" y="64008"/>
                </a:lnTo>
                <a:lnTo>
                  <a:pt x="715238" y="41148"/>
                </a:lnTo>
                <a:lnTo>
                  <a:pt x="674090" y="41148"/>
                </a:lnTo>
                <a:lnTo>
                  <a:pt x="674090" y="3048"/>
                </a:lnTo>
                <a:lnTo>
                  <a:pt x="648182" y="3048"/>
                </a:lnTo>
                <a:lnTo>
                  <a:pt x="648182" y="41148"/>
                </a:lnTo>
                <a:lnTo>
                  <a:pt x="594741" y="41148"/>
                </a:lnTo>
                <a:lnTo>
                  <a:pt x="594741" y="64008"/>
                </a:lnTo>
                <a:lnTo>
                  <a:pt x="648182" y="64008"/>
                </a:lnTo>
                <a:lnTo>
                  <a:pt x="648182" y="96113"/>
                </a:lnTo>
                <a:lnTo>
                  <a:pt x="577977" y="96113"/>
                </a:lnTo>
                <a:lnTo>
                  <a:pt x="577977" y="117449"/>
                </a:lnTo>
                <a:lnTo>
                  <a:pt x="648182" y="117449"/>
                </a:lnTo>
                <a:lnTo>
                  <a:pt x="648182" y="150977"/>
                </a:lnTo>
                <a:lnTo>
                  <a:pt x="596265" y="150977"/>
                </a:lnTo>
                <a:lnTo>
                  <a:pt x="596265" y="172313"/>
                </a:lnTo>
                <a:lnTo>
                  <a:pt x="648182" y="172313"/>
                </a:lnTo>
                <a:lnTo>
                  <a:pt x="648182" y="205943"/>
                </a:lnTo>
                <a:lnTo>
                  <a:pt x="588645" y="205943"/>
                </a:lnTo>
                <a:lnTo>
                  <a:pt x="588645" y="228803"/>
                </a:lnTo>
                <a:lnTo>
                  <a:pt x="648182" y="228803"/>
                </a:lnTo>
                <a:lnTo>
                  <a:pt x="648182" y="263855"/>
                </a:lnTo>
                <a:lnTo>
                  <a:pt x="581025" y="263855"/>
                </a:lnTo>
                <a:lnTo>
                  <a:pt x="581025" y="285191"/>
                </a:lnTo>
                <a:lnTo>
                  <a:pt x="648182" y="285191"/>
                </a:lnTo>
                <a:lnTo>
                  <a:pt x="648182" y="329476"/>
                </a:lnTo>
                <a:lnTo>
                  <a:pt x="674090" y="329476"/>
                </a:lnTo>
                <a:lnTo>
                  <a:pt x="674090" y="285191"/>
                </a:lnTo>
                <a:lnTo>
                  <a:pt x="745718" y="285191"/>
                </a:lnTo>
                <a:lnTo>
                  <a:pt x="745718" y="263855"/>
                </a:lnTo>
                <a:lnTo>
                  <a:pt x="674090" y="263855"/>
                </a:lnTo>
                <a:lnTo>
                  <a:pt x="674090" y="228803"/>
                </a:lnTo>
                <a:lnTo>
                  <a:pt x="741146" y="228803"/>
                </a:lnTo>
                <a:lnTo>
                  <a:pt x="741146" y="205943"/>
                </a:lnTo>
                <a:lnTo>
                  <a:pt x="674090" y="205943"/>
                </a:lnTo>
                <a:lnTo>
                  <a:pt x="674090" y="172313"/>
                </a:lnTo>
                <a:lnTo>
                  <a:pt x="715238" y="172313"/>
                </a:lnTo>
                <a:lnTo>
                  <a:pt x="715238" y="181457"/>
                </a:lnTo>
                <a:lnTo>
                  <a:pt x="741146" y="181457"/>
                </a:lnTo>
                <a:lnTo>
                  <a:pt x="741146" y="117449"/>
                </a:lnTo>
                <a:lnTo>
                  <a:pt x="765530" y="117449"/>
                </a:lnTo>
                <a:lnTo>
                  <a:pt x="765530" y="96113"/>
                </a:lnTo>
                <a:close/>
              </a:path>
              <a:path w="1162050" h="381635">
                <a:moveTo>
                  <a:pt x="770102" y="338620"/>
                </a:moveTo>
                <a:lnTo>
                  <a:pt x="732332" y="340360"/>
                </a:lnTo>
                <a:lnTo>
                  <a:pt x="702322" y="341020"/>
                </a:lnTo>
                <a:lnTo>
                  <a:pt x="669366" y="340982"/>
                </a:lnTo>
                <a:lnTo>
                  <a:pt x="618413" y="335572"/>
                </a:lnTo>
                <a:lnTo>
                  <a:pt x="574929" y="312674"/>
                </a:lnTo>
                <a:lnTo>
                  <a:pt x="556641" y="294335"/>
                </a:lnTo>
                <a:lnTo>
                  <a:pt x="565518" y="268427"/>
                </a:lnTo>
                <a:lnTo>
                  <a:pt x="571881" y="240601"/>
                </a:lnTo>
                <a:lnTo>
                  <a:pt x="575932" y="211137"/>
                </a:lnTo>
                <a:lnTo>
                  <a:pt x="577875" y="181457"/>
                </a:lnTo>
                <a:lnTo>
                  <a:pt x="577977" y="158597"/>
                </a:lnTo>
                <a:lnTo>
                  <a:pt x="532257" y="158597"/>
                </a:lnTo>
                <a:lnTo>
                  <a:pt x="581025" y="67068"/>
                </a:lnTo>
                <a:lnTo>
                  <a:pt x="581025" y="42672"/>
                </a:lnTo>
                <a:lnTo>
                  <a:pt x="507873" y="42672"/>
                </a:lnTo>
                <a:lnTo>
                  <a:pt x="507873" y="65544"/>
                </a:lnTo>
                <a:lnTo>
                  <a:pt x="552069" y="65544"/>
                </a:lnTo>
                <a:lnTo>
                  <a:pt x="504825" y="157073"/>
                </a:lnTo>
                <a:lnTo>
                  <a:pt x="504825" y="182981"/>
                </a:lnTo>
                <a:lnTo>
                  <a:pt x="553593" y="182981"/>
                </a:lnTo>
                <a:lnTo>
                  <a:pt x="551878" y="205587"/>
                </a:lnTo>
                <a:lnTo>
                  <a:pt x="549021" y="227457"/>
                </a:lnTo>
                <a:lnTo>
                  <a:pt x="545020" y="248437"/>
                </a:lnTo>
                <a:lnTo>
                  <a:pt x="539877" y="268427"/>
                </a:lnTo>
                <a:lnTo>
                  <a:pt x="534187" y="256921"/>
                </a:lnTo>
                <a:lnTo>
                  <a:pt x="528637" y="244995"/>
                </a:lnTo>
                <a:lnTo>
                  <a:pt x="523379" y="232206"/>
                </a:lnTo>
                <a:lnTo>
                  <a:pt x="518541" y="218135"/>
                </a:lnTo>
                <a:lnTo>
                  <a:pt x="497103" y="228803"/>
                </a:lnTo>
                <a:lnTo>
                  <a:pt x="504075" y="247662"/>
                </a:lnTo>
                <a:lnTo>
                  <a:pt x="511289" y="265379"/>
                </a:lnTo>
                <a:lnTo>
                  <a:pt x="519061" y="281990"/>
                </a:lnTo>
                <a:lnTo>
                  <a:pt x="527685" y="297472"/>
                </a:lnTo>
                <a:lnTo>
                  <a:pt x="518617" y="314921"/>
                </a:lnTo>
                <a:lnTo>
                  <a:pt x="507669" y="330809"/>
                </a:lnTo>
                <a:lnTo>
                  <a:pt x="495287" y="345262"/>
                </a:lnTo>
                <a:lnTo>
                  <a:pt x="481863" y="358432"/>
                </a:lnTo>
                <a:lnTo>
                  <a:pt x="488162" y="365010"/>
                </a:lnTo>
                <a:lnTo>
                  <a:pt x="493306" y="371005"/>
                </a:lnTo>
                <a:lnTo>
                  <a:pt x="497344" y="376440"/>
                </a:lnTo>
                <a:lnTo>
                  <a:pt x="500253" y="381292"/>
                </a:lnTo>
                <a:lnTo>
                  <a:pt x="513397" y="367271"/>
                </a:lnTo>
                <a:lnTo>
                  <a:pt x="525399" y="352526"/>
                </a:lnTo>
                <a:lnTo>
                  <a:pt x="536257" y="336931"/>
                </a:lnTo>
                <a:lnTo>
                  <a:pt x="545973" y="320332"/>
                </a:lnTo>
                <a:lnTo>
                  <a:pt x="566839" y="339686"/>
                </a:lnTo>
                <a:lnTo>
                  <a:pt x="617169" y="362978"/>
                </a:lnTo>
                <a:lnTo>
                  <a:pt x="671563" y="367118"/>
                </a:lnTo>
                <a:lnTo>
                  <a:pt x="698474" y="367766"/>
                </a:lnTo>
                <a:lnTo>
                  <a:pt x="727659" y="367550"/>
                </a:lnTo>
                <a:lnTo>
                  <a:pt x="759434" y="366052"/>
                </a:lnTo>
                <a:lnTo>
                  <a:pt x="762596" y="358978"/>
                </a:lnTo>
                <a:lnTo>
                  <a:pt x="765340" y="351764"/>
                </a:lnTo>
                <a:lnTo>
                  <a:pt x="767638" y="345262"/>
                </a:lnTo>
                <a:lnTo>
                  <a:pt x="769175" y="341096"/>
                </a:lnTo>
                <a:lnTo>
                  <a:pt x="770102" y="338620"/>
                </a:lnTo>
                <a:close/>
              </a:path>
              <a:path w="1162050" h="381635">
                <a:moveTo>
                  <a:pt x="1148334" y="60960"/>
                </a:moveTo>
                <a:lnTo>
                  <a:pt x="986701" y="60960"/>
                </a:lnTo>
                <a:lnTo>
                  <a:pt x="1004989" y="48768"/>
                </a:lnTo>
                <a:lnTo>
                  <a:pt x="996645" y="37299"/>
                </a:lnTo>
                <a:lnTo>
                  <a:pt x="987463" y="25527"/>
                </a:lnTo>
                <a:lnTo>
                  <a:pt x="977125" y="13195"/>
                </a:lnTo>
                <a:lnTo>
                  <a:pt x="965365" y="0"/>
                </a:lnTo>
                <a:lnTo>
                  <a:pt x="939457" y="16764"/>
                </a:lnTo>
                <a:lnTo>
                  <a:pt x="958697" y="40005"/>
                </a:lnTo>
                <a:lnTo>
                  <a:pt x="967092" y="50634"/>
                </a:lnTo>
                <a:lnTo>
                  <a:pt x="974509" y="60960"/>
                </a:lnTo>
                <a:lnTo>
                  <a:pt x="797623" y="60960"/>
                </a:lnTo>
                <a:lnTo>
                  <a:pt x="797623" y="138785"/>
                </a:lnTo>
                <a:lnTo>
                  <a:pt x="828103" y="138785"/>
                </a:lnTo>
                <a:lnTo>
                  <a:pt x="828103" y="88392"/>
                </a:lnTo>
                <a:lnTo>
                  <a:pt x="1117854" y="88392"/>
                </a:lnTo>
                <a:lnTo>
                  <a:pt x="1117854" y="138785"/>
                </a:lnTo>
                <a:lnTo>
                  <a:pt x="1148334" y="138785"/>
                </a:lnTo>
                <a:lnTo>
                  <a:pt x="1148334" y="88392"/>
                </a:lnTo>
                <a:lnTo>
                  <a:pt x="1148334" y="60960"/>
                </a:lnTo>
                <a:close/>
              </a:path>
              <a:path w="1162050" h="381635">
                <a:moveTo>
                  <a:pt x="1162050" y="230314"/>
                </a:moveTo>
                <a:lnTo>
                  <a:pt x="994321" y="230314"/>
                </a:lnTo>
                <a:lnTo>
                  <a:pt x="994321" y="219646"/>
                </a:lnTo>
                <a:lnTo>
                  <a:pt x="1084326" y="161645"/>
                </a:lnTo>
                <a:lnTo>
                  <a:pt x="1084326" y="129641"/>
                </a:lnTo>
                <a:lnTo>
                  <a:pt x="854011" y="129641"/>
                </a:lnTo>
                <a:lnTo>
                  <a:pt x="854011" y="158597"/>
                </a:lnTo>
                <a:lnTo>
                  <a:pt x="1038517" y="158597"/>
                </a:lnTo>
                <a:lnTo>
                  <a:pt x="962317" y="205930"/>
                </a:lnTo>
                <a:lnTo>
                  <a:pt x="962317" y="230314"/>
                </a:lnTo>
                <a:lnTo>
                  <a:pt x="783907" y="230314"/>
                </a:lnTo>
                <a:lnTo>
                  <a:pt x="783907" y="257759"/>
                </a:lnTo>
                <a:lnTo>
                  <a:pt x="962317" y="257759"/>
                </a:lnTo>
                <a:lnTo>
                  <a:pt x="962317" y="318808"/>
                </a:lnTo>
                <a:lnTo>
                  <a:pt x="960856" y="330809"/>
                </a:lnTo>
                <a:lnTo>
                  <a:pt x="956411" y="339382"/>
                </a:lnTo>
                <a:lnTo>
                  <a:pt x="948804" y="344525"/>
                </a:lnTo>
                <a:lnTo>
                  <a:pt x="937933" y="346240"/>
                </a:lnTo>
                <a:lnTo>
                  <a:pt x="925931" y="345960"/>
                </a:lnTo>
                <a:lnTo>
                  <a:pt x="912926" y="345097"/>
                </a:lnTo>
                <a:lnTo>
                  <a:pt x="899058" y="343674"/>
                </a:lnTo>
                <a:lnTo>
                  <a:pt x="884491" y="341668"/>
                </a:lnTo>
                <a:lnTo>
                  <a:pt x="885634" y="351434"/>
                </a:lnTo>
                <a:lnTo>
                  <a:pt x="886777" y="360337"/>
                </a:lnTo>
                <a:lnTo>
                  <a:pt x="887920" y="368668"/>
                </a:lnTo>
                <a:lnTo>
                  <a:pt x="889063" y="376720"/>
                </a:lnTo>
                <a:lnTo>
                  <a:pt x="945553" y="376720"/>
                </a:lnTo>
                <a:lnTo>
                  <a:pt x="966673" y="373811"/>
                </a:lnTo>
                <a:lnTo>
                  <a:pt x="981938" y="364909"/>
                </a:lnTo>
                <a:lnTo>
                  <a:pt x="991196" y="349719"/>
                </a:lnTo>
                <a:lnTo>
                  <a:pt x="991692" y="346240"/>
                </a:lnTo>
                <a:lnTo>
                  <a:pt x="994321" y="327952"/>
                </a:lnTo>
                <a:lnTo>
                  <a:pt x="994321" y="257759"/>
                </a:lnTo>
                <a:lnTo>
                  <a:pt x="1162050" y="257759"/>
                </a:lnTo>
                <a:lnTo>
                  <a:pt x="1162050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6066472" y="3560254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7912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406502" y="3279647"/>
            <a:ext cx="1162685" cy="381635"/>
          </a:xfrm>
          <a:custGeom>
            <a:avLst/>
            <a:gdLst/>
            <a:ahLst/>
            <a:cxnLst/>
            <a:rect l="l" t="t" r="r" b="b"/>
            <a:pathLst>
              <a:path w="1162684" h="381635">
                <a:moveTo>
                  <a:pt x="150977" y="181457"/>
                </a:moveTo>
                <a:lnTo>
                  <a:pt x="125069" y="181457"/>
                </a:lnTo>
                <a:lnTo>
                  <a:pt x="125069" y="202882"/>
                </a:lnTo>
                <a:lnTo>
                  <a:pt x="125069" y="231838"/>
                </a:lnTo>
                <a:lnTo>
                  <a:pt x="125069" y="253187"/>
                </a:lnTo>
                <a:lnTo>
                  <a:pt x="125069" y="280619"/>
                </a:lnTo>
                <a:lnTo>
                  <a:pt x="47345" y="280619"/>
                </a:lnTo>
                <a:lnTo>
                  <a:pt x="47345" y="253187"/>
                </a:lnTo>
                <a:lnTo>
                  <a:pt x="125069" y="253187"/>
                </a:lnTo>
                <a:lnTo>
                  <a:pt x="125069" y="231838"/>
                </a:lnTo>
                <a:lnTo>
                  <a:pt x="47345" y="231838"/>
                </a:lnTo>
                <a:lnTo>
                  <a:pt x="47345" y="202882"/>
                </a:lnTo>
                <a:lnTo>
                  <a:pt x="125069" y="202882"/>
                </a:lnTo>
                <a:lnTo>
                  <a:pt x="125069" y="181457"/>
                </a:lnTo>
                <a:lnTo>
                  <a:pt x="21336" y="181457"/>
                </a:lnTo>
                <a:lnTo>
                  <a:pt x="21336" y="376720"/>
                </a:lnTo>
                <a:lnTo>
                  <a:pt x="47345" y="376720"/>
                </a:lnTo>
                <a:lnTo>
                  <a:pt x="47345" y="303568"/>
                </a:lnTo>
                <a:lnTo>
                  <a:pt x="125069" y="303568"/>
                </a:lnTo>
                <a:lnTo>
                  <a:pt x="120307" y="344716"/>
                </a:lnTo>
                <a:lnTo>
                  <a:pt x="105257" y="349288"/>
                </a:lnTo>
                <a:lnTo>
                  <a:pt x="99237" y="349021"/>
                </a:lnTo>
                <a:lnTo>
                  <a:pt x="92494" y="348335"/>
                </a:lnTo>
                <a:lnTo>
                  <a:pt x="76301" y="346240"/>
                </a:lnTo>
                <a:lnTo>
                  <a:pt x="77660" y="353961"/>
                </a:lnTo>
                <a:lnTo>
                  <a:pt x="79121" y="360908"/>
                </a:lnTo>
                <a:lnTo>
                  <a:pt x="80378" y="367677"/>
                </a:lnTo>
                <a:lnTo>
                  <a:pt x="80873" y="373672"/>
                </a:lnTo>
                <a:lnTo>
                  <a:pt x="112877" y="373672"/>
                </a:lnTo>
                <a:lnTo>
                  <a:pt x="129755" y="371360"/>
                </a:lnTo>
                <a:lnTo>
                  <a:pt x="141643" y="364337"/>
                </a:lnTo>
                <a:lnTo>
                  <a:pt x="148666" y="352450"/>
                </a:lnTo>
                <a:lnTo>
                  <a:pt x="149098" y="349288"/>
                </a:lnTo>
                <a:lnTo>
                  <a:pt x="150977" y="335572"/>
                </a:lnTo>
                <a:lnTo>
                  <a:pt x="150977" y="202882"/>
                </a:lnTo>
                <a:lnTo>
                  <a:pt x="150977" y="181457"/>
                </a:lnTo>
                <a:close/>
              </a:path>
              <a:path w="1162684" h="381635">
                <a:moveTo>
                  <a:pt x="170789" y="137261"/>
                </a:moveTo>
                <a:lnTo>
                  <a:pt x="99161" y="137261"/>
                </a:lnTo>
                <a:lnTo>
                  <a:pt x="99161" y="111353"/>
                </a:lnTo>
                <a:lnTo>
                  <a:pt x="155549" y="111353"/>
                </a:lnTo>
                <a:lnTo>
                  <a:pt x="155549" y="88493"/>
                </a:lnTo>
                <a:lnTo>
                  <a:pt x="99161" y="88493"/>
                </a:lnTo>
                <a:lnTo>
                  <a:pt x="99161" y="64008"/>
                </a:lnTo>
                <a:lnTo>
                  <a:pt x="166217" y="64008"/>
                </a:lnTo>
                <a:lnTo>
                  <a:pt x="166217" y="41148"/>
                </a:lnTo>
                <a:lnTo>
                  <a:pt x="99161" y="41148"/>
                </a:lnTo>
                <a:lnTo>
                  <a:pt x="99161" y="3048"/>
                </a:lnTo>
                <a:lnTo>
                  <a:pt x="71729" y="3048"/>
                </a:lnTo>
                <a:lnTo>
                  <a:pt x="71729" y="41148"/>
                </a:lnTo>
                <a:lnTo>
                  <a:pt x="6096" y="41148"/>
                </a:lnTo>
                <a:lnTo>
                  <a:pt x="6096" y="64008"/>
                </a:lnTo>
                <a:lnTo>
                  <a:pt x="71729" y="64008"/>
                </a:lnTo>
                <a:lnTo>
                  <a:pt x="71729" y="88493"/>
                </a:lnTo>
                <a:lnTo>
                  <a:pt x="16764" y="88493"/>
                </a:lnTo>
                <a:lnTo>
                  <a:pt x="16764" y="111353"/>
                </a:lnTo>
                <a:lnTo>
                  <a:pt x="71729" y="111353"/>
                </a:lnTo>
                <a:lnTo>
                  <a:pt x="71729" y="137261"/>
                </a:lnTo>
                <a:lnTo>
                  <a:pt x="0" y="137261"/>
                </a:lnTo>
                <a:lnTo>
                  <a:pt x="0" y="160121"/>
                </a:lnTo>
                <a:lnTo>
                  <a:pt x="170789" y="160121"/>
                </a:lnTo>
                <a:lnTo>
                  <a:pt x="170789" y="137261"/>
                </a:lnTo>
                <a:close/>
              </a:path>
              <a:path w="1162684" h="381635">
                <a:moveTo>
                  <a:pt x="378244" y="176885"/>
                </a:moveTo>
                <a:lnTo>
                  <a:pt x="350812" y="176885"/>
                </a:lnTo>
                <a:lnTo>
                  <a:pt x="350812" y="108305"/>
                </a:lnTo>
                <a:lnTo>
                  <a:pt x="323380" y="108305"/>
                </a:lnTo>
                <a:lnTo>
                  <a:pt x="323380" y="132689"/>
                </a:lnTo>
                <a:lnTo>
                  <a:pt x="323380" y="176885"/>
                </a:lnTo>
                <a:lnTo>
                  <a:pt x="323380" y="201358"/>
                </a:lnTo>
                <a:lnTo>
                  <a:pt x="323380" y="247078"/>
                </a:lnTo>
                <a:lnTo>
                  <a:pt x="274523" y="247078"/>
                </a:lnTo>
                <a:lnTo>
                  <a:pt x="274523" y="201358"/>
                </a:lnTo>
                <a:lnTo>
                  <a:pt x="323380" y="201358"/>
                </a:lnTo>
                <a:lnTo>
                  <a:pt x="323380" y="176885"/>
                </a:lnTo>
                <a:lnTo>
                  <a:pt x="274523" y="176885"/>
                </a:lnTo>
                <a:lnTo>
                  <a:pt x="274523" y="132689"/>
                </a:lnTo>
                <a:lnTo>
                  <a:pt x="323380" y="132689"/>
                </a:lnTo>
                <a:lnTo>
                  <a:pt x="323380" y="108305"/>
                </a:lnTo>
                <a:lnTo>
                  <a:pt x="286715" y="108305"/>
                </a:lnTo>
                <a:lnTo>
                  <a:pt x="321856" y="64008"/>
                </a:lnTo>
                <a:lnTo>
                  <a:pt x="321856" y="62484"/>
                </a:lnTo>
                <a:lnTo>
                  <a:pt x="321856" y="38100"/>
                </a:lnTo>
                <a:lnTo>
                  <a:pt x="239471" y="38100"/>
                </a:lnTo>
                <a:lnTo>
                  <a:pt x="244043" y="30086"/>
                </a:lnTo>
                <a:lnTo>
                  <a:pt x="248615" y="21907"/>
                </a:lnTo>
                <a:lnTo>
                  <a:pt x="253187" y="13462"/>
                </a:lnTo>
                <a:lnTo>
                  <a:pt x="257759" y="4572"/>
                </a:lnTo>
                <a:lnTo>
                  <a:pt x="227279" y="0"/>
                </a:lnTo>
                <a:lnTo>
                  <a:pt x="215582" y="24320"/>
                </a:lnTo>
                <a:lnTo>
                  <a:pt x="201168" y="47066"/>
                </a:lnTo>
                <a:lnTo>
                  <a:pt x="184150" y="68414"/>
                </a:lnTo>
                <a:lnTo>
                  <a:pt x="164693" y="88493"/>
                </a:lnTo>
                <a:lnTo>
                  <a:pt x="171284" y="93916"/>
                </a:lnTo>
                <a:lnTo>
                  <a:pt x="177317" y="98780"/>
                </a:lnTo>
                <a:lnTo>
                  <a:pt x="182778" y="103060"/>
                </a:lnTo>
                <a:lnTo>
                  <a:pt x="187655" y="106781"/>
                </a:lnTo>
                <a:lnTo>
                  <a:pt x="196799" y="97078"/>
                </a:lnTo>
                <a:lnTo>
                  <a:pt x="205943" y="86347"/>
                </a:lnTo>
                <a:lnTo>
                  <a:pt x="215087" y="74764"/>
                </a:lnTo>
                <a:lnTo>
                  <a:pt x="224231" y="62484"/>
                </a:lnTo>
                <a:lnTo>
                  <a:pt x="288239" y="62484"/>
                </a:lnTo>
                <a:lnTo>
                  <a:pt x="254711" y="108305"/>
                </a:lnTo>
                <a:lnTo>
                  <a:pt x="176885" y="108305"/>
                </a:lnTo>
                <a:lnTo>
                  <a:pt x="176885" y="132689"/>
                </a:lnTo>
                <a:lnTo>
                  <a:pt x="247091" y="132689"/>
                </a:lnTo>
                <a:lnTo>
                  <a:pt x="247091" y="176885"/>
                </a:lnTo>
                <a:lnTo>
                  <a:pt x="164693" y="176885"/>
                </a:lnTo>
                <a:lnTo>
                  <a:pt x="164693" y="201358"/>
                </a:lnTo>
                <a:lnTo>
                  <a:pt x="247091" y="201358"/>
                </a:lnTo>
                <a:lnTo>
                  <a:pt x="247091" y="247078"/>
                </a:lnTo>
                <a:lnTo>
                  <a:pt x="175361" y="247078"/>
                </a:lnTo>
                <a:lnTo>
                  <a:pt x="175361" y="271475"/>
                </a:lnTo>
                <a:lnTo>
                  <a:pt x="247091" y="271475"/>
                </a:lnTo>
                <a:lnTo>
                  <a:pt x="247091" y="320332"/>
                </a:lnTo>
                <a:lnTo>
                  <a:pt x="245630" y="331216"/>
                </a:lnTo>
                <a:lnTo>
                  <a:pt x="241185" y="338810"/>
                </a:lnTo>
                <a:lnTo>
                  <a:pt x="233578" y="343268"/>
                </a:lnTo>
                <a:lnTo>
                  <a:pt x="222707" y="344716"/>
                </a:lnTo>
                <a:lnTo>
                  <a:pt x="213296" y="344449"/>
                </a:lnTo>
                <a:lnTo>
                  <a:pt x="203466" y="343763"/>
                </a:lnTo>
                <a:lnTo>
                  <a:pt x="193344" y="342785"/>
                </a:lnTo>
                <a:lnTo>
                  <a:pt x="183083" y="341668"/>
                </a:lnTo>
                <a:lnTo>
                  <a:pt x="184226" y="350291"/>
                </a:lnTo>
                <a:lnTo>
                  <a:pt x="185369" y="358051"/>
                </a:lnTo>
                <a:lnTo>
                  <a:pt x="186512" y="365239"/>
                </a:lnTo>
                <a:lnTo>
                  <a:pt x="187655" y="372148"/>
                </a:lnTo>
                <a:lnTo>
                  <a:pt x="230327" y="372148"/>
                </a:lnTo>
                <a:lnTo>
                  <a:pt x="271678" y="347078"/>
                </a:lnTo>
                <a:lnTo>
                  <a:pt x="274523" y="327952"/>
                </a:lnTo>
                <a:lnTo>
                  <a:pt x="274523" y="271475"/>
                </a:lnTo>
                <a:lnTo>
                  <a:pt x="323380" y="271475"/>
                </a:lnTo>
                <a:lnTo>
                  <a:pt x="323380" y="288239"/>
                </a:lnTo>
                <a:lnTo>
                  <a:pt x="350812" y="288239"/>
                </a:lnTo>
                <a:lnTo>
                  <a:pt x="350812" y="201358"/>
                </a:lnTo>
                <a:lnTo>
                  <a:pt x="378244" y="201358"/>
                </a:lnTo>
                <a:lnTo>
                  <a:pt x="378244" y="176885"/>
                </a:lnTo>
                <a:close/>
              </a:path>
              <a:path w="1162684" h="381635">
                <a:moveTo>
                  <a:pt x="462165" y="248615"/>
                </a:moveTo>
                <a:lnTo>
                  <a:pt x="433108" y="239471"/>
                </a:lnTo>
                <a:lnTo>
                  <a:pt x="425653" y="265201"/>
                </a:lnTo>
                <a:lnTo>
                  <a:pt x="416915" y="289801"/>
                </a:lnTo>
                <a:lnTo>
                  <a:pt x="406742" y="313270"/>
                </a:lnTo>
                <a:lnTo>
                  <a:pt x="395008" y="335572"/>
                </a:lnTo>
                <a:lnTo>
                  <a:pt x="403606" y="337883"/>
                </a:lnTo>
                <a:lnTo>
                  <a:pt x="411200" y="340334"/>
                </a:lnTo>
                <a:lnTo>
                  <a:pt x="417944" y="343077"/>
                </a:lnTo>
                <a:lnTo>
                  <a:pt x="423964" y="346240"/>
                </a:lnTo>
                <a:lnTo>
                  <a:pt x="435063" y="321335"/>
                </a:lnTo>
                <a:lnTo>
                  <a:pt x="445312" y="296849"/>
                </a:lnTo>
                <a:lnTo>
                  <a:pt x="454355" y="272872"/>
                </a:lnTo>
                <a:lnTo>
                  <a:pt x="462165" y="248615"/>
                </a:lnTo>
                <a:close/>
              </a:path>
              <a:path w="1162684" h="381635">
                <a:moveTo>
                  <a:pt x="619226" y="266903"/>
                </a:moveTo>
                <a:lnTo>
                  <a:pt x="606120" y="254330"/>
                </a:lnTo>
                <a:lnTo>
                  <a:pt x="592124" y="241757"/>
                </a:lnTo>
                <a:lnTo>
                  <a:pt x="577570" y="229184"/>
                </a:lnTo>
                <a:lnTo>
                  <a:pt x="562749" y="216611"/>
                </a:lnTo>
                <a:lnTo>
                  <a:pt x="542937" y="236423"/>
                </a:lnTo>
                <a:lnTo>
                  <a:pt x="571512" y="262902"/>
                </a:lnTo>
                <a:lnTo>
                  <a:pt x="584974" y="275640"/>
                </a:lnTo>
                <a:lnTo>
                  <a:pt x="597890" y="288239"/>
                </a:lnTo>
                <a:lnTo>
                  <a:pt x="619226" y="266903"/>
                </a:lnTo>
                <a:close/>
              </a:path>
              <a:path w="1162684" h="381635">
                <a:moveTo>
                  <a:pt x="681710" y="276047"/>
                </a:moveTo>
                <a:lnTo>
                  <a:pt x="672871" y="272872"/>
                </a:lnTo>
                <a:lnTo>
                  <a:pt x="657491" y="267677"/>
                </a:lnTo>
                <a:lnTo>
                  <a:pt x="651230" y="265379"/>
                </a:lnTo>
                <a:lnTo>
                  <a:pt x="645871" y="310032"/>
                </a:lnTo>
                <a:lnTo>
                  <a:pt x="614654" y="338620"/>
                </a:lnTo>
                <a:lnTo>
                  <a:pt x="541413" y="338620"/>
                </a:lnTo>
                <a:lnTo>
                  <a:pt x="531406" y="337197"/>
                </a:lnTo>
                <a:lnTo>
                  <a:pt x="524268" y="332905"/>
                </a:lnTo>
                <a:lnTo>
                  <a:pt x="519976" y="325767"/>
                </a:lnTo>
                <a:lnTo>
                  <a:pt x="518553" y="315760"/>
                </a:lnTo>
                <a:lnTo>
                  <a:pt x="518553" y="233375"/>
                </a:lnTo>
                <a:lnTo>
                  <a:pt x="488073" y="233375"/>
                </a:lnTo>
                <a:lnTo>
                  <a:pt x="488073" y="317284"/>
                </a:lnTo>
                <a:lnTo>
                  <a:pt x="491159" y="338404"/>
                </a:lnTo>
                <a:lnTo>
                  <a:pt x="500265" y="353669"/>
                </a:lnTo>
                <a:lnTo>
                  <a:pt x="515073" y="362927"/>
                </a:lnTo>
                <a:lnTo>
                  <a:pt x="535317" y="366052"/>
                </a:lnTo>
                <a:lnTo>
                  <a:pt x="620750" y="366052"/>
                </a:lnTo>
                <a:lnTo>
                  <a:pt x="665111" y="346125"/>
                </a:lnTo>
                <a:lnTo>
                  <a:pt x="678548" y="295808"/>
                </a:lnTo>
                <a:lnTo>
                  <a:pt x="681710" y="276047"/>
                </a:lnTo>
                <a:close/>
              </a:path>
              <a:path w="1162684" h="381635">
                <a:moveTo>
                  <a:pt x="765632" y="190703"/>
                </a:moveTo>
                <a:lnTo>
                  <a:pt x="713257" y="173545"/>
                </a:lnTo>
                <a:lnTo>
                  <a:pt x="668197" y="149834"/>
                </a:lnTo>
                <a:lnTo>
                  <a:pt x="630301" y="119837"/>
                </a:lnTo>
                <a:lnTo>
                  <a:pt x="611263" y="97637"/>
                </a:lnTo>
                <a:lnTo>
                  <a:pt x="599414" y="83832"/>
                </a:lnTo>
                <a:lnTo>
                  <a:pt x="754964" y="83832"/>
                </a:lnTo>
                <a:lnTo>
                  <a:pt x="754964" y="56388"/>
                </a:lnTo>
                <a:lnTo>
                  <a:pt x="590181" y="56388"/>
                </a:lnTo>
                <a:lnTo>
                  <a:pt x="592188" y="43535"/>
                </a:lnTo>
                <a:lnTo>
                  <a:pt x="593648" y="30099"/>
                </a:lnTo>
                <a:lnTo>
                  <a:pt x="594537" y="16103"/>
                </a:lnTo>
                <a:lnTo>
                  <a:pt x="594842" y="1524"/>
                </a:lnTo>
                <a:lnTo>
                  <a:pt x="565797" y="1524"/>
                </a:lnTo>
                <a:lnTo>
                  <a:pt x="565505" y="16954"/>
                </a:lnTo>
                <a:lnTo>
                  <a:pt x="564654" y="31242"/>
                </a:lnTo>
                <a:lnTo>
                  <a:pt x="563219" y="44386"/>
                </a:lnTo>
                <a:lnTo>
                  <a:pt x="561225" y="56388"/>
                </a:lnTo>
                <a:lnTo>
                  <a:pt x="404152" y="56388"/>
                </a:lnTo>
                <a:lnTo>
                  <a:pt x="404152" y="83832"/>
                </a:lnTo>
                <a:lnTo>
                  <a:pt x="552081" y="83832"/>
                </a:lnTo>
                <a:lnTo>
                  <a:pt x="530694" y="116484"/>
                </a:lnTo>
                <a:lnTo>
                  <a:pt x="496443" y="145834"/>
                </a:lnTo>
                <a:lnTo>
                  <a:pt x="449592" y="172046"/>
                </a:lnTo>
                <a:lnTo>
                  <a:pt x="390436" y="195275"/>
                </a:lnTo>
                <a:lnTo>
                  <a:pt x="395846" y="202361"/>
                </a:lnTo>
                <a:lnTo>
                  <a:pt x="400532" y="209753"/>
                </a:lnTo>
                <a:lnTo>
                  <a:pt x="404368" y="217131"/>
                </a:lnTo>
                <a:lnTo>
                  <a:pt x="407200" y="224231"/>
                </a:lnTo>
                <a:lnTo>
                  <a:pt x="441833" y="210210"/>
                </a:lnTo>
                <a:lnTo>
                  <a:pt x="472440" y="195605"/>
                </a:lnTo>
                <a:lnTo>
                  <a:pt x="499021" y="180428"/>
                </a:lnTo>
                <a:lnTo>
                  <a:pt x="521601" y="164693"/>
                </a:lnTo>
                <a:lnTo>
                  <a:pt x="538810" y="177228"/>
                </a:lnTo>
                <a:lnTo>
                  <a:pt x="554177" y="189509"/>
                </a:lnTo>
                <a:lnTo>
                  <a:pt x="581037" y="212039"/>
                </a:lnTo>
                <a:lnTo>
                  <a:pt x="600938" y="189077"/>
                </a:lnTo>
                <a:lnTo>
                  <a:pt x="571703" y="168503"/>
                </a:lnTo>
                <a:lnTo>
                  <a:pt x="566229" y="164693"/>
                </a:lnTo>
                <a:lnTo>
                  <a:pt x="556907" y="158216"/>
                </a:lnTo>
                <a:lnTo>
                  <a:pt x="541413" y="147929"/>
                </a:lnTo>
                <a:lnTo>
                  <a:pt x="553123" y="135356"/>
                </a:lnTo>
                <a:lnTo>
                  <a:pt x="563130" y="122783"/>
                </a:lnTo>
                <a:lnTo>
                  <a:pt x="571411" y="110210"/>
                </a:lnTo>
                <a:lnTo>
                  <a:pt x="577989" y="97637"/>
                </a:lnTo>
                <a:lnTo>
                  <a:pt x="608063" y="136842"/>
                </a:lnTo>
                <a:lnTo>
                  <a:pt x="645706" y="170078"/>
                </a:lnTo>
                <a:lnTo>
                  <a:pt x="691045" y="197573"/>
                </a:lnTo>
                <a:lnTo>
                  <a:pt x="744296" y="219659"/>
                </a:lnTo>
                <a:lnTo>
                  <a:pt x="749046" y="212039"/>
                </a:lnTo>
                <a:lnTo>
                  <a:pt x="754392" y="204609"/>
                </a:lnTo>
                <a:lnTo>
                  <a:pt x="759929" y="197586"/>
                </a:lnTo>
                <a:lnTo>
                  <a:pt x="765632" y="190703"/>
                </a:lnTo>
                <a:close/>
              </a:path>
              <a:path w="1162684" h="381635">
                <a:moveTo>
                  <a:pt x="770204" y="309664"/>
                </a:moveTo>
                <a:lnTo>
                  <a:pt x="754176" y="289344"/>
                </a:lnTo>
                <a:lnTo>
                  <a:pt x="738149" y="269760"/>
                </a:lnTo>
                <a:lnTo>
                  <a:pt x="722109" y="251066"/>
                </a:lnTo>
                <a:lnTo>
                  <a:pt x="706094" y="233375"/>
                </a:lnTo>
                <a:lnTo>
                  <a:pt x="683234" y="250139"/>
                </a:lnTo>
                <a:lnTo>
                  <a:pt x="699185" y="269582"/>
                </a:lnTo>
                <a:lnTo>
                  <a:pt x="714870" y="289039"/>
                </a:lnTo>
                <a:lnTo>
                  <a:pt x="729996" y="308508"/>
                </a:lnTo>
                <a:lnTo>
                  <a:pt x="744296" y="327952"/>
                </a:lnTo>
                <a:lnTo>
                  <a:pt x="770204" y="309664"/>
                </a:lnTo>
                <a:close/>
              </a:path>
              <a:path w="1162684" h="381635">
                <a:moveTo>
                  <a:pt x="883069" y="118973"/>
                </a:moveTo>
                <a:lnTo>
                  <a:pt x="860120" y="99161"/>
                </a:lnTo>
                <a:lnTo>
                  <a:pt x="841781" y="120548"/>
                </a:lnTo>
                <a:lnTo>
                  <a:pt x="823150" y="141071"/>
                </a:lnTo>
                <a:lnTo>
                  <a:pt x="803960" y="160451"/>
                </a:lnTo>
                <a:lnTo>
                  <a:pt x="783907" y="178409"/>
                </a:lnTo>
                <a:lnTo>
                  <a:pt x="790486" y="183896"/>
                </a:lnTo>
                <a:lnTo>
                  <a:pt x="796480" y="189128"/>
                </a:lnTo>
                <a:lnTo>
                  <a:pt x="801916" y="194348"/>
                </a:lnTo>
                <a:lnTo>
                  <a:pt x="806767" y="199834"/>
                </a:lnTo>
                <a:lnTo>
                  <a:pt x="825322" y="180949"/>
                </a:lnTo>
                <a:lnTo>
                  <a:pt x="844308" y="161086"/>
                </a:lnTo>
                <a:lnTo>
                  <a:pt x="863612" y="140385"/>
                </a:lnTo>
                <a:lnTo>
                  <a:pt x="883069" y="118973"/>
                </a:lnTo>
                <a:close/>
              </a:path>
              <a:path w="1162684" h="381635">
                <a:moveTo>
                  <a:pt x="1154531" y="50292"/>
                </a:moveTo>
                <a:lnTo>
                  <a:pt x="980605" y="50292"/>
                </a:lnTo>
                <a:lnTo>
                  <a:pt x="995845" y="42672"/>
                </a:lnTo>
                <a:lnTo>
                  <a:pt x="991577" y="34937"/>
                </a:lnTo>
                <a:lnTo>
                  <a:pt x="985748" y="25336"/>
                </a:lnTo>
                <a:lnTo>
                  <a:pt x="978484" y="13741"/>
                </a:lnTo>
                <a:lnTo>
                  <a:pt x="969937" y="0"/>
                </a:lnTo>
                <a:lnTo>
                  <a:pt x="942505" y="13716"/>
                </a:lnTo>
                <a:lnTo>
                  <a:pt x="947343" y="22009"/>
                </a:lnTo>
                <a:lnTo>
                  <a:pt x="952601" y="30861"/>
                </a:lnTo>
                <a:lnTo>
                  <a:pt x="958151" y="40297"/>
                </a:lnTo>
                <a:lnTo>
                  <a:pt x="963841" y="50292"/>
                </a:lnTo>
                <a:lnTo>
                  <a:pt x="790003" y="50292"/>
                </a:lnTo>
                <a:lnTo>
                  <a:pt x="790003" y="77724"/>
                </a:lnTo>
                <a:lnTo>
                  <a:pt x="910501" y="77724"/>
                </a:lnTo>
                <a:lnTo>
                  <a:pt x="910501" y="184505"/>
                </a:lnTo>
                <a:lnTo>
                  <a:pt x="940981" y="184505"/>
                </a:lnTo>
                <a:lnTo>
                  <a:pt x="940981" y="77724"/>
                </a:lnTo>
                <a:lnTo>
                  <a:pt x="1001941" y="77724"/>
                </a:lnTo>
                <a:lnTo>
                  <a:pt x="1001941" y="184505"/>
                </a:lnTo>
                <a:lnTo>
                  <a:pt x="1030998" y="184505"/>
                </a:lnTo>
                <a:lnTo>
                  <a:pt x="1030998" y="77724"/>
                </a:lnTo>
                <a:lnTo>
                  <a:pt x="1154531" y="77724"/>
                </a:lnTo>
                <a:lnTo>
                  <a:pt x="1154531" y="50292"/>
                </a:lnTo>
                <a:close/>
              </a:path>
              <a:path w="1162684" h="381635">
                <a:moveTo>
                  <a:pt x="1156055" y="176885"/>
                </a:moveTo>
                <a:lnTo>
                  <a:pt x="1139088" y="160020"/>
                </a:lnTo>
                <a:lnTo>
                  <a:pt x="1120152" y="141452"/>
                </a:lnTo>
                <a:lnTo>
                  <a:pt x="1098956" y="121158"/>
                </a:lnTo>
                <a:lnTo>
                  <a:pt x="1075194" y="99161"/>
                </a:lnTo>
                <a:lnTo>
                  <a:pt x="1053858" y="117449"/>
                </a:lnTo>
                <a:lnTo>
                  <a:pt x="1074140" y="137147"/>
                </a:lnTo>
                <a:lnTo>
                  <a:pt x="1093863" y="157276"/>
                </a:lnTo>
                <a:lnTo>
                  <a:pt x="1113002" y="177711"/>
                </a:lnTo>
                <a:lnTo>
                  <a:pt x="1131582" y="198310"/>
                </a:lnTo>
                <a:lnTo>
                  <a:pt x="1156055" y="176885"/>
                </a:lnTo>
                <a:close/>
              </a:path>
              <a:path w="1162684" h="381635">
                <a:moveTo>
                  <a:pt x="1162151" y="346240"/>
                </a:moveTo>
                <a:lnTo>
                  <a:pt x="1114323" y="341388"/>
                </a:lnTo>
                <a:lnTo>
                  <a:pt x="1071384" y="333667"/>
                </a:lnTo>
                <a:lnTo>
                  <a:pt x="1045108" y="326428"/>
                </a:lnTo>
                <a:lnTo>
                  <a:pt x="1033005" y="323100"/>
                </a:lnTo>
                <a:lnTo>
                  <a:pt x="998893" y="309664"/>
                </a:lnTo>
                <a:lnTo>
                  <a:pt x="1022438" y="292811"/>
                </a:lnTo>
                <a:lnTo>
                  <a:pt x="1024115" y="291604"/>
                </a:lnTo>
                <a:lnTo>
                  <a:pt x="1047178" y="271856"/>
                </a:lnTo>
                <a:lnTo>
                  <a:pt x="1068209" y="250418"/>
                </a:lnTo>
                <a:lnTo>
                  <a:pt x="1087386" y="227266"/>
                </a:lnTo>
                <a:lnTo>
                  <a:pt x="1087386" y="201358"/>
                </a:lnTo>
                <a:lnTo>
                  <a:pt x="1049286" y="201358"/>
                </a:lnTo>
                <a:lnTo>
                  <a:pt x="1049286" y="227266"/>
                </a:lnTo>
                <a:lnTo>
                  <a:pt x="1032408" y="245872"/>
                </a:lnTo>
                <a:lnTo>
                  <a:pt x="1013802" y="262902"/>
                </a:lnTo>
                <a:lnTo>
                  <a:pt x="993482" y="278498"/>
                </a:lnTo>
                <a:lnTo>
                  <a:pt x="971461" y="292811"/>
                </a:lnTo>
                <a:lnTo>
                  <a:pt x="952868" y="280212"/>
                </a:lnTo>
                <a:lnTo>
                  <a:pt x="935837" y="265188"/>
                </a:lnTo>
                <a:lnTo>
                  <a:pt x="920242" y="247586"/>
                </a:lnTo>
                <a:lnTo>
                  <a:pt x="905929" y="227266"/>
                </a:lnTo>
                <a:lnTo>
                  <a:pt x="1049286" y="227266"/>
                </a:lnTo>
                <a:lnTo>
                  <a:pt x="1049286" y="201358"/>
                </a:lnTo>
                <a:lnTo>
                  <a:pt x="826592" y="201358"/>
                </a:lnTo>
                <a:lnTo>
                  <a:pt x="826592" y="227266"/>
                </a:lnTo>
                <a:lnTo>
                  <a:pt x="870788" y="227266"/>
                </a:lnTo>
                <a:lnTo>
                  <a:pt x="886523" y="251040"/>
                </a:lnTo>
                <a:lnTo>
                  <a:pt x="903820" y="272237"/>
                </a:lnTo>
                <a:lnTo>
                  <a:pt x="922528" y="291172"/>
                </a:lnTo>
                <a:lnTo>
                  <a:pt x="942505" y="308140"/>
                </a:lnTo>
                <a:lnTo>
                  <a:pt x="910196" y="321259"/>
                </a:lnTo>
                <a:lnTo>
                  <a:pt x="872731" y="333095"/>
                </a:lnTo>
                <a:lnTo>
                  <a:pt x="830122" y="343496"/>
                </a:lnTo>
                <a:lnTo>
                  <a:pt x="782383" y="352336"/>
                </a:lnTo>
                <a:lnTo>
                  <a:pt x="787196" y="359219"/>
                </a:lnTo>
                <a:lnTo>
                  <a:pt x="792289" y="366242"/>
                </a:lnTo>
                <a:lnTo>
                  <a:pt x="797394" y="373557"/>
                </a:lnTo>
                <a:lnTo>
                  <a:pt x="802195" y="381292"/>
                </a:lnTo>
                <a:lnTo>
                  <a:pt x="851344" y="369290"/>
                </a:lnTo>
                <a:lnTo>
                  <a:pt x="895781" y="356146"/>
                </a:lnTo>
                <a:lnTo>
                  <a:pt x="935367" y="341858"/>
                </a:lnTo>
                <a:lnTo>
                  <a:pt x="969937" y="326428"/>
                </a:lnTo>
                <a:lnTo>
                  <a:pt x="1005586" y="343496"/>
                </a:lnTo>
                <a:lnTo>
                  <a:pt x="1046035" y="358051"/>
                </a:lnTo>
                <a:lnTo>
                  <a:pt x="1090688" y="369722"/>
                </a:lnTo>
                <a:lnTo>
                  <a:pt x="1139202" y="378244"/>
                </a:lnTo>
                <a:lnTo>
                  <a:pt x="1144066" y="371106"/>
                </a:lnTo>
                <a:lnTo>
                  <a:pt x="1149527" y="363385"/>
                </a:lnTo>
                <a:lnTo>
                  <a:pt x="1155560" y="355104"/>
                </a:lnTo>
                <a:lnTo>
                  <a:pt x="1162151" y="3462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7580846" y="3452914"/>
            <a:ext cx="378460" cy="193040"/>
          </a:xfrm>
          <a:custGeom>
            <a:avLst/>
            <a:gdLst/>
            <a:ahLst/>
            <a:cxnLst/>
            <a:rect l="l" t="t" r="r" b="b"/>
            <a:pathLst>
              <a:path w="378459" h="193039">
                <a:moveTo>
                  <a:pt x="378142" y="171450"/>
                </a:moveTo>
                <a:lnTo>
                  <a:pt x="202793" y="171450"/>
                </a:lnTo>
                <a:lnTo>
                  <a:pt x="202793" y="150114"/>
                </a:lnTo>
                <a:lnTo>
                  <a:pt x="355282" y="150114"/>
                </a:lnTo>
                <a:lnTo>
                  <a:pt x="355282" y="130302"/>
                </a:lnTo>
                <a:lnTo>
                  <a:pt x="202793" y="130302"/>
                </a:lnTo>
                <a:lnTo>
                  <a:pt x="202793" y="107950"/>
                </a:lnTo>
                <a:lnTo>
                  <a:pt x="294322" y="107950"/>
                </a:lnTo>
                <a:lnTo>
                  <a:pt x="294322" y="118008"/>
                </a:lnTo>
                <a:lnTo>
                  <a:pt x="320230" y="118008"/>
                </a:lnTo>
                <a:lnTo>
                  <a:pt x="320230" y="107950"/>
                </a:lnTo>
                <a:lnTo>
                  <a:pt x="320230" y="107340"/>
                </a:lnTo>
                <a:lnTo>
                  <a:pt x="320230" y="87630"/>
                </a:lnTo>
                <a:lnTo>
                  <a:pt x="83820" y="87630"/>
                </a:lnTo>
                <a:lnTo>
                  <a:pt x="83820" y="63500"/>
                </a:lnTo>
                <a:lnTo>
                  <a:pt x="175361" y="63500"/>
                </a:lnTo>
                <a:lnTo>
                  <a:pt x="175361" y="87528"/>
                </a:lnTo>
                <a:lnTo>
                  <a:pt x="202793" y="87528"/>
                </a:lnTo>
                <a:lnTo>
                  <a:pt x="202793" y="63500"/>
                </a:lnTo>
                <a:lnTo>
                  <a:pt x="294322" y="63500"/>
                </a:lnTo>
                <a:lnTo>
                  <a:pt x="294322" y="87528"/>
                </a:lnTo>
                <a:lnTo>
                  <a:pt x="320230" y="87528"/>
                </a:lnTo>
                <a:lnTo>
                  <a:pt x="320230" y="20472"/>
                </a:lnTo>
                <a:lnTo>
                  <a:pt x="294322" y="20472"/>
                </a:lnTo>
                <a:lnTo>
                  <a:pt x="294322" y="44450"/>
                </a:lnTo>
                <a:lnTo>
                  <a:pt x="202793" y="44450"/>
                </a:lnTo>
                <a:lnTo>
                  <a:pt x="202793" y="20472"/>
                </a:lnTo>
                <a:lnTo>
                  <a:pt x="175361" y="20472"/>
                </a:lnTo>
                <a:lnTo>
                  <a:pt x="175361" y="44450"/>
                </a:lnTo>
                <a:lnTo>
                  <a:pt x="83820" y="44450"/>
                </a:lnTo>
                <a:lnTo>
                  <a:pt x="83820" y="20320"/>
                </a:lnTo>
                <a:lnTo>
                  <a:pt x="320230" y="20320"/>
                </a:lnTo>
                <a:lnTo>
                  <a:pt x="320230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44450"/>
                </a:lnTo>
                <a:lnTo>
                  <a:pt x="57912" y="63500"/>
                </a:lnTo>
                <a:lnTo>
                  <a:pt x="57912" y="87630"/>
                </a:lnTo>
                <a:lnTo>
                  <a:pt x="57912" y="107950"/>
                </a:lnTo>
                <a:lnTo>
                  <a:pt x="57912" y="118110"/>
                </a:lnTo>
                <a:lnTo>
                  <a:pt x="83820" y="118110"/>
                </a:lnTo>
                <a:lnTo>
                  <a:pt x="83820" y="107950"/>
                </a:lnTo>
                <a:lnTo>
                  <a:pt x="175361" y="107950"/>
                </a:lnTo>
                <a:lnTo>
                  <a:pt x="175361" y="130302"/>
                </a:lnTo>
                <a:lnTo>
                  <a:pt x="22860" y="130302"/>
                </a:lnTo>
                <a:lnTo>
                  <a:pt x="22860" y="150114"/>
                </a:lnTo>
                <a:lnTo>
                  <a:pt x="175361" y="150114"/>
                </a:lnTo>
                <a:lnTo>
                  <a:pt x="175361" y="171450"/>
                </a:lnTo>
                <a:lnTo>
                  <a:pt x="0" y="171450"/>
                </a:lnTo>
                <a:lnTo>
                  <a:pt x="0" y="192786"/>
                </a:lnTo>
                <a:lnTo>
                  <a:pt x="378142" y="192786"/>
                </a:lnTo>
                <a:lnTo>
                  <a:pt x="378142" y="1714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7583894" y="3297973"/>
            <a:ext cx="374015" cy="137795"/>
          </a:xfrm>
          <a:custGeom>
            <a:avLst/>
            <a:gdLst/>
            <a:ahLst/>
            <a:cxnLst/>
            <a:rect l="l" t="t" r="r" b="b"/>
            <a:pathLst>
              <a:path w="374015" h="137795">
                <a:moveTo>
                  <a:pt x="314134" y="0"/>
                </a:moveTo>
                <a:lnTo>
                  <a:pt x="288226" y="0"/>
                </a:lnTo>
                <a:lnTo>
                  <a:pt x="288226" y="20320"/>
                </a:lnTo>
                <a:lnTo>
                  <a:pt x="288226" y="39370"/>
                </a:lnTo>
                <a:lnTo>
                  <a:pt x="288226" y="58420"/>
                </a:lnTo>
                <a:lnTo>
                  <a:pt x="288226" y="77470"/>
                </a:lnTo>
                <a:lnTo>
                  <a:pt x="85344" y="77470"/>
                </a:lnTo>
                <a:lnTo>
                  <a:pt x="85344" y="58420"/>
                </a:lnTo>
                <a:lnTo>
                  <a:pt x="288226" y="58420"/>
                </a:lnTo>
                <a:lnTo>
                  <a:pt x="288226" y="39370"/>
                </a:lnTo>
                <a:lnTo>
                  <a:pt x="85344" y="39370"/>
                </a:lnTo>
                <a:lnTo>
                  <a:pt x="85344" y="20320"/>
                </a:lnTo>
                <a:lnTo>
                  <a:pt x="288226" y="20320"/>
                </a:lnTo>
                <a:lnTo>
                  <a:pt x="288226" y="0"/>
                </a:lnTo>
                <a:lnTo>
                  <a:pt x="57912" y="0"/>
                </a:lnTo>
                <a:lnTo>
                  <a:pt x="57912" y="20320"/>
                </a:lnTo>
                <a:lnTo>
                  <a:pt x="57912" y="39370"/>
                </a:lnTo>
                <a:lnTo>
                  <a:pt x="57912" y="58420"/>
                </a:lnTo>
                <a:lnTo>
                  <a:pt x="57912" y="77470"/>
                </a:lnTo>
                <a:lnTo>
                  <a:pt x="57912" y="97790"/>
                </a:lnTo>
                <a:lnTo>
                  <a:pt x="57912" y="107950"/>
                </a:lnTo>
                <a:lnTo>
                  <a:pt x="85344" y="107950"/>
                </a:lnTo>
                <a:lnTo>
                  <a:pt x="85344" y="97790"/>
                </a:lnTo>
                <a:lnTo>
                  <a:pt x="288226" y="97790"/>
                </a:lnTo>
                <a:lnTo>
                  <a:pt x="288226" y="108267"/>
                </a:lnTo>
                <a:lnTo>
                  <a:pt x="314134" y="108267"/>
                </a:lnTo>
                <a:lnTo>
                  <a:pt x="314134" y="19773"/>
                </a:lnTo>
                <a:lnTo>
                  <a:pt x="314134" y="0"/>
                </a:lnTo>
                <a:close/>
              </a:path>
              <a:path w="374015" h="137795">
                <a:moveTo>
                  <a:pt x="373570" y="115887"/>
                </a:moveTo>
                <a:lnTo>
                  <a:pt x="0" y="115887"/>
                </a:lnTo>
                <a:lnTo>
                  <a:pt x="0" y="137223"/>
                </a:lnTo>
                <a:lnTo>
                  <a:pt x="373570" y="137223"/>
                </a:lnTo>
                <a:lnTo>
                  <a:pt x="373570" y="11588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 descr=""/>
          <p:cNvGrpSpPr/>
          <p:nvPr/>
        </p:nvGrpSpPr>
        <p:grpSpPr>
          <a:xfrm>
            <a:off x="8094726" y="3320796"/>
            <a:ext cx="678815" cy="291465"/>
            <a:chOff x="8094726" y="3320796"/>
            <a:chExt cx="678815" cy="291465"/>
          </a:xfrm>
        </p:grpSpPr>
        <p:pic>
          <p:nvPicPr>
            <p:cNvPr id="75" name="object 7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4726" y="3407759"/>
              <a:ext cx="129635" cy="204406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8248840" y="3354324"/>
              <a:ext cx="114300" cy="258445"/>
            </a:xfrm>
            <a:custGeom>
              <a:avLst/>
              <a:gdLst/>
              <a:ahLst/>
              <a:cxnLst/>
              <a:rect l="l" t="t" r="r" b="b"/>
              <a:pathLst>
                <a:path w="114300" h="258445">
                  <a:moveTo>
                    <a:pt x="85344" y="257841"/>
                  </a:moveTo>
                  <a:lnTo>
                    <a:pt x="63103" y="254149"/>
                  </a:lnTo>
                  <a:lnTo>
                    <a:pt x="46862" y="243161"/>
                  </a:lnTo>
                  <a:lnTo>
                    <a:pt x="36909" y="225011"/>
                  </a:lnTo>
                  <a:lnTo>
                    <a:pt x="33527" y="199834"/>
                  </a:lnTo>
                  <a:lnTo>
                    <a:pt x="33527" y="83915"/>
                  </a:lnTo>
                  <a:lnTo>
                    <a:pt x="0" y="83915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9143"/>
                  </a:lnTo>
                  <a:lnTo>
                    <a:pt x="65532" y="0"/>
                  </a:lnTo>
                  <a:lnTo>
                    <a:pt x="65532" y="58007"/>
                  </a:lnTo>
                  <a:lnTo>
                    <a:pt x="114300" y="58007"/>
                  </a:lnTo>
                  <a:lnTo>
                    <a:pt x="114300" y="83915"/>
                  </a:lnTo>
                  <a:lnTo>
                    <a:pt x="65532" y="83915"/>
                  </a:lnTo>
                  <a:lnTo>
                    <a:pt x="65532" y="193738"/>
                  </a:lnTo>
                  <a:lnTo>
                    <a:pt x="83820" y="230409"/>
                  </a:lnTo>
                  <a:lnTo>
                    <a:pt x="102107" y="230409"/>
                  </a:lnTo>
                  <a:lnTo>
                    <a:pt x="108204" y="228885"/>
                  </a:lnTo>
                  <a:lnTo>
                    <a:pt x="114300" y="224313"/>
                  </a:lnTo>
                  <a:lnTo>
                    <a:pt x="114300" y="251745"/>
                  </a:lnTo>
                  <a:lnTo>
                    <a:pt x="108275" y="253984"/>
                  </a:lnTo>
                  <a:lnTo>
                    <a:pt x="101536" y="255936"/>
                  </a:lnTo>
                  <a:lnTo>
                    <a:pt x="93940" y="257317"/>
                  </a:lnTo>
                  <a:lnTo>
                    <a:pt x="85344" y="2578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0667" y="3407759"/>
              <a:ext cx="155543" cy="204406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8581263" y="3320795"/>
              <a:ext cx="192405" cy="291465"/>
            </a:xfrm>
            <a:custGeom>
              <a:avLst/>
              <a:gdLst/>
              <a:ahLst/>
              <a:cxnLst/>
              <a:rect l="l" t="t" r="r" b="b"/>
              <a:pathLst>
                <a:path w="192404" h="291464">
                  <a:moveTo>
                    <a:pt x="114388" y="91541"/>
                  </a:moveTo>
                  <a:lnTo>
                    <a:pt x="64008" y="91541"/>
                  </a:lnTo>
                  <a:lnTo>
                    <a:pt x="64008" y="33528"/>
                  </a:lnTo>
                  <a:lnTo>
                    <a:pt x="33528" y="42672"/>
                  </a:lnTo>
                  <a:lnTo>
                    <a:pt x="33528" y="91541"/>
                  </a:lnTo>
                  <a:lnTo>
                    <a:pt x="0" y="91541"/>
                  </a:lnTo>
                  <a:lnTo>
                    <a:pt x="0" y="117449"/>
                  </a:lnTo>
                  <a:lnTo>
                    <a:pt x="33528" y="117449"/>
                  </a:lnTo>
                  <a:lnTo>
                    <a:pt x="33528" y="233362"/>
                  </a:lnTo>
                  <a:lnTo>
                    <a:pt x="36690" y="258546"/>
                  </a:lnTo>
                  <a:lnTo>
                    <a:pt x="46291" y="276694"/>
                  </a:lnTo>
                  <a:lnTo>
                    <a:pt x="62496" y="287680"/>
                  </a:lnTo>
                  <a:lnTo>
                    <a:pt x="85432" y="291376"/>
                  </a:lnTo>
                  <a:lnTo>
                    <a:pt x="94030" y="290855"/>
                  </a:lnTo>
                  <a:lnTo>
                    <a:pt x="101625" y="289471"/>
                  </a:lnTo>
                  <a:lnTo>
                    <a:pt x="108369" y="287515"/>
                  </a:lnTo>
                  <a:lnTo>
                    <a:pt x="114388" y="285280"/>
                  </a:lnTo>
                  <a:lnTo>
                    <a:pt x="114388" y="257848"/>
                  </a:lnTo>
                  <a:lnTo>
                    <a:pt x="108292" y="262420"/>
                  </a:lnTo>
                  <a:lnTo>
                    <a:pt x="102196" y="263944"/>
                  </a:lnTo>
                  <a:lnTo>
                    <a:pt x="83908" y="263944"/>
                  </a:lnTo>
                  <a:lnTo>
                    <a:pt x="76200" y="262420"/>
                  </a:lnTo>
                  <a:lnTo>
                    <a:pt x="64008" y="227266"/>
                  </a:lnTo>
                  <a:lnTo>
                    <a:pt x="64008" y="117449"/>
                  </a:lnTo>
                  <a:lnTo>
                    <a:pt x="114388" y="117449"/>
                  </a:lnTo>
                  <a:lnTo>
                    <a:pt x="114388" y="91541"/>
                  </a:lnTo>
                  <a:close/>
                </a:path>
                <a:path w="192404" h="291464">
                  <a:moveTo>
                    <a:pt x="187540" y="91452"/>
                  </a:moveTo>
                  <a:lnTo>
                    <a:pt x="155536" y="91452"/>
                  </a:lnTo>
                  <a:lnTo>
                    <a:pt x="155536" y="286715"/>
                  </a:lnTo>
                  <a:lnTo>
                    <a:pt x="187540" y="286715"/>
                  </a:lnTo>
                  <a:lnTo>
                    <a:pt x="187540" y="91452"/>
                  </a:lnTo>
                  <a:close/>
                </a:path>
                <a:path w="192404" h="291464">
                  <a:moveTo>
                    <a:pt x="192112" y="15240"/>
                  </a:moveTo>
                  <a:lnTo>
                    <a:pt x="190588" y="10668"/>
                  </a:lnTo>
                  <a:lnTo>
                    <a:pt x="182968" y="3048"/>
                  </a:lnTo>
                  <a:lnTo>
                    <a:pt x="178396" y="0"/>
                  </a:lnTo>
                  <a:lnTo>
                    <a:pt x="166204" y="0"/>
                  </a:lnTo>
                  <a:lnTo>
                    <a:pt x="157060" y="6096"/>
                  </a:lnTo>
                  <a:lnTo>
                    <a:pt x="154012" y="10668"/>
                  </a:lnTo>
                  <a:lnTo>
                    <a:pt x="152488" y="15240"/>
                  </a:lnTo>
                  <a:lnTo>
                    <a:pt x="152488" y="27432"/>
                  </a:lnTo>
                  <a:lnTo>
                    <a:pt x="154012" y="32004"/>
                  </a:lnTo>
                  <a:lnTo>
                    <a:pt x="161632" y="39624"/>
                  </a:lnTo>
                  <a:lnTo>
                    <a:pt x="166204" y="41148"/>
                  </a:lnTo>
                  <a:lnTo>
                    <a:pt x="178396" y="41148"/>
                  </a:lnTo>
                  <a:lnTo>
                    <a:pt x="182968" y="39624"/>
                  </a:lnTo>
                  <a:lnTo>
                    <a:pt x="186016" y="35052"/>
                  </a:lnTo>
                  <a:lnTo>
                    <a:pt x="190588" y="30480"/>
                  </a:lnTo>
                  <a:lnTo>
                    <a:pt x="192112" y="25908"/>
                  </a:lnTo>
                  <a:lnTo>
                    <a:pt x="192112" y="1524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9" name="object 7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9197" y="3407759"/>
            <a:ext cx="146399" cy="204406"/>
          </a:xfrm>
          <a:prstGeom prst="rect">
            <a:avLst/>
          </a:prstGeom>
        </p:spPr>
      </p:pic>
      <p:sp>
        <p:nvSpPr>
          <p:cNvPr id="80" name="object 80" descr=""/>
          <p:cNvSpPr/>
          <p:nvPr/>
        </p:nvSpPr>
        <p:spPr>
          <a:xfrm>
            <a:off x="9041796" y="3560254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20" h="102235">
                <a:moveTo>
                  <a:pt x="25908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8007" y="0"/>
                </a:lnTo>
                <a:lnTo>
                  <a:pt x="25908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9380410" y="3284220"/>
            <a:ext cx="379730" cy="366395"/>
          </a:xfrm>
          <a:custGeom>
            <a:avLst/>
            <a:gdLst/>
            <a:ahLst/>
            <a:cxnLst/>
            <a:rect l="l" t="t" r="r" b="b"/>
            <a:pathLst>
              <a:path w="379729" h="366395">
                <a:moveTo>
                  <a:pt x="373570" y="147923"/>
                </a:moveTo>
                <a:lnTo>
                  <a:pt x="111252" y="147923"/>
                </a:lnTo>
                <a:lnTo>
                  <a:pt x="111252" y="118967"/>
                </a:lnTo>
                <a:lnTo>
                  <a:pt x="373570" y="118967"/>
                </a:lnTo>
                <a:lnTo>
                  <a:pt x="373570" y="147923"/>
                </a:lnTo>
                <a:close/>
              </a:path>
              <a:path w="379729" h="366395">
                <a:moveTo>
                  <a:pt x="16764" y="366045"/>
                </a:moveTo>
                <a:lnTo>
                  <a:pt x="0" y="334041"/>
                </a:lnTo>
                <a:lnTo>
                  <a:pt x="3143" y="330565"/>
                </a:lnTo>
                <a:lnTo>
                  <a:pt x="12573" y="322230"/>
                </a:lnTo>
                <a:lnTo>
                  <a:pt x="50292" y="289845"/>
                </a:lnTo>
                <a:lnTo>
                  <a:pt x="50292" y="160115"/>
                </a:lnTo>
                <a:lnTo>
                  <a:pt x="1524" y="160115"/>
                </a:lnTo>
                <a:lnTo>
                  <a:pt x="1524" y="131159"/>
                </a:lnTo>
                <a:lnTo>
                  <a:pt x="80772" y="131159"/>
                </a:lnTo>
                <a:lnTo>
                  <a:pt x="80772" y="295941"/>
                </a:lnTo>
                <a:lnTo>
                  <a:pt x="97050" y="311086"/>
                </a:lnTo>
                <a:lnTo>
                  <a:pt x="105012" y="315753"/>
                </a:lnTo>
                <a:lnTo>
                  <a:pt x="64008" y="315753"/>
                </a:lnTo>
                <a:lnTo>
                  <a:pt x="52339" y="326612"/>
                </a:lnTo>
                <a:lnTo>
                  <a:pt x="40386" y="338613"/>
                </a:lnTo>
                <a:lnTo>
                  <a:pt x="28432" y="351758"/>
                </a:lnTo>
                <a:lnTo>
                  <a:pt x="16764" y="366045"/>
                </a:lnTo>
                <a:close/>
              </a:path>
              <a:path w="379729" h="366395">
                <a:moveTo>
                  <a:pt x="131159" y="291369"/>
                </a:moveTo>
                <a:lnTo>
                  <a:pt x="115824" y="263842"/>
                </a:lnTo>
                <a:lnTo>
                  <a:pt x="123356" y="258746"/>
                </a:lnTo>
                <a:lnTo>
                  <a:pt x="130004" y="252793"/>
                </a:lnTo>
                <a:lnTo>
                  <a:pt x="154400" y="219155"/>
                </a:lnTo>
                <a:lnTo>
                  <a:pt x="179546" y="173369"/>
                </a:lnTo>
                <a:lnTo>
                  <a:pt x="192119" y="147923"/>
                </a:lnTo>
                <a:lnTo>
                  <a:pt x="228695" y="147923"/>
                </a:lnTo>
                <a:lnTo>
                  <a:pt x="212693" y="177720"/>
                </a:lnTo>
                <a:lnTo>
                  <a:pt x="196691" y="205347"/>
                </a:lnTo>
                <a:lnTo>
                  <a:pt x="180689" y="230955"/>
                </a:lnTo>
                <a:lnTo>
                  <a:pt x="164687" y="254698"/>
                </a:lnTo>
                <a:lnTo>
                  <a:pt x="340099" y="254698"/>
                </a:lnTo>
                <a:lnTo>
                  <a:pt x="340852" y="255792"/>
                </a:lnTo>
                <a:lnTo>
                  <a:pt x="351251" y="271462"/>
                </a:lnTo>
                <a:lnTo>
                  <a:pt x="312610" y="271462"/>
                </a:lnTo>
                <a:lnTo>
                  <a:pt x="262549" y="274891"/>
                </a:lnTo>
                <a:lnTo>
                  <a:pt x="219944" y="278320"/>
                </a:lnTo>
                <a:lnTo>
                  <a:pt x="157067" y="285178"/>
                </a:lnTo>
                <a:lnTo>
                  <a:pt x="137993" y="289290"/>
                </a:lnTo>
                <a:lnTo>
                  <a:pt x="131159" y="291369"/>
                </a:lnTo>
                <a:close/>
              </a:path>
              <a:path w="379729" h="366395">
                <a:moveTo>
                  <a:pt x="340099" y="254698"/>
                </a:moveTo>
                <a:lnTo>
                  <a:pt x="164687" y="254698"/>
                </a:lnTo>
                <a:lnTo>
                  <a:pt x="195049" y="253293"/>
                </a:lnTo>
                <a:lnTo>
                  <a:pt x="297370" y="247078"/>
                </a:lnTo>
                <a:lnTo>
                  <a:pt x="287964" y="232243"/>
                </a:lnTo>
                <a:lnTo>
                  <a:pt x="278130" y="217551"/>
                </a:lnTo>
                <a:lnTo>
                  <a:pt x="268009" y="203144"/>
                </a:lnTo>
                <a:lnTo>
                  <a:pt x="257746" y="189166"/>
                </a:lnTo>
                <a:lnTo>
                  <a:pt x="282130" y="173831"/>
                </a:lnTo>
                <a:lnTo>
                  <a:pt x="303037" y="201937"/>
                </a:lnTo>
                <a:lnTo>
                  <a:pt x="322516" y="229159"/>
                </a:lnTo>
                <a:lnTo>
                  <a:pt x="340099" y="254698"/>
                </a:lnTo>
                <a:close/>
              </a:path>
              <a:path w="379729" h="366395">
                <a:moveTo>
                  <a:pt x="330898" y="302037"/>
                </a:moveTo>
                <a:lnTo>
                  <a:pt x="326326" y="294260"/>
                </a:lnTo>
                <a:lnTo>
                  <a:pt x="317182" y="279240"/>
                </a:lnTo>
                <a:lnTo>
                  <a:pt x="312610" y="271462"/>
                </a:lnTo>
                <a:lnTo>
                  <a:pt x="351251" y="271462"/>
                </a:lnTo>
                <a:lnTo>
                  <a:pt x="358330" y="282130"/>
                </a:lnTo>
                <a:lnTo>
                  <a:pt x="330898" y="302037"/>
                </a:lnTo>
                <a:close/>
              </a:path>
              <a:path w="379729" h="366395">
                <a:moveTo>
                  <a:pt x="253079" y="361473"/>
                </a:moveTo>
                <a:lnTo>
                  <a:pt x="155543" y="359949"/>
                </a:lnTo>
                <a:lnTo>
                  <a:pt x="102881" y="348710"/>
                </a:lnTo>
                <a:lnTo>
                  <a:pt x="64008" y="315753"/>
                </a:lnTo>
                <a:lnTo>
                  <a:pt x="105012" y="315753"/>
                </a:lnTo>
                <a:lnTo>
                  <a:pt x="116062" y="322230"/>
                </a:lnTo>
                <a:lnTo>
                  <a:pt x="137645" y="329374"/>
                </a:lnTo>
                <a:lnTo>
                  <a:pt x="161639" y="332517"/>
                </a:lnTo>
                <a:lnTo>
                  <a:pt x="274510" y="334041"/>
                </a:lnTo>
                <a:lnTo>
                  <a:pt x="377837" y="334041"/>
                </a:lnTo>
                <a:lnTo>
                  <a:pt x="376475" y="337446"/>
                </a:lnTo>
                <a:lnTo>
                  <a:pt x="373570" y="345281"/>
                </a:lnTo>
                <a:lnTo>
                  <a:pt x="370665" y="352829"/>
                </a:lnTo>
                <a:lnTo>
                  <a:pt x="367474" y="359949"/>
                </a:lnTo>
                <a:lnTo>
                  <a:pt x="253079" y="361473"/>
                </a:lnTo>
                <a:close/>
              </a:path>
              <a:path w="379729" h="366395">
                <a:moveTo>
                  <a:pt x="377837" y="334041"/>
                </a:moveTo>
                <a:lnTo>
                  <a:pt x="274510" y="334041"/>
                </a:lnTo>
                <a:lnTo>
                  <a:pt x="379666" y="329469"/>
                </a:lnTo>
                <a:lnTo>
                  <a:pt x="377837" y="334041"/>
                </a:lnTo>
                <a:close/>
              </a:path>
              <a:path w="379729" h="366395">
                <a:moveTo>
                  <a:pt x="350710" y="50292"/>
                </a:moveTo>
                <a:lnTo>
                  <a:pt x="137255" y="50292"/>
                </a:lnTo>
                <a:lnTo>
                  <a:pt x="137255" y="21336"/>
                </a:lnTo>
                <a:lnTo>
                  <a:pt x="350710" y="21336"/>
                </a:lnTo>
                <a:lnTo>
                  <a:pt x="350710" y="50292"/>
                </a:lnTo>
                <a:close/>
              </a:path>
              <a:path w="379729" h="366395">
                <a:moveTo>
                  <a:pt x="73152" y="91535"/>
                </a:moveTo>
                <a:lnTo>
                  <a:pt x="60293" y="72954"/>
                </a:lnTo>
                <a:lnTo>
                  <a:pt x="46863" y="54113"/>
                </a:lnTo>
                <a:lnTo>
                  <a:pt x="32861" y="35291"/>
                </a:lnTo>
                <a:lnTo>
                  <a:pt x="18288" y="16764"/>
                </a:lnTo>
                <a:lnTo>
                  <a:pt x="42672" y="0"/>
                </a:lnTo>
                <a:lnTo>
                  <a:pt x="57292" y="18288"/>
                </a:lnTo>
                <a:lnTo>
                  <a:pt x="85963" y="54864"/>
                </a:lnTo>
                <a:lnTo>
                  <a:pt x="100584" y="73152"/>
                </a:lnTo>
                <a:lnTo>
                  <a:pt x="73152" y="9153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297584" y="3749420"/>
            <a:ext cx="770255" cy="381635"/>
          </a:xfrm>
          <a:custGeom>
            <a:avLst/>
            <a:gdLst/>
            <a:ahLst/>
            <a:cxnLst/>
            <a:rect l="l" t="t" r="r" b="b"/>
            <a:pathLst>
              <a:path w="770255" h="381635">
                <a:moveTo>
                  <a:pt x="375196" y="33629"/>
                </a:moveTo>
                <a:lnTo>
                  <a:pt x="254698" y="33629"/>
                </a:lnTo>
                <a:lnTo>
                  <a:pt x="259245" y="25552"/>
                </a:lnTo>
                <a:lnTo>
                  <a:pt x="263652" y="17348"/>
                </a:lnTo>
                <a:lnTo>
                  <a:pt x="267766" y="8890"/>
                </a:lnTo>
                <a:lnTo>
                  <a:pt x="271462" y="0"/>
                </a:lnTo>
                <a:lnTo>
                  <a:pt x="239458" y="0"/>
                </a:lnTo>
                <a:lnTo>
                  <a:pt x="228333" y="22047"/>
                </a:lnTo>
                <a:lnTo>
                  <a:pt x="215646" y="42532"/>
                </a:lnTo>
                <a:lnTo>
                  <a:pt x="201523" y="61595"/>
                </a:lnTo>
                <a:lnTo>
                  <a:pt x="186118" y="79349"/>
                </a:lnTo>
                <a:lnTo>
                  <a:pt x="192697" y="83921"/>
                </a:lnTo>
                <a:lnTo>
                  <a:pt x="198691" y="88493"/>
                </a:lnTo>
                <a:lnTo>
                  <a:pt x="204127" y="93065"/>
                </a:lnTo>
                <a:lnTo>
                  <a:pt x="208978" y="97637"/>
                </a:lnTo>
                <a:lnTo>
                  <a:pt x="216979" y="88201"/>
                </a:lnTo>
                <a:lnTo>
                  <a:pt x="224980" y="78206"/>
                </a:lnTo>
                <a:lnTo>
                  <a:pt x="232981" y="67627"/>
                </a:lnTo>
                <a:lnTo>
                  <a:pt x="240982" y="56489"/>
                </a:lnTo>
                <a:lnTo>
                  <a:pt x="279082" y="56489"/>
                </a:lnTo>
                <a:lnTo>
                  <a:pt x="265366" y="65633"/>
                </a:lnTo>
                <a:lnTo>
                  <a:pt x="274231" y="73660"/>
                </a:lnTo>
                <a:lnTo>
                  <a:pt x="282524" y="81826"/>
                </a:lnTo>
                <a:lnTo>
                  <a:pt x="290271" y="90284"/>
                </a:lnTo>
                <a:lnTo>
                  <a:pt x="297472" y="99161"/>
                </a:lnTo>
                <a:lnTo>
                  <a:pt x="120497" y="99161"/>
                </a:lnTo>
                <a:lnTo>
                  <a:pt x="138785" y="85445"/>
                </a:lnTo>
                <a:lnTo>
                  <a:pt x="131927" y="77711"/>
                </a:lnTo>
                <a:lnTo>
                  <a:pt x="125069" y="70396"/>
                </a:lnTo>
                <a:lnTo>
                  <a:pt x="118211" y="63373"/>
                </a:lnTo>
                <a:lnTo>
                  <a:pt x="111353" y="56489"/>
                </a:lnTo>
                <a:lnTo>
                  <a:pt x="198310" y="56489"/>
                </a:lnTo>
                <a:lnTo>
                  <a:pt x="198310" y="33629"/>
                </a:lnTo>
                <a:lnTo>
                  <a:pt x="86969" y="33629"/>
                </a:lnTo>
                <a:lnTo>
                  <a:pt x="92417" y="25552"/>
                </a:lnTo>
                <a:lnTo>
                  <a:pt x="97447" y="17348"/>
                </a:lnTo>
                <a:lnTo>
                  <a:pt x="102184" y="8890"/>
                </a:lnTo>
                <a:lnTo>
                  <a:pt x="106781" y="0"/>
                </a:lnTo>
                <a:lnTo>
                  <a:pt x="74777" y="0"/>
                </a:lnTo>
                <a:lnTo>
                  <a:pt x="59677" y="25260"/>
                </a:lnTo>
                <a:lnTo>
                  <a:pt x="41998" y="48475"/>
                </a:lnTo>
                <a:lnTo>
                  <a:pt x="22009" y="69964"/>
                </a:lnTo>
                <a:lnTo>
                  <a:pt x="0" y="90017"/>
                </a:lnTo>
                <a:lnTo>
                  <a:pt x="5422" y="94589"/>
                </a:lnTo>
                <a:lnTo>
                  <a:pt x="10287" y="99161"/>
                </a:lnTo>
                <a:lnTo>
                  <a:pt x="14566" y="103733"/>
                </a:lnTo>
                <a:lnTo>
                  <a:pt x="18288" y="108305"/>
                </a:lnTo>
                <a:lnTo>
                  <a:pt x="32651" y="96354"/>
                </a:lnTo>
                <a:lnTo>
                  <a:pt x="45999" y="83540"/>
                </a:lnTo>
                <a:lnTo>
                  <a:pt x="58420" y="70205"/>
                </a:lnTo>
                <a:lnTo>
                  <a:pt x="70205" y="56489"/>
                </a:lnTo>
                <a:lnTo>
                  <a:pt x="102209" y="56489"/>
                </a:lnTo>
                <a:lnTo>
                  <a:pt x="88493" y="65633"/>
                </a:lnTo>
                <a:lnTo>
                  <a:pt x="96227" y="73660"/>
                </a:lnTo>
                <a:lnTo>
                  <a:pt x="103543" y="81826"/>
                </a:lnTo>
                <a:lnTo>
                  <a:pt x="110566" y="90284"/>
                </a:lnTo>
                <a:lnTo>
                  <a:pt x="117449" y="99161"/>
                </a:lnTo>
                <a:lnTo>
                  <a:pt x="53441" y="99161"/>
                </a:lnTo>
                <a:lnTo>
                  <a:pt x="53441" y="271564"/>
                </a:lnTo>
                <a:lnTo>
                  <a:pt x="80873" y="271564"/>
                </a:lnTo>
                <a:lnTo>
                  <a:pt x="80873" y="257848"/>
                </a:lnTo>
                <a:lnTo>
                  <a:pt x="302044" y="257848"/>
                </a:lnTo>
                <a:lnTo>
                  <a:pt x="302044" y="271564"/>
                </a:lnTo>
                <a:lnTo>
                  <a:pt x="329476" y="271564"/>
                </a:lnTo>
                <a:lnTo>
                  <a:pt x="329476" y="257848"/>
                </a:lnTo>
                <a:lnTo>
                  <a:pt x="329476" y="236423"/>
                </a:lnTo>
                <a:lnTo>
                  <a:pt x="329476" y="99161"/>
                </a:lnTo>
                <a:lnTo>
                  <a:pt x="302044" y="99161"/>
                </a:lnTo>
                <a:lnTo>
                  <a:pt x="302044" y="236423"/>
                </a:lnTo>
                <a:lnTo>
                  <a:pt x="80873" y="236423"/>
                </a:lnTo>
                <a:lnTo>
                  <a:pt x="80873" y="212039"/>
                </a:lnTo>
                <a:lnTo>
                  <a:pt x="302044" y="212039"/>
                </a:lnTo>
                <a:lnTo>
                  <a:pt x="302044" y="190703"/>
                </a:lnTo>
                <a:lnTo>
                  <a:pt x="80873" y="190703"/>
                </a:lnTo>
                <a:lnTo>
                  <a:pt x="80873" y="166319"/>
                </a:lnTo>
                <a:lnTo>
                  <a:pt x="302044" y="166319"/>
                </a:lnTo>
                <a:lnTo>
                  <a:pt x="302044" y="146507"/>
                </a:lnTo>
                <a:lnTo>
                  <a:pt x="80873" y="146507"/>
                </a:lnTo>
                <a:lnTo>
                  <a:pt x="80873" y="120497"/>
                </a:lnTo>
                <a:lnTo>
                  <a:pt x="302044" y="120497"/>
                </a:lnTo>
                <a:lnTo>
                  <a:pt x="302044" y="99161"/>
                </a:lnTo>
                <a:lnTo>
                  <a:pt x="300520" y="99161"/>
                </a:lnTo>
                <a:lnTo>
                  <a:pt x="318808" y="83921"/>
                </a:lnTo>
                <a:lnTo>
                  <a:pt x="311683" y="77063"/>
                </a:lnTo>
                <a:lnTo>
                  <a:pt x="304126" y="70205"/>
                </a:lnTo>
                <a:lnTo>
                  <a:pt x="296291" y="63373"/>
                </a:lnTo>
                <a:lnTo>
                  <a:pt x="288226" y="56489"/>
                </a:lnTo>
                <a:lnTo>
                  <a:pt x="375196" y="56489"/>
                </a:lnTo>
                <a:lnTo>
                  <a:pt x="375196" y="33629"/>
                </a:lnTo>
                <a:close/>
              </a:path>
              <a:path w="770255" h="381635">
                <a:moveTo>
                  <a:pt x="379768" y="289852"/>
                </a:moveTo>
                <a:lnTo>
                  <a:pt x="289750" y="289852"/>
                </a:lnTo>
                <a:lnTo>
                  <a:pt x="289750" y="265468"/>
                </a:lnTo>
                <a:lnTo>
                  <a:pt x="260794" y="265468"/>
                </a:lnTo>
                <a:lnTo>
                  <a:pt x="260794" y="289852"/>
                </a:lnTo>
                <a:lnTo>
                  <a:pt x="135737" y="289852"/>
                </a:lnTo>
                <a:lnTo>
                  <a:pt x="137261" y="282232"/>
                </a:lnTo>
                <a:lnTo>
                  <a:pt x="137261" y="265468"/>
                </a:lnTo>
                <a:lnTo>
                  <a:pt x="109829" y="265468"/>
                </a:lnTo>
                <a:lnTo>
                  <a:pt x="109829" y="274612"/>
                </a:lnTo>
                <a:lnTo>
                  <a:pt x="108305" y="282232"/>
                </a:lnTo>
                <a:lnTo>
                  <a:pt x="108305" y="289852"/>
                </a:lnTo>
                <a:lnTo>
                  <a:pt x="3048" y="289852"/>
                </a:lnTo>
                <a:lnTo>
                  <a:pt x="3048" y="312712"/>
                </a:lnTo>
                <a:lnTo>
                  <a:pt x="102209" y="312712"/>
                </a:lnTo>
                <a:lnTo>
                  <a:pt x="92202" y="327533"/>
                </a:lnTo>
                <a:lnTo>
                  <a:pt x="75920" y="339813"/>
                </a:lnTo>
                <a:lnTo>
                  <a:pt x="53340" y="349224"/>
                </a:lnTo>
                <a:lnTo>
                  <a:pt x="24472" y="355485"/>
                </a:lnTo>
                <a:lnTo>
                  <a:pt x="29032" y="362318"/>
                </a:lnTo>
                <a:lnTo>
                  <a:pt x="33426" y="369011"/>
                </a:lnTo>
                <a:lnTo>
                  <a:pt x="37553" y="375412"/>
                </a:lnTo>
                <a:lnTo>
                  <a:pt x="41236" y="381393"/>
                </a:lnTo>
                <a:lnTo>
                  <a:pt x="75869" y="371094"/>
                </a:lnTo>
                <a:lnTo>
                  <a:pt x="102209" y="356235"/>
                </a:lnTo>
                <a:lnTo>
                  <a:pt x="120535" y="336765"/>
                </a:lnTo>
                <a:lnTo>
                  <a:pt x="131165" y="312712"/>
                </a:lnTo>
                <a:lnTo>
                  <a:pt x="260794" y="312712"/>
                </a:lnTo>
                <a:lnTo>
                  <a:pt x="260794" y="378345"/>
                </a:lnTo>
                <a:lnTo>
                  <a:pt x="289750" y="378345"/>
                </a:lnTo>
                <a:lnTo>
                  <a:pt x="289750" y="312712"/>
                </a:lnTo>
                <a:lnTo>
                  <a:pt x="379768" y="312712"/>
                </a:lnTo>
                <a:lnTo>
                  <a:pt x="379768" y="289852"/>
                </a:lnTo>
                <a:close/>
              </a:path>
              <a:path w="770255" h="381635">
                <a:moveTo>
                  <a:pt x="512445" y="128117"/>
                </a:moveTo>
                <a:lnTo>
                  <a:pt x="485013" y="112877"/>
                </a:lnTo>
                <a:lnTo>
                  <a:pt x="462737" y="152704"/>
                </a:lnTo>
                <a:lnTo>
                  <a:pt x="439432" y="187655"/>
                </a:lnTo>
                <a:lnTo>
                  <a:pt x="415277" y="218020"/>
                </a:lnTo>
                <a:lnTo>
                  <a:pt x="390423" y="244132"/>
                </a:lnTo>
                <a:lnTo>
                  <a:pt x="394741" y="252133"/>
                </a:lnTo>
                <a:lnTo>
                  <a:pt x="398614" y="260134"/>
                </a:lnTo>
                <a:lnTo>
                  <a:pt x="402221" y="268135"/>
                </a:lnTo>
                <a:lnTo>
                  <a:pt x="405663" y="276136"/>
                </a:lnTo>
                <a:lnTo>
                  <a:pt x="417969" y="263512"/>
                </a:lnTo>
                <a:lnTo>
                  <a:pt x="429717" y="250596"/>
                </a:lnTo>
                <a:lnTo>
                  <a:pt x="440893" y="237096"/>
                </a:lnTo>
                <a:lnTo>
                  <a:pt x="451485" y="222707"/>
                </a:lnTo>
                <a:lnTo>
                  <a:pt x="451485" y="376821"/>
                </a:lnTo>
                <a:lnTo>
                  <a:pt x="481965" y="376821"/>
                </a:lnTo>
                <a:lnTo>
                  <a:pt x="481965" y="222707"/>
                </a:lnTo>
                <a:lnTo>
                  <a:pt x="481965" y="178511"/>
                </a:lnTo>
                <a:lnTo>
                  <a:pt x="489940" y="166789"/>
                </a:lnTo>
                <a:lnTo>
                  <a:pt x="497776" y="154495"/>
                </a:lnTo>
                <a:lnTo>
                  <a:pt x="505320" y="141605"/>
                </a:lnTo>
                <a:lnTo>
                  <a:pt x="512445" y="128117"/>
                </a:lnTo>
                <a:close/>
              </a:path>
              <a:path w="770255" h="381635">
                <a:moveTo>
                  <a:pt x="545973" y="108305"/>
                </a:moveTo>
                <a:lnTo>
                  <a:pt x="537692" y="97142"/>
                </a:lnTo>
                <a:lnTo>
                  <a:pt x="528828" y="86398"/>
                </a:lnTo>
                <a:lnTo>
                  <a:pt x="519404" y="75946"/>
                </a:lnTo>
                <a:lnTo>
                  <a:pt x="509397" y="65633"/>
                </a:lnTo>
                <a:lnTo>
                  <a:pt x="488061" y="80873"/>
                </a:lnTo>
                <a:lnTo>
                  <a:pt x="500392" y="96380"/>
                </a:lnTo>
                <a:lnTo>
                  <a:pt x="510159" y="108877"/>
                </a:lnTo>
                <a:lnTo>
                  <a:pt x="517639" y="118808"/>
                </a:lnTo>
                <a:lnTo>
                  <a:pt x="523113" y="126593"/>
                </a:lnTo>
                <a:lnTo>
                  <a:pt x="545973" y="108305"/>
                </a:lnTo>
                <a:close/>
              </a:path>
              <a:path w="770255" h="381635">
                <a:moveTo>
                  <a:pt x="593318" y="38201"/>
                </a:moveTo>
                <a:lnTo>
                  <a:pt x="483489" y="38201"/>
                </a:lnTo>
                <a:lnTo>
                  <a:pt x="487819" y="28765"/>
                </a:lnTo>
                <a:lnTo>
                  <a:pt x="495922" y="9385"/>
                </a:lnTo>
                <a:lnTo>
                  <a:pt x="500253" y="0"/>
                </a:lnTo>
                <a:lnTo>
                  <a:pt x="466725" y="0"/>
                </a:lnTo>
                <a:lnTo>
                  <a:pt x="451827" y="32943"/>
                </a:lnTo>
                <a:lnTo>
                  <a:pt x="434479" y="63144"/>
                </a:lnTo>
                <a:lnTo>
                  <a:pt x="414566" y="90754"/>
                </a:lnTo>
                <a:lnTo>
                  <a:pt x="391947" y="115925"/>
                </a:lnTo>
                <a:lnTo>
                  <a:pt x="398500" y="122262"/>
                </a:lnTo>
                <a:lnTo>
                  <a:pt x="404329" y="127749"/>
                </a:lnTo>
                <a:lnTo>
                  <a:pt x="409308" y="132676"/>
                </a:lnTo>
                <a:lnTo>
                  <a:pt x="413283" y="137350"/>
                </a:lnTo>
                <a:lnTo>
                  <a:pt x="428739" y="120726"/>
                </a:lnTo>
                <a:lnTo>
                  <a:pt x="443052" y="102984"/>
                </a:lnTo>
                <a:lnTo>
                  <a:pt x="456196" y="84162"/>
                </a:lnTo>
                <a:lnTo>
                  <a:pt x="468249" y="64109"/>
                </a:lnTo>
                <a:lnTo>
                  <a:pt x="593318" y="64109"/>
                </a:lnTo>
                <a:lnTo>
                  <a:pt x="593318" y="38201"/>
                </a:lnTo>
                <a:close/>
              </a:path>
              <a:path w="770255" h="381635">
                <a:moveTo>
                  <a:pt x="608558" y="282232"/>
                </a:moveTo>
                <a:lnTo>
                  <a:pt x="597954" y="265950"/>
                </a:lnTo>
                <a:lnTo>
                  <a:pt x="586651" y="249262"/>
                </a:lnTo>
                <a:lnTo>
                  <a:pt x="574433" y="232219"/>
                </a:lnTo>
                <a:lnTo>
                  <a:pt x="561213" y="215087"/>
                </a:lnTo>
                <a:lnTo>
                  <a:pt x="536829" y="230327"/>
                </a:lnTo>
                <a:lnTo>
                  <a:pt x="549071" y="249224"/>
                </a:lnTo>
                <a:lnTo>
                  <a:pt x="560654" y="267169"/>
                </a:lnTo>
                <a:lnTo>
                  <a:pt x="571373" y="284213"/>
                </a:lnTo>
                <a:lnTo>
                  <a:pt x="581126" y="300520"/>
                </a:lnTo>
                <a:lnTo>
                  <a:pt x="608558" y="282232"/>
                </a:lnTo>
                <a:close/>
              </a:path>
              <a:path w="770255" h="381635">
                <a:moveTo>
                  <a:pt x="715327" y="105257"/>
                </a:moveTo>
                <a:lnTo>
                  <a:pt x="707821" y="96710"/>
                </a:lnTo>
                <a:lnTo>
                  <a:pt x="699046" y="87160"/>
                </a:lnTo>
                <a:lnTo>
                  <a:pt x="688873" y="76758"/>
                </a:lnTo>
                <a:lnTo>
                  <a:pt x="677138" y="65633"/>
                </a:lnTo>
                <a:lnTo>
                  <a:pt x="655802" y="80873"/>
                </a:lnTo>
                <a:lnTo>
                  <a:pt x="665797" y="92036"/>
                </a:lnTo>
                <a:lnTo>
                  <a:pt x="675233" y="102781"/>
                </a:lnTo>
                <a:lnTo>
                  <a:pt x="684085" y="113233"/>
                </a:lnTo>
                <a:lnTo>
                  <a:pt x="692378" y="123545"/>
                </a:lnTo>
                <a:lnTo>
                  <a:pt x="715327" y="105257"/>
                </a:lnTo>
                <a:close/>
              </a:path>
              <a:path w="770255" h="381635">
                <a:moveTo>
                  <a:pt x="770191" y="172402"/>
                </a:moveTo>
                <a:lnTo>
                  <a:pt x="704570" y="172402"/>
                </a:lnTo>
                <a:lnTo>
                  <a:pt x="704570" y="128117"/>
                </a:lnTo>
                <a:lnTo>
                  <a:pt x="674090" y="128117"/>
                </a:lnTo>
                <a:lnTo>
                  <a:pt x="674090" y="172402"/>
                </a:lnTo>
                <a:lnTo>
                  <a:pt x="506349" y="172402"/>
                </a:lnTo>
                <a:lnTo>
                  <a:pt x="506349" y="199847"/>
                </a:lnTo>
                <a:lnTo>
                  <a:pt x="674090" y="199847"/>
                </a:lnTo>
                <a:lnTo>
                  <a:pt x="674090" y="324904"/>
                </a:lnTo>
                <a:lnTo>
                  <a:pt x="672922" y="333806"/>
                </a:lnTo>
                <a:lnTo>
                  <a:pt x="669328" y="340004"/>
                </a:lnTo>
                <a:lnTo>
                  <a:pt x="663155" y="343623"/>
                </a:lnTo>
                <a:lnTo>
                  <a:pt x="654570" y="344779"/>
                </a:lnTo>
                <a:lnTo>
                  <a:pt x="641413" y="344766"/>
                </a:lnTo>
                <a:lnTo>
                  <a:pt x="627989" y="344424"/>
                </a:lnTo>
                <a:lnTo>
                  <a:pt x="613981" y="343484"/>
                </a:lnTo>
                <a:lnTo>
                  <a:pt x="599414" y="341668"/>
                </a:lnTo>
                <a:lnTo>
                  <a:pt x="601408" y="350367"/>
                </a:lnTo>
                <a:lnTo>
                  <a:pt x="602843" y="358330"/>
                </a:lnTo>
                <a:lnTo>
                  <a:pt x="603694" y="365975"/>
                </a:lnTo>
                <a:lnTo>
                  <a:pt x="603986" y="373773"/>
                </a:lnTo>
                <a:lnTo>
                  <a:pt x="661898" y="373773"/>
                </a:lnTo>
                <a:lnTo>
                  <a:pt x="701967" y="348005"/>
                </a:lnTo>
                <a:lnTo>
                  <a:pt x="704570" y="327952"/>
                </a:lnTo>
                <a:lnTo>
                  <a:pt x="704570" y="199847"/>
                </a:lnTo>
                <a:lnTo>
                  <a:pt x="770191" y="199847"/>
                </a:lnTo>
                <a:lnTo>
                  <a:pt x="770191" y="172402"/>
                </a:lnTo>
                <a:close/>
              </a:path>
              <a:path w="770255" h="381635">
                <a:moveTo>
                  <a:pt x="770191" y="38201"/>
                </a:moveTo>
                <a:lnTo>
                  <a:pt x="646658" y="38201"/>
                </a:lnTo>
                <a:lnTo>
                  <a:pt x="651205" y="28765"/>
                </a:lnTo>
                <a:lnTo>
                  <a:pt x="655612" y="19062"/>
                </a:lnTo>
                <a:lnTo>
                  <a:pt x="659726" y="9385"/>
                </a:lnTo>
                <a:lnTo>
                  <a:pt x="663422" y="0"/>
                </a:lnTo>
                <a:lnTo>
                  <a:pt x="631418" y="0"/>
                </a:lnTo>
                <a:lnTo>
                  <a:pt x="618528" y="29781"/>
                </a:lnTo>
                <a:lnTo>
                  <a:pt x="602640" y="59524"/>
                </a:lnTo>
                <a:lnTo>
                  <a:pt x="583577" y="89255"/>
                </a:lnTo>
                <a:lnTo>
                  <a:pt x="561213" y="118973"/>
                </a:lnTo>
                <a:lnTo>
                  <a:pt x="568680" y="124663"/>
                </a:lnTo>
                <a:lnTo>
                  <a:pt x="575170" y="130225"/>
                </a:lnTo>
                <a:lnTo>
                  <a:pt x="580796" y="135521"/>
                </a:lnTo>
                <a:lnTo>
                  <a:pt x="585698" y="140398"/>
                </a:lnTo>
                <a:lnTo>
                  <a:pt x="598881" y="122008"/>
                </a:lnTo>
                <a:lnTo>
                  <a:pt x="611225" y="103365"/>
                </a:lnTo>
                <a:lnTo>
                  <a:pt x="622985" y="84162"/>
                </a:lnTo>
                <a:lnTo>
                  <a:pt x="634466" y="64109"/>
                </a:lnTo>
                <a:lnTo>
                  <a:pt x="770191" y="64109"/>
                </a:lnTo>
                <a:lnTo>
                  <a:pt x="770191" y="382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2134838" y="4028598"/>
            <a:ext cx="58419" cy="102235"/>
          </a:xfrm>
          <a:custGeom>
            <a:avLst/>
            <a:gdLst/>
            <a:ahLst/>
            <a:cxnLst/>
            <a:rect l="l" t="t" r="r" b="b"/>
            <a:pathLst>
              <a:path w="58419" h="102235">
                <a:moveTo>
                  <a:pt x="26003" y="102203"/>
                </a:moveTo>
                <a:lnTo>
                  <a:pt x="0" y="102203"/>
                </a:lnTo>
                <a:lnTo>
                  <a:pt x="22955" y="0"/>
                </a:lnTo>
                <a:lnTo>
                  <a:pt x="58007" y="0"/>
                </a:lnTo>
                <a:lnTo>
                  <a:pt x="26003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2471928" y="3747896"/>
            <a:ext cx="1163955" cy="381635"/>
          </a:xfrm>
          <a:custGeom>
            <a:avLst/>
            <a:gdLst/>
            <a:ahLst/>
            <a:cxnLst/>
            <a:rect l="l" t="t" r="r" b="b"/>
            <a:pathLst>
              <a:path w="1163954" h="381635">
                <a:moveTo>
                  <a:pt x="379755" y="331000"/>
                </a:moveTo>
                <a:lnTo>
                  <a:pt x="347738" y="323596"/>
                </a:lnTo>
                <a:lnTo>
                  <a:pt x="318325" y="312902"/>
                </a:lnTo>
                <a:lnTo>
                  <a:pt x="291795" y="299072"/>
                </a:lnTo>
                <a:lnTo>
                  <a:pt x="268414" y="282232"/>
                </a:lnTo>
                <a:lnTo>
                  <a:pt x="353758" y="239458"/>
                </a:lnTo>
                <a:lnTo>
                  <a:pt x="332422" y="213550"/>
                </a:lnTo>
                <a:lnTo>
                  <a:pt x="309892" y="227863"/>
                </a:lnTo>
                <a:lnTo>
                  <a:pt x="288226" y="241033"/>
                </a:lnTo>
                <a:lnTo>
                  <a:pt x="267690" y="253072"/>
                </a:lnTo>
                <a:lnTo>
                  <a:pt x="248602" y="263944"/>
                </a:lnTo>
                <a:lnTo>
                  <a:pt x="236575" y="249618"/>
                </a:lnTo>
                <a:lnTo>
                  <a:pt x="225691" y="233984"/>
                </a:lnTo>
                <a:lnTo>
                  <a:pt x="215938" y="216928"/>
                </a:lnTo>
                <a:lnTo>
                  <a:pt x="207352" y="198310"/>
                </a:lnTo>
                <a:lnTo>
                  <a:pt x="376707" y="198310"/>
                </a:lnTo>
                <a:lnTo>
                  <a:pt x="376707" y="172402"/>
                </a:lnTo>
                <a:lnTo>
                  <a:pt x="205828" y="172402"/>
                </a:lnTo>
                <a:lnTo>
                  <a:pt x="205828" y="132689"/>
                </a:lnTo>
                <a:lnTo>
                  <a:pt x="349186" y="132689"/>
                </a:lnTo>
                <a:lnTo>
                  <a:pt x="349186" y="106781"/>
                </a:lnTo>
                <a:lnTo>
                  <a:pt x="205828" y="106781"/>
                </a:lnTo>
                <a:lnTo>
                  <a:pt x="205828" y="70205"/>
                </a:lnTo>
                <a:lnTo>
                  <a:pt x="365950" y="70205"/>
                </a:lnTo>
                <a:lnTo>
                  <a:pt x="365950" y="42773"/>
                </a:lnTo>
                <a:lnTo>
                  <a:pt x="205828" y="42773"/>
                </a:lnTo>
                <a:lnTo>
                  <a:pt x="205828" y="0"/>
                </a:lnTo>
                <a:lnTo>
                  <a:pt x="175348" y="0"/>
                </a:lnTo>
                <a:lnTo>
                  <a:pt x="175348" y="42773"/>
                </a:lnTo>
                <a:lnTo>
                  <a:pt x="16764" y="42773"/>
                </a:lnTo>
                <a:lnTo>
                  <a:pt x="16764" y="70205"/>
                </a:lnTo>
                <a:lnTo>
                  <a:pt x="175348" y="70205"/>
                </a:lnTo>
                <a:lnTo>
                  <a:pt x="175348" y="106781"/>
                </a:lnTo>
                <a:lnTo>
                  <a:pt x="32004" y="106781"/>
                </a:lnTo>
                <a:lnTo>
                  <a:pt x="32004" y="132689"/>
                </a:lnTo>
                <a:lnTo>
                  <a:pt x="175348" y="132689"/>
                </a:lnTo>
                <a:lnTo>
                  <a:pt x="175348" y="172402"/>
                </a:lnTo>
                <a:lnTo>
                  <a:pt x="4572" y="172402"/>
                </a:lnTo>
                <a:lnTo>
                  <a:pt x="4572" y="198310"/>
                </a:lnTo>
                <a:lnTo>
                  <a:pt x="155536" y="198310"/>
                </a:lnTo>
                <a:lnTo>
                  <a:pt x="124371" y="230924"/>
                </a:lnTo>
                <a:lnTo>
                  <a:pt x="88049" y="259930"/>
                </a:lnTo>
                <a:lnTo>
                  <a:pt x="46583" y="285203"/>
                </a:lnTo>
                <a:lnTo>
                  <a:pt x="0" y="306616"/>
                </a:lnTo>
                <a:lnTo>
                  <a:pt x="5448" y="313474"/>
                </a:lnTo>
                <a:lnTo>
                  <a:pt x="10477" y="320332"/>
                </a:lnTo>
                <a:lnTo>
                  <a:pt x="19812" y="334048"/>
                </a:lnTo>
                <a:lnTo>
                  <a:pt x="44145" y="321208"/>
                </a:lnTo>
                <a:lnTo>
                  <a:pt x="67056" y="307949"/>
                </a:lnTo>
                <a:lnTo>
                  <a:pt x="88849" y="294398"/>
                </a:lnTo>
                <a:lnTo>
                  <a:pt x="109816" y="280708"/>
                </a:lnTo>
                <a:lnTo>
                  <a:pt x="109816" y="341668"/>
                </a:lnTo>
                <a:lnTo>
                  <a:pt x="105244" y="349377"/>
                </a:lnTo>
                <a:lnTo>
                  <a:pt x="99148" y="353949"/>
                </a:lnTo>
                <a:lnTo>
                  <a:pt x="117436" y="381381"/>
                </a:lnTo>
                <a:lnTo>
                  <a:pt x="161226" y="363118"/>
                </a:lnTo>
                <a:lnTo>
                  <a:pt x="208661" y="345414"/>
                </a:lnTo>
                <a:lnTo>
                  <a:pt x="231838" y="337096"/>
                </a:lnTo>
                <a:lnTo>
                  <a:pt x="231838" y="303568"/>
                </a:lnTo>
                <a:lnTo>
                  <a:pt x="209511" y="312686"/>
                </a:lnTo>
                <a:lnTo>
                  <a:pt x="186220" y="321665"/>
                </a:lnTo>
                <a:lnTo>
                  <a:pt x="162090" y="330352"/>
                </a:lnTo>
                <a:lnTo>
                  <a:pt x="137248" y="338620"/>
                </a:lnTo>
                <a:lnTo>
                  <a:pt x="137248" y="256324"/>
                </a:lnTo>
                <a:lnTo>
                  <a:pt x="149542" y="245503"/>
                </a:lnTo>
                <a:lnTo>
                  <a:pt x="161251" y="233794"/>
                </a:lnTo>
                <a:lnTo>
                  <a:pt x="172402" y="221526"/>
                </a:lnTo>
                <a:lnTo>
                  <a:pt x="182968" y="208978"/>
                </a:lnTo>
                <a:lnTo>
                  <a:pt x="206908" y="254584"/>
                </a:lnTo>
                <a:lnTo>
                  <a:pt x="236575" y="292557"/>
                </a:lnTo>
                <a:lnTo>
                  <a:pt x="271805" y="322986"/>
                </a:lnTo>
                <a:lnTo>
                  <a:pt x="312432" y="345973"/>
                </a:lnTo>
                <a:lnTo>
                  <a:pt x="358330" y="361569"/>
                </a:lnTo>
                <a:lnTo>
                  <a:pt x="363169" y="354444"/>
                </a:lnTo>
                <a:lnTo>
                  <a:pt x="379755" y="331000"/>
                </a:lnTo>
                <a:close/>
              </a:path>
              <a:path w="1163954" h="381635">
                <a:moveTo>
                  <a:pt x="489483" y="82397"/>
                </a:moveTo>
                <a:lnTo>
                  <a:pt x="476364" y="64947"/>
                </a:lnTo>
                <a:lnTo>
                  <a:pt x="462241" y="46761"/>
                </a:lnTo>
                <a:lnTo>
                  <a:pt x="431571" y="7620"/>
                </a:lnTo>
                <a:lnTo>
                  <a:pt x="407187" y="24384"/>
                </a:lnTo>
                <a:lnTo>
                  <a:pt x="421754" y="43637"/>
                </a:lnTo>
                <a:lnTo>
                  <a:pt x="435762" y="62572"/>
                </a:lnTo>
                <a:lnTo>
                  <a:pt x="449186" y="81495"/>
                </a:lnTo>
                <a:lnTo>
                  <a:pt x="462051" y="100685"/>
                </a:lnTo>
                <a:lnTo>
                  <a:pt x="489483" y="82397"/>
                </a:lnTo>
                <a:close/>
              </a:path>
              <a:path w="1163954" h="381635">
                <a:moveTo>
                  <a:pt x="756373" y="96113"/>
                </a:moveTo>
                <a:lnTo>
                  <a:pt x="637413" y="96113"/>
                </a:lnTo>
                <a:lnTo>
                  <a:pt x="637413" y="6096"/>
                </a:lnTo>
                <a:lnTo>
                  <a:pt x="606933" y="6096"/>
                </a:lnTo>
                <a:lnTo>
                  <a:pt x="606933" y="96113"/>
                </a:lnTo>
                <a:lnTo>
                  <a:pt x="500151" y="96113"/>
                </a:lnTo>
                <a:lnTo>
                  <a:pt x="500151" y="125069"/>
                </a:lnTo>
                <a:lnTo>
                  <a:pt x="605409" y="125069"/>
                </a:lnTo>
                <a:lnTo>
                  <a:pt x="595071" y="179717"/>
                </a:lnTo>
                <a:lnTo>
                  <a:pt x="573011" y="226923"/>
                </a:lnTo>
                <a:lnTo>
                  <a:pt x="538924" y="266687"/>
                </a:lnTo>
                <a:lnTo>
                  <a:pt x="492531" y="298996"/>
                </a:lnTo>
                <a:lnTo>
                  <a:pt x="498005" y="304736"/>
                </a:lnTo>
                <a:lnTo>
                  <a:pt x="503212" y="310616"/>
                </a:lnTo>
                <a:lnTo>
                  <a:pt x="508431" y="316788"/>
                </a:lnTo>
                <a:lnTo>
                  <a:pt x="513956" y="323380"/>
                </a:lnTo>
                <a:lnTo>
                  <a:pt x="549706" y="300304"/>
                </a:lnTo>
                <a:lnTo>
                  <a:pt x="579310" y="272503"/>
                </a:lnTo>
                <a:lnTo>
                  <a:pt x="602907" y="240398"/>
                </a:lnTo>
                <a:lnTo>
                  <a:pt x="620649" y="204406"/>
                </a:lnTo>
                <a:lnTo>
                  <a:pt x="649173" y="231889"/>
                </a:lnTo>
                <a:lnTo>
                  <a:pt x="677303" y="259549"/>
                </a:lnTo>
                <a:lnTo>
                  <a:pt x="704532" y="287451"/>
                </a:lnTo>
                <a:lnTo>
                  <a:pt x="730465" y="315760"/>
                </a:lnTo>
                <a:lnTo>
                  <a:pt x="753325" y="291376"/>
                </a:lnTo>
                <a:lnTo>
                  <a:pt x="723303" y="261073"/>
                </a:lnTo>
                <a:lnTo>
                  <a:pt x="692581" y="231927"/>
                </a:lnTo>
                <a:lnTo>
                  <a:pt x="661543" y="204406"/>
                </a:lnTo>
                <a:lnTo>
                  <a:pt x="628269" y="176974"/>
                </a:lnTo>
                <a:lnTo>
                  <a:pt x="631380" y="164388"/>
                </a:lnTo>
                <a:lnTo>
                  <a:pt x="633793" y="151638"/>
                </a:lnTo>
                <a:lnTo>
                  <a:pt x="635330" y="138582"/>
                </a:lnTo>
                <a:lnTo>
                  <a:pt x="635889" y="125069"/>
                </a:lnTo>
                <a:lnTo>
                  <a:pt x="756373" y="125069"/>
                </a:lnTo>
                <a:lnTo>
                  <a:pt x="756373" y="96113"/>
                </a:lnTo>
                <a:close/>
              </a:path>
              <a:path w="1163954" h="381635">
                <a:moveTo>
                  <a:pt x="773137" y="341668"/>
                </a:moveTo>
                <a:lnTo>
                  <a:pt x="660882" y="343611"/>
                </a:lnTo>
                <a:lnTo>
                  <a:pt x="606107" y="343852"/>
                </a:lnTo>
                <a:lnTo>
                  <a:pt x="552069" y="343192"/>
                </a:lnTo>
                <a:lnTo>
                  <a:pt x="526300" y="340283"/>
                </a:lnTo>
                <a:lnTo>
                  <a:pt x="503821" y="333667"/>
                </a:lnTo>
                <a:lnTo>
                  <a:pt x="490639" y="326428"/>
                </a:lnTo>
                <a:lnTo>
                  <a:pt x="484479" y="323049"/>
                </a:lnTo>
                <a:lnTo>
                  <a:pt x="468147" y="308140"/>
                </a:lnTo>
                <a:lnTo>
                  <a:pt x="468147" y="140398"/>
                </a:lnTo>
                <a:lnTo>
                  <a:pt x="394995" y="140398"/>
                </a:lnTo>
                <a:lnTo>
                  <a:pt x="394995" y="167830"/>
                </a:lnTo>
                <a:lnTo>
                  <a:pt x="439191" y="167830"/>
                </a:lnTo>
                <a:lnTo>
                  <a:pt x="439191" y="302044"/>
                </a:lnTo>
                <a:lnTo>
                  <a:pt x="426885" y="312331"/>
                </a:lnTo>
                <a:lnTo>
                  <a:pt x="414997" y="322618"/>
                </a:lnTo>
                <a:lnTo>
                  <a:pt x="403402" y="332905"/>
                </a:lnTo>
                <a:lnTo>
                  <a:pt x="391947" y="343192"/>
                </a:lnTo>
                <a:lnTo>
                  <a:pt x="408711" y="376821"/>
                </a:lnTo>
                <a:lnTo>
                  <a:pt x="423545" y="358228"/>
                </a:lnTo>
                <a:lnTo>
                  <a:pt x="435952" y="343623"/>
                </a:lnTo>
                <a:lnTo>
                  <a:pt x="445782" y="333019"/>
                </a:lnTo>
                <a:lnTo>
                  <a:pt x="452907" y="326428"/>
                </a:lnTo>
                <a:lnTo>
                  <a:pt x="470027" y="345605"/>
                </a:lnTo>
                <a:lnTo>
                  <a:pt x="491591" y="359473"/>
                </a:lnTo>
                <a:lnTo>
                  <a:pt x="517461" y="367880"/>
                </a:lnTo>
                <a:lnTo>
                  <a:pt x="547484" y="370725"/>
                </a:lnTo>
                <a:lnTo>
                  <a:pt x="601179" y="371576"/>
                </a:lnTo>
                <a:lnTo>
                  <a:pt x="654596" y="371868"/>
                </a:lnTo>
                <a:lnTo>
                  <a:pt x="707453" y="371576"/>
                </a:lnTo>
                <a:lnTo>
                  <a:pt x="759421" y="370725"/>
                </a:lnTo>
                <a:lnTo>
                  <a:pt x="772172" y="343852"/>
                </a:lnTo>
                <a:lnTo>
                  <a:pt x="773137" y="341668"/>
                </a:lnTo>
                <a:close/>
              </a:path>
              <a:path w="1163954" h="381635">
                <a:moveTo>
                  <a:pt x="995832" y="289852"/>
                </a:moveTo>
                <a:lnTo>
                  <a:pt x="904303" y="303568"/>
                </a:lnTo>
                <a:lnTo>
                  <a:pt x="904303" y="199847"/>
                </a:lnTo>
                <a:lnTo>
                  <a:pt x="979068" y="199847"/>
                </a:lnTo>
                <a:lnTo>
                  <a:pt x="979068" y="170891"/>
                </a:lnTo>
                <a:lnTo>
                  <a:pt x="799147" y="170891"/>
                </a:lnTo>
                <a:lnTo>
                  <a:pt x="799147" y="199847"/>
                </a:lnTo>
                <a:lnTo>
                  <a:pt x="873823" y="199847"/>
                </a:lnTo>
                <a:lnTo>
                  <a:pt x="873823" y="308140"/>
                </a:lnTo>
                <a:lnTo>
                  <a:pt x="851217" y="310667"/>
                </a:lnTo>
                <a:lnTo>
                  <a:pt x="807123" y="316280"/>
                </a:lnTo>
                <a:lnTo>
                  <a:pt x="785329" y="318808"/>
                </a:lnTo>
                <a:lnTo>
                  <a:pt x="793051" y="350913"/>
                </a:lnTo>
                <a:lnTo>
                  <a:pt x="995832" y="320332"/>
                </a:lnTo>
                <a:lnTo>
                  <a:pt x="995832" y="303568"/>
                </a:lnTo>
                <a:lnTo>
                  <a:pt x="995832" y="289852"/>
                </a:lnTo>
                <a:close/>
              </a:path>
              <a:path w="1163954" h="381635">
                <a:moveTo>
                  <a:pt x="1130046" y="48869"/>
                </a:moveTo>
                <a:lnTo>
                  <a:pt x="1115441" y="36766"/>
                </a:lnTo>
                <a:lnTo>
                  <a:pt x="1101280" y="25539"/>
                </a:lnTo>
                <a:lnTo>
                  <a:pt x="1087386" y="14909"/>
                </a:lnTo>
                <a:lnTo>
                  <a:pt x="1073658" y="4572"/>
                </a:lnTo>
                <a:lnTo>
                  <a:pt x="1055268" y="24384"/>
                </a:lnTo>
                <a:lnTo>
                  <a:pt x="1069009" y="35902"/>
                </a:lnTo>
                <a:lnTo>
                  <a:pt x="1082598" y="47523"/>
                </a:lnTo>
                <a:lnTo>
                  <a:pt x="1095870" y="59423"/>
                </a:lnTo>
                <a:lnTo>
                  <a:pt x="1108710" y="71729"/>
                </a:lnTo>
                <a:lnTo>
                  <a:pt x="1130046" y="48869"/>
                </a:lnTo>
                <a:close/>
              </a:path>
              <a:path w="1163954" h="381635">
                <a:moveTo>
                  <a:pt x="1163574" y="280708"/>
                </a:moveTo>
                <a:lnTo>
                  <a:pt x="1156449" y="279069"/>
                </a:lnTo>
                <a:lnTo>
                  <a:pt x="1148905" y="276707"/>
                </a:lnTo>
                <a:lnTo>
                  <a:pt x="1141069" y="274066"/>
                </a:lnTo>
                <a:lnTo>
                  <a:pt x="1133094" y="271564"/>
                </a:lnTo>
                <a:lnTo>
                  <a:pt x="1124966" y="318808"/>
                </a:lnTo>
                <a:lnTo>
                  <a:pt x="1110805" y="345554"/>
                </a:lnTo>
                <a:lnTo>
                  <a:pt x="1102918" y="344957"/>
                </a:lnTo>
                <a:lnTo>
                  <a:pt x="1072565" y="316115"/>
                </a:lnTo>
                <a:lnTo>
                  <a:pt x="1055712" y="281520"/>
                </a:lnTo>
                <a:lnTo>
                  <a:pt x="1042898" y="234848"/>
                </a:lnTo>
                <a:lnTo>
                  <a:pt x="1034110" y="176085"/>
                </a:lnTo>
                <a:lnTo>
                  <a:pt x="1029360" y="105257"/>
                </a:lnTo>
                <a:lnTo>
                  <a:pt x="1159002" y="105257"/>
                </a:lnTo>
                <a:lnTo>
                  <a:pt x="1159002" y="76301"/>
                </a:lnTo>
                <a:lnTo>
                  <a:pt x="1027836" y="76301"/>
                </a:lnTo>
                <a:lnTo>
                  <a:pt x="1026960" y="57759"/>
                </a:lnTo>
                <a:lnTo>
                  <a:pt x="1026502" y="38912"/>
                </a:lnTo>
                <a:lnTo>
                  <a:pt x="1026388" y="25539"/>
                </a:lnTo>
                <a:lnTo>
                  <a:pt x="1026312" y="1524"/>
                </a:lnTo>
                <a:lnTo>
                  <a:pt x="994308" y="1524"/>
                </a:lnTo>
                <a:lnTo>
                  <a:pt x="994498" y="40055"/>
                </a:lnTo>
                <a:lnTo>
                  <a:pt x="995832" y="76301"/>
                </a:lnTo>
                <a:lnTo>
                  <a:pt x="783805" y="76301"/>
                </a:lnTo>
                <a:lnTo>
                  <a:pt x="783805" y="105257"/>
                </a:lnTo>
                <a:lnTo>
                  <a:pt x="997356" y="105257"/>
                </a:lnTo>
                <a:lnTo>
                  <a:pt x="1002690" y="175907"/>
                </a:lnTo>
                <a:lnTo>
                  <a:pt x="1011453" y="235953"/>
                </a:lnTo>
                <a:lnTo>
                  <a:pt x="1023797" y="285381"/>
                </a:lnTo>
                <a:lnTo>
                  <a:pt x="1039876" y="324205"/>
                </a:lnTo>
                <a:lnTo>
                  <a:pt x="1073378" y="364439"/>
                </a:lnTo>
                <a:lnTo>
                  <a:pt x="1113282" y="379869"/>
                </a:lnTo>
                <a:lnTo>
                  <a:pt x="1124966" y="378167"/>
                </a:lnTo>
                <a:lnTo>
                  <a:pt x="1150315" y="345554"/>
                </a:lnTo>
                <a:lnTo>
                  <a:pt x="1159903" y="302209"/>
                </a:lnTo>
                <a:lnTo>
                  <a:pt x="1163574" y="2807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3699605" y="4028598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4" y="0"/>
                </a:lnTo>
                <a:lnTo>
                  <a:pt x="59435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4045737" y="3749420"/>
            <a:ext cx="2330450" cy="381635"/>
          </a:xfrm>
          <a:custGeom>
            <a:avLst/>
            <a:gdLst/>
            <a:ahLst/>
            <a:cxnLst/>
            <a:rect l="l" t="t" r="r" b="b"/>
            <a:pathLst>
              <a:path w="2330450" h="381635">
                <a:moveTo>
                  <a:pt x="115912" y="24384"/>
                </a:moveTo>
                <a:lnTo>
                  <a:pt x="1524" y="24384"/>
                </a:lnTo>
                <a:lnTo>
                  <a:pt x="1524" y="50393"/>
                </a:lnTo>
                <a:lnTo>
                  <a:pt x="88480" y="50393"/>
                </a:lnTo>
                <a:lnTo>
                  <a:pt x="88480" y="114401"/>
                </a:lnTo>
                <a:lnTo>
                  <a:pt x="12192" y="114401"/>
                </a:lnTo>
                <a:lnTo>
                  <a:pt x="0" y="225742"/>
                </a:lnTo>
                <a:lnTo>
                  <a:pt x="82384" y="225742"/>
                </a:lnTo>
                <a:lnTo>
                  <a:pt x="81241" y="250355"/>
                </a:lnTo>
                <a:lnTo>
                  <a:pt x="78955" y="295490"/>
                </a:lnTo>
                <a:lnTo>
                  <a:pt x="69621" y="335000"/>
                </a:lnTo>
                <a:lnTo>
                  <a:pt x="49009" y="341655"/>
                </a:lnTo>
                <a:lnTo>
                  <a:pt x="39992" y="341642"/>
                </a:lnTo>
                <a:lnTo>
                  <a:pt x="29730" y="341477"/>
                </a:lnTo>
                <a:lnTo>
                  <a:pt x="18338" y="341020"/>
                </a:lnTo>
                <a:lnTo>
                  <a:pt x="6096" y="340144"/>
                </a:lnTo>
                <a:lnTo>
                  <a:pt x="8115" y="348170"/>
                </a:lnTo>
                <a:lnTo>
                  <a:pt x="9715" y="356044"/>
                </a:lnTo>
                <a:lnTo>
                  <a:pt x="11023" y="363601"/>
                </a:lnTo>
                <a:lnTo>
                  <a:pt x="12192" y="370725"/>
                </a:lnTo>
                <a:lnTo>
                  <a:pt x="54952" y="370725"/>
                </a:lnTo>
                <a:lnTo>
                  <a:pt x="91528" y="357949"/>
                </a:lnTo>
                <a:lnTo>
                  <a:pt x="105244" y="318808"/>
                </a:lnTo>
                <a:lnTo>
                  <a:pt x="109054" y="270789"/>
                </a:lnTo>
                <a:lnTo>
                  <a:pt x="112864" y="199834"/>
                </a:lnTo>
                <a:lnTo>
                  <a:pt x="30480" y="199834"/>
                </a:lnTo>
                <a:lnTo>
                  <a:pt x="38100" y="140398"/>
                </a:lnTo>
                <a:lnTo>
                  <a:pt x="88480" y="140398"/>
                </a:lnTo>
                <a:lnTo>
                  <a:pt x="88480" y="157162"/>
                </a:lnTo>
                <a:lnTo>
                  <a:pt x="115912" y="157162"/>
                </a:lnTo>
                <a:lnTo>
                  <a:pt x="115912" y="140398"/>
                </a:lnTo>
                <a:lnTo>
                  <a:pt x="115912" y="24384"/>
                </a:lnTo>
                <a:close/>
              </a:path>
              <a:path w="2330450" h="381635">
                <a:moveTo>
                  <a:pt x="376720" y="366153"/>
                </a:moveTo>
                <a:lnTo>
                  <a:pt x="369620" y="352437"/>
                </a:lnTo>
                <a:lnTo>
                  <a:pt x="366191" y="345782"/>
                </a:lnTo>
                <a:lnTo>
                  <a:pt x="357339" y="329476"/>
                </a:lnTo>
                <a:lnTo>
                  <a:pt x="355384" y="325869"/>
                </a:lnTo>
                <a:lnTo>
                  <a:pt x="344563" y="306260"/>
                </a:lnTo>
                <a:lnTo>
                  <a:pt x="334048" y="286804"/>
                </a:lnTo>
                <a:lnTo>
                  <a:pt x="308038" y="298996"/>
                </a:lnTo>
                <a:lnTo>
                  <a:pt x="311492" y="305854"/>
                </a:lnTo>
                <a:lnTo>
                  <a:pt x="315099" y="312712"/>
                </a:lnTo>
                <a:lnTo>
                  <a:pt x="319011" y="319570"/>
                </a:lnTo>
                <a:lnTo>
                  <a:pt x="323380" y="326428"/>
                </a:lnTo>
                <a:lnTo>
                  <a:pt x="307314" y="327329"/>
                </a:lnTo>
                <a:lnTo>
                  <a:pt x="275272" y="328574"/>
                </a:lnTo>
                <a:lnTo>
                  <a:pt x="259270" y="329476"/>
                </a:lnTo>
                <a:lnTo>
                  <a:pt x="259270" y="274612"/>
                </a:lnTo>
                <a:lnTo>
                  <a:pt x="353860" y="274612"/>
                </a:lnTo>
                <a:lnTo>
                  <a:pt x="353860" y="248704"/>
                </a:lnTo>
                <a:lnTo>
                  <a:pt x="353860" y="192214"/>
                </a:lnTo>
                <a:lnTo>
                  <a:pt x="353860" y="166306"/>
                </a:lnTo>
                <a:lnTo>
                  <a:pt x="324904" y="166306"/>
                </a:lnTo>
                <a:lnTo>
                  <a:pt x="324904" y="192214"/>
                </a:lnTo>
                <a:lnTo>
                  <a:pt x="324904" y="248704"/>
                </a:lnTo>
                <a:lnTo>
                  <a:pt x="259270" y="248704"/>
                </a:lnTo>
                <a:lnTo>
                  <a:pt x="259270" y="192214"/>
                </a:lnTo>
                <a:lnTo>
                  <a:pt x="324904" y="192214"/>
                </a:lnTo>
                <a:lnTo>
                  <a:pt x="324904" y="166306"/>
                </a:lnTo>
                <a:lnTo>
                  <a:pt x="259270" y="166306"/>
                </a:lnTo>
                <a:lnTo>
                  <a:pt x="259270" y="125069"/>
                </a:lnTo>
                <a:lnTo>
                  <a:pt x="309562" y="125069"/>
                </a:lnTo>
                <a:lnTo>
                  <a:pt x="309562" y="140398"/>
                </a:lnTo>
                <a:lnTo>
                  <a:pt x="337096" y="140398"/>
                </a:lnTo>
                <a:lnTo>
                  <a:pt x="337096" y="125069"/>
                </a:lnTo>
                <a:lnTo>
                  <a:pt x="337096" y="99161"/>
                </a:lnTo>
                <a:lnTo>
                  <a:pt x="337096" y="48869"/>
                </a:lnTo>
                <a:lnTo>
                  <a:pt x="337096" y="22860"/>
                </a:lnTo>
                <a:lnTo>
                  <a:pt x="309562" y="22860"/>
                </a:lnTo>
                <a:lnTo>
                  <a:pt x="309562" y="48869"/>
                </a:lnTo>
                <a:lnTo>
                  <a:pt x="309562" y="99161"/>
                </a:lnTo>
                <a:lnTo>
                  <a:pt x="179920" y="99161"/>
                </a:lnTo>
                <a:lnTo>
                  <a:pt x="179920" y="48869"/>
                </a:lnTo>
                <a:lnTo>
                  <a:pt x="309562" y="48869"/>
                </a:lnTo>
                <a:lnTo>
                  <a:pt x="309562" y="22860"/>
                </a:lnTo>
                <a:lnTo>
                  <a:pt x="150964" y="22860"/>
                </a:lnTo>
                <a:lnTo>
                  <a:pt x="150964" y="140398"/>
                </a:lnTo>
                <a:lnTo>
                  <a:pt x="179920" y="140398"/>
                </a:lnTo>
                <a:lnTo>
                  <a:pt x="179920" y="125069"/>
                </a:lnTo>
                <a:lnTo>
                  <a:pt x="230314" y="125069"/>
                </a:lnTo>
                <a:lnTo>
                  <a:pt x="230314" y="166306"/>
                </a:lnTo>
                <a:lnTo>
                  <a:pt x="230314" y="192214"/>
                </a:lnTo>
                <a:lnTo>
                  <a:pt x="230314" y="248704"/>
                </a:lnTo>
                <a:lnTo>
                  <a:pt x="163156" y="248704"/>
                </a:lnTo>
                <a:lnTo>
                  <a:pt x="163156" y="192214"/>
                </a:lnTo>
                <a:lnTo>
                  <a:pt x="230314" y="192214"/>
                </a:lnTo>
                <a:lnTo>
                  <a:pt x="230314" y="166306"/>
                </a:lnTo>
                <a:lnTo>
                  <a:pt x="135724" y="166306"/>
                </a:lnTo>
                <a:lnTo>
                  <a:pt x="135724" y="288328"/>
                </a:lnTo>
                <a:lnTo>
                  <a:pt x="163156" y="288328"/>
                </a:lnTo>
                <a:lnTo>
                  <a:pt x="163156" y="274612"/>
                </a:lnTo>
                <a:lnTo>
                  <a:pt x="230314" y="274612"/>
                </a:lnTo>
                <a:lnTo>
                  <a:pt x="230314" y="331000"/>
                </a:lnTo>
                <a:lnTo>
                  <a:pt x="118960" y="335572"/>
                </a:lnTo>
                <a:lnTo>
                  <a:pt x="122008" y="367677"/>
                </a:lnTo>
                <a:lnTo>
                  <a:pt x="335572" y="352437"/>
                </a:lnTo>
                <a:lnTo>
                  <a:pt x="338112" y="359308"/>
                </a:lnTo>
                <a:lnTo>
                  <a:pt x="341007" y="366153"/>
                </a:lnTo>
                <a:lnTo>
                  <a:pt x="344347" y="373646"/>
                </a:lnTo>
                <a:lnTo>
                  <a:pt x="347764" y="381393"/>
                </a:lnTo>
                <a:lnTo>
                  <a:pt x="376720" y="366153"/>
                </a:lnTo>
                <a:close/>
              </a:path>
              <a:path w="2330450" h="381635">
                <a:moveTo>
                  <a:pt x="625322" y="141935"/>
                </a:moveTo>
                <a:lnTo>
                  <a:pt x="524637" y="141935"/>
                </a:lnTo>
                <a:lnTo>
                  <a:pt x="524637" y="90017"/>
                </a:lnTo>
                <a:lnTo>
                  <a:pt x="608558" y="90017"/>
                </a:lnTo>
                <a:lnTo>
                  <a:pt x="608558" y="62585"/>
                </a:lnTo>
                <a:lnTo>
                  <a:pt x="524637" y="62585"/>
                </a:lnTo>
                <a:lnTo>
                  <a:pt x="524637" y="4572"/>
                </a:lnTo>
                <a:lnTo>
                  <a:pt x="495681" y="4572"/>
                </a:lnTo>
                <a:lnTo>
                  <a:pt x="495681" y="62585"/>
                </a:lnTo>
                <a:lnTo>
                  <a:pt x="449859" y="62585"/>
                </a:lnTo>
                <a:lnTo>
                  <a:pt x="452386" y="54089"/>
                </a:lnTo>
                <a:lnTo>
                  <a:pt x="455206" y="44856"/>
                </a:lnTo>
                <a:lnTo>
                  <a:pt x="458050" y="35331"/>
                </a:lnTo>
                <a:lnTo>
                  <a:pt x="460629" y="25920"/>
                </a:lnTo>
                <a:lnTo>
                  <a:pt x="431571" y="18300"/>
                </a:lnTo>
                <a:lnTo>
                  <a:pt x="424713" y="44323"/>
                </a:lnTo>
                <a:lnTo>
                  <a:pt x="415569" y="69621"/>
                </a:lnTo>
                <a:lnTo>
                  <a:pt x="404139" y="94043"/>
                </a:lnTo>
                <a:lnTo>
                  <a:pt x="390423" y="117449"/>
                </a:lnTo>
                <a:lnTo>
                  <a:pt x="397052" y="120878"/>
                </a:lnTo>
                <a:lnTo>
                  <a:pt x="409714" y="127736"/>
                </a:lnTo>
                <a:lnTo>
                  <a:pt x="416331" y="131165"/>
                </a:lnTo>
                <a:lnTo>
                  <a:pt x="422033" y="121742"/>
                </a:lnTo>
                <a:lnTo>
                  <a:pt x="427570" y="111734"/>
                </a:lnTo>
                <a:lnTo>
                  <a:pt x="432841" y="101168"/>
                </a:lnTo>
                <a:lnTo>
                  <a:pt x="437667" y="90017"/>
                </a:lnTo>
                <a:lnTo>
                  <a:pt x="495681" y="90017"/>
                </a:lnTo>
                <a:lnTo>
                  <a:pt x="495681" y="141935"/>
                </a:lnTo>
                <a:lnTo>
                  <a:pt x="385851" y="141935"/>
                </a:lnTo>
                <a:lnTo>
                  <a:pt x="385851" y="167843"/>
                </a:lnTo>
                <a:lnTo>
                  <a:pt x="495681" y="167843"/>
                </a:lnTo>
                <a:lnTo>
                  <a:pt x="495681" y="210515"/>
                </a:lnTo>
                <a:lnTo>
                  <a:pt x="413283" y="210515"/>
                </a:lnTo>
                <a:lnTo>
                  <a:pt x="413283" y="350913"/>
                </a:lnTo>
                <a:lnTo>
                  <a:pt x="442239" y="350913"/>
                </a:lnTo>
                <a:lnTo>
                  <a:pt x="442239" y="236423"/>
                </a:lnTo>
                <a:lnTo>
                  <a:pt x="495681" y="236423"/>
                </a:lnTo>
                <a:lnTo>
                  <a:pt x="495681" y="378345"/>
                </a:lnTo>
                <a:lnTo>
                  <a:pt x="524637" y="378345"/>
                </a:lnTo>
                <a:lnTo>
                  <a:pt x="524637" y="236423"/>
                </a:lnTo>
                <a:lnTo>
                  <a:pt x="579501" y="236423"/>
                </a:lnTo>
                <a:lnTo>
                  <a:pt x="579501" y="311188"/>
                </a:lnTo>
                <a:lnTo>
                  <a:pt x="574929" y="317271"/>
                </a:lnTo>
                <a:lnTo>
                  <a:pt x="557999" y="317258"/>
                </a:lnTo>
                <a:lnTo>
                  <a:pt x="550735" y="317093"/>
                </a:lnTo>
                <a:lnTo>
                  <a:pt x="542620" y="316636"/>
                </a:lnTo>
                <a:lnTo>
                  <a:pt x="533781" y="315760"/>
                </a:lnTo>
                <a:lnTo>
                  <a:pt x="535800" y="323481"/>
                </a:lnTo>
                <a:lnTo>
                  <a:pt x="537400" y="330631"/>
                </a:lnTo>
                <a:lnTo>
                  <a:pt x="538708" y="337235"/>
                </a:lnTo>
                <a:lnTo>
                  <a:pt x="539877" y="343293"/>
                </a:lnTo>
                <a:lnTo>
                  <a:pt x="570357" y="343293"/>
                </a:lnTo>
                <a:lnTo>
                  <a:pt x="606221" y="320065"/>
                </a:lnTo>
                <a:lnTo>
                  <a:pt x="608558" y="302044"/>
                </a:lnTo>
                <a:lnTo>
                  <a:pt x="608558" y="236423"/>
                </a:lnTo>
                <a:lnTo>
                  <a:pt x="608558" y="210515"/>
                </a:lnTo>
                <a:lnTo>
                  <a:pt x="524637" y="210515"/>
                </a:lnTo>
                <a:lnTo>
                  <a:pt x="524637" y="167843"/>
                </a:lnTo>
                <a:lnTo>
                  <a:pt x="625322" y="167843"/>
                </a:lnTo>
                <a:lnTo>
                  <a:pt x="625322" y="141935"/>
                </a:lnTo>
                <a:close/>
              </a:path>
              <a:path w="2330450" h="381635">
                <a:moveTo>
                  <a:pt x="669518" y="41249"/>
                </a:moveTo>
                <a:lnTo>
                  <a:pt x="639038" y="41249"/>
                </a:lnTo>
                <a:lnTo>
                  <a:pt x="639038" y="276136"/>
                </a:lnTo>
                <a:lnTo>
                  <a:pt x="669518" y="276136"/>
                </a:lnTo>
                <a:lnTo>
                  <a:pt x="669518" y="41249"/>
                </a:lnTo>
                <a:close/>
              </a:path>
              <a:path w="2330450" h="381635">
                <a:moveTo>
                  <a:pt x="744283" y="4572"/>
                </a:moveTo>
                <a:lnTo>
                  <a:pt x="712190" y="4572"/>
                </a:lnTo>
                <a:lnTo>
                  <a:pt x="712190" y="312712"/>
                </a:lnTo>
                <a:lnTo>
                  <a:pt x="710755" y="324713"/>
                </a:lnTo>
                <a:lnTo>
                  <a:pt x="706475" y="333286"/>
                </a:lnTo>
                <a:lnTo>
                  <a:pt x="699325" y="338429"/>
                </a:lnTo>
                <a:lnTo>
                  <a:pt x="689571" y="340106"/>
                </a:lnTo>
                <a:lnTo>
                  <a:pt x="680199" y="340093"/>
                </a:lnTo>
                <a:lnTo>
                  <a:pt x="668947" y="339763"/>
                </a:lnTo>
                <a:lnTo>
                  <a:pt x="655675" y="338861"/>
                </a:lnTo>
                <a:lnTo>
                  <a:pt x="640562" y="337096"/>
                </a:lnTo>
                <a:lnTo>
                  <a:pt x="642581" y="346252"/>
                </a:lnTo>
                <a:lnTo>
                  <a:pt x="644182" y="355092"/>
                </a:lnTo>
                <a:lnTo>
                  <a:pt x="646658" y="370725"/>
                </a:lnTo>
                <a:lnTo>
                  <a:pt x="698474" y="370725"/>
                </a:lnTo>
                <a:lnTo>
                  <a:pt x="741413" y="341744"/>
                </a:lnTo>
                <a:lnTo>
                  <a:pt x="744283" y="318808"/>
                </a:lnTo>
                <a:lnTo>
                  <a:pt x="744283" y="4572"/>
                </a:lnTo>
                <a:close/>
              </a:path>
              <a:path w="2330450" h="381635">
                <a:moveTo>
                  <a:pt x="910488" y="65633"/>
                </a:moveTo>
                <a:lnTo>
                  <a:pt x="896785" y="53898"/>
                </a:lnTo>
                <a:lnTo>
                  <a:pt x="880922" y="41427"/>
                </a:lnTo>
                <a:lnTo>
                  <a:pt x="863053" y="28092"/>
                </a:lnTo>
                <a:lnTo>
                  <a:pt x="843343" y="13716"/>
                </a:lnTo>
                <a:lnTo>
                  <a:pt x="825055" y="33629"/>
                </a:lnTo>
                <a:lnTo>
                  <a:pt x="844511" y="49060"/>
                </a:lnTo>
                <a:lnTo>
                  <a:pt x="861834" y="63347"/>
                </a:lnTo>
                <a:lnTo>
                  <a:pt x="877176" y="76492"/>
                </a:lnTo>
                <a:lnTo>
                  <a:pt x="890676" y="88493"/>
                </a:lnTo>
                <a:lnTo>
                  <a:pt x="910488" y="65633"/>
                </a:lnTo>
                <a:close/>
              </a:path>
              <a:path w="2330450" h="381635">
                <a:moveTo>
                  <a:pt x="1108710" y="33629"/>
                </a:moveTo>
                <a:lnTo>
                  <a:pt x="1087374" y="13716"/>
                </a:lnTo>
                <a:lnTo>
                  <a:pt x="1068514" y="29210"/>
                </a:lnTo>
                <a:lnTo>
                  <a:pt x="1050798" y="43522"/>
                </a:lnTo>
                <a:lnTo>
                  <a:pt x="1034224" y="56680"/>
                </a:lnTo>
                <a:lnTo>
                  <a:pt x="1018794" y="68681"/>
                </a:lnTo>
                <a:lnTo>
                  <a:pt x="1038606" y="88493"/>
                </a:lnTo>
                <a:lnTo>
                  <a:pt x="1060919" y="72199"/>
                </a:lnTo>
                <a:lnTo>
                  <a:pt x="1079944" y="57632"/>
                </a:lnTo>
                <a:lnTo>
                  <a:pt x="1095832" y="44767"/>
                </a:lnTo>
                <a:lnTo>
                  <a:pt x="1108710" y="33629"/>
                </a:lnTo>
                <a:close/>
              </a:path>
              <a:path w="2330450" h="381635">
                <a:moveTo>
                  <a:pt x="1151382" y="196786"/>
                </a:moveTo>
                <a:lnTo>
                  <a:pt x="1083932" y="168021"/>
                </a:lnTo>
                <a:lnTo>
                  <a:pt x="1045540" y="152590"/>
                </a:lnTo>
                <a:lnTo>
                  <a:pt x="991260" y="131165"/>
                </a:lnTo>
                <a:lnTo>
                  <a:pt x="980592" y="146494"/>
                </a:lnTo>
                <a:lnTo>
                  <a:pt x="980592" y="128117"/>
                </a:lnTo>
                <a:lnTo>
                  <a:pt x="980592" y="123545"/>
                </a:lnTo>
                <a:lnTo>
                  <a:pt x="1142238" y="123545"/>
                </a:lnTo>
                <a:lnTo>
                  <a:pt x="1142238" y="97637"/>
                </a:lnTo>
                <a:lnTo>
                  <a:pt x="980592" y="97637"/>
                </a:lnTo>
                <a:lnTo>
                  <a:pt x="980592" y="3048"/>
                </a:lnTo>
                <a:lnTo>
                  <a:pt x="951636" y="3048"/>
                </a:lnTo>
                <a:lnTo>
                  <a:pt x="951636" y="97637"/>
                </a:lnTo>
                <a:lnTo>
                  <a:pt x="790003" y="97637"/>
                </a:lnTo>
                <a:lnTo>
                  <a:pt x="790003" y="123545"/>
                </a:lnTo>
                <a:lnTo>
                  <a:pt x="925728" y="123545"/>
                </a:lnTo>
                <a:lnTo>
                  <a:pt x="894283" y="145935"/>
                </a:lnTo>
                <a:lnTo>
                  <a:pt x="859396" y="165163"/>
                </a:lnTo>
                <a:lnTo>
                  <a:pt x="821067" y="181508"/>
                </a:lnTo>
                <a:lnTo>
                  <a:pt x="779335" y="195262"/>
                </a:lnTo>
                <a:lnTo>
                  <a:pt x="783907" y="201891"/>
                </a:lnTo>
                <a:lnTo>
                  <a:pt x="793051" y="214553"/>
                </a:lnTo>
                <a:lnTo>
                  <a:pt x="797623" y="221170"/>
                </a:lnTo>
                <a:lnTo>
                  <a:pt x="839685" y="204292"/>
                </a:lnTo>
                <a:lnTo>
                  <a:pt x="879208" y="183261"/>
                </a:lnTo>
                <a:lnTo>
                  <a:pt x="916432" y="157911"/>
                </a:lnTo>
                <a:lnTo>
                  <a:pt x="951636" y="128117"/>
                </a:lnTo>
                <a:lnTo>
                  <a:pt x="951636" y="192214"/>
                </a:lnTo>
                <a:lnTo>
                  <a:pt x="980592" y="192214"/>
                </a:lnTo>
                <a:lnTo>
                  <a:pt x="980592" y="152590"/>
                </a:lnTo>
                <a:lnTo>
                  <a:pt x="1025537" y="170599"/>
                </a:lnTo>
                <a:lnTo>
                  <a:pt x="1066596" y="188023"/>
                </a:lnTo>
                <a:lnTo>
                  <a:pt x="1103922" y="204889"/>
                </a:lnTo>
                <a:lnTo>
                  <a:pt x="1137666" y="221170"/>
                </a:lnTo>
                <a:lnTo>
                  <a:pt x="1151382" y="196786"/>
                </a:lnTo>
                <a:close/>
              </a:path>
              <a:path w="2330450" h="381635">
                <a:moveTo>
                  <a:pt x="1157579" y="349377"/>
                </a:moveTo>
                <a:lnTo>
                  <a:pt x="1104125" y="338975"/>
                </a:lnTo>
                <a:lnTo>
                  <a:pt x="1058418" y="321297"/>
                </a:lnTo>
                <a:lnTo>
                  <a:pt x="1020711" y="295922"/>
                </a:lnTo>
                <a:lnTo>
                  <a:pt x="1000645" y="273088"/>
                </a:lnTo>
                <a:lnTo>
                  <a:pt x="991260" y="262420"/>
                </a:lnTo>
                <a:lnTo>
                  <a:pt x="1145286" y="262420"/>
                </a:lnTo>
                <a:lnTo>
                  <a:pt x="1145286" y="236410"/>
                </a:lnTo>
                <a:lnTo>
                  <a:pt x="976020" y="236410"/>
                </a:lnTo>
                <a:lnTo>
                  <a:pt x="977163" y="229514"/>
                </a:lnTo>
                <a:lnTo>
                  <a:pt x="978306" y="222313"/>
                </a:lnTo>
                <a:lnTo>
                  <a:pt x="979449" y="214553"/>
                </a:lnTo>
                <a:lnTo>
                  <a:pt x="980592" y="205930"/>
                </a:lnTo>
                <a:lnTo>
                  <a:pt x="950112" y="205930"/>
                </a:lnTo>
                <a:lnTo>
                  <a:pt x="949617" y="214553"/>
                </a:lnTo>
                <a:lnTo>
                  <a:pt x="948397" y="222313"/>
                </a:lnTo>
                <a:lnTo>
                  <a:pt x="946899" y="229514"/>
                </a:lnTo>
                <a:lnTo>
                  <a:pt x="945540" y="236410"/>
                </a:lnTo>
                <a:lnTo>
                  <a:pt x="786955" y="236410"/>
                </a:lnTo>
                <a:lnTo>
                  <a:pt x="786955" y="262420"/>
                </a:lnTo>
                <a:lnTo>
                  <a:pt x="937920" y="262420"/>
                </a:lnTo>
                <a:lnTo>
                  <a:pt x="916127" y="295567"/>
                </a:lnTo>
                <a:lnTo>
                  <a:pt x="882446" y="321868"/>
                </a:lnTo>
                <a:lnTo>
                  <a:pt x="836472" y="341325"/>
                </a:lnTo>
                <a:lnTo>
                  <a:pt x="777811" y="353961"/>
                </a:lnTo>
                <a:lnTo>
                  <a:pt x="782358" y="361022"/>
                </a:lnTo>
                <a:lnTo>
                  <a:pt x="786765" y="368249"/>
                </a:lnTo>
                <a:lnTo>
                  <a:pt x="794575" y="381393"/>
                </a:lnTo>
                <a:lnTo>
                  <a:pt x="856665" y="365963"/>
                </a:lnTo>
                <a:lnTo>
                  <a:pt x="905725" y="342671"/>
                </a:lnTo>
                <a:lnTo>
                  <a:pt x="941908" y="311658"/>
                </a:lnTo>
                <a:lnTo>
                  <a:pt x="965352" y="273088"/>
                </a:lnTo>
                <a:lnTo>
                  <a:pt x="993990" y="310565"/>
                </a:lnTo>
                <a:lnTo>
                  <a:pt x="1032078" y="340766"/>
                </a:lnTo>
                <a:lnTo>
                  <a:pt x="1079881" y="363816"/>
                </a:lnTo>
                <a:lnTo>
                  <a:pt x="1137666" y="379869"/>
                </a:lnTo>
                <a:lnTo>
                  <a:pt x="1143330" y="369531"/>
                </a:lnTo>
                <a:lnTo>
                  <a:pt x="1148727" y="361200"/>
                </a:lnTo>
                <a:lnTo>
                  <a:pt x="1153566" y="354571"/>
                </a:lnTo>
                <a:lnTo>
                  <a:pt x="1157579" y="349377"/>
                </a:lnTo>
                <a:close/>
              </a:path>
              <a:path w="2330450" h="381635">
                <a:moveTo>
                  <a:pt x="1398460" y="112877"/>
                </a:moveTo>
                <a:lnTo>
                  <a:pt x="1345120" y="112877"/>
                </a:lnTo>
                <a:lnTo>
                  <a:pt x="1345120" y="48869"/>
                </a:lnTo>
                <a:lnTo>
                  <a:pt x="1386268" y="48869"/>
                </a:lnTo>
                <a:lnTo>
                  <a:pt x="1386268" y="22860"/>
                </a:lnTo>
                <a:lnTo>
                  <a:pt x="1316164" y="22860"/>
                </a:lnTo>
                <a:lnTo>
                  <a:pt x="1316164" y="48869"/>
                </a:lnTo>
                <a:lnTo>
                  <a:pt x="1316164" y="112877"/>
                </a:lnTo>
                <a:lnTo>
                  <a:pt x="1256639" y="112877"/>
                </a:lnTo>
                <a:lnTo>
                  <a:pt x="1256639" y="48869"/>
                </a:lnTo>
                <a:lnTo>
                  <a:pt x="1316164" y="48869"/>
                </a:lnTo>
                <a:lnTo>
                  <a:pt x="1316164" y="22860"/>
                </a:lnTo>
                <a:lnTo>
                  <a:pt x="1186535" y="22860"/>
                </a:lnTo>
                <a:lnTo>
                  <a:pt x="1186535" y="48869"/>
                </a:lnTo>
                <a:lnTo>
                  <a:pt x="1229207" y="48869"/>
                </a:lnTo>
                <a:lnTo>
                  <a:pt x="1229207" y="112877"/>
                </a:lnTo>
                <a:lnTo>
                  <a:pt x="1171295" y="112877"/>
                </a:lnTo>
                <a:lnTo>
                  <a:pt x="1171295" y="137363"/>
                </a:lnTo>
                <a:lnTo>
                  <a:pt x="1226159" y="137363"/>
                </a:lnTo>
                <a:lnTo>
                  <a:pt x="1222413" y="156502"/>
                </a:lnTo>
                <a:lnTo>
                  <a:pt x="1213396" y="175082"/>
                </a:lnTo>
                <a:lnTo>
                  <a:pt x="1198930" y="193078"/>
                </a:lnTo>
                <a:lnTo>
                  <a:pt x="1178915" y="210515"/>
                </a:lnTo>
                <a:lnTo>
                  <a:pt x="1184605" y="216230"/>
                </a:lnTo>
                <a:lnTo>
                  <a:pt x="1190155" y="221945"/>
                </a:lnTo>
                <a:lnTo>
                  <a:pt x="1195412" y="227660"/>
                </a:lnTo>
                <a:lnTo>
                  <a:pt x="1200251" y="233375"/>
                </a:lnTo>
                <a:lnTo>
                  <a:pt x="1222540" y="211937"/>
                </a:lnTo>
                <a:lnTo>
                  <a:pt x="1239113" y="188798"/>
                </a:lnTo>
                <a:lnTo>
                  <a:pt x="1249972" y="163931"/>
                </a:lnTo>
                <a:lnTo>
                  <a:pt x="1255115" y="137363"/>
                </a:lnTo>
                <a:lnTo>
                  <a:pt x="1316164" y="137363"/>
                </a:lnTo>
                <a:lnTo>
                  <a:pt x="1316164" y="219659"/>
                </a:lnTo>
                <a:lnTo>
                  <a:pt x="1345120" y="219659"/>
                </a:lnTo>
                <a:lnTo>
                  <a:pt x="1345120" y="137363"/>
                </a:lnTo>
                <a:lnTo>
                  <a:pt x="1398460" y="137363"/>
                </a:lnTo>
                <a:lnTo>
                  <a:pt x="1398460" y="112877"/>
                </a:lnTo>
                <a:close/>
              </a:path>
              <a:path w="2330450" h="381635">
                <a:moveTo>
                  <a:pt x="1442758" y="28956"/>
                </a:moveTo>
                <a:lnTo>
                  <a:pt x="1415224" y="28956"/>
                </a:lnTo>
                <a:lnTo>
                  <a:pt x="1415224" y="161747"/>
                </a:lnTo>
                <a:lnTo>
                  <a:pt x="1442758" y="161747"/>
                </a:lnTo>
                <a:lnTo>
                  <a:pt x="1442758" y="28956"/>
                </a:lnTo>
                <a:close/>
              </a:path>
              <a:path w="2330450" h="381635">
                <a:moveTo>
                  <a:pt x="1518958" y="7620"/>
                </a:moveTo>
                <a:lnTo>
                  <a:pt x="1491526" y="7620"/>
                </a:lnTo>
                <a:lnTo>
                  <a:pt x="1491526" y="172415"/>
                </a:lnTo>
                <a:lnTo>
                  <a:pt x="1490116" y="183286"/>
                </a:lnTo>
                <a:lnTo>
                  <a:pt x="1486001" y="190893"/>
                </a:lnTo>
                <a:lnTo>
                  <a:pt x="1479308" y="195338"/>
                </a:lnTo>
                <a:lnTo>
                  <a:pt x="1470317" y="196786"/>
                </a:lnTo>
                <a:lnTo>
                  <a:pt x="1461058" y="196773"/>
                </a:lnTo>
                <a:lnTo>
                  <a:pt x="1449793" y="196608"/>
                </a:lnTo>
                <a:lnTo>
                  <a:pt x="1436497" y="196151"/>
                </a:lnTo>
                <a:lnTo>
                  <a:pt x="1421320" y="195275"/>
                </a:lnTo>
                <a:lnTo>
                  <a:pt x="1423327" y="203034"/>
                </a:lnTo>
                <a:lnTo>
                  <a:pt x="1424749" y="210515"/>
                </a:lnTo>
                <a:lnTo>
                  <a:pt x="1425613" y="217982"/>
                </a:lnTo>
                <a:lnTo>
                  <a:pt x="1425892" y="225755"/>
                </a:lnTo>
                <a:lnTo>
                  <a:pt x="1479334" y="225755"/>
                </a:lnTo>
                <a:lnTo>
                  <a:pt x="1497088" y="222326"/>
                </a:lnTo>
                <a:lnTo>
                  <a:pt x="1509433" y="214325"/>
                </a:lnTo>
                <a:lnTo>
                  <a:pt x="1516621" y="201752"/>
                </a:lnTo>
                <a:lnTo>
                  <a:pt x="1517294" y="196799"/>
                </a:lnTo>
                <a:lnTo>
                  <a:pt x="1518958" y="184607"/>
                </a:lnTo>
                <a:lnTo>
                  <a:pt x="1518958" y="7620"/>
                </a:lnTo>
                <a:close/>
              </a:path>
              <a:path w="2330450" h="381635">
                <a:moveTo>
                  <a:pt x="1544866" y="332524"/>
                </a:moveTo>
                <a:lnTo>
                  <a:pt x="1371028" y="332524"/>
                </a:lnTo>
                <a:lnTo>
                  <a:pt x="1371028" y="282232"/>
                </a:lnTo>
                <a:lnTo>
                  <a:pt x="1511338" y="282232"/>
                </a:lnTo>
                <a:lnTo>
                  <a:pt x="1511338" y="254800"/>
                </a:lnTo>
                <a:lnTo>
                  <a:pt x="1371028" y="254800"/>
                </a:lnTo>
                <a:lnTo>
                  <a:pt x="1371028" y="225755"/>
                </a:lnTo>
                <a:lnTo>
                  <a:pt x="1340548" y="225755"/>
                </a:lnTo>
                <a:lnTo>
                  <a:pt x="1340548" y="254800"/>
                </a:lnTo>
                <a:lnTo>
                  <a:pt x="1204823" y="254800"/>
                </a:lnTo>
                <a:lnTo>
                  <a:pt x="1204823" y="282232"/>
                </a:lnTo>
                <a:lnTo>
                  <a:pt x="1340548" y="282232"/>
                </a:lnTo>
                <a:lnTo>
                  <a:pt x="1340548" y="332524"/>
                </a:lnTo>
                <a:lnTo>
                  <a:pt x="1169758" y="332524"/>
                </a:lnTo>
                <a:lnTo>
                  <a:pt x="1169758" y="360057"/>
                </a:lnTo>
                <a:lnTo>
                  <a:pt x="1544866" y="360057"/>
                </a:lnTo>
                <a:lnTo>
                  <a:pt x="1544866" y="332524"/>
                </a:lnTo>
                <a:close/>
              </a:path>
              <a:path w="2330450" h="381635">
                <a:moveTo>
                  <a:pt x="1732495" y="254800"/>
                </a:moveTo>
                <a:lnTo>
                  <a:pt x="1672971" y="263944"/>
                </a:lnTo>
                <a:lnTo>
                  <a:pt x="1672971" y="212026"/>
                </a:lnTo>
                <a:lnTo>
                  <a:pt x="1724875" y="212026"/>
                </a:lnTo>
                <a:lnTo>
                  <a:pt x="1724875" y="186118"/>
                </a:lnTo>
                <a:lnTo>
                  <a:pt x="1672971" y="186118"/>
                </a:lnTo>
                <a:lnTo>
                  <a:pt x="1672971" y="111353"/>
                </a:lnTo>
                <a:lnTo>
                  <a:pt x="1645539" y="111353"/>
                </a:lnTo>
                <a:lnTo>
                  <a:pt x="1645539" y="186118"/>
                </a:lnTo>
                <a:lnTo>
                  <a:pt x="1598295" y="186118"/>
                </a:lnTo>
                <a:lnTo>
                  <a:pt x="1607413" y="161848"/>
                </a:lnTo>
                <a:lnTo>
                  <a:pt x="1616303" y="137350"/>
                </a:lnTo>
                <a:lnTo>
                  <a:pt x="1625079" y="112102"/>
                </a:lnTo>
                <a:lnTo>
                  <a:pt x="1633347" y="86969"/>
                </a:lnTo>
                <a:lnTo>
                  <a:pt x="1724875" y="86969"/>
                </a:lnTo>
                <a:lnTo>
                  <a:pt x="1724875" y="61061"/>
                </a:lnTo>
                <a:lnTo>
                  <a:pt x="1642491" y="61061"/>
                </a:lnTo>
                <a:lnTo>
                  <a:pt x="1647037" y="47332"/>
                </a:lnTo>
                <a:lnTo>
                  <a:pt x="1651444" y="33578"/>
                </a:lnTo>
                <a:lnTo>
                  <a:pt x="1655559" y="19837"/>
                </a:lnTo>
                <a:lnTo>
                  <a:pt x="1659255" y="6096"/>
                </a:lnTo>
                <a:lnTo>
                  <a:pt x="1628775" y="0"/>
                </a:lnTo>
                <a:lnTo>
                  <a:pt x="1624444" y="15760"/>
                </a:lnTo>
                <a:lnTo>
                  <a:pt x="1620393" y="31102"/>
                </a:lnTo>
                <a:lnTo>
                  <a:pt x="1616341" y="46164"/>
                </a:lnTo>
                <a:lnTo>
                  <a:pt x="1612011" y="61061"/>
                </a:lnTo>
                <a:lnTo>
                  <a:pt x="1563141" y="61061"/>
                </a:lnTo>
                <a:lnTo>
                  <a:pt x="1563141" y="86969"/>
                </a:lnTo>
                <a:lnTo>
                  <a:pt x="1604391" y="86969"/>
                </a:lnTo>
                <a:lnTo>
                  <a:pt x="1595221" y="114681"/>
                </a:lnTo>
                <a:lnTo>
                  <a:pt x="1585899" y="140550"/>
                </a:lnTo>
                <a:lnTo>
                  <a:pt x="1576273" y="164414"/>
                </a:lnTo>
                <a:lnTo>
                  <a:pt x="1566189" y="186118"/>
                </a:lnTo>
                <a:lnTo>
                  <a:pt x="1566189" y="212026"/>
                </a:lnTo>
                <a:lnTo>
                  <a:pt x="1645539" y="212026"/>
                </a:lnTo>
                <a:lnTo>
                  <a:pt x="1645539" y="266992"/>
                </a:lnTo>
                <a:lnTo>
                  <a:pt x="1600949" y="273659"/>
                </a:lnTo>
                <a:lnTo>
                  <a:pt x="1579486" y="276631"/>
                </a:lnTo>
                <a:lnTo>
                  <a:pt x="1558569" y="279184"/>
                </a:lnTo>
                <a:lnTo>
                  <a:pt x="1561617" y="308140"/>
                </a:lnTo>
                <a:lnTo>
                  <a:pt x="1603616" y="301472"/>
                </a:lnTo>
                <a:lnTo>
                  <a:pt x="1624723" y="298500"/>
                </a:lnTo>
                <a:lnTo>
                  <a:pt x="1645539" y="295948"/>
                </a:lnTo>
                <a:lnTo>
                  <a:pt x="1645539" y="378345"/>
                </a:lnTo>
                <a:lnTo>
                  <a:pt x="1672971" y="378345"/>
                </a:lnTo>
                <a:lnTo>
                  <a:pt x="1672971" y="295948"/>
                </a:lnTo>
                <a:lnTo>
                  <a:pt x="1672971" y="291376"/>
                </a:lnTo>
                <a:lnTo>
                  <a:pt x="1730971" y="282232"/>
                </a:lnTo>
                <a:lnTo>
                  <a:pt x="1731213" y="275374"/>
                </a:lnTo>
                <a:lnTo>
                  <a:pt x="1732089" y="263944"/>
                </a:lnTo>
                <a:lnTo>
                  <a:pt x="1732267" y="261658"/>
                </a:lnTo>
                <a:lnTo>
                  <a:pt x="1732495" y="254800"/>
                </a:lnTo>
                <a:close/>
              </a:path>
              <a:path w="2330450" h="381635">
                <a:moveTo>
                  <a:pt x="1938337" y="137350"/>
                </a:moveTo>
                <a:lnTo>
                  <a:pt x="1802612" y="137350"/>
                </a:lnTo>
                <a:lnTo>
                  <a:pt x="1806041" y="125590"/>
                </a:lnTo>
                <a:lnTo>
                  <a:pt x="1809470" y="113271"/>
                </a:lnTo>
                <a:lnTo>
                  <a:pt x="1812899" y="100406"/>
                </a:lnTo>
                <a:lnTo>
                  <a:pt x="1816328" y="86969"/>
                </a:lnTo>
                <a:lnTo>
                  <a:pt x="1924621" y="86969"/>
                </a:lnTo>
                <a:lnTo>
                  <a:pt x="1924621" y="61061"/>
                </a:lnTo>
                <a:lnTo>
                  <a:pt x="1822424" y="61061"/>
                </a:lnTo>
                <a:lnTo>
                  <a:pt x="1825548" y="47332"/>
                </a:lnTo>
                <a:lnTo>
                  <a:pt x="1828520" y="32626"/>
                </a:lnTo>
                <a:lnTo>
                  <a:pt x="1831416" y="17907"/>
                </a:lnTo>
                <a:lnTo>
                  <a:pt x="1834616" y="3048"/>
                </a:lnTo>
                <a:lnTo>
                  <a:pt x="1805660" y="3048"/>
                </a:lnTo>
                <a:lnTo>
                  <a:pt x="1802231" y="17907"/>
                </a:lnTo>
                <a:lnTo>
                  <a:pt x="1798802" y="32626"/>
                </a:lnTo>
                <a:lnTo>
                  <a:pt x="1795373" y="47066"/>
                </a:lnTo>
                <a:lnTo>
                  <a:pt x="1791944" y="61061"/>
                </a:lnTo>
                <a:lnTo>
                  <a:pt x="1740115" y="61061"/>
                </a:lnTo>
                <a:lnTo>
                  <a:pt x="1740115" y="86969"/>
                </a:lnTo>
                <a:lnTo>
                  <a:pt x="1785848" y="86969"/>
                </a:lnTo>
                <a:lnTo>
                  <a:pt x="1779181" y="113271"/>
                </a:lnTo>
                <a:lnTo>
                  <a:pt x="1776196" y="125590"/>
                </a:lnTo>
                <a:lnTo>
                  <a:pt x="1773656" y="137350"/>
                </a:lnTo>
                <a:lnTo>
                  <a:pt x="1721827" y="137350"/>
                </a:lnTo>
                <a:lnTo>
                  <a:pt x="1721827" y="163258"/>
                </a:lnTo>
                <a:lnTo>
                  <a:pt x="1766036" y="163258"/>
                </a:lnTo>
                <a:lnTo>
                  <a:pt x="1762633" y="176479"/>
                </a:lnTo>
                <a:lnTo>
                  <a:pt x="1758988" y="189547"/>
                </a:lnTo>
                <a:lnTo>
                  <a:pt x="1755101" y="201841"/>
                </a:lnTo>
                <a:lnTo>
                  <a:pt x="1750796" y="213550"/>
                </a:lnTo>
                <a:lnTo>
                  <a:pt x="1750796" y="239560"/>
                </a:lnTo>
                <a:lnTo>
                  <a:pt x="1883473" y="239560"/>
                </a:lnTo>
                <a:lnTo>
                  <a:pt x="1823948" y="308140"/>
                </a:lnTo>
                <a:lnTo>
                  <a:pt x="1761464" y="268516"/>
                </a:lnTo>
                <a:lnTo>
                  <a:pt x="1744687" y="291376"/>
                </a:lnTo>
                <a:lnTo>
                  <a:pt x="1777555" y="312483"/>
                </a:lnTo>
                <a:lnTo>
                  <a:pt x="1809851" y="334479"/>
                </a:lnTo>
                <a:lnTo>
                  <a:pt x="1841601" y="357035"/>
                </a:lnTo>
                <a:lnTo>
                  <a:pt x="1872805" y="379869"/>
                </a:lnTo>
                <a:lnTo>
                  <a:pt x="1892617" y="353961"/>
                </a:lnTo>
                <a:lnTo>
                  <a:pt x="1881212" y="346824"/>
                </a:lnTo>
                <a:lnTo>
                  <a:pt x="1869948" y="339242"/>
                </a:lnTo>
                <a:lnTo>
                  <a:pt x="1858975" y="331368"/>
                </a:lnTo>
                <a:lnTo>
                  <a:pt x="1848421" y="323380"/>
                </a:lnTo>
                <a:lnTo>
                  <a:pt x="1861680" y="308140"/>
                </a:lnTo>
                <a:lnTo>
                  <a:pt x="1920049" y="241084"/>
                </a:lnTo>
                <a:lnTo>
                  <a:pt x="1920049" y="213550"/>
                </a:lnTo>
                <a:lnTo>
                  <a:pt x="1781276" y="213550"/>
                </a:lnTo>
                <a:lnTo>
                  <a:pt x="1784705" y="201193"/>
                </a:lnTo>
                <a:lnTo>
                  <a:pt x="1788134" y="188976"/>
                </a:lnTo>
                <a:lnTo>
                  <a:pt x="1791500" y="176695"/>
                </a:lnTo>
                <a:lnTo>
                  <a:pt x="1794992" y="163258"/>
                </a:lnTo>
                <a:lnTo>
                  <a:pt x="1938337" y="163258"/>
                </a:lnTo>
                <a:lnTo>
                  <a:pt x="1938337" y="137350"/>
                </a:lnTo>
                <a:close/>
              </a:path>
              <a:path w="2330450" h="381635">
                <a:moveTo>
                  <a:pt x="2069503" y="74777"/>
                </a:moveTo>
                <a:lnTo>
                  <a:pt x="2026818" y="74777"/>
                </a:lnTo>
                <a:lnTo>
                  <a:pt x="2026818" y="3048"/>
                </a:lnTo>
                <a:lnTo>
                  <a:pt x="1997862" y="3048"/>
                </a:lnTo>
                <a:lnTo>
                  <a:pt x="1997862" y="74777"/>
                </a:lnTo>
                <a:lnTo>
                  <a:pt x="1953577" y="74777"/>
                </a:lnTo>
                <a:lnTo>
                  <a:pt x="1953577" y="100685"/>
                </a:lnTo>
                <a:lnTo>
                  <a:pt x="1997862" y="100685"/>
                </a:lnTo>
                <a:lnTo>
                  <a:pt x="1997862" y="189166"/>
                </a:lnTo>
                <a:lnTo>
                  <a:pt x="1985289" y="193484"/>
                </a:lnTo>
                <a:lnTo>
                  <a:pt x="1950529" y="204406"/>
                </a:lnTo>
                <a:lnTo>
                  <a:pt x="1953577" y="236423"/>
                </a:lnTo>
                <a:lnTo>
                  <a:pt x="1965858" y="231863"/>
                </a:lnTo>
                <a:lnTo>
                  <a:pt x="1997862" y="219646"/>
                </a:lnTo>
                <a:lnTo>
                  <a:pt x="1997862" y="338620"/>
                </a:lnTo>
                <a:lnTo>
                  <a:pt x="1993290" y="344817"/>
                </a:lnTo>
                <a:lnTo>
                  <a:pt x="1984057" y="344817"/>
                </a:lnTo>
                <a:lnTo>
                  <a:pt x="1976653" y="344551"/>
                </a:lnTo>
                <a:lnTo>
                  <a:pt x="1968246" y="343852"/>
                </a:lnTo>
                <a:lnTo>
                  <a:pt x="1949005" y="341668"/>
                </a:lnTo>
                <a:lnTo>
                  <a:pt x="1953577" y="373773"/>
                </a:lnTo>
                <a:lnTo>
                  <a:pt x="1991766" y="373773"/>
                </a:lnTo>
                <a:lnTo>
                  <a:pt x="2007539" y="370332"/>
                </a:lnTo>
                <a:lnTo>
                  <a:pt x="2018436" y="362331"/>
                </a:lnTo>
                <a:lnTo>
                  <a:pt x="2024773" y="349719"/>
                </a:lnTo>
                <a:lnTo>
                  <a:pt x="2025357" y="344817"/>
                </a:lnTo>
                <a:lnTo>
                  <a:pt x="2026818" y="332524"/>
                </a:lnTo>
                <a:lnTo>
                  <a:pt x="2026818" y="219646"/>
                </a:lnTo>
                <a:lnTo>
                  <a:pt x="2026818" y="210502"/>
                </a:lnTo>
                <a:lnTo>
                  <a:pt x="2043112" y="203631"/>
                </a:lnTo>
                <a:lnTo>
                  <a:pt x="2055393" y="198882"/>
                </a:lnTo>
                <a:lnTo>
                  <a:pt x="2063686" y="196151"/>
                </a:lnTo>
                <a:lnTo>
                  <a:pt x="2067979" y="195262"/>
                </a:lnTo>
                <a:lnTo>
                  <a:pt x="2067737" y="189166"/>
                </a:lnTo>
                <a:lnTo>
                  <a:pt x="2067217" y="181737"/>
                </a:lnTo>
                <a:lnTo>
                  <a:pt x="2067001" y="178498"/>
                </a:lnTo>
                <a:lnTo>
                  <a:pt x="2066683" y="173621"/>
                </a:lnTo>
                <a:lnTo>
                  <a:pt x="2066455" y="164782"/>
                </a:lnTo>
                <a:lnTo>
                  <a:pt x="2056180" y="168427"/>
                </a:lnTo>
                <a:lnTo>
                  <a:pt x="2046058" y="172212"/>
                </a:lnTo>
                <a:lnTo>
                  <a:pt x="2036229" y="175717"/>
                </a:lnTo>
                <a:lnTo>
                  <a:pt x="2026818" y="178498"/>
                </a:lnTo>
                <a:lnTo>
                  <a:pt x="2026818" y="100685"/>
                </a:lnTo>
                <a:lnTo>
                  <a:pt x="2069503" y="100685"/>
                </a:lnTo>
                <a:lnTo>
                  <a:pt x="2069503" y="74777"/>
                </a:lnTo>
                <a:close/>
              </a:path>
              <a:path w="2330450" h="381635">
                <a:moveTo>
                  <a:pt x="2330297" y="234886"/>
                </a:moveTo>
                <a:lnTo>
                  <a:pt x="2299817" y="234886"/>
                </a:lnTo>
                <a:lnTo>
                  <a:pt x="2299817" y="146494"/>
                </a:lnTo>
                <a:lnTo>
                  <a:pt x="2299817" y="118973"/>
                </a:lnTo>
                <a:lnTo>
                  <a:pt x="2272385" y="118973"/>
                </a:lnTo>
                <a:lnTo>
                  <a:pt x="2272385" y="146494"/>
                </a:lnTo>
                <a:lnTo>
                  <a:pt x="2272385" y="234886"/>
                </a:lnTo>
                <a:lnTo>
                  <a:pt x="2205228" y="234886"/>
                </a:lnTo>
                <a:lnTo>
                  <a:pt x="2206345" y="214007"/>
                </a:lnTo>
                <a:lnTo>
                  <a:pt x="2207323" y="192405"/>
                </a:lnTo>
                <a:lnTo>
                  <a:pt x="2208009" y="169951"/>
                </a:lnTo>
                <a:lnTo>
                  <a:pt x="2208276" y="146494"/>
                </a:lnTo>
                <a:lnTo>
                  <a:pt x="2272385" y="146494"/>
                </a:lnTo>
                <a:lnTo>
                  <a:pt x="2272385" y="118973"/>
                </a:lnTo>
                <a:lnTo>
                  <a:pt x="2231136" y="118973"/>
                </a:lnTo>
                <a:lnTo>
                  <a:pt x="2268080" y="75895"/>
                </a:lnTo>
                <a:lnTo>
                  <a:pt x="2275636" y="67157"/>
                </a:lnTo>
                <a:lnTo>
                  <a:pt x="2276957" y="65633"/>
                </a:lnTo>
                <a:lnTo>
                  <a:pt x="2276957" y="39725"/>
                </a:lnTo>
                <a:lnTo>
                  <a:pt x="2241804" y="39725"/>
                </a:lnTo>
                <a:lnTo>
                  <a:pt x="2241804" y="67157"/>
                </a:lnTo>
                <a:lnTo>
                  <a:pt x="2232329" y="78257"/>
                </a:lnTo>
                <a:lnTo>
                  <a:pt x="2221992" y="90779"/>
                </a:lnTo>
                <a:lnTo>
                  <a:pt x="2210511" y="104444"/>
                </a:lnTo>
                <a:lnTo>
                  <a:pt x="2197608" y="118973"/>
                </a:lnTo>
                <a:lnTo>
                  <a:pt x="2180844" y="118973"/>
                </a:lnTo>
                <a:lnTo>
                  <a:pt x="2180844" y="146494"/>
                </a:lnTo>
                <a:lnTo>
                  <a:pt x="2180742" y="181737"/>
                </a:lnTo>
                <a:lnTo>
                  <a:pt x="2180450" y="203631"/>
                </a:lnTo>
                <a:lnTo>
                  <a:pt x="2179561" y="222364"/>
                </a:lnTo>
                <a:lnTo>
                  <a:pt x="2177796" y="234886"/>
                </a:lnTo>
                <a:lnTo>
                  <a:pt x="2118271" y="234886"/>
                </a:lnTo>
                <a:lnTo>
                  <a:pt x="2118271" y="146494"/>
                </a:lnTo>
                <a:lnTo>
                  <a:pt x="2180844" y="146494"/>
                </a:lnTo>
                <a:lnTo>
                  <a:pt x="2180844" y="118973"/>
                </a:lnTo>
                <a:lnTo>
                  <a:pt x="2103031" y="118973"/>
                </a:lnTo>
                <a:lnTo>
                  <a:pt x="2114181" y="106375"/>
                </a:lnTo>
                <a:lnTo>
                  <a:pt x="2124786" y="93637"/>
                </a:lnTo>
                <a:lnTo>
                  <a:pt x="2134819" y="80606"/>
                </a:lnTo>
                <a:lnTo>
                  <a:pt x="2144268" y="67157"/>
                </a:lnTo>
                <a:lnTo>
                  <a:pt x="2241804" y="67157"/>
                </a:lnTo>
                <a:lnTo>
                  <a:pt x="2241804" y="39725"/>
                </a:lnTo>
                <a:lnTo>
                  <a:pt x="2161032" y="39725"/>
                </a:lnTo>
                <a:lnTo>
                  <a:pt x="2165845" y="31407"/>
                </a:lnTo>
                <a:lnTo>
                  <a:pt x="2170938" y="22682"/>
                </a:lnTo>
                <a:lnTo>
                  <a:pt x="2176030" y="13703"/>
                </a:lnTo>
                <a:lnTo>
                  <a:pt x="2180844" y="4572"/>
                </a:lnTo>
                <a:lnTo>
                  <a:pt x="2148840" y="0"/>
                </a:lnTo>
                <a:lnTo>
                  <a:pt x="2132800" y="30353"/>
                </a:lnTo>
                <a:lnTo>
                  <a:pt x="2114308" y="59524"/>
                </a:lnTo>
                <a:lnTo>
                  <a:pt x="2093252" y="87541"/>
                </a:lnTo>
                <a:lnTo>
                  <a:pt x="2069503" y="114401"/>
                </a:lnTo>
                <a:lnTo>
                  <a:pt x="2080742" y="123355"/>
                </a:lnTo>
                <a:lnTo>
                  <a:pt x="2086000" y="127469"/>
                </a:lnTo>
                <a:lnTo>
                  <a:pt x="2090839" y="131165"/>
                </a:lnTo>
                <a:lnTo>
                  <a:pt x="2090839" y="234886"/>
                </a:lnTo>
                <a:lnTo>
                  <a:pt x="2057311" y="234886"/>
                </a:lnTo>
                <a:lnTo>
                  <a:pt x="2057311" y="260896"/>
                </a:lnTo>
                <a:lnTo>
                  <a:pt x="2171700" y="260896"/>
                </a:lnTo>
                <a:lnTo>
                  <a:pt x="2157704" y="288683"/>
                </a:lnTo>
                <a:lnTo>
                  <a:pt x="2131834" y="312915"/>
                </a:lnTo>
                <a:lnTo>
                  <a:pt x="2094255" y="334022"/>
                </a:lnTo>
                <a:lnTo>
                  <a:pt x="2045106" y="352437"/>
                </a:lnTo>
                <a:lnTo>
                  <a:pt x="2051659" y="359295"/>
                </a:lnTo>
                <a:lnTo>
                  <a:pt x="2057501" y="366153"/>
                </a:lnTo>
                <a:lnTo>
                  <a:pt x="2062467" y="373011"/>
                </a:lnTo>
                <a:lnTo>
                  <a:pt x="2066455" y="379869"/>
                </a:lnTo>
                <a:lnTo>
                  <a:pt x="2114791" y="359016"/>
                </a:lnTo>
                <a:lnTo>
                  <a:pt x="2152256" y="335432"/>
                </a:lnTo>
                <a:lnTo>
                  <a:pt x="2178837" y="309270"/>
                </a:lnTo>
                <a:lnTo>
                  <a:pt x="2194560" y="280708"/>
                </a:lnTo>
                <a:lnTo>
                  <a:pt x="2213660" y="312445"/>
                </a:lnTo>
                <a:lnTo>
                  <a:pt x="2238768" y="339051"/>
                </a:lnTo>
                <a:lnTo>
                  <a:pt x="2269604" y="360514"/>
                </a:lnTo>
                <a:lnTo>
                  <a:pt x="2305913" y="376821"/>
                </a:lnTo>
                <a:lnTo>
                  <a:pt x="2310765" y="369697"/>
                </a:lnTo>
                <a:lnTo>
                  <a:pt x="2316200" y="362153"/>
                </a:lnTo>
                <a:lnTo>
                  <a:pt x="2322195" y="354317"/>
                </a:lnTo>
                <a:lnTo>
                  <a:pt x="2328773" y="346341"/>
                </a:lnTo>
                <a:lnTo>
                  <a:pt x="2288984" y="334022"/>
                </a:lnTo>
                <a:lnTo>
                  <a:pt x="2256332" y="315582"/>
                </a:lnTo>
                <a:lnTo>
                  <a:pt x="2230526" y="291160"/>
                </a:lnTo>
                <a:lnTo>
                  <a:pt x="2223897" y="280708"/>
                </a:lnTo>
                <a:lnTo>
                  <a:pt x="2211324" y="260896"/>
                </a:lnTo>
                <a:lnTo>
                  <a:pt x="2330297" y="260896"/>
                </a:lnTo>
                <a:lnTo>
                  <a:pt x="2330297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6440042" y="4028598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527" y="102203"/>
                </a:moveTo>
                <a:lnTo>
                  <a:pt x="0" y="102203"/>
                </a:lnTo>
                <a:lnTo>
                  <a:pt x="24479" y="0"/>
                </a:lnTo>
                <a:lnTo>
                  <a:pt x="59531" y="0"/>
                </a:lnTo>
                <a:lnTo>
                  <a:pt x="27527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6778656" y="3752469"/>
            <a:ext cx="382905" cy="377190"/>
          </a:xfrm>
          <a:custGeom>
            <a:avLst/>
            <a:gdLst/>
            <a:ahLst/>
            <a:cxnLst/>
            <a:rect l="l" t="t" r="r" b="b"/>
            <a:pathLst>
              <a:path w="382904" h="377189">
                <a:moveTo>
                  <a:pt x="70104" y="58007"/>
                </a:moveTo>
                <a:lnTo>
                  <a:pt x="42672" y="58007"/>
                </a:lnTo>
                <a:lnTo>
                  <a:pt x="46101" y="44228"/>
                </a:lnTo>
                <a:lnTo>
                  <a:pt x="49530" y="30146"/>
                </a:lnTo>
                <a:lnTo>
                  <a:pt x="52959" y="15493"/>
                </a:lnTo>
                <a:lnTo>
                  <a:pt x="56388" y="0"/>
                </a:lnTo>
                <a:lnTo>
                  <a:pt x="83915" y="6096"/>
                </a:lnTo>
                <a:lnTo>
                  <a:pt x="79573" y="19779"/>
                </a:lnTo>
                <a:lnTo>
                  <a:pt x="75830" y="33194"/>
                </a:lnTo>
                <a:lnTo>
                  <a:pt x="72677" y="46038"/>
                </a:lnTo>
                <a:lnTo>
                  <a:pt x="70104" y="58007"/>
                </a:lnTo>
                <a:close/>
              </a:path>
              <a:path w="382904" h="377189">
                <a:moveTo>
                  <a:pt x="134207" y="137350"/>
                </a:moveTo>
                <a:lnTo>
                  <a:pt x="128754" y="130723"/>
                </a:lnTo>
                <a:lnTo>
                  <a:pt x="123729" y="124694"/>
                </a:lnTo>
                <a:lnTo>
                  <a:pt x="118991" y="119254"/>
                </a:lnTo>
                <a:lnTo>
                  <a:pt x="114395" y="114395"/>
                </a:lnTo>
                <a:lnTo>
                  <a:pt x="150401" y="90366"/>
                </a:lnTo>
                <a:lnTo>
                  <a:pt x="182987" y="63900"/>
                </a:lnTo>
                <a:lnTo>
                  <a:pt x="212161" y="34845"/>
                </a:lnTo>
                <a:lnTo>
                  <a:pt x="237934" y="3048"/>
                </a:lnTo>
                <a:lnTo>
                  <a:pt x="277558" y="3048"/>
                </a:lnTo>
                <a:lnTo>
                  <a:pt x="269938" y="10668"/>
                </a:lnTo>
                <a:lnTo>
                  <a:pt x="285008" y="30575"/>
                </a:lnTo>
                <a:lnTo>
                  <a:pt x="251650" y="30575"/>
                </a:lnTo>
                <a:lnTo>
                  <a:pt x="237395" y="48315"/>
                </a:lnTo>
                <a:lnTo>
                  <a:pt x="222265" y="65055"/>
                </a:lnTo>
                <a:lnTo>
                  <a:pt x="206564" y="80938"/>
                </a:lnTo>
                <a:lnTo>
                  <a:pt x="190595" y="96107"/>
                </a:lnTo>
                <a:lnTo>
                  <a:pt x="361408" y="96107"/>
                </a:lnTo>
                <a:lnTo>
                  <a:pt x="370580" y="100679"/>
                </a:lnTo>
                <a:lnTo>
                  <a:pt x="314134" y="100679"/>
                </a:lnTo>
                <a:lnTo>
                  <a:pt x="314134" y="103727"/>
                </a:lnTo>
                <a:lnTo>
                  <a:pt x="181451" y="103727"/>
                </a:lnTo>
                <a:lnTo>
                  <a:pt x="169997" y="112610"/>
                </a:lnTo>
                <a:lnTo>
                  <a:pt x="158400" y="121074"/>
                </a:lnTo>
                <a:lnTo>
                  <a:pt x="146518" y="129270"/>
                </a:lnTo>
                <a:lnTo>
                  <a:pt x="134207" y="137350"/>
                </a:lnTo>
                <a:close/>
              </a:path>
              <a:path w="382904" h="377189">
                <a:moveTo>
                  <a:pt x="361408" y="96107"/>
                </a:moveTo>
                <a:lnTo>
                  <a:pt x="308038" y="96107"/>
                </a:lnTo>
                <a:lnTo>
                  <a:pt x="292584" y="80938"/>
                </a:lnTo>
                <a:lnTo>
                  <a:pt x="278130" y="65055"/>
                </a:lnTo>
                <a:lnTo>
                  <a:pt x="264533" y="48315"/>
                </a:lnTo>
                <a:lnTo>
                  <a:pt x="251650" y="30575"/>
                </a:lnTo>
                <a:lnTo>
                  <a:pt x="285008" y="30575"/>
                </a:lnTo>
                <a:lnTo>
                  <a:pt x="293990" y="42441"/>
                </a:lnTo>
                <a:lnTo>
                  <a:pt x="320623" y="69044"/>
                </a:lnTo>
                <a:lnTo>
                  <a:pt x="350131" y="90486"/>
                </a:lnTo>
                <a:lnTo>
                  <a:pt x="361408" y="96107"/>
                </a:lnTo>
                <a:close/>
              </a:path>
              <a:path w="382904" h="377189">
                <a:moveTo>
                  <a:pt x="138779" y="83915"/>
                </a:moveTo>
                <a:lnTo>
                  <a:pt x="3048" y="83915"/>
                </a:lnTo>
                <a:lnTo>
                  <a:pt x="3048" y="58007"/>
                </a:lnTo>
                <a:lnTo>
                  <a:pt x="138779" y="58007"/>
                </a:lnTo>
                <a:lnTo>
                  <a:pt x="138779" y="83915"/>
                </a:lnTo>
                <a:close/>
              </a:path>
              <a:path w="382904" h="377189">
                <a:moveTo>
                  <a:pt x="129635" y="213550"/>
                </a:moveTo>
                <a:lnTo>
                  <a:pt x="6096" y="213550"/>
                </a:lnTo>
                <a:lnTo>
                  <a:pt x="6096" y="187642"/>
                </a:lnTo>
                <a:lnTo>
                  <a:pt x="13215" y="165648"/>
                </a:lnTo>
                <a:lnTo>
                  <a:pt x="20764" y="140922"/>
                </a:lnTo>
                <a:lnTo>
                  <a:pt x="28598" y="113624"/>
                </a:lnTo>
                <a:lnTo>
                  <a:pt x="36576" y="83915"/>
                </a:lnTo>
                <a:lnTo>
                  <a:pt x="62484" y="83915"/>
                </a:lnTo>
                <a:lnTo>
                  <a:pt x="54286" y="114491"/>
                </a:lnTo>
                <a:lnTo>
                  <a:pt x="46863" y="140922"/>
                </a:lnTo>
                <a:lnTo>
                  <a:pt x="39766" y="165648"/>
                </a:lnTo>
                <a:lnTo>
                  <a:pt x="33528" y="187642"/>
                </a:lnTo>
                <a:lnTo>
                  <a:pt x="129635" y="187642"/>
                </a:lnTo>
                <a:lnTo>
                  <a:pt x="129635" y="213550"/>
                </a:lnTo>
                <a:close/>
              </a:path>
              <a:path w="382904" h="377189">
                <a:moveTo>
                  <a:pt x="362997" y="134302"/>
                </a:moveTo>
                <a:lnTo>
                  <a:pt x="350393" y="126222"/>
                </a:lnTo>
                <a:lnTo>
                  <a:pt x="337958" y="118026"/>
                </a:lnTo>
                <a:lnTo>
                  <a:pt x="325827" y="109562"/>
                </a:lnTo>
                <a:lnTo>
                  <a:pt x="314134" y="100679"/>
                </a:lnTo>
                <a:lnTo>
                  <a:pt x="370580" y="100679"/>
                </a:lnTo>
                <a:lnTo>
                  <a:pt x="382809" y="106775"/>
                </a:lnTo>
                <a:lnTo>
                  <a:pt x="376499" y="114491"/>
                </a:lnTo>
                <a:lnTo>
                  <a:pt x="371189" y="121646"/>
                </a:lnTo>
                <a:lnTo>
                  <a:pt x="366736" y="128246"/>
                </a:lnTo>
                <a:lnTo>
                  <a:pt x="362997" y="134302"/>
                </a:lnTo>
                <a:close/>
              </a:path>
              <a:path w="382904" h="377189">
                <a:moveTo>
                  <a:pt x="314134" y="120491"/>
                </a:moveTo>
                <a:lnTo>
                  <a:pt x="181451" y="120491"/>
                </a:lnTo>
                <a:lnTo>
                  <a:pt x="181451" y="103727"/>
                </a:lnTo>
                <a:lnTo>
                  <a:pt x="314134" y="103727"/>
                </a:lnTo>
                <a:lnTo>
                  <a:pt x="314134" y="120491"/>
                </a:lnTo>
                <a:close/>
              </a:path>
              <a:path w="382904" h="377189">
                <a:moveTo>
                  <a:pt x="93059" y="187642"/>
                </a:moveTo>
                <a:lnTo>
                  <a:pt x="67056" y="187642"/>
                </a:lnTo>
                <a:lnTo>
                  <a:pt x="67056" y="118967"/>
                </a:lnTo>
                <a:lnTo>
                  <a:pt x="93059" y="118967"/>
                </a:lnTo>
                <a:lnTo>
                  <a:pt x="93059" y="187642"/>
                </a:lnTo>
                <a:close/>
              </a:path>
              <a:path w="382904" h="377189">
                <a:moveTo>
                  <a:pt x="357843" y="346329"/>
                </a:moveTo>
                <a:lnTo>
                  <a:pt x="315658" y="346329"/>
                </a:lnTo>
                <a:lnTo>
                  <a:pt x="323659" y="345160"/>
                </a:lnTo>
                <a:lnTo>
                  <a:pt x="329374" y="341554"/>
                </a:lnTo>
                <a:lnTo>
                  <a:pt x="332803" y="335358"/>
                </a:lnTo>
                <a:lnTo>
                  <a:pt x="333946" y="326421"/>
                </a:lnTo>
                <a:lnTo>
                  <a:pt x="333946" y="143446"/>
                </a:lnTo>
                <a:lnTo>
                  <a:pt x="359854" y="143446"/>
                </a:lnTo>
                <a:lnTo>
                  <a:pt x="359854" y="329469"/>
                </a:lnTo>
                <a:lnTo>
                  <a:pt x="357843" y="346329"/>
                </a:lnTo>
                <a:close/>
              </a:path>
              <a:path w="382904" h="377189">
                <a:moveTo>
                  <a:pt x="166211" y="376809"/>
                </a:moveTo>
                <a:lnTo>
                  <a:pt x="141827" y="376809"/>
                </a:lnTo>
                <a:lnTo>
                  <a:pt x="141827" y="151066"/>
                </a:lnTo>
                <a:lnTo>
                  <a:pt x="244030" y="151066"/>
                </a:lnTo>
                <a:lnTo>
                  <a:pt x="244030" y="173926"/>
                </a:lnTo>
                <a:lnTo>
                  <a:pt x="166211" y="173926"/>
                </a:lnTo>
                <a:lnTo>
                  <a:pt x="166211" y="210502"/>
                </a:lnTo>
                <a:lnTo>
                  <a:pt x="244030" y="210502"/>
                </a:lnTo>
                <a:lnTo>
                  <a:pt x="244030" y="231838"/>
                </a:lnTo>
                <a:lnTo>
                  <a:pt x="166211" y="231838"/>
                </a:lnTo>
                <a:lnTo>
                  <a:pt x="166211" y="268509"/>
                </a:lnTo>
                <a:lnTo>
                  <a:pt x="244030" y="268509"/>
                </a:lnTo>
                <a:lnTo>
                  <a:pt x="244030" y="289845"/>
                </a:lnTo>
                <a:lnTo>
                  <a:pt x="166211" y="289845"/>
                </a:lnTo>
                <a:lnTo>
                  <a:pt x="166211" y="376809"/>
                </a:lnTo>
                <a:close/>
              </a:path>
              <a:path w="382904" h="377189">
                <a:moveTo>
                  <a:pt x="300418" y="302037"/>
                </a:moveTo>
                <a:lnTo>
                  <a:pt x="276034" y="302037"/>
                </a:lnTo>
                <a:lnTo>
                  <a:pt x="276034" y="161734"/>
                </a:lnTo>
                <a:lnTo>
                  <a:pt x="300418" y="161734"/>
                </a:lnTo>
                <a:lnTo>
                  <a:pt x="300418" y="302037"/>
                </a:lnTo>
                <a:close/>
              </a:path>
              <a:path w="382904" h="377189">
                <a:moveTo>
                  <a:pt x="244030" y="210502"/>
                </a:moveTo>
                <a:lnTo>
                  <a:pt x="219551" y="210502"/>
                </a:lnTo>
                <a:lnTo>
                  <a:pt x="219551" y="173926"/>
                </a:lnTo>
                <a:lnTo>
                  <a:pt x="244030" y="173926"/>
                </a:lnTo>
                <a:lnTo>
                  <a:pt x="244030" y="210502"/>
                </a:lnTo>
                <a:close/>
              </a:path>
              <a:path w="382904" h="377189">
                <a:moveTo>
                  <a:pt x="4572" y="305085"/>
                </a:moveTo>
                <a:lnTo>
                  <a:pt x="0" y="277653"/>
                </a:lnTo>
                <a:lnTo>
                  <a:pt x="16906" y="275605"/>
                </a:lnTo>
                <a:lnTo>
                  <a:pt x="50149" y="272081"/>
                </a:lnTo>
                <a:lnTo>
                  <a:pt x="67056" y="270033"/>
                </a:lnTo>
                <a:lnTo>
                  <a:pt x="67056" y="213550"/>
                </a:lnTo>
                <a:lnTo>
                  <a:pt x="93059" y="213550"/>
                </a:lnTo>
                <a:lnTo>
                  <a:pt x="93059" y="265461"/>
                </a:lnTo>
                <a:lnTo>
                  <a:pt x="133297" y="265461"/>
                </a:lnTo>
                <a:lnTo>
                  <a:pt x="132111" y="273653"/>
                </a:lnTo>
                <a:lnTo>
                  <a:pt x="131421" y="280154"/>
                </a:lnTo>
                <a:lnTo>
                  <a:pt x="131159" y="286797"/>
                </a:lnTo>
                <a:lnTo>
                  <a:pt x="93059" y="291369"/>
                </a:lnTo>
                <a:lnTo>
                  <a:pt x="93059" y="295941"/>
                </a:lnTo>
                <a:lnTo>
                  <a:pt x="67056" y="295941"/>
                </a:lnTo>
                <a:lnTo>
                  <a:pt x="4572" y="305085"/>
                </a:lnTo>
                <a:close/>
              </a:path>
              <a:path w="382904" h="377189">
                <a:moveTo>
                  <a:pt x="244030" y="268509"/>
                </a:moveTo>
                <a:lnTo>
                  <a:pt x="219551" y="268509"/>
                </a:lnTo>
                <a:lnTo>
                  <a:pt x="219551" y="231838"/>
                </a:lnTo>
                <a:lnTo>
                  <a:pt x="244030" y="231838"/>
                </a:lnTo>
                <a:lnTo>
                  <a:pt x="244030" y="268509"/>
                </a:lnTo>
                <a:close/>
              </a:path>
              <a:path w="382904" h="377189">
                <a:moveTo>
                  <a:pt x="133297" y="265461"/>
                </a:moveTo>
                <a:lnTo>
                  <a:pt x="93059" y="265461"/>
                </a:lnTo>
                <a:lnTo>
                  <a:pt x="112490" y="262985"/>
                </a:lnTo>
                <a:lnTo>
                  <a:pt x="123063" y="261389"/>
                </a:lnTo>
                <a:lnTo>
                  <a:pt x="134207" y="259365"/>
                </a:lnTo>
                <a:lnTo>
                  <a:pt x="133297" y="265461"/>
                </a:lnTo>
                <a:close/>
              </a:path>
              <a:path w="382904" h="377189">
                <a:moveTo>
                  <a:pt x="213455" y="372237"/>
                </a:moveTo>
                <a:lnTo>
                  <a:pt x="182975" y="372237"/>
                </a:lnTo>
                <a:lnTo>
                  <a:pt x="181451" y="366141"/>
                </a:lnTo>
                <a:lnTo>
                  <a:pt x="179895" y="358330"/>
                </a:lnTo>
                <a:lnTo>
                  <a:pt x="178403" y="349377"/>
                </a:lnTo>
                <a:lnTo>
                  <a:pt x="214979" y="349377"/>
                </a:lnTo>
                <a:lnTo>
                  <a:pt x="219551" y="344805"/>
                </a:lnTo>
                <a:lnTo>
                  <a:pt x="219551" y="289845"/>
                </a:lnTo>
                <a:lnTo>
                  <a:pt x="244030" y="289845"/>
                </a:lnTo>
                <a:lnTo>
                  <a:pt x="244030" y="338613"/>
                </a:lnTo>
                <a:lnTo>
                  <a:pt x="242052" y="353551"/>
                </a:lnTo>
                <a:lnTo>
                  <a:pt x="236208" y="364033"/>
                </a:lnTo>
                <a:lnTo>
                  <a:pt x="226631" y="370211"/>
                </a:lnTo>
                <a:lnTo>
                  <a:pt x="213455" y="372237"/>
                </a:lnTo>
                <a:close/>
              </a:path>
              <a:path w="382904" h="377189">
                <a:moveTo>
                  <a:pt x="93059" y="376809"/>
                </a:moveTo>
                <a:lnTo>
                  <a:pt x="67056" y="376809"/>
                </a:lnTo>
                <a:lnTo>
                  <a:pt x="67056" y="295941"/>
                </a:lnTo>
                <a:lnTo>
                  <a:pt x="93059" y="295941"/>
                </a:lnTo>
                <a:lnTo>
                  <a:pt x="93059" y="376809"/>
                </a:lnTo>
                <a:close/>
              </a:path>
              <a:path w="382904" h="377189">
                <a:moveTo>
                  <a:pt x="324802" y="373761"/>
                </a:moveTo>
                <a:lnTo>
                  <a:pt x="279082" y="372237"/>
                </a:lnTo>
                <a:lnTo>
                  <a:pt x="274510" y="343281"/>
                </a:lnTo>
                <a:lnTo>
                  <a:pt x="285654" y="345043"/>
                </a:lnTo>
                <a:lnTo>
                  <a:pt x="296227" y="345948"/>
                </a:lnTo>
                <a:lnTo>
                  <a:pt x="306228" y="346281"/>
                </a:lnTo>
                <a:lnTo>
                  <a:pt x="357843" y="346329"/>
                </a:lnTo>
                <a:lnTo>
                  <a:pt x="357592" y="348431"/>
                </a:lnTo>
                <a:lnTo>
                  <a:pt x="350901" y="361938"/>
                </a:lnTo>
                <a:lnTo>
                  <a:pt x="339923" y="370282"/>
                </a:lnTo>
                <a:lnTo>
                  <a:pt x="324802" y="3737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9" name="object 89" descr=""/>
          <p:cNvGraphicFramePr>
            <a:graphicFrameLocks noGrp="1"/>
          </p:cNvGraphicFramePr>
          <p:nvPr/>
        </p:nvGraphicFramePr>
        <p:xfrm>
          <a:off x="7205662" y="3741864"/>
          <a:ext cx="386080" cy="336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"/>
                <a:gridCol w="138430"/>
              </a:tblGrid>
              <a:tr h="157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0" name="object 90" descr=""/>
          <p:cNvSpPr/>
          <p:nvPr/>
        </p:nvSpPr>
        <p:spPr>
          <a:xfrm>
            <a:off x="7615904" y="4028598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90" h="102235">
                <a:moveTo>
                  <a:pt x="27432" y="102203"/>
                </a:moveTo>
                <a:lnTo>
                  <a:pt x="0" y="102203"/>
                </a:lnTo>
                <a:lnTo>
                  <a:pt x="24383" y="0"/>
                </a:lnTo>
                <a:lnTo>
                  <a:pt x="59435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7954416" y="3744848"/>
            <a:ext cx="1162685" cy="384810"/>
          </a:xfrm>
          <a:custGeom>
            <a:avLst/>
            <a:gdLst/>
            <a:ahLst/>
            <a:cxnLst/>
            <a:rect l="l" t="t" r="r" b="b"/>
            <a:pathLst>
              <a:path w="1162684" h="384810">
                <a:moveTo>
                  <a:pt x="82384" y="233375"/>
                </a:moveTo>
                <a:lnTo>
                  <a:pt x="75247" y="230822"/>
                </a:lnTo>
                <a:lnTo>
                  <a:pt x="50380" y="221183"/>
                </a:lnTo>
                <a:lnTo>
                  <a:pt x="41833" y="260616"/>
                </a:lnTo>
                <a:lnTo>
                  <a:pt x="32283" y="298615"/>
                </a:lnTo>
                <a:lnTo>
                  <a:pt x="21844" y="334899"/>
                </a:lnTo>
                <a:lnTo>
                  <a:pt x="10668" y="369201"/>
                </a:lnTo>
                <a:lnTo>
                  <a:pt x="44284" y="379869"/>
                </a:lnTo>
                <a:lnTo>
                  <a:pt x="63906" y="302615"/>
                </a:lnTo>
                <a:lnTo>
                  <a:pt x="73228" y="266788"/>
                </a:lnTo>
                <a:lnTo>
                  <a:pt x="82384" y="233375"/>
                </a:lnTo>
                <a:close/>
              </a:path>
              <a:path w="1162684" h="384810">
                <a:moveTo>
                  <a:pt x="83908" y="160223"/>
                </a:moveTo>
                <a:lnTo>
                  <a:pt x="67030" y="146799"/>
                </a:lnTo>
                <a:lnTo>
                  <a:pt x="50571" y="134073"/>
                </a:lnTo>
                <a:lnTo>
                  <a:pt x="34404" y="122199"/>
                </a:lnTo>
                <a:lnTo>
                  <a:pt x="18376" y="111353"/>
                </a:lnTo>
                <a:lnTo>
                  <a:pt x="0" y="132689"/>
                </a:lnTo>
                <a:lnTo>
                  <a:pt x="11684" y="142125"/>
                </a:lnTo>
                <a:lnTo>
                  <a:pt x="25958" y="154114"/>
                </a:lnTo>
                <a:lnTo>
                  <a:pt x="42519" y="168363"/>
                </a:lnTo>
                <a:lnTo>
                  <a:pt x="61048" y="184607"/>
                </a:lnTo>
                <a:lnTo>
                  <a:pt x="65913" y="179717"/>
                </a:lnTo>
                <a:lnTo>
                  <a:pt x="71335" y="174129"/>
                </a:lnTo>
                <a:lnTo>
                  <a:pt x="77343" y="167665"/>
                </a:lnTo>
                <a:lnTo>
                  <a:pt x="83908" y="160223"/>
                </a:lnTo>
                <a:close/>
              </a:path>
              <a:path w="1162684" h="384810">
                <a:moveTo>
                  <a:pt x="96100" y="65633"/>
                </a:moveTo>
                <a:lnTo>
                  <a:pt x="47891" y="24193"/>
                </a:lnTo>
                <a:lnTo>
                  <a:pt x="33616" y="12192"/>
                </a:lnTo>
                <a:lnTo>
                  <a:pt x="13716" y="33528"/>
                </a:lnTo>
                <a:lnTo>
                  <a:pt x="27774" y="45593"/>
                </a:lnTo>
                <a:lnTo>
                  <a:pt x="42379" y="58762"/>
                </a:lnTo>
                <a:lnTo>
                  <a:pt x="57531" y="73063"/>
                </a:lnTo>
                <a:lnTo>
                  <a:pt x="73240" y="88493"/>
                </a:lnTo>
                <a:lnTo>
                  <a:pt x="96100" y="65633"/>
                </a:lnTo>
                <a:close/>
              </a:path>
              <a:path w="1162684" h="384810">
                <a:moveTo>
                  <a:pt x="164782" y="204419"/>
                </a:moveTo>
                <a:lnTo>
                  <a:pt x="135724" y="204419"/>
                </a:lnTo>
                <a:lnTo>
                  <a:pt x="134874" y="238213"/>
                </a:lnTo>
                <a:lnTo>
                  <a:pt x="132295" y="266407"/>
                </a:lnTo>
                <a:lnTo>
                  <a:pt x="122008" y="306616"/>
                </a:lnTo>
                <a:lnTo>
                  <a:pt x="85369" y="347370"/>
                </a:lnTo>
                <a:lnTo>
                  <a:pt x="65620" y="360057"/>
                </a:lnTo>
                <a:lnTo>
                  <a:pt x="71081" y="365150"/>
                </a:lnTo>
                <a:lnTo>
                  <a:pt x="76034" y="371017"/>
                </a:lnTo>
                <a:lnTo>
                  <a:pt x="80848" y="377621"/>
                </a:lnTo>
                <a:lnTo>
                  <a:pt x="85432" y="384441"/>
                </a:lnTo>
                <a:lnTo>
                  <a:pt x="107442" y="371017"/>
                </a:lnTo>
                <a:lnTo>
                  <a:pt x="139446" y="339559"/>
                </a:lnTo>
                <a:lnTo>
                  <a:pt x="156387" y="301586"/>
                </a:lnTo>
                <a:lnTo>
                  <a:pt x="163906" y="242735"/>
                </a:lnTo>
                <a:lnTo>
                  <a:pt x="164782" y="204419"/>
                </a:lnTo>
                <a:close/>
              </a:path>
              <a:path w="1162684" h="384810">
                <a:moveTo>
                  <a:pt x="239458" y="204419"/>
                </a:moveTo>
                <a:lnTo>
                  <a:pt x="210502" y="204419"/>
                </a:lnTo>
                <a:lnTo>
                  <a:pt x="210502" y="375297"/>
                </a:lnTo>
                <a:lnTo>
                  <a:pt x="239458" y="375297"/>
                </a:lnTo>
                <a:lnTo>
                  <a:pt x="239458" y="204419"/>
                </a:lnTo>
                <a:close/>
              </a:path>
              <a:path w="1162684" h="384810">
                <a:moveTo>
                  <a:pt x="367576" y="54965"/>
                </a:moveTo>
                <a:lnTo>
                  <a:pt x="236410" y="54965"/>
                </a:lnTo>
                <a:lnTo>
                  <a:pt x="256222" y="41249"/>
                </a:lnTo>
                <a:lnTo>
                  <a:pt x="247357" y="30048"/>
                </a:lnTo>
                <a:lnTo>
                  <a:pt x="239077" y="19443"/>
                </a:lnTo>
                <a:lnTo>
                  <a:pt x="231355" y="9436"/>
                </a:lnTo>
                <a:lnTo>
                  <a:pt x="224218" y="0"/>
                </a:lnTo>
                <a:lnTo>
                  <a:pt x="199834" y="15240"/>
                </a:lnTo>
                <a:lnTo>
                  <a:pt x="206692" y="24447"/>
                </a:lnTo>
                <a:lnTo>
                  <a:pt x="213550" y="33959"/>
                </a:lnTo>
                <a:lnTo>
                  <a:pt x="220408" y="44043"/>
                </a:lnTo>
                <a:lnTo>
                  <a:pt x="227266" y="54965"/>
                </a:lnTo>
                <a:lnTo>
                  <a:pt x="105244" y="54965"/>
                </a:lnTo>
                <a:lnTo>
                  <a:pt x="105244" y="82397"/>
                </a:lnTo>
                <a:lnTo>
                  <a:pt x="190690" y="82397"/>
                </a:lnTo>
                <a:lnTo>
                  <a:pt x="175818" y="100088"/>
                </a:lnTo>
                <a:lnTo>
                  <a:pt x="146037" y="131521"/>
                </a:lnTo>
                <a:lnTo>
                  <a:pt x="112090" y="158051"/>
                </a:lnTo>
                <a:lnTo>
                  <a:pt x="105244" y="161747"/>
                </a:lnTo>
                <a:lnTo>
                  <a:pt x="117436" y="190703"/>
                </a:lnTo>
                <a:lnTo>
                  <a:pt x="126276" y="188696"/>
                </a:lnTo>
                <a:lnTo>
                  <a:pt x="134391" y="187274"/>
                </a:lnTo>
                <a:lnTo>
                  <a:pt x="141655" y="186410"/>
                </a:lnTo>
                <a:lnTo>
                  <a:pt x="321856" y="176987"/>
                </a:lnTo>
                <a:lnTo>
                  <a:pt x="340144" y="204419"/>
                </a:lnTo>
                <a:lnTo>
                  <a:pt x="367576" y="186131"/>
                </a:lnTo>
                <a:lnTo>
                  <a:pt x="360540" y="176987"/>
                </a:lnTo>
                <a:lnTo>
                  <a:pt x="349592" y="162725"/>
                </a:lnTo>
                <a:lnTo>
                  <a:pt x="345224" y="157175"/>
                </a:lnTo>
                <a:lnTo>
                  <a:pt x="332333" y="140741"/>
                </a:lnTo>
                <a:lnTo>
                  <a:pt x="315925" y="120459"/>
                </a:lnTo>
                <a:lnTo>
                  <a:pt x="300520" y="102209"/>
                </a:lnTo>
                <a:lnTo>
                  <a:pt x="277558" y="118973"/>
                </a:lnTo>
                <a:lnTo>
                  <a:pt x="283552" y="127012"/>
                </a:lnTo>
                <a:lnTo>
                  <a:pt x="289991" y="135216"/>
                </a:lnTo>
                <a:lnTo>
                  <a:pt x="296710" y="143700"/>
                </a:lnTo>
                <a:lnTo>
                  <a:pt x="303568" y="152603"/>
                </a:lnTo>
                <a:lnTo>
                  <a:pt x="157162" y="157175"/>
                </a:lnTo>
                <a:lnTo>
                  <a:pt x="172542" y="143510"/>
                </a:lnTo>
                <a:lnTo>
                  <a:pt x="188785" y="127977"/>
                </a:lnTo>
                <a:lnTo>
                  <a:pt x="205600" y="111010"/>
                </a:lnTo>
                <a:lnTo>
                  <a:pt x="222694" y="93065"/>
                </a:lnTo>
                <a:lnTo>
                  <a:pt x="198310" y="82397"/>
                </a:lnTo>
                <a:lnTo>
                  <a:pt x="367576" y="82397"/>
                </a:lnTo>
                <a:lnTo>
                  <a:pt x="367576" y="54965"/>
                </a:lnTo>
                <a:close/>
              </a:path>
              <a:path w="1162684" h="384810">
                <a:moveTo>
                  <a:pt x="384340" y="291376"/>
                </a:moveTo>
                <a:lnTo>
                  <a:pt x="376593" y="289064"/>
                </a:lnTo>
                <a:lnTo>
                  <a:pt x="369290" y="286613"/>
                </a:lnTo>
                <a:lnTo>
                  <a:pt x="362254" y="283870"/>
                </a:lnTo>
                <a:lnTo>
                  <a:pt x="355384" y="280708"/>
                </a:lnTo>
                <a:lnTo>
                  <a:pt x="354469" y="293878"/>
                </a:lnTo>
                <a:lnTo>
                  <a:pt x="349288" y="341668"/>
                </a:lnTo>
                <a:lnTo>
                  <a:pt x="344716" y="347865"/>
                </a:lnTo>
                <a:lnTo>
                  <a:pt x="314236" y="347865"/>
                </a:lnTo>
                <a:lnTo>
                  <a:pt x="309664" y="341668"/>
                </a:lnTo>
                <a:lnTo>
                  <a:pt x="309664" y="202895"/>
                </a:lnTo>
                <a:lnTo>
                  <a:pt x="280606" y="202895"/>
                </a:lnTo>
                <a:lnTo>
                  <a:pt x="280606" y="329476"/>
                </a:lnTo>
                <a:lnTo>
                  <a:pt x="282892" y="349529"/>
                </a:lnTo>
                <a:lnTo>
                  <a:pt x="289763" y="363855"/>
                </a:lnTo>
                <a:lnTo>
                  <a:pt x="301218" y="372427"/>
                </a:lnTo>
                <a:lnTo>
                  <a:pt x="317284" y="375297"/>
                </a:lnTo>
                <a:lnTo>
                  <a:pt x="341668" y="375297"/>
                </a:lnTo>
                <a:lnTo>
                  <a:pt x="355955" y="373024"/>
                </a:lnTo>
                <a:lnTo>
                  <a:pt x="366814" y="366331"/>
                </a:lnTo>
                <a:lnTo>
                  <a:pt x="374243" y="355320"/>
                </a:lnTo>
                <a:lnTo>
                  <a:pt x="376199" y="347865"/>
                </a:lnTo>
                <a:lnTo>
                  <a:pt x="378244" y="340144"/>
                </a:lnTo>
                <a:lnTo>
                  <a:pt x="379399" y="331025"/>
                </a:lnTo>
                <a:lnTo>
                  <a:pt x="380466" y="321856"/>
                </a:lnTo>
                <a:lnTo>
                  <a:pt x="382295" y="306616"/>
                </a:lnTo>
                <a:lnTo>
                  <a:pt x="384340" y="291376"/>
                </a:lnTo>
                <a:close/>
              </a:path>
              <a:path w="1162684" h="384810">
                <a:moveTo>
                  <a:pt x="539877" y="233375"/>
                </a:moveTo>
                <a:lnTo>
                  <a:pt x="525894" y="217373"/>
                </a:lnTo>
                <a:lnTo>
                  <a:pt x="515785" y="205943"/>
                </a:lnTo>
                <a:lnTo>
                  <a:pt x="510400" y="199847"/>
                </a:lnTo>
                <a:lnTo>
                  <a:pt x="506349" y="195275"/>
                </a:lnTo>
                <a:lnTo>
                  <a:pt x="503656" y="192227"/>
                </a:lnTo>
                <a:lnTo>
                  <a:pt x="495681" y="183083"/>
                </a:lnTo>
                <a:lnTo>
                  <a:pt x="480441" y="195275"/>
                </a:lnTo>
                <a:lnTo>
                  <a:pt x="480441" y="144983"/>
                </a:lnTo>
                <a:lnTo>
                  <a:pt x="533781" y="144983"/>
                </a:lnTo>
                <a:lnTo>
                  <a:pt x="533781" y="120497"/>
                </a:lnTo>
                <a:lnTo>
                  <a:pt x="480441" y="120497"/>
                </a:lnTo>
                <a:lnTo>
                  <a:pt x="480441" y="61061"/>
                </a:lnTo>
                <a:lnTo>
                  <a:pt x="480441" y="56489"/>
                </a:lnTo>
                <a:lnTo>
                  <a:pt x="494157" y="54178"/>
                </a:lnTo>
                <a:lnTo>
                  <a:pt x="507873" y="51727"/>
                </a:lnTo>
                <a:lnTo>
                  <a:pt x="521589" y="48983"/>
                </a:lnTo>
                <a:lnTo>
                  <a:pt x="535305" y="45821"/>
                </a:lnTo>
                <a:lnTo>
                  <a:pt x="526161" y="19812"/>
                </a:lnTo>
                <a:lnTo>
                  <a:pt x="493255" y="27000"/>
                </a:lnTo>
                <a:lnTo>
                  <a:pt x="460616" y="32626"/>
                </a:lnTo>
                <a:lnTo>
                  <a:pt x="427964" y="36830"/>
                </a:lnTo>
                <a:lnTo>
                  <a:pt x="394995" y="39725"/>
                </a:lnTo>
                <a:lnTo>
                  <a:pt x="397929" y="46583"/>
                </a:lnTo>
                <a:lnTo>
                  <a:pt x="400138" y="53441"/>
                </a:lnTo>
                <a:lnTo>
                  <a:pt x="402069" y="60299"/>
                </a:lnTo>
                <a:lnTo>
                  <a:pt x="404139" y="67157"/>
                </a:lnTo>
                <a:lnTo>
                  <a:pt x="416496" y="65138"/>
                </a:lnTo>
                <a:lnTo>
                  <a:pt x="428574" y="63538"/>
                </a:lnTo>
                <a:lnTo>
                  <a:pt x="440664" y="62230"/>
                </a:lnTo>
                <a:lnTo>
                  <a:pt x="453009" y="61061"/>
                </a:lnTo>
                <a:lnTo>
                  <a:pt x="453009" y="120497"/>
                </a:lnTo>
                <a:lnTo>
                  <a:pt x="393471" y="120497"/>
                </a:lnTo>
                <a:lnTo>
                  <a:pt x="393471" y="144983"/>
                </a:lnTo>
                <a:lnTo>
                  <a:pt x="446913" y="144983"/>
                </a:lnTo>
                <a:lnTo>
                  <a:pt x="435495" y="181533"/>
                </a:lnTo>
                <a:lnTo>
                  <a:pt x="421919" y="215658"/>
                </a:lnTo>
                <a:lnTo>
                  <a:pt x="406323" y="247243"/>
                </a:lnTo>
                <a:lnTo>
                  <a:pt x="388899" y="276136"/>
                </a:lnTo>
                <a:lnTo>
                  <a:pt x="395566" y="293471"/>
                </a:lnTo>
                <a:lnTo>
                  <a:pt x="398551" y="301637"/>
                </a:lnTo>
                <a:lnTo>
                  <a:pt x="401091" y="309664"/>
                </a:lnTo>
                <a:lnTo>
                  <a:pt x="416280" y="286512"/>
                </a:lnTo>
                <a:lnTo>
                  <a:pt x="429907" y="260502"/>
                </a:lnTo>
                <a:lnTo>
                  <a:pt x="442112" y="231609"/>
                </a:lnTo>
                <a:lnTo>
                  <a:pt x="453009" y="199847"/>
                </a:lnTo>
                <a:lnTo>
                  <a:pt x="453009" y="382917"/>
                </a:lnTo>
                <a:lnTo>
                  <a:pt x="480441" y="382917"/>
                </a:lnTo>
                <a:lnTo>
                  <a:pt x="480441" y="205943"/>
                </a:lnTo>
                <a:lnTo>
                  <a:pt x="487870" y="215658"/>
                </a:lnTo>
                <a:lnTo>
                  <a:pt x="496443" y="226517"/>
                </a:lnTo>
                <a:lnTo>
                  <a:pt x="506158" y="238556"/>
                </a:lnTo>
                <a:lnTo>
                  <a:pt x="517017" y="251752"/>
                </a:lnTo>
                <a:lnTo>
                  <a:pt x="539877" y="233375"/>
                </a:lnTo>
                <a:close/>
              </a:path>
              <a:path w="1162684" h="384810">
                <a:moveTo>
                  <a:pt x="744283" y="24384"/>
                </a:moveTo>
                <a:lnTo>
                  <a:pt x="715327" y="24384"/>
                </a:lnTo>
                <a:lnTo>
                  <a:pt x="715327" y="50393"/>
                </a:lnTo>
                <a:lnTo>
                  <a:pt x="715327" y="112877"/>
                </a:lnTo>
                <a:lnTo>
                  <a:pt x="582650" y="112877"/>
                </a:lnTo>
                <a:lnTo>
                  <a:pt x="582650" y="50393"/>
                </a:lnTo>
                <a:lnTo>
                  <a:pt x="715327" y="50393"/>
                </a:lnTo>
                <a:lnTo>
                  <a:pt x="715327" y="24384"/>
                </a:lnTo>
                <a:lnTo>
                  <a:pt x="553593" y="24384"/>
                </a:lnTo>
                <a:lnTo>
                  <a:pt x="553593" y="155651"/>
                </a:lnTo>
                <a:lnTo>
                  <a:pt x="582650" y="155651"/>
                </a:lnTo>
                <a:lnTo>
                  <a:pt x="582650" y="138785"/>
                </a:lnTo>
                <a:lnTo>
                  <a:pt x="715327" y="138785"/>
                </a:lnTo>
                <a:lnTo>
                  <a:pt x="715327" y="155651"/>
                </a:lnTo>
                <a:lnTo>
                  <a:pt x="744283" y="155651"/>
                </a:lnTo>
                <a:lnTo>
                  <a:pt x="744283" y="138785"/>
                </a:lnTo>
                <a:lnTo>
                  <a:pt x="744283" y="112877"/>
                </a:lnTo>
                <a:lnTo>
                  <a:pt x="744283" y="50393"/>
                </a:lnTo>
                <a:lnTo>
                  <a:pt x="744283" y="24384"/>
                </a:lnTo>
                <a:close/>
              </a:path>
              <a:path w="1162684" h="384810">
                <a:moveTo>
                  <a:pt x="773239" y="337096"/>
                </a:moveTo>
                <a:lnTo>
                  <a:pt x="663422" y="337096"/>
                </a:lnTo>
                <a:lnTo>
                  <a:pt x="663422" y="280708"/>
                </a:lnTo>
                <a:lnTo>
                  <a:pt x="750379" y="280708"/>
                </a:lnTo>
                <a:lnTo>
                  <a:pt x="750379" y="254800"/>
                </a:lnTo>
                <a:lnTo>
                  <a:pt x="663422" y="254800"/>
                </a:lnTo>
                <a:lnTo>
                  <a:pt x="663422" y="202895"/>
                </a:lnTo>
                <a:lnTo>
                  <a:pt x="759523" y="202895"/>
                </a:lnTo>
                <a:lnTo>
                  <a:pt x="759523" y="176987"/>
                </a:lnTo>
                <a:lnTo>
                  <a:pt x="536829" y="176987"/>
                </a:lnTo>
                <a:lnTo>
                  <a:pt x="536829" y="202895"/>
                </a:lnTo>
                <a:lnTo>
                  <a:pt x="632942" y="202895"/>
                </a:lnTo>
                <a:lnTo>
                  <a:pt x="632942" y="254800"/>
                </a:lnTo>
                <a:lnTo>
                  <a:pt x="545973" y="254800"/>
                </a:lnTo>
                <a:lnTo>
                  <a:pt x="545973" y="280708"/>
                </a:lnTo>
                <a:lnTo>
                  <a:pt x="632942" y="280708"/>
                </a:lnTo>
                <a:lnTo>
                  <a:pt x="632942" y="337096"/>
                </a:lnTo>
                <a:lnTo>
                  <a:pt x="523113" y="337096"/>
                </a:lnTo>
                <a:lnTo>
                  <a:pt x="523113" y="363105"/>
                </a:lnTo>
                <a:lnTo>
                  <a:pt x="773239" y="363105"/>
                </a:lnTo>
                <a:lnTo>
                  <a:pt x="773239" y="337096"/>
                </a:lnTo>
                <a:close/>
              </a:path>
              <a:path w="1162684" h="384810">
                <a:moveTo>
                  <a:pt x="908977" y="208978"/>
                </a:moveTo>
                <a:lnTo>
                  <a:pt x="908062" y="202082"/>
                </a:lnTo>
                <a:lnTo>
                  <a:pt x="907453" y="194881"/>
                </a:lnTo>
                <a:lnTo>
                  <a:pt x="906995" y="189166"/>
                </a:lnTo>
                <a:lnTo>
                  <a:pt x="906868" y="187642"/>
                </a:lnTo>
                <a:lnTo>
                  <a:pt x="905929" y="178498"/>
                </a:lnTo>
                <a:lnTo>
                  <a:pt x="896759" y="181025"/>
                </a:lnTo>
                <a:lnTo>
                  <a:pt x="877849" y="186651"/>
                </a:lnTo>
                <a:lnTo>
                  <a:pt x="867829" y="189166"/>
                </a:lnTo>
                <a:lnTo>
                  <a:pt x="867829" y="108305"/>
                </a:lnTo>
                <a:lnTo>
                  <a:pt x="907453" y="108305"/>
                </a:lnTo>
                <a:lnTo>
                  <a:pt x="907453" y="80873"/>
                </a:lnTo>
                <a:lnTo>
                  <a:pt x="867829" y="80873"/>
                </a:lnTo>
                <a:lnTo>
                  <a:pt x="867829" y="6096"/>
                </a:lnTo>
                <a:lnTo>
                  <a:pt x="838771" y="6096"/>
                </a:lnTo>
                <a:lnTo>
                  <a:pt x="838771" y="80873"/>
                </a:lnTo>
                <a:lnTo>
                  <a:pt x="785431" y="80873"/>
                </a:lnTo>
                <a:lnTo>
                  <a:pt x="785431" y="108305"/>
                </a:lnTo>
                <a:lnTo>
                  <a:pt x="838771" y="108305"/>
                </a:lnTo>
                <a:lnTo>
                  <a:pt x="838771" y="196786"/>
                </a:lnTo>
                <a:lnTo>
                  <a:pt x="783907" y="210502"/>
                </a:lnTo>
                <a:lnTo>
                  <a:pt x="788479" y="244132"/>
                </a:lnTo>
                <a:lnTo>
                  <a:pt x="800201" y="239763"/>
                </a:lnTo>
                <a:lnTo>
                  <a:pt x="812482" y="235851"/>
                </a:lnTo>
                <a:lnTo>
                  <a:pt x="825347" y="232244"/>
                </a:lnTo>
                <a:lnTo>
                  <a:pt x="838771" y="228803"/>
                </a:lnTo>
                <a:lnTo>
                  <a:pt x="838771" y="331000"/>
                </a:lnTo>
                <a:lnTo>
                  <a:pt x="837628" y="339013"/>
                </a:lnTo>
                <a:lnTo>
                  <a:pt x="834199" y="344766"/>
                </a:lnTo>
                <a:lnTo>
                  <a:pt x="828484" y="348221"/>
                </a:lnTo>
                <a:lnTo>
                  <a:pt x="820483" y="349389"/>
                </a:lnTo>
                <a:lnTo>
                  <a:pt x="814819" y="349123"/>
                </a:lnTo>
                <a:lnTo>
                  <a:pt x="807148" y="348424"/>
                </a:lnTo>
                <a:lnTo>
                  <a:pt x="786955" y="346240"/>
                </a:lnTo>
                <a:lnTo>
                  <a:pt x="788974" y="354291"/>
                </a:lnTo>
                <a:lnTo>
                  <a:pt x="790575" y="362331"/>
                </a:lnTo>
                <a:lnTo>
                  <a:pt x="791883" y="370332"/>
                </a:lnTo>
                <a:lnTo>
                  <a:pt x="793051" y="378345"/>
                </a:lnTo>
                <a:lnTo>
                  <a:pt x="831151" y="378345"/>
                </a:lnTo>
                <a:lnTo>
                  <a:pt x="865530" y="355155"/>
                </a:lnTo>
                <a:lnTo>
                  <a:pt x="867829" y="337096"/>
                </a:lnTo>
                <a:lnTo>
                  <a:pt x="867829" y="228803"/>
                </a:lnTo>
                <a:lnTo>
                  <a:pt x="867829" y="219659"/>
                </a:lnTo>
                <a:lnTo>
                  <a:pt x="878116" y="217131"/>
                </a:lnTo>
                <a:lnTo>
                  <a:pt x="898690" y="211505"/>
                </a:lnTo>
                <a:lnTo>
                  <a:pt x="908977" y="208978"/>
                </a:lnTo>
                <a:close/>
              </a:path>
              <a:path w="1162684" h="384810">
                <a:moveTo>
                  <a:pt x="1018794" y="138785"/>
                </a:moveTo>
                <a:lnTo>
                  <a:pt x="995934" y="117449"/>
                </a:lnTo>
                <a:lnTo>
                  <a:pt x="976998" y="135534"/>
                </a:lnTo>
                <a:lnTo>
                  <a:pt x="956792" y="153162"/>
                </a:lnTo>
                <a:lnTo>
                  <a:pt x="935189" y="170484"/>
                </a:lnTo>
                <a:lnTo>
                  <a:pt x="912025" y="187642"/>
                </a:lnTo>
                <a:lnTo>
                  <a:pt x="933361" y="210502"/>
                </a:lnTo>
                <a:lnTo>
                  <a:pt x="953985" y="193954"/>
                </a:lnTo>
                <a:lnTo>
                  <a:pt x="974928" y="176403"/>
                </a:lnTo>
                <a:lnTo>
                  <a:pt x="1018794" y="138785"/>
                </a:lnTo>
                <a:close/>
              </a:path>
              <a:path w="1162684" h="384810">
                <a:moveTo>
                  <a:pt x="1151483" y="64109"/>
                </a:moveTo>
                <a:lnTo>
                  <a:pt x="1041654" y="64109"/>
                </a:lnTo>
                <a:lnTo>
                  <a:pt x="1059942" y="51917"/>
                </a:lnTo>
                <a:lnTo>
                  <a:pt x="1052537" y="40424"/>
                </a:lnTo>
                <a:lnTo>
                  <a:pt x="1044130" y="28625"/>
                </a:lnTo>
                <a:lnTo>
                  <a:pt x="1034872" y="16256"/>
                </a:lnTo>
                <a:lnTo>
                  <a:pt x="1024890" y="3048"/>
                </a:lnTo>
                <a:lnTo>
                  <a:pt x="998982" y="19812"/>
                </a:lnTo>
                <a:lnTo>
                  <a:pt x="1007846" y="30378"/>
                </a:lnTo>
                <a:lnTo>
                  <a:pt x="1016127" y="41389"/>
                </a:lnTo>
                <a:lnTo>
                  <a:pt x="1023848" y="52692"/>
                </a:lnTo>
                <a:lnTo>
                  <a:pt x="1030986" y="64109"/>
                </a:lnTo>
                <a:lnTo>
                  <a:pt x="921169" y="64109"/>
                </a:lnTo>
                <a:lnTo>
                  <a:pt x="921169" y="132689"/>
                </a:lnTo>
                <a:lnTo>
                  <a:pt x="951649" y="132689"/>
                </a:lnTo>
                <a:lnTo>
                  <a:pt x="951649" y="91541"/>
                </a:lnTo>
                <a:lnTo>
                  <a:pt x="1122426" y="91541"/>
                </a:lnTo>
                <a:lnTo>
                  <a:pt x="1122426" y="132689"/>
                </a:lnTo>
                <a:lnTo>
                  <a:pt x="1151483" y="132689"/>
                </a:lnTo>
                <a:lnTo>
                  <a:pt x="1151483" y="91541"/>
                </a:lnTo>
                <a:lnTo>
                  <a:pt x="1151483" y="64109"/>
                </a:lnTo>
                <a:close/>
              </a:path>
              <a:path w="1162684" h="384810">
                <a:moveTo>
                  <a:pt x="1160627" y="186118"/>
                </a:moveTo>
                <a:lnTo>
                  <a:pt x="1142339" y="170053"/>
                </a:lnTo>
                <a:lnTo>
                  <a:pt x="1121905" y="153543"/>
                </a:lnTo>
                <a:lnTo>
                  <a:pt x="1075182" y="117449"/>
                </a:lnTo>
                <a:lnTo>
                  <a:pt x="1053846" y="137261"/>
                </a:lnTo>
                <a:lnTo>
                  <a:pt x="1078115" y="156464"/>
                </a:lnTo>
                <a:lnTo>
                  <a:pt x="1100531" y="175069"/>
                </a:lnTo>
                <a:lnTo>
                  <a:pt x="1120965" y="193078"/>
                </a:lnTo>
                <a:lnTo>
                  <a:pt x="1139291" y="210502"/>
                </a:lnTo>
                <a:lnTo>
                  <a:pt x="1160627" y="186118"/>
                </a:lnTo>
                <a:close/>
              </a:path>
              <a:path w="1162684" h="384810">
                <a:moveTo>
                  <a:pt x="1162151" y="338620"/>
                </a:moveTo>
                <a:lnTo>
                  <a:pt x="1050798" y="338620"/>
                </a:lnTo>
                <a:lnTo>
                  <a:pt x="1050798" y="242519"/>
                </a:lnTo>
                <a:lnTo>
                  <a:pt x="1143863" y="242519"/>
                </a:lnTo>
                <a:lnTo>
                  <a:pt x="1143863" y="216611"/>
                </a:lnTo>
                <a:lnTo>
                  <a:pt x="927265" y="216611"/>
                </a:lnTo>
                <a:lnTo>
                  <a:pt x="927265" y="242519"/>
                </a:lnTo>
                <a:lnTo>
                  <a:pt x="1020318" y="242519"/>
                </a:lnTo>
                <a:lnTo>
                  <a:pt x="1020318" y="338620"/>
                </a:lnTo>
                <a:lnTo>
                  <a:pt x="901357" y="338620"/>
                </a:lnTo>
                <a:lnTo>
                  <a:pt x="901357" y="366153"/>
                </a:lnTo>
                <a:lnTo>
                  <a:pt x="1162151" y="366153"/>
                </a:lnTo>
                <a:lnTo>
                  <a:pt x="1162151" y="3386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1299114" y="4225385"/>
            <a:ext cx="358775" cy="375285"/>
          </a:xfrm>
          <a:custGeom>
            <a:avLst/>
            <a:gdLst/>
            <a:ahLst/>
            <a:cxnLst/>
            <a:rect l="l" t="t" r="r" b="b"/>
            <a:pathLst>
              <a:path w="358775" h="375285">
                <a:moveTo>
                  <a:pt x="138779" y="59436"/>
                </a:moveTo>
                <a:lnTo>
                  <a:pt x="109823" y="59436"/>
                </a:lnTo>
                <a:lnTo>
                  <a:pt x="109823" y="1524"/>
                </a:lnTo>
                <a:lnTo>
                  <a:pt x="138779" y="1524"/>
                </a:lnTo>
                <a:lnTo>
                  <a:pt x="138779" y="59436"/>
                </a:lnTo>
                <a:close/>
              </a:path>
              <a:path w="358775" h="375285">
                <a:moveTo>
                  <a:pt x="30575" y="128111"/>
                </a:moveTo>
                <a:lnTo>
                  <a:pt x="24583" y="124658"/>
                </a:lnTo>
                <a:lnTo>
                  <a:pt x="18145" y="121062"/>
                </a:lnTo>
                <a:lnTo>
                  <a:pt x="11421" y="117181"/>
                </a:lnTo>
                <a:lnTo>
                  <a:pt x="4572" y="112871"/>
                </a:lnTo>
                <a:lnTo>
                  <a:pt x="18581" y="89686"/>
                </a:lnTo>
                <a:lnTo>
                  <a:pt x="30563" y="65770"/>
                </a:lnTo>
                <a:lnTo>
                  <a:pt x="40252" y="40957"/>
                </a:lnTo>
                <a:lnTo>
                  <a:pt x="47339" y="15240"/>
                </a:lnTo>
                <a:lnTo>
                  <a:pt x="74771" y="21336"/>
                </a:lnTo>
                <a:lnTo>
                  <a:pt x="72461" y="31361"/>
                </a:lnTo>
                <a:lnTo>
                  <a:pt x="69997" y="40996"/>
                </a:lnTo>
                <a:lnTo>
                  <a:pt x="67270" y="50268"/>
                </a:lnTo>
                <a:lnTo>
                  <a:pt x="64103" y="59436"/>
                </a:lnTo>
                <a:lnTo>
                  <a:pt x="222694" y="59436"/>
                </a:lnTo>
                <a:lnTo>
                  <a:pt x="222694" y="86963"/>
                </a:lnTo>
                <a:lnTo>
                  <a:pt x="53435" y="86963"/>
                </a:lnTo>
                <a:lnTo>
                  <a:pt x="48577" y="97250"/>
                </a:lnTo>
                <a:lnTo>
                  <a:pt x="43148" y="107537"/>
                </a:lnTo>
                <a:lnTo>
                  <a:pt x="37147" y="117824"/>
                </a:lnTo>
                <a:lnTo>
                  <a:pt x="30575" y="128111"/>
                </a:lnTo>
                <a:close/>
              </a:path>
              <a:path w="358775" h="375285">
                <a:moveTo>
                  <a:pt x="138779" y="137255"/>
                </a:moveTo>
                <a:lnTo>
                  <a:pt x="109823" y="137255"/>
                </a:lnTo>
                <a:lnTo>
                  <a:pt x="109823" y="86963"/>
                </a:lnTo>
                <a:lnTo>
                  <a:pt x="138779" y="86963"/>
                </a:lnTo>
                <a:lnTo>
                  <a:pt x="138779" y="137255"/>
                </a:lnTo>
                <a:close/>
              </a:path>
              <a:path w="358775" h="375285">
                <a:moveTo>
                  <a:pt x="239458" y="164687"/>
                </a:moveTo>
                <a:lnTo>
                  <a:pt x="0" y="164687"/>
                </a:lnTo>
                <a:lnTo>
                  <a:pt x="0" y="137255"/>
                </a:lnTo>
                <a:lnTo>
                  <a:pt x="239458" y="137255"/>
                </a:lnTo>
                <a:lnTo>
                  <a:pt x="239458" y="164687"/>
                </a:lnTo>
                <a:close/>
              </a:path>
              <a:path w="358775" h="375285">
                <a:moveTo>
                  <a:pt x="138779" y="207454"/>
                </a:moveTo>
                <a:lnTo>
                  <a:pt x="109823" y="207454"/>
                </a:lnTo>
                <a:lnTo>
                  <a:pt x="109823" y="164687"/>
                </a:lnTo>
                <a:lnTo>
                  <a:pt x="138779" y="164687"/>
                </a:lnTo>
                <a:lnTo>
                  <a:pt x="138779" y="207454"/>
                </a:lnTo>
                <a:close/>
              </a:path>
              <a:path w="358775" h="375285">
                <a:moveTo>
                  <a:pt x="56483" y="346233"/>
                </a:moveTo>
                <a:lnTo>
                  <a:pt x="29051" y="346233"/>
                </a:lnTo>
                <a:lnTo>
                  <a:pt x="29051" y="207454"/>
                </a:lnTo>
                <a:lnTo>
                  <a:pt x="222694" y="207454"/>
                </a:lnTo>
                <a:lnTo>
                  <a:pt x="222694" y="233362"/>
                </a:lnTo>
                <a:lnTo>
                  <a:pt x="56483" y="233362"/>
                </a:lnTo>
                <a:lnTo>
                  <a:pt x="56483" y="346233"/>
                </a:lnTo>
                <a:close/>
              </a:path>
              <a:path w="358775" h="375285">
                <a:moveTo>
                  <a:pt x="138779" y="375189"/>
                </a:moveTo>
                <a:lnTo>
                  <a:pt x="109823" y="375189"/>
                </a:lnTo>
                <a:lnTo>
                  <a:pt x="109823" y="233362"/>
                </a:lnTo>
                <a:lnTo>
                  <a:pt x="138779" y="233362"/>
                </a:lnTo>
                <a:lnTo>
                  <a:pt x="138779" y="375189"/>
                </a:lnTo>
                <a:close/>
              </a:path>
              <a:path w="358775" h="375285">
                <a:moveTo>
                  <a:pt x="220759" y="314229"/>
                </a:moveTo>
                <a:lnTo>
                  <a:pt x="178498" y="314229"/>
                </a:lnTo>
                <a:lnTo>
                  <a:pt x="185618" y="312848"/>
                </a:lnTo>
                <a:lnTo>
                  <a:pt x="190881" y="308895"/>
                </a:lnTo>
                <a:lnTo>
                  <a:pt x="194143" y="302656"/>
                </a:lnTo>
                <a:lnTo>
                  <a:pt x="195262" y="294417"/>
                </a:lnTo>
                <a:lnTo>
                  <a:pt x="195262" y="233362"/>
                </a:lnTo>
                <a:lnTo>
                  <a:pt x="222694" y="233362"/>
                </a:lnTo>
                <a:lnTo>
                  <a:pt x="222694" y="298989"/>
                </a:lnTo>
                <a:lnTo>
                  <a:pt x="220759" y="314229"/>
                </a:lnTo>
                <a:close/>
              </a:path>
              <a:path w="358775" h="375285">
                <a:moveTo>
                  <a:pt x="186118" y="340137"/>
                </a:moveTo>
                <a:lnTo>
                  <a:pt x="154019" y="340137"/>
                </a:lnTo>
                <a:lnTo>
                  <a:pt x="152852" y="334137"/>
                </a:lnTo>
                <a:lnTo>
                  <a:pt x="151542" y="327564"/>
                </a:lnTo>
                <a:lnTo>
                  <a:pt x="149947" y="320421"/>
                </a:lnTo>
                <a:lnTo>
                  <a:pt x="147923" y="312705"/>
                </a:lnTo>
                <a:lnTo>
                  <a:pt x="156812" y="312943"/>
                </a:lnTo>
                <a:lnTo>
                  <a:pt x="172234" y="313991"/>
                </a:lnTo>
                <a:lnTo>
                  <a:pt x="178498" y="314229"/>
                </a:lnTo>
                <a:lnTo>
                  <a:pt x="220759" y="314229"/>
                </a:lnTo>
                <a:lnTo>
                  <a:pt x="220408" y="316992"/>
                </a:lnTo>
                <a:lnTo>
                  <a:pt x="213550" y="329850"/>
                </a:lnTo>
                <a:lnTo>
                  <a:pt x="202120" y="337566"/>
                </a:lnTo>
                <a:lnTo>
                  <a:pt x="186118" y="340137"/>
                </a:lnTo>
                <a:close/>
              </a:path>
              <a:path w="358775" h="375285">
                <a:moveTo>
                  <a:pt x="355761" y="337089"/>
                </a:moveTo>
                <a:lnTo>
                  <a:pt x="303561" y="337089"/>
                </a:lnTo>
                <a:lnTo>
                  <a:pt x="314444" y="335375"/>
                </a:lnTo>
                <a:lnTo>
                  <a:pt x="322040" y="330231"/>
                </a:lnTo>
                <a:lnTo>
                  <a:pt x="326493" y="321659"/>
                </a:lnTo>
                <a:lnTo>
                  <a:pt x="327945" y="309657"/>
                </a:lnTo>
                <a:lnTo>
                  <a:pt x="327945" y="0"/>
                </a:lnTo>
                <a:lnTo>
                  <a:pt x="358425" y="0"/>
                </a:lnTo>
                <a:lnTo>
                  <a:pt x="358425" y="315753"/>
                </a:lnTo>
                <a:lnTo>
                  <a:pt x="355761" y="337089"/>
                </a:lnTo>
                <a:close/>
              </a:path>
              <a:path w="358775" h="375285">
                <a:moveTo>
                  <a:pt x="283654" y="272986"/>
                </a:moveTo>
                <a:lnTo>
                  <a:pt x="254698" y="272986"/>
                </a:lnTo>
                <a:lnTo>
                  <a:pt x="254698" y="36576"/>
                </a:lnTo>
                <a:lnTo>
                  <a:pt x="283654" y="36576"/>
                </a:lnTo>
                <a:lnTo>
                  <a:pt x="283654" y="272986"/>
                </a:lnTo>
                <a:close/>
              </a:path>
              <a:path w="358775" h="375285">
                <a:moveTo>
                  <a:pt x="312705" y="367569"/>
                </a:moveTo>
                <a:lnTo>
                  <a:pt x="262318" y="367569"/>
                </a:lnTo>
                <a:lnTo>
                  <a:pt x="260937" y="359544"/>
                </a:lnTo>
                <a:lnTo>
                  <a:pt x="259270" y="351377"/>
                </a:lnTo>
                <a:lnTo>
                  <a:pt x="257603" y="342923"/>
                </a:lnTo>
                <a:lnTo>
                  <a:pt x="256222" y="334041"/>
                </a:lnTo>
                <a:lnTo>
                  <a:pt x="283856" y="336137"/>
                </a:lnTo>
                <a:lnTo>
                  <a:pt x="294624" y="336827"/>
                </a:lnTo>
                <a:lnTo>
                  <a:pt x="303561" y="337089"/>
                </a:lnTo>
                <a:lnTo>
                  <a:pt x="355761" y="337089"/>
                </a:lnTo>
                <a:lnTo>
                  <a:pt x="355568" y="338637"/>
                </a:lnTo>
                <a:lnTo>
                  <a:pt x="346995" y="354806"/>
                </a:lnTo>
                <a:lnTo>
                  <a:pt x="332708" y="364402"/>
                </a:lnTo>
                <a:lnTo>
                  <a:pt x="312705" y="3675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718595" y="4252912"/>
            <a:ext cx="100965" cy="363220"/>
          </a:xfrm>
          <a:custGeom>
            <a:avLst/>
            <a:gdLst/>
            <a:ahLst/>
            <a:cxnLst/>
            <a:rect l="l" t="t" r="r" b="b"/>
            <a:pathLst>
              <a:path w="100964" h="363220">
                <a:moveTo>
                  <a:pt x="33527" y="362997"/>
                </a:moveTo>
                <a:lnTo>
                  <a:pt x="0" y="362997"/>
                </a:lnTo>
                <a:lnTo>
                  <a:pt x="30003" y="322406"/>
                </a:lnTo>
                <a:lnTo>
                  <a:pt x="51434" y="278368"/>
                </a:lnTo>
                <a:lnTo>
                  <a:pt x="64293" y="230900"/>
                </a:lnTo>
                <a:lnTo>
                  <a:pt x="68579" y="180022"/>
                </a:lnTo>
                <a:lnTo>
                  <a:pt x="64293" y="129993"/>
                </a:lnTo>
                <a:lnTo>
                  <a:pt x="51434" y="83117"/>
                </a:lnTo>
                <a:lnTo>
                  <a:pt x="30003" y="39687"/>
                </a:lnTo>
                <a:lnTo>
                  <a:pt x="0" y="0"/>
                </a:lnTo>
                <a:lnTo>
                  <a:pt x="33527" y="0"/>
                </a:lnTo>
                <a:lnTo>
                  <a:pt x="62650" y="38830"/>
                </a:lnTo>
                <a:lnTo>
                  <a:pt x="83629" y="81974"/>
                </a:lnTo>
                <a:lnTo>
                  <a:pt x="96321" y="129136"/>
                </a:lnTo>
                <a:lnTo>
                  <a:pt x="100583" y="180022"/>
                </a:lnTo>
                <a:lnTo>
                  <a:pt x="96321" y="231758"/>
                </a:lnTo>
                <a:lnTo>
                  <a:pt x="83629" y="279511"/>
                </a:lnTo>
                <a:lnTo>
                  <a:pt x="62650" y="323263"/>
                </a:lnTo>
                <a:lnTo>
                  <a:pt x="33527" y="3629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2134838" y="4332160"/>
            <a:ext cx="62865" cy="271780"/>
          </a:xfrm>
          <a:custGeom>
            <a:avLst/>
            <a:gdLst/>
            <a:ahLst/>
            <a:cxnLst/>
            <a:rect l="l" t="t" r="r" b="b"/>
            <a:pathLst>
              <a:path w="62864" h="271779">
                <a:moveTo>
                  <a:pt x="45815" y="48768"/>
                </a:moveTo>
                <a:lnTo>
                  <a:pt x="32099" y="48768"/>
                </a:lnTo>
                <a:lnTo>
                  <a:pt x="26003" y="45720"/>
                </a:lnTo>
                <a:lnTo>
                  <a:pt x="16859" y="36576"/>
                </a:lnTo>
                <a:lnTo>
                  <a:pt x="13716" y="30480"/>
                </a:lnTo>
                <a:lnTo>
                  <a:pt x="13716" y="18288"/>
                </a:lnTo>
                <a:lnTo>
                  <a:pt x="16859" y="12192"/>
                </a:lnTo>
                <a:lnTo>
                  <a:pt x="26003" y="3048"/>
                </a:lnTo>
                <a:lnTo>
                  <a:pt x="32099" y="0"/>
                </a:lnTo>
                <a:lnTo>
                  <a:pt x="45815" y="0"/>
                </a:lnTo>
                <a:lnTo>
                  <a:pt x="51911" y="3048"/>
                </a:lnTo>
                <a:lnTo>
                  <a:pt x="61055" y="12192"/>
                </a:lnTo>
                <a:lnTo>
                  <a:pt x="62579" y="18288"/>
                </a:lnTo>
                <a:lnTo>
                  <a:pt x="62579" y="30480"/>
                </a:lnTo>
                <a:lnTo>
                  <a:pt x="61055" y="36576"/>
                </a:lnTo>
                <a:lnTo>
                  <a:pt x="51911" y="45720"/>
                </a:lnTo>
                <a:lnTo>
                  <a:pt x="45815" y="48768"/>
                </a:lnTo>
                <a:close/>
              </a:path>
              <a:path w="62864" h="271779">
                <a:moveTo>
                  <a:pt x="26003" y="271462"/>
                </a:moveTo>
                <a:lnTo>
                  <a:pt x="0" y="271462"/>
                </a:lnTo>
                <a:lnTo>
                  <a:pt x="22955" y="169259"/>
                </a:lnTo>
                <a:lnTo>
                  <a:pt x="58007" y="169259"/>
                </a:lnTo>
                <a:lnTo>
                  <a:pt x="26003" y="27146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5" name="object 9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356" y="4939379"/>
            <a:ext cx="96107" cy="96012"/>
          </a:xfrm>
          <a:prstGeom prst="rect">
            <a:avLst/>
          </a:prstGeom>
        </p:spPr>
      </p:pic>
      <p:sp>
        <p:nvSpPr>
          <p:cNvPr id="96" name="object 96" descr=""/>
          <p:cNvSpPr/>
          <p:nvPr/>
        </p:nvSpPr>
        <p:spPr>
          <a:xfrm>
            <a:off x="1296060" y="4788217"/>
            <a:ext cx="1532890" cy="383540"/>
          </a:xfrm>
          <a:custGeom>
            <a:avLst/>
            <a:gdLst/>
            <a:ahLst/>
            <a:cxnLst/>
            <a:rect l="l" t="t" r="r" b="b"/>
            <a:pathLst>
              <a:path w="1532889" h="383539">
                <a:moveTo>
                  <a:pt x="76288" y="61061"/>
                </a:moveTo>
                <a:lnTo>
                  <a:pt x="67170" y="49631"/>
                </a:lnTo>
                <a:lnTo>
                  <a:pt x="58191" y="38188"/>
                </a:lnTo>
                <a:lnTo>
                  <a:pt x="49504" y="26733"/>
                </a:lnTo>
                <a:lnTo>
                  <a:pt x="41236" y="15252"/>
                </a:lnTo>
                <a:lnTo>
                  <a:pt x="19812" y="30581"/>
                </a:lnTo>
                <a:lnTo>
                  <a:pt x="36093" y="53632"/>
                </a:lnTo>
                <a:lnTo>
                  <a:pt x="44551" y="65519"/>
                </a:lnTo>
                <a:lnTo>
                  <a:pt x="53428" y="77825"/>
                </a:lnTo>
                <a:lnTo>
                  <a:pt x="76288" y="61061"/>
                </a:lnTo>
                <a:close/>
              </a:path>
              <a:path w="1532889" h="383539">
                <a:moveTo>
                  <a:pt x="189166" y="221183"/>
                </a:moveTo>
                <a:lnTo>
                  <a:pt x="160210" y="221183"/>
                </a:lnTo>
                <a:lnTo>
                  <a:pt x="160210" y="247180"/>
                </a:lnTo>
                <a:lnTo>
                  <a:pt x="151587" y="261734"/>
                </a:lnTo>
                <a:lnTo>
                  <a:pt x="141833" y="275564"/>
                </a:lnTo>
                <a:lnTo>
                  <a:pt x="130975" y="288544"/>
                </a:lnTo>
                <a:lnTo>
                  <a:pt x="118960" y="300520"/>
                </a:lnTo>
                <a:lnTo>
                  <a:pt x="90195" y="286994"/>
                </a:lnTo>
                <a:lnTo>
                  <a:pt x="76314" y="280593"/>
                </a:lnTo>
                <a:lnTo>
                  <a:pt x="62572" y="274612"/>
                </a:lnTo>
                <a:lnTo>
                  <a:pt x="80860" y="247180"/>
                </a:lnTo>
                <a:lnTo>
                  <a:pt x="160210" y="247180"/>
                </a:lnTo>
                <a:lnTo>
                  <a:pt x="160210" y="221183"/>
                </a:lnTo>
                <a:lnTo>
                  <a:pt x="94576" y="221183"/>
                </a:lnTo>
                <a:lnTo>
                  <a:pt x="99148" y="215087"/>
                </a:lnTo>
                <a:lnTo>
                  <a:pt x="103720" y="207467"/>
                </a:lnTo>
                <a:lnTo>
                  <a:pt x="106768" y="201371"/>
                </a:lnTo>
                <a:lnTo>
                  <a:pt x="79336" y="192227"/>
                </a:lnTo>
                <a:lnTo>
                  <a:pt x="75653" y="199961"/>
                </a:lnTo>
                <a:lnTo>
                  <a:pt x="71526" y="207276"/>
                </a:lnTo>
                <a:lnTo>
                  <a:pt x="67132" y="214299"/>
                </a:lnTo>
                <a:lnTo>
                  <a:pt x="62572" y="221183"/>
                </a:lnTo>
                <a:lnTo>
                  <a:pt x="4572" y="221183"/>
                </a:lnTo>
                <a:lnTo>
                  <a:pt x="4572" y="247180"/>
                </a:lnTo>
                <a:lnTo>
                  <a:pt x="48856" y="247180"/>
                </a:lnTo>
                <a:lnTo>
                  <a:pt x="43129" y="256324"/>
                </a:lnTo>
                <a:lnTo>
                  <a:pt x="37236" y="265468"/>
                </a:lnTo>
                <a:lnTo>
                  <a:pt x="31076" y="274612"/>
                </a:lnTo>
                <a:lnTo>
                  <a:pt x="24472" y="283756"/>
                </a:lnTo>
                <a:lnTo>
                  <a:pt x="42506" y="291998"/>
                </a:lnTo>
                <a:lnTo>
                  <a:pt x="94576" y="317284"/>
                </a:lnTo>
                <a:lnTo>
                  <a:pt x="74028" y="329018"/>
                </a:lnTo>
                <a:lnTo>
                  <a:pt x="51333" y="339051"/>
                </a:lnTo>
                <a:lnTo>
                  <a:pt x="26606" y="347370"/>
                </a:lnTo>
                <a:lnTo>
                  <a:pt x="0" y="353961"/>
                </a:lnTo>
                <a:lnTo>
                  <a:pt x="3403" y="360819"/>
                </a:lnTo>
                <a:lnTo>
                  <a:pt x="6667" y="367677"/>
                </a:lnTo>
                <a:lnTo>
                  <a:pt x="9639" y="374535"/>
                </a:lnTo>
                <a:lnTo>
                  <a:pt x="12192" y="381393"/>
                </a:lnTo>
                <a:lnTo>
                  <a:pt x="43878" y="371436"/>
                </a:lnTo>
                <a:lnTo>
                  <a:pt x="72859" y="359854"/>
                </a:lnTo>
                <a:lnTo>
                  <a:pt x="98869" y="346837"/>
                </a:lnTo>
                <a:lnTo>
                  <a:pt x="122008" y="332524"/>
                </a:lnTo>
                <a:lnTo>
                  <a:pt x="134569" y="338556"/>
                </a:lnTo>
                <a:lnTo>
                  <a:pt x="146977" y="344995"/>
                </a:lnTo>
                <a:lnTo>
                  <a:pt x="159131" y="351688"/>
                </a:lnTo>
                <a:lnTo>
                  <a:pt x="170878" y="358533"/>
                </a:lnTo>
                <a:lnTo>
                  <a:pt x="187642" y="332524"/>
                </a:lnTo>
                <a:lnTo>
                  <a:pt x="176453" y="327075"/>
                </a:lnTo>
                <a:lnTo>
                  <a:pt x="165684" y="322046"/>
                </a:lnTo>
                <a:lnTo>
                  <a:pt x="155206" y="317309"/>
                </a:lnTo>
                <a:lnTo>
                  <a:pt x="144868" y="312712"/>
                </a:lnTo>
                <a:lnTo>
                  <a:pt x="155981" y="300520"/>
                </a:lnTo>
                <a:lnTo>
                  <a:pt x="158699" y="297548"/>
                </a:lnTo>
                <a:lnTo>
                  <a:pt x="170484" y="281660"/>
                </a:lnTo>
                <a:lnTo>
                  <a:pt x="180543" y="264922"/>
                </a:lnTo>
                <a:lnTo>
                  <a:pt x="189166" y="247180"/>
                </a:lnTo>
                <a:lnTo>
                  <a:pt x="189166" y="221183"/>
                </a:lnTo>
                <a:close/>
              </a:path>
              <a:path w="1532889" h="383539">
                <a:moveTo>
                  <a:pt x="198310" y="90017"/>
                </a:moveTo>
                <a:lnTo>
                  <a:pt x="125056" y="90017"/>
                </a:lnTo>
                <a:lnTo>
                  <a:pt x="125056" y="4584"/>
                </a:lnTo>
                <a:lnTo>
                  <a:pt x="97624" y="4584"/>
                </a:lnTo>
                <a:lnTo>
                  <a:pt x="97624" y="90017"/>
                </a:lnTo>
                <a:lnTo>
                  <a:pt x="9144" y="90017"/>
                </a:lnTo>
                <a:lnTo>
                  <a:pt x="9144" y="115925"/>
                </a:lnTo>
                <a:lnTo>
                  <a:pt x="88480" y="115925"/>
                </a:lnTo>
                <a:lnTo>
                  <a:pt x="67602" y="133667"/>
                </a:lnTo>
                <a:lnTo>
                  <a:pt x="45999" y="150114"/>
                </a:lnTo>
                <a:lnTo>
                  <a:pt x="23507" y="165100"/>
                </a:lnTo>
                <a:lnTo>
                  <a:pt x="0" y="178511"/>
                </a:lnTo>
                <a:lnTo>
                  <a:pt x="4546" y="185102"/>
                </a:lnTo>
                <a:lnTo>
                  <a:pt x="8953" y="191274"/>
                </a:lnTo>
                <a:lnTo>
                  <a:pt x="13068" y="197154"/>
                </a:lnTo>
                <a:lnTo>
                  <a:pt x="16764" y="202895"/>
                </a:lnTo>
                <a:lnTo>
                  <a:pt x="39077" y="188607"/>
                </a:lnTo>
                <a:lnTo>
                  <a:pt x="60096" y="173177"/>
                </a:lnTo>
                <a:lnTo>
                  <a:pt x="79654" y="156603"/>
                </a:lnTo>
                <a:lnTo>
                  <a:pt x="97624" y="138887"/>
                </a:lnTo>
                <a:lnTo>
                  <a:pt x="97624" y="192227"/>
                </a:lnTo>
                <a:lnTo>
                  <a:pt x="125056" y="192227"/>
                </a:lnTo>
                <a:lnTo>
                  <a:pt x="125056" y="148031"/>
                </a:lnTo>
                <a:lnTo>
                  <a:pt x="140487" y="160312"/>
                </a:lnTo>
                <a:lnTo>
                  <a:pt x="154635" y="172034"/>
                </a:lnTo>
                <a:lnTo>
                  <a:pt x="167360" y="183172"/>
                </a:lnTo>
                <a:lnTo>
                  <a:pt x="178498" y="193751"/>
                </a:lnTo>
                <a:lnTo>
                  <a:pt x="196786" y="172415"/>
                </a:lnTo>
                <a:lnTo>
                  <a:pt x="183642" y="161810"/>
                </a:lnTo>
                <a:lnTo>
                  <a:pt x="166217" y="148031"/>
                </a:lnTo>
                <a:lnTo>
                  <a:pt x="137248" y="125069"/>
                </a:lnTo>
                <a:lnTo>
                  <a:pt x="125056" y="138887"/>
                </a:lnTo>
                <a:lnTo>
                  <a:pt x="125056" y="115925"/>
                </a:lnTo>
                <a:lnTo>
                  <a:pt x="198310" y="115925"/>
                </a:lnTo>
                <a:lnTo>
                  <a:pt x="198310" y="90017"/>
                </a:lnTo>
                <a:close/>
              </a:path>
              <a:path w="1532889" h="383539">
                <a:moveTo>
                  <a:pt x="205930" y="30581"/>
                </a:moveTo>
                <a:lnTo>
                  <a:pt x="181546" y="13728"/>
                </a:lnTo>
                <a:lnTo>
                  <a:pt x="172148" y="27203"/>
                </a:lnTo>
                <a:lnTo>
                  <a:pt x="162445" y="40093"/>
                </a:lnTo>
                <a:lnTo>
                  <a:pt x="152742" y="52387"/>
                </a:lnTo>
                <a:lnTo>
                  <a:pt x="143344" y="64109"/>
                </a:lnTo>
                <a:lnTo>
                  <a:pt x="148805" y="68656"/>
                </a:lnTo>
                <a:lnTo>
                  <a:pt x="153835" y="73063"/>
                </a:lnTo>
                <a:lnTo>
                  <a:pt x="158610" y="77177"/>
                </a:lnTo>
                <a:lnTo>
                  <a:pt x="163258" y="80873"/>
                </a:lnTo>
                <a:lnTo>
                  <a:pt x="173786" y="69164"/>
                </a:lnTo>
                <a:lnTo>
                  <a:pt x="184594" y="56870"/>
                </a:lnTo>
                <a:lnTo>
                  <a:pt x="195402" y="44018"/>
                </a:lnTo>
                <a:lnTo>
                  <a:pt x="205930" y="30581"/>
                </a:lnTo>
                <a:close/>
              </a:path>
              <a:path w="1532889" h="383539">
                <a:moveTo>
                  <a:pt x="385864" y="347865"/>
                </a:moveTo>
                <a:lnTo>
                  <a:pt x="342239" y="318058"/>
                </a:lnTo>
                <a:lnTo>
                  <a:pt x="306616" y="279184"/>
                </a:lnTo>
                <a:lnTo>
                  <a:pt x="322122" y="248704"/>
                </a:lnTo>
                <a:lnTo>
                  <a:pt x="324967" y="243128"/>
                </a:lnTo>
                <a:lnTo>
                  <a:pt x="339191" y="201371"/>
                </a:lnTo>
                <a:lnTo>
                  <a:pt x="349681" y="153885"/>
                </a:lnTo>
                <a:lnTo>
                  <a:pt x="356908" y="100685"/>
                </a:lnTo>
                <a:lnTo>
                  <a:pt x="379768" y="100685"/>
                </a:lnTo>
                <a:lnTo>
                  <a:pt x="379768" y="74777"/>
                </a:lnTo>
                <a:lnTo>
                  <a:pt x="324904" y="74777"/>
                </a:lnTo>
                <a:lnTo>
                  <a:pt x="324904" y="100685"/>
                </a:lnTo>
                <a:lnTo>
                  <a:pt x="320040" y="145059"/>
                </a:lnTo>
                <a:lnTo>
                  <a:pt x="312318" y="184416"/>
                </a:lnTo>
                <a:lnTo>
                  <a:pt x="301713" y="218909"/>
                </a:lnTo>
                <a:lnTo>
                  <a:pt x="288226" y="248704"/>
                </a:lnTo>
                <a:lnTo>
                  <a:pt x="273913" y="218617"/>
                </a:lnTo>
                <a:lnTo>
                  <a:pt x="262890" y="185559"/>
                </a:lnTo>
                <a:lnTo>
                  <a:pt x="256044" y="154127"/>
                </a:lnTo>
                <a:lnTo>
                  <a:pt x="255003" y="149339"/>
                </a:lnTo>
                <a:lnTo>
                  <a:pt x="250126" y="109829"/>
                </a:lnTo>
                <a:lnTo>
                  <a:pt x="254698" y="100685"/>
                </a:lnTo>
                <a:lnTo>
                  <a:pt x="324904" y="100685"/>
                </a:lnTo>
                <a:lnTo>
                  <a:pt x="324904" y="74777"/>
                </a:lnTo>
                <a:lnTo>
                  <a:pt x="263842" y="74777"/>
                </a:lnTo>
                <a:lnTo>
                  <a:pt x="268414" y="58483"/>
                </a:lnTo>
                <a:lnTo>
                  <a:pt x="272986" y="41617"/>
                </a:lnTo>
                <a:lnTo>
                  <a:pt x="277558" y="24155"/>
                </a:lnTo>
                <a:lnTo>
                  <a:pt x="282130" y="6108"/>
                </a:lnTo>
                <a:lnTo>
                  <a:pt x="251650" y="1524"/>
                </a:lnTo>
                <a:lnTo>
                  <a:pt x="241935" y="45593"/>
                </a:lnTo>
                <a:lnTo>
                  <a:pt x="228790" y="86207"/>
                </a:lnTo>
                <a:lnTo>
                  <a:pt x="212217" y="123393"/>
                </a:lnTo>
                <a:lnTo>
                  <a:pt x="192214" y="157175"/>
                </a:lnTo>
                <a:lnTo>
                  <a:pt x="197662" y="163766"/>
                </a:lnTo>
                <a:lnTo>
                  <a:pt x="202692" y="169938"/>
                </a:lnTo>
                <a:lnTo>
                  <a:pt x="212026" y="181559"/>
                </a:lnTo>
                <a:lnTo>
                  <a:pt x="215722" y="174904"/>
                </a:lnTo>
                <a:lnTo>
                  <a:pt x="219837" y="168414"/>
                </a:lnTo>
                <a:lnTo>
                  <a:pt x="224116" y="161810"/>
                </a:lnTo>
                <a:lnTo>
                  <a:pt x="228790" y="154127"/>
                </a:lnTo>
                <a:lnTo>
                  <a:pt x="234772" y="188429"/>
                </a:lnTo>
                <a:lnTo>
                  <a:pt x="243459" y="220459"/>
                </a:lnTo>
                <a:lnTo>
                  <a:pt x="254723" y="250215"/>
                </a:lnTo>
                <a:lnTo>
                  <a:pt x="268414" y="277660"/>
                </a:lnTo>
                <a:lnTo>
                  <a:pt x="250977" y="299923"/>
                </a:lnTo>
                <a:lnTo>
                  <a:pt x="230695" y="320916"/>
                </a:lnTo>
                <a:lnTo>
                  <a:pt x="207543" y="340499"/>
                </a:lnTo>
                <a:lnTo>
                  <a:pt x="181546" y="358533"/>
                </a:lnTo>
                <a:lnTo>
                  <a:pt x="188112" y="365125"/>
                </a:lnTo>
                <a:lnTo>
                  <a:pt x="194119" y="371297"/>
                </a:lnTo>
                <a:lnTo>
                  <a:pt x="199542" y="377177"/>
                </a:lnTo>
                <a:lnTo>
                  <a:pt x="204406" y="382917"/>
                </a:lnTo>
                <a:lnTo>
                  <a:pt x="227571" y="366064"/>
                </a:lnTo>
                <a:lnTo>
                  <a:pt x="249174" y="347624"/>
                </a:lnTo>
                <a:lnTo>
                  <a:pt x="269341" y="327748"/>
                </a:lnTo>
                <a:lnTo>
                  <a:pt x="288226" y="306616"/>
                </a:lnTo>
                <a:lnTo>
                  <a:pt x="304279" y="326605"/>
                </a:lnTo>
                <a:lnTo>
                  <a:pt x="322605" y="345338"/>
                </a:lnTo>
                <a:lnTo>
                  <a:pt x="343179" y="362635"/>
                </a:lnTo>
                <a:lnTo>
                  <a:pt x="366052" y="378345"/>
                </a:lnTo>
                <a:lnTo>
                  <a:pt x="370001" y="371436"/>
                </a:lnTo>
                <a:lnTo>
                  <a:pt x="374815" y="364248"/>
                </a:lnTo>
                <a:lnTo>
                  <a:pt x="380187" y="356476"/>
                </a:lnTo>
                <a:lnTo>
                  <a:pt x="385864" y="347865"/>
                </a:lnTo>
                <a:close/>
              </a:path>
              <a:path w="1532889" h="383539">
                <a:moveTo>
                  <a:pt x="532257" y="280708"/>
                </a:moveTo>
                <a:lnTo>
                  <a:pt x="398043" y="308140"/>
                </a:lnTo>
                <a:lnTo>
                  <a:pt x="407187" y="337096"/>
                </a:lnTo>
                <a:lnTo>
                  <a:pt x="431215" y="331089"/>
                </a:lnTo>
                <a:lnTo>
                  <a:pt x="459816" y="324523"/>
                </a:lnTo>
                <a:lnTo>
                  <a:pt x="493001" y="317373"/>
                </a:lnTo>
                <a:lnTo>
                  <a:pt x="530733" y="309664"/>
                </a:lnTo>
                <a:lnTo>
                  <a:pt x="530783" y="302133"/>
                </a:lnTo>
                <a:lnTo>
                  <a:pt x="530923" y="296329"/>
                </a:lnTo>
                <a:lnTo>
                  <a:pt x="531380" y="288658"/>
                </a:lnTo>
                <a:lnTo>
                  <a:pt x="532257" y="280708"/>
                </a:lnTo>
                <a:close/>
              </a:path>
              <a:path w="1532889" h="383539">
                <a:moveTo>
                  <a:pt x="541401" y="73253"/>
                </a:moveTo>
                <a:lnTo>
                  <a:pt x="512445" y="61061"/>
                </a:lnTo>
                <a:lnTo>
                  <a:pt x="495300" y="93256"/>
                </a:lnTo>
                <a:lnTo>
                  <a:pt x="487578" y="108000"/>
                </a:lnTo>
                <a:lnTo>
                  <a:pt x="480441" y="122021"/>
                </a:lnTo>
                <a:lnTo>
                  <a:pt x="428523" y="122021"/>
                </a:lnTo>
                <a:lnTo>
                  <a:pt x="443725" y="98018"/>
                </a:lnTo>
                <a:lnTo>
                  <a:pt x="459473" y="71716"/>
                </a:lnTo>
                <a:lnTo>
                  <a:pt x="475767" y="43116"/>
                </a:lnTo>
                <a:lnTo>
                  <a:pt x="492633" y="12192"/>
                </a:lnTo>
                <a:lnTo>
                  <a:pt x="460629" y="1524"/>
                </a:lnTo>
                <a:lnTo>
                  <a:pt x="443522" y="41871"/>
                </a:lnTo>
                <a:lnTo>
                  <a:pt x="426669" y="75907"/>
                </a:lnTo>
                <a:lnTo>
                  <a:pt x="410400" y="103632"/>
                </a:lnTo>
                <a:lnTo>
                  <a:pt x="394995" y="125069"/>
                </a:lnTo>
                <a:lnTo>
                  <a:pt x="402615" y="149542"/>
                </a:lnTo>
                <a:lnTo>
                  <a:pt x="414997" y="149263"/>
                </a:lnTo>
                <a:lnTo>
                  <a:pt x="429526" y="148399"/>
                </a:lnTo>
                <a:lnTo>
                  <a:pt x="446633" y="146977"/>
                </a:lnTo>
                <a:lnTo>
                  <a:pt x="466725" y="144970"/>
                </a:lnTo>
                <a:lnTo>
                  <a:pt x="449249" y="172999"/>
                </a:lnTo>
                <a:lnTo>
                  <a:pt x="433336" y="195453"/>
                </a:lnTo>
                <a:lnTo>
                  <a:pt x="418858" y="212483"/>
                </a:lnTo>
                <a:lnTo>
                  <a:pt x="405663" y="224218"/>
                </a:lnTo>
                <a:lnTo>
                  <a:pt x="411759" y="253276"/>
                </a:lnTo>
                <a:lnTo>
                  <a:pt x="497586" y="240842"/>
                </a:lnTo>
                <a:lnTo>
                  <a:pt x="526161" y="236512"/>
                </a:lnTo>
                <a:lnTo>
                  <a:pt x="526402" y="231343"/>
                </a:lnTo>
                <a:lnTo>
                  <a:pt x="526923" y="225183"/>
                </a:lnTo>
                <a:lnTo>
                  <a:pt x="527227" y="221170"/>
                </a:lnTo>
                <a:lnTo>
                  <a:pt x="527392" y="218871"/>
                </a:lnTo>
                <a:lnTo>
                  <a:pt x="527507" y="216408"/>
                </a:lnTo>
                <a:lnTo>
                  <a:pt x="527685" y="210502"/>
                </a:lnTo>
                <a:lnTo>
                  <a:pt x="507136" y="213677"/>
                </a:lnTo>
                <a:lnTo>
                  <a:pt x="486727" y="216408"/>
                </a:lnTo>
                <a:lnTo>
                  <a:pt x="446913" y="221170"/>
                </a:lnTo>
                <a:lnTo>
                  <a:pt x="471754" y="185420"/>
                </a:lnTo>
                <a:lnTo>
                  <a:pt x="495871" y="148932"/>
                </a:lnTo>
                <a:lnTo>
                  <a:pt x="498335" y="144970"/>
                </a:lnTo>
                <a:lnTo>
                  <a:pt x="512635" y="122021"/>
                </a:lnTo>
                <a:lnTo>
                  <a:pt x="519137" y="111582"/>
                </a:lnTo>
                <a:lnTo>
                  <a:pt x="541401" y="73253"/>
                </a:lnTo>
                <a:close/>
              </a:path>
              <a:path w="1532889" h="383539">
                <a:moveTo>
                  <a:pt x="773239" y="329476"/>
                </a:moveTo>
                <a:lnTo>
                  <a:pt x="739711" y="329476"/>
                </a:lnTo>
                <a:lnTo>
                  <a:pt x="739711" y="254800"/>
                </a:lnTo>
                <a:lnTo>
                  <a:pt x="739711" y="227266"/>
                </a:lnTo>
                <a:lnTo>
                  <a:pt x="739711" y="152590"/>
                </a:lnTo>
                <a:lnTo>
                  <a:pt x="739711" y="126593"/>
                </a:lnTo>
                <a:lnTo>
                  <a:pt x="739711" y="50393"/>
                </a:lnTo>
                <a:lnTo>
                  <a:pt x="739711" y="22860"/>
                </a:lnTo>
                <a:lnTo>
                  <a:pt x="710666" y="22860"/>
                </a:lnTo>
                <a:lnTo>
                  <a:pt x="710666" y="329476"/>
                </a:lnTo>
                <a:lnTo>
                  <a:pt x="584174" y="329476"/>
                </a:lnTo>
                <a:lnTo>
                  <a:pt x="584174" y="254800"/>
                </a:lnTo>
                <a:lnTo>
                  <a:pt x="710666" y="254800"/>
                </a:lnTo>
                <a:lnTo>
                  <a:pt x="710666" y="227266"/>
                </a:lnTo>
                <a:lnTo>
                  <a:pt x="584174" y="227266"/>
                </a:lnTo>
                <a:lnTo>
                  <a:pt x="584174" y="152590"/>
                </a:lnTo>
                <a:lnTo>
                  <a:pt x="710666" y="152590"/>
                </a:lnTo>
                <a:lnTo>
                  <a:pt x="710666" y="126593"/>
                </a:lnTo>
                <a:lnTo>
                  <a:pt x="584174" y="126593"/>
                </a:lnTo>
                <a:lnTo>
                  <a:pt x="584174" y="50393"/>
                </a:lnTo>
                <a:lnTo>
                  <a:pt x="710666" y="50393"/>
                </a:lnTo>
                <a:lnTo>
                  <a:pt x="710666" y="22860"/>
                </a:lnTo>
                <a:lnTo>
                  <a:pt x="555117" y="22860"/>
                </a:lnTo>
                <a:lnTo>
                  <a:pt x="555117" y="329476"/>
                </a:lnTo>
                <a:lnTo>
                  <a:pt x="509397" y="329476"/>
                </a:lnTo>
                <a:lnTo>
                  <a:pt x="509397" y="356997"/>
                </a:lnTo>
                <a:lnTo>
                  <a:pt x="773239" y="356997"/>
                </a:lnTo>
                <a:lnTo>
                  <a:pt x="773239" y="329476"/>
                </a:lnTo>
                <a:close/>
              </a:path>
              <a:path w="1532889" h="383539">
                <a:moveTo>
                  <a:pt x="892200" y="9144"/>
                </a:moveTo>
                <a:lnTo>
                  <a:pt x="864768" y="0"/>
                </a:lnTo>
                <a:lnTo>
                  <a:pt x="848690" y="52057"/>
                </a:lnTo>
                <a:lnTo>
                  <a:pt x="830211" y="100533"/>
                </a:lnTo>
                <a:lnTo>
                  <a:pt x="809167" y="145275"/>
                </a:lnTo>
                <a:lnTo>
                  <a:pt x="785431" y="186118"/>
                </a:lnTo>
                <a:lnTo>
                  <a:pt x="787958" y="193243"/>
                </a:lnTo>
                <a:lnTo>
                  <a:pt x="790765" y="200787"/>
                </a:lnTo>
                <a:lnTo>
                  <a:pt x="793572" y="208622"/>
                </a:lnTo>
                <a:lnTo>
                  <a:pt x="796099" y="216598"/>
                </a:lnTo>
                <a:lnTo>
                  <a:pt x="805218" y="203504"/>
                </a:lnTo>
                <a:lnTo>
                  <a:pt x="814197" y="189547"/>
                </a:lnTo>
                <a:lnTo>
                  <a:pt x="822883" y="175031"/>
                </a:lnTo>
                <a:lnTo>
                  <a:pt x="831151" y="160210"/>
                </a:lnTo>
                <a:lnTo>
                  <a:pt x="831151" y="376821"/>
                </a:lnTo>
                <a:lnTo>
                  <a:pt x="858672" y="376821"/>
                </a:lnTo>
                <a:lnTo>
                  <a:pt x="858672" y="160210"/>
                </a:lnTo>
                <a:lnTo>
                  <a:pt x="858672" y="103733"/>
                </a:lnTo>
                <a:lnTo>
                  <a:pt x="867562" y="81470"/>
                </a:lnTo>
                <a:lnTo>
                  <a:pt x="876007" y="58191"/>
                </a:lnTo>
                <a:lnTo>
                  <a:pt x="884186" y="34036"/>
                </a:lnTo>
                <a:lnTo>
                  <a:pt x="892200" y="9144"/>
                </a:lnTo>
                <a:close/>
              </a:path>
              <a:path w="1532889" h="383539">
                <a:moveTo>
                  <a:pt x="1166723" y="343293"/>
                </a:moveTo>
                <a:lnTo>
                  <a:pt x="1121181" y="339013"/>
                </a:lnTo>
                <a:lnTo>
                  <a:pt x="1080528" y="330860"/>
                </a:lnTo>
                <a:lnTo>
                  <a:pt x="1067066" y="326428"/>
                </a:lnTo>
                <a:lnTo>
                  <a:pt x="1044460" y="318985"/>
                </a:lnTo>
                <a:lnTo>
                  <a:pt x="1012698" y="303568"/>
                </a:lnTo>
                <a:lnTo>
                  <a:pt x="1020991" y="288163"/>
                </a:lnTo>
                <a:lnTo>
                  <a:pt x="1021461" y="286804"/>
                </a:lnTo>
                <a:lnTo>
                  <a:pt x="1027557" y="269455"/>
                </a:lnTo>
                <a:lnTo>
                  <a:pt x="1032421" y="247586"/>
                </a:lnTo>
                <a:lnTo>
                  <a:pt x="1035558" y="222694"/>
                </a:lnTo>
                <a:lnTo>
                  <a:pt x="1113282" y="222694"/>
                </a:lnTo>
                <a:lnTo>
                  <a:pt x="1113282" y="239560"/>
                </a:lnTo>
                <a:lnTo>
                  <a:pt x="1142339" y="239560"/>
                </a:lnTo>
                <a:lnTo>
                  <a:pt x="1142339" y="196786"/>
                </a:lnTo>
                <a:lnTo>
                  <a:pt x="1142339" y="143446"/>
                </a:lnTo>
                <a:lnTo>
                  <a:pt x="1142339" y="117449"/>
                </a:lnTo>
                <a:lnTo>
                  <a:pt x="1113282" y="117449"/>
                </a:lnTo>
                <a:lnTo>
                  <a:pt x="1113282" y="143446"/>
                </a:lnTo>
                <a:lnTo>
                  <a:pt x="1113282" y="196786"/>
                </a:lnTo>
                <a:lnTo>
                  <a:pt x="1038606" y="196786"/>
                </a:lnTo>
                <a:lnTo>
                  <a:pt x="1038847" y="178816"/>
                </a:lnTo>
                <a:lnTo>
                  <a:pt x="1039368" y="163830"/>
                </a:lnTo>
                <a:lnTo>
                  <a:pt x="1039888" y="152006"/>
                </a:lnTo>
                <a:lnTo>
                  <a:pt x="1040130" y="143446"/>
                </a:lnTo>
                <a:lnTo>
                  <a:pt x="1113282" y="143446"/>
                </a:lnTo>
                <a:lnTo>
                  <a:pt x="1113282" y="117449"/>
                </a:lnTo>
                <a:lnTo>
                  <a:pt x="1040130" y="117449"/>
                </a:lnTo>
                <a:lnTo>
                  <a:pt x="1040130" y="79349"/>
                </a:lnTo>
                <a:lnTo>
                  <a:pt x="1163675" y="79349"/>
                </a:lnTo>
                <a:lnTo>
                  <a:pt x="1163675" y="53441"/>
                </a:lnTo>
                <a:lnTo>
                  <a:pt x="1040130" y="53441"/>
                </a:lnTo>
                <a:lnTo>
                  <a:pt x="1040130" y="1524"/>
                </a:lnTo>
                <a:lnTo>
                  <a:pt x="1009650" y="1524"/>
                </a:lnTo>
                <a:lnTo>
                  <a:pt x="1009650" y="53441"/>
                </a:lnTo>
                <a:lnTo>
                  <a:pt x="887628" y="53441"/>
                </a:lnTo>
                <a:lnTo>
                  <a:pt x="887628" y="79349"/>
                </a:lnTo>
                <a:lnTo>
                  <a:pt x="1009650" y="79349"/>
                </a:lnTo>
                <a:lnTo>
                  <a:pt x="1009650" y="117449"/>
                </a:lnTo>
                <a:lnTo>
                  <a:pt x="1009650" y="143446"/>
                </a:lnTo>
                <a:lnTo>
                  <a:pt x="1009573" y="163830"/>
                </a:lnTo>
                <a:lnTo>
                  <a:pt x="1009459" y="174117"/>
                </a:lnTo>
                <a:lnTo>
                  <a:pt x="1009002" y="186524"/>
                </a:lnTo>
                <a:lnTo>
                  <a:pt x="1008126" y="196786"/>
                </a:lnTo>
                <a:lnTo>
                  <a:pt x="936409" y="196786"/>
                </a:lnTo>
                <a:lnTo>
                  <a:pt x="936409" y="143446"/>
                </a:lnTo>
                <a:lnTo>
                  <a:pt x="1009650" y="143446"/>
                </a:lnTo>
                <a:lnTo>
                  <a:pt x="1009650" y="117449"/>
                </a:lnTo>
                <a:lnTo>
                  <a:pt x="907440" y="117449"/>
                </a:lnTo>
                <a:lnTo>
                  <a:pt x="907440" y="222694"/>
                </a:lnTo>
                <a:lnTo>
                  <a:pt x="1006602" y="222694"/>
                </a:lnTo>
                <a:lnTo>
                  <a:pt x="1003744" y="243039"/>
                </a:lnTo>
                <a:lnTo>
                  <a:pt x="999731" y="260502"/>
                </a:lnTo>
                <a:lnTo>
                  <a:pt x="994575" y="275069"/>
                </a:lnTo>
                <a:lnTo>
                  <a:pt x="988225" y="286804"/>
                </a:lnTo>
                <a:lnTo>
                  <a:pt x="975118" y="275082"/>
                </a:lnTo>
                <a:lnTo>
                  <a:pt x="963269" y="262597"/>
                </a:lnTo>
                <a:lnTo>
                  <a:pt x="952855" y="249262"/>
                </a:lnTo>
                <a:lnTo>
                  <a:pt x="944029" y="234886"/>
                </a:lnTo>
                <a:lnTo>
                  <a:pt x="918121" y="248704"/>
                </a:lnTo>
                <a:lnTo>
                  <a:pt x="928738" y="265277"/>
                </a:lnTo>
                <a:lnTo>
                  <a:pt x="940219" y="280708"/>
                </a:lnTo>
                <a:lnTo>
                  <a:pt x="952830" y="294995"/>
                </a:lnTo>
                <a:lnTo>
                  <a:pt x="966889" y="308140"/>
                </a:lnTo>
                <a:lnTo>
                  <a:pt x="949782" y="320421"/>
                </a:lnTo>
                <a:lnTo>
                  <a:pt x="928408" y="332003"/>
                </a:lnTo>
                <a:lnTo>
                  <a:pt x="903020" y="342722"/>
                </a:lnTo>
                <a:lnTo>
                  <a:pt x="873912" y="352437"/>
                </a:lnTo>
                <a:lnTo>
                  <a:pt x="879373" y="359270"/>
                </a:lnTo>
                <a:lnTo>
                  <a:pt x="884389" y="365963"/>
                </a:lnTo>
                <a:lnTo>
                  <a:pt x="889139" y="372364"/>
                </a:lnTo>
                <a:lnTo>
                  <a:pt x="893724" y="378345"/>
                </a:lnTo>
                <a:lnTo>
                  <a:pt x="924636" y="366382"/>
                </a:lnTo>
                <a:lnTo>
                  <a:pt x="951268" y="353568"/>
                </a:lnTo>
                <a:lnTo>
                  <a:pt x="973924" y="340156"/>
                </a:lnTo>
                <a:lnTo>
                  <a:pt x="992886" y="326428"/>
                </a:lnTo>
                <a:lnTo>
                  <a:pt x="1024572" y="343293"/>
                </a:lnTo>
                <a:lnTo>
                  <a:pt x="1060526" y="357187"/>
                </a:lnTo>
                <a:lnTo>
                  <a:pt x="1100721" y="367880"/>
                </a:lnTo>
                <a:lnTo>
                  <a:pt x="1145387" y="375297"/>
                </a:lnTo>
                <a:lnTo>
                  <a:pt x="1150213" y="367296"/>
                </a:lnTo>
                <a:lnTo>
                  <a:pt x="1155484" y="359295"/>
                </a:lnTo>
                <a:lnTo>
                  <a:pt x="1161021" y="351294"/>
                </a:lnTo>
                <a:lnTo>
                  <a:pt x="1166723" y="343293"/>
                </a:lnTo>
                <a:close/>
              </a:path>
              <a:path w="1532889" h="383539">
                <a:moveTo>
                  <a:pt x="1532674" y="22860"/>
                </a:moveTo>
                <a:lnTo>
                  <a:pt x="1502194" y="22860"/>
                </a:lnTo>
                <a:lnTo>
                  <a:pt x="1502194" y="51917"/>
                </a:lnTo>
                <a:lnTo>
                  <a:pt x="1502194" y="122021"/>
                </a:lnTo>
                <a:lnTo>
                  <a:pt x="1502194" y="149542"/>
                </a:lnTo>
                <a:lnTo>
                  <a:pt x="1502194" y="221170"/>
                </a:lnTo>
                <a:lnTo>
                  <a:pt x="1389316" y="221170"/>
                </a:lnTo>
                <a:lnTo>
                  <a:pt x="1389316" y="149542"/>
                </a:lnTo>
                <a:lnTo>
                  <a:pt x="1502194" y="149542"/>
                </a:lnTo>
                <a:lnTo>
                  <a:pt x="1502194" y="122021"/>
                </a:lnTo>
                <a:lnTo>
                  <a:pt x="1389316" y="122021"/>
                </a:lnTo>
                <a:lnTo>
                  <a:pt x="1389316" y="51917"/>
                </a:lnTo>
                <a:lnTo>
                  <a:pt x="1502194" y="51917"/>
                </a:lnTo>
                <a:lnTo>
                  <a:pt x="1502194" y="22860"/>
                </a:lnTo>
                <a:lnTo>
                  <a:pt x="1358836" y="22860"/>
                </a:lnTo>
                <a:lnTo>
                  <a:pt x="1358836" y="51917"/>
                </a:lnTo>
                <a:lnTo>
                  <a:pt x="1358836" y="122021"/>
                </a:lnTo>
                <a:lnTo>
                  <a:pt x="1358836" y="149542"/>
                </a:lnTo>
                <a:lnTo>
                  <a:pt x="1358836" y="221170"/>
                </a:lnTo>
                <a:lnTo>
                  <a:pt x="1250530" y="221170"/>
                </a:lnTo>
                <a:lnTo>
                  <a:pt x="1251419" y="203771"/>
                </a:lnTo>
                <a:lnTo>
                  <a:pt x="1251864" y="185928"/>
                </a:lnTo>
                <a:lnTo>
                  <a:pt x="1252042" y="167817"/>
                </a:lnTo>
                <a:lnTo>
                  <a:pt x="1252054" y="149542"/>
                </a:lnTo>
                <a:lnTo>
                  <a:pt x="1358836" y="149542"/>
                </a:lnTo>
                <a:lnTo>
                  <a:pt x="1358836" y="122021"/>
                </a:lnTo>
                <a:lnTo>
                  <a:pt x="1252054" y="122021"/>
                </a:lnTo>
                <a:lnTo>
                  <a:pt x="1252054" y="51917"/>
                </a:lnTo>
                <a:lnTo>
                  <a:pt x="1358836" y="51917"/>
                </a:lnTo>
                <a:lnTo>
                  <a:pt x="1358836" y="22860"/>
                </a:lnTo>
                <a:lnTo>
                  <a:pt x="1221574" y="22860"/>
                </a:lnTo>
                <a:lnTo>
                  <a:pt x="1221574" y="158686"/>
                </a:lnTo>
                <a:lnTo>
                  <a:pt x="1221003" y="195046"/>
                </a:lnTo>
                <a:lnTo>
                  <a:pt x="1216431" y="253504"/>
                </a:lnTo>
                <a:lnTo>
                  <a:pt x="1206982" y="297281"/>
                </a:lnTo>
                <a:lnTo>
                  <a:pt x="1190358" y="336181"/>
                </a:lnTo>
                <a:lnTo>
                  <a:pt x="1178902" y="353949"/>
                </a:lnTo>
                <a:lnTo>
                  <a:pt x="1185468" y="360807"/>
                </a:lnTo>
                <a:lnTo>
                  <a:pt x="1191475" y="367665"/>
                </a:lnTo>
                <a:lnTo>
                  <a:pt x="1196911" y="374535"/>
                </a:lnTo>
                <a:lnTo>
                  <a:pt x="1201762" y="381393"/>
                </a:lnTo>
                <a:lnTo>
                  <a:pt x="1220050" y="353364"/>
                </a:lnTo>
                <a:lnTo>
                  <a:pt x="1233766" y="321906"/>
                </a:lnTo>
                <a:lnTo>
                  <a:pt x="1242910" y="287007"/>
                </a:lnTo>
                <a:lnTo>
                  <a:pt x="1247482" y="248704"/>
                </a:lnTo>
                <a:lnTo>
                  <a:pt x="1358836" y="248704"/>
                </a:lnTo>
                <a:lnTo>
                  <a:pt x="1358836" y="370713"/>
                </a:lnTo>
                <a:lnTo>
                  <a:pt x="1389316" y="370713"/>
                </a:lnTo>
                <a:lnTo>
                  <a:pt x="1389316" y="248704"/>
                </a:lnTo>
                <a:lnTo>
                  <a:pt x="1502194" y="248704"/>
                </a:lnTo>
                <a:lnTo>
                  <a:pt x="1502194" y="318808"/>
                </a:lnTo>
                <a:lnTo>
                  <a:pt x="1500759" y="328828"/>
                </a:lnTo>
                <a:lnTo>
                  <a:pt x="1496479" y="336003"/>
                </a:lnTo>
                <a:lnTo>
                  <a:pt x="1489329" y="340321"/>
                </a:lnTo>
                <a:lnTo>
                  <a:pt x="1479397" y="341757"/>
                </a:lnTo>
                <a:lnTo>
                  <a:pt x="1468183" y="341744"/>
                </a:lnTo>
                <a:lnTo>
                  <a:pt x="1455331" y="341566"/>
                </a:lnTo>
                <a:lnTo>
                  <a:pt x="1440751" y="341122"/>
                </a:lnTo>
                <a:lnTo>
                  <a:pt x="1424470" y="340233"/>
                </a:lnTo>
                <a:lnTo>
                  <a:pt x="1426489" y="349072"/>
                </a:lnTo>
                <a:lnTo>
                  <a:pt x="1428089" y="357187"/>
                </a:lnTo>
                <a:lnTo>
                  <a:pt x="1429397" y="364451"/>
                </a:lnTo>
                <a:lnTo>
                  <a:pt x="1430566" y="370713"/>
                </a:lnTo>
                <a:lnTo>
                  <a:pt x="1446276" y="371602"/>
                </a:lnTo>
                <a:lnTo>
                  <a:pt x="1461427" y="372059"/>
                </a:lnTo>
                <a:lnTo>
                  <a:pt x="1490002" y="372249"/>
                </a:lnTo>
                <a:lnTo>
                  <a:pt x="1508874" y="369379"/>
                </a:lnTo>
                <a:lnTo>
                  <a:pt x="1522171" y="360807"/>
                </a:lnTo>
                <a:lnTo>
                  <a:pt x="1530070" y="346481"/>
                </a:lnTo>
                <a:lnTo>
                  <a:pt x="1530680" y="341757"/>
                </a:lnTo>
                <a:lnTo>
                  <a:pt x="1532674" y="326428"/>
                </a:lnTo>
                <a:lnTo>
                  <a:pt x="1532674" y="51917"/>
                </a:lnTo>
                <a:lnTo>
                  <a:pt x="1532674" y="2286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3113913" y="4788217"/>
            <a:ext cx="2087880" cy="393700"/>
          </a:xfrm>
          <a:custGeom>
            <a:avLst/>
            <a:gdLst/>
            <a:ahLst/>
            <a:cxnLst/>
            <a:rect l="l" t="t" r="r" b="b"/>
            <a:pathLst>
              <a:path w="2087879" h="393700">
                <a:moveTo>
                  <a:pt x="100672" y="29057"/>
                </a:moveTo>
                <a:lnTo>
                  <a:pt x="67144" y="29057"/>
                </a:lnTo>
                <a:lnTo>
                  <a:pt x="38011" y="68795"/>
                </a:lnTo>
                <a:lnTo>
                  <a:pt x="16992" y="112547"/>
                </a:lnTo>
                <a:lnTo>
                  <a:pt x="4267" y="160299"/>
                </a:lnTo>
                <a:lnTo>
                  <a:pt x="0" y="212026"/>
                </a:lnTo>
                <a:lnTo>
                  <a:pt x="4267" y="263588"/>
                </a:lnTo>
                <a:lnTo>
                  <a:pt x="16992" y="310845"/>
                </a:lnTo>
                <a:lnTo>
                  <a:pt x="38011" y="354076"/>
                </a:lnTo>
                <a:lnTo>
                  <a:pt x="67144" y="393573"/>
                </a:lnTo>
                <a:lnTo>
                  <a:pt x="100672" y="393573"/>
                </a:lnTo>
                <a:lnTo>
                  <a:pt x="70675" y="353009"/>
                </a:lnTo>
                <a:lnTo>
                  <a:pt x="49237" y="309130"/>
                </a:lnTo>
                <a:lnTo>
                  <a:pt x="36385" y="262089"/>
                </a:lnTo>
                <a:lnTo>
                  <a:pt x="32092" y="212026"/>
                </a:lnTo>
                <a:lnTo>
                  <a:pt x="36385" y="161150"/>
                </a:lnTo>
                <a:lnTo>
                  <a:pt x="49237" y="113690"/>
                </a:lnTo>
                <a:lnTo>
                  <a:pt x="70675" y="69646"/>
                </a:lnTo>
                <a:lnTo>
                  <a:pt x="100672" y="29057"/>
                </a:lnTo>
                <a:close/>
              </a:path>
              <a:path w="2087879" h="393700">
                <a:moveTo>
                  <a:pt x="216585" y="61061"/>
                </a:moveTo>
                <a:lnTo>
                  <a:pt x="207467" y="49631"/>
                </a:lnTo>
                <a:lnTo>
                  <a:pt x="198488" y="38188"/>
                </a:lnTo>
                <a:lnTo>
                  <a:pt x="189801" y="26733"/>
                </a:lnTo>
                <a:lnTo>
                  <a:pt x="181533" y="15252"/>
                </a:lnTo>
                <a:lnTo>
                  <a:pt x="158673" y="30581"/>
                </a:lnTo>
                <a:lnTo>
                  <a:pt x="167563" y="42037"/>
                </a:lnTo>
                <a:lnTo>
                  <a:pt x="176009" y="53632"/>
                </a:lnTo>
                <a:lnTo>
                  <a:pt x="184188" y="65519"/>
                </a:lnTo>
                <a:lnTo>
                  <a:pt x="192201" y="77825"/>
                </a:lnTo>
                <a:lnTo>
                  <a:pt x="216585" y="61061"/>
                </a:lnTo>
                <a:close/>
              </a:path>
              <a:path w="2087879" h="393700">
                <a:moveTo>
                  <a:pt x="327939" y="221183"/>
                </a:moveTo>
                <a:lnTo>
                  <a:pt x="298983" y="221183"/>
                </a:lnTo>
                <a:lnTo>
                  <a:pt x="298983" y="247180"/>
                </a:lnTo>
                <a:lnTo>
                  <a:pt x="291249" y="261734"/>
                </a:lnTo>
                <a:lnTo>
                  <a:pt x="281787" y="275564"/>
                </a:lnTo>
                <a:lnTo>
                  <a:pt x="270611" y="288544"/>
                </a:lnTo>
                <a:lnTo>
                  <a:pt x="257733" y="300520"/>
                </a:lnTo>
                <a:lnTo>
                  <a:pt x="243814" y="293687"/>
                </a:lnTo>
                <a:lnTo>
                  <a:pt x="229730" y="286994"/>
                </a:lnTo>
                <a:lnTo>
                  <a:pt x="202869" y="274612"/>
                </a:lnTo>
                <a:lnTo>
                  <a:pt x="206565" y="267754"/>
                </a:lnTo>
                <a:lnTo>
                  <a:pt x="210680" y="260896"/>
                </a:lnTo>
                <a:lnTo>
                  <a:pt x="215087" y="254038"/>
                </a:lnTo>
                <a:lnTo>
                  <a:pt x="219633" y="247180"/>
                </a:lnTo>
                <a:lnTo>
                  <a:pt x="298983" y="247180"/>
                </a:lnTo>
                <a:lnTo>
                  <a:pt x="298983" y="221183"/>
                </a:lnTo>
                <a:lnTo>
                  <a:pt x="234873" y="221183"/>
                </a:lnTo>
                <a:lnTo>
                  <a:pt x="239445" y="215087"/>
                </a:lnTo>
                <a:lnTo>
                  <a:pt x="242493" y="207467"/>
                </a:lnTo>
                <a:lnTo>
                  <a:pt x="247065" y="201371"/>
                </a:lnTo>
                <a:lnTo>
                  <a:pt x="219633" y="192227"/>
                </a:lnTo>
                <a:lnTo>
                  <a:pt x="215303" y="199961"/>
                </a:lnTo>
                <a:lnTo>
                  <a:pt x="211251" y="207276"/>
                </a:lnTo>
                <a:lnTo>
                  <a:pt x="207213" y="214299"/>
                </a:lnTo>
                <a:lnTo>
                  <a:pt x="202869" y="221183"/>
                </a:lnTo>
                <a:lnTo>
                  <a:pt x="144957" y="221183"/>
                </a:lnTo>
                <a:lnTo>
                  <a:pt x="144957" y="247180"/>
                </a:lnTo>
                <a:lnTo>
                  <a:pt x="189153" y="247180"/>
                </a:lnTo>
                <a:lnTo>
                  <a:pt x="183210" y="256324"/>
                </a:lnTo>
                <a:lnTo>
                  <a:pt x="170726" y="274612"/>
                </a:lnTo>
                <a:lnTo>
                  <a:pt x="164769" y="283756"/>
                </a:lnTo>
                <a:lnTo>
                  <a:pt x="182778" y="291998"/>
                </a:lnTo>
                <a:lnTo>
                  <a:pt x="200202" y="300520"/>
                </a:lnTo>
                <a:lnTo>
                  <a:pt x="233349" y="317284"/>
                </a:lnTo>
                <a:lnTo>
                  <a:pt x="213017" y="329018"/>
                </a:lnTo>
                <a:lnTo>
                  <a:pt x="190677" y="339051"/>
                </a:lnTo>
                <a:lnTo>
                  <a:pt x="166027" y="347370"/>
                </a:lnTo>
                <a:lnTo>
                  <a:pt x="138772" y="353961"/>
                </a:lnTo>
                <a:lnTo>
                  <a:pt x="152577" y="381393"/>
                </a:lnTo>
                <a:lnTo>
                  <a:pt x="183984" y="371436"/>
                </a:lnTo>
                <a:lnTo>
                  <a:pt x="212394" y="359854"/>
                </a:lnTo>
                <a:lnTo>
                  <a:pt x="237883" y="346837"/>
                </a:lnTo>
                <a:lnTo>
                  <a:pt x="260781" y="332524"/>
                </a:lnTo>
                <a:lnTo>
                  <a:pt x="273380" y="338556"/>
                </a:lnTo>
                <a:lnTo>
                  <a:pt x="285978" y="344995"/>
                </a:lnTo>
                <a:lnTo>
                  <a:pt x="298589" y="351688"/>
                </a:lnTo>
                <a:lnTo>
                  <a:pt x="311175" y="358533"/>
                </a:lnTo>
                <a:lnTo>
                  <a:pt x="327939" y="332524"/>
                </a:lnTo>
                <a:lnTo>
                  <a:pt x="316750" y="327075"/>
                </a:lnTo>
                <a:lnTo>
                  <a:pt x="305841" y="322046"/>
                </a:lnTo>
                <a:lnTo>
                  <a:pt x="294932" y="317309"/>
                </a:lnTo>
                <a:lnTo>
                  <a:pt x="283743" y="312712"/>
                </a:lnTo>
                <a:lnTo>
                  <a:pt x="294982" y="300520"/>
                </a:lnTo>
                <a:lnTo>
                  <a:pt x="297726" y="297548"/>
                </a:lnTo>
                <a:lnTo>
                  <a:pt x="309841" y="281660"/>
                </a:lnTo>
                <a:lnTo>
                  <a:pt x="319963" y="264922"/>
                </a:lnTo>
                <a:lnTo>
                  <a:pt x="327939" y="247180"/>
                </a:lnTo>
                <a:lnTo>
                  <a:pt x="327939" y="221183"/>
                </a:lnTo>
                <a:close/>
              </a:path>
              <a:path w="2087879" h="393700">
                <a:moveTo>
                  <a:pt x="338607" y="90017"/>
                </a:moveTo>
                <a:lnTo>
                  <a:pt x="265353" y="90017"/>
                </a:lnTo>
                <a:lnTo>
                  <a:pt x="265353" y="4584"/>
                </a:lnTo>
                <a:lnTo>
                  <a:pt x="236397" y="4584"/>
                </a:lnTo>
                <a:lnTo>
                  <a:pt x="236397" y="90017"/>
                </a:lnTo>
                <a:lnTo>
                  <a:pt x="149529" y="90017"/>
                </a:lnTo>
                <a:lnTo>
                  <a:pt x="149529" y="115925"/>
                </a:lnTo>
                <a:lnTo>
                  <a:pt x="227253" y="115925"/>
                </a:lnTo>
                <a:lnTo>
                  <a:pt x="207238" y="133667"/>
                </a:lnTo>
                <a:lnTo>
                  <a:pt x="185915" y="150114"/>
                </a:lnTo>
                <a:lnTo>
                  <a:pt x="163144" y="165100"/>
                </a:lnTo>
                <a:lnTo>
                  <a:pt x="138772" y="178511"/>
                </a:lnTo>
                <a:lnTo>
                  <a:pt x="143370" y="185102"/>
                </a:lnTo>
                <a:lnTo>
                  <a:pt x="147815" y="191274"/>
                </a:lnTo>
                <a:lnTo>
                  <a:pt x="151942" y="197154"/>
                </a:lnTo>
                <a:lnTo>
                  <a:pt x="155625" y="202895"/>
                </a:lnTo>
                <a:lnTo>
                  <a:pt x="178536" y="188607"/>
                </a:lnTo>
                <a:lnTo>
                  <a:pt x="199440" y="173177"/>
                </a:lnTo>
                <a:lnTo>
                  <a:pt x="218643" y="156603"/>
                </a:lnTo>
                <a:lnTo>
                  <a:pt x="236397" y="138887"/>
                </a:lnTo>
                <a:lnTo>
                  <a:pt x="236397" y="192227"/>
                </a:lnTo>
                <a:lnTo>
                  <a:pt x="265353" y="192227"/>
                </a:lnTo>
                <a:lnTo>
                  <a:pt x="265353" y="148031"/>
                </a:lnTo>
                <a:lnTo>
                  <a:pt x="280606" y="160312"/>
                </a:lnTo>
                <a:lnTo>
                  <a:pt x="294398" y="172034"/>
                </a:lnTo>
                <a:lnTo>
                  <a:pt x="307035" y="183172"/>
                </a:lnTo>
                <a:lnTo>
                  <a:pt x="318795" y="193751"/>
                </a:lnTo>
                <a:lnTo>
                  <a:pt x="337083" y="172415"/>
                </a:lnTo>
                <a:lnTo>
                  <a:pt x="323913" y="161810"/>
                </a:lnTo>
                <a:lnTo>
                  <a:pt x="309448" y="150495"/>
                </a:lnTo>
                <a:lnTo>
                  <a:pt x="306235" y="148031"/>
                </a:lnTo>
                <a:lnTo>
                  <a:pt x="293535" y="138290"/>
                </a:lnTo>
                <a:lnTo>
                  <a:pt x="276021" y="125069"/>
                </a:lnTo>
                <a:lnTo>
                  <a:pt x="265353" y="138887"/>
                </a:lnTo>
                <a:lnTo>
                  <a:pt x="265353" y="115925"/>
                </a:lnTo>
                <a:lnTo>
                  <a:pt x="338607" y="115925"/>
                </a:lnTo>
                <a:lnTo>
                  <a:pt x="338607" y="90017"/>
                </a:lnTo>
                <a:close/>
              </a:path>
              <a:path w="2087879" h="393700">
                <a:moveTo>
                  <a:pt x="344703" y="30581"/>
                </a:moveTo>
                <a:lnTo>
                  <a:pt x="321843" y="13728"/>
                </a:lnTo>
                <a:lnTo>
                  <a:pt x="311797" y="27203"/>
                </a:lnTo>
                <a:lnTo>
                  <a:pt x="302018" y="40093"/>
                </a:lnTo>
                <a:lnTo>
                  <a:pt x="292227" y="52387"/>
                </a:lnTo>
                <a:lnTo>
                  <a:pt x="282117" y="64109"/>
                </a:lnTo>
                <a:lnTo>
                  <a:pt x="298716" y="77177"/>
                </a:lnTo>
                <a:lnTo>
                  <a:pt x="303555" y="80873"/>
                </a:lnTo>
                <a:lnTo>
                  <a:pt x="313842" y="69164"/>
                </a:lnTo>
                <a:lnTo>
                  <a:pt x="324129" y="56870"/>
                </a:lnTo>
                <a:lnTo>
                  <a:pt x="334416" y="44018"/>
                </a:lnTo>
                <a:lnTo>
                  <a:pt x="344703" y="30581"/>
                </a:lnTo>
                <a:close/>
              </a:path>
              <a:path w="2087879" h="393700">
                <a:moveTo>
                  <a:pt x="526161" y="347865"/>
                </a:moveTo>
                <a:lnTo>
                  <a:pt x="482536" y="318058"/>
                </a:lnTo>
                <a:lnTo>
                  <a:pt x="446913" y="279184"/>
                </a:lnTo>
                <a:lnTo>
                  <a:pt x="461860" y="248704"/>
                </a:lnTo>
                <a:lnTo>
                  <a:pt x="464604" y="243128"/>
                </a:lnTo>
                <a:lnTo>
                  <a:pt x="478726" y="201371"/>
                </a:lnTo>
                <a:lnTo>
                  <a:pt x="489127" y="153885"/>
                </a:lnTo>
                <a:lnTo>
                  <a:pt x="495681" y="100685"/>
                </a:lnTo>
                <a:lnTo>
                  <a:pt x="520065" y="100685"/>
                </a:lnTo>
                <a:lnTo>
                  <a:pt x="520065" y="74777"/>
                </a:lnTo>
                <a:lnTo>
                  <a:pt x="465201" y="74777"/>
                </a:lnTo>
                <a:lnTo>
                  <a:pt x="465201" y="100685"/>
                </a:lnTo>
                <a:lnTo>
                  <a:pt x="460336" y="145059"/>
                </a:lnTo>
                <a:lnTo>
                  <a:pt x="452628" y="184416"/>
                </a:lnTo>
                <a:lnTo>
                  <a:pt x="442048" y="218909"/>
                </a:lnTo>
                <a:lnTo>
                  <a:pt x="428625" y="248704"/>
                </a:lnTo>
                <a:lnTo>
                  <a:pt x="414020" y="218617"/>
                </a:lnTo>
                <a:lnTo>
                  <a:pt x="402437" y="185559"/>
                </a:lnTo>
                <a:lnTo>
                  <a:pt x="395135" y="154127"/>
                </a:lnTo>
                <a:lnTo>
                  <a:pt x="394017" y="149339"/>
                </a:lnTo>
                <a:lnTo>
                  <a:pt x="388899" y="109829"/>
                </a:lnTo>
                <a:lnTo>
                  <a:pt x="393471" y="100685"/>
                </a:lnTo>
                <a:lnTo>
                  <a:pt x="465201" y="100685"/>
                </a:lnTo>
                <a:lnTo>
                  <a:pt x="465201" y="74777"/>
                </a:lnTo>
                <a:lnTo>
                  <a:pt x="402615" y="74777"/>
                </a:lnTo>
                <a:lnTo>
                  <a:pt x="408051" y="58483"/>
                </a:lnTo>
                <a:lnTo>
                  <a:pt x="412902" y="41617"/>
                </a:lnTo>
                <a:lnTo>
                  <a:pt x="417195" y="24155"/>
                </a:lnTo>
                <a:lnTo>
                  <a:pt x="420903" y="6108"/>
                </a:lnTo>
                <a:lnTo>
                  <a:pt x="390423" y="1524"/>
                </a:lnTo>
                <a:lnTo>
                  <a:pt x="381584" y="45593"/>
                </a:lnTo>
                <a:lnTo>
                  <a:pt x="368896" y="86207"/>
                </a:lnTo>
                <a:lnTo>
                  <a:pt x="352488" y="123393"/>
                </a:lnTo>
                <a:lnTo>
                  <a:pt x="332511" y="157175"/>
                </a:lnTo>
                <a:lnTo>
                  <a:pt x="337934" y="163766"/>
                </a:lnTo>
                <a:lnTo>
                  <a:pt x="342798" y="169938"/>
                </a:lnTo>
                <a:lnTo>
                  <a:pt x="347078" y="175818"/>
                </a:lnTo>
                <a:lnTo>
                  <a:pt x="350799" y="181559"/>
                </a:lnTo>
                <a:lnTo>
                  <a:pt x="355346" y="174904"/>
                </a:lnTo>
                <a:lnTo>
                  <a:pt x="359752" y="168414"/>
                </a:lnTo>
                <a:lnTo>
                  <a:pt x="363867" y="161620"/>
                </a:lnTo>
                <a:lnTo>
                  <a:pt x="367563" y="154127"/>
                </a:lnTo>
                <a:lnTo>
                  <a:pt x="374205" y="188429"/>
                </a:lnTo>
                <a:lnTo>
                  <a:pt x="382993" y="220459"/>
                </a:lnTo>
                <a:lnTo>
                  <a:pt x="394347" y="250215"/>
                </a:lnTo>
                <a:lnTo>
                  <a:pt x="408711" y="277660"/>
                </a:lnTo>
                <a:lnTo>
                  <a:pt x="390423" y="299923"/>
                </a:lnTo>
                <a:lnTo>
                  <a:pt x="369849" y="320916"/>
                </a:lnTo>
                <a:lnTo>
                  <a:pt x="346989" y="340499"/>
                </a:lnTo>
                <a:lnTo>
                  <a:pt x="321843" y="358533"/>
                </a:lnTo>
                <a:lnTo>
                  <a:pt x="328396" y="365125"/>
                </a:lnTo>
                <a:lnTo>
                  <a:pt x="334225" y="371297"/>
                </a:lnTo>
                <a:lnTo>
                  <a:pt x="339204" y="377177"/>
                </a:lnTo>
                <a:lnTo>
                  <a:pt x="343179" y="382917"/>
                </a:lnTo>
                <a:lnTo>
                  <a:pt x="367207" y="366064"/>
                </a:lnTo>
                <a:lnTo>
                  <a:pt x="389102" y="347624"/>
                </a:lnTo>
                <a:lnTo>
                  <a:pt x="409016" y="327748"/>
                </a:lnTo>
                <a:lnTo>
                  <a:pt x="427101" y="306616"/>
                </a:lnTo>
                <a:lnTo>
                  <a:pt x="443953" y="326605"/>
                </a:lnTo>
                <a:lnTo>
                  <a:pt x="462534" y="345338"/>
                </a:lnTo>
                <a:lnTo>
                  <a:pt x="482815" y="362635"/>
                </a:lnTo>
                <a:lnTo>
                  <a:pt x="504825" y="378345"/>
                </a:lnTo>
                <a:lnTo>
                  <a:pt x="509435" y="371436"/>
                </a:lnTo>
                <a:lnTo>
                  <a:pt x="514350" y="364248"/>
                </a:lnTo>
                <a:lnTo>
                  <a:pt x="519823" y="356476"/>
                </a:lnTo>
                <a:lnTo>
                  <a:pt x="526161" y="347865"/>
                </a:lnTo>
                <a:close/>
              </a:path>
              <a:path w="2087879" h="393700">
                <a:moveTo>
                  <a:pt x="671029" y="280708"/>
                </a:moveTo>
                <a:lnTo>
                  <a:pt x="538340" y="308140"/>
                </a:lnTo>
                <a:lnTo>
                  <a:pt x="545960" y="337096"/>
                </a:lnTo>
                <a:lnTo>
                  <a:pt x="570661" y="331089"/>
                </a:lnTo>
                <a:lnTo>
                  <a:pt x="599198" y="324523"/>
                </a:lnTo>
                <a:lnTo>
                  <a:pt x="632002" y="317373"/>
                </a:lnTo>
                <a:lnTo>
                  <a:pt x="669505" y="309664"/>
                </a:lnTo>
                <a:lnTo>
                  <a:pt x="669747" y="303428"/>
                </a:lnTo>
                <a:lnTo>
                  <a:pt x="670267" y="296329"/>
                </a:lnTo>
                <a:lnTo>
                  <a:pt x="670788" y="288658"/>
                </a:lnTo>
                <a:lnTo>
                  <a:pt x="671029" y="280708"/>
                </a:lnTo>
                <a:close/>
              </a:path>
              <a:path w="2087879" h="393700">
                <a:moveTo>
                  <a:pt x="681697" y="73253"/>
                </a:moveTo>
                <a:lnTo>
                  <a:pt x="651217" y="61061"/>
                </a:lnTo>
                <a:lnTo>
                  <a:pt x="643216" y="77660"/>
                </a:lnTo>
                <a:lnTo>
                  <a:pt x="635215" y="93256"/>
                </a:lnTo>
                <a:lnTo>
                  <a:pt x="627214" y="108000"/>
                </a:lnTo>
                <a:lnTo>
                  <a:pt x="619213" y="122021"/>
                </a:lnTo>
                <a:lnTo>
                  <a:pt x="568921" y="122021"/>
                </a:lnTo>
                <a:lnTo>
                  <a:pt x="584047" y="98018"/>
                </a:lnTo>
                <a:lnTo>
                  <a:pt x="599592" y="71716"/>
                </a:lnTo>
                <a:lnTo>
                  <a:pt x="615429" y="43116"/>
                </a:lnTo>
                <a:lnTo>
                  <a:pt x="631405" y="12192"/>
                </a:lnTo>
                <a:lnTo>
                  <a:pt x="600925" y="1524"/>
                </a:lnTo>
                <a:lnTo>
                  <a:pt x="583171" y="41871"/>
                </a:lnTo>
                <a:lnTo>
                  <a:pt x="566394" y="75907"/>
                </a:lnTo>
                <a:lnTo>
                  <a:pt x="550481" y="103632"/>
                </a:lnTo>
                <a:lnTo>
                  <a:pt x="535292" y="125069"/>
                </a:lnTo>
                <a:lnTo>
                  <a:pt x="542912" y="149542"/>
                </a:lnTo>
                <a:lnTo>
                  <a:pt x="554621" y="149263"/>
                </a:lnTo>
                <a:lnTo>
                  <a:pt x="569061" y="148399"/>
                </a:lnTo>
                <a:lnTo>
                  <a:pt x="586079" y="146977"/>
                </a:lnTo>
                <a:lnTo>
                  <a:pt x="605497" y="144970"/>
                </a:lnTo>
                <a:lnTo>
                  <a:pt x="588060" y="172999"/>
                </a:lnTo>
                <a:lnTo>
                  <a:pt x="572338" y="195453"/>
                </a:lnTo>
                <a:lnTo>
                  <a:pt x="558304" y="212483"/>
                </a:lnTo>
                <a:lnTo>
                  <a:pt x="545960" y="224218"/>
                </a:lnTo>
                <a:lnTo>
                  <a:pt x="552056" y="253276"/>
                </a:lnTo>
                <a:lnTo>
                  <a:pt x="664933" y="236512"/>
                </a:lnTo>
                <a:lnTo>
                  <a:pt x="665835" y="231343"/>
                </a:lnTo>
                <a:lnTo>
                  <a:pt x="666457" y="225183"/>
                </a:lnTo>
                <a:lnTo>
                  <a:pt x="666813" y="221170"/>
                </a:lnTo>
                <a:lnTo>
                  <a:pt x="667080" y="218198"/>
                </a:lnTo>
                <a:lnTo>
                  <a:pt x="667981" y="210502"/>
                </a:lnTo>
                <a:lnTo>
                  <a:pt x="646785" y="213677"/>
                </a:lnTo>
                <a:lnTo>
                  <a:pt x="626452" y="216408"/>
                </a:lnTo>
                <a:lnTo>
                  <a:pt x="587209" y="221170"/>
                </a:lnTo>
                <a:lnTo>
                  <a:pt x="612051" y="185420"/>
                </a:lnTo>
                <a:lnTo>
                  <a:pt x="636168" y="148932"/>
                </a:lnTo>
                <a:lnTo>
                  <a:pt x="638632" y="144970"/>
                </a:lnTo>
                <a:lnTo>
                  <a:pt x="652932" y="122021"/>
                </a:lnTo>
                <a:lnTo>
                  <a:pt x="659434" y="111582"/>
                </a:lnTo>
                <a:lnTo>
                  <a:pt x="681697" y="73253"/>
                </a:lnTo>
                <a:close/>
              </a:path>
              <a:path w="2087879" h="393700">
                <a:moveTo>
                  <a:pt x="913536" y="329476"/>
                </a:moveTo>
                <a:lnTo>
                  <a:pt x="880008" y="329476"/>
                </a:lnTo>
                <a:lnTo>
                  <a:pt x="880008" y="254800"/>
                </a:lnTo>
                <a:lnTo>
                  <a:pt x="880008" y="227266"/>
                </a:lnTo>
                <a:lnTo>
                  <a:pt x="880008" y="152590"/>
                </a:lnTo>
                <a:lnTo>
                  <a:pt x="880008" y="126593"/>
                </a:lnTo>
                <a:lnTo>
                  <a:pt x="880008" y="50393"/>
                </a:lnTo>
                <a:lnTo>
                  <a:pt x="880008" y="22860"/>
                </a:lnTo>
                <a:lnTo>
                  <a:pt x="851052" y="22860"/>
                </a:lnTo>
                <a:lnTo>
                  <a:pt x="851052" y="329476"/>
                </a:lnTo>
                <a:lnTo>
                  <a:pt x="724471" y="329476"/>
                </a:lnTo>
                <a:lnTo>
                  <a:pt x="724471" y="254800"/>
                </a:lnTo>
                <a:lnTo>
                  <a:pt x="851052" y="254800"/>
                </a:lnTo>
                <a:lnTo>
                  <a:pt x="851052" y="227266"/>
                </a:lnTo>
                <a:lnTo>
                  <a:pt x="724471" y="227266"/>
                </a:lnTo>
                <a:lnTo>
                  <a:pt x="724471" y="152590"/>
                </a:lnTo>
                <a:lnTo>
                  <a:pt x="851052" y="152590"/>
                </a:lnTo>
                <a:lnTo>
                  <a:pt x="851052" y="126593"/>
                </a:lnTo>
                <a:lnTo>
                  <a:pt x="724471" y="126593"/>
                </a:lnTo>
                <a:lnTo>
                  <a:pt x="724471" y="50393"/>
                </a:lnTo>
                <a:lnTo>
                  <a:pt x="851052" y="50393"/>
                </a:lnTo>
                <a:lnTo>
                  <a:pt x="851052" y="22860"/>
                </a:lnTo>
                <a:lnTo>
                  <a:pt x="693889" y="22860"/>
                </a:lnTo>
                <a:lnTo>
                  <a:pt x="693889" y="329476"/>
                </a:lnTo>
                <a:lnTo>
                  <a:pt x="649693" y="329476"/>
                </a:lnTo>
                <a:lnTo>
                  <a:pt x="649693" y="356997"/>
                </a:lnTo>
                <a:lnTo>
                  <a:pt x="913536" y="356997"/>
                </a:lnTo>
                <a:lnTo>
                  <a:pt x="913536" y="329476"/>
                </a:lnTo>
                <a:close/>
              </a:path>
              <a:path w="2087879" h="393700">
                <a:moveTo>
                  <a:pt x="1087374" y="64109"/>
                </a:moveTo>
                <a:lnTo>
                  <a:pt x="1056894" y="64109"/>
                </a:lnTo>
                <a:lnTo>
                  <a:pt x="1056894" y="91541"/>
                </a:lnTo>
                <a:lnTo>
                  <a:pt x="1056894" y="184607"/>
                </a:lnTo>
                <a:lnTo>
                  <a:pt x="1056894" y="212039"/>
                </a:lnTo>
                <a:lnTo>
                  <a:pt x="1056894" y="309664"/>
                </a:lnTo>
                <a:lnTo>
                  <a:pt x="971448" y="309664"/>
                </a:lnTo>
                <a:lnTo>
                  <a:pt x="971448" y="212039"/>
                </a:lnTo>
                <a:lnTo>
                  <a:pt x="1056894" y="212039"/>
                </a:lnTo>
                <a:lnTo>
                  <a:pt x="1056894" y="184607"/>
                </a:lnTo>
                <a:lnTo>
                  <a:pt x="971448" y="184607"/>
                </a:lnTo>
                <a:lnTo>
                  <a:pt x="971448" y="91541"/>
                </a:lnTo>
                <a:lnTo>
                  <a:pt x="1056894" y="91541"/>
                </a:lnTo>
                <a:lnTo>
                  <a:pt x="1056894" y="64109"/>
                </a:lnTo>
                <a:lnTo>
                  <a:pt x="1011174" y="64109"/>
                </a:lnTo>
                <a:lnTo>
                  <a:pt x="1016889" y="51244"/>
                </a:lnTo>
                <a:lnTo>
                  <a:pt x="1022604" y="37807"/>
                </a:lnTo>
                <a:lnTo>
                  <a:pt x="1028319" y="23774"/>
                </a:lnTo>
                <a:lnTo>
                  <a:pt x="1034034" y="9144"/>
                </a:lnTo>
                <a:lnTo>
                  <a:pt x="1002030" y="0"/>
                </a:lnTo>
                <a:lnTo>
                  <a:pt x="997165" y="14312"/>
                </a:lnTo>
                <a:lnTo>
                  <a:pt x="991743" y="29768"/>
                </a:lnTo>
                <a:lnTo>
                  <a:pt x="985735" y="46380"/>
                </a:lnTo>
                <a:lnTo>
                  <a:pt x="979170" y="64109"/>
                </a:lnTo>
                <a:lnTo>
                  <a:pt x="940968" y="64109"/>
                </a:lnTo>
                <a:lnTo>
                  <a:pt x="940968" y="370725"/>
                </a:lnTo>
                <a:lnTo>
                  <a:pt x="971448" y="370725"/>
                </a:lnTo>
                <a:lnTo>
                  <a:pt x="971448" y="338620"/>
                </a:lnTo>
                <a:lnTo>
                  <a:pt x="1056894" y="338620"/>
                </a:lnTo>
                <a:lnTo>
                  <a:pt x="1056894" y="367677"/>
                </a:lnTo>
                <a:lnTo>
                  <a:pt x="1087374" y="367677"/>
                </a:lnTo>
                <a:lnTo>
                  <a:pt x="1087374" y="338620"/>
                </a:lnTo>
                <a:lnTo>
                  <a:pt x="1087374" y="309664"/>
                </a:lnTo>
                <a:lnTo>
                  <a:pt x="1087374" y="212039"/>
                </a:lnTo>
                <a:lnTo>
                  <a:pt x="1087374" y="184607"/>
                </a:lnTo>
                <a:lnTo>
                  <a:pt x="1087374" y="91541"/>
                </a:lnTo>
                <a:lnTo>
                  <a:pt x="1087374" y="64109"/>
                </a:lnTo>
                <a:close/>
              </a:path>
              <a:path w="2087879" h="393700">
                <a:moveTo>
                  <a:pt x="1218526" y="238036"/>
                </a:moveTo>
                <a:lnTo>
                  <a:pt x="1204810" y="218833"/>
                </a:lnTo>
                <a:lnTo>
                  <a:pt x="1188808" y="197942"/>
                </a:lnTo>
                <a:lnTo>
                  <a:pt x="1170520" y="175361"/>
                </a:lnTo>
                <a:lnTo>
                  <a:pt x="1149946" y="151079"/>
                </a:lnTo>
                <a:lnTo>
                  <a:pt x="1127086" y="167843"/>
                </a:lnTo>
                <a:lnTo>
                  <a:pt x="1144562" y="190461"/>
                </a:lnTo>
                <a:lnTo>
                  <a:pt x="1160614" y="212801"/>
                </a:lnTo>
                <a:lnTo>
                  <a:pt x="1175524" y="235165"/>
                </a:lnTo>
                <a:lnTo>
                  <a:pt x="1189570" y="257848"/>
                </a:lnTo>
                <a:lnTo>
                  <a:pt x="1218526" y="238036"/>
                </a:lnTo>
                <a:close/>
              </a:path>
              <a:path w="2087879" h="393700">
                <a:moveTo>
                  <a:pt x="1290256" y="62585"/>
                </a:moveTo>
                <a:lnTo>
                  <a:pt x="1166710" y="62585"/>
                </a:lnTo>
                <a:lnTo>
                  <a:pt x="1171524" y="49707"/>
                </a:lnTo>
                <a:lnTo>
                  <a:pt x="1176616" y="36245"/>
                </a:lnTo>
                <a:lnTo>
                  <a:pt x="1181709" y="22212"/>
                </a:lnTo>
                <a:lnTo>
                  <a:pt x="1186522" y="7620"/>
                </a:lnTo>
                <a:lnTo>
                  <a:pt x="1154518" y="0"/>
                </a:lnTo>
                <a:lnTo>
                  <a:pt x="1141349" y="40640"/>
                </a:lnTo>
                <a:lnTo>
                  <a:pt x="1126883" y="77825"/>
                </a:lnTo>
                <a:lnTo>
                  <a:pt x="1110970" y="111582"/>
                </a:lnTo>
                <a:lnTo>
                  <a:pt x="1093470" y="141935"/>
                </a:lnTo>
                <a:lnTo>
                  <a:pt x="1101153" y="145364"/>
                </a:lnTo>
                <a:lnTo>
                  <a:pt x="1108138" y="148793"/>
                </a:lnTo>
                <a:lnTo>
                  <a:pt x="1114298" y="152222"/>
                </a:lnTo>
                <a:lnTo>
                  <a:pt x="1119466" y="155651"/>
                </a:lnTo>
                <a:lnTo>
                  <a:pt x="1128585" y="141338"/>
                </a:lnTo>
                <a:lnTo>
                  <a:pt x="1137564" y="125882"/>
                </a:lnTo>
                <a:lnTo>
                  <a:pt x="1146251" y="109270"/>
                </a:lnTo>
                <a:lnTo>
                  <a:pt x="1154518" y="91541"/>
                </a:lnTo>
                <a:lnTo>
                  <a:pt x="1256728" y="91541"/>
                </a:lnTo>
                <a:lnTo>
                  <a:pt x="1255560" y="162191"/>
                </a:lnTo>
                <a:lnTo>
                  <a:pt x="1254239" y="220827"/>
                </a:lnTo>
                <a:lnTo>
                  <a:pt x="1252613" y="267449"/>
                </a:lnTo>
                <a:lnTo>
                  <a:pt x="1247368" y="318046"/>
                </a:lnTo>
                <a:lnTo>
                  <a:pt x="1212430" y="338620"/>
                </a:lnTo>
                <a:lnTo>
                  <a:pt x="1196784" y="338340"/>
                </a:lnTo>
                <a:lnTo>
                  <a:pt x="1179855" y="337477"/>
                </a:lnTo>
                <a:lnTo>
                  <a:pt x="1162062" y="336054"/>
                </a:lnTo>
                <a:lnTo>
                  <a:pt x="1143850" y="334048"/>
                </a:lnTo>
                <a:lnTo>
                  <a:pt x="1142326" y="334048"/>
                </a:lnTo>
                <a:lnTo>
                  <a:pt x="1144346" y="341490"/>
                </a:lnTo>
                <a:lnTo>
                  <a:pt x="1145946" y="349758"/>
                </a:lnTo>
                <a:lnTo>
                  <a:pt x="1147254" y="358571"/>
                </a:lnTo>
                <a:lnTo>
                  <a:pt x="1148422" y="367677"/>
                </a:lnTo>
                <a:lnTo>
                  <a:pt x="1166444" y="368554"/>
                </a:lnTo>
                <a:lnTo>
                  <a:pt x="1184046" y="369011"/>
                </a:lnTo>
                <a:lnTo>
                  <a:pt x="1218526" y="369201"/>
                </a:lnTo>
                <a:lnTo>
                  <a:pt x="1245514" y="365480"/>
                </a:lnTo>
                <a:lnTo>
                  <a:pt x="1264907" y="354330"/>
                </a:lnTo>
                <a:lnTo>
                  <a:pt x="1275219" y="338620"/>
                </a:lnTo>
                <a:lnTo>
                  <a:pt x="1277124" y="335724"/>
                </a:lnTo>
                <a:lnTo>
                  <a:pt x="1283716" y="283679"/>
                </a:lnTo>
                <a:lnTo>
                  <a:pt x="1286649" y="197942"/>
                </a:lnTo>
                <a:lnTo>
                  <a:pt x="1288427" y="135432"/>
                </a:lnTo>
                <a:lnTo>
                  <a:pt x="1289532" y="91541"/>
                </a:lnTo>
                <a:lnTo>
                  <a:pt x="1290256" y="62585"/>
                </a:lnTo>
                <a:close/>
              </a:path>
              <a:path w="2087879" h="393700">
                <a:moveTo>
                  <a:pt x="1546479" y="103733"/>
                </a:moveTo>
                <a:lnTo>
                  <a:pt x="1524177" y="80873"/>
                </a:lnTo>
                <a:lnTo>
                  <a:pt x="1501051" y="58000"/>
                </a:lnTo>
                <a:lnTo>
                  <a:pt x="1478991" y="36677"/>
                </a:lnTo>
                <a:lnTo>
                  <a:pt x="1453413" y="12204"/>
                </a:lnTo>
                <a:lnTo>
                  <a:pt x="1457985" y="4572"/>
                </a:lnTo>
                <a:lnTo>
                  <a:pt x="1422933" y="4572"/>
                </a:lnTo>
                <a:lnTo>
                  <a:pt x="1399819" y="43522"/>
                </a:lnTo>
                <a:lnTo>
                  <a:pt x="1374114" y="78016"/>
                </a:lnTo>
                <a:lnTo>
                  <a:pt x="1346123" y="108229"/>
                </a:lnTo>
                <a:lnTo>
                  <a:pt x="1316151" y="134315"/>
                </a:lnTo>
                <a:lnTo>
                  <a:pt x="1318996" y="139458"/>
                </a:lnTo>
                <a:lnTo>
                  <a:pt x="1322819" y="145745"/>
                </a:lnTo>
                <a:lnTo>
                  <a:pt x="1332915" y="161747"/>
                </a:lnTo>
                <a:lnTo>
                  <a:pt x="1338872" y="156908"/>
                </a:lnTo>
                <a:lnTo>
                  <a:pt x="1345107" y="151650"/>
                </a:lnTo>
                <a:lnTo>
                  <a:pt x="1351356" y="146100"/>
                </a:lnTo>
                <a:lnTo>
                  <a:pt x="1357299" y="140411"/>
                </a:lnTo>
                <a:lnTo>
                  <a:pt x="1357312" y="318884"/>
                </a:lnTo>
                <a:lnTo>
                  <a:pt x="1360182" y="338861"/>
                </a:lnTo>
                <a:lnTo>
                  <a:pt x="1368933" y="353187"/>
                </a:lnTo>
                <a:lnTo>
                  <a:pt x="1383703" y="361759"/>
                </a:lnTo>
                <a:lnTo>
                  <a:pt x="1404645" y="364629"/>
                </a:lnTo>
                <a:lnTo>
                  <a:pt x="1480845" y="364629"/>
                </a:lnTo>
                <a:lnTo>
                  <a:pt x="1500543" y="362572"/>
                </a:lnTo>
                <a:lnTo>
                  <a:pt x="1516100" y="356235"/>
                </a:lnTo>
                <a:lnTo>
                  <a:pt x="1527390" y="345300"/>
                </a:lnTo>
                <a:lnTo>
                  <a:pt x="1530959" y="337096"/>
                </a:lnTo>
                <a:lnTo>
                  <a:pt x="1534287" y="329476"/>
                </a:lnTo>
                <a:lnTo>
                  <a:pt x="1537423" y="318884"/>
                </a:lnTo>
                <a:lnTo>
                  <a:pt x="1540002" y="307568"/>
                </a:lnTo>
                <a:lnTo>
                  <a:pt x="1541995" y="295402"/>
                </a:lnTo>
                <a:lnTo>
                  <a:pt x="1543431" y="282232"/>
                </a:lnTo>
                <a:lnTo>
                  <a:pt x="1528902" y="277469"/>
                </a:lnTo>
                <a:lnTo>
                  <a:pt x="1521485" y="274726"/>
                </a:lnTo>
                <a:lnTo>
                  <a:pt x="1514373" y="271564"/>
                </a:lnTo>
                <a:lnTo>
                  <a:pt x="1512328" y="284708"/>
                </a:lnTo>
                <a:lnTo>
                  <a:pt x="1510563" y="296710"/>
                </a:lnTo>
                <a:lnTo>
                  <a:pt x="1508798" y="307568"/>
                </a:lnTo>
                <a:lnTo>
                  <a:pt x="1473225" y="337096"/>
                </a:lnTo>
                <a:lnTo>
                  <a:pt x="1410741" y="337096"/>
                </a:lnTo>
                <a:lnTo>
                  <a:pt x="1400721" y="335902"/>
                </a:lnTo>
                <a:lnTo>
                  <a:pt x="1393545" y="332143"/>
                </a:lnTo>
                <a:lnTo>
                  <a:pt x="1389227" y="325526"/>
                </a:lnTo>
                <a:lnTo>
                  <a:pt x="1387779" y="315760"/>
                </a:lnTo>
                <a:lnTo>
                  <a:pt x="1387779" y="163271"/>
                </a:lnTo>
                <a:lnTo>
                  <a:pt x="1488465" y="163271"/>
                </a:lnTo>
                <a:lnTo>
                  <a:pt x="1487563" y="174650"/>
                </a:lnTo>
                <a:lnTo>
                  <a:pt x="1486941" y="185750"/>
                </a:lnTo>
                <a:lnTo>
                  <a:pt x="1477797" y="232079"/>
                </a:lnTo>
                <a:lnTo>
                  <a:pt x="1456461" y="241084"/>
                </a:lnTo>
                <a:lnTo>
                  <a:pt x="1432737" y="238810"/>
                </a:lnTo>
                <a:lnTo>
                  <a:pt x="1407693" y="236512"/>
                </a:lnTo>
                <a:lnTo>
                  <a:pt x="1409077" y="243420"/>
                </a:lnTo>
                <a:lnTo>
                  <a:pt x="1410741" y="250609"/>
                </a:lnTo>
                <a:lnTo>
                  <a:pt x="1412405" y="258368"/>
                </a:lnTo>
                <a:lnTo>
                  <a:pt x="1413789" y="266992"/>
                </a:lnTo>
                <a:lnTo>
                  <a:pt x="1462557" y="266992"/>
                </a:lnTo>
                <a:lnTo>
                  <a:pt x="1484579" y="263537"/>
                </a:lnTo>
                <a:lnTo>
                  <a:pt x="1500466" y="253072"/>
                </a:lnTo>
                <a:lnTo>
                  <a:pt x="1507185" y="241084"/>
                </a:lnTo>
                <a:lnTo>
                  <a:pt x="1510347" y="235445"/>
                </a:lnTo>
                <a:lnTo>
                  <a:pt x="1516659" y="181178"/>
                </a:lnTo>
                <a:lnTo>
                  <a:pt x="1518729" y="140411"/>
                </a:lnTo>
                <a:lnTo>
                  <a:pt x="1518945" y="135839"/>
                </a:lnTo>
                <a:lnTo>
                  <a:pt x="1361871" y="135839"/>
                </a:lnTo>
                <a:lnTo>
                  <a:pt x="1381302" y="114947"/>
                </a:lnTo>
                <a:lnTo>
                  <a:pt x="1400594" y="91363"/>
                </a:lnTo>
                <a:lnTo>
                  <a:pt x="1419606" y="65227"/>
                </a:lnTo>
                <a:lnTo>
                  <a:pt x="1438173" y="36677"/>
                </a:lnTo>
                <a:lnTo>
                  <a:pt x="1461630" y="59296"/>
                </a:lnTo>
                <a:lnTo>
                  <a:pt x="1484083" y="81635"/>
                </a:lnTo>
                <a:lnTo>
                  <a:pt x="1505686" y="103974"/>
                </a:lnTo>
                <a:lnTo>
                  <a:pt x="1526565" y="126593"/>
                </a:lnTo>
                <a:lnTo>
                  <a:pt x="1546479" y="103733"/>
                </a:lnTo>
                <a:close/>
              </a:path>
              <a:path w="2087879" h="393700">
                <a:moveTo>
                  <a:pt x="1590675" y="41249"/>
                </a:moveTo>
                <a:lnTo>
                  <a:pt x="1561719" y="41249"/>
                </a:lnTo>
                <a:lnTo>
                  <a:pt x="1561719" y="276136"/>
                </a:lnTo>
                <a:lnTo>
                  <a:pt x="1590675" y="276136"/>
                </a:lnTo>
                <a:lnTo>
                  <a:pt x="1590675" y="41249"/>
                </a:lnTo>
                <a:close/>
              </a:path>
              <a:path w="2087879" h="393700">
                <a:moveTo>
                  <a:pt x="1673059" y="7632"/>
                </a:moveTo>
                <a:lnTo>
                  <a:pt x="1640967" y="7632"/>
                </a:lnTo>
                <a:lnTo>
                  <a:pt x="1640967" y="315760"/>
                </a:lnTo>
                <a:lnTo>
                  <a:pt x="1639506" y="326656"/>
                </a:lnTo>
                <a:lnTo>
                  <a:pt x="1635061" y="334289"/>
                </a:lnTo>
                <a:lnTo>
                  <a:pt x="1627454" y="338772"/>
                </a:lnTo>
                <a:lnTo>
                  <a:pt x="1616583" y="340245"/>
                </a:lnTo>
                <a:lnTo>
                  <a:pt x="1607121" y="339966"/>
                </a:lnTo>
                <a:lnTo>
                  <a:pt x="1560195" y="337096"/>
                </a:lnTo>
                <a:lnTo>
                  <a:pt x="1562163" y="345198"/>
                </a:lnTo>
                <a:lnTo>
                  <a:pt x="1563814" y="354139"/>
                </a:lnTo>
                <a:lnTo>
                  <a:pt x="1565122" y="363118"/>
                </a:lnTo>
                <a:lnTo>
                  <a:pt x="1566291" y="372249"/>
                </a:lnTo>
                <a:lnTo>
                  <a:pt x="1625727" y="372249"/>
                </a:lnTo>
                <a:lnTo>
                  <a:pt x="1669948" y="345198"/>
                </a:lnTo>
                <a:lnTo>
                  <a:pt x="1673059" y="324904"/>
                </a:lnTo>
                <a:lnTo>
                  <a:pt x="1673059" y="7632"/>
                </a:lnTo>
                <a:close/>
              </a:path>
              <a:path w="2087879" h="393700">
                <a:moveTo>
                  <a:pt x="2083206" y="94589"/>
                </a:moveTo>
                <a:lnTo>
                  <a:pt x="2043582" y="94589"/>
                </a:lnTo>
                <a:lnTo>
                  <a:pt x="2043582" y="38201"/>
                </a:lnTo>
                <a:lnTo>
                  <a:pt x="2016150" y="38201"/>
                </a:lnTo>
                <a:lnTo>
                  <a:pt x="2016150" y="61061"/>
                </a:lnTo>
                <a:lnTo>
                  <a:pt x="2016150" y="94589"/>
                </a:lnTo>
                <a:lnTo>
                  <a:pt x="2016150" y="117449"/>
                </a:lnTo>
                <a:lnTo>
                  <a:pt x="2016150" y="151066"/>
                </a:lnTo>
                <a:lnTo>
                  <a:pt x="1955190" y="151066"/>
                </a:lnTo>
                <a:lnTo>
                  <a:pt x="1955190" y="117449"/>
                </a:lnTo>
                <a:lnTo>
                  <a:pt x="2016150" y="117449"/>
                </a:lnTo>
                <a:lnTo>
                  <a:pt x="2016150" y="94589"/>
                </a:lnTo>
                <a:lnTo>
                  <a:pt x="1955190" y="94589"/>
                </a:lnTo>
                <a:lnTo>
                  <a:pt x="1955190" y="61061"/>
                </a:lnTo>
                <a:lnTo>
                  <a:pt x="2016150" y="61061"/>
                </a:lnTo>
                <a:lnTo>
                  <a:pt x="2016150" y="38201"/>
                </a:lnTo>
                <a:lnTo>
                  <a:pt x="1955190" y="38201"/>
                </a:lnTo>
                <a:lnTo>
                  <a:pt x="1955190" y="0"/>
                </a:lnTo>
                <a:lnTo>
                  <a:pt x="1926145" y="0"/>
                </a:lnTo>
                <a:lnTo>
                  <a:pt x="1926145" y="38201"/>
                </a:lnTo>
                <a:lnTo>
                  <a:pt x="1846897" y="38201"/>
                </a:lnTo>
                <a:lnTo>
                  <a:pt x="1846897" y="61061"/>
                </a:lnTo>
                <a:lnTo>
                  <a:pt x="1926145" y="61061"/>
                </a:lnTo>
                <a:lnTo>
                  <a:pt x="1926145" y="94589"/>
                </a:lnTo>
                <a:lnTo>
                  <a:pt x="1827072" y="94589"/>
                </a:lnTo>
                <a:lnTo>
                  <a:pt x="1827072" y="117449"/>
                </a:lnTo>
                <a:lnTo>
                  <a:pt x="1926145" y="117449"/>
                </a:lnTo>
                <a:lnTo>
                  <a:pt x="1926145" y="151066"/>
                </a:lnTo>
                <a:lnTo>
                  <a:pt x="1846897" y="151066"/>
                </a:lnTo>
                <a:lnTo>
                  <a:pt x="1846897" y="173926"/>
                </a:lnTo>
                <a:lnTo>
                  <a:pt x="1926145" y="173926"/>
                </a:lnTo>
                <a:lnTo>
                  <a:pt x="1926145" y="207454"/>
                </a:lnTo>
                <a:lnTo>
                  <a:pt x="1842325" y="207454"/>
                </a:lnTo>
                <a:lnTo>
                  <a:pt x="1842325" y="230314"/>
                </a:lnTo>
                <a:lnTo>
                  <a:pt x="1926145" y="230314"/>
                </a:lnTo>
                <a:lnTo>
                  <a:pt x="1926145" y="263944"/>
                </a:lnTo>
                <a:lnTo>
                  <a:pt x="1828596" y="263944"/>
                </a:lnTo>
                <a:lnTo>
                  <a:pt x="1828596" y="286804"/>
                </a:lnTo>
                <a:lnTo>
                  <a:pt x="1926145" y="286804"/>
                </a:lnTo>
                <a:lnTo>
                  <a:pt x="1926145" y="326428"/>
                </a:lnTo>
                <a:lnTo>
                  <a:pt x="1955190" y="326428"/>
                </a:lnTo>
                <a:lnTo>
                  <a:pt x="1955190" y="286804"/>
                </a:lnTo>
                <a:lnTo>
                  <a:pt x="2069490" y="286804"/>
                </a:lnTo>
                <a:lnTo>
                  <a:pt x="2069490" y="263944"/>
                </a:lnTo>
                <a:lnTo>
                  <a:pt x="1955190" y="263944"/>
                </a:lnTo>
                <a:lnTo>
                  <a:pt x="1955190" y="230314"/>
                </a:lnTo>
                <a:lnTo>
                  <a:pt x="2051202" y="230314"/>
                </a:lnTo>
                <a:lnTo>
                  <a:pt x="2051202" y="207454"/>
                </a:lnTo>
                <a:lnTo>
                  <a:pt x="1955190" y="207454"/>
                </a:lnTo>
                <a:lnTo>
                  <a:pt x="1955190" y="173926"/>
                </a:lnTo>
                <a:lnTo>
                  <a:pt x="2016150" y="173926"/>
                </a:lnTo>
                <a:lnTo>
                  <a:pt x="2016150" y="184594"/>
                </a:lnTo>
                <a:lnTo>
                  <a:pt x="2043582" y="184594"/>
                </a:lnTo>
                <a:lnTo>
                  <a:pt x="2043582" y="117449"/>
                </a:lnTo>
                <a:lnTo>
                  <a:pt x="2083206" y="117449"/>
                </a:lnTo>
                <a:lnTo>
                  <a:pt x="2083206" y="94589"/>
                </a:lnTo>
                <a:close/>
              </a:path>
              <a:path w="2087879" h="393700">
                <a:moveTo>
                  <a:pt x="2087880" y="332524"/>
                </a:moveTo>
                <a:lnTo>
                  <a:pt x="2041258" y="334289"/>
                </a:lnTo>
                <a:lnTo>
                  <a:pt x="1997671" y="335191"/>
                </a:lnTo>
                <a:lnTo>
                  <a:pt x="1920049" y="335572"/>
                </a:lnTo>
                <a:lnTo>
                  <a:pt x="1878584" y="332435"/>
                </a:lnTo>
                <a:lnTo>
                  <a:pt x="1843265" y="325285"/>
                </a:lnTo>
                <a:lnTo>
                  <a:pt x="1838248" y="323380"/>
                </a:lnTo>
                <a:lnTo>
                  <a:pt x="1813915" y="314147"/>
                </a:lnTo>
                <a:lnTo>
                  <a:pt x="1790407" y="298996"/>
                </a:lnTo>
                <a:lnTo>
                  <a:pt x="1800910" y="276136"/>
                </a:lnTo>
                <a:lnTo>
                  <a:pt x="1803006" y="271551"/>
                </a:lnTo>
                <a:lnTo>
                  <a:pt x="1813166" y="241795"/>
                </a:lnTo>
                <a:lnTo>
                  <a:pt x="1820722" y="209765"/>
                </a:lnTo>
                <a:lnTo>
                  <a:pt x="1825548" y="175450"/>
                </a:lnTo>
                <a:lnTo>
                  <a:pt x="1825548" y="152590"/>
                </a:lnTo>
                <a:lnTo>
                  <a:pt x="1753831" y="152590"/>
                </a:lnTo>
                <a:lnTo>
                  <a:pt x="1825548" y="64109"/>
                </a:lnTo>
                <a:lnTo>
                  <a:pt x="1825548" y="38201"/>
                </a:lnTo>
                <a:lnTo>
                  <a:pt x="1712683" y="38201"/>
                </a:lnTo>
                <a:lnTo>
                  <a:pt x="1712683" y="64109"/>
                </a:lnTo>
                <a:lnTo>
                  <a:pt x="1790407" y="64109"/>
                </a:lnTo>
                <a:lnTo>
                  <a:pt x="1720303" y="151066"/>
                </a:lnTo>
                <a:lnTo>
                  <a:pt x="1720303" y="178498"/>
                </a:lnTo>
                <a:lnTo>
                  <a:pt x="1796503" y="178498"/>
                </a:lnTo>
                <a:lnTo>
                  <a:pt x="1793100" y="205117"/>
                </a:lnTo>
                <a:lnTo>
                  <a:pt x="1787550" y="230174"/>
                </a:lnTo>
                <a:lnTo>
                  <a:pt x="1780006" y="253809"/>
                </a:lnTo>
                <a:lnTo>
                  <a:pt x="1770595" y="276136"/>
                </a:lnTo>
                <a:lnTo>
                  <a:pt x="1760880" y="260146"/>
                </a:lnTo>
                <a:lnTo>
                  <a:pt x="1752307" y="241985"/>
                </a:lnTo>
                <a:lnTo>
                  <a:pt x="1744878" y="221830"/>
                </a:lnTo>
                <a:lnTo>
                  <a:pt x="1738591" y="199834"/>
                </a:lnTo>
                <a:lnTo>
                  <a:pt x="1712683" y="208978"/>
                </a:lnTo>
                <a:lnTo>
                  <a:pt x="1722132" y="237286"/>
                </a:lnTo>
                <a:lnTo>
                  <a:pt x="1732305" y="262407"/>
                </a:lnTo>
                <a:lnTo>
                  <a:pt x="1743329" y="284086"/>
                </a:lnTo>
                <a:lnTo>
                  <a:pt x="1755355" y="302044"/>
                </a:lnTo>
                <a:lnTo>
                  <a:pt x="1745399" y="315683"/>
                </a:lnTo>
                <a:lnTo>
                  <a:pt x="1734019" y="328917"/>
                </a:lnTo>
                <a:lnTo>
                  <a:pt x="1721497" y="341299"/>
                </a:lnTo>
                <a:lnTo>
                  <a:pt x="1708111" y="352437"/>
                </a:lnTo>
                <a:lnTo>
                  <a:pt x="1712417" y="359244"/>
                </a:lnTo>
                <a:lnTo>
                  <a:pt x="1716303" y="365772"/>
                </a:lnTo>
                <a:lnTo>
                  <a:pt x="1719897" y="371716"/>
                </a:lnTo>
                <a:lnTo>
                  <a:pt x="1723351" y="376821"/>
                </a:lnTo>
                <a:lnTo>
                  <a:pt x="1737880" y="364832"/>
                </a:lnTo>
                <a:lnTo>
                  <a:pt x="1751545" y="351853"/>
                </a:lnTo>
                <a:lnTo>
                  <a:pt x="1764068" y="337985"/>
                </a:lnTo>
                <a:lnTo>
                  <a:pt x="1775167" y="323380"/>
                </a:lnTo>
                <a:lnTo>
                  <a:pt x="1800593" y="340550"/>
                </a:lnTo>
                <a:lnTo>
                  <a:pt x="1831035" y="352996"/>
                </a:lnTo>
                <a:lnTo>
                  <a:pt x="1866328" y="360553"/>
                </a:lnTo>
                <a:lnTo>
                  <a:pt x="1906333" y="363105"/>
                </a:lnTo>
                <a:lnTo>
                  <a:pt x="2075586" y="363105"/>
                </a:lnTo>
                <a:lnTo>
                  <a:pt x="2078774" y="355981"/>
                </a:lnTo>
                <a:lnTo>
                  <a:pt x="2081695" y="348424"/>
                </a:lnTo>
                <a:lnTo>
                  <a:pt x="2084628" y="340550"/>
                </a:lnTo>
                <a:lnTo>
                  <a:pt x="2086648" y="335572"/>
                </a:lnTo>
                <a:lnTo>
                  <a:pt x="2087880" y="3325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5265801" y="5065871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2" y="102203"/>
                </a:moveTo>
                <a:lnTo>
                  <a:pt x="0" y="102203"/>
                </a:lnTo>
                <a:lnTo>
                  <a:pt x="24383" y="0"/>
                </a:lnTo>
                <a:lnTo>
                  <a:pt x="59436" y="0"/>
                </a:lnTo>
                <a:lnTo>
                  <a:pt x="27432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9" name="object 99" descr=""/>
          <p:cNvGrpSpPr/>
          <p:nvPr/>
        </p:nvGrpSpPr>
        <p:grpSpPr>
          <a:xfrm>
            <a:off x="5607367" y="4786693"/>
            <a:ext cx="2868930" cy="395605"/>
            <a:chOff x="5607367" y="4786693"/>
            <a:chExt cx="2868930" cy="395605"/>
          </a:xfrm>
        </p:grpSpPr>
        <p:sp>
          <p:nvSpPr>
            <p:cNvPr id="100" name="object 100" descr=""/>
            <p:cNvSpPr/>
            <p:nvPr/>
          </p:nvSpPr>
          <p:spPr>
            <a:xfrm>
              <a:off x="5607354" y="4786693"/>
              <a:ext cx="747395" cy="380365"/>
            </a:xfrm>
            <a:custGeom>
              <a:avLst/>
              <a:gdLst/>
              <a:ahLst/>
              <a:cxnLst/>
              <a:rect l="l" t="t" r="r" b="b"/>
              <a:pathLst>
                <a:path w="747395" h="380364">
                  <a:moveTo>
                    <a:pt x="97637" y="70205"/>
                  </a:moveTo>
                  <a:lnTo>
                    <a:pt x="83629" y="54432"/>
                  </a:lnTo>
                  <a:lnTo>
                    <a:pt x="69062" y="38912"/>
                  </a:lnTo>
                  <a:lnTo>
                    <a:pt x="53911" y="23406"/>
                  </a:lnTo>
                  <a:lnTo>
                    <a:pt x="38201" y="7620"/>
                  </a:lnTo>
                  <a:lnTo>
                    <a:pt x="15341" y="27432"/>
                  </a:lnTo>
                  <a:lnTo>
                    <a:pt x="29908" y="43522"/>
                  </a:lnTo>
                  <a:lnTo>
                    <a:pt x="43916" y="59715"/>
                  </a:lnTo>
                  <a:lnTo>
                    <a:pt x="57340" y="76187"/>
                  </a:lnTo>
                  <a:lnTo>
                    <a:pt x="70205" y="93065"/>
                  </a:lnTo>
                  <a:lnTo>
                    <a:pt x="97637" y="70205"/>
                  </a:lnTo>
                  <a:close/>
                </a:path>
                <a:path w="747395" h="380364">
                  <a:moveTo>
                    <a:pt x="137261" y="277660"/>
                  </a:moveTo>
                  <a:lnTo>
                    <a:pt x="134213" y="242608"/>
                  </a:lnTo>
                  <a:lnTo>
                    <a:pt x="120497" y="253771"/>
                  </a:lnTo>
                  <a:lnTo>
                    <a:pt x="106781" y="264515"/>
                  </a:lnTo>
                  <a:lnTo>
                    <a:pt x="93065" y="274967"/>
                  </a:lnTo>
                  <a:lnTo>
                    <a:pt x="79349" y="285280"/>
                  </a:lnTo>
                  <a:lnTo>
                    <a:pt x="79349" y="131165"/>
                  </a:lnTo>
                  <a:lnTo>
                    <a:pt x="0" y="131165"/>
                  </a:lnTo>
                  <a:lnTo>
                    <a:pt x="0" y="160223"/>
                  </a:lnTo>
                  <a:lnTo>
                    <a:pt x="48869" y="160223"/>
                  </a:lnTo>
                  <a:lnTo>
                    <a:pt x="48755" y="283756"/>
                  </a:lnTo>
                  <a:lnTo>
                    <a:pt x="48006" y="293116"/>
                  </a:lnTo>
                  <a:lnTo>
                    <a:pt x="45440" y="302996"/>
                  </a:lnTo>
                  <a:lnTo>
                    <a:pt x="41148" y="312026"/>
                  </a:lnTo>
                  <a:lnTo>
                    <a:pt x="35153" y="320332"/>
                  </a:lnTo>
                  <a:lnTo>
                    <a:pt x="56489" y="343293"/>
                  </a:lnTo>
                  <a:lnTo>
                    <a:pt x="61912" y="336943"/>
                  </a:lnTo>
                  <a:lnTo>
                    <a:pt x="66776" y="331774"/>
                  </a:lnTo>
                  <a:lnTo>
                    <a:pt x="71056" y="327761"/>
                  </a:lnTo>
                  <a:lnTo>
                    <a:pt x="74777" y="324904"/>
                  </a:lnTo>
                  <a:lnTo>
                    <a:pt x="91617" y="311518"/>
                  </a:lnTo>
                  <a:lnTo>
                    <a:pt x="107734" y="298996"/>
                  </a:lnTo>
                  <a:lnTo>
                    <a:pt x="122999" y="287616"/>
                  </a:lnTo>
                  <a:lnTo>
                    <a:pt x="126339" y="285280"/>
                  </a:lnTo>
                  <a:lnTo>
                    <a:pt x="137261" y="277660"/>
                  </a:lnTo>
                  <a:close/>
                </a:path>
                <a:path w="747395" h="380364">
                  <a:moveTo>
                    <a:pt x="376720" y="67157"/>
                  </a:moveTo>
                  <a:lnTo>
                    <a:pt x="244043" y="67157"/>
                  </a:lnTo>
                  <a:lnTo>
                    <a:pt x="271475" y="53441"/>
                  </a:lnTo>
                  <a:lnTo>
                    <a:pt x="265201" y="40589"/>
                  </a:lnTo>
                  <a:lnTo>
                    <a:pt x="258025" y="27432"/>
                  </a:lnTo>
                  <a:lnTo>
                    <a:pt x="249821" y="13716"/>
                  </a:lnTo>
                  <a:lnTo>
                    <a:pt x="240995" y="0"/>
                  </a:lnTo>
                  <a:lnTo>
                    <a:pt x="213563" y="12192"/>
                  </a:lnTo>
                  <a:lnTo>
                    <a:pt x="222148" y="26822"/>
                  </a:lnTo>
                  <a:lnTo>
                    <a:pt x="229755" y="40855"/>
                  </a:lnTo>
                  <a:lnTo>
                    <a:pt x="236486" y="54292"/>
                  </a:lnTo>
                  <a:lnTo>
                    <a:pt x="242519" y="67157"/>
                  </a:lnTo>
                  <a:lnTo>
                    <a:pt x="118973" y="67157"/>
                  </a:lnTo>
                  <a:lnTo>
                    <a:pt x="118973" y="94589"/>
                  </a:lnTo>
                  <a:lnTo>
                    <a:pt x="173939" y="94589"/>
                  </a:lnTo>
                  <a:lnTo>
                    <a:pt x="173939" y="160223"/>
                  </a:lnTo>
                  <a:lnTo>
                    <a:pt x="171272" y="225412"/>
                  </a:lnTo>
                  <a:lnTo>
                    <a:pt x="161747" y="270040"/>
                  </a:lnTo>
                  <a:lnTo>
                    <a:pt x="139979" y="313486"/>
                  </a:lnTo>
                  <a:lnTo>
                    <a:pt x="102209" y="357009"/>
                  </a:lnTo>
                  <a:lnTo>
                    <a:pt x="108826" y="361861"/>
                  </a:lnTo>
                  <a:lnTo>
                    <a:pt x="115163" y="367296"/>
                  </a:lnTo>
                  <a:lnTo>
                    <a:pt x="121500" y="373291"/>
                  </a:lnTo>
                  <a:lnTo>
                    <a:pt x="128117" y="379869"/>
                  </a:lnTo>
                  <a:lnTo>
                    <a:pt x="149288" y="356057"/>
                  </a:lnTo>
                  <a:lnTo>
                    <a:pt x="180721" y="308419"/>
                  </a:lnTo>
                  <a:lnTo>
                    <a:pt x="196723" y="263499"/>
                  </a:lnTo>
                  <a:lnTo>
                    <a:pt x="204203" y="212090"/>
                  </a:lnTo>
                  <a:lnTo>
                    <a:pt x="205943" y="181559"/>
                  </a:lnTo>
                  <a:lnTo>
                    <a:pt x="318808" y="181559"/>
                  </a:lnTo>
                  <a:lnTo>
                    <a:pt x="316763" y="219316"/>
                  </a:lnTo>
                  <a:lnTo>
                    <a:pt x="314998" y="252653"/>
                  </a:lnTo>
                  <a:lnTo>
                    <a:pt x="313232" y="281711"/>
                  </a:lnTo>
                  <a:lnTo>
                    <a:pt x="307759" y="319493"/>
                  </a:lnTo>
                  <a:lnTo>
                    <a:pt x="283667" y="335572"/>
                  </a:lnTo>
                  <a:lnTo>
                    <a:pt x="268516" y="335292"/>
                  </a:lnTo>
                  <a:lnTo>
                    <a:pt x="252806" y="334429"/>
                  </a:lnTo>
                  <a:lnTo>
                    <a:pt x="236512" y="333006"/>
                  </a:lnTo>
                  <a:lnTo>
                    <a:pt x="219659" y="331000"/>
                  </a:lnTo>
                  <a:lnTo>
                    <a:pt x="221030" y="339077"/>
                  </a:lnTo>
                  <a:lnTo>
                    <a:pt x="222707" y="347281"/>
                  </a:lnTo>
                  <a:lnTo>
                    <a:pt x="224370" y="355739"/>
                  </a:lnTo>
                  <a:lnTo>
                    <a:pt x="225755" y="364629"/>
                  </a:lnTo>
                  <a:lnTo>
                    <a:pt x="241706" y="365506"/>
                  </a:lnTo>
                  <a:lnTo>
                    <a:pt x="257378" y="365963"/>
                  </a:lnTo>
                  <a:lnTo>
                    <a:pt x="286804" y="366153"/>
                  </a:lnTo>
                  <a:lnTo>
                    <a:pt x="308851" y="362978"/>
                  </a:lnTo>
                  <a:lnTo>
                    <a:pt x="335584" y="335572"/>
                  </a:lnTo>
                  <a:lnTo>
                    <a:pt x="342430" y="287934"/>
                  </a:lnTo>
                  <a:lnTo>
                    <a:pt x="347002" y="207860"/>
                  </a:lnTo>
                  <a:lnTo>
                    <a:pt x="348119" y="181559"/>
                  </a:lnTo>
                  <a:lnTo>
                    <a:pt x="349288" y="154127"/>
                  </a:lnTo>
                  <a:lnTo>
                    <a:pt x="205943" y="154127"/>
                  </a:lnTo>
                  <a:lnTo>
                    <a:pt x="205943" y="94589"/>
                  </a:lnTo>
                  <a:lnTo>
                    <a:pt x="376720" y="94589"/>
                  </a:lnTo>
                  <a:lnTo>
                    <a:pt x="376720" y="67157"/>
                  </a:lnTo>
                  <a:close/>
                </a:path>
                <a:path w="747395" h="380364">
                  <a:moveTo>
                    <a:pt x="439293" y="77825"/>
                  </a:moveTo>
                  <a:lnTo>
                    <a:pt x="408724" y="77825"/>
                  </a:lnTo>
                  <a:lnTo>
                    <a:pt x="408724" y="376821"/>
                  </a:lnTo>
                  <a:lnTo>
                    <a:pt x="439293" y="376821"/>
                  </a:lnTo>
                  <a:lnTo>
                    <a:pt x="439293" y="77825"/>
                  </a:lnTo>
                  <a:close/>
                </a:path>
                <a:path w="747395" h="380364">
                  <a:moveTo>
                    <a:pt x="504837" y="58013"/>
                  </a:moveTo>
                  <a:lnTo>
                    <a:pt x="488543" y="40830"/>
                  </a:lnTo>
                  <a:lnTo>
                    <a:pt x="473964" y="25768"/>
                  </a:lnTo>
                  <a:lnTo>
                    <a:pt x="461111" y="12712"/>
                  </a:lnTo>
                  <a:lnTo>
                    <a:pt x="449961" y="1524"/>
                  </a:lnTo>
                  <a:lnTo>
                    <a:pt x="428625" y="21336"/>
                  </a:lnTo>
                  <a:lnTo>
                    <a:pt x="438873" y="31940"/>
                  </a:lnTo>
                  <a:lnTo>
                    <a:pt x="451104" y="45237"/>
                  </a:lnTo>
                  <a:lnTo>
                    <a:pt x="465061" y="61087"/>
                  </a:lnTo>
                  <a:lnTo>
                    <a:pt x="480441" y="79349"/>
                  </a:lnTo>
                  <a:lnTo>
                    <a:pt x="504837" y="58013"/>
                  </a:lnTo>
                  <a:close/>
                </a:path>
                <a:path w="747395" h="380364">
                  <a:moveTo>
                    <a:pt x="658850" y="122021"/>
                  </a:moveTo>
                  <a:lnTo>
                    <a:pt x="631418" y="122021"/>
                  </a:lnTo>
                  <a:lnTo>
                    <a:pt x="631418" y="149555"/>
                  </a:lnTo>
                  <a:lnTo>
                    <a:pt x="631418" y="247180"/>
                  </a:lnTo>
                  <a:lnTo>
                    <a:pt x="524649" y="247180"/>
                  </a:lnTo>
                  <a:lnTo>
                    <a:pt x="524649" y="149555"/>
                  </a:lnTo>
                  <a:lnTo>
                    <a:pt x="631418" y="149555"/>
                  </a:lnTo>
                  <a:lnTo>
                    <a:pt x="631418" y="122021"/>
                  </a:lnTo>
                  <a:lnTo>
                    <a:pt x="497205" y="122021"/>
                  </a:lnTo>
                  <a:lnTo>
                    <a:pt x="497205" y="295948"/>
                  </a:lnTo>
                  <a:lnTo>
                    <a:pt x="524649" y="295948"/>
                  </a:lnTo>
                  <a:lnTo>
                    <a:pt x="524649" y="274612"/>
                  </a:lnTo>
                  <a:lnTo>
                    <a:pt x="658850" y="274612"/>
                  </a:lnTo>
                  <a:lnTo>
                    <a:pt x="658850" y="247180"/>
                  </a:lnTo>
                  <a:lnTo>
                    <a:pt x="658850" y="149555"/>
                  </a:lnTo>
                  <a:lnTo>
                    <a:pt x="658850" y="122021"/>
                  </a:lnTo>
                  <a:close/>
                </a:path>
                <a:path w="747395" h="380364">
                  <a:moveTo>
                    <a:pt x="747344" y="25908"/>
                  </a:moveTo>
                  <a:lnTo>
                    <a:pt x="529221" y="25908"/>
                  </a:lnTo>
                  <a:lnTo>
                    <a:pt x="529221" y="54965"/>
                  </a:lnTo>
                  <a:lnTo>
                    <a:pt x="718388" y="54965"/>
                  </a:lnTo>
                  <a:lnTo>
                    <a:pt x="718388" y="317284"/>
                  </a:lnTo>
                  <a:lnTo>
                    <a:pt x="716432" y="330415"/>
                  </a:lnTo>
                  <a:lnTo>
                    <a:pt x="710755" y="340004"/>
                  </a:lnTo>
                  <a:lnTo>
                    <a:pt x="701624" y="345871"/>
                  </a:lnTo>
                  <a:lnTo>
                    <a:pt x="689330" y="347865"/>
                  </a:lnTo>
                  <a:lnTo>
                    <a:pt x="674446" y="347599"/>
                  </a:lnTo>
                  <a:lnTo>
                    <a:pt x="659422" y="346913"/>
                  </a:lnTo>
                  <a:lnTo>
                    <a:pt x="628370" y="344817"/>
                  </a:lnTo>
                  <a:lnTo>
                    <a:pt x="632561" y="363093"/>
                  </a:lnTo>
                  <a:lnTo>
                    <a:pt x="633945" y="370535"/>
                  </a:lnTo>
                  <a:lnTo>
                    <a:pt x="634466" y="376821"/>
                  </a:lnTo>
                  <a:lnTo>
                    <a:pt x="696950" y="376821"/>
                  </a:lnTo>
                  <a:lnTo>
                    <a:pt x="734733" y="363105"/>
                  </a:lnTo>
                  <a:lnTo>
                    <a:pt x="747344" y="321856"/>
                  </a:lnTo>
                  <a:lnTo>
                    <a:pt x="747344" y="2590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5178" y="4786693"/>
              <a:ext cx="2090832" cy="395097"/>
            </a:xfrm>
            <a:prstGeom prst="rect">
              <a:avLst/>
            </a:prstGeom>
          </p:spPr>
        </p:pic>
      </p:grpSp>
      <p:sp>
        <p:nvSpPr>
          <p:cNvPr id="102" name="object 102" descr=""/>
          <p:cNvSpPr/>
          <p:nvPr/>
        </p:nvSpPr>
        <p:spPr>
          <a:xfrm>
            <a:off x="8791670" y="4898040"/>
            <a:ext cx="64135" cy="270510"/>
          </a:xfrm>
          <a:custGeom>
            <a:avLst/>
            <a:gdLst/>
            <a:ahLst/>
            <a:cxnLst/>
            <a:rect l="l" t="t" r="r" b="b"/>
            <a:pathLst>
              <a:path w="64134" h="270510">
                <a:moveTo>
                  <a:pt x="47339" y="47339"/>
                </a:moveTo>
                <a:lnTo>
                  <a:pt x="32099" y="47339"/>
                </a:lnTo>
                <a:lnTo>
                  <a:pt x="27527" y="45815"/>
                </a:lnTo>
                <a:lnTo>
                  <a:pt x="21431" y="41243"/>
                </a:lnTo>
                <a:lnTo>
                  <a:pt x="16859" y="36671"/>
                </a:lnTo>
                <a:lnTo>
                  <a:pt x="15335" y="30575"/>
                </a:lnTo>
                <a:lnTo>
                  <a:pt x="15335" y="16764"/>
                </a:lnTo>
                <a:lnTo>
                  <a:pt x="16859" y="12192"/>
                </a:lnTo>
                <a:lnTo>
                  <a:pt x="27527" y="1524"/>
                </a:lnTo>
                <a:lnTo>
                  <a:pt x="33623" y="0"/>
                </a:lnTo>
                <a:lnTo>
                  <a:pt x="45815" y="0"/>
                </a:lnTo>
                <a:lnTo>
                  <a:pt x="51911" y="1524"/>
                </a:lnTo>
                <a:lnTo>
                  <a:pt x="56483" y="6096"/>
                </a:lnTo>
                <a:lnTo>
                  <a:pt x="62579" y="10668"/>
                </a:lnTo>
                <a:lnTo>
                  <a:pt x="64103" y="16764"/>
                </a:lnTo>
                <a:lnTo>
                  <a:pt x="64103" y="30575"/>
                </a:lnTo>
                <a:lnTo>
                  <a:pt x="62579" y="36671"/>
                </a:lnTo>
                <a:lnTo>
                  <a:pt x="58007" y="41243"/>
                </a:lnTo>
                <a:lnTo>
                  <a:pt x="51911" y="45815"/>
                </a:lnTo>
                <a:lnTo>
                  <a:pt x="47339" y="47339"/>
                </a:lnTo>
                <a:close/>
              </a:path>
              <a:path w="64134" h="270510">
                <a:moveTo>
                  <a:pt x="27527" y="270033"/>
                </a:moveTo>
                <a:lnTo>
                  <a:pt x="0" y="270033"/>
                </a:lnTo>
                <a:lnTo>
                  <a:pt x="24479" y="167830"/>
                </a:lnTo>
                <a:lnTo>
                  <a:pt x="59531" y="167830"/>
                </a:lnTo>
                <a:lnTo>
                  <a:pt x="27527" y="2700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5356" y="5503640"/>
            <a:ext cx="96107" cy="96107"/>
          </a:xfrm>
          <a:prstGeom prst="rect">
            <a:avLst/>
          </a:prstGeom>
        </p:spPr>
      </p:pic>
      <p:sp>
        <p:nvSpPr>
          <p:cNvPr id="104" name="object 104" descr=""/>
          <p:cNvSpPr/>
          <p:nvPr/>
        </p:nvSpPr>
        <p:spPr>
          <a:xfrm>
            <a:off x="1320533" y="5351145"/>
            <a:ext cx="1532890" cy="384810"/>
          </a:xfrm>
          <a:custGeom>
            <a:avLst/>
            <a:gdLst/>
            <a:ahLst/>
            <a:cxnLst/>
            <a:rect l="l" t="t" r="r" b="b"/>
            <a:pathLst>
              <a:path w="1532889" h="384810">
                <a:moveTo>
                  <a:pt x="138785" y="147929"/>
                </a:moveTo>
                <a:lnTo>
                  <a:pt x="65532" y="93065"/>
                </a:lnTo>
                <a:lnTo>
                  <a:pt x="45720" y="114401"/>
                </a:lnTo>
                <a:lnTo>
                  <a:pt x="63131" y="127495"/>
                </a:lnTo>
                <a:lnTo>
                  <a:pt x="80962" y="141452"/>
                </a:lnTo>
                <a:lnTo>
                  <a:pt x="117348" y="170789"/>
                </a:lnTo>
                <a:lnTo>
                  <a:pt x="138785" y="147929"/>
                </a:lnTo>
                <a:close/>
              </a:path>
              <a:path w="1532889" h="384810">
                <a:moveTo>
                  <a:pt x="150977" y="205930"/>
                </a:moveTo>
                <a:lnTo>
                  <a:pt x="135737" y="181457"/>
                </a:lnTo>
                <a:lnTo>
                  <a:pt x="108800" y="198056"/>
                </a:lnTo>
                <a:lnTo>
                  <a:pt x="82880" y="213360"/>
                </a:lnTo>
                <a:lnTo>
                  <a:pt x="57848" y="227203"/>
                </a:lnTo>
                <a:lnTo>
                  <a:pt x="33528" y="239458"/>
                </a:lnTo>
                <a:lnTo>
                  <a:pt x="51816" y="265366"/>
                </a:lnTo>
                <a:lnTo>
                  <a:pt x="150977" y="205930"/>
                </a:lnTo>
                <a:close/>
              </a:path>
              <a:path w="1532889" h="384810">
                <a:moveTo>
                  <a:pt x="292798" y="118973"/>
                </a:moveTo>
                <a:lnTo>
                  <a:pt x="271373" y="97637"/>
                </a:lnTo>
                <a:lnTo>
                  <a:pt x="255130" y="111975"/>
                </a:lnTo>
                <a:lnTo>
                  <a:pt x="238607" y="125450"/>
                </a:lnTo>
                <a:lnTo>
                  <a:pt x="205841" y="150977"/>
                </a:lnTo>
                <a:lnTo>
                  <a:pt x="225653" y="172313"/>
                </a:lnTo>
                <a:lnTo>
                  <a:pt x="243636" y="158623"/>
                </a:lnTo>
                <a:lnTo>
                  <a:pt x="260908" y="145072"/>
                </a:lnTo>
                <a:lnTo>
                  <a:pt x="277342" y="131813"/>
                </a:lnTo>
                <a:lnTo>
                  <a:pt x="292798" y="118973"/>
                </a:lnTo>
                <a:close/>
              </a:path>
              <a:path w="1532889" h="384810">
                <a:moveTo>
                  <a:pt x="295846" y="21336"/>
                </a:moveTo>
                <a:lnTo>
                  <a:pt x="33528" y="21336"/>
                </a:lnTo>
                <a:lnTo>
                  <a:pt x="33528" y="48768"/>
                </a:lnTo>
                <a:lnTo>
                  <a:pt x="250037" y="48768"/>
                </a:lnTo>
                <a:lnTo>
                  <a:pt x="158597" y="97637"/>
                </a:lnTo>
                <a:lnTo>
                  <a:pt x="158597" y="259270"/>
                </a:lnTo>
                <a:lnTo>
                  <a:pt x="157162" y="269278"/>
                </a:lnTo>
                <a:lnTo>
                  <a:pt x="152882" y="276415"/>
                </a:lnTo>
                <a:lnTo>
                  <a:pt x="145732" y="280708"/>
                </a:lnTo>
                <a:lnTo>
                  <a:pt x="135737" y="282130"/>
                </a:lnTo>
                <a:lnTo>
                  <a:pt x="124231" y="281876"/>
                </a:lnTo>
                <a:lnTo>
                  <a:pt x="112598" y="281178"/>
                </a:lnTo>
                <a:lnTo>
                  <a:pt x="88392" y="279082"/>
                </a:lnTo>
                <a:lnTo>
                  <a:pt x="90398" y="287934"/>
                </a:lnTo>
                <a:lnTo>
                  <a:pt x="91821" y="296087"/>
                </a:lnTo>
                <a:lnTo>
                  <a:pt x="92684" y="303390"/>
                </a:lnTo>
                <a:lnTo>
                  <a:pt x="92964" y="309664"/>
                </a:lnTo>
                <a:lnTo>
                  <a:pt x="107022" y="310540"/>
                </a:lnTo>
                <a:lnTo>
                  <a:pt x="119646" y="310997"/>
                </a:lnTo>
                <a:lnTo>
                  <a:pt x="131152" y="311162"/>
                </a:lnTo>
                <a:lnTo>
                  <a:pt x="141833" y="311188"/>
                </a:lnTo>
                <a:lnTo>
                  <a:pt x="162077" y="308305"/>
                </a:lnTo>
                <a:lnTo>
                  <a:pt x="176885" y="299554"/>
                </a:lnTo>
                <a:lnTo>
                  <a:pt x="185978" y="284784"/>
                </a:lnTo>
                <a:lnTo>
                  <a:pt x="186372" y="282130"/>
                </a:lnTo>
                <a:lnTo>
                  <a:pt x="189077" y="263842"/>
                </a:lnTo>
                <a:lnTo>
                  <a:pt x="189077" y="112877"/>
                </a:lnTo>
                <a:lnTo>
                  <a:pt x="295846" y="53340"/>
                </a:lnTo>
                <a:lnTo>
                  <a:pt x="295846" y="21336"/>
                </a:lnTo>
                <a:close/>
              </a:path>
              <a:path w="1532889" h="384810">
                <a:moveTo>
                  <a:pt x="300418" y="240982"/>
                </a:moveTo>
                <a:lnTo>
                  <a:pt x="277774" y="225513"/>
                </a:lnTo>
                <a:lnTo>
                  <a:pt x="255574" y="210883"/>
                </a:lnTo>
                <a:lnTo>
                  <a:pt x="211937" y="182981"/>
                </a:lnTo>
                <a:lnTo>
                  <a:pt x="193649" y="205930"/>
                </a:lnTo>
                <a:lnTo>
                  <a:pt x="215341" y="220179"/>
                </a:lnTo>
                <a:lnTo>
                  <a:pt x="236905" y="235267"/>
                </a:lnTo>
                <a:lnTo>
                  <a:pt x="258203" y="250939"/>
                </a:lnTo>
                <a:lnTo>
                  <a:pt x="279082" y="266890"/>
                </a:lnTo>
                <a:lnTo>
                  <a:pt x="300418" y="240982"/>
                </a:lnTo>
                <a:close/>
              </a:path>
              <a:path w="1532889" h="384810">
                <a:moveTo>
                  <a:pt x="333959" y="99161"/>
                </a:moveTo>
                <a:lnTo>
                  <a:pt x="303479" y="99161"/>
                </a:lnTo>
                <a:lnTo>
                  <a:pt x="303479" y="331000"/>
                </a:lnTo>
                <a:lnTo>
                  <a:pt x="30480" y="331000"/>
                </a:lnTo>
                <a:lnTo>
                  <a:pt x="30480" y="99161"/>
                </a:lnTo>
                <a:lnTo>
                  <a:pt x="0" y="99161"/>
                </a:lnTo>
                <a:lnTo>
                  <a:pt x="0" y="358432"/>
                </a:lnTo>
                <a:lnTo>
                  <a:pt x="303479" y="358432"/>
                </a:lnTo>
                <a:lnTo>
                  <a:pt x="303479" y="376720"/>
                </a:lnTo>
                <a:lnTo>
                  <a:pt x="333959" y="376720"/>
                </a:lnTo>
                <a:lnTo>
                  <a:pt x="333959" y="331000"/>
                </a:lnTo>
                <a:lnTo>
                  <a:pt x="333959" y="99161"/>
                </a:lnTo>
                <a:close/>
              </a:path>
              <a:path w="1532889" h="384810">
                <a:moveTo>
                  <a:pt x="443776" y="62496"/>
                </a:moveTo>
                <a:lnTo>
                  <a:pt x="416941" y="28841"/>
                </a:lnTo>
                <a:lnTo>
                  <a:pt x="408622" y="18300"/>
                </a:lnTo>
                <a:lnTo>
                  <a:pt x="385762" y="32016"/>
                </a:lnTo>
                <a:lnTo>
                  <a:pt x="394652" y="43459"/>
                </a:lnTo>
                <a:lnTo>
                  <a:pt x="403110" y="55067"/>
                </a:lnTo>
                <a:lnTo>
                  <a:pt x="411314" y="66941"/>
                </a:lnTo>
                <a:lnTo>
                  <a:pt x="419392" y="79260"/>
                </a:lnTo>
                <a:lnTo>
                  <a:pt x="443776" y="62496"/>
                </a:lnTo>
                <a:close/>
              </a:path>
              <a:path w="1532889" h="384810">
                <a:moveTo>
                  <a:pt x="555117" y="224231"/>
                </a:moveTo>
                <a:lnTo>
                  <a:pt x="526072" y="224231"/>
                </a:lnTo>
                <a:lnTo>
                  <a:pt x="526072" y="248615"/>
                </a:lnTo>
                <a:lnTo>
                  <a:pt x="518350" y="263804"/>
                </a:lnTo>
                <a:lnTo>
                  <a:pt x="508927" y="277571"/>
                </a:lnTo>
                <a:lnTo>
                  <a:pt x="497776" y="290220"/>
                </a:lnTo>
                <a:lnTo>
                  <a:pt x="484924" y="302044"/>
                </a:lnTo>
                <a:lnTo>
                  <a:pt x="471208" y="295160"/>
                </a:lnTo>
                <a:lnTo>
                  <a:pt x="457492" y="288429"/>
                </a:lnTo>
                <a:lnTo>
                  <a:pt x="443776" y="282016"/>
                </a:lnTo>
                <a:lnTo>
                  <a:pt x="430060" y="276047"/>
                </a:lnTo>
                <a:lnTo>
                  <a:pt x="434390" y="269189"/>
                </a:lnTo>
                <a:lnTo>
                  <a:pt x="442493" y="255473"/>
                </a:lnTo>
                <a:lnTo>
                  <a:pt x="446824" y="248615"/>
                </a:lnTo>
                <a:lnTo>
                  <a:pt x="526072" y="248615"/>
                </a:lnTo>
                <a:lnTo>
                  <a:pt x="526072" y="224231"/>
                </a:lnTo>
                <a:lnTo>
                  <a:pt x="462064" y="224231"/>
                </a:lnTo>
                <a:lnTo>
                  <a:pt x="466636" y="216611"/>
                </a:lnTo>
                <a:lnTo>
                  <a:pt x="469684" y="208991"/>
                </a:lnTo>
                <a:lnTo>
                  <a:pt x="474256" y="202895"/>
                </a:lnTo>
                <a:lnTo>
                  <a:pt x="446824" y="193751"/>
                </a:lnTo>
                <a:lnTo>
                  <a:pt x="442493" y="201510"/>
                </a:lnTo>
                <a:lnTo>
                  <a:pt x="434390" y="216458"/>
                </a:lnTo>
                <a:lnTo>
                  <a:pt x="430060" y="224231"/>
                </a:lnTo>
                <a:lnTo>
                  <a:pt x="372046" y="224231"/>
                </a:lnTo>
                <a:lnTo>
                  <a:pt x="372046" y="248615"/>
                </a:lnTo>
                <a:lnTo>
                  <a:pt x="416344" y="248615"/>
                </a:lnTo>
                <a:lnTo>
                  <a:pt x="410337" y="257759"/>
                </a:lnTo>
                <a:lnTo>
                  <a:pt x="397814" y="276047"/>
                </a:lnTo>
                <a:lnTo>
                  <a:pt x="391858" y="285191"/>
                </a:lnTo>
                <a:lnTo>
                  <a:pt x="426250" y="302044"/>
                </a:lnTo>
                <a:lnTo>
                  <a:pt x="460540" y="318808"/>
                </a:lnTo>
                <a:lnTo>
                  <a:pt x="440194" y="330530"/>
                </a:lnTo>
                <a:lnTo>
                  <a:pt x="417817" y="340525"/>
                </a:lnTo>
                <a:lnTo>
                  <a:pt x="393166" y="348818"/>
                </a:lnTo>
                <a:lnTo>
                  <a:pt x="365950" y="355384"/>
                </a:lnTo>
                <a:lnTo>
                  <a:pt x="369379" y="363105"/>
                </a:lnTo>
                <a:lnTo>
                  <a:pt x="372808" y="370243"/>
                </a:lnTo>
                <a:lnTo>
                  <a:pt x="376237" y="376821"/>
                </a:lnTo>
                <a:lnTo>
                  <a:pt x="379666" y="382816"/>
                </a:lnTo>
                <a:lnTo>
                  <a:pt x="411213" y="372833"/>
                </a:lnTo>
                <a:lnTo>
                  <a:pt x="439572" y="361289"/>
                </a:lnTo>
                <a:lnTo>
                  <a:pt x="465061" y="348310"/>
                </a:lnTo>
                <a:lnTo>
                  <a:pt x="487972" y="334048"/>
                </a:lnTo>
                <a:lnTo>
                  <a:pt x="513689" y="347002"/>
                </a:lnTo>
                <a:lnTo>
                  <a:pt x="525907" y="353339"/>
                </a:lnTo>
                <a:lnTo>
                  <a:pt x="538264" y="359956"/>
                </a:lnTo>
                <a:lnTo>
                  <a:pt x="555117" y="334048"/>
                </a:lnTo>
                <a:lnTo>
                  <a:pt x="543953" y="329260"/>
                </a:lnTo>
                <a:lnTo>
                  <a:pt x="533133" y="324142"/>
                </a:lnTo>
                <a:lnTo>
                  <a:pt x="522668" y="319049"/>
                </a:lnTo>
                <a:lnTo>
                  <a:pt x="512356" y="314236"/>
                </a:lnTo>
                <a:lnTo>
                  <a:pt x="523875" y="302044"/>
                </a:lnTo>
                <a:lnTo>
                  <a:pt x="526097" y="299694"/>
                </a:lnTo>
                <a:lnTo>
                  <a:pt x="537705" y="283705"/>
                </a:lnTo>
                <a:lnTo>
                  <a:pt x="547331" y="266573"/>
                </a:lnTo>
                <a:lnTo>
                  <a:pt x="555117" y="248615"/>
                </a:lnTo>
                <a:lnTo>
                  <a:pt x="555117" y="224231"/>
                </a:lnTo>
                <a:close/>
              </a:path>
              <a:path w="1532889" h="384810">
                <a:moveTo>
                  <a:pt x="565785" y="91541"/>
                </a:moveTo>
                <a:lnTo>
                  <a:pt x="492544" y="91541"/>
                </a:lnTo>
                <a:lnTo>
                  <a:pt x="492544" y="6108"/>
                </a:lnTo>
                <a:lnTo>
                  <a:pt x="465112" y="6108"/>
                </a:lnTo>
                <a:lnTo>
                  <a:pt x="465112" y="91541"/>
                </a:lnTo>
                <a:lnTo>
                  <a:pt x="376618" y="91541"/>
                </a:lnTo>
                <a:lnTo>
                  <a:pt x="376618" y="117449"/>
                </a:lnTo>
                <a:lnTo>
                  <a:pt x="455968" y="117449"/>
                </a:lnTo>
                <a:lnTo>
                  <a:pt x="435063" y="135140"/>
                </a:lnTo>
                <a:lnTo>
                  <a:pt x="413512" y="151498"/>
                </a:lnTo>
                <a:lnTo>
                  <a:pt x="390956" y="166522"/>
                </a:lnTo>
                <a:lnTo>
                  <a:pt x="367474" y="179933"/>
                </a:lnTo>
                <a:lnTo>
                  <a:pt x="371792" y="186550"/>
                </a:lnTo>
                <a:lnTo>
                  <a:pt x="375666" y="192747"/>
                </a:lnTo>
                <a:lnTo>
                  <a:pt x="379272" y="198653"/>
                </a:lnTo>
                <a:lnTo>
                  <a:pt x="382714" y="204419"/>
                </a:lnTo>
                <a:lnTo>
                  <a:pt x="405701" y="190068"/>
                </a:lnTo>
                <a:lnTo>
                  <a:pt x="426808" y="174612"/>
                </a:lnTo>
                <a:lnTo>
                  <a:pt x="446468" y="158026"/>
                </a:lnTo>
                <a:lnTo>
                  <a:pt x="465112" y="140309"/>
                </a:lnTo>
                <a:lnTo>
                  <a:pt x="465112" y="193751"/>
                </a:lnTo>
                <a:lnTo>
                  <a:pt x="492544" y="193751"/>
                </a:lnTo>
                <a:lnTo>
                  <a:pt x="492544" y="149453"/>
                </a:lnTo>
                <a:lnTo>
                  <a:pt x="507949" y="161747"/>
                </a:lnTo>
                <a:lnTo>
                  <a:pt x="522071" y="173469"/>
                </a:lnTo>
                <a:lnTo>
                  <a:pt x="534758" y="184645"/>
                </a:lnTo>
                <a:lnTo>
                  <a:pt x="545884" y="195275"/>
                </a:lnTo>
                <a:lnTo>
                  <a:pt x="564261" y="173837"/>
                </a:lnTo>
                <a:lnTo>
                  <a:pt x="551065" y="163271"/>
                </a:lnTo>
                <a:lnTo>
                  <a:pt x="536752" y="152120"/>
                </a:lnTo>
                <a:lnTo>
                  <a:pt x="533234" y="149453"/>
                </a:lnTo>
                <a:lnTo>
                  <a:pt x="521309" y="140411"/>
                </a:lnTo>
                <a:lnTo>
                  <a:pt x="504736" y="128117"/>
                </a:lnTo>
                <a:lnTo>
                  <a:pt x="492544" y="140309"/>
                </a:lnTo>
                <a:lnTo>
                  <a:pt x="492544" y="117449"/>
                </a:lnTo>
                <a:lnTo>
                  <a:pt x="565785" y="117449"/>
                </a:lnTo>
                <a:lnTo>
                  <a:pt x="565785" y="91541"/>
                </a:lnTo>
                <a:close/>
              </a:path>
              <a:path w="1532889" h="384810">
                <a:moveTo>
                  <a:pt x="571881" y="32016"/>
                </a:moveTo>
                <a:lnTo>
                  <a:pt x="548932" y="15252"/>
                </a:lnTo>
                <a:lnTo>
                  <a:pt x="539521" y="28702"/>
                </a:lnTo>
                <a:lnTo>
                  <a:pt x="529691" y="41732"/>
                </a:lnTo>
                <a:lnTo>
                  <a:pt x="519569" y="54470"/>
                </a:lnTo>
                <a:lnTo>
                  <a:pt x="509308" y="67068"/>
                </a:lnTo>
                <a:lnTo>
                  <a:pt x="515645" y="70726"/>
                </a:lnTo>
                <a:lnTo>
                  <a:pt x="521119" y="74688"/>
                </a:lnTo>
                <a:lnTo>
                  <a:pt x="526021" y="78638"/>
                </a:lnTo>
                <a:lnTo>
                  <a:pt x="530644" y="82308"/>
                </a:lnTo>
                <a:lnTo>
                  <a:pt x="540816" y="70726"/>
                </a:lnTo>
                <a:lnTo>
                  <a:pt x="551268" y="58305"/>
                </a:lnTo>
                <a:lnTo>
                  <a:pt x="561581" y="45440"/>
                </a:lnTo>
                <a:lnTo>
                  <a:pt x="571881" y="32016"/>
                </a:lnTo>
                <a:close/>
              </a:path>
              <a:path w="1532889" h="384810">
                <a:moveTo>
                  <a:pt x="753338" y="350812"/>
                </a:moveTo>
                <a:lnTo>
                  <a:pt x="730453" y="336219"/>
                </a:lnTo>
                <a:lnTo>
                  <a:pt x="709701" y="319747"/>
                </a:lnTo>
                <a:lnTo>
                  <a:pt x="697915" y="308140"/>
                </a:lnTo>
                <a:lnTo>
                  <a:pt x="690930" y="301269"/>
                </a:lnTo>
                <a:lnTo>
                  <a:pt x="674001" y="280619"/>
                </a:lnTo>
                <a:lnTo>
                  <a:pt x="688263" y="251663"/>
                </a:lnTo>
                <a:lnTo>
                  <a:pt x="691743" y="244589"/>
                </a:lnTo>
                <a:lnTo>
                  <a:pt x="705878" y="202895"/>
                </a:lnTo>
                <a:lnTo>
                  <a:pt x="716305" y="155371"/>
                </a:lnTo>
                <a:lnTo>
                  <a:pt x="722858" y="102209"/>
                </a:lnTo>
                <a:lnTo>
                  <a:pt x="747242" y="102209"/>
                </a:lnTo>
                <a:lnTo>
                  <a:pt x="747242" y="76212"/>
                </a:lnTo>
                <a:lnTo>
                  <a:pt x="692378" y="76212"/>
                </a:lnTo>
                <a:lnTo>
                  <a:pt x="692378" y="102209"/>
                </a:lnTo>
                <a:lnTo>
                  <a:pt x="687463" y="146558"/>
                </a:lnTo>
                <a:lnTo>
                  <a:pt x="679716" y="186080"/>
                </a:lnTo>
                <a:lnTo>
                  <a:pt x="669137" y="221018"/>
                </a:lnTo>
                <a:lnTo>
                  <a:pt x="655713" y="251663"/>
                </a:lnTo>
                <a:lnTo>
                  <a:pt x="641400" y="220751"/>
                </a:lnTo>
                <a:lnTo>
                  <a:pt x="630377" y="187413"/>
                </a:lnTo>
                <a:lnTo>
                  <a:pt x="623709" y="157073"/>
                </a:lnTo>
                <a:lnTo>
                  <a:pt x="622503" y="151549"/>
                </a:lnTo>
                <a:lnTo>
                  <a:pt x="617601" y="112877"/>
                </a:lnTo>
                <a:lnTo>
                  <a:pt x="619137" y="109829"/>
                </a:lnTo>
                <a:lnTo>
                  <a:pt x="620661" y="105257"/>
                </a:lnTo>
                <a:lnTo>
                  <a:pt x="620661" y="102209"/>
                </a:lnTo>
                <a:lnTo>
                  <a:pt x="692378" y="102209"/>
                </a:lnTo>
                <a:lnTo>
                  <a:pt x="692378" y="76212"/>
                </a:lnTo>
                <a:lnTo>
                  <a:pt x="629805" y="76212"/>
                </a:lnTo>
                <a:lnTo>
                  <a:pt x="635254" y="59918"/>
                </a:lnTo>
                <a:lnTo>
                  <a:pt x="640156" y="43459"/>
                </a:lnTo>
                <a:lnTo>
                  <a:pt x="645020" y="25628"/>
                </a:lnTo>
                <a:lnTo>
                  <a:pt x="649617" y="7632"/>
                </a:lnTo>
                <a:lnTo>
                  <a:pt x="619137" y="3048"/>
                </a:lnTo>
                <a:lnTo>
                  <a:pt x="609409" y="47078"/>
                </a:lnTo>
                <a:lnTo>
                  <a:pt x="596265" y="87680"/>
                </a:lnTo>
                <a:lnTo>
                  <a:pt x="579691" y="124866"/>
                </a:lnTo>
                <a:lnTo>
                  <a:pt x="559689" y="158597"/>
                </a:lnTo>
                <a:lnTo>
                  <a:pt x="565124" y="165188"/>
                </a:lnTo>
                <a:lnTo>
                  <a:pt x="569976" y="171361"/>
                </a:lnTo>
                <a:lnTo>
                  <a:pt x="574268" y="177241"/>
                </a:lnTo>
                <a:lnTo>
                  <a:pt x="577977" y="182981"/>
                </a:lnTo>
                <a:lnTo>
                  <a:pt x="582536" y="176999"/>
                </a:lnTo>
                <a:lnTo>
                  <a:pt x="586930" y="170599"/>
                </a:lnTo>
                <a:lnTo>
                  <a:pt x="591058" y="163906"/>
                </a:lnTo>
                <a:lnTo>
                  <a:pt x="594741" y="157073"/>
                </a:lnTo>
                <a:lnTo>
                  <a:pt x="601599" y="190563"/>
                </a:lnTo>
                <a:lnTo>
                  <a:pt x="610743" y="222313"/>
                </a:lnTo>
                <a:lnTo>
                  <a:pt x="622185" y="252323"/>
                </a:lnTo>
                <a:lnTo>
                  <a:pt x="635901" y="280619"/>
                </a:lnTo>
                <a:lnTo>
                  <a:pt x="618464" y="302044"/>
                </a:lnTo>
                <a:lnTo>
                  <a:pt x="598170" y="322605"/>
                </a:lnTo>
                <a:lnTo>
                  <a:pt x="574992" y="341998"/>
                </a:lnTo>
                <a:lnTo>
                  <a:pt x="548932" y="359956"/>
                </a:lnTo>
                <a:lnTo>
                  <a:pt x="555536" y="366547"/>
                </a:lnTo>
                <a:lnTo>
                  <a:pt x="561403" y="372719"/>
                </a:lnTo>
                <a:lnTo>
                  <a:pt x="566381" y="378599"/>
                </a:lnTo>
                <a:lnTo>
                  <a:pt x="570357" y="384340"/>
                </a:lnTo>
                <a:lnTo>
                  <a:pt x="594385" y="367499"/>
                </a:lnTo>
                <a:lnTo>
                  <a:pt x="616267" y="349097"/>
                </a:lnTo>
                <a:lnTo>
                  <a:pt x="636155" y="329260"/>
                </a:lnTo>
                <a:lnTo>
                  <a:pt x="654189" y="308140"/>
                </a:lnTo>
                <a:lnTo>
                  <a:pt x="671055" y="328117"/>
                </a:lnTo>
                <a:lnTo>
                  <a:pt x="689660" y="346811"/>
                </a:lnTo>
                <a:lnTo>
                  <a:pt x="709980" y="364070"/>
                </a:lnTo>
                <a:lnTo>
                  <a:pt x="732002" y="379768"/>
                </a:lnTo>
                <a:lnTo>
                  <a:pt x="736625" y="372884"/>
                </a:lnTo>
                <a:lnTo>
                  <a:pt x="741527" y="365861"/>
                </a:lnTo>
                <a:lnTo>
                  <a:pt x="747001" y="358546"/>
                </a:lnTo>
                <a:lnTo>
                  <a:pt x="753338" y="350812"/>
                </a:lnTo>
                <a:close/>
              </a:path>
              <a:path w="1532889" h="384810">
                <a:moveTo>
                  <a:pt x="1120914" y="47244"/>
                </a:moveTo>
                <a:lnTo>
                  <a:pt x="965276" y="47244"/>
                </a:lnTo>
                <a:lnTo>
                  <a:pt x="982129" y="38100"/>
                </a:lnTo>
                <a:lnTo>
                  <a:pt x="974115" y="28079"/>
                </a:lnTo>
                <a:lnTo>
                  <a:pt x="966076" y="18478"/>
                </a:lnTo>
                <a:lnTo>
                  <a:pt x="958049" y="9169"/>
                </a:lnTo>
                <a:lnTo>
                  <a:pt x="950036" y="0"/>
                </a:lnTo>
                <a:lnTo>
                  <a:pt x="921080" y="15240"/>
                </a:lnTo>
                <a:lnTo>
                  <a:pt x="927671" y="23241"/>
                </a:lnTo>
                <a:lnTo>
                  <a:pt x="933843" y="31242"/>
                </a:lnTo>
                <a:lnTo>
                  <a:pt x="939723" y="39243"/>
                </a:lnTo>
                <a:lnTo>
                  <a:pt x="945464" y="47244"/>
                </a:lnTo>
                <a:lnTo>
                  <a:pt x="782294" y="47244"/>
                </a:lnTo>
                <a:lnTo>
                  <a:pt x="782294" y="120497"/>
                </a:lnTo>
                <a:lnTo>
                  <a:pt x="812774" y="120497"/>
                </a:lnTo>
                <a:lnTo>
                  <a:pt x="812774" y="76200"/>
                </a:lnTo>
                <a:lnTo>
                  <a:pt x="1090333" y="76200"/>
                </a:lnTo>
                <a:lnTo>
                  <a:pt x="1090333" y="120497"/>
                </a:lnTo>
                <a:lnTo>
                  <a:pt x="1120914" y="120497"/>
                </a:lnTo>
                <a:lnTo>
                  <a:pt x="1120914" y="76200"/>
                </a:lnTo>
                <a:lnTo>
                  <a:pt x="1120914" y="47244"/>
                </a:lnTo>
                <a:close/>
              </a:path>
              <a:path w="1532889" h="384810">
                <a:moveTo>
                  <a:pt x="1140726" y="334048"/>
                </a:moveTo>
                <a:lnTo>
                  <a:pt x="1096708" y="335788"/>
                </a:lnTo>
                <a:lnTo>
                  <a:pt x="1058392" y="336461"/>
                </a:lnTo>
                <a:lnTo>
                  <a:pt x="1013320" y="336410"/>
                </a:lnTo>
                <a:lnTo>
                  <a:pt x="974509" y="335572"/>
                </a:lnTo>
                <a:lnTo>
                  <a:pt x="974509" y="334048"/>
                </a:lnTo>
                <a:lnTo>
                  <a:pt x="974509" y="256222"/>
                </a:lnTo>
                <a:lnTo>
                  <a:pt x="1107198" y="256222"/>
                </a:lnTo>
                <a:lnTo>
                  <a:pt x="1107198" y="227266"/>
                </a:lnTo>
                <a:lnTo>
                  <a:pt x="974509" y="227266"/>
                </a:lnTo>
                <a:lnTo>
                  <a:pt x="974509" y="164693"/>
                </a:lnTo>
                <a:lnTo>
                  <a:pt x="1131582" y="164693"/>
                </a:lnTo>
                <a:lnTo>
                  <a:pt x="1131582" y="137261"/>
                </a:lnTo>
                <a:lnTo>
                  <a:pt x="768578" y="137261"/>
                </a:lnTo>
                <a:lnTo>
                  <a:pt x="768578" y="164693"/>
                </a:lnTo>
                <a:lnTo>
                  <a:pt x="942416" y="164693"/>
                </a:lnTo>
                <a:lnTo>
                  <a:pt x="942416" y="334048"/>
                </a:lnTo>
                <a:lnTo>
                  <a:pt x="913549" y="326047"/>
                </a:lnTo>
                <a:lnTo>
                  <a:pt x="888695" y="311175"/>
                </a:lnTo>
                <a:lnTo>
                  <a:pt x="872528" y="294322"/>
                </a:lnTo>
                <a:lnTo>
                  <a:pt x="867829" y="289433"/>
                </a:lnTo>
                <a:lnTo>
                  <a:pt x="850976" y="260794"/>
                </a:lnTo>
                <a:lnTo>
                  <a:pt x="855256" y="245414"/>
                </a:lnTo>
                <a:lnTo>
                  <a:pt x="858977" y="229171"/>
                </a:lnTo>
                <a:lnTo>
                  <a:pt x="862114" y="212369"/>
                </a:lnTo>
                <a:lnTo>
                  <a:pt x="864692" y="195262"/>
                </a:lnTo>
                <a:lnTo>
                  <a:pt x="832688" y="190601"/>
                </a:lnTo>
                <a:lnTo>
                  <a:pt x="824623" y="240106"/>
                </a:lnTo>
                <a:lnTo>
                  <a:pt x="809739" y="283311"/>
                </a:lnTo>
                <a:lnTo>
                  <a:pt x="788009" y="320217"/>
                </a:lnTo>
                <a:lnTo>
                  <a:pt x="759434" y="350812"/>
                </a:lnTo>
                <a:lnTo>
                  <a:pt x="765098" y="358571"/>
                </a:lnTo>
                <a:lnTo>
                  <a:pt x="770483" y="366052"/>
                </a:lnTo>
                <a:lnTo>
                  <a:pt x="775296" y="373532"/>
                </a:lnTo>
                <a:lnTo>
                  <a:pt x="779246" y="381292"/>
                </a:lnTo>
                <a:lnTo>
                  <a:pt x="797534" y="362356"/>
                </a:lnTo>
                <a:lnTo>
                  <a:pt x="813549" y="341845"/>
                </a:lnTo>
                <a:lnTo>
                  <a:pt x="827290" y="319316"/>
                </a:lnTo>
                <a:lnTo>
                  <a:pt x="838784" y="294322"/>
                </a:lnTo>
                <a:lnTo>
                  <a:pt x="862190" y="325272"/>
                </a:lnTo>
                <a:lnTo>
                  <a:pt x="925576" y="360222"/>
                </a:lnTo>
                <a:lnTo>
                  <a:pt x="965276" y="364528"/>
                </a:lnTo>
                <a:lnTo>
                  <a:pt x="1041946" y="366433"/>
                </a:lnTo>
                <a:lnTo>
                  <a:pt x="1084567" y="366674"/>
                </a:lnTo>
                <a:lnTo>
                  <a:pt x="1130058" y="366052"/>
                </a:lnTo>
                <a:lnTo>
                  <a:pt x="1132357" y="358051"/>
                </a:lnTo>
                <a:lnTo>
                  <a:pt x="1134821" y="350050"/>
                </a:lnTo>
                <a:lnTo>
                  <a:pt x="1137551" y="342049"/>
                </a:lnTo>
                <a:lnTo>
                  <a:pt x="1139736" y="336524"/>
                </a:lnTo>
                <a:lnTo>
                  <a:pt x="1140726" y="334048"/>
                </a:lnTo>
                <a:close/>
              </a:path>
              <a:path w="1532889" h="384810">
                <a:moveTo>
                  <a:pt x="1375511" y="91541"/>
                </a:moveTo>
                <a:lnTo>
                  <a:pt x="1364894" y="69697"/>
                </a:lnTo>
                <a:lnTo>
                  <a:pt x="1353413" y="47447"/>
                </a:lnTo>
                <a:lnTo>
                  <a:pt x="1340789" y="24371"/>
                </a:lnTo>
                <a:lnTo>
                  <a:pt x="1326743" y="0"/>
                </a:lnTo>
                <a:lnTo>
                  <a:pt x="1299311" y="13716"/>
                </a:lnTo>
                <a:lnTo>
                  <a:pt x="1310741" y="35102"/>
                </a:lnTo>
                <a:lnTo>
                  <a:pt x="1322171" y="57924"/>
                </a:lnTo>
                <a:lnTo>
                  <a:pt x="1333601" y="81915"/>
                </a:lnTo>
                <a:lnTo>
                  <a:pt x="1345031" y="106781"/>
                </a:lnTo>
                <a:lnTo>
                  <a:pt x="1375511" y="91541"/>
                </a:lnTo>
                <a:close/>
              </a:path>
              <a:path w="1532889" h="384810">
                <a:moveTo>
                  <a:pt x="1532674" y="340144"/>
                </a:moveTo>
                <a:lnTo>
                  <a:pt x="1482013" y="326161"/>
                </a:lnTo>
                <a:lnTo>
                  <a:pt x="1437513" y="309460"/>
                </a:lnTo>
                <a:lnTo>
                  <a:pt x="1401241" y="291287"/>
                </a:lnTo>
                <a:lnTo>
                  <a:pt x="1366367" y="268427"/>
                </a:lnTo>
                <a:lnTo>
                  <a:pt x="1384465" y="247091"/>
                </a:lnTo>
                <a:lnTo>
                  <a:pt x="1397863" y="231279"/>
                </a:lnTo>
                <a:lnTo>
                  <a:pt x="1424597" y="189280"/>
                </a:lnTo>
                <a:lnTo>
                  <a:pt x="1446555" y="142367"/>
                </a:lnTo>
                <a:lnTo>
                  <a:pt x="1463751" y="90474"/>
                </a:lnTo>
                <a:lnTo>
                  <a:pt x="1476197" y="33540"/>
                </a:lnTo>
                <a:lnTo>
                  <a:pt x="1444193" y="27432"/>
                </a:lnTo>
                <a:lnTo>
                  <a:pt x="1434299" y="78549"/>
                </a:lnTo>
                <a:lnTo>
                  <a:pt x="1419212" y="125831"/>
                </a:lnTo>
                <a:lnTo>
                  <a:pt x="1398854" y="169532"/>
                </a:lnTo>
                <a:lnTo>
                  <a:pt x="1373136" y="209880"/>
                </a:lnTo>
                <a:lnTo>
                  <a:pt x="1341983" y="247091"/>
                </a:lnTo>
                <a:lnTo>
                  <a:pt x="1313611" y="213423"/>
                </a:lnTo>
                <a:lnTo>
                  <a:pt x="1288745" y="174625"/>
                </a:lnTo>
                <a:lnTo>
                  <a:pt x="1267244" y="130695"/>
                </a:lnTo>
                <a:lnTo>
                  <a:pt x="1248930" y="81622"/>
                </a:lnTo>
                <a:lnTo>
                  <a:pt x="1233678" y="27432"/>
                </a:lnTo>
                <a:lnTo>
                  <a:pt x="1204722" y="39636"/>
                </a:lnTo>
                <a:lnTo>
                  <a:pt x="1221016" y="97129"/>
                </a:lnTo>
                <a:lnTo>
                  <a:pt x="1240612" y="148831"/>
                </a:lnTo>
                <a:lnTo>
                  <a:pt x="1263497" y="194830"/>
                </a:lnTo>
                <a:lnTo>
                  <a:pt x="1289672" y="235178"/>
                </a:lnTo>
                <a:lnTo>
                  <a:pt x="1319123" y="269951"/>
                </a:lnTo>
                <a:lnTo>
                  <a:pt x="1288224" y="291147"/>
                </a:lnTo>
                <a:lnTo>
                  <a:pt x="1250302" y="311175"/>
                </a:lnTo>
                <a:lnTo>
                  <a:pt x="1205242" y="330047"/>
                </a:lnTo>
                <a:lnTo>
                  <a:pt x="1152906" y="347764"/>
                </a:lnTo>
                <a:lnTo>
                  <a:pt x="1163955" y="362813"/>
                </a:lnTo>
                <a:lnTo>
                  <a:pt x="1168768" y="369836"/>
                </a:lnTo>
                <a:lnTo>
                  <a:pt x="1172718" y="376720"/>
                </a:lnTo>
                <a:lnTo>
                  <a:pt x="1225359" y="356743"/>
                </a:lnTo>
                <a:lnTo>
                  <a:pt x="1271104" y="335749"/>
                </a:lnTo>
                <a:lnTo>
                  <a:pt x="1309979" y="313880"/>
                </a:lnTo>
                <a:lnTo>
                  <a:pt x="1341983" y="291287"/>
                </a:lnTo>
                <a:lnTo>
                  <a:pt x="1372857" y="313601"/>
                </a:lnTo>
                <a:lnTo>
                  <a:pt x="1410614" y="334606"/>
                </a:lnTo>
                <a:lnTo>
                  <a:pt x="1455216" y="354164"/>
                </a:lnTo>
                <a:lnTo>
                  <a:pt x="1506677" y="372148"/>
                </a:lnTo>
                <a:lnTo>
                  <a:pt x="1511808" y="365010"/>
                </a:lnTo>
                <a:lnTo>
                  <a:pt x="1517954" y="357289"/>
                </a:lnTo>
                <a:lnTo>
                  <a:pt x="1524965" y="349008"/>
                </a:lnTo>
                <a:lnTo>
                  <a:pt x="1532674" y="3401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object 10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5356" y="6069615"/>
            <a:ext cx="96107" cy="96107"/>
          </a:xfrm>
          <a:prstGeom prst="rect">
            <a:avLst/>
          </a:prstGeom>
        </p:spPr>
      </p:pic>
      <p:sp>
        <p:nvSpPr>
          <p:cNvPr id="106" name="object 106" descr=""/>
          <p:cNvSpPr/>
          <p:nvPr/>
        </p:nvSpPr>
        <p:spPr>
          <a:xfrm>
            <a:off x="1294536" y="5918555"/>
            <a:ext cx="1534795" cy="380365"/>
          </a:xfrm>
          <a:custGeom>
            <a:avLst/>
            <a:gdLst/>
            <a:ahLst/>
            <a:cxnLst/>
            <a:rect l="l" t="t" r="r" b="b"/>
            <a:pathLst>
              <a:path w="1534795" h="380364">
                <a:moveTo>
                  <a:pt x="125069" y="10668"/>
                </a:moveTo>
                <a:lnTo>
                  <a:pt x="94576" y="0"/>
                </a:lnTo>
                <a:lnTo>
                  <a:pt x="75742" y="50063"/>
                </a:lnTo>
                <a:lnTo>
                  <a:pt x="53632" y="97205"/>
                </a:lnTo>
                <a:lnTo>
                  <a:pt x="28321" y="141579"/>
                </a:lnTo>
                <a:lnTo>
                  <a:pt x="0" y="183070"/>
                </a:lnTo>
                <a:lnTo>
                  <a:pt x="3403" y="192163"/>
                </a:lnTo>
                <a:lnTo>
                  <a:pt x="6667" y="200977"/>
                </a:lnTo>
                <a:lnTo>
                  <a:pt x="9639" y="209219"/>
                </a:lnTo>
                <a:lnTo>
                  <a:pt x="12192" y="216598"/>
                </a:lnTo>
                <a:lnTo>
                  <a:pt x="24320" y="202069"/>
                </a:lnTo>
                <a:lnTo>
                  <a:pt x="35712" y="186118"/>
                </a:lnTo>
                <a:lnTo>
                  <a:pt x="46786" y="169024"/>
                </a:lnTo>
                <a:lnTo>
                  <a:pt x="58000" y="151066"/>
                </a:lnTo>
                <a:lnTo>
                  <a:pt x="58000" y="376809"/>
                </a:lnTo>
                <a:lnTo>
                  <a:pt x="90004" y="376809"/>
                </a:lnTo>
                <a:lnTo>
                  <a:pt x="90004" y="151066"/>
                </a:lnTo>
                <a:lnTo>
                  <a:pt x="90004" y="93052"/>
                </a:lnTo>
                <a:lnTo>
                  <a:pt x="98920" y="73342"/>
                </a:lnTo>
                <a:lnTo>
                  <a:pt x="107467" y="53200"/>
                </a:lnTo>
                <a:lnTo>
                  <a:pt x="116154" y="32156"/>
                </a:lnTo>
                <a:lnTo>
                  <a:pt x="125069" y="10668"/>
                </a:lnTo>
                <a:close/>
              </a:path>
              <a:path w="1534795" h="380364">
                <a:moveTo>
                  <a:pt x="352336" y="68668"/>
                </a:moveTo>
                <a:lnTo>
                  <a:pt x="334327" y="53200"/>
                </a:lnTo>
                <a:lnTo>
                  <a:pt x="316890" y="38722"/>
                </a:lnTo>
                <a:lnTo>
                  <a:pt x="299999" y="25095"/>
                </a:lnTo>
                <a:lnTo>
                  <a:pt x="283654" y="12192"/>
                </a:lnTo>
                <a:lnTo>
                  <a:pt x="263842" y="32004"/>
                </a:lnTo>
                <a:lnTo>
                  <a:pt x="279857" y="46062"/>
                </a:lnTo>
                <a:lnTo>
                  <a:pt x="295897" y="60667"/>
                </a:lnTo>
                <a:lnTo>
                  <a:pt x="311924" y="75819"/>
                </a:lnTo>
                <a:lnTo>
                  <a:pt x="327952" y="91528"/>
                </a:lnTo>
                <a:lnTo>
                  <a:pt x="352336" y="68668"/>
                </a:lnTo>
                <a:close/>
              </a:path>
              <a:path w="1534795" h="380364">
                <a:moveTo>
                  <a:pt x="384340" y="276136"/>
                </a:moveTo>
                <a:lnTo>
                  <a:pt x="376567" y="273824"/>
                </a:lnTo>
                <a:lnTo>
                  <a:pt x="369100" y="271373"/>
                </a:lnTo>
                <a:lnTo>
                  <a:pt x="361619" y="268630"/>
                </a:lnTo>
                <a:lnTo>
                  <a:pt x="353860" y="265468"/>
                </a:lnTo>
                <a:lnTo>
                  <a:pt x="350659" y="282054"/>
                </a:lnTo>
                <a:lnTo>
                  <a:pt x="341668" y="326428"/>
                </a:lnTo>
                <a:lnTo>
                  <a:pt x="326872" y="339064"/>
                </a:lnTo>
                <a:lnTo>
                  <a:pt x="318808" y="337096"/>
                </a:lnTo>
                <a:lnTo>
                  <a:pt x="267284" y="274599"/>
                </a:lnTo>
                <a:lnTo>
                  <a:pt x="249275" y="219176"/>
                </a:lnTo>
                <a:lnTo>
                  <a:pt x="236956" y="151066"/>
                </a:lnTo>
                <a:lnTo>
                  <a:pt x="236410" y="148018"/>
                </a:lnTo>
                <a:lnTo>
                  <a:pt x="376720" y="132676"/>
                </a:lnTo>
                <a:lnTo>
                  <a:pt x="375272" y="118960"/>
                </a:lnTo>
                <a:lnTo>
                  <a:pt x="373672" y="103720"/>
                </a:lnTo>
                <a:lnTo>
                  <a:pt x="233362" y="118960"/>
                </a:lnTo>
                <a:lnTo>
                  <a:pt x="230505" y="89268"/>
                </a:lnTo>
                <a:lnTo>
                  <a:pt x="228790" y="59715"/>
                </a:lnTo>
                <a:lnTo>
                  <a:pt x="228384" y="38722"/>
                </a:lnTo>
                <a:lnTo>
                  <a:pt x="228320" y="25095"/>
                </a:lnTo>
                <a:lnTo>
                  <a:pt x="228790" y="1524"/>
                </a:lnTo>
                <a:lnTo>
                  <a:pt x="195262" y="1524"/>
                </a:lnTo>
                <a:lnTo>
                  <a:pt x="195783" y="36487"/>
                </a:lnTo>
                <a:lnTo>
                  <a:pt x="197167" y="68287"/>
                </a:lnTo>
                <a:lnTo>
                  <a:pt x="199123" y="97205"/>
                </a:lnTo>
                <a:lnTo>
                  <a:pt x="201358" y="123532"/>
                </a:lnTo>
                <a:lnTo>
                  <a:pt x="111340" y="132676"/>
                </a:lnTo>
                <a:lnTo>
                  <a:pt x="115925" y="161734"/>
                </a:lnTo>
                <a:lnTo>
                  <a:pt x="204406" y="151066"/>
                </a:lnTo>
                <a:lnTo>
                  <a:pt x="215023" y="212255"/>
                </a:lnTo>
                <a:lnTo>
                  <a:pt x="228790" y="263321"/>
                </a:lnTo>
                <a:lnTo>
                  <a:pt x="245986" y="304380"/>
                </a:lnTo>
                <a:lnTo>
                  <a:pt x="281813" y="351866"/>
                </a:lnTo>
                <a:lnTo>
                  <a:pt x="329476" y="373761"/>
                </a:lnTo>
                <a:lnTo>
                  <a:pt x="343192" y="372618"/>
                </a:lnTo>
                <a:lnTo>
                  <a:pt x="354622" y="366890"/>
                </a:lnTo>
                <a:lnTo>
                  <a:pt x="363766" y="356577"/>
                </a:lnTo>
                <a:lnTo>
                  <a:pt x="370624" y="341668"/>
                </a:lnTo>
                <a:lnTo>
                  <a:pt x="371233" y="339064"/>
                </a:lnTo>
                <a:lnTo>
                  <a:pt x="374053" y="327139"/>
                </a:lnTo>
                <a:lnTo>
                  <a:pt x="377482" y="311188"/>
                </a:lnTo>
                <a:lnTo>
                  <a:pt x="380911" y="294081"/>
                </a:lnTo>
                <a:lnTo>
                  <a:pt x="384340" y="276136"/>
                </a:lnTo>
                <a:close/>
              </a:path>
              <a:path w="1534795" h="380364">
                <a:moveTo>
                  <a:pt x="547497" y="35052"/>
                </a:moveTo>
                <a:lnTo>
                  <a:pt x="404152" y="35052"/>
                </a:lnTo>
                <a:lnTo>
                  <a:pt x="404152" y="64096"/>
                </a:lnTo>
                <a:lnTo>
                  <a:pt x="460629" y="64096"/>
                </a:lnTo>
                <a:lnTo>
                  <a:pt x="448640" y="104152"/>
                </a:lnTo>
                <a:lnTo>
                  <a:pt x="433336" y="142062"/>
                </a:lnTo>
                <a:lnTo>
                  <a:pt x="414896" y="177977"/>
                </a:lnTo>
                <a:lnTo>
                  <a:pt x="393484" y="212026"/>
                </a:lnTo>
                <a:lnTo>
                  <a:pt x="398881" y="218859"/>
                </a:lnTo>
                <a:lnTo>
                  <a:pt x="403580" y="225552"/>
                </a:lnTo>
                <a:lnTo>
                  <a:pt x="407403" y="231952"/>
                </a:lnTo>
                <a:lnTo>
                  <a:pt x="410248" y="237934"/>
                </a:lnTo>
                <a:lnTo>
                  <a:pt x="415937" y="229933"/>
                </a:lnTo>
                <a:lnTo>
                  <a:pt x="421487" y="221932"/>
                </a:lnTo>
                <a:lnTo>
                  <a:pt x="426745" y="213931"/>
                </a:lnTo>
                <a:lnTo>
                  <a:pt x="431584" y="205930"/>
                </a:lnTo>
                <a:lnTo>
                  <a:pt x="431584" y="366141"/>
                </a:lnTo>
                <a:lnTo>
                  <a:pt x="459105" y="366141"/>
                </a:lnTo>
                <a:lnTo>
                  <a:pt x="459105" y="334048"/>
                </a:lnTo>
                <a:lnTo>
                  <a:pt x="506349" y="334048"/>
                </a:lnTo>
                <a:lnTo>
                  <a:pt x="506349" y="360045"/>
                </a:lnTo>
                <a:lnTo>
                  <a:pt x="533781" y="360045"/>
                </a:lnTo>
                <a:lnTo>
                  <a:pt x="533781" y="334048"/>
                </a:lnTo>
                <a:lnTo>
                  <a:pt x="533781" y="309664"/>
                </a:lnTo>
                <a:lnTo>
                  <a:pt x="533781" y="180022"/>
                </a:lnTo>
                <a:lnTo>
                  <a:pt x="533781" y="154114"/>
                </a:lnTo>
                <a:lnTo>
                  <a:pt x="506349" y="154114"/>
                </a:lnTo>
                <a:lnTo>
                  <a:pt x="506349" y="180022"/>
                </a:lnTo>
                <a:lnTo>
                  <a:pt x="506349" y="309664"/>
                </a:lnTo>
                <a:lnTo>
                  <a:pt x="459105" y="309664"/>
                </a:lnTo>
                <a:lnTo>
                  <a:pt x="459105" y="205930"/>
                </a:lnTo>
                <a:lnTo>
                  <a:pt x="459105" y="180022"/>
                </a:lnTo>
                <a:lnTo>
                  <a:pt x="506349" y="180022"/>
                </a:lnTo>
                <a:lnTo>
                  <a:pt x="506349" y="154114"/>
                </a:lnTo>
                <a:lnTo>
                  <a:pt x="460629" y="154114"/>
                </a:lnTo>
                <a:lnTo>
                  <a:pt x="469252" y="132295"/>
                </a:lnTo>
                <a:lnTo>
                  <a:pt x="477012" y="110210"/>
                </a:lnTo>
                <a:lnTo>
                  <a:pt x="484200" y="87579"/>
                </a:lnTo>
                <a:lnTo>
                  <a:pt x="491109" y="64096"/>
                </a:lnTo>
                <a:lnTo>
                  <a:pt x="547497" y="64096"/>
                </a:lnTo>
                <a:lnTo>
                  <a:pt x="547497" y="35052"/>
                </a:lnTo>
                <a:close/>
              </a:path>
              <a:path w="1534795" h="380364">
                <a:moveTo>
                  <a:pt x="710666" y="254800"/>
                </a:moveTo>
                <a:lnTo>
                  <a:pt x="549021" y="254800"/>
                </a:lnTo>
                <a:lnTo>
                  <a:pt x="549021" y="282232"/>
                </a:lnTo>
                <a:lnTo>
                  <a:pt x="710666" y="282232"/>
                </a:lnTo>
                <a:lnTo>
                  <a:pt x="710666" y="254800"/>
                </a:lnTo>
                <a:close/>
              </a:path>
              <a:path w="1534795" h="380364">
                <a:moveTo>
                  <a:pt x="761047" y="175450"/>
                </a:moveTo>
                <a:lnTo>
                  <a:pt x="719899" y="175450"/>
                </a:lnTo>
                <a:lnTo>
                  <a:pt x="735139" y="22860"/>
                </a:lnTo>
                <a:lnTo>
                  <a:pt x="562737" y="22860"/>
                </a:lnTo>
                <a:lnTo>
                  <a:pt x="562737" y="50380"/>
                </a:lnTo>
                <a:lnTo>
                  <a:pt x="703046" y="50380"/>
                </a:lnTo>
                <a:lnTo>
                  <a:pt x="690854" y="175450"/>
                </a:lnTo>
                <a:lnTo>
                  <a:pt x="600938" y="175450"/>
                </a:lnTo>
                <a:lnTo>
                  <a:pt x="611606" y="64096"/>
                </a:lnTo>
                <a:lnTo>
                  <a:pt x="581126" y="64096"/>
                </a:lnTo>
                <a:lnTo>
                  <a:pt x="570357" y="202882"/>
                </a:lnTo>
                <a:lnTo>
                  <a:pt x="729043" y="202882"/>
                </a:lnTo>
                <a:lnTo>
                  <a:pt x="728764" y="231711"/>
                </a:lnTo>
                <a:lnTo>
                  <a:pt x="726478" y="283121"/>
                </a:lnTo>
                <a:lnTo>
                  <a:pt x="715276" y="330428"/>
                </a:lnTo>
                <a:lnTo>
                  <a:pt x="692378" y="338620"/>
                </a:lnTo>
                <a:lnTo>
                  <a:pt x="679513" y="338328"/>
                </a:lnTo>
                <a:lnTo>
                  <a:pt x="666089" y="337477"/>
                </a:lnTo>
                <a:lnTo>
                  <a:pt x="652081" y="336042"/>
                </a:lnTo>
                <a:lnTo>
                  <a:pt x="637514" y="334048"/>
                </a:lnTo>
                <a:lnTo>
                  <a:pt x="638657" y="342912"/>
                </a:lnTo>
                <a:lnTo>
                  <a:pt x="672757" y="367474"/>
                </a:lnTo>
                <a:lnTo>
                  <a:pt x="699998" y="367665"/>
                </a:lnTo>
                <a:lnTo>
                  <a:pt x="722337" y="363982"/>
                </a:lnTo>
                <a:lnTo>
                  <a:pt x="749808" y="335432"/>
                </a:lnTo>
                <a:lnTo>
                  <a:pt x="756043" y="283121"/>
                </a:lnTo>
                <a:lnTo>
                  <a:pt x="757428" y="248462"/>
                </a:lnTo>
                <a:lnTo>
                  <a:pt x="759028" y="213156"/>
                </a:lnTo>
                <a:lnTo>
                  <a:pt x="761047" y="175450"/>
                </a:lnTo>
                <a:close/>
              </a:path>
              <a:path w="1534795" h="380364">
                <a:moveTo>
                  <a:pt x="1163675" y="73240"/>
                </a:moveTo>
                <a:lnTo>
                  <a:pt x="989749" y="73240"/>
                </a:lnTo>
                <a:lnTo>
                  <a:pt x="989749" y="42760"/>
                </a:lnTo>
                <a:lnTo>
                  <a:pt x="1131671" y="36576"/>
                </a:lnTo>
                <a:lnTo>
                  <a:pt x="1126998" y="10668"/>
                </a:lnTo>
                <a:lnTo>
                  <a:pt x="1039139" y="15125"/>
                </a:lnTo>
                <a:lnTo>
                  <a:pt x="934313" y="18910"/>
                </a:lnTo>
                <a:lnTo>
                  <a:pt x="812863" y="21336"/>
                </a:lnTo>
                <a:lnTo>
                  <a:pt x="814882" y="27965"/>
                </a:lnTo>
                <a:lnTo>
                  <a:pt x="816483" y="34340"/>
                </a:lnTo>
                <a:lnTo>
                  <a:pt x="817791" y="40703"/>
                </a:lnTo>
                <a:lnTo>
                  <a:pt x="818959" y="47332"/>
                </a:lnTo>
                <a:lnTo>
                  <a:pt x="962317" y="42760"/>
                </a:lnTo>
                <a:lnTo>
                  <a:pt x="962317" y="73240"/>
                </a:lnTo>
                <a:lnTo>
                  <a:pt x="790003" y="73240"/>
                </a:lnTo>
                <a:lnTo>
                  <a:pt x="790003" y="96100"/>
                </a:lnTo>
                <a:lnTo>
                  <a:pt x="962317" y="96100"/>
                </a:lnTo>
                <a:lnTo>
                  <a:pt x="962317" y="125056"/>
                </a:lnTo>
                <a:lnTo>
                  <a:pt x="962317" y="146494"/>
                </a:lnTo>
                <a:lnTo>
                  <a:pt x="962317" y="178498"/>
                </a:lnTo>
                <a:lnTo>
                  <a:pt x="962317" y="199834"/>
                </a:lnTo>
                <a:lnTo>
                  <a:pt x="962317" y="231838"/>
                </a:lnTo>
                <a:lnTo>
                  <a:pt x="858685" y="231838"/>
                </a:lnTo>
                <a:lnTo>
                  <a:pt x="858685" y="199834"/>
                </a:lnTo>
                <a:lnTo>
                  <a:pt x="962317" y="199834"/>
                </a:lnTo>
                <a:lnTo>
                  <a:pt x="962317" y="178498"/>
                </a:lnTo>
                <a:lnTo>
                  <a:pt x="858685" y="178498"/>
                </a:lnTo>
                <a:lnTo>
                  <a:pt x="858685" y="146494"/>
                </a:lnTo>
                <a:lnTo>
                  <a:pt x="962317" y="146494"/>
                </a:lnTo>
                <a:lnTo>
                  <a:pt x="962317" y="125056"/>
                </a:lnTo>
                <a:lnTo>
                  <a:pt x="832675" y="125056"/>
                </a:lnTo>
                <a:lnTo>
                  <a:pt x="832675" y="268503"/>
                </a:lnTo>
                <a:lnTo>
                  <a:pt x="858685" y="268503"/>
                </a:lnTo>
                <a:lnTo>
                  <a:pt x="858685" y="254787"/>
                </a:lnTo>
                <a:lnTo>
                  <a:pt x="962317" y="254787"/>
                </a:lnTo>
                <a:lnTo>
                  <a:pt x="962317" y="286791"/>
                </a:lnTo>
                <a:lnTo>
                  <a:pt x="817435" y="286791"/>
                </a:lnTo>
                <a:lnTo>
                  <a:pt x="817435" y="309651"/>
                </a:lnTo>
                <a:lnTo>
                  <a:pt x="962317" y="309651"/>
                </a:lnTo>
                <a:lnTo>
                  <a:pt x="962317" y="337083"/>
                </a:lnTo>
                <a:lnTo>
                  <a:pt x="786955" y="337083"/>
                </a:lnTo>
                <a:lnTo>
                  <a:pt x="786955" y="361569"/>
                </a:lnTo>
                <a:lnTo>
                  <a:pt x="1163675" y="361569"/>
                </a:lnTo>
                <a:lnTo>
                  <a:pt x="1163675" y="337083"/>
                </a:lnTo>
                <a:lnTo>
                  <a:pt x="989749" y="337083"/>
                </a:lnTo>
                <a:lnTo>
                  <a:pt x="989749" y="309651"/>
                </a:lnTo>
                <a:lnTo>
                  <a:pt x="1136243" y="309651"/>
                </a:lnTo>
                <a:lnTo>
                  <a:pt x="1136243" y="286791"/>
                </a:lnTo>
                <a:lnTo>
                  <a:pt x="989749" y="286791"/>
                </a:lnTo>
                <a:lnTo>
                  <a:pt x="989749" y="254787"/>
                </a:lnTo>
                <a:lnTo>
                  <a:pt x="1094994" y="254787"/>
                </a:lnTo>
                <a:lnTo>
                  <a:pt x="1094994" y="268503"/>
                </a:lnTo>
                <a:lnTo>
                  <a:pt x="1120902" y="268503"/>
                </a:lnTo>
                <a:lnTo>
                  <a:pt x="1120902" y="125056"/>
                </a:lnTo>
                <a:lnTo>
                  <a:pt x="1094994" y="125056"/>
                </a:lnTo>
                <a:lnTo>
                  <a:pt x="1094994" y="146494"/>
                </a:lnTo>
                <a:lnTo>
                  <a:pt x="1094994" y="178498"/>
                </a:lnTo>
                <a:lnTo>
                  <a:pt x="1094994" y="199834"/>
                </a:lnTo>
                <a:lnTo>
                  <a:pt x="1094994" y="231838"/>
                </a:lnTo>
                <a:lnTo>
                  <a:pt x="989749" y="231838"/>
                </a:lnTo>
                <a:lnTo>
                  <a:pt x="989749" y="199834"/>
                </a:lnTo>
                <a:lnTo>
                  <a:pt x="1094994" y="199834"/>
                </a:lnTo>
                <a:lnTo>
                  <a:pt x="1094994" y="178498"/>
                </a:lnTo>
                <a:lnTo>
                  <a:pt x="989749" y="178498"/>
                </a:lnTo>
                <a:lnTo>
                  <a:pt x="989749" y="146494"/>
                </a:lnTo>
                <a:lnTo>
                  <a:pt x="1094994" y="146494"/>
                </a:lnTo>
                <a:lnTo>
                  <a:pt x="1094994" y="125056"/>
                </a:lnTo>
                <a:lnTo>
                  <a:pt x="989749" y="125056"/>
                </a:lnTo>
                <a:lnTo>
                  <a:pt x="989749" y="96100"/>
                </a:lnTo>
                <a:lnTo>
                  <a:pt x="1163675" y="96100"/>
                </a:lnTo>
                <a:lnTo>
                  <a:pt x="1163675" y="73240"/>
                </a:lnTo>
                <a:close/>
              </a:path>
              <a:path w="1534795" h="380364">
                <a:moveTo>
                  <a:pt x="1534198" y="22948"/>
                </a:moveTo>
                <a:lnTo>
                  <a:pt x="1503718" y="22948"/>
                </a:lnTo>
                <a:lnTo>
                  <a:pt x="1503718" y="50380"/>
                </a:lnTo>
                <a:lnTo>
                  <a:pt x="1503718" y="122110"/>
                </a:lnTo>
                <a:lnTo>
                  <a:pt x="1503718" y="149542"/>
                </a:lnTo>
                <a:lnTo>
                  <a:pt x="1503718" y="221259"/>
                </a:lnTo>
                <a:lnTo>
                  <a:pt x="1390840" y="221259"/>
                </a:lnTo>
                <a:lnTo>
                  <a:pt x="1390840" y="149542"/>
                </a:lnTo>
                <a:lnTo>
                  <a:pt x="1503718" y="149542"/>
                </a:lnTo>
                <a:lnTo>
                  <a:pt x="1503718" y="122110"/>
                </a:lnTo>
                <a:lnTo>
                  <a:pt x="1390840" y="122110"/>
                </a:lnTo>
                <a:lnTo>
                  <a:pt x="1390840" y="50380"/>
                </a:lnTo>
                <a:lnTo>
                  <a:pt x="1503718" y="50380"/>
                </a:lnTo>
                <a:lnTo>
                  <a:pt x="1503718" y="22948"/>
                </a:lnTo>
                <a:lnTo>
                  <a:pt x="1360360" y="22948"/>
                </a:lnTo>
                <a:lnTo>
                  <a:pt x="1360360" y="50380"/>
                </a:lnTo>
                <a:lnTo>
                  <a:pt x="1360360" y="122110"/>
                </a:lnTo>
                <a:lnTo>
                  <a:pt x="1360360" y="149542"/>
                </a:lnTo>
                <a:lnTo>
                  <a:pt x="1360360" y="221259"/>
                </a:lnTo>
                <a:lnTo>
                  <a:pt x="1252054" y="221259"/>
                </a:lnTo>
                <a:lnTo>
                  <a:pt x="1252943" y="203847"/>
                </a:lnTo>
                <a:lnTo>
                  <a:pt x="1253388" y="185978"/>
                </a:lnTo>
                <a:lnTo>
                  <a:pt x="1253566" y="167817"/>
                </a:lnTo>
                <a:lnTo>
                  <a:pt x="1253578" y="149542"/>
                </a:lnTo>
                <a:lnTo>
                  <a:pt x="1360360" y="149542"/>
                </a:lnTo>
                <a:lnTo>
                  <a:pt x="1360360" y="122110"/>
                </a:lnTo>
                <a:lnTo>
                  <a:pt x="1253578" y="122110"/>
                </a:lnTo>
                <a:lnTo>
                  <a:pt x="1253578" y="50380"/>
                </a:lnTo>
                <a:lnTo>
                  <a:pt x="1360360" y="50380"/>
                </a:lnTo>
                <a:lnTo>
                  <a:pt x="1360360" y="22948"/>
                </a:lnTo>
                <a:lnTo>
                  <a:pt x="1223098" y="22948"/>
                </a:lnTo>
                <a:lnTo>
                  <a:pt x="1223098" y="158686"/>
                </a:lnTo>
                <a:lnTo>
                  <a:pt x="1222527" y="194437"/>
                </a:lnTo>
                <a:lnTo>
                  <a:pt x="1217955" y="253288"/>
                </a:lnTo>
                <a:lnTo>
                  <a:pt x="1208506" y="296684"/>
                </a:lnTo>
                <a:lnTo>
                  <a:pt x="1191882" y="336016"/>
                </a:lnTo>
                <a:lnTo>
                  <a:pt x="1180426" y="353949"/>
                </a:lnTo>
                <a:lnTo>
                  <a:pt x="1187005" y="360781"/>
                </a:lnTo>
                <a:lnTo>
                  <a:pt x="1192999" y="367474"/>
                </a:lnTo>
                <a:lnTo>
                  <a:pt x="1198435" y="373875"/>
                </a:lnTo>
                <a:lnTo>
                  <a:pt x="1203286" y="379857"/>
                </a:lnTo>
                <a:lnTo>
                  <a:pt x="1221574" y="351878"/>
                </a:lnTo>
                <a:lnTo>
                  <a:pt x="1235290" y="320598"/>
                </a:lnTo>
                <a:lnTo>
                  <a:pt x="1244434" y="286156"/>
                </a:lnTo>
                <a:lnTo>
                  <a:pt x="1249006" y="248691"/>
                </a:lnTo>
                <a:lnTo>
                  <a:pt x="1360360" y="248691"/>
                </a:lnTo>
                <a:lnTo>
                  <a:pt x="1360360" y="369189"/>
                </a:lnTo>
                <a:lnTo>
                  <a:pt x="1390840" y="369189"/>
                </a:lnTo>
                <a:lnTo>
                  <a:pt x="1390840" y="248691"/>
                </a:lnTo>
                <a:lnTo>
                  <a:pt x="1503718" y="248691"/>
                </a:lnTo>
                <a:lnTo>
                  <a:pt x="1503718" y="318897"/>
                </a:lnTo>
                <a:lnTo>
                  <a:pt x="1502283" y="328891"/>
                </a:lnTo>
                <a:lnTo>
                  <a:pt x="1498003" y="336042"/>
                </a:lnTo>
                <a:lnTo>
                  <a:pt x="1490853" y="340321"/>
                </a:lnTo>
                <a:lnTo>
                  <a:pt x="1480858" y="341757"/>
                </a:lnTo>
                <a:lnTo>
                  <a:pt x="1469707" y="341490"/>
                </a:lnTo>
                <a:lnTo>
                  <a:pt x="1456855" y="340804"/>
                </a:lnTo>
                <a:lnTo>
                  <a:pt x="1425994" y="338709"/>
                </a:lnTo>
                <a:lnTo>
                  <a:pt x="1428013" y="348208"/>
                </a:lnTo>
                <a:lnTo>
                  <a:pt x="1429613" y="356425"/>
                </a:lnTo>
                <a:lnTo>
                  <a:pt x="1430921" y="363778"/>
                </a:lnTo>
                <a:lnTo>
                  <a:pt x="1432090" y="370713"/>
                </a:lnTo>
                <a:lnTo>
                  <a:pt x="1447800" y="370954"/>
                </a:lnTo>
                <a:lnTo>
                  <a:pt x="1477518" y="371995"/>
                </a:lnTo>
                <a:lnTo>
                  <a:pt x="1491526" y="372237"/>
                </a:lnTo>
                <a:lnTo>
                  <a:pt x="1510398" y="369379"/>
                </a:lnTo>
                <a:lnTo>
                  <a:pt x="1523720" y="360807"/>
                </a:lnTo>
                <a:lnTo>
                  <a:pt x="1531594" y="346519"/>
                </a:lnTo>
                <a:lnTo>
                  <a:pt x="1532216" y="341757"/>
                </a:lnTo>
                <a:lnTo>
                  <a:pt x="1534198" y="326517"/>
                </a:lnTo>
                <a:lnTo>
                  <a:pt x="1534198" y="248691"/>
                </a:lnTo>
                <a:lnTo>
                  <a:pt x="1534198" y="221259"/>
                </a:lnTo>
                <a:lnTo>
                  <a:pt x="1534198" y="149542"/>
                </a:lnTo>
                <a:lnTo>
                  <a:pt x="1534198" y="122110"/>
                </a:lnTo>
                <a:lnTo>
                  <a:pt x="1534198" y="50380"/>
                </a:lnTo>
                <a:lnTo>
                  <a:pt x="1534198" y="229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3113913" y="5947505"/>
            <a:ext cx="100965" cy="363220"/>
          </a:xfrm>
          <a:custGeom>
            <a:avLst/>
            <a:gdLst/>
            <a:ahLst/>
            <a:cxnLst/>
            <a:rect l="l" t="t" r="r" b="b"/>
            <a:pathLst>
              <a:path w="100964" h="363220">
                <a:moveTo>
                  <a:pt x="100679" y="363092"/>
                </a:moveTo>
                <a:lnTo>
                  <a:pt x="67151" y="363092"/>
                </a:lnTo>
                <a:lnTo>
                  <a:pt x="38013" y="324222"/>
                </a:lnTo>
                <a:lnTo>
                  <a:pt x="17002" y="281082"/>
                </a:lnTo>
                <a:lnTo>
                  <a:pt x="4277" y="233942"/>
                </a:lnTo>
                <a:lnTo>
                  <a:pt x="0" y="183070"/>
                </a:lnTo>
                <a:lnTo>
                  <a:pt x="4277" y="131293"/>
                </a:lnTo>
                <a:lnTo>
                  <a:pt x="17002" y="83534"/>
                </a:lnTo>
                <a:lnTo>
                  <a:pt x="38013" y="39775"/>
                </a:lnTo>
                <a:lnTo>
                  <a:pt x="67151" y="0"/>
                </a:lnTo>
                <a:lnTo>
                  <a:pt x="100679" y="0"/>
                </a:lnTo>
                <a:lnTo>
                  <a:pt x="70675" y="40646"/>
                </a:lnTo>
                <a:lnTo>
                  <a:pt x="49244" y="84712"/>
                </a:lnTo>
                <a:lnTo>
                  <a:pt x="36385" y="132190"/>
                </a:lnTo>
                <a:lnTo>
                  <a:pt x="32099" y="183070"/>
                </a:lnTo>
                <a:lnTo>
                  <a:pt x="36385" y="232871"/>
                </a:lnTo>
                <a:lnTo>
                  <a:pt x="49244" y="279368"/>
                </a:lnTo>
                <a:lnTo>
                  <a:pt x="70675" y="322721"/>
                </a:lnTo>
                <a:lnTo>
                  <a:pt x="100679" y="3630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3281743" y="6043612"/>
            <a:ext cx="508000" cy="290195"/>
            <a:chOff x="3281743" y="6043612"/>
            <a:chExt cx="508000" cy="290195"/>
          </a:xfrm>
        </p:grpSpPr>
        <p:pic>
          <p:nvPicPr>
            <p:cNvPr id="109" name="object 10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81743" y="6043612"/>
              <a:ext cx="102108" cy="199834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5282" y="6043612"/>
              <a:ext cx="170783" cy="204406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3609593" y="6043612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80867" y="204406"/>
                  </a:moveTo>
                  <a:lnTo>
                    <a:pt x="33624" y="189618"/>
                  </a:lnTo>
                  <a:lnTo>
                    <a:pt x="5524" y="147244"/>
                  </a:lnTo>
                  <a:lnTo>
                    <a:pt x="0" y="106775"/>
                  </a:lnTo>
                  <a:lnTo>
                    <a:pt x="1452" y="83915"/>
                  </a:lnTo>
                  <a:lnTo>
                    <a:pt x="13501" y="45053"/>
                  </a:lnTo>
                  <a:lnTo>
                    <a:pt x="53161" y="7060"/>
                  </a:lnTo>
                  <a:lnTo>
                    <a:pt x="90011" y="0"/>
                  </a:lnTo>
                  <a:lnTo>
                    <a:pt x="108918" y="1977"/>
                  </a:lnTo>
                  <a:lnTo>
                    <a:pt x="124682" y="7822"/>
                  </a:lnTo>
                  <a:lnTo>
                    <a:pt x="137588" y="17399"/>
                  </a:lnTo>
                  <a:lnTo>
                    <a:pt x="144337" y="26003"/>
                  </a:lnTo>
                  <a:lnTo>
                    <a:pt x="93059" y="26003"/>
                  </a:lnTo>
                  <a:lnTo>
                    <a:pt x="79923" y="27408"/>
                  </a:lnTo>
                  <a:lnTo>
                    <a:pt x="41648" y="58745"/>
                  </a:lnTo>
                  <a:lnTo>
                    <a:pt x="32004" y="105251"/>
                  </a:lnTo>
                  <a:lnTo>
                    <a:pt x="32885" y="121570"/>
                  </a:lnTo>
                  <a:lnTo>
                    <a:pt x="47244" y="158686"/>
                  </a:lnTo>
                  <a:lnTo>
                    <a:pt x="88487" y="178498"/>
                  </a:lnTo>
                  <a:lnTo>
                    <a:pt x="139428" y="178498"/>
                  </a:lnTo>
                  <a:lnTo>
                    <a:pt x="136159" y="183189"/>
                  </a:lnTo>
                  <a:lnTo>
                    <a:pt x="121253" y="195072"/>
                  </a:lnTo>
                  <a:lnTo>
                    <a:pt x="102917" y="202096"/>
                  </a:lnTo>
                  <a:lnTo>
                    <a:pt x="80867" y="204406"/>
                  </a:lnTo>
                  <a:close/>
                </a:path>
                <a:path w="180339" h="290195">
                  <a:moveTo>
                    <a:pt x="179927" y="30575"/>
                  </a:moveTo>
                  <a:lnTo>
                    <a:pt x="149447" y="30575"/>
                  </a:lnTo>
                  <a:lnTo>
                    <a:pt x="149447" y="4572"/>
                  </a:lnTo>
                  <a:lnTo>
                    <a:pt x="179927" y="4572"/>
                  </a:lnTo>
                  <a:lnTo>
                    <a:pt x="179927" y="30575"/>
                  </a:lnTo>
                  <a:close/>
                </a:path>
                <a:path w="180339" h="290195">
                  <a:moveTo>
                    <a:pt x="139428" y="178498"/>
                  </a:moveTo>
                  <a:lnTo>
                    <a:pt x="88487" y="178498"/>
                  </a:lnTo>
                  <a:lnTo>
                    <a:pt x="101607" y="177331"/>
                  </a:lnTo>
                  <a:lnTo>
                    <a:pt x="113442" y="173736"/>
                  </a:lnTo>
                  <a:lnTo>
                    <a:pt x="145065" y="137910"/>
                  </a:lnTo>
                  <a:lnTo>
                    <a:pt x="149447" y="111347"/>
                  </a:lnTo>
                  <a:lnTo>
                    <a:pt x="149447" y="83915"/>
                  </a:lnTo>
                  <a:lnTo>
                    <a:pt x="132683" y="42767"/>
                  </a:lnTo>
                  <a:lnTo>
                    <a:pt x="93059" y="26003"/>
                  </a:lnTo>
                  <a:lnTo>
                    <a:pt x="144337" y="26003"/>
                  </a:lnTo>
                  <a:lnTo>
                    <a:pt x="147923" y="30575"/>
                  </a:lnTo>
                  <a:lnTo>
                    <a:pt x="179927" y="30575"/>
                  </a:lnTo>
                  <a:lnTo>
                    <a:pt x="179927" y="166306"/>
                  </a:lnTo>
                  <a:lnTo>
                    <a:pt x="147923" y="166306"/>
                  </a:lnTo>
                  <a:lnTo>
                    <a:pt x="139428" y="178498"/>
                  </a:lnTo>
                  <a:close/>
                </a:path>
                <a:path w="180339" h="290195">
                  <a:moveTo>
                    <a:pt x="179927" y="289845"/>
                  </a:moveTo>
                  <a:lnTo>
                    <a:pt x="149447" y="289845"/>
                  </a:lnTo>
                  <a:lnTo>
                    <a:pt x="149447" y="166306"/>
                  </a:lnTo>
                  <a:lnTo>
                    <a:pt x="179927" y="166306"/>
                  </a:lnTo>
                  <a:lnTo>
                    <a:pt x="179927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2" name="object 11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49052" y="6048184"/>
            <a:ext cx="163163" cy="199834"/>
          </a:xfrm>
          <a:prstGeom prst="rect">
            <a:avLst/>
          </a:prstGeom>
        </p:spPr>
      </p:pic>
      <p:sp>
        <p:nvSpPr>
          <p:cNvPr id="113" name="object 113" descr=""/>
          <p:cNvSpPr/>
          <p:nvPr/>
        </p:nvSpPr>
        <p:spPr>
          <a:xfrm>
            <a:off x="4070222" y="5956744"/>
            <a:ext cx="41275" cy="287020"/>
          </a:xfrm>
          <a:custGeom>
            <a:avLst/>
            <a:gdLst/>
            <a:ahLst/>
            <a:cxnLst/>
            <a:rect l="l" t="t" r="r" b="b"/>
            <a:pathLst>
              <a:path w="41275" h="287020">
                <a:moveTo>
                  <a:pt x="25908" y="41148"/>
                </a:moveTo>
                <a:lnTo>
                  <a:pt x="15240" y="41148"/>
                </a:lnTo>
                <a:lnTo>
                  <a:pt x="10668" y="39624"/>
                </a:lnTo>
                <a:lnTo>
                  <a:pt x="3048" y="32004"/>
                </a:lnTo>
                <a:lnTo>
                  <a:pt x="0" y="27432"/>
                </a:lnTo>
                <a:lnTo>
                  <a:pt x="0" y="15240"/>
                </a:lnTo>
                <a:lnTo>
                  <a:pt x="6096" y="6096"/>
                </a:lnTo>
                <a:lnTo>
                  <a:pt x="15240" y="0"/>
                </a:lnTo>
                <a:lnTo>
                  <a:pt x="25908" y="0"/>
                </a:lnTo>
                <a:lnTo>
                  <a:pt x="32004" y="3048"/>
                </a:lnTo>
                <a:lnTo>
                  <a:pt x="39624" y="10668"/>
                </a:lnTo>
                <a:lnTo>
                  <a:pt x="41148" y="15240"/>
                </a:lnTo>
                <a:lnTo>
                  <a:pt x="41148" y="25908"/>
                </a:lnTo>
                <a:lnTo>
                  <a:pt x="39624" y="32004"/>
                </a:lnTo>
                <a:lnTo>
                  <a:pt x="35052" y="35052"/>
                </a:lnTo>
                <a:lnTo>
                  <a:pt x="32004" y="39624"/>
                </a:lnTo>
                <a:lnTo>
                  <a:pt x="25908" y="41148"/>
                </a:lnTo>
                <a:close/>
              </a:path>
              <a:path w="41275" h="287020">
                <a:moveTo>
                  <a:pt x="36576" y="286797"/>
                </a:moveTo>
                <a:lnTo>
                  <a:pt x="4572" y="286797"/>
                </a:lnTo>
                <a:lnTo>
                  <a:pt x="4572" y="91535"/>
                </a:lnTo>
                <a:lnTo>
                  <a:pt x="36576" y="91535"/>
                </a:lnTo>
                <a:lnTo>
                  <a:pt x="36576" y="2867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 descr=""/>
          <p:cNvGrpSpPr/>
          <p:nvPr/>
        </p:nvGrpSpPr>
        <p:grpSpPr>
          <a:xfrm>
            <a:off x="4169283" y="6043612"/>
            <a:ext cx="294640" cy="204470"/>
            <a:chOff x="4169283" y="6043612"/>
            <a:chExt cx="294640" cy="204470"/>
          </a:xfrm>
        </p:grpSpPr>
        <p:pic>
          <p:nvPicPr>
            <p:cNvPr id="115" name="object 11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69283" y="6043707"/>
              <a:ext cx="102203" cy="19983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92822" y="6043612"/>
              <a:ext cx="170783" cy="204406"/>
            </a:xfrm>
            <a:prstGeom prst="rect">
              <a:avLst/>
            </a:prstGeom>
          </p:spPr>
        </p:pic>
      </p:grpSp>
      <p:sp>
        <p:nvSpPr>
          <p:cNvPr id="117" name="object 117" descr=""/>
          <p:cNvSpPr/>
          <p:nvPr/>
        </p:nvSpPr>
        <p:spPr>
          <a:xfrm>
            <a:off x="4594764" y="5929217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5473"/>
                </a:moveTo>
                <a:lnTo>
                  <a:pt x="195262" y="355473"/>
                </a:lnTo>
                <a:lnTo>
                  <a:pt x="195262" y="35147"/>
                </a:lnTo>
                <a:lnTo>
                  <a:pt x="364521" y="35147"/>
                </a:lnTo>
                <a:lnTo>
                  <a:pt x="364521" y="64103"/>
                </a:lnTo>
                <a:lnTo>
                  <a:pt x="225742" y="64103"/>
                </a:lnTo>
                <a:lnTo>
                  <a:pt x="225742" y="289845"/>
                </a:lnTo>
                <a:lnTo>
                  <a:pt x="364521" y="289845"/>
                </a:lnTo>
                <a:lnTo>
                  <a:pt x="364521" y="317277"/>
                </a:lnTo>
                <a:lnTo>
                  <a:pt x="225742" y="317277"/>
                </a:lnTo>
                <a:lnTo>
                  <a:pt x="225742" y="355473"/>
                </a:lnTo>
                <a:close/>
              </a:path>
              <a:path w="365125" h="367664">
                <a:moveTo>
                  <a:pt x="364521" y="289845"/>
                </a:moveTo>
                <a:lnTo>
                  <a:pt x="334041" y="289845"/>
                </a:lnTo>
                <a:lnTo>
                  <a:pt x="334041" y="64103"/>
                </a:lnTo>
                <a:lnTo>
                  <a:pt x="364521" y="64103"/>
                </a:lnTo>
                <a:lnTo>
                  <a:pt x="364521" y="289845"/>
                </a:lnTo>
                <a:close/>
              </a:path>
              <a:path w="365125" h="367664">
                <a:moveTo>
                  <a:pt x="364521" y="355473"/>
                </a:moveTo>
                <a:lnTo>
                  <a:pt x="334041" y="355473"/>
                </a:lnTo>
                <a:lnTo>
                  <a:pt x="334041" y="317277"/>
                </a:lnTo>
                <a:lnTo>
                  <a:pt x="364521" y="317277"/>
                </a:lnTo>
                <a:lnTo>
                  <a:pt x="364521" y="355473"/>
                </a:lnTo>
                <a:close/>
              </a:path>
              <a:path w="365125" h="367664">
                <a:moveTo>
                  <a:pt x="15240" y="53435"/>
                </a:moveTo>
                <a:lnTo>
                  <a:pt x="13835" y="46575"/>
                </a:lnTo>
                <a:lnTo>
                  <a:pt x="12001" y="39707"/>
                </a:lnTo>
                <a:lnTo>
                  <a:pt x="9882" y="32821"/>
                </a:lnTo>
                <a:lnTo>
                  <a:pt x="7620" y="25908"/>
                </a:lnTo>
                <a:lnTo>
                  <a:pt x="46513" y="21645"/>
                </a:lnTo>
                <a:lnTo>
                  <a:pt x="85236" y="15811"/>
                </a:lnTo>
                <a:lnTo>
                  <a:pt x="123656" y="8548"/>
                </a:lnTo>
                <a:lnTo>
                  <a:pt x="161639" y="0"/>
                </a:lnTo>
                <a:lnTo>
                  <a:pt x="170783" y="27527"/>
                </a:lnTo>
                <a:lnTo>
                  <a:pt x="154543" y="30718"/>
                </a:lnTo>
                <a:lnTo>
                  <a:pt x="121491" y="36528"/>
                </a:lnTo>
                <a:lnTo>
                  <a:pt x="105311" y="39707"/>
                </a:lnTo>
                <a:lnTo>
                  <a:pt x="105251" y="44291"/>
                </a:lnTo>
                <a:lnTo>
                  <a:pt x="76295" y="44291"/>
                </a:lnTo>
                <a:lnTo>
                  <a:pt x="15240" y="53435"/>
                </a:lnTo>
                <a:close/>
              </a:path>
              <a:path w="365125" h="367664">
                <a:moveTo>
                  <a:pt x="105251" y="105251"/>
                </a:moveTo>
                <a:lnTo>
                  <a:pt x="76295" y="105251"/>
                </a:lnTo>
                <a:lnTo>
                  <a:pt x="76295" y="44291"/>
                </a:lnTo>
                <a:lnTo>
                  <a:pt x="105251" y="44291"/>
                </a:lnTo>
                <a:lnTo>
                  <a:pt x="105251" y="105251"/>
                </a:lnTo>
                <a:close/>
              </a:path>
              <a:path w="365125" h="367664">
                <a:moveTo>
                  <a:pt x="176879" y="131254"/>
                </a:moveTo>
                <a:lnTo>
                  <a:pt x="3048" y="131254"/>
                </a:lnTo>
                <a:lnTo>
                  <a:pt x="3048" y="105251"/>
                </a:lnTo>
                <a:lnTo>
                  <a:pt x="176879" y="105251"/>
                </a:lnTo>
                <a:lnTo>
                  <a:pt x="176879" y="131254"/>
                </a:lnTo>
                <a:close/>
              </a:path>
              <a:path w="365125" h="367664">
                <a:moveTo>
                  <a:pt x="15240" y="292893"/>
                </a:moveTo>
                <a:lnTo>
                  <a:pt x="11787" y="284868"/>
                </a:lnTo>
                <a:lnTo>
                  <a:pt x="8191" y="276701"/>
                </a:lnTo>
                <a:lnTo>
                  <a:pt x="4310" y="268247"/>
                </a:lnTo>
                <a:lnTo>
                  <a:pt x="0" y="259365"/>
                </a:lnTo>
                <a:lnTo>
                  <a:pt x="21469" y="229878"/>
                </a:lnTo>
                <a:lnTo>
                  <a:pt x="40243" y="198703"/>
                </a:lnTo>
                <a:lnTo>
                  <a:pt x="56444" y="165831"/>
                </a:lnTo>
                <a:lnTo>
                  <a:pt x="70199" y="131254"/>
                </a:lnTo>
                <a:lnTo>
                  <a:pt x="105251" y="131254"/>
                </a:lnTo>
                <a:lnTo>
                  <a:pt x="105251" y="180022"/>
                </a:lnTo>
                <a:lnTo>
                  <a:pt x="134774" y="180022"/>
                </a:lnTo>
                <a:lnTo>
                  <a:pt x="139833" y="184594"/>
                </a:lnTo>
                <a:lnTo>
                  <a:pt x="76295" y="184594"/>
                </a:lnTo>
                <a:lnTo>
                  <a:pt x="63969" y="212017"/>
                </a:lnTo>
                <a:lnTo>
                  <a:pt x="49768" y="239315"/>
                </a:lnTo>
                <a:lnTo>
                  <a:pt x="33566" y="266327"/>
                </a:lnTo>
                <a:lnTo>
                  <a:pt x="15240" y="292893"/>
                </a:lnTo>
                <a:close/>
              </a:path>
              <a:path w="365125" h="367664">
                <a:moveTo>
                  <a:pt x="134774" y="180022"/>
                </a:moveTo>
                <a:lnTo>
                  <a:pt x="105251" y="180022"/>
                </a:lnTo>
                <a:lnTo>
                  <a:pt x="118967" y="166306"/>
                </a:lnTo>
                <a:lnTo>
                  <a:pt x="133826" y="179165"/>
                </a:lnTo>
                <a:lnTo>
                  <a:pt x="134774" y="180022"/>
                </a:lnTo>
                <a:close/>
              </a:path>
              <a:path w="365125" h="367664">
                <a:moveTo>
                  <a:pt x="105251" y="367665"/>
                </a:moveTo>
                <a:lnTo>
                  <a:pt x="76295" y="367665"/>
                </a:lnTo>
                <a:lnTo>
                  <a:pt x="76295" y="184594"/>
                </a:lnTo>
                <a:lnTo>
                  <a:pt x="139833" y="184594"/>
                </a:lnTo>
                <a:lnTo>
                  <a:pt x="144891" y="189166"/>
                </a:lnTo>
                <a:lnTo>
                  <a:pt x="105251" y="189166"/>
                </a:lnTo>
                <a:lnTo>
                  <a:pt x="105251" y="367665"/>
                </a:lnTo>
                <a:close/>
              </a:path>
              <a:path w="365125" h="367664">
                <a:moveTo>
                  <a:pt x="155543" y="244125"/>
                </a:moveTo>
                <a:lnTo>
                  <a:pt x="143827" y="230354"/>
                </a:lnTo>
                <a:lnTo>
                  <a:pt x="131540" y="216610"/>
                </a:lnTo>
                <a:lnTo>
                  <a:pt x="118681" y="202883"/>
                </a:lnTo>
                <a:lnTo>
                  <a:pt x="105251" y="189166"/>
                </a:lnTo>
                <a:lnTo>
                  <a:pt x="144891" y="189166"/>
                </a:lnTo>
                <a:lnTo>
                  <a:pt x="148685" y="192595"/>
                </a:lnTo>
                <a:lnTo>
                  <a:pt x="163544" y="206597"/>
                </a:lnTo>
                <a:lnTo>
                  <a:pt x="178403" y="221170"/>
                </a:lnTo>
                <a:lnTo>
                  <a:pt x="155543" y="2441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5116353" y="5956744"/>
            <a:ext cx="40005" cy="287020"/>
          </a:xfrm>
          <a:custGeom>
            <a:avLst/>
            <a:gdLst/>
            <a:ahLst/>
            <a:cxnLst/>
            <a:rect l="l" t="t" r="r" b="b"/>
            <a:pathLst>
              <a:path w="40004" h="287020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5052" y="6096"/>
                </a:lnTo>
                <a:lnTo>
                  <a:pt x="38100" y="10668"/>
                </a:lnTo>
                <a:lnTo>
                  <a:pt x="39624" y="15240"/>
                </a:lnTo>
                <a:lnTo>
                  <a:pt x="39624" y="25908"/>
                </a:lnTo>
                <a:lnTo>
                  <a:pt x="38100" y="32004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0004" h="287020">
                <a:moveTo>
                  <a:pt x="35052" y="286702"/>
                </a:moveTo>
                <a:lnTo>
                  <a:pt x="3048" y="286702"/>
                </a:lnTo>
                <a:lnTo>
                  <a:pt x="3048" y="91440"/>
                </a:lnTo>
                <a:lnTo>
                  <a:pt x="35052" y="91440"/>
                </a:lnTo>
                <a:lnTo>
                  <a:pt x="35052" y="2867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9" name="object 1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15509" y="6043612"/>
            <a:ext cx="161639" cy="199834"/>
          </a:xfrm>
          <a:prstGeom prst="rect">
            <a:avLst/>
          </a:prstGeom>
        </p:spPr>
      </p:pic>
      <p:pic>
        <p:nvPicPr>
          <p:cNvPr id="120" name="object 1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22868" y="6043612"/>
            <a:ext cx="147923" cy="204406"/>
          </a:xfrm>
          <a:prstGeom prst="rect">
            <a:avLst/>
          </a:prstGeom>
        </p:spPr>
      </p:pic>
      <p:sp>
        <p:nvSpPr>
          <p:cNvPr id="121" name="object 121" descr=""/>
          <p:cNvSpPr/>
          <p:nvPr/>
        </p:nvSpPr>
        <p:spPr>
          <a:xfrm>
            <a:off x="5615940" y="5952744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2" name="object 1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708046" y="6048184"/>
            <a:ext cx="161639" cy="199834"/>
          </a:xfrm>
          <a:prstGeom prst="rect">
            <a:avLst/>
          </a:prstGeom>
        </p:spPr>
      </p:pic>
      <p:sp>
        <p:nvSpPr>
          <p:cNvPr id="123" name="object 123" descr=""/>
          <p:cNvSpPr/>
          <p:nvPr/>
        </p:nvSpPr>
        <p:spPr>
          <a:xfrm>
            <a:off x="5920073" y="5953601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39">
                <a:moveTo>
                  <a:pt x="179927" y="120586"/>
                </a:moveTo>
                <a:lnTo>
                  <a:pt x="149447" y="120586"/>
                </a:lnTo>
                <a:lnTo>
                  <a:pt x="149447" y="0"/>
                </a:lnTo>
                <a:lnTo>
                  <a:pt x="179927" y="0"/>
                </a:lnTo>
                <a:lnTo>
                  <a:pt x="179927" y="120586"/>
                </a:lnTo>
                <a:close/>
              </a:path>
              <a:path w="180339" h="294639">
                <a:moveTo>
                  <a:pt x="80772" y="294417"/>
                </a:moveTo>
                <a:lnTo>
                  <a:pt x="34266" y="279630"/>
                </a:lnTo>
                <a:lnTo>
                  <a:pt x="5715" y="237255"/>
                </a:lnTo>
                <a:lnTo>
                  <a:pt x="0" y="196786"/>
                </a:lnTo>
                <a:lnTo>
                  <a:pt x="1452" y="173926"/>
                </a:lnTo>
                <a:lnTo>
                  <a:pt x="13501" y="135064"/>
                </a:lnTo>
                <a:lnTo>
                  <a:pt x="53149" y="97071"/>
                </a:lnTo>
                <a:lnTo>
                  <a:pt x="89916" y="90011"/>
                </a:lnTo>
                <a:lnTo>
                  <a:pt x="108235" y="91989"/>
                </a:lnTo>
                <a:lnTo>
                  <a:pt x="124098" y="97833"/>
                </a:lnTo>
                <a:lnTo>
                  <a:pt x="137372" y="107410"/>
                </a:lnTo>
                <a:lnTo>
                  <a:pt x="144262" y="116014"/>
                </a:lnTo>
                <a:lnTo>
                  <a:pt x="92964" y="116014"/>
                </a:lnTo>
                <a:lnTo>
                  <a:pt x="79843" y="117419"/>
                </a:lnTo>
                <a:lnTo>
                  <a:pt x="41648" y="148756"/>
                </a:lnTo>
                <a:lnTo>
                  <a:pt x="32004" y="195262"/>
                </a:lnTo>
                <a:lnTo>
                  <a:pt x="33099" y="211367"/>
                </a:lnTo>
                <a:lnTo>
                  <a:pt x="47244" y="248697"/>
                </a:lnTo>
                <a:lnTo>
                  <a:pt x="89916" y="268509"/>
                </a:lnTo>
                <a:lnTo>
                  <a:pt x="139272" y="268509"/>
                </a:lnTo>
                <a:lnTo>
                  <a:pt x="135944" y="273200"/>
                </a:lnTo>
                <a:lnTo>
                  <a:pt x="120669" y="285083"/>
                </a:lnTo>
                <a:lnTo>
                  <a:pt x="102234" y="292107"/>
                </a:lnTo>
                <a:lnTo>
                  <a:pt x="80772" y="294417"/>
                </a:lnTo>
                <a:close/>
              </a:path>
              <a:path w="180339" h="294639">
                <a:moveTo>
                  <a:pt x="139272" y="268509"/>
                </a:moveTo>
                <a:lnTo>
                  <a:pt x="89916" y="268509"/>
                </a:lnTo>
                <a:lnTo>
                  <a:pt x="102813" y="267342"/>
                </a:lnTo>
                <a:lnTo>
                  <a:pt x="114157" y="263747"/>
                </a:lnTo>
                <a:lnTo>
                  <a:pt x="145065" y="227921"/>
                </a:lnTo>
                <a:lnTo>
                  <a:pt x="149447" y="201358"/>
                </a:lnTo>
                <a:lnTo>
                  <a:pt x="149447" y="172402"/>
                </a:lnTo>
                <a:lnTo>
                  <a:pt x="134207" y="132778"/>
                </a:lnTo>
                <a:lnTo>
                  <a:pt x="92964" y="116014"/>
                </a:lnTo>
                <a:lnTo>
                  <a:pt x="144262" y="116014"/>
                </a:lnTo>
                <a:lnTo>
                  <a:pt x="147923" y="120586"/>
                </a:lnTo>
                <a:lnTo>
                  <a:pt x="179927" y="120586"/>
                </a:lnTo>
                <a:lnTo>
                  <a:pt x="179927" y="256317"/>
                </a:lnTo>
                <a:lnTo>
                  <a:pt x="147923" y="256317"/>
                </a:lnTo>
                <a:lnTo>
                  <a:pt x="139272" y="268509"/>
                </a:lnTo>
                <a:close/>
              </a:path>
              <a:path w="180339" h="294639">
                <a:moveTo>
                  <a:pt x="179927" y="289845"/>
                </a:moveTo>
                <a:lnTo>
                  <a:pt x="149447" y="289845"/>
                </a:lnTo>
                <a:lnTo>
                  <a:pt x="149447" y="256317"/>
                </a:lnTo>
                <a:lnTo>
                  <a:pt x="179927" y="256317"/>
                </a:lnTo>
                <a:lnTo>
                  <a:pt x="179927" y="2898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4" name="object 1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50292" y="6043612"/>
            <a:ext cx="170878" cy="204406"/>
          </a:xfrm>
          <a:prstGeom prst="rect">
            <a:avLst/>
          </a:prstGeom>
        </p:spPr>
      </p:pic>
      <p:sp>
        <p:nvSpPr>
          <p:cNvPr id="125" name="object 125" descr=""/>
          <p:cNvSpPr/>
          <p:nvPr/>
        </p:nvSpPr>
        <p:spPr>
          <a:xfrm>
            <a:off x="6371463" y="5947505"/>
            <a:ext cx="102235" cy="363220"/>
          </a:xfrm>
          <a:custGeom>
            <a:avLst/>
            <a:gdLst/>
            <a:ahLst/>
            <a:cxnLst/>
            <a:rect l="l" t="t" r="r" b="b"/>
            <a:pathLst>
              <a:path w="102235" h="363220">
                <a:moveTo>
                  <a:pt x="33527" y="363092"/>
                </a:moveTo>
                <a:lnTo>
                  <a:pt x="0" y="363092"/>
                </a:lnTo>
                <a:lnTo>
                  <a:pt x="30003" y="322459"/>
                </a:lnTo>
                <a:lnTo>
                  <a:pt x="51434" y="278415"/>
                </a:lnTo>
                <a:lnTo>
                  <a:pt x="64293" y="230942"/>
                </a:lnTo>
                <a:lnTo>
                  <a:pt x="68579" y="180022"/>
                </a:lnTo>
                <a:lnTo>
                  <a:pt x="64317" y="130221"/>
                </a:lnTo>
                <a:lnTo>
                  <a:pt x="51625" y="83724"/>
                </a:lnTo>
                <a:lnTo>
                  <a:pt x="30646" y="40371"/>
                </a:lnTo>
                <a:lnTo>
                  <a:pt x="1523" y="0"/>
                </a:lnTo>
                <a:lnTo>
                  <a:pt x="33527" y="0"/>
                </a:lnTo>
                <a:lnTo>
                  <a:pt x="63546" y="38870"/>
                </a:lnTo>
                <a:lnTo>
                  <a:pt x="85010" y="82010"/>
                </a:lnTo>
                <a:lnTo>
                  <a:pt x="97902" y="129150"/>
                </a:lnTo>
                <a:lnTo>
                  <a:pt x="102203" y="180022"/>
                </a:lnTo>
                <a:lnTo>
                  <a:pt x="97902" y="231799"/>
                </a:lnTo>
                <a:lnTo>
                  <a:pt x="85010" y="279558"/>
                </a:lnTo>
                <a:lnTo>
                  <a:pt x="63546" y="323317"/>
                </a:lnTo>
                <a:lnTo>
                  <a:pt x="33527" y="3630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6" name="object 1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45356" y="6633971"/>
            <a:ext cx="96107" cy="96107"/>
          </a:xfrm>
          <a:prstGeom prst="rect">
            <a:avLst/>
          </a:prstGeom>
        </p:spPr>
      </p:pic>
      <p:sp>
        <p:nvSpPr>
          <p:cNvPr id="127" name="object 127" descr=""/>
          <p:cNvSpPr/>
          <p:nvPr/>
        </p:nvSpPr>
        <p:spPr>
          <a:xfrm>
            <a:off x="1303686" y="6505861"/>
            <a:ext cx="367665" cy="352425"/>
          </a:xfrm>
          <a:custGeom>
            <a:avLst/>
            <a:gdLst/>
            <a:ahLst/>
            <a:cxnLst/>
            <a:rect l="l" t="t" r="r" b="b"/>
            <a:pathLst>
              <a:path w="367664" h="352425">
                <a:moveTo>
                  <a:pt x="367569" y="27432"/>
                </a:moveTo>
                <a:lnTo>
                  <a:pt x="0" y="27432"/>
                </a:lnTo>
                <a:lnTo>
                  <a:pt x="0" y="0"/>
                </a:lnTo>
                <a:lnTo>
                  <a:pt x="367569" y="0"/>
                </a:lnTo>
                <a:lnTo>
                  <a:pt x="367569" y="27432"/>
                </a:lnTo>
                <a:close/>
              </a:path>
              <a:path w="367664" h="352425">
                <a:moveTo>
                  <a:pt x="172402" y="77819"/>
                </a:moveTo>
                <a:lnTo>
                  <a:pt x="141827" y="77819"/>
                </a:lnTo>
                <a:lnTo>
                  <a:pt x="146390" y="64333"/>
                </a:lnTo>
                <a:lnTo>
                  <a:pt x="150828" y="51446"/>
                </a:lnTo>
                <a:lnTo>
                  <a:pt x="154980" y="39149"/>
                </a:lnTo>
                <a:lnTo>
                  <a:pt x="158686" y="27432"/>
                </a:lnTo>
                <a:lnTo>
                  <a:pt x="193738" y="27432"/>
                </a:lnTo>
                <a:lnTo>
                  <a:pt x="189118" y="38291"/>
                </a:lnTo>
                <a:lnTo>
                  <a:pt x="184213" y="50303"/>
                </a:lnTo>
                <a:lnTo>
                  <a:pt x="178736" y="63476"/>
                </a:lnTo>
                <a:lnTo>
                  <a:pt x="172402" y="77819"/>
                </a:lnTo>
                <a:close/>
              </a:path>
              <a:path w="367664" h="352425">
                <a:moveTo>
                  <a:pt x="48863" y="352329"/>
                </a:moveTo>
                <a:lnTo>
                  <a:pt x="19907" y="352329"/>
                </a:lnTo>
                <a:lnTo>
                  <a:pt x="19907" y="77819"/>
                </a:lnTo>
                <a:lnTo>
                  <a:pt x="346233" y="77819"/>
                </a:lnTo>
                <a:lnTo>
                  <a:pt x="346233" y="103727"/>
                </a:lnTo>
                <a:lnTo>
                  <a:pt x="48863" y="103727"/>
                </a:lnTo>
                <a:lnTo>
                  <a:pt x="48863" y="305085"/>
                </a:lnTo>
                <a:lnTo>
                  <a:pt x="346233" y="305085"/>
                </a:lnTo>
                <a:lnTo>
                  <a:pt x="346233" y="330993"/>
                </a:lnTo>
                <a:lnTo>
                  <a:pt x="48863" y="330993"/>
                </a:lnTo>
                <a:lnTo>
                  <a:pt x="48863" y="352329"/>
                </a:lnTo>
                <a:close/>
              </a:path>
              <a:path w="367664" h="352425">
                <a:moveTo>
                  <a:pt x="138779" y="305085"/>
                </a:moveTo>
                <a:lnTo>
                  <a:pt x="111347" y="305085"/>
                </a:lnTo>
                <a:lnTo>
                  <a:pt x="111347" y="103727"/>
                </a:lnTo>
                <a:lnTo>
                  <a:pt x="138779" y="103727"/>
                </a:lnTo>
                <a:lnTo>
                  <a:pt x="138779" y="154019"/>
                </a:lnTo>
                <a:lnTo>
                  <a:pt x="254698" y="154019"/>
                </a:lnTo>
                <a:lnTo>
                  <a:pt x="254698" y="178498"/>
                </a:lnTo>
                <a:lnTo>
                  <a:pt x="138779" y="178498"/>
                </a:lnTo>
                <a:lnTo>
                  <a:pt x="138779" y="230314"/>
                </a:lnTo>
                <a:lnTo>
                  <a:pt x="254698" y="230314"/>
                </a:lnTo>
                <a:lnTo>
                  <a:pt x="254698" y="254698"/>
                </a:lnTo>
                <a:lnTo>
                  <a:pt x="138779" y="254698"/>
                </a:lnTo>
                <a:lnTo>
                  <a:pt x="138779" y="305085"/>
                </a:lnTo>
                <a:close/>
              </a:path>
              <a:path w="367664" h="352425">
                <a:moveTo>
                  <a:pt x="254698" y="154019"/>
                </a:moveTo>
                <a:lnTo>
                  <a:pt x="227266" y="154019"/>
                </a:lnTo>
                <a:lnTo>
                  <a:pt x="227266" y="103727"/>
                </a:lnTo>
                <a:lnTo>
                  <a:pt x="254698" y="103727"/>
                </a:lnTo>
                <a:lnTo>
                  <a:pt x="254698" y="154019"/>
                </a:lnTo>
                <a:close/>
              </a:path>
              <a:path w="367664" h="352425">
                <a:moveTo>
                  <a:pt x="346233" y="305085"/>
                </a:moveTo>
                <a:lnTo>
                  <a:pt x="317277" y="305085"/>
                </a:lnTo>
                <a:lnTo>
                  <a:pt x="317277" y="103727"/>
                </a:lnTo>
                <a:lnTo>
                  <a:pt x="346233" y="103727"/>
                </a:lnTo>
                <a:lnTo>
                  <a:pt x="346233" y="305085"/>
                </a:lnTo>
                <a:close/>
              </a:path>
              <a:path w="367664" h="352425">
                <a:moveTo>
                  <a:pt x="254698" y="230314"/>
                </a:moveTo>
                <a:lnTo>
                  <a:pt x="227266" y="230314"/>
                </a:lnTo>
                <a:lnTo>
                  <a:pt x="227266" y="178498"/>
                </a:lnTo>
                <a:lnTo>
                  <a:pt x="254698" y="178498"/>
                </a:lnTo>
                <a:lnTo>
                  <a:pt x="254698" y="230314"/>
                </a:lnTo>
                <a:close/>
              </a:path>
              <a:path w="367664" h="352425">
                <a:moveTo>
                  <a:pt x="254698" y="305085"/>
                </a:moveTo>
                <a:lnTo>
                  <a:pt x="227266" y="305085"/>
                </a:lnTo>
                <a:lnTo>
                  <a:pt x="227266" y="254698"/>
                </a:lnTo>
                <a:lnTo>
                  <a:pt x="254698" y="254698"/>
                </a:lnTo>
                <a:lnTo>
                  <a:pt x="254698" y="305085"/>
                </a:lnTo>
                <a:close/>
              </a:path>
              <a:path w="367664" h="352425">
                <a:moveTo>
                  <a:pt x="346233" y="352329"/>
                </a:moveTo>
                <a:lnTo>
                  <a:pt x="317277" y="352329"/>
                </a:lnTo>
                <a:lnTo>
                  <a:pt x="317277" y="330993"/>
                </a:lnTo>
                <a:lnTo>
                  <a:pt x="346233" y="330993"/>
                </a:lnTo>
                <a:lnTo>
                  <a:pt x="346233" y="3523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1716963" y="6481483"/>
            <a:ext cx="2701290" cy="378460"/>
          </a:xfrm>
          <a:custGeom>
            <a:avLst/>
            <a:gdLst/>
            <a:ahLst/>
            <a:cxnLst/>
            <a:rect l="l" t="t" r="r" b="b"/>
            <a:pathLst>
              <a:path w="2701290" h="378459">
                <a:moveTo>
                  <a:pt x="240995" y="143344"/>
                </a:moveTo>
                <a:lnTo>
                  <a:pt x="212039" y="143344"/>
                </a:lnTo>
                <a:lnTo>
                  <a:pt x="212039" y="170776"/>
                </a:lnTo>
                <a:lnTo>
                  <a:pt x="212039" y="250126"/>
                </a:lnTo>
                <a:lnTo>
                  <a:pt x="111353" y="250126"/>
                </a:lnTo>
                <a:lnTo>
                  <a:pt x="111353" y="170776"/>
                </a:lnTo>
                <a:lnTo>
                  <a:pt x="212039" y="170776"/>
                </a:lnTo>
                <a:lnTo>
                  <a:pt x="212039" y="143344"/>
                </a:lnTo>
                <a:lnTo>
                  <a:pt x="82397" y="143344"/>
                </a:lnTo>
                <a:lnTo>
                  <a:pt x="82397" y="303466"/>
                </a:lnTo>
                <a:lnTo>
                  <a:pt x="111353" y="303466"/>
                </a:lnTo>
                <a:lnTo>
                  <a:pt x="111353" y="277558"/>
                </a:lnTo>
                <a:lnTo>
                  <a:pt x="240995" y="277558"/>
                </a:lnTo>
                <a:lnTo>
                  <a:pt x="240995" y="250126"/>
                </a:lnTo>
                <a:lnTo>
                  <a:pt x="240995" y="170776"/>
                </a:lnTo>
                <a:lnTo>
                  <a:pt x="240995" y="143344"/>
                </a:lnTo>
                <a:close/>
              </a:path>
              <a:path w="2701290" h="378459">
                <a:moveTo>
                  <a:pt x="323380" y="59436"/>
                </a:moveTo>
                <a:lnTo>
                  <a:pt x="144881" y="59436"/>
                </a:lnTo>
                <a:lnTo>
                  <a:pt x="149491" y="47713"/>
                </a:lnTo>
                <a:lnTo>
                  <a:pt x="154266" y="35433"/>
                </a:lnTo>
                <a:lnTo>
                  <a:pt x="159321" y="22567"/>
                </a:lnTo>
                <a:lnTo>
                  <a:pt x="164795" y="9144"/>
                </a:lnTo>
                <a:lnTo>
                  <a:pt x="131165" y="0"/>
                </a:lnTo>
                <a:lnTo>
                  <a:pt x="126593" y="15709"/>
                </a:lnTo>
                <a:lnTo>
                  <a:pt x="122021" y="30861"/>
                </a:lnTo>
                <a:lnTo>
                  <a:pt x="117449" y="45427"/>
                </a:lnTo>
                <a:lnTo>
                  <a:pt x="112877" y="59436"/>
                </a:lnTo>
                <a:lnTo>
                  <a:pt x="0" y="59436"/>
                </a:lnTo>
                <a:lnTo>
                  <a:pt x="0" y="373672"/>
                </a:lnTo>
                <a:lnTo>
                  <a:pt x="30581" y="373672"/>
                </a:lnTo>
                <a:lnTo>
                  <a:pt x="30581" y="88392"/>
                </a:lnTo>
                <a:lnTo>
                  <a:pt x="294424" y="88392"/>
                </a:lnTo>
                <a:lnTo>
                  <a:pt x="294424" y="321843"/>
                </a:lnTo>
                <a:lnTo>
                  <a:pt x="293001" y="331851"/>
                </a:lnTo>
                <a:lnTo>
                  <a:pt x="288848" y="338988"/>
                </a:lnTo>
                <a:lnTo>
                  <a:pt x="282130" y="343281"/>
                </a:lnTo>
                <a:lnTo>
                  <a:pt x="272999" y="344703"/>
                </a:lnTo>
                <a:lnTo>
                  <a:pt x="260972" y="344449"/>
                </a:lnTo>
                <a:lnTo>
                  <a:pt x="247662" y="343750"/>
                </a:lnTo>
                <a:lnTo>
                  <a:pt x="216611" y="341655"/>
                </a:lnTo>
                <a:lnTo>
                  <a:pt x="218630" y="349618"/>
                </a:lnTo>
                <a:lnTo>
                  <a:pt x="220230" y="357276"/>
                </a:lnTo>
                <a:lnTo>
                  <a:pt x="222707" y="370611"/>
                </a:lnTo>
                <a:lnTo>
                  <a:pt x="239039" y="371500"/>
                </a:lnTo>
                <a:lnTo>
                  <a:pt x="253949" y="371944"/>
                </a:lnTo>
                <a:lnTo>
                  <a:pt x="267703" y="372122"/>
                </a:lnTo>
                <a:lnTo>
                  <a:pt x="280619" y="372135"/>
                </a:lnTo>
                <a:lnTo>
                  <a:pt x="299554" y="369328"/>
                </a:lnTo>
                <a:lnTo>
                  <a:pt x="312889" y="361086"/>
                </a:lnTo>
                <a:lnTo>
                  <a:pt x="320789" y="347713"/>
                </a:lnTo>
                <a:lnTo>
                  <a:pt x="321208" y="344703"/>
                </a:lnTo>
                <a:lnTo>
                  <a:pt x="323380" y="329463"/>
                </a:lnTo>
                <a:lnTo>
                  <a:pt x="323380" y="88392"/>
                </a:lnTo>
                <a:lnTo>
                  <a:pt x="323380" y="59436"/>
                </a:lnTo>
                <a:close/>
              </a:path>
              <a:path w="2701290" h="378459">
                <a:moveTo>
                  <a:pt x="544461" y="311188"/>
                </a:moveTo>
                <a:lnTo>
                  <a:pt x="505726" y="254698"/>
                </a:lnTo>
                <a:lnTo>
                  <a:pt x="499237" y="245287"/>
                </a:lnTo>
                <a:lnTo>
                  <a:pt x="483501" y="222694"/>
                </a:lnTo>
                <a:lnTo>
                  <a:pt x="495515" y="193649"/>
                </a:lnTo>
                <a:lnTo>
                  <a:pt x="498068" y="187490"/>
                </a:lnTo>
                <a:lnTo>
                  <a:pt x="509790" y="150596"/>
                </a:lnTo>
                <a:lnTo>
                  <a:pt x="518642" y="111975"/>
                </a:lnTo>
                <a:lnTo>
                  <a:pt x="524649" y="71628"/>
                </a:lnTo>
                <a:lnTo>
                  <a:pt x="524649" y="44196"/>
                </a:lnTo>
                <a:lnTo>
                  <a:pt x="373672" y="44196"/>
                </a:lnTo>
                <a:lnTo>
                  <a:pt x="373672" y="73152"/>
                </a:lnTo>
                <a:lnTo>
                  <a:pt x="494169" y="73152"/>
                </a:lnTo>
                <a:lnTo>
                  <a:pt x="489851" y="104876"/>
                </a:lnTo>
                <a:lnTo>
                  <a:pt x="483692" y="135724"/>
                </a:lnTo>
                <a:lnTo>
                  <a:pt x="475513" y="165404"/>
                </a:lnTo>
                <a:lnTo>
                  <a:pt x="465213" y="193649"/>
                </a:lnTo>
                <a:lnTo>
                  <a:pt x="433158" y="147739"/>
                </a:lnTo>
                <a:lnTo>
                  <a:pt x="417118" y="124421"/>
                </a:lnTo>
                <a:lnTo>
                  <a:pt x="401104" y="100672"/>
                </a:lnTo>
                <a:lnTo>
                  <a:pt x="378244" y="115925"/>
                </a:lnTo>
                <a:lnTo>
                  <a:pt x="396290" y="143357"/>
                </a:lnTo>
                <a:lnTo>
                  <a:pt x="431863" y="198259"/>
                </a:lnTo>
                <a:lnTo>
                  <a:pt x="449973" y="225742"/>
                </a:lnTo>
                <a:lnTo>
                  <a:pt x="432485" y="255765"/>
                </a:lnTo>
                <a:lnTo>
                  <a:pt x="412165" y="284238"/>
                </a:lnTo>
                <a:lnTo>
                  <a:pt x="389102" y="311188"/>
                </a:lnTo>
                <a:lnTo>
                  <a:pt x="363004" y="337096"/>
                </a:lnTo>
                <a:lnTo>
                  <a:pt x="368427" y="344805"/>
                </a:lnTo>
                <a:lnTo>
                  <a:pt x="373291" y="351955"/>
                </a:lnTo>
                <a:lnTo>
                  <a:pt x="377571" y="358521"/>
                </a:lnTo>
                <a:lnTo>
                  <a:pt x="381292" y="364528"/>
                </a:lnTo>
                <a:lnTo>
                  <a:pt x="406336" y="339763"/>
                </a:lnTo>
                <a:lnTo>
                  <a:pt x="429348" y="313042"/>
                </a:lnTo>
                <a:lnTo>
                  <a:pt x="449948" y="284721"/>
                </a:lnTo>
                <a:lnTo>
                  <a:pt x="468261" y="254698"/>
                </a:lnTo>
                <a:lnTo>
                  <a:pt x="480593" y="273240"/>
                </a:lnTo>
                <a:lnTo>
                  <a:pt x="504685" y="310934"/>
                </a:lnTo>
                <a:lnTo>
                  <a:pt x="517029" y="329476"/>
                </a:lnTo>
                <a:lnTo>
                  <a:pt x="544461" y="311188"/>
                </a:lnTo>
                <a:close/>
              </a:path>
              <a:path w="2701290" h="378459">
                <a:moveTo>
                  <a:pt x="626846" y="236410"/>
                </a:moveTo>
                <a:lnTo>
                  <a:pt x="613994" y="214655"/>
                </a:lnTo>
                <a:lnTo>
                  <a:pt x="600557" y="192735"/>
                </a:lnTo>
                <a:lnTo>
                  <a:pt x="586562" y="170535"/>
                </a:lnTo>
                <a:lnTo>
                  <a:pt x="571982" y="147929"/>
                </a:lnTo>
                <a:lnTo>
                  <a:pt x="547509" y="163169"/>
                </a:lnTo>
                <a:lnTo>
                  <a:pt x="560946" y="185991"/>
                </a:lnTo>
                <a:lnTo>
                  <a:pt x="573836" y="208546"/>
                </a:lnTo>
                <a:lnTo>
                  <a:pt x="586155" y="230543"/>
                </a:lnTo>
                <a:lnTo>
                  <a:pt x="597890" y="251650"/>
                </a:lnTo>
                <a:lnTo>
                  <a:pt x="626846" y="236410"/>
                </a:lnTo>
                <a:close/>
              </a:path>
              <a:path w="2701290" h="378459">
                <a:moveTo>
                  <a:pt x="745820" y="85344"/>
                </a:moveTo>
                <a:lnTo>
                  <a:pt x="698474" y="85344"/>
                </a:lnTo>
                <a:lnTo>
                  <a:pt x="698474" y="3048"/>
                </a:lnTo>
                <a:lnTo>
                  <a:pt x="667994" y="3048"/>
                </a:lnTo>
                <a:lnTo>
                  <a:pt x="667994" y="85344"/>
                </a:lnTo>
                <a:lnTo>
                  <a:pt x="539889" y="85344"/>
                </a:lnTo>
                <a:lnTo>
                  <a:pt x="539889" y="114401"/>
                </a:lnTo>
                <a:lnTo>
                  <a:pt x="667994" y="114401"/>
                </a:lnTo>
                <a:lnTo>
                  <a:pt x="667994" y="309664"/>
                </a:lnTo>
                <a:lnTo>
                  <a:pt x="666038" y="322541"/>
                </a:lnTo>
                <a:lnTo>
                  <a:pt x="660374" y="331571"/>
                </a:lnTo>
                <a:lnTo>
                  <a:pt x="651281" y="336880"/>
                </a:lnTo>
                <a:lnTo>
                  <a:pt x="639038" y="338620"/>
                </a:lnTo>
                <a:lnTo>
                  <a:pt x="627849" y="338353"/>
                </a:lnTo>
                <a:lnTo>
                  <a:pt x="614654" y="337667"/>
                </a:lnTo>
                <a:lnTo>
                  <a:pt x="581126" y="335572"/>
                </a:lnTo>
                <a:lnTo>
                  <a:pt x="583145" y="345541"/>
                </a:lnTo>
                <a:lnTo>
                  <a:pt x="584746" y="354812"/>
                </a:lnTo>
                <a:lnTo>
                  <a:pt x="587222" y="370624"/>
                </a:lnTo>
                <a:lnTo>
                  <a:pt x="643610" y="370624"/>
                </a:lnTo>
                <a:lnTo>
                  <a:pt x="684758" y="356908"/>
                </a:lnTo>
                <a:lnTo>
                  <a:pt x="698474" y="315760"/>
                </a:lnTo>
                <a:lnTo>
                  <a:pt x="698474" y="114401"/>
                </a:lnTo>
                <a:lnTo>
                  <a:pt x="745820" y="114401"/>
                </a:lnTo>
                <a:lnTo>
                  <a:pt x="745820" y="85344"/>
                </a:lnTo>
                <a:close/>
              </a:path>
              <a:path w="2701290" h="378459">
                <a:moveTo>
                  <a:pt x="1136243" y="334048"/>
                </a:moveTo>
                <a:lnTo>
                  <a:pt x="1102182" y="319506"/>
                </a:lnTo>
                <a:lnTo>
                  <a:pt x="1073289" y="298945"/>
                </a:lnTo>
                <a:lnTo>
                  <a:pt x="1049566" y="272669"/>
                </a:lnTo>
                <a:lnTo>
                  <a:pt x="1036358" y="250126"/>
                </a:lnTo>
                <a:lnTo>
                  <a:pt x="1030986" y="240982"/>
                </a:lnTo>
                <a:lnTo>
                  <a:pt x="1050353" y="234886"/>
                </a:lnTo>
                <a:lnTo>
                  <a:pt x="1067371" y="229362"/>
                </a:lnTo>
                <a:lnTo>
                  <a:pt x="1085215" y="223189"/>
                </a:lnTo>
                <a:lnTo>
                  <a:pt x="1102626" y="216598"/>
                </a:lnTo>
                <a:lnTo>
                  <a:pt x="1087386" y="192112"/>
                </a:lnTo>
                <a:lnTo>
                  <a:pt x="1061643" y="203555"/>
                </a:lnTo>
                <a:lnTo>
                  <a:pt x="1034605" y="214680"/>
                </a:lnTo>
                <a:lnTo>
                  <a:pt x="1006119" y="225221"/>
                </a:lnTo>
                <a:lnTo>
                  <a:pt x="976033" y="234886"/>
                </a:lnTo>
                <a:lnTo>
                  <a:pt x="974039" y="231838"/>
                </a:lnTo>
                <a:lnTo>
                  <a:pt x="967816" y="222338"/>
                </a:lnTo>
                <a:lnTo>
                  <a:pt x="957173" y="209918"/>
                </a:lnTo>
                <a:lnTo>
                  <a:pt x="948258" y="201358"/>
                </a:lnTo>
                <a:lnTo>
                  <a:pt x="944524" y="197764"/>
                </a:lnTo>
                <a:lnTo>
                  <a:pt x="930313" y="186016"/>
                </a:lnTo>
                <a:lnTo>
                  <a:pt x="933361" y="181444"/>
                </a:lnTo>
                <a:lnTo>
                  <a:pt x="939457" y="175348"/>
                </a:lnTo>
                <a:lnTo>
                  <a:pt x="1079754" y="175348"/>
                </a:lnTo>
                <a:lnTo>
                  <a:pt x="1079754" y="184492"/>
                </a:lnTo>
                <a:lnTo>
                  <a:pt x="1105674" y="184492"/>
                </a:lnTo>
                <a:lnTo>
                  <a:pt x="1105674" y="89916"/>
                </a:lnTo>
                <a:lnTo>
                  <a:pt x="1079754" y="89916"/>
                </a:lnTo>
                <a:lnTo>
                  <a:pt x="1079754" y="114388"/>
                </a:lnTo>
                <a:lnTo>
                  <a:pt x="1079754" y="150964"/>
                </a:lnTo>
                <a:lnTo>
                  <a:pt x="956221" y="150964"/>
                </a:lnTo>
                <a:lnTo>
                  <a:pt x="959624" y="142684"/>
                </a:lnTo>
                <a:lnTo>
                  <a:pt x="962888" y="133819"/>
                </a:lnTo>
                <a:lnTo>
                  <a:pt x="965860" y="124396"/>
                </a:lnTo>
                <a:lnTo>
                  <a:pt x="968413" y="114388"/>
                </a:lnTo>
                <a:lnTo>
                  <a:pt x="1079754" y="114388"/>
                </a:lnTo>
                <a:lnTo>
                  <a:pt x="1079754" y="89916"/>
                </a:lnTo>
                <a:lnTo>
                  <a:pt x="1011174" y="89916"/>
                </a:lnTo>
                <a:lnTo>
                  <a:pt x="1049274" y="56388"/>
                </a:lnTo>
                <a:lnTo>
                  <a:pt x="1049274" y="33528"/>
                </a:lnTo>
                <a:lnTo>
                  <a:pt x="1009650" y="33528"/>
                </a:lnTo>
                <a:lnTo>
                  <a:pt x="1009650" y="56388"/>
                </a:lnTo>
                <a:lnTo>
                  <a:pt x="974509" y="89916"/>
                </a:lnTo>
                <a:lnTo>
                  <a:pt x="939457" y="89916"/>
                </a:lnTo>
                <a:lnTo>
                  <a:pt x="939457" y="114388"/>
                </a:lnTo>
                <a:lnTo>
                  <a:pt x="936002" y="124396"/>
                </a:lnTo>
                <a:lnTo>
                  <a:pt x="932408" y="133819"/>
                </a:lnTo>
                <a:lnTo>
                  <a:pt x="928522" y="142684"/>
                </a:lnTo>
                <a:lnTo>
                  <a:pt x="924217" y="150964"/>
                </a:lnTo>
                <a:lnTo>
                  <a:pt x="822007" y="150964"/>
                </a:lnTo>
                <a:lnTo>
                  <a:pt x="822007" y="114388"/>
                </a:lnTo>
                <a:lnTo>
                  <a:pt x="939457" y="114388"/>
                </a:lnTo>
                <a:lnTo>
                  <a:pt x="939457" y="89916"/>
                </a:lnTo>
                <a:lnTo>
                  <a:pt x="828103" y="89916"/>
                </a:lnTo>
                <a:lnTo>
                  <a:pt x="839025" y="81038"/>
                </a:lnTo>
                <a:lnTo>
                  <a:pt x="849109" y="72580"/>
                </a:lnTo>
                <a:lnTo>
                  <a:pt x="858621" y="64414"/>
                </a:lnTo>
                <a:lnTo>
                  <a:pt x="867829" y="56388"/>
                </a:lnTo>
                <a:lnTo>
                  <a:pt x="1009650" y="56388"/>
                </a:lnTo>
                <a:lnTo>
                  <a:pt x="1009650" y="33528"/>
                </a:lnTo>
                <a:lnTo>
                  <a:pt x="890689" y="33528"/>
                </a:lnTo>
                <a:lnTo>
                  <a:pt x="897280" y="25768"/>
                </a:lnTo>
                <a:lnTo>
                  <a:pt x="903452" y="18288"/>
                </a:lnTo>
                <a:lnTo>
                  <a:pt x="909332" y="10807"/>
                </a:lnTo>
                <a:lnTo>
                  <a:pt x="915073" y="3048"/>
                </a:lnTo>
                <a:lnTo>
                  <a:pt x="880021" y="0"/>
                </a:lnTo>
                <a:lnTo>
                  <a:pt x="855116" y="29743"/>
                </a:lnTo>
                <a:lnTo>
                  <a:pt x="826058" y="57353"/>
                </a:lnTo>
                <a:lnTo>
                  <a:pt x="792721" y="82981"/>
                </a:lnTo>
                <a:lnTo>
                  <a:pt x="754951" y="106768"/>
                </a:lnTo>
                <a:lnTo>
                  <a:pt x="759028" y="112725"/>
                </a:lnTo>
                <a:lnTo>
                  <a:pt x="762381" y="118960"/>
                </a:lnTo>
                <a:lnTo>
                  <a:pt x="765454" y="125209"/>
                </a:lnTo>
                <a:lnTo>
                  <a:pt x="768667" y="131152"/>
                </a:lnTo>
                <a:lnTo>
                  <a:pt x="796099" y="112864"/>
                </a:lnTo>
                <a:lnTo>
                  <a:pt x="796099" y="187540"/>
                </a:lnTo>
                <a:lnTo>
                  <a:pt x="822007" y="187540"/>
                </a:lnTo>
                <a:lnTo>
                  <a:pt x="822007" y="175348"/>
                </a:lnTo>
                <a:lnTo>
                  <a:pt x="902881" y="175348"/>
                </a:lnTo>
                <a:lnTo>
                  <a:pt x="878268" y="191414"/>
                </a:lnTo>
                <a:lnTo>
                  <a:pt x="845489" y="205498"/>
                </a:lnTo>
                <a:lnTo>
                  <a:pt x="804430" y="217868"/>
                </a:lnTo>
                <a:lnTo>
                  <a:pt x="754951" y="228790"/>
                </a:lnTo>
                <a:lnTo>
                  <a:pt x="760120" y="236512"/>
                </a:lnTo>
                <a:lnTo>
                  <a:pt x="764286" y="243649"/>
                </a:lnTo>
                <a:lnTo>
                  <a:pt x="767549" y="250126"/>
                </a:lnTo>
                <a:lnTo>
                  <a:pt x="770191" y="256222"/>
                </a:lnTo>
                <a:lnTo>
                  <a:pt x="814222" y="244221"/>
                </a:lnTo>
                <a:lnTo>
                  <a:pt x="852538" y="231076"/>
                </a:lnTo>
                <a:lnTo>
                  <a:pt x="885151" y="216789"/>
                </a:lnTo>
                <a:lnTo>
                  <a:pt x="912025" y="201358"/>
                </a:lnTo>
                <a:lnTo>
                  <a:pt x="925741" y="215074"/>
                </a:lnTo>
                <a:lnTo>
                  <a:pt x="894626" y="235699"/>
                </a:lnTo>
                <a:lnTo>
                  <a:pt x="856348" y="254317"/>
                </a:lnTo>
                <a:lnTo>
                  <a:pt x="811212" y="271221"/>
                </a:lnTo>
                <a:lnTo>
                  <a:pt x="759523" y="286702"/>
                </a:lnTo>
                <a:lnTo>
                  <a:pt x="764717" y="294195"/>
                </a:lnTo>
                <a:lnTo>
                  <a:pt x="769048" y="300850"/>
                </a:lnTo>
                <a:lnTo>
                  <a:pt x="772820" y="306933"/>
                </a:lnTo>
                <a:lnTo>
                  <a:pt x="776287" y="312712"/>
                </a:lnTo>
                <a:lnTo>
                  <a:pt x="828662" y="294881"/>
                </a:lnTo>
                <a:lnTo>
                  <a:pt x="873721" y="275666"/>
                </a:lnTo>
                <a:lnTo>
                  <a:pt x="911618" y="254749"/>
                </a:lnTo>
                <a:lnTo>
                  <a:pt x="942505" y="231838"/>
                </a:lnTo>
                <a:lnTo>
                  <a:pt x="947077" y="237934"/>
                </a:lnTo>
                <a:lnTo>
                  <a:pt x="915987" y="278168"/>
                </a:lnTo>
                <a:lnTo>
                  <a:pt x="870635" y="302945"/>
                </a:lnTo>
                <a:lnTo>
                  <a:pt x="817003" y="324573"/>
                </a:lnTo>
                <a:lnTo>
                  <a:pt x="754951" y="343192"/>
                </a:lnTo>
                <a:lnTo>
                  <a:pt x="759269" y="350659"/>
                </a:lnTo>
                <a:lnTo>
                  <a:pt x="763143" y="357289"/>
                </a:lnTo>
                <a:lnTo>
                  <a:pt x="770191" y="369100"/>
                </a:lnTo>
                <a:lnTo>
                  <a:pt x="832827" y="348754"/>
                </a:lnTo>
                <a:lnTo>
                  <a:pt x="885723" y="326415"/>
                </a:lnTo>
                <a:lnTo>
                  <a:pt x="928878" y="301764"/>
                </a:lnTo>
                <a:lnTo>
                  <a:pt x="962317" y="274510"/>
                </a:lnTo>
                <a:lnTo>
                  <a:pt x="964082" y="281635"/>
                </a:lnTo>
                <a:lnTo>
                  <a:pt x="964984" y="289191"/>
                </a:lnTo>
                <a:lnTo>
                  <a:pt x="965225" y="294881"/>
                </a:lnTo>
                <a:lnTo>
                  <a:pt x="965352" y="302945"/>
                </a:lnTo>
                <a:lnTo>
                  <a:pt x="965365" y="305092"/>
                </a:lnTo>
                <a:lnTo>
                  <a:pt x="962774" y="323964"/>
                </a:lnTo>
                <a:lnTo>
                  <a:pt x="954887" y="337286"/>
                </a:lnTo>
                <a:lnTo>
                  <a:pt x="941578" y="345160"/>
                </a:lnTo>
                <a:lnTo>
                  <a:pt x="922985" y="347726"/>
                </a:lnTo>
                <a:lnTo>
                  <a:pt x="910094" y="347713"/>
                </a:lnTo>
                <a:lnTo>
                  <a:pt x="897356" y="347383"/>
                </a:lnTo>
                <a:lnTo>
                  <a:pt x="884326" y="346468"/>
                </a:lnTo>
                <a:lnTo>
                  <a:pt x="870877" y="344716"/>
                </a:lnTo>
                <a:lnTo>
                  <a:pt x="875068" y="362813"/>
                </a:lnTo>
                <a:lnTo>
                  <a:pt x="876452" y="369785"/>
                </a:lnTo>
                <a:lnTo>
                  <a:pt x="876973" y="375196"/>
                </a:lnTo>
                <a:lnTo>
                  <a:pt x="927265" y="375196"/>
                </a:lnTo>
                <a:lnTo>
                  <a:pt x="976655" y="358051"/>
                </a:lnTo>
                <a:lnTo>
                  <a:pt x="992847" y="306933"/>
                </a:lnTo>
                <a:lnTo>
                  <a:pt x="992784" y="301764"/>
                </a:lnTo>
                <a:lnTo>
                  <a:pt x="986790" y="256222"/>
                </a:lnTo>
                <a:lnTo>
                  <a:pt x="992886" y="254698"/>
                </a:lnTo>
                <a:lnTo>
                  <a:pt x="1000506" y="251650"/>
                </a:lnTo>
                <a:lnTo>
                  <a:pt x="1008126" y="250126"/>
                </a:lnTo>
                <a:lnTo>
                  <a:pt x="1028446" y="287007"/>
                </a:lnTo>
                <a:lnTo>
                  <a:pt x="1052893" y="317614"/>
                </a:lnTo>
                <a:lnTo>
                  <a:pt x="1081646" y="341934"/>
                </a:lnTo>
                <a:lnTo>
                  <a:pt x="1114818" y="359956"/>
                </a:lnTo>
                <a:lnTo>
                  <a:pt x="1119441" y="354190"/>
                </a:lnTo>
                <a:lnTo>
                  <a:pt x="1124381" y="348145"/>
                </a:lnTo>
                <a:lnTo>
                  <a:pt x="1129893" y="341515"/>
                </a:lnTo>
                <a:lnTo>
                  <a:pt x="1136243" y="334048"/>
                </a:lnTo>
                <a:close/>
              </a:path>
              <a:path w="2701290" h="378459">
                <a:moveTo>
                  <a:pt x="1528102" y="283654"/>
                </a:moveTo>
                <a:lnTo>
                  <a:pt x="1498384" y="271932"/>
                </a:lnTo>
                <a:lnTo>
                  <a:pt x="1497482" y="271462"/>
                </a:lnTo>
                <a:lnTo>
                  <a:pt x="1491754" y="268414"/>
                </a:lnTo>
                <a:lnTo>
                  <a:pt x="1470952" y="257365"/>
                </a:lnTo>
                <a:lnTo>
                  <a:pt x="1445806" y="239928"/>
                </a:lnTo>
                <a:lnTo>
                  <a:pt x="1438186" y="233172"/>
                </a:lnTo>
                <a:lnTo>
                  <a:pt x="1438186" y="268414"/>
                </a:lnTo>
                <a:lnTo>
                  <a:pt x="1351216" y="268414"/>
                </a:lnTo>
                <a:lnTo>
                  <a:pt x="1351216" y="231838"/>
                </a:lnTo>
                <a:lnTo>
                  <a:pt x="1322260" y="231838"/>
                </a:lnTo>
                <a:lnTo>
                  <a:pt x="1322260" y="268414"/>
                </a:lnTo>
                <a:lnTo>
                  <a:pt x="1233779" y="268414"/>
                </a:lnTo>
                <a:lnTo>
                  <a:pt x="1246365" y="257581"/>
                </a:lnTo>
                <a:lnTo>
                  <a:pt x="1258976" y="245745"/>
                </a:lnTo>
                <a:lnTo>
                  <a:pt x="1271574" y="233057"/>
                </a:lnTo>
                <a:lnTo>
                  <a:pt x="1284160" y="219646"/>
                </a:lnTo>
                <a:lnTo>
                  <a:pt x="1389316" y="219646"/>
                </a:lnTo>
                <a:lnTo>
                  <a:pt x="1400213" y="233057"/>
                </a:lnTo>
                <a:lnTo>
                  <a:pt x="1412074" y="245745"/>
                </a:lnTo>
                <a:lnTo>
                  <a:pt x="1424774" y="257581"/>
                </a:lnTo>
                <a:lnTo>
                  <a:pt x="1438186" y="268414"/>
                </a:lnTo>
                <a:lnTo>
                  <a:pt x="1438186" y="233172"/>
                </a:lnTo>
                <a:lnTo>
                  <a:pt x="1422946" y="219646"/>
                </a:lnTo>
                <a:lnTo>
                  <a:pt x="1523530" y="219646"/>
                </a:lnTo>
                <a:lnTo>
                  <a:pt x="1523530" y="195160"/>
                </a:lnTo>
                <a:lnTo>
                  <a:pt x="1448854" y="195160"/>
                </a:lnTo>
                <a:lnTo>
                  <a:pt x="1448854" y="167728"/>
                </a:lnTo>
                <a:lnTo>
                  <a:pt x="1448854" y="143344"/>
                </a:lnTo>
                <a:lnTo>
                  <a:pt x="1448854" y="117436"/>
                </a:lnTo>
                <a:lnTo>
                  <a:pt x="1448854" y="92964"/>
                </a:lnTo>
                <a:lnTo>
                  <a:pt x="1448854" y="67056"/>
                </a:lnTo>
                <a:lnTo>
                  <a:pt x="1512862" y="67056"/>
                </a:lnTo>
                <a:lnTo>
                  <a:pt x="1512862" y="41148"/>
                </a:lnTo>
                <a:lnTo>
                  <a:pt x="1448854" y="41148"/>
                </a:lnTo>
                <a:lnTo>
                  <a:pt x="1448854" y="0"/>
                </a:lnTo>
                <a:lnTo>
                  <a:pt x="1419898" y="0"/>
                </a:lnTo>
                <a:lnTo>
                  <a:pt x="1419898" y="41148"/>
                </a:lnTo>
                <a:lnTo>
                  <a:pt x="1419898" y="67056"/>
                </a:lnTo>
                <a:lnTo>
                  <a:pt x="1419898" y="195160"/>
                </a:lnTo>
                <a:lnTo>
                  <a:pt x="1255115" y="195160"/>
                </a:lnTo>
                <a:lnTo>
                  <a:pt x="1255115" y="167728"/>
                </a:lnTo>
                <a:lnTo>
                  <a:pt x="1419898" y="167728"/>
                </a:lnTo>
                <a:lnTo>
                  <a:pt x="1419898" y="143344"/>
                </a:lnTo>
                <a:lnTo>
                  <a:pt x="1255115" y="143344"/>
                </a:lnTo>
                <a:lnTo>
                  <a:pt x="1255115" y="117436"/>
                </a:lnTo>
                <a:lnTo>
                  <a:pt x="1419898" y="117436"/>
                </a:lnTo>
                <a:lnTo>
                  <a:pt x="1419898" y="92964"/>
                </a:lnTo>
                <a:lnTo>
                  <a:pt x="1255115" y="92964"/>
                </a:lnTo>
                <a:lnTo>
                  <a:pt x="1255115" y="67056"/>
                </a:lnTo>
                <a:lnTo>
                  <a:pt x="1419898" y="67056"/>
                </a:lnTo>
                <a:lnTo>
                  <a:pt x="1419898" y="41148"/>
                </a:lnTo>
                <a:lnTo>
                  <a:pt x="1255115" y="41148"/>
                </a:lnTo>
                <a:lnTo>
                  <a:pt x="1255115" y="0"/>
                </a:lnTo>
                <a:lnTo>
                  <a:pt x="1226159" y="0"/>
                </a:lnTo>
                <a:lnTo>
                  <a:pt x="1226159" y="41148"/>
                </a:lnTo>
                <a:lnTo>
                  <a:pt x="1162151" y="41148"/>
                </a:lnTo>
                <a:lnTo>
                  <a:pt x="1162151" y="67056"/>
                </a:lnTo>
                <a:lnTo>
                  <a:pt x="1226159" y="67056"/>
                </a:lnTo>
                <a:lnTo>
                  <a:pt x="1226159" y="195160"/>
                </a:lnTo>
                <a:lnTo>
                  <a:pt x="1151483" y="195160"/>
                </a:lnTo>
                <a:lnTo>
                  <a:pt x="1151483" y="219646"/>
                </a:lnTo>
                <a:lnTo>
                  <a:pt x="1249019" y="219646"/>
                </a:lnTo>
                <a:lnTo>
                  <a:pt x="1226210" y="240499"/>
                </a:lnTo>
                <a:lnTo>
                  <a:pt x="1201394" y="259651"/>
                </a:lnTo>
                <a:lnTo>
                  <a:pt x="1174864" y="277075"/>
                </a:lnTo>
                <a:lnTo>
                  <a:pt x="1146911" y="292798"/>
                </a:lnTo>
                <a:lnTo>
                  <a:pt x="1152575" y="299389"/>
                </a:lnTo>
                <a:lnTo>
                  <a:pt x="1157960" y="305422"/>
                </a:lnTo>
                <a:lnTo>
                  <a:pt x="1162773" y="310883"/>
                </a:lnTo>
                <a:lnTo>
                  <a:pt x="1166723" y="315760"/>
                </a:lnTo>
                <a:lnTo>
                  <a:pt x="1182700" y="306006"/>
                </a:lnTo>
                <a:lnTo>
                  <a:pt x="1198537" y="295287"/>
                </a:lnTo>
                <a:lnTo>
                  <a:pt x="1214081" y="283730"/>
                </a:lnTo>
                <a:lnTo>
                  <a:pt x="1229207" y="271462"/>
                </a:lnTo>
                <a:lnTo>
                  <a:pt x="1229207" y="292798"/>
                </a:lnTo>
                <a:lnTo>
                  <a:pt x="1322260" y="292798"/>
                </a:lnTo>
                <a:lnTo>
                  <a:pt x="1322260" y="332524"/>
                </a:lnTo>
                <a:lnTo>
                  <a:pt x="1172819" y="332524"/>
                </a:lnTo>
                <a:lnTo>
                  <a:pt x="1172819" y="356908"/>
                </a:lnTo>
                <a:lnTo>
                  <a:pt x="1500670" y="356908"/>
                </a:lnTo>
                <a:lnTo>
                  <a:pt x="1500670" y="332524"/>
                </a:lnTo>
                <a:lnTo>
                  <a:pt x="1351216" y="332524"/>
                </a:lnTo>
                <a:lnTo>
                  <a:pt x="1351216" y="292798"/>
                </a:lnTo>
                <a:lnTo>
                  <a:pt x="1442758" y="292798"/>
                </a:lnTo>
                <a:lnTo>
                  <a:pt x="1442758" y="271462"/>
                </a:lnTo>
                <a:lnTo>
                  <a:pt x="1457896" y="282587"/>
                </a:lnTo>
                <a:lnTo>
                  <a:pt x="1473619" y="293001"/>
                </a:lnTo>
                <a:lnTo>
                  <a:pt x="1489900" y="302577"/>
                </a:lnTo>
                <a:lnTo>
                  <a:pt x="1506766" y="311188"/>
                </a:lnTo>
                <a:lnTo>
                  <a:pt x="1511388" y="305130"/>
                </a:lnTo>
                <a:lnTo>
                  <a:pt x="1516291" y="298526"/>
                </a:lnTo>
                <a:lnTo>
                  <a:pt x="1521764" y="291376"/>
                </a:lnTo>
                <a:lnTo>
                  <a:pt x="1528102" y="283654"/>
                </a:lnTo>
                <a:close/>
              </a:path>
              <a:path w="2701290" h="378459">
                <a:moveTo>
                  <a:pt x="1917014" y="277558"/>
                </a:moveTo>
                <a:lnTo>
                  <a:pt x="1877656" y="249186"/>
                </a:lnTo>
                <a:lnTo>
                  <a:pt x="1841804" y="217081"/>
                </a:lnTo>
                <a:lnTo>
                  <a:pt x="1809305" y="181152"/>
                </a:lnTo>
                <a:lnTo>
                  <a:pt x="1780032" y="141363"/>
                </a:lnTo>
                <a:lnTo>
                  <a:pt x="1753844" y="97624"/>
                </a:lnTo>
                <a:lnTo>
                  <a:pt x="1909394" y="97624"/>
                </a:lnTo>
                <a:lnTo>
                  <a:pt x="1909394" y="68580"/>
                </a:lnTo>
                <a:lnTo>
                  <a:pt x="1743176" y="68580"/>
                </a:lnTo>
                <a:lnTo>
                  <a:pt x="1743176" y="0"/>
                </a:lnTo>
                <a:lnTo>
                  <a:pt x="1714220" y="0"/>
                </a:lnTo>
                <a:lnTo>
                  <a:pt x="1714220" y="68580"/>
                </a:lnTo>
                <a:lnTo>
                  <a:pt x="1546491" y="68580"/>
                </a:lnTo>
                <a:lnTo>
                  <a:pt x="1546491" y="97624"/>
                </a:lnTo>
                <a:lnTo>
                  <a:pt x="1702028" y="97624"/>
                </a:lnTo>
                <a:lnTo>
                  <a:pt x="1677847" y="136753"/>
                </a:lnTo>
                <a:lnTo>
                  <a:pt x="1649374" y="175374"/>
                </a:lnTo>
                <a:lnTo>
                  <a:pt x="1616659" y="213347"/>
                </a:lnTo>
                <a:lnTo>
                  <a:pt x="1579765" y="250507"/>
                </a:lnTo>
                <a:lnTo>
                  <a:pt x="1538770" y="286702"/>
                </a:lnTo>
                <a:lnTo>
                  <a:pt x="1543939" y="290703"/>
                </a:lnTo>
                <a:lnTo>
                  <a:pt x="1550098" y="295859"/>
                </a:lnTo>
                <a:lnTo>
                  <a:pt x="1557083" y="302171"/>
                </a:lnTo>
                <a:lnTo>
                  <a:pt x="1564779" y="309651"/>
                </a:lnTo>
                <a:lnTo>
                  <a:pt x="1602841" y="272846"/>
                </a:lnTo>
                <a:lnTo>
                  <a:pt x="1636687" y="235661"/>
                </a:lnTo>
                <a:lnTo>
                  <a:pt x="1666443" y="198132"/>
                </a:lnTo>
                <a:lnTo>
                  <a:pt x="1692236" y="160248"/>
                </a:lnTo>
                <a:lnTo>
                  <a:pt x="1714220" y="122008"/>
                </a:lnTo>
                <a:lnTo>
                  <a:pt x="1714220" y="272986"/>
                </a:lnTo>
                <a:lnTo>
                  <a:pt x="1622691" y="272986"/>
                </a:lnTo>
                <a:lnTo>
                  <a:pt x="1622691" y="300418"/>
                </a:lnTo>
                <a:lnTo>
                  <a:pt x="1714220" y="300418"/>
                </a:lnTo>
                <a:lnTo>
                  <a:pt x="1714220" y="378231"/>
                </a:lnTo>
                <a:lnTo>
                  <a:pt x="1743176" y="378231"/>
                </a:lnTo>
                <a:lnTo>
                  <a:pt x="1743176" y="300418"/>
                </a:lnTo>
                <a:lnTo>
                  <a:pt x="1831670" y="300418"/>
                </a:lnTo>
                <a:lnTo>
                  <a:pt x="1831670" y="272986"/>
                </a:lnTo>
                <a:lnTo>
                  <a:pt x="1743176" y="272986"/>
                </a:lnTo>
                <a:lnTo>
                  <a:pt x="1743176" y="122008"/>
                </a:lnTo>
                <a:lnTo>
                  <a:pt x="1766608" y="164452"/>
                </a:lnTo>
                <a:lnTo>
                  <a:pt x="1793049" y="203987"/>
                </a:lnTo>
                <a:lnTo>
                  <a:pt x="1822577" y="240601"/>
                </a:lnTo>
                <a:lnTo>
                  <a:pt x="1855228" y="274307"/>
                </a:lnTo>
                <a:lnTo>
                  <a:pt x="1891106" y="305079"/>
                </a:lnTo>
                <a:lnTo>
                  <a:pt x="1898789" y="296456"/>
                </a:lnTo>
                <a:lnTo>
                  <a:pt x="1905774" y="289001"/>
                </a:lnTo>
                <a:lnTo>
                  <a:pt x="1917014" y="277558"/>
                </a:lnTo>
                <a:close/>
              </a:path>
              <a:path w="2701290" h="378459">
                <a:moveTo>
                  <a:pt x="2029879" y="70104"/>
                </a:moveTo>
                <a:lnTo>
                  <a:pt x="2019071" y="58407"/>
                </a:lnTo>
                <a:lnTo>
                  <a:pt x="2005114" y="44005"/>
                </a:lnTo>
                <a:lnTo>
                  <a:pt x="1968919" y="7620"/>
                </a:lnTo>
                <a:lnTo>
                  <a:pt x="1945957" y="27432"/>
                </a:lnTo>
                <a:lnTo>
                  <a:pt x="1961692" y="44310"/>
                </a:lnTo>
                <a:lnTo>
                  <a:pt x="1976526" y="60769"/>
                </a:lnTo>
                <a:lnTo>
                  <a:pt x="1990204" y="76936"/>
                </a:lnTo>
                <a:lnTo>
                  <a:pt x="2002447" y="92964"/>
                </a:lnTo>
                <a:lnTo>
                  <a:pt x="2029879" y="70104"/>
                </a:lnTo>
                <a:close/>
              </a:path>
              <a:path w="2701290" h="378459">
                <a:moveTo>
                  <a:pt x="2054263" y="315760"/>
                </a:moveTo>
                <a:lnTo>
                  <a:pt x="2054009" y="308356"/>
                </a:lnTo>
                <a:lnTo>
                  <a:pt x="2053501" y="300659"/>
                </a:lnTo>
                <a:lnTo>
                  <a:pt x="2052980" y="291884"/>
                </a:lnTo>
                <a:lnTo>
                  <a:pt x="2052739" y="282130"/>
                </a:lnTo>
                <a:lnTo>
                  <a:pt x="2041029" y="291045"/>
                </a:lnTo>
                <a:lnTo>
                  <a:pt x="2028736" y="299707"/>
                </a:lnTo>
                <a:lnTo>
                  <a:pt x="2002447" y="317284"/>
                </a:lnTo>
                <a:lnTo>
                  <a:pt x="2002447" y="132676"/>
                </a:lnTo>
                <a:lnTo>
                  <a:pt x="1930717" y="132676"/>
                </a:lnTo>
                <a:lnTo>
                  <a:pt x="1930717" y="160108"/>
                </a:lnTo>
                <a:lnTo>
                  <a:pt x="1973491" y="160108"/>
                </a:lnTo>
                <a:lnTo>
                  <a:pt x="1973491" y="311188"/>
                </a:lnTo>
                <a:lnTo>
                  <a:pt x="1972652" y="321779"/>
                </a:lnTo>
                <a:lnTo>
                  <a:pt x="1970252" y="330809"/>
                </a:lnTo>
                <a:lnTo>
                  <a:pt x="1966417" y="338404"/>
                </a:lnTo>
                <a:lnTo>
                  <a:pt x="1961299" y="344716"/>
                </a:lnTo>
                <a:lnTo>
                  <a:pt x="1978063" y="370624"/>
                </a:lnTo>
                <a:lnTo>
                  <a:pt x="1997468" y="356044"/>
                </a:lnTo>
                <a:lnTo>
                  <a:pt x="2016734" y="342049"/>
                </a:lnTo>
                <a:lnTo>
                  <a:pt x="2035708" y="328612"/>
                </a:lnTo>
                <a:lnTo>
                  <a:pt x="2052066" y="317284"/>
                </a:lnTo>
                <a:lnTo>
                  <a:pt x="2054263" y="315760"/>
                </a:lnTo>
                <a:close/>
              </a:path>
              <a:path w="2701290" h="378459">
                <a:moveTo>
                  <a:pt x="2273909" y="236410"/>
                </a:moveTo>
                <a:lnTo>
                  <a:pt x="2244953" y="236410"/>
                </a:lnTo>
                <a:lnTo>
                  <a:pt x="2244953" y="263842"/>
                </a:lnTo>
                <a:lnTo>
                  <a:pt x="2244953" y="326428"/>
                </a:lnTo>
                <a:lnTo>
                  <a:pt x="2098560" y="326428"/>
                </a:lnTo>
                <a:lnTo>
                  <a:pt x="2098560" y="263842"/>
                </a:lnTo>
                <a:lnTo>
                  <a:pt x="2244953" y="263842"/>
                </a:lnTo>
                <a:lnTo>
                  <a:pt x="2244953" y="236410"/>
                </a:lnTo>
                <a:lnTo>
                  <a:pt x="2069503" y="236410"/>
                </a:lnTo>
                <a:lnTo>
                  <a:pt x="2069503" y="376720"/>
                </a:lnTo>
                <a:lnTo>
                  <a:pt x="2098560" y="376720"/>
                </a:lnTo>
                <a:lnTo>
                  <a:pt x="2098560" y="353860"/>
                </a:lnTo>
                <a:lnTo>
                  <a:pt x="2244953" y="353860"/>
                </a:lnTo>
                <a:lnTo>
                  <a:pt x="2244953" y="376720"/>
                </a:lnTo>
                <a:lnTo>
                  <a:pt x="2273909" y="376720"/>
                </a:lnTo>
                <a:lnTo>
                  <a:pt x="2273909" y="353860"/>
                </a:lnTo>
                <a:lnTo>
                  <a:pt x="2273909" y="326428"/>
                </a:lnTo>
                <a:lnTo>
                  <a:pt x="2273909" y="263842"/>
                </a:lnTo>
                <a:lnTo>
                  <a:pt x="2273909" y="236410"/>
                </a:lnTo>
                <a:close/>
              </a:path>
              <a:path w="2701290" h="378459">
                <a:moveTo>
                  <a:pt x="2308961" y="170776"/>
                </a:moveTo>
                <a:lnTo>
                  <a:pt x="2261717" y="170776"/>
                </a:lnTo>
                <a:lnTo>
                  <a:pt x="2261717" y="89916"/>
                </a:lnTo>
                <a:lnTo>
                  <a:pt x="2232672" y="89916"/>
                </a:lnTo>
                <a:lnTo>
                  <a:pt x="2232672" y="117436"/>
                </a:lnTo>
                <a:lnTo>
                  <a:pt x="2232672" y="170776"/>
                </a:lnTo>
                <a:lnTo>
                  <a:pt x="2130564" y="170776"/>
                </a:lnTo>
                <a:lnTo>
                  <a:pt x="2136660" y="117436"/>
                </a:lnTo>
                <a:lnTo>
                  <a:pt x="2232672" y="117436"/>
                </a:lnTo>
                <a:lnTo>
                  <a:pt x="2232672" y="89916"/>
                </a:lnTo>
                <a:lnTo>
                  <a:pt x="2141232" y="89916"/>
                </a:lnTo>
                <a:lnTo>
                  <a:pt x="2147328" y="45720"/>
                </a:lnTo>
                <a:lnTo>
                  <a:pt x="2292197" y="45720"/>
                </a:lnTo>
                <a:lnTo>
                  <a:pt x="2292197" y="19812"/>
                </a:lnTo>
                <a:lnTo>
                  <a:pt x="2045119" y="19812"/>
                </a:lnTo>
                <a:lnTo>
                  <a:pt x="2045119" y="45720"/>
                </a:lnTo>
                <a:lnTo>
                  <a:pt x="2118372" y="45720"/>
                </a:lnTo>
                <a:lnTo>
                  <a:pt x="2112276" y="89916"/>
                </a:lnTo>
                <a:lnTo>
                  <a:pt x="2052739" y="89916"/>
                </a:lnTo>
                <a:lnTo>
                  <a:pt x="2052739" y="117436"/>
                </a:lnTo>
                <a:lnTo>
                  <a:pt x="2107704" y="117436"/>
                </a:lnTo>
                <a:lnTo>
                  <a:pt x="2100084" y="170776"/>
                </a:lnTo>
                <a:lnTo>
                  <a:pt x="2035975" y="170776"/>
                </a:lnTo>
                <a:lnTo>
                  <a:pt x="2035975" y="198221"/>
                </a:lnTo>
                <a:lnTo>
                  <a:pt x="2308961" y="198221"/>
                </a:lnTo>
                <a:lnTo>
                  <a:pt x="2308961" y="170776"/>
                </a:lnTo>
                <a:close/>
              </a:path>
              <a:path w="2701290" h="378459">
                <a:moveTo>
                  <a:pt x="2408110" y="227266"/>
                </a:moveTo>
                <a:lnTo>
                  <a:pt x="2400135" y="224078"/>
                </a:lnTo>
                <a:lnTo>
                  <a:pt x="2392299" y="221170"/>
                </a:lnTo>
                <a:lnTo>
                  <a:pt x="2384755" y="218262"/>
                </a:lnTo>
                <a:lnTo>
                  <a:pt x="2377630" y="215074"/>
                </a:lnTo>
                <a:lnTo>
                  <a:pt x="2365006" y="254469"/>
                </a:lnTo>
                <a:lnTo>
                  <a:pt x="2352408" y="292468"/>
                </a:lnTo>
                <a:lnTo>
                  <a:pt x="2339822" y="328739"/>
                </a:lnTo>
                <a:lnTo>
                  <a:pt x="2327249" y="363004"/>
                </a:lnTo>
                <a:lnTo>
                  <a:pt x="2360777" y="375196"/>
                </a:lnTo>
                <a:lnTo>
                  <a:pt x="2371433" y="341147"/>
                </a:lnTo>
                <a:lnTo>
                  <a:pt x="2382774" y="305231"/>
                </a:lnTo>
                <a:lnTo>
                  <a:pt x="2394953" y="267309"/>
                </a:lnTo>
                <a:lnTo>
                  <a:pt x="2408110" y="227266"/>
                </a:lnTo>
                <a:close/>
              </a:path>
              <a:path w="2701290" h="378459">
                <a:moveTo>
                  <a:pt x="2408110" y="157060"/>
                </a:moveTo>
                <a:lnTo>
                  <a:pt x="2389238" y="141897"/>
                </a:lnTo>
                <a:lnTo>
                  <a:pt x="2371496" y="128295"/>
                </a:lnTo>
                <a:lnTo>
                  <a:pt x="2354884" y="116128"/>
                </a:lnTo>
                <a:lnTo>
                  <a:pt x="2339441" y="105244"/>
                </a:lnTo>
                <a:lnTo>
                  <a:pt x="2321153" y="126580"/>
                </a:lnTo>
                <a:lnTo>
                  <a:pt x="2332875" y="136017"/>
                </a:lnTo>
                <a:lnTo>
                  <a:pt x="2347455" y="148297"/>
                </a:lnTo>
                <a:lnTo>
                  <a:pt x="2364917" y="163449"/>
                </a:lnTo>
                <a:lnTo>
                  <a:pt x="2385250" y="181444"/>
                </a:lnTo>
                <a:lnTo>
                  <a:pt x="2389898" y="176568"/>
                </a:lnTo>
                <a:lnTo>
                  <a:pt x="2394966" y="170967"/>
                </a:lnTo>
                <a:lnTo>
                  <a:pt x="2400897" y="164515"/>
                </a:lnTo>
                <a:lnTo>
                  <a:pt x="2408110" y="157060"/>
                </a:lnTo>
                <a:close/>
              </a:path>
              <a:path w="2701290" h="378459">
                <a:moveTo>
                  <a:pt x="2420302" y="62484"/>
                </a:moveTo>
                <a:lnTo>
                  <a:pt x="2403424" y="47028"/>
                </a:lnTo>
                <a:lnTo>
                  <a:pt x="2386965" y="32575"/>
                </a:lnTo>
                <a:lnTo>
                  <a:pt x="2370759" y="18973"/>
                </a:lnTo>
                <a:lnTo>
                  <a:pt x="2354681" y="6096"/>
                </a:lnTo>
                <a:lnTo>
                  <a:pt x="2334869" y="27432"/>
                </a:lnTo>
                <a:lnTo>
                  <a:pt x="2349169" y="39700"/>
                </a:lnTo>
                <a:lnTo>
                  <a:pt x="2364638" y="53530"/>
                </a:lnTo>
                <a:lnTo>
                  <a:pt x="2381237" y="68795"/>
                </a:lnTo>
                <a:lnTo>
                  <a:pt x="2398966" y="85344"/>
                </a:lnTo>
                <a:lnTo>
                  <a:pt x="2403805" y="80276"/>
                </a:lnTo>
                <a:lnTo>
                  <a:pt x="2414613" y="68414"/>
                </a:lnTo>
                <a:lnTo>
                  <a:pt x="2420302" y="62484"/>
                </a:lnTo>
                <a:close/>
              </a:path>
              <a:path w="2701290" h="378459">
                <a:moveTo>
                  <a:pt x="2700921" y="179920"/>
                </a:moveTo>
                <a:lnTo>
                  <a:pt x="2575852" y="179920"/>
                </a:lnTo>
                <a:lnTo>
                  <a:pt x="2575852" y="99148"/>
                </a:lnTo>
                <a:lnTo>
                  <a:pt x="2682633" y="99148"/>
                </a:lnTo>
                <a:lnTo>
                  <a:pt x="2682633" y="71628"/>
                </a:lnTo>
                <a:lnTo>
                  <a:pt x="2575852" y="71628"/>
                </a:lnTo>
                <a:lnTo>
                  <a:pt x="2575852" y="1524"/>
                </a:lnTo>
                <a:lnTo>
                  <a:pt x="2545372" y="1524"/>
                </a:lnTo>
                <a:lnTo>
                  <a:pt x="2545372" y="71628"/>
                </a:lnTo>
                <a:lnTo>
                  <a:pt x="2444686" y="71628"/>
                </a:lnTo>
                <a:lnTo>
                  <a:pt x="2444686" y="99148"/>
                </a:lnTo>
                <a:lnTo>
                  <a:pt x="2545372" y="99148"/>
                </a:lnTo>
                <a:lnTo>
                  <a:pt x="2545372" y="179920"/>
                </a:lnTo>
                <a:lnTo>
                  <a:pt x="2426398" y="179920"/>
                </a:lnTo>
                <a:lnTo>
                  <a:pt x="2426398" y="207454"/>
                </a:lnTo>
                <a:lnTo>
                  <a:pt x="2525560" y="207454"/>
                </a:lnTo>
                <a:lnTo>
                  <a:pt x="2514968" y="226834"/>
                </a:lnTo>
                <a:lnTo>
                  <a:pt x="2492044" y="264464"/>
                </a:lnTo>
                <a:lnTo>
                  <a:pt x="2468080" y="297903"/>
                </a:lnTo>
                <a:lnTo>
                  <a:pt x="2432494" y="327952"/>
                </a:lnTo>
                <a:lnTo>
                  <a:pt x="2446210" y="361480"/>
                </a:lnTo>
                <a:lnTo>
                  <a:pt x="2642908" y="343192"/>
                </a:lnTo>
                <a:lnTo>
                  <a:pt x="2648445" y="352094"/>
                </a:lnTo>
                <a:lnTo>
                  <a:pt x="2658859" y="369328"/>
                </a:lnTo>
                <a:lnTo>
                  <a:pt x="2664345" y="378244"/>
                </a:lnTo>
                <a:lnTo>
                  <a:pt x="2671432" y="373672"/>
                </a:lnTo>
                <a:lnTo>
                  <a:pt x="2686202" y="364528"/>
                </a:lnTo>
                <a:lnTo>
                  <a:pt x="2693301" y="359956"/>
                </a:lnTo>
                <a:lnTo>
                  <a:pt x="2682354" y="343192"/>
                </a:lnTo>
                <a:lnTo>
                  <a:pt x="2672969" y="328790"/>
                </a:lnTo>
                <a:lnTo>
                  <a:pt x="2672397" y="327952"/>
                </a:lnTo>
                <a:lnTo>
                  <a:pt x="2653055" y="299326"/>
                </a:lnTo>
                <a:lnTo>
                  <a:pt x="2633421" y="271576"/>
                </a:lnTo>
                <a:lnTo>
                  <a:pt x="2613952" y="245554"/>
                </a:lnTo>
                <a:lnTo>
                  <a:pt x="2589568" y="260794"/>
                </a:lnTo>
                <a:lnTo>
                  <a:pt x="2598712" y="274561"/>
                </a:lnTo>
                <a:lnTo>
                  <a:pt x="2607856" y="288620"/>
                </a:lnTo>
                <a:lnTo>
                  <a:pt x="2617000" y="303263"/>
                </a:lnTo>
                <a:lnTo>
                  <a:pt x="2626144" y="318808"/>
                </a:lnTo>
                <a:lnTo>
                  <a:pt x="2590444" y="321945"/>
                </a:lnTo>
                <a:lnTo>
                  <a:pt x="2554313" y="324523"/>
                </a:lnTo>
                <a:lnTo>
                  <a:pt x="2517876" y="326517"/>
                </a:lnTo>
                <a:lnTo>
                  <a:pt x="2481262" y="327952"/>
                </a:lnTo>
                <a:lnTo>
                  <a:pt x="2501887" y="301574"/>
                </a:lnTo>
                <a:lnTo>
                  <a:pt x="2522651" y="272808"/>
                </a:lnTo>
                <a:lnTo>
                  <a:pt x="2543708" y="241477"/>
                </a:lnTo>
                <a:lnTo>
                  <a:pt x="2565184" y="207454"/>
                </a:lnTo>
                <a:lnTo>
                  <a:pt x="2700921" y="207454"/>
                </a:lnTo>
                <a:lnTo>
                  <a:pt x="2700921" y="1799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1882" y="727741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535" y="0"/>
                </a:lnTo>
                <a:lnTo>
                  <a:pt x="97535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41882" y="727747"/>
            <a:ext cx="374015" cy="433070"/>
          </a:xfrm>
          <a:custGeom>
            <a:avLst/>
            <a:gdLst/>
            <a:ahLst/>
            <a:cxnLst/>
            <a:rect l="l" t="t" r="r" b="b"/>
            <a:pathLst>
              <a:path w="374014" h="433069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3070"/>
                </a:lnTo>
                <a:lnTo>
                  <a:pt x="97536" y="43307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3070"/>
                </a:lnTo>
                <a:lnTo>
                  <a:pt x="373570" y="43307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4607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20950" y="643699"/>
            <a:ext cx="1179195" cy="601345"/>
          </a:xfrm>
          <a:custGeom>
            <a:avLst/>
            <a:gdLst/>
            <a:ahLst/>
            <a:cxnLst/>
            <a:rect l="l" t="t" r="r" b="b"/>
            <a:pathLst>
              <a:path w="1179195" h="601344">
                <a:moveTo>
                  <a:pt x="303466" y="436257"/>
                </a:moveTo>
                <a:lnTo>
                  <a:pt x="284975" y="387819"/>
                </a:lnTo>
                <a:lnTo>
                  <a:pt x="266026" y="339572"/>
                </a:lnTo>
                <a:lnTo>
                  <a:pt x="246570" y="291769"/>
                </a:lnTo>
                <a:lnTo>
                  <a:pt x="226517" y="244602"/>
                </a:lnTo>
                <a:lnTo>
                  <a:pt x="205841" y="198310"/>
                </a:lnTo>
                <a:lnTo>
                  <a:pt x="132689" y="228790"/>
                </a:lnTo>
                <a:lnTo>
                  <a:pt x="153009" y="278599"/>
                </a:lnTo>
                <a:lnTo>
                  <a:pt x="171691" y="326478"/>
                </a:lnTo>
                <a:lnTo>
                  <a:pt x="189852" y="374904"/>
                </a:lnTo>
                <a:lnTo>
                  <a:pt x="206667" y="421411"/>
                </a:lnTo>
                <a:lnTo>
                  <a:pt x="222605" y="466826"/>
                </a:lnTo>
                <a:lnTo>
                  <a:pt x="303466" y="436257"/>
                </a:lnTo>
                <a:close/>
              </a:path>
              <a:path w="1179195" h="601344">
                <a:moveTo>
                  <a:pt x="425488" y="389013"/>
                </a:moveTo>
                <a:lnTo>
                  <a:pt x="407466" y="326669"/>
                </a:lnTo>
                <a:lnTo>
                  <a:pt x="390004" y="270192"/>
                </a:lnTo>
                <a:lnTo>
                  <a:pt x="373113" y="219735"/>
                </a:lnTo>
                <a:lnTo>
                  <a:pt x="356806" y="175450"/>
                </a:lnTo>
                <a:lnTo>
                  <a:pt x="280606" y="196786"/>
                </a:lnTo>
                <a:lnTo>
                  <a:pt x="295541" y="242849"/>
                </a:lnTo>
                <a:lnTo>
                  <a:pt x="310896" y="294043"/>
                </a:lnTo>
                <a:lnTo>
                  <a:pt x="327113" y="350380"/>
                </a:lnTo>
                <a:lnTo>
                  <a:pt x="344614" y="411873"/>
                </a:lnTo>
                <a:lnTo>
                  <a:pt x="425488" y="389013"/>
                </a:lnTo>
                <a:close/>
              </a:path>
              <a:path w="1179195" h="601344">
                <a:moveTo>
                  <a:pt x="590169" y="76301"/>
                </a:moveTo>
                <a:lnTo>
                  <a:pt x="385864" y="76301"/>
                </a:lnTo>
                <a:lnTo>
                  <a:pt x="377825" y="55384"/>
                </a:lnTo>
                <a:lnTo>
                  <a:pt x="369963" y="35864"/>
                </a:lnTo>
                <a:lnTo>
                  <a:pt x="362407" y="17500"/>
                </a:lnTo>
                <a:lnTo>
                  <a:pt x="355282" y="0"/>
                </a:lnTo>
                <a:lnTo>
                  <a:pt x="259270" y="22860"/>
                </a:lnTo>
                <a:lnTo>
                  <a:pt x="264744" y="35750"/>
                </a:lnTo>
                <a:lnTo>
                  <a:pt x="269938" y="49047"/>
                </a:lnTo>
                <a:lnTo>
                  <a:pt x="275132" y="62611"/>
                </a:lnTo>
                <a:lnTo>
                  <a:pt x="280606" y="76301"/>
                </a:lnTo>
                <a:lnTo>
                  <a:pt x="50292" y="76301"/>
                </a:lnTo>
                <a:lnTo>
                  <a:pt x="50177" y="270192"/>
                </a:lnTo>
                <a:lnTo>
                  <a:pt x="48895" y="326478"/>
                </a:lnTo>
                <a:lnTo>
                  <a:pt x="44704" y="381444"/>
                </a:lnTo>
                <a:lnTo>
                  <a:pt x="37719" y="430377"/>
                </a:lnTo>
                <a:lnTo>
                  <a:pt x="27940" y="473341"/>
                </a:lnTo>
                <a:lnTo>
                  <a:pt x="15367" y="510374"/>
                </a:lnTo>
                <a:lnTo>
                  <a:pt x="0" y="541502"/>
                </a:lnTo>
                <a:lnTo>
                  <a:pt x="18834" y="557250"/>
                </a:lnTo>
                <a:lnTo>
                  <a:pt x="36385" y="572262"/>
                </a:lnTo>
                <a:lnTo>
                  <a:pt x="52501" y="586384"/>
                </a:lnTo>
                <a:lnTo>
                  <a:pt x="67056" y="599516"/>
                </a:lnTo>
                <a:lnTo>
                  <a:pt x="83502" y="569899"/>
                </a:lnTo>
                <a:lnTo>
                  <a:pt x="109004" y="493979"/>
                </a:lnTo>
                <a:lnTo>
                  <a:pt x="117995" y="447725"/>
                </a:lnTo>
                <a:lnTo>
                  <a:pt x="124447" y="395986"/>
                </a:lnTo>
                <a:lnTo>
                  <a:pt x="128333" y="338785"/>
                </a:lnTo>
                <a:lnTo>
                  <a:pt x="129578" y="278599"/>
                </a:lnTo>
                <a:lnTo>
                  <a:pt x="129628" y="151066"/>
                </a:lnTo>
                <a:lnTo>
                  <a:pt x="590169" y="151066"/>
                </a:lnTo>
                <a:lnTo>
                  <a:pt x="590169" y="76301"/>
                </a:lnTo>
                <a:close/>
              </a:path>
              <a:path w="1179195" h="601344">
                <a:moveTo>
                  <a:pt x="593217" y="486638"/>
                </a:moveTo>
                <a:lnTo>
                  <a:pt x="491020" y="486638"/>
                </a:lnTo>
                <a:lnTo>
                  <a:pt x="508063" y="433120"/>
                </a:lnTo>
                <a:lnTo>
                  <a:pt x="524040" y="382346"/>
                </a:lnTo>
                <a:lnTo>
                  <a:pt x="538911" y="334289"/>
                </a:lnTo>
                <a:lnTo>
                  <a:pt x="552627" y="288886"/>
                </a:lnTo>
                <a:lnTo>
                  <a:pt x="565162" y="246126"/>
                </a:lnTo>
                <a:lnTo>
                  <a:pt x="576453" y="205930"/>
                </a:lnTo>
                <a:lnTo>
                  <a:pt x="492544" y="183070"/>
                </a:lnTo>
                <a:lnTo>
                  <a:pt x="476186" y="242849"/>
                </a:lnTo>
                <a:lnTo>
                  <a:pt x="460540" y="299046"/>
                </a:lnTo>
                <a:lnTo>
                  <a:pt x="445681" y="351434"/>
                </a:lnTo>
                <a:lnTo>
                  <a:pt x="431584" y="400126"/>
                </a:lnTo>
                <a:lnTo>
                  <a:pt x="418249" y="445185"/>
                </a:lnTo>
                <a:lnTo>
                  <a:pt x="405676" y="486638"/>
                </a:lnTo>
                <a:lnTo>
                  <a:pt x="118960" y="486638"/>
                </a:lnTo>
                <a:lnTo>
                  <a:pt x="118960" y="570560"/>
                </a:lnTo>
                <a:lnTo>
                  <a:pt x="593217" y="570560"/>
                </a:lnTo>
                <a:lnTo>
                  <a:pt x="593217" y="486638"/>
                </a:lnTo>
                <a:close/>
              </a:path>
              <a:path w="1179195" h="601344">
                <a:moveTo>
                  <a:pt x="1178814" y="30581"/>
                </a:moveTo>
                <a:lnTo>
                  <a:pt x="1094994" y="30581"/>
                </a:lnTo>
                <a:lnTo>
                  <a:pt x="1094994" y="109829"/>
                </a:lnTo>
                <a:lnTo>
                  <a:pt x="1094994" y="184594"/>
                </a:lnTo>
                <a:lnTo>
                  <a:pt x="1094994" y="262420"/>
                </a:lnTo>
                <a:lnTo>
                  <a:pt x="1094994" y="337096"/>
                </a:lnTo>
                <a:lnTo>
                  <a:pt x="968400" y="337096"/>
                </a:lnTo>
                <a:lnTo>
                  <a:pt x="968400" y="262420"/>
                </a:lnTo>
                <a:lnTo>
                  <a:pt x="1094994" y="262420"/>
                </a:lnTo>
                <a:lnTo>
                  <a:pt x="1094994" y="184594"/>
                </a:lnTo>
                <a:lnTo>
                  <a:pt x="968400" y="184594"/>
                </a:lnTo>
                <a:lnTo>
                  <a:pt x="968400" y="109829"/>
                </a:lnTo>
                <a:lnTo>
                  <a:pt x="1094994" y="109829"/>
                </a:lnTo>
                <a:lnTo>
                  <a:pt x="1094994" y="30581"/>
                </a:lnTo>
                <a:lnTo>
                  <a:pt x="884491" y="30581"/>
                </a:lnTo>
                <a:lnTo>
                  <a:pt x="884491" y="109829"/>
                </a:lnTo>
                <a:lnTo>
                  <a:pt x="884491" y="184594"/>
                </a:lnTo>
                <a:lnTo>
                  <a:pt x="884491" y="262420"/>
                </a:lnTo>
                <a:lnTo>
                  <a:pt x="884491" y="337096"/>
                </a:lnTo>
                <a:lnTo>
                  <a:pt x="756373" y="337096"/>
                </a:lnTo>
                <a:lnTo>
                  <a:pt x="756373" y="262420"/>
                </a:lnTo>
                <a:lnTo>
                  <a:pt x="884491" y="262420"/>
                </a:lnTo>
                <a:lnTo>
                  <a:pt x="884491" y="184594"/>
                </a:lnTo>
                <a:lnTo>
                  <a:pt x="756373" y="184594"/>
                </a:lnTo>
                <a:lnTo>
                  <a:pt x="756373" y="109829"/>
                </a:lnTo>
                <a:lnTo>
                  <a:pt x="884491" y="109829"/>
                </a:lnTo>
                <a:lnTo>
                  <a:pt x="884491" y="30581"/>
                </a:lnTo>
                <a:lnTo>
                  <a:pt x="672553" y="30581"/>
                </a:lnTo>
                <a:lnTo>
                  <a:pt x="672553" y="314236"/>
                </a:lnTo>
                <a:lnTo>
                  <a:pt x="671296" y="377913"/>
                </a:lnTo>
                <a:lnTo>
                  <a:pt x="665772" y="433387"/>
                </a:lnTo>
                <a:lnTo>
                  <a:pt x="656145" y="480529"/>
                </a:lnTo>
                <a:lnTo>
                  <a:pt x="642581" y="519188"/>
                </a:lnTo>
                <a:lnTo>
                  <a:pt x="625221" y="549224"/>
                </a:lnTo>
                <a:lnTo>
                  <a:pt x="664133" y="574560"/>
                </a:lnTo>
                <a:lnTo>
                  <a:pt x="683590" y="587578"/>
                </a:lnTo>
                <a:lnTo>
                  <a:pt x="703033" y="601040"/>
                </a:lnTo>
                <a:lnTo>
                  <a:pt x="721614" y="569607"/>
                </a:lnTo>
                <a:lnTo>
                  <a:pt x="736180" y="528015"/>
                </a:lnTo>
                <a:lnTo>
                  <a:pt x="746760" y="476402"/>
                </a:lnTo>
                <a:lnTo>
                  <a:pt x="753325" y="414909"/>
                </a:lnTo>
                <a:lnTo>
                  <a:pt x="884491" y="414909"/>
                </a:lnTo>
                <a:lnTo>
                  <a:pt x="884491" y="584276"/>
                </a:lnTo>
                <a:lnTo>
                  <a:pt x="968400" y="584276"/>
                </a:lnTo>
                <a:lnTo>
                  <a:pt x="968400" y="414909"/>
                </a:lnTo>
                <a:lnTo>
                  <a:pt x="1094994" y="414909"/>
                </a:lnTo>
                <a:lnTo>
                  <a:pt x="1094994" y="469874"/>
                </a:lnTo>
                <a:lnTo>
                  <a:pt x="1092466" y="485876"/>
                </a:lnTo>
                <a:lnTo>
                  <a:pt x="1085075" y="497306"/>
                </a:lnTo>
                <a:lnTo>
                  <a:pt x="1073099" y="504164"/>
                </a:lnTo>
                <a:lnTo>
                  <a:pt x="1056792" y="506450"/>
                </a:lnTo>
                <a:lnTo>
                  <a:pt x="988212" y="503402"/>
                </a:lnTo>
                <a:lnTo>
                  <a:pt x="995667" y="524281"/>
                </a:lnTo>
                <a:lnTo>
                  <a:pt x="1002118" y="545744"/>
                </a:lnTo>
                <a:lnTo>
                  <a:pt x="1007719" y="567778"/>
                </a:lnTo>
                <a:lnTo>
                  <a:pt x="1012596" y="590372"/>
                </a:lnTo>
                <a:lnTo>
                  <a:pt x="1040879" y="590321"/>
                </a:lnTo>
                <a:lnTo>
                  <a:pt x="1088339" y="589076"/>
                </a:lnTo>
                <a:lnTo>
                  <a:pt x="1138999" y="579132"/>
                </a:lnTo>
                <a:lnTo>
                  <a:pt x="1168527" y="551484"/>
                </a:lnTo>
                <a:lnTo>
                  <a:pt x="1178623" y="506450"/>
                </a:lnTo>
                <a:lnTo>
                  <a:pt x="1178814" y="414909"/>
                </a:lnTo>
                <a:lnTo>
                  <a:pt x="1178814" y="337096"/>
                </a:lnTo>
                <a:lnTo>
                  <a:pt x="1178814" y="262420"/>
                </a:lnTo>
                <a:lnTo>
                  <a:pt x="1178814" y="184594"/>
                </a:lnTo>
                <a:lnTo>
                  <a:pt x="1178814" y="109829"/>
                </a:lnTo>
                <a:lnTo>
                  <a:pt x="1178814" y="3058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556254" y="646747"/>
            <a:ext cx="1214120" cy="598170"/>
          </a:xfrm>
          <a:custGeom>
            <a:avLst/>
            <a:gdLst/>
            <a:ahLst/>
            <a:cxnLst/>
            <a:rect l="l" t="t" r="r" b="b"/>
            <a:pathLst>
              <a:path w="1214120" h="598169">
                <a:moveTo>
                  <a:pt x="596265" y="260896"/>
                </a:moveTo>
                <a:lnTo>
                  <a:pt x="474243" y="260896"/>
                </a:lnTo>
                <a:lnTo>
                  <a:pt x="474243" y="112877"/>
                </a:lnTo>
                <a:lnTo>
                  <a:pt x="571881" y="112877"/>
                </a:lnTo>
                <a:lnTo>
                  <a:pt x="571881" y="35153"/>
                </a:lnTo>
                <a:lnTo>
                  <a:pt x="387286" y="35153"/>
                </a:lnTo>
                <a:lnTo>
                  <a:pt x="387286" y="112877"/>
                </a:lnTo>
                <a:lnTo>
                  <a:pt x="387286" y="260896"/>
                </a:lnTo>
                <a:lnTo>
                  <a:pt x="227164" y="260896"/>
                </a:lnTo>
                <a:lnTo>
                  <a:pt x="227164" y="112877"/>
                </a:lnTo>
                <a:lnTo>
                  <a:pt x="387286" y="112877"/>
                </a:lnTo>
                <a:lnTo>
                  <a:pt x="387286" y="35153"/>
                </a:lnTo>
                <a:lnTo>
                  <a:pt x="33528" y="35153"/>
                </a:lnTo>
                <a:lnTo>
                  <a:pt x="33528" y="112877"/>
                </a:lnTo>
                <a:lnTo>
                  <a:pt x="140296" y="112877"/>
                </a:lnTo>
                <a:lnTo>
                  <a:pt x="140296" y="260896"/>
                </a:lnTo>
                <a:lnTo>
                  <a:pt x="0" y="260896"/>
                </a:lnTo>
                <a:lnTo>
                  <a:pt x="0" y="338721"/>
                </a:lnTo>
                <a:lnTo>
                  <a:pt x="137248" y="338721"/>
                </a:lnTo>
                <a:lnTo>
                  <a:pt x="132080" y="378409"/>
                </a:lnTo>
                <a:lnTo>
                  <a:pt x="110845" y="441845"/>
                </a:lnTo>
                <a:lnTo>
                  <a:pt x="74815" y="485279"/>
                </a:lnTo>
                <a:lnTo>
                  <a:pt x="28041" y="521233"/>
                </a:lnTo>
                <a:lnTo>
                  <a:pt x="1524" y="536930"/>
                </a:lnTo>
                <a:lnTo>
                  <a:pt x="22428" y="552729"/>
                </a:lnTo>
                <a:lnTo>
                  <a:pt x="41910" y="568071"/>
                </a:lnTo>
                <a:lnTo>
                  <a:pt x="60236" y="583107"/>
                </a:lnTo>
                <a:lnTo>
                  <a:pt x="77724" y="597992"/>
                </a:lnTo>
                <a:lnTo>
                  <a:pt x="111163" y="577418"/>
                </a:lnTo>
                <a:lnTo>
                  <a:pt x="164820" y="529971"/>
                </a:lnTo>
                <a:lnTo>
                  <a:pt x="199923" y="472528"/>
                </a:lnTo>
                <a:lnTo>
                  <a:pt x="211924" y="434771"/>
                </a:lnTo>
                <a:lnTo>
                  <a:pt x="220497" y="390169"/>
                </a:lnTo>
                <a:lnTo>
                  <a:pt x="225640" y="338721"/>
                </a:lnTo>
                <a:lnTo>
                  <a:pt x="387286" y="338721"/>
                </a:lnTo>
                <a:lnTo>
                  <a:pt x="387286" y="585800"/>
                </a:lnTo>
                <a:lnTo>
                  <a:pt x="474243" y="585800"/>
                </a:lnTo>
                <a:lnTo>
                  <a:pt x="474243" y="338721"/>
                </a:lnTo>
                <a:lnTo>
                  <a:pt x="596265" y="338721"/>
                </a:lnTo>
                <a:lnTo>
                  <a:pt x="596265" y="260896"/>
                </a:lnTo>
                <a:close/>
              </a:path>
              <a:path w="1214120" h="598169">
                <a:moveTo>
                  <a:pt x="1213866" y="503402"/>
                </a:moveTo>
                <a:lnTo>
                  <a:pt x="1159548" y="493636"/>
                </a:lnTo>
                <a:lnTo>
                  <a:pt x="1110945" y="482447"/>
                </a:lnTo>
                <a:lnTo>
                  <a:pt x="1068044" y="469544"/>
                </a:lnTo>
                <a:lnTo>
                  <a:pt x="1030884" y="454634"/>
                </a:lnTo>
                <a:lnTo>
                  <a:pt x="1065784" y="423456"/>
                </a:lnTo>
                <a:lnTo>
                  <a:pt x="1076604" y="411873"/>
                </a:lnTo>
                <a:lnTo>
                  <a:pt x="1097394" y="389597"/>
                </a:lnTo>
                <a:lnTo>
                  <a:pt x="1125905" y="353136"/>
                </a:lnTo>
                <a:lnTo>
                  <a:pt x="1149375" y="317284"/>
                </a:lnTo>
                <a:lnTo>
                  <a:pt x="1151382" y="314236"/>
                </a:lnTo>
                <a:lnTo>
                  <a:pt x="1151382" y="248704"/>
                </a:lnTo>
                <a:lnTo>
                  <a:pt x="1050696" y="248704"/>
                </a:lnTo>
                <a:lnTo>
                  <a:pt x="1050696" y="317284"/>
                </a:lnTo>
                <a:lnTo>
                  <a:pt x="1030960" y="342176"/>
                </a:lnTo>
                <a:lnTo>
                  <a:pt x="1008214" y="366331"/>
                </a:lnTo>
                <a:lnTo>
                  <a:pt x="982357" y="389585"/>
                </a:lnTo>
                <a:lnTo>
                  <a:pt x="953160" y="411873"/>
                </a:lnTo>
                <a:lnTo>
                  <a:pt x="927989" y="390677"/>
                </a:lnTo>
                <a:lnTo>
                  <a:pt x="905256" y="368046"/>
                </a:lnTo>
                <a:lnTo>
                  <a:pt x="898664" y="360057"/>
                </a:lnTo>
                <a:lnTo>
                  <a:pt x="885126" y="343674"/>
                </a:lnTo>
                <a:lnTo>
                  <a:pt x="867714" y="317284"/>
                </a:lnTo>
                <a:lnTo>
                  <a:pt x="1050696" y="317284"/>
                </a:lnTo>
                <a:lnTo>
                  <a:pt x="1050696" y="248704"/>
                </a:lnTo>
                <a:lnTo>
                  <a:pt x="858570" y="248704"/>
                </a:lnTo>
                <a:lnTo>
                  <a:pt x="864247" y="233197"/>
                </a:lnTo>
                <a:lnTo>
                  <a:pt x="869619" y="218706"/>
                </a:lnTo>
                <a:lnTo>
                  <a:pt x="874433" y="205105"/>
                </a:lnTo>
                <a:lnTo>
                  <a:pt x="878382" y="192214"/>
                </a:lnTo>
                <a:lnTo>
                  <a:pt x="1212342" y="192214"/>
                </a:lnTo>
                <a:lnTo>
                  <a:pt x="1212342" y="118973"/>
                </a:lnTo>
                <a:lnTo>
                  <a:pt x="1110221" y="118973"/>
                </a:lnTo>
                <a:lnTo>
                  <a:pt x="1148321" y="79349"/>
                </a:lnTo>
                <a:lnTo>
                  <a:pt x="1127988" y="61658"/>
                </a:lnTo>
                <a:lnTo>
                  <a:pt x="1105649" y="42951"/>
                </a:lnTo>
                <a:lnTo>
                  <a:pt x="1080998" y="23368"/>
                </a:lnTo>
                <a:lnTo>
                  <a:pt x="1053744" y="3048"/>
                </a:lnTo>
                <a:lnTo>
                  <a:pt x="1001928" y="51917"/>
                </a:lnTo>
                <a:lnTo>
                  <a:pt x="1019073" y="68821"/>
                </a:lnTo>
                <a:lnTo>
                  <a:pt x="1053363" y="102069"/>
                </a:lnTo>
                <a:lnTo>
                  <a:pt x="1070508" y="118973"/>
                </a:lnTo>
                <a:lnTo>
                  <a:pt x="901242" y="118973"/>
                </a:lnTo>
                <a:lnTo>
                  <a:pt x="927150" y="6096"/>
                </a:lnTo>
                <a:lnTo>
                  <a:pt x="840282" y="0"/>
                </a:lnTo>
                <a:lnTo>
                  <a:pt x="833424" y="32346"/>
                </a:lnTo>
                <a:lnTo>
                  <a:pt x="826566" y="62953"/>
                </a:lnTo>
                <a:lnTo>
                  <a:pt x="819721" y="91808"/>
                </a:lnTo>
                <a:lnTo>
                  <a:pt x="812850" y="118973"/>
                </a:lnTo>
                <a:lnTo>
                  <a:pt x="725893" y="118973"/>
                </a:lnTo>
                <a:lnTo>
                  <a:pt x="733336" y="91821"/>
                </a:lnTo>
                <a:lnTo>
                  <a:pt x="739800" y="67335"/>
                </a:lnTo>
                <a:lnTo>
                  <a:pt x="745401" y="45427"/>
                </a:lnTo>
                <a:lnTo>
                  <a:pt x="750277" y="25908"/>
                </a:lnTo>
                <a:lnTo>
                  <a:pt x="667880" y="16764"/>
                </a:lnTo>
                <a:lnTo>
                  <a:pt x="660768" y="43738"/>
                </a:lnTo>
                <a:lnTo>
                  <a:pt x="653211" y="69811"/>
                </a:lnTo>
                <a:lnTo>
                  <a:pt x="645388" y="95300"/>
                </a:lnTo>
                <a:lnTo>
                  <a:pt x="637400" y="120497"/>
                </a:lnTo>
                <a:lnTo>
                  <a:pt x="637400" y="192214"/>
                </a:lnTo>
                <a:lnTo>
                  <a:pt x="788377" y="192214"/>
                </a:lnTo>
                <a:lnTo>
                  <a:pt x="767664" y="240017"/>
                </a:lnTo>
                <a:lnTo>
                  <a:pt x="743610" y="285788"/>
                </a:lnTo>
                <a:lnTo>
                  <a:pt x="716165" y="329526"/>
                </a:lnTo>
                <a:lnTo>
                  <a:pt x="685279" y="371233"/>
                </a:lnTo>
                <a:lnTo>
                  <a:pt x="650913" y="410895"/>
                </a:lnTo>
                <a:lnTo>
                  <a:pt x="613016" y="448538"/>
                </a:lnTo>
                <a:lnTo>
                  <a:pt x="619874" y="471119"/>
                </a:lnTo>
                <a:lnTo>
                  <a:pt x="626732" y="495414"/>
                </a:lnTo>
                <a:lnTo>
                  <a:pt x="633590" y="521449"/>
                </a:lnTo>
                <a:lnTo>
                  <a:pt x="640448" y="549224"/>
                </a:lnTo>
                <a:lnTo>
                  <a:pt x="675436" y="516775"/>
                </a:lnTo>
                <a:lnTo>
                  <a:pt x="708926" y="481711"/>
                </a:lnTo>
                <a:lnTo>
                  <a:pt x="740943" y="443953"/>
                </a:lnTo>
                <a:lnTo>
                  <a:pt x="771486" y="403415"/>
                </a:lnTo>
                <a:lnTo>
                  <a:pt x="800569" y="360057"/>
                </a:lnTo>
                <a:lnTo>
                  <a:pt x="818578" y="385749"/>
                </a:lnTo>
                <a:lnTo>
                  <a:pt x="837996" y="410159"/>
                </a:lnTo>
                <a:lnTo>
                  <a:pt x="858532" y="433171"/>
                </a:lnTo>
                <a:lnTo>
                  <a:pt x="879906" y="454634"/>
                </a:lnTo>
                <a:lnTo>
                  <a:pt x="838492" y="472376"/>
                </a:lnTo>
                <a:lnTo>
                  <a:pt x="794334" y="489115"/>
                </a:lnTo>
                <a:lnTo>
                  <a:pt x="747598" y="505002"/>
                </a:lnTo>
                <a:lnTo>
                  <a:pt x="698461" y="520166"/>
                </a:lnTo>
                <a:lnTo>
                  <a:pt x="710742" y="538797"/>
                </a:lnTo>
                <a:lnTo>
                  <a:pt x="722464" y="557974"/>
                </a:lnTo>
                <a:lnTo>
                  <a:pt x="733602" y="577697"/>
                </a:lnTo>
                <a:lnTo>
                  <a:pt x="744181" y="597992"/>
                </a:lnTo>
                <a:lnTo>
                  <a:pt x="802792" y="578586"/>
                </a:lnTo>
                <a:lnTo>
                  <a:pt x="857237" y="557174"/>
                </a:lnTo>
                <a:lnTo>
                  <a:pt x="907402" y="534035"/>
                </a:lnTo>
                <a:lnTo>
                  <a:pt x="953160" y="509498"/>
                </a:lnTo>
                <a:lnTo>
                  <a:pt x="998855" y="535266"/>
                </a:lnTo>
                <a:lnTo>
                  <a:pt x="1048994" y="557593"/>
                </a:lnTo>
                <a:lnTo>
                  <a:pt x="1103439" y="576453"/>
                </a:lnTo>
                <a:lnTo>
                  <a:pt x="1162050" y="591896"/>
                </a:lnTo>
                <a:lnTo>
                  <a:pt x="1174635" y="569277"/>
                </a:lnTo>
                <a:lnTo>
                  <a:pt x="1187386" y="547077"/>
                </a:lnTo>
                <a:lnTo>
                  <a:pt x="1200404" y="525157"/>
                </a:lnTo>
                <a:lnTo>
                  <a:pt x="1210094" y="509498"/>
                </a:lnTo>
                <a:lnTo>
                  <a:pt x="1213866" y="5034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96060" y="1870138"/>
            <a:ext cx="1784350" cy="442595"/>
          </a:xfrm>
          <a:custGeom>
            <a:avLst/>
            <a:gdLst/>
            <a:ahLst/>
            <a:cxnLst/>
            <a:rect l="l" t="t" r="r" b="b"/>
            <a:pathLst>
              <a:path w="1784350" h="442594">
                <a:moveTo>
                  <a:pt x="340144" y="163258"/>
                </a:moveTo>
                <a:lnTo>
                  <a:pt x="99148" y="163258"/>
                </a:lnTo>
                <a:lnTo>
                  <a:pt x="99148" y="196786"/>
                </a:lnTo>
                <a:lnTo>
                  <a:pt x="340144" y="196786"/>
                </a:lnTo>
                <a:lnTo>
                  <a:pt x="340144" y="163258"/>
                </a:lnTo>
                <a:close/>
              </a:path>
              <a:path w="1784350" h="442594">
                <a:moveTo>
                  <a:pt x="420916" y="254800"/>
                </a:moveTo>
                <a:lnTo>
                  <a:pt x="19812" y="254800"/>
                </a:lnTo>
                <a:lnTo>
                  <a:pt x="19812" y="286804"/>
                </a:lnTo>
                <a:lnTo>
                  <a:pt x="164782" y="286804"/>
                </a:lnTo>
                <a:lnTo>
                  <a:pt x="147294" y="311099"/>
                </a:lnTo>
                <a:lnTo>
                  <a:pt x="110680" y="354571"/>
                </a:lnTo>
                <a:lnTo>
                  <a:pt x="74383" y="385584"/>
                </a:lnTo>
                <a:lnTo>
                  <a:pt x="54952" y="395109"/>
                </a:lnTo>
                <a:lnTo>
                  <a:pt x="74764" y="431685"/>
                </a:lnTo>
                <a:lnTo>
                  <a:pt x="112864" y="421017"/>
                </a:lnTo>
                <a:lnTo>
                  <a:pt x="335572" y="405777"/>
                </a:lnTo>
                <a:lnTo>
                  <a:pt x="352717" y="425208"/>
                </a:lnTo>
                <a:lnTo>
                  <a:pt x="360426" y="434060"/>
                </a:lnTo>
                <a:lnTo>
                  <a:pt x="367576" y="442353"/>
                </a:lnTo>
                <a:lnTo>
                  <a:pt x="396532" y="416445"/>
                </a:lnTo>
                <a:lnTo>
                  <a:pt x="386105" y="405777"/>
                </a:lnTo>
                <a:lnTo>
                  <a:pt x="372516" y="391845"/>
                </a:lnTo>
                <a:lnTo>
                  <a:pt x="368058" y="387489"/>
                </a:lnTo>
                <a:lnTo>
                  <a:pt x="346227" y="366102"/>
                </a:lnTo>
                <a:lnTo>
                  <a:pt x="317614" y="339204"/>
                </a:lnTo>
                <a:lnTo>
                  <a:pt x="286702" y="311188"/>
                </a:lnTo>
                <a:lnTo>
                  <a:pt x="262318" y="332524"/>
                </a:lnTo>
                <a:lnTo>
                  <a:pt x="274586" y="344830"/>
                </a:lnTo>
                <a:lnTo>
                  <a:pt x="286143" y="356577"/>
                </a:lnTo>
                <a:lnTo>
                  <a:pt x="296862" y="367753"/>
                </a:lnTo>
                <a:lnTo>
                  <a:pt x="306616" y="378345"/>
                </a:lnTo>
                <a:lnTo>
                  <a:pt x="262305" y="379768"/>
                </a:lnTo>
                <a:lnTo>
                  <a:pt x="216598" y="381774"/>
                </a:lnTo>
                <a:lnTo>
                  <a:pt x="169748" y="384340"/>
                </a:lnTo>
                <a:lnTo>
                  <a:pt x="122008" y="387489"/>
                </a:lnTo>
                <a:lnTo>
                  <a:pt x="143751" y="363994"/>
                </a:lnTo>
                <a:lnTo>
                  <a:pt x="165493" y="339394"/>
                </a:lnTo>
                <a:lnTo>
                  <a:pt x="187248" y="313664"/>
                </a:lnTo>
                <a:lnTo>
                  <a:pt x="208978" y="286804"/>
                </a:lnTo>
                <a:lnTo>
                  <a:pt x="420916" y="286804"/>
                </a:lnTo>
                <a:lnTo>
                  <a:pt x="420916" y="254800"/>
                </a:lnTo>
                <a:close/>
              </a:path>
              <a:path w="1784350" h="442594">
                <a:moveTo>
                  <a:pt x="442341" y="170878"/>
                </a:moveTo>
                <a:lnTo>
                  <a:pt x="394157" y="149593"/>
                </a:lnTo>
                <a:lnTo>
                  <a:pt x="350227" y="124155"/>
                </a:lnTo>
                <a:lnTo>
                  <a:pt x="310400" y="94399"/>
                </a:lnTo>
                <a:lnTo>
                  <a:pt x="274548" y="60185"/>
                </a:lnTo>
                <a:lnTo>
                  <a:pt x="262623" y="45720"/>
                </a:lnTo>
                <a:lnTo>
                  <a:pt x="242506" y="21336"/>
                </a:lnTo>
                <a:lnTo>
                  <a:pt x="250126" y="10668"/>
                </a:lnTo>
                <a:lnTo>
                  <a:pt x="202882" y="10668"/>
                </a:lnTo>
                <a:lnTo>
                  <a:pt x="169900" y="51155"/>
                </a:lnTo>
                <a:lnTo>
                  <a:pt x="133210" y="88392"/>
                </a:lnTo>
                <a:lnTo>
                  <a:pt x="92710" y="122491"/>
                </a:lnTo>
                <a:lnTo>
                  <a:pt x="48336" y="153517"/>
                </a:lnTo>
                <a:lnTo>
                  <a:pt x="0" y="181546"/>
                </a:lnTo>
                <a:lnTo>
                  <a:pt x="6578" y="189547"/>
                </a:lnTo>
                <a:lnTo>
                  <a:pt x="12509" y="197459"/>
                </a:lnTo>
                <a:lnTo>
                  <a:pt x="18046" y="205549"/>
                </a:lnTo>
                <a:lnTo>
                  <a:pt x="22948" y="213550"/>
                </a:lnTo>
                <a:lnTo>
                  <a:pt x="65938" y="186461"/>
                </a:lnTo>
                <a:lnTo>
                  <a:pt x="107111" y="156260"/>
                </a:lnTo>
                <a:lnTo>
                  <a:pt x="146456" y="122834"/>
                </a:lnTo>
                <a:lnTo>
                  <a:pt x="183972" y="86042"/>
                </a:lnTo>
                <a:lnTo>
                  <a:pt x="219646" y="45720"/>
                </a:lnTo>
                <a:lnTo>
                  <a:pt x="250215" y="84378"/>
                </a:lnTo>
                <a:lnTo>
                  <a:pt x="285254" y="119811"/>
                </a:lnTo>
                <a:lnTo>
                  <a:pt x="324827" y="152095"/>
                </a:lnTo>
                <a:lnTo>
                  <a:pt x="369011" y="181279"/>
                </a:lnTo>
                <a:lnTo>
                  <a:pt x="417868" y="207454"/>
                </a:lnTo>
                <a:lnTo>
                  <a:pt x="423545" y="197548"/>
                </a:lnTo>
                <a:lnTo>
                  <a:pt x="429488" y="188023"/>
                </a:lnTo>
                <a:lnTo>
                  <a:pt x="435686" y="179171"/>
                </a:lnTo>
                <a:lnTo>
                  <a:pt x="442341" y="170878"/>
                </a:lnTo>
                <a:close/>
              </a:path>
              <a:path w="1784350" h="442594">
                <a:moveTo>
                  <a:pt x="565785" y="85445"/>
                </a:moveTo>
                <a:lnTo>
                  <a:pt x="552907" y="72313"/>
                </a:lnTo>
                <a:lnTo>
                  <a:pt x="537019" y="55867"/>
                </a:lnTo>
                <a:lnTo>
                  <a:pt x="518401" y="36703"/>
                </a:lnTo>
                <a:lnTo>
                  <a:pt x="495681" y="13716"/>
                </a:lnTo>
                <a:lnTo>
                  <a:pt x="469773" y="36576"/>
                </a:lnTo>
                <a:lnTo>
                  <a:pt x="487641" y="55714"/>
                </a:lnTo>
                <a:lnTo>
                  <a:pt x="504825" y="74574"/>
                </a:lnTo>
                <a:lnTo>
                  <a:pt x="520776" y="93040"/>
                </a:lnTo>
                <a:lnTo>
                  <a:pt x="535305" y="111353"/>
                </a:lnTo>
                <a:lnTo>
                  <a:pt x="565785" y="85445"/>
                </a:lnTo>
                <a:close/>
              </a:path>
              <a:path w="1784350" h="442594">
                <a:moveTo>
                  <a:pt x="600925" y="366153"/>
                </a:moveTo>
                <a:lnTo>
                  <a:pt x="599808" y="357759"/>
                </a:lnTo>
                <a:lnTo>
                  <a:pt x="598830" y="348538"/>
                </a:lnTo>
                <a:lnTo>
                  <a:pt x="598144" y="338188"/>
                </a:lnTo>
                <a:lnTo>
                  <a:pt x="597877" y="326428"/>
                </a:lnTo>
                <a:lnTo>
                  <a:pt x="580631" y="339305"/>
                </a:lnTo>
                <a:lnTo>
                  <a:pt x="565416" y="350481"/>
                </a:lnTo>
                <a:lnTo>
                  <a:pt x="551929" y="359943"/>
                </a:lnTo>
                <a:lnTo>
                  <a:pt x="539877" y="367677"/>
                </a:lnTo>
                <a:lnTo>
                  <a:pt x="539877" y="157162"/>
                </a:lnTo>
                <a:lnTo>
                  <a:pt x="451485" y="157162"/>
                </a:lnTo>
                <a:lnTo>
                  <a:pt x="451485" y="189166"/>
                </a:lnTo>
                <a:lnTo>
                  <a:pt x="506349" y="189166"/>
                </a:lnTo>
                <a:lnTo>
                  <a:pt x="506349" y="361581"/>
                </a:lnTo>
                <a:lnTo>
                  <a:pt x="505472" y="373316"/>
                </a:lnTo>
                <a:lnTo>
                  <a:pt x="502729" y="383489"/>
                </a:lnTo>
                <a:lnTo>
                  <a:pt x="497992" y="392226"/>
                </a:lnTo>
                <a:lnTo>
                  <a:pt x="491109" y="399681"/>
                </a:lnTo>
                <a:lnTo>
                  <a:pt x="512445" y="430161"/>
                </a:lnTo>
                <a:lnTo>
                  <a:pt x="531825" y="414159"/>
                </a:lnTo>
                <a:lnTo>
                  <a:pt x="553224" y="398157"/>
                </a:lnTo>
                <a:lnTo>
                  <a:pt x="576351" y="382155"/>
                </a:lnTo>
                <a:lnTo>
                  <a:pt x="598589" y="367677"/>
                </a:lnTo>
                <a:lnTo>
                  <a:pt x="600925" y="366153"/>
                </a:lnTo>
                <a:close/>
              </a:path>
              <a:path w="1784350" h="442594">
                <a:moveTo>
                  <a:pt x="883069" y="138785"/>
                </a:moveTo>
                <a:lnTo>
                  <a:pt x="747331" y="138785"/>
                </a:lnTo>
                <a:lnTo>
                  <a:pt x="747331" y="65633"/>
                </a:lnTo>
                <a:lnTo>
                  <a:pt x="747331" y="62585"/>
                </a:lnTo>
                <a:lnTo>
                  <a:pt x="863257" y="53441"/>
                </a:lnTo>
                <a:lnTo>
                  <a:pt x="855637" y="21336"/>
                </a:lnTo>
                <a:lnTo>
                  <a:pt x="806196" y="25730"/>
                </a:lnTo>
                <a:lnTo>
                  <a:pt x="701865" y="33413"/>
                </a:lnTo>
                <a:lnTo>
                  <a:pt x="590257" y="39624"/>
                </a:lnTo>
                <a:lnTo>
                  <a:pt x="592531" y="47688"/>
                </a:lnTo>
                <a:lnTo>
                  <a:pt x="594639" y="55714"/>
                </a:lnTo>
                <a:lnTo>
                  <a:pt x="596480" y="63728"/>
                </a:lnTo>
                <a:lnTo>
                  <a:pt x="597877" y="71729"/>
                </a:lnTo>
                <a:lnTo>
                  <a:pt x="628180" y="70345"/>
                </a:lnTo>
                <a:lnTo>
                  <a:pt x="712190" y="65633"/>
                </a:lnTo>
                <a:lnTo>
                  <a:pt x="712190" y="138785"/>
                </a:lnTo>
                <a:lnTo>
                  <a:pt x="571881" y="138785"/>
                </a:lnTo>
                <a:lnTo>
                  <a:pt x="571881" y="170878"/>
                </a:lnTo>
                <a:lnTo>
                  <a:pt x="712190" y="170878"/>
                </a:lnTo>
                <a:lnTo>
                  <a:pt x="712190" y="244030"/>
                </a:lnTo>
                <a:lnTo>
                  <a:pt x="614654" y="244030"/>
                </a:lnTo>
                <a:lnTo>
                  <a:pt x="614654" y="437781"/>
                </a:lnTo>
                <a:lnTo>
                  <a:pt x="649706" y="437781"/>
                </a:lnTo>
                <a:lnTo>
                  <a:pt x="649706" y="407301"/>
                </a:lnTo>
                <a:lnTo>
                  <a:pt x="812863" y="407301"/>
                </a:lnTo>
                <a:lnTo>
                  <a:pt x="812863" y="437781"/>
                </a:lnTo>
                <a:lnTo>
                  <a:pt x="846391" y="437781"/>
                </a:lnTo>
                <a:lnTo>
                  <a:pt x="846391" y="407301"/>
                </a:lnTo>
                <a:lnTo>
                  <a:pt x="846391" y="375297"/>
                </a:lnTo>
                <a:lnTo>
                  <a:pt x="846391" y="276136"/>
                </a:lnTo>
                <a:lnTo>
                  <a:pt x="846391" y="244030"/>
                </a:lnTo>
                <a:lnTo>
                  <a:pt x="812863" y="244030"/>
                </a:lnTo>
                <a:lnTo>
                  <a:pt x="812863" y="276136"/>
                </a:lnTo>
                <a:lnTo>
                  <a:pt x="812863" y="375297"/>
                </a:lnTo>
                <a:lnTo>
                  <a:pt x="649706" y="375297"/>
                </a:lnTo>
                <a:lnTo>
                  <a:pt x="649706" y="276136"/>
                </a:lnTo>
                <a:lnTo>
                  <a:pt x="812863" y="276136"/>
                </a:lnTo>
                <a:lnTo>
                  <a:pt x="812863" y="244030"/>
                </a:lnTo>
                <a:lnTo>
                  <a:pt x="747331" y="244030"/>
                </a:lnTo>
                <a:lnTo>
                  <a:pt x="747331" y="170878"/>
                </a:lnTo>
                <a:lnTo>
                  <a:pt x="883069" y="170878"/>
                </a:lnTo>
                <a:lnTo>
                  <a:pt x="883069" y="138785"/>
                </a:lnTo>
                <a:close/>
              </a:path>
              <a:path w="1784350" h="442594">
                <a:moveTo>
                  <a:pt x="1075182" y="381393"/>
                </a:moveTo>
                <a:lnTo>
                  <a:pt x="1073658" y="347764"/>
                </a:lnTo>
                <a:lnTo>
                  <a:pt x="1059916" y="350926"/>
                </a:lnTo>
                <a:lnTo>
                  <a:pt x="1046035" y="353682"/>
                </a:lnTo>
                <a:lnTo>
                  <a:pt x="1031862" y="356158"/>
                </a:lnTo>
                <a:lnTo>
                  <a:pt x="1017270" y="358533"/>
                </a:lnTo>
                <a:lnTo>
                  <a:pt x="1017270" y="266992"/>
                </a:lnTo>
                <a:lnTo>
                  <a:pt x="1073658" y="266992"/>
                </a:lnTo>
                <a:lnTo>
                  <a:pt x="1073658" y="239471"/>
                </a:lnTo>
                <a:lnTo>
                  <a:pt x="1017270" y="239471"/>
                </a:lnTo>
                <a:lnTo>
                  <a:pt x="1017270" y="164795"/>
                </a:lnTo>
                <a:lnTo>
                  <a:pt x="1062990" y="164795"/>
                </a:lnTo>
                <a:lnTo>
                  <a:pt x="1062990" y="138785"/>
                </a:lnTo>
                <a:lnTo>
                  <a:pt x="1062990" y="58013"/>
                </a:lnTo>
                <a:lnTo>
                  <a:pt x="1062990" y="32016"/>
                </a:lnTo>
                <a:lnTo>
                  <a:pt x="1034034" y="32016"/>
                </a:lnTo>
                <a:lnTo>
                  <a:pt x="1034034" y="58013"/>
                </a:lnTo>
                <a:lnTo>
                  <a:pt x="1034034" y="138785"/>
                </a:lnTo>
                <a:lnTo>
                  <a:pt x="959256" y="138785"/>
                </a:lnTo>
                <a:lnTo>
                  <a:pt x="959256" y="58013"/>
                </a:lnTo>
                <a:lnTo>
                  <a:pt x="1034034" y="58013"/>
                </a:lnTo>
                <a:lnTo>
                  <a:pt x="1034034" y="32016"/>
                </a:lnTo>
                <a:lnTo>
                  <a:pt x="928776" y="32016"/>
                </a:lnTo>
                <a:lnTo>
                  <a:pt x="928776" y="176987"/>
                </a:lnTo>
                <a:lnTo>
                  <a:pt x="959256" y="176987"/>
                </a:lnTo>
                <a:lnTo>
                  <a:pt x="959256" y="164795"/>
                </a:lnTo>
                <a:lnTo>
                  <a:pt x="988212" y="164795"/>
                </a:lnTo>
                <a:lnTo>
                  <a:pt x="988212" y="363105"/>
                </a:lnTo>
                <a:lnTo>
                  <a:pt x="979068" y="365125"/>
                </a:lnTo>
                <a:lnTo>
                  <a:pt x="969924" y="366725"/>
                </a:lnTo>
                <a:lnTo>
                  <a:pt x="960780" y="368033"/>
                </a:lnTo>
                <a:lnTo>
                  <a:pt x="951636" y="369201"/>
                </a:lnTo>
                <a:lnTo>
                  <a:pt x="951636" y="207467"/>
                </a:lnTo>
                <a:lnTo>
                  <a:pt x="922680" y="207467"/>
                </a:lnTo>
                <a:lnTo>
                  <a:pt x="922680" y="373773"/>
                </a:lnTo>
                <a:lnTo>
                  <a:pt x="899820" y="378345"/>
                </a:lnTo>
                <a:lnTo>
                  <a:pt x="910488" y="411873"/>
                </a:lnTo>
                <a:lnTo>
                  <a:pt x="1042593" y="386791"/>
                </a:lnTo>
                <a:lnTo>
                  <a:pt x="1075182" y="381393"/>
                </a:lnTo>
                <a:close/>
              </a:path>
              <a:path w="1784350" h="442594">
                <a:moveTo>
                  <a:pt x="1335976" y="395109"/>
                </a:moveTo>
                <a:lnTo>
                  <a:pt x="1308773" y="380517"/>
                </a:lnTo>
                <a:lnTo>
                  <a:pt x="1284109" y="364197"/>
                </a:lnTo>
                <a:lnTo>
                  <a:pt x="1261745" y="346163"/>
                </a:lnTo>
                <a:lnTo>
                  <a:pt x="1241399" y="326428"/>
                </a:lnTo>
                <a:lnTo>
                  <a:pt x="1285621" y="303568"/>
                </a:lnTo>
                <a:lnTo>
                  <a:pt x="1326832" y="282232"/>
                </a:lnTo>
                <a:lnTo>
                  <a:pt x="1305496" y="254800"/>
                </a:lnTo>
                <a:lnTo>
                  <a:pt x="1285151" y="267995"/>
                </a:lnTo>
                <a:lnTo>
                  <a:pt x="1265059" y="280327"/>
                </a:lnTo>
                <a:lnTo>
                  <a:pt x="1244981" y="292087"/>
                </a:lnTo>
                <a:lnTo>
                  <a:pt x="1224635" y="303568"/>
                </a:lnTo>
                <a:lnTo>
                  <a:pt x="1214678" y="288404"/>
                </a:lnTo>
                <a:lnTo>
                  <a:pt x="1205585" y="272503"/>
                </a:lnTo>
                <a:lnTo>
                  <a:pt x="1197622" y="255739"/>
                </a:lnTo>
                <a:lnTo>
                  <a:pt x="1191107" y="237947"/>
                </a:lnTo>
                <a:lnTo>
                  <a:pt x="1264259" y="237947"/>
                </a:lnTo>
                <a:lnTo>
                  <a:pt x="1264259" y="248615"/>
                </a:lnTo>
                <a:lnTo>
                  <a:pt x="1296352" y="248615"/>
                </a:lnTo>
                <a:lnTo>
                  <a:pt x="1296352" y="30480"/>
                </a:lnTo>
                <a:lnTo>
                  <a:pt x="1264259" y="30480"/>
                </a:lnTo>
                <a:lnTo>
                  <a:pt x="1264259" y="61061"/>
                </a:lnTo>
                <a:lnTo>
                  <a:pt x="1264259" y="118973"/>
                </a:lnTo>
                <a:lnTo>
                  <a:pt x="1264259" y="149453"/>
                </a:lnTo>
                <a:lnTo>
                  <a:pt x="1264259" y="207467"/>
                </a:lnTo>
                <a:lnTo>
                  <a:pt x="1128522" y="207467"/>
                </a:lnTo>
                <a:lnTo>
                  <a:pt x="1128522" y="149453"/>
                </a:lnTo>
                <a:lnTo>
                  <a:pt x="1264259" y="149453"/>
                </a:lnTo>
                <a:lnTo>
                  <a:pt x="1264259" y="118973"/>
                </a:lnTo>
                <a:lnTo>
                  <a:pt x="1128522" y="118973"/>
                </a:lnTo>
                <a:lnTo>
                  <a:pt x="1128522" y="61061"/>
                </a:lnTo>
                <a:lnTo>
                  <a:pt x="1264259" y="61061"/>
                </a:lnTo>
                <a:lnTo>
                  <a:pt x="1264259" y="30480"/>
                </a:lnTo>
                <a:lnTo>
                  <a:pt x="1096518" y="30480"/>
                </a:lnTo>
                <a:lnTo>
                  <a:pt x="1096518" y="372249"/>
                </a:lnTo>
                <a:lnTo>
                  <a:pt x="1095641" y="383984"/>
                </a:lnTo>
                <a:lnTo>
                  <a:pt x="1092898" y="394157"/>
                </a:lnTo>
                <a:lnTo>
                  <a:pt x="1088161" y="402894"/>
                </a:lnTo>
                <a:lnTo>
                  <a:pt x="1081278" y="410349"/>
                </a:lnTo>
                <a:lnTo>
                  <a:pt x="1104138" y="439305"/>
                </a:lnTo>
                <a:lnTo>
                  <a:pt x="1146975" y="410959"/>
                </a:lnTo>
                <a:lnTo>
                  <a:pt x="1185214" y="391439"/>
                </a:lnTo>
                <a:lnTo>
                  <a:pt x="1206347" y="381393"/>
                </a:lnTo>
                <a:lnTo>
                  <a:pt x="1203464" y="370801"/>
                </a:lnTo>
                <a:lnTo>
                  <a:pt x="1201585" y="361911"/>
                </a:lnTo>
                <a:lnTo>
                  <a:pt x="1200556" y="354736"/>
                </a:lnTo>
                <a:lnTo>
                  <a:pt x="1200251" y="349288"/>
                </a:lnTo>
                <a:lnTo>
                  <a:pt x="1180261" y="359079"/>
                </a:lnTo>
                <a:lnTo>
                  <a:pt x="1161567" y="367855"/>
                </a:lnTo>
                <a:lnTo>
                  <a:pt x="1128522" y="382917"/>
                </a:lnTo>
                <a:lnTo>
                  <a:pt x="1128522" y="237947"/>
                </a:lnTo>
                <a:lnTo>
                  <a:pt x="1160627" y="237947"/>
                </a:lnTo>
                <a:lnTo>
                  <a:pt x="1177607" y="283540"/>
                </a:lnTo>
                <a:lnTo>
                  <a:pt x="1201026" y="325094"/>
                </a:lnTo>
                <a:lnTo>
                  <a:pt x="1230757" y="362635"/>
                </a:lnTo>
                <a:lnTo>
                  <a:pt x="1266647" y="396125"/>
                </a:lnTo>
                <a:lnTo>
                  <a:pt x="1308544" y="425589"/>
                </a:lnTo>
                <a:lnTo>
                  <a:pt x="1316050" y="417601"/>
                </a:lnTo>
                <a:lnTo>
                  <a:pt x="1329334" y="402221"/>
                </a:lnTo>
                <a:lnTo>
                  <a:pt x="1335976" y="395109"/>
                </a:lnTo>
                <a:close/>
              </a:path>
              <a:path w="1784350" h="442594">
                <a:moveTo>
                  <a:pt x="1509814" y="228790"/>
                </a:moveTo>
                <a:lnTo>
                  <a:pt x="1461046" y="228790"/>
                </a:lnTo>
                <a:lnTo>
                  <a:pt x="1461046" y="160210"/>
                </a:lnTo>
                <a:lnTo>
                  <a:pt x="1503718" y="160210"/>
                </a:lnTo>
                <a:lnTo>
                  <a:pt x="1503718" y="134213"/>
                </a:lnTo>
                <a:lnTo>
                  <a:pt x="1503718" y="54965"/>
                </a:lnTo>
                <a:lnTo>
                  <a:pt x="1503718" y="28956"/>
                </a:lnTo>
                <a:lnTo>
                  <a:pt x="1476286" y="28956"/>
                </a:lnTo>
                <a:lnTo>
                  <a:pt x="1476286" y="54965"/>
                </a:lnTo>
                <a:lnTo>
                  <a:pt x="1476286" y="134213"/>
                </a:lnTo>
                <a:lnTo>
                  <a:pt x="1404556" y="134213"/>
                </a:lnTo>
                <a:lnTo>
                  <a:pt x="1404556" y="54965"/>
                </a:lnTo>
                <a:lnTo>
                  <a:pt x="1476286" y="54965"/>
                </a:lnTo>
                <a:lnTo>
                  <a:pt x="1476286" y="28956"/>
                </a:lnTo>
                <a:lnTo>
                  <a:pt x="1375600" y="28956"/>
                </a:lnTo>
                <a:lnTo>
                  <a:pt x="1375600" y="173926"/>
                </a:lnTo>
                <a:lnTo>
                  <a:pt x="1404556" y="173926"/>
                </a:lnTo>
                <a:lnTo>
                  <a:pt x="1404556" y="160210"/>
                </a:lnTo>
                <a:lnTo>
                  <a:pt x="1432090" y="160210"/>
                </a:lnTo>
                <a:lnTo>
                  <a:pt x="1432090" y="358521"/>
                </a:lnTo>
                <a:lnTo>
                  <a:pt x="1396936" y="363093"/>
                </a:lnTo>
                <a:lnTo>
                  <a:pt x="1396936" y="204406"/>
                </a:lnTo>
                <a:lnTo>
                  <a:pt x="1367980" y="204406"/>
                </a:lnTo>
                <a:lnTo>
                  <a:pt x="1367980" y="367665"/>
                </a:lnTo>
                <a:lnTo>
                  <a:pt x="1343596" y="370713"/>
                </a:lnTo>
                <a:lnTo>
                  <a:pt x="1352740" y="402729"/>
                </a:lnTo>
                <a:lnTo>
                  <a:pt x="1509814" y="376821"/>
                </a:lnTo>
                <a:lnTo>
                  <a:pt x="1508925" y="370547"/>
                </a:lnTo>
                <a:lnTo>
                  <a:pt x="1508467" y="363093"/>
                </a:lnTo>
                <a:lnTo>
                  <a:pt x="1508302" y="353860"/>
                </a:lnTo>
                <a:lnTo>
                  <a:pt x="1508290" y="346240"/>
                </a:lnTo>
                <a:lnTo>
                  <a:pt x="1496618" y="348284"/>
                </a:lnTo>
                <a:lnTo>
                  <a:pt x="1472704" y="351815"/>
                </a:lnTo>
                <a:lnTo>
                  <a:pt x="1461046" y="353860"/>
                </a:lnTo>
                <a:lnTo>
                  <a:pt x="1461046" y="257848"/>
                </a:lnTo>
                <a:lnTo>
                  <a:pt x="1509814" y="257848"/>
                </a:lnTo>
                <a:lnTo>
                  <a:pt x="1509814" y="228790"/>
                </a:lnTo>
                <a:close/>
              </a:path>
              <a:path w="1784350" h="442594">
                <a:moveTo>
                  <a:pt x="1593723" y="302044"/>
                </a:moveTo>
                <a:lnTo>
                  <a:pt x="1563243" y="288328"/>
                </a:lnTo>
                <a:lnTo>
                  <a:pt x="1550365" y="316090"/>
                </a:lnTo>
                <a:lnTo>
                  <a:pt x="1536903" y="342290"/>
                </a:lnTo>
                <a:lnTo>
                  <a:pt x="1522869" y="367055"/>
                </a:lnTo>
                <a:lnTo>
                  <a:pt x="1508290" y="390537"/>
                </a:lnTo>
                <a:lnTo>
                  <a:pt x="1516265" y="394868"/>
                </a:lnTo>
                <a:lnTo>
                  <a:pt x="1524101" y="398919"/>
                </a:lnTo>
                <a:lnTo>
                  <a:pt x="1531645" y="402958"/>
                </a:lnTo>
                <a:lnTo>
                  <a:pt x="1538770" y="407301"/>
                </a:lnTo>
                <a:lnTo>
                  <a:pt x="1553387" y="381850"/>
                </a:lnTo>
                <a:lnTo>
                  <a:pt x="1567421" y="355815"/>
                </a:lnTo>
                <a:lnTo>
                  <a:pt x="1580857" y="329209"/>
                </a:lnTo>
                <a:lnTo>
                  <a:pt x="1593723" y="302044"/>
                </a:lnTo>
                <a:close/>
              </a:path>
              <a:path w="1784350" h="442594">
                <a:moveTo>
                  <a:pt x="1758416" y="151066"/>
                </a:moveTo>
                <a:lnTo>
                  <a:pt x="1546479" y="151066"/>
                </a:lnTo>
                <a:lnTo>
                  <a:pt x="1546479" y="180022"/>
                </a:lnTo>
                <a:lnTo>
                  <a:pt x="1758416" y="180022"/>
                </a:lnTo>
                <a:lnTo>
                  <a:pt x="1758416" y="151066"/>
                </a:lnTo>
                <a:close/>
              </a:path>
              <a:path w="1784350" h="442594">
                <a:moveTo>
                  <a:pt x="1776704" y="61061"/>
                </a:moveTo>
                <a:lnTo>
                  <a:pt x="1653159" y="61061"/>
                </a:lnTo>
                <a:lnTo>
                  <a:pt x="1674495" y="47345"/>
                </a:lnTo>
                <a:lnTo>
                  <a:pt x="1665351" y="35623"/>
                </a:lnTo>
                <a:lnTo>
                  <a:pt x="1647063" y="11671"/>
                </a:lnTo>
                <a:lnTo>
                  <a:pt x="1637919" y="0"/>
                </a:lnTo>
                <a:lnTo>
                  <a:pt x="1608963" y="16764"/>
                </a:lnTo>
                <a:lnTo>
                  <a:pt x="1617827" y="28194"/>
                </a:lnTo>
                <a:lnTo>
                  <a:pt x="1626108" y="39484"/>
                </a:lnTo>
                <a:lnTo>
                  <a:pt x="1633829" y="50495"/>
                </a:lnTo>
                <a:lnTo>
                  <a:pt x="1640967" y="61061"/>
                </a:lnTo>
                <a:lnTo>
                  <a:pt x="1528102" y="61061"/>
                </a:lnTo>
                <a:lnTo>
                  <a:pt x="1528102" y="131165"/>
                </a:lnTo>
                <a:lnTo>
                  <a:pt x="1558671" y="131165"/>
                </a:lnTo>
                <a:lnTo>
                  <a:pt x="1558671" y="90017"/>
                </a:lnTo>
                <a:lnTo>
                  <a:pt x="1746224" y="90017"/>
                </a:lnTo>
                <a:lnTo>
                  <a:pt x="1746224" y="131165"/>
                </a:lnTo>
                <a:lnTo>
                  <a:pt x="1776704" y="131165"/>
                </a:lnTo>
                <a:lnTo>
                  <a:pt x="1776704" y="90017"/>
                </a:lnTo>
                <a:lnTo>
                  <a:pt x="1776704" y="61061"/>
                </a:lnTo>
                <a:close/>
              </a:path>
              <a:path w="1784350" h="442594">
                <a:moveTo>
                  <a:pt x="1784324" y="384441"/>
                </a:moveTo>
                <a:lnTo>
                  <a:pt x="1769313" y="359664"/>
                </a:lnTo>
                <a:lnTo>
                  <a:pt x="1753844" y="335203"/>
                </a:lnTo>
                <a:lnTo>
                  <a:pt x="1723364" y="288328"/>
                </a:lnTo>
                <a:lnTo>
                  <a:pt x="1694408" y="305092"/>
                </a:lnTo>
                <a:lnTo>
                  <a:pt x="1709280" y="327660"/>
                </a:lnTo>
                <a:lnTo>
                  <a:pt x="1724317" y="351815"/>
                </a:lnTo>
                <a:lnTo>
                  <a:pt x="1739620" y="377393"/>
                </a:lnTo>
                <a:lnTo>
                  <a:pt x="1755368" y="404253"/>
                </a:lnTo>
                <a:lnTo>
                  <a:pt x="1784324" y="384441"/>
                </a:lnTo>
                <a:close/>
              </a:path>
              <a:path w="1784350" h="442594">
                <a:moveTo>
                  <a:pt x="1784324" y="237934"/>
                </a:moveTo>
                <a:lnTo>
                  <a:pt x="1520482" y="237934"/>
                </a:lnTo>
                <a:lnTo>
                  <a:pt x="1520482" y="265468"/>
                </a:lnTo>
                <a:lnTo>
                  <a:pt x="1637919" y="265468"/>
                </a:lnTo>
                <a:lnTo>
                  <a:pt x="1637919" y="372249"/>
                </a:lnTo>
                <a:lnTo>
                  <a:pt x="1636204" y="384251"/>
                </a:lnTo>
                <a:lnTo>
                  <a:pt x="1631061" y="392823"/>
                </a:lnTo>
                <a:lnTo>
                  <a:pt x="1622488" y="397967"/>
                </a:lnTo>
                <a:lnTo>
                  <a:pt x="1610487" y="399681"/>
                </a:lnTo>
                <a:lnTo>
                  <a:pt x="1600746" y="399415"/>
                </a:lnTo>
                <a:lnTo>
                  <a:pt x="1589722" y="398729"/>
                </a:lnTo>
                <a:lnTo>
                  <a:pt x="1563243" y="396633"/>
                </a:lnTo>
                <a:lnTo>
                  <a:pt x="1565503" y="405726"/>
                </a:lnTo>
                <a:lnTo>
                  <a:pt x="1567624" y="414540"/>
                </a:lnTo>
                <a:lnTo>
                  <a:pt x="1569453" y="422770"/>
                </a:lnTo>
                <a:lnTo>
                  <a:pt x="1570863" y="430161"/>
                </a:lnTo>
                <a:lnTo>
                  <a:pt x="1619631" y="430161"/>
                </a:lnTo>
                <a:lnTo>
                  <a:pt x="1641640" y="426986"/>
                </a:lnTo>
                <a:lnTo>
                  <a:pt x="1657350" y="417398"/>
                </a:lnTo>
                <a:lnTo>
                  <a:pt x="1666786" y="401218"/>
                </a:lnTo>
                <a:lnTo>
                  <a:pt x="1666989" y="399681"/>
                </a:lnTo>
                <a:lnTo>
                  <a:pt x="1669923" y="378345"/>
                </a:lnTo>
                <a:lnTo>
                  <a:pt x="1669923" y="265468"/>
                </a:lnTo>
                <a:lnTo>
                  <a:pt x="1784324" y="265468"/>
                </a:lnTo>
                <a:lnTo>
                  <a:pt x="1784324" y="2379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752123" y="2548985"/>
            <a:ext cx="664845" cy="283845"/>
            <a:chOff x="1752123" y="2548985"/>
            <a:chExt cx="664845" cy="283845"/>
          </a:xfrm>
        </p:grpSpPr>
        <p:sp>
          <p:nvSpPr>
            <p:cNvPr id="12" name="object 12" descr=""/>
            <p:cNvSpPr/>
            <p:nvPr/>
          </p:nvSpPr>
          <p:spPr>
            <a:xfrm>
              <a:off x="1752123" y="2548985"/>
              <a:ext cx="204470" cy="283845"/>
            </a:xfrm>
            <a:custGeom>
              <a:avLst/>
              <a:gdLst/>
              <a:ahLst/>
              <a:cxnLst/>
              <a:rect l="l" t="t" r="r" b="b"/>
              <a:pathLst>
                <a:path w="204469" h="283844">
                  <a:moveTo>
                    <a:pt x="128111" y="283654"/>
                  </a:moveTo>
                  <a:lnTo>
                    <a:pt x="75830" y="273748"/>
                  </a:lnTo>
                  <a:lnTo>
                    <a:pt x="35052" y="245554"/>
                  </a:lnTo>
                  <a:lnTo>
                    <a:pt x="8953" y="201691"/>
                  </a:lnTo>
                  <a:lnTo>
                    <a:pt x="0" y="146399"/>
                  </a:lnTo>
                  <a:lnTo>
                    <a:pt x="2547" y="114928"/>
                  </a:lnTo>
                  <a:lnTo>
                    <a:pt x="22502" y="61665"/>
                  </a:lnTo>
                  <a:lnTo>
                    <a:pt x="60485" y="22502"/>
                  </a:lnTo>
                  <a:lnTo>
                    <a:pt x="110815" y="2547"/>
                  </a:lnTo>
                  <a:lnTo>
                    <a:pt x="140303" y="0"/>
                  </a:lnTo>
                  <a:lnTo>
                    <a:pt x="158877" y="595"/>
                  </a:lnTo>
                  <a:lnTo>
                    <a:pt x="175736" y="2476"/>
                  </a:lnTo>
                  <a:lnTo>
                    <a:pt x="190881" y="5786"/>
                  </a:lnTo>
                  <a:lnTo>
                    <a:pt x="204311" y="10667"/>
                  </a:lnTo>
                  <a:lnTo>
                    <a:pt x="204311" y="45719"/>
                  </a:lnTo>
                  <a:lnTo>
                    <a:pt x="189142" y="37957"/>
                  </a:lnTo>
                  <a:lnTo>
                    <a:pt x="173259" y="32765"/>
                  </a:lnTo>
                  <a:lnTo>
                    <a:pt x="156519" y="29860"/>
                  </a:lnTo>
                  <a:lnTo>
                    <a:pt x="138779" y="28955"/>
                  </a:lnTo>
                  <a:lnTo>
                    <a:pt x="116745" y="30956"/>
                  </a:lnTo>
                  <a:lnTo>
                    <a:pt x="78463" y="46958"/>
                  </a:lnTo>
                  <a:lnTo>
                    <a:pt x="49601" y="77500"/>
                  </a:lnTo>
                  <a:lnTo>
                    <a:pt x="35266" y="119761"/>
                  </a:lnTo>
                  <a:lnTo>
                    <a:pt x="33528" y="144875"/>
                  </a:lnTo>
                  <a:lnTo>
                    <a:pt x="35242" y="168631"/>
                  </a:lnTo>
                  <a:lnTo>
                    <a:pt x="48958" y="208177"/>
                  </a:lnTo>
                  <a:lnTo>
                    <a:pt x="75796" y="237339"/>
                  </a:lnTo>
                  <a:lnTo>
                    <a:pt x="111792" y="252722"/>
                  </a:lnTo>
                  <a:lnTo>
                    <a:pt x="132683" y="254698"/>
                  </a:lnTo>
                  <a:lnTo>
                    <a:pt x="152661" y="253555"/>
                  </a:lnTo>
                  <a:lnTo>
                    <a:pt x="171354" y="250126"/>
                  </a:lnTo>
                  <a:lnTo>
                    <a:pt x="188618" y="244411"/>
                  </a:lnTo>
                  <a:lnTo>
                    <a:pt x="204311" y="236410"/>
                  </a:lnTo>
                  <a:lnTo>
                    <a:pt x="204311" y="266890"/>
                  </a:lnTo>
                  <a:lnTo>
                    <a:pt x="188333" y="274010"/>
                  </a:lnTo>
                  <a:lnTo>
                    <a:pt x="170211" y="279272"/>
                  </a:lnTo>
                  <a:lnTo>
                    <a:pt x="150090" y="282535"/>
                  </a:lnTo>
                  <a:lnTo>
                    <a:pt x="128111" y="28365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4534" y="2626709"/>
              <a:ext cx="192214" cy="20593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3325" y="2626709"/>
              <a:ext cx="193643" cy="205930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467355" y="2538317"/>
            <a:ext cx="447040" cy="294640"/>
            <a:chOff x="2467355" y="2538317"/>
            <a:chExt cx="447040" cy="294640"/>
          </a:xfrm>
        </p:grpSpPr>
        <p:sp>
          <p:nvSpPr>
            <p:cNvPr id="16" name="object 16" descr=""/>
            <p:cNvSpPr/>
            <p:nvPr/>
          </p:nvSpPr>
          <p:spPr>
            <a:xfrm>
              <a:off x="2467356" y="2538323"/>
              <a:ext cx="231775" cy="290195"/>
            </a:xfrm>
            <a:custGeom>
              <a:avLst/>
              <a:gdLst/>
              <a:ahLst/>
              <a:cxnLst/>
              <a:rect l="l" t="t" r="r" b="b"/>
              <a:pathLst>
                <a:path w="231775" h="290194">
                  <a:moveTo>
                    <a:pt x="161632" y="289750"/>
                  </a:moveTo>
                  <a:lnTo>
                    <a:pt x="64008" y="187540"/>
                  </a:lnTo>
                  <a:lnTo>
                    <a:pt x="155536" y="92964"/>
                  </a:lnTo>
                  <a:lnTo>
                    <a:pt x="114388" y="92964"/>
                  </a:lnTo>
                  <a:lnTo>
                    <a:pt x="32004" y="182968"/>
                  </a:lnTo>
                  <a:lnTo>
                    <a:pt x="30480" y="182968"/>
                  </a:lnTo>
                  <a:lnTo>
                    <a:pt x="30480" y="0"/>
                  </a:lnTo>
                  <a:lnTo>
                    <a:pt x="0" y="0"/>
                  </a:lnTo>
                  <a:lnTo>
                    <a:pt x="0" y="289750"/>
                  </a:lnTo>
                  <a:lnTo>
                    <a:pt x="30480" y="289750"/>
                  </a:lnTo>
                  <a:lnTo>
                    <a:pt x="30480" y="195160"/>
                  </a:lnTo>
                  <a:lnTo>
                    <a:pt x="32004" y="195160"/>
                  </a:lnTo>
                  <a:lnTo>
                    <a:pt x="117436" y="289750"/>
                  </a:lnTo>
                  <a:lnTo>
                    <a:pt x="161632" y="289750"/>
                  </a:lnTo>
                  <a:close/>
                </a:path>
                <a:path w="231775" h="290194">
                  <a:moveTo>
                    <a:pt x="227164" y="92964"/>
                  </a:moveTo>
                  <a:lnTo>
                    <a:pt x="195160" y="92964"/>
                  </a:lnTo>
                  <a:lnTo>
                    <a:pt x="195160" y="289750"/>
                  </a:lnTo>
                  <a:lnTo>
                    <a:pt x="227164" y="289750"/>
                  </a:lnTo>
                  <a:lnTo>
                    <a:pt x="227164" y="92964"/>
                  </a:lnTo>
                  <a:close/>
                </a:path>
                <a:path w="231775" h="290194">
                  <a:moveTo>
                    <a:pt x="231736" y="16764"/>
                  </a:moveTo>
                  <a:lnTo>
                    <a:pt x="230212" y="12192"/>
                  </a:lnTo>
                  <a:lnTo>
                    <a:pt x="225640" y="9144"/>
                  </a:lnTo>
                  <a:lnTo>
                    <a:pt x="222592" y="4572"/>
                  </a:lnTo>
                  <a:lnTo>
                    <a:pt x="216496" y="3048"/>
                  </a:lnTo>
                  <a:lnTo>
                    <a:pt x="205828" y="3048"/>
                  </a:lnTo>
                  <a:lnTo>
                    <a:pt x="201256" y="4572"/>
                  </a:lnTo>
                  <a:lnTo>
                    <a:pt x="193636" y="12192"/>
                  </a:lnTo>
                  <a:lnTo>
                    <a:pt x="190588" y="16764"/>
                  </a:lnTo>
                  <a:lnTo>
                    <a:pt x="190588" y="28956"/>
                  </a:lnTo>
                  <a:lnTo>
                    <a:pt x="196684" y="38100"/>
                  </a:lnTo>
                  <a:lnTo>
                    <a:pt x="205828" y="44196"/>
                  </a:lnTo>
                  <a:lnTo>
                    <a:pt x="216496" y="44196"/>
                  </a:lnTo>
                  <a:lnTo>
                    <a:pt x="222592" y="41148"/>
                  </a:lnTo>
                  <a:lnTo>
                    <a:pt x="230212" y="33528"/>
                  </a:lnTo>
                  <a:lnTo>
                    <a:pt x="231736" y="28956"/>
                  </a:lnTo>
                  <a:lnTo>
                    <a:pt x="231736" y="1676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390" y="2626709"/>
              <a:ext cx="170783" cy="20593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3040760" y="2513838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3949"/>
                </a:moveTo>
                <a:lnTo>
                  <a:pt x="195167" y="353949"/>
                </a:lnTo>
                <a:lnTo>
                  <a:pt x="195167" y="35147"/>
                </a:lnTo>
                <a:lnTo>
                  <a:pt x="364521" y="35147"/>
                </a:lnTo>
                <a:lnTo>
                  <a:pt x="364521" y="62579"/>
                </a:lnTo>
                <a:lnTo>
                  <a:pt x="225742" y="62579"/>
                </a:lnTo>
                <a:lnTo>
                  <a:pt x="225742" y="289845"/>
                </a:lnTo>
                <a:lnTo>
                  <a:pt x="364521" y="289845"/>
                </a:lnTo>
                <a:lnTo>
                  <a:pt x="364521" y="317277"/>
                </a:lnTo>
                <a:lnTo>
                  <a:pt x="225742" y="317277"/>
                </a:lnTo>
                <a:lnTo>
                  <a:pt x="225742" y="353949"/>
                </a:lnTo>
                <a:close/>
              </a:path>
              <a:path w="365125" h="367664">
                <a:moveTo>
                  <a:pt x="364521" y="289845"/>
                </a:moveTo>
                <a:lnTo>
                  <a:pt x="333946" y="289845"/>
                </a:lnTo>
                <a:lnTo>
                  <a:pt x="333946" y="62579"/>
                </a:lnTo>
                <a:lnTo>
                  <a:pt x="364521" y="62579"/>
                </a:lnTo>
                <a:lnTo>
                  <a:pt x="364521" y="289845"/>
                </a:lnTo>
                <a:close/>
              </a:path>
              <a:path w="365125" h="367664">
                <a:moveTo>
                  <a:pt x="364521" y="353949"/>
                </a:moveTo>
                <a:lnTo>
                  <a:pt x="333946" y="353949"/>
                </a:lnTo>
                <a:lnTo>
                  <a:pt x="333946" y="317277"/>
                </a:lnTo>
                <a:lnTo>
                  <a:pt x="364521" y="317277"/>
                </a:lnTo>
                <a:lnTo>
                  <a:pt x="364521" y="353949"/>
                </a:lnTo>
                <a:close/>
              </a:path>
              <a:path w="365125" h="367664">
                <a:moveTo>
                  <a:pt x="15240" y="51911"/>
                </a:moveTo>
                <a:lnTo>
                  <a:pt x="12954" y="45934"/>
                </a:lnTo>
                <a:lnTo>
                  <a:pt x="10668" y="39528"/>
                </a:lnTo>
                <a:lnTo>
                  <a:pt x="8326" y="32670"/>
                </a:lnTo>
                <a:lnTo>
                  <a:pt x="6096" y="26003"/>
                </a:lnTo>
                <a:lnTo>
                  <a:pt x="45806" y="20828"/>
                </a:lnTo>
                <a:lnTo>
                  <a:pt x="84820" y="14680"/>
                </a:lnTo>
                <a:lnTo>
                  <a:pt x="122976" y="7692"/>
                </a:lnTo>
                <a:lnTo>
                  <a:pt x="160115" y="0"/>
                </a:lnTo>
                <a:lnTo>
                  <a:pt x="169259" y="26003"/>
                </a:lnTo>
                <a:lnTo>
                  <a:pt x="153233" y="29408"/>
                </a:lnTo>
                <a:lnTo>
                  <a:pt x="137064" y="32670"/>
                </a:lnTo>
                <a:lnTo>
                  <a:pt x="120610" y="35647"/>
                </a:lnTo>
                <a:lnTo>
                  <a:pt x="103727" y="38195"/>
                </a:lnTo>
                <a:lnTo>
                  <a:pt x="103727" y="44291"/>
                </a:lnTo>
                <a:lnTo>
                  <a:pt x="74676" y="44291"/>
                </a:lnTo>
                <a:lnTo>
                  <a:pt x="44958" y="48672"/>
                </a:lnTo>
                <a:lnTo>
                  <a:pt x="30099" y="50506"/>
                </a:lnTo>
                <a:lnTo>
                  <a:pt x="15240" y="51911"/>
                </a:lnTo>
                <a:close/>
              </a:path>
              <a:path w="365125" h="367664">
                <a:moveTo>
                  <a:pt x="103727" y="103727"/>
                </a:moveTo>
                <a:lnTo>
                  <a:pt x="74676" y="103727"/>
                </a:lnTo>
                <a:lnTo>
                  <a:pt x="74676" y="44291"/>
                </a:lnTo>
                <a:lnTo>
                  <a:pt x="103727" y="44291"/>
                </a:lnTo>
                <a:lnTo>
                  <a:pt x="103727" y="103727"/>
                </a:lnTo>
                <a:close/>
              </a:path>
              <a:path w="365125" h="367664">
                <a:moveTo>
                  <a:pt x="175355" y="129730"/>
                </a:moveTo>
                <a:lnTo>
                  <a:pt x="3048" y="129730"/>
                </a:lnTo>
                <a:lnTo>
                  <a:pt x="3048" y="103727"/>
                </a:lnTo>
                <a:lnTo>
                  <a:pt x="175355" y="103727"/>
                </a:lnTo>
                <a:lnTo>
                  <a:pt x="175355" y="129730"/>
                </a:lnTo>
                <a:close/>
              </a:path>
              <a:path w="365125" h="367664">
                <a:moveTo>
                  <a:pt x="15240" y="291369"/>
                </a:moveTo>
                <a:lnTo>
                  <a:pt x="11787" y="284011"/>
                </a:lnTo>
                <a:lnTo>
                  <a:pt x="8191" y="275939"/>
                </a:lnTo>
                <a:lnTo>
                  <a:pt x="4310" y="267581"/>
                </a:lnTo>
                <a:lnTo>
                  <a:pt x="0" y="259365"/>
                </a:lnTo>
                <a:lnTo>
                  <a:pt x="20574" y="228997"/>
                </a:lnTo>
                <a:lnTo>
                  <a:pt x="38862" y="197369"/>
                </a:lnTo>
                <a:lnTo>
                  <a:pt x="54864" y="164331"/>
                </a:lnTo>
                <a:lnTo>
                  <a:pt x="68580" y="129730"/>
                </a:lnTo>
                <a:lnTo>
                  <a:pt x="103727" y="129730"/>
                </a:lnTo>
                <a:lnTo>
                  <a:pt x="103727" y="180022"/>
                </a:lnTo>
                <a:lnTo>
                  <a:pt x="134126" y="180022"/>
                </a:lnTo>
                <a:lnTo>
                  <a:pt x="137563" y="183070"/>
                </a:lnTo>
                <a:lnTo>
                  <a:pt x="74676" y="183070"/>
                </a:lnTo>
                <a:lnTo>
                  <a:pt x="63031" y="211350"/>
                </a:lnTo>
                <a:lnTo>
                  <a:pt x="48958" y="238934"/>
                </a:lnTo>
                <a:lnTo>
                  <a:pt x="32885" y="265661"/>
                </a:lnTo>
                <a:lnTo>
                  <a:pt x="15240" y="291369"/>
                </a:lnTo>
                <a:close/>
              </a:path>
              <a:path w="365125" h="367664">
                <a:moveTo>
                  <a:pt x="134126" y="180022"/>
                </a:moveTo>
                <a:lnTo>
                  <a:pt x="103727" y="180022"/>
                </a:lnTo>
                <a:lnTo>
                  <a:pt x="117443" y="166306"/>
                </a:lnTo>
                <a:lnTo>
                  <a:pt x="133159" y="179165"/>
                </a:lnTo>
                <a:lnTo>
                  <a:pt x="134126" y="180022"/>
                </a:lnTo>
                <a:close/>
              </a:path>
              <a:path w="365125" h="367664">
                <a:moveTo>
                  <a:pt x="103727" y="367665"/>
                </a:moveTo>
                <a:lnTo>
                  <a:pt x="74676" y="367665"/>
                </a:lnTo>
                <a:lnTo>
                  <a:pt x="74676" y="183070"/>
                </a:lnTo>
                <a:lnTo>
                  <a:pt x="137563" y="183070"/>
                </a:lnTo>
                <a:lnTo>
                  <a:pt x="144437" y="189166"/>
                </a:lnTo>
                <a:lnTo>
                  <a:pt x="103727" y="189166"/>
                </a:lnTo>
                <a:lnTo>
                  <a:pt x="103727" y="367665"/>
                </a:lnTo>
                <a:close/>
              </a:path>
              <a:path w="365125" h="367664">
                <a:moveTo>
                  <a:pt x="155543" y="242601"/>
                </a:moveTo>
                <a:lnTo>
                  <a:pt x="143803" y="229711"/>
                </a:lnTo>
                <a:lnTo>
                  <a:pt x="131349" y="216419"/>
                </a:lnTo>
                <a:lnTo>
                  <a:pt x="118038" y="202860"/>
                </a:lnTo>
                <a:lnTo>
                  <a:pt x="103727" y="189166"/>
                </a:lnTo>
                <a:lnTo>
                  <a:pt x="144437" y="189166"/>
                </a:lnTo>
                <a:lnTo>
                  <a:pt x="148304" y="192595"/>
                </a:lnTo>
                <a:lnTo>
                  <a:pt x="162877" y="206597"/>
                </a:lnTo>
                <a:lnTo>
                  <a:pt x="176879" y="221170"/>
                </a:lnTo>
                <a:lnTo>
                  <a:pt x="155543" y="2426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3559302" y="2548985"/>
            <a:ext cx="704850" cy="283845"/>
            <a:chOff x="3559302" y="2548985"/>
            <a:chExt cx="704850" cy="283845"/>
          </a:xfrm>
        </p:grpSpPr>
        <p:sp>
          <p:nvSpPr>
            <p:cNvPr id="20" name="object 20" descr=""/>
            <p:cNvSpPr/>
            <p:nvPr/>
          </p:nvSpPr>
          <p:spPr>
            <a:xfrm>
              <a:off x="3559302" y="2548985"/>
              <a:ext cx="166370" cy="283845"/>
            </a:xfrm>
            <a:custGeom>
              <a:avLst/>
              <a:gdLst/>
              <a:ahLst/>
              <a:cxnLst/>
              <a:rect l="l" t="t" r="r" b="b"/>
              <a:pathLst>
                <a:path w="166370" h="283844">
                  <a:moveTo>
                    <a:pt x="64008" y="283654"/>
                  </a:moveTo>
                  <a:lnTo>
                    <a:pt x="57912" y="282130"/>
                  </a:lnTo>
                  <a:lnTo>
                    <a:pt x="51816" y="282130"/>
                  </a:lnTo>
                  <a:lnTo>
                    <a:pt x="45719" y="280606"/>
                  </a:lnTo>
                  <a:lnTo>
                    <a:pt x="39624" y="280606"/>
                  </a:lnTo>
                  <a:lnTo>
                    <a:pt x="32004" y="279082"/>
                  </a:lnTo>
                  <a:lnTo>
                    <a:pt x="13716" y="274510"/>
                  </a:lnTo>
                  <a:lnTo>
                    <a:pt x="7620" y="271462"/>
                  </a:lnTo>
                  <a:lnTo>
                    <a:pt x="3048" y="269938"/>
                  </a:lnTo>
                  <a:lnTo>
                    <a:pt x="0" y="266890"/>
                  </a:lnTo>
                  <a:lnTo>
                    <a:pt x="0" y="228790"/>
                  </a:lnTo>
                  <a:lnTo>
                    <a:pt x="4572" y="233362"/>
                  </a:lnTo>
                  <a:lnTo>
                    <a:pt x="9144" y="236410"/>
                  </a:lnTo>
                  <a:lnTo>
                    <a:pt x="27432" y="245554"/>
                  </a:lnTo>
                  <a:lnTo>
                    <a:pt x="33528" y="247078"/>
                  </a:lnTo>
                  <a:lnTo>
                    <a:pt x="41148" y="250126"/>
                  </a:lnTo>
                  <a:lnTo>
                    <a:pt x="47244" y="251650"/>
                  </a:lnTo>
                  <a:lnTo>
                    <a:pt x="54864" y="251650"/>
                  </a:lnTo>
                  <a:lnTo>
                    <a:pt x="67056" y="254698"/>
                  </a:lnTo>
                  <a:lnTo>
                    <a:pt x="73152" y="254698"/>
                  </a:lnTo>
                  <a:lnTo>
                    <a:pt x="87131" y="253865"/>
                  </a:lnTo>
                  <a:lnTo>
                    <a:pt x="123682" y="237101"/>
                  </a:lnTo>
                  <a:lnTo>
                    <a:pt x="132683" y="212026"/>
                  </a:lnTo>
                  <a:lnTo>
                    <a:pt x="132683" y="204406"/>
                  </a:lnTo>
                  <a:lnTo>
                    <a:pt x="108204" y="172307"/>
                  </a:lnTo>
                  <a:lnTo>
                    <a:pt x="92964" y="164687"/>
                  </a:lnTo>
                  <a:lnTo>
                    <a:pt x="81343" y="157829"/>
                  </a:lnTo>
                  <a:lnTo>
                    <a:pt x="75176" y="154400"/>
                  </a:lnTo>
                  <a:lnTo>
                    <a:pt x="68580" y="150971"/>
                  </a:lnTo>
                  <a:lnTo>
                    <a:pt x="60864" y="147518"/>
                  </a:lnTo>
                  <a:lnTo>
                    <a:pt x="53721" y="143922"/>
                  </a:lnTo>
                  <a:lnTo>
                    <a:pt x="47148" y="140041"/>
                  </a:lnTo>
                  <a:lnTo>
                    <a:pt x="41148" y="135731"/>
                  </a:lnTo>
                  <a:lnTo>
                    <a:pt x="35456" y="132278"/>
                  </a:lnTo>
                  <a:lnTo>
                    <a:pt x="8024" y="104846"/>
                  </a:lnTo>
                  <a:lnTo>
                    <a:pt x="0" y="73151"/>
                  </a:lnTo>
                  <a:lnTo>
                    <a:pt x="547" y="64269"/>
                  </a:lnTo>
                  <a:lnTo>
                    <a:pt x="17716" y="27050"/>
                  </a:lnTo>
                  <a:lnTo>
                    <a:pt x="51458" y="7119"/>
                  </a:lnTo>
                  <a:lnTo>
                    <a:pt x="94488" y="0"/>
                  </a:lnTo>
                  <a:lnTo>
                    <a:pt x="113688" y="571"/>
                  </a:lnTo>
                  <a:lnTo>
                    <a:pt x="130004" y="2285"/>
                  </a:lnTo>
                  <a:lnTo>
                    <a:pt x="143445" y="5143"/>
                  </a:lnTo>
                  <a:lnTo>
                    <a:pt x="154019" y="9143"/>
                  </a:lnTo>
                  <a:lnTo>
                    <a:pt x="154019" y="45719"/>
                  </a:lnTo>
                  <a:lnTo>
                    <a:pt x="141468" y="38600"/>
                  </a:lnTo>
                  <a:lnTo>
                    <a:pt x="126765" y="33337"/>
                  </a:lnTo>
                  <a:lnTo>
                    <a:pt x="110045" y="30075"/>
                  </a:lnTo>
                  <a:lnTo>
                    <a:pt x="91439" y="28955"/>
                  </a:lnTo>
                  <a:lnTo>
                    <a:pt x="77724" y="28955"/>
                  </a:lnTo>
                  <a:lnTo>
                    <a:pt x="38100" y="50291"/>
                  </a:lnTo>
                  <a:lnTo>
                    <a:pt x="33528" y="62483"/>
                  </a:lnTo>
                  <a:lnTo>
                    <a:pt x="33528" y="76199"/>
                  </a:lnTo>
                  <a:lnTo>
                    <a:pt x="35052" y="82295"/>
                  </a:lnTo>
                  <a:lnTo>
                    <a:pt x="38100" y="88391"/>
                  </a:lnTo>
                  <a:lnTo>
                    <a:pt x="39624" y="93059"/>
                  </a:lnTo>
                  <a:lnTo>
                    <a:pt x="53339" y="106775"/>
                  </a:lnTo>
                  <a:lnTo>
                    <a:pt x="60960" y="109823"/>
                  </a:lnTo>
                  <a:lnTo>
                    <a:pt x="67056" y="114395"/>
                  </a:lnTo>
                  <a:lnTo>
                    <a:pt x="73032" y="117609"/>
                  </a:lnTo>
                  <a:lnTo>
                    <a:pt x="86129" y="124039"/>
                  </a:lnTo>
                  <a:lnTo>
                    <a:pt x="92964" y="128111"/>
                  </a:lnTo>
                  <a:lnTo>
                    <a:pt x="107263" y="135159"/>
                  </a:lnTo>
                  <a:lnTo>
                    <a:pt x="114221" y="139041"/>
                  </a:lnTo>
                  <a:lnTo>
                    <a:pt x="120491" y="143351"/>
                  </a:lnTo>
                  <a:lnTo>
                    <a:pt x="127063" y="147042"/>
                  </a:lnTo>
                  <a:lnTo>
                    <a:pt x="156638" y="175760"/>
                  </a:lnTo>
                  <a:lnTo>
                    <a:pt x="166211" y="208978"/>
                  </a:lnTo>
                  <a:lnTo>
                    <a:pt x="165639" y="218955"/>
                  </a:lnTo>
                  <a:lnTo>
                    <a:pt x="148113" y="256603"/>
                  </a:lnTo>
                  <a:lnTo>
                    <a:pt x="113831" y="276534"/>
                  </a:lnTo>
                  <a:lnTo>
                    <a:pt x="77724" y="283368"/>
                  </a:lnTo>
                  <a:lnTo>
                    <a:pt x="64008" y="28365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2089" y="2626709"/>
              <a:ext cx="170783" cy="20593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8019" y="2626709"/>
              <a:ext cx="129635" cy="20593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4231" y="2626709"/>
              <a:ext cx="129635" cy="205930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4309586" y="2541365"/>
            <a:ext cx="40005" cy="287020"/>
          </a:xfrm>
          <a:custGeom>
            <a:avLst/>
            <a:gdLst/>
            <a:ahLst/>
            <a:cxnLst/>
            <a:rect l="l" t="t" r="r" b="b"/>
            <a:pathLst>
              <a:path w="40004" h="287019">
                <a:moveTo>
                  <a:pt x="25908" y="41148"/>
                </a:moveTo>
                <a:lnTo>
                  <a:pt x="13716" y="41148"/>
                </a:lnTo>
                <a:lnTo>
                  <a:pt x="9144" y="38100"/>
                </a:lnTo>
                <a:lnTo>
                  <a:pt x="1524" y="30480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3528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5908"/>
                </a:lnTo>
                <a:lnTo>
                  <a:pt x="38100" y="30480"/>
                </a:lnTo>
                <a:lnTo>
                  <a:pt x="30480" y="38100"/>
                </a:lnTo>
                <a:lnTo>
                  <a:pt x="25908" y="41148"/>
                </a:lnTo>
                <a:close/>
              </a:path>
              <a:path w="40004" h="287019">
                <a:moveTo>
                  <a:pt x="35052" y="286702"/>
                </a:moveTo>
                <a:lnTo>
                  <a:pt x="3048" y="286702"/>
                </a:lnTo>
                <a:lnTo>
                  <a:pt x="3048" y="89916"/>
                </a:lnTo>
                <a:lnTo>
                  <a:pt x="35052" y="89916"/>
                </a:lnTo>
                <a:lnTo>
                  <a:pt x="35052" y="2867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95025" y="2626709"/>
            <a:ext cx="192119" cy="20593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37436" y="2626709"/>
            <a:ext cx="161734" cy="201358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4956238" y="2501646"/>
            <a:ext cx="347980" cy="370840"/>
          </a:xfrm>
          <a:custGeom>
            <a:avLst/>
            <a:gdLst/>
            <a:ahLst/>
            <a:cxnLst/>
            <a:rect l="l" t="t" r="r" b="b"/>
            <a:pathLst>
              <a:path w="347979" h="370839">
                <a:moveTo>
                  <a:pt x="70104" y="64103"/>
                </a:moveTo>
                <a:lnTo>
                  <a:pt x="38100" y="64103"/>
                </a:lnTo>
                <a:lnTo>
                  <a:pt x="44672" y="47229"/>
                </a:lnTo>
                <a:lnTo>
                  <a:pt x="50673" y="30908"/>
                </a:lnTo>
                <a:lnTo>
                  <a:pt x="56102" y="15159"/>
                </a:lnTo>
                <a:lnTo>
                  <a:pt x="60960" y="0"/>
                </a:lnTo>
                <a:lnTo>
                  <a:pt x="92964" y="9144"/>
                </a:lnTo>
                <a:lnTo>
                  <a:pt x="87249" y="23732"/>
                </a:lnTo>
                <a:lnTo>
                  <a:pt x="81534" y="37766"/>
                </a:lnTo>
                <a:lnTo>
                  <a:pt x="75819" y="51229"/>
                </a:lnTo>
                <a:lnTo>
                  <a:pt x="70104" y="64103"/>
                </a:lnTo>
                <a:close/>
              </a:path>
              <a:path w="347979" h="370839">
                <a:moveTo>
                  <a:pt x="30480" y="370713"/>
                </a:moveTo>
                <a:lnTo>
                  <a:pt x="0" y="370713"/>
                </a:lnTo>
                <a:lnTo>
                  <a:pt x="0" y="64103"/>
                </a:lnTo>
                <a:lnTo>
                  <a:pt x="146399" y="64103"/>
                </a:lnTo>
                <a:lnTo>
                  <a:pt x="146399" y="91535"/>
                </a:lnTo>
                <a:lnTo>
                  <a:pt x="30480" y="91535"/>
                </a:lnTo>
                <a:lnTo>
                  <a:pt x="30480" y="184594"/>
                </a:lnTo>
                <a:lnTo>
                  <a:pt x="146399" y="184594"/>
                </a:lnTo>
                <a:lnTo>
                  <a:pt x="146399" y="212026"/>
                </a:lnTo>
                <a:lnTo>
                  <a:pt x="30480" y="212026"/>
                </a:lnTo>
                <a:lnTo>
                  <a:pt x="30480" y="309657"/>
                </a:lnTo>
                <a:lnTo>
                  <a:pt x="146399" y="309657"/>
                </a:lnTo>
                <a:lnTo>
                  <a:pt x="146399" y="338613"/>
                </a:lnTo>
                <a:lnTo>
                  <a:pt x="30480" y="338613"/>
                </a:lnTo>
                <a:lnTo>
                  <a:pt x="30480" y="370713"/>
                </a:lnTo>
                <a:close/>
              </a:path>
              <a:path w="347979" h="370839">
                <a:moveTo>
                  <a:pt x="146399" y="184594"/>
                </a:moveTo>
                <a:lnTo>
                  <a:pt x="115919" y="184594"/>
                </a:lnTo>
                <a:lnTo>
                  <a:pt x="115919" y="91535"/>
                </a:lnTo>
                <a:lnTo>
                  <a:pt x="146399" y="91535"/>
                </a:lnTo>
                <a:lnTo>
                  <a:pt x="146399" y="184594"/>
                </a:lnTo>
                <a:close/>
              </a:path>
              <a:path w="347979" h="370839">
                <a:moveTo>
                  <a:pt x="146399" y="309657"/>
                </a:moveTo>
                <a:lnTo>
                  <a:pt x="115919" y="309657"/>
                </a:lnTo>
                <a:lnTo>
                  <a:pt x="115919" y="212026"/>
                </a:lnTo>
                <a:lnTo>
                  <a:pt x="146399" y="212026"/>
                </a:lnTo>
                <a:lnTo>
                  <a:pt x="146399" y="309657"/>
                </a:lnTo>
                <a:close/>
              </a:path>
              <a:path w="347979" h="370839">
                <a:moveTo>
                  <a:pt x="146399" y="367665"/>
                </a:moveTo>
                <a:lnTo>
                  <a:pt x="115919" y="367665"/>
                </a:lnTo>
                <a:lnTo>
                  <a:pt x="115919" y="338613"/>
                </a:lnTo>
                <a:lnTo>
                  <a:pt x="146399" y="338613"/>
                </a:lnTo>
                <a:lnTo>
                  <a:pt x="146399" y="367665"/>
                </a:lnTo>
                <a:close/>
              </a:path>
              <a:path w="347979" h="370839">
                <a:moveTo>
                  <a:pt x="178403" y="155638"/>
                </a:moveTo>
                <a:lnTo>
                  <a:pt x="173283" y="152209"/>
                </a:lnTo>
                <a:lnTo>
                  <a:pt x="167163" y="148780"/>
                </a:lnTo>
                <a:lnTo>
                  <a:pt x="160186" y="145351"/>
                </a:lnTo>
                <a:lnTo>
                  <a:pt x="152495" y="141922"/>
                </a:lnTo>
                <a:lnTo>
                  <a:pt x="169306" y="111576"/>
                </a:lnTo>
                <a:lnTo>
                  <a:pt x="185261" y="77819"/>
                </a:lnTo>
                <a:lnTo>
                  <a:pt x="200072" y="40633"/>
                </a:lnTo>
                <a:lnTo>
                  <a:pt x="213455" y="0"/>
                </a:lnTo>
                <a:lnTo>
                  <a:pt x="245554" y="7620"/>
                </a:lnTo>
                <a:lnTo>
                  <a:pt x="240046" y="22208"/>
                </a:lnTo>
                <a:lnTo>
                  <a:pt x="234993" y="36242"/>
                </a:lnTo>
                <a:lnTo>
                  <a:pt x="230244" y="49705"/>
                </a:lnTo>
                <a:lnTo>
                  <a:pt x="225647" y="62579"/>
                </a:lnTo>
                <a:lnTo>
                  <a:pt x="347662" y="62579"/>
                </a:lnTo>
                <a:lnTo>
                  <a:pt x="346998" y="91535"/>
                </a:lnTo>
                <a:lnTo>
                  <a:pt x="213455" y="91535"/>
                </a:lnTo>
                <a:lnTo>
                  <a:pt x="204549" y="109253"/>
                </a:lnTo>
                <a:lnTo>
                  <a:pt x="195929" y="125837"/>
                </a:lnTo>
                <a:lnTo>
                  <a:pt x="187309" y="141295"/>
                </a:lnTo>
                <a:lnTo>
                  <a:pt x="178403" y="155638"/>
                </a:lnTo>
                <a:close/>
              </a:path>
              <a:path w="347979" h="370839">
                <a:moveTo>
                  <a:pt x="333523" y="338613"/>
                </a:moveTo>
                <a:lnTo>
                  <a:pt x="271462" y="338613"/>
                </a:lnTo>
                <a:lnTo>
                  <a:pt x="286845" y="336327"/>
                </a:lnTo>
                <a:lnTo>
                  <a:pt x="298513" y="329469"/>
                </a:lnTo>
                <a:lnTo>
                  <a:pt x="311586" y="267445"/>
                </a:lnTo>
                <a:lnTo>
                  <a:pt x="313182" y="220825"/>
                </a:lnTo>
                <a:lnTo>
                  <a:pt x="314491" y="162185"/>
                </a:lnTo>
                <a:lnTo>
                  <a:pt x="315658" y="91535"/>
                </a:lnTo>
                <a:lnTo>
                  <a:pt x="346998" y="91535"/>
                </a:lnTo>
                <a:lnTo>
                  <a:pt x="345512" y="155638"/>
                </a:lnTo>
                <a:lnTo>
                  <a:pt x="344503" y="197929"/>
                </a:lnTo>
                <a:lnTo>
                  <a:pt x="343163" y="245975"/>
                </a:lnTo>
                <a:lnTo>
                  <a:pt x="340042" y="309657"/>
                </a:lnTo>
                <a:lnTo>
                  <a:pt x="335208" y="335954"/>
                </a:lnTo>
                <a:lnTo>
                  <a:pt x="333523" y="338613"/>
                </a:lnTo>
                <a:close/>
              </a:path>
              <a:path w="347979" h="370839">
                <a:moveTo>
                  <a:pt x="248602" y="257841"/>
                </a:moveTo>
                <a:lnTo>
                  <a:pt x="234283" y="235164"/>
                </a:lnTo>
                <a:lnTo>
                  <a:pt x="218991" y="212800"/>
                </a:lnTo>
                <a:lnTo>
                  <a:pt x="202860" y="190453"/>
                </a:lnTo>
                <a:lnTo>
                  <a:pt x="186023" y="167830"/>
                </a:lnTo>
                <a:lnTo>
                  <a:pt x="208883" y="151066"/>
                </a:lnTo>
                <a:lnTo>
                  <a:pt x="229257" y="175355"/>
                </a:lnTo>
                <a:lnTo>
                  <a:pt x="247221" y="197929"/>
                </a:lnTo>
                <a:lnTo>
                  <a:pt x="263184" y="218789"/>
                </a:lnTo>
                <a:lnTo>
                  <a:pt x="277558" y="237934"/>
                </a:lnTo>
                <a:lnTo>
                  <a:pt x="248602" y="257841"/>
                </a:lnTo>
                <a:close/>
              </a:path>
              <a:path w="347979" h="370839">
                <a:moveTo>
                  <a:pt x="277558" y="370713"/>
                </a:moveTo>
                <a:lnTo>
                  <a:pt x="260160" y="370451"/>
                </a:lnTo>
                <a:lnTo>
                  <a:pt x="242458" y="369760"/>
                </a:lnTo>
                <a:lnTo>
                  <a:pt x="207359" y="367665"/>
                </a:lnTo>
                <a:lnTo>
                  <a:pt x="205978" y="358553"/>
                </a:lnTo>
                <a:lnTo>
                  <a:pt x="204311" y="349710"/>
                </a:lnTo>
                <a:lnTo>
                  <a:pt x="202644" y="341438"/>
                </a:lnTo>
                <a:lnTo>
                  <a:pt x="201263" y="334041"/>
                </a:lnTo>
                <a:lnTo>
                  <a:pt x="220161" y="336042"/>
                </a:lnTo>
                <a:lnTo>
                  <a:pt x="238077" y="337470"/>
                </a:lnTo>
                <a:lnTo>
                  <a:pt x="255136" y="338328"/>
                </a:lnTo>
                <a:lnTo>
                  <a:pt x="271462" y="338613"/>
                </a:lnTo>
                <a:lnTo>
                  <a:pt x="333523" y="338613"/>
                </a:lnTo>
                <a:lnTo>
                  <a:pt x="323088" y="355080"/>
                </a:lnTo>
                <a:lnTo>
                  <a:pt x="303823" y="366758"/>
                </a:lnTo>
                <a:lnTo>
                  <a:pt x="277558" y="3707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335905" y="2501645"/>
            <a:ext cx="1551305" cy="378460"/>
          </a:xfrm>
          <a:custGeom>
            <a:avLst/>
            <a:gdLst/>
            <a:ahLst/>
            <a:cxnLst/>
            <a:rect l="l" t="t" r="r" b="b"/>
            <a:pathLst>
              <a:path w="1551304" h="378460">
                <a:moveTo>
                  <a:pt x="369087" y="320332"/>
                </a:moveTo>
                <a:lnTo>
                  <a:pt x="201358" y="320332"/>
                </a:lnTo>
                <a:lnTo>
                  <a:pt x="201358" y="63792"/>
                </a:lnTo>
                <a:lnTo>
                  <a:pt x="347751" y="63792"/>
                </a:lnTo>
                <a:lnTo>
                  <a:pt x="347751" y="33312"/>
                </a:lnTo>
                <a:lnTo>
                  <a:pt x="22948" y="33312"/>
                </a:lnTo>
                <a:lnTo>
                  <a:pt x="22948" y="63792"/>
                </a:lnTo>
                <a:lnTo>
                  <a:pt x="167830" y="63792"/>
                </a:lnTo>
                <a:lnTo>
                  <a:pt x="167830" y="320332"/>
                </a:lnTo>
                <a:lnTo>
                  <a:pt x="0" y="320332"/>
                </a:lnTo>
                <a:lnTo>
                  <a:pt x="0" y="349542"/>
                </a:lnTo>
                <a:lnTo>
                  <a:pt x="369087" y="349542"/>
                </a:lnTo>
                <a:lnTo>
                  <a:pt x="369087" y="320332"/>
                </a:lnTo>
                <a:close/>
              </a:path>
              <a:path w="1551304" h="378460">
                <a:moveTo>
                  <a:pt x="501777" y="10668"/>
                </a:moveTo>
                <a:lnTo>
                  <a:pt x="471284" y="1524"/>
                </a:lnTo>
                <a:lnTo>
                  <a:pt x="453910" y="54381"/>
                </a:lnTo>
                <a:lnTo>
                  <a:pt x="433755" y="103543"/>
                </a:lnTo>
                <a:lnTo>
                  <a:pt x="411022" y="148894"/>
                </a:lnTo>
                <a:lnTo>
                  <a:pt x="385851" y="190703"/>
                </a:lnTo>
                <a:lnTo>
                  <a:pt x="390131" y="199555"/>
                </a:lnTo>
                <a:lnTo>
                  <a:pt x="393852" y="207848"/>
                </a:lnTo>
                <a:lnTo>
                  <a:pt x="396989" y="215557"/>
                </a:lnTo>
                <a:lnTo>
                  <a:pt x="399567" y="222707"/>
                </a:lnTo>
                <a:lnTo>
                  <a:pt x="410730" y="207530"/>
                </a:lnTo>
                <a:lnTo>
                  <a:pt x="421335" y="191655"/>
                </a:lnTo>
                <a:lnTo>
                  <a:pt x="431368" y="174904"/>
                </a:lnTo>
                <a:lnTo>
                  <a:pt x="440804" y="157175"/>
                </a:lnTo>
                <a:lnTo>
                  <a:pt x="440804" y="376821"/>
                </a:lnTo>
                <a:lnTo>
                  <a:pt x="471284" y="376821"/>
                </a:lnTo>
                <a:lnTo>
                  <a:pt x="471284" y="157175"/>
                </a:lnTo>
                <a:lnTo>
                  <a:pt x="471284" y="94589"/>
                </a:lnTo>
                <a:lnTo>
                  <a:pt x="479272" y="74853"/>
                </a:lnTo>
                <a:lnTo>
                  <a:pt x="487070" y="54470"/>
                </a:lnTo>
                <a:lnTo>
                  <a:pt x="494652" y="33045"/>
                </a:lnTo>
                <a:lnTo>
                  <a:pt x="501777" y="10668"/>
                </a:lnTo>
                <a:close/>
              </a:path>
              <a:path w="1551304" h="378460">
                <a:moveTo>
                  <a:pt x="767143" y="62585"/>
                </a:moveTo>
                <a:lnTo>
                  <a:pt x="578065" y="62585"/>
                </a:lnTo>
                <a:lnTo>
                  <a:pt x="583514" y="48831"/>
                </a:lnTo>
                <a:lnTo>
                  <a:pt x="588543" y="34912"/>
                </a:lnTo>
                <a:lnTo>
                  <a:pt x="593280" y="20713"/>
                </a:lnTo>
                <a:lnTo>
                  <a:pt x="597877" y="6096"/>
                </a:lnTo>
                <a:lnTo>
                  <a:pt x="567397" y="0"/>
                </a:lnTo>
                <a:lnTo>
                  <a:pt x="553313" y="42138"/>
                </a:lnTo>
                <a:lnTo>
                  <a:pt x="536257" y="81826"/>
                </a:lnTo>
                <a:lnTo>
                  <a:pt x="516077" y="119507"/>
                </a:lnTo>
                <a:lnTo>
                  <a:pt x="492620" y="155638"/>
                </a:lnTo>
                <a:lnTo>
                  <a:pt x="498551" y="161340"/>
                </a:lnTo>
                <a:lnTo>
                  <a:pt x="510413" y="172148"/>
                </a:lnTo>
                <a:lnTo>
                  <a:pt x="515493" y="176987"/>
                </a:lnTo>
                <a:lnTo>
                  <a:pt x="529780" y="156108"/>
                </a:lnTo>
                <a:lnTo>
                  <a:pt x="542925" y="134645"/>
                </a:lnTo>
                <a:lnTo>
                  <a:pt x="554964" y="112610"/>
                </a:lnTo>
                <a:lnTo>
                  <a:pt x="565873" y="90017"/>
                </a:lnTo>
                <a:lnTo>
                  <a:pt x="597877" y="90017"/>
                </a:lnTo>
                <a:lnTo>
                  <a:pt x="597877" y="376821"/>
                </a:lnTo>
                <a:lnTo>
                  <a:pt x="626833" y="376821"/>
                </a:lnTo>
                <a:lnTo>
                  <a:pt x="626833" y="279184"/>
                </a:lnTo>
                <a:lnTo>
                  <a:pt x="756475" y="279184"/>
                </a:lnTo>
                <a:lnTo>
                  <a:pt x="756475" y="253276"/>
                </a:lnTo>
                <a:lnTo>
                  <a:pt x="626833" y="253276"/>
                </a:lnTo>
                <a:lnTo>
                  <a:pt x="626833" y="183083"/>
                </a:lnTo>
                <a:lnTo>
                  <a:pt x="751903" y="183083"/>
                </a:lnTo>
                <a:lnTo>
                  <a:pt x="751903" y="157175"/>
                </a:lnTo>
                <a:lnTo>
                  <a:pt x="626833" y="157175"/>
                </a:lnTo>
                <a:lnTo>
                  <a:pt x="626833" y="90017"/>
                </a:lnTo>
                <a:lnTo>
                  <a:pt x="767143" y="90017"/>
                </a:lnTo>
                <a:lnTo>
                  <a:pt x="767143" y="62585"/>
                </a:lnTo>
                <a:close/>
              </a:path>
              <a:path w="1551304" h="378460">
                <a:moveTo>
                  <a:pt x="951636" y="271564"/>
                </a:moveTo>
                <a:lnTo>
                  <a:pt x="925728" y="254800"/>
                </a:lnTo>
                <a:lnTo>
                  <a:pt x="905421" y="283070"/>
                </a:lnTo>
                <a:lnTo>
                  <a:pt x="885532" y="308343"/>
                </a:lnTo>
                <a:lnTo>
                  <a:pt x="865936" y="330492"/>
                </a:lnTo>
                <a:lnTo>
                  <a:pt x="846480" y="349389"/>
                </a:lnTo>
                <a:lnTo>
                  <a:pt x="853960" y="354838"/>
                </a:lnTo>
                <a:lnTo>
                  <a:pt x="860577" y="359867"/>
                </a:lnTo>
                <a:lnTo>
                  <a:pt x="866622" y="364604"/>
                </a:lnTo>
                <a:lnTo>
                  <a:pt x="872388" y="369201"/>
                </a:lnTo>
                <a:lnTo>
                  <a:pt x="892911" y="346824"/>
                </a:lnTo>
                <a:lnTo>
                  <a:pt x="913155" y="323202"/>
                </a:lnTo>
                <a:lnTo>
                  <a:pt x="932827" y="298157"/>
                </a:lnTo>
                <a:lnTo>
                  <a:pt x="951636" y="271564"/>
                </a:lnTo>
                <a:close/>
              </a:path>
              <a:path w="1551304" h="378460">
                <a:moveTo>
                  <a:pt x="1152994" y="24384"/>
                </a:moveTo>
                <a:lnTo>
                  <a:pt x="818946" y="24384"/>
                </a:lnTo>
                <a:lnTo>
                  <a:pt x="818946" y="163271"/>
                </a:lnTo>
                <a:lnTo>
                  <a:pt x="818400" y="198450"/>
                </a:lnTo>
                <a:lnTo>
                  <a:pt x="814451" y="254000"/>
                </a:lnTo>
                <a:lnTo>
                  <a:pt x="805637" y="294043"/>
                </a:lnTo>
                <a:lnTo>
                  <a:pt x="787971" y="332943"/>
                </a:lnTo>
                <a:lnTo>
                  <a:pt x="776274" y="352437"/>
                </a:lnTo>
                <a:lnTo>
                  <a:pt x="786396" y="364604"/>
                </a:lnTo>
                <a:lnTo>
                  <a:pt x="792683" y="372249"/>
                </a:lnTo>
                <a:lnTo>
                  <a:pt x="797610" y="378345"/>
                </a:lnTo>
                <a:lnTo>
                  <a:pt x="812215" y="355460"/>
                </a:lnTo>
                <a:lnTo>
                  <a:pt x="833450" y="309676"/>
                </a:lnTo>
                <a:lnTo>
                  <a:pt x="844384" y="263093"/>
                </a:lnTo>
                <a:lnTo>
                  <a:pt x="848956" y="197358"/>
                </a:lnTo>
                <a:lnTo>
                  <a:pt x="849528" y="51917"/>
                </a:lnTo>
                <a:lnTo>
                  <a:pt x="976122" y="51917"/>
                </a:lnTo>
                <a:lnTo>
                  <a:pt x="972629" y="61937"/>
                </a:lnTo>
                <a:lnTo>
                  <a:pt x="969175" y="71539"/>
                </a:lnTo>
                <a:lnTo>
                  <a:pt x="965733" y="80848"/>
                </a:lnTo>
                <a:lnTo>
                  <a:pt x="962304" y="90017"/>
                </a:lnTo>
                <a:lnTo>
                  <a:pt x="892200" y="90017"/>
                </a:lnTo>
                <a:lnTo>
                  <a:pt x="892200" y="247180"/>
                </a:lnTo>
                <a:lnTo>
                  <a:pt x="921156" y="247180"/>
                </a:lnTo>
                <a:lnTo>
                  <a:pt x="921156" y="239471"/>
                </a:lnTo>
                <a:lnTo>
                  <a:pt x="992886" y="239471"/>
                </a:lnTo>
                <a:lnTo>
                  <a:pt x="992886" y="320332"/>
                </a:lnTo>
                <a:lnTo>
                  <a:pt x="991743" y="330098"/>
                </a:lnTo>
                <a:lnTo>
                  <a:pt x="988314" y="336715"/>
                </a:lnTo>
                <a:lnTo>
                  <a:pt x="982599" y="340474"/>
                </a:lnTo>
                <a:lnTo>
                  <a:pt x="974877" y="341630"/>
                </a:lnTo>
                <a:lnTo>
                  <a:pt x="964793" y="341617"/>
                </a:lnTo>
                <a:lnTo>
                  <a:pt x="953744" y="341287"/>
                </a:lnTo>
                <a:lnTo>
                  <a:pt x="941273" y="340385"/>
                </a:lnTo>
                <a:lnTo>
                  <a:pt x="927252" y="338620"/>
                </a:lnTo>
                <a:lnTo>
                  <a:pt x="928179" y="345846"/>
                </a:lnTo>
                <a:lnTo>
                  <a:pt x="929373" y="354838"/>
                </a:lnTo>
                <a:lnTo>
                  <a:pt x="931824" y="372249"/>
                </a:lnTo>
                <a:lnTo>
                  <a:pt x="980694" y="372249"/>
                </a:lnTo>
                <a:lnTo>
                  <a:pt x="1020762" y="345846"/>
                </a:lnTo>
                <a:lnTo>
                  <a:pt x="1023366" y="324904"/>
                </a:lnTo>
                <a:lnTo>
                  <a:pt x="1023366" y="239471"/>
                </a:lnTo>
                <a:lnTo>
                  <a:pt x="1094994" y="239471"/>
                </a:lnTo>
                <a:lnTo>
                  <a:pt x="1094994" y="247180"/>
                </a:lnTo>
                <a:lnTo>
                  <a:pt x="1122514" y="247180"/>
                </a:lnTo>
                <a:lnTo>
                  <a:pt x="1122514" y="239471"/>
                </a:lnTo>
                <a:lnTo>
                  <a:pt x="1122514" y="213563"/>
                </a:lnTo>
                <a:lnTo>
                  <a:pt x="1122514" y="176987"/>
                </a:lnTo>
                <a:lnTo>
                  <a:pt x="1122514" y="152603"/>
                </a:lnTo>
                <a:lnTo>
                  <a:pt x="1122514" y="115925"/>
                </a:lnTo>
                <a:lnTo>
                  <a:pt x="1122514" y="90017"/>
                </a:lnTo>
                <a:lnTo>
                  <a:pt x="1094994" y="90017"/>
                </a:lnTo>
                <a:lnTo>
                  <a:pt x="1094994" y="115925"/>
                </a:lnTo>
                <a:lnTo>
                  <a:pt x="1094994" y="152603"/>
                </a:lnTo>
                <a:lnTo>
                  <a:pt x="1094994" y="176987"/>
                </a:lnTo>
                <a:lnTo>
                  <a:pt x="1094994" y="213563"/>
                </a:lnTo>
                <a:lnTo>
                  <a:pt x="921156" y="213563"/>
                </a:lnTo>
                <a:lnTo>
                  <a:pt x="921156" y="176987"/>
                </a:lnTo>
                <a:lnTo>
                  <a:pt x="1094994" y="176987"/>
                </a:lnTo>
                <a:lnTo>
                  <a:pt x="1094994" y="152603"/>
                </a:lnTo>
                <a:lnTo>
                  <a:pt x="921156" y="152603"/>
                </a:lnTo>
                <a:lnTo>
                  <a:pt x="921156" y="115925"/>
                </a:lnTo>
                <a:lnTo>
                  <a:pt x="1094994" y="115925"/>
                </a:lnTo>
                <a:lnTo>
                  <a:pt x="1094994" y="90017"/>
                </a:lnTo>
                <a:lnTo>
                  <a:pt x="992886" y="90017"/>
                </a:lnTo>
                <a:lnTo>
                  <a:pt x="996569" y="80848"/>
                </a:lnTo>
                <a:lnTo>
                  <a:pt x="1000696" y="71539"/>
                </a:lnTo>
                <a:lnTo>
                  <a:pt x="1005090" y="61937"/>
                </a:lnTo>
                <a:lnTo>
                  <a:pt x="1009650" y="51917"/>
                </a:lnTo>
                <a:lnTo>
                  <a:pt x="1152994" y="51917"/>
                </a:lnTo>
                <a:lnTo>
                  <a:pt x="1152994" y="24384"/>
                </a:lnTo>
                <a:close/>
              </a:path>
              <a:path w="1551304" h="378460">
                <a:moveTo>
                  <a:pt x="1159052" y="341617"/>
                </a:moveTo>
                <a:lnTo>
                  <a:pt x="1140841" y="321665"/>
                </a:lnTo>
                <a:lnTo>
                  <a:pt x="1120559" y="300520"/>
                </a:lnTo>
                <a:lnTo>
                  <a:pt x="1098575" y="278231"/>
                </a:lnTo>
                <a:lnTo>
                  <a:pt x="1075182" y="254800"/>
                </a:lnTo>
                <a:lnTo>
                  <a:pt x="1052322" y="273088"/>
                </a:lnTo>
                <a:lnTo>
                  <a:pt x="1074369" y="295948"/>
                </a:lnTo>
                <a:lnTo>
                  <a:pt x="1094994" y="318820"/>
                </a:lnTo>
                <a:lnTo>
                  <a:pt x="1114437" y="341617"/>
                </a:lnTo>
                <a:lnTo>
                  <a:pt x="1133182" y="364629"/>
                </a:lnTo>
                <a:lnTo>
                  <a:pt x="1159040" y="341706"/>
                </a:lnTo>
                <a:close/>
              </a:path>
              <a:path w="1551304" h="378460">
                <a:moveTo>
                  <a:pt x="1305496" y="306616"/>
                </a:moveTo>
                <a:lnTo>
                  <a:pt x="1304582" y="300380"/>
                </a:lnTo>
                <a:lnTo>
                  <a:pt x="1303807" y="291376"/>
                </a:lnTo>
                <a:lnTo>
                  <a:pt x="1303350" y="285610"/>
                </a:lnTo>
                <a:lnTo>
                  <a:pt x="1302448" y="277660"/>
                </a:lnTo>
                <a:lnTo>
                  <a:pt x="1253667" y="291376"/>
                </a:lnTo>
                <a:lnTo>
                  <a:pt x="1253667" y="183070"/>
                </a:lnTo>
                <a:lnTo>
                  <a:pt x="1300924" y="183070"/>
                </a:lnTo>
                <a:lnTo>
                  <a:pt x="1300924" y="157162"/>
                </a:lnTo>
                <a:lnTo>
                  <a:pt x="1253667" y="157162"/>
                </a:lnTo>
                <a:lnTo>
                  <a:pt x="1253667" y="61061"/>
                </a:lnTo>
                <a:lnTo>
                  <a:pt x="1303972" y="61061"/>
                </a:lnTo>
                <a:lnTo>
                  <a:pt x="1303972" y="33528"/>
                </a:lnTo>
                <a:lnTo>
                  <a:pt x="1172806" y="33528"/>
                </a:lnTo>
                <a:lnTo>
                  <a:pt x="1172806" y="61061"/>
                </a:lnTo>
                <a:lnTo>
                  <a:pt x="1224622" y="61061"/>
                </a:lnTo>
                <a:lnTo>
                  <a:pt x="1224622" y="157162"/>
                </a:lnTo>
                <a:lnTo>
                  <a:pt x="1177378" y="157162"/>
                </a:lnTo>
                <a:lnTo>
                  <a:pt x="1177378" y="183070"/>
                </a:lnTo>
                <a:lnTo>
                  <a:pt x="1224622" y="183070"/>
                </a:lnTo>
                <a:lnTo>
                  <a:pt x="1224622" y="298996"/>
                </a:lnTo>
                <a:lnTo>
                  <a:pt x="1182827" y="309283"/>
                </a:lnTo>
                <a:lnTo>
                  <a:pt x="1168234" y="312712"/>
                </a:lnTo>
                <a:lnTo>
                  <a:pt x="1177378" y="344716"/>
                </a:lnTo>
                <a:lnTo>
                  <a:pt x="1209395" y="334695"/>
                </a:lnTo>
                <a:lnTo>
                  <a:pt x="1241437" y="325094"/>
                </a:lnTo>
                <a:lnTo>
                  <a:pt x="1305496" y="306616"/>
                </a:lnTo>
                <a:close/>
              </a:path>
              <a:path w="1551304" h="378460">
                <a:moveTo>
                  <a:pt x="1551051" y="335572"/>
                </a:moveTo>
                <a:lnTo>
                  <a:pt x="1436649" y="335572"/>
                </a:lnTo>
                <a:lnTo>
                  <a:pt x="1436649" y="280708"/>
                </a:lnTo>
                <a:lnTo>
                  <a:pt x="1534287" y="280708"/>
                </a:lnTo>
                <a:lnTo>
                  <a:pt x="1534287" y="254800"/>
                </a:lnTo>
                <a:lnTo>
                  <a:pt x="1436649" y="254800"/>
                </a:lnTo>
                <a:lnTo>
                  <a:pt x="1436649" y="202882"/>
                </a:lnTo>
                <a:lnTo>
                  <a:pt x="1499133" y="202882"/>
                </a:lnTo>
                <a:lnTo>
                  <a:pt x="1499133" y="218122"/>
                </a:lnTo>
                <a:lnTo>
                  <a:pt x="1526667" y="218122"/>
                </a:lnTo>
                <a:lnTo>
                  <a:pt x="1526667" y="19812"/>
                </a:lnTo>
                <a:lnTo>
                  <a:pt x="1499133" y="19812"/>
                </a:lnTo>
                <a:lnTo>
                  <a:pt x="1499133" y="45821"/>
                </a:lnTo>
                <a:lnTo>
                  <a:pt x="1499133" y="99161"/>
                </a:lnTo>
                <a:lnTo>
                  <a:pt x="1499133" y="125069"/>
                </a:lnTo>
                <a:lnTo>
                  <a:pt x="1499133" y="176974"/>
                </a:lnTo>
                <a:lnTo>
                  <a:pt x="1436649" y="176974"/>
                </a:lnTo>
                <a:lnTo>
                  <a:pt x="1436649" y="125069"/>
                </a:lnTo>
                <a:lnTo>
                  <a:pt x="1499133" y="125069"/>
                </a:lnTo>
                <a:lnTo>
                  <a:pt x="1499133" y="99161"/>
                </a:lnTo>
                <a:lnTo>
                  <a:pt x="1436649" y="99161"/>
                </a:lnTo>
                <a:lnTo>
                  <a:pt x="1436649" y="45821"/>
                </a:lnTo>
                <a:lnTo>
                  <a:pt x="1499133" y="45821"/>
                </a:lnTo>
                <a:lnTo>
                  <a:pt x="1499133" y="19812"/>
                </a:lnTo>
                <a:lnTo>
                  <a:pt x="1409217" y="19812"/>
                </a:lnTo>
                <a:lnTo>
                  <a:pt x="1409217" y="45821"/>
                </a:lnTo>
                <a:lnTo>
                  <a:pt x="1409217" y="99161"/>
                </a:lnTo>
                <a:lnTo>
                  <a:pt x="1409217" y="125069"/>
                </a:lnTo>
                <a:lnTo>
                  <a:pt x="1409217" y="176974"/>
                </a:lnTo>
                <a:lnTo>
                  <a:pt x="1348168" y="176974"/>
                </a:lnTo>
                <a:lnTo>
                  <a:pt x="1348168" y="125069"/>
                </a:lnTo>
                <a:lnTo>
                  <a:pt x="1409217" y="125069"/>
                </a:lnTo>
                <a:lnTo>
                  <a:pt x="1409217" y="99161"/>
                </a:lnTo>
                <a:lnTo>
                  <a:pt x="1348168" y="99161"/>
                </a:lnTo>
                <a:lnTo>
                  <a:pt x="1348168" y="45821"/>
                </a:lnTo>
                <a:lnTo>
                  <a:pt x="1409217" y="45821"/>
                </a:lnTo>
                <a:lnTo>
                  <a:pt x="1409217" y="19812"/>
                </a:lnTo>
                <a:lnTo>
                  <a:pt x="1319212" y="19812"/>
                </a:lnTo>
                <a:lnTo>
                  <a:pt x="1319212" y="218122"/>
                </a:lnTo>
                <a:lnTo>
                  <a:pt x="1348168" y="218122"/>
                </a:lnTo>
                <a:lnTo>
                  <a:pt x="1348168" y="202882"/>
                </a:lnTo>
                <a:lnTo>
                  <a:pt x="1409217" y="202882"/>
                </a:lnTo>
                <a:lnTo>
                  <a:pt x="1409217" y="254800"/>
                </a:lnTo>
                <a:lnTo>
                  <a:pt x="1311592" y="254800"/>
                </a:lnTo>
                <a:lnTo>
                  <a:pt x="1311592" y="280708"/>
                </a:lnTo>
                <a:lnTo>
                  <a:pt x="1409217" y="280708"/>
                </a:lnTo>
                <a:lnTo>
                  <a:pt x="1409217" y="335572"/>
                </a:lnTo>
                <a:lnTo>
                  <a:pt x="1288732" y="335572"/>
                </a:lnTo>
                <a:lnTo>
                  <a:pt x="1288732" y="363105"/>
                </a:lnTo>
                <a:lnTo>
                  <a:pt x="1551051" y="363105"/>
                </a:lnTo>
                <a:lnTo>
                  <a:pt x="1551051" y="335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752123" y="3113341"/>
            <a:ext cx="664845" cy="283845"/>
            <a:chOff x="1752123" y="3113341"/>
            <a:chExt cx="664845" cy="283845"/>
          </a:xfrm>
        </p:grpSpPr>
        <p:sp>
          <p:nvSpPr>
            <p:cNvPr id="31" name="object 31" descr=""/>
            <p:cNvSpPr/>
            <p:nvPr/>
          </p:nvSpPr>
          <p:spPr>
            <a:xfrm>
              <a:off x="1752123" y="3113341"/>
              <a:ext cx="204470" cy="283845"/>
            </a:xfrm>
            <a:custGeom>
              <a:avLst/>
              <a:gdLst/>
              <a:ahLst/>
              <a:cxnLst/>
              <a:rect l="l" t="t" r="r" b="b"/>
              <a:pathLst>
                <a:path w="204469" h="283845">
                  <a:moveTo>
                    <a:pt x="128111" y="283749"/>
                  </a:moveTo>
                  <a:lnTo>
                    <a:pt x="75830" y="274403"/>
                  </a:lnTo>
                  <a:lnTo>
                    <a:pt x="35052" y="245554"/>
                  </a:lnTo>
                  <a:lnTo>
                    <a:pt x="8953" y="202299"/>
                  </a:lnTo>
                  <a:lnTo>
                    <a:pt x="0" y="146399"/>
                  </a:lnTo>
                  <a:lnTo>
                    <a:pt x="2547" y="115608"/>
                  </a:lnTo>
                  <a:lnTo>
                    <a:pt x="22502" y="62562"/>
                  </a:lnTo>
                  <a:lnTo>
                    <a:pt x="60485" y="23145"/>
                  </a:lnTo>
                  <a:lnTo>
                    <a:pt x="110815" y="2571"/>
                  </a:lnTo>
                  <a:lnTo>
                    <a:pt x="140303" y="0"/>
                  </a:lnTo>
                  <a:lnTo>
                    <a:pt x="158877" y="833"/>
                  </a:lnTo>
                  <a:lnTo>
                    <a:pt x="175736" y="3238"/>
                  </a:lnTo>
                  <a:lnTo>
                    <a:pt x="190881" y="7072"/>
                  </a:lnTo>
                  <a:lnTo>
                    <a:pt x="204311" y="12191"/>
                  </a:lnTo>
                  <a:lnTo>
                    <a:pt x="204311" y="45719"/>
                  </a:lnTo>
                  <a:lnTo>
                    <a:pt x="189142" y="38600"/>
                  </a:lnTo>
                  <a:lnTo>
                    <a:pt x="173259" y="33337"/>
                  </a:lnTo>
                  <a:lnTo>
                    <a:pt x="156519" y="30075"/>
                  </a:lnTo>
                  <a:lnTo>
                    <a:pt x="138779" y="28955"/>
                  </a:lnTo>
                  <a:lnTo>
                    <a:pt x="116745" y="30957"/>
                  </a:lnTo>
                  <a:lnTo>
                    <a:pt x="78463" y="46998"/>
                  </a:lnTo>
                  <a:lnTo>
                    <a:pt x="49601" y="78224"/>
                  </a:lnTo>
                  <a:lnTo>
                    <a:pt x="35266" y="119991"/>
                  </a:lnTo>
                  <a:lnTo>
                    <a:pt x="33528" y="144875"/>
                  </a:lnTo>
                  <a:lnTo>
                    <a:pt x="35242" y="168695"/>
                  </a:lnTo>
                  <a:lnTo>
                    <a:pt x="48958" y="208834"/>
                  </a:lnTo>
                  <a:lnTo>
                    <a:pt x="75796" y="237997"/>
                  </a:lnTo>
                  <a:lnTo>
                    <a:pt x="111792" y="252826"/>
                  </a:lnTo>
                  <a:lnTo>
                    <a:pt x="132683" y="254793"/>
                  </a:lnTo>
                  <a:lnTo>
                    <a:pt x="152661" y="253635"/>
                  </a:lnTo>
                  <a:lnTo>
                    <a:pt x="171354" y="250174"/>
                  </a:lnTo>
                  <a:lnTo>
                    <a:pt x="188618" y="244426"/>
                  </a:lnTo>
                  <a:lnTo>
                    <a:pt x="204311" y="236410"/>
                  </a:lnTo>
                  <a:lnTo>
                    <a:pt x="204311" y="266985"/>
                  </a:lnTo>
                  <a:lnTo>
                    <a:pt x="188333" y="274105"/>
                  </a:lnTo>
                  <a:lnTo>
                    <a:pt x="170211" y="279368"/>
                  </a:lnTo>
                  <a:lnTo>
                    <a:pt x="150090" y="282630"/>
                  </a:lnTo>
                  <a:lnTo>
                    <a:pt x="128111" y="28374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4534" y="3192684"/>
              <a:ext cx="192214" cy="20440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23325" y="3192684"/>
              <a:ext cx="193643" cy="204406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2467355" y="3102673"/>
            <a:ext cx="447040" cy="294640"/>
            <a:chOff x="2467355" y="3102673"/>
            <a:chExt cx="447040" cy="294640"/>
          </a:xfrm>
        </p:grpSpPr>
        <p:sp>
          <p:nvSpPr>
            <p:cNvPr id="35" name="object 35" descr=""/>
            <p:cNvSpPr/>
            <p:nvPr/>
          </p:nvSpPr>
          <p:spPr>
            <a:xfrm>
              <a:off x="2467356" y="3102673"/>
              <a:ext cx="232410" cy="290195"/>
            </a:xfrm>
            <a:custGeom>
              <a:avLst/>
              <a:gdLst/>
              <a:ahLst/>
              <a:cxnLst/>
              <a:rect l="l" t="t" r="r" b="b"/>
              <a:pathLst>
                <a:path w="232410" h="290195">
                  <a:moveTo>
                    <a:pt x="161632" y="289852"/>
                  </a:moveTo>
                  <a:lnTo>
                    <a:pt x="64008" y="187642"/>
                  </a:lnTo>
                  <a:lnTo>
                    <a:pt x="155536" y="94589"/>
                  </a:lnTo>
                  <a:lnTo>
                    <a:pt x="114388" y="94589"/>
                  </a:lnTo>
                  <a:lnTo>
                    <a:pt x="32004" y="183070"/>
                  </a:lnTo>
                  <a:lnTo>
                    <a:pt x="30480" y="183070"/>
                  </a:lnTo>
                  <a:lnTo>
                    <a:pt x="30480" y="0"/>
                  </a:lnTo>
                  <a:lnTo>
                    <a:pt x="0" y="0"/>
                  </a:lnTo>
                  <a:lnTo>
                    <a:pt x="0" y="289852"/>
                  </a:lnTo>
                  <a:lnTo>
                    <a:pt x="30480" y="289852"/>
                  </a:lnTo>
                  <a:lnTo>
                    <a:pt x="30480" y="195262"/>
                  </a:lnTo>
                  <a:lnTo>
                    <a:pt x="32004" y="195262"/>
                  </a:lnTo>
                  <a:lnTo>
                    <a:pt x="117436" y="289852"/>
                  </a:lnTo>
                  <a:lnTo>
                    <a:pt x="161632" y="289852"/>
                  </a:lnTo>
                  <a:close/>
                </a:path>
                <a:path w="232410" h="290195">
                  <a:moveTo>
                    <a:pt x="227266" y="94589"/>
                  </a:moveTo>
                  <a:lnTo>
                    <a:pt x="195160" y="94589"/>
                  </a:lnTo>
                  <a:lnTo>
                    <a:pt x="195160" y="289852"/>
                  </a:lnTo>
                  <a:lnTo>
                    <a:pt x="227266" y="289852"/>
                  </a:lnTo>
                  <a:lnTo>
                    <a:pt x="227266" y="94589"/>
                  </a:lnTo>
                  <a:close/>
                </a:path>
                <a:path w="232410" h="290195">
                  <a:moveTo>
                    <a:pt x="231838" y="18288"/>
                  </a:moveTo>
                  <a:lnTo>
                    <a:pt x="230314" y="13716"/>
                  </a:lnTo>
                  <a:lnTo>
                    <a:pt x="225640" y="9144"/>
                  </a:lnTo>
                  <a:lnTo>
                    <a:pt x="222592" y="6096"/>
                  </a:lnTo>
                  <a:lnTo>
                    <a:pt x="216496" y="3048"/>
                  </a:lnTo>
                  <a:lnTo>
                    <a:pt x="205828" y="3048"/>
                  </a:lnTo>
                  <a:lnTo>
                    <a:pt x="196684" y="9144"/>
                  </a:lnTo>
                  <a:lnTo>
                    <a:pt x="190588" y="18288"/>
                  </a:lnTo>
                  <a:lnTo>
                    <a:pt x="190588" y="30480"/>
                  </a:lnTo>
                  <a:lnTo>
                    <a:pt x="193636" y="35052"/>
                  </a:lnTo>
                  <a:lnTo>
                    <a:pt x="201256" y="42672"/>
                  </a:lnTo>
                  <a:lnTo>
                    <a:pt x="205828" y="44196"/>
                  </a:lnTo>
                  <a:lnTo>
                    <a:pt x="216496" y="44196"/>
                  </a:lnTo>
                  <a:lnTo>
                    <a:pt x="222592" y="42672"/>
                  </a:lnTo>
                  <a:lnTo>
                    <a:pt x="225640" y="38100"/>
                  </a:lnTo>
                  <a:lnTo>
                    <a:pt x="230314" y="33528"/>
                  </a:lnTo>
                  <a:lnTo>
                    <a:pt x="231838" y="28956"/>
                  </a:lnTo>
                  <a:lnTo>
                    <a:pt x="231838" y="1828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43390" y="3192684"/>
              <a:ext cx="170783" cy="204406"/>
            </a:xfrm>
            <a:prstGeom prst="rect">
              <a:avLst/>
            </a:prstGeom>
          </p:spPr>
        </p:pic>
      </p:grpSp>
      <p:sp>
        <p:nvSpPr>
          <p:cNvPr id="37" name="object 37" descr=""/>
          <p:cNvSpPr/>
          <p:nvPr/>
        </p:nvSpPr>
        <p:spPr>
          <a:xfrm>
            <a:off x="3040760" y="3078289"/>
            <a:ext cx="365125" cy="367665"/>
          </a:xfrm>
          <a:custGeom>
            <a:avLst/>
            <a:gdLst/>
            <a:ahLst/>
            <a:cxnLst/>
            <a:rect l="l" t="t" r="r" b="b"/>
            <a:pathLst>
              <a:path w="365125" h="367664">
                <a:moveTo>
                  <a:pt x="225742" y="355377"/>
                </a:moveTo>
                <a:lnTo>
                  <a:pt x="195167" y="355377"/>
                </a:lnTo>
                <a:lnTo>
                  <a:pt x="195167" y="35052"/>
                </a:lnTo>
                <a:lnTo>
                  <a:pt x="364521" y="35052"/>
                </a:lnTo>
                <a:lnTo>
                  <a:pt x="364521" y="64008"/>
                </a:lnTo>
                <a:lnTo>
                  <a:pt x="225742" y="64008"/>
                </a:lnTo>
                <a:lnTo>
                  <a:pt x="225742" y="289845"/>
                </a:lnTo>
                <a:lnTo>
                  <a:pt x="364521" y="289845"/>
                </a:lnTo>
                <a:lnTo>
                  <a:pt x="364521" y="317277"/>
                </a:lnTo>
                <a:lnTo>
                  <a:pt x="225742" y="317277"/>
                </a:lnTo>
                <a:lnTo>
                  <a:pt x="225742" y="355377"/>
                </a:lnTo>
                <a:close/>
              </a:path>
              <a:path w="365125" h="367664">
                <a:moveTo>
                  <a:pt x="364521" y="289845"/>
                </a:moveTo>
                <a:lnTo>
                  <a:pt x="333946" y="289845"/>
                </a:lnTo>
                <a:lnTo>
                  <a:pt x="333946" y="64008"/>
                </a:lnTo>
                <a:lnTo>
                  <a:pt x="364521" y="64008"/>
                </a:lnTo>
                <a:lnTo>
                  <a:pt x="364521" y="289845"/>
                </a:lnTo>
                <a:close/>
              </a:path>
              <a:path w="365125" h="367664">
                <a:moveTo>
                  <a:pt x="364521" y="355377"/>
                </a:moveTo>
                <a:lnTo>
                  <a:pt x="333946" y="355377"/>
                </a:lnTo>
                <a:lnTo>
                  <a:pt x="333946" y="317277"/>
                </a:lnTo>
                <a:lnTo>
                  <a:pt x="364521" y="317277"/>
                </a:lnTo>
                <a:lnTo>
                  <a:pt x="364521" y="355377"/>
                </a:lnTo>
                <a:close/>
              </a:path>
              <a:path w="365125" h="367664">
                <a:moveTo>
                  <a:pt x="15240" y="53340"/>
                </a:moveTo>
                <a:lnTo>
                  <a:pt x="6096" y="25908"/>
                </a:lnTo>
                <a:lnTo>
                  <a:pt x="45806" y="21002"/>
                </a:lnTo>
                <a:lnTo>
                  <a:pt x="84820" y="15240"/>
                </a:lnTo>
                <a:lnTo>
                  <a:pt x="122976" y="8334"/>
                </a:lnTo>
                <a:lnTo>
                  <a:pt x="160115" y="0"/>
                </a:lnTo>
                <a:lnTo>
                  <a:pt x="169259" y="27432"/>
                </a:lnTo>
                <a:lnTo>
                  <a:pt x="153233" y="30622"/>
                </a:lnTo>
                <a:lnTo>
                  <a:pt x="120610" y="36433"/>
                </a:lnTo>
                <a:lnTo>
                  <a:pt x="103727" y="39624"/>
                </a:lnTo>
                <a:lnTo>
                  <a:pt x="103727" y="44196"/>
                </a:lnTo>
                <a:lnTo>
                  <a:pt x="74676" y="44196"/>
                </a:lnTo>
                <a:lnTo>
                  <a:pt x="15240" y="53340"/>
                </a:lnTo>
                <a:close/>
              </a:path>
              <a:path w="365125" h="367664">
                <a:moveTo>
                  <a:pt x="103727" y="105251"/>
                </a:moveTo>
                <a:lnTo>
                  <a:pt x="74676" y="105251"/>
                </a:lnTo>
                <a:lnTo>
                  <a:pt x="74676" y="44196"/>
                </a:lnTo>
                <a:lnTo>
                  <a:pt x="103727" y="44196"/>
                </a:lnTo>
                <a:lnTo>
                  <a:pt x="103727" y="105251"/>
                </a:lnTo>
                <a:close/>
              </a:path>
              <a:path w="365125" h="367664">
                <a:moveTo>
                  <a:pt x="175355" y="131159"/>
                </a:moveTo>
                <a:lnTo>
                  <a:pt x="3048" y="131159"/>
                </a:lnTo>
                <a:lnTo>
                  <a:pt x="3048" y="105251"/>
                </a:lnTo>
                <a:lnTo>
                  <a:pt x="175355" y="105251"/>
                </a:lnTo>
                <a:lnTo>
                  <a:pt x="175355" y="131159"/>
                </a:lnTo>
                <a:close/>
              </a:path>
              <a:path w="365125" h="367664">
                <a:moveTo>
                  <a:pt x="15240" y="292893"/>
                </a:moveTo>
                <a:lnTo>
                  <a:pt x="11787" y="284813"/>
                </a:lnTo>
                <a:lnTo>
                  <a:pt x="8191" y="276617"/>
                </a:lnTo>
                <a:lnTo>
                  <a:pt x="4310" y="268154"/>
                </a:lnTo>
                <a:lnTo>
                  <a:pt x="0" y="259270"/>
                </a:lnTo>
                <a:lnTo>
                  <a:pt x="20574" y="229823"/>
                </a:lnTo>
                <a:lnTo>
                  <a:pt x="38862" y="198643"/>
                </a:lnTo>
                <a:lnTo>
                  <a:pt x="54864" y="165749"/>
                </a:lnTo>
                <a:lnTo>
                  <a:pt x="68580" y="131159"/>
                </a:lnTo>
                <a:lnTo>
                  <a:pt x="103727" y="131159"/>
                </a:lnTo>
                <a:lnTo>
                  <a:pt x="103727" y="179927"/>
                </a:lnTo>
                <a:lnTo>
                  <a:pt x="134107" y="179927"/>
                </a:lnTo>
                <a:lnTo>
                  <a:pt x="139250" y="184499"/>
                </a:lnTo>
                <a:lnTo>
                  <a:pt x="74676" y="184499"/>
                </a:lnTo>
                <a:lnTo>
                  <a:pt x="63031" y="211963"/>
                </a:lnTo>
                <a:lnTo>
                  <a:pt x="48958" y="239268"/>
                </a:lnTo>
                <a:lnTo>
                  <a:pt x="32885" y="266286"/>
                </a:lnTo>
                <a:lnTo>
                  <a:pt x="15240" y="292893"/>
                </a:lnTo>
                <a:close/>
              </a:path>
              <a:path w="365125" h="367664">
                <a:moveTo>
                  <a:pt x="134107" y="179927"/>
                </a:moveTo>
                <a:lnTo>
                  <a:pt x="103727" y="179927"/>
                </a:lnTo>
                <a:lnTo>
                  <a:pt x="117443" y="166211"/>
                </a:lnTo>
                <a:lnTo>
                  <a:pt x="133159" y="179084"/>
                </a:lnTo>
                <a:lnTo>
                  <a:pt x="134107" y="179927"/>
                </a:lnTo>
                <a:close/>
              </a:path>
              <a:path w="365125" h="367664">
                <a:moveTo>
                  <a:pt x="103727" y="367569"/>
                </a:moveTo>
                <a:lnTo>
                  <a:pt x="74676" y="367569"/>
                </a:lnTo>
                <a:lnTo>
                  <a:pt x="74676" y="184499"/>
                </a:lnTo>
                <a:lnTo>
                  <a:pt x="139250" y="184499"/>
                </a:lnTo>
                <a:lnTo>
                  <a:pt x="144500" y="189166"/>
                </a:lnTo>
                <a:lnTo>
                  <a:pt x="103727" y="189166"/>
                </a:lnTo>
                <a:lnTo>
                  <a:pt x="103727" y="367569"/>
                </a:lnTo>
                <a:close/>
              </a:path>
              <a:path w="365125" h="367664">
                <a:moveTo>
                  <a:pt x="155543" y="244030"/>
                </a:moveTo>
                <a:lnTo>
                  <a:pt x="143803" y="230314"/>
                </a:lnTo>
                <a:lnTo>
                  <a:pt x="131349" y="216598"/>
                </a:lnTo>
                <a:lnTo>
                  <a:pt x="118038" y="202882"/>
                </a:lnTo>
                <a:lnTo>
                  <a:pt x="103727" y="189166"/>
                </a:lnTo>
                <a:lnTo>
                  <a:pt x="144500" y="189166"/>
                </a:lnTo>
                <a:lnTo>
                  <a:pt x="148304" y="192547"/>
                </a:lnTo>
                <a:lnTo>
                  <a:pt x="162877" y="206582"/>
                </a:lnTo>
                <a:lnTo>
                  <a:pt x="176879" y="221170"/>
                </a:lnTo>
                <a:lnTo>
                  <a:pt x="155543" y="2440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3559302" y="3113341"/>
            <a:ext cx="704850" cy="283845"/>
            <a:chOff x="3559302" y="3113341"/>
            <a:chExt cx="704850" cy="283845"/>
          </a:xfrm>
        </p:grpSpPr>
        <p:sp>
          <p:nvSpPr>
            <p:cNvPr id="39" name="object 39" descr=""/>
            <p:cNvSpPr/>
            <p:nvPr/>
          </p:nvSpPr>
          <p:spPr>
            <a:xfrm>
              <a:off x="3559302" y="3113341"/>
              <a:ext cx="166370" cy="283845"/>
            </a:xfrm>
            <a:custGeom>
              <a:avLst/>
              <a:gdLst/>
              <a:ahLst/>
              <a:cxnLst/>
              <a:rect l="l" t="t" r="r" b="b"/>
              <a:pathLst>
                <a:path w="166370" h="283845">
                  <a:moveTo>
                    <a:pt x="57912" y="283749"/>
                  </a:moveTo>
                  <a:lnTo>
                    <a:pt x="51816" y="282225"/>
                  </a:lnTo>
                  <a:lnTo>
                    <a:pt x="45719" y="282225"/>
                  </a:lnTo>
                  <a:lnTo>
                    <a:pt x="39624" y="280701"/>
                  </a:lnTo>
                  <a:lnTo>
                    <a:pt x="32004" y="279177"/>
                  </a:lnTo>
                  <a:lnTo>
                    <a:pt x="7620" y="273081"/>
                  </a:lnTo>
                  <a:lnTo>
                    <a:pt x="3048" y="270033"/>
                  </a:lnTo>
                  <a:lnTo>
                    <a:pt x="0" y="268509"/>
                  </a:lnTo>
                  <a:lnTo>
                    <a:pt x="0" y="230314"/>
                  </a:lnTo>
                  <a:lnTo>
                    <a:pt x="4572" y="233362"/>
                  </a:lnTo>
                  <a:lnTo>
                    <a:pt x="9144" y="237934"/>
                  </a:lnTo>
                  <a:lnTo>
                    <a:pt x="21336" y="244030"/>
                  </a:lnTo>
                  <a:lnTo>
                    <a:pt x="27432" y="245554"/>
                  </a:lnTo>
                  <a:lnTo>
                    <a:pt x="33528" y="248602"/>
                  </a:lnTo>
                  <a:lnTo>
                    <a:pt x="41148" y="250126"/>
                  </a:lnTo>
                  <a:lnTo>
                    <a:pt x="47244" y="251650"/>
                  </a:lnTo>
                  <a:lnTo>
                    <a:pt x="54864" y="253174"/>
                  </a:lnTo>
                  <a:lnTo>
                    <a:pt x="60960" y="254793"/>
                  </a:lnTo>
                  <a:lnTo>
                    <a:pt x="73152" y="254793"/>
                  </a:lnTo>
                  <a:lnTo>
                    <a:pt x="87131" y="254183"/>
                  </a:lnTo>
                  <a:lnTo>
                    <a:pt x="123682" y="237743"/>
                  </a:lnTo>
                  <a:lnTo>
                    <a:pt x="132683" y="212026"/>
                  </a:lnTo>
                  <a:lnTo>
                    <a:pt x="132683" y="204406"/>
                  </a:lnTo>
                  <a:lnTo>
                    <a:pt x="87225" y="161353"/>
                  </a:lnTo>
                  <a:lnTo>
                    <a:pt x="60864" y="147582"/>
                  </a:lnTo>
                  <a:lnTo>
                    <a:pt x="53721" y="144125"/>
                  </a:lnTo>
                  <a:lnTo>
                    <a:pt x="19812" y="120491"/>
                  </a:lnTo>
                  <a:lnTo>
                    <a:pt x="285" y="80962"/>
                  </a:lnTo>
                  <a:lnTo>
                    <a:pt x="0" y="73247"/>
                  </a:lnTo>
                  <a:lnTo>
                    <a:pt x="547" y="64387"/>
                  </a:lnTo>
                  <a:lnTo>
                    <a:pt x="17716" y="28574"/>
                  </a:lnTo>
                  <a:lnTo>
                    <a:pt x="51458" y="7143"/>
                  </a:lnTo>
                  <a:lnTo>
                    <a:pt x="94488" y="0"/>
                  </a:lnTo>
                  <a:lnTo>
                    <a:pt x="113688" y="595"/>
                  </a:lnTo>
                  <a:lnTo>
                    <a:pt x="130004" y="2476"/>
                  </a:lnTo>
                  <a:lnTo>
                    <a:pt x="143445" y="5786"/>
                  </a:lnTo>
                  <a:lnTo>
                    <a:pt x="154019" y="10667"/>
                  </a:lnTo>
                  <a:lnTo>
                    <a:pt x="154019" y="45719"/>
                  </a:lnTo>
                  <a:lnTo>
                    <a:pt x="141468" y="38600"/>
                  </a:lnTo>
                  <a:lnTo>
                    <a:pt x="126765" y="33337"/>
                  </a:lnTo>
                  <a:lnTo>
                    <a:pt x="110045" y="30075"/>
                  </a:lnTo>
                  <a:lnTo>
                    <a:pt x="91439" y="28955"/>
                  </a:lnTo>
                  <a:lnTo>
                    <a:pt x="85344" y="28955"/>
                  </a:lnTo>
                  <a:lnTo>
                    <a:pt x="47244" y="41147"/>
                  </a:lnTo>
                  <a:lnTo>
                    <a:pt x="33528" y="62579"/>
                  </a:lnTo>
                  <a:lnTo>
                    <a:pt x="33528" y="77819"/>
                  </a:lnTo>
                  <a:lnTo>
                    <a:pt x="35052" y="83915"/>
                  </a:lnTo>
                  <a:lnTo>
                    <a:pt x="38100" y="88487"/>
                  </a:lnTo>
                  <a:lnTo>
                    <a:pt x="39624" y="94583"/>
                  </a:lnTo>
                  <a:lnTo>
                    <a:pt x="44195" y="99155"/>
                  </a:lnTo>
                  <a:lnTo>
                    <a:pt x="48768" y="102203"/>
                  </a:lnTo>
                  <a:lnTo>
                    <a:pt x="53339" y="106775"/>
                  </a:lnTo>
                  <a:lnTo>
                    <a:pt x="60960" y="111347"/>
                  </a:lnTo>
                  <a:lnTo>
                    <a:pt x="67056" y="114395"/>
                  </a:lnTo>
                  <a:lnTo>
                    <a:pt x="73032" y="117824"/>
                  </a:lnTo>
                  <a:lnTo>
                    <a:pt x="92964" y="128111"/>
                  </a:lnTo>
                  <a:lnTo>
                    <a:pt x="107263" y="135159"/>
                  </a:lnTo>
                  <a:lnTo>
                    <a:pt x="114221" y="139041"/>
                  </a:lnTo>
                  <a:lnTo>
                    <a:pt x="120491" y="143351"/>
                  </a:lnTo>
                  <a:lnTo>
                    <a:pt x="127063" y="147080"/>
                  </a:lnTo>
                  <a:lnTo>
                    <a:pt x="133064" y="151399"/>
                  </a:lnTo>
                  <a:lnTo>
                    <a:pt x="138493" y="156290"/>
                  </a:lnTo>
                  <a:lnTo>
                    <a:pt x="143351" y="161734"/>
                  </a:lnTo>
                  <a:lnTo>
                    <a:pt x="148542" y="166568"/>
                  </a:lnTo>
                  <a:lnTo>
                    <a:pt x="165687" y="202787"/>
                  </a:lnTo>
                  <a:lnTo>
                    <a:pt x="166211" y="210502"/>
                  </a:lnTo>
                  <a:lnTo>
                    <a:pt x="165639" y="219598"/>
                  </a:lnTo>
                  <a:lnTo>
                    <a:pt x="148113" y="256651"/>
                  </a:lnTo>
                  <a:lnTo>
                    <a:pt x="113831" y="277487"/>
                  </a:lnTo>
                  <a:lnTo>
                    <a:pt x="105155" y="279177"/>
                  </a:lnTo>
                  <a:lnTo>
                    <a:pt x="96012" y="281177"/>
                  </a:lnTo>
                  <a:lnTo>
                    <a:pt x="86868" y="282606"/>
                  </a:lnTo>
                  <a:lnTo>
                    <a:pt x="77724" y="283463"/>
                  </a:lnTo>
                  <a:lnTo>
                    <a:pt x="57912" y="28374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62089" y="3192684"/>
              <a:ext cx="170783" cy="20440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68019" y="3192684"/>
              <a:ext cx="129635" cy="20440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34231" y="3192684"/>
              <a:ext cx="129635" cy="204406"/>
            </a:xfrm>
            <a:prstGeom prst="rect">
              <a:avLst/>
            </a:prstGeom>
          </p:spPr>
        </p:pic>
      </p:grpSp>
      <p:sp>
        <p:nvSpPr>
          <p:cNvPr id="43" name="object 43" descr=""/>
          <p:cNvSpPr/>
          <p:nvPr/>
        </p:nvSpPr>
        <p:spPr>
          <a:xfrm>
            <a:off x="4309586" y="3105721"/>
            <a:ext cx="40005" cy="287020"/>
          </a:xfrm>
          <a:custGeom>
            <a:avLst/>
            <a:gdLst/>
            <a:ahLst/>
            <a:cxnLst/>
            <a:rect l="l" t="t" r="r" b="b"/>
            <a:pathLst>
              <a:path w="40004" h="287020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0480" y="3048"/>
                </a:lnTo>
                <a:lnTo>
                  <a:pt x="38100" y="10668"/>
                </a:lnTo>
                <a:lnTo>
                  <a:pt x="39624" y="15240"/>
                </a:lnTo>
                <a:lnTo>
                  <a:pt x="39624" y="25908"/>
                </a:lnTo>
                <a:lnTo>
                  <a:pt x="38100" y="30480"/>
                </a:lnTo>
                <a:lnTo>
                  <a:pt x="33528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0004" h="287020">
                <a:moveTo>
                  <a:pt x="35052" y="286797"/>
                </a:moveTo>
                <a:lnTo>
                  <a:pt x="3048" y="286797"/>
                </a:lnTo>
                <a:lnTo>
                  <a:pt x="3048" y="91535"/>
                </a:lnTo>
                <a:lnTo>
                  <a:pt x="35052" y="91535"/>
                </a:lnTo>
                <a:lnTo>
                  <a:pt x="35052" y="2867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95025" y="3192684"/>
            <a:ext cx="192119" cy="204406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637436" y="3192684"/>
            <a:ext cx="161734" cy="199834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4956238" y="3064573"/>
            <a:ext cx="1148715" cy="380365"/>
          </a:xfrm>
          <a:custGeom>
            <a:avLst/>
            <a:gdLst/>
            <a:ahLst/>
            <a:cxnLst/>
            <a:rect l="l" t="t" r="r" b="b"/>
            <a:pathLst>
              <a:path w="1148714" h="380364">
                <a:moveTo>
                  <a:pt x="146392" y="65532"/>
                </a:moveTo>
                <a:lnTo>
                  <a:pt x="115912" y="65532"/>
                </a:lnTo>
                <a:lnTo>
                  <a:pt x="115912" y="94500"/>
                </a:lnTo>
                <a:lnTo>
                  <a:pt x="115912" y="187553"/>
                </a:lnTo>
                <a:lnTo>
                  <a:pt x="115912" y="215087"/>
                </a:lnTo>
                <a:lnTo>
                  <a:pt x="115912" y="311188"/>
                </a:lnTo>
                <a:lnTo>
                  <a:pt x="30480" y="311188"/>
                </a:lnTo>
                <a:lnTo>
                  <a:pt x="30480" y="215087"/>
                </a:lnTo>
                <a:lnTo>
                  <a:pt x="115912" y="215087"/>
                </a:lnTo>
                <a:lnTo>
                  <a:pt x="115912" y="187553"/>
                </a:lnTo>
                <a:lnTo>
                  <a:pt x="30480" y="187553"/>
                </a:lnTo>
                <a:lnTo>
                  <a:pt x="30480" y="94500"/>
                </a:lnTo>
                <a:lnTo>
                  <a:pt x="115912" y="94500"/>
                </a:lnTo>
                <a:lnTo>
                  <a:pt x="115912" y="65532"/>
                </a:lnTo>
                <a:lnTo>
                  <a:pt x="70104" y="65532"/>
                </a:lnTo>
                <a:lnTo>
                  <a:pt x="75819" y="52679"/>
                </a:lnTo>
                <a:lnTo>
                  <a:pt x="81534" y="39243"/>
                </a:lnTo>
                <a:lnTo>
                  <a:pt x="87249" y="25247"/>
                </a:lnTo>
                <a:lnTo>
                  <a:pt x="92964" y="10668"/>
                </a:lnTo>
                <a:lnTo>
                  <a:pt x="60960" y="1524"/>
                </a:lnTo>
                <a:lnTo>
                  <a:pt x="56095" y="16675"/>
                </a:lnTo>
                <a:lnTo>
                  <a:pt x="50673" y="32385"/>
                </a:lnTo>
                <a:lnTo>
                  <a:pt x="44665" y="48679"/>
                </a:lnTo>
                <a:lnTo>
                  <a:pt x="38100" y="65532"/>
                </a:lnTo>
                <a:lnTo>
                  <a:pt x="0" y="65532"/>
                </a:lnTo>
                <a:lnTo>
                  <a:pt x="0" y="372148"/>
                </a:lnTo>
                <a:lnTo>
                  <a:pt x="30480" y="372148"/>
                </a:lnTo>
                <a:lnTo>
                  <a:pt x="30480" y="340144"/>
                </a:lnTo>
                <a:lnTo>
                  <a:pt x="115912" y="340144"/>
                </a:lnTo>
                <a:lnTo>
                  <a:pt x="115912" y="370624"/>
                </a:lnTo>
                <a:lnTo>
                  <a:pt x="146392" y="370624"/>
                </a:lnTo>
                <a:lnTo>
                  <a:pt x="146392" y="340144"/>
                </a:lnTo>
                <a:lnTo>
                  <a:pt x="146392" y="311188"/>
                </a:lnTo>
                <a:lnTo>
                  <a:pt x="146392" y="215087"/>
                </a:lnTo>
                <a:lnTo>
                  <a:pt x="146392" y="187553"/>
                </a:lnTo>
                <a:lnTo>
                  <a:pt x="146392" y="94500"/>
                </a:lnTo>
                <a:lnTo>
                  <a:pt x="146392" y="65532"/>
                </a:lnTo>
                <a:close/>
              </a:path>
              <a:path w="1148714" h="380364">
                <a:moveTo>
                  <a:pt x="277558" y="239471"/>
                </a:moveTo>
                <a:lnTo>
                  <a:pt x="263182" y="220306"/>
                </a:lnTo>
                <a:lnTo>
                  <a:pt x="247218" y="199415"/>
                </a:lnTo>
                <a:lnTo>
                  <a:pt x="229247" y="176809"/>
                </a:lnTo>
                <a:lnTo>
                  <a:pt x="208876" y="152501"/>
                </a:lnTo>
                <a:lnTo>
                  <a:pt x="186016" y="170789"/>
                </a:lnTo>
                <a:lnTo>
                  <a:pt x="202857" y="192798"/>
                </a:lnTo>
                <a:lnTo>
                  <a:pt x="218986" y="215074"/>
                </a:lnTo>
                <a:lnTo>
                  <a:pt x="234276" y="237324"/>
                </a:lnTo>
                <a:lnTo>
                  <a:pt x="248602" y="259283"/>
                </a:lnTo>
                <a:lnTo>
                  <a:pt x="277558" y="239471"/>
                </a:lnTo>
                <a:close/>
              </a:path>
              <a:path w="1148714" h="380364">
                <a:moveTo>
                  <a:pt x="347662" y="64008"/>
                </a:moveTo>
                <a:lnTo>
                  <a:pt x="225640" y="64008"/>
                </a:lnTo>
                <a:lnTo>
                  <a:pt x="234988" y="37909"/>
                </a:lnTo>
                <a:lnTo>
                  <a:pt x="240042" y="24371"/>
                </a:lnTo>
                <a:lnTo>
                  <a:pt x="245554" y="10668"/>
                </a:lnTo>
                <a:lnTo>
                  <a:pt x="213448" y="1524"/>
                </a:lnTo>
                <a:lnTo>
                  <a:pt x="200063" y="42976"/>
                </a:lnTo>
                <a:lnTo>
                  <a:pt x="185254" y="80441"/>
                </a:lnTo>
                <a:lnTo>
                  <a:pt x="169303" y="113906"/>
                </a:lnTo>
                <a:lnTo>
                  <a:pt x="152488" y="143357"/>
                </a:lnTo>
                <a:lnTo>
                  <a:pt x="160185" y="147027"/>
                </a:lnTo>
                <a:lnTo>
                  <a:pt x="167157" y="150977"/>
                </a:lnTo>
                <a:lnTo>
                  <a:pt x="173278" y="154927"/>
                </a:lnTo>
                <a:lnTo>
                  <a:pt x="178396" y="158597"/>
                </a:lnTo>
                <a:lnTo>
                  <a:pt x="187299" y="143433"/>
                </a:lnTo>
                <a:lnTo>
                  <a:pt x="195922" y="127533"/>
                </a:lnTo>
                <a:lnTo>
                  <a:pt x="204546" y="110769"/>
                </a:lnTo>
                <a:lnTo>
                  <a:pt x="213448" y="92976"/>
                </a:lnTo>
                <a:lnTo>
                  <a:pt x="315658" y="92976"/>
                </a:lnTo>
                <a:lnTo>
                  <a:pt x="314490" y="164503"/>
                </a:lnTo>
                <a:lnTo>
                  <a:pt x="313182" y="223608"/>
                </a:lnTo>
                <a:lnTo>
                  <a:pt x="311581" y="270421"/>
                </a:lnTo>
                <a:lnTo>
                  <a:pt x="306171" y="321094"/>
                </a:lnTo>
                <a:lnTo>
                  <a:pt x="271462" y="341668"/>
                </a:lnTo>
                <a:lnTo>
                  <a:pt x="255130" y="341147"/>
                </a:lnTo>
                <a:lnTo>
                  <a:pt x="238074" y="339763"/>
                </a:lnTo>
                <a:lnTo>
                  <a:pt x="201256" y="335572"/>
                </a:lnTo>
                <a:lnTo>
                  <a:pt x="202641" y="343598"/>
                </a:lnTo>
                <a:lnTo>
                  <a:pt x="204304" y="351764"/>
                </a:lnTo>
                <a:lnTo>
                  <a:pt x="205968" y="360222"/>
                </a:lnTo>
                <a:lnTo>
                  <a:pt x="207352" y="369100"/>
                </a:lnTo>
                <a:lnTo>
                  <a:pt x="242455" y="371195"/>
                </a:lnTo>
                <a:lnTo>
                  <a:pt x="260159" y="371881"/>
                </a:lnTo>
                <a:lnTo>
                  <a:pt x="277558" y="372148"/>
                </a:lnTo>
                <a:lnTo>
                  <a:pt x="303822" y="368439"/>
                </a:lnTo>
                <a:lnTo>
                  <a:pt x="323088" y="357289"/>
                </a:lnTo>
                <a:lnTo>
                  <a:pt x="333273" y="341668"/>
                </a:lnTo>
                <a:lnTo>
                  <a:pt x="335203" y="338721"/>
                </a:lnTo>
                <a:lnTo>
                  <a:pt x="341706" y="285940"/>
                </a:lnTo>
                <a:lnTo>
                  <a:pt x="343154" y="247764"/>
                </a:lnTo>
                <a:lnTo>
                  <a:pt x="344500" y="199415"/>
                </a:lnTo>
                <a:lnTo>
                  <a:pt x="346989" y="92976"/>
                </a:lnTo>
                <a:lnTo>
                  <a:pt x="347662" y="64008"/>
                </a:lnTo>
                <a:close/>
              </a:path>
              <a:path w="1148714" h="380364">
                <a:moveTo>
                  <a:pt x="492531" y="100685"/>
                </a:moveTo>
                <a:lnTo>
                  <a:pt x="465099" y="88392"/>
                </a:lnTo>
                <a:lnTo>
                  <a:pt x="459625" y="100507"/>
                </a:lnTo>
                <a:lnTo>
                  <a:pt x="454431" y="111721"/>
                </a:lnTo>
                <a:lnTo>
                  <a:pt x="449237" y="122351"/>
                </a:lnTo>
                <a:lnTo>
                  <a:pt x="443763" y="132689"/>
                </a:lnTo>
                <a:lnTo>
                  <a:pt x="407187" y="132689"/>
                </a:lnTo>
                <a:lnTo>
                  <a:pt x="422071" y="106387"/>
                </a:lnTo>
                <a:lnTo>
                  <a:pt x="437095" y="77774"/>
                </a:lnTo>
                <a:lnTo>
                  <a:pt x="452412" y="46888"/>
                </a:lnTo>
                <a:lnTo>
                  <a:pt x="468147" y="13716"/>
                </a:lnTo>
                <a:lnTo>
                  <a:pt x="439191" y="3048"/>
                </a:lnTo>
                <a:lnTo>
                  <a:pt x="424662" y="38760"/>
                </a:lnTo>
                <a:lnTo>
                  <a:pt x="408698" y="72631"/>
                </a:lnTo>
                <a:lnTo>
                  <a:pt x="391579" y="104508"/>
                </a:lnTo>
                <a:lnTo>
                  <a:pt x="373557" y="134213"/>
                </a:lnTo>
                <a:lnTo>
                  <a:pt x="381279" y="158597"/>
                </a:lnTo>
                <a:lnTo>
                  <a:pt x="393014" y="157454"/>
                </a:lnTo>
                <a:lnTo>
                  <a:pt x="433095" y="154025"/>
                </a:lnTo>
                <a:lnTo>
                  <a:pt x="417931" y="181216"/>
                </a:lnTo>
                <a:lnTo>
                  <a:pt x="404329" y="203415"/>
                </a:lnTo>
                <a:lnTo>
                  <a:pt x="392163" y="220751"/>
                </a:lnTo>
                <a:lnTo>
                  <a:pt x="381279" y="233362"/>
                </a:lnTo>
                <a:lnTo>
                  <a:pt x="387375" y="256222"/>
                </a:lnTo>
                <a:lnTo>
                  <a:pt x="400850" y="254800"/>
                </a:lnTo>
                <a:lnTo>
                  <a:pt x="481863" y="247078"/>
                </a:lnTo>
                <a:lnTo>
                  <a:pt x="483387" y="240982"/>
                </a:lnTo>
                <a:lnTo>
                  <a:pt x="483387" y="233362"/>
                </a:lnTo>
                <a:lnTo>
                  <a:pt x="484263" y="227266"/>
                </a:lnTo>
                <a:lnTo>
                  <a:pt x="484911" y="222694"/>
                </a:lnTo>
                <a:lnTo>
                  <a:pt x="462889" y="224701"/>
                </a:lnTo>
                <a:lnTo>
                  <a:pt x="444715" y="226123"/>
                </a:lnTo>
                <a:lnTo>
                  <a:pt x="430263" y="226987"/>
                </a:lnTo>
                <a:lnTo>
                  <a:pt x="419379" y="227266"/>
                </a:lnTo>
                <a:lnTo>
                  <a:pt x="433374" y="205562"/>
                </a:lnTo>
                <a:lnTo>
                  <a:pt x="450240" y="177126"/>
                </a:lnTo>
                <a:lnTo>
                  <a:pt x="463245" y="154025"/>
                </a:lnTo>
                <a:lnTo>
                  <a:pt x="469950" y="142113"/>
                </a:lnTo>
                <a:lnTo>
                  <a:pt x="475094" y="132689"/>
                </a:lnTo>
                <a:lnTo>
                  <a:pt x="492531" y="100685"/>
                </a:lnTo>
                <a:close/>
              </a:path>
              <a:path w="1148714" h="380364">
                <a:moveTo>
                  <a:pt x="733513" y="41148"/>
                </a:moveTo>
                <a:lnTo>
                  <a:pt x="707605" y="41148"/>
                </a:lnTo>
                <a:lnTo>
                  <a:pt x="707605" y="65532"/>
                </a:lnTo>
                <a:lnTo>
                  <a:pt x="707605" y="109829"/>
                </a:lnTo>
                <a:lnTo>
                  <a:pt x="524624" y="109829"/>
                </a:lnTo>
                <a:lnTo>
                  <a:pt x="524624" y="65532"/>
                </a:lnTo>
                <a:lnTo>
                  <a:pt x="707605" y="65532"/>
                </a:lnTo>
                <a:lnTo>
                  <a:pt x="707605" y="41148"/>
                </a:lnTo>
                <a:lnTo>
                  <a:pt x="643509" y="41148"/>
                </a:lnTo>
                <a:lnTo>
                  <a:pt x="636905" y="29146"/>
                </a:lnTo>
                <a:lnTo>
                  <a:pt x="630745" y="18288"/>
                </a:lnTo>
                <a:lnTo>
                  <a:pt x="624852" y="8572"/>
                </a:lnTo>
                <a:lnTo>
                  <a:pt x="619125" y="0"/>
                </a:lnTo>
                <a:lnTo>
                  <a:pt x="590169" y="12192"/>
                </a:lnTo>
                <a:lnTo>
                  <a:pt x="593852" y="19075"/>
                </a:lnTo>
                <a:lnTo>
                  <a:pt x="597979" y="26098"/>
                </a:lnTo>
                <a:lnTo>
                  <a:pt x="602373" y="33413"/>
                </a:lnTo>
                <a:lnTo>
                  <a:pt x="606933" y="41148"/>
                </a:lnTo>
                <a:lnTo>
                  <a:pt x="498627" y="41148"/>
                </a:lnTo>
                <a:lnTo>
                  <a:pt x="498589" y="166217"/>
                </a:lnTo>
                <a:lnTo>
                  <a:pt x="497751" y="200774"/>
                </a:lnTo>
                <a:lnTo>
                  <a:pt x="495007" y="233553"/>
                </a:lnTo>
                <a:lnTo>
                  <a:pt x="490270" y="263156"/>
                </a:lnTo>
                <a:lnTo>
                  <a:pt x="483387" y="289750"/>
                </a:lnTo>
                <a:lnTo>
                  <a:pt x="373557" y="306616"/>
                </a:lnTo>
                <a:lnTo>
                  <a:pt x="381279" y="335572"/>
                </a:lnTo>
                <a:lnTo>
                  <a:pt x="399872" y="330974"/>
                </a:lnTo>
                <a:lnTo>
                  <a:pt x="421474" y="326237"/>
                </a:lnTo>
                <a:lnTo>
                  <a:pt x="474243" y="315760"/>
                </a:lnTo>
                <a:lnTo>
                  <a:pt x="469150" y="326885"/>
                </a:lnTo>
                <a:lnTo>
                  <a:pt x="463194" y="337286"/>
                </a:lnTo>
                <a:lnTo>
                  <a:pt x="456666" y="346837"/>
                </a:lnTo>
                <a:lnTo>
                  <a:pt x="449859" y="355384"/>
                </a:lnTo>
                <a:lnTo>
                  <a:pt x="455307" y="361099"/>
                </a:lnTo>
                <a:lnTo>
                  <a:pt x="460336" y="366814"/>
                </a:lnTo>
                <a:lnTo>
                  <a:pt x="465074" y="372529"/>
                </a:lnTo>
                <a:lnTo>
                  <a:pt x="469671" y="378244"/>
                </a:lnTo>
                <a:lnTo>
                  <a:pt x="493687" y="340842"/>
                </a:lnTo>
                <a:lnTo>
                  <a:pt x="502666" y="315760"/>
                </a:lnTo>
                <a:lnTo>
                  <a:pt x="510870" y="292836"/>
                </a:lnTo>
                <a:lnTo>
                  <a:pt x="521182" y="234530"/>
                </a:lnTo>
                <a:lnTo>
                  <a:pt x="524624" y="166217"/>
                </a:lnTo>
                <a:lnTo>
                  <a:pt x="524624" y="134213"/>
                </a:lnTo>
                <a:lnTo>
                  <a:pt x="707605" y="134213"/>
                </a:lnTo>
                <a:lnTo>
                  <a:pt x="707605" y="146405"/>
                </a:lnTo>
                <a:lnTo>
                  <a:pt x="733513" y="146405"/>
                </a:lnTo>
                <a:lnTo>
                  <a:pt x="733513" y="134213"/>
                </a:lnTo>
                <a:lnTo>
                  <a:pt x="733513" y="109829"/>
                </a:lnTo>
                <a:lnTo>
                  <a:pt x="733513" y="65532"/>
                </a:lnTo>
                <a:lnTo>
                  <a:pt x="733513" y="41148"/>
                </a:lnTo>
                <a:close/>
              </a:path>
              <a:path w="1148714" h="380364">
                <a:moveTo>
                  <a:pt x="739609" y="172313"/>
                </a:moveTo>
                <a:lnTo>
                  <a:pt x="713701" y="172313"/>
                </a:lnTo>
                <a:lnTo>
                  <a:pt x="713701" y="196697"/>
                </a:lnTo>
                <a:lnTo>
                  <a:pt x="713701" y="254698"/>
                </a:lnTo>
                <a:lnTo>
                  <a:pt x="713701" y="279082"/>
                </a:lnTo>
                <a:lnTo>
                  <a:pt x="713701" y="346240"/>
                </a:lnTo>
                <a:lnTo>
                  <a:pt x="709129" y="350812"/>
                </a:lnTo>
                <a:lnTo>
                  <a:pt x="677125" y="350812"/>
                </a:lnTo>
                <a:lnTo>
                  <a:pt x="677125" y="279082"/>
                </a:lnTo>
                <a:lnTo>
                  <a:pt x="713701" y="279082"/>
                </a:lnTo>
                <a:lnTo>
                  <a:pt x="713701" y="254698"/>
                </a:lnTo>
                <a:lnTo>
                  <a:pt x="677125" y="254698"/>
                </a:lnTo>
                <a:lnTo>
                  <a:pt x="677125" y="196697"/>
                </a:lnTo>
                <a:lnTo>
                  <a:pt x="713701" y="196697"/>
                </a:lnTo>
                <a:lnTo>
                  <a:pt x="713701" y="172313"/>
                </a:lnTo>
                <a:lnTo>
                  <a:pt x="654177" y="172313"/>
                </a:lnTo>
                <a:lnTo>
                  <a:pt x="654177" y="196697"/>
                </a:lnTo>
                <a:lnTo>
                  <a:pt x="654177" y="254698"/>
                </a:lnTo>
                <a:lnTo>
                  <a:pt x="619125" y="254698"/>
                </a:lnTo>
                <a:lnTo>
                  <a:pt x="619125" y="196697"/>
                </a:lnTo>
                <a:lnTo>
                  <a:pt x="654177" y="196697"/>
                </a:lnTo>
                <a:lnTo>
                  <a:pt x="654177" y="172313"/>
                </a:lnTo>
                <a:lnTo>
                  <a:pt x="596265" y="172313"/>
                </a:lnTo>
                <a:lnTo>
                  <a:pt x="596265" y="196697"/>
                </a:lnTo>
                <a:lnTo>
                  <a:pt x="596265" y="254698"/>
                </a:lnTo>
                <a:lnTo>
                  <a:pt x="561213" y="254698"/>
                </a:lnTo>
                <a:lnTo>
                  <a:pt x="561213" y="196697"/>
                </a:lnTo>
                <a:lnTo>
                  <a:pt x="596265" y="196697"/>
                </a:lnTo>
                <a:lnTo>
                  <a:pt x="596265" y="172313"/>
                </a:lnTo>
                <a:lnTo>
                  <a:pt x="536816" y="172313"/>
                </a:lnTo>
                <a:lnTo>
                  <a:pt x="536816" y="376720"/>
                </a:lnTo>
                <a:lnTo>
                  <a:pt x="561213" y="376720"/>
                </a:lnTo>
                <a:lnTo>
                  <a:pt x="561213" y="279082"/>
                </a:lnTo>
                <a:lnTo>
                  <a:pt x="596265" y="279082"/>
                </a:lnTo>
                <a:lnTo>
                  <a:pt x="596265" y="356908"/>
                </a:lnTo>
                <a:lnTo>
                  <a:pt x="619125" y="356908"/>
                </a:lnTo>
                <a:lnTo>
                  <a:pt x="619125" y="279082"/>
                </a:lnTo>
                <a:lnTo>
                  <a:pt x="654177" y="279082"/>
                </a:lnTo>
                <a:lnTo>
                  <a:pt x="654177" y="355384"/>
                </a:lnTo>
                <a:lnTo>
                  <a:pt x="672553" y="355384"/>
                </a:lnTo>
                <a:lnTo>
                  <a:pt x="674077" y="361480"/>
                </a:lnTo>
                <a:lnTo>
                  <a:pt x="675601" y="369100"/>
                </a:lnTo>
                <a:lnTo>
                  <a:pt x="675601" y="375196"/>
                </a:lnTo>
                <a:lnTo>
                  <a:pt x="709129" y="375196"/>
                </a:lnTo>
                <a:lnTo>
                  <a:pt x="722249" y="373176"/>
                </a:lnTo>
                <a:lnTo>
                  <a:pt x="731799" y="367004"/>
                </a:lnTo>
                <a:lnTo>
                  <a:pt x="737628" y="356552"/>
                </a:lnTo>
                <a:lnTo>
                  <a:pt x="738390" y="350812"/>
                </a:lnTo>
                <a:lnTo>
                  <a:pt x="739609" y="341668"/>
                </a:lnTo>
                <a:lnTo>
                  <a:pt x="739609" y="279082"/>
                </a:lnTo>
                <a:lnTo>
                  <a:pt x="739609" y="254698"/>
                </a:lnTo>
                <a:lnTo>
                  <a:pt x="739609" y="196697"/>
                </a:lnTo>
                <a:lnTo>
                  <a:pt x="739609" y="172313"/>
                </a:lnTo>
                <a:close/>
              </a:path>
              <a:path w="1148714" h="380364">
                <a:moveTo>
                  <a:pt x="914958" y="228803"/>
                </a:moveTo>
                <a:lnTo>
                  <a:pt x="900988" y="212801"/>
                </a:lnTo>
                <a:lnTo>
                  <a:pt x="892136" y="202895"/>
                </a:lnTo>
                <a:lnTo>
                  <a:pt x="888860" y="199224"/>
                </a:lnTo>
                <a:lnTo>
                  <a:pt x="886548" y="196697"/>
                </a:lnTo>
                <a:lnTo>
                  <a:pt x="882345" y="192125"/>
                </a:lnTo>
                <a:lnTo>
                  <a:pt x="878751" y="188214"/>
                </a:lnTo>
                <a:lnTo>
                  <a:pt x="870762" y="179933"/>
                </a:lnTo>
                <a:lnTo>
                  <a:pt x="855522" y="192125"/>
                </a:lnTo>
                <a:lnTo>
                  <a:pt x="855522" y="141833"/>
                </a:lnTo>
                <a:lnTo>
                  <a:pt x="908862" y="141833"/>
                </a:lnTo>
                <a:lnTo>
                  <a:pt x="908862" y="115925"/>
                </a:lnTo>
                <a:lnTo>
                  <a:pt x="855522" y="115925"/>
                </a:lnTo>
                <a:lnTo>
                  <a:pt x="855522" y="56400"/>
                </a:lnTo>
                <a:lnTo>
                  <a:pt x="855522" y="53352"/>
                </a:lnTo>
                <a:lnTo>
                  <a:pt x="869238" y="50825"/>
                </a:lnTo>
                <a:lnTo>
                  <a:pt x="896670" y="45199"/>
                </a:lnTo>
                <a:lnTo>
                  <a:pt x="910386" y="42684"/>
                </a:lnTo>
                <a:lnTo>
                  <a:pt x="901242" y="15240"/>
                </a:lnTo>
                <a:lnTo>
                  <a:pt x="868337" y="22656"/>
                </a:lnTo>
                <a:lnTo>
                  <a:pt x="835710" y="28778"/>
                </a:lnTo>
                <a:lnTo>
                  <a:pt x="803059" y="33464"/>
                </a:lnTo>
                <a:lnTo>
                  <a:pt x="770089" y="36588"/>
                </a:lnTo>
                <a:lnTo>
                  <a:pt x="773023" y="43421"/>
                </a:lnTo>
                <a:lnTo>
                  <a:pt x="775233" y="50114"/>
                </a:lnTo>
                <a:lnTo>
                  <a:pt x="777125" y="56400"/>
                </a:lnTo>
                <a:lnTo>
                  <a:pt x="779233" y="62496"/>
                </a:lnTo>
                <a:lnTo>
                  <a:pt x="791578" y="61328"/>
                </a:lnTo>
                <a:lnTo>
                  <a:pt x="803668" y="60020"/>
                </a:lnTo>
                <a:lnTo>
                  <a:pt x="815746" y="58420"/>
                </a:lnTo>
                <a:lnTo>
                  <a:pt x="828090" y="56400"/>
                </a:lnTo>
                <a:lnTo>
                  <a:pt x="828090" y="115925"/>
                </a:lnTo>
                <a:lnTo>
                  <a:pt x="768565" y="115925"/>
                </a:lnTo>
                <a:lnTo>
                  <a:pt x="768565" y="141833"/>
                </a:lnTo>
                <a:lnTo>
                  <a:pt x="821994" y="141833"/>
                </a:lnTo>
                <a:lnTo>
                  <a:pt x="810577" y="178396"/>
                </a:lnTo>
                <a:lnTo>
                  <a:pt x="797001" y="212559"/>
                </a:lnTo>
                <a:lnTo>
                  <a:pt x="781418" y="244144"/>
                </a:lnTo>
                <a:lnTo>
                  <a:pt x="763993" y="272999"/>
                </a:lnTo>
                <a:lnTo>
                  <a:pt x="767397" y="281012"/>
                </a:lnTo>
                <a:lnTo>
                  <a:pt x="770661" y="289191"/>
                </a:lnTo>
                <a:lnTo>
                  <a:pt x="773633" y="297675"/>
                </a:lnTo>
                <a:lnTo>
                  <a:pt x="776185" y="306616"/>
                </a:lnTo>
                <a:lnTo>
                  <a:pt x="791413" y="282562"/>
                </a:lnTo>
                <a:lnTo>
                  <a:pt x="805040" y="256235"/>
                </a:lnTo>
                <a:lnTo>
                  <a:pt x="817219" y="227609"/>
                </a:lnTo>
                <a:lnTo>
                  <a:pt x="828090" y="196697"/>
                </a:lnTo>
                <a:lnTo>
                  <a:pt x="828090" y="379768"/>
                </a:lnTo>
                <a:lnTo>
                  <a:pt x="855522" y="379768"/>
                </a:lnTo>
                <a:lnTo>
                  <a:pt x="855522" y="202895"/>
                </a:lnTo>
                <a:lnTo>
                  <a:pt x="862952" y="211747"/>
                </a:lnTo>
                <a:lnTo>
                  <a:pt x="871524" y="222326"/>
                </a:lnTo>
                <a:lnTo>
                  <a:pt x="881240" y="234607"/>
                </a:lnTo>
                <a:lnTo>
                  <a:pt x="892098" y="248615"/>
                </a:lnTo>
                <a:lnTo>
                  <a:pt x="914958" y="228803"/>
                </a:lnTo>
                <a:close/>
              </a:path>
              <a:path w="1148714" h="380364">
                <a:moveTo>
                  <a:pt x="1119378" y="19812"/>
                </a:moveTo>
                <a:lnTo>
                  <a:pt x="1090422" y="19812"/>
                </a:lnTo>
                <a:lnTo>
                  <a:pt x="1090422" y="45732"/>
                </a:lnTo>
                <a:lnTo>
                  <a:pt x="1090422" y="109829"/>
                </a:lnTo>
                <a:lnTo>
                  <a:pt x="957732" y="109829"/>
                </a:lnTo>
                <a:lnTo>
                  <a:pt x="957732" y="45732"/>
                </a:lnTo>
                <a:lnTo>
                  <a:pt x="1090422" y="45732"/>
                </a:lnTo>
                <a:lnTo>
                  <a:pt x="1090422" y="19812"/>
                </a:lnTo>
                <a:lnTo>
                  <a:pt x="928687" y="19812"/>
                </a:lnTo>
                <a:lnTo>
                  <a:pt x="928687" y="150977"/>
                </a:lnTo>
                <a:lnTo>
                  <a:pt x="957732" y="150977"/>
                </a:lnTo>
                <a:lnTo>
                  <a:pt x="957732" y="135737"/>
                </a:lnTo>
                <a:lnTo>
                  <a:pt x="1090422" y="135737"/>
                </a:lnTo>
                <a:lnTo>
                  <a:pt x="1090422" y="150977"/>
                </a:lnTo>
                <a:lnTo>
                  <a:pt x="1119378" y="150977"/>
                </a:lnTo>
                <a:lnTo>
                  <a:pt x="1119378" y="135737"/>
                </a:lnTo>
                <a:lnTo>
                  <a:pt x="1119378" y="109829"/>
                </a:lnTo>
                <a:lnTo>
                  <a:pt x="1119378" y="45732"/>
                </a:lnTo>
                <a:lnTo>
                  <a:pt x="1119378" y="19812"/>
                </a:lnTo>
                <a:close/>
              </a:path>
              <a:path w="1148714" h="380364">
                <a:moveTo>
                  <a:pt x="1148334" y="332524"/>
                </a:moveTo>
                <a:lnTo>
                  <a:pt x="1038504" y="332524"/>
                </a:lnTo>
                <a:lnTo>
                  <a:pt x="1038504" y="276047"/>
                </a:lnTo>
                <a:lnTo>
                  <a:pt x="1125474" y="276047"/>
                </a:lnTo>
                <a:lnTo>
                  <a:pt x="1125474" y="250139"/>
                </a:lnTo>
                <a:lnTo>
                  <a:pt x="1038504" y="250139"/>
                </a:lnTo>
                <a:lnTo>
                  <a:pt x="1038504" y="198221"/>
                </a:lnTo>
                <a:lnTo>
                  <a:pt x="1134618" y="198221"/>
                </a:lnTo>
                <a:lnTo>
                  <a:pt x="1134618" y="173837"/>
                </a:lnTo>
                <a:lnTo>
                  <a:pt x="911910" y="173837"/>
                </a:lnTo>
                <a:lnTo>
                  <a:pt x="911910" y="198221"/>
                </a:lnTo>
                <a:lnTo>
                  <a:pt x="1008024" y="198221"/>
                </a:lnTo>
                <a:lnTo>
                  <a:pt x="1008024" y="250139"/>
                </a:lnTo>
                <a:lnTo>
                  <a:pt x="921054" y="250139"/>
                </a:lnTo>
                <a:lnTo>
                  <a:pt x="921054" y="276047"/>
                </a:lnTo>
                <a:lnTo>
                  <a:pt x="1008024" y="276047"/>
                </a:lnTo>
                <a:lnTo>
                  <a:pt x="1008024" y="332524"/>
                </a:lnTo>
                <a:lnTo>
                  <a:pt x="898194" y="332524"/>
                </a:lnTo>
                <a:lnTo>
                  <a:pt x="898194" y="358432"/>
                </a:lnTo>
                <a:lnTo>
                  <a:pt x="1148334" y="358432"/>
                </a:lnTo>
                <a:lnTo>
                  <a:pt x="1148334" y="33252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48814" y="3740277"/>
            <a:ext cx="82391" cy="82391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2392578" y="3609123"/>
            <a:ext cx="2127885" cy="339090"/>
          </a:xfrm>
          <a:custGeom>
            <a:avLst/>
            <a:gdLst/>
            <a:ahLst/>
            <a:cxnLst/>
            <a:rect l="l" t="t" r="r" b="b"/>
            <a:pathLst>
              <a:path w="2127885" h="339089">
                <a:moveTo>
                  <a:pt x="86956" y="25908"/>
                </a:moveTo>
                <a:lnTo>
                  <a:pt x="59524" y="25908"/>
                </a:lnTo>
                <a:lnTo>
                  <a:pt x="33477" y="60566"/>
                </a:lnTo>
                <a:lnTo>
                  <a:pt x="14871" y="98196"/>
                </a:lnTo>
                <a:lnTo>
                  <a:pt x="3721" y="138988"/>
                </a:lnTo>
                <a:lnTo>
                  <a:pt x="0" y="183070"/>
                </a:lnTo>
                <a:lnTo>
                  <a:pt x="3721" y="227088"/>
                </a:lnTo>
                <a:lnTo>
                  <a:pt x="14871" y="267703"/>
                </a:lnTo>
                <a:lnTo>
                  <a:pt x="33477" y="304876"/>
                </a:lnTo>
                <a:lnTo>
                  <a:pt x="59524" y="338607"/>
                </a:lnTo>
                <a:lnTo>
                  <a:pt x="86956" y="338607"/>
                </a:lnTo>
                <a:lnTo>
                  <a:pt x="61823" y="304025"/>
                </a:lnTo>
                <a:lnTo>
                  <a:pt x="43675" y="266560"/>
                </a:lnTo>
                <a:lnTo>
                  <a:pt x="32664" y="226237"/>
                </a:lnTo>
                <a:lnTo>
                  <a:pt x="28956" y="183070"/>
                </a:lnTo>
                <a:lnTo>
                  <a:pt x="32664" y="139839"/>
                </a:lnTo>
                <a:lnTo>
                  <a:pt x="43675" y="99339"/>
                </a:lnTo>
                <a:lnTo>
                  <a:pt x="61823" y="61417"/>
                </a:lnTo>
                <a:lnTo>
                  <a:pt x="86956" y="25908"/>
                </a:lnTo>
                <a:close/>
              </a:path>
              <a:path w="2127885" h="339089">
                <a:moveTo>
                  <a:pt x="285178" y="276136"/>
                </a:moveTo>
                <a:lnTo>
                  <a:pt x="270598" y="264668"/>
                </a:lnTo>
                <a:lnTo>
                  <a:pt x="256362" y="253174"/>
                </a:lnTo>
                <a:lnTo>
                  <a:pt x="230314" y="231838"/>
                </a:lnTo>
                <a:lnTo>
                  <a:pt x="238798" y="215074"/>
                </a:lnTo>
                <a:lnTo>
                  <a:pt x="243763" y="205244"/>
                </a:lnTo>
                <a:lnTo>
                  <a:pt x="254508" y="173494"/>
                </a:lnTo>
                <a:lnTo>
                  <a:pt x="262674" y="136601"/>
                </a:lnTo>
                <a:lnTo>
                  <a:pt x="268414" y="94589"/>
                </a:lnTo>
                <a:lnTo>
                  <a:pt x="268414" y="70205"/>
                </a:lnTo>
                <a:lnTo>
                  <a:pt x="242506" y="70205"/>
                </a:lnTo>
                <a:lnTo>
                  <a:pt x="242506" y="94589"/>
                </a:lnTo>
                <a:lnTo>
                  <a:pt x="237934" y="130340"/>
                </a:lnTo>
                <a:lnTo>
                  <a:pt x="231076" y="162255"/>
                </a:lnTo>
                <a:lnTo>
                  <a:pt x="221932" y="190461"/>
                </a:lnTo>
                <a:lnTo>
                  <a:pt x="210502" y="215074"/>
                </a:lnTo>
                <a:lnTo>
                  <a:pt x="199339" y="206197"/>
                </a:lnTo>
                <a:lnTo>
                  <a:pt x="167728" y="181546"/>
                </a:lnTo>
                <a:lnTo>
                  <a:pt x="173507" y="161493"/>
                </a:lnTo>
                <a:lnTo>
                  <a:pt x="179247" y="140309"/>
                </a:lnTo>
                <a:lnTo>
                  <a:pt x="184975" y="118021"/>
                </a:lnTo>
                <a:lnTo>
                  <a:pt x="190690" y="94589"/>
                </a:lnTo>
                <a:lnTo>
                  <a:pt x="242506" y="94589"/>
                </a:lnTo>
                <a:lnTo>
                  <a:pt x="242506" y="70205"/>
                </a:lnTo>
                <a:lnTo>
                  <a:pt x="196786" y="70205"/>
                </a:lnTo>
                <a:lnTo>
                  <a:pt x="199313" y="54140"/>
                </a:lnTo>
                <a:lnTo>
                  <a:pt x="204927" y="22098"/>
                </a:lnTo>
                <a:lnTo>
                  <a:pt x="207454" y="6096"/>
                </a:lnTo>
                <a:lnTo>
                  <a:pt x="180022" y="1524"/>
                </a:lnTo>
                <a:lnTo>
                  <a:pt x="177495" y="18669"/>
                </a:lnTo>
                <a:lnTo>
                  <a:pt x="171843" y="52997"/>
                </a:lnTo>
                <a:lnTo>
                  <a:pt x="169252" y="70205"/>
                </a:lnTo>
                <a:lnTo>
                  <a:pt x="123532" y="70205"/>
                </a:lnTo>
                <a:lnTo>
                  <a:pt x="123532" y="94589"/>
                </a:lnTo>
                <a:lnTo>
                  <a:pt x="163156" y="94589"/>
                </a:lnTo>
                <a:lnTo>
                  <a:pt x="158064" y="119202"/>
                </a:lnTo>
                <a:lnTo>
                  <a:pt x="152107" y="142976"/>
                </a:lnTo>
                <a:lnTo>
                  <a:pt x="145592" y="166204"/>
                </a:lnTo>
                <a:lnTo>
                  <a:pt x="138772" y="189166"/>
                </a:lnTo>
                <a:lnTo>
                  <a:pt x="167017" y="212217"/>
                </a:lnTo>
                <a:lnTo>
                  <a:pt x="181292" y="224104"/>
                </a:lnTo>
                <a:lnTo>
                  <a:pt x="195262" y="236410"/>
                </a:lnTo>
                <a:lnTo>
                  <a:pt x="180174" y="254355"/>
                </a:lnTo>
                <a:lnTo>
                  <a:pt x="162636" y="271322"/>
                </a:lnTo>
                <a:lnTo>
                  <a:pt x="143103" y="286854"/>
                </a:lnTo>
                <a:lnTo>
                  <a:pt x="122008" y="300520"/>
                </a:lnTo>
                <a:lnTo>
                  <a:pt x="126326" y="307111"/>
                </a:lnTo>
                <a:lnTo>
                  <a:pt x="130200" y="313283"/>
                </a:lnTo>
                <a:lnTo>
                  <a:pt x="133807" y="319163"/>
                </a:lnTo>
                <a:lnTo>
                  <a:pt x="137248" y="324904"/>
                </a:lnTo>
                <a:lnTo>
                  <a:pt x="159270" y="309206"/>
                </a:lnTo>
                <a:lnTo>
                  <a:pt x="179590" y="291934"/>
                </a:lnTo>
                <a:lnTo>
                  <a:pt x="198196" y="273202"/>
                </a:lnTo>
                <a:lnTo>
                  <a:pt x="215074" y="253174"/>
                </a:lnTo>
                <a:lnTo>
                  <a:pt x="227406" y="263740"/>
                </a:lnTo>
                <a:lnTo>
                  <a:pt x="239458" y="274751"/>
                </a:lnTo>
                <a:lnTo>
                  <a:pt x="251510" y="286042"/>
                </a:lnTo>
                <a:lnTo>
                  <a:pt x="263842" y="297472"/>
                </a:lnTo>
                <a:lnTo>
                  <a:pt x="285178" y="276136"/>
                </a:lnTo>
                <a:close/>
              </a:path>
              <a:path w="2127885" h="339089">
                <a:moveTo>
                  <a:pt x="428536" y="41148"/>
                </a:moveTo>
                <a:lnTo>
                  <a:pt x="402628" y="41148"/>
                </a:lnTo>
                <a:lnTo>
                  <a:pt x="402628" y="65532"/>
                </a:lnTo>
                <a:lnTo>
                  <a:pt x="402628" y="260794"/>
                </a:lnTo>
                <a:lnTo>
                  <a:pt x="324904" y="260794"/>
                </a:lnTo>
                <a:lnTo>
                  <a:pt x="324904" y="65532"/>
                </a:lnTo>
                <a:lnTo>
                  <a:pt x="402628" y="65532"/>
                </a:lnTo>
                <a:lnTo>
                  <a:pt x="402628" y="41148"/>
                </a:lnTo>
                <a:lnTo>
                  <a:pt x="298894" y="41148"/>
                </a:lnTo>
                <a:lnTo>
                  <a:pt x="298894" y="312712"/>
                </a:lnTo>
                <a:lnTo>
                  <a:pt x="324904" y="312712"/>
                </a:lnTo>
                <a:lnTo>
                  <a:pt x="324904" y="283756"/>
                </a:lnTo>
                <a:lnTo>
                  <a:pt x="402628" y="283756"/>
                </a:lnTo>
                <a:lnTo>
                  <a:pt x="402628" y="309664"/>
                </a:lnTo>
                <a:lnTo>
                  <a:pt x="428536" y="309664"/>
                </a:lnTo>
                <a:lnTo>
                  <a:pt x="428536" y="283756"/>
                </a:lnTo>
                <a:lnTo>
                  <a:pt x="428536" y="260794"/>
                </a:lnTo>
                <a:lnTo>
                  <a:pt x="428536" y="65532"/>
                </a:lnTo>
                <a:lnTo>
                  <a:pt x="428536" y="41148"/>
                </a:lnTo>
                <a:close/>
              </a:path>
              <a:path w="2127885" h="339089">
                <a:moveTo>
                  <a:pt x="555117" y="10668"/>
                </a:moveTo>
                <a:lnTo>
                  <a:pt x="529209" y="1524"/>
                </a:lnTo>
                <a:lnTo>
                  <a:pt x="515200" y="44970"/>
                </a:lnTo>
                <a:lnTo>
                  <a:pt x="498348" y="86156"/>
                </a:lnTo>
                <a:lnTo>
                  <a:pt x="478624" y="125044"/>
                </a:lnTo>
                <a:lnTo>
                  <a:pt x="456057" y="161645"/>
                </a:lnTo>
                <a:lnTo>
                  <a:pt x="459460" y="168744"/>
                </a:lnTo>
                <a:lnTo>
                  <a:pt x="462724" y="176161"/>
                </a:lnTo>
                <a:lnTo>
                  <a:pt x="465696" y="183578"/>
                </a:lnTo>
                <a:lnTo>
                  <a:pt x="468249" y="190690"/>
                </a:lnTo>
                <a:lnTo>
                  <a:pt x="477367" y="177787"/>
                </a:lnTo>
                <a:lnTo>
                  <a:pt x="486346" y="164160"/>
                </a:lnTo>
                <a:lnTo>
                  <a:pt x="495033" y="149682"/>
                </a:lnTo>
                <a:lnTo>
                  <a:pt x="503301" y="134213"/>
                </a:lnTo>
                <a:lnTo>
                  <a:pt x="503301" y="324904"/>
                </a:lnTo>
                <a:lnTo>
                  <a:pt x="529209" y="324904"/>
                </a:lnTo>
                <a:lnTo>
                  <a:pt x="529209" y="134213"/>
                </a:lnTo>
                <a:lnTo>
                  <a:pt x="529209" y="80860"/>
                </a:lnTo>
                <a:lnTo>
                  <a:pt x="535825" y="64287"/>
                </a:lnTo>
                <a:lnTo>
                  <a:pt x="542163" y="46875"/>
                </a:lnTo>
                <a:lnTo>
                  <a:pt x="548500" y="28905"/>
                </a:lnTo>
                <a:lnTo>
                  <a:pt x="555117" y="10668"/>
                </a:lnTo>
                <a:close/>
              </a:path>
              <a:path w="2127885" h="339089">
                <a:moveTo>
                  <a:pt x="684758" y="96100"/>
                </a:moveTo>
                <a:lnTo>
                  <a:pt x="661898" y="96100"/>
                </a:lnTo>
                <a:lnTo>
                  <a:pt x="661898" y="120497"/>
                </a:lnTo>
                <a:lnTo>
                  <a:pt x="661898" y="204406"/>
                </a:lnTo>
                <a:lnTo>
                  <a:pt x="597890" y="204406"/>
                </a:lnTo>
                <a:lnTo>
                  <a:pt x="597890" y="120497"/>
                </a:lnTo>
                <a:lnTo>
                  <a:pt x="661898" y="120497"/>
                </a:lnTo>
                <a:lnTo>
                  <a:pt x="661898" y="96100"/>
                </a:lnTo>
                <a:lnTo>
                  <a:pt x="573405" y="96100"/>
                </a:lnTo>
                <a:lnTo>
                  <a:pt x="573405" y="244030"/>
                </a:lnTo>
                <a:lnTo>
                  <a:pt x="597890" y="244030"/>
                </a:lnTo>
                <a:lnTo>
                  <a:pt x="597890" y="227266"/>
                </a:lnTo>
                <a:lnTo>
                  <a:pt x="684758" y="227266"/>
                </a:lnTo>
                <a:lnTo>
                  <a:pt x="684758" y="204406"/>
                </a:lnTo>
                <a:lnTo>
                  <a:pt x="684758" y="120497"/>
                </a:lnTo>
                <a:lnTo>
                  <a:pt x="684758" y="96100"/>
                </a:lnTo>
                <a:close/>
              </a:path>
              <a:path w="2127885" h="339089">
                <a:moveTo>
                  <a:pt x="785431" y="25908"/>
                </a:moveTo>
                <a:lnTo>
                  <a:pt x="564261" y="25908"/>
                </a:lnTo>
                <a:lnTo>
                  <a:pt x="564261" y="50292"/>
                </a:lnTo>
                <a:lnTo>
                  <a:pt x="730567" y="50292"/>
                </a:lnTo>
                <a:lnTo>
                  <a:pt x="730567" y="268414"/>
                </a:lnTo>
                <a:lnTo>
                  <a:pt x="728891" y="280466"/>
                </a:lnTo>
                <a:lnTo>
                  <a:pt x="724039" y="289077"/>
                </a:lnTo>
                <a:lnTo>
                  <a:pt x="716343" y="294220"/>
                </a:lnTo>
                <a:lnTo>
                  <a:pt x="706094" y="295948"/>
                </a:lnTo>
                <a:lnTo>
                  <a:pt x="693496" y="295681"/>
                </a:lnTo>
                <a:lnTo>
                  <a:pt x="680758" y="294995"/>
                </a:lnTo>
                <a:lnTo>
                  <a:pt x="654278" y="292900"/>
                </a:lnTo>
                <a:lnTo>
                  <a:pt x="655421" y="300634"/>
                </a:lnTo>
                <a:lnTo>
                  <a:pt x="656564" y="307949"/>
                </a:lnTo>
                <a:lnTo>
                  <a:pt x="658850" y="321856"/>
                </a:lnTo>
                <a:lnTo>
                  <a:pt x="710666" y="321856"/>
                </a:lnTo>
                <a:lnTo>
                  <a:pt x="752614" y="295948"/>
                </a:lnTo>
                <a:lnTo>
                  <a:pt x="756475" y="272986"/>
                </a:lnTo>
                <a:lnTo>
                  <a:pt x="756475" y="50292"/>
                </a:lnTo>
                <a:lnTo>
                  <a:pt x="785431" y="50292"/>
                </a:lnTo>
                <a:lnTo>
                  <a:pt x="785431" y="25908"/>
                </a:lnTo>
                <a:close/>
              </a:path>
              <a:path w="2127885" h="339089">
                <a:moveTo>
                  <a:pt x="1119378" y="146392"/>
                </a:moveTo>
                <a:lnTo>
                  <a:pt x="1038606" y="146392"/>
                </a:lnTo>
                <a:lnTo>
                  <a:pt x="1038606" y="51816"/>
                </a:lnTo>
                <a:lnTo>
                  <a:pt x="1105662" y="51816"/>
                </a:lnTo>
                <a:lnTo>
                  <a:pt x="1105662" y="25908"/>
                </a:lnTo>
                <a:lnTo>
                  <a:pt x="1011174" y="25908"/>
                </a:lnTo>
                <a:lnTo>
                  <a:pt x="1011174" y="51816"/>
                </a:lnTo>
                <a:lnTo>
                  <a:pt x="1011174" y="146392"/>
                </a:lnTo>
                <a:lnTo>
                  <a:pt x="908977" y="146392"/>
                </a:lnTo>
                <a:lnTo>
                  <a:pt x="908977" y="51816"/>
                </a:lnTo>
                <a:lnTo>
                  <a:pt x="1011174" y="51816"/>
                </a:lnTo>
                <a:lnTo>
                  <a:pt x="1011174" y="25908"/>
                </a:lnTo>
                <a:lnTo>
                  <a:pt x="811339" y="25908"/>
                </a:lnTo>
                <a:lnTo>
                  <a:pt x="811339" y="51816"/>
                </a:lnTo>
                <a:lnTo>
                  <a:pt x="881545" y="51816"/>
                </a:lnTo>
                <a:lnTo>
                  <a:pt x="881545" y="146392"/>
                </a:lnTo>
                <a:lnTo>
                  <a:pt x="796099" y="146392"/>
                </a:lnTo>
                <a:lnTo>
                  <a:pt x="796099" y="172402"/>
                </a:lnTo>
                <a:lnTo>
                  <a:pt x="881545" y="172402"/>
                </a:lnTo>
                <a:lnTo>
                  <a:pt x="880440" y="197840"/>
                </a:lnTo>
                <a:lnTo>
                  <a:pt x="872540" y="236702"/>
                </a:lnTo>
                <a:lnTo>
                  <a:pt x="840689" y="277418"/>
                </a:lnTo>
                <a:lnTo>
                  <a:pt x="799147" y="303568"/>
                </a:lnTo>
                <a:lnTo>
                  <a:pt x="817435" y="326428"/>
                </a:lnTo>
                <a:lnTo>
                  <a:pt x="865111" y="294411"/>
                </a:lnTo>
                <a:lnTo>
                  <a:pt x="892213" y="262318"/>
                </a:lnTo>
                <a:lnTo>
                  <a:pt x="904024" y="224790"/>
                </a:lnTo>
                <a:lnTo>
                  <a:pt x="908977" y="172402"/>
                </a:lnTo>
                <a:lnTo>
                  <a:pt x="1011174" y="172402"/>
                </a:lnTo>
                <a:lnTo>
                  <a:pt x="1011174" y="321856"/>
                </a:lnTo>
                <a:lnTo>
                  <a:pt x="1038606" y="321856"/>
                </a:lnTo>
                <a:lnTo>
                  <a:pt x="1038606" y="172402"/>
                </a:lnTo>
                <a:lnTo>
                  <a:pt x="1119378" y="172402"/>
                </a:lnTo>
                <a:lnTo>
                  <a:pt x="1119378" y="146392"/>
                </a:lnTo>
                <a:close/>
              </a:path>
              <a:path w="2127885" h="339089">
                <a:moveTo>
                  <a:pt x="1264246" y="268414"/>
                </a:moveTo>
                <a:lnTo>
                  <a:pt x="1254823" y="259918"/>
                </a:lnTo>
                <a:lnTo>
                  <a:pt x="1249159" y="254698"/>
                </a:lnTo>
                <a:lnTo>
                  <a:pt x="1244815" y="250698"/>
                </a:lnTo>
                <a:lnTo>
                  <a:pt x="1234249" y="241198"/>
                </a:lnTo>
                <a:lnTo>
                  <a:pt x="1223098" y="231838"/>
                </a:lnTo>
                <a:lnTo>
                  <a:pt x="1230528" y="215074"/>
                </a:lnTo>
                <a:lnTo>
                  <a:pt x="1234770" y="205486"/>
                </a:lnTo>
                <a:lnTo>
                  <a:pt x="1244434" y="174256"/>
                </a:lnTo>
                <a:lnTo>
                  <a:pt x="1251826" y="137883"/>
                </a:lnTo>
                <a:lnTo>
                  <a:pt x="1256626" y="96100"/>
                </a:lnTo>
                <a:lnTo>
                  <a:pt x="1256626" y="73240"/>
                </a:lnTo>
                <a:lnTo>
                  <a:pt x="1230718" y="73240"/>
                </a:lnTo>
                <a:lnTo>
                  <a:pt x="1230718" y="97624"/>
                </a:lnTo>
                <a:lnTo>
                  <a:pt x="1227315" y="131622"/>
                </a:lnTo>
                <a:lnTo>
                  <a:pt x="1221765" y="162636"/>
                </a:lnTo>
                <a:lnTo>
                  <a:pt x="1214221" y="190512"/>
                </a:lnTo>
                <a:lnTo>
                  <a:pt x="1204810" y="215074"/>
                </a:lnTo>
                <a:lnTo>
                  <a:pt x="1196555" y="208216"/>
                </a:lnTo>
                <a:lnTo>
                  <a:pt x="1187856" y="201358"/>
                </a:lnTo>
                <a:lnTo>
                  <a:pt x="1178890" y="194500"/>
                </a:lnTo>
                <a:lnTo>
                  <a:pt x="1169758" y="187642"/>
                </a:lnTo>
                <a:lnTo>
                  <a:pt x="1175245" y="168186"/>
                </a:lnTo>
                <a:lnTo>
                  <a:pt x="1180426" y="146596"/>
                </a:lnTo>
                <a:lnTo>
                  <a:pt x="1185621" y="123037"/>
                </a:lnTo>
                <a:lnTo>
                  <a:pt x="1191094" y="97624"/>
                </a:lnTo>
                <a:lnTo>
                  <a:pt x="1230718" y="97624"/>
                </a:lnTo>
                <a:lnTo>
                  <a:pt x="1230718" y="73240"/>
                </a:lnTo>
                <a:lnTo>
                  <a:pt x="1195666" y="73240"/>
                </a:lnTo>
                <a:lnTo>
                  <a:pt x="1198156" y="57391"/>
                </a:lnTo>
                <a:lnTo>
                  <a:pt x="1201000" y="40779"/>
                </a:lnTo>
                <a:lnTo>
                  <a:pt x="1203820" y="23863"/>
                </a:lnTo>
                <a:lnTo>
                  <a:pt x="1206334" y="6096"/>
                </a:lnTo>
                <a:lnTo>
                  <a:pt x="1180426" y="3048"/>
                </a:lnTo>
                <a:lnTo>
                  <a:pt x="1177264" y="21069"/>
                </a:lnTo>
                <a:lnTo>
                  <a:pt x="1174521" y="38684"/>
                </a:lnTo>
                <a:lnTo>
                  <a:pt x="1172070" y="56019"/>
                </a:lnTo>
                <a:lnTo>
                  <a:pt x="1169758" y="73240"/>
                </a:lnTo>
                <a:lnTo>
                  <a:pt x="1131570" y="73240"/>
                </a:lnTo>
                <a:lnTo>
                  <a:pt x="1131570" y="97624"/>
                </a:lnTo>
                <a:lnTo>
                  <a:pt x="1165186" y="97624"/>
                </a:lnTo>
                <a:lnTo>
                  <a:pt x="1160360" y="124231"/>
                </a:lnTo>
                <a:lnTo>
                  <a:pt x="1155090" y="149263"/>
                </a:lnTo>
                <a:lnTo>
                  <a:pt x="1149553" y="172897"/>
                </a:lnTo>
                <a:lnTo>
                  <a:pt x="1143850" y="195262"/>
                </a:lnTo>
                <a:lnTo>
                  <a:pt x="1156169" y="205790"/>
                </a:lnTo>
                <a:lnTo>
                  <a:pt x="1168044" y="216598"/>
                </a:lnTo>
                <a:lnTo>
                  <a:pt x="1179652" y="227406"/>
                </a:lnTo>
                <a:lnTo>
                  <a:pt x="1191094" y="237934"/>
                </a:lnTo>
                <a:lnTo>
                  <a:pt x="1178852" y="254698"/>
                </a:lnTo>
                <a:lnTo>
                  <a:pt x="1164615" y="270941"/>
                </a:lnTo>
                <a:lnTo>
                  <a:pt x="1148410" y="286232"/>
                </a:lnTo>
                <a:lnTo>
                  <a:pt x="1130046" y="300520"/>
                </a:lnTo>
                <a:lnTo>
                  <a:pt x="1134351" y="305993"/>
                </a:lnTo>
                <a:lnTo>
                  <a:pt x="1138250" y="311188"/>
                </a:lnTo>
                <a:lnTo>
                  <a:pt x="1141869" y="316369"/>
                </a:lnTo>
                <a:lnTo>
                  <a:pt x="1145374" y="321856"/>
                </a:lnTo>
                <a:lnTo>
                  <a:pt x="1163955" y="305803"/>
                </a:lnTo>
                <a:lnTo>
                  <a:pt x="1180807" y="289458"/>
                </a:lnTo>
                <a:lnTo>
                  <a:pt x="1195959" y="272516"/>
                </a:lnTo>
                <a:lnTo>
                  <a:pt x="1209382" y="254698"/>
                </a:lnTo>
                <a:lnTo>
                  <a:pt x="1218514" y="263855"/>
                </a:lnTo>
                <a:lnTo>
                  <a:pt x="1227480" y="273037"/>
                </a:lnTo>
                <a:lnTo>
                  <a:pt x="1236179" y="282206"/>
                </a:lnTo>
                <a:lnTo>
                  <a:pt x="1244434" y="291376"/>
                </a:lnTo>
                <a:lnTo>
                  <a:pt x="1264246" y="268414"/>
                </a:lnTo>
                <a:close/>
              </a:path>
              <a:path w="2127885" h="339089">
                <a:moveTo>
                  <a:pt x="1433614" y="176974"/>
                </a:moveTo>
                <a:lnTo>
                  <a:pt x="1407604" y="176974"/>
                </a:lnTo>
                <a:lnTo>
                  <a:pt x="1407604" y="199834"/>
                </a:lnTo>
                <a:lnTo>
                  <a:pt x="1407604" y="279184"/>
                </a:lnTo>
                <a:lnTo>
                  <a:pt x="1299400" y="279184"/>
                </a:lnTo>
                <a:lnTo>
                  <a:pt x="1299400" y="199834"/>
                </a:lnTo>
                <a:lnTo>
                  <a:pt x="1407604" y="199834"/>
                </a:lnTo>
                <a:lnTo>
                  <a:pt x="1407604" y="176974"/>
                </a:lnTo>
                <a:lnTo>
                  <a:pt x="1274927" y="176974"/>
                </a:lnTo>
                <a:lnTo>
                  <a:pt x="1274927" y="324904"/>
                </a:lnTo>
                <a:lnTo>
                  <a:pt x="1299400" y="324904"/>
                </a:lnTo>
                <a:lnTo>
                  <a:pt x="1299400" y="302044"/>
                </a:lnTo>
                <a:lnTo>
                  <a:pt x="1407604" y="302044"/>
                </a:lnTo>
                <a:lnTo>
                  <a:pt x="1407604" y="324904"/>
                </a:lnTo>
                <a:lnTo>
                  <a:pt x="1433614" y="324904"/>
                </a:lnTo>
                <a:lnTo>
                  <a:pt x="1433614" y="302044"/>
                </a:lnTo>
                <a:lnTo>
                  <a:pt x="1433614" y="279184"/>
                </a:lnTo>
                <a:lnTo>
                  <a:pt x="1433614" y="199834"/>
                </a:lnTo>
                <a:lnTo>
                  <a:pt x="1433614" y="176974"/>
                </a:lnTo>
                <a:close/>
              </a:path>
              <a:path w="2127885" h="339089">
                <a:moveTo>
                  <a:pt x="1457998" y="147916"/>
                </a:moveTo>
                <a:lnTo>
                  <a:pt x="1439710" y="112864"/>
                </a:lnTo>
                <a:lnTo>
                  <a:pt x="1416380" y="71805"/>
                </a:lnTo>
                <a:lnTo>
                  <a:pt x="1399984" y="45720"/>
                </a:lnTo>
                <a:lnTo>
                  <a:pt x="1378648" y="56388"/>
                </a:lnTo>
                <a:lnTo>
                  <a:pt x="1386370" y="69011"/>
                </a:lnTo>
                <a:lnTo>
                  <a:pt x="1393507" y="81622"/>
                </a:lnTo>
                <a:lnTo>
                  <a:pt x="1400086" y="94195"/>
                </a:lnTo>
                <a:lnTo>
                  <a:pt x="1406080" y="106768"/>
                </a:lnTo>
                <a:lnTo>
                  <a:pt x="1330858" y="110845"/>
                </a:lnTo>
                <a:lnTo>
                  <a:pt x="1299400" y="112864"/>
                </a:lnTo>
                <a:lnTo>
                  <a:pt x="1314259" y="89166"/>
                </a:lnTo>
                <a:lnTo>
                  <a:pt x="1329118" y="63868"/>
                </a:lnTo>
                <a:lnTo>
                  <a:pt x="1343977" y="37134"/>
                </a:lnTo>
                <a:lnTo>
                  <a:pt x="1358836" y="9144"/>
                </a:lnTo>
                <a:lnTo>
                  <a:pt x="1331404" y="0"/>
                </a:lnTo>
                <a:lnTo>
                  <a:pt x="1317929" y="30327"/>
                </a:lnTo>
                <a:lnTo>
                  <a:pt x="1304721" y="57391"/>
                </a:lnTo>
                <a:lnTo>
                  <a:pt x="1277975" y="102196"/>
                </a:lnTo>
                <a:lnTo>
                  <a:pt x="1258150" y="120484"/>
                </a:lnTo>
                <a:lnTo>
                  <a:pt x="1270342" y="144868"/>
                </a:lnTo>
                <a:lnTo>
                  <a:pt x="1279499" y="141820"/>
                </a:lnTo>
                <a:lnTo>
                  <a:pt x="1287208" y="140296"/>
                </a:lnTo>
                <a:lnTo>
                  <a:pt x="1293304" y="138772"/>
                </a:lnTo>
                <a:lnTo>
                  <a:pt x="1328470" y="135636"/>
                </a:lnTo>
                <a:lnTo>
                  <a:pt x="1360932" y="133057"/>
                </a:lnTo>
                <a:lnTo>
                  <a:pt x="1390815" y="131064"/>
                </a:lnTo>
                <a:lnTo>
                  <a:pt x="1418272" y="129628"/>
                </a:lnTo>
                <a:lnTo>
                  <a:pt x="1421752" y="137401"/>
                </a:lnTo>
                <a:lnTo>
                  <a:pt x="1428648" y="152349"/>
                </a:lnTo>
                <a:lnTo>
                  <a:pt x="1432090" y="160108"/>
                </a:lnTo>
                <a:lnTo>
                  <a:pt x="1457998" y="147916"/>
                </a:lnTo>
                <a:close/>
              </a:path>
              <a:path w="2127885" h="339089">
                <a:moveTo>
                  <a:pt x="1720316" y="118960"/>
                </a:moveTo>
                <a:lnTo>
                  <a:pt x="1538757" y="118960"/>
                </a:lnTo>
                <a:lnTo>
                  <a:pt x="1538757" y="143344"/>
                </a:lnTo>
                <a:lnTo>
                  <a:pt x="1720316" y="143344"/>
                </a:lnTo>
                <a:lnTo>
                  <a:pt x="1720316" y="118960"/>
                </a:lnTo>
                <a:close/>
              </a:path>
              <a:path w="2127885" h="339089">
                <a:moveTo>
                  <a:pt x="1781276" y="187642"/>
                </a:moveTo>
                <a:lnTo>
                  <a:pt x="1479321" y="187642"/>
                </a:lnTo>
                <a:lnTo>
                  <a:pt x="1479321" y="212026"/>
                </a:lnTo>
                <a:lnTo>
                  <a:pt x="1589151" y="212026"/>
                </a:lnTo>
                <a:lnTo>
                  <a:pt x="1575396" y="229743"/>
                </a:lnTo>
                <a:lnTo>
                  <a:pt x="1561477" y="246329"/>
                </a:lnTo>
                <a:lnTo>
                  <a:pt x="1547279" y="261785"/>
                </a:lnTo>
                <a:lnTo>
                  <a:pt x="1532661" y="276136"/>
                </a:lnTo>
                <a:lnTo>
                  <a:pt x="1527543" y="281317"/>
                </a:lnTo>
                <a:lnTo>
                  <a:pt x="1521421" y="285661"/>
                </a:lnTo>
                <a:lnTo>
                  <a:pt x="1514449" y="289420"/>
                </a:lnTo>
                <a:lnTo>
                  <a:pt x="1506753" y="292900"/>
                </a:lnTo>
                <a:lnTo>
                  <a:pt x="1520469" y="320332"/>
                </a:lnTo>
                <a:lnTo>
                  <a:pt x="1591513" y="309537"/>
                </a:lnTo>
                <a:lnTo>
                  <a:pt x="1715744" y="302044"/>
                </a:lnTo>
                <a:lnTo>
                  <a:pt x="1722335" y="308876"/>
                </a:lnTo>
                <a:lnTo>
                  <a:pt x="1734388" y="321970"/>
                </a:lnTo>
                <a:lnTo>
                  <a:pt x="1740128" y="327952"/>
                </a:lnTo>
                <a:lnTo>
                  <a:pt x="1761464" y="309664"/>
                </a:lnTo>
                <a:lnTo>
                  <a:pt x="1754416" y="302044"/>
                </a:lnTo>
                <a:lnTo>
                  <a:pt x="1743456" y="290182"/>
                </a:lnTo>
                <a:lnTo>
                  <a:pt x="1740052" y="286804"/>
                </a:lnTo>
                <a:lnTo>
                  <a:pt x="1723732" y="270560"/>
                </a:lnTo>
                <a:lnTo>
                  <a:pt x="1702269" y="250647"/>
                </a:lnTo>
                <a:lnTo>
                  <a:pt x="1679067" y="230314"/>
                </a:lnTo>
                <a:lnTo>
                  <a:pt x="1662303" y="245554"/>
                </a:lnTo>
                <a:lnTo>
                  <a:pt x="1671154" y="254647"/>
                </a:lnTo>
                <a:lnTo>
                  <a:pt x="1687169" y="271741"/>
                </a:lnTo>
                <a:lnTo>
                  <a:pt x="1694307" y="279184"/>
                </a:lnTo>
                <a:lnTo>
                  <a:pt x="1661515" y="281228"/>
                </a:lnTo>
                <a:lnTo>
                  <a:pt x="1557045" y="286804"/>
                </a:lnTo>
                <a:lnTo>
                  <a:pt x="1588566" y="251091"/>
                </a:lnTo>
                <a:lnTo>
                  <a:pt x="1604937" y="232054"/>
                </a:lnTo>
                <a:lnTo>
                  <a:pt x="1621155" y="212026"/>
                </a:lnTo>
                <a:lnTo>
                  <a:pt x="1781276" y="212026"/>
                </a:lnTo>
                <a:lnTo>
                  <a:pt x="1781276" y="187642"/>
                </a:lnTo>
                <a:close/>
              </a:path>
              <a:path w="2127885" h="339089">
                <a:moveTo>
                  <a:pt x="1796516" y="125056"/>
                </a:moveTo>
                <a:lnTo>
                  <a:pt x="1751914" y="104444"/>
                </a:lnTo>
                <a:lnTo>
                  <a:pt x="1711883" y="79108"/>
                </a:lnTo>
                <a:lnTo>
                  <a:pt x="1676412" y="48907"/>
                </a:lnTo>
                <a:lnTo>
                  <a:pt x="1661591" y="32004"/>
                </a:lnTo>
                <a:lnTo>
                  <a:pt x="1645539" y="13716"/>
                </a:lnTo>
                <a:lnTo>
                  <a:pt x="1651635" y="4572"/>
                </a:lnTo>
                <a:lnTo>
                  <a:pt x="1616583" y="4572"/>
                </a:lnTo>
                <a:lnTo>
                  <a:pt x="1585468" y="42595"/>
                </a:lnTo>
                <a:lnTo>
                  <a:pt x="1549476" y="76631"/>
                </a:lnTo>
                <a:lnTo>
                  <a:pt x="1508912" y="106667"/>
                </a:lnTo>
                <a:lnTo>
                  <a:pt x="1464081" y="132676"/>
                </a:lnTo>
                <a:lnTo>
                  <a:pt x="1469517" y="138391"/>
                </a:lnTo>
                <a:lnTo>
                  <a:pt x="1474368" y="144106"/>
                </a:lnTo>
                <a:lnTo>
                  <a:pt x="1478661" y="149821"/>
                </a:lnTo>
                <a:lnTo>
                  <a:pt x="1482369" y="155536"/>
                </a:lnTo>
                <a:lnTo>
                  <a:pt x="1522425" y="130467"/>
                </a:lnTo>
                <a:lnTo>
                  <a:pt x="1560334" y="101244"/>
                </a:lnTo>
                <a:lnTo>
                  <a:pt x="1596250" y="68275"/>
                </a:lnTo>
                <a:lnTo>
                  <a:pt x="1630299" y="32004"/>
                </a:lnTo>
                <a:lnTo>
                  <a:pt x="1659204" y="67157"/>
                </a:lnTo>
                <a:lnTo>
                  <a:pt x="1693405" y="99148"/>
                </a:lnTo>
                <a:lnTo>
                  <a:pt x="1733029" y="127685"/>
                </a:lnTo>
                <a:lnTo>
                  <a:pt x="1778228" y="152488"/>
                </a:lnTo>
                <a:lnTo>
                  <a:pt x="1781937" y="144780"/>
                </a:lnTo>
                <a:lnTo>
                  <a:pt x="1786229" y="137629"/>
                </a:lnTo>
                <a:lnTo>
                  <a:pt x="1791081" y="131064"/>
                </a:lnTo>
                <a:lnTo>
                  <a:pt x="1796516" y="125056"/>
                </a:lnTo>
                <a:close/>
              </a:path>
              <a:path w="2127885" h="339089">
                <a:moveTo>
                  <a:pt x="1888045" y="60960"/>
                </a:moveTo>
                <a:lnTo>
                  <a:pt x="1878876" y="50673"/>
                </a:lnTo>
                <a:lnTo>
                  <a:pt x="1867281" y="38100"/>
                </a:lnTo>
                <a:lnTo>
                  <a:pt x="1853209" y="23329"/>
                </a:lnTo>
                <a:lnTo>
                  <a:pt x="1836229" y="6096"/>
                </a:lnTo>
                <a:lnTo>
                  <a:pt x="1816315" y="24384"/>
                </a:lnTo>
                <a:lnTo>
                  <a:pt x="1830425" y="38341"/>
                </a:lnTo>
                <a:lnTo>
                  <a:pt x="1843074" y="52590"/>
                </a:lnTo>
                <a:lnTo>
                  <a:pt x="1854568" y="66852"/>
                </a:lnTo>
                <a:lnTo>
                  <a:pt x="1865185" y="80860"/>
                </a:lnTo>
                <a:lnTo>
                  <a:pt x="1888045" y="60960"/>
                </a:lnTo>
                <a:close/>
              </a:path>
              <a:path w="2127885" h="339089">
                <a:moveTo>
                  <a:pt x="1913953" y="269938"/>
                </a:moveTo>
                <a:lnTo>
                  <a:pt x="1913712" y="263918"/>
                </a:lnTo>
                <a:lnTo>
                  <a:pt x="1913191" y="257175"/>
                </a:lnTo>
                <a:lnTo>
                  <a:pt x="1912670" y="249580"/>
                </a:lnTo>
                <a:lnTo>
                  <a:pt x="1912429" y="240982"/>
                </a:lnTo>
                <a:lnTo>
                  <a:pt x="1888236" y="259080"/>
                </a:lnTo>
                <a:lnTo>
                  <a:pt x="1878355" y="266052"/>
                </a:lnTo>
                <a:lnTo>
                  <a:pt x="1869757" y="271462"/>
                </a:lnTo>
                <a:lnTo>
                  <a:pt x="1869757" y="114388"/>
                </a:lnTo>
                <a:lnTo>
                  <a:pt x="1802599" y="114388"/>
                </a:lnTo>
                <a:lnTo>
                  <a:pt x="1802599" y="138772"/>
                </a:lnTo>
                <a:lnTo>
                  <a:pt x="1843849" y="138772"/>
                </a:lnTo>
                <a:lnTo>
                  <a:pt x="1843849" y="266890"/>
                </a:lnTo>
                <a:lnTo>
                  <a:pt x="1843252" y="275755"/>
                </a:lnTo>
                <a:lnTo>
                  <a:pt x="1841360" y="283743"/>
                </a:lnTo>
                <a:lnTo>
                  <a:pt x="1838020" y="290563"/>
                </a:lnTo>
                <a:lnTo>
                  <a:pt x="1833079" y="295948"/>
                </a:lnTo>
                <a:lnTo>
                  <a:pt x="1848421" y="318808"/>
                </a:lnTo>
                <a:lnTo>
                  <a:pt x="1879473" y="294982"/>
                </a:lnTo>
                <a:lnTo>
                  <a:pt x="1896211" y="282536"/>
                </a:lnTo>
                <a:lnTo>
                  <a:pt x="1911807" y="271462"/>
                </a:lnTo>
                <a:lnTo>
                  <a:pt x="1913953" y="269938"/>
                </a:lnTo>
                <a:close/>
              </a:path>
              <a:path w="2127885" h="339089">
                <a:moveTo>
                  <a:pt x="2127504" y="100672"/>
                </a:moveTo>
                <a:lnTo>
                  <a:pt x="2025307" y="100672"/>
                </a:lnTo>
                <a:lnTo>
                  <a:pt x="2025307" y="45720"/>
                </a:lnTo>
                <a:lnTo>
                  <a:pt x="2025307" y="44196"/>
                </a:lnTo>
                <a:lnTo>
                  <a:pt x="2092172" y="38620"/>
                </a:lnTo>
                <a:lnTo>
                  <a:pt x="2112175" y="36576"/>
                </a:lnTo>
                <a:lnTo>
                  <a:pt x="2106079" y="12192"/>
                </a:lnTo>
                <a:lnTo>
                  <a:pt x="2059444" y="16471"/>
                </a:lnTo>
                <a:lnTo>
                  <a:pt x="2010816" y="20193"/>
                </a:lnTo>
                <a:lnTo>
                  <a:pt x="1959876" y="23329"/>
                </a:lnTo>
                <a:lnTo>
                  <a:pt x="1906333" y="25908"/>
                </a:lnTo>
                <a:lnTo>
                  <a:pt x="1909381" y="35052"/>
                </a:lnTo>
                <a:lnTo>
                  <a:pt x="1912429" y="50292"/>
                </a:lnTo>
                <a:lnTo>
                  <a:pt x="1999399" y="45720"/>
                </a:lnTo>
                <a:lnTo>
                  <a:pt x="1999399" y="100672"/>
                </a:lnTo>
                <a:lnTo>
                  <a:pt x="1892617" y="100672"/>
                </a:lnTo>
                <a:lnTo>
                  <a:pt x="1892617" y="125056"/>
                </a:lnTo>
                <a:lnTo>
                  <a:pt x="1999399" y="125056"/>
                </a:lnTo>
                <a:lnTo>
                  <a:pt x="1999399" y="180022"/>
                </a:lnTo>
                <a:lnTo>
                  <a:pt x="1926145" y="180022"/>
                </a:lnTo>
                <a:lnTo>
                  <a:pt x="1926145" y="324904"/>
                </a:lnTo>
                <a:lnTo>
                  <a:pt x="1950529" y="324904"/>
                </a:lnTo>
                <a:lnTo>
                  <a:pt x="1950529" y="302044"/>
                </a:lnTo>
                <a:lnTo>
                  <a:pt x="2074075" y="302044"/>
                </a:lnTo>
                <a:lnTo>
                  <a:pt x="2074075" y="324904"/>
                </a:lnTo>
                <a:lnTo>
                  <a:pt x="2098459" y="324904"/>
                </a:lnTo>
                <a:lnTo>
                  <a:pt x="2098459" y="302044"/>
                </a:lnTo>
                <a:lnTo>
                  <a:pt x="2098459" y="277660"/>
                </a:lnTo>
                <a:lnTo>
                  <a:pt x="2098459" y="202882"/>
                </a:lnTo>
                <a:lnTo>
                  <a:pt x="2098459" y="180022"/>
                </a:lnTo>
                <a:lnTo>
                  <a:pt x="2074075" y="180022"/>
                </a:lnTo>
                <a:lnTo>
                  <a:pt x="2074075" y="202882"/>
                </a:lnTo>
                <a:lnTo>
                  <a:pt x="2074075" y="277660"/>
                </a:lnTo>
                <a:lnTo>
                  <a:pt x="1950529" y="277660"/>
                </a:lnTo>
                <a:lnTo>
                  <a:pt x="1950529" y="202882"/>
                </a:lnTo>
                <a:lnTo>
                  <a:pt x="2074075" y="202882"/>
                </a:lnTo>
                <a:lnTo>
                  <a:pt x="2074075" y="180022"/>
                </a:lnTo>
                <a:lnTo>
                  <a:pt x="2025307" y="180022"/>
                </a:lnTo>
                <a:lnTo>
                  <a:pt x="2025307" y="125056"/>
                </a:lnTo>
                <a:lnTo>
                  <a:pt x="2127504" y="125056"/>
                </a:lnTo>
                <a:lnTo>
                  <a:pt x="2127504" y="1006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4578000" y="3848576"/>
            <a:ext cx="50800" cy="88900"/>
          </a:xfrm>
          <a:custGeom>
            <a:avLst/>
            <a:gdLst/>
            <a:ahLst/>
            <a:cxnLst/>
            <a:rect l="l" t="t" r="r" b="b"/>
            <a:pathLst>
              <a:path w="50800" h="88900">
                <a:moveTo>
                  <a:pt x="22860" y="88487"/>
                </a:moveTo>
                <a:lnTo>
                  <a:pt x="0" y="88487"/>
                </a:lnTo>
                <a:lnTo>
                  <a:pt x="19812" y="0"/>
                </a:lnTo>
                <a:lnTo>
                  <a:pt x="50292" y="0"/>
                </a:lnTo>
                <a:lnTo>
                  <a:pt x="22860" y="8848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864697" y="3609123"/>
            <a:ext cx="1002030" cy="328295"/>
          </a:xfrm>
          <a:custGeom>
            <a:avLst/>
            <a:gdLst/>
            <a:ahLst/>
            <a:cxnLst/>
            <a:rect l="l" t="t" r="r" b="b"/>
            <a:pathLst>
              <a:path w="1002029" h="328295">
                <a:moveTo>
                  <a:pt x="256222" y="118960"/>
                </a:moveTo>
                <a:lnTo>
                  <a:pt x="74764" y="118960"/>
                </a:lnTo>
                <a:lnTo>
                  <a:pt x="74764" y="143344"/>
                </a:lnTo>
                <a:lnTo>
                  <a:pt x="256222" y="143344"/>
                </a:lnTo>
                <a:lnTo>
                  <a:pt x="256222" y="118960"/>
                </a:lnTo>
                <a:close/>
              </a:path>
              <a:path w="1002029" h="328295">
                <a:moveTo>
                  <a:pt x="317182" y="187642"/>
                </a:moveTo>
                <a:lnTo>
                  <a:pt x="15240" y="187642"/>
                </a:lnTo>
                <a:lnTo>
                  <a:pt x="15240" y="212026"/>
                </a:lnTo>
                <a:lnTo>
                  <a:pt x="125056" y="212026"/>
                </a:lnTo>
                <a:lnTo>
                  <a:pt x="111340" y="229743"/>
                </a:lnTo>
                <a:lnTo>
                  <a:pt x="83908" y="261785"/>
                </a:lnTo>
                <a:lnTo>
                  <a:pt x="50406" y="289420"/>
                </a:lnTo>
                <a:lnTo>
                  <a:pt x="42672" y="292900"/>
                </a:lnTo>
                <a:lnTo>
                  <a:pt x="56388" y="320332"/>
                </a:lnTo>
                <a:lnTo>
                  <a:pt x="127698" y="309537"/>
                </a:lnTo>
                <a:lnTo>
                  <a:pt x="251650" y="302044"/>
                </a:lnTo>
                <a:lnTo>
                  <a:pt x="258457" y="308876"/>
                </a:lnTo>
                <a:lnTo>
                  <a:pt x="264985" y="315569"/>
                </a:lnTo>
                <a:lnTo>
                  <a:pt x="270941" y="321970"/>
                </a:lnTo>
                <a:lnTo>
                  <a:pt x="276034" y="327952"/>
                </a:lnTo>
                <a:lnTo>
                  <a:pt x="297370" y="309664"/>
                </a:lnTo>
                <a:lnTo>
                  <a:pt x="290322" y="302044"/>
                </a:lnTo>
                <a:lnTo>
                  <a:pt x="279374" y="290182"/>
                </a:lnTo>
                <a:lnTo>
                  <a:pt x="275958" y="286804"/>
                </a:lnTo>
                <a:lnTo>
                  <a:pt x="259651" y="270560"/>
                </a:lnTo>
                <a:lnTo>
                  <a:pt x="238226" y="250647"/>
                </a:lnTo>
                <a:lnTo>
                  <a:pt x="215074" y="230314"/>
                </a:lnTo>
                <a:lnTo>
                  <a:pt x="198310" y="245554"/>
                </a:lnTo>
                <a:lnTo>
                  <a:pt x="207162" y="254647"/>
                </a:lnTo>
                <a:lnTo>
                  <a:pt x="223177" y="271741"/>
                </a:lnTo>
                <a:lnTo>
                  <a:pt x="230314" y="279184"/>
                </a:lnTo>
                <a:lnTo>
                  <a:pt x="197472" y="281228"/>
                </a:lnTo>
                <a:lnTo>
                  <a:pt x="93052" y="286804"/>
                </a:lnTo>
                <a:lnTo>
                  <a:pt x="109054" y="269290"/>
                </a:lnTo>
                <a:lnTo>
                  <a:pt x="125056" y="251091"/>
                </a:lnTo>
                <a:lnTo>
                  <a:pt x="141058" y="232054"/>
                </a:lnTo>
                <a:lnTo>
                  <a:pt x="157060" y="212026"/>
                </a:lnTo>
                <a:lnTo>
                  <a:pt x="317182" y="212026"/>
                </a:lnTo>
                <a:lnTo>
                  <a:pt x="317182" y="187642"/>
                </a:lnTo>
                <a:close/>
              </a:path>
              <a:path w="1002029" h="328295">
                <a:moveTo>
                  <a:pt x="332422" y="125056"/>
                </a:moveTo>
                <a:lnTo>
                  <a:pt x="287845" y="104444"/>
                </a:lnTo>
                <a:lnTo>
                  <a:pt x="247827" y="79108"/>
                </a:lnTo>
                <a:lnTo>
                  <a:pt x="212369" y="48907"/>
                </a:lnTo>
                <a:lnTo>
                  <a:pt x="197523" y="32004"/>
                </a:lnTo>
                <a:lnTo>
                  <a:pt x="181444" y="13716"/>
                </a:lnTo>
                <a:lnTo>
                  <a:pt x="187540" y="4572"/>
                </a:lnTo>
                <a:lnTo>
                  <a:pt x="152488" y="4572"/>
                </a:lnTo>
                <a:lnTo>
                  <a:pt x="121615" y="42595"/>
                </a:lnTo>
                <a:lnTo>
                  <a:pt x="86004" y="76631"/>
                </a:lnTo>
                <a:lnTo>
                  <a:pt x="45516" y="106667"/>
                </a:lnTo>
                <a:lnTo>
                  <a:pt x="0" y="132676"/>
                </a:lnTo>
                <a:lnTo>
                  <a:pt x="5422" y="138391"/>
                </a:lnTo>
                <a:lnTo>
                  <a:pt x="10287" y="144106"/>
                </a:lnTo>
                <a:lnTo>
                  <a:pt x="14566" y="149821"/>
                </a:lnTo>
                <a:lnTo>
                  <a:pt x="18288" y="155536"/>
                </a:lnTo>
                <a:lnTo>
                  <a:pt x="58369" y="130467"/>
                </a:lnTo>
                <a:lnTo>
                  <a:pt x="96291" y="101244"/>
                </a:lnTo>
                <a:lnTo>
                  <a:pt x="132181" y="68275"/>
                </a:lnTo>
                <a:lnTo>
                  <a:pt x="166204" y="32004"/>
                </a:lnTo>
                <a:lnTo>
                  <a:pt x="195148" y="67157"/>
                </a:lnTo>
                <a:lnTo>
                  <a:pt x="229349" y="99148"/>
                </a:lnTo>
                <a:lnTo>
                  <a:pt x="268960" y="127685"/>
                </a:lnTo>
                <a:lnTo>
                  <a:pt x="314134" y="152488"/>
                </a:lnTo>
                <a:lnTo>
                  <a:pt x="317855" y="144780"/>
                </a:lnTo>
                <a:lnTo>
                  <a:pt x="322135" y="137629"/>
                </a:lnTo>
                <a:lnTo>
                  <a:pt x="326999" y="131064"/>
                </a:lnTo>
                <a:lnTo>
                  <a:pt x="332422" y="125056"/>
                </a:lnTo>
                <a:close/>
              </a:path>
              <a:path w="1002029" h="328295">
                <a:moveTo>
                  <a:pt x="423951" y="60960"/>
                </a:moveTo>
                <a:lnTo>
                  <a:pt x="414794" y="50673"/>
                </a:lnTo>
                <a:lnTo>
                  <a:pt x="403186" y="38100"/>
                </a:lnTo>
                <a:lnTo>
                  <a:pt x="389115" y="23329"/>
                </a:lnTo>
                <a:lnTo>
                  <a:pt x="372135" y="6096"/>
                </a:lnTo>
                <a:lnTo>
                  <a:pt x="352323" y="24384"/>
                </a:lnTo>
                <a:lnTo>
                  <a:pt x="366382" y="38341"/>
                </a:lnTo>
                <a:lnTo>
                  <a:pt x="378993" y="52590"/>
                </a:lnTo>
                <a:lnTo>
                  <a:pt x="390474" y="66852"/>
                </a:lnTo>
                <a:lnTo>
                  <a:pt x="401091" y="80860"/>
                </a:lnTo>
                <a:lnTo>
                  <a:pt x="423951" y="60960"/>
                </a:lnTo>
                <a:close/>
              </a:path>
              <a:path w="1002029" h="328295">
                <a:moveTo>
                  <a:pt x="449859" y="269938"/>
                </a:moveTo>
                <a:lnTo>
                  <a:pt x="449630" y="263918"/>
                </a:lnTo>
                <a:lnTo>
                  <a:pt x="449097" y="257175"/>
                </a:lnTo>
                <a:lnTo>
                  <a:pt x="448576" y="249580"/>
                </a:lnTo>
                <a:lnTo>
                  <a:pt x="448335" y="240982"/>
                </a:lnTo>
                <a:lnTo>
                  <a:pt x="436105" y="250672"/>
                </a:lnTo>
                <a:lnTo>
                  <a:pt x="424713" y="259080"/>
                </a:lnTo>
                <a:lnTo>
                  <a:pt x="414477" y="266052"/>
                </a:lnTo>
                <a:lnTo>
                  <a:pt x="405663" y="271462"/>
                </a:lnTo>
                <a:lnTo>
                  <a:pt x="405663" y="114388"/>
                </a:lnTo>
                <a:lnTo>
                  <a:pt x="338607" y="114388"/>
                </a:lnTo>
                <a:lnTo>
                  <a:pt x="338607" y="138772"/>
                </a:lnTo>
                <a:lnTo>
                  <a:pt x="379755" y="138772"/>
                </a:lnTo>
                <a:lnTo>
                  <a:pt x="379755" y="266890"/>
                </a:lnTo>
                <a:lnTo>
                  <a:pt x="379171" y="275755"/>
                </a:lnTo>
                <a:lnTo>
                  <a:pt x="377278" y="283743"/>
                </a:lnTo>
                <a:lnTo>
                  <a:pt x="373976" y="290563"/>
                </a:lnTo>
                <a:lnTo>
                  <a:pt x="369087" y="295948"/>
                </a:lnTo>
                <a:lnTo>
                  <a:pt x="384327" y="318808"/>
                </a:lnTo>
                <a:lnTo>
                  <a:pt x="415378" y="294982"/>
                </a:lnTo>
                <a:lnTo>
                  <a:pt x="432130" y="282536"/>
                </a:lnTo>
                <a:lnTo>
                  <a:pt x="447725" y="271462"/>
                </a:lnTo>
                <a:lnTo>
                  <a:pt x="449859" y="269938"/>
                </a:lnTo>
                <a:close/>
              </a:path>
              <a:path w="1002029" h="328295">
                <a:moveTo>
                  <a:pt x="663422" y="100672"/>
                </a:moveTo>
                <a:lnTo>
                  <a:pt x="561213" y="100672"/>
                </a:lnTo>
                <a:lnTo>
                  <a:pt x="561213" y="45720"/>
                </a:lnTo>
                <a:lnTo>
                  <a:pt x="561213" y="44196"/>
                </a:lnTo>
                <a:lnTo>
                  <a:pt x="628154" y="38620"/>
                </a:lnTo>
                <a:lnTo>
                  <a:pt x="648182" y="36576"/>
                </a:lnTo>
                <a:lnTo>
                  <a:pt x="642086" y="12192"/>
                </a:lnTo>
                <a:lnTo>
                  <a:pt x="595401" y="16471"/>
                </a:lnTo>
                <a:lnTo>
                  <a:pt x="546735" y="20193"/>
                </a:lnTo>
                <a:lnTo>
                  <a:pt x="495782" y="23329"/>
                </a:lnTo>
                <a:lnTo>
                  <a:pt x="442239" y="25908"/>
                </a:lnTo>
                <a:lnTo>
                  <a:pt x="445287" y="35052"/>
                </a:lnTo>
                <a:lnTo>
                  <a:pt x="448335" y="50292"/>
                </a:lnTo>
                <a:lnTo>
                  <a:pt x="535305" y="45720"/>
                </a:lnTo>
                <a:lnTo>
                  <a:pt x="535305" y="100672"/>
                </a:lnTo>
                <a:lnTo>
                  <a:pt x="428523" y="100672"/>
                </a:lnTo>
                <a:lnTo>
                  <a:pt x="428523" y="125056"/>
                </a:lnTo>
                <a:lnTo>
                  <a:pt x="535305" y="125056"/>
                </a:lnTo>
                <a:lnTo>
                  <a:pt x="535305" y="180022"/>
                </a:lnTo>
                <a:lnTo>
                  <a:pt x="462064" y="180022"/>
                </a:lnTo>
                <a:lnTo>
                  <a:pt x="462064" y="324904"/>
                </a:lnTo>
                <a:lnTo>
                  <a:pt x="488061" y="324904"/>
                </a:lnTo>
                <a:lnTo>
                  <a:pt x="488061" y="302044"/>
                </a:lnTo>
                <a:lnTo>
                  <a:pt x="609981" y="302044"/>
                </a:lnTo>
                <a:lnTo>
                  <a:pt x="609981" y="324904"/>
                </a:lnTo>
                <a:lnTo>
                  <a:pt x="635990" y="324904"/>
                </a:lnTo>
                <a:lnTo>
                  <a:pt x="635990" y="302044"/>
                </a:lnTo>
                <a:lnTo>
                  <a:pt x="635990" y="277660"/>
                </a:lnTo>
                <a:lnTo>
                  <a:pt x="635990" y="202882"/>
                </a:lnTo>
                <a:lnTo>
                  <a:pt x="635990" y="180022"/>
                </a:lnTo>
                <a:lnTo>
                  <a:pt x="609981" y="180022"/>
                </a:lnTo>
                <a:lnTo>
                  <a:pt x="609981" y="202882"/>
                </a:lnTo>
                <a:lnTo>
                  <a:pt x="609981" y="277660"/>
                </a:lnTo>
                <a:lnTo>
                  <a:pt x="488061" y="277660"/>
                </a:lnTo>
                <a:lnTo>
                  <a:pt x="488061" y="202882"/>
                </a:lnTo>
                <a:lnTo>
                  <a:pt x="609981" y="202882"/>
                </a:lnTo>
                <a:lnTo>
                  <a:pt x="609981" y="180022"/>
                </a:lnTo>
                <a:lnTo>
                  <a:pt x="561213" y="180022"/>
                </a:lnTo>
                <a:lnTo>
                  <a:pt x="561213" y="125056"/>
                </a:lnTo>
                <a:lnTo>
                  <a:pt x="663422" y="125056"/>
                </a:lnTo>
                <a:lnTo>
                  <a:pt x="663422" y="100672"/>
                </a:lnTo>
                <a:close/>
              </a:path>
              <a:path w="1002029" h="328295">
                <a:moveTo>
                  <a:pt x="762571" y="100672"/>
                </a:moveTo>
                <a:lnTo>
                  <a:pt x="742670" y="83908"/>
                </a:lnTo>
                <a:lnTo>
                  <a:pt x="726643" y="102768"/>
                </a:lnTo>
                <a:lnTo>
                  <a:pt x="710463" y="120484"/>
                </a:lnTo>
                <a:lnTo>
                  <a:pt x="694016" y="137058"/>
                </a:lnTo>
                <a:lnTo>
                  <a:pt x="677125" y="152488"/>
                </a:lnTo>
                <a:lnTo>
                  <a:pt x="682586" y="157060"/>
                </a:lnTo>
                <a:lnTo>
                  <a:pt x="687603" y="161632"/>
                </a:lnTo>
                <a:lnTo>
                  <a:pt x="692353" y="166204"/>
                </a:lnTo>
                <a:lnTo>
                  <a:pt x="696937" y="170776"/>
                </a:lnTo>
                <a:lnTo>
                  <a:pt x="712965" y="154470"/>
                </a:lnTo>
                <a:lnTo>
                  <a:pt x="729145" y="137439"/>
                </a:lnTo>
                <a:lnTo>
                  <a:pt x="745629" y="119557"/>
                </a:lnTo>
                <a:lnTo>
                  <a:pt x="762571" y="100672"/>
                </a:lnTo>
                <a:close/>
              </a:path>
              <a:path w="1002029" h="328295">
                <a:moveTo>
                  <a:pt x="995845" y="150964"/>
                </a:moveTo>
                <a:lnTo>
                  <a:pt x="981913" y="136448"/>
                </a:lnTo>
                <a:lnTo>
                  <a:pt x="965555" y="120484"/>
                </a:lnTo>
                <a:lnTo>
                  <a:pt x="947191" y="103390"/>
                </a:lnTo>
                <a:lnTo>
                  <a:pt x="927265" y="85432"/>
                </a:lnTo>
                <a:lnTo>
                  <a:pt x="908977" y="100672"/>
                </a:lnTo>
                <a:lnTo>
                  <a:pt x="926096" y="117182"/>
                </a:lnTo>
                <a:lnTo>
                  <a:pt x="943076" y="134391"/>
                </a:lnTo>
                <a:lnTo>
                  <a:pt x="959764" y="151904"/>
                </a:lnTo>
                <a:lnTo>
                  <a:pt x="976033" y="169252"/>
                </a:lnTo>
                <a:lnTo>
                  <a:pt x="995845" y="150964"/>
                </a:lnTo>
                <a:close/>
              </a:path>
              <a:path w="1002029" h="328295">
                <a:moveTo>
                  <a:pt x="995845" y="42672"/>
                </a:moveTo>
                <a:lnTo>
                  <a:pt x="846391" y="42672"/>
                </a:lnTo>
                <a:lnTo>
                  <a:pt x="858583" y="36576"/>
                </a:lnTo>
                <a:lnTo>
                  <a:pt x="855459" y="29146"/>
                </a:lnTo>
                <a:lnTo>
                  <a:pt x="850773" y="20574"/>
                </a:lnTo>
                <a:lnTo>
                  <a:pt x="844651" y="10858"/>
                </a:lnTo>
                <a:lnTo>
                  <a:pt x="837247" y="0"/>
                </a:lnTo>
                <a:lnTo>
                  <a:pt x="812863" y="10668"/>
                </a:lnTo>
                <a:lnTo>
                  <a:pt x="817435" y="17805"/>
                </a:lnTo>
                <a:lnTo>
                  <a:pt x="822007" y="25527"/>
                </a:lnTo>
                <a:lnTo>
                  <a:pt x="826579" y="33807"/>
                </a:lnTo>
                <a:lnTo>
                  <a:pt x="831151" y="42672"/>
                </a:lnTo>
                <a:lnTo>
                  <a:pt x="681697" y="42672"/>
                </a:lnTo>
                <a:lnTo>
                  <a:pt x="681697" y="65532"/>
                </a:lnTo>
                <a:lnTo>
                  <a:pt x="786955" y="65532"/>
                </a:lnTo>
                <a:lnTo>
                  <a:pt x="786955" y="157060"/>
                </a:lnTo>
                <a:lnTo>
                  <a:pt x="811339" y="157060"/>
                </a:lnTo>
                <a:lnTo>
                  <a:pt x="811339" y="65532"/>
                </a:lnTo>
                <a:lnTo>
                  <a:pt x="864679" y="65532"/>
                </a:lnTo>
                <a:lnTo>
                  <a:pt x="864679" y="157060"/>
                </a:lnTo>
                <a:lnTo>
                  <a:pt x="889165" y="157060"/>
                </a:lnTo>
                <a:lnTo>
                  <a:pt x="889165" y="65532"/>
                </a:lnTo>
                <a:lnTo>
                  <a:pt x="995845" y="65532"/>
                </a:lnTo>
                <a:lnTo>
                  <a:pt x="995845" y="42672"/>
                </a:lnTo>
                <a:close/>
              </a:path>
              <a:path w="1002029" h="328295">
                <a:moveTo>
                  <a:pt x="1001941" y="295948"/>
                </a:moveTo>
                <a:lnTo>
                  <a:pt x="960742" y="292227"/>
                </a:lnTo>
                <a:lnTo>
                  <a:pt x="901306" y="279184"/>
                </a:lnTo>
                <a:lnTo>
                  <a:pt x="861631" y="263842"/>
                </a:lnTo>
                <a:lnTo>
                  <a:pt x="882167" y="250126"/>
                </a:lnTo>
                <a:lnTo>
                  <a:pt x="883450" y="249275"/>
                </a:lnTo>
                <a:lnTo>
                  <a:pt x="903249" y="232981"/>
                </a:lnTo>
                <a:lnTo>
                  <a:pt x="921308" y="214985"/>
                </a:lnTo>
                <a:lnTo>
                  <a:pt x="937933" y="195262"/>
                </a:lnTo>
                <a:lnTo>
                  <a:pt x="937933" y="172402"/>
                </a:lnTo>
                <a:lnTo>
                  <a:pt x="904405" y="172402"/>
                </a:lnTo>
                <a:lnTo>
                  <a:pt x="904405" y="195262"/>
                </a:lnTo>
                <a:lnTo>
                  <a:pt x="890003" y="210693"/>
                </a:lnTo>
                <a:lnTo>
                  <a:pt x="874217" y="224980"/>
                </a:lnTo>
                <a:lnTo>
                  <a:pt x="856729" y="238125"/>
                </a:lnTo>
                <a:lnTo>
                  <a:pt x="837247" y="250126"/>
                </a:lnTo>
                <a:lnTo>
                  <a:pt x="821791" y="239623"/>
                </a:lnTo>
                <a:lnTo>
                  <a:pt x="807339" y="226695"/>
                </a:lnTo>
                <a:lnTo>
                  <a:pt x="793737" y="211759"/>
                </a:lnTo>
                <a:lnTo>
                  <a:pt x="780859" y="195262"/>
                </a:lnTo>
                <a:lnTo>
                  <a:pt x="904405" y="195262"/>
                </a:lnTo>
                <a:lnTo>
                  <a:pt x="904405" y="172402"/>
                </a:lnTo>
                <a:lnTo>
                  <a:pt x="713714" y="172402"/>
                </a:lnTo>
                <a:lnTo>
                  <a:pt x="713714" y="195262"/>
                </a:lnTo>
                <a:lnTo>
                  <a:pt x="751903" y="195262"/>
                </a:lnTo>
                <a:lnTo>
                  <a:pt x="765289" y="214985"/>
                </a:lnTo>
                <a:lnTo>
                  <a:pt x="780097" y="232981"/>
                </a:lnTo>
                <a:lnTo>
                  <a:pt x="796048" y="249275"/>
                </a:lnTo>
                <a:lnTo>
                  <a:pt x="812863" y="263842"/>
                </a:lnTo>
                <a:lnTo>
                  <a:pt x="785418" y="274777"/>
                </a:lnTo>
                <a:lnTo>
                  <a:pt x="753376" y="284695"/>
                </a:lnTo>
                <a:lnTo>
                  <a:pt x="716775" y="293725"/>
                </a:lnTo>
                <a:lnTo>
                  <a:pt x="675601" y="302044"/>
                </a:lnTo>
                <a:lnTo>
                  <a:pt x="679945" y="307771"/>
                </a:lnTo>
                <a:lnTo>
                  <a:pt x="683983" y="313664"/>
                </a:lnTo>
                <a:lnTo>
                  <a:pt x="692365" y="326428"/>
                </a:lnTo>
                <a:lnTo>
                  <a:pt x="734974" y="316471"/>
                </a:lnTo>
                <a:lnTo>
                  <a:pt x="773417" y="305092"/>
                </a:lnTo>
                <a:lnTo>
                  <a:pt x="807554" y="292557"/>
                </a:lnTo>
                <a:lnTo>
                  <a:pt x="837247" y="279184"/>
                </a:lnTo>
                <a:lnTo>
                  <a:pt x="867816" y="294017"/>
                </a:lnTo>
                <a:lnTo>
                  <a:pt x="902258" y="306425"/>
                </a:lnTo>
                <a:lnTo>
                  <a:pt x="940409" y="316255"/>
                </a:lnTo>
                <a:lnTo>
                  <a:pt x="982129" y="323380"/>
                </a:lnTo>
                <a:lnTo>
                  <a:pt x="986078" y="317373"/>
                </a:lnTo>
                <a:lnTo>
                  <a:pt x="990892" y="310807"/>
                </a:lnTo>
                <a:lnTo>
                  <a:pt x="996264" y="303657"/>
                </a:lnTo>
                <a:lnTo>
                  <a:pt x="1001941" y="2959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5877306" y="3756469"/>
            <a:ext cx="323850" cy="165735"/>
          </a:xfrm>
          <a:custGeom>
            <a:avLst/>
            <a:gdLst/>
            <a:ahLst/>
            <a:cxnLst/>
            <a:rect l="l" t="t" r="r" b="b"/>
            <a:pathLst>
              <a:path w="323850" h="165735">
                <a:moveTo>
                  <a:pt x="323367" y="148590"/>
                </a:moveTo>
                <a:lnTo>
                  <a:pt x="172402" y="148590"/>
                </a:lnTo>
                <a:lnTo>
                  <a:pt x="172402" y="128778"/>
                </a:lnTo>
                <a:lnTo>
                  <a:pt x="305079" y="128778"/>
                </a:lnTo>
                <a:lnTo>
                  <a:pt x="305079" y="111925"/>
                </a:lnTo>
                <a:lnTo>
                  <a:pt x="172402" y="111925"/>
                </a:lnTo>
                <a:lnTo>
                  <a:pt x="172402" y="93980"/>
                </a:lnTo>
                <a:lnTo>
                  <a:pt x="251650" y="93980"/>
                </a:lnTo>
                <a:lnTo>
                  <a:pt x="251650" y="102781"/>
                </a:lnTo>
                <a:lnTo>
                  <a:pt x="274510" y="102781"/>
                </a:lnTo>
                <a:lnTo>
                  <a:pt x="274510" y="93980"/>
                </a:lnTo>
                <a:lnTo>
                  <a:pt x="274510" y="93637"/>
                </a:lnTo>
                <a:lnTo>
                  <a:pt x="274510" y="77470"/>
                </a:lnTo>
                <a:lnTo>
                  <a:pt x="71716" y="77470"/>
                </a:lnTo>
                <a:lnTo>
                  <a:pt x="71716" y="55880"/>
                </a:lnTo>
                <a:lnTo>
                  <a:pt x="149440" y="55880"/>
                </a:lnTo>
                <a:lnTo>
                  <a:pt x="149440" y="76873"/>
                </a:lnTo>
                <a:lnTo>
                  <a:pt x="172402" y="76873"/>
                </a:lnTo>
                <a:lnTo>
                  <a:pt x="172402" y="55880"/>
                </a:lnTo>
                <a:lnTo>
                  <a:pt x="251650" y="55880"/>
                </a:lnTo>
                <a:lnTo>
                  <a:pt x="251650" y="76873"/>
                </a:lnTo>
                <a:lnTo>
                  <a:pt x="274510" y="76873"/>
                </a:lnTo>
                <a:lnTo>
                  <a:pt x="274510" y="55880"/>
                </a:lnTo>
                <a:lnTo>
                  <a:pt x="274510" y="55537"/>
                </a:lnTo>
                <a:lnTo>
                  <a:pt x="274510" y="39370"/>
                </a:lnTo>
                <a:lnTo>
                  <a:pt x="71716" y="39370"/>
                </a:lnTo>
                <a:lnTo>
                  <a:pt x="71716" y="19050"/>
                </a:lnTo>
                <a:lnTo>
                  <a:pt x="149440" y="19050"/>
                </a:lnTo>
                <a:lnTo>
                  <a:pt x="149440" y="38773"/>
                </a:lnTo>
                <a:lnTo>
                  <a:pt x="172402" y="38773"/>
                </a:lnTo>
                <a:lnTo>
                  <a:pt x="172402" y="19050"/>
                </a:lnTo>
                <a:lnTo>
                  <a:pt x="251650" y="19050"/>
                </a:lnTo>
                <a:lnTo>
                  <a:pt x="251650" y="38773"/>
                </a:lnTo>
                <a:lnTo>
                  <a:pt x="274510" y="38773"/>
                </a:lnTo>
                <a:lnTo>
                  <a:pt x="274510" y="19050"/>
                </a:lnTo>
                <a:lnTo>
                  <a:pt x="274510" y="18859"/>
                </a:lnTo>
                <a:lnTo>
                  <a:pt x="274510" y="0"/>
                </a:lnTo>
                <a:lnTo>
                  <a:pt x="50380" y="0"/>
                </a:lnTo>
                <a:lnTo>
                  <a:pt x="50380" y="102870"/>
                </a:lnTo>
                <a:lnTo>
                  <a:pt x="71716" y="102870"/>
                </a:lnTo>
                <a:lnTo>
                  <a:pt x="71716" y="93980"/>
                </a:lnTo>
                <a:lnTo>
                  <a:pt x="149440" y="93980"/>
                </a:lnTo>
                <a:lnTo>
                  <a:pt x="149440" y="111925"/>
                </a:lnTo>
                <a:lnTo>
                  <a:pt x="18376" y="111925"/>
                </a:lnTo>
                <a:lnTo>
                  <a:pt x="18376" y="128778"/>
                </a:lnTo>
                <a:lnTo>
                  <a:pt x="149440" y="128778"/>
                </a:lnTo>
                <a:lnTo>
                  <a:pt x="149440" y="148590"/>
                </a:lnTo>
                <a:lnTo>
                  <a:pt x="0" y="148590"/>
                </a:lnTo>
                <a:lnTo>
                  <a:pt x="0" y="165366"/>
                </a:lnTo>
                <a:lnTo>
                  <a:pt x="323367" y="165366"/>
                </a:lnTo>
                <a:lnTo>
                  <a:pt x="323367" y="1485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5878830" y="3609123"/>
            <a:ext cx="1789430" cy="339090"/>
          </a:xfrm>
          <a:custGeom>
            <a:avLst/>
            <a:gdLst/>
            <a:ahLst/>
            <a:cxnLst/>
            <a:rect l="l" t="t" r="r" b="b"/>
            <a:pathLst>
              <a:path w="1789429" h="339089">
                <a:moveTo>
                  <a:pt x="269938" y="99148"/>
                </a:moveTo>
                <a:lnTo>
                  <a:pt x="248602" y="99148"/>
                </a:lnTo>
                <a:lnTo>
                  <a:pt x="248602" y="108292"/>
                </a:lnTo>
                <a:lnTo>
                  <a:pt x="269938" y="108292"/>
                </a:lnTo>
                <a:lnTo>
                  <a:pt x="269938" y="99148"/>
                </a:lnTo>
                <a:close/>
              </a:path>
              <a:path w="1789429" h="339089">
                <a:moveTo>
                  <a:pt x="269938" y="64008"/>
                </a:moveTo>
                <a:lnTo>
                  <a:pt x="248602" y="64008"/>
                </a:lnTo>
                <a:lnTo>
                  <a:pt x="248602" y="82384"/>
                </a:lnTo>
                <a:lnTo>
                  <a:pt x="269938" y="82384"/>
                </a:lnTo>
                <a:lnTo>
                  <a:pt x="269938" y="64008"/>
                </a:lnTo>
                <a:close/>
              </a:path>
              <a:path w="1789429" h="339089">
                <a:moveTo>
                  <a:pt x="269938" y="13995"/>
                </a:moveTo>
                <a:lnTo>
                  <a:pt x="50380" y="13995"/>
                </a:lnTo>
                <a:lnTo>
                  <a:pt x="50380" y="31775"/>
                </a:lnTo>
                <a:lnTo>
                  <a:pt x="50380" y="48285"/>
                </a:lnTo>
                <a:lnTo>
                  <a:pt x="50380" y="63525"/>
                </a:lnTo>
                <a:lnTo>
                  <a:pt x="50380" y="82575"/>
                </a:lnTo>
                <a:lnTo>
                  <a:pt x="50380" y="99085"/>
                </a:lnTo>
                <a:lnTo>
                  <a:pt x="50380" y="107975"/>
                </a:lnTo>
                <a:lnTo>
                  <a:pt x="73240" y="107975"/>
                </a:lnTo>
                <a:lnTo>
                  <a:pt x="73240" y="99085"/>
                </a:lnTo>
                <a:lnTo>
                  <a:pt x="269938" y="99085"/>
                </a:lnTo>
                <a:lnTo>
                  <a:pt x="269938" y="82575"/>
                </a:lnTo>
                <a:lnTo>
                  <a:pt x="73240" y="82575"/>
                </a:lnTo>
                <a:lnTo>
                  <a:pt x="73240" y="63525"/>
                </a:lnTo>
                <a:lnTo>
                  <a:pt x="269938" y="63525"/>
                </a:lnTo>
                <a:lnTo>
                  <a:pt x="269938" y="48768"/>
                </a:lnTo>
                <a:lnTo>
                  <a:pt x="269938" y="48285"/>
                </a:lnTo>
                <a:lnTo>
                  <a:pt x="269938" y="32004"/>
                </a:lnTo>
                <a:lnTo>
                  <a:pt x="248602" y="32004"/>
                </a:lnTo>
                <a:lnTo>
                  <a:pt x="248602" y="48285"/>
                </a:lnTo>
                <a:lnTo>
                  <a:pt x="73240" y="48285"/>
                </a:lnTo>
                <a:lnTo>
                  <a:pt x="73240" y="31775"/>
                </a:lnTo>
                <a:lnTo>
                  <a:pt x="269938" y="31775"/>
                </a:lnTo>
                <a:lnTo>
                  <a:pt x="269938" y="13995"/>
                </a:lnTo>
                <a:close/>
              </a:path>
              <a:path w="1789429" h="339089">
                <a:moveTo>
                  <a:pt x="320319" y="114388"/>
                </a:moveTo>
                <a:lnTo>
                  <a:pt x="0" y="114388"/>
                </a:lnTo>
                <a:lnTo>
                  <a:pt x="0" y="132676"/>
                </a:lnTo>
                <a:lnTo>
                  <a:pt x="320319" y="132676"/>
                </a:lnTo>
                <a:lnTo>
                  <a:pt x="320319" y="114388"/>
                </a:lnTo>
                <a:close/>
              </a:path>
              <a:path w="1789429" h="339089">
                <a:moveTo>
                  <a:pt x="472821" y="56388"/>
                </a:moveTo>
                <a:lnTo>
                  <a:pt x="446913" y="56388"/>
                </a:lnTo>
                <a:lnTo>
                  <a:pt x="446913" y="80873"/>
                </a:lnTo>
                <a:lnTo>
                  <a:pt x="446913" y="160121"/>
                </a:lnTo>
                <a:lnTo>
                  <a:pt x="446913" y="183070"/>
                </a:lnTo>
                <a:lnTo>
                  <a:pt x="446913" y="266890"/>
                </a:lnTo>
                <a:lnTo>
                  <a:pt x="373659" y="266890"/>
                </a:lnTo>
                <a:lnTo>
                  <a:pt x="373659" y="183070"/>
                </a:lnTo>
                <a:lnTo>
                  <a:pt x="446913" y="183070"/>
                </a:lnTo>
                <a:lnTo>
                  <a:pt x="446913" y="160121"/>
                </a:lnTo>
                <a:lnTo>
                  <a:pt x="373659" y="160121"/>
                </a:lnTo>
                <a:lnTo>
                  <a:pt x="373659" y="80873"/>
                </a:lnTo>
                <a:lnTo>
                  <a:pt x="446913" y="80873"/>
                </a:lnTo>
                <a:lnTo>
                  <a:pt x="446913" y="56388"/>
                </a:lnTo>
                <a:lnTo>
                  <a:pt x="407187" y="56388"/>
                </a:lnTo>
                <a:lnTo>
                  <a:pt x="412000" y="44932"/>
                </a:lnTo>
                <a:lnTo>
                  <a:pt x="417093" y="33337"/>
                </a:lnTo>
                <a:lnTo>
                  <a:pt x="422186" y="21450"/>
                </a:lnTo>
                <a:lnTo>
                  <a:pt x="426999" y="9144"/>
                </a:lnTo>
                <a:lnTo>
                  <a:pt x="399567" y="1524"/>
                </a:lnTo>
                <a:lnTo>
                  <a:pt x="395617" y="14376"/>
                </a:lnTo>
                <a:lnTo>
                  <a:pt x="390804" y="27813"/>
                </a:lnTo>
                <a:lnTo>
                  <a:pt x="385419" y="41808"/>
                </a:lnTo>
                <a:lnTo>
                  <a:pt x="379755" y="56388"/>
                </a:lnTo>
                <a:lnTo>
                  <a:pt x="346227" y="56388"/>
                </a:lnTo>
                <a:lnTo>
                  <a:pt x="346227" y="318808"/>
                </a:lnTo>
                <a:lnTo>
                  <a:pt x="373659" y="318808"/>
                </a:lnTo>
                <a:lnTo>
                  <a:pt x="373659" y="291376"/>
                </a:lnTo>
                <a:lnTo>
                  <a:pt x="446913" y="291376"/>
                </a:lnTo>
                <a:lnTo>
                  <a:pt x="446913" y="317284"/>
                </a:lnTo>
                <a:lnTo>
                  <a:pt x="472821" y="317284"/>
                </a:lnTo>
                <a:lnTo>
                  <a:pt x="472821" y="291376"/>
                </a:lnTo>
                <a:lnTo>
                  <a:pt x="472821" y="266890"/>
                </a:lnTo>
                <a:lnTo>
                  <a:pt x="472821" y="183070"/>
                </a:lnTo>
                <a:lnTo>
                  <a:pt x="472821" y="160121"/>
                </a:lnTo>
                <a:lnTo>
                  <a:pt x="472821" y="80873"/>
                </a:lnTo>
                <a:lnTo>
                  <a:pt x="472821" y="56388"/>
                </a:lnTo>
                <a:close/>
              </a:path>
              <a:path w="1789429" h="339089">
                <a:moveTo>
                  <a:pt x="585685" y="204406"/>
                </a:moveTo>
                <a:lnTo>
                  <a:pt x="573405" y="188455"/>
                </a:lnTo>
                <a:lnTo>
                  <a:pt x="559536" y="170637"/>
                </a:lnTo>
                <a:lnTo>
                  <a:pt x="544245" y="151396"/>
                </a:lnTo>
                <a:lnTo>
                  <a:pt x="527685" y="131165"/>
                </a:lnTo>
                <a:lnTo>
                  <a:pt x="506349" y="144881"/>
                </a:lnTo>
                <a:lnTo>
                  <a:pt x="521779" y="164325"/>
                </a:lnTo>
                <a:lnTo>
                  <a:pt x="536067" y="183781"/>
                </a:lnTo>
                <a:lnTo>
                  <a:pt x="549211" y="203250"/>
                </a:lnTo>
                <a:lnTo>
                  <a:pt x="561213" y="222694"/>
                </a:lnTo>
                <a:lnTo>
                  <a:pt x="585685" y="204406"/>
                </a:lnTo>
                <a:close/>
              </a:path>
              <a:path w="1789429" h="339089">
                <a:moveTo>
                  <a:pt x="646645" y="54864"/>
                </a:moveTo>
                <a:lnTo>
                  <a:pt x="541401" y="54864"/>
                </a:lnTo>
                <a:lnTo>
                  <a:pt x="545084" y="43408"/>
                </a:lnTo>
                <a:lnTo>
                  <a:pt x="549211" y="31813"/>
                </a:lnTo>
                <a:lnTo>
                  <a:pt x="558165" y="7620"/>
                </a:lnTo>
                <a:lnTo>
                  <a:pt x="530733" y="1524"/>
                </a:lnTo>
                <a:lnTo>
                  <a:pt x="518960" y="36449"/>
                </a:lnTo>
                <a:lnTo>
                  <a:pt x="506349" y="68249"/>
                </a:lnTo>
                <a:lnTo>
                  <a:pt x="492582" y="97193"/>
                </a:lnTo>
                <a:lnTo>
                  <a:pt x="477393" y="123545"/>
                </a:lnTo>
                <a:lnTo>
                  <a:pt x="483958" y="126085"/>
                </a:lnTo>
                <a:lnTo>
                  <a:pt x="489966" y="129070"/>
                </a:lnTo>
                <a:lnTo>
                  <a:pt x="495388" y="132321"/>
                </a:lnTo>
                <a:lnTo>
                  <a:pt x="500253" y="135737"/>
                </a:lnTo>
                <a:lnTo>
                  <a:pt x="508012" y="122847"/>
                </a:lnTo>
                <a:lnTo>
                  <a:pt x="515493" y="109258"/>
                </a:lnTo>
                <a:lnTo>
                  <a:pt x="522960" y="94792"/>
                </a:lnTo>
                <a:lnTo>
                  <a:pt x="530733" y="79349"/>
                </a:lnTo>
                <a:lnTo>
                  <a:pt x="617689" y="79349"/>
                </a:lnTo>
                <a:lnTo>
                  <a:pt x="617194" y="140271"/>
                </a:lnTo>
                <a:lnTo>
                  <a:pt x="616140" y="183781"/>
                </a:lnTo>
                <a:lnTo>
                  <a:pt x="614476" y="230733"/>
                </a:lnTo>
                <a:lnTo>
                  <a:pt x="610260" y="274612"/>
                </a:lnTo>
                <a:lnTo>
                  <a:pt x="581113" y="291376"/>
                </a:lnTo>
                <a:lnTo>
                  <a:pt x="567029" y="291084"/>
                </a:lnTo>
                <a:lnTo>
                  <a:pt x="552259" y="290233"/>
                </a:lnTo>
                <a:lnTo>
                  <a:pt x="536651" y="288798"/>
                </a:lnTo>
                <a:lnTo>
                  <a:pt x="520065" y="286804"/>
                </a:lnTo>
                <a:lnTo>
                  <a:pt x="522351" y="300901"/>
                </a:lnTo>
                <a:lnTo>
                  <a:pt x="523494" y="308660"/>
                </a:lnTo>
                <a:lnTo>
                  <a:pt x="524637" y="317284"/>
                </a:lnTo>
                <a:lnTo>
                  <a:pt x="540372" y="317512"/>
                </a:lnTo>
                <a:lnTo>
                  <a:pt x="570750" y="318566"/>
                </a:lnTo>
                <a:lnTo>
                  <a:pt x="585685" y="318808"/>
                </a:lnTo>
                <a:lnTo>
                  <a:pt x="608838" y="315633"/>
                </a:lnTo>
                <a:lnTo>
                  <a:pt x="625690" y="306031"/>
                </a:lnTo>
                <a:lnTo>
                  <a:pt x="635254" y="291376"/>
                </a:lnTo>
                <a:lnTo>
                  <a:pt x="636270" y="289826"/>
                </a:lnTo>
                <a:lnTo>
                  <a:pt x="640549" y="266890"/>
                </a:lnTo>
                <a:lnTo>
                  <a:pt x="641718" y="237413"/>
                </a:lnTo>
                <a:lnTo>
                  <a:pt x="643026" y="192341"/>
                </a:lnTo>
                <a:lnTo>
                  <a:pt x="645998" y="79349"/>
                </a:lnTo>
                <a:lnTo>
                  <a:pt x="646645" y="54864"/>
                </a:lnTo>
                <a:close/>
              </a:path>
              <a:path w="1789429" h="339089">
                <a:moveTo>
                  <a:pt x="764082" y="62484"/>
                </a:moveTo>
                <a:lnTo>
                  <a:pt x="752398" y="49034"/>
                </a:lnTo>
                <a:lnTo>
                  <a:pt x="740270" y="36004"/>
                </a:lnTo>
                <a:lnTo>
                  <a:pt x="727875" y="23266"/>
                </a:lnTo>
                <a:lnTo>
                  <a:pt x="715314" y="10668"/>
                </a:lnTo>
                <a:lnTo>
                  <a:pt x="696937" y="28956"/>
                </a:lnTo>
                <a:lnTo>
                  <a:pt x="707542" y="40055"/>
                </a:lnTo>
                <a:lnTo>
                  <a:pt x="718553" y="52590"/>
                </a:lnTo>
                <a:lnTo>
                  <a:pt x="729818" y="66281"/>
                </a:lnTo>
                <a:lnTo>
                  <a:pt x="741222" y="80860"/>
                </a:lnTo>
                <a:lnTo>
                  <a:pt x="764082" y="62484"/>
                </a:lnTo>
                <a:close/>
              </a:path>
              <a:path w="1789429" h="339089">
                <a:moveTo>
                  <a:pt x="783907" y="256222"/>
                </a:moveTo>
                <a:lnTo>
                  <a:pt x="783666" y="249123"/>
                </a:lnTo>
                <a:lnTo>
                  <a:pt x="782612" y="234365"/>
                </a:lnTo>
                <a:lnTo>
                  <a:pt x="782383" y="227266"/>
                </a:lnTo>
                <a:lnTo>
                  <a:pt x="770966" y="235000"/>
                </a:lnTo>
                <a:lnTo>
                  <a:pt x="738174" y="256222"/>
                </a:lnTo>
                <a:lnTo>
                  <a:pt x="738174" y="111340"/>
                </a:lnTo>
                <a:lnTo>
                  <a:pt x="671029" y="111340"/>
                </a:lnTo>
                <a:lnTo>
                  <a:pt x="671029" y="134200"/>
                </a:lnTo>
                <a:lnTo>
                  <a:pt x="713790" y="134200"/>
                </a:lnTo>
                <a:lnTo>
                  <a:pt x="713790" y="251650"/>
                </a:lnTo>
                <a:lnTo>
                  <a:pt x="712965" y="260464"/>
                </a:lnTo>
                <a:lnTo>
                  <a:pt x="710552" y="268427"/>
                </a:lnTo>
                <a:lnTo>
                  <a:pt x="706678" y="275259"/>
                </a:lnTo>
                <a:lnTo>
                  <a:pt x="701509" y="280708"/>
                </a:lnTo>
                <a:lnTo>
                  <a:pt x="718362" y="303568"/>
                </a:lnTo>
                <a:lnTo>
                  <a:pt x="730288" y="293839"/>
                </a:lnTo>
                <a:lnTo>
                  <a:pt x="745413" y="282790"/>
                </a:lnTo>
                <a:lnTo>
                  <a:pt x="783907" y="256222"/>
                </a:lnTo>
                <a:close/>
              </a:path>
              <a:path w="1789429" h="339089">
                <a:moveTo>
                  <a:pt x="995934" y="99148"/>
                </a:moveTo>
                <a:lnTo>
                  <a:pt x="950112" y="99148"/>
                </a:lnTo>
                <a:lnTo>
                  <a:pt x="944016" y="94576"/>
                </a:lnTo>
                <a:lnTo>
                  <a:pt x="944016" y="41148"/>
                </a:lnTo>
                <a:lnTo>
                  <a:pt x="944016" y="16764"/>
                </a:lnTo>
                <a:lnTo>
                  <a:pt x="811339" y="16764"/>
                </a:lnTo>
                <a:lnTo>
                  <a:pt x="811212" y="52590"/>
                </a:lnTo>
                <a:lnTo>
                  <a:pt x="808215" y="72440"/>
                </a:lnTo>
                <a:lnTo>
                  <a:pt x="798957" y="90766"/>
                </a:lnTo>
                <a:lnTo>
                  <a:pt x="783691" y="106768"/>
                </a:lnTo>
                <a:lnTo>
                  <a:pt x="762558" y="120484"/>
                </a:lnTo>
                <a:lnTo>
                  <a:pt x="768019" y="125298"/>
                </a:lnTo>
                <a:lnTo>
                  <a:pt x="773036" y="130390"/>
                </a:lnTo>
                <a:lnTo>
                  <a:pt x="777786" y="135496"/>
                </a:lnTo>
                <a:lnTo>
                  <a:pt x="782383" y="140296"/>
                </a:lnTo>
                <a:lnTo>
                  <a:pt x="823531" y="104101"/>
                </a:lnTo>
                <a:lnTo>
                  <a:pt x="837145" y="52590"/>
                </a:lnTo>
                <a:lnTo>
                  <a:pt x="837247" y="41148"/>
                </a:lnTo>
                <a:lnTo>
                  <a:pt x="919632" y="41148"/>
                </a:lnTo>
                <a:lnTo>
                  <a:pt x="919632" y="88480"/>
                </a:lnTo>
                <a:lnTo>
                  <a:pt x="921397" y="103606"/>
                </a:lnTo>
                <a:lnTo>
                  <a:pt x="926871" y="114579"/>
                </a:lnTo>
                <a:lnTo>
                  <a:pt x="936345" y="121272"/>
                </a:lnTo>
                <a:lnTo>
                  <a:pt x="950112" y="123532"/>
                </a:lnTo>
                <a:lnTo>
                  <a:pt x="992886" y="123532"/>
                </a:lnTo>
                <a:lnTo>
                  <a:pt x="994410" y="115912"/>
                </a:lnTo>
                <a:lnTo>
                  <a:pt x="994410" y="108292"/>
                </a:lnTo>
                <a:lnTo>
                  <a:pt x="995934" y="99148"/>
                </a:lnTo>
                <a:close/>
              </a:path>
              <a:path w="1789429" h="339089">
                <a:moveTo>
                  <a:pt x="997458" y="297472"/>
                </a:moveTo>
                <a:lnTo>
                  <a:pt x="942505" y="282409"/>
                </a:lnTo>
                <a:lnTo>
                  <a:pt x="896772" y="259270"/>
                </a:lnTo>
                <a:lnTo>
                  <a:pt x="912037" y="244030"/>
                </a:lnTo>
                <a:lnTo>
                  <a:pt x="914488" y="241579"/>
                </a:lnTo>
                <a:lnTo>
                  <a:pt x="931062" y="220586"/>
                </a:lnTo>
                <a:lnTo>
                  <a:pt x="946492" y="196430"/>
                </a:lnTo>
                <a:lnTo>
                  <a:pt x="960780" y="169252"/>
                </a:lnTo>
                <a:lnTo>
                  <a:pt x="960780" y="146392"/>
                </a:lnTo>
                <a:lnTo>
                  <a:pt x="930300" y="146392"/>
                </a:lnTo>
                <a:lnTo>
                  <a:pt x="930300" y="169252"/>
                </a:lnTo>
                <a:lnTo>
                  <a:pt x="919162" y="191909"/>
                </a:lnTo>
                <a:lnTo>
                  <a:pt x="906297" y="211823"/>
                </a:lnTo>
                <a:lnTo>
                  <a:pt x="891730" y="229146"/>
                </a:lnTo>
                <a:lnTo>
                  <a:pt x="875436" y="244030"/>
                </a:lnTo>
                <a:lnTo>
                  <a:pt x="858532" y="227431"/>
                </a:lnTo>
                <a:lnTo>
                  <a:pt x="844334" y="209537"/>
                </a:lnTo>
                <a:lnTo>
                  <a:pt x="832713" y="190195"/>
                </a:lnTo>
                <a:lnTo>
                  <a:pt x="823531" y="169252"/>
                </a:lnTo>
                <a:lnTo>
                  <a:pt x="930300" y="169252"/>
                </a:lnTo>
                <a:lnTo>
                  <a:pt x="930300" y="146392"/>
                </a:lnTo>
                <a:lnTo>
                  <a:pt x="780859" y="146392"/>
                </a:lnTo>
                <a:lnTo>
                  <a:pt x="780859" y="169252"/>
                </a:lnTo>
                <a:lnTo>
                  <a:pt x="799147" y="169252"/>
                </a:lnTo>
                <a:lnTo>
                  <a:pt x="808570" y="194487"/>
                </a:lnTo>
                <a:lnTo>
                  <a:pt x="820864" y="217538"/>
                </a:lnTo>
                <a:lnTo>
                  <a:pt x="836041" y="238582"/>
                </a:lnTo>
                <a:lnTo>
                  <a:pt x="854100" y="257746"/>
                </a:lnTo>
                <a:lnTo>
                  <a:pt x="830897" y="270941"/>
                </a:lnTo>
                <a:lnTo>
                  <a:pt x="804862" y="282981"/>
                </a:lnTo>
                <a:lnTo>
                  <a:pt x="776058" y="293827"/>
                </a:lnTo>
                <a:lnTo>
                  <a:pt x="744270" y="303568"/>
                </a:lnTo>
                <a:lnTo>
                  <a:pt x="762558" y="326428"/>
                </a:lnTo>
                <a:lnTo>
                  <a:pt x="794562" y="315328"/>
                </a:lnTo>
                <a:lnTo>
                  <a:pt x="824141" y="302793"/>
                </a:lnTo>
                <a:lnTo>
                  <a:pt x="851154" y="289090"/>
                </a:lnTo>
                <a:lnTo>
                  <a:pt x="875436" y="274510"/>
                </a:lnTo>
                <a:lnTo>
                  <a:pt x="898029" y="289687"/>
                </a:lnTo>
                <a:lnTo>
                  <a:pt x="922489" y="302983"/>
                </a:lnTo>
                <a:lnTo>
                  <a:pt x="948944" y="314248"/>
                </a:lnTo>
                <a:lnTo>
                  <a:pt x="977544" y="323380"/>
                </a:lnTo>
                <a:lnTo>
                  <a:pt x="981506" y="317398"/>
                </a:lnTo>
                <a:lnTo>
                  <a:pt x="986358" y="310997"/>
                </a:lnTo>
                <a:lnTo>
                  <a:pt x="991768" y="304304"/>
                </a:lnTo>
                <a:lnTo>
                  <a:pt x="997458" y="297472"/>
                </a:lnTo>
                <a:close/>
              </a:path>
              <a:path w="1789429" h="339089">
                <a:moveTo>
                  <a:pt x="1285684" y="236410"/>
                </a:moveTo>
                <a:lnTo>
                  <a:pt x="1262824" y="236410"/>
                </a:lnTo>
                <a:lnTo>
                  <a:pt x="1262824" y="257746"/>
                </a:lnTo>
                <a:lnTo>
                  <a:pt x="1285684" y="257746"/>
                </a:lnTo>
                <a:lnTo>
                  <a:pt x="1285684" y="236410"/>
                </a:lnTo>
                <a:close/>
              </a:path>
              <a:path w="1789429" h="339089">
                <a:moveTo>
                  <a:pt x="1285684" y="199834"/>
                </a:moveTo>
                <a:lnTo>
                  <a:pt x="1262824" y="199834"/>
                </a:lnTo>
                <a:lnTo>
                  <a:pt x="1262824" y="219646"/>
                </a:lnTo>
                <a:lnTo>
                  <a:pt x="1285684" y="219646"/>
                </a:lnTo>
                <a:lnTo>
                  <a:pt x="1285684" y="199834"/>
                </a:lnTo>
                <a:close/>
              </a:path>
              <a:path w="1789429" h="339089">
                <a:moveTo>
                  <a:pt x="1285684" y="161632"/>
                </a:moveTo>
                <a:lnTo>
                  <a:pt x="1262824" y="161632"/>
                </a:lnTo>
                <a:lnTo>
                  <a:pt x="1262824" y="181546"/>
                </a:lnTo>
                <a:lnTo>
                  <a:pt x="1285684" y="181546"/>
                </a:lnTo>
                <a:lnTo>
                  <a:pt x="1285684" y="161632"/>
                </a:lnTo>
                <a:close/>
              </a:path>
              <a:path w="1789429" h="339089">
                <a:moveTo>
                  <a:pt x="1302448" y="16535"/>
                </a:moveTo>
                <a:lnTo>
                  <a:pt x="1034034" y="16535"/>
                </a:lnTo>
                <a:lnTo>
                  <a:pt x="1034034" y="33045"/>
                </a:lnTo>
                <a:lnTo>
                  <a:pt x="1034034" y="63525"/>
                </a:lnTo>
                <a:lnTo>
                  <a:pt x="1034034" y="82575"/>
                </a:lnTo>
                <a:lnTo>
                  <a:pt x="1034034" y="90195"/>
                </a:lnTo>
                <a:lnTo>
                  <a:pt x="1056894" y="90195"/>
                </a:lnTo>
                <a:lnTo>
                  <a:pt x="1056894" y="82575"/>
                </a:lnTo>
                <a:lnTo>
                  <a:pt x="1279588" y="82575"/>
                </a:lnTo>
                <a:lnTo>
                  <a:pt x="1279588" y="90004"/>
                </a:lnTo>
                <a:lnTo>
                  <a:pt x="1302448" y="90004"/>
                </a:lnTo>
                <a:lnTo>
                  <a:pt x="1302448" y="33528"/>
                </a:lnTo>
                <a:lnTo>
                  <a:pt x="1279588" y="33528"/>
                </a:lnTo>
                <a:lnTo>
                  <a:pt x="1279588" y="63525"/>
                </a:lnTo>
                <a:lnTo>
                  <a:pt x="1220050" y="63525"/>
                </a:lnTo>
                <a:lnTo>
                  <a:pt x="1220050" y="33528"/>
                </a:lnTo>
                <a:lnTo>
                  <a:pt x="1198714" y="33528"/>
                </a:lnTo>
                <a:lnTo>
                  <a:pt x="1198714" y="63525"/>
                </a:lnTo>
                <a:lnTo>
                  <a:pt x="1137754" y="63525"/>
                </a:lnTo>
                <a:lnTo>
                  <a:pt x="1137754" y="33528"/>
                </a:lnTo>
                <a:lnTo>
                  <a:pt x="1116330" y="33528"/>
                </a:lnTo>
                <a:lnTo>
                  <a:pt x="1116330" y="63525"/>
                </a:lnTo>
                <a:lnTo>
                  <a:pt x="1056894" y="63525"/>
                </a:lnTo>
                <a:lnTo>
                  <a:pt x="1056894" y="33045"/>
                </a:lnTo>
                <a:lnTo>
                  <a:pt x="1302448" y="33045"/>
                </a:lnTo>
                <a:lnTo>
                  <a:pt x="1302448" y="16535"/>
                </a:lnTo>
                <a:close/>
              </a:path>
              <a:path w="1789429" h="339089">
                <a:moveTo>
                  <a:pt x="1323784" y="103720"/>
                </a:moveTo>
                <a:lnTo>
                  <a:pt x="1177378" y="103720"/>
                </a:lnTo>
                <a:lnTo>
                  <a:pt x="1177378" y="86956"/>
                </a:lnTo>
                <a:lnTo>
                  <a:pt x="1154518" y="86956"/>
                </a:lnTo>
                <a:lnTo>
                  <a:pt x="1154518" y="103720"/>
                </a:lnTo>
                <a:lnTo>
                  <a:pt x="1012698" y="103720"/>
                </a:lnTo>
                <a:lnTo>
                  <a:pt x="1012698" y="122008"/>
                </a:lnTo>
                <a:lnTo>
                  <a:pt x="1154518" y="122008"/>
                </a:lnTo>
                <a:lnTo>
                  <a:pt x="1154518" y="143344"/>
                </a:lnTo>
                <a:lnTo>
                  <a:pt x="1177378" y="143344"/>
                </a:lnTo>
                <a:lnTo>
                  <a:pt x="1177378" y="122008"/>
                </a:lnTo>
                <a:lnTo>
                  <a:pt x="1323784" y="122008"/>
                </a:lnTo>
                <a:lnTo>
                  <a:pt x="1323784" y="103720"/>
                </a:lnTo>
                <a:close/>
              </a:path>
              <a:path w="1789429" h="339089">
                <a:moveTo>
                  <a:pt x="1331404" y="295935"/>
                </a:moveTo>
                <a:lnTo>
                  <a:pt x="1285684" y="295935"/>
                </a:lnTo>
                <a:lnTo>
                  <a:pt x="1285684" y="274510"/>
                </a:lnTo>
                <a:lnTo>
                  <a:pt x="1262824" y="274510"/>
                </a:lnTo>
                <a:lnTo>
                  <a:pt x="1262824" y="295935"/>
                </a:lnTo>
                <a:lnTo>
                  <a:pt x="1076706" y="295935"/>
                </a:lnTo>
                <a:lnTo>
                  <a:pt x="1076706" y="274345"/>
                </a:lnTo>
                <a:lnTo>
                  <a:pt x="1285684" y="274345"/>
                </a:lnTo>
                <a:lnTo>
                  <a:pt x="1285684" y="257835"/>
                </a:lnTo>
                <a:lnTo>
                  <a:pt x="1076706" y="257835"/>
                </a:lnTo>
                <a:lnTo>
                  <a:pt x="1076706" y="236245"/>
                </a:lnTo>
                <a:lnTo>
                  <a:pt x="1285684" y="236245"/>
                </a:lnTo>
                <a:lnTo>
                  <a:pt x="1285684" y="219735"/>
                </a:lnTo>
                <a:lnTo>
                  <a:pt x="1076706" y="219735"/>
                </a:lnTo>
                <a:lnTo>
                  <a:pt x="1076706" y="199415"/>
                </a:lnTo>
                <a:lnTo>
                  <a:pt x="1285684" y="199415"/>
                </a:lnTo>
                <a:lnTo>
                  <a:pt x="1285684" y="181635"/>
                </a:lnTo>
                <a:lnTo>
                  <a:pt x="1076706" y="181635"/>
                </a:lnTo>
                <a:lnTo>
                  <a:pt x="1076706" y="161315"/>
                </a:lnTo>
                <a:lnTo>
                  <a:pt x="1285684" y="161315"/>
                </a:lnTo>
                <a:lnTo>
                  <a:pt x="1285684" y="143535"/>
                </a:lnTo>
                <a:lnTo>
                  <a:pt x="1053846" y="143535"/>
                </a:lnTo>
                <a:lnTo>
                  <a:pt x="1053846" y="161315"/>
                </a:lnTo>
                <a:lnTo>
                  <a:pt x="1053846" y="181635"/>
                </a:lnTo>
                <a:lnTo>
                  <a:pt x="1053846" y="295935"/>
                </a:lnTo>
                <a:lnTo>
                  <a:pt x="1005078" y="295935"/>
                </a:lnTo>
                <a:lnTo>
                  <a:pt x="1005078" y="314236"/>
                </a:lnTo>
                <a:lnTo>
                  <a:pt x="1331404" y="314236"/>
                </a:lnTo>
                <a:lnTo>
                  <a:pt x="1331404" y="295935"/>
                </a:lnTo>
                <a:close/>
              </a:path>
              <a:path w="1789429" h="339089">
                <a:moveTo>
                  <a:pt x="1461033" y="85432"/>
                </a:moveTo>
                <a:lnTo>
                  <a:pt x="1454150" y="77444"/>
                </a:lnTo>
                <a:lnTo>
                  <a:pt x="1447126" y="69583"/>
                </a:lnTo>
                <a:lnTo>
                  <a:pt x="1439811" y="62001"/>
                </a:lnTo>
                <a:lnTo>
                  <a:pt x="1432077" y="54864"/>
                </a:lnTo>
                <a:lnTo>
                  <a:pt x="1415313" y="67056"/>
                </a:lnTo>
                <a:lnTo>
                  <a:pt x="1422171" y="75133"/>
                </a:lnTo>
                <a:lnTo>
                  <a:pt x="1429029" y="83337"/>
                </a:lnTo>
                <a:lnTo>
                  <a:pt x="1435887" y="91795"/>
                </a:lnTo>
                <a:lnTo>
                  <a:pt x="1442745" y="100672"/>
                </a:lnTo>
                <a:lnTo>
                  <a:pt x="1461033" y="85432"/>
                </a:lnTo>
                <a:close/>
              </a:path>
              <a:path w="1789429" h="339089">
                <a:moveTo>
                  <a:pt x="1477797" y="279184"/>
                </a:moveTo>
                <a:lnTo>
                  <a:pt x="1466367" y="267982"/>
                </a:lnTo>
                <a:lnTo>
                  <a:pt x="1454937" y="257378"/>
                </a:lnTo>
                <a:lnTo>
                  <a:pt x="1443507" y="247370"/>
                </a:lnTo>
                <a:lnTo>
                  <a:pt x="1432077" y="237934"/>
                </a:lnTo>
                <a:lnTo>
                  <a:pt x="1415313" y="254698"/>
                </a:lnTo>
                <a:lnTo>
                  <a:pt x="1427581" y="266090"/>
                </a:lnTo>
                <a:lnTo>
                  <a:pt x="1439125" y="277228"/>
                </a:lnTo>
                <a:lnTo>
                  <a:pt x="1449819" y="287782"/>
                </a:lnTo>
                <a:lnTo>
                  <a:pt x="1459509" y="297472"/>
                </a:lnTo>
                <a:lnTo>
                  <a:pt x="1477797" y="279184"/>
                </a:lnTo>
                <a:close/>
              </a:path>
              <a:path w="1789429" h="339089">
                <a:moveTo>
                  <a:pt x="1511325" y="30480"/>
                </a:moveTo>
                <a:lnTo>
                  <a:pt x="1415313" y="30480"/>
                </a:lnTo>
                <a:lnTo>
                  <a:pt x="1419860" y="23355"/>
                </a:lnTo>
                <a:lnTo>
                  <a:pt x="1424266" y="15811"/>
                </a:lnTo>
                <a:lnTo>
                  <a:pt x="1428381" y="7975"/>
                </a:lnTo>
                <a:lnTo>
                  <a:pt x="1432077" y="0"/>
                </a:lnTo>
                <a:lnTo>
                  <a:pt x="1404645" y="0"/>
                </a:lnTo>
                <a:lnTo>
                  <a:pt x="1392021" y="23126"/>
                </a:lnTo>
                <a:lnTo>
                  <a:pt x="1377124" y="44399"/>
                </a:lnTo>
                <a:lnTo>
                  <a:pt x="1359979" y="63690"/>
                </a:lnTo>
                <a:lnTo>
                  <a:pt x="1340535" y="80860"/>
                </a:lnTo>
                <a:lnTo>
                  <a:pt x="1346644" y="88480"/>
                </a:lnTo>
                <a:lnTo>
                  <a:pt x="1391856" y="64185"/>
                </a:lnTo>
                <a:lnTo>
                  <a:pt x="1401597" y="51816"/>
                </a:lnTo>
                <a:lnTo>
                  <a:pt x="1511325" y="51816"/>
                </a:lnTo>
                <a:lnTo>
                  <a:pt x="1511325" y="30480"/>
                </a:lnTo>
                <a:close/>
              </a:path>
              <a:path w="1789429" h="339089">
                <a:moveTo>
                  <a:pt x="1604391" y="85432"/>
                </a:moveTo>
                <a:lnTo>
                  <a:pt x="1598358" y="78308"/>
                </a:lnTo>
                <a:lnTo>
                  <a:pt x="1591627" y="70726"/>
                </a:lnTo>
                <a:lnTo>
                  <a:pt x="1584020" y="62852"/>
                </a:lnTo>
                <a:lnTo>
                  <a:pt x="1575435" y="54864"/>
                </a:lnTo>
                <a:lnTo>
                  <a:pt x="1558671" y="67056"/>
                </a:lnTo>
                <a:lnTo>
                  <a:pt x="1568094" y="77711"/>
                </a:lnTo>
                <a:lnTo>
                  <a:pt x="1575816" y="86766"/>
                </a:lnTo>
                <a:lnTo>
                  <a:pt x="1581810" y="94373"/>
                </a:lnTo>
                <a:lnTo>
                  <a:pt x="1586103" y="100672"/>
                </a:lnTo>
                <a:lnTo>
                  <a:pt x="1604391" y="85432"/>
                </a:lnTo>
                <a:close/>
              </a:path>
              <a:path w="1789429" h="339089">
                <a:moveTo>
                  <a:pt x="1654683" y="213550"/>
                </a:moveTo>
                <a:lnTo>
                  <a:pt x="1584579" y="213550"/>
                </a:lnTo>
                <a:lnTo>
                  <a:pt x="1584579" y="187642"/>
                </a:lnTo>
                <a:lnTo>
                  <a:pt x="1560195" y="187642"/>
                </a:lnTo>
                <a:lnTo>
                  <a:pt x="1560195" y="213550"/>
                </a:lnTo>
                <a:lnTo>
                  <a:pt x="1354264" y="213550"/>
                </a:lnTo>
                <a:lnTo>
                  <a:pt x="1354264" y="236410"/>
                </a:lnTo>
                <a:lnTo>
                  <a:pt x="1560195" y="236410"/>
                </a:lnTo>
                <a:lnTo>
                  <a:pt x="1560195" y="276136"/>
                </a:lnTo>
                <a:lnTo>
                  <a:pt x="1558518" y="284365"/>
                </a:lnTo>
                <a:lnTo>
                  <a:pt x="1553705" y="290614"/>
                </a:lnTo>
                <a:lnTo>
                  <a:pt x="1546009" y="294563"/>
                </a:lnTo>
                <a:lnTo>
                  <a:pt x="1535709" y="295948"/>
                </a:lnTo>
                <a:lnTo>
                  <a:pt x="1524228" y="295681"/>
                </a:lnTo>
                <a:lnTo>
                  <a:pt x="1512468" y="294995"/>
                </a:lnTo>
                <a:lnTo>
                  <a:pt x="1486941" y="292900"/>
                </a:lnTo>
                <a:lnTo>
                  <a:pt x="1488948" y="300609"/>
                </a:lnTo>
                <a:lnTo>
                  <a:pt x="1490370" y="307759"/>
                </a:lnTo>
                <a:lnTo>
                  <a:pt x="1491234" y="314325"/>
                </a:lnTo>
                <a:lnTo>
                  <a:pt x="1491513" y="320332"/>
                </a:lnTo>
                <a:lnTo>
                  <a:pt x="1541907" y="320332"/>
                </a:lnTo>
                <a:lnTo>
                  <a:pt x="1560779" y="317754"/>
                </a:lnTo>
                <a:lnTo>
                  <a:pt x="1574101" y="310045"/>
                </a:lnTo>
                <a:lnTo>
                  <a:pt x="1581975" y="297180"/>
                </a:lnTo>
                <a:lnTo>
                  <a:pt x="1582153" y="295948"/>
                </a:lnTo>
                <a:lnTo>
                  <a:pt x="1584579" y="279184"/>
                </a:lnTo>
                <a:lnTo>
                  <a:pt x="1584579" y="236410"/>
                </a:lnTo>
                <a:lnTo>
                  <a:pt x="1654683" y="236410"/>
                </a:lnTo>
                <a:lnTo>
                  <a:pt x="1654683" y="213550"/>
                </a:lnTo>
                <a:close/>
              </a:path>
              <a:path w="1789429" h="339089">
                <a:moveTo>
                  <a:pt x="1663827" y="30480"/>
                </a:moveTo>
                <a:lnTo>
                  <a:pt x="1557147" y="30480"/>
                </a:lnTo>
                <a:lnTo>
                  <a:pt x="1561452" y="23355"/>
                </a:lnTo>
                <a:lnTo>
                  <a:pt x="1565338" y="15811"/>
                </a:lnTo>
                <a:lnTo>
                  <a:pt x="1568932" y="7975"/>
                </a:lnTo>
                <a:lnTo>
                  <a:pt x="1572387" y="0"/>
                </a:lnTo>
                <a:lnTo>
                  <a:pt x="1544955" y="0"/>
                </a:lnTo>
                <a:lnTo>
                  <a:pt x="1536065" y="19100"/>
                </a:lnTo>
                <a:lnTo>
                  <a:pt x="1525625" y="37350"/>
                </a:lnTo>
                <a:lnTo>
                  <a:pt x="1513776" y="54470"/>
                </a:lnTo>
                <a:lnTo>
                  <a:pt x="1500657" y="70192"/>
                </a:lnTo>
                <a:lnTo>
                  <a:pt x="1505229" y="71716"/>
                </a:lnTo>
                <a:lnTo>
                  <a:pt x="1512849" y="76288"/>
                </a:lnTo>
                <a:lnTo>
                  <a:pt x="1521993" y="83908"/>
                </a:lnTo>
                <a:lnTo>
                  <a:pt x="1527937" y="75895"/>
                </a:lnTo>
                <a:lnTo>
                  <a:pt x="1534045" y="67868"/>
                </a:lnTo>
                <a:lnTo>
                  <a:pt x="1539862" y="59829"/>
                </a:lnTo>
                <a:lnTo>
                  <a:pt x="1544955" y="51816"/>
                </a:lnTo>
                <a:lnTo>
                  <a:pt x="1663827" y="51816"/>
                </a:lnTo>
                <a:lnTo>
                  <a:pt x="1663827" y="30480"/>
                </a:lnTo>
                <a:close/>
              </a:path>
              <a:path w="1789429" h="339089">
                <a:moveTo>
                  <a:pt x="1666875" y="160108"/>
                </a:moveTo>
                <a:lnTo>
                  <a:pt x="1514373" y="160108"/>
                </a:lnTo>
                <a:lnTo>
                  <a:pt x="1514373" y="126580"/>
                </a:lnTo>
                <a:lnTo>
                  <a:pt x="1644015" y="126580"/>
                </a:lnTo>
                <a:lnTo>
                  <a:pt x="1644015" y="105244"/>
                </a:lnTo>
                <a:lnTo>
                  <a:pt x="1514373" y="105244"/>
                </a:lnTo>
                <a:lnTo>
                  <a:pt x="1514373" y="79336"/>
                </a:lnTo>
                <a:lnTo>
                  <a:pt x="1488465" y="79336"/>
                </a:lnTo>
                <a:lnTo>
                  <a:pt x="1488465" y="105244"/>
                </a:lnTo>
                <a:lnTo>
                  <a:pt x="1366456" y="105244"/>
                </a:lnTo>
                <a:lnTo>
                  <a:pt x="1366456" y="126580"/>
                </a:lnTo>
                <a:lnTo>
                  <a:pt x="1488465" y="126580"/>
                </a:lnTo>
                <a:lnTo>
                  <a:pt x="1488465" y="160108"/>
                </a:lnTo>
                <a:lnTo>
                  <a:pt x="1342072" y="160108"/>
                </a:lnTo>
                <a:lnTo>
                  <a:pt x="1342072" y="181546"/>
                </a:lnTo>
                <a:lnTo>
                  <a:pt x="1666875" y="181546"/>
                </a:lnTo>
                <a:lnTo>
                  <a:pt x="1666875" y="160108"/>
                </a:lnTo>
                <a:close/>
              </a:path>
              <a:path w="1789429" h="339089">
                <a:moveTo>
                  <a:pt x="1788883" y="181546"/>
                </a:moveTo>
                <a:lnTo>
                  <a:pt x="1785188" y="137490"/>
                </a:lnTo>
                <a:lnTo>
                  <a:pt x="1774215" y="96862"/>
                </a:lnTo>
                <a:lnTo>
                  <a:pt x="1756092" y="59677"/>
                </a:lnTo>
                <a:lnTo>
                  <a:pt x="1730971" y="25908"/>
                </a:lnTo>
                <a:lnTo>
                  <a:pt x="1703539" y="25908"/>
                </a:lnTo>
                <a:lnTo>
                  <a:pt x="1728660" y="60540"/>
                </a:lnTo>
                <a:lnTo>
                  <a:pt x="1746783" y="98005"/>
                </a:lnTo>
                <a:lnTo>
                  <a:pt x="1757756" y="138341"/>
                </a:lnTo>
                <a:lnTo>
                  <a:pt x="1761451" y="181546"/>
                </a:lnTo>
                <a:lnTo>
                  <a:pt x="1757743" y="225590"/>
                </a:lnTo>
                <a:lnTo>
                  <a:pt x="1746592" y="266369"/>
                </a:lnTo>
                <a:lnTo>
                  <a:pt x="1728025" y="303999"/>
                </a:lnTo>
                <a:lnTo>
                  <a:pt x="1702015" y="338607"/>
                </a:lnTo>
                <a:lnTo>
                  <a:pt x="1730971" y="338607"/>
                </a:lnTo>
                <a:lnTo>
                  <a:pt x="1756092" y="304647"/>
                </a:lnTo>
                <a:lnTo>
                  <a:pt x="1774215" y="266941"/>
                </a:lnTo>
                <a:lnTo>
                  <a:pt x="1785188" y="225806"/>
                </a:lnTo>
                <a:lnTo>
                  <a:pt x="1788883" y="1815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49928" y="4307776"/>
            <a:ext cx="109823" cy="111347"/>
          </a:xfrm>
          <a:prstGeom prst="rect">
            <a:avLst/>
          </a:prstGeom>
        </p:spPr>
      </p:pic>
      <p:sp>
        <p:nvSpPr>
          <p:cNvPr id="54" name="object 54" descr=""/>
          <p:cNvSpPr/>
          <p:nvPr/>
        </p:nvSpPr>
        <p:spPr>
          <a:xfrm>
            <a:off x="1297584" y="4132326"/>
            <a:ext cx="1784350" cy="439420"/>
          </a:xfrm>
          <a:custGeom>
            <a:avLst/>
            <a:gdLst/>
            <a:ahLst/>
            <a:cxnLst/>
            <a:rect l="l" t="t" r="r" b="b"/>
            <a:pathLst>
              <a:path w="1784350" h="439420">
                <a:moveTo>
                  <a:pt x="436245" y="378333"/>
                </a:moveTo>
                <a:lnTo>
                  <a:pt x="399681" y="369709"/>
                </a:lnTo>
                <a:lnTo>
                  <a:pt x="365861" y="357682"/>
                </a:lnTo>
                <a:lnTo>
                  <a:pt x="335203" y="342239"/>
                </a:lnTo>
                <a:lnTo>
                  <a:pt x="308140" y="323380"/>
                </a:lnTo>
                <a:lnTo>
                  <a:pt x="405676" y="273088"/>
                </a:lnTo>
                <a:lnTo>
                  <a:pt x="381292" y="244030"/>
                </a:lnTo>
                <a:lnTo>
                  <a:pt x="355561" y="260578"/>
                </a:lnTo>
                <a:lnTo>
                  <a:pt x="330987" y="275704"/>
                </a:lnTo>
                <a:lnTo>
                  <a:pt x="307517" y="289128"/>
                </a:lnTo>
                <a:lnTo>
                  <a:pt x="285178" y="300520"/>
                </a:lnTo>
                <a:lnTo>
                  <a:pt x="271157" y="284784"/>
                </a:lnTo>
                <a:lnTo>
                  <a:pt x="258699" y="267322"/>
                </a:lnTo>
                <a:lnTo>
                  <a:pt x="247675" y="248145"/>
                </a:lnTo>
                <a:lnTo>
                  <a:pt x="237934" y="227266"/>
                </a:lnTo>
                <a:lnTo>
                  <a:pt x="433108" y="227266"/>
                </a:lnTo>
                <a:lnTo>
                  <a:pt x="433108" y="196786"/>
                </a:lnTo>
                <a:lnTo>
                  <a:pt x="236410" y="196786"/>
                </a:lnTo>
                <a:lnTo>
                  <a:pt x="236410" y="152501"/>
                </a:lnTo>
                <a:lnTo>
                  <a:pt x="401104" y="152501"/>
                </a:lnTo>
                <a:lnTo>
                  <a:pt x="401104" y="122021"/>
                </a:lnTo>
                <a:lnTo>
                  <a:pt x="236410" y="122021"/>
                </a:lnTo>
                <a:lnTo>
                  <a:pt x="236410" y="79349"/>
                </a:lnTo>
                <a:lnTo>
                  <a:pt x="420916" y="79349"/>
                </a:lnTo>
                <a:lnTo>
                  <a:pt x="420916" y="48768"/>
                </a:lnTo>
                <a:lnTo>
                  <a:pt x="236410" y="48768"/>
                </a:lnTo>
                <a:lnTo>
                  <a:pt x="236410" y="0"/>
                </a:lnTo>
                <a:lnTo>
                  <a:pt x="201358" y="0"/>
                </a:lnTo>
                <a:lnTo>
                  <a:pt x="201358" y="48768"/>
                </a:lnTo>
                <a:lnTo>
                  <a:pt x="18288" y="48768"/>
                </a:lnTo>
                <a:lnTo>
                  <a:pt x="18288" y="79349"/>
                </a:lnTo>
                <a:lnTo>
                  <a:pt x="201358" y="79349"/>
                </a:lnTo>
                <a:lnTo>
                  <a:pt x="201358" y="122021"/>
                </a:lnTo>
                <a:lnTo>
                  <a:pt x="36677" y="122021"/>
                </a:lnTo>
                <a:lnTo>
                  <a:pt x="36677" y="152501"/>
                </a:lnTo>
                <a:lnTo>
                  <a:pt x="201358" y="152501"/>
                </a:lnTo>
                <a:lnTo>
                  <a:pt x="201358" y="196786"/>
                </a:lnTo>
                <a:lnTo>
                  <a:pt x="6096" y="196786"/>
                </a:lnTo>
                <a:lnTo>
                  <a:pt x="6096" y="227266"/>
                </a:lnTo>
                <a:lnTo>
                  <a:pt x="178498" y="227266"/>
                </a:lnTo>
                <a:lnTo>
                  <a:pt x="143294" y="264210"/>
                </a:lnTo>
                <a:lnTo>
                  <a:pt x="101828" y="297268"/>
                </a:lnTo>
                <a:lnTo>
                  <a:pt x="54063" y="326593"/>
                </a:lnTo>
                <a:lnTo>
                  <a:pt x="0" y="352336"/>
                </a:lnTo>
                <a:lnTo>
                  <a:pt x="6578" y="359435"/>
                </a:lnTo>
                <a:lnTo>
                  <a:pt x="12585" y="366826"/>
                </a:lnTo>
                <a:lnTo>
                  <a:pt x="18046" y="374230"/>
                </a:lnTo>
                <a:lnTo>
                  <a:pt x="22961" y="381381"/>
                </a:lnTo>
                <a:lnTo>
                  <a:pt x="50939" y="367309"/>
                </a:lnTo>
                <a:lnTo>
                  <a:pt x="77635" y="352539"/>
                </a:lnTo>
                <a:lnTo>
                  <a:pt x="102895" y="336931"/>
                </a:lnTo>
                <a:lnTo>
                  <a:pt x="126593" y="320332"/>
                </a:lnTo>
                <a:lnTo>
                  <a:pt x="126593" y="381381"/>
                </a:lnTo>
                <a:lnTo>
                  <a:pt x="125755" y="388200"/>
                </a:lnTo>
                <a:lnTo>
                  <a:pt x="123355" y="394716"/>
                </a:lnTo>
                <a:lnTo>
                  <a:pt x="119519" y="400672"/>
                </a:lnTo>
                <a:lnTo>
                  <a:pt x="114401" y="405765"/>
                </a:lnTo>
                <a:lnTo>
                  <a:pt x="134213" y="437769"/>
                </a:lnTo>
                <a:lnTo>
                  <a:pt x="240309" y="395363"/>
                </a:lnTo>
                <a:lnTo>
                  <a:pt x="266890" y="385953"/>
                </a:lnTo>
                <a:lnTo>
                  <a:pt x="266014" y="376732"/>
                </a:lnTo>
                <a:lnTo>
                  <a:pt x="265557" y="367398"/>
                </a:lnTo>
                <a:lnTo>
                  <a:pt x="265366" y="347764"/>
                </a:lnTo>
                <a:lnTo>
                  <a:pt x="240550" y="358038"/>
                </a:lnTo>
                <a:lnTo>
                  <a:pt x="214312" y="368198"/>
                </a:lnTo>
                <a:lnTo>
                  <a:pt x="186931" y="378066"/>
                </a:lnTo>
                <a:lnTo>
                  <a:pt x="158686" y="387477"/>
                </a:lnTo>
                <a:lnTo>
                  <a:pt x="158686" y="294424"/>
                </a:lnTo>
                <a:lnTo>
                  <a:pt x="172326" y="280911"/>
                </a:lnTo>
                <a:lnTo>
                  <a:pt x="185547" y="267512"/>
                </a:lnTo>
                <a:lnTo>
                  <a:pt x="197904" y="253834"/>
                </a:lnTo>
                <a:lnTo>
                  <a:pt x="208978" y="239458"/>
                </a:lnTo>
                <a:lnTo>
                  <a:pt x="231825" y="283070"/>
                </a:lnTo>
                <a:lnTo>
                  <a:pt x="259181" y="320840"/>
                </a:lnTo>
                <a:lnTo>
                  <a:pt x="290944" y="352755"/>
                </a:lnTo>
                <a:lnTo>
                  <a:pt x="327012" y="378815"/>
                </a:lnTo>
                <a:lnTo>
                  <a:pt x="367322" y="399034"/>
                </a:lnTo>
                <a:lnTo>
                  <a:pt x="411772" y="413385"/>
                </a:lnTo>
                <a:lnTo>
                  <a:pt x="429590" y="387464"/>
                </a:lnTo>
                <a:lnTo>
                  <a:pt x="436245" y="378333"/>
                </a:lnTo>
                <a:close/>
              </a:path>
              <a:path w="1784350" h="439420">
                <a:moveTo>
                  <a:pt x="883069" y="312712"/>
                </a:moveTo>
                <a:lnTo>
                  <a:pt x="684758" y="312712"/>
                </a:lnTo>
                <a:lnTo>
                  <a:pt x="684758" y="262318"/>
                </a:lnTo>
                <a:lnTo>
                  <a:pt x="806767" y="262318"/>
                </a:lnTo>
                <a:lnTo>
                  <a:pt x="806767" y="283756"/>
                </a:lnTo>
                <a:lnTo>
                  <a:pt x="840295" y="283756"/>
                </a:lnTo>
                <a:lnTo>
                  <a:pt x="840295" y="70205"/>
                </a:lnTo>
                <a:lnTo>
                  <a:pt x="806767" y="70205"/>
                </a:lnTo>
                <a:lnTo>
                  <a:pt x="806767" y="100685"/>
                </a:lnTo>
                <a:lnTo>
                  <a:pt x="806767" y="150977"/>
                </a:lnTo>
                <a:lnTo>
                  <a:pt x="806767" y="181546"/>
                </a:lnTo>
                <a:lnTo>
                  <a:pt x="806767" y="231838"/>
                </a:lnTo>
                <a:lnTo>
                  <a:pt x="684758" y="231838"/>
                </a:lnTo>
                <a:lnTo>
                  <a:pt x="684758" y="181546"/>
                </a:lnTo>
                <a:lnTo>
                  <a:pt x="806767" y="181546"/>
                </a:lnTo>
                <a:lnTo>
                  <a:pt x="806767" y="150977"/>
                </a:lnTo>
                <a:lnTo>
                  <a:pt x="684758" y="150977"/>
                </a:lnTo>
                <a:lnTo>
                  <a:pt x="684758" y="100685"/>
                </a:lnTo>
                <a:lnTo>
                  <a:pt x="806767" y="100685"/>
                </a:lnTo>
                <a:lnTo>
                  <a:pt x="806767" y="70205"/>
                </a:lnTo>
                <a:lnTo>
                  <a:pt x="750379" y="70205"/>
                </a:lnTo>
                <a:lnTo>
                  <a:pt x="771906" y="46113"/>
                </a:lnTo>
                <a:lnTo>
                  <a:pt x="783170" y="33248"/>
                </a:lnTo>
                <a:lnTo>
                  <a:pt x="794575" y="19812"/>
                </a:lnTo>
                <a:lnTo>
                  <a:pt x="759523" y="1524"/>
                </a:lnTo>
                <a:lnTo>
                  <a:pt x="746950" y="19532"/>
                </a:lnTo>
                <a:lnTo>
                  <a:pt x="734364" y="36969"/>
                </a:lnTo>
                <a:lnTo>
                  <a:pt x="721766" y="53860"/>
                </a:lnTo>
                <a:lnTo>
                  <a:pt x="709142" y="70205"/>
                </a:lnTo>
                <a:lnTo>
                  <a:pt x="651230" y="70205"/>
                </a:lnTo>
                <a:lnTo>
                  <a:pt x="651230" y="100685"/>
                </a:lnTo>
                <a:lnTo>
                  <a:pt x="651230" y="150977"/>
                </a:lnTo>
                <a:lnTo>
                  <a:pt x="651230" y="181546"/>
                </a:lnTo>
                <a:lnTo>
                  <a:pt x="651230" y="231838"/>
                </a:lnTo>
                <a:lnTo>
                  <a:pt x="529209" y="231838"/>
                </a:lnTo>
                <a:lnTo>
                  <a:pt x="529209" y="181546"/>
                </a:lnTo>
                <a:lnTo>
                  <a:pt x="651230" y="181546"/>
                </a:lnTo>
                <a:lnTo>
                  <a:pt x="651230" y="150977"/>
                </a:lnTo>
                <a:lnTo>
                  <a:pt x="529209" y="150977"/>
                </a:lnTo>
                <a:lnTo>
                  <a:pt x="529209" y="100685"/>
                </a:lnTo>
                <a:lnTo>
                  <a:pt x="651230" y="100685"/>
                </a:lnTo>
                <a:lnTo>
                  <a:pt x="651230" y="70205"/>
                </a:lnTo>
                <a:lnTo>
                  <a:pt x="607034" y="70205"/>
                </a:lnTo>
                <a:lnTo>
                  <a:pt x="623798" y="56388"/>
                </a:lnTo>
                <a:lnTo>
                  <a:pt x="597115" y="29337"/>
                </a:lnTo>
                <a:lnTo>
                  <a:pt x="582180" y="14820"/>
                </a:lnTo>
                <a:lnTo>
                  <a:pt x="565785" y="0"/>
                </a:lnTo>
                <a:lnTo>
                  <a:pt x="541401" y="19812"/>
                </a:lnTo>
                <a:lnTo>
                  <a:pt x="576592" y="58432"/>
                </a:lnTo>
                <a:lnTo>
                  <a:pt x="587222" y="70205"/>
                </a:lnTo>
                <a:lnTo>
                  <a:pt x="495681" y="70205"/>
                </a:lnTo>
                <a:lnTo>
                  <a:pt x="495681" y="283756"/>
                </a:lnTo>
                <a:lnTo>
                  <a:pt x="529209" y="283756"/>
                </a:lnTo>
                <a:lnTo>
                  <a:pt x="529209" y="262318"/>
                </a:lnTo>
                <a:lnTo>
                  <a:pt x="651230" y="262318"/>
                </a:lnTo>
                <a:lnTo>
                  <a:pt x="651230" y="312712"/>
                </a:lnTo>
                <a:lnTo>
                  <a:pt x="451485" y="312712"/>
                </a:lnTo>
                <a:lnTo>
                  <a:pt x="451485" y="343192"/>
                </a:lnTo>
                <a:lnTo>
                  <a:pt x="651230" y="343192"/>
                </a:lnTo>
                <a:lnTo>
                  <a:pt x="651230" y="436257"/>
                </a:lnTo>
                <a:lnTo>
                  <a:pt x="684758" y="436257"/>
                </a:lnTo>
                <a:lnTo>
                  <a:pt x="684758" y="343192"/>
                </a:lnTo>
                <a:lnTo>
                  <a:pt x="883069" y="343192"/>
                </a:lnTo>
                <a:lnTo>
                  <a:pt x="883069" y="312712"/>
                </a:lnTo>
                <a:close/>
              </a:path>
              <a:path w="1784350" h="439420">
                <a:moveTo>
                  <a:pt x="1329880" y="215087"/>
                </a:moveTo>
                <a:lnTo>
                  <a:pt x="1276870" y="173888"/>
                </a:lnTo>
                <a:lnTo>
                  <a:pt x="1217015" y="132689"/>
                </a:lnTo>
                <a:lnTo>
                  <a:pt x="1198727" y="154025"/>
                </a:lnTo>
                <a:lnTo>
                  <a:pt x="1198727" y="7620"/>
                </a:lnTo>
                <a:lnTo>
                  <a:pt x="1162151" y="7620"/>
                </a:lnTo>
                <a:lnTo>
                  <a:pt x="1162151" y="366052"/>
                </a:lnTo>
                <a:lnTo>
                  <a:pt x="1198727" y="366052"/>
                </a:lnTo>
                <a:lnTo>
                  <a:pt x="1198727" y="160121"/>
                </a:lnTo>
                <a:lnTo>
                  <a:pt x="1228483" y="181864"/>
                </a:lnTo>
                <a:lnTo>
                  <a:pt x="1256106" y="203454"/>
                </a:lnTo>
                <a:lnTo>
                  <a:pt x="1281734" y="224726"/>
                </a:lnTo>
                <a:lnTo>
                  <a:pt x="1305496" y="245567"/>
                </a:lnTo>
                <a:lnTo>
                  <a:pt x="1329880" y="215087"/>
                </a:lnTo>
                <a:close/>
              </a:path>
              <a:path w="1784350" h="439420">
                <a:moveTo>
                  <a:pt x="1334452" y="382917"/>
                </a:moveTo>
                <a:lnTo>
                  <a:pt x="1281290" y="384721"/>
                </a:lnTo>
                <a:lnTo>
                  <a:pt x="1221397" y="384441"/>
                </a:lnTo>
                <a:lnTo>
                  <a:pt x="1176413" y="381622"/>
                </a:lnTo>
                <a:lnTo>
                  <a:pt x="1139291" y="376821"/>
                </a:lnTo>
                <a:lnTo>
                  <a:pt x="1111796" y="369900"/>
                </a:lnTo>
                <a:lnTo>
                  <a:pt x="1086624" y="358444"/>
                </a:lnTo>
                <a:lnTo>
                  <a:pt x="1075728" y="350812"/>
                </a:lnTo>
                <a:lnTo>
                  <a:pt x="1063752" y="342430"/>
                </a:lnTo>
                <a:lnTo>
                  <a:pt x="1043178" y="321856"/>
                </a:lnTo>
                <a:lnTo>
                  <a:pt x="1059586" y="291376"/>
                </a:lnTo>
                <a:lnTo>
                  <a:pt x="1066901" y="277799"/>
                </a:lnTo>
                <a:lnTo>
                  <a:pt x="1085469" y="230327"/>
                </a:lnTo>
                <a:lnTo>
                  <a:pt x="1098905" y="179412"/>
                </a:lnTo>
                <a:lnTo>
                  <a:pt x="1106957" y="126593"/>
                </a:lnTo>
                <a:lnTo>
                  <a:pt x="1107186" y="125069"/>
                </a:lnTo>
                <a:lnTo>
                  <a:pt x="1107186" y="93065"/>
                </a:lnTo>
                <a:lnTo>
                  <a:pt x="1072134" y="93065"/>
                </a:lnTo>
                <a:lnTo>
                  <a:pt x="1072134" y="126593"/>
                </a:lnTo>
                <a:lnTo>
                  <a:pt x="1066177" y="171437"/>
                </a:lnTo>
                <a:lnTo>
                  <a:pt x="1055370" y="214134"/>
                </a:lnTo>
                <a:lnTo>
                  <a:pt x="1039990" y="254241"/>
                </a:lnTo>
                <a:lnTo>
                  <a:pt x="1020318" y="291376"/>
                </a:lnTo>
                <a:lnTo>
                  <a:pt x="1005154" y="263931"/>
                </a:lnTo>
                <a:lnTo>
                  <a:pt x="991692" y="232232"/>
                </a:lnTo>
                <a:lnTo>
                  <a:pt x="983043" y="205943"/>
                </a:lnTo>
                <a:lnTo>
                  <a:pt x="979944" y="196519"/>
                </a:lnTo>
                <a:lnTo>
                  <a:pt x="969924" y="157073"/>
                </a:lnTo>
                <a:lnTo>
                  <a:pt x="972451" y="149313"/>
                </a:lnTo>
                <a:lnTo>
                  <a:pt x="978077" y="134353"/>
                </a:lnTo>
                <a:lnTo>
                  <a:pt x="980592" y="126593"/>
                </a:lnTo>
                <a:lnTo>
                  <a:pt x="1072134" y="126593"/>
                </a:lnTo>
                <a:lnTo>
                  <a:pt x="1072134" y="93065"/>
                </a:lnTo>
                <a:lnTo>
                  <a:pt x="991362" y="93065"/>
                </a:lnTo>
                <a:lnTo>
                  <a:pt x="996810" y="73329"/>
                </a:lnTo>
                <a:lnTo>
                  <a:pt x="1001839" y="53009"/>
                </a:lnTo>
                <a:lnTo>
                  <a:pt x="1006576" y="32118"/>
                </a:lnTo>
                <a:lnTo>
                  <a:pt x="1011174" y="10668"/>
                </a:lnTo>
                <a:lnTo>
                  <a:pt x="974496" y="6096"/>
                </a:lnTo>
                <a:lnTo>
                  <a:pt x="963333" y="56984"/>
                </a:lnTo>
                <a:lnTo>
                  <a:pt x="949896" y="105232"/>
                </a:lnTo>
                <a:lnTo>
                  <a:pt x="934123" y="150761"/>
                </a:lnTo>
                <a:lnTo>
                  <a:pt x="915936" y="193497"/>
                </a:lnTo>
                <a:lnTo>
                  <a:pt x="895248" y="233375"/>
                </a:lnTo>
                <a:lnTo>
                  <a:pt x="902944" y="241960"/>
                </a:lnTo>
                <a:lnTo>
                  <a:pt x="909916" y="249567"/>
                </a:lnTo>
                <a:lnTo>
                  <a:pt x="916038" y="256298"/>
                </a:lnTo>
                <a:lnTo>
                  <a:pt x="921156" y="262331"/>
                </a:lnTo>
                <a:lnTo>
                  <a:pt x="928255" y="248589"/>
                </a:lnTo>
                <a:lnTo>
                  <a:pt x="935634" y="234708"/>
                </a:lnTo>
                <a:lnTo>
                  <a:pt x="943025" y="220535"/>
                </a:lnTo>
                <a:lnTo>
                  <a:pt x="950112" y="205943"/>
                </a:lnTo>
                <a:lnTo>
                  <a:pt x="960094" y="239052"/>
                </a:lnTo>
                <a:lnTo>
                  <a:pt x="971651" y="269608"/>
                </a:lnTo>
                <a:lnTo>
                  <a:pt x="984669" y="297319"/>
                </a:lnTo>
                <a:lnTo>
                  <a:pt x="998982" y="321856"/>
                </a:lnTo>
                <a:lnTo>
                  <a:pt x="978331" y="347306"/>
                </a:lnTo>
                <a:lnTo>
                  <a:pt x="955268" y="371055"/>
                </a:lnTo>
                <a:lnTo>
                  <a:pt x="929665" y="393090"/>
                </a:lnTo>
                <a:lnTo>
                  <a:pt x="901344" y="413397"/>
                </a:lnTo>
                <a:lnTo>
                  <a:pt x="908329" y="419277"/>
                </a:lnTo>
                <a:lnTo>
                  <a:pt x="915822" y="425780"/>
                </a:lnTo>
                <a:lnTo>
                  <a:pt x="923213" y="432460"/>
                </a:lnTo>
                <a:lnTo>
                  <a:pt x="930300" y="439305"/>
                </a:lnTo>
                <a:lnTo>
                  <a:pt x="956640" y="419277"/>
                </a:lnTo>
                <a:lnTo>
                  <a:pt x="980833" y="397954"/>
                </a:lnTo>
                <a:lnTo>
                  <a:pt x="1003033" y="375183"/>
                </a:lnTo>
                <a:lnTo>
                  <a:pt x="1023366" y="350812"/>
                </a:lnTo>
                <a:lnTo>
                  <a:pt x="1047419" y="372579"/>
                </a:lnTo>
                <a:lnTo>
                  <a:pt x="1103553" y="402336"/>
                </a:lnTo>
                <a:lnTo>
                  <a:pt x="1172794" y="416064"/>
                </a:lnTo>
                <a:lnTo>
                  <a:pt x="1216063" y="419493"/>
                </a:lnTo>
                <a:lnTo>
                  <a:pt x="1265936" y="420636"/>
                </a:lnTo>
                <a:lnTo>
                  <a:pt x="1322260" y="419493"/>
                </a:lnTo>
                <a:lnTo>
                  <a:pt x="1324813" y="410349"/>
                </a:lnTo>
                <a:lnTo>
                  <a:pt x="1327785" y="401205"/>
                </a:lnTo>
                <a:lnTo>
                  <a:pt x="1331048" y="392061"/>
                </a:lnTo>
                <a:lnTo>
                  <a:pt x="1333690" y="384962"/>
                </a:lnTo>
                <a:lnTo>
                  <a:pt x="1334452" y="382917"/>
                </a:lnTo>
                <a:close/>
              </a:path>
              <a:path w="1784350" h="439420">
                <a:moveTo>
                  <a:pt x="1502194" y="355384"/>
                </a:moveTo>
                <a:lnTo>
                  <a:pt x="1497622" y="320332"/>
                </a:lnTo>
                <a:lnTo>
                  <a:pt x="1483880" y="324662"/>
                </a:lnTo>
                <a:lnTo>
                  <a:pt x="1441221" y="337096"/>
                </a:lnTo>
                <a:lnTo>
                  <a:pt x="1441221" y="212026"/>
                </a:lnTo>
                <a:lnTo>
                  <a:pt x="1497622" y="212026"/>
                </a:lnTo>
                <a:lnTo>
                  <a:pt x="1497622" y="181546"/>
                </a:lnTo>
                <a:lnTo>
                  <a:pt x="1441221" y="181546"/>
                </a:lnTo>
                <a:lnTo>
                  <a:pt x="1441221" y="71729"/>
                </a:lnTo>
                <a:lnTo>
                  <a:pt x="1500670" y="71729"/>
                </a:lnTo>
                <a:lnTo>
                  <a:pt x="1500670" y="41148"/>
                </a:lnTo>
                <a:lnTo>
                  <a:pt x="1349692" y="41148"/>
                </a:lnTo>
                <a:lnTo>
                  <a:pt x="1349692" y="71729"/>
                </a:lnTo>
                <a:lnTo>
                  <a:pt x="1409217" y="71729"/>
                </a:lnTo>
                <a:lnTo>
                  <a:pt x="1409217" y="181546"/>
                </a:lnTo>
                <a:lnTo>
                  <a:pt x="1354264" y="181546"/>
                </a:lnTo>
                <a:lnTo>
                  <a:pt x="1354264" y="212026"/>
                </a:lnTo>
                <a:lnTo>
                  <a:pt x="1409217" y="212026"/>
                </a:lnTo>
                <a:lnTo>
                  <a:pt x="1409217" y="346240"/>
                </a:lnTo>
                <a:lnTo>
                  <a:pt x="1393139" y="349910"/>
                </a:lnTo>
                <a:lnTo>
                  <a:pt x="1360474" y="357809"/>
                </a:lnTo>
                <a:lnTo>
                  <a:pt x="1343596" y="361480"/>
                </a:lnTo>
                <a:lnTo>
                  <a:pt x="1355788" y="396633"/>
                </a:lnTo>
                <a:lnTo>
                  <a:pt x="1427848" y="375437"/>
                </a:lnTo>
                <a:lnTo>
                  <a:pt x="1464741" y="365048"/>
                </a:lnTo>
                <a:lnTo>
                  <a:pt x="1502194" y="355384"/>
                </a:lnTo>
                <a:close/>
              </a:path>
              <a:path w="1784350" h="439420">
                <a:moveTo>
                  <a:pt x="1784324" y="387477"/>
                </a:moveTo>
                <a:lnTo>
                  <a:pt x="1653159" y="387477"/>
                </a:lnTo>
                <a:lnTo>
                  <a:pt x="1653159" y="324904"/>
                </a:lnTo>
                <a:lnTo>
                  <a:pt x="1764512" y="324904"/>
                </a:lnTo>
                <a:lnTo>
                  <a:pt x="1764512" y="294424"/>
                </a:lnTo>
                <a:lnTo>
                  <a:pt x="1653159" y="294424"/>
                </a:lnTo>
                <a:lnTo>
                  <a:pt x="1653159" y="236410"/>
                </a:lnTo>
                <a:lnTo>
                  <a:pt x="1723364" y="236410"/>
                </a:lnTo>
                <a:lnTo>
                  <a:pt x="1723364" y="251650"/>
                </a:lnTo>
                <a:lnTo>
                  <a:pt x="1755368" y="251650"/>
                </a:lnTo>
                <a:lnTo>
                  <a:pt x="1755368" y="25908"/>
                </a:lnTo>
                <a:lnTo>
                  <a:pt x="1723364" y="25908"/>
                </a:lnTo>
                <a:lnTo>
                  <a:pt x="1723364" y="54864"/>
                </a:lnTo>
                <a:lnTo>
                  <a:pt x="1723364" y="115925"/>
                </a:lnTo>
                <a:lnTo>
                  <a:pt x="1723364" y="144881"/>
                </a:lnTo>
                <a:lnTo>
                  <a:pt x="1723364" y="205930"/>
                </a:lnTo>
                <a:lnTo>
                  <a:pt x="1653159" y="205930"/>
                </a:lnTo>
                <a:lnTo>
                  <a:pt x="1653159" y="144881"/>
                </a:lnTo>
                <a:lnTo>
                  <a:pt x="1723364" y="144881"/>
                </a:lnTo>
                <a:lnTo>
                  <a:pt x="1723364" y="115925"/>
                </a:lnTo>
                <a:lnTo>
                  <a:pt x="1653159" y="115925"/>
                </a:lnTo>
                <a:lnTo>
                  <a:pt x="1653159" y="54864"/>
                </a:lnTo>
                <a:lnTo>
                  <a:pt x="1723364" y="54864"/>
                </a:lnTo>
                <a:lnTo>
                  <a:pt x="1723364" y="25908"/>
                </a:lnTo>
                <a:lnTo>
                  <a:pt x="1619631" y="25908"/>
                </a:lnTo>
                <a:lnTo>
                  <a:pt x="1619631" y="54864"/>
                </a:lnTo>
                <a:lnTo>
                  <a:pt x="1619631" y="115925"/>
                </a:lnTo>
                <a:lnTo>
                  <a:pt x="1619631" y="144881"/>
                </a:lnTo>
                <a:lnTo>
                  <a:pt x="1619631" y="205930"/>
                </a:lnTo>
                <a:lnTo>
                  <a:pt x="1549527" y="205930"/>
                </a:lnTo>
                <a:lnTo>
                  <a:pt x="1549527" y="144881"/>
                </a:lnTo>
                <a:lnTo>
                  <a:pt x="1619631" y="144881"/>
                </a:lnTo>
                <a:lnTo>
                  <a:pt x="1619631" y="115925"/>
                </a:lnTo>
                <a:lnTo>
                  <a:pt x="1549527" y="115925"/>
                </a:lnTo>
                <a:lnTo>
                  <a:pt x="1549527" y="54864"/>
                </a:lnTo>
                <a:lnTo>
                  <a:pt x="1619631" y="54864"/>
                </a:lnTo>
                <a:lnTo>
                  <a:pt x="1619631" y="25908"/>
                </a:lnTo>
                <a:lnTo>
                  <a:pt x="1517434" y="25908"/>
                </a:lnTo>
                <a:lnTo>
                  <a:pt x="1517434" y="251650"/>
                </a:lnTo>
                <a:lnTo>
                  <a:pt x="1549527" y="251650"/>
                </a:lnTo>
                <a:lnTo>
                  <a:pt x="1549527" y="236410"/>
                </a:lnTo>
                <a:lnTo>
                  <a:pt x="1619631" y="236410"/>
                </a:lnTo>
                <a:lnTo>
                  <a:pt x="1619631" y="294424"/>
                </a:lnTo>
                <a:lnTo>
                  <a:pt x="1508290" y="294424"/>
                </a:lnTo>
                <a:lnTo>
                  <a:pt x="1508290" y="324904"/>
                </a:lnTo>
                <a:lnTo>
                  <a:pt x="1619631" y="324904"/>
                </a:lnTo>
                <a:lnTo>
                  <a:pt x="1619631" y="387477"/>
                </a:lnTo>
                <a:lnTo>
                  <a:pt x="1482382" y="387477"/>
                </a:lnTo>
                <a:lnTo>
                  <a:pt x="1482382" y="417969"/>
                </a:lnTo>
                <a:lnTo>
                  <a:pt x="1784324" y="417969"/>
                </a:lnTo>
                <a:lnTo>
                  <a:pt x="1784324" y="3874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object 5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49928" y="4954523"/>
            <a:ext cx="109823" cy="109823"/>
          </a:xfrm>
          <a:prstGeom prst="rect">
            <a:avLst/>
          </a:prstGeom>
        </p:spPr>
      </p:pic>
      <p:sp>
        <p:nvSpPr>
          <p:cNvPr id="56" name="object 56" descr=""/>
          <p:cNvSpPr/>
          <p:nvPr/>
        </p:nvSpPr>
        <p:spPr>
          <a:xfrm>
            <a:off x="1300632" y="4776025"/>
            <a:ext cx="880110" cy="434975"/>
          </a:xfrm>
          <a:custGeom>
            <a:avLst/>
            <a:gdLst/>
            <a:ahLst/>
            <a:cxnLst/>
            <a:rect l="l" t="t" r="r" b="b"/>
            <a:pathLst>
              <a:path w="880110" h="434975">
                <a:moveTo>
                  <a:pt x="417868" y="70205"/>
                </a:moveTo>
                <a:lnTo>
                  <a:pt x="233362" y="70205"/>
                </a:lnTo>
                <a:lnTo>
                  <a:pt x="254698" y="56489"/>
                </a:lnTo>
                <a:lnTo>
                  <a:pt x="244983" y="43548"/>
                </a:lnTo>
                <a:lnTo>
                  <a:pt x="234124" y="29921"/>
                </a:lnTo>
                <a:lnTo>
                  <a:pt x="222123" y="15455"/>
                </a:lnTo>
                <a:lnTo>
                  <a:pt x="208978" y="0"/>
                </a:lnTo>
                <a:lnTo>
                  <a:pt x="180022" y="19812"/>
                </a:lnTo>
                <a:lnTo>
                  <a:pt x="190906" y="33261"/>
                </a:lnTo>
                <a:lnTo>
                  <a:pt x="200787" y="46151"/>
                </a:lnTo>
                <a:lnTo>
                  <a:pt x="209816" y="58470"/>
                </a:lnTo>
                <a:lnTo>
                  <a:pt x="218122" y="70205"/>
                </a:lnTo>
                <a:lnTo>
                  <a:pt x="16865" y="70205"/>
                </a:lnTo>
                <a:lnTo>
                  <a:pt x="16865" y="160210"/>
                </a:lnTo>
                <a:lnTo>
                  <a:pt x="51917" y="160210"/>
                </a:lnTo>
                <a:lnTo>
                  <a:pt x="51917" y="102209"/>
                </a:lnTo>
                <a:lnTo>
                  <a:pt x="382816" y="102209"/>
                </a:lnTo>
                <a:lnTo>
                  <a:pt x="382816" y="160210"/>
                </a:lnTo>
                <a:lnTo>
                  <a:pt x="417868" y="160210"/>
                </a:lnTo>
                <a:lnTo>
                  <a:pt x="417868" y="102209"/>
                </a:lnTo>
                <a:lnTo>
                  <a:pt x="417868" y="70205"/>
                </a:lnTo>
                <a:close/>
              </a:path>
              <a:path w="880110" h="434975">
                <a:moveTo>
                  <a:pt x="433197" y="263944"/>
                </a:moveTo>
                <a:lnTo>
                  <a:pt x="240982" y="263944"/>
                </a:lnTo>
                <a:lnTo>
                  <a:pt x="240982" y="251752"/>
                </a:lnTo>
                <a:lnTo>
                  <a:pt x="346240" y="186118"/>
                </a:lnTo>
                <a:lnTo>
                  <a:pt x="346240" y="149542"/>
                </a:lnTo>
                <a:lnTo>
                  <a:pt x="79349" y="149542"/>
                </a:lnTo>
                <a:lnTo>
                  <a:pt x="79349" y="181546"/>
                </a:lnTo>
                <a:lnTo>
                  <a:pt x="291274" y="181546"/>
                </a:lnTo>
                <a:lnTo>
                  <a:pt x="205930" y="236410"/>
                </a:lnTo>
                <a:lnTo>
                  <a:pt x="205930" y="263944"/>
                </a:lnTo>
                <a:lnTo>
                  <a:pt x="0" y="263944"/>
                </a:lnTo>
                <a:lnTo>
                  <a:pt x="0" y="295948"/>
                </a:lnTo>
                <a:lnTo>
                  <a:pt x="205930" y="295948"/>
                </a:lnTo>
                <a:lnTo>
                  <a:pt x="205930" y="366153"/>
                </a:lnTo>
                <a:lnTo>
                  <a:pt x="204190" y="380149"/>
                </a:lnTo>
                <a:lnTo>
                  <a:pt x="198882" y="390156"/>
                </a:lnTo>
                <a:lnTo>
                  <a:pt x="189852" y="396151"/>
                </a:lnTo>
                <a:lnTo>
                  <a:pt x="176974" y="398157"/>
                </a:lnTo>
                <a:lnTo>
                  <a:pt x="162928" y="397840"/>
                </a:lnTo>
                <a:lnTo>
                  <a:pt x="148158" y="396824"/>
                </a:lnTo>
                <a:lnTo>
                  <a:pt x="132537" y="394931"/>
                </a:lnTo>
                <a:lnTo>
                  <a:pt x="115925" y="392061"/>
                </a:lnTo>
                <a:lnTo>
                  <a:pt x="117068" y="403174"/>
                </a:lnTo>
                <a:lnTo>
                  <a:pt x="118211" y="413588"/>
                </a:lnTo>
                <a:lnTo>
                  <a:pt x="119354" y="423125"/>
                </a:lnTo>
                <a:lnTo>
                  <a:pt x="120497" y="431685"/>
                </a:lnTo>
                <a:lnTo>
                  <a:pt x="140817" y="431914"/>
                </a:lnTo>
                <a:lnTo>
                  <a:pt x="173507" y="432968"/>
                </a:lnTo>
                <a:lnTo>
                  <a:pt x="227266" y="418731"/>
                </a:lnTo>
                <a:lnTo>
                  <a:pt x="237959" y="398157"/>
                </a:lnTo>
                <a:lnTo>
                  <a:pt x="240982" y="376821"/>
                </a:lnTo>
                <a:lnTo>
                  <a:pt x="240982" y="295948"/>
                </a:lnTo>
                <a:lnTo>
                  <a:pt x="433197" y="295948"/>
                </a:lnTo>
                <a:lnTo>
                  <a:pt x="433197" y="263944"/>
                </a:lnTo>
                <a:close/>
              </a:path>
              <a:path w="880110" h="434975">
                <a:moveTo>
                  <a:pt x="585698" y="149542"/>
                </a:moveTo>
                <a:lnTo>
                  <a:pt x="553593" y="132689"/>
                </a:lnTo>
                <a:lnTo>
                  <a:pt x="527900" y="178181"/>
                </a:lnTo>
                <a:lnTo>
                  <a:pt x="501205" y="218516"/>
                </a:lnTo>
                <a:lnTo>
                  <a:pt x="473659" y="253695"/>
                </a:lnTo>
                <a:lnTo>
                  <a:pt x="445389" y="283756"/>
                </a:lnTo>
                <a:lnTo>
                  <a:pt x="450608" y="292874"/>
                </a:lnTo>
                <a:lnTo>
                  <a:pt x="455104" y="301853"/>
                </a:lnTo>
                <a:lnTo>
                  <a:pt x="459320" y="310540"/>
                </a:lnTo>
                <a:lnTo>
                  <a:pt x="463677" y="318808"/>
                </a:lnTo>
                <a:lnTo>
                  <a:pt x="476491" y="304787"/>
                </a:lnTo>
                <a:lnTo>
                  <a:pt x="489585" y="290042"/>
                </a:lnTo>
                <a:lnTo>
                  <a:pt x="502678" y="274447"/>
                </a:lnTo>
                <a:lnTo>
                  <a:pt x="515493" y="257848"/>
                </a:lnTo>
                <a:lnTo>
                  <a:pt x="515493" y="434733"/>
                </a:lnTo>
                <a:lnTo>
                  <a:pt x="550545" y="434733"/>
                </a:lnTo>
                <a:lnTo>
                  <a:pt x="550545" y="257848"/>
                </a:lnTo>
                <a:lnTo>
                  <a:pt x="550545" y="208991"/>
                </a:lnTo>
                <a:lnTo>
                  <a:pt x="559460" y="194983"/>
                </a:lnTo>
                <a:lnTo>
                  <a:pt x="568121" y="180403"/>
                </a:lnTo>
                <a:lnTo>
                  <a:pt x="576770" y="165265"/>
                </a:lnTo>
                <a:lnTo>
                  <a:pt x="585698" y="149542"/>
                </a:lnTo>
                <a:close/>
              </a:path>
              <a:path w="880110" h="434975">
                <a:moveTo>
                  <a:pt x="623798" y="126593"/>
                </a:moveTo>
                <a:lnTo>
                  <a:pt x="614362" y="114261"/>
                </a:lnTo>
                <a:lnTo>
                  <a:pt x="604367" y="102209"/>
                </a:lnTo>
                <a:lnTo>
                  <a:pt x="593788" y="90157"/>
                </a:lnTo>
                <a:lnTo>
                  <a:pt x="582650" y="77825"/>
                </a:lnTo>
                <a:lnTo>
                  <a:pt x="556641" y="96113"/>
                </a:lnTo>
                <a:lnTo>
                  <a:pt x="571030" y="113855"/>
                </a:lnTo>
                <a:lnTo>
                  <a:pt x="582256" y="128320"/>
                </a:lnTo>
                <a:lnTo>
                  <a:pt x="590600" y="139661"/>
                </a:lnTo>
                <a:lnTo>
                  <a:pt x="596366" y="148018"/>
                </a:lnTo>
                <a:lnTo>
                  <a:pt x="623798" y="126593"/>
                </a:lnTo>
                <a:close/>
              </a:path>
              <a:path w="880110" h="434975">
                <a:moveTo>
                  <a:pt x="678662" y="47345"/>
                </a:moveTo>
                <a:lnTo>
                  <a:pt x="550545" y="47345"/>
                </a:lnTo>
                <a:lnTo>
                  <a:pt x="555993" y="36741"/>
                </a:lnTo>
                <a:lnTo>
                  <a:pt x="561022" y="25730"/>
                </a:lnTo>
                <a:lnTo>
                  <a:pt x="565759" y="14465"/>
                </a:lnTo>
                <a:lnTo>
                  <a:pt x="570357" y="3048"/>
                </a:lnTo>
                <a:lnTo>
                  <a:pt x="532257" y="3048"/>
                </a:lnTo>
                <a:lnTo>
                  <a:pt x="515708" y="40538"/>
                </a:lnTo>
                <a:lnTo>
                  <a:pt x="495871" y="75145"/>
                </a:lnTo>
                <a:lnTo>
                  <a:pt x="472897" y="106870"/>
                </a:lnTo>
                <a:lnTo>
                  <a:pt x="446913" y="135737"/>
                </a:lnTo>
                <a:lnTo>
                  <a:pt x="453682" y="143230"/>
                </a:lnTo>
                <a:lnTo>
                  <a:pt x="466204" y="155981"/>
                </a:lnTo>
                <a:lnTo>
                  <a:pt x="471297" y="161734"/>
                </a:lnTo>
                <a:lnTo>
                  <a:pt x="489013" y="141947"/>
                </a:lnTo>
                <a:lnTo>
                  <a:pt x="505587" y="121462"/>
                </a:lnTo>
                <a:lnTo>
                  <a:pt x="521017" y="100139"/>
                </a:lnTo>
                <a:lnTo>
                  <a:pt x="535305" y="77825"/>
                </a:lnTo>
                <a:lnTo>
                  <a:pt x="582650" y="77825"/>
                </a:lnTo>
                <a:lnTo>
                  <a:pt x="678662" y="77825"/>
                </a:lnTo>
                <a:lnTo>
                  <a:pt x="678662" y="47345"/>
                </a:lnTo>
                <a:close/>
              </a:path>
              <a:path w="880110" h="434975">
                <a:moveTo>
                  <a:pt x="695426" y="327952"/>
                </a:moveTo>
                <a:lnTo>
                  <a:pt x="683425" y="308521"/>
                </a:lnTo>
                <a:lnTo>
                  <a:pt x="670280" y="289090"/>
                </a:lnTo>
                <a:lnTo>
                  <a:pt x="655993" y="269659"/>
                </a:lnTo>
                <a:lnTo>
                  <a:pt x="640562" y="250228"/>
                </a:lnTo>
                <a:lnTo>
                  <a:pt x="611606" y="268516"/>
                </a:lnTo>
                <a:lnTo>
                  <a:pt x="626795" y="289039"/>
                </a:lnTo>
                <a:lnTo>
                  <a:pt x="640562" y="309283"/>
                </a:lnTo>
                <a:lnTo>
                  <a:pt x="653173" y="328955"/>
                </a:lnTo>
                <a:lnTo>
                  <a:pt x="664946" y="347764"/>
                </a:lnTo>
                <a:lnTo>
                  <a:pt x="695426" y="327952"/>
                </a:lnTo>
                <a:close/>
              </a:path>
              <a:path w="880110" h="434975">
                <a:moveTo>
                  <a:pt x="817435" y="125069"/>
                </a:moveTo>
                <a:lnTo>
                  <a:pt x="809459" y="114477"/>
                </a:lnTo>
                <a:lnTo>
                  <a:pt x="799338" y="103162"/>
                </a:lnTo>
                <a:lnTo>
                  <a:pt x="787222" y="90995"/>
                </a:lnTo>
                <a:lnTo>
                  <a:pt x="773239" y="77825"/>
                </a:lnTo>
                <a:lnTo>
                  <a:pt x="750379" y="96113"/>
                </a:lnTo>
                <a:lnTo>
                  <a:pt x="761504" y="108661"/>
                </a:lnTo>
                <a:lnTo>
                  <a:pt x="771906" y="121081"/>
                </a:lnTo>
                <a:lnTo>
                  <a:pt x="781456" y="133235"/>
                </a:lnTo>
                <a:lnTo>
                  <a:pt x="790003" y="144970"/>
                </a:lnTo>
                <a:lnTo>
                  <a:pt x="817435" y="125069"/>
                </a:lnTo>
                <a:close/>
              </a:path>
              <a:path w="880110" h="434975">
                <a:moveTo>
                  <a:pt x="880021" y="201358"/>
                </a:moveTo>
                <a:lnTo>
                  <a:pt x="805243" y="201358"/>
                </a:lnTo>
                <a:lnTo>
                  <a:pt x="805243" y="151066"/>
                </a:lnTo>
                <a:lnTo>
                  <a:pt x="770191" y="151066"/>
                </a:lnTo>
                <a:lnTo>
                  <a:pt x="770191" y="201358"/>
                </a:lnTo>
                <a:lnTo>
                  <a:pt x="578078" y="201358"/>
                </a:lnTo>
                <a:lnTo>
                  <a:pt x="578078" y="233375"/>
                </a:lnTo>
                <a:lnTo>
                  <a:pt x="770191" y="233375"/>
                </a:lnTo>
                <a:lnTo>
                  <a:pt x="770191" y="375297"/>
                </a:lnTo>
                <a:lnTo>
                  <a:pt x="768769" y="385533"/>
                </a:lnTo>
                <a:lnTo>
                  <a:pt x="764476" y="393204"/>
                </a:lnTo>
                <a:lnTo>
                  <a:pt x="757339" y="398005"/>
                </a:lnTo>
                <a:lnTo>
                  <a:pt x="747331" y="399681"/>
                </a:lnTo>
                <a:lnTo>
                  <a:pt x="732409" y="399389"/>
                </a:lnTo>
                <a:lnTo>
                  <a:pt x="717181" y="398538"/>
                </a:lnTo>
                <a:lnTo>
                  <a:pt x="701382" y="397103"/>
                </a:lnTo>
                <a:lnTo>
                  <a:pt x="684758" y="395109"/>
                </a:lnTo>
                <a:lnTo>
                  <a:pt x="686777" y="405104"/>
                </a:lnTo>
                <a:lnTo>
                  <a:pt x="688378" y="414540"/>
                </a:lnTo>
                <a:lnTo>
                  <a:pt x="689686" y="423392"/>
                </a:lnTo>
                <a:lnTo>
                  <a:pt x="690854" y="431685"/>
                </a:lnTo>
                <a:lnTo>
                  <a:pt x="756475" y="431685"/>
                </a:lnTo>
                <a:lnTo>
                  <a:pt x="792861" y="418922"/>
                </a:lnTo>
                <a:lnTo>
                  <a:pt x="805243" y="379869"/>
                </a:lnTo>
                <a:lnTo>
                  <a:pt x="805243" y="233375"/>
                </a:lnTo>
                <a:lnTo>
                  <a:pt x="880021" y="233375"/>
                </a:lnTo>
                <a:lnTo>
                  <a:pt x="880021" y="201358"/>
                </a:lnTo>
                <a:close/>
              </a:path>
              <a:path w="880110" h="434975">
                <a:moveTo>
                  <a:pt x="880021" y="47345"/>
                </a:moveTo>
                <a:lnTo>
                  <a:pt x="739711" y="47345"/>
                </a:lnTo>
                <a:lnTo>
                  <a:pt x="744499" y="36741"/>
                </a:lnTo>
                <a:lnTo>
                  <a:pt x="749427" y="25730"/>
                </a:lnTo>
                <a:lnTo>
                  <a:pt x="754075" y="14465"/>
                </a:lnTo>
                <a:lnTo>
                  <a:pt x="757999" y="3048"/>
                </a:lnTo>
                <a:lnTo>
                  <a:pt x="719899" y="3048"/>
                </a:lnTo>
                <a:lnTo>
                  <a:pt x="705561" y="37376"/>
                </a:lnTo>
                <a:lnTo>
                  <a:pt x="687806" y="71526"/>
                </a:lnTo>
                <a:lnTo>
                  <a:pt x="666661" y="105371"/>
                </a:lnTo>
                <a:lnTo>
                  <a:pt x="642086" y="138785"/>
                </a:lnTo>
                <a:lnTo>
                  <a:pt x="649795" y="145656"/>
                </a:lnTo>
                <a:lnTo>
                  <a:pt x="663511" y="158165"/>
                </a:lnTo>
                <a:lnTo>
                  <a:pt x="669518" y="163258"/>
                </a:lnTo>
                <a:lnTo>
                  <a:pt x="684060" y="143268"/>
                </a:lnTo>
                <a:lnTo>
                  <a:pt x="698093" y="122224"/>
                </a:lnTo>
                <a:lnTo>
                  <a:pt x="711555" y="100380"/>
                </a:lnTo>
                <a:lnTo>
                  <a:pt x="724471" y="77825"/>
                </a:lnTo>
                <a:lnTo>
                  <a:pt x="773239" y="77825"/>
                </a:lnTo>
                <a:lnTo>
                  <a:pt x="880021" y="77825"/>
                </a:lnTo>
                <a:lnTo>
                  <a:pt x="880021" y="473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2226373" y="4782121"/>
            <a:ext cx="2204085" cy="438150"/>
          </a:xfrm>
          <a:custGeom>
            <a:avLst/>
            <a:gdLst/>
            <a:ahLst/>
            <a:cxnLst/>
            <a:rect l="l" t="t" r="r" b="b"/>
            <a:pathLst>
              <a:path w="2204085" h="438150">
                <a:moveTo>
                  <a:pt x="204406" y="346341"/>
                </a:moveTo>
                <a:lnTo>
                  <a:pt x="169252" y="346341"/>
                </a:lnTo>
                <a:lnTo>
                  <a:pt x="169252" y="430161"/>
                </a:lnTo>
                <a:lnTo>
                  <a:pt x="204406" y="430161"/>
                </a:lnTo>
                <a:lnTo>
                  <a:pt x="204406" y="346341"/>
                </a:lnTo>
                <a:close/>
              </a:path>
              <a:path w="2204085" h="438150">
                <a:moveTo>
                  <a:pt x="373659" y="346341"/>
                </a:moveTo>
                <a:lnTo>
                  <a:pt x="340131" y="346341"/>
                </a:lnTo>
                <a:lnTo>
                  <a:pt x="340131" y="363105"/>
                </a:lnTo>
                <a:lnTo>
                  <a:pt x="373659" y="363105"/>
                </a:lnTo>
                <a:lnTo>
                  <a:pt x="373659" y="346341"/>
                </a:lnTo>
                <a:close/>
              </a:path>
              <a:path w="2204085" h="438150">
                <a:moveTo>
                  <a:pt x="373659" y="216598"/>
                </a:moveTo>
                <a:lnTo>
                  <a:pt x="204406" y="216598"/>
                </a:lnTo>
                <a:lnTo>
                  <a:pt x="204406" y="170878"/>
                </a:lnTo>
                <a:lnTo>
                  <a:pt x="320230" y="170878"/>
                </a:lnTo>
                <a:lnTo>
                  <a:pt x="320230" y="184594"/>
                </a:lnTo>
                <a:lnTo>
                  <a:pt x="355371" y="184594"/>
                </a:lnTo>
                <a:lnTo>
                  <a:pt x="355371" y="170878"/>
                </a:lnTo>
                <a:lnTo>
                  <a:pt x="355371" y="140398"/>
                </a:lnTo>
                <a:lnTo>
                  <a:pt x="355371" y="82397"/>
                </a:lnTo>
                <a:lnTo>
                  <a:pt x="320230" y="82397"/>
                </a:lnTo>
                <a:lnTo>
                  <a:pt x="320230" y="140398"/>
                </a:lnTo>
                <a:lnTo>
                  <a:pt x="204406" y="140398"/>
                </a:lnTo>
                <a:lnTo>
                  <a:pt x="204406" y="82397"/>
                </a:lnTo>
                <a:lnTo>
                  <a:pt x="169252" y="82397"/>
                </a:lnTo>
                <a:lnTo>
                  <a:pt x="169252" y="140398"/>
                </a:lnTo>
                <a:lnTo>
                  <a:pt x="53340" y="140398"/>
                </a:lnTo>
                <a:lnTo>
                  <a:pt x="53340" y="81978"/>
                </a:lnTo>
                <a:lnTo>
                  <a:pt x="355371" y="81978"/>
                </a:lnTo>
                <a:lnTo>
                  <a:pt x="355371" y="50228"/>
                </a:lnTo>
                <a:lnTo>
                  <a:pt x="204406" y="50228"/>
                </a:lnTo>
                <a:lnTo>
                  <a:pt x="204406" y="0"/>
                </a:lnTo>
                <a:lnTo>
                  <a:pt x="169252" y="0"/>
                </a:lnTo>
                <a:lnTo>
                  <a:pt x="169252" y="50228"/>
                </a:lnTo>
                <a:lnTo>
                  <a:pt x="19812" y="50228"/>
                </a:lnTo>
                <a:lnTo>
                  <a:pt x="19812" y="81978"/>
                </a:lnTo>
                <a:lnTo>
                  <a:pt x="19812" y="140398"/>
                </a:lnTo>
                <a:lnTo>
                  <a:pt x="19812" y="170878"/>
                </a:lnTo>
                <a:lnTo>
                  <a:pt x="19812" y="184848"/>
                </a:lnTo>
                <a:lnTo>
                  <a:pt x="53340" y="184848"/>
                </a:lnTo>
                <a:lnTo>
                  <a:pt x="53340" y="170878"/>
                </a:lnTo>
                <a:lnTo>
                  <a:pt x="169252" y="170878"/>
                </a:lnTo>
                <a:lnTo>
                  <a:pt x="169252" y="216598"/>
                </a:lnTo>
                <a:lnTo>
                  <a:pt x="0" y="216598"/>
                </a:lnTo>
                <a:lnTo>
                  <a:pt x="0" y="247078"/>
                </a:lnTo>
                <a:lnTo>
                  <a:pt x="0" y="315658"/>
                </a:lnTo>
                <a:lnTo>
                  <a:pt x="0" y="346138"/>
                </a:lnTo>
                <a:lnTo>
                  <a:pt x="0" y="362648"/>
                </a:lnTo>
                <a:lnTo>
                  <a:pt x="35052" y="362648"/>
                </a:lnTo>
                <a:lnTo>
                  <a:pt x="35052" y="346138"/>
                </a:lnTo>
                <a:lnTo>
                  <a:pt x="373659" y="346138"/>
                </a:lnTo>
                <a:lnTo>
                  <a:pt x="373659" y="315760"/>
                </a:lnTo>
                <a:lnTo>
                  <a:pt x="373659" y="247180"/>
                </a:lnTo>
                <a:lnTo>
                  <a:pt x="340131" y="247180"/>
                </a:lnTo>
                <a:lnTo>
                  <a:pt x="340131" y="315658"/>
                </a:lnTo>
                <a:lnTo>
                  <a:pt x="204406" y="315658"/>
                </a:lnTo>
                <a:lnTo>
                  <a:pt x="204406" y="247180"/>
                </a:lnTo>
                <a:lnTo>
                  <a:pt x="169252" y="247180"/>
                </a:lnTo>
                <a:lnTo>
                  <a:pt x="169252" y="315658"/>
                </a:lnTo>
                <a:lnTo>
                  <a:pt x="35052" y="315658"/>
                </a:lnTo>
                <a:lnTo>
                  <a:pt x="35052" y="247078"/>
                </a:lnTo>
                <a:lnTo>
                  <a:pt x="373659" y="247078"/>
                </a:lnTo>
                <a:lnTo>
                  <a:pt x="373659" y="216598"/>
                </a:lnTo>
                <a:close/>
              </a:path>
              <a:path w="2204085" h="438150">
                <a:moveTo>
                  <a:pt x="849439" y="210515"/>
                </a:moveTo>
                <a:lnTo>
                  <a:pt x="823671" y="189928"/>
                </a:lnTo>
                <a:lnTo>
                  <a:pt x="796467" y="169354"/>
                </a:lnTo>
                <a:lnTo>
                  <a:pt x="777214" y="155651"/>
                </a:lnTo>
                <a:lnTo>
                  <a:pt x="770788" y="151079"/>
                </a:lnTo>
                <a:lnTo>
                  <a:pt x="767524" y="148742"/>
                </a:lnTo>
                <a:lnTo>
                  <a:pt x="736561" y="128117"/>
                </a:lnTo>
                <a:lnTo>
                  <a:pt x="718273" y="151079"/>
                </a:lnTo>
                <a:lnTo>
                  <a:pt x="718273" y="3048"/>
                </a:lnTo>
                <a:lnTo>
                  <a:pt x="681697" y="3048"/>
                </a:lnTo>
                <a:lnTo>
                  <a:pt x="681697" y="361581"/>
                </a:lnTo>
                <a:lnTo>
                  <a:pt x="718273" y="361581"/>
                </a:lnTo>
                <a:lnTo>
                  <a:pt x="718273" y="155651"/>
                </a:lnTo>
                <a:lnTo>
                  <a:pt x="748068" y="177977"/>
                </a:lnTo>
                <a:lnTo>
                  <a:pt x="775703" y="199466"/>
                </a:lnTo>
                <a:lnTo>
                  <a:pt x="801306" y="220370"/>
                </a:lnTo>
                <a:lnTo>
                  <a:pt x="825055" y="240995"/>
                </a:lnTo>
                <a:lnTo>
                  <a:pt x="849439" y="210515"/>
                </a:lnTo>
                <a:close/>
              </a:path>
              <a:path w="2204085" h="438150">
                <a:moveTo>
                  <a:pt x="854011" y="379869"/>
                </a:moveTo>
                <a:lnTo>
                  <a:pt x="802614" y="381076"/>
                </a:lnTo>
                <a:lnTo>
                  <a:pt x="741565" y="380822"/>
                </a:lnTo>
                <a:lnTo>
                  <a:pt x="696620" y="378358"/>
                </a:lnTo>
                <a:lnTo>
                  <a:pt x="631393" y="366026"/>
                </a:lnTo>
                <a:lnTo>
                  <a:pt x="595185" y="346341"/>
                </a:lnTo>
                <a:lnTo>
                  <a:pt x="562737" y="317284"/>
                </a:lnTo>
                <a:lnTo>
                  <a:pt x="578662" y="288328"/>
                </a:lnTo>
                <a:lnTo>
                  <a:pt x="586486" y="274116"/>
                </a:lnTo>
                <a:lnTo>
                  <a:pt x="605256" y="226923"/>
                </a:lnTo>
                <a:lnTo>
                  <a:pt x="619175" y="175717"/>
                </a:lnTo>
                <a:lnTo>
                  <a:pt x="628103" y="122021"/>
                </a:lnTo>
                <a:lnTo>
                  <a:pt x="628357" y="120497"/>
                </a:lnTo>
                <a:lnTo>
                  <a:pt x="628357" y="88493"/>
                </a:lnTo>
                <a:lnTo>
                  <a:pt x="591693" y="88493"/>
                </a:lnTo>
                <a:lnTo>
                  <a:pt x="591693" y="122021"/>
                </a:lnTo>
                <a:lnTo>
                  <a:pt x="585736" y="167538"/>
                </a:lnTo>
                <a:lnTo>
                  <a:pt x="574929" y="210324"/>
                </a:lnTo>
                <a:lnTo>
                  <a:pt x="559536" y="250532"/>
                </a:lnTo>
                <a:lnTo>
                  <a:pt x="539877" y="288328"/>
                </a:lnTo>
                <a:lnTo>
                  <a:pt x="524725" y="260261"/>
                </a:lnTo>
                <a:lnTo>
                  <a:pt x="511289" y="228460"/>
                </a:lnTo>
                <a:lnTo>
                  <a:pt x="502424" y="201371"/>
                </a:lnTo>
                <a:lnTo>
                  <a:pt x="499579" y="192659"/>
                </a:lnTo>
                <a:lnTo>
                  <a:pt x="489572" y="152603"/>
                </a:lnTo>
                <a:lnTo>
                  <a:pt x="492099" y="145465"/>
                </a:lnTo>
                <a:lnTo>
                  <a:pt x="494906" y="137883"/>
                </a:lnTo>
                <a:lnTo>
                  <a:pt x="497725" y="130009"/>
                </a:lnTo>
                <a:lnTo>
                  <a:pt x="500240" y="122021"/>
                </a:lnTo>
                <a:lnTo>
                  <a:pt x="591693" y="122021"/>
                </a:lnTo>
                <a:lnTo>
                  <a:pt x="591693" y="88493"/>
                </a:lnTo>
                <a:lnTo>
                  <a:pt x="510908" y="88493"/>
                </a:lnTo>
                <a:lnTo>
                  <a:pt x="516369" y="69011"/>
                </a:lnTo>
                <a:lnTo>
                  <a:pt x="521385" y="49237"/>
                </a:lnTo>
                <a:lnTo>
                  <a:pt x="526135" y="28879"/>
                </a:lnTo>
                <a:lnTo>
                  <a:pt x="530720" y="7620"/>
                </a:lnTo>
                <a:lnTo>
                  <a:pt x="495668" y="1524"/>
                </a:lnTo>
                <a:lnTo>
                  <a:pt x="483755" y="52997"/>
                </a:lnTo>
                <a:lnTo>
                  <a:pt x="469836" y="101320"/>
                </a:lnTo>
                <a:lnTo>
                  <a:pt x="453809" y="146634"/>
                </a:lnTo>
                <a:lnTo>
                  <a:pt x="435508" y="189077"/>
                </a:lnTo>
                <a:lnTo>
                  <a:pt x="414807" y="228803"/>
                </a:lnTo>
                <a:lnTo>
                  <a:pt x="422503" y="237642"/>
                </a:lnTo>
                <a:lnTo>
                  <a:pt x="429475" y="245795"/>
                </a:lnTo>
                <a:lnTo>
                  <a:pt x="435597" y="253098"/>
                </a:lnTo>
                <a:lnTo>
                  <a:pt x="440715" y="259372"/>
                </a:lnTo>
                <a:lnTo>
                  <a:pt x="448449" y="245338"/>
                </a:lnTo>
                <a:lnTo>
                  <a:pt x="455764" y="230898"/>
                </a:lnTo>
                <a:lnTo>
                  <a:pt x="462788" y="216204"/>
                </a:lnTo>
                <a:lnTo>
                  <a:pt x="469671" y="201371"/>
                </a:lnTo>
                <a:lnTo>
                  <a:pt x="479729" y="235191"/>
                </a:lnTo>
                <a:lnTo>
                  <a:pt x="491477" y="265836"/>
                </a:lnTo>
                <a:lnTo>
                  <a:pt x="504913" y="293611"/>
                </a:lnTo>
                <a:lnTo>
                  <a:pt x="520052" y="318808"/>
                </a:lnTo>
                <a:lnTo>
                  <a:pt x="498563" y="343408"/>
                </a:lnTo>
                <a:lnTo>
                  <a:pt x="475056" y="366712"/>
                </a:lnTo>
                <a:lnTo>
                  <a:pt x="449249" y="388556"/>
                </a:lnTo>
                <a:lnTo>
                  <a:pt x="420903" y="408825"/>
                </a:lnTo>
                <a:lnTo>
                  <a:pt x="428536" y="415340"/>
                </a:lnTo>
                <a:lnTo>
                  <a:pt x="435952" y="421779"/>
                </a:lnTo>
                <a:lnTo>
                  <a:pt x="442976" y="428104"/>
                </a:lnTo>
                <a:lnTo>
                  <a:pt x="449859" y="434733"/>
                </a:lnTo>
                <a:lnTo>
                  <a:pt x="476224" y="415340"/>
                </a:lnTo>
                <a:lnTo>
                  <a:pt x="500430" y="393966"/>
                </a:lnTo>
                <a:lnTo>
                  <a:pt x="522605" y="370865"/>
                </a:lnTo>
                <a:lnTo>
                  <a:pt x="542925" y="346341"/>
                </a:lnTo>
                <a:lnTo>
                  <a:pt x="566966" y="368935"/>
                </a:lnTo>
                <a:lnTo>
                  <a:pt x="623112" y="399275"/>
                </a:lnTo>
                <a:lnTo>
                  <a:pt x="692353" y="412127"/>
                </a:lnTo>
                <a:lnTo>
                  <a:pt x="735660" y="415112"/>
                </a:lnTo>
                <a:lnTo>
                  <a:pt x="785533" y="416077"/>
                </a:lnTo>
                <a:lnTo>
                  <a:pt x="841819" y="414921"/>
                </a:lnTo>
                <a:lnTo>
                  <a:pt x="844359" y="405790"/>
                </a:lnTo>
                <a:lnTo>
                  <a:pt x="847344" y="396824"/>
                </a:lnTo>
                <a:lnTo>
                  <a:pt x="850595" y="388124"/>
                </a:lnTo>
                <a:lnTo>
                  <a:pt x="853427" y="381266"/>
                </a:lnTo>
                <a:lnTo>
                  <a:pt x="854011" y="379869"/>
                </a:lnTo>
                <a:close/>
              </a:path>
              <a:path w="2204085" h="438150">
                <a:moveTo>
                  <a:pt x="1021740" y="350901"/>
                </a:moveTo>
                <a:lnTo>
                  <a:pt x="1020597" y="343471"/>
                </a:lnTo>
                <a:lnTo>
                  <a:pt x="1019454" y="335203"/>
                </a:lnTo>
                <a:lnTo>
                  <a:pt x="1019111" y="332524"/>
                </a:lnTo>
                <a:lnTo>
                  <a:pt x="1018311" y="326377"/>
                </a:lnTo>
                <a:lnTo>
                  <a:pt x="1017168" y="317284"/>
                </a:lnTo>
                <a:lnTo>
                  <a:pt x="1003427" y="320954"/>
                </a:lnTo>
                <a:lnTo>
                  <a:pt x="975372" y="328853"/>
                </a:lnTo>
                <a:lnTo>
                  <a:pt x="960780" y="332524"/>
                </a:lnTo>
                <a:lnTo>
                  <a:pt x="960780" y="208978"/>
                </a:lnTo>
                <a:lnTo>
                  <a:pt x="1017168" y="208978"/>
                </a:lnTo>
                <a:lnTo>
                  <a:pt x="1017168" y="178498"/>
                </a:lnTo>
                <a:lnTo>
                  <a:pt x="960780" y="178498"/>
                </a:lnTo>
                <a:lnTo>
                  <a:pt x="960780" y="68681"/>
                </a:lnTo>
                <a:lnTo>
                  <a:pt x="1020216" y="68681"/>
                </a:lnTo>
                <a:lnTo>
                  <a:pt x="1020216" y="38201"/>
                </a:lnTo>
                <a:lnTo>
                  <a:pt x="869238" y="38201"/>
                </a:lnTo>
                <a:lnTo>
                  <a:pt x="869238" y="68681"/>
                </a:lnTo>
                <a:lnTo>
                  <a:pt x="928776" y="68681"/>
                </a:lnTo>
                <a:lnTo>
                  <a:pt x="928776" y="178498"/>
                </a:lnTo>
                <a:lnTo>
                  <a:pt x="873810" y="178498"/>
                </a:lnTo>
                <a:lnTo>
                  <a:pt x="873810" y="208978"/>
                </a:lnTo>
                <a:lnTo>
                  <a:pt x="928776" y="208978"/>
                </a:lnTo>
                <a:lnTo>
                  <a:pt x="928776" y="341668"/>
                </a:lnTo>
                <a:lnTo>
                  <a:pt x="912736" y="345414"/>
                </a:lnTo>
                <a:lnTo>
                  <a:pt x="896531" y="349567"/>
                </a:lnTo>
                <a:lnTo>
                  <a:pt x="863142" y="358521"/>
                </a:lnTo>
                <a:lnTo>
                  <a:pt x="875334" y="393585"/>
                </a:lnTo>
                <a:lnTo>
                  <a:pt x="911110" y="382409"/>
                </a:lnTo>
                <a:lnTo>
                  <a:pt x="947432" y="371665"/>
                </a:lnTo>
                <a:lnTo>
                  <a:pt x="1021740" y="350901"/>
                </a:lnTo>
                <a:close/>
              </a:path>
              <a:path w="2204085" h="438150">
                <a:moveTo>
                  <a:pt x="1303870" y="382905"/>
                </a:moveTo>
                <a:lnTo>
                  <a:pt x="1172806" y="382905"/>
                </a:lnTo>
                <a:lnTo>
                  <a:pt x="1172806" y="320332"/>
                </a:lnTo>
                <a:lnTo>
                  <a:pt x="1284058" y="320332"/>
                </a:lnTo>
                <a:lnTo>
                  <a:pt x="1284058" y="289852"/>
                </a:lnTo>
                <a:lnTo>
                  <a:pt x="1172806" y="289852"/>
                </a:lnTo>
                <a:lnTo>
                  <a:pt x="1172806" y="231838"/>
                </a:lnTo>
                <a:lnTo>
                  <a:pt x="1242910" y="231838"/>
                </a:lnTo>
                <a:lnTo>
                  <a:pt x="1242910" y="248704"/>
                </a:lnTo>
                <a:lnTo>
                  <a:pt x="1274914" y="248704"/>
                </a:lnTo>
                <a:lnTo>
                  <a:pt x="1274914" y="21336"/>
                </a:lnTo>
                <a:lnTo>
                  <a:pt x="1242910" y="21336"/>
                </a:lnTo>
                <a:lnTo>
                  <a:pt x="1242910" y="51917"/>
                </a:lnTo>
                <a:lnTo>
                  <a:pt x="1242910" y="112877"/>
                </a:lnTo>
                <a:lnTo>
                  <a:pt x="1242910" y="141922"/>
                </a:lnTo>
                <a:lnTo>
                  <a:pt x="1242910" y="202882"/>
                </a:lnTo>
                <a:lnTo>
                  <a:pt x="1172806" y="202882"/>
                </a:lnTo>
                <a:lnTo>
                  <a:pt x="1172806" y="141922"/>
                </a:lnTo>
                <a:lnTo>
                  <a:pt x="1242910" y="141922"/>
                </a:lnTo>
                <a:lnTo>
                  <a:pt x="1242910" y="112877"/>
                </a:lnTo>
                <a:lnTo>
                  <a:pt x="1172806" y="112877"/>
                </a:lnTo>
                <a:lnTo>
                  <a:pt x="1172806" y="51917"/>
                </a:lnTo>
                <a:lnTo>
                  <a:pt x="1242910" y="51917"/>
                </a:lnTo>
                <a:lnTo>
                  <a:pt x="1242910" y="21336"/>
                </a:lnTo>
                <a:lnTo>
                  <a:pt x="1139190" y="21336"/>
                </a:lnTo>
                <a:lnTo>
                  <a:pt x="1139190" y="51917"/>
                </a:lnTo>
                <a:lnTo>
                  <a:pt x="1139190" y="112877"/>
                </a:lnTo>
                <a:lnTo>
                  <a:pt x="1139190" y="141922"/>
                </a:lnTo>
                <a:lnTo>
                  <a:pt x="1139190" y="202882"/>
                </a:lnTo>
                <a:lnTo>
                  <a:pt x="1069086" y="202882"/>
                </a:lnTo>
                <a:lnTo>
                  <a:pt x="1069086" y="141922"/>
                </a:lnTo>
                <a:lnTo>
                  <a:pt x="1139190" y="141922"/>
                </a:lnTo>
                <a:lnTo>
                  <a:pt x="1139190" y="112877"/>
                </a:lnTo>
                <a:lnTo>
                  <a:pt x="1069086" y="112877"/>
                </a:lnTo>
                <a:lnTo>
                  <a:pt x="1069086" y="51917"/>
                </a:lnTo>
                <a:lnTo>
                  <a:pt x="1139190" y="51917"/>
                </a:lnTo>
                <a:lnTo>
                  <a:pt x="1139190" y="21336"/>
                </a:lnTo>
                <a:lnTo>
                  <a:pt x="1037082" y="21336"/>
                </a:lnTo>
                <a:lnTo>
                  <a:pt x="1037082" y="248704"/>
                </a:lnTo>
                <a:lnTo>
                  <a:pt x="1069086" y="248704"/>
                </a:lnTo>
                <a:lnTo>
                  <a:pt x="1069086" y="231838"/>
                </a:lnTo>
                <a:lnTo>
                  <a:pt x="1139190" y="231838"/>
                </a:lnTo>
                <a:lnTo>
                  <a:pt x="1139190" y="289852"/>
                </a:lnTo>
                <a:lnTo>
                  <a:pt x="1027836" y="289852"/>
                </a:lnTo>
                <a:lnTo>
                  <a:pt x="1027836" y="320332"/>
                </a:lnTo>
                <a:lnTo>
                  <a:pt x="1139190" y="320332"/>
                </a:lnTo>
                <a:lnTo>
                  <a:pt x="1139190" y="382905"/>
                </a:lnTo>
                <a:lnTo>
                  <a:pt x="1001928" y="382905"/>
                </a:lnTo>
                <a:lnTo>
                  <a:pt x="1001928" y="414921"/>
                </a:lnTo>
                <a:lnTo>
                  <a:pt x="1303870" y="414921"/>
                </a:lnTo>
                <a:lnTo>
                  <a:pt x="1303870" y="382905"/>
                </a:lnTo>
                <a:close/>
              </a:path>
              <a:path w="2204085" h="438150">
                <a:moveTo>
                  <a:pt x="1500657" y="166306"/>
                </a:moveTo>
                <a:lnTo>
                  <a:pt x="1479804" y="150317"/>
                </a:lnTo>
                <a:lnTo>
                  <a:pt x="1458506" y="134454"/>
                </a:lnTo>
                <a:lnTo>
                  <a:pt x="1436928" y="118872"/>
                </a:lnTo>
                <a:lnTo>
                  <a:pt x="1415211" y="103733"/>
                </a:lnTo>
                <a:lnTo>
                  <a:pt x="1393875" y="128117"/>
                </a:lnTo>
                <a:lnTo>
                  <a:pt x="1414475" y="143344"/>
                </a:lnTo>
                <a:lnTo>
                  <a:pt x="1435074" y="159258"/>
                </a:lnTo>
                <a:lnTo>
                  <a:pt x="1455686" y="176009"/>
                </a:lnTo>
                <a:lnTo>
                  <a:pt x="1476273" y="193738"/>
                </a:lnTo>
                <a:lnTo>
                  <a:pt x="1500657" y="166306"/>
                </a:lnTo>
                <a:close/>
              </a:path>
              <a:path w="2204085" h="438150">
                <a:moveTo>
                  <a:pt x="1514373" y="233362"/>
                </a:moveTo>
                <a:lnTo>
                  <a:pt x="1497609" y="205930"/>
                </a:lnTo>
                <a:lnTo>
                  <a:pt x="1466405" y="224523"/>
                </a:lnTo>
                <a:lnTo>
                  <a:pt x="1436598" y="241414"/>
                </a:lnTo>
                <a:lnTo>
                  <a:pt x="1407947" y="256590"/>
                </a:lnTo>
                <a:lnTo>
                  <a:pt x="1380159" y="270040"/>
                </a:lnTo>
                <a:lnTo>
                  <a:pt x="1399971" y="300520"/>
                </a:lnTo>
                <a:lnTo>
                  <a:pt x="1487500" y="248831"/>
                </a:lnTo>
                <a:lnTo>
                  <a:pt x="1514373" y="233362"/>
                </a:lnTo>
                <a:close/>
              </a:path>
              <a:path w="2204085" h="438150">
                <a:moveTo>
                  <a:pt x="1677530" y="132689"/>
                </a:moveTo>
                <a:lnTo>
                  <a:pt x="1651622" y="108305"/>
                </a:lnTo>
                <a:lnTo>
                  <a:pt x="1633321" y="124942"/>
                </a:lnTo>
                <a:lnTo>
                  <a:pt x="1614855" y="140741"/>
                </a:lnTo>
                <a:lnTo>
                  <a:pt x="1596085" y="155968"/>
                </a:lnTo>
                <a:lnTo>
                  <a:pt x="1576857" y="170878"/>
                </a:lnTo>
                <a:lnTo>
                  <a:pt x="1599806" y="195262"/>
                </a:lnTo>
                <a:lnTo>
                  <a:pt x="1640954" y="162877"/>
                </a:lnTo>
                <a:lnTo>
                  <a:pt x="1659813" y="147650"/>
                </a:lnTo>
                <a:lnTo>
                  <a:pt x="1677530" y="132689"/>
                </a:lnTo>
                <a:close/>
              </a:path>
              <a:path w="2204085" h="438150">
                <a:moveTo>
                  <a:pt x="1680578" y="21336"/>
                </a:moveTo>
                <a:lnTo>
                  <a:pt x="1380159" y="21336"/>
                </a:lnTo>
                <a:lnTo>
                  <a:pt x="1380159" y="53441"/>
                </a:lnTo>
                <a:lnTo>
                  <a:pt x="1627238" y="53441"/>
                </a:lnTo>
                <a:lnTo>
                  <a:pt x="1523517" y="108305"/>
                </a:lnTo>
                <a:lnTo>
                  <a:pt x="1523517" y="294424"/>
                </a:lnTo>
                <a:lnTo>
                  <a:pt x="1521802" y="305549"/>
                </a:lnTo>
                <a:lnTo>
                  <a:pt x="1516659" y="313664"/>
                </a:lnTo>
                <a:lnTo>
                  <a:pt x="1508086" y="318643"/>
                </a:lnTo>
                <a:lnTo>
                  <a:pt x="1496085" y="320332"/>
                </a:lnTo>
                <a:lnTo>
                  <a:pt x="1483461" y="320065"/>
                </a:lnTo>
                <a:lnTo>
                  <a:pt x="1470545" y="319379"/>
                </a:lnTo>
                <a:lnTo>
                  <a:pt x="1442643" y="317284"/>
                </a:lnTo>
                <a:lnTo>
                  <a:pt x="1444688" y="327266"/>
                </a:lnTo>
                <a:lnTo>
                  <a:pt x="1446314" y="336537"/>
                </a:lnTo>
                <a:lnTo>
                  <a:pt x="1448841" y="352425"/>
                </a:lnTo>
                <a:lnTo>
                  <a:pt x="1464271" y="353314"/>
                </a:lnTo>
                <a:lnTo>
                  <a:pt x="1478559" y="353758"/>
                </a:lnTo>
                <a:lnTo>
                  <a:pt x="1491703" y="353936"/>
                </a:lnTo>
                <a:lnTo>
                  <a:pt x="1503705" y="353949"/>
                </a:lnTo>
                <a:lnTo>
                  <a:pt x="1526832" y="350507"/>
                </a:lnTo>
                <a:lnTo>
                  <a:pt x="1543519" y="340194"/>
                </a:lnTo>
                <a:lnTo>
                  <a:pt x="1553641" y="323011"/>
                </a:lnTo>
                <a:lnTo>
                  <a:pt x="1554022" y="320332"/>
                </a:lnTo>
                <a:lnTo>
                  <a:pt x="1557045" y="298996"/>
                </a:lnTo>
                <a:lnTo>
                  <a:pt x="1557045" y="126593"/>
                </a:lnTo>
                <a:lnTo>
                  <a:pt x="1680578" y="58013"/>
                </a:lnTo>
                <a:lnTo>
                  <a:pt x="1680578" y="21336"/>
                </a:lnTo>
                <a:close/>
              </a:path>
              <a:path w="2204085" h="438150">
                <a:moveTo>
                  <a:pt x="1685150" y="273088"/>
                </a:moveTo>
                <a:lnTo>
                  <a:pt x="1660004" y="255308"/>
                </a:lnTo>
                <a:lnTo>
                  <a:pt x="1634858" y="238366"/>
                </a:lnTo>
                <a:lnTo>
                  <a:pt x="1609674" y="221996"/>
                </a:lnTo>
                <a:lnTo>
                  <a:pt x="1584477" y="205930"/>
                </a:lnTo>
                <a:lnTo>
                  <a:pt x="1563141" y="231838"/>
                </a:lnTo>
                <a:lnTo>
                  <a:pt x="1588312" y="248424"/>
                </a:lnTo>
                <a:lnTo>
                  <a:pt x="1613331" y="265836"/>
                </a:lnTo>
                <a:lnTo>
                  <a:pt x="1638033" y="283806"/>
                </a:lnTo>
                <a:lnTo>
                  <a:pt x="1662290" y="302044"/>
                </a:lnTo>
                <a:lnTo>
                  <a:pt x="1685150" y="273088"/>
                </a:lnTo>
                <a:close/>
              </a:path>
              <a:path w="2204085" h="438150">
                <a:moveTo>
                  <a:pt x="1724875" y="111353"/>
                </a:moveTo>
                <a:lnTo>
                  <a:pt x="1689735" y="111353"/>
                </a:lnTo>
                <a:lnTo>
                  <a:pt x="1689735" y="375285"/>
                </a:lnTo>
                <a:lnTo>
                  <a:pt x="1377111" y="375285"/>
                </a:lnTo>
                <a:lnTo>
                  <a:pt x="1377111" y="111353"/>
                </a:lnTo>
                <a:lnTo>
                  <a:pt x="1342059" y="111353"/>
                </a:lnTo>
                <a:lnTo>
                  <a:pt x="1342059" y="408813"/>
                </a:lnTo>
                <a:lnTo>
                  <a:pt x="1689735" y="408813"/>
                </a:lnTo>
                <a:lnTo>
                  <a:pt x="1689735" y="428625"/>
                </a:lnTo>
                <a:lnTo>
                  <a:pt x="1724875" y="428625"/>
                </a:lnTo>
                <a:lnTo>
                  <a:pt x="1724875" y="375285"/>
                </a:lnTo>
                <a:lnTo>
                  <a:pt x="1724875" y="111353"/>
                </a:lnTo>
                <a:close/>
              </a:path>
              <a:path w="2204085" h="438150">
                <a:moveTo>
                  <a:pt x="1849843" y="68681"/>
                </a:moveTo>
                <a:lnTo>
                  <a:pt x="1839556" y="55206"/>
                </a:lnTo>
                <a:lnTo>
                  <a:pt x="1829269" y="42151"/>
                </a:lnTo>
                <a:lnTo>
                  <a:pt x="1818982" y="29387"/>
                </a:lnTo>
                <a:lnTo>
                  <a:pt x="1808695" y="16776"/>
                </a:lnTo>
                <a:lnTo>
                  <a:pt x="1784311" y="35153"/>
                </a:lnTo>
                <a:lnTo>
                  <a:pt x="1793697" y="47777"/>
                </a:lnTo>
                <a:lnTo>
                  <a:pt x="1803361" y="60680"/>
                </a:lnTo>
                <a:lnTo>
                  <a:pt x="1813026" y="74155"/>
                </a:lnTo>
                <a:lnTo>
                  <a:pt x="1822411" y="88493"/>
                </a:lnTo>
                <a:lnTo>
                  <a:pt x="1849843" y="68681"/>
                </a:lnTo>
                <a:close/>
              </a:path>
              <a:path w="2204085" h="438150">
                <a:moveTo>
                  <a:pt x="1977948" y="253276"/>
                </a:moveTo>
                <a:lnTo>
                  <a:pt x="1944420" y="253276"/>
                </a:lnTo>
                <a:lnTo>
                  <a:pt x="1944420" y="282232"/>
                </a:lnTo>
                <a:lnTo>
                  <a:pt x="1935543" y="298831"/>
                </a:lnTo>
                <a:lnTo>
                  <a:pt x="1924799" y="314426"/>
                </a:lnTo>
                <a:lnTo>
                  <a:pt x="1912061" y="329171"/>
                </a:lnTo>
                <a:lnTo>
                  <a:pt x="1897176" y="343192"/>
                </a:lnTo>
                <a:lnTo>
                  <a:pt x="1881162" y="335457"/>
                </a:lnTo>
                <a:lnTo>
                  <a:pt x="1865134" y="328142"/>
                </a:lnTo>
                <a:lnTo>
                  <a:pt x="1833079" y="314236"/>
                </a:lnTo>
                <a:lnTo>
                  <a:pt x="1838553" y="306235"/>
                </a:lnTo>
                <a:lnTo>
                  <a:pt x="1848942" y="290233"/>
                </a:lnTo>
                <a:lnTo>
                  <a:pt x="1854415" y="282232"/>
                </a:lnTo>
                <a:lnTo>
                  <a:pt x="1944420" y="282232"/>
                </a:lnTo>
                <a:lnTo>
                  <a:pt x="1944420" y="253276"/>
                </a:lnTo>
                <a:lnTo>
                  <a:pt x="1871268" y="253276"/>
                </a:lnTo>
                <a:lnTo>
                  <a:pt x="1874697" y="247307"/>
                </a:lnTo>
                <a:lnTo>
                  <a:pt x="1881555" y="234759"/>
                </a:lnTo>
                <a:lnTo>
                  <a:pt x="1884984" y="228803"/>
                </a:lnTo>
                <a:lnTo>
                  <a:pt x="1852891" y="218135"/>
                </a:lnTo>
                <a:lnTo>
                  <a:pt x="1848319" y="227266"/>
                </a:lnTo>
                <a:lnTo>
                  <a:pt x="1843747" y="236270"/>
                </a:lnTo>
                <a:lnTo>
                  <a:pt x="1839175" y="244995"/>
                </a:lnTo>
                <a:lnTo>
                  <a:pt x="1834603" y="253276"/>
                </a:lnTo>
                <a:lnTo>
                  <a:pt x="1767547" y="253276"/>
                </a:lnTo>
                <a:lnTo>
                  <a:pt x="1767547" y="282232"/>
                </a:lnTo>
                <a:lnTo>
                  <a:pt x="1817839" y="282232"/>
                </a:lnTo>
                <a:lnTo>
                  <a:pt x="1790407" y="323380"/>
                </a:lnTo>
                <a:lnTo>
                  <a:pt x="1869744" y="363105"/>
                </a:lnTo>
                <a:lnTo>
                  <a:pt x="1846580" y="375958"/>
                </a:lnTo>
                <a:lnTo>
                  <a:pt x="1820710" y="387108"/>
                </a:lnTo>
                <a:lnTo>
                  <a:pt x="1792287" y="396532"/>
                </a:lnTo>
                <a:lnTo>
                  <a:pt x="1761451" y="404253"/>
                </a:lnTo>
                <a:lnTo>
                  <a:pt x="1765122" y="412864"/>
                </a:lnTo>
                <a:lnTo>
                  <a:pt x="1769071" y="420636"/>
                </a:lnTo>
                <a:lnTo>
                  <a:pt x="1773021" y="427824"/>
                </a:lnTo>
                <a:lnTo>
                  <a:pt x="1776691" y="434733"/>
                </a:lnTo>
                <a:lnTo>
                  <a:pt x="1812734" y="423583"/>
                </a:lnTo>
                <a:lnTo>
                  <a:pt x="1845513" y="410730"/>
                </a:lnTo>
                <a:lnTo>
                  <a:pt x="1875142" y="396151"/>
                </a:lnTo>
                <a:lnTo>
                  <a:pt x="1901748" y="379869"/>
                </a:lnTo>
                <a:lnTo>
                  <a:pt x="1916353" y="386981"/>
                </a:lnTo>
                <a:lnTo>
                  <a:pt x="1930514" y="394538"/>
                </a:lnTo>
                <a:lnTo>
                  <a:pt x="1944408" y="402361"/>
                </a:lnTo>
                <a:lnTo>
                  <a:pt x="1958136" y="410349"/>
                </a:lnTo>
                <a:lnTo>
                  <a:pt x="1976424" y="379869"/>
                </a:lnTo>
                <a:lnTo>
                  <a:pt x="1964093" y="374154"/>
                </a:lnTo>
                <a:lnTo>
                  <a:pt x="1940801" y="363105"/>
                </a:lnTo>
                <a:lnTo>
                  <a:pt x="1927656" y="357009"/>
                </a:lnTo>
                <a:lnTo>
                  <a:pt x="1957374" y="321868"/>
                </a:lnTo>
                <a:lnTo>
                  <a:pt x="1977948" y="282232"/>
                </a:lnTo>
                <a:lnTo>
                  <a:pt x="1977948" y="253276"/>
                </a:lnTo>
                <a:close/>
              </a:path>
              <a:path w="2204085" h="438150">
                <a:moveTo>
                  <a:pt x="1990140" y="102209"/>
                </a:moveTo>
                <a:lnTo>
                  <a:pt x="1906320" y="102209"/>
                </a:lnTo>
                <a:lnTo>
                  <a:pt x="1906320" y="4584"/>
                </a:lnTo>
                <a:lnTo>
                  <a:pt x="1874316" y="4584"/>
                </a:lnTo>
                <a:lnTo>
                  <a:pt x="1874316" y="102209"/>
                </a:lnTo>
                <a:lnTo>
                  <a:pt x="1773643" y="102209"/>
                </a:lnTo>
                <a:lnTo>
                  <a:pt x="1773643" y="131165"/>
                </a:lnTo>
                <a:lnTo>
                  <a:pt x="1863648" y="131165"/>
                </a:lnTo>
                <a:lnTo>
                  <a:pt x="1839925" y="152082"/>
                </a:lnTo>
                <a:lnTo>
                  <a:pt x="1814804" y="171259"/>
                </a:lnTo>
                <a:lnTo>
                  <a:pt x="1788553" y="188696"/>
                </a:lnTo>
                <a:lnTo>
                  <a:pt x="1761451" y="204419"/>
                </a:lnTo>
                <a:lnTo>
                  <a:pt x="1766900" y="211251"/>
                </a:lnTo>
                <a:lnTo>
                  <a:pt x="1771929" y="217944"/>
                </a:lnTo>
                <a:lnTo>
                  <a:pt x="1776666" y="224345"/>
                </a:lnTo>
                <a:lnTo>
                  <a:pt x="1781263" y="230327"/>
                </a:lnTo>
                <a:lnTo>
                  <a:pt x="1806714" y="213753"/>
                </a:lnTo>
                <a:lnTo>
                  <a:pt x="1830616" y="196037"/>
                </a:lnTo>
                <a:lnTo>
                  <a:pt x="1853095" y="177177"/>
                </a:lnTo>
                <a:lnTo>
                  <a:pt x="1874316" y="157175"/>
                </a:lnTo>
                <a:lnTo>
                  <a:pt x="1874316" y="218135"/>
                </a:lnTo>
                <a:lnTo>
                  <a:pt x="1906320" y="218135"/>
                </a:lnTo>
                <a:lnTo>
                  <a:pt x="1906320" y="169367"/>
                </a:lnTo>
                <a:lnTo>
                  <a:pt x="1923757" y="182791"/>
                </a:lnTo>
                <a:lnTo>
                  <a:pt x="1939467" y="195656"/>
                </a:lnTo>
                <a:lnTo>
                  <a:pt x="1953475" y="207937"/>
                </a:lnTo>
                <a:lnTo>
                  <a:pt x="1965756" y="219659"/>
                </a:lnTo>
                <a:lnTo>
                  <a:pt x="1987092" y="195275"/>
                </a:lnTo>
                <a:lnTo>
                  <a:pt x="1972525" y="183527"/>
                </a:lnTo>
                <a:lnTo>
                  <a:pt x="1956231" y="171081"/>
                </a:lnTo>
                <a:lnTo>
                  <a:pt x="1953920" y="169367"/>
                </a:lnTo>
                <a:lnTo>
                  <a:pt x="1939493" y="158699"/>
                </a:lnTo>
                <a:lnTo>
                  <a:pt x="1938235" y="157759"/>
                </a:lnTo>
                <a:lnTo>
                  <a:pt x="1918512" y="143459"/>
                </a:lnTo>
                <a:lnTo>
                  <a:pt x="1906320" y="158699"/>
                </a:lnTo>
                <a:lnTo>
                  <a:pt x="1906320" y="157175"/>
                </a:lnTo>
                <a:lnTo>
                  <a:pt x="1906320" y="131165"/>
                </a:lnTo>
                <a:lnTo>
                  <a:pt x="1990140" y="131165"/>
                </a:lnTo>
                <a:lnTo>
                  <a:pt x="1990140" y="102209"/>
                </a:lnTo>
                <a:close/>
              </a:path>
              <a:path w="2204085" h="438150">
                <a:moveTo>
                  <a:pt x="1997760" y="33540"/>
                </a:moveTo>
                <a:lnTo>
                  <a:pt x="1970328" y="15252"/>
                </a:lnTo>
                <a:lnTo>
                  <a:pt x="1959140" y="30784"/>
                </a:lnTo>
                <a:lnTo>
                  <a:pt x="1948230" y="45427"/>
                </a:lnTo>
                <a:lnTo>
                  <a:pt x="1937334" y="59486"/>
                </a:lnTo>
                <a:lnTo>
                  <a:pt x="1926132" y="73253"/>
                </a:lnTo>
                <a:lnTo>
                  <a:pt x="1932711" y="77825"/>
                </a:lnTo>
                <a:lnTo>
                  <a:pt x="1938705" y="82397"/>
                </a:lnTo>
                <a:lnTo>
                  <a:pt x="1944141" y="86969"/>
                </a:lnTo>
                <a:lnTo>
                  <a:pt x="1948992" y="91541"/>
                </a:lnTo>
                <a:lnTo>
                  <a:pt x="1961337" y="77558"/>
                </a:lnTo>
                <a:lnTo>
                  <a:pt x="1973376" y="63144"/>
                </a:lnTo>
                <a:lnTo>
                  <a:pt x="1985429" y="48425"/>
                </a:lnTo>
                <a:lnTo>
                  <a:pt x="1997760" y="33540"/>
                </a:lnTo>
                <a:close/>
              </a:path>
              <a:path w="2204085" h="438150">
                <a:moveTo>
                  <a:pt x="2203704" y="398157"/>
                </a:moveTo>
                <a:lnTo>
                  <a:pt x="2154707" y="363105"/>
                </a:lnTo>
                <a:lnTo>
                  <a:pt x="2113686" y="318808"/>
                </a:lnTo>
                <a:lnTo>
                  <a:pt x="2130514" y="285280"/>
                </a:lnTo>
                <a:lnTo>
                  <a:pt x="2134336" y="277672"/>
                </a:lnTo>
                <a:lnTo>
                  <a:pt x="2150541" y="229781"/>
                </a:lnTo>
                <a:lnTo>
                  <a:pt x="2162429" y="175310"/>
                </a:lnTo>
                <a:lnTo>
                  <a:pt x="2170176" y="114401"/>
                </a:lnTo>
                <a:lnTo>
                  <a:pt x="2197608" y="114401"/>
                </a:lnTo>
                <a:lnTo>
                  <a:pt x="2197608" y="85445"/>
                </a:lnTo>
                <a:lnTo>
                  <a:pt x="2135022" y="85445"/>
                </a:lnTo>
                <a:lnTo>
                  <a:pt x="2135022" y="114401"/>
                </a:lnTo>
                <a:lnTo>
                  <a:pt x="2129637" y="164719"/>
                </a:lnTo>
                <a:lnTo>
                  <a:pt x="2120544" y="210159"/>
                </a:lnTo>
                <a:lnTo>
                  <a:pt x="2108047" y="250367"/>
                </a:lnTo>
                <a:lnTo>
                  <a:pt x="2092350" y="285280"/>
                </a:lnTo>
                <a:lnTo>
                  <a:pt x="2076056" y="250444"/>
                </a:lnTo>
                <a:lnTo>
                  <a:pt x="2063394" y="212039"/>
                </a:lnTo>
                <a:lnTo>
                  <a:pt x="2055672" y="176987"/>
                </a:lnTo>
                <a:lnTo>
                  <a:pt x="2054199" y="170268"/>
                </a:lnTo>
                <a:lnTo>
                  <a:pt x="2048154" y="125069"/>
                </a:lnTo>
                <a:lnTo>
                  <a:pt x="2051202" y="118973"/>
                </a:lnTo>
                <a:lnTo>
                  <a:pt x="2052726" y="114401"/>
                </a:lnTo>
                <a:lnTo>
                  <a:pt x="2135022" y="114401"/>
                </a:lnTo>
                <a:lnTo>
                  <a:pt x="2135022" y="85445"/>
                </a:lnTo>
                <a:lnTo>
                  <a:pt x="2063394" y="85445"/>
                </a:lnTo>
                <a:lnTo>
                  <a:pt x="2069731" y="65976"/>
                </a:lnTo>
                <a:lnTo>
                  <a:pt x="2075205" y="46342"/>
                </a:lnTo>
                <a:lnTo>
                  <a:pt x="2080107" y="26428"/>
                </a:lnTo>
                <a:lnTo>
                  <a:pt x="2084730" y="6108"/>
                </a:lnTo>
                <a:lnTo>
                  <a:pt x="2049678" y="0"/>
                </a:lnTo>
                <a:lnTo>
                  <a:pt x="2039416" y="50634"/>
                </a:lnTo>
                <a:lnTo>
                  <a:pt x="2024710" y="97256"/>
                </a:lnTo>
                <a:lnTo>
                  <a:pt x="2005698" y="139877"/>
                </a:lnTo>
                <a:lnTo>
                  <a:pt x="1982520" y="178511"/>
                </a:lnTo>
                <a:lnTo>
                  <a:pt x="1988858" y="186220"/>
                </a:lnTo>
                <a:lnTo>
                  <a:pt x="1994344" y="193370"/>
                </a:lnTo>
                <a:lnTo>
                  <a:pt x="1999284" y="199936"/>
                </a:lnTo>
                <a:lnTo>
                  <a:pt x="2003958" y="205943"/>
                </a:lnTo>
                <a:lnTo>
                  <a:pt x="2009406" y="199059"/>
                </a:lnTo>
                <a:lnTo>
                  <a:pt x="2014435" y="192036"/>
                </a:lnTo>
                <a:lnTo>
                  <a:pt x="2019173" y="184721"/>
                </a:lnTo>
                <a:lnTo>
                  <a:pt x="2023770" y="176987"/>
                </a:lnTo>
                <a:lnTo>
                  <a:pt x="2030933" y="215836"/>
                </a:lnTo>
                <a:lnTo>
                  <a:pt x="2041105" y="252272"/>
                </a:lnTo>
                <a:lnTo>
                  <a:pt x="2054415" y="286143"/>
                </a:lnTo>
                <a:lnTo>
                  <a:pt x="2071014" y="317284"/>
                </a:lnTo>
                <a:lnTo>
                  <a:pt x="2050148" y="342773"/>
                </a:lnTo>
                <a:lnTo>
                  <a:pt x="2026424" y="366522"/>
                </a:lnTo>
                <a:lnTo>
                  <a:pt x="1999818" y="388531"/>
                </a:lnTo>
                <a:lnTo>
                  <a:pt x="1970328" y="408825"/>
                </a:lnTo>
                <a:lnTo>
                  <a:pt x="1978025" y="416560"/>
                </a:lnTo>
                <a:lnTo>
                  <a:pt x="1984997" y="423875"/>
                </a:lnTo>
                <a:lnTo>
                  <a:pt x="1991118" y="430898"/>
                </a:lnTo>
                <a:lnTo>
                  <a:pt x="1996236" y="437781"/>
                </a:lnTo>
                <a:lnTo>
                  <a:pt x="2022868" y="417779"/>
                </a:lnTo>
                <a:lnTo>
                  <a:pt x="2047760" y="396633"/>
                </a:lnTo>
                <a:lnTo>
                  <a:pt x="2070912" y="374345"/>
                </a:lnTo>
                <a:lnTo>
                  <a:pt x="2092350" y="350913"/>
                </a:lnTo>
                <a:lnTo>
                  <a:pt x="2110892" y="374053"/>
                </a:lnTo>
                <a:lnTo>
                  <a:pt x="2132025" y="395490"/>
                </a:lnTo>
                <a:lnTo>
                  <a:pt x="2155444" y="415201"/>
                </a:lnTo>
                <a:lnTo>
                  <a:pt x="2180844" y="433209"/>
                </a:lnTo>
                <a:lnTo>
                  <a:pt x="2185695" y="424942"/>
                </a:lnTo>
                <a:lnTo>
                  <a:pt x="2191131" y="416255"/>
                </a:lnTo>
                <a:lnTo>
                  <a:pt x="2197125" y="407276"/>
                </a:lnTo>
                <a:lnTo>
                  <a:pt x="2203704" y="398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418844" y="560984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755063" y="5407634"/>
            <a:ext cx="732155" cy="380365"/>
          </a:xfrm>
          <a:custGeom>
            <a:avLst/>
            <a:gdLst/>
            <a:ahLst/>
            <a:cxnLst/>
            <a:rect l="l" t="t" r="r" b="b"/>
            <a:pathLst>
              <a:path w="732155" h="380364">
                <a:moveTo>
                  <a:pt x="331000" y="237934"/>
                </a:moveTo>
                <a:lnTo>
                  <a:pt x="190703" y="237934"/>
                </a:lnTo>
                <a:lnTo>
                  <a:pt x="190703" y="202882"/>
                </a:lnTo>
                <a:lnTo>
                  <a:pt x="266903" y="202882"/>
                </a:lnTo>
                <a:lnTo>
                  <a:pt x="266903" y="216598"/>
                </a:lnTo>
                <a:lnTo>
                  <a:pt x="295859" y="216598"/>
                </a:lnTo>
                <a:lnTo>
                  <a:pt x="295859" y="202882"/>
                </a:lnTo>
                <a:lnTo>
                  <a:pt x="295859" y="178396"/>
                </a:lnTo>
                <a:lnTo>
                  <a:pt x="295859" y="143344"/>
                </a:lnTo>
                <a:lnTo>
                  <a:pt x="295859" y="118960"/>
                </a:lnTo>
                <a:lnTo>
                  <a:pt x="266903" y="118960"/>
                </a:lnTo>
                <a:lnTo>
                  <a:pt x="266903" y="143344"/>
                </a:lnTo>
                <a:lnTo>
                  <a:pt x="266903" y="178396"/>
                </a:lnTo>
                <a:lnTo>
                  <a:pt x="85445" y="178396"/>
                </a:lnTo>
                <a:lnTo>
                  <a:pt x="85445" y="143344"/>
                </a:lnTo>
                <a:lnTo>
                  <a:pt x="266903" y="143344"/>
                </a:lnTo>
                <a:lnTo>
                  <a:pt x="266903" y="118960"/>
                </a:lnTo>
                <a:lnTo>
                  <a:pt x="56489" y="118960"/>
                </a:lnTo>
                <a:lnTo>
                  <a:pt x="56489" y="216598"/>
                </a:lnTo>
                <a:lnTo>
                  <a:pt x="85445" y="216598"/>
                </a:lnTo>
                <a:lnTo>
                  <a:pt x="85445" y="202882"/>
                </a:lnTo>
                <a:lnTo>
                  <a:pt x="160121" y="202882"/>
                </a:lnTo>
                <a:lnTo>
                  <a:pt x="160121" y="237934"/>
                </a:lnTo>
                <a:lnTo>
                  <a:pt x="22860" y="237934"/>
                </a:lnTo>
                <a:lnTo>
                  <a:pt x="22860" y="347751"/>
                </a:lnTo>
                <a:lnTo>
                  <a:pt x="53441" y="347751"/>
                </a:lnTo>
                <a:lnTo>
                  <a:pt x="53441" y="263842"/>
                </a:lnTo>
                <a:lnTo>
                  <a:pt x="160121" y="263842"/>
                </a:lnTo>
                <a:lnTo>
                  <a:pt x="160121" y="376720"/>
                </a:lnTo>
                <a:lnTo>
                  <a:pt x="190703" y="376720"/>
                </a:lnTo>
                <a:lnTo>
                  <a:pt x="190703" y="263842"/>
                </a:lnTo>
                <a:lnTo>
                  <a:pt x="300431" y="263842"/>
                </a:lnTo>
                <a:lnTo>
                  <a:pt x="300431" y="298894"/>
                </a:lnTo>
                <a:lnTo>
                  <a:pt x="298996" y="308063"/>
                </a:lnTo>
                <a:lnTo>
                  <a:pt x="294716" y="314794"/>
                </a:lnTo>
                <a:lnTo>
                  <a:pt x="287566" y="318922"/>
                </a:lnTo>
                <a:lnTo>
                  <a:pt x="277571" y="320319"/>
                </a:lnTo>
                <a:lnTo>
                  <a:pt x="267258" y="320065"/>
                </a:lnTo>
                <a:lnTo>
                  <a:pt x="256806" y="319366"/>
                </a:lnTo>
                <a:lnTo>
                  <a:pt x="234899" y="317271"/>
                </a:lnTo>
                <a:lnTo>
                  <a:pt x="237185" y="333082"/>
                </a:lnTo>
                <a:lnTo>
                  <a:pt x="238328" y="340639"/>
                </a:lnTo>
                <a:lnTo>
                  <a:pt x="239471" y="347751"/>
                </a:lnTo>
                <a:lnTo>
                  <a:pt x="285191" y="347751"/>
                </a:lnTo>
                <a:lnTo>
                  <a:pt x="328129" y="322681"/>
                </a:lnTo>
                <a:lnTo>
                  <a:pt x="331000" y="303555"/>
                </a:lnTo>
                <a:lnTo>
                  <a:pt x="331000" y="263842"/>
                </a:lnTo>
                <a:lnTo>
                  <a:pt x="331000" y="237934"/>
                </a:lnTo>
                <a:close/>
              </a:path>
              <a:path w="732155" h="380364">
                <a:moveTo>
                  <a:pt x="349288" y="67056"/>
                </a:moveTo>
                <a:lnTo>
                  <a:pt x="262331" y="67056"/>
                </a:lnTo>
                <a:lnTo>
                  <a:pt x="291858" y="46482"/>
                </a:lnTo>
                <a:lnTo>
                  <a:pt x="306260" y="36195"/>
                </a:lnTo>
                <a:lnTo>
                  <a:pt x="320243" y="25908"/>
                </a:lnTo>
                <a:lnTo>
                  <a:pt x="297383" y="3048"/>
                </a:lnTo>
                <a:lnTo>
                  <a:pt x="283375" y="14452"/>
                </a:lnTo>
                <a:lnTo>
                  <a:pt x="268808" y="25717"/>
                </a:lnTo>
                <a:lnTo>
                  <a:pt x="253657" y="36690"/>
                </a:lnTo>
                <a:lnTo>
                  <a:pt x="237947" y="47244"/>
                </a:lnTo>
                <a:lnTo>
                  <a:pt x="253187" y="67056"/>
                </a:lnTo>
                <a:lnTo>
                  <a:pt x="190703" y="67056"/>
                </a:lnTo>
                <a:lnTo>
                  <a:pt x="190703" y="0"/>
                </a:lnTo>
                <a:lnTo>
                  <a:pt x="160121" y="0"/>
                </a:lnTo>
                <a:lnTo>
                  <a:pt x="160121" y="67056"/>
                </a:lnTo>
                <a:lnTo>
                  <a:pt x="91541" y="67056"/>
                </a:lnTo>
                <a:lnTo>
                  <a:pt x="112877" y="44196"/>
                </a:lnTo>
                <a:lnTo>
                  <a:pt x="83921" y="23812"/>
                </a:lnTo>
                <a:lnTo>
                  <a:pt x="69583" y="13982"/>
                </a:lnTo>
                <a:lnTo>
                  <a:pt x="54965" y="4572"/>
                </a:lnTo>
                <a:lnTo>
                  <a:pt x="36576" y="24384"/>
                </a:lnTo>
                <a:lnTo>
                  <a:pt x="50977" y="34696"/>
                </a:lnTo>
                <a:lnTo>
                  <a:pt x="64477" y="45148"/>
                </a:lnTo>
                <a:lnTo>
                  <a:pt x="77393" y="55892"/>
                </a:lnTo>
                <a:lnTo>
                  <a:pt x="90017" y="67056"/>
                </a:lnTo>
                <a:lnTo>
                  <a:pt x="0" y="67056"/>
                </a:lnTo>
                <a:lnTo>
                  <a:pt x="0" y="134200"/>
                </a:lnTo>
                <a:lnTo>
                  <a:pt x="30480" y="134200"/>
                </a:lnTo>
                <a:lnTo>
                  <a:pt x="30480" y="92964"/>
                </a:lnTo>
                <a:lnTo>
                  <a:pt x="318719" y="92964"/>
                </a:lnTo>
                <a:lnTo>
                  <a:pt x="318719" y="134200"/>
                </a:lnTo>
                <a:lnTo>
                  <a:pt x="349288" y="134200"/>
                </a:lnTo>
                <a:lnTo>
                  <a:pt x="349288" y="92964"/>
                </a:lnTo>
                <a:lnTo>
                  <a:pt x="349288" y="67056"/>
                </a:lnTo>
                <a:close/>
              </a:path>
              <a:path w="732155" h="380364">
                <a:moveTo>
                  <a:pt x="732104" y="21234"/>
                </a:moveTo>
                <a:lnTo>
                  <a:pt x="701624" y="21234"/>
                </a:lnTo>
                <a:lnTo>
                  <a:pt x="701624" y="50292"/>
                </a:lnTo>
                <a:lnTo>
                  <a:pt x="701624" y="121920"/>
                </a:lnTo>
                <a:lnTo>
                  <a:pt x="701624" y="149440"/>
                </a:lnTo>
                <a:lnTo>
                  <a:pt x="701624" y="221068"/>
                </a:lnTo>
                <a:lnTo>
                  <a:pt x="590270" y="221068"/>
                </a:lnTo>
                <a:lnTo>
                  <a:pt x="590270" y="149440"/>
                </a:lnTo>
                <a:lnTo>
                  <a:pt x="701624" y="149440"/>
                </a:lnTo>
                <a:lnTo>
                  <a:pt x="701624" y="121920"/>
                </a:lnTo>
                <a:lnTo>
                  <a:pt x="590270" y="121920"/>
                </a:lnTo>
                <a:lnTo>
                  <a:pt x="590270" y="50292"/>
                </a:lnTo>
                <a:lnTo>
                  <a:pt x="701624" y="50292"/>
                </a:lnTo>
                <a:lnTo>
                  <a:pt x="701624" y="21234"/>
                </a:lnTo>
                <a:lnTo>
                  <a:pt x="559790" y="21234"/>
                </a:lnTo>
                <a:lnTo>
                  <a:pt x="559790" y="50292"/>
                </a:lnTo>
                <a:lnTo>
                  <a:pt x="559790" y="121920"/>
                </a:lnTo>
                <a:lnTo>
                  <a:pt x="559790" y="149440"/>
                </a:lnTo>
                <a:lnTo>
                  <a:pt x="559790" y="221068"/>
                </a:lnTo>
                <a:lnTo>
                  <a:pt x="449961" y="221068"/>
                </a:lnTo>
                <a:lnTo>
                  <a:pt x="451065" y="203669"/>
                </a:lnTo>
                <a:lnTo>
                  <a:pt x="451866" y="185826"/>
                </a:lnTo>
                <a:lnTo>
                  <a:pt x="452107" y="167716"/>
                </a:lnTo>
                <a:lnTo>
                  <a:pt x="451485" y="149440"/>
                </a:lnTo>
                <a:lnTo>
                  <a:pt x="559790" y="149440"/>
                </a:lnTo>
                <a:lnTo>
                  <a:pt x="559790" y="121920"/>
                </a:lnTo>
                <a:lnTo>
                  <a:pt x="451485" y="121920"/>
                </a:lnTo>
                <a:lnTo>
                  <a:pt x="451485" y="50292"/>
                </a:lnTo>
                <a:lnTo>
                  <a:pt x="559790" y="50292"/>
                </a:lnTo>
                <a:lnTo>
                  <a:pt x="559790" y="21234"/>
                </a:lnTo>
                <a:lnTo>
                  <a:pt x="421005" y="21234"/>
                </a:lnTo>
                <a:lnTo>
                  <a:pt x="421005" y="158584"/>
                </a:lnTo>
                <a:lnTo>
                  <a:pt x="420458" y="194297"/>
                </a:lnTo>
                <a:lnTo>
                  <a:pt x="416509" y="253187"/>
                </a:lnTo>
                <a:lnTo>
                  <a:pt x="407720" y="296329"/>
                </a:lnTo>
                <a:lnTo>
                  <a:pt x="390639" y="335229"/>
                </a:lnTo>
                <a:lnTo>
                  <a:pt x="379768" y="353847"/>
                </a:lnTo>
                <a:lnTo>
                  <a:pt x="391058" y="367372"/>
                </a:lnTo>
                <a:lnTo>
                  <a:pt x="396354" y="373786"/>
                </a:lnTo>
                <a:lnTo>
                  <a:pt x="401193" y="379768"/>
                </a:lnTo>
                <a:lnTo>
                  <a:pt x="419506" y="351764"/>
                </a:lnTo>
                <a:lnTo>
                  <a:pt x="433387" y="320471"/>
                </a:lnTo>
                <a:lnTo>
                  <a:pt x="442988" y="286029"/>
                </a:lnTo>
                <a:lnTo>
                  <a:pt x="448437" y="248602"/>
                </a:lnTo>
                <a:lnTo>
                  <a:pt x="559790" y="248602"/>
                </a:lnTo>
                <a:lnTo>
                  <a:pt x="559790" y="369087"/>
                </a:lnTo>
                <a:lnTo>
                  <a:pt x="590270" y="369087"/>
                </a:lnTo>
                <a:lnTo>
                  <a:pt x="590270" y="248602"/>
                </a:lnTo>
                <a:lnTo>
                  <a:pt x="701624" y="248602"/>
                </a:lnTo>
                <a:lnTo>
                  <a:pt x="701624" y="318706"/>
                </a:lnTo>
                <a:lnTo>
                  <a:pt x="700189" y="328701"/>
                </a:lnTo>
                <a:lnTo>
                  <a:pt x="695909" y="335851"/>
                </a:lnTo>
                <a:lnTo>
                  <a:pt x="688759" y="340131"/>
                </a:lnTo>
                <a:lnTo>
                  <a:pt x="678764" y="341566"/>
                </a:lnTo>
                <a:lnTo>
                  <a:pt x="667588" y="341299"/>
                </a:lnTo>
                <a:lnTo>
                  <a:pt x="654862" y="340614"/>
                </a:lnTo>
                <a:lnTo>
                  <a:pt x="625322" y="338518"/>
                </a:lnTo>
                <a:lnTo>
                  <a:pt x="626465" y="347433"/>
                </a:lnTo>
                <a:lnTo>
                  <a:pt x="627608" y="355752"/>
                </a:lnTo>
                <a:lnTo>
                  <a:pt x="628751" y="363474"/>
                </a:lnTo>
                <a:lnTo>
                  <a:pt x="629894" y="370624"/>
                </a:lnTo>
                <a:lnTo>
                  <a:pt x="646480" y="370852"/>
                </a:lnTo>
                <a:lnTo>
                  <a:pt x="676262" y="371906"/>
                </a:lnTo>
                <a:lnTo>
                  <a:pt x="721626" y="360705"/>
                </a:lnTo>
                <a:lnTo>
                  <a:pt x="730123" y="341566"/>
                </a:lnTo>
                <a:lnTo>
                  <a:pt x="732104" y="326326"/>
                </a:lnTo>
                <a:lnTo>
                  <a:pt x="732104" y="50292"/>
                </a:lnTo>
                <a:lnTo>
                  <a:pt x="732104" y="212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538984" y="5406009"/>
            <a:ext cx="3102610" cy="383540"/>
          </a:xfrm>
          <a:custGeom>
            <a:avLst/>
            <a:gdLst/>
            <a:ahLst/>
            <a:cxnLst/>
            <a:rect l="l" t="t" r="r" b="b"/>
            <a:pathLst>
              <a:path w="3102610" h="383539">
                <a:moveTo>
                  <a:pt x="146392" y="64109"/>
                </a:moveTo>
                <a:lnTo>
                  <a:pt x="115912" y="64109"/>
                </a:lnTo>
                <a:lnTo>
                  <a:pt x="115912" y="93065"/>
                </a:lnTo>
                <a:lnTo>
                  <a:pt x="115912" y="186131"/>
                </a:lnTo>
                <a:lnTo>
                  <a:pt x="115912" y="213563"/>
                </a:lnTo>
                <a:lnTo>
                  <a:pt x="115912" y="309664"/>
                </a:lnTo>
                <a:lnTo>
                  <a:pt x="30568" y="309664"/>
                </a:lnTo>
                <a:lnTo>
                  <a:pt x="30568" y="213563"/>
                </a:lnTo>
                <a:lnTo>
                  <a:pt x="115912" y="213563"/>
                </a:lnTo>
                <a:lnTo>
                  <a:pt x="115912" y="186131"/>
                </a:lnTo>
                <a:lnTo>
                  <a:pt x="30568" y="186131"/>
                </a:lnTo>
                <a:lnTo>
                  <a:pt x="30568" y="93065"/>
                </a:lnTo>
                <a:lnTo>
                  <a:pt x="115912" y="93065"/>
                </a:lnTo>
                <a:lnTo>
                  <a:pt x="115912" y="64109"/>
                </a:lnTo>
                <a:lnTo>
                  <a:pt x="70192" y="64109"/>
                </a:lnTo>
                <a:lnTo>
                  <a:pt x="75933" y="51231"/>
                </a:lnTo>
                <a:lnTo>
                  <a:pt x="81813" y="37769"/>
                </a:lnTo>
                <a:lnTo>
                  <a:pt x="87985" y="23736"/>
                </a:lnTo>
                <a:lnTo>
                  <a:pt x="94576" y="9144"/>
                </a:lnTo>
                <a:lnTo>
                  <a:pt x="61048" y="0"/>
                </a:lnTo>
                <a:lnTo>
                  <a:pt x="56197" y="15163"/>
                </a:lnTo>
                <a:lnTo>
                  <a:pt x="50761" y="30911"/>
                </a:lnTo>
                <a:lnTo>
                  <a:pt x="44767" y="47231"/>
                </a:lnTo>
                <a:lnTo>
                  <a:pt x="38188" y="64109"/>
                </a:lnTo>
                <a:lnTo>
                  <a:pt x="0" y="64109"/>
                </a:lnTo>
                <a:lnTo>
                  <a:pt x="0" y="370725"/>
                </a:lnTo>
                <a:lnTo>
                  <a:pt x="30568" y="370725"/>
                </a:lnTo>
                <a:lnTo>
                  <a:pt x="30568" y="338620"/>
                </a:lnTo>
                <a:lnTo>
                  <a:pt x="115912" y="338620"/>
                </a:lnTo>
                <a:lnTo>
                  <a:pt x="115912" y="369201"/>
                </a:lnTo>
                <a:lnTo>
                  <a:pt x="146392" y="369201"/>
                </a:lnTo>
                <a:lnTo>
                  <a:pt x="146392" y="338620"/>
                </a:lnTo>
                <a:lnTo>
                  <a:pt x="146392" y="309664"/>
                </a:lnTo>
                <a:lnTo>
                  <a:pt x="146392" y="213563"/>
                </a:lnTo>
                <a:lnTo>
                  <a:pt x="146392" y="186131"/>
                </a:lnTo>
                <a:lnTo>
                  <a:pt x="146392" y="93065"/>
                </a:lnTo>
                <a:lnTo>
                  <a:pt x="146392" y="64109"/>
                </a:lnTo>
                <a:close/>
              </a:path>
              <a:path w="3102610" h="383539">
                <a:moveTo>
                  <a:pt x="277558" y="237947"/>
                </a:moveTo>
                <a:lnTo>
                  <a:pt x="263842" y="218795"/>
                </a:lnTo>
                <a:lnTo>
                  <a:pt x="247840" y="197942"/>
                </a:lnTo>
                <a:lnTo>
                  <a:pt x="229552" y="175361"/>
                </a:lnTo>
                <a:lnTo>
                  <a:pt x="208978" y="151079"/>
                </a:lnTo>
                <a:lnTo>
                  <a:pt x="186118" y="167843"/>
                </a:lnTo>
                <a:lnTo>
                  <a:pt x="203593" y="190677"/>
                </a:lnTo>
                <a:lnTo>
                  <a:pt x="219646" y="213372"/>
                </a:lnTo>
                <a:lnTo>
                  <a:pt x="234543" y="235813"/>
                </a:lnTo>
                <a:lnTo>
                  <a:pt x="248602" y="257848"/>
                </a:lnTo>
                <a:lnTo>
                  <a:pt x="277558" y="237947"/>
                </a:lnTo>
                <a:close/>
              </a:path>
              <a:path w="3102610" h="383539">
                <a:moveTo>
                  <a:pt x="349275" y="62585"/>
                </a:moveTo>
                <a:lnTo>
                  <a:pt x="225742" y="62585"/>
                </a:lnTo>
                <a:lnTo>
                  <a:pt x="230543" y="49733"/>
                </a:lnTo>
                <a:lnTo>
                  <a:pt x="235648" y="36436"/>
                </a:lnTo>
                <a:lnTo>
                  <a:pt x="240741" y="22860"/>
                </a:lnTo>
                <a:lnTo>
                  <a:pt x="245554" y="9144"/>
                </a:lnTo>
                <a:lnTo>
                  <a:pt x="213550" y="0"/>
                </a:lnTo>
                <a:lnTo>
                  <a:pt x="200380" y="41490"/>
                </a:lnTo>
                <a:lnTo>
                  <a:pt x="185915" y="78968"/>
                </a:lnTo>
                <a:lnTo>
                  <a:pt x="170002" y="112445"/>
                </a:lnTo>
                <a:lnTo>
                  <a:pt x="152488" y="141935"/>
                </a:lnTo>
                <a:lnTo>
                  <a:pt x="160197" y="145592"/>
                </a:lnTo>
                <a:lnTo>
                  <a:pt x="167208" y="149555"/>
                </a:lnTo>
                <a:lnTo>
                  <a:pt x="173355" y="153504"/>
                </a:lnTo>
                <a:lnTo>
                  <a:pt x="178498" y="157175"/>
                </a:lnTo>
                <a:lnTo>
                  <a:pt x="187617" y="141986"/>
                </a:lnTo>
                <a:lnTo>
                  <a:pt x="196596" y="126072"/>
                </a:lnTo>
                <a:lnTo>
                  <a:pt x="205282" y="109296"/>
                </a:lnTo>
                <a:lnTo>
                  <a:pt x="213550" y="91541"/>
                </a:lnTo>
                <a:lnTo>
                  <a:pt x="315747" y="91541"/>
                </a:lnTo>
                <a:lnTo>
                  <a:pt x="314579" y="162407"/>
                </a:lnTo>
                <a:lnTo>
                  <a:pt x="313270" y="221399"/>
                </a:lnTo>
                <a:lnTo>
                  <a:pt x="311670" y="268097"/>
                </a:lnTo>
                <a:lnTo>
                  <a:pt x="306489" y="318922"/>
                </a:lnTo>
                <a:lnTo>
                  <a:pt x="272986" y="340144"/>
                </a:lnTo>
                <a:lnTo>
                  <a:pt x="256451" y="339623"/>
                </a:lnTo>
                <a:lnTo>
                  <a:pt x="239077" y="338239"/>
                </a:lnTo>
                <a:lnTo>
                  <a:pt x="221119" y="336283"/>
                </a:lnTo>
                <a:lnTo>
                  <a:pt x="202882" y="334048"/>
                </a:lnTo>
                <a:lnTo>
                  <a:pt x="201358" y="334048"/>
                </a:lnTo>
                <a:lnTo>
                  <a:pt x="203377" y="342125"/>
                </a:lnTo>
                <a:lnTo>
                  <a:pt x="204978" y="350329"/>
                </a:lnTo>
                <a:lnTo>
                  <a:pt x="206286" y="358787"/>
                </a:lnTo>
                <a:lnTo>
                  <a:pt x="207454" y="367677"/>
                </a:lnTo>
                <a:lnTo>
                  <a:pt x="243078" y="369773"/>
                </a:lnTo>
                <a:lnTo>
                  <a:pt x="260388" y="370459"/>
                </a:lnTo>
                <a:lnTo>
                  <a:pt x="277558" y="370725"/>
                </a:lnTo>
                <a:lnTo>
                  <a:pt x="304749" y="366979"/>
                </a:lnTo>
                <a:lnTo>
                  <a:pt x="324497" y="355663"/>
                </a:lnTo>
                <a:lnTo>
                  <a:pt x="334505" y="340144"/>
                </a:lnTo>
                <a:lnTo>
                  <a:pt x="336791" y="336600"/>
                </a:lnTo>
                <a:lnTo>
                  <a:pt x="342734" y="283679"/>
                </a:lnTo>
                <a:lnTo>
                  <a:pt x="345668" y="197942"/>
                </a:lnTo>
                <a:lnTo>
                  <a:pt x="347459" y="135432"/>
                </a:lnTo>
                <a:lnTo>
                  <a:pt x="348551" y="91541"/>
                </a:lnTo>
                <a:lnTo>
                  <a:pt x="349275" y="62585"/>
                </a:lnTo>
                <a:close/>
              </a:path>
              <a:path w="3102610" h="383539">
                <a:moveTo>
                  <a:pt x="756475" y="259372"/>
                </a:moveTo>
                <a:lnTo>
                  <a:pt x="747585" y="256819"/>
                </a:lnTo>
                <a:lnTo>
                  <a:pt x="739140" y="253847"/>
                </a:lnTo>
                <a:lnTo>
                  <a:pt x="722947" y="247180"/>
                </a:lnTo>
                <a:lnTo>
                  <a:pt x="721550" y="264629"/>
                </a:lnTo>
                <a:lnTo>
                  <a:pt x="716749" y="308140"/>
                </a:lnTo>
                <a:lnTo>
                  <a:pt x="692365" y="331000"/>
                </a:lnTo>
                <a:lnTo>
                  <a:pt x="671029" y="331000"/>
                </a:lnTo>
                <a:lnTo>
                  <a:pt x="661035" y="329552"/>
                </a:lnTo>
                <a:lnTo>
                  <a:pt x="653884" y="325094"/>
                </a:lnTo>
                <a:lnTo>
                  <a:pt x="649605" y="317500"/>
                </a:lnTo>
                <a:lnTo>
                  <a:pt x="648169" y="306616"/>
                </a:lnTo>
                <a:lnTo>
                  <a:pt x="648169" y="22860"/>
                </a:lnTo>
                <a:lnTo>
                  <a:pt x="459105" y="22860"/>
                </a:lnTo>
                <a:lnTo>
                  <a:pt x="459105" y="149542"/>
                </a:lnTo>
                <a:lnTo>
                  <a:pt x="458190" y="186740"/>
                </a:lnTo>
                <a:lnTo>
                  <a:pt x="450100" y="244563"/>
                </a:lnTo>
                <a:lnTo>
                  <a:pt x="432015" y="284899"/>
                </a:lnTo>
                <a:lnTo>
                  <a:pt x="398310" y="323761"/>
                </a:lnTo>
                <a:lnTo>
                  <a:pt x="375183" y="343192"/>
                </a:lnTo>
                <a:lnTo>
                  <a:pt x="380873" y="350964"/>
                </a:lnTo>
                <a:lnTo>
                  <a:pt x="386422" y="358140"/>
                </a:lnTo>
                <a:lnTo>
                  <a:pt x="396519" y="370713"/>
                </a:lnTo>
                <a:lnTo>
                  <a:pt x="422821" y="349542"/>
                </a:lnTo>
                <a:lnTo>
                  <a:pt x="461746" y="304406"/>
                </a:lnTo>
                <a:lnTo>
                  <a:pt x="482346" y="256997"/>
                </a:lnTo>
                <a:lnTo>
                  <a:pt x="491490" y="191262"/>
                </a:lnTo>
                <a:lnTo>
                  <a:pt x="492633" y="149542"/>
                </a:lnTo>
                <a:lnTo>
                  <a:pt x="492633" y="51917"/>
                </a:lnTo>
                <a:lnTo>
                  <a:pt x="616165" y="51917"/>
                </a:lnTo>
                <a:lnTo>
                  <a:pt x="616165" y="309664"/>
                </a:lnTo>
                <a:lnTo>
                  <a:pt x="619048" y="332600"/>
                </a:lnTo>
                <a:lnTo>
                  <a:pt x="627786" y="348805"/>
                </a:lnTo>
                <a:lnTo>
                  <a:pt x="642531" y="358406"/>
                </a:lnTo>
                <a:lnTo>
                  <a:pt x="663409" y="361569"/>
                </a:lnTo>
                <a:lnTo>
                  <a:pt x="696937" y="361569"/>
                </a:lnTo>
                <a:lnTo>
                  <a:pt x="741603" y="337743"/>
                </a:lnTo>
                <a:lnTo>
                  <a:pt x="751903" y="293662"/>
                </a:lnTo>
                <a:lnTo>
                  <a:pt x="754189" y="277660"/>
                </a:lnTo>
                <a:lnTo>
                  <a:pt x="756475" y="259372"/>
                </a:lnTo>
                <a:close/>
              </a:path>
              <a:path w="3102610" h="383539">
                <a:moveTo>
                  <a:pt x="974496" y="140398"/>
                </a:moveTo>
                <a:lnTo>
                  <a:pt x="939444" y="140398"/>
                </a:lnTo>
                <a:lnTo>
                  <a:pt x="939444" y="378345"/>
                </a:lnTo>
                <a:lnTo>
                  <a:pt x="974496" y="378345"/>
                </a:lnTo>
                <a:lnTo>
                  <a:pt x="974496" y="140398"/>
                </a:lnTo>
                <a:close/>
              </a:path>
              <a:path w="3102610" h="383539">
                <a:moveTo>
                  <a:pt x="1146898" y="164795"/>
                </a:moveTo>
                <a:lnTo>
                  <a:pt x="1104963" y="144411"/>
                </a:lnTo>
                <a:lnTo>
                  <a:pt x="1066990" y="119786"/>
                </a:lnTo>
                <a:lnTo>
                  <a:pt x="1032891" y="90716"/>
                </a:lnTo>
                <a:lnTo>
                  <a:pt x="1002601" y="56959"/>
                </a:lnTo>
                <a:lnTo>
                  <a:pt x="976020" y="18288"/>
                </a:lnTo>
                <a:lnTo>
                  <a:pt x="980592" y="9144"/>
                </a:lnTo>
                <a:lnTo>
                  <a:pt x="944016" y="9144"/>
                </a:lnTo>
                <a:lnTo>
                  <a:pt x="917854" y="47231"/>
                </a:lnTo>
                <a:lnTo>
                  <a:pt x="886929" y="82753"/>
                </a:lnTo>
                <a:lnTo>
                  <a:pt x="851230" y="115697"/>
                </a:lnTo>
                <a:lnTo>
                  <a:pt x="810844" y="146050"/>
                </a:lnTo>
                <a:lnTo>
                  <a:pt x="765606" y="173939"/>
                </a:lnTo>
                <a:lnTo>
                  <a:pt x="771067" y="181914"/>
                </a:lnTo>
                <a:lnTo>
                  <a:pt x="776084" y="189750"/>
                </a:lnTo>
                <a:lnTo>
                  <a:pt x="780834" y="197294"/>
                </a:lnTo>
                <a:lnTo>
                  <a:pt x="785418" y="204419"/>
                </a:lnTo>
                <a:lnTo>
                  <a:pt x="828979" y="176085"/>
                </a:lnTo>
                <a:lnTo>
                  <a:pt x="868019" y="146088"/>
                </a:lnTo>
                <a:lnTo>
                  <a:pt x="902589" y="114477"/>
                </a:lnTo>
                <a:lnTo>
                  <a:pt x="932510" y="81534"/>
                </a:lnTo>
                <a:lnTo>
                  <a:pt x="957732" y="47345"/>
                </a:lnTo>
                <a:lnTo>
                  <a:pt x="982764" y="82753"/>
                </a:lnTo>
                <a:lnTo>
                  <a:pt x="1012266" y="115849"/>
                </a:lnTo>
                <a:lnTo>
                  <a:pt x="1046124" y="146278"/>
                </a:lnTo>
                <a:lnTo>
                  <a:pt x="1084376" y="173837"/>
                </a:lnTo>
                <a:lnTo>
                  <a:pt x="1126998" y="198323"/>
                </a:lnTo>
                <a:lnTo>
                  <a:pt x="1131608" y="190296"/>
                </a:lnTo>
                <a:lnTo>
                  <a:pt x="1136370" y="182130"/>
                </a:lnTo>
                <a:lnTo>
                  <a:pt x="1141272" y="173939"/>
                </a:lnTo>
                <a:lnTo>
                  <a:pt x="1146898" y="164795"/>
                </a:lnTo>
                <a:close/>
              </a:path>
              <a:path w="3102610" h="383539">
                <a:moveTo>
                  <a:pt x="1319199" y="146494"/>
                </a:moveTo>
                <a:lnTo>
                  <a:pt x="1301762" y="132753"/>
                </a:lnTo>
                <a:lnTo>
                  <a:pt x="1283728" y="119176"/>
                </a:lnTo>
                <a:lnTo>
                  <a:pt x="1265123" y="105905"/>
                </a:lnTo>
                <a:lnTo>
                  <a:pt x="1245958" y="93065"/>
                </a:lnTo>
                <a:lnTo>
                  <a:pt x="1227670" y="112877"/>
                </a:lnTo>
                <a:lnTo>
                  <a:pt x="1245095" y="126009"/>
                </a:lnTo>
                <a:lnTo>
                  <a:pt x="1262964" y="140169"/>
                </a:lnTo>
                <a:lnTo>
                  <a:pt x="1281112" y="155181"/>
                </a:lnTo>
                <a:lnTo>
                  <a:pt x="1299387" y="170878"/>
                </a:lnTo>
                <a:lnTo>
                  <a:pt x="1319199" y="146494"/>
                </a:lnTo>
                <a:close/>
              </a:path>
              <a:path w="3102610" h="383539">
                <a:moveTo>
                  <a:pt x="1332915" y="205930"/>
                </a:moveTo>
                <a:lnTo>
                  <a:pt x="1316151" y="181546"/>
                </a:lnTo>
                <a:lnTo>
                  <a:pt x="1289926" y="197218"/>
                </a:lnTo>
                <a:lnTo>
                  <a:pt x="1264107" y="212026"/>
                </a:lnTo>
                <a:lnTo>
                  <a:pt x="1239139" y="225704"/>
                </a:lnTo>
                <a:lnTo>
                  <a:pt x="1215478" y="237934"/>
                </a:lnTo>
                <a:lnTo>
                  <a:pt x="1232242" y="263944"/>
                </a:lnTo>
                <a:lnTo>
                  <a:pt x="1258265" y="248234"/>
                </a:lnTo>
                <a:lnTo>
                  <a:pt x="1283728" y="233222"/>
                </a:lnTo>
                <a:lnTo>
                  <a:pt x="1308620" y="219075"/>
                </a:lnTo>
                <a:lnTo>
                  <a:pt x="1332915" y="205930"/>
                </a:lnTo>
                <a:close/>
              </a:path>
              <a:path w="3102610" h="383539">
                <a:moveTo>
                  <a:pt x="1474749" y="117449"/>
                </a:moveTo>
                <a:lnTo>
                  <a:pt x="1451889" y="96113"/>
                </a:lnTo>
                <a:lnTo>
                  <a:pt x="1435849" y="110667"/>
                </a:lnTo>
                <a:lnTo>
                  <a:pt x="1419644" y="124510"/>
                </a:lnTo>
                <a:lnTo>
                  <a:pt x="1403159" y="137515"/>
                </a:lnTo>
                <a:lnTo>
                  <a:pt x="1386255" y="149542"/>
                </a:lnTo>
                <a:lnTo>
                  <a:pt x="1406067" y="172402"/>
                </a:lnTo>
                <a:lnTo>
                  <a:pt x="1424774" y="157822"/>
                </a:lnTo>
                <a:lnTo>
                  <a:pt x="1458671" y="130327"/>
                </a:lnTo>
                <a:lnTo>
                  <a:pt x="1474749" y="117449"/>
                </a:lnTo>
                <a:close/>
              </a:path>
              <a:path w="3102610" h="383539">
                <a:moveTo>
                  <a:pt x="1476273" y="19812"/>
                </a:moveTo>
                <a:lnTo>
                  <a:pt x="1213954" y="19812"/>
                </a:lnTo>
                <a:lnTo>
                  <a:pt x="1213954" y="48869"/>
                </a:lnTo>
                <a:lnTo>
                  <a:pt x="1430553" y="48869"/>
                </a:lnTo>
                <a:lnTo>
                  <a:pt x="1340535" y="96113"/>
                </a:lnTo>
                <a:lnTo>
                  <a:pt x="1340535" y="257848"/>
                </a:lnTo>
                <a:lnTo>
                  <a:pt x="1339088" y="267843"/>
                </a:lnTo>
                <a:lnTo>
                  <a:pt x="1334630" y="274993"/>
                </a:lnTo>
                <a:lnTo>
                  <a:pt x="1327035" y="279273"/>
                </a:lnTo>
                <a:lnTo>
                  <a:pt x="1316456" y="280670"/>
                </a:lnTo>
                <a:lnTo>
                  <a:pt x="1304721" y="280657"/>
                </a:lnTo>
                <a:lnTo>
                  <a:pt x="1293291" y="280327"/>
                </a:lnTo>
                <a:lnTo>
                  <a:pt x="1281823" y="279425"/>
                </a:lnTo>
                <a:lnTo>
                  <a:pt x="1270342" y="277660"/>
                </a:lnTo>
                <a:lnTo>
                  <a:pt x="1271498" y="286512"/>
                </a:lnTo>
                <a:lnTo>
                  <a:pt x="1272679" y="294805"/>
                </a:lnTo>
                <a:lnTo>
                  <a:pt x="1273848" y="302514"/>
                </a:lnTo>
                <a:lnTo>
                  <a:pt x="1275003" y="309664"/>
                </a:lnTo>
                <a:lnTo>
                  <a:pt x="1322247" y="309664"/>
                </a:lnTo>
                <a:lnTo>
                  <a:pt x="1343139" y="306781"/>
                </a:lnTo>
                <a:lnTo>
                  <a:pt x="1357871" y="298043"/>
                </a:lnTo>
                <a:lnTo>
                  <a:pt x="1366621" y="283298"/>
                </a:lnTo>
                <a:lnTo>
                  <a:pt x="1366977" y="280708"/>
                </a:lnTo>
                <a:lnTo>
                  <a:pt x="1369491" y="262420"/>
                </a:lnTo>
                <a:lnTo>
                  <a:pt x="1369491" y="111353"/>
                </a:lnTo>
                <a:lnTo>
                  <a:pt x="1476273" y="51917"/>
                </a:lnTo>
                <a:lnTo>
                  <a:pt x="1476273" y="19812"/>
                </a:lnTo>
                <a:close/>
              </a:path>
              <a:path w="3102610" h="383539">
                <a:moveTo>
                  <a:pt x="1480845" y="239458"/>
                </a:moveTo>
                <a:lnTo>
                  <a:pt x="1458264" y="223989"/>
                </a:lnTo>
                <a:lnTo>
                  <a:pt x="1393875" y="181546"/>
                </a:lnTo>
                <a:lnTo>
                  <a:pt x="1375587" y="204406"/>
                </a:lnTo>
                <a:lnTo>
                  <a:pt x="1397088" y="218668"/>
                </a:lnTo>
                <a:lnTo>
                  <a:pt x="1418310" y="233794"/>
                </a:lnTo>
                <a:lnTo>
                  <a:pt x="1461033" y="265468"/>
                </a:lnTo>
                <a:lnTo>
                  <a:pt x="1480845" y="239458"/>
                </a:lnTo>
                <a:close/>
              </a:path>
              <a:path w="3102610" h="383539">
                <a:moveTo>
                  <a:pt x="1515897" y="99161"/>
                </a:moveTo>
                <a:lnTo>
                  <a:pt x="1485417" y="99161"/>
                </a:lnTo>
                <a:lnTo>
                  <a:pt x="1485417" y="329476"/>
                </a:lnTo>
                <a:lnTo>
                  <a:pt x="1212430" y="329476"/>
                </a:lnTo>
                <a:lnTo>
                  <a:pt x="1212430" y="99161"/>
                </a:lnTo>
                <a:lnTo>
                  <a:pt x="1181950" y="99161"/>
                </a:lnTo>
                <a:lnTo>
                  <a:pt x="1181950" y="358521"/>
                </a:lnTo>
                <a:lnTo>
                  <a:pt x="1485417" y="358521"/>
                </a:lnTo>
                <a:lnTo>
                  <a:pt x="1485417" y="376809"/>
                </a:lnTo>
                <a:lnTo>
                  <a:pt x="1515897" y="376809"/>
                </a:lnTo>
                <a:lnTo>
                  <a:pt x="1515897" y="329476"/>
                </a:lnTo>
                <a:lnTo>
                  <a:pt x="1515897" y="99161"/>
                </a:lnTo>
                <a:close/>
              </a:path>
              <a:path w="3102610" h="383539">
                <a:moveTo>
                  <a:pt x="1624190" y="62585"/>
                </a:moveTo>
                <a:lnTo>
                  <a:pt x="1615287" y="50279"/>
                </a:lnTo>
                <a:lnTo>
                  <a:pt x="1606664" y="38531"/>
                </a:lnTo>
                <a:lnTo>
                  <a:pt x="1598053" y="27355"/>
                </a:lnTo>
                <a:lnTo>
                  <a:pt x="1589138" y="16776"/>
                </a:lnTo>
                <a:lnTo>
                  <a:pt x="1567802" y="32016"/>
                </a:lnTo>
                <a:lnTo>
                  <a:pt x="1575828" y="42875"/>
                </a:lnTo>
                <a:lnTo>
                  <a:pt x="1583994" y="54571"/>
                </a:lnTo>
                <a:lnTo>
                  <a:pt x="1592453" y="66827"/>
                </a:lnTo>
                <a:lnTo>
                  <a:pt x="1601330" y="79349"/>
                </a:lnTo>
                <a:lnTo>
                  <a:pt x="1624190" y="62585"/>
                </a:lnTo>
                <a:close/>
              </a:path>
              <a:path w="3102610" h="383539">
                <a:moveTo>
                  <a:pt x="1737067" y="222707"/>
                </a:moveTo>
                <a:lnTo>
                  <a:pt x="1708111" y="222707"/>
                </a:lnTo>
                <a:lnTo>
                  <a:pt x="1708111" y="247180"/>
                </a:lnTo>
                <a:lnTo>
                  <a:pt x="1699526" y="262369"/>
                </a:lnTo>
                <a:lnTo>
                  <a:pt x="1689773" y="276136"/>
                </a:lnTo>
                <a:lnTo>
                  <a:pt x="1678889" y="288759"/>
                </a:lnTo>
                <a:lnTo>
                  <a:pt x="1666862" y="300520"/>
                </a:lnTo>
                <a:lnTo>
                  <a:pt x="1624215" y="281228"/>
                </a:lnTo>
                <a:lnTo>
                  <a:pt x="1610474" y="274612"/>
                </a:lnTo>
                <a:lnTo>
                  <a:pt x="1615046" y="268617"/>
                </a:lnTo>
                <a:lnTo>
                  <a:pt x="1619618" y="262039"/>
                </a:lnTo>
                <a:lnTo>
                  <a:pt x="1624190" y="254901"/>
                </a:lnTo>
                <a:lnTo>
                  <a:pt x="1628762" y="247180"/>
                </a:lnTo>
                <a:lnTo>
                  <a:pt x="1708111" y="247180"/>
                </a:lnTo>
                <a:lnTo>
                  <a:pt x="1708111" y="222707"/>
                </a:lnTo>
                <a:lnTo>
                  <a:pt x="1642478" y="222707"/>
                </a:lnTo>
                <a:lnTo>
                  <a:pt x="1647050" y="215087"/>
                </a:lnTo>
                <a:lnTo>
                  <a:pt x="1651622" y="208991"/>
                </a:lnTo>
                <a:lnTo>
                  <a:pt x="1654670" y="201371"/>
                </a:lnTo>
                <a:lnTo>
                  <a:pt x="1627238" y="192227"/>
                </a:lnTo>
                <a:lnTo>
                  <a:pt x="1623580" y="199986"/>
                </a:lnTo>
                <a:lnTo>
                  <a:pt x="1615668" y="214934"/>
                </a:lnTo>
                <a:lnTo>
                  <a:pt x="1611998" y="222707"/>
                </a:lnTo>
                <a:lnTo>
                  <a:pt x="1552562" y="222707"/>
                </a:lnTo>
                <a:lnTo>
                  <a:pt x="1552562" y="247180"/>
                </a:lnTo>
                <a:lnTo>
                  <a:pt x="1596758" y="247180"/>
                </a:lnTo>
                <a:lnTo>
                  <a:pt x="1591030" y="257187"/>
                </a:lnTo>
                <a:lnTo>
                  <a:pt x="1585137" y="266611"/>
                </a:lnTo>
                <a:lnTo>
                  <a:pt x="1578978" y="275475"/>
                </a:lnTo>
                <a:lnTo>
                  <a:pt x="1572374" y="283756"/>
                </a:lnTo>
                <a:lnTo>
                  <a:pt x="1606448" y="300520"/>
                </a:lnTo>
                <a:lnTo>
                  <a:pt x="1625320" y="309905"/>
                </a:lnTo>
                <a:lnTo>
                  <a:pt x="1642478" y="318808"/>
                </a:lnTo>
                <a:lnTo>
                  <a:pt x="1621929" y="329679"/>
                </a:lnTo>
                <a:lnTo>
                  <a:pt x="1599311" y="339394"/>
                </a:lnTo>
                <a:lnTo>
                  <a:pt x="1574507" y="348030"/>
                </a:lnTo>
                <a:lnTo>
                  <a:pt x="1547901" y="355485"/>
                </a:lnTo>
                <a:lnTo>
                  <a:pt x="1551355" y="362318"/>
                </a:lnTo>
                <a:lnTo>
                  <a:pt x="1554657" y="369011"/>
                </a:lnTo>
                <a:lnTo>
                  <a:pt x="1557642" y="375412"/>
                </a:lnTo>
                <a:lnTo>
                  <a:pt x="1560182" y="381393"/>
                </a:lnTo>
                <a:lnTo>
                  <a:pt x="1591906" y="371627"/>
                </a:lnTo>
                <a:lnTo>
                  <a:pt x="1620761" y="360426"/>
                </a:lnTo>
                <a:lnTo>
                  <a:pt x="1646770" y="347484"/>
                </a:lnTo>
                <a:lnTo>
                  <a:pt x="1669910" y="332524"/>
                </a:lnTo>
                <a:lnTo>
                  <a:pt x="1682483" y="339394"/>
                </a:lnTo>
                <a:lnTo>
                  <a:pt x="1694916" y="346290"/>
                </a:lnTo>
                <a:lnTo>
                  <a:pt x="1707070" y="353174"/>
                </a:lnTo>
                <a:lnTo>
                  <a:pt x="1718779" y="360057"/>
                </a:lnTo>
                <a:lnTo>
                  <a:pt x="1735543" y="332524"/>
                </a:lnTo>
                <a:lnTo>
                  <a:pt x="1714207" y="323189"/>
                </a:lnTo>
                <a:lnTo>
                  <a:pt x="1703400" y="318160"/>
                </a:lnTo>
                <a:lnTo>
                  <a:pt x="1692871" y="312712"/>
                </a:lnTo>
                <a:lnTo>
                  <a:pt x="1704428" y="300520"/>
                </a:lnTo>
                <a:lnTo>
                  <a:pt x="1706638" y="298183"/>
                </a:lnTo>
                <a:lnTo>
                  <a:pt x="1718398" y="282232"/>
                </a:lnTo>
                <a:lnTo>
                  <a:pt x="1728444" y="265137"/>
                </a:lnTo>
                <a:lnTo>
                  <a:pt x="1737067" y="247180"/>
                </a:lnTo>
                <a:lnTo>
                  <a:pt x="1737067" y="222707"/>
                </a:lnTo>
                <a:close/>
              </a:path>
              <a:path w="3102610" h="383539">
                <a:moveTo>
                  <a:pt x="1747735" y="91541"/>
                </a:moveTo>
                <a:lnTo>
                  <a:pt x="1672958" y="91541"/>
                </a:lnTo>
                <a:lnTo>
                  <a:pt x="1672958" y="4584"/>
                </a:lnTo>
                <a:lnTo>
                  <a:pt x="1645526" y="4584"/>
                </a:lnTo>
                <a:lnTo>
                  <a:pt x="1645526" y="91541"/>
                </a:lnTo>
                <a:lnTo>
                  <a:pt x="1557134" y="91541"/>
                </a:lnTo>
                <a:lnTo>
                  <a:pt x="1557134" y="115925"/>
                </a:lnTo>
                <a:lnTo>
                  <a:pt x="1636382" y="115925"/>
                </a:lnTo>
                <a:lnTo>
                  <a:pt x="1615503" y="134340"/>
                </a:lnTo>
                <a:lnTo>
                  <a:pt x="1593900" y="150876"/>
                </a:lnTo>
                <a:lnTo>
                  <a:pt x="1571409" y="165950"/>
                </a:lnTo>
                <a:lnTo>
                  <a:pt x="1547901" y="180035"/>
                </a:lnTo>
                <a:lnTo>
                  <a:pt x="1552498" y="185750"/>
                </a:lnTo>
                <a:lnTo>
                  <a:pt x="1556943" y="191465"/>
                </a:lnTo>
                <a:lnTo>
                  <a:pt x="1561071" y="197180"/>
                </a:lnTo>
                <a:lnTo>
                  <a:pt x="1564754" y="202895"/>
                </a:lnTo>
                <a:lnTo>
                  <a:pt x="1587030" y="188607"/>
                </a:lnTo>
                <a:lnTo>
                  <a:pt x="1607997" y="173177"/>
                </a:lnTo>
                <a:lnTo>
                  <a:pt x="1627555" y="156603"/>
                </a:lnTo>
                <a:lnTo>
                  <a:pt x="1645526" y="138887"/>
                </a:lnTo>
                <a:lnTo>
                  <a:pt x="1645526" y="192227"/>
                </a:lnTo>
                <a:lnTo>
                  <a:pt x="1672958" y="192227"/>
                </a:lnTo>
                <a:lnTo>
                  <a:pt x="1672958" y="149555"/>
                </a:lnTo>
                <a:lnTo>
                  <a:pt x="1688426" y="161594"/>
                </a:lnTo>
                <a:lnTo>
                  <a:pt x="1702574" y="172796"/>
                </a:lnTo>
                <a:lnTo>
                  <a:pt x="1715274" y="183413"/>
                </a:lnTo>
                <a:lnTo>
                  <a:pt x="1726399" y="193751"/>
                </a:lnTo>
                <a:lnTo>
                  <a:pt x="1744687" y="172415"/>
                </a:lnTo>
                <a:lnTo>
                  <a:pt x="1732191" y="161836"/>
                </a:lnTo>
                <a:lnTo>
                  <a:pt x="1717814" y="150685"/>
                </a:lnTo>
                <a:lnTo>
                  <a:pt x="1716290" y="149555"/>
                </a:lnTo>
                <a:lnTo>
                  <a:pt x="1702003" y="138938"/>
                </a:lnTo>
                <a:lnTo>
                  <a:pt x="1685150" y="126593"/>
                </a:lnTo>
                <a:lnTo>
                  <a:pt x="1672958" y="138887"/>
                </a:lnTo>
                <a:lnTo>
                  <a:pt x="1672958" y="115925"/>
                </a:lnTo>
                <a:lnTo>
                  <a:pt x="1747735" y="115925"/>
                </a:lnTo>
                <a:lnTo>
                  <a:pt x="1747735" y="91541"/>
                </a:lnTo>
                <a:close/>
              </a:path>
              <a:path w="3102610" h="383539">
                <a:moveTo>
                  <a:pt x="1753831" y="30492"/>
                </a:moveTo>
                <a:lnTo>
                  <a:pt x="1729447" y="15252"/>
                </a:lnTo>
                <a:lnTo>
                  <a:pt x="1720062" y="28727"/>
                </a:lnTo>
                <a:lnTo>
                  <a:pt x="1710397" y="41617"/>
                </a:lnTo>
                <a:lnTo>
                  <a:pt x="1700733" y="53911"/>
                </a:lnTo>
                <a:lnTo>
                  <a:pt x="1691347" y="65633"/>
                </a:lnTo>
                <a:lnTo>
                  <a:pt x="1698967" y="70205"/>
                </a:lnTo>
                <a:lnTo>
                  <a:pt x="1705063" y="76301"/>
                </a:lnTo>
                <a:lnTo>
                  <a:pt x="1711159" y="80873"/>
                </a:lnTo>
                <a:lnTo>
                  <a:pt x="1721688" y="69151"/>
                </a:lnTo>
                <a:lnTo>
                  <a:pt x="1732495" y="56857"/>
                </a:lnTo>
                <a:lnTo>
                  <a:pt x="1743303" y="43967"/>
                </a:lnTo>
                <a:lnTo>
                  <a:pt x="1753831" y="30492"/>
                </a:lnTo>
                <a:close/>
              </a:path>
              <a:path w="3102610" h="383539">
                <a:moveTo>
                  <a:pt x="1933765" y="349389"/>
                </a:moveTo>
                <a:lnTo>
                  <a:pt x="1910880" y="334759"/>
                </a:lnTo>
                <a:lnTo>
                  <a:pt x="1890141" y="318439"/>
                </a:lnTo>
                <a:lnTo>
                  <a:pt x="1877834" y="306616"/>
                </a:lnTo>
                <a:lnTo>
                  <a:pt x="1871395" y="300431"/>
                </a:lnTo>
                <a:lnTo>
                  <a:pt x="1854517" y="280708"/>
                </a:lnTo>
                <a:lnTo>
                  <a:pt x="1870024" y="250228"/>
                </a:lnTo>
                <a:lnTo>
                  <a:pt x="1872869" y="244652"/>
                </a:lnTo>
                <a:lnTo>
                  <a:pt x="1887093" y="202895"/>
                </a:lnTo>
                <a:lnTo>
                  <a:pt x="1897583" y="155409"/>
                </a:lnTo>
                <a:lnTo>
                  <a:pt x="1904809" y="102209"/>
                </a:lnTo>
                <a:lnTo>
                  <a:pt x="1927669" y="102209"/>
                </a:lnTo>
                <a:lnTo>
                  <a:pt x="1927669" y="76301"/>
                </a:lnTo>
                <a:lnTo>
                  <a:pt x="1874329" y="76301"/>
                </a:lnTo>
                <a:lnTo>
                  <a:pt x="1874329" y="102209"/>
                </a:lnTo>
                <a:lnTo>
                  <a:pt x="1869224" y="145719"/>
                </a:lnTo>
                <a:lnTo>
                  <a:pt x="1860994" y="184797"/>
                </a:lnTo>
                <a:lnTo>
                  <a:pt x="1849894" y="219570"/>
                </a:lnTo>
                <a:lnTo>
                  <a:pt x="1836229" y="250228"/>
                </a:lnTo>
                <a:lnTo>
                  <a:pt x="1821853" y="219925"/>
                </a:lnTo>
                <a:lnTo>
                  <a:pt x="1810804" y="186512"/>
                </a:lnTo>
                <a:lnTo>
                  <a:pt x="1804085" y="155651"/>
                </a:lnTo>
                <a:lnTo>
                  <a:pt x="1802904" y="150228"/>
                </a:lnTo>
                <a:lnTo>
                  <a:pt x="1798027" y="111353"/>
                </a:lnTo>
                <a:lnTo>
                  <a:pt x="1802599" y="102209"/>
                </a:lnTo>
                <a:lnTo>
                  <a:pt x="1874329" y="102209"/>
                </a:lnTo>
                <a:lnTo>
                  <a:pt x="1874329" y="76301"/>
                </a:lnTo>
                <a:lnTo>
                  <a:pt x="1811743" y="76301"/>
                </a:lnTo>
                <a:lnTo>
                  <a:pt x="1816315" y="59766"/>
                </a:lnTo>
                <a:lnTo>
                  <a:pt x="1820900" y="42341"/>
                </a:lnTo>
                <a:lnTo>
                  <a:pt x="1825498" y="24358"/>
                </a:lnTo>
                <a:lnTo>
                  <a:pt x="1830133" y="6108"/>
                </a:lnTo>
                <a:lnTo>
                  <a:pt x="1799551" y="1524"/>
                </a:lnTo>
                <a:lnTo>
                  <a:pt x="1789836" y="45593"/>
                </a:lnTo>
                <a:lnTo>
                  <a:pt x="1776691" y="86207"/>
                </a:lnTo>
                <a:lnTo>
                  <a:pt x="1760118" y="123393"/>
                </a:lnTo>
                <a:lnTo>
                  <a:pt x="1740115" y="157175"/>
                </a:lnTo>
                <a:lnTo>
                  <a:pt x="1745564" y="163766"/>
                </a:lnTo>
                <a:lnTo>
                  <a:pt x="1750593" y="169938"/>
                </a:lnTo>
                <a:lnTo>
                  <a:pt x="1759927" y="181559"/>
                </a:lnTo>
                <a:lnTo>
                  <a:pt x="1763623" y="175577"/>
                </a:lnTo>
                <a:lnTo>
                  <a:pt x="1767738" y="169176"/>
                </a:lnTo>
                <a:lnTo>
                  <a:pt x="1772145" y="162483"/>
                </a:lnTo>
                <a:lnTo>
                  <a:pt x="1776691" y="155651"/>
                </a:lnTo>
                <a:lnTo>
                  <a:pt x="1782673" y="189953"/>
                </a:lnTo>
                <a:lnTo>
                  <a:pt x="1791360" y="221983"/>
                </a:lnTo>
                <a:lnTo>
                  <a:pt x="1802625" y="251739"/>
                </a:lnTo>
                <a:lnTo>
                  <a:pt x="1816315" y="279184"/>
                </a:lnTo>
                <a:lnTo>
                  <a:pt x="1798904" y="300570"/>
                </a:lnTo>
                <a:lnTo>
                  <a:pt x="1778787" y="321106"/>
                </a:lnTo>
                <a:lnTo>
                  <a:pt x="1756092" y="340512"/>
                </a:lnTo>
                <a:lnTo>
                  <a:pt x="1730971" y="358533"/>
                </a:lnTo>
                <a:lnTo>
                  <a:pt x="1736661" y="365125"/>
                </a:lnTo>
                <a:lnTo>
                  <a:pt x="1747469" y="377177"/>
                </a:lnTo>
                <a:lnTo>
                  <a:pt x="1752307" y="382917"/>
                </a:lnTo>
                <a:lnTo>
                  <a:pt x="1775472" y="366280"/>
                </a:lnTo>
                <a:lnTo>
                  <a:pt x="1797088" y="348195"/>
                </a:lnTo>
                <a:lnTo>
                  <a:pt x="1817281" y="328396"/>
                </a:lnTo>
                <a:lnTo>
                  <a:pt x="1836229" y="306616"/>
                </a:lnTo>
                <a:lnTo>
                  <a:pt x="1852231" y="327279"/>
                </a:lnTo>
                <a:lnTo>
                  <a:pt x="1870519" y="346100"/>
                </a:lnTo>
                <a:lnTo>
                  <a:pt x="1891093" y="363486"/>
                </a:lnTo>
                <a:lnTo>
                  <a:pt x="1913953" y="379869"/>
                </a:lnTo>
                <a:lnTo>
                  <a:pt x="1917903" y="372745"/>
                </a:lnTo>
                <a:lnTo>
                  <a:pt x="1922716" y="365201"/>
                </a:lnTo>
                <a:lnTo>
                  <a:pt x="1928088" y="357365"/>
                </a:lnTo>
                <a:lnTo>
                  <a:pt x="1933765" y="349389"/>
                </a:lnTo>
                <a:close/>
              </a:path>
              <a:path w="3102610" h="383539">
                <a:moveTo>
                  <a:pt x="2307425" y="15240"/>
                </a:moveTo>
                <a:lnTo>
                  <a:pt x="2165604" y="15240"/>
                </a:lnTo>
                <a:lnTo>
                  <a:pt x="2165604" y="41249"/>
                </a:lnTo>
                <a:lnTo>
                  <a:pt x="2165604" y="82397"/>
                </a:lnTo>
                <a:lnTo>
                  <a:pt x="2165604" y="106781"/>
                </a:lnTo>
                <a:lnTo>
                  <a:pt x="2165604" y="157175"/>
                </a:lnTo>
                <a:lnTo>
                  <a:pt x="2096922" y="157175"/>
                </a:lnTo>
                <a:lnTo>
                  <a:pt x="2096922" y="106781"/>
                </a:lnTo>
                <a:lnTo>
                  <a:pt x="2165604" y="106781"/>
                </a:lnTo>
                <a:lnTo>
                  <a:pt x="2165604" y="82397"/>
                </a:lnTo>
                <a:lnTo>
                  <a:pt x="2096922" y="82397"/>
                </a:lnTo>
                <a:lnTo>
                  <a:pt x="2096922" y="41249"/>
                </a:lnTo>
                <a:lnTo>
                  <a:pt x="2165604" y="41249"/>
                </a:lnTo>
                <a:lnTo>
                  <a:pt x="2165604" y="15240"/>
                </a:lnTo>
                <a:lnTo>
                  <a:pt x="1955088" y="15240"/>
                </a:lnTo>
                <a:lnTo>
                  <a:pt x="1955088" y="41249"/>
                </a:lnTo>
                <a:lnTo>
                  <a:pt x="2069490" y="41249"/>
                </a:lnTo>
                <a:lnTo>
                  <a:pt x="2069490" y="82397"/>
                </a:lnTo>
                <a:lnTo>
                  <a:pt x="2069490" y="106781"/>
                </a:lnTo>
                <a:lnTo>
                  <a:pt x="2069490" y="157175"/>
                </a:lnTo>
                <a:lnTo>
                  <a:pt x="2000910" y="157175"/>
                </a:lnTo>
                <a:lnTo>
                  <a:pt x="2000910" y="106781"/>
                </a:lnTo>
                <a:lnTo>
                  <a:pt x="2069490" y="106781"/>
                </a:lnTo>
                <a:lnTo>
                  <a:pt x="2069490" y="82397"/>
                </a:lnTo>
                <a:lnTo>
                  <a:pt x="1973478" y="82397"/>
                </a:lnTo>
                <a:lnTo>
                  <a:pt x="1973478" y="196799"/>
                </a:lnTo>
                <a:lnTo>
                  <a:pt x="2000910" y="196799"/>
                </a:lnTo>
                <a:lnTo>
                  <a:pt x="2000910" y="181559"/>
                </a:lnTo>
                <a:lnTo>
                  <a:pt x="2260181" y="181559"/>
                </a:lnTo>
                <a:lnTo>
                  <a:pt x="2260181" y="196799"/>
                </a:lnTo>
                <a:lnTo>
                  <a:pt x="2289137" y="196799"/>
                </a:lnTo>
                <a:lnTo>
                  <a:pt x="2289137" y="181559"/>
                </a:lnTo>
                <a:lnTo>
                  <a:pt x="2289137" y="157175"/>
                </a:lnTo>
                <a:lnTo>
                  <a:pt x="2289137" y="106781"/>
                </a:lnTo>
                <a:lnTo>
                  <a:pt x="2289137" y="82397"/>
                </a:lnTo>
                <a:lnTo>
                  <a:pt x="2260181" y="82397"/>
                </a:lnTo>
                <a:lnTo>
                  <a:pt x="2260181" y="106781"/>
                </a:lnTo>
                <a:lnTo>
                  <a:pt x="2260181" y="157175"/>
                </a:lnTo>
                <a:lnTo>
                  <a:pt x="2193036" y="157175"/>
                </a:lnTo>
                <a:lnTo>
                  <a:pt x="2193036" y="106781"/>
                </a:lnTo>
                <a:lnTo>
                  <a:pt x="2260181" y="106781"/>
                </a:lnTo>
                <a:lnTo>
                  <a:pt x="2260181" y="82397"/>
                </a:lnTo>
                <a:lnTo>
                  <a:pt x="2193036" y="82397"/>
                </a:lnTo>
                <a:lnTo>
                  <a:pt x="2193036" y="41249"/>
                </a:lnTo>
                <a:lnTo>
                  <a:pt x="2307425" y="41249"/>
                </a:lnTo>
                <a:lnTo>
                  <a:pt x="2307425" y="15240"/>
                </a:lnTo>
                <a:close/>
              </a:path>
              <a:path w="3102610" h="383539">
                <a:moveTo>
                  <a:pt x="2321141" y="219659"/>
                </a:moveTo>
                <a:lnTo>
                  <a:pt x="2196084" y="219659"/>
                </a:lnTo>
                <a:lnTo>
                  <a:pt x="2196084" y="245656"/>
                </a:lnTo>
                <a:lnTo>
                  <a:pt x="2184908" y="261086"/>
                </a:lnTo>
                <a:lnTo>
                  <a:pt x="2171890" y="275374"/>
                </a:lnTo>
                <a:lnTo>
                  <a:pt x="2156853" y="288518"/>
                </a:lnTo>
                <a:lnTo>
                  <a:pt x="2139696" y="300520"/>
                </a:lnTo>
                <a:lnTo>
                  <a:pt x="2072957" y="280593"/>
                </a:lnTo>
                <a:lnTo>
                  <a:pt x="2051202" y="274612"/>
                </a:lnTo>
                <a:lnTo>
                  <a:pt x="2056676" y="267512"/>
                </a:lnTo>
                <a:lnTo>
                  <a:pt x="2067064" y="252755"/>
                </a:lnTo>
                <a:lnTo>
                  <a:pt x="2072538" y="245656"/>
                </a:lnTo>
                <a:lnTo>
                  <a:pt x="2196084" y="245656"/>
                </a:lnTo>
                <a:lnTo>
                  <a:pt x="2196084" y="219659"/>
                </a:lnTo>
                <a:lnTo>
                  <a:pt x="2090826" y="219659"/>
                </a:lnTo>
                <a:lnTo>
                  <a:pt x="2094496" y="213702"/>
                </a:lnTo>
                <a:lnTo>
                  <a:pt x="2102345" y="201371"/>
                </a:lnTo>
                <a:lnTo>
                  <a:pt x="2106168" y="195275"/>
                </a:lnTo>
                <a:lnTo>
                  <a:pt x="2077110" y="183083"/>
                </a:lnTo>
                <a:lnTo>
                  <a:pt x="2072271" y="192227"/>
                </a:lnTo>
                <a:lnTo>
                  <a:pt x="2067090" y="201218"/>
                </a:lnTo>
                <a:lnTo>
                  <a:pt x="2061464" y="210515"/>
                </a:lnTo>
                <a:lnTo>
                  <a:pt x="2055774" y="219659"/>
                </a:lnTo>
                <a:lnTo>
                  <a:pt x="1941372" y="219659"/>
                </a:lnTo>
                <a:lnTo>
                  <a:pt x="1941372" y="245656"/>
                </a:lnTo>
                <a:lnTo>
                  <a:pt x="2037486" y="245656"/>
                </a:lnTo>
                <a:lnTo>
                  <a:pt x="2030603" y="255943"/>
                </a:lnTo>
                <a:lnTo>
                  <a:pt x="2023579" y="266230"/>
                </a:lnTo>
                <a:lnTo>
                  <a:pt x="2016264" y="276517"/>
                </a:lnTo>
                <a:lnTo>
                  <a:pt x="2008530" y="286804"/>
                </a:lnTo>
                <a:lnTo>
                  <a:pt x="2056345" y="302615"/>
                </a:lnTo>
                <a:lnTo>
                  <a:pt x="2079891" y="310159"/>
                </a:lnTo>
                <a:lnTo>
                  <a:pt x="2103018" y="317284"/>
                </a:lnTo>
                <a:lnTo>
                  <a:pt x="2072182" y="328752"/>
                </a:lnTo>
                <a:lnTo>
                  <a:pt x="2036902" y="338099"/>
                </a:lnTo>
                <a:lnTo>
                  <a:pt x="1997316" y="345440"/>
                </a:lnTo>
                <a:lnTo>
                  <a:pt x="1953564" y="350913"/>
                </a:lnTo>
                <a:lnTo>
                  <a:pt x="1957006" y="358000"/>
                </a:lnTo>
                <a:lnTo>
                  <a:pt x="1963902" y="372770"/>
                </a:lnTo>
                <a:lnTo>
                  <a:pt x="1967382" y="379869"/>
                </a:lnTo>
                <a:lnTo>
                  <a:pt x="2019414" y="371602"/>
                </a:lnTo>
                <a:lnTo>
                  <a:pt x="2065883" y="360616"/>
                </a:lnTo>
                <a:lnTo>
                  <a:pt x="2106942" y="347027"/>
                </a:lnTo>
                <a:lnTo>
                  <a:pt x="2142744" y="331000"/>
                </a:lnTo>
                <a:lnTo>
                  <a:pt x="2177859" y="343344"/>
                </a:lnTo>
                <a:lnTo>
                  <a:pt x="2245868" y="366242"/>
                </a:lnTo>
                <a:lnTo>
                  <a:pt x="2278469" y="376821"/>
                </a:lnTo>
                <a:lnTo>
                  <a:pt x="2295233" y="347865"/>
                </a:lnTo>
                <a:lnTo>
                  <a:pt x="2241981" y="331000"/>
                </a:lnTo>
                <a:lnTo>
                  <a:pt x="2233460" y="328345"/>
                </a:lnTo>
                <a:lnTo>
                  <a:pt x="2176272" y="311188"/>
                </a:lnTo>
                <a:lnTo>
                  <a:pt x="2188426" y="300520"/>
                </a:lnTo>
                <a:lnTo>
                  <a:pt x="2192578" y="296875"/>
                </a:lnTo>
                <a:lnTo>
                  <a:pt x="2207323" y="281279"/>
                </a:lnTo>
                <a:lnTo>
                  <a:pt x="2220633" y="264248"/>
                </a:lnTo>
                <a:lnTo>
                  <a:pt x="2232660" y="245656"/>
                </a:lnTo>
                <a:lnTo>
                  <a:pt x="2321141" y="245656"/>
                </a:lnTo>
                <a:lnTo>
                  <a:pt x="2321141" y="219659"/>
                </a:lnTo>
                <a:close/>
              </a:path>
              <a:path w="3102610" h="383539">
                <a:moveTo>
                  <a:pt x="2638323" y="97637"/>
                </a:moveTo>
                <a:lnTo>
                  <a:pt x="2610891" y="97637"/>
                </a:lnTo>
                <a:lnTo>
                  <a:pt x="2610891" y="122021"/>
                </a:lnTo>
                <a:lnTo>
                  <a:pt x="2610891" y="148018"/>
                </a:lnTo>
                <a:lnTo>
                  <a:pt x="2435542" y="148018"/>
                </a:lnTo>
                <a:lnTo>
                  <a:pt x="2435542" y="122021"/>
                </a:lnTo>
                <a:lnTo>
                  <a:pt x="2610891" y="122021"/>
                </a:lnTo>
                <a:lnTo>
                  <a:pt x="2610891" y="97637"/>
                </a:lnTo>
                <a:lnTo>
                  <a:pt x="2406586" y="97637"/>
                </a:lnTo>
                <a:lnTo>
                  <a:pt x="2406586" y="181546"/>
                </a:lnTo>
                <a:lnTo>
                  <a:pt x="2435542" y="181546"/>
                </a:lnTo>
                <a:lnTo>
                  <a:pt x="2435542" y="170878"/>
                </a:lnTo>
                <a:lnTo>
                  <a:pt x="2610891" y="170878"/>
                </a:lnTo>
                <a:lnTo>
                  <a:pt x="2610891" y="181546"/>
                </a:lnTo>
                <a:lnTo>
                  <a:pt x="2638323" y="181546"/>
                </a:lnTo>
                <a:lnTo>
                  <a:pt x="2638323" y="170878"/>
                </a:lnTo>
                <a:lnTo>
                  <a:pt x="2638323" y="148018"/>
                </a:lnTo>
                <a:lnTo>
                  <a:pt x="2638323" y="122021"/>
                </a:lnTo>
                <a:lnTo>
                  <a:pt x="2638323" y="97637"/>
                </a:lnTo>
                <a:close/>
              </a:path>
              <a:path w="3102610" h="383539">
                <a:moveTo>
                  <a:pt x="2699385" y="53441"/>
                </a:moveTo>
                <a:lnTo>
                  <a:pt x="2603271" y="53441"/>
                </a:lnTo>
                <a:lnTo>
                  <a:pt x="2637282" y="27482"/>
                </a:lnTo>
                <a:lnTo>
                  <a:pt x="2648991" y="18288"/>
                </a:lnTo>
                <a:lnTo>
                  <a:pt x="2627655" y="0"/>
                </a:lnTo>
                <a:lnTo>
                  <a:pt x="2617698" y="9156"/>
                </a:lnTo>
                <a:lnTo>
                  <a:pt x="2606332" y="18288"/>
                </a:lnTo>
                <a:lnTo>
                  <a:pt x="2593860" y="27432"/>
                </a:lnTo>
                <a:lnTo>
                  <a:pt x="2580411" y="36677"/>
                </a:lnTo>
                <a:lnTo>
                  <a:pt x="2595651" y="53441"/>
                </a:lnTo>
                <a:lnTo>
                  <a:pt x="2537739" y="53441"/>
                </a:lnTo>
                <a:lnTo>
                  <a:pt x="2537739" y="0"/>
                </a:lnTo>
                <a:lnTo>
                  <a:pt x="2508694" y="0"/>
                </a:lnTo>
                <a:lnTo>
                  <a:pt x="2508694" y="53441"/>
                </a:lnTo>
                <a:lnTo>
                  <a:pt x="2447734" y="53441"/>
                </a:lnTo>
                <a:lnTo>
                  <a:pt x="2466022" y="36677"/>
                </a:lnTo>
                <a:lnTo>
                  <a:pt x="2443543" y="18872"/>
                </a:lnTo>
                <a:lnTo>
                  <a:pt x="2431300" y="9359"/>
                </a:lnTo>
                <a:lnTo>
                  <a:pt x="2418778" y="0"/>
                </a:lnTo>
                <a:lnTo>
                  <a:pt x="2398966" y="16764"/>
                </a:lnTo>
                <a:lnTo>
                  <a:pt x="2409228" y="25933"/>
                </a:lnTo>
                <a:lnTo>
                  <a:pt x="2419350" y="35102"/>
                </a:lnTo>
                <a:lnTo>
                  <a:pt x="2429179" y="44284"/>
                </a:lnTo>
                <a:lnTo>
                  <a:pt x="2438590" y="53441"/>
                </a:lnTo>
                <a:lnTo>
                  <a:pt x="2347049" y="53441"/>
                </a:lnTo>
                <a:lnTo>
                  <a:pt x="2347049" y="122021"/>
                </a:lnTo>
                <a:lnTo>
                  <a:pt x="2374481" y="122021"/>
                </a:lnTo>
                <a:lnTo>
                  <a:pt x="2374481" y="77825"/>
                </a:lnTo>
                <a:lnTo>
                  <a:pt x="2671953" y="77825"/>
                </a:lnTo>
                <a:lnTo>
                  <a:pt x="2671953" y="123545"/>
                </a:lnTo>
                <a:lnTo>
                  <a:pt x="2699385" y="123545"/>
                </a:lnTo>
                <a:lnTo>
                  <a:pt x="2699385" y="77825"/>
                </a:lnTo>
                <a:lnTo>
                  <a:pt x="2699385" y="53441"/>
                </a:lnTo>
                <a:close/>
              </a:path>
              <a:path w="3102610" h="383539">
                <a:moveTo>
                  <a:pt x="2708529" y="289852"/>
                </a:moveTo>
                <a:lnTo>
                  <a:pt x="2539263" y="289852"/>
                </a:lnTo>
                <a:lnTo>
                  <a:pt x="2539263" y="266992"/>
                </a:lnTo>
                <a:lnTo>
                  <a:pt x="2668905" y="266992"/>
                </a:lnTo>
                <a:lnTo>
                  <a:pt x="2668905" y="244132"/>
                </a:lnTo>
                <a:lnTo>
                  <a:pt x="2539263" y="244132"/>
                </a:lnTo>
                <a:lnTo>
                  <a:pt x="2539263" y="221170"/>
                </a:lnTo>
                <a:lnTo>
                  <a:pt x="2675001" y="218122"/>
                </a:lnTo>
                <a:lnTo>
                  <a:pt x="2670429" y="192214"/>
                </a:lnTo>
                <a:lnTo>
                  <a:pt x="2525306" y="195643"/>
                </a:lnTo>
                <a:lnTo>
                  <a:pt x="2360765" y="196786"/>
                </a:lnTo>
                <a:lnTo>
                  <a:pt x="2361908" y="203415"/>
                </a:lnTo>
                <a:lnTo>
                  <a:pt x="2364194" y="216077"/>
                </a:lnTo>
                <a:lnTo>
                  <a:pt x="2365337" y="222694"/>
                </a:lnTo>
                <a:lnTo>
                  <a:pt x="2511742" y="221170"/>
                </a:lnTo>
                <a:lnTo>
                  <a:pt x="2511742" y="244132"/>
                </a:lnTo>
                <a:lnTo>
                  <a:pt x="2363813" y="244132"/>
                </a:lnTo>
                <a:lnTo>
                  <a:pt x="2363813" y="266992"/>
                </a:lnTo>
                <a:lnTo>
                  <a:pt x="2511742" y="266992"/>
                </a:lnTo>
                <a:lnTo>
                  <a:pt x="2511742" y="289852"/>
                </a:lnTo>
                <a:lnTo>
                  <a:pt x="2337905" y="289852"/>
                </a:lnTo>
                <a:lnTo>
                  <a:pt x="2337905" y="314236"/>
                </a:lnTo>
                <a:lnTo>
                  <a:pt x="2511742" y="314236"/>
                </a:lnTo>
                <a:lnTo>
                  <a:pt x="2511742" y="320332"/>
                </a:lnTo>
                <a:lnTo>
                  <a:pt x="2510307" y="330339"/>
                </a:lnTo>
                <a:lnTo>
                  <a:pt x="2506027" y="337477"/>
                </a:lnTo>
                <a:lnTo>
                  <a:pt x="2498877" y="341769"/>
                </a:lnTo>
                <a:lnTo>
                  <a:pt x="2489149" y="343154"/>
                </a:lnTo>
                <a:lnTo>
                  <a:pt x="2475712" y="343141"/>
                </a:lnTo>
                <a:lnTo>
                  <a:pt x="2461260" y="342811"/>
                </a:lnTo>
                <a:lnTo>
                  <a:pt x="2445372" y="341909"/>
                </a:lnTo>
                <a:lnTo>
                  <a:pt x="2427922" y="340144"/>
                </a:lnTo>
                <a:lnTo>
                  <a:pt x="2430208" y="356044"/>
                </a:lnTo>
                <a:lnTo>
                  <a:pt x="2431351" y="363601"/>
                </a:lnTo>
                <a:lnTo>
                  <a:pt x="2432494" y="370725"/>
                </a:lnTo>
                <a:lnTo>
                  <a:pt x="2494978" y="370725"/>
                </a:lnTo>
                <a:lnTo>
                  <a:pt x="2514142" y="367842"/>
                </a:lnTo>
                <a:lnTo>
                  <a:pt x="2528011" y="359092"/>
                </a:lnTo>
                <a:lnTo>
                  <a:pt x="2536431" y="344322"/>
                </a:lnTo>
                <a:lnTo>
                  <a:pt x="2536583" y="343192"/>
                </a:lnTo>
                <a:lnTo>
                  <a:pt x="2539263" y="323380"/>
                </a:lnTo>
                <a:lnTo>
                  <a:pt x="2539263" y="314236"/>
                </a:lnTo>
                <a:lnTo>
                  <a:pt x="2708529" y="314236"/>
                </a:lnTo>
                <a:lnTo>
                  <a:pt x="2708529" y="289852"/>
                </a:lnTo>
                <a:close/>
              </a:path>
              <a:path w="3102610" h="383539">
                <a:moveTo>
                  <a:pt x="2836634" y="71729"/>
                </a:moveTo>
                <a:lnTo>
                  <a:pt x="2800058" y="71729"/>
                </a:lnTo>
                <a:lnTo>
                  <a:pt x="2800058" y="1524"/>
                </a:lnTo>
                <a:lnTo>
                  <a:pt x="2772524" y="1524"/>
                </a:lnTo>
                <a:lnTo>
                  <a:pt x="2772524" y="71729"/>
                </a:lnTo>
                <a:lnTo>
                  <a:pt x="2726804" y="71729"/>
                </a:lnTo>
                <a:lnTo>
                  <a:pt x="2726804" y="97637"/>
                </a:lnTo>
                <a:lnTo>
                  <a:pt x="2772524" y="97637"/>
                </a:lnTo>
                <a:lnTo>
                  <a:pt x="2772524" y="184607"/>
                </a:lnTo>
                <a:lnTo>
                  <a:pt x="2746997" y="195275"/>
                </a:lnTo>
                <a:lnTo>
                  <a:pt x="2735237" y="200456"/>
                </a:lnTo>
                <a:lnTo>
                  <a:pt x="2723756" y="205943"/>
                </a:lnTo>
                <a:lnTo>
                  <a:pt x="2729852" y="237947"/>
                </a:lnTo>
                <a:lnTo>
                  <a:pt x="2751759" y="226707"/>
                </a:lnTo>
                <a:lnTo>
                  <a:pt x="2762224" y="221437"/>
                </a:lnTo>
                <a:lnTo>
                  <a:pt x="2772524" y="216611"/>
                </a:lnTo>
                <a:lnTo>
                  <a:pt x="2772524" y="332524"/>
                </a:lnTo>
                <a:lnTo>
                  <a:pt x="2767952" y="338607"/>
                </a:lnTo>
                <a:lnTo>
                  <a:pt x="2752547" y="338594"/>
                </a:lnTo>
                <a:lnTo>
                  <a:pt x="2745282" y="338429"/>
                </a:lnTo>
                <a:lnTo>
                  <a:pt x="2737167" y="337972"/>
                </a:lnTo>
                <a:lnTo>
                  <a:pt x="2728328" y="337096"/>
                </a:lnTo>
                <a:lnTo>
                  <a:pt x="2730614" y="351091"/>
                </a:lnTo>
                <a:lnTo>
                  <a:pt x="2731757" y="358406"/>
                </a:lnTo>
                <a:lnTo>
                  <a:pt x="2732900" y="366153"/>
                </a:lnTo>
                <a:lnTo>
                  <a:pt x="2742908" y="366128"/>
                </a:lnTo>
                <a:lnTo>
                  <a:pt x="2782620" y="361213"/>
                </a:lnTo>
                <a:lnTo>
                  <a:pt x="2798381" y="338620"/>
                </a:lnTo>
                <a:lnTo>
                  <a:pt x="2800058" y="324904"/>
                </a:lnTo>
                <a:lnTo>
                  <a:pt x="2800058" y="216611"/>
                </a:lnTo>
                <a:lnTo>
                  <a:pt x="2800058" y="202895"/>
                </a:lnTo>
                <a:lnTo>
                  <a:pt x="2809176" y="198551"/>
                </a:lnTo>
                <a:lnTo>
                  <a:pt x="2818155" y="194513"/>
                </a:lnTo>
                <a:lnTo>
                  <a:pt x="2826842" y="190461"/>
                </a:lnTo>
                <a:lnTo>
                  <a:pt x="2835110" y="186131"/>
                </a:lnTo>
                <a:lnTo>
                  <a:pt x="2834208" y="179222"/>
                </a:lnTo>
                <a:lnTo>
                  <a:pt x="2833497" y="170891"/>
                </a:lnTo>
                <a:lnTo>
                  <a:pt x="2832963" y="164261"/>
                </a:lnTo>
                <a:lnTo>
                  <a:pt x="2832062" y="155638"/>
                </a:lnTo>
                <a:lnTo>
                  <a:pt x="2824061" y="159956"/>
                </a:lnTo>
                <a:lnTo>
                  <a:pt x="2816060" y="163842"/>
                </a:lnTo>
                <a:lnTo>
                  <a:pt x="2808059" y="167436"/>
                </a:lnTo>
                <a:lnTo>
                  <a:pt x="2800058" y="170891"/>
                </a:lnTo>
                <a:lnTo>
                  <a:pt x="2800058" y="97637"/>
                </a:lnTo>
                <a:lnTo>
                  <a:pt x="2836634" y="97637"/>
                </a:lnTo>
                <a:lnTo>
                  <a:pt x="2836634" y="71729"/>
                </a:lnTo>
                <a:close/>
              </a:path>
              <a:path w="3102610" h="383539">
                <a:moveTo>
                  <a:pt x="3086760" y="19812"/>
                </a:moveTo>
                <a:lnTo>
                  <a:pt x="3059239" y="19812"/>
                </a:lnTo>
                <a:lnTo>
                  <a:pt x="3059239" y="44297"/>
                </a:lnTo>
                <a:lnTo>
                  <a:pt x="3059239" y="83921"/>
                </a:lnTo>
                <a:lnTo>
                  <a:pt x="2876258" y="83921"/>
                </a:lnTo>
                <a:lnTo>
                  <a:pt x="2876258" y="44297"/>
                </a:lnTo>
                <a:lnTo>
                  <a:pt x="3059239" y="44297"/>
                </a:lnTo>
                <a:lnTo>
                  <a:pt x="3059239" y="19812"/>
                </a:lnTo>
                <a:lnTo>
                  <a:pt x="2848826" y="19812"/>
                </a:lnTo>
                <a:lnTo>
                  <a:pt x="2848775" y="164261"/>
                </a:lnTo>
                <a:lnTo>
                  <a:pt x="2845993" y="224180"/>
                </a:lnTo>
                <a:lnTo>
                  <a:pt x="2837586" y="276517"/>
                </a:lnTo>
                <a:lnTo>
                  <a:pt x="2823756" y="320281"/>
                </a:lnTo>
                <a:lnTo>
                  <a:pt x="2804630" y="355485"/>
                </a:lnTo>
                <a:lnTo>
                  <a:pt x="2810319" y="361200"/>
                </a:lnTo>
                <a:lnTo>
                  <a:pt x="2815869" y="366915"/>
                </a:lnTo>
                <a:lnTo>
                  <a:pt x="2821127" y="372630"/>
                </a:lnTo>
                <a:lnTo>
                  <a:pt x="2825966" y="378345"/>
                </a:lnTo>
                <a:lnTo>
                  <a:pt x="2844076" y="347560"/>
                </a:lnTo>
                <a:lnTo>
                  <a:pt x="2858147" y="310134"/>
                </a:lnTo>
                <a:lnTo>
                  <a:pt x="2868206" y="265976"/>
                </a:lnTo>
                <a:lnTo>
                  <a:pt x="2874251" y="215023"/>
                </a:lnTo>
                <a:lnTo>
                  <a:pt x="2876156" y="159956"/>
                </a:lnTo>
                <a:lnTo>
                  <a:pt x="2876258" y="106781"/>
                </a:lnTo>
                <a:lnTo>
                  <a:pt x="3059239" y="106781"/>
                </a:lnTo>
                <a:lnTo>
                  <a:pt x="3059239" y="117449"/>
                </a:lnTo>
                <a:lnTo>
                  <a:pt x="3086760" y="117449"/>
                </a:lnTo>
                <a:lnTo>
                  <a:pt x="3086760" y="106781"/>
                </a:lnTo>
                <a:lnTo>
                  <a:pt x="3086760" y="83921"/>
                </a:lnTo>
                <a:lnTo>
                  <a:pt x="3086760" y="44297"/>
                </a:lnTo>
                <a:lnTo>
                  <a:pt x="3086760" y="19812"/>
                </a:lnTo>
                <a:close/>
              </a:path>
              <a:path w="3102610" h="383539">
                <a:moveTo>
                  <a:pt x="3094380" y="228803"/>
                </a:moveTo>
                <a:lnTo>
                  <a:pt x="3078149" y="212039"/>
                </a:lnTo>
                <a:lnTo>
                  <a:pt x="3062287" y="196608"/>
                </a:lnTo>
                <a:lnTo>
                  <a:pt x="3046285" y="181864"/>
                </a:lnTo>
                <a:lnTo>
                  <a:pt x="3030283" y="167843"/>
                </a:lnTo>
                <a:lnTo>
                  <a:pt x="3011995" y="184607"/>
                </a:lnTo>
                <a:lnTo>
                  <a:pt x="3017634" y="190461"/>
                </a:lnTo>
                <a:lnTo>
                  <a:pt x="3023616" y="196799"/>
                </a:lnTo>
                <a:lnTo>
                  <a:pt x="3029775" y="203034"/>
                </a:lnTo>
                <a:lnTo>
                  <a:pt x="3036379" y="208991"/>
                </a:lnTo>
                <a:lnTo>
                  <a:pt x="2953397" y="211772"/>
                </a:lnTo>
                <a:lnTo>
                  <a:pt x="2929598" y="212039"/>
                </a:lnTo>
                <a:lnTo>
                  <a:pt x="2942539" y="200888"/>
                </a:lnTo>
                <a:lnTo>
                  <a:pt x="2956166" y="188036"/>
                </a:lnTo>
                <a:lnTo>
                  <a:pt x="2970631" y="173456"/>
                </a:lnTo>
                <a:lnTo>
                  <a:pt x="2986087" y="157162"/>
                </a:lnTo>
                <a:lnTo>
                  <a:pt x="3092856" y="157162"/>
                </a:lnTo>
                <a:lnTo>
                  <a:pt x="3092856" y="134213"/>
                </a:lnTo>
                <a:lnTo>
                  <a:pt x="2885402" y="134213"/>
                </a:lnTo>
                <a:lnTo>
                  <a:pt x="2885402" y="157162"/>
                </a:lnTo>
                <a:lnTo>
                  <a:pt x="2951035" y="157162"/>
                </a:lnTo>
                <a:lnTo>
                  <a:pt x="2935262" y="174548"/>
                </a:lnTo>
                <a:lnTo>
                  <a:pt x="2920085" y="189941"/>
                </a:lnTo>
                <a:lnTo>
                  <a:pt x="2905506" y="203034"/>
                </a:lnTo>
                <a:lnTo>
                  <a:pt x="2891498" y="213563"/>
                </a:lnTo>
                <a:lnTo>
                  <a:pt x="2896070" y="237947"/>
                </a:lnTo>
                <a:lnTo>
                  <a:pt x="3056191" y="230327"/>
                </a:lnTo>
                <a:lnTo>
                  <a:pt x="3062287" y="236423"/>
                </a:lnTo>
                <a:lnTo>
                  <a:pt x="3066859" y="242608"/>
                </a:lnTo>
                <a:lnTo>
                  <a:pt x="3071431" y="248704"/>
                </a:lnTo>
                <a:lnTo>
                  <a:pt x="3092627" y="230327"/>
                </a:lnTo>
                <a:lnTo>
                  <a:pt x="3094380" y="228803"/>
                </a:lnTo>
                <a:close/>
              </a:path>
              <a:path w="3102610" h="383539">
                <a:moveTo>
                  <a:pt x="3102000" y="335572"/>
                </a:moveTo>
                <a:lnTo>
                  <a:pt x="2996755" y="335572"/>
                </a:lnTo>
                <a:lnTo>
                  <a:pt x="2996755" y="295948"/>
                </a:lnTo>
                <a:lnTo>
                  <a:pt x="3080664" y="295948"/>
                </a:lnTo>
                <a:lnTo>
                  <a:pt x="3080664" y="271564"/>
                </a:lnTo>
                <a:lnTo>
                  <a:pt x="2996755" y="271564"/>
                </a:lnTo>
                <a:lnTo>
                  <a:pt x="2996755" y="241084"/>
                </a:lnTo>
                <a:lnTo>
                  <a:pt x="2969323" y="241084"/>
                </a:lnTo>
                <a:lnTo>
                  <a:pt x="2969323" y="271564"/>
                </a:lnTo>
                <a:lnTo>
                  <a:pt x="2886926" y="271564"/>
                </a:lnTo>
                <a:lnTo>
                  <a:pt x="2886926" y="295948"/>
                </a:lnTo>
                <a:lnTo>
                  <a:pt x="2969323" y="295948"/>
                </a:lnTo>
                <a:lnTo>
                  <a:pt x="2969323" y="335572"/>
                </a:lnTo>
                <a:lnTo>
                  <a:pt x="2862542" y="335572"/>
                </a:lnTo>
                <a:lnTo>
                  <a:pt x="2862542" y="358533"/>
                </a:lnTo>
                <a:lnTo>
                  <a:pt x="3102000" y="358533"/>
                </a:lnTo>
                <a:lnTo>
                  <a:pt x="3102000" y="335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5708046" y="5685186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1" y="102203"/>
                </a:moveTo>
                <a:lnTo>
                  <a:pt x="0" y="102203"/>
                </a:lnTo>
                <a:lnTo>
                  <a:pt x="22859" y="0"/>
                </a:lnTo>
                <a:lnTo>
                  <a:pt x="59531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6061888" y="5407533"/>
            <a:ext cx="732155" cy="375920"/>
          </a:xfrm>
          <a:custGeom>
            <a:avLst/>
            <a:gdLst/>
            <a:ahLst/>
            <a:cxnLst/>
            <a:rect l="l" t="t" r="r" b="b"/>
            <a:pathLst>
              <a:path w="732154" h="375920">
                <a:moveTo>
                  <a:pt x="150977" y="123545"/>
                </a:moveTo>
                <a:lnTo>
                  <a:pt x="44196" y="123545"/>
                </a:lnTo>
                <a:lnTo>
                  <a:pt x="44196" y="9156"/>
                </a:lnTo>
                <a:lnTo>
                  <a:pt x="12192" y="9156"/>
                </a:lnTo>
                <a:lnTo>
                  <a:pt x="12192" y="308140"/>
                </a:lnTo>
                <a:lnTo>
                  <a:pt x="11366" y="316712"/>
                </a:lnTo>
                <a:lnTo>
                  <a:pt x="8953" y="324142"/>
                </a:lnTo>
                <a:lnTo>
                  <a:pt x="5130" y="330428"/>
                </a:lnTo>
                <a:lnTo>
                  <a:pt x="0" y="335572"/>
                </a:lnTo>
                <a:lnTo>
                  <a:pt x="22860" y="366153"/>
                </a:lnTo>
                <a:lnTo>
                  <a:pt x="73939" y="334441"/>
                </a:lnTo>
                <a:lnTo>
                  <a:pt x="116039" y="315760"/>
                </a:lnTo>
                <a:lnTo>
                  <a:pt x="122008" y="313207"/>
                </a:lnTo>
                <a:lnTo>
                  <a:pt x="149453" y="302044"/>
                </a:lnTo>
                <a:lnTo>
                  <a:pt x="148577" y="293801"/>
                </a:lnTo>
                <a:lnTo>
                  <a:pt x="148120" y="285280"/>
                </a:lnTo>
                <a:lnTo>
                  <a:pt x="147955" y="276758"/>
                </a:lnTo>
                <a:lnTo>
                  <a:pt x="147929" y="268516"/>
                </a:lnTo>
                <a:lnTo>
                  <a:pt x="44196" y="315760"/>
                </a:lnTo>
                <a:lnTo>
                  <a:pt x="44196" y="152603"/>
                </a:lnTo>
                <a:lnTo>
                  <a:pt x="150977" y="152603"/>
                </a:lnTo>
                <a:lnTo>
                  <a:pt x="150977" y="123545"/>
                </a:lnTo>
                <a:close/>
              </a:path>
              <a:path w="732154" h="375920">
                <a:moveTo>
                  <a:pt x="364439" y="259372"/>
                </a:moveTo>
                <a:lnTo>
                  <a:pt x="355549" y="256844"/>
                </a:lnTo>
                <a:lnTo>
                  <a:pt x="347103" y="254038"/>
                </a:lnTo>
                <a:lnTo>
                  <a:pt x="338924" y="251231"/>
                </a:lnTo>
                <a:lnTo>
                  <a:pt x="330911" y="248704"/>
                </a:lnTo>
                <a:lnTo>
                  <a:pt x="326834" y="297573"/>
                </a:lnTo>
                <a:lnTo>
                  <a:pt x="307022" y="334149"/>
                </a:lnTo>
                <a:lnTo>
                  <a:pt x="295859" y="335572"/>
                </a:lnTo>
                <a:lnTo>
                  <a:pt x="230225" y="335572"/>
                </a:lnTo>
                <a:lnTo>
                  <a:pt x="220230" y="333883"/>
                </a:lnTo>
                <a:lnTo>
                  <a:pt x="213080" y="328904"/>
                </a:lnTo>
                <a:lnTo>
                  <a:pt x="208800" y="320789"/>
                </a:lnTo>
                <a:lnTo>
                  <a:pt x="207365" y="309664"/>
                </a:lnTo>
                <a:lnTo>
                  <a:pt x="207365" y="198323"/>
                </a:lnTo>
                <a:lnTo>
                  <a:pt x="249402" y="167132"/>
                </a:lnTo>
                <a:lnTo>
                  <a:pt x="255993" y="161747"/>
                </a:lnTo>
                <a:lnTo>
                  <a:pt x="288417" y="135216"/>
                </a:lnTo>
                <a:lnTo>
                  <a:pt x="324256" y="102438"/>
                </a:lnTo>
                <a:lnTo>
                  <a:pt x="356819" y="68681"/>
                </a:lnTo>
                <a:lnTo>
                  <a:pt x="329387" y="48869"/>
                </a:lnTo>
                <a:lnTo>
                  <a:pt x="303898" y="78066"/>
                </a:lnTo>
                <a:lnTo>
                  <a:pt x="275272" y="106413"/>
                </a:lnTo>
                <a:lnTo>
                  <a:pt x="243192" y="134200"/>
                </a:lnTo>
                <a:lnTo>
                  <a:pt x="207365" y="161747"/>
                </a:lnTo>
                <a:lnTo>
                  <a:pt x="207365" y="0"/>
                </a:lnTo>
                <a:lnTo>
                  <a:pt x="175361" y="0"/>
                </a:lnTo>
                <a:lnTo>
                  <a:pt x="175361" y="314236"/>
                </a:lnTo>
                <a:lnTo>
                  <a:pt x="178193" y="335407"/>
                </a:lnTo>
                <a:lnTo>
                  <a:pt x="186601" y="350710"/>
                </a:lnTo>
                <a:lnTo>
                  <a:pt x="200431" y="359981"/>
                </a:lnTo>
                <a:lnTo>
                  <a:pt x="219557" y="363105"/>
                </a:lnTo>
                <a:lnTo>
                  <a:pt x="303479" y="363105"/>
                </a:lnTo>
                <a:lnTo>
                  <a:pt x="348691" y="340550"/>
                </a:lnTo>
                <a:lnTo>
                  <a:pt x="359867" y="293662"/>
                </a:lnTo>
                <a:lnTo>
                  <a:pt x="362153" y="277088"/>
                </a:lnTo>
                <a:lnTo>
                  <a:pt x="364439" y="259372"/>
                </a:lnTo>
                <a:close/>
              </a:path>
              <a:path w="732154" h="375920">
                <a:moveTo>
                  <a:pt x="564261" y="318808"/>
                </a:moveTo>
                <a:lnTo>
                  <a:pt x="548271" y="305358"/>
                </a:lnTo>
                <a:lnTo>
                  <a:pt x="533107" y="292900"/>
                </a:lnTo>
                <a:lnTo>
                  <a:pt x="516826" y="279590"/>
                </a:lnTo>
                <a:lnTo>
                  <a:pt x="501688" y="266992"/>
                </a:lnTo>
                <a:lnTo>
                  <a:pt x="529018" y="199466"/>
                </a:lnTo>
                <a:lnTo>
                  <a:pt x="538861" y="156273"/>
                </a:lnTo>
                <a:lnTo>
                  <a:pt x="545973" y="106781"/>
                </a:lnTo>
                <a:lnTo>
                  <a:pt x="545973" y="79349"/>
                </a:lnTo>
                <a:lnTo>
                  <a:pt x="515404" y="79349"/>
                </a:lnTo>
                <a:lnTo>
                  <a:pt x="515404" y="108305"/>
                </a:lnTo>
                <a:lnTo>
                  <a:pt x="510311" y="149771"/>
                </a:lnTo>
                <a:lnTo>
                  <a:pt x="502069" y="187083"/>
                </a:lnTo>
                <a:lnTo>
                  <a:pt x="490969" y="220091"/>
                </a:lnTo>
                <a:lnTo>
                  <a:pt x="477304" y="248704"/>
                </a:lnTo>
                <a:lnTo>
                  <a:pt x="464756" y="238391"/>
                </a:lnTo>
                <a:lnTo>
                  <a:pt x="428536" y="208991"/>
                </a:lnTo>
                <a:lnTo>
                  <a:pt x="435394" y="185547"/>
                </a:lnTo>
                <a:lnTo>
                  <a:pt x="442252" y="160972"/>
                </a:lnTo>
                <a:lnTo>
                  <a:pt x="449110" y="135216"/>
                </a:lnTo>
                <a:lnTo>
                  <a:pt x="455968" y="108305"/>
                </a:lnTo>
                <a:lnTo>
                  <a:pt x="515404" y="108305"/>
                </a:lnTo>
                <a:lnTo>
                  <a:pt x="515404" y="79349"/>
                </a:lnTo>
                <a:lnTo>
                  <a:pt x="462064" y="79349"/>
                </a:lnTo>
                <a:lnTo>
                  <a:pt x="465493" y="61023"/>
                </a:lnTo>
                <a:lnTo>
                  <a:pt x="468922" y="42532"/>
                </a:lnTo>
                <a:lnTo>
                  <a:pt x="472351" y="23761"/>
                </a:lnTo>
                <a:lnTo>
                  <a:pt x="475780" y="4572"/>
                </a:lnTo>
                <a:lnTo>
                  <a:pt x="443776" y="0"/>
                </a:lnTo>
                <a:lnTo>
                  <a:pt x="440347" y="20332"/>
                </a:lnTo>
                <a:lnTo>
                  <a:pt x="436918" y="40246"/>
                </a:lnTo>
                <a:lnTo>
                  <a:pt x="433489" y="59880"/>
                </a:lnTo>
                <a:lnTo>
                  <a:pt x="430060" y="79349"/>
                </a:lnTo>
                <a:lnTo>
                  <a:pt x="376618" y="79349"/>
                </a:lnTo>
                <a:lnTo>
                  <a:pt x="376618" y="108305"/>
                </a:lnTo>
                <a:lnTo>
                  <a:pt x="423964" y="108305"/>
                </a:lnTo>
                <a:lnTo>
                  <a:pt x="417080" y="136652"/>
                </a:lnTo>
                <a:lnTo>
                  <a:pt x="410057" y="164401"/>
                </a:lnTo>
                <a:lnTo>
                  <a:pt x="402742" y="191554"/>
                </a:lnTo>
                <a:lnTo>
                  <a:pt x="395008" y="218135"/>
                </a:lnTo>
                <a:lnTo>
                  <a:pt x="411035" y="231000"/>
                </a:lnTo>
                <a:lnTo>
                  <a:pt x="427202" y="244462"/>
                </a:lnTo>
                <a:lnTo>
                  <a:pt x="443661" y="258495"/>
                </a:lnTo>
                <a:lnTo>
                  <a:pt x="460540" y="273088"/>
                </a:lnTo>
                <a:lnTo>
                  <a:pt x="442493" y="294182"/>
                </a:lnTo>
                <a:lnTo>
                  <a:pt x="422427" y="313867"/>
                </a:lnTo>
                <a:lnTo>
                  <a:pt x="400062" y="331851"/>
                </a:lnTo>
                <a:lnTo>
                  <a:pt x="375094" y="347865"/>
                </a:lnTo>
                <a:lnTo>
                  <a:pt x="380542" y="355574"/>
                </a:lnTo>
                <a:lnTo>
                  <a:pt x="385432" y="362724"/>
                </a:lnTo>
                <a:lnTo>
                  <a:pt x="389750" y="369290"/>
                </a:lnTo>
                <a:lnTo>
                  <a:pt x="393484" y="375297"/>
                </a:lnTo>
                <a:lnTo>
                  <a:pt x="418896" y="357276"/>
                </a:lnTo>
                <a:lnTo>
                  <a:pt x="442442" y="337527"/>
                </a:lnTo>
                <a:lnTo>
                  <a:pt x="463994" y="316064"/>
                </a:lnTo>
                <a:lnTo>
                  <a:pt x="483400" y="292900"/>
                </a:lnTo>
                <a:lnTo>
                  <a:pt x="498017" y="305498"/>
                </a:lnTo>
                <a:lnTo>
                  <a:pt x="512368" y="318249"/>
                </a:lnTo>
                <a:lnTo>
                  <a:pt x="526732" y="331304"/>
                </a:lnTo>
                <a:lnTo>
                  <a:pt x="541401" y="344817"/>
                </a:lnTo>
                <a:lnTo>
                  <a:pt x="564261" y="318808"/>
                </a:lnTo>
                <a:close/>
              </a:path>
              <a:path w="732154" h="375920">
                <a:moveTo>
                  <a:pt x="732002" y="44297"/>
                </a:moveTo>
                <a:lnTo>
                  <a:pt x="701522" y="44297"/>
                </a:lnTo>
                <a:lnTo>
                  <a:pt x="701522" y="73253"/>
                </a:lnTo>
                <a:lnTo>
                  <a:pt x="701522" y="300520"/>
                </a:lnTo>
                <a:lnTo>
                  <a:pt x="611517" y="300520"/>
                </a:lnTo>
                <a:lnTo>
                  <a:pt x="611517" y="73253"/>
                </a:lnTo>
                <a:lnTo>
                  <a:pt x="701522" y="73253"/>
                </a:lnTo>
                <a:lnTo>
                  <a:pt x="701522" y="44297"/>
                </a:lnTo>
                <a:lnTo>
                  <a:pt x="581025" y="44297"/>
                </a:lnTo>
                <a:lnTo>
                  <a:pt x="581025" y="361581"/>
                </a:lnTo>
                <a:lnTo>
                  <a:pt x="611517" y="361581"/>
                </a:lnTo>
                <a:lnTo>
                  <a:pt x="611517" y="329476"/>
                </a:lnTo>
                <a:lnTo>
                  <a:pt x="701522" y="329476"/>
                </a:lnTo>
                <a:lnTo>
                  <a:pt x="701522" y="358533"/>
                </a:lnTo>
                <a:lnTo>
                  <a:pt x="732002" y="358533"/>
                </a:lnTo>
                <a:lnTo>
                  <a:pt x="732002" y="329476"/>
                </a:lnTo>
                <a:lnTo>
                  <a:pt x="732002" y="300520"/>
                </a:lnTo>
                <a:lnTo>
                  <a:pt x="732002" y="73253"/>
                </a:lnTo>
                <a:lnTo>
                  <a:pt x="732002" y="442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6946392" y="5445728"/>
            <a:ext cx="329565" cy="291465"/>
            <a:chOff x="6946392" y="5445728"/>
            <a:chExt cx="329565" cy="291465"/>
          </a:xfrm>
        </p:grpSpPr>
        <p:sp>
          <p:nvSpPr>
            <p:cNvPr id="64" name="object 64" descr=""/>
            <p:cNvSpPr/>
            <p:nvPr/>
          </p:nvSpPr>
          <p:spPr>
            <a:xfrm>
              <a:off x="6946392" y="5479256"/>
              <a:ext cx="114935" cy="257810"/>
            </a:xfrm>
            <a:custGeom>
              <a:avLst/>
              <a:gdLst/>
              <a:ahLst/>
              <a:cxnLst/>
              <a:rect l="l" t="t" r="r" b="b"/>
              <a:pathLst>
                <a:path w="114934" h="257810">
                  <a:moveTo>
                    <a:pt x="85439" y="257746"/>
                  </a:moveTo>
                  <a:lnTo>
                    <a:pt x="63143" y="254055"/>
                  </a:lnTo>
                  <a:lnTo>
                    <a:pt x="46874" y="243077"/>
                  </a:lnTo>
                  <a:lnTo>
                    <a:pt x="36910" y="224956"/>
                  </a:lnTo>
                  <a:lnTo>
                    <a:pt x="33528" y="199834"/>
                  </a:lnTo>
                  <a:lnTo>
                    <a:pt x="33528" y="83915"/>
                  </a:lnTo>
                  <a:lnTo>
                    <a:pt x="0" y="83915"/>
                  </a:lnTo>
                  <a:lnTo>
                    <a:pt x="0" y="57911"/>
                  </a:lnTo>
                  <a:lnTo>
                    <a:pt x="33528" y="57911"/>
                  </a:lnTo>
                  <a:lnTo>
                    <a:pt x="33528" y="9143"/>
                  </a:lnTo>
                  <a:lnTo>
                    <a:pt x="65627" y="0"/>
                  </a:lnTo>
                  <a:lnTo>
                    <a:pt x="65627" y="57911"/>
                  </a:lnTo>
                  <a:lnTo>
                    <a:pt x="114395" y="57911"/>
                  </a:lnTo>
                  <a:lnTo>
                    <a:pt x="114395" y="83915"/>
                  </a:lnTo>
                  <a:lnTo>
                    <a:pt x="65627" y="83915"/>
                  </a:lnTo>
                  <a:lnTo>
                    <a:pt x="65627" y="193738"/>
                  </a:lnTo>
                  <a:lnTo>
                    <a:pt x="83915" y="230314"/>
                  </a:lnTo>
                  <a:lnTo>
                    <a:pt x="102203" y="230314"/>
                  </a:lnTo>
                  <a:lnTo>
                    <a:pt x="108299" y="228790"/>
                  </a:lnTo>
                  <a:lnTo>
                    <a:pt x="114395" y="224218"/>
                  </a:lnTo>
                  <a:lnTo>
                    <a:pt x="114395" y="251650"/>
                  </a:lnTo>
                  <a:lnTo>
                    <a:pt x="108370" y="253888"/>
                  </a:lnTo>
                  <a:lnTo>
                    <a:pt x="101631" y="255841"/>
                  </a:lnTo>
                  <a:lnTo>
                    <a:pt x="94035" y="257222"/>
                  </a:lnTo>
                  <a:lnTo>
                    <a:pt x="85439" y="25774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03459" y="5532596"/>
              <a:ext cx="102203" cy="19983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7234618" y="5445728"/>
              <a:ext cx="41275" cy="287020"/>
            </a:xfrm>
            <a:custGeom>
              <a:avLst/>
              <a:gdLst/>
              <a:ahLst/>
              <a:cxnLst/>
              <a:rect l="l" t="t" r="r" b="b"/>
              <a:pathLst>
                <a:path w="41275" h="287020">
                  <a:moveTo>
                    <a:pt x="25908" y="41148"/>
                  </a:moveTo>
                  <a:lnTo>
                    <a:pt x="15240" y="41148"/>
                  </a:lnTo>
                  <a:lnTo>
                    <a:pt x="10668" y="39624"/>
                  </a:lnTo>
                  <a:lnTo>
                    <a:pt x="3048" y="32004"/>
                  </a:lnTo>
                  <a:lnTo>
                    <a:pt x="0" y="27432"/>
                  </a:lnTo>
                  <a:lnTo>
                    <a:pt x="0" y="15240"/>
                  </a:lnTo>
                  <a:lnTo>
                    <a:pt x="6096" y="6096"/>
                  </a:lnTo>
                  <a:lnTo>
                    <a:pt x="15240" y="0"/>
                  </a:lnTo>
                  <a:lnTo>
                    <a:pt x="25908" y="0"/>
                  </a:lnTo>
                  <a:lnTo>
                    <a:pt x="32004" y="1524"/>
                  </a:lnTo>
                  <a:lnTo>
                    <a:pt x="35052" y="6096"/>
                  </a:lnTo>
                  <a:lnTo>
                    <a:pt x="39624" y="10668"/>
                  </a:lnTo>
                  <a:lnTo>
                    <a:pt x="41148" y="15240"/>
                  </a:lnTo>
                  <a:lnTo>
                    <a:pt x="41148" y="25908"/>
                  </a:lnTo>
                  <a:lnTo>
                    <a:pt x="39624" y="30480"/>
                  </a:lnTo>
                  <a:lnTo>
                    <a:pt x="35052" y="35052"/>
                  </a:lnTo>
                  <a:lnTo>
                    <a:pt x="32004" y="39624"/>
                  </a:lnTo>
                  <a:lnTo>
                    <a:pt x="25908" y="41148"/>
                  </a:lnTo>
                  <a:close/>
                </a:path>
                <a:path w="41275" h="287020">
                  <a:moveTo>
                    <a:pt x="36576" y="286702"/>
                  </a:moveTo>
                  <a:lnTo>
                    <a:pt x="4572" y="286702"/>
                  </a:lnTo>
                  <a:lnTo>
                    <a:pt x="4572" y="91440"/>
                  </a:lnTo>
                  <a:lnTo>
                    <a:pt x="36576" y="91440"/>
                  </a:lnTo>
                  <a:lnTo>
                    <a:pt x="36576" y="28670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/>
          <p:nvPr/>
        </p:nvSpPr>
        <p:spPr>
          <a:xfrm>
            <a:off x="7333767" y="5532602"/>
            <a:ext cx="366395" cy="250825"/>
          </a:xfrm>
          <a:custGeom>
            <a:avLst/>
            <a:gdLst/>
            <a:ahLst/>
            <a:cxnLst/>
            <a:rect l="l" t="t" r="r" b="b"/>
            <a:pathLst>
              <a:path w="366395" h="250825">
                <a:moveTo>
                  <a:pt x="277558" y="79336"/>
                </a:moveTo>
                <a:lnTo>
                  <a:pt x="264617" y="25996"/>
                </a:lnTo>
                <a:lnTo>
                  <a:pt x="213448" y="0"/>
                </a:lnTo>
                <a:lnTo>
                  <a:pt x="193141" y="2349"/>
                </a:lnTo>
                <a:lnTo>
                  <a:pt x="175539" y="9575"/>
                </a:lnTo>
                <a:lnTo>
                  <a:pt x="160515" y="21945"/>
                </a:lnTo>
                <a:lnTo>
                  <a:pt x="147916" y="39712"/>
                </a:lnTo>
                <a:lnTo>
                  <a:pt x="145046" y="31127"/>
                </a:lnTo>
                <a:lnTo>
                  <a:pt x="142227" y="25996"/>
                </a:lnTo>
                <a:lnTo>
                  <a:pt x="140868" y="23520"/>
                </a:lnTo>
                <a:lnTo>
                  <a:pt x="135280" y="16789"/>
                </a:lnTo>
                <a:lnTo>
                  <a:pt x="93052" y="0"/>
                </a:lnTo>
                <a:lnTo>
                  <a:pt x="74472" y="2057"/>
                </a:lnTo>
                <a:lnTo>
                  <a:pt x="57924" y="8432"/>
                </a:lnTo>
                <a:lnTo>
                  <a:pt x="43675" y="19367"/>
                </a:lnTo>
                <a:lnTo>
                  <a:pt x="32004" y="35140"/>
                </a:lnTo>
                <a:lnTo>
                  <a:pt x="32004" y="4572"/>
                </a:lnTo>
                <a:lnTo>
                  <a:pt x="0" y="4572"/>
                </a:lnTo>
                <a:lnTo>
                  <a:pt x="0" y="199834"/>
                </a:lnTo>
                <a:lnTo>
                  <a:pt x="32004" y="199834"/>
                </a:lnTo>
                <a:lnTo>
                  <a:pt x="32105" y="86956"/>
                </a:lnTo>
                <a:lnTo>
                  <a:pt x="32842" y="75336"/>
                </a:lnTo>
                <a:lnTo>
                  <a:pt x="51600" y="35648"/>
                </a:lnTo>
                <a:lnTo>
                  <a:pt x="79248" y="25996"/>
                </a:lnTo>
                <a:lnTo>
                  <a:pt x="98425" y="29476"/>
                </a:lnTo>
                <a:lnTo>
                  <a:pt x="112293" y="40093"/>
                </a:lnTo>
                <a:lnTo>
                  <a:pt x="120700" y="58153"/>
                </a:lnTo>
                <a:lnTo>
                  <a:pt x="123532" y="83908"/>
                </a:lnTo>
                <a:lnTo>
                  <a:pt x="123532" y="199834"/>
                </a:lnTo>
                <a:lnTo>
                  <a:pt x="155536" y="199834"/>
                </a:lnTo>
                <a:lnTo>
                  <a:pt x="155638" y="86956"/>
                </a:lnTo>
                <a:lnTo>
                  <a:pt x="169252" y="44284"/>
                </a:lnTo>
                <a:lnTo>
                  <a:pt x="173355" y="39712"/>
                </a:lnTo>
                <a:lnTo>
                  <a:pt x="176428" y="36283"/>
                </a:lnTo>
                <a:lnTo>
                  <a:pt x="184302" y="30568"/>
                </a:lnTo>
                <a:lnTo>
                  <a:pt x="193052" y="27139"/>
                </a:lnTo>
                <a:lnTo>
                  <a:pt x="202780" y="25996"/>
                </a:lnTo>
                <a:lnTo>
                  <a:pt x="214261" y="26860"/>
                </a:lnTo>
                <a:lnTo>
                  <a:pt x="244602" y="59334"/>
                </a:lnTo>
                <a:lnTo>
                  <a:pt x="247078" y="199834"/>
                </a:lnTo>
                <a:lnTo>
                  <a:pt x="277558" y="199834"/>
                </a:lnTo>
                <a:lnTo>
                  <a:pt x="277558" y="79336"/>
                </a:lnTo>
                <a:close/>
              </a:path>
              <a:path w="366395" h="250825">
                <a:moveTo>
                  <a:pt x="366052" y="155638"/>
                </a:moveTo>
                <a:lnTo>
                  <a:pt x="335470" y="155638"/>
                </a:lnTo>
                <a:lnTo>
                  <a:pt x="312610" y="250215"/>
                </a:lnTo>
                <a:lnTo>
                  <a:pt x="335470" y="250215"/>
                </a:lnTo>
                <a:lnTo>
                  <a:pt x="366052" y="1556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765833" y="5917031"/>
            <a:ext cx="633095" cy="294640"/>
          </a:xfrm>
          <a:custGeom>
            <a:avLst/>
            <a:gdLst/>
            <a:ahLst/>
            <a:cxnLst/>
            <a:rect l="l" t="t" r="r" b="b"/>
            <a:pathLst>
              <a:path w="633094" h="294639">
                <a:moveTo>
                  <a:pt x="161645" y="169354"/>
                </a:moveTo>
                <a:lnTo>
                  <a:pt x="157619" y="134175"/>
                </a:lnTo>
                <a:lnTo>
                  <a:pt x="145440" y="108877"/>
                </a:lnTo>
                <a:lnTo>
                  <a:pt x="124955" y="93611"/>
                </a:lnTo>
                <a:lnTo>
                  <a:pt x="96012" y="88480"/>
                </a:lnTo>
                <a:lnTo>
                  <a:pt x="76581" y="91008"/>
                </a:lnTo>
                <a:lnTo>
                  <a:pt x="59436" y="98386"/>
                </a:lnTo>
                <a:lnTo>
                  <a:pt x="44577" y="110350"/>
                </a:lnTo>
                <a:lnTo>
                  <a:pt x="32004" y="126580"/>
                </a:lnTo>
                <a:lnTo>
                  <a:pt x="30480" y="126580"/>
                </a:lnTo>
                <a:lnTo>
                  <a:pt x="30480" y="0"/>
                </a:lnTo>
                <a:lnTo>
                  <a:pt x="0" y="0"/>
                </a:lnTo>
                <a:lnTo>
                  <a:pt x="0" y="289839"/>
                </a:lnTo>
                <a:lnTo>
                  <a:pt x="30480" y="289839"/>
                </a:lnTo>
                <a:lnTo>
                  <a:pt x="30480" y="178498"/>
                </a:lnTo>
                <a:lnTo>
                  <a:pt x="31597" y="165354"/>
                </a:lnTo>
                <a:lnTo>
                  <a:pt x="55549" y="125564"/>
                </a:lnTo>
                <a:lnTo>
                  <a:pt x="85344" y="115912"/>
                </a:lnTo>
                <a:lnTo>
                  <a:pt x="105397" y="119659"/>
                </a:lnTo>
                <a:lnTo>
                  <a:pt x="119722" y="130975"/>
                </a:lnTo>
                <a:lnTo>
                  <a:pt x="128295" y="150037"/>
                </a:lnTo>
                <a:lnTo>
                  <a:pt x="131165" y="176974"/>
                </a:lnTo>
                <a:lnTo>
                  <a:pt x="131165" y="289839"/>
                </a:lnTo>
                <a:lnTo>
                  <a:pt x="161645" y="289839"/>
                </a:lnTo>
                <a:lnTo>
                  <a:pt x="161645" y="169354"/>
                </a:lnTo>
                <a:close/>
              </a:path>
              <a:path w="633094" h="294639">
                <a:moveTo>
                  <a:pt x="312610" y="93052"/>
                </a:moveTo>
                <a:lnTo>
                  <a:pt x="262318" y="93052"/>
                </a:lnTo>
                <a:lnTo>
                  <a:pt x="262318" y="35052"/>
                </a:lnTo>
                <a:lnTo>
                  <a:pt x="231749" y="45808"/>
                </a:lnTo>
                <a:lnTo>
                  <a:pt x="231749" y="93052"/>
                </a:lnTo>
                <a:lnTo>
                  <a:pt x="198221" y="93052"/>
                </a:lnTo>
                <a:lnTo>
                  <a:pt x="198221" y="120484"/>
                </a:lnTo>
                <a:lnTo>
                  <a:pt x="231749" y="120484"/>
                </a:lnTo>
                <a:lnTo>
                  <a:pt x="231749" y="236410"/>
                </a:lnTo>
                <a:lnTo>
                  <a:pt x="234924" y="261581"/>
                </a:lnTo>
                <a:lnTo>
                  <a:pt x="244551" y="279742"/>
                </a:lnTo>
                <a:lnTo>
                  <a:pt x="260756" y="290728"/>
                </a:lnTo>
                <a:lnTo>
                  <a:pt x="283654" y="294411"/>
                </a:lnTo>
                <a:lnTo>
                  <a:pt x="292252" y="293890"/>
                </a:lnTo>
                <a:lnTo>
                  <a:pt x="299847" y="292506"/>
                </a:lnTo>
                <a:lnTo>
                  <a:pt x="306590" y="290563"/>
                </a:lnTo>
                <a:lnTo>
                  <a:pt x="312610" y="288315"/>
                </a:lnTo>
                <a:lnTo>
                  <a:pt x="312610" y="260883"/>
                </a:lnTo>
                <a:lnTo>
                  <a:pt x="306514" y="265455"/>
                </a:lnTo>
                <a:lnTo>
                  <a:pt x="298894" y="266979"/>
                </a:lnTo>
                <a:lnTo>
                  <a:pt x="282130" y="266979"/>
                </a:lnTo>
                <a:lnTo>
                  <a:pt x="274510" y="263931"/>
                </a:lnTo>
                <a:lnTo>
                  <a:pt x="262318" y="230314"/>
                </a:lnTo>
                <a:lnTo>
                  <a:pt x="262318" y="120484"/>
                </a:lnTo>
                <a:lnTo>
                  <a:pt x="312610" y="120484"/>
                </a:lnTo>
                <a:lnTo>
                  <a:pt x="312610" y="93052"/>
                </a:lnTo>
                <a:close/>
              </a:path>
              <a:path w="633094" h="294639">
                <a:moveTo>
                  <a:pt x="632841" y="169354"/>
                </a:moveTo>
                <a:lnTo>
                  <a:pt x="628611" y="134200"/>
                </a:lnTo>
                <a:lnTo>
                  <a:pt x="619556" y="115912"/>
                </a:lnTo>
                <a:lnTo>
                  <a:pt x="616077" y="108877"/>
                </a:lnTo>
                <a:lnTo>
                  <a:pt x="595553" y="93611"/>
                </a:lnTo>
                <a:lnTo>
                  <a:pt x="567309" y="88480"/>
                </a:lnTo>
                <a:lnTo>
                  <a:pt x="547001" y="91059"/>
                </a:lnTo>
                <a:lnTo>
                  <a:pt x="529539" y="98767"/>
                </a:lnTo>
                <a:lnTo>
                  <a:pt x="514934" y="111633"/>
                </a:lnTo>
                <a:lnTo>
                  <a:pt x="503199" y="129628"/>
                </a:lnTo>
                <a:lnTo>
                  <a:pt x="499440" y="121043"/>
                </a:lnTo>
                <a:lnTo>
                  <a:pt x="466051" y="91719"/>
                </a:lnTo>
                <a:lnTo>
                  <a:pt x="446811" y="88480"/>
                </a:lnTo>
                <a:lnTo>
                  <a:pt x="428294" y="90766"/>
                </a:lnTo>
                <a:lnTo>
                  <a:pt x="411759" y="97624"/>
                </a:lnTo>
                <a:lnTo>
                  <a:pt x="397522" y="109054"/>
                </a:lnTo>
                <a:lnTo>
                  <a:pt x="385851" y="125056"/>
                </a:lnTo>
                <a:lnTo>
                  <a:pt x="385851" y="93052"/>
                </a:lnTo>
                <a:lnTo>
                  <a:pt x="353758" y="93052"/>
                </a:lnTo>
                <a:lnTo>
                  <a:pt x="353758" y="289839"/>
                </a:lnTo>
                <a:lnTo>
                  <a:pt x="385851" y="289839"/>
                </a:lnTo>
                <a:lnTo>
                  <a:pt x="385953" y="176974"/>
                </a:lnTo>
                <a:lnTo>
                  <a:pt x="386715" y="164706"/>
                </a:lnTo>
                <a:lnTo>
                  <a:pt x="389280" y="152768"/>
                </a:lnTo>
                <a:lnTo>
                  <a:pt x="393573" y="142240"/>
                </a:lnTo>
                <a:lnTo>
                  <a:pt x="399567" y="132676"/>
                </a:lnTo>
                <a:lnTo>
                  <a:pt x="405980" y="125056"/>
                </a:lnTo>
                <a:lnTo>
                  <a:pt x="406095" y="124917"/>
                </a:lnTo>
                <a:lnTo>
                  <a:pt x="414045" y="119722"/>
                </a:lnTo>
                <a:lnTo>
                  <a:pt x="423151" y="116827"/>
                </a:lnTo>
                <a:lnTo>
                  <a:pt x="433095" y="115912"/>
                </a:lnTo>
                <a:lnTo>
                  <a:pt x="452221" y="119392"/>
                </a:lnTo>
                <a:lnTo>
                  <a:pt x="466051" y="130022"/>
                </a:lnTo>
                <a:lnTo>
                  <a:pt x="474459" y="148107"/>
                </a:lnTo>
                <a:lnTo>
                  <a:pt x="477291" y="173926"/>
                </a:lnTo>
                <a:lnTo>
                  <a:pt x="477291" y="289839"/>
                </a:lnTo>
                <a:lnTo>
                  <a:pt x="509295" y="289839"/>
                </a:lnTo>
                <a:lnTo>
                  <a:pt x="509397" y="176974"/>
                </a:lnTo>
                <a:lnTo>
                  <a:pt x="523113" y="134200"/>
                </a:lnTo>
                <a:lnTo>
                  <a:pt x="556641" y="115912"/>
                </a:lnTo>
                <a:lnTo>
                  <a:pt x="568096" y="116776"/>
                </a:lnTo>
                <a:lnTo>
                  <a:pt x="598360" y="149301"/>
                </a:lnTo>
                <a:lnTo>
                  <a:pt x="600837" y="289839"/>
                </a:lnTo>
                <a:lnTo>
                  <a:pt x="632841" y="289839"/>
                </a:lnTo>
                <a:lnTo>
                  <a:pt x="632841" y="1693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456688" y="5916167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3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3" y="0"/>
                </a:lnTo>
                <a:lnTo>
                  <a:pt x="32003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540507" y="6005512"/>
            <a:ext cx="129635" cy="205930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2717387" y="5920073"/>
            <a:ext cx="852805" cy="377190"/>
            <a:chOff x="2717387" y="5920073"/>
            <a:chExt cx="852805" cy="377190"/>
          </a:xfrm>
        </p:grpSpPr>
        <p:sp>
          <p:nvSpPr>
            <p:cNvPr id="72" name="object 72" descr=""/>
            <p:cNvSpPr/>
            <p:nvPr/>
          </p:nvSpPr>
          <p:spPr>
            <a:xfrm>
              <a:off x="2717387" y="6005512"/>
              <a:ext cx="180340" cy="291465"/>
            </a:xfrm>
            <a:custGeom>
              <a:avLst/>
              <a:gdLst/>
              <a:ahLst/>
              <a:cxnLst/>
              <a:rect l="l" t="t" r="r" b="b"/>
              <a:pathLst>
                <a:path w="180339" h="291464">
                  <a:moveTo>
                    <a:pt x="55594" y="39719"/>
                  </a:moveTo>
                  <a:lnTo>
                    <a:pt x="32099" y="39719"/>
                  </a:lnTo>
                  <a:lnTo>
                    <a:pt x="44958" y="22583"/>
                  </a:lnTo>
                  <a:lnTo>
                    <a:pt x="60674" y="10144"/>
                  </a:lnTo>
                  <a:lnTo>
                    <a:pt x="79248" y="2562"/>
                  </a:lnTo>
                  <a:lnTo>
                    <a:pt x="100679" y="0"/>
                  </a:lnTo>
                  <a:lnTo>
                    <a:pt x="118087" y="1715"/>
                  </a:lnTo>
                  <a:lnTo>
                    <a:pt x="133647" y="6869"/>
                  </a:lnTo>
                  <a:lnTo>
                    <a:pt x="147225" y="15470"/>
                  </a:lnTo>
                  <a:lnTo>
                    <a:pt x="158686" y="27527"/>
                  </a:lnTo>
                  <a:lnTo>
                    <a:pt x="93059" y="27527"/>
                  </a:lnTo>
                  <a:lnTo>
                    <a:pt x="79938" y="28670"/>
                  </a:lnTo>
                  <a:lnTo>
                    <a:pt x="68103" y="32099"/>
                  </a:lnTo>
                  <a:lnTo>
                    <a:pt x="57697" y="37814"/>
                  </a:lnTo>
                  <a:lnTo>
                    <a:pt x="55594" y="39719"/>
                  </a:lnTo>
                  <a:close/>
                </a:path>
                <a:path w="180339" h="291464">
                  <a:moveTo>
                    <a:pt x="32099" y="291369"/>
                  </a:moveTo>
                  <a:lnTo>
                    <a:pt x="0" y="291369"/>
                  </a:lnTo>
                  <a:lnTo>
                    <a:pt x="0" y="4572"/>
                  </a:lnTo>
                  <a:lnTo>
                    <a:pt x="32099" y="4572"/>
                  </a:lnTo>
                  <a:lnTo>
                    <a:pt x="32099" y="39719"/>
                  </a:lnTo>
                  <a:lnTo>
                    <a:pt x="55594" y="39719"/>
                  </a:lnTo>
                  <a:lnTo>
                    <a:pt x="33004" y="79676"/>
                  </a:lnTo>
                  <a:lnTo>
                    <a:pt x="32099" y="93059"/>
                  </a:lnTo>
                  <a:lnTo>
                    <a:pt x="32099" y="120586"/>
                  </a:lnTo>
                  <a:lnTo>
                    <a:pt x="47339" y="161734"/>
                  </a:lnTo>
                  <a:lnTo>
                    <a:pt x="61231" y="172402"/>
                  </a:lnTo>
                  <a:lnTo>
                    <a:pt x="32099" y="172402"/>
                  </a:lnTo>
                  <a:lnTo>
                    <a:pt x="32099" y="291369"/>
                  </a:lnTo>
                  <a:close/>
                </a:path>
                <a:path w="180339" h="291464">
                  <a:moveTo>
                    <a:pt x="154024" y="178498"/>
                  </a:moveTo>
                  <a:lnTo>
                    <a:pt x="86963" y="178498"/>
                  </a:lnTo>
                  <a:lnTo>
                    <a:pt x="100965" y="177307"/>
                  </a:lnTo>
                  <a:lnTo>
                    <a:pt x="113252" y="173545"/>
                  </a:lnTo>
                  <a:lnTo>
                    <a:pt x="139565" y="145492"/>
                  </a:lnTo>
                  <a:lnTo>
                    <a:pt x="147923" y="96107"/>
                  </a:lnTo>
                  <a:lnTo>
                    <a:pt x="147042" y="80962"/>
                  </a:lnTo>
                  <a:lnTo>
                    <a:pt x="124991" y="37814"/>
                  </a:lnTo>
                  <a:lnTo>
                    <a:pt x="93059" y="27527"/>
                  </a:lnTo>
                  <a:lnTo>
                    <a:pt x="158686" y="27527"/>
                  </a:lnTo>
                  <a:lnTo>
                    <a:pt x="168449" y="41481"/>
                  </a:lnTo>
                  <a:lnTo>
                    <a:pt x="175069" y="58007"/>
                  </a:lnTo>
                  <a:lnTo>
                    <a:pt x="178831" y="76819"/>
                  </a:lnTo>
                  <a:lnTo>
                    <a:pt x="180022" y="97631"/>
                  </a:lnTo>
                  <a:lnTo>
                    <a:pt x="178585" y="120586"/>
                  </a:lnTo>
                  <a:lnTo>
                    <a:pt x="174307" y="141148"/>
                  </a:lnTo>
                  <a:lnTo>
                    <a:pt x="167163" y="159447"/>
                  </a:lnTo>
                  <a:lnTo>
                    <a:pt x="157162" y="175450"/>
                  </a:lnTo>
                  <a:lnTo>
                    <a:pt x="154024" y="178498"/>
                  </a:lnTo>
                  <a:close/>
                </a:path>
                <a:path w="180339" h="291464">
                  <a:moveTo>
                    <a:pt x="91535" y="205930"/>
                  </a:moveTo>
                  <a:lnTo>
                    <a:pt x="73247" y="203906"/>
                  </a:lnTo>
                  <a:lnTo>
                    <a:pt x="57245" y="197739"/>
                  </a:lnTo>
                  <a:lnTo>
                    <a:pt x="43529" y="187285"/>
                  </a:lnTo>
                  <a:lnTo>
                    <a:pt x="32099" y="172402"/>
                  </a:lnTo>
                  <a:lnTo>
                    <a:pt x="61231" y="172402"/>
                  </a:lnTo>
                  <a:lnTo>
                    <a:pt x="65436" y="174688"/>
                  </a:lnTo>
                  <a:lnTo>
                    <a:pt x="75842" y="177593"/>
                  </a:lnTo>
                  <a:lnTo>
                    <a:pt x="86963" y="178498"/>
                  </a:lnTo>
                  <a:lnTo>
                    <a:pt x="154024" y="178498"/>
                  </a:lnTo>
                  <a:lnTo>
                    <a:pt x="143653" y="188571"/>
                  </a:lnTo>
                  <a:lnTo>
                    <a:pt x="128313" y="198120"/>
                  </a:lnTo>
                  <a:lnTo>
                    <a:pt x="110991" y="203954"/>
                  </a:lnTo>
                  <a:lnTo>
                    <a:pt x="91535" y="20593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33985" y="6005512"/>
              <a:ext cx="170783" cy="205930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39916" y="6005512"/>
              <a:ext cx="146399" cy="205930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3330511" y="5920073"/>
              <a:ext cx="41275" cy="287020"/>
            </a:xfrm>
            <a:custGeom>
              <a:avLst/>
              <a:gdLst/>
              <a:ahLst/>
              <a:cxnLst/>
              <a:rect l="l" t="t" r="r" b="b"/>
              <a:pathLst>
                <a:path w="41275" h="287020">
                  <a:moveTo>
                    <a:pt x="25908" y="41243"/>
                  </a:moveTo>
                  <a:lnTo>
                    <a:pt x="15240" y="41243"/>
                  </a:lnTo>
                  <a:lnTo>
                    <a:pt x="10668" y="39719"/>
                  </a:lnTo>
                  <a:lnTo>
                    <a:pt x="6096" y="35052"/>
                  </a:lnTo>
                  <a:lnTo>
                    <a:pt x="1524" y="32004"/>
                  </a:lnTo>
                  <a:lnTo>
                    <a:pt x="0" y="25908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10668" y="1524"/>
                  </a:lnTo>
                  <a:lnTo>
                    <a:pt x="15240" y="0"/>
                  </a:lnTo>
                  <a:lnTo>
                    <a:pt x="25908" y="0"/>
                  </a:lnTo>
                  <a:lnTo>
                    <a:pt x="30480" y="1524"/>
                  </a:lnTo>
                  <a:lnTo>
                    <a:pt x="35052" y="6096"/>
                  </a:lnTo>
                  <a:lnTo>
                    <a:pt x="39624" y="9144"/>
                  </a:lnTo>
                  <a:lnTo>
                    <a:pt x="41148" y="15240"/>
                  </a:lnTo>
                  <a:lnTo>
                    <a:pt x="41148" y="25908"/>
                  </a:lnTo>
                  <a:lnTo>
                    <a:pt x="39624" y="30480"/>
                  </a:lnTo>
                  <a:lnTo>
                    <a:pt x="35052" y="35052"/>
                  </a:lnTo>
                  <a:lnTo>
                    <a:pt x="30480" y="38195"/>
                  </a:lnTo>
                  <a:lnTo>
                    <a:pt x="25908" y="41243"/>
                  </a:lnTo>
                  <a:close/>
                </a:path>
                <a:path w="41275" h="287020">
                  <a:moveTo>
                    <a:pt x="35052" y="286797"/>
                  </a:moveTo>
                  <a:lnTo>
                    <a:pt x="4572" y="286797"/>
                  </a:lnTo>
                  <a:lnTo>
                    <a:pt x="4572" y="90011"/>
                  </a:lnTo>
                  <a:lnTo>
                    <a:pt x="35052" y="90011"/>
                  </a:lnTo>
                  <a:lnTo>
                    <a:pt x="35052" y="2867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14426" y="6005512"/>
              <a:ext cx="155543" cy="205930"/>
            </a:xfrm>
            <a:prstGeom prst="rect">
              <a:avLst/>
            </a:prstGeom>
          </p:spPr>
        </p:pic>
      </p:grpSp>
      <p:sp>
        <p:nvSpPr>
          <p:cNvPr id="77" name="object 77" descr=""/>
          <p:cNvSpPr/>
          <p:nvPr/>
        </p:nvSpPr>
        <p:spPr>
          <a:xfrm>
            <a:off x="3628644" y="5916167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object 78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710273" y="6005512"/>
            <a:ext cx="147923" cy="205930"/>
          </a:xfrm>
          <a:prstGeom prst="rect">
            <a:avLst/>
          </a:prstGeom>
        </p:spPr>
      </p:pic>
      <p:grpSp>
        <p:nvGrpSpPr>
          <p:cNvPr id="79" name="object 79" descr=""/>
          <p:cNvGrpSpPr/>
          <p:nvPr/>
        </p:nvGrpSpPr>
        <p:grpSpPr>
          <a:xfrm>
            <a:off x="3903916" y="5917025"/>
            <a:ext cx="363220" cy="294640"/>
            <a:chOff x="3903916" y="5917025"/>
            <a:chExt cx="363220" cy="294640"/>
          </a:xfrm>
        </p:grpSpPr>
        <p:sp>
          <p:nvSpPr>
            <p:cNvPr id="80" name="object 80" descr=""/>
            <p:cNvSpPr/>
            <p:nvPr/>
          </p:nvSpPr>
          <p:spPr>
            <a:xfrm>
              <a:off x="3903916" y="5917025"/>
              <a:ext cx="163195" cy="290195"/>
            </a:xfrm>
            <a:custGeom>
              <a:avLst/>
              <a:gdLst/>
              <a:ahLst/>
              <a:cxnLst/>
              <a:rect l="l" t="t" r="r" b="b"/>
              <a:pathLst>
                <a:path w="163195" h="290195">
                  <a:moveTo>
                    <a:pt x="32004" y="289845"/>
                  </a:moveTo>
                  <a:lnTo>
                    <a:pt x="0" y="289845"/>
                  </a:lnTo>
                  <a:lnTo>
                    <a:pt x="0" y="0"/>
                  </a:lnTo>
                  <a:lnTo>
                    <a:pt x="32004" y="0"/>
                  </a:lnTo>
                  <a:lnTo>
                    <a:pt x="32004" y="126587"/>
                  </a:lnTo>
                  <a:lnTo>
                    <a:pt x="54658" y="126587"/>
                  </a:lnTo>
                  <a:lnTo>
                    <a:pt x="32886" y="165352"/>
                  </a:lnTo>
                  <a:lnTo>
                    <a:pt x="32106" y="176974"/>
                  </a:lnTo>
                  <a:lnTo>
                    <a:pt x="32004" y="289845"/>
                  </a:lnTo>
                  <a:close/>
                </a:path>
                <a:path w="163195" h="290195">
                  <a:moveTo>
                    <a:pt x="54658" y="126587"/>
                  </a:moveTo>
                  <a:lnTo>
                    <a:pt x="32004" y="126587"/>
                  </a:lnTo>
                  <a:lnTo>
                    <a:pt x="44655" y="110347"/>
                  </a:lnTo>
                  <a:lnTo>
                    <a:pt x="59709" y="98393"/>
                  </a:lnTo>
                  <a:lnTo>
                    <a:pt x="77317" y="91011"/>
                  </a:lnTo>
                  <a:lnTo>
                    <a:pt x="97631" y="88487"/>
                  </a:lnTo>
                  <a:lnTo>
                    <a:pt x="125872" y="93608"/>
                  </a:lnTo>
                  <a:lnTo>
                    <a:pt x="146399" y="108882"/>
                  </a:lnTo>
                  <a:lnTo>
                    <a:pt x="149883" y="115919"/>
                  </a:lnTo>
                  <a:lnTo>
                    <a:pt x="86963" y="115919"/>
                  </a:lnTo>
                  <a:lnTo>
                    <a:pt x="75842" y="117038"/>
                  </a:lnTo>
                  <a:lnTo>
                    <a:pt x="65436" y="120300"/>
                  </a:lnTo>
                  <a:lnTo>
                    <a:pt x="55887" y="125563"/>
                  </a:lnTo>
                  <a:lnTo>
                    <a:pt x="54658" y="126587"/>
                  </a:lnTo>
                  <a:close/>
                </a:path>
                <a:path w="163195" h="290195">
                  <a:moveTo>
                    <a:pt x="163163" y="289845"/>
                  </a:moveTo>
                  <a:lnTo>
                    <a:pt x="131159" y="289845"/>
                  </a:lnTo>
                  <a:lnTo>
                    <a:pt x="131159" y="176974"/>
                  </a:lnTo>
                  <a:lnTo>
                    <a:pt x="128325" y="150035"/>
                  </a:lnTo>
                  <a:lnTo>
                    <a:pt x="119919" y="130980"/>
                  </a:lnTo>
                  <a:lnTo>
                    <a:pt x="106084" y="119659"/>
                  </a:lnTo>
                  <a:lnTo>
                    <a:pt x="86963" y="115919"/>
                  </a:lnTo>
                  <a:lnTo>
                    <a:pt x="149883" y="115919"/>
                  </a:lnTo>
                  <a:lnTo>
                    <a:pt x="158924" y="134176"/>
                  </a:lnTo>
                  <a:lnTo>
                    <a:pt x="163163" y="169354"/>
                  </a:lnTo>
                  <a:lnTo>
                    <a:pt x="163163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11370" y="6005512"/>
              <a:ext cx="155543" cy="205930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4324826" y="6005512"/>
            <a:ext cx="255270" cy="206375"/>
            <a:chOff x="4324826" y="6005512"/>
            <a:chExt cx="255270" cy="206375"/>
          </a:xfrm>
        </p:grpSpPr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24826" y="6007036"/>
              <a:ext cx="102203" cy="199834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449889" y="6005512"/>
              <a:ext cx="129635" cy="2059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33710"/>
            <a:ext cx="316230" cy="431800"/>
          </a:xfrm>
          <a:custGeom>
            <a:avLst/>
            <a:gdLst/>
            <a:ahLst/>
            <a:cxnLst/>
            <a:rect l="l" t="t" r="r" b="b"/>
            <a:pathLst>
              <a:path w="316230" h="431800">
                <a:moveTo>
                  <a:pt x="96107" y="431673"/>
                </a:moveTo>
                <a:lnTo>
                  <a:pt x="0" y="431673"/>
                </a:lnTo>
                <a:lnTo>
                  <a:pt x="0" y="0"/>
                </a:lnTo>
                <a:lnTo>
                  <a:pt x="152495" y="0"/>
                </a:lnTo>
                <a:lnTo>
                  <a:pt x="211051" y="5496"/>
                </a:lnTo>
                <a:lnTo>
                  <a:pt x="256713" y="21979"/>
                </a:lnTo>
                <a:lnTo>
                  <a:pt x="289415" y="49439"/>
                </a:lnTo>
                <a:lnTo>
                  <a:pt x="302382" y="74771"/>
                </a:lnTo>
                <a:lnTo>
                  <a:pt x="96107" y="74771"/>
                </a:lnTo>
                <a:lnTo>
                  <a:pt x="96107" y="208978"/>
                </a:lnTo>
                <a:lnTo>
                  <a:pt x="295517" y="208978"/>
                </a:lnTo>
                <a:lnTo>
                  <a:pt x="288655" y="220502"/>
                </a:lnTo>
                <a:lnTo>
                  <a:pt x="242658" y="260325"/>
                </a:lnTo>
                <a:lnTo>
                  <a:pt x="180251" y="279890"/>
                </a:lnTo>
                <a:lnTo>
                  <a:pt x="143351" y="282225"/>
                </a:lnTo>
                <a:lnTo>
                  <a:pt x="96107" y="282225"/>
                </a:lnTo>
                <a:lnTo>
                  <a:pt x="96107" y="431673"/>
                </a:lnTo>
                <a:close/>
              </a:path>
              <a:path w="316230" h="431800">
                <a:moveTo>
                  <a:pt x="295517" y="208978"/>
                </a:moveTo>
                <a:lnTo>
                  <a:pt x="134207" y="208978"/>
                </a:lnTo>
                <a:lnTo>
                  <a:pt x="168211" y="204690"/>
                </a:lnTo>
                <a:lnTo>
                  <a:pt x="192500" y="191821"/>
                </a:lnTo>
                <a:lnTo>
                  <a:pt x="207073" y="170362"/>
                </a:lnTo>
                <a:lnTo>
                  <a:pt x="211931" y="140303"/>
                </a:lnTo>
                <a:lnTo>
                  <a:pt x="207073" y="111418"/>
                </a:lnTo>
                <a:lnTo>
                  <a:pt x="192500" y="90963"/>
                </a:lnTo>
                <a:lnTo>
                  <a:pt x="168211" y="78795"/>
                </a:lnTo>
                <a:lnTo>
                  <a:pt x="134207" y="74771"/>
                </a:lnTo>
                <a:lnTo>
                  <a:pt x="302382" y="74771"/>
                </a:lnTo>
                <a:lnTo>
                  <a:pt x="309086" y="87867"/>
                </a:lnTo>
                <a:lnTo>
                  <a:pt x="315658" y="137255"/>
                </a:lnTo>
                <a:lnTo>
                  <a:pt x="312562" y="167885"/>
                </a:lnTo>
                <a:lnTo>
                  <a:pt x="303466" y="195631"/>
                </a:lnTo>
                <a:lnTo>
                  <a:pt x="295517" y="2089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1882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535" y="0"/>
                </a:lnTo>
                <a:lnTo>
                  <a:pt x="97535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41882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536" y="43180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4607" y="733710"/>
            <a:ext cx="316230" cy="431800"/>
          </a:xfrm>
          <a:custGeom>
            <a:avLst/>
            <a:gdLst/>
            <a:ahLst/>
            <a:cxnLst/>
            <a:rect l="l" t="t" r="r" b="b"/>
            <a:pathLst>
              <a:path w="316230" h="431800">
                <a:moveTo>
                  <a:pt x="96107" y="431673"/>
                </a:moveTo>
                <a:lnTo>
                  <a:pt x="0" y="431673"/>
                </a:lnTo>
                <a:lnTo>
                  <a:pt x="0" y="0"/>
                </a:lnTo>
                <a:lnTo>
                  <a:pt x="152495" y="0"/>
                </a:lnTo>
                <a:lnTo>
                  <a:pt x="211051" y="5496"/>
                </a:lnTo>
                <a:lnTo>
                  <a:pt x="256713" y="21979"/>
                </a:lnTo>
                <a:lnTo>
                  <a:pt x="289415" y="49439"/>
                </a:lnTo>
                <a:lnTo>
                  <a:pt x="302382" y="74771"/>
                </a:lnTo>
                <a:lnTo>
                  <a:pt x="96107" y="74771"/>
                </a:lnTo>
                <a:lnTo>
                  <a:pt x="96107" y="208978"/>
                </a:lnTo>
                <a:lnTo>
                  <a:pt x="295517" y="208978"/>
                </a:lnTo>
                <a:lnTo>
                  <a:pt x="288655" y="220502"/>
                </a:lnTo>
                <a:lnTo>
                  <a:pt x="242658" y="260325"/>
                </a:lnTo>
                <a:lnTo>
                  <a:pt x="180251" y="279890"/>
                </a:lnTo>
                <a:lnTo>
                  <a:pt x="143351" y="282225"/>
                </a:lnTo>
                <a:lnTo>
                  <a:pt x="96107" y="282225"/>
                </a:lnTo>
                <a:lnTo>
                  <a:pt x="96107" y="431673"/>
                </a:lnTo>
                <a:close/>
              </a:path>
              <a:path w="316230" h="431800">
                <a:moveTo>
                  <a:pt x="295517" y="208978"/>
                </a:moveTo>
                <a:lnTo>
                  <a:pt x="134207" y="208978"/>
                </a:lnTo>
                <a:lnTo>
                  <a:pt x="168211" y="204690"/>
                </a:lnTo>
                <a:lnTo>
                  <a:pt x="192500" y="191821"/>
                </a:lnTo>
                <a:lnTo>
                  <a:pt x="207073" y="170362"/>
                </a:lnTo>
                <a:lnTo>
                  <a:pt x="211931" y="140303"/>
                </a:lnTo>
                <a:lnTo>
                  <a:pt x="207073" y="111418"/>
                </a:lnTo>
                <a:lnTo>
                  <a:pt x="192500" y="90963"/>
                </a:lnTo>
                <a:lnTo>
                  <a:pt x="168211" y="78795"/>
                </a:lnTo>
                <a:lnTo>
                  <a:pt x="134207" y="74771"/>
                </a:lnTo>
                <a:lnTo>
                  <a:pt x="302382" y="74771"/>
                </a:lnTo>
                <a:lnTo>
                  <a:pt x="309086" y="87867"/>
                </a:lnTo>
                <a:lnTo>
                  <a:pt x="315658" y="137255"/>
                </a:lnTo>
                <a:lnTo>
                  <a:pt x="312562" y="167885"/>
                </a:lnTo>
                <a:lnTo>
                  <a:pt x="303466" y="195631"/>
                </a:lnTo>
                <a:lnTo>
                  <a:pt x="295517" y="2089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4958" y="842454"/>
            <a:ext cx="293370" cy="292100"/>
          </a:xfrm>
          <a:custGeom>
            <a:avLst/>
            <a:gdLst/>
            <a:ahLst/>
            <a:cxnLst/>
            <a:rect l="l" t="t" r="r" b="b"/>
            <a:pathLst>
              <a:path w="293369" h="292100">
                <a:moveTo>
                  <a:pt x="292798" y="115570"/>
                </a:moveTo>
                <a:lnTo>
                  <a:pt x="176885" y="115570"/>
                </a:lnTo>
                <a:lnTo>
                  <a:pt x="176885" y="0"/>
                </a:lnTo>
                <a:lnTo>
                  <a:pt x="117449" y="0"/>
                </a:lnTo>
                <a:lnTo>
                  <a:pt x="117449" y="115570"/>
                </a:lnTo>
                <a:lnTo>
                  <a:pt x="0" y="115570"/>
                </a:lnTo>
                <a:lnTo>
                  <a:pt x="0" y="176530"/>
                </a:lnTo>
                <a:lnTo>
                  <a:pt x="117449" y="176530"/>
                </a:lnTo>
                <a:lnTo>
                  <a:pt x="117449" y="292100"/>
                </a:lnTo>
                <a:lnTo>
                  <a:pt x="176885" y="292100"/>
                </a:lnTo>
                <a:lnTo>
                  <a:pt x="176885" y="176530"/>
                </a:lnTo>
                <a:lnTo>
                  <a:pt x="292798" y="176530"/>
                </a:lnTo>
                <a:lnTo>
                  <a:pt x="292798" y="11557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69037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632" y="431672"/>
                </a:moveTo>
                <a:lnTo>
                  <a:pt x="396525" y="431672"/>
                </a:lnTo>
                <a:lnTo>
                  <a:pt x="396573" y="151201"/>
                </a:lnTo>
                <a:lnTo>
                  <a:pt x="396906" y="128885"/>
                </a:lnTo>
                <a:lnTo>
                  <a:pt x="397811" y="105443"/>
                </a:lnTo>
                <a:lnTo>
                  <a:pt x="399573" y="80867"/>
                </a:lnTo>
                <a:lnTo>
                  <a:pt x="396525" y="80867"/>
                </a:lnTo>
                <a:lnTo>
                  <a:pt x="386881" y="127587"/>
                </a:lnTo>
                <a:lnTo>
                  <a:pt x="282130" y="431672"/>
                </a:lnTo>
                <a:lnTo>
                  <a:pt x="202882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915" y="80867"/>
                </a:lnTo>
                <a:lnTo>
                  <a:pt x="85677" y="111766"/>
                </a:lnTo>
                <a:lnTo>
                  <a:pt x="86582" y="140541"/>
                </a:lnTo>
                <a:lnTo>
                  <a:pt x="86915" y="167315"/>
                </a:lnTo>
                <a:lnTo>
                  <a:pt x="86963" y="431672"/>
                </a:lnTo>
                <a:lnTo>
                  <a:pt x="0" y="431672"/>
                </a:lnTo>
                <a:lnTo>
                  <a:pt x="0" y="0"/>
                </a:lnTo>
                <a:lnTo>
                  <a:pt x="141827" y="0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853" y="0"/>
                </a:lnTo>
                <a:lnTo>
                  <a:pt x="492632" y="0"/>
                </a:lnTo>
                <a:lnTo>
                  <a:pt x="492632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08908" y="726096"/>
            <a:ext cx="1452245" cy="584835"/>
          </a:xfrm>
          <a:custGeom>
            <a:avLst/>
            <a:gdLst/>
            <a:ahLst/>
            <a:cxnLst/>
            <a:rect l="l" t="t" r="r" b="b"/>
            <a:pathLst>
              <a:path w="1452245" h="584835">
                <a:moveTo>
                  <a:pt x="334035" y="131152"/>
                </a:moveTo>
                <a:lnTo>
                  <a:pt x="240982" y="131152"/>
                </a:lnTo>
                <a:lnTo>
                  <a:pt x="181546" y="318795"/>
                </a:lnTo>
                <a:lnTo>
                  <a:pt x="178396" y="329946"/>
                </a:lnTo>
                <a:lnTo>
                  <a:pt x="175831" y="340512"/>
                </a:lnTo>
                <a:lnTo>
                  <a:pt x="173824" y="350520"/>
                </a:lnTo>
                <a:lnTo>
                  <a:pt x="172402" y="359943"/>
                </a:lnTo>
                <a:lnTo>
                  <a:pt x="170878" y="359943"/>
                </a:lnTo>
                <a:lnTo>
                  <a:pt x="163156" y="318795"/>
                </a:lnTo>
                <a:lnTo>
                  <a:pt x="105244" y="131152"/>
                </a:lnTo>
                <a:lnTo>
                  <a:pt x="0" y="131152"/>
                </a:lnTo>
                <a:lnTo>
                  <a:pt x="125056" y="437769"/>
                </a:lnTo>
                <a:lnTo>
                  <a:pt x="108292" y="477481"/>
                </a:lnTo>
                <a:lnTo>
                  <a:pt x="100012" y="492366"/>
                </a:lnTo>
                <a:lnTo>
                  <a:pt x="88861" y="502818"/>
                </a:lnTo>
                <a:lnTo>
                  <a:pt x="74866" y="508990"/>
                </a:lnTo>
                <a:lnTo>
                  <a:pt x="58000" y="511009"/>
                </a:lnTo>
                <a:lnTo>
                  <a:pt x="46863" y="510425"/>
                </a:lnTo>
                <a:lnTo>
                  <a:pt x="36283" y="508533"/>
                </a:lnTo>
                <a:lnTo>
                  <a:pt x="26250" y="505231"/>
                </a:lnTo>
                <a:lnTo>
                  <a:pt x="16764" y="500341"/>
                </a:lnTo>
                <a:lnTo>
                  <a:pt x="16764" y="576643"/>
                </a:lnTo>
                <a:lnTo>
                  <a:pt x="28206" y="579767"/>
                </a:lnTo>
                <a:lnTo>
                  <a:pt x="41617" y="582168"/>
                </a:lnTo>
                <a:lnTo>
                  <a:pt x="56718" y="583717"/>
                </a:lnTo>
                <a:lnTo>
                  <a:pt x="73240" y="584263"/>
                </a:lnTo>
                <a:lnTo>
                  <a:pt x="115887" y="576795"/>
                </a:lnTo>
                <a:lnTo>
                  <a:pt x="152539" y="554291"/>
                </a:lnTo>
                <a:lnTo>
                  <a:pt x="183489" y="516636"/>
                </a:lnTo>
                <a:lnTo>
                  <a:pt x="208978" y="463677"/>
                </a:lnTo>
                <a:lnTo>
                  <a:pt x="334035" y="131152"/>
                </a:lnTo>
                <a:close/>
              </a:path>
              <a:path w="1452245" h="584835">
                <a:moveTo>
                  <a:pt x="657326" y="317271"/>
                </a:moveTo>
                <a:lnTo>
                  <a:pt x="648182" y="271551"/>
                </a:lnTo>
                <a:lnTo>
                  <a:pt x="626846" y="236410"/>
                </a:lnTo>
                <a:lnTo>
                  <a:pt x="590270" y="208978"/>
                </a:lnTo>
                <a:lnTo>
                  <a:pt x="544449" y="186118"/>
                </a:lnTo>
                <a:lnTo>
                  <a:pt x="535355" y="182448"/>
                </a:lnTo>
                <a:lnTo>
                  <a:pt x="526542" y="178498"/>
                </a:lnTo>
                <a:lnTo>
                  <a:pt x="510921" y="170878"/>
                </a:lnTo>
                <a:lnTo>
                  <a:pt x="503224" y="167424"/>
                </a:lnTo>
                <a:lnTo>
                  <a:pt x="496252" y="163830"/>
                </a:lnTo>
                <a:lnTo>
                  <a:pt x="490131" y="159943"/>
                </a:lnTo>
                <a:lnTo>
                  <a:pt x="485013" y="155638"/>
                </a:lnTo>
                <a:lnTo>
                  <a:pt x="477393" y="150964"/>
                </a:lnTo>
                <a:lnTo>
                  <a:pt x="472821" y="144868"/>
                </a:lnTo>
                <a:lnTo>
                  <a:pt x="468249" y="140296"/>
                </a:lnTo>
                <a:lnTo>
                  <a:pt x="462153" y="128104"/>
                </a:lnTo>
                <a:lnTo>
                  <a:pt x="462153" y="112864"/>
                </a:lnTo>
                <a:lnTo>
                  <a:pt x="465201" y="108292"/>
                </a:lnTo>
                <a:lnTo>
                  <a:pt x="468249" y="102196"/>
                </a:lnTo>
                <a:lnTo>
                  <a:pt x="504825" y="79336"/>
                </a:lnTo>
                <a:lnTo>
                  <a:pt x="535305" y="76288"/>
                </a:lnTo>
                <a:lnTo>
                  <a:pt x="541286" y="76530"/>
                </a:lnTo>
                <a:lnTo>
                  <a:pt x="554380" y="77584"/>
                </a:lnTo>
                <a:lnTo>
                  <a:pt x="561213" y="77812"/>
                </a:lnTo>
                <a:lnTo>
                  <a:pt x="614654" y="93052"/>
                </a:lnTo>
                <a:lnTo>
                  <a:pt x="637514" y="106768"/>
                </a:lnTo>
                <a:lnTo>
                  <a:pt x="637514" y="16764"/>
                </a:lnTo>
                <a:lnTo>
                  <a:pt x="576186" y="2565"/>
                </a:lnTo>
                <a:lnTo>
                  <a:pt x="529209" y="0"/>
                </a:lnTo>
                <a:lnTo>
                  <a:pt x="512356" y="546"/>
                </a:lnTo>
                <a:lnTo>
                  <a:pt x="465201" y="7620"/>
                </a:lnTo>
                <a:lnTo>
                  <a:pt x="422897" y="23050"/>
                </a:lnTo>
                <a:lnTo>
                  <a:pt x="389674" y="48628"/>
                </a:lnTo>
                <a:lnTo>
                  <a:pt x="367665" y="83108"/>
                </a:lnTo>
                <a:lnTo>
                  <a:pt x="359956" y="128104"/>
                </a:lnTo>
                <a:lnTo>
                  <a:pt x="361645" y="149021"/>
                </a:lnTo>
                <a:lnTo>
                  <a:pt x="374738" y="185635"/>
                </a:lnTo>
                <a:lnTo>
                  <a:pt x="399237" y="216522"/>
                </a:lnTo>
                <a:lnTo>
                  <a:pt x="436905" y="242290"/>
                </a:lnTo>
                <a:lnTo>
                  <a:pt x="480060" y="261645"/>
                </a:lnTo>
                <a:lnTo>
                  <a:pt x="488924" y="265696"/>
                </a:lnTo>
                <a:lnTo>
                  <a:pt x="497205" y="270027"/>
                </a:lnTo>
                <a:lnTo>
                  <a:pt x="505828" y="273697"/>
                </a:lnTo>
                <a:lnTo>
                  <a:pt x="513588" y="277647"/>
                </a:lnTo>
                <a:lnTo>
                  <a:pt x="547497" y="303555"/>
                </a:lnTo>
                <a:lnTo>
                  <a:pt x="553593" y="318795"/>
                </a:lnTo>
                <a:lnTo>
                  <a:pt x="553593" y="332511"/>
                </a:lnTo>
                <a:lnTo>
                  <a:pt x="513969" y="367665"/>
                </a:lnTo>
                <a:lnTo>
                  <a:pt x="480441" y="370713"/>
                </a:lnTo>
                <a:lnTo>
                  <a:pt x="465328" y="369874"/>
                </a:lnTo>
                <a:lnTo>
                  <a:pt x="419392" y="358419"/>
                </a:lnTo>
                <a:lnTo>
                  <a:pt x="375881" y="336346"/>
                </a:lnTo>
                <a:lnTo>
                  <a:pt x="363004" y="326415"/>
                </a:lnTo>
                <a:lnTo>
                  <a:pt x="363004" y="422529"/>
                </a:lnTo>
                <a:lnTo>
                  <a:pt x="402437" y="437095"/>
                </a:lnTo>
                <a:lnTo>
                  <a:pt x="450862" y="445579"/>
                </a:lnTo>
                <a:lnTo>
                  <a:pt x="485013" y="446913"/>
                </a:lnTo>
                <a:lnTo>
                  <a:pt x="502107" y="446366"/>
                </a:lnTo>
                <a:lnTo>
                  <a:pt x="565988" y="436168"/>
                </a:lnTo>
                <a:lnTo>
                  <a:pt x="605510" y="417957"/>
                </a:lnTo>
                <a:lnTo>
                  <a:pt x="635939" y="390093"/>
                </a:lnTo>
                <a:lnTo>
                  <a:pt x="653897" y="350621"/>
                </a:lnTo>
                <a:lnTo>
                  <a:pt x="656463" y="334733"/>
                </a:lnTo>
                <a:lnTo>
                  <a:pt x="657326" y="317271"/>
                </a:lnTo>
                <a:close/>
              </a:path>
              <a:path w="1452245" h="584835">
                <a:moveTo>
                  <a:pt x="1166723" y="497306"/>
                </a:moveTo>
                <a:lnTo>
                  <a:pt x="1106195" y="439293"/>
                </a:lnTo>
                <a:lnTo>
                  <a:pt x="1056894" y="392049"/>
                </a:lnTo>
                <a:lnTo>
                  <a:pt x="1059942" y="389001"/>
                </a:lnTo>
                <a:lnTo>
                  <a:pt x="1061466" y="389001"/>
                </a:lnTo>
                <a:lnTo>
                  <a:pt x="1061466" y="387477"/>
                </a:lnTo>
                <a:lnTo>
                  <a:pt x="1064514" y="384429"/>
                </a:lnTo>
                <a:lnTo>
                  <a:pt x="1081074" y="363093"/>
                </a:lnTo>
                <a:lnTo>
                  <a:pt x="1090523" y="350939"/>
                </a:lnTo>
                <a:lnTo>
                  <a:pt x="1109091" y="312318"/>
                </a:lnTo>
                <a:lnTo>
                  <a:pt x="1120241" y="268566"/>
                </a:lnTo>
                <a:lnTo>
                  <a:pt x="1123950" y="219646"/>
                </a:lnTo>
                <a:lnTo>
                  <a:pt x="1120279" y="172758"/>
                </a:lnTo>
                <a:lnTo>
                  <a:pt x="1109472" y="130594"/>
                </a:lnTo>
                <a:lnTo>
                  <a:pt x="1091806" y="93319"/>
                </a:lnTo>
                <a:lnTo>
                  <a:pt x="1084732" y="83908"/>
                </a:lnTo>
                <a:lnTo>
                  <a:pt x="1067562" y="61048"/>
                </a:lnTo>
                <a:lnTo>
                  <a:pt x="1036713" y="34112"/>
                </a:lnTo>
                <a:lnTo>
                  <a:pt x="1021753" y="26047"/>
                </a:lnTo>
                <a:lnTo>
                  <a:pt x="1021753" y="224218"/>
                </a:lnTo>
                <a:lnTo>
                  <a:pt x="1021651" y="228790"/>
                </a:lnTo>
                <a:lnTo>
                  <a:pt x="1014209" y="282981"/>
                </a:lnTo>
                <a:lnTo>
                  <a:pt x="992797" y="326415"/>
                </a:lnTo>
                <a:lnTo>
                  <a:pt x="957554" y="353898"/>
                </a:lnTo>
                <a:lnTo>
                  <a:pt x="912025" y="363093"/>
                </a:lnTo>
                <a:lnTo>
                  <a:pt x="889114" y="360768"/>
                </a:lnTo>
                <a:lnTo>
                  <a:pt x="849579" y="341795"/>
                </a:lnTo>
                <a:lnTo>
                  <a:pt x="819797" y="304888"/>
                </a:lnTo>
                <a:lnTo>
                  <a:pt x="805459" y="254558"/>
                </a:lnTo>
                <a:lnTo>
                  <a:pt x="803719" y="224218"/>
                </a:lnTo>
                <a:lnTo>
                  <a:pt x="805459" y="193890"/>
                </a:lnTo>
                <a:lnTo>
                  <a:pt x="819797" y="142913"/>
                </a:lnTo>
                <a:lnTo>
                  <a:pt x="849833" y="105130"/>
                </a:lnTo>
                <a:lnTo>
                  <a:pt x="891044" y="86220"/>
                </a:lnTo>
                <a:lnTo>
                  <a:pt x="915073" y="83908"/>
                </a:lnTo>
                <a:lnTo>
                  <a:pt x="938784" y="86194"/>
                </a:lnTo>
                <a:lnTo>
                  <a:pt x="977646" y="104482"/>
                </a:lnTo>
                <a:lnTo>
                  <a:pt x="1005725" y="141655"/>
                </a:lnTo>
                <a:lnTo>
                  <a:pt x="1020102" y="194297"/>
                </a:lnTo>
                <a:lnTo>
                  <a:pt x="1021753" y="224218"/>
                </a:lnTo>
                <a:lnTo>
                  <a:pt x="1021753" y="26047"/>
                </a:lnTo>
                <a:lnTo>
                  <a:pt x="1001407" y="15062"/>
                </a:lnTo>
                <a:lnTo>
                  <a:pt x="961821" y="3733"/>
                </a:lnTo>
                <a:lnTo>
                  <a:pt x="918121" y="0"/>
                </a:lnTo>
                <a:lnTo>
                  <a:pt x="871245" y="3975"/>
                </a:lnTo>
                <a:lnTo>
                  <a:pt x="829259" y="15824"/>
                </a:lnTo>
                <a:lnTo>
                  <a:pt x="792429" y="35407"/>
                </a:lnTo>
                <a:lnTo>
                  <a:pt x="761047" y="62572"/>
                </a:lnTo>
                <a:lnTo>
                  <a:pt x="735025" y="96913"/>
                </a:lnTo>
                <a:lnTo>
                  <a:pt x="716419" y="135966"/>
                </a:lnTo>
                <a:lnTo>
                  <a:pt x="705243" y="179882"/>
                </a:lnTo>
                <a:lnTo>
                  <a:pt x="701509" y="228790"/>
                </a:lnTo>
                <a:lnTo>
                  <a:pt x="705002" y="274802"/>
                </a:lnTo>
                <a:lnTo>
                  <a:pt x="715657" y="316509"/>
                </a:lnTo>
                <a:lnTo>
                  <a:pt x="733742" y="353656"/>
                </a:lnTo>
                <a:lnTo>
                  <a:pt x="759523" y="385953"/>
                </a:lnTo>
                <a:lnTo>
                  <a:pt x="790600" y="412838"/>
                </a:lnTo>
                <a:lnTo>
                  <a:pt x="826401" y="431863"/>
                </a:lnTo>
                <a:lnTo>
                  <a:pt x="866508" y="443179"/>
                </a:lnTo>
                <a:lnTo>
                  <a:pt x="910501" y="446913"/>
                </a:lnTo>
                <a:lnTo>
                  <a:pt x="927328" y="446366"/>
                </a:lnTo>
                <a:lnTo>
                  <a:pt x="943457" y="444817"/>
                </a:lnTo>
                <a:lnTo>
                  <a:pt x="958710" y="442417"/>
                </a:lnTo>
                <a:lnTo>
                  <a:pt x="972985" y="439293"/>
                </a:lnTo>
                <a:lnTo>
                  <a:pt x="1029462" y="497306"/>
                </a:lnTo>
                <a:lnTo>
                  <a:pt x="1166723" y="497306"/>
                </a:lnTo>
                <a:close/>
              </a:path>
              <a:path w="1452245" h="584835">
                <a:moveTo>
                  <a:pt x="1451902" y="359752"/>
                </a:moveTo>
                <a:lnTo>
                  <a:pt x="1293304" y="359752"/>
                </a:lnTo>
                <a:lnTo>
                  <a:pt x="1293304" y="7962"/>
                </a:lnTo>
                <a:lnTo>
                  <a:pt x="1195679" y="7962"/>
                </a:lnTo>
                <a:lnTo>
                  <a:pt x="1195679" y="359752"/>
                </a:lnTo>
                <a:lnTo>
                  <a:pt x="1195679" y="439762"/>
                </a:lnTo>
                <a:lnTo>
                  <a:pt x="1451902" y="439762"/>
                </a:lnTo>
                <a:lnTo>
                  <a:pt x="1451902" y="35975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332738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8" y="41148"/>
                </a:lnTo>
                <a:lnTo>
                  <a:pt x="35052" y="41148"/>
                </a:lnTo>
                <a:lnTo>
                  <a:pt x="35290" y="51984"/>
                </a:lnTo>
                <a:lnTo>
                  <a:pt x="35862" y="67722"/>
                </a:lnTo>
                <a:lnTo>
                  <a:pt x="36337" y="83407"/>
                </a:lnTo>
                <a:lnTo>
                  <a:pt x="36558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8" y="41148"/>
                </a:lnTo>
                <a:lnTo>
                  <a:pt x="144875" y="218122"/>
                </a:lnTo>
                <a:lnTo>
                  <a:pt x="150256" y="229862"/>
                </a:lnTo>
                <a:lnTo>
                  <a:pt x="154781" y="240030"/>
                </a:lnTo>
                <a:lnTo>
                  <a:pt x="158162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98675" y="1929676"/>
            <a:ext cx="994410" cy="426084"/>
          </a:xfrm>
          <a:custGeom>
            <a:avLst/>
            <a:gdLst/>
            <a:ahLst/>
            <a:cxnLst/>
            <a:rect l="l" t="t" r="r" b="b"/>
            <a:pathLst>
              <a:path w="994410" h="426085">
                <a:moveTo>
                  <a:pt x="210502" y="94576"/>
                </a:moveTo>
                <a:lnTo>
                  <a:pt x="173926" y="94576"/>
                </a:lnTo>
                <a:lnTo>
                  <a:pt x="109829" y="268414"/>
                </a:lnTo>
                <a:lnTo>
                  <a:pt x="108305" y="276034"/>
                </a:lnTo>
                <a:lnTo>
                  <a:pt x="106781" y="282130"/>
                </a:lnTo>
                <a:lnTo>
                  <a:pt x="105257" y="285178"/>
                </a:lnTo>
                <a:lnTo>
                  <a:pt x="102209" y="276034"/>
                </a:lnTo>
                <a:lnTo>
                  <a:pt x="100685" y="269938"/>
                </a:lnTo>
                <a:lnTo>
                  <a:pt x="99161" y="268414"/>
                </a:lnTo>
                <a:lnTo>
                  <a:pt x="39725" y="94576"/>
                </a:lnTo>
                <a:lnTo>
                  <a:pt x="0" y="94576"/>
                </a:lnTo>
                <a:lnTo>
                  <a:pt x="86969" y="318808"/>
                </a:lnTo>
                <a:lnTo>
                  <a:pt x="68681" y="361480"/>
                </a:lnTo>
                <a:lnTo>
                  <a:pt x="60985" y="375475"/>
                </a:lnTo>
                <a:lnTo>
                  <a:pt x="51714" y="385483"/>
                </a:lnTo>
                <a:lnTo>
                  <a:pt x="40995" y="391477"/>
                </a:lnTo>
                <a:lnTo>
                  <a:pt x="28956" y="393484"/>
                </a:lnTo>
                <a:lnTo>
                  <a:pt x="15240" y="393484"/>
                </a:lnTo>
                <a:lnTo>
                  <a:pt x="7620" y="390436"/>
                </a:lnTo>
                <a:lnTo>
                  <a:pt x="7620" y="422529"/>
                </a:lnTo>
                <a:lnTo>
                  <a:pt x="13716" y="424053"/>
                </a:lnTo>
                <a:lnTo>
                  <a:pt x="21336" y="425577"/>
                </a:lnTo>
                <a:lnTo>
                  <a:pt x="30480" y="425577"/>
                </a:lnTo>
                <a:lnTo>
                  <a:pt x="75145" y="408228"/>
                </a:lnTo>
                <a:lnTo>
                  <a:pt x="108305" y="355384"/>
                </a:lnTo>
                <a:lnTo>
                  <a:pt x="135813" y="285178"/>
                </a:lnTo>
                <a:lnTo>
                  <a:pt x="210502" y="94576"/>
                </a:lnTo>
                <a:close/>
              </a:path>
              <a:path w="994410" h="426085">
                <a:moveTo>
                  <a:pt x="430060" y="240982"/>
                </a:moveTo>
                <a:lnTo>
                  <a:pt x="420243" y="202361"/>
                </a:lnTo>
                <a:lnTo>
                  <a:pt x="393293" y="174015"/>
                </a:lnTo>
                <a:lnTo>
                  <a:pt x="347764" y="146392"/>
                </a:lnTo>
                <a:lnTo>
                  <a:pt x="339166" y="142087"/>
                </a:lnTo>
                <a:lnTo>
                  <a:pt x="324827" y="134607"/>
                </a:lnTo>
                <a:lnTo>
                  <a:pt x="318808" y="131152"/>
                </a:lnTo>
                <a:lnTo>
                  <a:pt x="312204" y="127723"/>
                </a:lnTo>
                <a:lnTo>
                  <a:pt x="306336" y="124294"/>
                </a:lnTo>
                <a:lnTo>
                  <a:pt x="301358" y="120865"/>
                </a:lnTo>
                <a:lnTo>
                  <a:pt x="297370" y="117436"/>
                </a:lnTo>
                <a:lnTo>
                  <a:pt x="291274" y="112864"/>
                </a:lnTo>
                <a:lnTo>
                  <a:pt x="286702" y="106768"/>
                </a:lnTo>
                <a:lnTo>
                  <a:pt x="283654" y="102196"/>
                </a:lnTo>
                <a:lnTo>
                  <a:pt x="280606" y="96100"/>
                </a:lnTo>
                <a:lnTo>
                  <a:pt x="279082" y="88392"/>
                </a:lnTo>
                <a:lnTo>
                  <a:pt x="279082" y="71628"/>
                </a:lnTo>
                <a:lnTo>
                  <a:pt x="280606" y="64008"/>
                </a:lnTo>
                <a:lnTo>
                  <a:pt x="285178" y="59436"/>
                </a:lnTo>
                <a:lnTo>
                  <a:pt x="288226" y="53340"/>
                </a:lnTo>
                <a:lnTo>
                  <a:pt x="294322" y="47244"/>
                </a:lnTo>
                <a:lnTo>
                  <a:pt x="300418" y="44196"/>
                </a:lnTo>
                <a:lnTo>
                  <a:pt x="306514" y="39624"/>
                </a:lnTo>
                <a:lnTo>
                  <a:pt x="321856" y="36576"/>
                </a:lnTo>
                <a:lnTo>
                  <a:pt x="329476" y="33528"/>
                </a:lnTo>
                <a:lnTo>
                  <a:pt x="346240" y="33528"/>
                </a:lnTo>
                <a:lnTo>
                  <a:pt x="366864" y="34696"/>
                </a:lnTo>
                <a:lnTo>
                  <a:pt x="385483" y="38290"/>
                </a:lnTo>
                <a:lnTo>
                  <a:pt x="402386" y="44462"/>
                </a:lnTo>
                <a:lnTo>
                  <a:pt x="417868" y="53340"/>
                </a:lnTo>
                <a:lnTo>
                  <a:pt x="417868" y="10668"/>
                </a:lnTo>
                <a:lnTo>
                  <a:pt x="405003" y="6426"/>
                </a:lnTo>
                <a:lnTo>
                  <a:pt x="389293" y="3048"/>
                </a:lnTo>
                <a:lnTo>
                  <a:pt x="370713" y="812"/>
                </a:lnTo>
                <a:lnTo>
                  <a:pt x="349288" y="0"/>
                </a:lnTo>
                <a:lnTo>
                  <a:pt x="339026" y="279"/>
                </a:lnTo>
                <a:lnTo>
                  <a:pt x="299808" y="8026"/>
                </a:lnTo>
                <a:lnTo>
                  <a:pt x="260604" y="32385"/>
                </a:lnTo>
                <a:lnTo>
                  <a:pt x="241554" y="73812"/>
                </a:lnTo>
                <a:lnTo>
                  <a:pt x="240982" y="83820"/>
                </a:lnTo>
                <a:lnTo>
                  <a:pt x="241300" y="92494"/>
                </a:lnTo>
                <a:lnTo>
                  <a:pt x="257797" y="132397"/>
                </a:lnTo>
                <a:lnTo>
                  <a:pt x="295351" y="161404"/>
                </a:lnTo>
                <a:lnTo>
                  <a:pt x="326542" y="177495"/>
                </a:lnTo>
                <a:lnTo>
                  <a:pt x="340880" y="185407"/>
                </a:lnTo>
                <a:lnTo>
                  <a:pt x="382816" y="215074"/>
                </a:lnTo>
                <a:lnTo>
                  <a:pt x="385864" y="221170"/>
                </a:lnTo>
                <a:lnTo>
                  <a:pt x="390436" y="227266"/>
                </a:lnTo>
                <a:lnTo>
                  <a:pt x="391960" y="234886"/>
                </a:lnTo>
                <a:lnTo>
                  <a:pt x="391960" y="242506"/>
                </a:lnTo>
                <a:lnTo>
                  <a:pt x="375196" y="279082"/>
                </a:lnTo>
                <a:lnTo>
                  <a:pt x="324904" y="291274"/>
                </a:lnTo>
                <a:lnTo>
                  <a:pt x="311086" y="291274"/>
                </a:lnTo>
                <a:lnTo>
                  <a:pt x="303466" y="289750"/>
                </a:lnTo>
                <a:lnTo>
                  <a:pt x="294322" y="288226"/>
                </a:lnTo>
                <a:lnTo>
                  <a:pt x="286702" y="286702"/>
                </a:lnTo>
                <a:lnTo>
                  <a:pt x="279082" y="283654"/>
                </a:lnTo>
                <a:lnTo>
                  <a:pt x="271462" y="282130"/>
                </a:lnTo>
                <a:lnTo>
                  <a:pt x="265366" y="279082"/>
                </a:lnTo>
                <a:lnTo>
                  <a:pt x="257746" y="276034"/>
                </a:lnTo>
                <a:lnTo>
                  <a:pt x="250126" y="271462"/>
                </a:lnTo>
                <a:lnTo>
                  <a:pt x="245554" y="268414"/>
                </a:lnTo>
                <a:lnTo>
                  <a:pt x="239458" y="263842"/>
                </a:lnTo>
                <a:lnTo>
                  <a:pt x="239458" y="306603"/>
                </a:lnTo>
                <a:lnTo>
                  <a:pt x="244030" y="309651"/>
                </a:lnTo>
                <a:lnTo>
                  <a:pt x="250126" y="312699"/>
                </a:lnTo>
                <a:lnTo>
                  <a:pt x="256222" y="314223"/>
                </a:lnTo>
                <a:lnTo>
                  <a:pt x="262318" y="317271"/>
                </a:lnTo>
                <a:lnTo>
                  <a:pt x="292798" y="323367"/>
                </a:lnTo>
                <a:lnTo>
                  <a:pt x="300418" y="323367"/>
                </a:lnTo>
                <a:lnTo>
                  <a:pt x="308038" y="324891"/>
                </a:lnTo>
                <a:lnTo>
                  <a:pt x="351167" y="322326"/>
                </a:lnTo>
                <a:lnTo>
                  <a:pt x="388480" y="310248"/>
                </a:lnTo>
                <a:lnTo>
                  <a:pt x="420916" y="279082"/>
                </a:lnTo>
                <a:lnTo>
                  <a:pt x="429488" y="251866"/>
                </a:lnTo>
                <a:lnTo>
                  <a:pt x="430060" y="240982"/>
                </a:lnTo>
                <a:close/>
              </a:path>
              <a:path w="994410" h="426085">
                <a:moveTo>
                  <a:pt x="796112" y="361480"/>
                </a:moveTo>
                <a:lnTo>
                  <a:pt x="733513" y="317271"/>
                </a:lnTo>
                <a:lnTo>
                  <a:pt x="707618" y="298983"/>
                </a:lnTo>
                <a:lnTo>
                  <a:pt x="713308" y="294360"/>
                </a:lnTo>
                <a:lnTo>
                  <a:pt x="717042" y="291274"/>
                </a:lnTo>
                <a:lnTo>
                  <a:pt x="746810" y="255981"/>
                </a:lnTo>
                <a:lnTo>
                  <a:pt x="766343" y="195275"/>
                </a:lnTo>
                <a:lnTo>
                  <a:pt x="768680" y="158584"/>
                </a:lnTo>
                <a:lnTo>
                  <a:pt x="766343" y="124853"/>
                </a:lnTo>
                <a:lnTo>
                  <a:pt x="759155" y="94538"/>
                </a:lnTo>
                <a:lnTo>
                  <a:pt x="746810" y="67640"/>
                </a:lnTo>
                <a:lnTo>
                  <a:pt x="730580" y="46215"/>
                </a:lnTo>
                <a:lnTo>
                  <a:pt x="730580" y="163156"/>
                </a:lnTo>
                <a:lnTo>
                  <a:pt x="728814" y="192125"/>
                </a:lnTo>
                <a:lnTo>
                  <a:pt x="714425" y="239128"/>
                </a:lnTo>
                <a:lnTo>
                  <a:pt x="685241" y="272630"/>
                </a:lnTo>
                <a:lnTo>
                  <a:pt x="644093" y="289255"/>
                </a:lnTo>
                <a:lnTo>
                  <a:pt x="619226" y="291274"/>
                </a:lnTo>
                <a:lnTo>
                  <a:pt x="596315" y="289229"/>
                </a:lnTo>
                <a:lnTo>
                  <a:pt x="557415" y="271983"/>
                </a:lnTo>
                <a:lnTo>
                  <a:pt x="527646" y="237413"/>
                </a:lnTo>
                <a:lnTo>
                  <a:pt x="512686" y="190601"/>
                </a:lnTo>
                <a:lnTo>
                  <a:pt x="510921" y="163156"/>
                </a:lnTo>
                <a:lnTo>
                  <a:pt x="512902" y="135115"/>
                </a:lnTo>
                <a:lnTo>
                  <a:pt x="528281" y="88112"/>
                </a:lnTo>
                <a:lnTo>
                  <a:pt x="558330" y="53454"/>
                </a:lnTo>
                <a:lnTo>
                  <a:pt x="598500" y="35788"/>
                </a:lnTo>
                <a:lnTo>
                  <a:pt x="622274" y="33528"/>
                </a:lnTo>
                <a:lnTo>
                  <a:pt x="646226" y="35547"/>
                </a:lnTo>
                <a:lnTo>
                  <a:pt x="686142" y="52171"/>
                </a:lnTo>
                <a:lnTo>
                  <a:pt x="714425" y="85928"/>
                </a:lnTo>
                <a:lnTo>
                  <a:pt x="728814" y="133997"/>
                </a:lnTo>
                <a:lnTo>
                  <a:pt x="730580" y="163156"/>
                </a:lnTo>
                <a:lnTo>
                  <a:pt x="730580" y="46215"/>
                </a:lnTo>
                <a:lnTo>
                  <a:pt x="729056" y="44196"/>
                </a:lnTo>
                <a:lnTo>
                  <a:pt x="717232" y="33528"/>
                </a:lnTo>
                <a:lnTo>
                  <a:pt x="707872" y="25069"/>
                </a:lnTo>
                <a:lnTo>
                  <a:pt x="683437" y="11239"/>
                </a:lnTo>
                <a:lnTo>
                  <a:pt x="655878" y="2832"/>
                </a:lnTo>
                <a:lnTo>
                  <a:pt x="625322" y="0"/>
                </a:lnTo>
                <a:lnTo>
                  <a:pt x="591591" y="2857"/>
                </a:lnTo>
                <a:lnTo>
                  <a:pt x="535647" y="25717"/>
                </a:lnTo>
                <a:lnTo>
                  <a:pt x="495973" y="69684"/>
                </a:lnTo>
                <a:lnTo>
                  <a:pt x="475399" y="130238"/>
                </a:lnTo>
                <a:lnTo>
                  <a:pt x="472821" y="166204"/>
                </a:lnTo>
                <a:lnTo>
                  <a:pt x="475157" y="199986"/>
                </a:lnTo>
                <a:lnTo>
                  <a:pt x="494690" y="257175"/>
                </a:lnTo>
                <a:lnTo>
                  <a:pt x="534479" y="299783"/>
                </a:lnTo>
                <a:lnTo>
                  <a:pt x="587717" y="322059"/>
                </a:lnTo>
                <a:lnTo>
                  <a:pt x="619226" y="324891"/>
                </a:lnTo>
                <a:lnTo>
                  <a:pt x="632663" y="324345"/>
                </a:lnTo>
                <a:lnTo>
                  <a:pt x="645515" y="322795"/>
                </a:lnTo>
                <a:lnTo>
                  <a:pt x="657809" y="320395"/>
                </a:lnTo>
                <a:lnTo>
                  <a:pt x="669518" y="317271"/>
                </a:lnTo>
                <a:lnTo>
                  <a:pt x="729056" y="361480"/>
                </a:lnTo>
                <a:lnTo>
                  <a:pt x="796112" y="361480"/>
                </a:lnTo>
                <a:close/>
              </a:path>
              <a:path w="994410" h="426085">
                <a:moveTo>
                  <a:pt x="994321" y="286473"/>
                </a:moveTo>
                <a:lnTo>
                  <a:pt x="867829" y="286473"/>
                </a:lnTo>
                <a:lnTo>
                  <a:pt x="867829" y="5803"/>
                </a:lnTo>
                <a:lnTo>
                  <a:pt x="831164" y="5803"/>
                </a:lnTo>
                <a:lnTo>
                  <a:pt x="831164" y="286473"/>
                </a:lnTo>
                <a:lnTo>
                  <a:pt x="831164" y="320763"/>
                </a:lnTo>
                <a:lnTo>
                  <a:pt x="994321" y="320763"/>
                </a:lnTo>
                <a:lnTo>
                  <a:pt x="994321" y="2864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845587" y="1876234"/>
            <a:ext cx="1289050" cy="436880"/>
          </a:xfrm>
          <a:custGeom>
            <a:avLst/>
            <a:gdLst/>
            <a:ahLst/>
            <a:cxnLst/>
            <a:rect l="l" t="t" r="r" b="b"/>
            <a:pathLst>
              <a:path w="1289050" h="436880">
                <a:moveTo>
                  <a:pt x="169265" y="73253"/>
                </a:moveTo>
                <a:lnTo>
                  <a:pt x="134112" y="73253"/>
                </a:lnTo>
                <a:lnTo>
                  <a:pt x="134112" y="105257"/>
                </a:lnTo>
                <a:lnTo>
                  <a:pt x="134112" y="212039"/>
                </a:lnTo>
                <a:lnTo>
                  <a:pt x="134112" y="244043"/>
                </a:lnTo>
                <a:lnTo>
                  <a:pt x="134112" y="353961"/>
                </a:lnTo>
                <a:lnTo>
                  <a:pt x="35052" y="353961"/>
                </a:lnTo>
                <a:lnTo>
                  <a:pt x="35052" y="244043"/>
                </a:lnTo>
                <a:lnTo>
                  <a:pt x="134112" y="244043"/>
                </a:lnTo>
                <a:lnTo>
                  <a:pt x="134112" y="212039"/>
                </a:lnTo>
                <a:lnTo>
                  <a:pt x="35052" y="212039"/>
                </a:lnTo>
                <a:lnTo>
                  <a:pt x="35052" y="105257"/>
                </a:lnTo>
                <a:lnTo>
                  <a:pt x="134112" y="105257"/>
                </a:lnTo>
                <a:lnTo>
                  <a:pt x="134112" y="73253"/>
                </a:lnTo>
                <a:lnTo>
                  <a:pt x="80772" y="73253"/>
                </a:lnTo>
                <a:lnTo>
                  <a:pt x="87630" y="58115"/>
                </a:lnTo>
                <a:lnTo>
                  <a:pt x="94488" y="42532"/>
                </a:lnTo>
                <a:lnTo>
                  <a:pt x="101346" y="26670"/>
                </a:lnTo>
                <a:lnTo>
                  <a:pt x="108204" y="10668"/>
                </a:lnTo>
                <a:lnTo>
                  <a:pt x="71628" y="0"/>
                </a:lnTo>
                <a:lnTo>
                  <a:pt x="65633" y="16598"/>
                </a:lnTo>
                <a:lnTo>
                  <a:pt x="59055" y="34340"/>
                </a:lnTo>
                <a:lnTo>
                  <a:pt x="51917" y="53238"/>
                </a:lnTo>
                <a:lnTo>
                  <a:pt x="44196" y="73253"/>
                </a:lnTo>
                <a:lnTo>
                  <a:pt x="0" y="73253"/>
                </a:lnTo>
                <a:lnTo>
                  <a:pt x="0" y="424065"/>
                </a:lnTo>
                <a:lnTo>
                  <a:pt x="35052" y="424065"/>
                </a:lnTo>
                <a:lnTo>
                  <a:pt x="35052" y="387489"/>
                </a:lnTo>
                <a:lnTo>
                  <a:pt x="134112" y="387489"/>
                </a:lnTo>
                <a:lnTo>
                  <a:pt x="134112" y="421017"/>
                </a:lnTo>
                <a:lnTo>
                  <a:pt x="169265" y="421017"/>
                </a:lnTo>
                <a:lnTo>
                  <a:pt x="169265" y="387489"/>
                </a:lnTo>
                <a:lnTo>
                  <a:pt x="169265" y="353961"/>
                </a:lnTo>
                <a:lnTo>
                  <a:pt x="169265" y="244043"/>
                </a:lnTo>
                <a:lnTo>
                  <a:pt x="169265" y="212039"/>
                </a:lnTo>
                <a:lnTo>
                  <a:pt x="169265" y="105257"/>
                </a:lnTo>
                <a:lnTo>
                  <a:pt x="169265" y="73253"/>
                </a:lnTo>
                <a:close/>
              </a:path>
              <a:path w="1289050" h="436880">
                <a:moveTo>
                  <a:pt x="318706" y="271564"/>
                </a:moveTo>
                <a:lnTo>
                  <a:pt x="302691" y="249821"/>
                </a:lnTo>
                <a:lnTo>
                  <a:pt x="284365" y="225945"/>
                </a:lnTo>
                <a:lnTo>
                  <a:pt x="263766" y="200101"/>
                </a:lnTo>
                <a:lnTo>
                  <a:pt x="240893" y="172415"/>
                </a:lnTo>
                <a:lnTo>
                  <a:pt x="214985" y="192227"/>
                </a:lnTo>
                <a:lnTo>
                  <a:pt x="234099" y="218262"/>
                </a:lnTo>
                <a:lnTo>
                  <a:pt x="252514" y="243890"/>
                </a:lnTo>
                <a:lnTo>
                  <a:pt x="270103" y="269240"/>
                </a:lnTo>
                <a:lnTo>
                  <a:pt x="286702" y="294424"/>
                </a:lnTo>
                <a:lnTo>
                  <a:pt x="318706" y="271564"/>
                </a:lnTo>
                <a:close/>
              </a:path>
              <a:path w="1289050" h="436880">
                <a:moveTo>
                  <a:pt x="401002" y="71729"/>
                </a:moveTo>
                <a:lnTo>
                  <a:pt x="259181" y="71729"/>
                </a:lnTo>
                <a:lnTo>
                  <a:pt x="264909" y="56591"/>
                </a:lnTo>
                <a:lnTo>
                  <a:pt x="270649" y="41008"/>
                </a:lnTo>
                <a:lnTo>
                  <a:pt x="276402" y="25146"/>
                </a:lnTo>
                <a:lnTo>
                  <a:pt x="282130" y="9144"/>
                </a:lnTo>
                <a:lnTo>
                  <a:pt x="245465" y="0"/>
                </a:lnTo>
                <a:lnTo>
                  <a:pt x="230009" y="46304"/>
                </a:lnTo>
                <a:lnTo>
                  <a:pt x="213271" y="88874"/>
                </a:lnTo>
                <a:lnTo>
                  <a:pt x="195097" y="127444"/>
                </a:lnTo>
                <a:lnTo>
                  <a:pt x="175361" y="161747"/>
                </a:lnTo>
                <a:lnTo>
                  <a:pt x="184188" y="166293"/>
                </a:lnTo>
                <a:lnTo>
                  <a:pt x="192316" y="170700"/>
                </a:lnTo>
                <a:lnTo>
                  <a:pt x="199567" y="174815"/>
                </a:lnTo>
                <a:lnTo>
                  <a:pt x="205841" y="178511"/>
                </a:lnTo>
                <a:lnTo>
                  <a:pt x="216103" y="161886"/>
                </a:lnTo>
                <a:lnTo>
                  <a:pt x="226225" y="143979"/>
                </a:lnTo>
                <a:lnTo>
                  <a:pt x="236054" y="124637"/>
                </a:lnTo>
                <a:lnTo>
                  <a:pt x="245465" y="103733"/>
                </a:lnTo>
                <a:lnTo>
                  <a:pt x="362902" y="103733"/>
                </a:lnTo>
                <a:lnTo>
                  <a:pt x="361759" y="172415"/>
                </a:lnTo>
                <a:lnTo>
                  <a:pt x="360464" y="225945"/>
                </a:lnTo>
                <a:lnTo>
                  <a:pt x="358838" y="275602"/>
                </a:lnTo>
                <a:lnTo>
                  <a:pt x="357098" y="315328"/>
                </a:lnTo>
                <a:lnTo>
                  <a:pt x="351828" y="364299"/>
                </a:lnTo>
                <a:lnTo>
                  <a:pt x="312610" y="387489"/>
                </a:lnTo>
                <a:lnTo>
                  <a:pt x="293992" y="387172"/>
                </a:lnTo>
                <a:lnTo>
                  <a:pt x="274650" y="386156"/>
                </a:lnTo>
                <a:lnTo>
                  <a:pt x="254457" y="384263"/>
                </a:lnTo>
                <a:lnTo>
                  <a:pt x="233273" y="381393"/>
                </a:lnTo>
                <a:lnTo>
                  <a:pt x="231749" y="381393"/>
                </a:lnTo>
                <a:lnTo>
                  <a:pt x="233768" y="390575"/>
                </a:lnTo>
                <a:lnTo>
                  <a:pt x="235369" y="400062"/>
                </a:lnTo>
                <a:lnTo>
                  <a:pt x="236677" y="410108"/>
                </a:lnTo>
                <a:lnTo>
                  <a:pt x="237845" y="421017"/>
                </a:lnTo>
                <a:lnTo>
                  <a:pt x="278841" y="423113"/>
                </a:lnTo>
                <a:lnTo>
                  <a:pt x="298996" y="423799"/>
                </a:lnTo>
                <a:lnTo>
                  <a:pt x="318706" y="424065"/>
                </a:lnTo>
                <a:lnTo>
                  <a:pt x="349859" y="419773"/>
                </a:lnTo>
                <a:lnTo>
                  <a:pt x="385127" y="387489"/>
                </a:lnTo>
                <a:lnTo>
                  <a:pt x="392747" y="331050"/>
                </a:lnTo>
                <a:lnTo>
                  <a:pt x="396938" y="202895"/>
                </a:lnTo>
                <a:lnTo>
                  <a:pt x="400011" y="103733"/>
                </a:lnTo>
                <a:lnTo>
                  <a:pt x="401002" y="71729"/>
                </a:lnTo>
                <a:close/>
              </a:path>
              <a:path w="1289050" h="436880">
                <a:moveTo>
                  <a:pt x="553593" y="10668"/>
                </a:moveTo>
                <a:lnTo>
                  <a:pt x="521487" y="0"/>
                </a:lnTo>
                <a:lnTo>
                  <a:pt x="507593" y="48145"/>
                </a:lnTo>
                <a:lnTo>
                  <a:pt x="491502" y="93649"/>
                </a:lnTo>
                <a:lnTo>
                  <a:pt x="473214" y="136436"/>
                </a:lnTo>
                <a:lnTo>
                  <a:pt x="452729" y="176428"/>
                </a:lnTo>
                <a:lnTo>
                  <a:pt x="430047" y="213550"/>
                </a:lnTo>
                <a:lnTo>
                  <a:pt x="433476" y="221602"/>
                </a:lnTo>
                <a:lnTo>
                  <a:pt x="436905" y="229946"/>
                </a:lnTo>
                <a:lnTo>
                  <a:pt x="440334" y="238887"/>
                </a:lnTo>
                <a:lnTo>
                  <a:pt x="443763" y="248704"/>
                </a:lnTo>
                <a:lnTo>
                  <a:pt x="454037" y="233502"/>
                </a:lnTo>
                <a:lnTo>
                  <a:pt x="464146" y="217754"/>
                </a:lnTo>
                <a:lnTo>
                  <a:pt x="473989" y="201460"/>
                </a:lnTo>
                <a:lnTo>
                  <a:pt x="483387" y="184594"/>
                </a:lnTo>
                <a:lnTo>
                  <a:pt x="483387" y="431685"/>
                </a:lnTo>
                <a:lnTo>
                  <a:pt x="515391" y="431685"/>
                </a:lnTo>
                <a:lnTo>
                  <a:pt x="515391" y="184594"/>
                </a:lnTo>
                <a:lnTo>
                  <a:pt x="515391" y="118973"/>
                </a:lnTo>
                <a:lnTo>
                  <a:pt x="525640" y="93281"/>
                </a:lnTo>
                <a:lnTo>
                  <a:pt x="535597" y="66573"/>
                </a:lnTo>
                <a:lnTo>
                  <a:pt x="545007" y="38989"/>
                </a:lnTo>
                <a:lnTo>
                  <a:pt x="553593" y="10668"/>
                </a:lnTo>
                <a:close/>
              </a:path>
              <a:path w="1289050" h="436880">
                <a:moveTo>
                  <a:pt x="867727" y="393585"/>
                </a:moveTo>
                <a:lnTo>
                  <a:pt x="816279" y="388150"/>
                </a:lnTo>
                <a:lnTo>
                  <a:pt x="769721" y="378714"/>
                </a:lnTo>
                <a:lnTo>
                  <a:pt x="728332" y="365252"/>
                </a:lnTo>
                <a:lnTo>
                  <a:pt x="692378" y="347764"/>
                </a:lnTo>
                <a:lnTo>
                  <a:pt x="692378" y="346240"/>
                </a:lnTo>
                <a:lnTo>
                  <a:pt x="701560" y="329387"/>
                </a:lnTo>
                <a:lnTo>
                  <a:pt x="702056" y="327952"/>
                </a:lnTo>
                <a:lnTo>
                  <a:pt x="708761" y="308521"/>
                </a:lnTo>
                <a:lnTo>
                  <a:pt x="714235" y="283654"/>
                </a:lnTo>
                <a:lnTo>
                  <a:pt x="718286" y="254800"/>
                </a:lnTo>
                <a:lnTo>
                  <a:pt x="806678" y="254800"/>
                </a:lnTo>
                <a:lnTo>
                  <a:pt x="806678" y="273088"/>
                </a:lnTo>
                <a:lnTo>
                  <a:pt x="840295" y="273088"/>
                </a:lnTo>
                <a:lnTo>
                  <a:pt x="840295" y="225742"/>
                </a:lnTo>
                <a:lnTo>
                  <a:pt x="840295" y="163258"/>
                </a:lnTo>
                <a:lnTo>
                  <a:pt x="840295" y="134213"/>
                </a:lnTo>
                <a:lnTo>
                  <a:pt x="806678" y="134213"/>
                </a:lnTo>
                <a:lnTo>
                  <a:pt x="806678" y="163258"/>
                </a:lnTo>
                <a:lnTo>
                  <a:pt x="806678" y="225742"/>
                </a:lnTo>
                <a:lnTo>
                  <a:pt x="721334" y="225742"/>
                </a:lnTo>
                <a:lnTo>
                  <a:pt x="722210" y="204838"/>
                </a:lnTo>
                <a:lnTo>
                  <a:pt x="722668" y="187642"/>
                </a:lnTo>
                <a:lnTo>
                  <a:pt x="722795" y="176428"/>
                </a:lnTo>
                <a:lnTo>
                  <a:pt x="722858" y="163258"/>
                </a:lnTo>
                <a:lnTo>
                  <a:pt x="806678" y="163258"/>
                </a:lnTo>
                <a:lnTo>
                  <a:pt x="806678" y="134213"/>
                </a:lnTo>
                <a:lnTo>
                  <a:pt x="722858" y="134213"/>
                </a:lnTo>
                <a:lnTo>
                  <a:pt x="722858" y="91541"/>
                </a:lnTo>
                <a:lnTo>
                  <a:pt x="864679" y="91541"/>
                </a:lnTo>
                <a:lnTo>
                  <a:pt x="864679" y="61061"/>
                </a:lnTo>
                <a:lnTo>
                  <a:pt x="722858" y="61061"/>
                </a:lnTo>
                <a:lnTo>
                  <a:pt x="722858" y="1524"/>
                </a:lnTo>
                <a:lnTo>
                  <a:pt x="689229" y="1524"/>
                </a:lnTo>
                <a:lnTo>
                  <a:pt x="689229" y="61061"/>
                </a:lnTo>
                <a:lnTo>
                  <a:pt x="548919" y="61061"/>
                </a:lnTo>
                <a:lnTo>
                  <a:pt x="548919" y="91541"/>
                </a:lnTo>
                <a:lnTo>
                  <a:pt x="689229" y="91541"/>
                </a:lnTo>
                <a:lnTo>
                  <a:pt x="689229" y="134213"/>
                </a:lnTo>
                <a:lnTo>
                  <a:pt x="689229" y="163258"/>
                </a:lnTo>
                <a:lnTo>
                  <a:pt x="688987" y="182676"/>
                </a:lnTo>
                <a:lnTo>
                  <a:pt x="688467" y="199644"/>
                </a:lnTo>
                <a:lnTo>
                  <a:pt x="687959" y="213550"/>
                </a:lnTo>
                <a:lnTo>
                  <a:pt x="687705" y="225742"/>
                </a:lnTo>
                <a:lnTo>
                  <a:pt x="603885" y="225742"/>
                </a:lnTo>
                <a:lnTo>
                  <a:pt x="603885" y="163258"/>
                </a:lnTo>
                <a:lnTo>
                  <a:pt x="689229" y="163258"/>
                </a:lnTo>
                <a:lnTo>
                  <a:pt x="689229" y="134213"/>
                </a:lnTo>
                <a:lnTo>
                  <a:pt x="570357" y="134213"/>
                </a:lnTo>
                <a:lnTo>
                  <a:pt x="570357" y="254800"/>
                </a:lnTo>
                <a:lnTo>
                  <a:pt x="684657" y="254800"/>
                </a:lnTo>
                <a:lnTo>
                  <a:pt x="681532" y="278231"/>
                </a:lnTo>
                <a:lnTo>
                  <a:pt x="676846" y="298234"/>
                </a:lnTo>
                <a:lnTo>
                  <a:pt x="670725" y="314807"/>
                </a:lnTo>
                <a:lnTo>
                  <a:pt x="663321" y="327952"/>
                </a:lnTo>
                <a:lnTo>
                  <a:pt x="648182" y="314833"/>
                </a:lnTo>
                <a:lnTo>
                  <a:pt x="634746" y="300710"/>
                </a:lnTo>
                <a:lnTo>
                  <a:pt x="623036" y="285737"/>
                </a:lnTo>
                <a:lnTo>
                  <a:pt x="613029" y="270040"/>
                </a:lnTo>
                <a:lnTo>
                  <a:pt x="582549" y="285280"/>
                </a:lnTo>
                <a:lnTo>
                  <a:pt x="594817" y="304114"/>
                </a:lnTo>
                <a:lnTo>
                  <a:pt x="608647" y="321678"/>
                </a:lnTo>
                <a:lnTo>
                  <a:pt x="623912" y="337832"/>
                </a:lnTo>
                <a:lnTo>
                  <a:pt x="640461" y="352437"/>
                </a:lnTo>
                <a:lnTo>
                  <a:pt x="620153" y="366737"/>
                </a:lnTo>
                <a:lnTo>
                  <a:pt x="595680" y="380060"/>
                </a:lnTo>
                <a:lnTo>
                  <a:pt x="566915" y="392506"/>
                </a:lnTo>
                <a:lnTo>
                  <a:pt x="533679" y="404253"/>
                </a:lnTo>
                <a:lnTo>
                  <a:pt x="539318" y="411873"/>
                </a:lnTo>
                <a:lnTo>
                  <a:pt x="545122" y="419303"/>
                </a:lnTo>
                <a:lnTo>
                  <a:pt x="550875" y="426326"/>
                </a:lnTo>
                <a:lnTo>
                  <a:pt x="556641" y="433209"/>
                </a:lnTo>
                <a:lnTo>
                  <a:pt x="591172" y="419849"/>
                </a:lnTo>
                <a:lnTo>
                  <a:pt x="621411" y="405206"/>
                </a:lnTo>
                <a:lnTo>
                  <a:pt x="647077" y="389699"/>
                </a:lnTo>
                <a:lnTo>
                  <a:pt x="667893" y="373773"/>
                </a:lnTo>
                <a:lnTo>
                  <a:pt x="705408" y="393509"/>
                </a:lnTo>
                <a:lnTo>
                  <a:pt x="747052" y="409397"/>
                </a:lnTo>
                <a:lnTo>
                  <a:pt x="792975" y="421563"/>
                </a:lnTo>
                <a:lnTo>
                  <a:pt x="843343" y="430161"/>
                </a:lnTo>
                <a:lnTo>
                  <a:pt x="849083" y="421017"/>
                </a:lnTo>
                <a:lnTo>
                  <a:pt x="854887" y="411988"/>
                </a:lnTo>
                <a:lnTo>
                  <a:pt x="861136" y="402729"/>
                </a:lnTo>
                <a:lnTo>
                  <a:pt x="867727" y="393585"/>
                </a:lnTo>
                <a:close/>
              </a:path>
              <a:path w="1289050" h="436880">
                <a:moveTo>
                  <a:pt x="1288643" y="25908"/>
                </a:moveTo>
                <a:lnTo>
                  <a:pt x="1253591" y="25908"/>
                </a:lnTo>
                <a:lnTo>
                  <a:pt x="1253591" y="58013"/>
                </a:lnTo>
                <a:lnTo>
                  <a:pt x="1253591" y="140309"/>
                </a:lnTo>
                <a:lnTo>
                  <a:pt x="1253591" y="172402"/>
                </a:lnTo>
                <a:lnTo>
                  <a:pt x="1253591" y="253276"/>
                </a:lnTo>
                <a:lnTo>
                  <a:pt x="1123950" y="253276"/>
                </a:lnTo>
                <a:lnTo>
                  <a:pt x="1123950" y="172402"/>
                </a:lnTo>
                <a:lnTo>
                  <a:pt x="1253591" y="172402"/>
                </a:lnTo>
                <a:lnTo>
                  <a:pt x="1253591" y="140309"/>
                </a:lnTo>
                <a:lnTo>
                  <a:pt x="1123950" y="140309"/>
                </a:lnTo>
                <a:lnTo>
                  <a:pt x="1123950" y="58013"/>
                </a:lnTo>
                <a:lnTo>
                  <a:pt x="1253591" y="58013"/>
                </a:lnTo>
                <a:lnTo>
                  <a:pt x="1253591" y="25908"/>
                </a:lnTo>
                <a:lnTo>
                  <a:pt x="1088809" y="25908"/>
                </a:lnTo>
                <a:lnTo>
                  <a:pt x="1088809" y="58013"/>
                </a:lnTo>
                <a:lnTo>
                  <a:pt x="1088809" y="140309"/>
                </a:lnTo>
                <a:lnTo>
                  <a:pt x="1088809" y="172402"/>
                </a:lnTo>
                <a:lnTo>
                  <a:pt x="1088809" y="253276"/>
                </a:lnTo>
                <a:lnTo>
                  <a:pt x="963739" y="253276"/>
                </a:lnTo>
                <a:lnTo>
                  <a:pt x="965555" y="233527"/>
                </a:lnTo>
                <a:lnTo>
                  <a:pt x="966495" y="213372"/>
                </a:lnTo>
                <a:lnTo>
                  <a:pt x="966838" y="192963"/>
                </a:lnTo>
                <a:lnTo>
                  <a:pt x="966876" y="172402"/>
                </a:lnTo>
                <a:lnTo>
                  <a:pt x="1088809" y="172402"/>
                </a:lnTo>
                <a:lnTo>
                  <a:pt x="1088809" y="140309"/>
                </a:lnTo>
                <a:lnTo>
                  <a:pt x="966876" y="140309"/>
                </a:lnTo>
                <a:lnTo>
                  <a:pt x="966876" y="58013"/>
                </a:lnTo>
                <a:lnTo>
                  <a:pt x="1088809" y="58013"/>
                </a:lnTo>
                <a:lnTo>
                  <a:pt x="1088809" y="25908"/>
                </a:lnTo>
                <a:lnTo>
                  <a:pt x="931735" y="25908"/>
                </a:lnTo>
                <a:lnTo>
                  <a:pt x="931735" y="183070"/>
                </a:lnTo>
                <a:lnTo>
                  <a:pt x="930922" y="223977"/>
                </a:lnTo>
                <a:lnTo>
                  <a:pt x="925309" y="290957"/>
                </a:lnTo>
                <a:lnTo>
                  <a:pt x="915111" y="340969"/>
                </a:lnTo>
                <a:lnTo>
                  <a:pt x="895781" y="385521"/>
                </a:lnTo>
                <a:lnTo>
                  <a:pt x="882967" y="405765"/>
                </a:lnTo>
                <a:lnTo>
                  <a:pt x="902893" y="429133"/>
                </a:lnTo>
                <a:lnTo>
                  <a:pt x="944689" y="368769"/>
                </a:lnTo>
                <a:lnTo>
                  <a:pt x="955598" y="329018"/>
                </a:lnTo>
                <a:lnTo>
                  <a:pt x="962215" y="285280"/>
                </a:lnTo>
                <a:lnTo>
                  <a:pt x="1088809" y="285280"/>
                </a:lnTo>
                <a:lnTo>
                  <a:pt x="1088809" y="424053"/>
                </a:lnTo>
                <a:lnTo>
                  <a:pt x="1123950" y="424053"/>
                </a:lnTo>
                <a:lnTo>
                  <a:pt x="1123950" y="285280"/>
                </a:lnTo>
                <a:lnTo>
                  <a:pt x="1253591" y="285280"/>
                </a:lnTo>
                <a:lnTo>
                  <a:pt x="1253591" y="366141"/>
                </a:lnTo>
                <a:lnTo>
                  <a:pt x="1251864" y="377266"/>
                </a:lnTo>
                <a:lnTo>
                  <a:pt x="1246720" y="385381"/>
                </a:lnTo>
                <a:lnTo>
                  <a:pt x="1238110" y="390359"/>
                </a:lnTo>
                <a:lnTo>
                  <a:pt x="1226058" y="392049"/>
                </a:lnTo>
                <a:lnTo>
                  <a:pt x="1213510" y="391795"/>
                </a:lnTo>
                <a:lnTo>
                  <a:pt x="1198816" y="391096"/>
                </a:lnTo>
                <a:lnTo>
                  <a:pt x="1163574" y="389001"/>
                </a:lnTo>
                <a:lnTo>
                  <a:pt x="1165834" y="399859"/>
                </a:lnTo>
                <a:lnTo>
                  <a:pt x="1167955" y="409575"/>
                </a:lnTo>
                <a:lnTo>
                  <a:pt x="1169784" y="418147"/>
                </a:lnTo>
                <a:lnTo>
                  <a:pt x="1171194" y="425589"/>
                </a:lnTo>
                <a:lnTo>
                  <a:pt x="1189177" y="425818"/>
                </a:lnTo>
                <a:lnTo>
                  <a:pt x="1222844" y="426872"/>
                </a:lnTo>
                <a:lnTo>
                  <a:pt x="1238250" y="427113"/>
                </a:lnTo>
                <a:lnTo>
                  <a:pt x="1260309" y="423722"/>
                </a:lnTo>
                <a:lnTo>
                  <a:pt x="1276057" y="413766"/>
                </a:lnTo>
                <a:lnTo>
                  <a:pt x="1285494" y="397535"/>
                </a:lnTo>
                <a:lnTo>
                  <a:pt x="1286268" y="392049"/>
                </a:lnTo>
                <a:lnTo>
                  <a:pt x="1288643" y="375285"/>
                </a:lnTo>
                <a:lnTo>
                  <a:pt x="1288643" y="58013"/>
                </a:lnTo>
                <a:lnTo>
                  <a:pt x="1288643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739925" y="2498597"/>
            <a:ext cx="1148715" cy="381635"/>
          </a:xfrm>
          <a:custGeom>
            <a:avLst/>
            <a:gdLst/>
            <a:ahLst/>
            <a:cxnLst/>
            <a:rect l="l" t="t" r="r" b="b"/>
            <a:pathLst>
              <a:path w="1148714" h="381635">
                <a:moveTo>
                  <a:pt x="56388" y="158686"/>
                </a:moveTo>
                <a:lnTo>
                  <a:pt x="28956" y="158686"/>
                </a:lnTo>
                <a:lnTo>
                  <a:pt x="28956" y="379869"/>
                </a:lnTo>
                <a:lnTo>
                  <a:pt x="56388" y="379869"/>
                </a:lnTo>
                <a:lnTo>
                  <a:pt x="56388" y="158686"/>
                </a:lnTo>
                <a:close/>
              </a:path>
              <a:path w="1148714" h="381635">
                <a:moveTo>
                  <a:pt x="112776" y="141833"/>
                </a:moveTo>
                <a:lnTo>
                  <a:pt x="102438" y="130670"/>
                </a:lnTo>
                <a:lnTo>
                  <a:pt x="91821" y="119926"/>
                </a:lnTo>
                <a:lnTo>
                  <a:pt x="80632" y="109474"/>
                </a:lnTo>
                <a:lnTo>
                  <a:pt x="68580" y="99161"/>
                </a:lnTo>
                <a:lnTo>
                  <a:pt x="50292" y="115925"/>
                </a:lnTo>
                <a:lnTo>
                  <a:pt x="61429" y="127368"/>
                </a:lnTo>
                <a:lnTo>
                  <a:pt x="72009" y="138836"/>
                </a:lnTo>
                <a:lnTo>
                  <a:pt x="82003" y="150291"/>
                </a:lnTo>
                <a:lnTo>
                  <a:pt x="91440" y="161734"/>
                </a:lnTo>
                <a:lnTo>
                  <a:pt x="112776" y="141833"/>
                </a:lnTo>
                <a:close/>
              </a:path>
              <a:path w="1148714" h="381635">
                <a:moveTo>
                  <a:pt x="149453" y="100685"/>
                </a:moveTo>
                <a:lnTo>
                  <a:pt x="141401" y="91567"/>
                </a:lnTo>
                <a:lnTo>
                  <a:pt x="133210" y="82588"/>
                </a:lnTo>
                <a:lnTo>
                  <a:pt x="124726" y="73901"/>
                </a:lnTo>
                <a:lnTo>
                  <a:pt x="115824" y="65633"/>
                </a:lnTo>
                <a:lnTo>
                  <a:pt x="96012" y="80873"/>
                </a:lnTo>
                <a:lnTo>
                  <a:pt x="104635" y="90043"/>
                </a:lnTo>
                <a:lnTo>
                  <a:pt x="112395" y="99352"/>
                </a:lnTo>
                <a:lnTo>
                  <a:pt x="119583" y="108953"/>
                </a:lnTo>
                <a:lnTo>
                  <a:pt x="126492" y="118973"/>
                </a:lnTo>
                <a:lnTo>
                  <a:pt x="149453" y="100685"/>
                </a:lnTo>
                <a:close/>
              </a:path>
              <a:path w="1148714" h="381635">
                <a:moveTo>
                  <a:pt x="195173" y="39725"/>
                </a:moveTo>
                <a:lnTo>
                  <a:pt x="86868" y="39725"/>
                </a:lnTo>
                <a:lnTo>
                  <a:pt x="91655" y="30568"/>
                </a:lnTo>
                <a:lnTo>
                  <a:pt x="101866" y="12204"/>
                </a:lnTo>
                <a:lnTo>
                  <a:pt x="106680" y="3048"/>
                </a:lnTo>
                <a:lnTo>
                  <a:pt x="74676" y="3048"/>
                </a:lnTo>
                <a:lnTo>
                  <a:pt x="58953" y="30530"/>
                </a:lnTo>
                <a:lnTo>
                  <a:pt x="41338" y="55905"/>
                </a:lnTo>
                <a:lnTo>
                  <a:pt x="21742" y="79235"/>
                </a:lnTo>
                <a:lnTo>
                  <a:pt x="0" y="100685"/>
                </a:lnTo>
                <a:lnTo>
                  <a:pt x="19812" y="120497"/>
                </a:lnTo>
                <a:lnTo>
                  <a:pt x="33235" y="107378"/>
                </a:lnTo>
                <a:lnTo>
                  <a:pt x="46075" y="93281"/>
                </a:lnTo>
                <a:lnTo>
                  <a:pt x="58381" y="78282"/>
                </a:lnTo>
                <a:lnTo>
                  <a:pt x="70104" y="62585"/>
                </a:lnTo>
                <a:lnTo>
                  <a:pt x="195173" y="62585"/>
                </a:lnTo>
                <a:lnTo>
                  <a:pt x="195173" y="39725"/>
                </a:lnTo>
                <a:close/>
              </a:path>
              <a:path w="1148714" h="381635">
                <a:moveTo>
                  <a:pt x="271462" y="180022"/>
                </a:moveTo>
                <a:lnTo>
                  <a:pt x="243941" y="180022"/>
                </a:lnTo>
                <a:lnTo>
                  <a:pt x="243941" y="202895"/>
                </a:lnTo>
                <a:lnTo>
                  <a:pt x="243941" y="239471"/>
                </a:lnTo>
                <a:lnTo>
                  <a:pt x="243941" y="262420"/>
                </a:lnTo>
                <a:lnTo>
                  <a:pt x="243941" y="298996"/>
                </a:lnTo>
                <a:lnTo>
                  <a:pt x="137261" y="298996"/>
                </a:lnTo>
                <a:lnTo>
                  <a:pt x="137261" y="262420"/>
                </a:lnTo>
                <a:lnTo>
                  <a:pt x="243941" y="262420"/>
                </a:lnTo>
                <a:lnTo>
                  <a:pt x="243941" y="239471"/>
                </a:lnTo>
                <a:lnTo>
                  <a:pt x="137261" y="239471"/>
                </a:lnTo>
                <a:lnTo>
                  <a:pt x="137261" y="202895"/>
                </a:lnTo>
                <a:lnTo>
                  <a:pt x="243941" y="202895"/>
                </a:lnTo>
                <a:lnTo>
                  <a:pt x="243941" y="180022"/>
                </a:lnTo>
                <a:lnTo>
                  <a:pt x="109728" y="180022"/>
                </a:lnTo>
                <a:lnTo>
                  <a:pt x="109728" y="337096"/>
                </a:lnTo>
                <a:lnTo>
                  <a:pt x="137261" y="337096"/>
                </a:lnTo>
                <a:lnTo>
                  <a:pt x="137261" y="321856"/>
                </a:lnTo>
                <a:lnTo>
                  <a:pt x="271462" y="321856"/>
                </a:lnTo>
                <a:lnTo>
                  <a:pt x="271462" y="298996"/>
                </a:lnTo>
                <a:lnTo>
                  <a:pt x="271462" y="262420"/>
                </a:lnTo>
                <a:lnTo>
                  <a:pt x="271462" y="239471"/>
                </a:lnTo>
                <a:lnTo>
                  <a:pt x="271462" y="202895"/>
                </a:lnTo>
                <a:lnTo>
                  <a:pt x="271462" y="180022"/>
                </a:lnTo>
                <a:close/>
              </a:path>
              <a:path w="1148714" h="381635">
                <a:moveTo>
                  <a:pt x="311086" y="102209"/>
                </a:moveTo>
                <a:lnTo>
                  <a:pt x="304558" y="93281"/>
                </a:lnTo>
                <a:lnTo>
                  <a:pt x="296608" y="84493"/>
                </a:lnTo>
                <a:lnTo>
                  <a:pt x="287515" y="75425"/>
                </a:lnTo>
                <a:lnTo>
                  <a:pt x="277558" y="65633"/>
                </a:lnTo>
                <a:lnTo>
                  <a:pt x="257657" y="79349"/>
                </a:lnTo>
                <a:lnTo>
                  <a:pt x="269138" y="92189"/>
                </a:lnTo>
                <a:lnTo>
                  <a:pt x="278307" y="103162"/>
                </a:lnTo>
                <a:lnTo>
                  <a:pt x="285178" y="112141"/>
                </a:lnTo>
                <a:lnTo>
                  <a:pt x="289750" y="118973"/>
                </a:lnTo>
                <a:lnTo>
                  <a:pt x="311086" y="102209"/>
                </a:lnTo>
                <a:close/>
              </a:path>
              <a:path w="1148714" h="381635">
                <a:moveTo>
                  <a:pt x="353758" y="120497"/>
                </a:moveTo>
                <a:lnTo>
                  <a:pt x="134213" y="120497"/>
                </a:lnTo>
                <a:lnTo>
                  <a:pt x="134213" y="144970"/>
                </a:lnTo>
                <a:lnTo>
                  <a:pt x="324802" y="144970"/>
                </a:lnTo>
                <a:lnTo>
                  <a:pt x="324802" y="327952"/>
                </a:lnTo>
                <a:lnTo>
                  <a:pt x="323608" y="337972"/>
                </a:lnTo>
                <a:lnTo>
                  <a:pt x="319849" y="345147"/>
                </a:lnTo>
                <a:lnTo>
                  <a:pt x="313232" y="349465"/>
                </a:lnTo>
                <a:lnTo>
                  <a:pt x="303593" y="350901"/>
                </a:lnTo>
                <a:lnTo>
                  <a:pt x="291744" y="350888"/>
                </a:lnTo>
                <a:lnTo>
                  <a:pt x="279450" y="350710"/>
                </a:lnTo>
                <a:lnTo>
                  <a:pt x="266560" y="350227"/>
                </a:lnTo>
                <a:lnTo>
                  <a:pt x="253085" y="349288"/>
                </a:lnTo>
                <a:lnTo>
                  <a:pt x="255104" y="357936"/>
                </a:lnTo>
                <a:lnTo>
                  <a:pt x="256705" y="365569"/>
                </a:lnTo>
                <a:lnTo>
                  <a:pt x="259181" y="378345"/>
                </a:lnTo>
                <a:lnTo>
                  <a:pt x="270662" y="378574"/>
                </a:lnTo>
                <a:lnTo>
                  <a:pt x="293560" y="379628"/>
                </a:lnTo>
                <a:lnTo>
                  <a:pt x="304990" y="379869"/>
                </a:lnTo>
                <a:lnTo>
                  <a:pt x="326110" y="376720"/>
                </a:lnTo>
                <a:lnTo>
                  <a:pt x="341376" y="367284"/>
                </a:lnTo>
                <a:lnTo>
                  <a:pt x="350634" y="351536"/>
                </a:lnTo>
                <a:lnTo>
                  <a:pt x="350723" y="350913"/>
                </a:lnTo>
                <a:lnTo>
                  <a:pt x="353758" y="329476"/>
                </a:lnTo>
                <a:lnTo>
                  <a:pt x="353758" y="120497"/>
                </a:lnTo>
                <a:close/>
              </a:path>
              <a:path w="1148714" h="381635">
                <a:moveTo>
                  <a:pt x="375094" y="39725"/>
                </a:moveTo>
                <a:lnTo>
                  <a:pt x="253085" y="39725"/>
                </a:lnTo>
                <a:lnTo>
                  <a:pt x="257848" y="30568"/>
                </a:lnTo>
                <a:lnTo>
                  <a:pt x="262801" y="21348"/>
                </a:lnTo>
                <a:lnTo>
                  <a:pt x="267474" y="12204"/>
                </a:lnTo>
                <a:lnTo>
                  <a:pt x="271462" y="3048"/>
                </a:lnTo>
                <a:lnTo>
                  <a:pt x="239369" y="3048"/>
                </a:lnTo>
                <a:lnTo>
                  <a:pt x="225958" y="29451"/>
                </a:lnTo>
                <a:lnTo>
                  <a:pt x="210985" y="53809"/>
                </a:lnTo>
                <a:lnTo>
                  <a:pt x="194576" y="76441"/>
                </a:lnTo>
                <a:lnTo>
                  <a:pt x="176885" y="97637"/>
                </a:lnTo>
                <a:lnTo>
                  <a:pt x="184327" y="102184"/>
                </a:lnTo>
                <a:lnTo>
                  <a:pt x="190792" y="106591"/>
                </a:lnTo>
                <a:lnTo>
                  <a:pt x="196380" y="110705"/>
                </a:lnTo>
                <a:lnTo>
                  <a:pt x="201269" y="114401"/>
                </a:lnTo>
                <a:lnTo>
                  <a:pt x="210972" y="102209"/>
                </a:lnTo>
                <a:lnTo>
                  <a:pt x="220891" y="89065"/>
                </a:lnTo>
                <a:lnTo>
                  <a:pt x="230200" y="76034"/>
                </a:lnTo>
                <a:lnTo>
                  <a:pt x="239369" y="62585"/>
                </a:lnTo>
                <a:lnTo>
                  <a:pt x="375094" y="62585"/>
                </a:lnTo>
                <a:lnTo>
                  <a:pt x="375094" y="39725"/>
                </a:lnTo>
                <a:close/>
              </a:path>
              <a:path w="1148714" h="381635">
                <a:moveTo>
                  <a:pt x="770102" y="273088"/>
                </a:moveTo>
                <a:lnTo>
                  <a:pt x="596265" y="273088"/>
                </a:lnTo>
                <a:lnTo>
                  <a:pt x="596265" y="230314"/>
                </a:lnTo>
                <a:lnTo>
                  <a:pt x="703046" y="230314"/>
                </a:lnTo>
                <a:lnTo>
                  <a:pt x="703046" y="248704"/>
                </a:lnTo>
                <a:lnTo>
                  <a:pt x="732002" y="248704"/>
                </a:lnTo>
                <a:lnTo>
                  <a:pt x="732002" y="62585"/>
                </a:lnTo>
                <a:lnTo>
                  <a:pt x="703046" y="62585"/>
                </a:lnTo>
                <a:lnTo>
                  <a:pt x="703046" y="88493"/>
                </a:lnTo>
                <a:lnTo>
                  <a:pt x="703046" y="132689"/>
                </a:lnTo>
                <a:lnTo>
                  <a:pt x="703046" y="158686"/>
                </a:lnTo>
                <a:lnTo>
                  <a:pt x="703046" y="202882"/>
                </a:lnTo>
                <a:lnTo>
                  <a:pt x="596265" y="202882"/>
                </a:lnTo>
                <a:lnTo>
                  <a:pt x="596265" y="158686"/>
                </a:lnTo>
                <a:lnTo>
                  <a:pt x="703046" y="158686"/>
                </a:lnTo>
                <a:lnTo>
                  <a:pt x="703046" y="132689"/>
                </a:lnTo>
                <a:lnTo>
                  <a:pt x="596265" y="132689"/>
                </a:lnTo>
                <a:lnTo>
                  <a:pt x="596265" y="88493"/>
                </a:lnTo>
                <a:lnTo>
                  <a:pt x="703046" y="88493"/>
                </a:lnTo>
                <a:lnTo>
                  <a:pt x="703046" y="62585"/>
                </a:lnTo>
                <a:lnTo>
                  <a:pt x="652653" y="62585"/>
                </a:lnTo>
                <a:lnTo>
                  <a:pt x="662038" y="52019"/>
                </a:lnTo>
                <a:lnTo>
                  <a:pt x="671715" y="41008"/>
                </a:lnTo>
                <a:lnTo>
                  <a:pt x="681405" y="29718"/>
                </a:lnTo>
                <a:lnTo>
                  <a:pt x="690854" y="18288"/>
                </a:lnTo>
                <a:lnTo>
                  <a:pt x="660273" y="1524"/>
                </a:lnTo>
                <a:lnTo>
                  <a:pt x="649960" y="17500"/>
                </a:lnTo>
                <a:lnTo>
                  <a:pt x="639508" y="33197"/>
                </a:lnTo>
                <a:lnTo>
                  <a:pt x="628764" y="48336"/>
                </a:lnTo>
                <a:lnTo>
                  <a:pt x="617601" y="62585"/>
                </a:lnTo>
                <a:lnTo>
                  <a:pt x="565785" y="62585"/>
                </a:lnTo>
                <a:lnTo>
                  <a:pt x="565785" y="88493"/>
                </a:lnTo>
                <a:lnTo>
                  <a:pt x="565785" y="132689"/>
                </a:lnTo>
                <a:lnTo>
                  <a:pt x="565785" y="158686"/>
                </a:lnTo>
                <a:lnTo>
                  <a:pt x="565785" y="202882"/>
                </a:lnTo>
                <a:lnTo>
                  <a:pt x="460540" y="202882"/>
                </a:lnTo>
                <a:lnTo>
                  <a:pt x="460540" y="158686"/>
                </a:lnTo>
                <a:lnTo>
                  <a:pt x="565785" y="158686"/>
                </a:lnTo>
                <a:lnTo>
                  <a:pt x="565785" y="132689"/>
                </a:lnTo>
                <a:lnTo>
                  <a:pt x="460540" y="132689"/>
                </a:lnTo>
                <a:lnTo>
                  <a:pt x="460540" y="88493"/>
                </a:lnTo>
                <a:lnTo>
                  <a:pt x="565785" y="88493"/>
                </a:lnTo>
                <a:lnTo>
                  <a:pt x="565785" y="62585"/>
                </a:lnTo>
                <a:lnTo>
                  <a:pt x="529120" y="62585"/>
                </a:lnTo>
                <a:lnTo>
                  <a:pt x="542836" y="50393"/>
                </a:lnTo>
                <a:lnTo>
                  <a:pt x="519404" y="26301"/>
                </a:lnTo>
                <a:lnTo>
                  <a:pt x="506615" y="13436"/>
                </a:lnTo>
                <a:lnTo>
                  <a:pt x="492544" y="0"/>
                </a:lnTo>
                <a:lnTo>
                  <a:pt x="471208" y="18288"/>
                </a:lnTo>
                <a:lnTo>
                  <a:pt x="510832" y="62585"/>
                </a:lnTo>
                <a:lnTo>
                  <a:pt x="431584" y="62585"/>
                </a:lnTo>
                <a:lnTo>
                  <a:pt x="431584" y="248704"/>
                </a:lnTo>
                <a:lnTo>
                  <a:pt x="460540" y="248704"/>
                </a:lnTo>
                <a:lnTo>
                  <a:pt x="460540" y="230314"/>
                </a:lnTo>
                <a:lnTo>
                  <a:pt x="565785" y="230314"/>
                </a:lnTo>
                <a:lnTo>
                  <a:pt x="565785" y="273088"/>
                </a:lnTo>
                <a:lnTo>
                  <a:pt x="393382" y="273088"/>
                </a:lnTo>
                <a:lnTo>
                  <a:pt x="393382" y="300520"/>
                </a:lnTo>
                <a:lnTo>
                  <a:pt x="565785" y="300520"/>
                </a:lnTo>
                <a:lnTo>
                  <a:pt x="565785" y="381393"/>
                </a:lnTo>
                <a:lnTo>
                  <a:pt x="596265" y="381393"/>
                </a:lnTo>
                <a:lnTo>
                  <a:pt x="596265" y="300520"/>
                </a:lnTo>
                <a:lnTo>
                  <a:pt x="770102" y="300520"/>
                </a:lnTo>
                <a:lnTo>
                  <a:pt x="770102" y="273088"/>
                </a:lnTo>
                <a:close/>
              </a:path>
              <a:path w="1148714" h="381635">
                <a:moveTo>
                  <a:pt x="945451" y="67157"/>
                </a:moveTo>
                <a:lnTo>
                  <a:pt x="914971" y="67157"/>
                </a:lnTo>
                <a:lnTo>
                  <a:pt x="914971" y="94589"/>
                </a:lnTo>
                <a:lnTo>
                  <a:pt x="914971" y="187655"/>
                </a:lnTo>
                <a:lnTo>
                  <a:pt x="914971" y="215087"/>
                </a:lnTo>
                <a:lnTo>
                  <a:pt x="914971" y="312712"/>
                </a:lnTo>
                <a:lnTo>
                  <a:pt x="829627" y="312712"/>
                </a:lnTo>
                <a:lnTo>
                  <a:pt x="829627" y="215087"/>
                </a:lnTo>
                <a:lnTo>
                  <a:pt x="914971" y="215087"/>
                </a:lnTo>
                <a:lnTo>
                  <a:pt x="914971" y="187655"/>
                </a:lnTo>
                <a:lnTo>
                  <a:pt x="829627" y="187655"/>
                </a:lnTo>
                <a:lnTo>
                  <a:pt x="829627" y="94589"/>
                </a:lnTo>
                <a:lnTo>
                  <a:pt x="914971" y="94589"/>
                </a:lnTo>
                <a:lnTo>
                  <a:pt x="914971" y="67157"/>
                </a:lnTo>
                <a:lnTo>
                  <a:pt x="869251" y="67157"/>
                </a:lnTo>
                <a:lnTo>
                  <a:pt x="874991" y="54279"/>
                </a:lnTo>
                <a:lnTo>
                  <a:pt x="880872" y="40817"/>
                </a:lnTo>
                <a:lnTo>
                  <a:pt x="887044" y="26784"/>
                </a:lnTo>
                <a:lnTo>
                  <a:pt x="893635" y="12192"/>
                </a:lnTo>
                <a:lnTo>
                  <a:pt x="860107" y="3048"/>
                </a:lnTo>
                <a:lnTo>
                  <a:pt x="855256" y="18211"/>
                </a:lnTo>
                <a:lnTo>
                  <a:pt x="849820" y="33959"/>
                </a:lnTo>
                <a:lnTo>
                  <a:pt x="843826" y="50279"/>
                </a:lnTo>
                <a:lnTo>
                  <a:pt x="837247" y="67157"/>
                </a:lnTo>
                <a:lnTo>
                  <a:pt x="799058" y="67157"/>
                </a:lnTo>
                <a:lnTo>
                  <a:pt x="799058" y="373773"/>
                </a:lnTo>
                <a:lnTo>
                  <a:pt x="829627" y="373773"/>
                </a:lnTo>
                <a:lnTo>
                  <a:pt x="829627" y="341668"/>
                </a:lnTo>
                <a:lnTo>
                  <a:pt x="914971" y="341668"/>
                </a:lnTo>
                <a:lnTo>
                  <a:pt x="914971" y="370725"/>
                </a:lnTo>
                <a:lnTo>
                  <a:pt x="945451" y="370725"/>
                </a:lnTo>
                <a:lnTo>
                  <a:pt x="945451" y="341668"/>
                </a:lnTo>
                <a:lnTo>
                  <a:pt x="945451" y="312712"/>
                </a:lnTo>
                <a:lnTo>
                  <a:pt x="945451" y="215087"/>
                </a:lnTo>
                <a:lnTo>
                  <a:pt x="945451" y="187655"/>
                </a:lnTo>
                <a:lnTo>
                  <a:pt x="945451" y="94589"/>
                </a:lnTo>
                <a:lnTo>
                  <a:pt x="945451" y="67157"/>
                </a:lnTo>
                <a:close/>
              </a:path>
              <a:path w="1148714" h="381635">
                <a:moveTo>
                  <a:pt x="1076617" y="240995"/>
                </a:moveTo>
                <a:lnTo>
                  <a:pt x="1062901" y="221843"/>
                </a:lnTo>
                <a:lnTo>
                  <a:pt x="1046899" y="200990"/>
                </a:lnTo>
                <a:lnTo>
                  <a:pt x="1028611" y="178409"/>
                </a:lnTo>
                <a:lnTo>
                  <a:pt x="1008037" y="154127"/>
                </a:lnTo>
                <a:lnTo>
                  <a:pt x="985177" y="170891"/>
                </a:lnTo>
                <a:lnTo>
                  <a:pt x="1002652" y="193509"/>
                </a:lnTo>
                <a:lnTo>
                  <a:pt x="1018705" y="215849"/>
                </a:lnTo>
                <a:lnTo>
                  <a:pt x="1033602" y="238213"/>
                </a:lnTo>
                <a:lnTo>
                  <a:pt x="1047661" y="260896"/>
                </a:lnTo>
                <a:lnTo>
                  <a:pt x="1076617" y="240995"/>
                </a:lnTo>
                <a:close/>
              </a:path>
              <a:path w="1148714" h="381635">
                <a:moveTo>
                  <a:pt x="1148334" y="65633"/>
                </a:moveTo>
                <a:lnTo>
                  <a:pt x="1024801" y="65633"/>
                </a:lnTo>
                <a:lnTo>
                  <a:pt x="1029601" y="52755"/>
                </a:lnTo>
                <a:lnTo>
                  <a:pt x="1034707" y="39293"/>
                </a:lnTo>
                <a:lnTo>
                  <a:pt x="1039799" y="25260"/>
                </a:lnTo>
                <a:lnTo>
                  <a:pt x="1044613" y="10668"/>
                </a:lnTo>
                <a:lnTo>
                  <a:pt x="1012609" y="3048"/>
                </a:lnTo>
                <a:lnTo>
                  <a:pt x="999439" y="43688"/>
                </a:lnTo>
                <a:lnTo>
                  <a:pt x="984973" y="80873"/>
                </a:lnTo>
                <a:lnTo>
                  <a:pt x="969060" y="114630"/>
                </a:lnTo>
                <a:lnTo>
                  <a:pt x="951547" y="144983"/>
                </a:lnTo>
                <a:lnTo>
                  <a:pt x="959256" y="148412"/>
                </a:lnTo>
                <a:lnTo>
                  <a:pt x="966266" y="151841"/>
                </a:lnTo>
                <a:lnTo>
                  <a:pt x="972413" y="155270"/>
                </a:lnTo>
                <a:lnTo>
                  <a:pt x="977557" y="158699"/>
                </a:lnTo>
                <a:lnTo>
                  <a:pt x="986675" y="144348"/>
                </a:lnTo>
                <a:lnTo>
                  <a:pt x="995654" y="128892"/>
                </a:lnTo>
                <a:lnTo>
                  <a:pt x="1004341" y="112306"/>
                </a:lnTo>
                <a:lnTo>
                  <a:pt x="1012609" y="94589"/>
                </a:lnTo>
                <a:lnTo>
                  <a:pt x="1114806" y="94589"/>
                </a:lnTo>
                <a:lnTo>
                  <a:pt x="1113637" y="165239"/>
                </a:lnTo>
                <a:lnTo>
                  <a:pt x="1112329" y="223875"/>
                </a:lnTo>
                <a:lnTo>
                  <a:pt x="1110729" y="270497"/>
                </a:lnTo>
                <a:lnTo>
                  <a:pt x="1105547" y="321094"/>
                </a:lnTo>
                <a:lnTo>
                  <a:pt x="1072045" y="341668"/>
                </a:lnTo>
                <a:lnTo>
                  <a:pt x="1055509" y="341388"/>
                </a:lnTo>
                <a:lnTo>
                  <a:pt x="1038136" y="340525"/>
                </a:lnTo>
                <a:lnTo>
                  <a:pt x="1020178" y="339102"/>
                </a:lnTo>
                <a:lnTo>
                  <a:pt x="1001941" y="337096"/>
                </a:lnTo>
                <a:lnTo>
                  <a:pt x="1000417" y="337096"/>
                </a:lnTo>
                <a:lnTo>
                  <a:pt x="1002436" y="344487"/>
                </a:lnTo>
                <a:lnTo>
                  <a:pt x="1004036" y="352767"/>
                </a:lnTo>
                <a:lnTo>
                  <a:pt x="1005344" y="361607"/>
                </a:lnTo>
                <a:lnTo>
                  <a:pt x="1006513" y="370725"/>
                </a:lnTo>
                <a:lnTo>
                  <a:pt x="1042136" y="372821"/>
                </a:lnTo>
                <a:lnTo>
                  <a:pt x="1059446" y="373507"/>
                </a:lnTo>
                <a:lnTo>
                  <a:pt x="1076617" y="373773"/>
                </a:lnTo>
                <a:lnTo>
                  <a:pt x="1103807" y="369811"/>
                </a:lnTo>
                <a:lnTo>
                  <a:pt x="1134148" y="341668"/>
                </a:lnTo>
                <a:lnTo>
                  <a:pt x="1141793" y="286727"/>
                </a:lnTo>
                <a:lnTo>
                  <a:pt x="1144727" y="200990"/>
                </a:lnTo>
                <a:lnTo>
                  <a:pt x="1146517" y="138480"/>
                </a:lnTo>
                <a:lnTo>
                  <a:pt x="1147610" y="94589"/>
                </a:lnTo>
                <a:lnTo>
                  <a:pt x="1148334" y="656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040761" y="2548991"/>
            <a:ext cx="659130" cy="316230"/>
          </a:xfrm>
          <a:custGeom>
            <a:avLst/>
            <a:gdLst/>
            <a:ahLst/>
            <a:cxnLst/>
            <a:rect l="l" t="t" r="r" b="b"/>
            <a:pathLst>
              <a:path w="659129" h="316230">
                <a:moveTo>
                  <a:pt x="166204" y="208978"/>
                </a:moveTo>
                <a:lnTo>
                  <a:pt x="153631" y="170205"/>
                </a:lnTo>
                <a:lnTo>
                  <a:pt x="115125" y="139039"/>
                </a:lnTo>
                <a:lnTo>
                  <a:pt x="93052" y="128104"/>
                </a:lnTo>
                <a:lnTo>
                  <a:pt x="86436" y="124040"/>
                </a:lnTo>
                <a:lnTo>
                  <a:pt x="74333" y="117614"/>
                </a:lnTo>
                <a:lnTo>
                  <a:pt x="68580" y="114388"/>
                </a:lnTo>
                <a:lnTo>
                  <a:pt x="60960" y="109816"/>
                </a:lnTo>
                <a:lnTo>
                  <a:pt x="54864" y="106768"/>
                </a:lnTo>
                <a:lnTo>
                  <a:pt x="50292" y="102196"/>
                </a:lnTo>
                <a:lnTo>
                  <a:pt x="44196" y="97624"/>
                </a:lnTo>
                <a:lnTo>
                  <a:pt x="38100" y="88392"/>
                </a:lnTo>
                <a:lnTo>
                  <a:pt x="35052" y="82296"/>
                </a:lnTo>
                <a:lnTo>
                  <a:pt x="33528" y="76200"/>
                </a:lnTo>
                <a:lnTo>
                  <a:pt x="33528" y="62484"/>
                </a:lnTo>
                <a:lnTo>
                  <a:pt x="35052" y="56388"/>
                </a:lnTo>
                <a:lnTo>
                  <a:pt x="39624" y="50292"/>
                </a:lnTo>
                <a:lnTo>
                  <a:pt x="42672" y="45720"/>
                </a:lnTo>
                <a:lnTo>
                  <a:pt x="47244" y="41148"/>
                </a:lnTo>
                <a:lnTo>
                  <a:pt x="53340" y="38100"/>
                </a:lnTo>
                <a:lnTo>
                  <a:pt x="57912" y="35052"/>
                </a:lnTo>
                <a:lnTo>
                  <a:pt x="64008" y="32004"/>
                </a:lnTo>
                <a:lnTo>
                  <a:pt x="71628" y="30480"/>
                </a:lnTo>
                <a:lnTo>
                  <a:pt x="77724" y="28956"/>
                </a:lnTo>
                <a:lnTo>
                  <a:pt x="93052" y="28956"/>
                </a:lnTo>
                <a:lnTo>
                  <a:pt x="110718" y="30073"/>
                </a:lnTo>
                <a:lnTo>
                  <a:pt x="126961" y="33337"/>
                </a:lnTo>
                <a:lnTo>
                  <a:pt x="141490" y="38595"/>
                </a:lnTo>
                <a:lnTo>
                  <a:pt x="154012" y="45720"/>
                </a:lnTo>
                <a:lnTo>
                  <a:pt x="154012" y="9144"/>
                </a:lnTo>
                <a:lnTo>
                  <a:pt x="143459" y="5143"/>
                </a:lnTo>
                <a:lnTo>
                  <a:pt x="130200" y="2286"/>
                </a:lnTo>
                <a:lnTo>
                  <a:pt x="114363" y="571"/>
                </a:lnTo>
                <a:lnTo>
                  <a:pt x="96100" y="0"/>
                </a:lnTo>
                <a:lnTo>
                  <a:pt x="86969" y="279"/>
                </a:lnTo>
                <a:lnTo>
                  <a:pt x="44577" y="10096"/>
                </a:lnTo>
                <a:lnTo>
                  <a:pt x="13119" y="33045"/>
                </a:lnTo>
                <a:lnTo>
                  <a:pt x="0" y="73152"/>
                </a:lnTo>
                <a:lnTo>
                  <a:pt x="304" y="80632"/>
                </a:lnTo>
                <a:lnTo>
                  <a:pt x="1333" y="87261"/>
                </a:lnTo>
                <a:lnTo>
                  <a:pt x="3213" y="93332"/>
                </a:lnTo>
                <a:lnTo>
                  <a:pt x="6096" y="99148"/>
                </a:lnTo>
                <a:lnTo>
                  <a:pt x="9144" y="106768"/>
                </a:lnTo>
                <a:lnTo>
                  <a:pt x="48006" y="140042"/>
                </a:lnTo>
                <a:lnTo>
                  <a:pt x="68580" y="150964"/>
                </a:lnTo>
                <a:lnTo>
                  <a:pt x="94576" y="164680"/>
                </a:lnTo>
                <a:lnTo>
                  <a:pt x="131152" y="198310"/>
                </a:lnTo>
                <a:lnTo>
                  <a:pt x="132676" y="204406"/>
                </a:lnTo>
                <a:lnTo>
                  <a:pt x="132676" y="212026"/>
                </a:lnTo>
                <a:lnTo>
                  <a:pt x="109461" y="247624"/>
                </a:lnTo>
                <a:lnTo>
                  <a:pt x="73152" y="254698"/>
                </a:lnTo>
                <a:lnTo>
                  <a:pt x="68580" y="254698"/>
                </a:lnTo>
                <a:lnTo>
                  <a:pt x="60960" y="253174"/>
                </a:lnTo>
                <a:lnTo>
                  <a:pt x="54864" y="251650"/>
                </a:lnTo>
                <a:lnTo>
                  <a:pt x="48768" y="251650"/>
                </a:lnTo>
                <a:lnTo>
                  <a:pt x="41148" y="250126"/>
                </a:lnTo>
                <a:lnTo>
                  <a:pt x="35052" y="247078"/>
                </a:lnTo>
                <a:lnTo>
                  <a:pt x="27432" y="245554"/>
                </a:lnTo>
                <a:lnTo>
                  <a:pt x="9144" y="236410"/>
                </a:lnTo>
                <a:lnTo>
                  <a:pt x="4572" y="233362"/>
                </a:lnTo>
                <a:lnTo>
                  <a:pt x="0" y="228790"/>
                </a:lnTo>
                <a:lnTo>
                  <a:pt x="0" y="266890"/>
                </a:lnTo>
                <a:lnTo>
                  <a:pt x="3048" y="269938"/>
                </a:lnTo>
                <a:lnTo>
                  <a:pt x="9144" y="271462"/>
                </a:lnTo>
                <a:lnTo>
                  <a:pt x="13716" y="274510"/>
                </a:lnTo>
                <a:lnTo>
                  <a:pt x="25908" y="277558"/>
                </a:lnTo>
                <a:lnTo>
                  <a:pt x="33528" y="279082"/>
                </a:lnTo>
                <a:lnTo>
                  <a:pt x="39624" y="280606"/>
                </a:lnTo>
                <a:lnTo>
                  <a:pt x="45720" y="280606"/>
                </a:lnTo>
                <a:lnTo>
                  <a:pt x="53340" y="282130"/>
                </a:lnTo>
                <a:lnTo>
                  <a:pt x="59436" y="282130"/>
                </a:lnTo>
                <a:lnTo>
                  <a:pt x="64008" y="283654"/>
                </a:lnTo>
                <a:lnTo>
                  <a:pt x="78625" y="283362"/>
                </a:lnTo>
                <a:lnTo>
                  <a:pt x="88087" y="282511"/>
                </a:lnTo>
                <a:lnTo>
                  <a:pt x="130111" y="270294"/>
                </a:lnTo>
                <a:lnTo>
                  <a:pt x="158584" y="244030"/>
                </a:lnTo>
                <a:lnTo>
                  <a:pt x="165658" y="218960"/>
                </a:lnTo>
                <a:lnTo>
                  <a:pt x="166204" y="208978"/>
                </a:lnTo>
                <a:close/>
              </a:path>
              <a:path w="659129" h="316230">
                <a:moveTo>
                  <a:pt x="484911" y="315760"/>
                </a:moveTo>
                <a:lnTo>
                  <a:pt x="429844" y="276034"/>
                </a:lnTo>
                <a:lnTo>
                  <a:pt x="408711" y="260794"/>
                </a:lnTo>
                <a:lnTo>
                  <a:pt x="414807" y="256222"/>
                </a:lnTo>
                <a:lnTo>
                  <a:pt x="416331" y="254698"/>
                </a:lnTo>
                <a:lnTo>
                  <a:pt x="426999" y="244030"/>
                </a:lnTo>
                <a:lnTo>
                  <a:pt x="442125" y="222846"/>
                </a:lnTo>
                <a:lnTo>
                  <a:pt x="453097" y="198069"/>
                </a:lnTo>
                <a:lnTo>
                  <a:pt x="459790" y="169583"/>
                </a:lnTo>
                <a:lnTo>
                  <a:pt x="462051" y="137248"/>
                </a:lnTo>
                <a:lnTo>
                  <a:pt x="459790" y="108051"/>
                </a:lnTo>
                <a:lnTo>
                  <a:pt x="453097" y="81965"/>
                </a:lnTo>
                <a:lnTo>
                  <a:pt x="442125" y="58737"/>
                </a:lnTo>
                <a:lnTo>
                  <a:pt x="428523" y="40182"/>
                </a:lnTo>
                <a:lnTo>
                  <a:pt x="428523" y="141820"/>
                </a:lnTo>
                <a:lnTo>
                  <a:pt x="426834" y="166700"/>
                </a:lnTo>
                <a:lnTo>
                  <a:pt x="413740" y="207911"/>
                </a:lnTo>
                <a:lnTo>
                  <a:pt x="387997" y="237337"/>
                </a:lnTo>
                <a:lnTo>
                  <a:pt x="352425" y="252717"/>
                </a:lnTo>
                <a:lnTo>
                  <a:pt x="330898" y="254698"/>
                </a:lnTo>
                <a:lnTo>
                  <a:pt x="311175" y="252691"/>
                </a:lnTo>
                <a:lnTo>
                  <a:pt x="262305" y="222694"/>
                </a:lnTo>
                <a:lnTo>
                  <a:pt x="243065" y="187401"/>
                </a:lnTo>
                <a:lnTo>
                  <a:pt x="236397" y="141820"/>
                </a:lnTo>
                <a:lnTo>
                  <a:pt x="238112" y="117805"/>
                </a:lnTo>
                <a:lnTo>
                  <a:pt x="251828" y="76593"/>
                </a:lnTo>
                <a:lnTo>
                  <a:pt x="278434" y="46316"/>
                </a:lnTo>
                <a:lnTo>
                  <a:pt x="313347" y="30937"/>
                </a:lnTo>
                <a:lnTo>
                  <a:pt x="333946" y="28956"/>
                </a:lnTo>
                <a:lnTo>
                  <a:pt x="354571" y="30695"/>
                </a:lnTo>
                <a:lnTo>
                  <a:pt x="402615" y="57912"/>
                </a:lnTo>
                <a:lnTo>
                  <a:pt x="421855" y="93586"/>
                </a:lnTo>
                <a:lnTo>
                  <a:pt x="428523" y="141820"/>
                </a:lnTo>
                <a:lnTo>
                  <a:pt x="428523" y="40182"/>
                </a:lnTo>
                <a:lnTo>
                  <a:pt x="386981" y="9334"/>
                </a:lnTo>
                <a:lnTo>
                  <a:pt x="335470" y="0"/>
                </a:lnTo>
                <a:lnTo>
                  <a:pt x="306298" y="2336"/>
                </a:lnTo>
                <a:lnTo>
                  <a:pt x="257670" y="21856"/>
                </a:lnTo>
                <a:lnTo>
                  <a:pt x="222758" y="60782"/>
                </a:lnTo>
                <a:lnTo>
                  <a:pt x="205041" y="113423"/>
                </a:lnTo>
                <a:lnTo>
                  <a:pt x="202780" y="144868"/>
                </a:lnTo>
                <a:lnTo>
                  <a:pt x="205041" y="174294"/>
                </a:lnTo>
                <a:lnTo>
                  <a:pt x="222758" y="224040"/>
                </a:lnTo>
                <a:lnTo>
                  <a:pt x="256743" y="261150"/>
                </a:lnTo>
                <a:lnTo>
                  <a:pt x="303504" y="281101"/>
                </a:lnTo>
                <a:lnTo>
                  <a:pt x="330898" y="283654"/>
                </a:lnTo>
                <a:lnTo>
                  <a:pt x="342950" y="283108"/>
                </a:lnTo>
                <a:lnTo>
                  <a:pt x="354177" y="281559"/>
                </a:lnTo>
                <a:lnTo>
                  <a:pt x="364832" y="279158"/>
                </a:lnTo>
                <a:lnTo>
                  <a:pt x="375183" y="276034"/>
                </a:lnTo>
                <a:lnTo>
                  <a:pt x="426999" y="315760"/>
                </a:lnTo>
                <a:lnTo>
                  <a:pt x="484911" y="315760"/>
                </a:lnTo>
                <a:close/>
              </a:path>
              <a:path w="659129" h="316230">
                <a:moveTo>
                  <a:pt x="658837" y="248818"/>
                </a:moveTo>
                <a:lnTo>
                  <a:pt x="549021" y="248818"/>
                </a:lnTo>
                <a:lnTo>
                  <a:pt x="549021" y="4978"/>
                </a:lnTo>
                <a:lnTo>
                  <a:pt x="517017" y="4978"/>
                </a:lnTo>
                <a:lnTo>
                  <a:pt x="517017" y="248818"/>
                </a:lnTo>
                <a:lnTo>
                  <a:pt x="517017" y="279298"/>
                </a:lnTo>
                <a:lnTo>
                  <a:pt x="658837" y="279298"/>
                </a:lnTo>
                <a:lnTo>
                  <a:pt x="658837" y="2488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817036" y="2500121"/>
            <a:ext cx="2312035" cy="381635"/>
          </a:xfrm>
          <a:custGeom>
            <a:avLst/>
            <a:gdLst/>
            <a:ahLst/>
            <a:cxnLst/>
            <a:rect l="l" t="t" r="r" b="b"/>
            <a:pathLst>
              <a:path w="2312035" h="381635">
                <a:moveTo>
                  <a:pt x="99060" y="71729"/>
                </a:moveTo>
                <a:lnTo>
                  <a:pt x="88493" y="59994"/>
                </a:lnTo>
                <a:lnTo>
                  <a:pt x="75057" y="45389"/>
                </a:lnTo>
                <a:lnTo>
                  <a:pt x="58775" y="27927"/>
                </a:lnTo>
                <a:lnTo>
                  <a:pt x="39624" y="7620"/>
                </a:lnTo>
                <a:lnTo>
                  <a:pt x="16764" y="27432"/>
                </a:lnTo>
                <a:lnTo>
                  <a:pt x="32219" y="44589"/>
                </a:lnTo>
                <a:lnTo>
                  <a:pt x="46672" y="61429"/>
                </a:lnTo>
                <a:lnTo>
                  <a:pt x="73152" y="93065"/>
                </a:lnTo>
                <a:lnTo>
                  <a:pt x="99060" y="71729"/>
                </a:lnTo>
                <a:close/>
              </a:path>
              <a:path w="2312035" h="381635">
                <a:moveTo>
                  <a:pt x="124980" y="315760"/>
                </a:moveTo>
                <a:lnTo>
                  <a:pt x="124066" y="309257"/>
                </a:lnTo>
                <a:lnTo>
                  <a:pt x="123456" y="301472"/>
                </a:lnTo>
                <a:lnTo>
                  <a:pt x="122834" y="292823"/>
                </a:lnTo>
                <a:lnTo>
                  <a:pt x="121932" y="283756"/>
                </a:lnTo>
                <a:lnTo>
                  <a:pt x="110451" y="292023"/>
                </a:lnTo>
                <a:lnTo>
                  <a:pt x="98679" y="300710"/>
                </a:lnTo>
                <a:lnTo>
                  <a:pt x="86347" y="309689"/>
                </a:lnTo>
                <a:lnTo>
                  <a:pt x="73152" y="318808"/>
                </a:lnTo>
                <a:lnTo>
                  <a:pt x="73152" y="134213"/>
                </a:lnTo>
                <a:lnTo>
                  <a:pt x="0" y="134213"/>
                </a:lnTo>
                <a:lnTo>
                  <a:pt x="0" y="161734"/>
                </a:lnTo>
                <a:lnTo>
                  <a:pt x="44196" y="161734"/>
                </a:lnTo>
                <a:lnTo>
                  <a:pt x="44196" y="311188"/>
                </a:lnTo>
                <a:lnTo>
                  <a:pt x="43345" y="321805"/>
                </a:lnTo>
                <a:lnTo>
                  <a:pt x="40767" y="331000"/>
                </a:lnTo>
                <a:lnTo>
                  <a:pt x="36487" y="339051"/>
                </a:lnTo>
                <a:lnTo>
                  <a:pt x="30480" y="346240"/>
                </a:lnTo>
                <a:lnTo>
                  <a:pt x="48768" y="372249"/>
                </a:lnTo>
                <a:lnTo>
                  <a:pt x="67970" y="356768"/>
                </a:lnTo>
                <a:lnTo>
                  <a:pt x="86868" y="342290"/>
                </a:lnTo>
                <a:lnTo>
                  <a:pt x="105778" y="328663"/>
                </a:lnTo>
                <a:lnTo>
                  <a:pt x="120434" y="318808"/>
                </a:lnTo>
                <a:lnTo>
                  <a:pt x="124980" y="315760"/>
                </a:lnTo>
                <a:close/>
              </a:path>
              <a:path w="2312035" h="381635">
                <a:moveTo>
                  <a:pt x="344627" y="237947"/>
                </a:moveTo>
                <a:lnTo>
                  <a:pt x="315671" y="237947"/>
                </a:lnTo>
                <a:lnTo>
                  <a:pt x="315671" y="263944"/>
                </a:lnTo>
                <a:lnTo>
                  <a:pt x="315671" y="327952"/>
                </a:lnTo>
                <a:lnTo>
                  <a:pt x="167741" y="327952"/>
                </a:lnTo>
                <a:lnTo>
                  <a:pt x="167741" y="263944"/>
                </a:lnTo>
                <a:lnTo>
                  <a:pt x="315671" y="263944"/>
                </a:lnTo>
                <a:lnTo>
                  <a:pt x="315671" y="237947"/>
                </a:lnTo>
                <a:lnTo>
                  <a:pt x="138785" y="237947"/>
                </a:lnTo>
                <a:lnTo>
                  <a:pt x="138785" y="378345"/>
                </a:lnTo>
                <a:lnTo>
                  <a:pt x="167741" y="378345"/>
                </a:lnTo>
                <a:lnTo>
                  <a:pt x="167741" y="353961"/>
                </a:lnTo>
                <a:lnTo>
                  <a:pt x="315671" y="353961"/>
                </a:lnTo>
                <a:lnTo>
                  <a:pt x="315671" y="378345"/>
                </a:lnTo>
                <a:lnTo>
                  <a:pt x="344627" y="378345"/>
                </a:lnTo>
                <a:lnTo>
                  <a:pt x="344627" y="353961"/>
                </a:lnTo>
                <a:lnTo>
                  <a:pt x="344627" y="327952"/>
                </a:lnTo>
                <a:lnTo>
                  <a:pt x="344627" y="263944"/>
                </a:lnTo>
                <a:lnTo>
                  <a:pt x="344627" y="237947"/>
                </a:lnTo>
                <a:close/>
              </a:path>
              <a:path w="2312035" h="381635">
                <a:moveTo>
                  <a:pt x="378155" y="170878"/>
                </a:moveTo>
                <a:lnTo>
                  <a:pt x="330911" y="170878"/>
                </a:lnTo>
                <a:lnTo>
                  <a:pt x="330911" y="91541"/>
                </a:lnTo>
                <a:lnTo>
                  <a:pt x="301955" y="91541"/>
                </a:lnTo>
                <a:lnTo>
                  <a:pt x="301955" y="117449"/>
                </a:lnTo>
                <a:lnTo>
                  <a:pt x="301955" y="170878"/>
                </a:lnTo>
                <a:lnTo>
                  <a:pt x="199745" y="170878"/>
                </a:lnTo>
                <a:lnTo>
                  <a:pt x="207365" y="117449"/>
                </a:lnTo>
                <a:lnTo>
                  <a:pt x="301955" y="117449"/>
                </a:lnTo>
                <a:lnTo>
                  <a:pt x="301955" y="91541"/>
                </a:lnTo>
                <a:lnTo>
                  <a:pt x="210413" y="91541"/>
                </a:lnTo>
                <a:lnTo>
                  <a:pt x="216509" y="47345"/>
                </a:lnTo>
                <a:lnTo>
                  <a:pt x="362915" y="47345"/>
                </a:lnTo>
                <a:lnTo>
                  <a:pt x="362915" y="19812"/>
                </a:lnTo>
                <a:lnTo>
                  <a:pt x="114312" y="19812"/>
                </a:lnTo>
                <a:lnTo>
                  <a:pt x="114312" y="47345"/>
                </a:lnTo>
                <a:lnTo>
                  <a:pt x="187553" y="47345"/>
                </a:lnTo>
                <a:lnTo>
                  <a:pt x="181457" y="91541"/>
                </a:lnTo>
                <a:lnTo>
                  <a:pt x="123456" y="91541"/>
                </a:lnTo>
                <a:lnTo>
                  <a:pt x="123456" y="117449"/>
                </a:lnTo>
                <a:lnTo>
                  <a:pt x="178409" y="117449"/>
                </a:lnTo>
                <a:lnTo>
                  <a:pt x="170789" y="170878"/>
                </a:lnTo>
                <a:lnTo>
                  <a:pt x="105168" y="170878"/>
                </a:lnTo>
                <a:lnTo>
                  <a:pt x="105168" y="198323"/>
                </a:lnTo>
                <a:lnTo>
                  <a:pt x="378155" y="198323"/>
                </a:lnTo>
                <a:lnTo>
                  <a:pt x="378155" y="170878"/>
                </a:lnTo>
                <a:close/>
              </a:path>
              <a:path w="2312035" h="381635">
                <a:moveTo>
                  <a:pt x="629805" y="137261"/>
                </a:moveTo>
                <a:lnTo>
                  <a:pt x="600849" y="137261"/>
                </a:lnTo>
                <a:lnTo>
                  <a:pt x="600849" y="164795"/>
                </a:lnTo>
                <a:lnTo>
                  <a:pt x="600849" y="253276"/>
                </a:lnTo>
                <a:lnTo>
                  <a:pt x="481876" y="253276"/>
                </a:lnTo>
                <a:lnTo>
                  <a:pt x="481876" y="164795"/>
                </a:lnTo>
                <a:lnTo>
                  <a:pt x="600849" y="164795"/>
                </a:lnTo>
                <a:lnTo>
                  <a:pt x="600849" y="137261"/>
                </a:lnTo>
                <a:lnTo>
                  <a:pt x="452920" y="137261"/>
                </a:lnTo>
                <a:lnTo>
                  <a:pt x="452920" y="305092"/>
                </a:lnTo>
                <a:lnTo>
                  <a:pt x="481876" y="305092"/>
                </a:lnTo>
                <a:lnTo>
                  <a:pt x="481876" y="280708"/>
                </a:lnTo>
                <a:lnTo>
                  <a:pt x="629805" y="280708"/>
                </a:lnTo>
                <a:lnTo>
                  <a:pt x="629805" y="253276"/>
                </a:lnTo>
                <a:lnTo>
                  <a:pt x="629805" y="164795"/>
                </a:lnTo>
                <a:lnTo>
                  <a:pt x="629805" y="137261"/>
                </a:lnTo>
                <a:close/>
              </a:path>
              <a:path w="2312035" h="381635">
                <a:moveTo>
                  <a:pt x="741146" y="54965"/>
                </a:moveTo>
                <a:lnTo>
                  <a:pt x="500164" y="54965"/>
                </a:lnTo>
                <a:lnTo>
                  <a:pt x="505853" y="44373"/>
                </a:lnTo>
                <a:lnTo>
                  <a:pt x="511403" y="33197"/>
                </a:lnTo>
                <a:lnTo>
                  <a:pt x="516661" y="21450"/>
                </a:lnTo>
                <a:lnTo>
                  <a:pt x="521500" y="9144"/>
                </a:lnTo>
                <a:lnTo>
                  <a:pt x="491020" y="0"/>
                </a:lnTo>
                <a:lnTo>
                  <a:pt x="471043" y="43205"/>
                </a:lnTo>
                <a:lnTo>
                  <a:pt x="447763" y="83540"/>
                </a:lnTo>
                <a:lnTo>
                  <a:pt x="421322" y="121018"/>
                </a:lnTo>
                <a:lnTo>
                  <a:pt x="391858" y="155651"/>
                </a:lnTo>
                <a:lnTo>
                  <a:pt x="398678" y="162242"/>
                </a:lnTo>
                <a:lnTo>
                  <a:pt x="405206" y="168414"/>
                </a:lnTo>
                <a:lnTo>
                  <a:pt x="411187" y="174294"/>
                </a:lnTo>
                <a:lnTo>
                  <a:pt x="416344" y="180035"/>
                </a:lnTo>
                <a:lnTo>
                  <a:pt x="435203" y="157721"/>
                </a:lnTo>
                <a:lnTo>
                  <a:pt x="452920" y="134264"/>
                </a:lnTo>
                <a:lnTo>
                  <a:pt x="469493" y="109651"/>
                </a:lnTo>
                <a:lnTo>
                  <a:pt x="484924" y="83921"/>
                </a:lnTo>
                <a:lnTo>
                  <a:pt x="707618" y="83921"/>
                </a:lnTo>
                <a:lnTo>
                  <a:pt x="707339" y="128574"/>
                </a:lnTo>
                <a:lnTo>
                  <a:pt x="706488" y="175234"/>
                </a:lnTo>
                <a:lnTo>
                  <a:pt x="705053" y="225285"/>
                </a:lnTo>
                <a:lnTo>
                  <a:pt x="703046" y="277660"/>
                </a:lnTo>
                <a:lnTo>
                  <a:pt x="695972" y="319024"/>
                </a:lnTo>
                <a:lnTo>
                  <a:pt x="663333" y="339293"/>
                </a:lnTo>
                <a:lnTo>
                  <a:pt x="649617" y="340144"/>
                </a:lnTo>
                <a:lnTo>
                  <a:pt x="631609" y="339864"/>
                </a:lnTo>
                <a:lnTo>
                  <a:pt x="611898" y="339001"/>
                </a:lnTo>
                <a:lnTo>
                  <a:pt x="590461" y="337578"/>
                </a:lnTo>
                <a:lnTo>
                  <a:pt x="567321" y="335572"/>
                </a:lnTo>
                <a:lnTo>
                  <a:pt x="568693" y="345363"/>
                </a:lnTo>
                <a:lnTo>
                  <a:pt x="570369" y="354139"/>
                </a:lnTo>
                <a:lnTo>
                  <a:pt x="572033" y="362026"/>
                </a:lnTo>
                <a:lnTo>
                  <a:pt x="573417" y="369201"/>
                </a:lnTo>
                <a:lnTo>
                  <a:pt x="597395" y="370078"/>
                </a:lnTo>
                <a:lnTo>
                  <a:pt x="618947" y="370535"/>
                </a:lnTo>
                <a:lnTo>
                  <a:pt x="654189" y="370725"/>
                </a:lnTo>
                <a:lnTo>
                  <a:pt x="675347" y="369290"/>
                </a:lnTo>
                <a:lnTo>
                  <a:pt x="718286" y="347764"/>
                </a:lnTo>
                <a:lnTo>
                  <a:pt x="733285" y="302971"/>
                </a:lnTo>
                <a:lnTo>
                  <a:pt x="737069" y="229755"/>
                </a:lnTo>
                <a:lnTo>
                  <a:pt x="738657" y="175653"/>
                </a:lnTo>
                <a:lnTo>
                  <a:pt x="739978" y="117017"/>
                </a:lnTo>
                <a:lnTo>
                  <a:pt x="740600" y="83921"/>
                </a:lnTo>
                <a:lnTo>
                  <a:pt x="741146" y="54965"/>
                </a:lnTo>
                <a:close/>
              </a:path>
              <a:path w="2312035" h="381635">
                <a:moveTo>
                  <a:pt x="1155966" y="35052"/>
                </a:moveTo>
                <a:lnTo>
                  <a:pt x="791438" y="35052"/>
                </a:lnTo>
                <a:lnTo>
                  <a:pt x="791438" y="65633"/>
                </a:lnTo>
                <a:lnTo>
                  <a:pt x="974509" y="65633"/>
                </a:lnTo>
                <a:lnTo>
                  <a:pt x="948169" y="104787"/>
                </a:lnTo>
                <a:lnTo>
                  <a:pt x="919467" y="141401"/>
                </a:lnTo>
                <a:lnTo>
                  <a:pt x="888314" y="175463"/>
                </a:lnTo>
                <a:lnTo>
                  <a:pt x="854608" y="206971"/>
                </a:lnTo>
                <a:lnTo>
                  <a:pt x="818286" y="235966"/>
                </a:lnTo>
                <a:lnTo>
                  <a:pt x="779246" y="262420"/>
                </a:lnTo>
                <a:lnTo>
                  <a:pt x="784936" y="269278"/>
                </a:lnTo>
                <a:lnTo>
                  <a:pt x="790486" y="276136"/>
                </a:lnTo>
                <a:lnTo>
                  <a:pt x="795743" y="282994"/>
                </a:lnTo>
                <a:lnTo>
                  <a:pt x="800582" y="289852"/>
                </a:lnTo>
                <a:lnTo>
                  <a:pt x="843762" y="259829"/>
                </a:lnTo>
                <a:lnTo>
                  <a:pt x="883920" y="226936"/>
                </a:lnTo>
                <a:lnTo>
                  <a:pt x="920902" y="191185"/>
                </a:lnTo>
                <a:lnTo>
                  <a:pt x="954608" y="152603"/>
                </a:lnTo>
                <a:lnTo>
                  <a:pt x="954608" y="379869"/>
                </a:lnTo>
                <a:lnTo>
                  <a:pt x="988225" y="379869"/>
                </a:lnTo>
                <a:lnTo>
                  <a:pt x="988225" y="152603"/>
                </a:lnTo>
                <a:lnTo>
                  <a:pt x="988225" y="140309"/>
                </a:lnTo>
                <a:lnTo>
                  <a:pt x="965276" y="140309"/>
                </a:lnTo>
                <a:lnTo>
                  <a:pt x="980236" y="119430"/>
                </a:lnTo>
                <a:lnTo>
                  <a:pt x="993165" y="100114"/>
                </a:lnTo>
                <a:lnTo>
                  <a:pt x="1004366" y="82232"/>
                </a:lnTo>
                <a:lnTo>
                  <a:pt x="1014133" y="65633"/>
                </a:lnTo>
                <a:lnTo>
                  <a:pt x="1155966" y="65633"/>
                </a:lnTo>
                <a:lnTo>
                  <a:pt x="1155966" y="35052"/>
                </a:lnTo>
                <a:close/>
              </a:path>
              <a:path w="2312035" h="381635">
                <a:moveTo>
                  <a:pt x="1163586" y="240995"/>
                </a:moveTo>
                <a:lnTo>
                  <a:pt x="1130134" y="218389"/>
                </a:lnTo>
                <a:lnTo>
                  <a:pt x="1096098" y="196227"/>
                </a:lnTo>
                <a:lnTo>
                  <a:pt x="1061491" y="174332"/>
                </a:lnTo>
                <a:lnTo>
                  <a:pt x="1026325" y="152603"/>
                </a:lnTo>
                <a:lnTo>
                  <a:pt x="1008037" y="178511"/>
                </a:lnTo>
                <a:lnTo>
                  <a:pt x="1037132" y="197104"/>
                </a:lnTo>
                <a:lnTo>
                  <a:pt x="1069390" y="218706"/>
                </a:lnTo>
                <a:lnTo>
                  <a:pt x="1104519" y="243484"/>
                </a:lnTo>
                <a:lnTo>
                  <a:pt x="1142250" y="271564"/>
                </a:lnTo>
                <a:lnTo>
                  <a:pt x="1163586" y="240995"/>
                </a:lnTo>
                <a:close/>
              </a:path>
              <a:path w="2312035" h="381635">
                <a:moveTo>
                  <a:pt x="1541818" y="16764"/>
                </a:moveTo>
                <a:lnTo>
                  <a:pt x="1398473" y="16764"/>
                </a:lnTo>
                <a:lnTo>
                  <a:pt x="1398473" y="42773"/>
                </a:lnTo>
                <a:lnTo>
                  <a:pt x="1398473" y="83921"/>
                </a:lnTo>
                <a:lnTo>
                  <a:pt x="1398473" y="108305"/>
                </a:lnTo>
                <a:lnTo>
                  <a:pt x="1398473" y="158699"/>
                </a:lnTo>
                <a:lnTo>
                  <a:pt x="1329791" y="158699"/>
                </a:lnTo>
                <a:lnTo>
                  <a:pt x="1329791" y="108305"/>
                </a:lnTo>
                <a:lnTo>
                  <a:pt x="1398473" y="108305"/>
                </a:lnTo>
                <a:lnTo>
                  <a:pt x="1398473" y="83921"/>
                </a:lnTo>
                <a:lnTo>
                  <a:pt x="1329791" y="83921"/>
                </a:lnTo>
                <a:lnTo>
                  <a:pt x="1329791" y="42773"/>
                </a:lnTo>
                <a:lnTo>
                  <a:pt x="1398473" y="42773"/>
                </a:lnTo>
                <a:lnTo>
                  <a:pt x="1398473" y="16764"/>
                </a:lnTo>
                <a:lnTo>
                  <a:pt x="1187958" y="16764"/>
                </a:lnTo>
                <a:lnTo>
                  <a:pt x="1187958" y="42773"/>
                </a:lnTo>
                <a:lnTo>
                  <a:pt x="1302359" y="42773"/>
                </a:lnTo>
                <a:lnTo>
                  <a:pt x="1302359" y="83921"/>
                </a:lnTo>
                <a:lnTo>
                  <a:pt x="1302359" y="108305"/>
                </a:lnTo>
                <a:lnTo>
                  <a:pt x="1302359" y="158699"/>
                </a:lnTo>
                <a:lnTo>
                  <a:pt x="1233690" y="158699"/>
                </a:lnTo>
                <a:lnTo>
                  <a:pt x="1233690" y="108305"/>
                </a:lnTo>
                <a:lnTo>
                  <a:pt x="1302359" y="108305"/>
                </a:lnTo>
                <a:lnTo>
                  <a:pt x="1302359" y="83921"/>
                </a:lnTo>
                <a:lnTo>
                  <a:pt x="1206246" y="83921"/>
                </a:lnTo>
                <a:lnTo>
                  <a:pt x="1206246" y="198323"/>
                </a:lnTo>
                <a:lnTo>
                  <a:pt x="1233690" y="198323"/>
                </a:lnTo>
                <a:lnTo>
                  <a:pt x="1233690" y="183083"/>
                </a:lnTo>
                <a:lnTo>
                  <a:pt x="1494485" y="183083"/>
                </a:lnTo>
                <a:lnTo>
                  <a:pt x="1494485" y="198323"/>
                </a:lnTo>
                <a:lnTo>
                  <a:pt x="1522006" y="198323"/>
                </a:lnTo>
                <a:lnTo>
                  <a:pt x="1522006" y="183083"/>
                </a:lnTo>
                <a:lnTo>
                  <a:pt x="1522006" y="158699"/>
                </a:lnTo>
                <a:lnTo>
                  <a:pt x="1522006" y="108305"/>
                </a:lnTo>
                <a:lnTo>
                  <a:pt x="1522006" y="83921"/>
                </a:lnTo>
                <a:lnTo>
                  <a:pt x="1494485" y="83921"/>
                </a:lnTo>
                <a:lnTo>
                  <a:pt x="1494485" y="108305"/>
                </a:lnTo>
                <a:lnTo>
                  <a:pt x="1494485" y="158699"/>
                </a:lnTo>
                <a:lnTo>
                  <a:pt x="1425905" y="158699"/>
                </a:lnTo>
                <a:lnTo>
                  <a:pt x="1425905" y="108305"/>
                </a:lnTo>
                <a:lnTo>
                  <a:pt x="1494485" y="108305"/>
                </a:lnTo>
                <a:lnTo>
                  <a:pt x="1494485" y="83921"/>
                </a:lnTo>
                <a:lnTo>
                  <a:pt x="1425905" y="83921"/>
                </a:lnTo>
                <a:lnTo>
                  <a:pt x="1425905" y="42773"/>
                </a:lnTo>
                <a:lnTo>
                  <a:pt x="1541818" y="42773"/>
                </a:lnTo>
                <a:lnTo>
                  <a:pt x="1541818" y="16764"/>
                </a:lnTo>
                <a:close/>
              </a:path>
              <a:path w="2312035" h="381635">
                <a:moveTo>
                  <a:pt x="1554010" y="221183"/>
                </a:moveTo>
                <a:lnTo>
                  <a:pt x="1430477" y="221183"/>
                </a:lnTo>
                <a:lnTo>
                  <a:pt x="1430477" y="247180"/>
                </a:lnTo>
                <a:lnTo>
                  <a:pt x="1419059" y="262585"/>
                </a:lnTo>
                <a:lnTo>
                  <a:pt x="1405509" y="276707"/>
                </a:lnTo>
                <a:lnTo>
                  <a:pt x="1389926" y="289394"/>
                </a:lnTo>
                <a:lnTo>
                  <a:pt x="1372463" y="300520"/>
                </a:lnTo>
                <a:lnTo>
                  <a:pt x="1306461" y="281228"/>
                </a:lnTo>
                <a:lnTo>
                  <a:pt x="1285595" y="274612"/>
                </a:lnTo>
                <a:lnTo>
                  <a:pt x="1290193" y="267754"/>
                </a:lnTo>
                <a:lnTo>
                  <a:pt x="1294930" y="260896"/>
                </a:lnTo>
                <a:lnTo>
                  <a:pt x="1299959" y="254038"/>
                </a:lnTo>
                <a:lnTo>
                  <a:pt x="1305407" y="247180"/>
                </a:lnTo>
                <a:lnTo>
                  <a:pt x="1430477" y="247180"/>
                </a:lnTo>
                <a:lnTo>
                  <a:pt x="1430477" y="221183"/>
                </a:lnTo>
                <a:lnTo>
                  <a:pt x="1323695" y="221183"/>
                </a:lnTo>
                <a:lnTo>
                  <a:pt x="1327391" y="214553"/>
                </a:lnTo>
                <a:lnTo>
                  <a:pt x="1331506" y="208229"/>
                </a:lnTo>
                <a:lnTo>
                  <a:pt x="1335913" y="201891"/>
                </a:lnTo>
                <a:lnTo>
                  <a:pt x="1340459" y="195275"/>
                </a:lnTo>
                <a:lnTo>
                  <a:pt x="1309979" y="184607"/>
                </a:lnTo>
                <a:lnTo>
                  <a:pt x="1305140" y="193751"/>
                </a:lnTo>
                <a:lnTo>
                  <a:pt x="1299883" y="202895"/>
                </a:lnTo>
                <a:lnTo>
                  <a:pt x="1294333" y="212039"/>
                </a:lnTo>
                <a:lnTo>
                  <a:pt x="1288643" y="221183"/>
                </a:lnTo>
                <a:lnTo>
                  <a:pt x="1174242" y="221183"/>
                </a:lnTo>
                <a:lnTo>
                  <a:pt x="1174242" y="247180"/>
                </a:lnTo>
                <a:lnTo>
                  <a:pt x="1271879" y="247180"/>
                </a:lnTo>
                <a:lnTo>
                  <a:pt x="1264119" y="257441"/>
                </a:lnTo>
                <a:lnTo>
                  <a:pt x="1256626" y="267563"/>
                </a:lnTo>
                <a:lnTo>
                  <a:pt x="1249121" y="277393"/>
                </a:lnTo>
                <a:lnTo>
                  <a:pt x="1241310" y="286804"/>
                </a:lnTo>
                <a:lnTo>
                  <a:pt x="1337411" y="318808"/>
                </a:lnTo>
                <a:lnTo>
                  <a:pt x="1305902" y="330238"/>
                </a:lnTo>
                <a:lnTo>
                  <a:pt x="1270533" y="339394"/>
                </a:lnTo>
                <a:lnTo>
                  <a:pt x="1230858" y="346278"/>
                </a:lnTo>
                <a:lnTo>
                  <a:pt x="1186434" y="350913"/>
                </a:lnTo>
                <a:lnTo>
                  <a:pt x="1190104" y="358673"/>
                </a:lnTo>
                <a:lnTo>
                  <a:pt x="1198016" y="373621"/>
                </a:lnTo>
                <a:lnTo>
                  <a:pt x="1201674" y="381393"/>
                </a:lnTo>
                <a:lnTo>
                  <a:pt x="1252905" y="373126"/>
                </a:lnTo>
                <a:lnTo>
                  <a:pt x="1299108" y="362140"/>
                </a:lnTo>
                <a:lnTo>
                  <a:pt x="1340434" y="348551"/>
                </a:lnTo>
                <a:lnTo>
                  <a:pt x="1377035" y="332524"/>
                </a:lnTo>
                <a:lnTo>
                  <a:pt x="1478711" y="366890"/>
                </a:lnTo>
                <a:lnTo>
                  <a:pt x="1511249" y="378345"/>
                </a:lnTo>
                <a:lnTo>
                  <a:pt x="1528102" y="347764"/>
                </a:lnTo>
                <a:lnTo>
                  <a:pt x="1476997" y="332524"/>
                </a:lnTo>
                <a:lnTo>
                  <a:pt x="1409141" y="312712"/>
                </a:lnTo>
                <a:lnTo>
                  <a:pt x="1423212" y="300520"/>
                </a:lnTo>
                <a:lnTo>
                  <a:pt x="1425663" y="298399"/>
                </a:lnTo>
                <a:lnTo>
                  <a:pt x="1440764" y="282803"/>
                </a:lnTo>
                <a:lnTo>
                  <a:pt x="1454137" y="265772"/>
                </a:lnTo>
                <a:lnTo>
                  <a:pt x="1465529" y="247180"/>
                </a:lnTo>
                <a:lnTo>
                  <a:pt x="1554010" y="247180"/>
                </a:lnTo>
                <a:lnTo>
                  <a:pt x="1554010" y="221183"/>
                </a:lnTo>
                <a:close/>
              </a:path>
              <a:path w="2312035" h="381635">
                <a:moveTo>
                  <a:pt x="1634782" y="237947"/>
                </a:moveTo>
                <a:lnTo>
                  <a:pt x="1604302" y="227279"/>
                </a:lnTo>
                <a:lnTo>
                  <a:pt x="1595780" y="254431"/>
                </a:lnTo>
                <a:lnTo>
                  <a:pt x="1586395" y="280695"/>
                </a:lnTo>
                <a:lnTo>
                  <a:pt x="1576438" y="305803"/>
                </a:lnTo>
                <a:lnTo>
                  <a:pt x="1566202" y="329476"/>
                </a:lnTo>
                <a:lnTo>
                  <a:pt x="1593634" y="343192"/>
                </a:lnTo>
                <a:lnTo>
                  <a:pt x="1604568" y="319468"/>
                </a:lnTo>
                <a:lnTo>
                  <a:pt x="1614779" y="294030"/>
                </a:lnTo>
                <a:lnTo>
                  <a:pt x="1624711" y="266852"/>
                </a:lnTo>
                <a:lnTo>
                  <a:pt x="1634782" y="237947"/>
                </a:lnTo>
                <a:close/>
              </a:path>
              <a:path w="2312035" h="381635">
                <a:moveTo>
                  <a:pt x="1802612" y="266992"/>
                </a:moveTo>
                <a:lnTo>
                  <a:pt x="1789938" y="251828"/>
                </a:lnTo>
                <a:lnTo>
                  <a:pt x="1763509" y="219760"/>
                </a:lnTo>
                <a:lnTo>
                  <a:pt x="1749183" y="202895"/>
                </a:lnTo>
                <a:lnTo>
                  <a:pt x="1726323" y="218135"/>
                </a:lnTo>
                <a:lnTo>
                  <a:pt x="1740611" y="237667"/>
                </a:lnTo>
                <a:lnTo>
                  <a:pt x="1753755" y="255168"/>
                </a:lnTo>
                <a:lnTo>
                  <a:pt x="1776615" y="285280"/>
                </a:lnTo>
                <a:lnTo>
                  <a:pt x="1802612" y="266992"/>
                </a:lnTo>
                <a:close/>
              </a:path>
              <a:path w="2312035" h="381635">
                <a:moveTo>
                  <a:pt x="1869668" y="285280"/>
                </a:moveTo>
                <a:lnTo>
                  <a:pt x="1855190" y="280517"/>
                </a:lnTo>
                <a:lnTo>
                  <a:pt x="1847811" y="277774"/>
                </a:lnTo>
                <a:lnTo>
                  <a:pt x="1840712" y="274612"/>
                </a:lnTo>
                <a:lnTo>
                  <a:pt x="1839328" y="284873"/>
                </a:lnTo>
                <a:lnTo>
                  <a:pt x="1837664" y="294995"/>
                </a:lnTo>
                <a:lnTo>
                  <a:pt x="1836000" y="304825"/>
                </a:lnTo>
                <a:lnTo>
                  <a:pt x="1834616" y="314236"/>
                </a:lnTo>
                <a:lnTo>
                  <a:pt x="1830641" y="326237"/>
                </a:lnTo>
                <a:lnTo>
                  <a:pt x="1823377" y="334810"/>
                </a:lnTo>
                <a:lnTo>
                  <a:pt x="1812975" y="339953"/>
                </a:lnTo>
                <a:lnTo>
                  <a:pt x="1799564" y="341668"/>
                </a:lnTo>
                <a:lnTo>
                  <a:pt x="1717179" y="341668"/>
                </a:lnTo>
                <a:lnTo>
                  <a:pt x="1705406" y="339686"/>
                </a:lnTo>
                <a:lnTo>
                  <a:pt x="1697367" y="333857"/>
                </a:lnTo>
                <a:lnTo>
                  <a:pt x="1692744" y="324307"/>
                </a:lnTo>
                <a:lnTo>
                  <a:pt x="1691271" y="311188"/>
                </a:lnTo>
                <a:lnTo>
                  <a:pt x="1691271" y="236423"/>
                </a:lnTo>
                <a:lnTo>
                  <a:pt x="1660791" y="236423"/>
                </a:lnTo>
                <a:lnTo>
                  <a:pt x="1660791" y="315760"/>
                </a:lnTo>
                <a:lnTo>
                  <a:pt x="1663928" y="338696"/>
                </a:lnTo>
                <a:lnTo>
                  <a:pt x="1673364" y="354901"/>
                </a:lnTo>
                <a:lnTo>
                  <a:pt x="1689074" y="364502"/>
                </a:lnTo>
                <a:lnTo>
                  <a:pt x="1711083" y="367677"/>
                </a:lnTo>
                <a:lnTo>
                  <a:pt x="1808708" y="367677"/>
                </a:lnTo>
                <a:lnTo>
                  <a:pt x="1828165" y="365366"/>
                </a:lnTo>
                <a:lnTo>
                  <a:pt x="1843189" y="358330"/>
                </a:lnTo>
                <a:lnTo>
                  <a:pt x="1853933" y="346417"/>
                </a:lnTo>
                <a:lnTo>
                  <a:pt x="1855774" y="341668"/>
                </a:lnTo>
                <a:lnTo>
                  <a:pt x="1860524" y="329476"/>
                </a:lnTo>
                <a:lnTo>
                  <a:pt x="1862810" y="319138"/>
                </a:lnTo>
                <a:lnTo>
                  <a:pt x="1864855" y="309664"/>
                </a:lnTo>
                <a:lnTo>
                  <a:pt x="1867382" y="297332"/>
                </a:lnTo>
                <a:lnTo>
                  <a:pt x="1869668" y="285280"/>
                </a:lnTo>
                <a:close/>
              </a:path>
              <a:path w="2312035" h="381635">
                <a:moveTo>
                  <a:pt x="1942922" y="56489"/>
                </a:moveTo>
                <a:lnTo>
                  <a:pt x="1767471" y="56489"/>
                </a:lnTo>
                <a:lnTo>
                  <a:pt x="1784235" y="47345"/>
                </a:lnTo>
                <a:lnTo>
                  <a:pt x="1777987" y="35623"/>
                </a:lnTo>
                <a:lnTo>
                  <a:pt x="1770900" y="23634"/>
                </a:lnTo>
                <a:lnTo>
                  <a:pt x="1763229" y="11671"/>
                </a:lnTo>
                <a:lnTo>
                  <a:pt x="1755279" y="0"/>
                </a:lnTo>
                <a:lnTo>
                  <a:pt x="1727847" y="13716"/>
                </a:lnTo>
                <a:lnTo>
                  <a:pt x="1734680" y="24053"/>
                </a:lnTo>
                <a:lnTo>
                  <a:pt x="1741373" y="34531"/>
                </a:lnTo>
                <a:lnTo>
                  <a:pt x="1747774" y="45300"/>
                </a:lnTo>
                <a:lnTo>
                  <a:pt x="1753755" y="56489"/>
                </a:lnTo>
                <a:lnTo>
                  <a:pt x="1569250" y="56489"/>
                </a:lnTo>
                <a:lnTo>
                  <a:pt x="1569250" y="83921"/>
                </a:lnTo>
                <a:lnTo>
                  <a:pt x="1624114" y="83921"/>
                </a:lnTo>
                <a:lnTo>
                  <a:pt x="1624114" y="198323"/>
                </a:lnTo>
                <a:lnTo>
                  <a:pt x="1910816" y="198323"/>
                </a:lnTo>
                <a:lnTo>
                  <a:pt x="1910816" y="170891"/>
                </a:lnTo>
                <a:lnTo>
                  <a:pt x="1656118" y="170891"/>
                </a:lnTo>
                <a:lnTo>
                  <a:pt x="1656118" y="83921"/>
                </a:lnTo>
                <a:lnTo>
                  <a:pt x="1942922" y="83921"/>
                </a:lnTo>
                <a:lnTo>
                  <a:pt x="1942922" y="56489"/>
                </a:lnTo>
                <a:close/>
              </a:path>
              <a:path w="2312035" h="381635">
                <a:moveTo>
                  <a:pt x="1947494" y="309664"/>
                </a:moveTo>
                <a:lnTo>
                  <a:pt x="1915020" y="270598"/>
                </a:lnTo>
                <a:lnTo>
                  <a:pt x="1898103" y="250685"/>
                </a:lnTo>
                <a:lnTo>
                  <a:pt x="1880336" y="230327"/>
                </a:lnTo>
                <a:lnTo>
                  <a:pt x="1859000" y="247180"/>
                </a:lnTo>
                <a:lnTo>
                  <a:pt x="1875624" y="268401"/>
                </a:lnTo>
                <a:lnTo>
                  <a:pt x="1891385" y="288899"/>
                </a:lnTo>
                <a:lnTo>
                  <a:pt x="1906574" y="309118"/>
                </a:lnTo>
                <a:lnTo>
                  <a:pt x="1921484" y="329476"/>
                </a:lnTo>
                <a:lnTo>
                  <a:pt x="1947494" y="309664"/>
                </a:lnTo>
                <a:close/>
              </a:path>
              <a:path w="2312035" h="381635">
                <a:moveTo>
                  <a:pt x="2311920" y="30480"/>
                </a:moveTo>
                <a:lnTo>
                  <a:pt x="1971878" y="30480"/>
                </a:lnTo>
                <a:lnTo>
                  <a:pt x="1971878" y="62585"/>
                </a:lnTo>
                <a:lnTo>
                  <a:pt x="2258580" y="62585"/>
                </a:lnTo>
                <a:lnTo>
                  <a:pt x="2230323" y="83159"/>
                </a:lnTo>
                <a:lnTo>
                  <a:pt x="2200618" y="103746"/>
                </a:lnTo>
                <a:lnTo>
                  <a:pt x="2169769" y="124345"/>
                </a:lnTo>
                <a:lnTo>
                  <a:pt x="2138083" y="144970"/>
                </a:lnTo>
                <a:lnTo>
                  <a:pt x="2138083" y="300520"/>
                </a:lnTo>
                <a:lnTo>
                  <a:pt x="2135822" y="315645"/>
                </a:lnTo>
                <a:lnTo>
                  <a:pt x="2129129" y="326618"/>
                </a:lnTo>
                <a:lnTo>
                  <a:pt x="2118156" y="333311"/>
                </a:lnTo>
                <a:lnTo>
                  <a:pt x="2103031" y="335572"/>
                </a:lnTo>
                <a:lnTo>
                  <a:pt x="2088464" y="334429"/>
                </a:lnTo>
                <a:lnTo>
                  <a:pt x="2035886" y="331000"/>
                </a:lnTo>
                <a:lnTo>
                  <a:pt x="2037905" y="340156"/>
                </a:lnTo>
                <a:lnTo>
                  <a:pt x="2039505" y="349338"/>
                </a:lnTo>
                <a:lnTo>
                  <a:pt x="2041982" y="367665"/>
                </a:lnTo>
                <a:lnTo>
                  <a:pt x="2062035" y="367906"/>
                </a:lnTo>
                <a:lnTo>
                  <a:pt x="2093061" y="368960"/>
                </a:lnTo>
                <a:lnTo>
                  <a:pt x="2104555" y="369189"/>
                </a:lnTo>
                <a:lnTo>
                  <a:pt x="2122538" y="368071"/>
                </a:lnTo>
                <a:lnTo>
                  <a:pt x="2157895" y="352425"/>
                </a:lnTo>
                <a:lnTo>
                  <a:pt x="2171611" y="300520"/>
                </a:lnTo>
                <a:lnTo>
                  <a:pt x="2171611" y="160210"/>
                </a:lnTo>
                <a:lnTo>
                  <a:pt x="2207069" y="137299"/>
                </a:lnTo>
                <a:lnTo>
                  <a:pt x="2277364" y="91541"/>
                </a:lnTo>
                <a:lnTo>
                  <a:pt x="2311920" y="68681"/>
                </a:lnTo>
                <a:lnTo>
                  <a:pt x="2311920" y="304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407" y="3064573"/>
            <a:ext cx="2729769" cy="384333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4622190" y="3113341"/>
            <a:ext cx="1186815" cy="370840"/>
          </a:xfrm>
          <a:custGeom>
            <a:avLst/>
            <a:gdLst/>
            <a:ahLst/>
            <a:cxnLst/>
            <a:rect l="l" t="t" r="r" b="b"/>
            <a:pathLst>
              <a:path w="1186814" h="370839">
                <a:moveTo>
                  <a:pt x="279082" y="4572"/>
                </a:moveTo>
                <a:lnTo>
                  <a:pt x="239458" y="4572"/>
                </a:lnTo>
                <a:lnTo>
                  <a:pt x="152501" y="195262"/>
                </a:lnTo>
                <a:lnTo>
                  <a:pt x="146977" y="209169"/>
                </a:lnTo>
                <a:lnTo>
                  <a:pt x="143713" y="218198"/>
                </a:lnTo>
                <a:lnTo>
                  <a:pt x="140309" y="228790"/>
                </a:lnTo>
                <a:lnTo>
                  <a:pt x="138785" y="228790"/>
                </a:lnTo>
                <a:lnTo>
                  <a:pt x="137083" y="222504"/>
                </a:lnTo>
                <a:lnTo>
                  <a:pt x="134404" y="215074"/>
                </a:lnTo>
                <a:lnTo>
                  <a:pt x="130848" y="206502"/>
                </a:lnTo>
                <a:lnTo>
                  <a:pt x="42773" y="4572"/>
                </a:lnTo>
                <a:lnTo>
                  <a:pt x="0" y="4572"/>
                </a:lnTo>
                <a:lnTo>
                  <a:pt x="0" y="279184"/>
                </a:lnTo>
                <a:lnTo>
                  <a:pt x="30581" y="279184"/>
                </a:lnTo>
                <a:lnTo>
                  <a:pt x="30581" y="96113"/>
                </a:lnTo>
                <a:lnTo>
                  <a:pt x="30391" y="63525"/>
                </a:lnTo>
                <a:lnTo>
                  <a:pt x="29933" y="51282"/>
                </a:lnTo>
                <a:lnTo>
                  <a:pt x="29057" y="41148"/>
                </a:lnTo>
                <a:lnTo>
                  <a:pt x="30581" y="41148"/>
                </a:lnTo>
                <a:lnTo>
                  <a:pt x="31978" y="50660"/>
                </a:lnTo>
                <a:lnTo>
                  <a:pt x="33820" y="58572"/>
                </a:lnTo>
                <a:lnTo>
                  <a:pt x="35928" y="65036"/>
                </a:lnTo>
                <a:lnTo>
                  <a:pt x="131165" y="279184"/>
                </a:lnTo>
                <a:lnTo>
                  <a:pt x="146405" y="279184"/>
                </a:lnTo>
                <a:lnTo>
                  <a:pt x="240982" y="68681"/>
                </a:lnTo>
                <a:lnTo>
                  <a:pt x="243027" y="63538"/>
                </a:lnTo>
                <a:lnTo>
                  <a:pt x="244792" y="57238"/>
                </a:lnTo>
                <a:lnTo>
                  <a:pt x="248602" y="41148"/>
                </a:lnTo>
                <a:lnTo>
                  <a:pt x="250126" y="41148"/>
                </a:lnTo>
                <a:lnTo>
                  <a:pt x="248031" y="70764"/>
                </a:lnTo>
                <a:lnTo>
                  <a:pt x="247345" y="83464"/>
                </a:lnTo>
                <a:lnTo>
                  <a:pt x="247078" y="94589"/>
                </a:lnTo>
                <a:lnTo>
                  <a:pt x="247078" y="279184"/>
                </a:lnTo>
                <a:lnTo>
                  <a:pt x="279082" y="279184"/>
                </a:lnTo>
                <a:lnTo>
                  <a:pt x="279082" y="4572"/>
                </a:lnTo>
                <a:close/>
              </a:path>
              <a:path w="1186814" h="370839">
                <a:moveTo>
                  <a:pt x="503301" y="83921"/>
                </a:moveTo>
                <a:lnTo>
                  <a:pt x="469773" y="83921"/>
                </a:lnTo>
                <a:lnTo>
                  <a:pt x="414807" y="234899"/>
                </a:lnTo>
                <a:lnTo>
                  <a:pt x="413283" y="240995"/>
                </a:lnTo>
                <a:lnTo>
                  <a:pt x="411759" y="245567"/>
                </a:lnTo>
                <a:lnTo>
                  <a:pt x="410235" y="248615"/>
                </a:lnTo>
                <a:lnTo>
                  <a:pt x="407187" y="240995"/>
                </a:lnTo>
                <a:lnTo>
                  <a:pt x="405663" y="236423"/>
                </a:lnTo>
                <a:lnTo>
                  <a:pt x="405663" y="233375"/>
                </a:lnTo>
                <a:lnTo>
                  <a:pt x="352323" y="83921"/>
                </a:lnTo>
                <a:lnTo>
                  <a:pt x="317182" y="83921"/>
                </a:lnTo>
                <a:lnTo>
                  <a:pt x="394995" y="279095"/>
                </a:lnTo>
                <a:lnTo>
                  <a:pt x="378231" y="315760"/>
                </a:lnTo>
                <a:lnTo>
                  <a:pt x="371690" y="328002"/>
                </a:lnTo>
                <a:lnTo>
                  <a:pt x="363562" y="337096"/>
                </a:lnTo>
                <a:lnTo>
                  <a:pt x="354025" y="342760"/>
                </a:lnTo>
                <a:lnTo>
                  <a:pt x="343179" y="344716"/>
                </a:lnTo>
                <a:lnTo>
                  <a:pt x="337083" y="344716"/>
                </a:lnTo>
                <a:lnTo>
                  <a:pt x="330987" y="343192"/>
                </a:lnTo>
                <a:lnTo>
                  <a:pt x="324891" y="340144"/>
                </a:lnTo>
                <a:lnTo>
                  <a:pt x="324891" y="369100"/>
                </a:lnTo>
                <a:lnTo>
                  <a:pt x="329463" y="370624"/>
                </a:lnTo>
                <a:lnTo>
                  <a:pt x="344703" y="370624"/>
                </a:lnTo>
                <a:lnTo>
                  <a:pt x="383565" y="355574"/>
                </a:lnTo>
                <a:lnTo>
                  <a:pt x="413283" y="309664"/>
                </a:lnTo>
                <a:lnTo>
                  <a:pt x="437629" y="248615"/>
                </a:lnTo>
                <a:lnTo>
                  <a:pt x="503301" y="83921"/>
                </a:lnTo>
                <a:close/>
              </a:path>
              <a:path w="1186814" h="370839">
                <a:moveTo>
                  <a:pt x="693889" y="210502"/>
                </a:moveTo>
                <a:lnTo>
                  <a:pt x="681316" y="171831"/>
                </a:lnTo>
                <a:lnTo>
                  <a:pt x="642823" y="139052"/>
                </a:lnTo>
                <a:lnTo>
                  <a:pt x="620737" y="128117"/>
                </a:lnTo>
                <a:lnTo>
                  <a:pt x="614146" y="124688"/>
                </a:lnTo>
                <a:lnTo>
                  <a:pt x="607974" y="121259"/>
                </a:lnTo>
                <a:lnTo>
                  <a:pt x="596353" y="114401"/>
                </a:lnTo>
                <a:lnTo>
                  <a:pt x="588733" y="111353"/>
                </a:lnTo>
                <a:lnTo>
                  <a:pt x="582637" y="106781"/>
                </a:lnTo>
                <a:lnTo>
                  <a:pt x="578065" y="102209"/>
                </a:lnTo>
                <a:lnTo>
                  <a:pt x="571881" y="99161"/>
                </a:lnTo>
                <a:lnTo>
                  <a:pt x="568833" y="94589"/>
                </a:lnTo>
                <a:lnTo>
                  <a:pt x="565785" y="88493"/>
                </a:lnTo>
                <a:lnTo>
                  <a:pt x="562737" y="83921"/>
                </a:lnTo>
                <a:lnTo>
                  <a:pt x="561213" y="77825"/>
                </a:lnTo>
                <a:lnTo>
                  <a:pt x="561213" y="62585"/>
                </a:lnTo>
                <a:lnTo>
                  <a:pt x="564261" y="56489"/>
                </a:lnTo>
                <a:lnTo>
                  <a:pt x="567309" y="51917"/>
                </a:lnTo>
                <a:lnTo>
                  <a:pt x="570357" y="45720"/>
                </a:lnTo>
                <a:lnTo>
                  <a:pt x="574929" y="41148"/>
                </a:lnTo>
                <a:lnTo>
                  <a:pt x="581113" y="38100"/>
                </a:lnTo>
                <a:lnTo>
                  <a:pt x="585685" y="35052"/>
                </a:lnTo>
                <a:lnTo>
                  <a:pt x="591781" y="33528"/>
                </a:lnTo>
                <a:lnTo>
                  <a:pt x="599401" y="32004"/>
                </a:lnTo>
                <a:lnTo>
                  <a:pt x="605497" y="30480"/>
                </a:lnTo>
                <a:lnTo>
                  <a:pt x="613117" y="28956"/>
                </a:lnTo>
                <a:lnTo>
                  <a:pt x="620737" y="28956"/>
                </a:lnTo>
                <a:lnTo>
                  <a:pt x="638441" y="30086"/>
                </a:lnTo>
                <a:lnTo>
                  <a:pt x="654837" y="33337"/>
                </a:lnTo>
                <a:lnTo>
                  <a:pt x="669823" y="38608"/>
                </a:lnTo>
                <a:lnTo>
                  <a:pt x="683221" y="45720"/>
                </a:lnTo>
                <a:lnTo>
                  <a:pt x="683221" y="10668"/>
                </a:lnTo>
                <a:lnTo>
                  <a:pt x="671791" y="5791"/>
                </a:lnTo>
                <a:lnTo>
                  <a:pt x="658075" y="2476"/>
                </a:lnTo>
                <a:lnTo>
                  <a:pt x="642073" y="596"/>
                </a:lnTo>
                <a:lnTo>
                  <a:pt x="623785" y="0"/>
                </a:lnTo>
                <a:lnTo>
                  <a:pt x="614667" y="292"/>
                </a:lnTo>
                <a:lnTo>
                  <a:pt x="572274" y="10287"/>
                </a:lnTo>
                <a:lnTo>
                  <a:pt x="540804" y="34582"/>
                </a:lnTo>
                <a:lnTo>
                  <a:pt x="527685" y="73253"/>
                </a:lnTo>
                <a:lnTo>
                  <a:pt x="528205" y="80962"/>
                </a:lnTo>
                <a:lnTo>
                  <a:pt x="547497" y="120497"/>
                </a:lnTo>
                <a:lnTo>
                  <a:pt x="596353" y="151066"/>
                </a:lnTo>
                <a:lnTo>
                  <a:pt x="622261" y="164782"/>
                </a:lnTo>
                <a:lnTo>
                  <a:pt x="652741" y="187642"/>
                </a:lnTo>
                <a:lnTo>
                  <a:pt x="660361" y="204406"/>
                </a:lnTo>
                <a:lnTo>
                  <a:pt x="660361" y="212026"/>
                </a:lnTo>
                <a:lnTo>
                  <a:pt x="637146" y="248932"/>
                </a:lnTo>
                <a:lnTo>
                  <a:pt x="600925" y="254800"/>
                </a:lnTo>
                <a:lnTo>
                  <a:pt x="588733" y="254800"/>
                </a:lnTo>
                <a:lnTo>
                  <a:pt x="576453" y="251650"/>
                </a:lnTo>
                <a:lnTo>
                  <a:pt x="568833" y="250126"/>
                </a:lnTo>
                <a:lnTo>
                  <a:pt x="562737" y="248602"/>
                </a:lnTo>
                <a:lnTo>
                  <a:pt x="555117" y="245554"/>
                </a:lnTo>
                <a:lnTo>
                  <a:pt x="549021" y="244030"/>
                </a:lnTo>
                <a:lnTo>
                  <a:pt x="536829" y="237934"/>
                </a:lnTo>
                <a:lnTo>
                  <a:pt x="532257" y="233362"/>
                </a:lnTo>
                <a:lnTo>
                  <a:pt x="527685" y="230314"/>
                </a:lnTo>
                <a:lnTo>
                  <a:pt x="527685" y="268516"/>
                </a:lnTo>
                <a:lnTo>
                  <a:pt x="536829" y="273088"/>
                </a:lnTo>
                <a:lnTo>
                  <a:pt x="541401" y="274612"/>
                </a:lnTo>
                <a:lnTo>
                  <a:pt x="553593" y="277660"/>
                </a:lnTo>
                <a:lnTo>
                  <a:pt x="561213" y="279184"/>
                </a:lnTo>
                <a:lnTo>
                  <a:pt x="573405" y="282232"/>
                </a:lnTo>
                <a:lnTo>
                  <a:pt x="581113" y="282232"/>
                </a:lnTo>
                <a:lnTo>
                  <a:pt x="587209" y="283756"/>
                </a:lnTo>
                <a:lnTo>
                  <a:pt x="606361" y="283464"/>
                </a:lnTo>
                <a:lnTo>
                  <a:pt x="615784" y="282613"/>
                </a:lnTo>
                <a:lnTo>
                  <a:pt x="624649" y="281178"/>
                </a:lnTo>
                <a:lnTo>
                  <a:pt x="632929" y="279184"/>
                </a:lnTo>
                <a:lnTo>
                  <a:pt x="641794" y="277495"/>
                </a:lnTo>
                <a:lnTo>
                  <a:pt x="676744" y="256654"/>
                </a:lnTo>
                <a:lnTo>
                  <a:pt x="693343" y="219608"/>
                </a:lnTo>
                <a:lnTo>
                  <a:pt x="693889" y="210502"/>
                </a:lnTo>
                <a:close/>
              </a:path>
              <a:path w="1186814" h="370839">
                <a:moveTo>
                  <a:pt x="1012698" y="315760"/>
                </a:moveTo>
                <a:lnTo>
                  <a:pt x="959713" y="277660"/>
                </a:lnTo>
                <a:lnTo>
                  <a:pt x="936409" y="260896"/>
                </a:lnTo>
                <a:lnTo>
                  <a:pt x="942505" y="256324"/>
                </a:lnTo>
                <a:lnTo>
                  <a:pt x="944003" y="254800"/>
                </a:lnTo>
                <a:lnTo>
                  <a:pt x="948601" y="250126"/>
                </a:lnTo>
                <a:lnTo>
                  <a:pt x="954697" y="244030"/>
                </a:lnTo>
                <a:lnTo>
                  <a:pt x="969810" y="222885"/>
                </a:lnTo>
                <a:lnTo>
                  <a:pt x="980795" y="198310"/>
                </a:lnTo>
                <a:lnTo>
                  <a:pt x="987475" y="170268"/>
                </a:lnTo>
                <a:lnTo>
                  <a:pt x="989749" y="138785"/>
                </a:lnTo>
                <a:lnTo>
                  <a:pt x="987475" y="109347"/>
                </a:lnTo>
                <a:lnTo>
                  <a:pt x="980795" y="82765"/>
                </a:lnTo>
                <a:lnTo>
                  <a:pt x="969810" y="59016"/>
                </a:lnTo>
                <a:lnTo>
                  <a:pt x="956119" y="40081"/>
                </a:lnTo>
                <a:lnTo>
                  <a:pt x="956119" y="141833"/>
                </a:lnTo>
                <a:lnTo>
                  <a:pt x="956106" y="144881"/>
                </a:lnTo>
                <a:lnTo>
                  <a:pt x="949553" y="190309"/>
                </a:lnTo>
                <a:lnTo>
                  <a:pt x="930313" y="225742"/>
                </a:lnTo>
                <a:lnTo>
                  <a:pt x="899071" y="247700"/>
                </a:lnTo>
                <a:lnTo>
                  <a:pt x="858672" y="254800"/>
                </a:lnTo>
                <a:lnTo>
                  <a:pt x="838911" y="252806"/>
                </a:lnTo>
                <a:lnTo>
                  <a:pt x="790003" y="224218"/>
                </a:lnTo>
                <a:lnTo>
                  <a:pt x="770763" y="187642"/>
                </a:lnTo>
                <a:lnTo>
                  <a:pt x="764095" y="141833"/>
                </a:lnTo>
                <a:lnTo>
                  <a:pt x="765810" y="117856"/>
                </a:lnTo>
                <a:lnTo>
                  <a:pt x="779526" y="77330"/>
                </a:lnTo>
                <a:lnTo>
                  <a:pt x="806119" y="47002"/>
                </a:lnTo>
                <a:lnTo>
                  <a:pt x="841070" y="30962"/>
                </a:lnTo>
                <a:lnTo>
                  <a:pt x="861733" y="28956"/>
                </a:lnTo>
                <a:lnTo>
                  <a:pt x="882307" y="30937"/>
                </a:lnTo>
                <a:lnTo>
                  <a:pt x="930313" y="59537"/>
                </a:lnTo>
                <a:lnTo>
                  <a:pt x="949553" y="95161"/>
                </a:lnTo>
                <a:lnTo>
                  <a:pt x="956119" y="141833"/>
                </a:lnTo>
                <a:lnTo>
                  <a:pt x="956119" y="40081"/>
                </a:lnTo>
                <a:lnTo>
                  <a:pt x="914692" y="9906"/>
                </a:lnTo>
                <a:lnTo>
                  <a:pt x="863257" y="0"/>
                </a:lnTo>
                <a:lnTo>
                  <a:pt x="834021" y="2552"/>
                </a:lnTo>
                <a:lnTo>
                  <a:pt x="785355" y="22504"/>
                </a:lnTo>
                <a:lnTo>
                  <a:pt x="750493" y="60833"/>
                </a:lnTo>
                <a:lnTo>
                  <a:pt x="732828" y="113449"/>
                </a:lnTo>
                <a:lnTo>
                  <a:pt x="730567" y="144881"/>
                </a:lnTo>
                <a:lnTo>
                  <a:pt x="732828" y="174371"/>
                </a:lnTo>
                <a:lnTo>
                  <a:pt x="750493" y="224701"/>
                </a:lnTo>
                <a:lnTo>
                  <a:pt x="784428" y="262496"/>
                </a:lnTo>
                <a:lnTo>
                  <a:pt x="831240" y="281444"/>
                </a:lnTo>
                <a:lnTo>
                  <a:pt x="858672" y="283756"/>
                </a:lnTo>
                <a:lnTo>
                  <a:pt x="870940" y="283451"/>
                </a:lnTo>
                <a:lnTo>
                  <a:pt x="882497" y="282422"/>
                </a:lnTo>
                <a:lnTo>
                  <a:pt x="893178" y="280543"/>
                </a:lnTo>
                <a:lnTo>
                  <a:pt x="902881" y="277660"/>
                </a:lnTo>
                <a:lnTo>
                  <a:pt x="954697" y="315760"/>
                </a:lnTo>
                <a:lnTo>
                  <a:pt x="1012698" y="315760"/>
                </a:lnTo>
                <a:close/>
              </a:path>
              <a:path w="1186814" h="370839">
                <a:moveTo>
                  <a:pt x="1186535" y="249618"/>
                </a:moveTo>
                <a:lnTo>
                  <a:pt x="1075182" y="249618"/>
                </a:lnTo>
                <a:lnTo>
                  <a:pt x="1075182" y="4508"/>
                </a:lnTo>
                <a:lnTo>
                  <a:pt x="1043178" y="4508"/>
                </a:lnTo>
                <a:lnTo>
                  <a:pt x="1043178" y="249618"/>
                </a:lnTo>
                <a:lnTo>
                  <a:pt x="1043178" y="278828"/>
                </a:lnTo>
                <a:lnTo>
                  <a:pt x="1186535" y="278828"/>
                </a:lnTo>
                <a:lnTo>
                  <a:pt x="1186535" y="2496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824192"/>
            <a:ext cx="109823" cy="111347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297590" y="3650265"/>
            <a:ext cx="434975" cy="430530"/>
          </a:xfrm>
          <a:custGeom>
            <a:avLst/>
            <a:gdLst/>
            <a:ahLst/>
            <a:cxnLst/>
            <a:rect l="l" t="t" r="r" b="b"/>
            <a:pathLst>
              <a:path w="434975" h="430529">
                <a:moveTo>
                  <a:pt x="180022" y="54959"/>
                </a:moveTo>
                <a:lnTo>
                  <a:pt x="140303" y="54959"/>
                </a:lnTo>
                <a:lnTo>
                  <a:pt x="145757" y="41442"/>
                </a:lnTo>
                <a:lnTo>
                  <a:pt x="150792" y="28051"/>
                </a:lnTo>
                <a:lnTo>
                  <a:pt x="155559" y="14373"/>
                </a:lnTo>
                <a:lnTo>
                  <a:pt x="160210" y="0"/>
                </a:lnTo>
                <a:lnTo>
                  <a:pt x="196786" y="9144"/>
                </a:lnTo>
                <a:lnTo>
                  <a:pt x="193095" y="20588"/>
                </a:lnTo>
                <a:lnTo>
                  <a:pt x="188976" y="32051"/>
                </a:lnTo>
                <a:lnTo>
                  <a:pt x="184570" y="43514"/>
                </a:lnTo>
                <a:lnTo>
                  <a:pt x="180022" y="54959"/>
                </a:lnTo>
                <a:close/>
              </a:path>
              <a:path w="434975" h="430529">
                <a:moveTo>
                  <a:pt x="434625" y="86963"/>
                </a:moveTo>
                <a:lnTo>
                  <a:pt x="12192" y="86963"/>
                </a:lnTo>
                <a:lnTo>
                  <a:pt x="12192" y="54959"/>
                </a:lnTo>
                <a:lnTo>
                  <a:pt x="434625" y="54959"/>
                </a:lnTo>
                <a:lnTo>
                  <a:pt x="434625" y="86963"/>
                </a:lnTo>
                <a:close/>
              </a:path>
              <a:path w="434975" h="430529">
                <a:moveTo>
                  <a:pt x="21431" y="300513"/>
                </a:moveTo>
                <a:lnTo>
                  <a:pt x="16542" y="292727"/>
                </a:lnTo>
                <a:lnTo>
                  <a:pt x="11251" y="285083"/>
                </a:lnTo>
                <a:lnTo>
                  <a:pt x="5692" y="277153"/>
                </a:lnTo>
                <a:lnTo>
                  <a:pt x="0" y="268509"/>
                </a:lnTo>
                <a:lnTo>
                  <a:pt x="38036" y="226186"/>
                </a:lnTo>
                <a:lnTo>
                  <a:pt x="71901" y="181737"/>
                </a:lnTo>
                <a:lnTo>
                  <a:pt x="101463" y="135287"/>
                </a:lnTo>
                <a:lnTo>
                  <a:pt x="126587" y="86963"/>
                </a:lnTo>
                <a:lnTo>
                  <a:pt x="166306" y="86963"/>
                </a:lnTo>
                <a:lnTo>
                  <a:pt x="152868" y="116124"/>
                </a:lnTo>
                <a:lnTo>
                  <a:pt x="138029" y="144160"/>
                </a:lnTo>
                <a:lnTo>
                  <a:pt x="122064" y="171054"/>
                </a:lnTo>
                <a:lnTo>
                  <a:pt x="105251" y="196786"/>
                </a:lnTo>
                <a:lnTo>
                  <a:pt x="105251" y="244125"/>
                </a:lnTo>
                <a:lnTo>
                  <a:pt x="71723" y="244125"/>
                </a:lnTo>
                <a:lnTo>
                  <a:pt x="59150" y="258722"/>
                </a:lnTo>
                <a:lnTo>
                  <a:pt x="46577" y="272891"/>
                </a:lnTo>
                <a:lnTo>
                  <a:pt x="34004" y="286773"/>
                </a:lnTo>
                <a:lnTo>
                  <a:pt x="21431" y="300513"/>
                </a:lnTo>
                <a:close/>
              </a:path>
              <a:path w="434975" h="430529">
                <a:moveTo>
                  <a:pt x="294322" y="204406"/>
                </a:moveTo>
                <a:lnTo>
                  <a:pt x="257746" y="204406"/>
                </a:lnTo>
                <a:lnTo>
                  <a:pt x="257746" y="115919"/>
                </a:lnTo>
                <a:lnTo>
                  <a:pt x="294322" y="115919"/>
                </a:lnTo>
                <a:lnTo>
                  <a:pt x="294322" y="204406"/>
                </a:lnTo>
                <a:close/>
              </a:path>
              <a:path w="434975" h="430529">
                <a:moveTo>
                  <a:pt x="408717" y="234981"/>
                </a:moveTo>
                <a:lnTo>
                  <a:pt x="143351" y="234981"/>
                </a:lnTo>
                <a:lnTo>
                  <a:pt x="143351" y="204406"/>
                </a:lnTo>
                <a:lnTo>
                  <a:pt x="408717" y="204406"/>
                </a:lnTo>
                <a:lnTo>
                  <a:pt x="408717" y="234981"/>
                </a:lnTo>
                <a:close/>
              </a:path>
              <a:path w="434975" h="430529">
                <a:moveTo>
                  <a:pt x="294322" y="366141"/>
                </a:moveTo>
                <a:lnTo>
                  <a:pt x="257746" y="366141"/>
                </a:lnTo>
                <a:lnTo>
                  <a:pt x="257746" y="234981"/>
                </a:lnTo>
                <a:lnTo>
                  <a:pt x="294322" y="234981"/>
                </a:lnTo>
                <a:lnTo>
                  <a:pt x="294322" y="366141"/>
                </a:lnTo>
                <a:close/>
              </a:path>
              <a:path w="434975" h="430529">
                <a:moveTo>
                  <a:pt x="105251" y="430149"/>
                </a:moveTo>
                <a:lnTo>
                  <a:pt x="71723" y="430149"/>
                </a:lnTo>
                <a:lnTo>
                  <a:pt x="71723" y="244125"/>
                </a:lnTo>
                <a:lnTo>
                  <a:pt x="105251" y="244125"/>
                </a:lnTo>
                <a:lnTo>
                  <a:pt x="105251" y="430149"/>
                </a:lnTo>
                <a:close/>
              </a:path>
              <a:path w="434975" h="430529">
                <a:moveTo>
                  <a:pt x="434625" y="396621"/>
                </a:moveTo>
                <a:lnTo>
                  <a:pt x="120491" y="396621"/>
                </a:lnTo>
                <a:lnTo>
                  <a:pt x="120491" y="366141"/>
                </a:lnTo>
                <a:lnTo>
                  <a:pt x="434625" y="366141"/>
                </a:lnTo>
                <a:lnTo>
                  <a:pt x="434625" y="39662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782603" y="3709797"/>
            <a:ext cx="191135" cy="314325"/>
          </a:xfrm>
          <a:custGeom>
            <a:avLst/>
            <a:gdLst/>
            <a:ahLst/>
            <a:cxnLst/>
            <a:rect l="l" t="t" r="r" b="b"/>
            <a:pathLst>
              <a:path w="19113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344" y="0"/>
                </a:lnTo>
                <a:lnTo>
                  <a:pt x="109116" y="1666"/>
                </a:lnTo>
                <a:lnTo>
                  <a:pt x="130004" y="6477"/>
                </a:lnTo>
                <a:lnTo>
                  <a:pt x="148017" y="14144"/>
                </a:lnTo>
                <a:lnTo>
                  <a:pt x="163163" y="24384"/>
                </a:lnTo>
                <a:lnTo>
                  <a:pt x="171149" y="33528"/>
                </a:lnTo>
                <a:lnTo>
                  <a:pt x="36576" y="33528"/>
                </a:lnTo>
                <a:lnTo>
                  <a:pt x="36576" y="163163"/>
                </a:lnTo>
                <a:lnTo>
                  <a:pt x="164119" y="163163"/>
                </a:lnTo>
                <a:lnTo>
                  <a:pt x="160115" y="167735"/>
                </a:lnTo>
                <a:lnTo>
                  <a:pt x="143826" y="179791"/>
                </a:lnTo>
                <a:lnTo>
                  <a:pt x="124670" y="188392"/>
                </a:lnTo>
                <a:lnTo>
                  <a:pt x="102639" y="193546"/>
                </a:lnTo>
                <a:lnTo>
                  <a:pt x="77724" y="195262"/>
                </a:lnTo>
                <a:lnTo>
                  <a:pt x="36576" y="195262"/>
                </a:lnTo>
                <a:lnTo>
                  <a:pt x="36576" y="314229"/>
                </a:lnTo>
                <a:close/>
              </a:path>
              <a:path w="191135" h="314325">
                <a:moveTo>
                  <a:pt x="164119" y="163163"/>
                </a:moveTo>
                <a:lnTo>
                  <a:pt x="74676" y="163163"/>
                </a:lnTo>
                <a:lnTo>
                  <a:pt x="92780" y="162020"/>
                </a:lnTo>
                <a:lnTo>
                  <a:pt x="108287" y="158591"/>
                </a:lnTo>
                <a:lnTo>
                  <a:pt x="141565" y="135112"/>
                </a:lnTo>
                <a:lnTo>
                  <a:pt x="152495" y="96107"/>
                </a:lnTo>
                <a:lnTo>
                  <a:pt x="147921" y="68929"/>
                </a:lnTo>
                <a:lnTo>
                  <a:pt x="134195" y="49351"/>
                </a:lnTo>
                <a:lnTo>
                  <a:pt x="111307" y="37506"/>
                </a:lnTo>
                <a:lnTo>
                  <a:pt x="79248" y="33528"/>
                </a:lnTo>
                <a:lnTo>
                  <a:pt x="171149" y="33528"/>
                </a:lnTo>
                <a:lnTo>
                  <a:pt x="175164" y="38125"/>
                </a:lnTo>
                <a:lnTo>
                  <a:pt x="183737" y="54304"/>
                </a:lnTo>
                <a:lnTo>
                  <a:pt x="188880" y="73073"/>
                </a:lnTo>
                <a:lnTo>
                  <a:pt x="190595" y="94583"/>
                </a:lnTo>
                <a:lnTo>
                  <a:pt x="188833" y="115443"/>
                </a:lnTo>
                <a:lnTo>
                  <a:pt x="183356" y="134588"/>
                </a:lnTo>
                <a:lnTo>
                  <a:pt x="173878" y="152019"/>
                </a:lnTo>
                <a:lnTo>
                  <a:pt x="164119" y="1631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034254" y="3710336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29">
                <a:moveTo>
                  <a:pt x="0" y="0"/>
                </a:moveTo>
                <a:lnTo>
                  <a:pt x="36575" y="0"/>
                </a:lnTo>
                <a:lnTo>
                  <a:pt x="36575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034247" y="371034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843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352960" y="3709797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680" y="1666"/>
                </a:lnTo>
                <a:lnTo>
                  <a:pt x="131540" y="6477"/>
                </a:lnTo>
                <a:lnTo>
                  <a:pt x="149542" y="14144"/>
                </a:lnTo>
                <a:lnTo>
                  <a:pt x="164687" y="24384"/>
                </a:lnTo>
                <a:lnTo>
                  <a:pt x="172673" y="33528"/>
                </a:lnTo>
                <a:lnTo>
                  <a:pt x="36576" y="33528"/>
                </a:lnTo>
                <a:lnTo>
                  <a:pt x="36576" y="163163"/>
                </a:lnTo>
                <a:lnTo>
                  <a:pt x="165456" y="163163"/>
                </a:lnTo>
                <a:lnTo>
                  <a:pt x="161639" y="167735"/>
                </a:lnTo>
                <a:lnTo>
                  <a:pt x="145113" y="179791"/>
                </a:lnTo>
                <a:lnTo>
                  <a:pt x="125444" y="188392"/>
                </a:lnTo>
                <a:lnTo>
                  <a:pt x="102917" y="193546"/>
                </a:lnTo>
                <a:lnTo>
                  <a:pt x="77819" y="195262"/>
                </a:lnTo>
                <a:lnTo>
                  <a:pt x="36576" y="195262"/>
                </a:lnTo>
                <a:lnTo>
                  <a:pt x="36576" y="314229"/>
                </a:lnTo>
                <a:close/>
              </a:path>
              <a:path w="192405" h="314325">
                <a:moveTo>
                  <a:pt x="165456" y="163163"/>
                </a:moveTo>
                <a:lnTo>
                  <a:pt x="76295" y="163163"/>
                </a:lnTo>
                <a:lnTo>
                  <a:pt x="93702" y="162020"/>
                </a:lnTo>
                <a:lnTo>
                  <a:pt x="109251" y="158591"/>
                </a:lnTo>
                <a:lnTo>
                  <a:pt x="143089" y="135112"/>
                </a:lnTo>
                <a:lnTo>
                  <a:pt x="154019" y="96107"/>
                </a:lnTo>
                <a:lnTo>
                  <a:pt x="149447" y="68929"/>
                </a:lnTo>
                <a:lnTo>
                  <a:pt x="135731" y="49351"/>
                </a:lnTo>
                <a:lnTo>
                  <a:pt x="112871" y="37506"/>
                </a:lnTo>
                <a:lnTo>
                  <a:pt x="80867" y="33528"/>
                </a:lnTo>
                <a:lnTo>
                  <a:pt x="172673" y="33528"/>
                </a:lnTo>
                <a:lnTo>
                  <a:pt x="176688" y="38125"/>
                </a:lnTo>
                <a:lnTo>
                  <a:pt x="185261" y="54304"/>
                </a:lnTo>
                <a:lnTo>
                  <a:pt x="190404" y="73073"/>
                </a:lnTo>
                <a:lnTo>
                  <a:pt x="192119" y="94583"/>
                </a:lnTo>
                <a:lnTo>
                  <a:pt x="190142" y="115443"/>
                </a:lnTo>
                <a:lnTo>
                  <a:pt x="184308" y="134588"/>
                </a:lnTo>
                <a:lnTo>
                  <a:pt x="174759" y="152019"/>
                </a:lnTo>
                <a:lnTo>
                  <a:pt x="165456" y="1631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601557" y="3650272"/>
            <a:ext cx="1278255" cy="434975"/>
          </a:xfrm>
          <a:custGeom>
            <a:avLst/>
            <a:gdLst/>
            <a:ahLst/>
            <a:cxnLst/>
            <a:rect l="l" t="t" r="r" b="b"/>
            <a:pathLst>
              <a:path w="1278254" h="434975">
                <a:moveTo>
                  <a:pt x="205841" y="271564"/>
                </a:moveTo>
                <a:lnTo>
                  <a:pt x="167741" y="271564"/>
                </a:lnTo>
                <a:lnTo>
                  <a:pt x="167741" y="434721"/>
                </a:lnTo>
                <a:lnTo>
                  <a:pt x="205841" y="434721"/>
                </a:lnTo>
                <a:lnTo>
                  <a:pt x="205841" y="271564"/>
                </a:lnTo>
                <a:close/>
              </a:path>
              <a:path w="1278254" h="434975">
                <a:moveTo>
                  <a:pt x="205841" y="128117"/>
                </a:moveTo>
                <a:lnTo>
                  <a:pt x="167741" y="128117"/>
                </a:lnTo>
                <a:lnTo>
                  <a:pt x="167741" y="239560"/>
                </a:lnTo>
                <a:lnTo>
                  <a:pt x="205841" y="239560"/>
                </a:lnTo>
                <a:lnTo>
                  <a:pt x="205841" y="128117"/>
                </a:lnTo>
                <a:close/>
              </a:path>
              <a:path w="1278254" h="434975">
                <a:moveTo>
                  <a:pt x="376618" y="271564"/>
                </a:moveTo>
                <a:lnTo>
                  <a:pt x="340042" y="271564"/>
                </a:lnTo>
                <a:lnTo>
                  <a:pt x="340042" y="295948"/>
                </a:lnTo>
                <a:lnTo>
                  <a:pt x="376618" y="295948"/>
                </a:lnTo>
                <a:lnTo>
                  <a:pt x="376618" y="271564"/>
                </a:lnTo>
                <a:close/>
              </a:path>
              <a:path w="1278254" h="434975">
                <a:moveTo>
                  <a:pt x="376618" y="128117"/>
                </a:moveTo>
                <a:lnTo>
                  <a:pt x="340042" y="128117"/>
                </a:lnTo>
                <a:lnTo>
                  <a:pt x="340042" y="239560"/>
                </a:lnTo>
                <a:lnTo>
                  <a:pt x="376618" y="239560"/>
                </a:lnTo>
                <a:lnTo>
                  <a:pt x="376618" y="128117"/>
                </a:lnTo>
                <a:close/>
              </a:path>
              <a:path w="1278254" h="434975">
                <a:moveTo>
                  <a:pt x="376618" y="96100"/>
                </a:moveTo>
                <a:lnTo>
                  <a:pt x="205841" y="96100"/>
                </a:lnTo>
                <a:lnTo>
                  <a:pt x="205841" y="0"/>
                </a:lnTo>
                <a:lnTo>
                  <a:pt x="167741" y="0"/>
                </a:lnTo>
                <a:lnTo>
                  <a:pt x="167741" y="96100"/>
                </a:lnTo>
                <a:lnTo>
                  <a:pt x="0" y="96100"/>
                </a:lnTo>
                <a:lnTo>
                  <a:pt x="0" y="127850"/>
                </a:lnTo>
                <a:lnTo>
                  <a:pt x="0" y="239610"/>
                </a:lnTo>
                <a:lnTo>
                  <a:pt x="0" y="271360"/>
                </a:lnTo>
                <a:lnTo>
                  <a:pt x="0" y="295490"/>
                </a:lnTo>
                <a:lnTo>
                  <a:pt x="35052" y="295490"/>
                </a:lnTo>
                <a:lnTo>
                  <a:pt x="35052" y="271360"/>
                </a:lnTo>
                <a:lnTo>
                  <a:pt x="376618" y="271360"/>
                </a:lnTo>
                <a:lnTo>
                  <a:pt x="376618" y="239610"/>
                </a:lnTo>
                <a:lnTo>
                  <a:pt x="35052" y="239610"/>
                </a:lnTo>
                <a:lnTo>
                  <a:pt x="35052" y="127850"/>
                </a:lnTo>
                <a:lnTo>
                  <a:pt x="376618" y="127850"/>
                </a:lnTo>
                <a:lnTo>
                  <a:pt x="376618" y="96100"/>
                </a:lnTo>
                <a:close/>
              </a:path>
              <a:path w="1278254" h="434975">
                <a:moveTo>
                  <a:pt x="532257" y="79349"/>
                </a:moveTo>
                <a:lnTo>
                  <a:pt x="516801" y="61290"/>
                </a:lnTo>
                <a:lnTo>
                  <a:pt x="500354" y="43522"/>
                </a:lnTo>
                <a:lnTo>
                  <a:pt x="483082" y="25730"/>
                </a:lnTo>
                <a:lnTo>
                  <a:pt x="465099" y="7620"/>
                </a:lnTo>
                <a:lnTo>
                  <a:pt x="439191" y="30568"/>
                </a:lnTo>
                <a:lnTo>
                  <a:pt x="456031" y="48882"/>
                </a:lnTo>
                <a:lnTo>
                  <a:pt x="472147" y="67335"/>
                </a:lnTo>
                <a:lnTo>
                  <a:pt x="487413" y="86080"/>
                </a:lnTo>
                <a:lnTo>
                  <a:pt x="501675" y="105257"/>
                </a:lnTo>
                <a:lnTo>
                  <a:pt x="532257" y="79349"/>
                </a:lnTo>
                <a:close/>
              </a:path>
              <a:path w="1278254" h="434975">
                <a:moveTo>
                  <a:pt x="577977" y="317284"/>
                </a:moveTo>
                <a:lnTo>
                  <a:pt x="576961" y="308140"/>
                </a:lnTo>
                <a:lnTo>
                  <a:pt x="575881" y="297472"/>
                </a:lnTo>
                <a:lnTo>
                  <a:pt x="575195" y="287705"/>
                </a:lnTo>
                <a:lnTo>
                  <a:pt x="574929" y="277660"/>
                </a:lnTo>
                <a:lnTo>
                  <a:pt x="542912" y="302615"/>
                </a:lnTo>
                <a:lnTo>
                  <a:pt x="526884" y="314731"/>
                </a:lnTo>
                <a:lnTo>
                  <a:pt x="510819" y="326428"/>
                </a:lnTo>
                <a:lnTo>
                  <a:pt x="510819" y="151066"/>
                </a:lnTo>
                <a:lnTo>
                  <a:pt x="420903" y="151066"/>
                </a:lnTo>
                <a:lnTo>
                  <a:pt x="420903" y="183070"/>
                </a:lnTo>
                <a:lnTo>
                  <a:pt x="477291" y="183070"/>
                </a:lnTo>
                <a:lnTo>
                  <a:pt x="477266" y="322249"/>
                </a:lnTo>
                <a:lnTo>
                  <a:pt x="476415" y="334810"/>
                </a:lnTo>
                <a:lnTo>
                  <a:pt x="473671" y="346316"/>
                </a:lnTo>
                <a:lnTo>
                  <a:pt x="468934" y="356666"/>
                </a:lnTo>
                <a:lnTo>
                  <a:pt x="462051" y="366141"/>
                </a:lnTo>
                <a:lnTo>
                  <a:pt x="484911" y="392049"/>
                </a:lnTo>
                <a:lnTo>
                  <a:pt x="506247" y="370713"/>
                </a:lnTo>
                <a:lnTo>
                  <a:pt x="526072" y="356146"/>
                </a:lnTo>
                <a:lnTo>
                  <a:pt x="561644" y="329272"/>
                </a:lnTo>
                <a:lnTo>
                  <a:pt x="565518" y="326428"/>
                </a:lnTo>
                <a:lnTo>
                  <a:pt x="577977" y="317284"/>
                </a:lnTo>
                <a:close/>
              </a:path>
              <a:path w="1278254" h="434975">
                <a:moveTo>
                  <a:pt x="732002" y="59524"/>
                </a:moveTo>
                <a:lnTo>
                  <a:pt x="724636" y="45618"/>
                </a:lnTo>
                <a:lnTo>
                  <a:pt x="716191" y="30911"/>
                </a:lnTo>
                <a:lnTo>
                  <a:pt x="706920" y="15735"/>
                </a:lnTo>
                <a:lnTo>
                  <a:pt x="696950" y="0"/>
                </a:lnTo>
                <a:lnTo>
                  <a:pt x="666470" y="13716"/>
                </a:lnTo>
                <a:lnTo>
                  <a:pt x="676198" y="29743"/>
                </a:lnTo>
                <a:lnTo>
                  <a:pt x="684885" y="45516"/>
                </a:lnTo>
                <a:lnTo>
                  <a:pt x="692823" y="61175"/>
                </a:lnTo>
                <a:lnTo>
                  <a:pt x="699998" y="76288"/>
                </a:lnTo>
                <a:lnTo>
                  <a:pt x="732002" y="59524"/>
                </a:lnTo>
                <a:close/>
              </a:path>
              <a:path w="1278254" h="434975">
                <a:moveTo>
                  <a:pt x="852487" y="76288"/>
                </a:moveTo>
                <a:lnTo>
                  <a:pt x="699998" y="76288"/>
                </a:lnTo>
                <a:lnTo>
                  <a:pt x="558165" y="76288"/>
                </a:lnTo>
                <a:lnTo>
                  <a:pt x="558165" y="108305"/>
                </a:lnTo>
                <a:lnTo>
                  <a:pt x="620649" y="108305"/>
                </a:lnTo>
                <a:lnTo>
                  <a:pt x="620649" y="183070"/>
                </a:lnTo>
                <a:lnTo>
                  <a:pt x="619798" y="222796"/>
                </a:lnTo>
                <a:lnTo>
                  <a:pt x="612940" y="285610"/>
                </a:lnTo>
                <a:lnTo>
                  <a:pt x="595998" y="333336"/>
                </a:lnTo>
                <a:lnTo>
                  <a:pt x="562140" y="383667"/>
                </a:lnTo>
                <a:lnTo>
                  <a:pt x="538353" y="408813"/>
                </a:lnTo>
                <a:lnTo>
                  <a:pt x="545236" y="413931"/>
                </a:lnTo>
                <a:lnTo>
                  <a:pt x="552259" y="420052"/>
                </a:lnTo>
                <a:lnTo>
                  <a:pt x="559574" y="427024"/>
                </a:lnTo>
                <a:lnTo>
                  <a:pt x="567309" y="434721"/>
                </a:lnTo>
                <a:lnTo>
                  <a:pt x="591578" y="407289"/>
                </a:lnTo>
                <a:lnTo>
                  <a:pt x="627532" y="352386"/>
                </a:lnTo>
                <a:lnTo>
                  <a:pt x="646061" y="301205"/>
                </a:lnTo>
                <a:lnTo>
                  <a:pt x="654583" y="242341"/>
                </a:lnTo>
                <a:lnTo>
                  <a:pt x="655701" y="207454"/>
                </a:lnTo>
                <a:lnTo>
                  <a:pt x="785342" y="207454"/>
                </a:lnTo>
                <a:lnTo>
                  <a:pt x="783932" y="250685"/>
                </a:lnTo>
                <a:lnTo>
                  <a:pt x="782091" y="289090"/>
                </a:lnTo>
                <a:lnTo>
                  <a:pt x="777722" y="350901"/>
                </a:lnTo>
                <a:lnTo>
                  <a:pt x="745718" y="382905"/>
                </a:lnTo>
                <a:lnTo>
                  <a:pt x="728281" y="382625"/>
                </a:lnTo>
                <a:lnTo>
                  <a:pt x="710285" y="381762"/>
                </a:lnTo>
                <a:lnTo>
                  <a:pt x="691705" y="380339"/>
                </a:lnTo>
                <a:lnTo>
                  <a:pt x="672566" y="378333"/>
                </a:lnTo>
                <a:lnTo>
                  <a:pt x="674585" y="387718"/>
                </a:lnTo>
                <a:lnTo>
                  <a:pt x="676186" y="397383"/>
                </a:lnTo>
                <a:lnTo>
                  <a:pt x="677494" y="407047"/>
                </a:lnTo>
                <a:lnTo>
                  <a:pt x="678662" y="416433"/>
                </a:lnTo>
                <a:lnTo>
                  <a:pt x="716191" y="418528"/>
                </a:lnTo>
                <a:lnTo>
                  <a:pt x="733729" y="419214"/>
                </a:lnTo>
                <a:lnTo>
                  <a:pt x="750290" y="419481"/>
                </a:lnTo>
                <a:lnTo>
                  <a:pt x="775474" y="415772"/>
                </a:lnTo>
                <a:lnTo>
                  <a:pt x="793953" y="404622"/>
                </a:lnTo>
                <a:lnTo>
                  <a:pt x="805865" y="386054"/>
                </a:lnTo>
                <a:lnTo>
                  <a:pt x="806526" y="382905"/>
                </a:lnTo>
                <a:lnTo>
                  <a:pt x="811339" y="360045"/>
                </a:lnTo>
                <a:lnTo>
                  <a:pt x="813625" y="329704"/>
                </a:lnTo>
                <a:lnTo>
                  <a:pt x="815848" y="290207"/>
                </a:lnTo>
                <a:lnTo>
                  <a:pt x="818197" y="238175"/>
                </a:lnTo>
                <a:lnTo>
                  <a:pt x="819340" y="207454"/>
                </a:lnTo>
                <a:lnTo>
                  <a:pt x="820483" y="176974"/>
                </a:lnTo>
                <a:lnTo>
                  <a:pt x="657326" y="176974"/>
                </a:lnTo>
                <a:lnTo>
                  <a:pt x="657326" y="108305"/>
                </a:lnTo>
                <a:lnTo>
                  <a:pt x="852487" y="108305"/>
                </a:lnTo>
                <a:lnTo>
                  <a:pt x="852487" y="76288"/>
                </a:lnTo>
                <a:close/>
              </a:path>
              <a:path w="1278254" h="434975">
                <a:moveTo>
                  <a:pt x="924115" y="86956"/>
                </a:moveTo>
                <a:lnTo>
                  <a:pt x="890587" y="86956"/>
                </a:lnTo>
                <a:lnTo>
                  <a:pt x="890587" y="431673"/>
                </a:lnTo>
                <a:lnTo>
                  <a:pt x="924115" y="431673"/>
                </a:lnTo>
                <a:lnTo>
                  <a:pt x="924115" y="86956"/>
                </a:lnTo>
                <a:close/>
              </a:path>
              <a:path w="1278254" h="434975">
                <a:moveTo>
                  <a:pt x="1000417" y="65620"/>
                </a:moveTo>
                <a:lnTo>
                  <a:pt x="981837" y="45326"/>
                </a:lnTo>
                <a:lnTo>
                  <a:pt x="964971" y="27863"/>
                </a:lnTo>
                <a:lnTo>
                  <a:pt x="949833" y="13258"/>
                </a:lnTo>
                <a:lnTo>
                  <a:pt x="936396" y="1524"/>
                </a:lnTo>
                <a:lnTo>
                  <a:pt x="911923" y="22860"/>
                </a:lnTo>
                <a:lnTo>
                  <a:pt x="924229" y="35750"/>
                </a:lnTo>
                <a:lnTo>
                  <a:pt x="938263" y="51333"/>
                </a:lnTo>
                <a:lnTo>
                  <a:pt x="954011" y="69456"/>
                </a:lnTo>
                <a:lnTo>
                  <a:pt x="971448" y="90004"/>
                </a:lnTo>
                <a:lnTo>
                  <a:pt x="1000417" y="65620"/>
                </a:lnTo>
                <a:close/>
              </a:path>
              <a:path w="1278254" h="434975">
                <a:moveTo>
                  <a:pt x="1175766" y="138874"/>
                </a:moveTo>
                <a:lnTo>
                  <a:pt x="1143762" y="138874"/>
                </a:lnTo>
                <a:lnTo>
                  <a:pt x="1143762" y="170878"/>
                </a:lnTo>
                <a:lnTo>
                  <a:pt x="1143762" y="282232"/>
                </a:lnTo>
                <a:lnTo>
                  <a:pt x="1021753" y="282232"/>
                </a:lnTo>
                <a:lnTo>
                  <a:pt x="1021753" y="170878"/>
                </a:lnTo>
                <a:lnTo>
                  <a:pt x="1143762" y="170878"/>
                </a:lnTo>
                <a:lnTo>
                  <a:pt x="1143762" y="138874"/>
                </a:lnTo>
                <a:lnTo>
                  <a:pt x="989749" y="138874"/>
                </a:lnTo>
                <a:lnTo>
                  <a:pt x="989749" y="338709"/>
                </a:lnTo>
                <a:lnTo>
                  <a:pt x="1021753" y="338709"/>
                </a:lnTo>
                <a:lnTo>
                  <a:pt x="1021753" y="314236"/>
                </a:lnTo>
                <a:lnTo>
                  <a:pt x="1175766" y="314236"/>
                </a:lnTo>
                <a:lnTo>
                  <a:pt x="1175766" y="282232"/>
                </a:lnTo>
                <a:lnTo>
                  <a:pt x="1175766" y="170878"/>
                </a:lnTo>
                <a:lnTo>
                  <a:pt x="1175766" y="138874"/>
                </a:lnTo>
                <a:close/>
              </a:path>
              <a:path w="1278254" h="434975">
                <a:moveTo>
                  <a:pt x="1277975" y="29044"/>
                </a:moveTo>
                <a:lnTo>
                  <a:pt x="1027849" y="29044"/>
                </a:lnTo>
                <a:lnTo>
                  <a:pt x="1027849" y="62572"/>
                </a:lnTo>
                <a:lnTo>
                  <a:pt x="1242923" y="62572"/>
                </a:lnTo>
                <a:lnTo>
                  <a:pt x="1242923" y="363093"/>
                </a:lnTo>
                <a:lnTo>
                  <a:pt x="1240917" y="378218"/>
                </a:lnTo>
                <a:lnTo>
                  <a:pt x="1234922" y="389191"/>
                </a:lnTo>
                <a:lnTo>
                  <a:pt x="1224915" y="395884"/>
                </a:lnTo>
                <a:lnTo>
                  <a:pt x="1210919" y="398145"/>
                </a:lnTo>
                <a:lnTo>
                  <a:pt x="1194333" y="397878"/>
                </a:lnTo>
                <a:lnTo>
                  <a:pt x="1176921" y="397192"/>
                </a:lnTo>
                <a:lnTo>
                  <a:pt x="1140714" y="395097"/>
                </a:lnTo>
                <a:lnTo>
                  <a:pt x="1143622" y="405714"/>
                </a:lnTo>
                <a:lnTo>
                  <a:pt x="1145667" y="414909"/>
                </a:lnTo>
                <a:lnTo>
                  <a:pt x="1147140" y="422960"/>
                </a:lnTo>
                <a:lnTo>
                  <a:pt x="1148334" y="430149"/>
                </a:lnTo>
                <a:lnTo>
                  <a:pt x="1165745" y="431025"/>
                </a:lnTo>
                <a:lnTo>
                  <a:pt x="1183589" y="431482"/>
                </a:lnTo>
                <a:lnTo>
                  <a:pt x="1220063" y="431673"/>
                </a:lnTo>
                <a:lnTo>
                  <a:pt x="1245184" y="427672"/>
                </a:lnTo>
                <a:lnTo>
                  <a:pt x="1263307" y="415671"/>
                </a:lnTo>
                <a:lnTo>
                  <a:pt x="1272921" y="398145"/>
                </a:lnTo>
                <a:lnTo>
                  <a:pt x="1274279" y="395668"/>
                </a:lnTo>
                <a:lnTo>
                  <a:pt x="1277975" y="367665"/>
                </a:lnTo>
                <a:lnTo>
                  <a:pt x="1277975" y="290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067073" y="3705225"/>
            <a:ext cx="1360805" cy="424180"/>
          </a:xfrm>
          <a:custGeom>
            <a:avLst/>
            <a:gdLst/>
            <a:ahLst/>
            <a:cxnLst/>
            <a:rect l="l" t="t" r="r" b="b"/>
            <a:pathLst>
              <a:path w="1360804" h="424179">
                <a:moveTo>
                  <a:pt x="320332" y="4572"/>
                </a:moveTo>
                <a:lnTo>
                  <a:pt x="274510" y="4572"/>
                </a:lnTo>
                <a:lnTo>
                  <a:pt x="176974" y="222694"/>
                </a:lnTo>
                <a:lnTo>
                  <a:pt x="173520" y="230174"/>
                </a:lnTo>
                <a:lnTo>
                  <a:pt x="169926" y="239077"/>
                </a:lnTo>
                <a:lnTo>
                  <a:pt x="166039" y="249707"/>
                </a:lnTo>
                <a:lnTo>
                  <a:pt x="161734" y="262318"/>
                </a:lnTo>
                <a:lnTo>
                  <a:pt x="160121" y="262318"/>
                </a:lnTo>
                <a:lnTo>
                  <a:pt x="157518" y="254876"/>
                </a:lnTo>
                <a:lnTo>
                  <a:pt x="154216" y="246126"/>
                </a:lnTo>
                <a:lnTo>
                  <a:pt x="150037" y="235966"/>
                </a:lnTo>
                <a:lnTo>
                  <a:pt x="48869" y="4572"/>
                </a:lnTo>
                <a:lnTo>
                  <a:pt x="0" y="4572"/>
                </a:lnTo>
                <a:lnTo>
                  <a:pt x="0" y="318808"/>
                </a:lnTo>
                <a:lnTo>
                  <a:pt x="36677" y="318808"/>
                </a:lnTo>
                <a:lnTo>
                  <a:pt x="36677" y="108305"/>
                </a:lnTo>
                <a:lnTo>
                  <a:pt x="34747" y="58077"/>
                </a:lnTo>
                <a:lnTo>
                  <a:pt x="33629" y="47244"/>
                </a:lnTo>
                <a:lnTo>
                  <a:pt x="35153" y="47244"/>
                </a:lnTo>
                <a:lnTo>
                  <a:pt x="150977" y="318808"/>
                </a:lnTo>
                <a:lnTo>
                  <a:pt x="169354" y="318808"/>
                </a:lnTo>
                <a:lnTo>
                  <a:pt x="277558" y="77825"/>
                </a:lnTo>
                <a:lnTo>
                  <a:pt x="280987" y="65354"/>
                </a:lnTo>
                <a:lnTo>
                  <a:pt x="286702" y="47244"/>
                </a:lnTo>
                <a:lnTo>
                  <a:pt x="284607" y="80632"/>
                </a:lnTo>
                <a:lnTo>
                  <a:pt x="283921" y="95123"/>
                </a:lnTo>
                <a:lnTo>
                  <a:pt x="283654" y="108305"/>
                </a:lnTo>
                <a:lnTo>
                  <a:pt x="283654" y="318808"/>
                </a:lnTo>
                <a:lnTo>
                  <a:pt x="320332" y="318808"/>
                </a:lnTo>
                <a:lnTo>
                  <a:pt x="320332" y="4572"/>
                </a:lnTo>
                <a:close/>
              </a:path>
              <a:path w="1360804" h="424179">
                <a:moveTo>
                  <a:pt x="576453" y="94589"/>
                </a:moveTo>
                <a:lnTo>
                  <a:pt x="539877" y="94589"/>
                </a:lnTo>
                <a:lnTo>
                  <a:pt x="475869" y="268414"/>
                </a:lnTo>
                <a:lnTo>
                  <a:pt x="474345" y="276034"/>
                </a:lnTo>
                <a:lnTo>
                  <a:pt x="471297" y="285280"/>
                </a:lnTo>
                <a:lnTo>
                  <a:pt x="469773" y="285280"/>
                </a:lnTo>
                <a:lnTo>
                  <a:pt x="468249" y="274510"/>
                </a:lnTo>
                <a:lnTo>
                  <a:pt x="466725" y="269938"/>
                </a:lnTo>
                <a:lnTo>
                  <a:pt x="465201" y="266890"/>
                </a:lnTo>
                <a:lnTo>
                  <a:pt x="405676" y="94589"/>
                </a:lnTo>
                <a:lnTo>
                  <a:pt x="364528" y="94589"/>
                </a:lnTo>
                <a:lnTo>
                  <a:pt x="453009" y="318808"/>
                </a:lnTo>
                <a:lnTo>
                  <a:pt x="434632" y="361480"/>
                </a:lnTo>
                <a:lnTo>
                  <a:pt x="426910" y="375500"/>
                </a:lnTo>
                <a:lnTo>
                  <a:pt x="417487" y="385533"/>
                </a:lnTo>
                <a:lnTo>
                  <a:pt x="406336" y="391566"/>
                </a:lnTo>
                <a:lnTo>
                  <a:pt x="393484" y="393573"/>
                </a:lnTo>
                <a:lnTo>
                  <a:pt x="387388" y="393573"/>
                </a:lnTo>
                <a:lnTo>
                  <a:pt x="379768" y="392049"/>
                </a:lnTo>
                <a:lnTo>
                  <a:pt x="372148" y="389001"/>
                </a:lnTo>
                <a:lnTo>
                  <a:pt x="372148" y="422529"/>
                </a:lnTo>
                <a:lnTo>
                  <a:pt x="379768" y="424053"/>
                </a:lnTo>
                <a:lnTo>
                  <a:pt x="396532" y="424053"/>
                </a:lnTo>
                <a:lnTo>
                  <a:pt x="420255" y="419773"/>
                </a:lnTo>
                <a:lnTo>
                  <a:pt x="441147" y="406908"/>
                </a:lnTo>
                <a:lnTo>
                  <a:pt x="459181" y="385445"/>
                </a:lnTo>
                <a:lnTo>
                  <a:pt x="474345" y="355384"/>
                </a:lnTo>
                <a:lnTo>
                  <a:pt x="576453" y="94589"/>
                </a:lnTo>
                <a:close/>
              </a:path>
              <a:path w="1360804" h="424179">
                <a:moveTo>
                  <a:pt x="796099" y="239458"/>
                </a:moveTo>
                <a:lnTo>
                  <a:pt x="786295" y="202171"/>
                </a:lnTo>
                <a:lnTo>
                  <a:pt x="759142" y="173278"/>
                </a:lnTo>
                <a:lnTo>
                  <a:pt x="721093" y="150101"/>
                </a:lnTo>
                <a:lnTo>
                  <a:pt x="712190" y="146405"/>
                </a:lnTo>
                <a:lnTo>
                  <a:pt x="697141" y="138214"/>
                </a:lnTo>
                <a:lnTo>
                  <a:pt x="661898" y="117449"/>
                </a:lnTo>
                <a:lnTo>
                  <a:pt x="645134" y="88493"/>
                </a:lnTo>
                <a:lnTo>
                  <a:pt x="645134" y="71628"/>
                </a:lnTo>
                <a:lnTo>
                  <a:pt x="646658" y="64008"/>
                </a:lnTo>
                <a:lnTo>
                  <a:pt x="651230" y="57912"/>
                </a:lnTo>
                <a:lnTo>
                  <a:pt x="654278" y="51816"/>
                </a:lnTo>
                <a:lnTo>
                  <a:pt x="660374" y="47244"/>
                </a:lnTo>
                <a:lnTo>
                  <a:pt x="666470" y="44196"/>
                </a:lnTo>
                <a:lnTo>
                  <a:pt x="672566" y="39624"/>
                </a:lnTo>
                <a:lnTo>
                  <a:pt x="680186" y="36576"/>
                </a:lnTo>
                <a:lnTo>
                  <a:pt x="695426" y="33528"/>
                </a:lnTo>
                <a:lnTo>
                  <a:pt x="712190" y="33528"/>
                </a:lnTo>
                <a:lnTo>
                  <a:pt x="732840" y="34671"/>
                </a:lnTo>
                <a:lnTo>
                  <a:pt x="751319" y="38100"/>
                </a:lnTo>
                <a:lnTo>
                  <a:pt x="767791" y="43815"/>
                </a:lnTo>
                <a:lnTo>
                  <a:pt x="782383" y="51816"/>
                </a:lnTo>
                <a:lnTo>
                  <a:pt x="782383" y="10668"/>
                </a:lnTo>
                <a:lnTo>
                  <a:pt x="770407" y="5791"/>
                </a:lnTo>
                <a:lnTo>
                  <a:pt x="755129" y="2476"/>
                </a:lnTo>
                <a:lnTo>
                  <a:pt x="736688" y="596"/>
                </a:lnTo>
                <a:lnTo>
                  <a:pt x="715238" y="0"/>
                </a:lnTo>
                <a:lnTo>
                  <a:pt x="704964" y="292"/>
                </a:lnTo>
                <a:lnTo>
                  <a:pt x="665848" y="7391"/>
                </a:lnTo>
                <a:lnTo>
                  <a:pt x="626656" y="31623"/>
                </a:lnTo>
                <a:lnTo>
                  <a:pt x="606094" y="72986"/>
                </a:lnTo>
                <a:lnTo>
                  <a:pt x="605510" y="83921"/>
                </a:lnTo>
                <a:lnTo>
                  <a:pt x="606031" y="91897"/>
                </a:lnTo>
                <a:lnTo>
                  <a:pt x="623811" y="132397"/>
                </a:lnTo>
                <a:lnTo>
                  <a:pt x="652754" y="155549"/>
                </a:lnTo>
                <a:lnTo>
                  <a:pt x="676109" y="169265"/>
                </a:lnTo>
                <a:lnTo>
                  <a:pt x="684758" y="173837"/>
                </a:lnTo>
                <a:lnTo>
                  <a:pt x="713714" y="187642"/>
                </a:lnTo>
                <a:lnTo>
                  <a:pt x="731799" y="199440"/>
                </a:lnTo>
                <a:lnTo>
                  <a:pt x="736663" y="202882"/>
                </a:lnTo>
                <a:lnTo>
                  <a:pt x="742759" y="208978"/>
                </a:lnTo>
                <a:lnTo>
                  <a:pt x="748855" y="213550"/>
                </a:lnTo>
                <a:lnTo>
                  <a:pt x="751903" y="219646"/>
                </a:lnTo>
                <a:lnTo>
                  <a:pt x="756475" y="227266"/>
                </a:lnTo>
                <a:lnTo>
                  <a:pt x="757999" y="233362"/>
                </a:lnTo>
                <a:lnTo>
                  <a:pt x="757999" y="242506"/>
                </a:lnTo>
                <a:lnTo>
                  <a:pt x="756881" y="253365"/>
                </a:lnTo>
                <a:lnTo>
                  <a:pt x="731189" y="284264"/>
                </a:lnTo>
                <a:lnTo>
                  <a:pt x="689330" y="291376"/>
                </a:lnTo>
                <a:lnTo>
                  <a:pt x="675614" y="291376"/>
                </a:lnTo>
                <a:lnTo>
                  <a:pt x="652754" y="286804"/>
                </a:lnTo>
                <a:lnTo>
                  <a:pt x="629894" y="277558"/>
                </a:lnTo>
                <a:lnTo>
                  <a:pt x="623798" y="274510"/>
                </a:lnTo>
                <a:lnTo>
                  <a:pt x="616178" y="271462"/>
                </a:lnTo>
                <a:lnTo>
                  <a:pt x="610082" y="266890"/>
                </a:lnTo>
                <a:lnTo>
                  <a:pt x="605510" y="262318"/>
                </a:lnTo>
                <a:lnTo>
                  <a:pt x="605510" y="306616"/>
                </a:lnTo>
                <a:lnTo>
                  <a:pt x="610082" y="309664"/>
                </a:lnTo>
                <a:lnTo>
                  <a:pt x="614654" y="311188"/>
                </a:lnTo>
                <a:lnTo>
                  <a:pt x="622274" y="314236"/>
                </a:lnTo>
                <a:lnTo>
                  <a:pt x="628370" y="315760"/>
                </a:lnTo>
                <a:lnTo>
                  <a:pt x="635990" y="318808"/>
                </a:lnTo>
                <a:lnTo>
                  <a:pt x="651230" y="321856"/>
                </a:lnTo>
                <a:lnTo>
                  <a:pt x="658850" y="321856"/>
                </a:lnTo>
                <a:lnTo>
                  <a:pt x="666470" y="323380"/>
                </a:lnTo>
                <a:lnTo>
                  <a:pt x="672566" y="323380"/>
                </a:lnTo>
                <a:lnTo>
                  <a:pt x="680186" y="324904"/>
                </a:lnTo>
                <a:lnTo>
                  <a:pt x="695921" y="324612"/>
                </a:lnTo>
                <a:lnTo>
                  <a:pt x="706666" y="323761"/>
                </a:lnTo>
                <a:lnTo>
                  <a:pt x="745617" y="314426"/>
                </a:lnTo>
                <a:lnTo>
                  <a:pt x="782078" y="286829"/>
                </a:lnTo>
                <a:lnTo>
                  <a:pt x="795528" y="250583"/>
                </a:lnTo>
                <a:lnTo>
                  <a:pt x="796099" y="239458"/>
                </a:lnTo>
                <a:close/>
              </a:path>
              <a:path w="1360804" h="424179">
                <a:moveTo>
                  <a:pt x="1162151" y="361480"/>
                </a:moveTo>
                <a:lnTo>
                  <a:pt x="1101051" y="317284"/>
                </a:lnTo>
                <a:lnTo>
                  <a:pt x="1073658" y="297472"/>
                </a:lnTo>
                <a:lnTo>
                  <a:pt x="1079131" y="293751"/>
                </a:lnTo>
                <a:lnTo>
                  <a:pt x="1112126" y="255130"/>
                </a:lnTo>
                <a:lnTo>
                  <a:pt x="1132154" y="194614"/>
                </a:lnTo>
                <a:lnTo>
                  <a:pt x="1134719" y="158597"/>
                </a:lnTo>
                <a:lnTo>
                  <a:pt x="1132370" y="124841"/>
                </a:lnTo>
                <a:lnTo>
                  <a:pt x="1125143" y="94348"/>
                </a:lnTo>
                <a:lnTo>
                  <a:pt x="1112799" y="67056"/>
                </a:lnTo>
                <a:lnTo>
                  <a:pt x="1096429" y="44640"/>
                </a:lnTo>
                <a:lnTo>
                  <a:pt x="1096429" y="161645"/>
                </a:lnTo>
                <a:lnTo>
                  <a:pt x="1096302" y="166217"/>
                </a:lnTo>
                <a:lnTo>
                  <a:pt x="1088707" y="216789"/>
                </a:lnTo>
                <a:lnTo>
                  <a:pt x="1066038" y="257746"/>
                </a:lnTo>
                <a:lnTo>
                  <a:pt x="1031354" y="283133"/>
                </a:lnTo>
                <a:lnTo>
                  <a:pt x="985164" y="291376"/>
                </a:lnTo>
                <a:lnTo>
                  <a:pt x="962291" y="289102"/>
                </a:lnTo>
                <a:lnTo>
                  <a:pt x="922807" y="271360"/>
                </a:lnTo>
                <a:lnTo>
                  <a:pt x="893038" y="236753"/>
                </a:lnTo>
                <a:lnTo>
                  <a:pt x="878700" y="189750"/>
                </a:lnTo>
                <a:lnTo>
                  <a:pt x="876960" y="161645"/>
                </a:lnTo>
                <a:lnTo>
                  <a:pt x="878941" y="134480"/>
                </a:lnTo>
                <a:lnTo>
                  <a:pt x="894321" y="88099"/>
                </a:lnTo>
                <a:lnTo>
                  <a:pt x="924356" y="52819"/>
                </a:lnTo>
                <a:lnTo>
                  <a:pt x="964450" y="35585"/>
                </a:lnTo>
                <a:lnTo>
                  <a:pt x="988225" y="33528"/>
                </a:lnTo>
                <a:lnTo>
                  <a:pt x="1012012" y="35560"/>
                </a:lnTo>
                <a:lnTo>
                  <a:pt x="1051534" y="52184"/>
                </a:lnTo>
                <a:lnTo>
                  <a:pt x="1080439" y="85979"/>
                </a:lnTo>
                <a:lnTo>
                  <a:pt x="1094778" y="134023"/>
                </a:lnTo>
                <a:lnTo>
                  <a:pt x="1096429" y="161645"/>
                </a:lnTo>
                <a:lnTo>
                  <a:pt x="1096429" y="44640"/>
                </a:lnTo>
                <a:lnTo>
                  <a:pt x="1049261" y="10477"/>
                </a:lnTo>
                <a:lnTo>
                  <a:pt x="989749" y="0"/>
                </a:lnTo>
                <a:lnTo>
                  <a:pt x="956932" y="2844"/>
                </a:lnTo>
                <a:lnTo>
                  <a:pt x="901014" y="25082"/>
                </a:lnTo>
                <a:lnTo>
                  <a:pt x="860666" y="68834"/>
                </a:lnTo>
                <a:lnTo>
                  <a:pt x="841108" y="129578"/>
                </a:lnTo>
                <a:lnTo>
                  <a:pt x="838771" y="166217"/>
                </a:lnTo>
                <a:lnTo>
                  <a:pt x="841108" y="199986"/>
                </a:lnTo>
                <a:lnTo>
                  <a:pt x="860666" y="257175"/>
                </a:lnTo>
                <a:lnTo>
                  <a:pt x="900518" y="299783"/>
                </a:lnTo>
                <a:lnTo>
                  <a:pt x="953719" y="322072"/>
                </a:lnTo>
                <a:lnTo>
                  <a:pt x="985164" y="324904"/>
                </a:lnTo>
                <a:lnTo>
                  <a:pt x="998651" y="324358"/>
                </a:lnTo>
                <a:lnTo>
                  <a:pt x="1011542" y="322808"/>
                </a:lnTo>
                <a:lnTo>
                  <a:pt x="1023835" y="320408"/>
                </a:lnTo>
                <a:lnTo>
                  <a:pt x="1035558" y="317284"/>
                </a:lnTo>
                <a:lnTo>
                  <a:pt x="1094994" y="361480"/>
                </a:lnTo>
                <a:lnTo>
                  <a:pt x="1162151" y="361480"/>
                </a:lnTo>
                <a:close/>
              </a:path>
              <a:path w="1360804" h="424179">
                <a:moveTo>
                  <a:pt x="1360360" y="285115"/>
                </a:moveTo>
                <a:lnTo>
                  <a:pt x="1233779" y="285115"/>
                </a:lnTo>
                <a:lnTo>
                  <a:pt x="1233779" y="4445"/>
                </a:lnTo>
                <a:lnTo>
                  <a:pt x="1197190" y="4445"/>
                </a:lnTo>
                <a:lnTo>
                  <a:pt x="1197190" y="285115"/>
                </a:lnTo>
                <a:lnTo>
                  <a:pt x="1197190" y="319405"/>
                </a:lnTo>
                <a:lnTo>
                  <a:pt x="1360360" y="319405"/>
                </a:lnTo>
                <a:lnTo>
                  <a:pt x="1360360" y="28511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561634" y="3645699"/>
            <a:ext cx="1330325" cy="443865"/>
          </a:xfrm>
          <a:custGeom>
            <a:avLst/>
            <a:gdLst/>
            <a:ahLst/>
            <a:cxnLst/>
            <a:rect l="l" t="t" r="r" b="b"/>
            <a:pathLst>
              <a:path w="1330325" h="443864">
                <a:moveTo>
                  <a:pt x="88493" y="76301"/>
                </a:moveTo>
                <a:lnTo>
                  <a:pt x="78206" y="61988"/>
                </a:lnTo>
                <a:lnTo>
                  <a:pt x="67906" y="48666"/>
                </a:lnTo>
                <a:lnTo>
                  <a:pt x="57594" y="36182"/>
                </a:lnTo>
                <a:lnTo>
                  <a:pt x="47244" y="24384"/>
                </a:lnTo>
                <a:lnTo>
                  <a:pt x="22860" y="41249"/>
                </a:lnTo>
                <a:lnTo>
                  <a:pt x="41922" y="67348"/>
                </a:lnTo>
                <a:lnTo>
                  <a:pt x="51625" y="80886"/>
                </a:lnTo>
                <a:lnTo>
                  <a:pt x="61061" y="94589"/>
                </a:lnTo>
                <a:lnTo>
                  <a:pt x="88493" y="76301"/>
                </a:lnTo>
                <a:close/>
              </a:path>
              <a:path w="1330325" h="443864">
                <a:moveTo>
                  <a:pt x="216598" y="259372"/>
                </a:moveTo>
                <a:lnTo>
                  <a:pt x="182981" y="259372"/>
                </a:lnTo>
                <a:lnTo>
                  <a:pt x="182981" y="288328"/>
                </a:lnTo>
                <a:lnTo>
                  <a:pt x="173888" y="305777"/>
                </a:lnTo>
                <a:lnTo>
                  <a:pt x="162788" y="321665"/>
                </a:lnTo>
                <a:lnTo>
                  <a:pt x="149974" y="336156"/>
                </a:lnTo>
                <a:lnTo>
                  <a:pt x="135737" y="349377"/>
                </a:lnTo>
                <a:lnTo>
                  <a:pt x="119735" y="341579"/>
                </a:lnTo>
                <a:lnTo>
                  <a:pt x="103733" y="334238"/>
                </a:lnTo>
                <a:lnTo>
                  <a:pt x="71729" y="320332"/>
                </a:lnTo>
                <a:lnTo>
                  <a:pt x="77177" y="312331"/>
                </a:lnTo>
                <a:lnTo>
                  <a:pt x="82207" y="304330"/>
                </a:lnTo>
                <a:lnTo>
                  <a:pt x="86944" y="296329"/>
                </a:lnTo>
                <a:lnTo>
                  <a:pt x="91541" y="288328"/>
                </a:lnTo>
                <a:lnTo>
                  <a:pt x="182981" y="288328"/>
                </a:lnTo>
                <a:lnTo>
                  <a:pt x="182981" y="259372"/>
                </a:lnTo>
                <a:lnTo>
                  <a:pt x="109829" y="259372"/>
                </a:lnTo>
                <a:lnTo>
                  <a:pt x="113258" y="253631"/>
                </a:lnTo>
                <a:lnTo>
                  <a:pt x="116687" y="247738"/>
                </a:lnTo>
                <a:lnTo>
                  <a:pt x="120116" y="241541"/>
                </a:lnTo>
                <a:lnTo>
                  <a:pt x="123545" y="234886"/>
                </a:lnTo>
                <a:lnTo>
                  <a:pt x="91541" y="225742"/>
                </a:lnTo>
                <a:lnTo>
                  <a:pt x="86969" y="233997"/>
                </a:lnTo>
                <a:lnTo>
                  <a:pt x="77825" y="251117"/>
                </a:lnTo>
                <a:lnTo>
                  <a:pt x="73253" y="259372"/>
                </a:lnTo>
                <a:lnTo>
                  <a:pt x="6096" y="259372"/>
                </a:lnTo>
                <a:lnTo>
                  <a:pt x="6096" y="288328"/>
                </a:lnTo>
                <a:lnTo>
                  <a:pt x="56489" y="288328"/>
                </a:lnTo>
                <a:lnTo>
                  <a:pt x="49580" y="299466"/>
                </a:lnTo>
                <a:lnTo>
                  <a:pt x="42684" y="310045"/>
                </a:lnTo>
                <a:lnTo>
                  <a:pt x="35826" y="320040"/>
                </a:lnTo>
                <a:lnTo>
                  <a:pt x="28956" y="329476"/>
                </a:lnTo>
                <a:lnTo>
                  <a:pt x="68059" y="349338"/>
                </a:lnTo>
                <a:lnTo>
                  <a:pt x="88849" y="359778"/>
                </a:lnTo>
                <a:lnTo>
                  <a:pt x="108305" y="369189"/>
                </a:lnTo>
                <a:lnTo>
                  <a:pt x="84531" y="382066"/>
                </a:lnTo>
                <a:lnTo>
                  <a:pt x="58724" y="393382"/>
                </a:lnTo>
                <a:lnTo>
                  <a:pt x="30645" y="403263"/>
                </a:lnTo>
                <a:lnTo>
                  <a:pt x="0" y="411861"/>
                </a:lnTo>
                <a:lnTo>
                  <a:pt x="3670" y="419836"/>
                </a:lnTo>
                <a:lnTo>
                  <a:pt x="7620" y="427672"/>
                </a:lnTo>
                <a:lnTo>
                  <a:pt x="11582" y="435216"/>
                </a:lnTo>
                <a:lnTo>
                  <a:pt x="15240" y="442341"/>
                </a:lnTo>
                <a:lnTo>
                  <a:pt x="50660" y="430961"/>
                </a:lnTo>
                <a:lnTo>
                  <a:pt x="83337" y="417576"/>
                </a:lnTo>
                <a:lnTo>
                  <a:pt x="112852" y="402475"/>
                </a:lnTo>
                <a:lnTo>
                  <a:pt x="138785" y="385953"/>
                </a:lnTo>
                <a:lnTo>
                  <a:pt x="168135" y="401193"/>
                </a:lnTo>
                <a:lnTo>
                  <a:pt x="182118" y="408673"/>
                </a:lnTo>
                <a:lnTo>
                  <a:pt x="195262" y="416433"/>
                </a:lnTo>
                <a:lnTo>
                  <a:pt x="215074" y="385953"/>
                </a:lnTo>
                <a:lnTo>
                  <a:pt x="190080" y="374523"/>
                </a:lnTo>
                <a:lnTo>
                  <a:pt x="177927" y="368808"/>
                </a:lnTo>
                <a:lnTo>
                  <a:pt x="166217" y="363093"/>
                </a:lnTo>
                <a:lnTo>
                  <a:pt x="179412" y="349377"/>
                </a:lnTo>
                <a:lnTo>
                  <a:pt x="182232" y="346443"/>
                </a:lnTo>
                <a:lnTo>
                  <a:pt x="195986" y="328523"/>
                </a:lnTo>
                <a:lnTo>
                  <a:pt x="207441" y="309206"/>
                </a:lnTo>
                <a:lnTo>
                  <a:pt x="216598" y="288328"/>
                </a:lnTo>
                <a:lnTo>
                  <a:pt x="216598" y="259372"/>
                </a:lnTo>
                <a:close/>
              </a:path>
              <a:path w="1330325" h="443864">
                <a:moveTo>
                  <a:pt x="228790" y="108305"/>
                </a:moveTo>
                <a:lnTo>
                  <a:pt x="144881" y="108305"/>
                </a:lnTo>
                <a:lnTo>
                  <a:pt x="144881" y="10668"/>
                </a:lnTo>
                <a:lnTo>
                  <a:pt x="111353" y="10668"/>
                </a:lnTo>
                <a:lnTo>
                  <a:pt x="111353" y="108305"/>
                </a:lnTo>
                <a:lnTo>
                  <a:pt x="10668" y="108305"/>
                </a:lnTo>
                <a:lnTo>
                  <a:pt x="10668" y="137350"/>
                </a:lnTo>
                <a:lnTo>
                  <a:pt x="100685" y="137350"/>
                </a:lnTo>
                <a:lnTo>
                  <a:pt x="77241" y="158216"/>
                </a:lnTo>
                <a:lnTo>
                  <a:pt x="52628" y="177355"/>
                </a:lnTo>
                <a:lnTo>
                  <a:pt x="26885" y="194792"/>
                </a:lnTo>
                <a:lnTo>
                  <a:pt x="0" y="210502"/>
                </a:lnTo>
                <a:lnTo>
                  <a:pt x="5435" y="217360"/>
                </a:lnTo>
                <a:lnTo>
                  <a:pt x="10287" y="224218"/>
                </a:lnTo>
                <a:lnTo>
                  <a:pt x="14579" y="231076"/>
                </a:lnTo>
                <a:lnTo>
                  <a:pt x="18288" y="237934"/>
                </a:lnTo>
                <a:lnTo>
                  <a:pt x="44665" y="221361"/>
                </a:lnTo>
                <a:lnTo>
                  <a:pt x="68859" y="203644"/>
                </a:lnTo>
                <a:lnTo>
                  <a:pt x="91046" y="184785"/>
                </a:lnTo>
                <a:lnTo>
                  <a:pt x="111353" y="164782"/>
                </a:lnTo>
                <a:lnTo>
                  <a:pt x="111353" y="225742"/>
                </a:lnTo>
                <a:lnTo>
                  <a:pt x="144881" y="225742"/>
                </a:lnTo>
                <a:lnTo>
                  <a:pt x="144881" y="175450"/>
                </a:lnTo>
                <a:lnTo>
                  <a:pt x="177469" y="203073"/>
                </a:lnTo>
                <a:lnTo>
                  <a:pt x="191858" y="215531"/>
                </a:lnTo>
                <a:lnTo>
                  <a:pt x="204406" y="227266"/>
                </a:lnTo>
                <a:lnTo>
                  <a:pt x="225742" y="202882"/>
                </a:lnTo>
                <a:lnTo>
                  <a:pt x="194843" y="177927"/>
                </a:lnTo>
                <a:lnTo>
                  <a:pt x="157073" y="149542"/>
                </a:lnTo>
                <a:lnTo>
                  <a:pt x="144881" y="164782"/>
                </a:lnTo>
                <a:lnTo>
                  <a:pt x="144881" y="137350"/>
                </a:lnTo>
                <a:lnTo>
                  <a:pt x="228790" y="137350"/>
                </a:lnTo>
                <a:lnTo>
                  <a:pt x="228790" y="108305"/>
                </a:lnTo>
                <a:close/>
              </a:path>
              <a:path w="1330325" h="443864">
                <a:moveTo>
                  <a:pt x="236410" y="39725"/>
                </a:moveTo>
                <a:lnTo>
                  <a:pt x="208978" y="21336"/>
                </a:lnTo>
                <a:lnTo>
                  <a:pt x="197535" y="36868"/>
                </a:lnTo>
                <a:lnTo>
                  <a:pt x="186080" y="51523"/>
                </a:lnTo>
                <a:lnTo>
                  <a:pt x="174612" y="65582"/>
                </a:lnTo>
                <a:lnTo>
                  <a:pt x="163169" y="79349"/>
                </a:lnTo>
                <a:lnTo>
                  <a:pt x="169913" y="83870"/>
                </a:lnTo>
                <a:lnTo>
                  <a:pt x="176504" y="88493"/>
                </a:lnTo>
                <a:lnTo>
                  <a:pt x="182460" y="93065"/>
                </a:lnTo>
                <a:lnTo>
                  <a:pt x="187553" y="97637"/>
                </a:lnTo>
                <a:lnTo>
                  <a:pt x="199898" y="83921"/>
                </a:lnTo>
                <a:lnTo>
                  <a:pt x="212026" y="69824"/>
                </a:lnTo>
                <a:lnTo>
                  <a:pt x="224078" y="55194"/>
                </a:lnTo>
                <a:lnTo>
                  <a:pt x="236410" y="39725"/>
                </a:lnTo>
                <a:close/>
              </a:path>
              <a:path w="1330325" h="443864">
                <a:moveTo>
                  <a:pt x="442252" y="404241"/>
                </a:moveTo>
                <a:lnTo>
                  <a:pt x="392722" y="369938"/>
                </a:lnTo>
                <a:lnTo>
                  <a:pt x="352336" y="326428"/>
                </a:lnTo>
                <a:lnTo>
                  <a:pt x="369608" y="291376"/>
                </a:lnTo>
                <a:lnTo>
                  <a:pt x="372935" y="284619"/>
                </a:lnTo>
                <a:lnTo>
                  <a:pt x="389102" y="236639"/>
                </a:lnTo>
                <a:lnTo>
                  <a:pt x="400989" y="182067"/>
                </a:lnTo>
                <a:lnTo>
                  <a:pt x="408724" y="120497"/>
                </a:lnTo>
                <a:lnTo>
                  <a:pt x="436156" y="120497"/>
                </a:lnTo>
                <a:lnTo>
                  <a:pt x="436156" y="91541"/>
                </a:lnTo>
                <a:lnTo>
                  <a:pt x="373672" y="91541"/>
                </a:lnTo>
                <a:lnTo>
                  <a:pt x="373672" y="120497"/>
                </a:lnTo>
                <a:lnTo>
                  <a:pt x="367652" y="171450"/>
                </a:lnTo>
                <a:lnTo>
                  <a:pt x="358622" y="216827"/>
                </a:lnTo>
                <a:lnTo>
                  <a:pt x="346456" y="256755"/>
                </a:lnTo>
                <a:lnTo>
                  <a:pt x="331000" y="291376"/>
                </a:lnTo>
                <a:lnTo>
                  <a:pt x="314401" y="256514"/>
                </a:lnTo>
                <a:lnTo>
                  <a:pt x="301383" y="218351"/>
                </a:lnTo>
                <a:lnTo>
                  <a:pt x="293471" y="183070"/>
                </a:lnTo>
                <a:lnTo>
                  <a:pt x="292112" y="177025"/>
                </a:lnTo>
                <a:lnTo>
                  <a:pt x="286702" y="132689"/>
                </a:lnTo>
                <a:lnTo>
                  <a:pt x="288239" y="128117"/>
                </a:lnTo>
                <a:lnTo>
                  <a:pt x="289763" y="125069"/>
                </a:lnTo>
                <a:lnTo>
                  <a:pt x="291287" y="120497"/>
                </a:lnTo>
                <a:lnTo>
                  <a:pt x="373672" y="120497"/>
                </a:lnTo>
                <a:lnTo>
                  <a:pt x="373672" y="91541"/>
                </a:lnTo>
                <a:lnTo>
                  <a:pt x="301955" y="91541"/>
                </a:lnTo>
                <a:lnTo>
                  <a:pt x="307644" y="72720"/>
                </a:lnTo>
                <a:lnTo>
                  <a:pt x="313194" y="53047"/>
                </a:lnTo>
                <a:lnTo>
                  <a:pt x="318452" y="32778"/>
                </a:lnTo>
                <a:lnTo>
                  <a:pt x="323291" y="12192"/>
                </a:lnTo>
                <a:lnTo>
                  <a:pt x="288239" y="6096"/>
                </a:lnTo>
                <a:lnTo>
                  <a:pt x="277964" y="56743"/>
                </a:lnTo>
                <a:lnTo>
                  <a:pt x="263271" y="103378"/>
                </a:lnTo>
                <a:lnTo>
                  <a:pt x="244297" y="145999"/>
                </a:lnTo>
                <a:lnTo>
                  <a:pt x="221170" y="184594"/>
                </a:lnTo>
                <a:lnTo>
                  <a:pt x="226872" y="192328"/>
                </a:lnTo>
                <a:lnTo>
                  <a:pt x="232410" y="199644"/>
                </a:lnTo>
                <a:lnTo>
                  <a:pt x="237680" y="206667"/>
                </a:lnTo>
                <a:lnTo>
                  <a:pt x="242506" y="213550"/>
                </a:lnTo>
                <a:lnTo>
                  <a:pt x="252412" y="198882"/>
                </a:lnTo>
                <a:lnTo>
                  <a:pt x="257517" y="191046"/>
                </a:lnTo>
                <a:lnTo>
                  <a:pt x="262318" y="183070"/>
                </a:lnTo>
                <a:lnTo>
                  <a:pt x="269468" y="221945"/>
                </a:lnTo>
                <a:lnTo>
                  <a:pt x="279463" y="258559"/>
                </a:lnTo>
                <a:lnTo>
                  <a:pt x="292328" y="292874"/>
                </a:lnTo>
                <a:lnTo>
                  <a:pt x="308051" y="324904"/>
                </a:lnTo>
                <a:lnTo>
                  <a:pt x="288061" y="349529"/>
                </a:lnTo>
                <a:lnTo>
                  <a:pt x="264795" y="372986"/>
                </a:lnTo>
                <a:lnTo>
                  <a:pt x="238391" y="395287"/>
                </a:lnTo>
                <a:lnTo>
                  <a:pt x="208978" y="416433"/>
                </a:lnTo>
                <a:lnTo>
                  <a:pt x="216433" y="423291"/>
                </a:lnTo>
                <a:lnTo>
                  <a:pt x="222885" y="430149"/>
                </a:lnTo>
                <a:lnTo>
                  <a:pt x="228485" y="437007"/>
                </a:lnTo>
                <a:lnTo>
                  <a:pt x="233362" y="443865"/>
                </a:lnTo>
                <a:lnTo>
                  <a:pt x="260794" y="424726"/>
                </a:lnTo>
                <a:lnTo>
                  <a:pt x="285940" y="403860"/>
                </a:lnTo>
                <a:lnTo>
                  <a:pt x="308813" y="381292"/>
                </a:lnTo>
                <a:lnTo>
                  <a:pt x="329387" y="356997"/>
                </a:lnTo>
                <a:lnTo>
                  <a:pt x="348627" y="380149"/>
                </a:lnTo>
                <a:lnTo>
                  <a:pt x="369849" y="401574"/>
                </a:lnTo>
                <a:lnTo>
                  <a:pt x="393344" y="421297"/>
                </a:lnTo>
                <a:lnTo>
                  <a:pt x="419392" y="439293"/>
                </a:lnTo>
                <a:lnTo>
                  <a:pt x="424256" y="431241"/>
                </a:lnTo>
                <a:lnTo>
                  <a:pt x="429679" y="422910"/>
                </a:lnTo>
                <a:lnTo>
                  <a:pt x="442252" y="404241"/>
                </a:lnTo>
                <a:close/>
              </a:path>
              <a:path w="1330325" h="443864">
                <a:moveTo>
                  <a:pt x="591693" y="91528"/>
                </a:moveTo>
                <a:lnTo>
                  <a:pt x="544449" y="91528"/>
                </a:lnTo>
                <a:lnTo>
                  <a:pt x="544449" y="7620"/>
                </a:lnTo>
                <a:lnTo>
                  <a:pt x="512445" y="7620"/>
                </a:lnTo>
                <a:lnTo>
                  <a:pt x="512445" y="91528"/>
                </a:lnTo>
                <a:lnTo>
                  <a:pt x="455968" y="91528"/>
                </a:lnTo>
                <a:lnTo>
                  <a:pt x="455968" y="123532"/>
                </a:lnTo>
                <a:lnTo>
                  <a:pt x="512445" y="123532"/>
                </a:lnTo>
                <a:lnTo>
                  <a:pt x="512445" y="224218"/>
                </a:lnTo>
                <a:lnTo>
                  <a:pt x="497573" y="227914"/>
                </a:lnTo>
                <a:lnTo>
                  <a:pt x="482536" y="232041"/>
                </a:lnTo>
                <a:lnTo>
                  <a:pt x="451396" y="241071"/>
                </a:lnTo>
                <a:lnTo>
                  <a:pt x="455968" y="279171"/>
                </a:lnTo>
                <a:lnTo>
                  <a:pt x="483108" y="269265"/>
                </a:lnTo>
                <a:lnTo>
                  <a:pt x="497636" y="264172"/>
                </a:lnTo>
                <a:lnTo>
                  <a:pt x="512445" y="259359"/>
                </a:lnTo>
                <a:lnTo>
                  <a:pt x="512445" y="375285"/>
                </a:lnTo>
                <a:lnTo>
                  <a:pt x="511073" y="385051"/>
                </a:lnTo>
                <a:lnTo>
                  <a:pt x="507111" y="391668"/>
                </a:lnTo>
                <a:lnTo>
                  <a:pt x="500875" y="395427"/>
                </a:lnTo>
                <a:lnTo>
                  <a:pt x="492772" y="396608"/>
                </a:lnTo>
                <a:lnTo>
                  <a:pt x="485203" y="396595"/>
                </a:lnTo>
                <a:lnTo>
                  <a:pt x="476631" y="396430"/>
                </a:lnTo>
                <a:lnTo>
                  <a:pt x="466877" y="395973"/>
                </a:lnTo>
                <a:lnTo>
                  <a:pt x="455968" y="395097"/>
                </a:lnTo>
                <a:lnTo>
                  <a:pt x="460540" y="431673"/>
                </a:lnTo>
                <a:lnTo>
                  <a:pt x="500253" y="431673"/>
                </a:lnTo>
                <a:lnTo>
                  <a:pt x="519379" y="427672"/>
                </a:lnTo>
                <a:lnTo>
                  <a:pt x="533209" y="417957"/>
                </a:lnTo>
                <a:lnTo>
                  <a:pt x="541616" y="402526"/>
                </a:lnTo>
                <a:lnTo>
                  <a:pt x="542417" y="396621"/>
                </a:lnTo>
                <a:lnTo>
                  <a:pt x="544449" y="381381"/>
                </a:lnTo>
                <a:lnTo>
                  <a:pt x="544449" y="259359"/>
                </a:lnTo>
                <a:lnTo>
                  <a:pt x="544449" y="248691"/>
                </a:lnTo>
                <a:lnTo>
                  <a:pt x="565213" y="241833"/>
                </a:lnTo>
                <a:lnTo>
                  <a:pt x="587121" y="234886"/>
                </a:lnTo>
                <a:lnTo>
                  <a:pt x="586244" y="226834"/>
                </a:lnTo>
                <a:lnTo>
                  <a:pt x="585787" y="218503"/>
                </a:lnTo>
                <a:lnTo>
                  <a:pt x="585698" y="213550"/>
                </a:lnTo>
                <a:lnTo>
                  <a:pt x="585597" y="199834"/>
                </a:lnTo>
                <a:lnTo>
                  <a:pt x="544449" y="213550"/>
                </a:lnTo>
                <a:lnTo>
                  <a:pt x="544449" y="123532"/>
                </a:lnTo>
                <a:lnTo>
                  <a:pt x="591693" y="123532"/>
                </a:lnTo>
                <a:lnTo>
                  <a:pt x="591693" y="91528"/>
                </a:lnTo>
                <a:close/>
              </a:path>
              <a:path w="1330325" h="443864">
                <a:moveTo>
                  <a:pt x="884504" y="199834"/>
                </a:moveTo>
                <a:lnTo>
                  <a:pt x="770204" y="199834"/>
                </a:lnTo>
                <a:lnTo>
                  <a:pt x="770204" y="154114"/>
                </a:lnTo>
                <a:lnTo>
                  <a:pt x="738098" y="154114"/>
                </a:lnTo>
                <a:lnTo>
                  <a:pt x="738098" y="199834"/>
                </a:lnTo>
                <a:lnTo>
                  <a:pt x="635990" y="199834"/>
                </a:lnTo>
                <a:lnTo>
                  <a:pt x="635990" y="144970"/>
                </a:lnTo>
                <a:lnTo>
                  <a:pt x="831164" y="144970"/>
                </a:lnTo>
                <a:lnTo>
                  <a:pt x="831164" y="158686"/>
                </a:lnTo>
                <a:lnTo>
                  <a:pt x="863168" y="158686"/>
                </a:lnTo>
                <a:lnTo>
                  <a:pt x="863168" y="144970"/>
                </a:lnTo>
                <a:lnTo>
                  <a:pt x="863168" y="115912"/>
                </a:lnTo>
                <a:lnTo>
                  <a:pt x="863168" y="61048"/>
                </a:lnTo>
                <a:lnTo>
                  <a:pt x="863168" y="32092"/>
                </a:lnTo>
                <a:lnTo>
                  <a:pt x="831164" y="32092"/>
                </a:lnTo>
                <a:lnTo>
                  <a:pt x="831164" y="61048"/>
                </a:lnTo>
                <a:lnTo>
                  <a:pt x="831164" y="115912"/>
                </a:lnTo>
                <a:lnTo>
                  <a:pt x="635990" y="115912"/>
                </a:lnTo>
                <a:lnTo>
                  <a:pt x="635990" y="61048"/>
                </a:lnTo>
                <a:lnTo>
                  <a:pt x="831164" y="61048"/>
                </a:lnTo>
                <a:lnTo>
                  <a:pt x="831164" y="32092"/>
                </a:lnTo>
                <a:lnTo>
                  <a:pt x="603885" y="32092"/>
                </a:lnTo>
                <a:lnTo>
                  <a:pt x="603885" y="202882"/>
                </a:lnTo>
                <a:lnTo>
                  <a:pt x="600481" y="268122"/>
                </a:lnTo>
                <a:lnTo>
                  <a:pt x="590359" y="324358"/>
                </a:lnTo>
                <a:lnTo>
                  <a:pt x="573671" y="371716"/>
                </a:lnTo>
                <a:lnTo>
                  <a:pt x="550545" y="410337"/>
                </a:lnTo>
                <a:lnTo>
                  <a:pt x="573405" y="437769"/>
                </a:lnTo>
                <a:lnTo>
                  <a:pt x="598868" y="397205"/>
                </a:lnTo>
                <a:lnTo>
                  <a:pt x="617880" y="348742"/>
                </a:lnTo>
                <a:lnTo>
                  <a:pt x="630301" y="292557"/>
                </a:lnTo>
                <a:lnTo>
                  <a:pt x="635990" y="228790"/>
                </a:lnTo>
                <a:lnTo>
                  <a:pt x="738098" y="228790"/>
                </a:lnTo>
                <a:lnTo>
                  <a:pt x="738098" y="285267"/>
                </a:lnTo>
                <a:lnTo>
                  <a:pt x="648182" y="285267"/>
                </a:lnTo>
                <a:lnTo>
                  <a:pt x="648182" y="433197"/>
                </a:lnTo>
                <a:lnTo>
                  <a:pt x="678662" y="433197"/>
                </a:lnTo>
                <a:lnTo>
                  <a:pt x="678662" y="407289"/>
                </a:lnTo>
                <a:lnTo>
                  <a:pt x="829640" y="407289"/>
                </a:lnTo>
                <a:lnTo>
                  <a:pt x="829640" y="433197"/>
                </a:lnTo>
                <a:lnTo>
                  <a:pt x="860120" y="433197"/>
                </a:lnTo>
                <a:lnTo>
                  <a:pt x="860120" y="407289"/>
                </a:lnTo>
                <a:lnTo>
                  <a:pt x="860120" y="379857"/>
                </a:lnTo>
                <a:lnTo>
                  <a:pt x="860120" y="314236"/>
                </a:lnTo>
                <a:lnTo>
                  <a:pt x="860120" y="285267"/>
                </a:lnTo>
                <a:lnTo>
                  <a:pt x="829640" y="285267"/>
                </a:lnTo>
                <a:lnTo>
                  <a:pt x="829640" y="314236"/>
                </a:lnTo>
                <a:lnTo>
                  <a:pt x="829640" y="379857"/>
                </a:lnTo>
                <a:lnTo>
                  <a:pt x="678662" y="379857"/>
                </a:lnTo>
                <a:lnTo>
                  <a:pt x="678662" y="314236"/>
                </a:lnTo>
                <a:lnTo>
                  <a:pt x="829640" y="314236"/>
                </a:lnTo>
                <a:lnTo>
                  <a:pt x="829640" y="285267"/>
                </a:lnTo>
                <a:lnTo>
                  <a:pt x="770204" y="285267"/>
                </a:lnTo>
                <a:lnTo>
                  <a:pt x="770204" y="228790"/>
                </a:lnTo>
                <a:lnTo>
                  <a:pt x="884504" y="228790"/>
                </a:lnTo>
                <a:lnTo>
                  <a:pt x="884504" y="199834"/>
                </a:lnTo>
                <a:close/>
              </a:path>
              <a:path w="1330325" h="443864">
                <a:moveTo>
                  <a:pt x="1329893" y="323367"/>
                </a:moveTo>
                <a:lnTo>
                  <a:pt x="1188059" y="323367"/>
                </a:lnTo>
                <a:lnTo>
                  <a:pt x="1188059" y="277647"/>
                </a:lnTo>
                <a:lnTo>
                  <a:pt x="1308557" y="277647"/>
                </a:lnTo>
                <a:lnTo>
                  <a:pt x="1308557" y="245643"/>
                </a:lnTo>
                <a:lnTo>
                  <a:pt x="1188059" y="245643"/>
                </a:lnTo>
                <a:lnTo>
                  <a:pt x="1188059" y="190690"/>
                </a:lnTo>
                <a:lnTo>
                  <a:pt x="1152918" y="190690"/>
                </a:lnTo>
                <a:lnTo>
                  <a:pt x="1152918" y="245643"/>
                </a:lnTo>
                <a:lnTo>
                  <a:pt x="1058430" y="245643"/>
                </a:lnTo>
                <a:lnTo>
                  <a:pt x="1069568" y="229044"/>
                </a:lnTo>
                <a:lnTo>
                  <a:pt x="1080147" y="211467"/>
                </a:lnTo>
                <a:lnTo>
                  <a:pt x="1090142" y="193052"/>
                </a:lnTo>
                <a:lnTo>
                  <a:pt x="1099578" y="173926"/>
                </a:lnTo>
                <a:lnTo>
                  <a:pt x="1307033" y="173926"/>
                </a:lnTo>
                <a:lnTo>
                  <a:pt x="1307033" y="141922"/>
                </a:lnTo>
                <a:lnTo>
                  <a:pt x="1116342" y="141922"/>
                </a:lnTo>
                <a:lnTo>
                  <a:pt x="1120914" y="132486"/>
                </a:lnTo>
                <a:lnTo>
                  <a:pt x="1130058" y="113106"/>
                </a:lnTo>
                <a:lnTo>
                  <a:pt x="1134630" y="103720"/>
                </a:lnTo>
                <a:lnTo>
                  <a:pt x="1098054" y="93052"/>
                </a:lnTo>
                <a:lnTo>
                  <a:pt x="1093216" y="105613"/>
                </a:lnTo>
                <a:lnTo>
                  <a:pt x="1087958" y="118021"/>
                </a:lnTo>
                <a:lnTo>
                  <a:pt x="1082408" y="130175"/>
                </a:lnTo>
                <a:lnTo>
                  <a:pt x="1076718" y="141922"/>
                </a:lnTo>
                <a:lnTo>
                  <a:pt x="997369" y="141922"/>
                </a:lnTo>
                <a:lnTo>
                  <a:pt x="997369" y="173926"/>
                </a:lnTo>
                <a:lnTo>
                  <a:pt x="1061478" y="173926"/>
                </a:lnTo>
                <a:lnTo>
                  <a:pt x="1051801" y="193052"/>
                </a:lnTo>
                <a:lnTo>
                  <a:pt x="1041273" y="211467"/>
                </a:lnTo>
                <a:lnTo>
                  <a:pt x="1030147" y="229044"/>
                </a:lnTo>
                <a:lnTo>
                  <a:pt x="1018705" y="245643"/>
                </a:lnTo>
                <a:lnTo>
                  <a:pt x="1018705" y="277647"/>
                </a:lnTo>
                <a:lnTo>
                  <a:pt x="1152918" y="277647"/>
                </a:lnTo>
                <a:lnTo>
                  <a:pt x="1152918" y="323367"/>
                </a:lnTo>
                <a:lnTo>
                  <a:pt x="986701" y="323367"/>
                </a:lnTo>
                <a:lnTo>
                  <a:pt x="986701" y="355473"/>
                </a:lnTo>
                <a:lnTo>
                  <a:pt x="1152918" y="355473"/>
                </a:lnTo>
                <a:lnTo>
                  <a:pt x="1152918" y="436245"/>
                </a:lnTo>
                <a:lnTo>
                  <a:pt x="1188059" y="436245"/>
                </a:lnTo>
                <a:lnTo>
                  <a:pt x="1188059" y="355473"/>
                </a:lnTo>
                <a:lnTo>
                  <a:pt x="1329893" y="355473"/>
                </a:lnTo>
                <a:lnTo>
                  <a:pt x="1329893" y="323367"/>
                </a:lnTo>
                <a:close/>
              </a:path>
              <a:path w="1330325" h="443864">
                <a:moveTo>
                  <a:pt x="1329893" y="56476"/>
                </a:moveTo>
                <a:lnTo>
                  <a:pt x="1148346" y="56476"/>
                </a:lnTo>
                <a:lnTo>
                  <a:pt x="1168247" y="44284"/>
                </a:lnTo>
                <a:lnTo>
                  <a:pt x="1158786" y="32181"/>
                </a:lnTo>
                <a:lnTo>
                  <a:pt x="1148918" y="20967"/>
                </a:lnTo>
                <a:lnTo>
                  <a:pt x="1138796" y="10337"/>
                </a:lnTo>
                <a:lnTo>
                  <a:pt x="1128534" y="0"/>
                </a:lnTo>
                <a:lnTo>
                  <a:pt x="1102626" y="19812"/>
                </a:lnTo>
                <a:lnTo>
                  <a:pt x="1110386" y="29006"/>
                </a:lnTo>
                <a:lnTo>
                  <a:pt x="1125334" y="47332"/>
                </a:lnTo>
                <a:lnTo>
                  <a:pt x="1133106" y="56476"/>
                </a:lnTo>
                <a:lnTo>
                  <a:pt x="942505" y="56476"/>
                </a:lnTo>
                <a:lnTo>
                  <a:pt x="942505" y="219646"/>
                </a:lnTo>
                <a:lnTo>
                  <a:pt x="939622" y="279704"/>
                </a:lnTo>
                <a:lnTo>
                  <a:pt x="930884" y="331597"/>
                </a:lnTo>
                <a:lnTo>
                  <a:pt x="916139" y="375196"/>
                </a:lnTo>
                <a:lnTo>
                  <a:pt x="895261" y="410337"/>
                </a:lnTo>
                <a:lnTo>
                  <a:pt x="908596" y="425577"/>
                </a:lnTo>
                <a:lnTo>
                  <a:pt x="914552" y="433057"/>
                </a:lnTo>
                <a:lnTo>
                  <a:pt x="919645" y="440817"/>
                </a:lnTo>
                <a:lnTo>
                  <a:pt x="940879" y="406946"/>
                </a:lnTo>
                <a:lnTo>
                  <a:pt x="957148" y="367436"/>
                </a:lnTo>
                <a:lnTo>
                  <a:pt x="968578" y="322122"/>
                </a:lnTo>
                <a:lnTo>
                  <a:pt x="975334" y="270878"/>
                </a:lnTo>
                <a:lnTo>
                  <a:pt x="977557" y="213550"/>
                </a:lnTo>
                <a:lnTo>
                  <a:pt x="977557" y="88480"/>
                </a:lnTo>
                <a:lnTo>
                  <a:pt x="1329893" y="88480"/>
                </a:lnTo>
                <a:lnTo>
                  <a:pt x="1329893" y="564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18844" y="4480560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770411" y="4327588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4">
                <a:moveTo>
                  <a:pt x="32004" y="274510"/>
                </a:moveTo>
                <a:lnTo>
                  <a:pt x="0" y="274510"/>
                </a:lnTo>
                <a:lnTo>
                  <a:pt x="0" y="0"/>
                </a:lnTo>
                <a:lnTo>
                  <a:pt x="74676" y="0"/>
                </a:lnTo>
                <a:lnTo>
                  <a:pt x="113621" y="5524"/>
                </a:lnTo>
                <a:lnTo>
                  <a:pt x="149688" y="28956"/>
                </a:lnTo>
                <a:lnTo>
                  <a:pt x="32004" y="28956"/>
                </a:lnTo>
                <a:lnTo>
                  <a:pt x="32004" y="141827"/>
                </a:lnTo>
                <a:lnTo>
                  <a:pt x="144388" y="141827"/>
                </a:lnTo>
                <a:lnTo>
                  <a:pt x="140303" y="146399"/>
                </a:lnTo>
                <a:lnTo>
                  <a:pt x="125429" y="157281"/>
                </a:lnTo>
                <a:lnTo>
                  <a:pt x="108251" y="164877"/>
                </a:lnTo>
                <a:lnTo>
                  <a:pt x="88787" y="169330"/>
                </a:lnTo>
                <a:lnTo>
                  <a:pt x="67056" y="170783"/>
                </a:lnTo>
                <a:lnTo>
                  <a:pt x="32004" y="170783"/>
                </a:lnTo>
                <a:lnTo>
                  <a:pt x="32004" y="274510"/>
                </a:lnTo>
                <a:close/>
              </a:path>
              <a:path w="168275" h="274954">
                <a:moveTo>
                  <a:pt x="144388" y="141827"/>
                </a:moveTo>
                <a:lnTo>
                  <a:pt x="65532" y="141827"/>
                </a:lnTo>
                <a:lnTo>
                  <a:pt x="80905" y="140946"/>
                </a:lnTo>
                <a:lnTo>
                  <a:pt x="94726" y="138207"/>
                </a:lnTo>
                <a:lnTo>
                  <a:pt x="129635" y="108680"/>
                </a:lnTo>
                <a:lnTo>
                  <a:pt x="134207" y="83915"/>
                </a:lnTo>
                <a:lnTo>
                  <a:pt x="130181" y="59857"/>
                </a:lnTo>
                <a:lnTo>
                  <a:pt x="118002" y="42683"/>
                </a:lnTo>
                <a:lnTo>
                  <a:pt x="97519" y="32386"/>
                </a:lnTo>
                <a:lnTo>
                  <a:pt x="68580" y="28956"/>
                </a:lnTo>
                <a:lnTo>
                  <a:pt x="149688" y="28956"/>
                </a:lnTo>
                <a:lnTo>
                  <a:pt x="153590" y="33648"/>
                </a:lnTo>
                <a:lnTo>
                  <a:pt x="161258" y="47827"/>
                </a:lnTo>
                <a:lnTo>
                  <a:pt x="166068" y="64024"/>
                </a:lnTo>
                <a:lnTo>
                  <a:pt x="167735" y="82391"/>
                </a:lnTo>
                <a:lnTo>
                  <a:pt x="166020" y="100965"/>
                </a:lnTo>
                <a:lnTo>
                  <a:pt x="160877" y="117824"/>
                </a:lnTo>
                <a:lnTo>
                  <a:pt x="152304" y="132969"/>
                </a:lnTo>
                <a:lnTo>
                  <a:pt x="144388" y="1418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988439" y="4329048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5" h="119379">
                <a:moveTo>
                  <a:pt x="0" y="0"/>
                </a:moveTo>
                <a:lnTo>
                  <a:pt x="32004" y="0"/>
                </a:lnTo>
                <a:lnTo>
                  <a:pt x="32004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988439" y="4329048"/>
            <a:ext cx="206375" cy="273050"/>
          </a:xfrm>
          <a:custGeom>
            <a:avLst/>
            <a:gdLst/>
            <a:ahLst/>
            <a:cxnLst/>
            <a:rect l="l" t="t" r="r" b="b"/>
            <a:pathLst>
              <a:path w="206375" h="273050">
                <a:moveTo>
                  <a:pt x="205930" y="0"/>
                </a:moveTo>
                <a:lnTo>
                  <a:pt x="173824" y="0"/>
                </a:lnTo>
                <a:lnTo>
                  <a:pt x="173824" y="119380"/>
                </a:lnTo>
                <a:lnTo>
                  <a:pt x="0" y="119380"/>
                </a:lnTo>
                <a:lnTo>
                  <a:pt x="0" y="147320"/>
                </a:lnTo>
                <a:lnTo>
                  <a:pt x="0" y="273050"/>
                </a:lnTo>
                <a:lnTo>
                  <a:pt x="32004" y="273050"/>
                </a:lnTo>
                <a:lnTo>
                  <a:pt x="32004" y="147320"/>
                </a:lnTo>
                <a:lnTo>
                  <a:pt x="173824" y="147320"/>
                </a:lnTo>
                <a:lnTo>
                  <a:pt x="173824" y="273050"/>
                </a:lnTo>
                <a:lnTo>
                  <a:pt x="205930" y="273050"/>
                </a:lnTo>
                <a:lnTo>
                  <a:pt x="205930" y="147320"/>
                </a:lnTo>
                <a:lnTo>
                  <a:pt x="205930" y="119380"/>
                </a:lnTo>
                <a:lnTo>
                  <a:pt x="20593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2265997" y="4327588"/>
            <a:ext cx="168275" cy="274955"/>
          </a:xfrm>
          <a:custGeom>
            <a:avLst/>
            <a:gdLst/>
            <a:ahLst/>
            <a:cxnLst/>
            <a:rect l="l" t="t" r="r" b="b"/>
            <a:pathLst>
              <a:path w="168275" h="274954">
                <a:moveTo>
                  <a:pt x="32099" y="274510"/>
                </a:moveTo>
                <a:lnTo>
                  <a:pt x="0" y="274510"/>
                </a:lnTo>
                <a:lnTo>
                  <a:pt x="0" y="0"/>
                </a:lnTo>
                <a:lnTo>
                  <a:pt x="74771" y="0"/>
                </a:lnTo>
                <a:lnTo>
                  <a:pt x="113633" y="5524"/>
                </a:lnTo>
                <a:lnTo>
                  <a:pt x="149697" y="28956"/>
                </a:lnTo>
                <a:lnTo>
                  <a:pt x="32099" y="28956"/>
                </a:lnTo>
                <a:lnTo>
                  <a:pt x="32099" y="141827"/>
                </a:lnTo>
                <a:lnTo>
                  <a:pt x="144393" y="141827"/>
                </a:lnTo>
                <a:lnTo>
                  <a:pt x="140303" y="146399"/>
                </a:lnTo>
                <a:lnTo>
                  <a:pt x="125658" y="157281"/>
                </a:lnTo>
                <a:lnTo>
                  <a:pt x="108870" y="164877"/>
                </a:lnTo>
                <a:lnTo>
                  <a:pt x="89511" y="169330"/>
                </a:lnTo>
                <a:lnTo>
                  <a:pt x="67151" y="170783"/>
                </a:lnTo>
                <a:lnTo>
                  <a:pt x="32099" y="170783"/>
                </a:lnTo>
                <a:lnTo>
                  <a:pt x="32099" y="274510"/>
                </a:lnTo>
                <a:close/>
              </a:path>
              <a:path w="168275" h="274954">
                <a:moveTo>
                  <a:pt x="144393" y="141827"/>
                </a:moveTo>
                <a:lnTo>
                  <a:pt x="65627" y="141827"/>
                </a:lnTo>
                <a:lnTo>
                  <a:pt x="80986" y="140946"/>
                </a:lnTo>
                <a:lnTo>
                  <a:pt x="94773" y="138207"/>
                </a:lnTo>
                <a:lnTo>
                  <a:pt x="129635" y="108680"/>
                </a:lnTo>
                <a:lnTo>
                  <a:pt x="134207" y="83915"/>
                </a:lnTo>
                <a:lnTo>
                  <a:pt x="130182" y="59857"/>
                </a:lnTo>
                <a:lnTo>
                  <a:pt x="118014" y="42683"/>
                </a:lnTo>
                <a:lnTo>
                  <a:pt x="97559" y="32386"/>
                </a:lnTo>
                <a:lnTo>
                  <a:pt x="68675" y="28956"/>
                </a:lnTo>
                <a:lnTo>
                  <a:pt x="149697" y="28956"/>
                </a:lnTo>
                <a:lnTo>
                  <a:pt x="153605" y="33648"/>
                </a:lnTo>
                <a:lnTo>
                  <a:pt x="161305" y="47827"/>
                </a:lnTo>
                <a:lnTo>
                  <a:pt x="166148" y="64024"/>
                </a:lnTo>
                <a:lnTo>
                  <a:pt x="167830" y="82391"/>
                </a:lnTo>
                <a:lnTo>
                  <a:pt x="166101" y="100965"/>
                </a:lnTo>
                <a:lnTo>
                  <a:pt x="160924" y="117824"/>
                </a:lnTo>
                <a:lnTo>
                  <a:pt x="152319" y="132969"/>
                </a:lnTo>
                <a:lnTo>
                  <a:pt x="144393" y="14182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589365" y="4275683"/>
            <a:ext cx="1116330" cy="380365"/>
          </a:xfrm>
          <a:custGeom>
            <a:avLst/>
            <a:gdLst/>
            <a:ahLst/>
            <a:cxnLst/>
            <a:rect l="l" t="t" r="r" b="b"/>
            <a:pathLst>
              <a:path w="1116329" h="380364">
                <a:moveTo>
                  <a:pt x="179933" y="238036"/>
                </a:moveTo>
                <a:lnTo>
                  <a:pt x="147929" y="238036"/>
                </a:lnTo>
                <a:lnTo>
                  <a:pt x="147929" y="379857"/>
                </a:lnTo>
                <a:lnTo>
                  <a:pt x="179933" y="379857"/>
                </a:lnTo>
                <a:lnTo>
                  <a:pt x="179933" y="238036"/>
                </a:lnTo>
                <a:close/>
              </a:path>
              <a:path w="1116329" h="380364">
                <a:moveTo>
                  <a:pt x="329374" y="238036"/>
                </a:moveTo>
                <a:lnTo>
                  <a:pt x="297370" y="238036"/>
                </a:lnTo>
                <a:lnTo>
                  <a:pt x="297370" y="257848"/>
                </a:lnTo>
                <a:lnTo>
                  <a:pt x="329374" y="257848"/>
                </a:lnTo>
                <a:lnTo>
                  <a:pt x="329374" y="238036"/>
                </a:lnTo>
                <a:close/>
              </a:path>
              <a:path w="1116329" h="380364">
                <a:moveTo>
                  <a:pt x="329374" y="83908"/>
                </a:moveTo>
                <a:lnTo>
                  <a:pt x="297370" y="83908"/>
                </a:lnTo>
                <a:lnTo>
                  <a:pt x="297370" y="111848"/>
                </a:lnTo>
                <a:lnTo>
                  <a:pt x="297370" y="208368"/>
                </a:lnTo>
                <a:lnTo>
                  <a:pt x="179933" y="208368"/>
                </a:lnTo>
                <a:lnTo>
                  <a:pt x="179933" y="111848"/>
                </a:lnTo>
                <a:lnTo>
                  <a:pt x="297370" y="111848"/>
                </a:lnTo>
                <a:lnTo>
                  <a:pt x="297370" y="83908"/>
                </a:lnTo>
                <a:lnTo>
                  <a:pt x="179933" y="83908"/>
                </a:lnTo>
                <a:lnTo>
                  <a:pt x="179933" y="0"/>
                </a:lnTo>
                <a:lnTo>
                  <a:pt x="147929" y="0"/>
                </a:lnTo>
                <a:lnTo>
                  <a:pt x="147929" y="83908"/>
                </a:lnTo>
                <a:lnTo>
                  <a:pt x="147929" y="111848"/>
                </a:lnTo>
                <a:lnTo>
                  <a:pt x="147929" y="208368"/>
                </a:lnTo>
                <a:lnTo>
                  <a:pt x="32004" y="208368"/>
                </a:lnTo>
                <a:lnTo>
                  <a:pt x="32004" y="111848"/>
                </a:lnTo>
                <a:lnTo>
                  <a:pt x="147929" y="111848"/>
                </a:lnTo>
                <a:lnTo>
                  <a:pt x="147929" y="83908"/>
                </a:lnTo>
                <a:lnTo>
                  <a:pt x="0" y="83908"/>
                </a:lnTo>
                <a:lnTo>
                  <a:pt x="0" y="111848"/>
                </a:lnTo>
                <a:lnTo>
                  <a:pt x="0" y="208368"/>
                </a:lnTo>
                <a:lnTo>
                  <a:pt x="0" y="237578"/>
                </a:lnTo>
                <a:lnTo>
                  <a:pt x="0" y="257898"/>
                </a:lnTo>
                <a:lnTo>
                  <a:pt x="32004" y="257898"/>
                </a:lnTo>
                <a:lnTo>
                  <a:pt x="32004" y="237578"/>
                </a:lnTo>
                <a:lnTo>
                  <a:pt x="329374" y="237578"/>
                </a:lnTo>
                <a:lnTo>
                  <a:pt x="329374" y="208978"/>
                </a:lnTo>
                <a:lnTo>
                  <a:pt x="329374" y="208368"/>
                </a:lnTo>
                <a:lnTo>
                  <a:pt x="329374" y="111848"/>
                </a:lnTo>
                <a:lnTo>
                  <a:pt x="329374" y="111353"/>
                </a:lnTo>
                <a:lnTo>
                  <a:pt x="329374" y="83908"/>
                </a:lnTo>
                <a:close/>
              </a:path>
              <a:path w="1116329" h="380364">
                <a:moveTo>
                  <a:pt x="465099" y="68681"/>
                </a:moveTo>
                <a:lnTo>
                  <a:pt x="437286" y="38188"/>
                </a:lnTo>
                <a:lnTo>
                  <a:pt x="422668" y="22771"/>
                </a:lnTo>
                <a:lnTo>
                  <a:pt x="407187" y="7620"/>
                </a:lnTo>
                <a:lnTo>
                  <a:pt x="384238" y="27520"/>
                </a:lnTo>
                <a:lnTo>
                  <a:pt x="398868" y="43522"/>
                </a:lnTo>
                <a:lnTo>
                  <a:pt x="412902" y="59524"/>
                </a:lnTo>
                <a:lnTo>
                  <a:pt x="426339" y="75539"/>
                </a:lnTo>
                <a:lnTo>
                  <a:pt x="439191" y="91541"/>
                </a:lnTo>
                <a:lnTo>
                  <a:pt x="465099" y="68681"/>
                </a:lnTo>
                <a:close/>
              </a:path>
              <a:path w="1116329" h="380364">
                <a:moveTo>
                  <a:pt x="506260" y="276136"/>
                </a:moveTo>
                <a:lnTo>
                  <a:pt x="503974" y="259943"/>
                </a:lnTo>
                <a:lnTo>
                  <a:pt x="502983" y="252691"/>
                </a:lnTo>
                <a:lnTo>
                  <a:pt x="501688" y="242608"/>
                </a:lnTo>
                <a:lnTo>
                  <a:pt x="487972" y="253771"/>
                </a:lnTo>
                <a:lnTo>
                  <a:pt x="474243" y="264515"/>
                </a:lnTo>
                <a:lnTo>
                  <a:pt x="460527" y="274967"/>
                </a:lnTo>
                <a:lnTo>
                  <a:pt x="446811" y="285280"/>
                </a:lnTo>
                <a:lnTo>
                  <a:pt x="446811" y="131254"/>
                </a:lnTo>
                <a:lnTo>
                  <a:pt x="367474" y="131254"/>
                </a:lnTo>
                <a:lnTo>
                  <a:pt x="367474" y="158686"/>
                </a:lnTo>
                <a:lnTo>
                  <a:pt x="417855" y="158686"/>
                </a:lnTo>
                <a:lnTo>
                  <a:pt x="417741" y="283756"/>
                </a:lnTo>
                <a:lnTo>
                  <a:pt x="417004" y="293090"/>
                </a:lnTo>
                <a:lnTo>
                  <a:pt x="414426" y="302806"/>
                </a:lnTo>
                <a:lnTo>
                  <a:pt x="410146" y="311378"/>
                </a:lnTo>
                <a:lnTo>
                  <a:pt x="404139" y="318808"/>
                </a:lnTo>
                <a:lnTo>
                  <a:pt x="423951" y="341757"/>
                </a:lnTo>
                <a:lnTo>
                  <a:pt x="429412" y="336334"/>
                </a:lnTo>
                <a:lnTo>
                  <a:pt x="434428" y="331609"/>
                </a:lnTo>
                <a:lnTo>
                  <a:pt x="439178" y="327748"/>
                </a:lnTo>
                <a:lnTo>
                  <a:pt x="443763" y="324904"/>
                </a:lnTo>
                <a:lnTo>
                  <a:pt x="476148" y="298805"/>
                </a:lnTo>
                <a:lnTo>
                  <a:pt x="491350" y="286969"/>
                </a:lnTo>
                <a:lnTo>
                  <a:pt x="493674" y="285280"/>
                </a:lnTo>
                <a:lnTo>
                  <a:pt x="506260" y="276136"/>
                </a:lnTo>
                <a:close/>
              </a:path>
              <a:path w="1116329" h="380364">
                <a:moveTo>
                  <a:pt x="744194" y="67144"/>
                </a:moveTo>
                <a:lnTo>
                  <a:pt x="613029" y="67144"/>
                </a:lnTo>
                <a:lnTo>
                  <a:pt x="640461" y="51904"/>
                </a:lnTo>
                <a:lnTo>
                  <a:pt x="633336" y="39941"/>
                </a:lnTo>
                <a:lnTo>
                  <a:pt x="625792" y="27101"/>
                </a:lnTo>
                <a:lnTo>
                  <a:pt x="609981" y="0"/>
                </a:lnTo>
                <a:lnTo>
                  <a:pt x="582549" y="12192"/>
                </a:lnTo>
                <a:lnTo>
                  <a:pt x="590499" y="25958"/>
                </a:lnTo>
                <a:lnTo>
                  <a:pt x="598170" y="39712"/>
                </a:lnTo>
                <a:lnTo>
                  <a:pt x="605269" y="53428"/>
                </a:lnTo>
                <a:lnTo>
                  <a:pt x="611505" y="67144"/>
                </a:lnTo>
                <a:lnTo>
                  <a:pt x="487972" y="67144"/>
                </a:lnTo>
                <a:lnTo>
                  <a:pt x="487972" y="94589"/>
                </a:lnTo>
                <a:lnTo>
                  <a:pt x="542925" y="94589"/>
                </a:lnTo>
                <a:lnTo>
                  <a:pt x="542925" y="158686"/>
                </a:lnTo>
                <a:lnTo>
                  <a:pt x="539686" y="224078"/>
                </a:lnTo>
                <a:lnTo>
                  <a:pt x="530733" y="270040"/>
                </a:lnTo>
                <a:lnTo>
                  <a:pt x="507784" y="313474"/>
                </a:lnTo>
                <a:lnTo>
                  <a:pt x="471195" y="356997"/>
                </a:lnTo>
                <a:lnTo>
                  <a:pt x="476935" y="361861"/>
                </a:lnTo>
                <a:lnTo>
                  <a:pt x="482815" y="367284"/>
                </a:lnTo>
                <a:lnTo>
                  <a:pt x="488988" y="373291"/>
                </a:lnTo>
                <a:lnTo>
                  <a:pt x="495592" y="379857"/>
                </a:lnTo>
                <a:lnTo>
                  <a:pt x="516724" y="355841"/>
                </a:lnTo>
                <a:lnTo>
                  <a:pt x="548170" y="307771"/>
                </a:lnTo>
                <a:lnTo>
                  <a:pt x="564184" y="263499"/>
                </a:lnTo>
                <a:lnTo>
                  <a:pt x="571665" y="212090"/>
                </a:lnTo>
                <a:lnTo>
                  <a:pt x="573405" y="181546"/>
                </a:lnTo>
                <a:lnTo>
                  <a:pt x="686282" y="181546"/>
                </a:lnTo>
                <a:lnTo>
                  <a:pt x="683044" y="252691"/>
                </a:lnTo>
                <a:lnTo>
                  <a:pt x="678662" y="306616"/>
                </a:lnTo>
                <a:lnTo>
                  <a:pt x="651129" y="335661"/>
                </a:lnTo>
                <a:lnTo>
                  <a:pt x="636841" y="335368"/>
                </a:lnTo>
                <a:lnTo>
                  <a:pt x="621411" y="334505"/>
                </a:lnTo>
                <a:lnTo>
                  <a:pt x="604837" y="333044"/>
                </a:lnTo>
                <a:lnTo>
                  <a:pt x="587121" y="331000"/>
                </a:lnTo>
                <a:lnTo>
                  <a:pt x="589140" y="339077"/>
                </a:lnTo>
                <a:lnTo>
                  <a:pt x="590740" y="347268"/>
                </a:lnTo>
                <a:lnTo>
                  <a:pt x="592048" y="355739"/>
                </a:lnTo>
                <a:lnTo>
                  <a:pt x="593217" y="364617"/>
                </a:lnTo>
                <a:lnTo>
                  <a:pt x="610057" y="365493"/>
                </a:lnTo>
                <a:lnTo>
                  <a:pt x="626173" y="365950"/>
                </a:lnTo>
                <a:lnTo>
                  <a:pt x="655701" y="366141"/>
                </a:lnTo>
                <a:lnTo>
                  <a:pt x="677164" y="362978"/>
                </a:lnTo>
                <a:lnTo>
                  <a:pt x="704354" y="335661"/>
                </a:lnTo>
                <a:lnTo>
                  <a:pt x="711428" y="287934"/>
                </a:lnTo>
                <a:lnTo>
                  <a:pt x="716000" y="207886"/>
                </a:lnTo>
                <a:lnTo>
                  <a:pt x="717118" y="181546"/>
                </a:lnTo>
                <a:lnTo>
                  <a:pt x="718286" y="154114"/>
                </a:lnTo>
                <a:lnTo>
                  <a:pt x="573405" y="154114"/>
                </a:lnTo>
                <a:lnTo>
                  <a:pt x="573405" y="94589"/>
                </a:lnTo>
                <a:lnTo>
                  <a:pt x="744194" y="94589"/>
                </a:lnTo>
                <a:lnTo>
                  <a:pt x="744194" y="67144"/>
                </a:lnTo>
                <a:close/>
              </a:path>
              <a:path w="1116329" h="380364">
                <a:moveTo>
                  <a:pt x="806665" y="76288"/>
                </a:moveTo>
                <a:lnTo>
                  <a:pt x="777709" y="76288"/>
                </a:lnTo>
                <a:lnTo>
                  <a:pt x="777709" y="376809"/>
                </a:lnTo>
                <a:lnTo>
                  <a:pt x="806665" y="376809"/>
                </a:lnTo>
                <a:lnTo>
                  <a:pt x="806665" y="76288"/>
                </a:lnTo>
                <a:close/>
              </a:path>
              <a:path w="1116329" h="380364">
                <a:moveTo>
                  <a:pt x="873823" y="56476"/>
                </a:moveTo>
                <a:lnTo>
                  <a:pt x="857529" y="39319"/>
                </a:lnTo>
                <a:lnTo>
                  <a:pt x="842962" y="24434"/>
                </a:lnTo>
                <a:lnTo>
                  <a:pt x="830097" y="11823"/>
                </a:lnTo>
                <a:lnTo>
                  <a:pt x="818959" y="1524"/>
                </a:lnTo>
                <a:lnTo>
                  <a:pt x="795997" y="19812"/>
                </a:lnTo>
                <a:lnTo>
                  <a:pt x="806970" y="31267"/>
                </a:lnTo>
                <a:lnTo>
                  <a:pt x="833386" y="60413"/>
                </a:lnTo>
                <a:lnTo>
                  <a:pt x="849439" y="77812"/>
                </a:lnTo>
                <a:lnTo>
                  <a:pt x="873823" y="56476"/>
                </a:lnTo>
                <a:close/>
              </a:path>
              <a:path w="1116329" h="380364">
                <a:moveTo>
                  <a:pt x="1027849" y="122008"/>
                </a:moveTo>
                <a:lnTo>
                  <a:pt x="1000417" y="122008"/>
                </a:lnTo>
                <a:lnTo>
                  <a:pt x="1000417" y="149542"/>
                </a:lnTo>
                <a:lnTo>
                  <a:pt x="1000417" y="245656"/>
                </a:lnTo>
                <a:lnTo>
                  <a:pt x="892111" y="245656"/>
                </a:lnTo>
                <a:lnTo>
                  <a:pt x="892111" y="149542"/>
                </a:lnTo>
                <a:lnTo>
                  <a:pt x="1000417" y="149542"/>
                </a:lnTo>
                <a:lnTo>
                  <a:pt x="1000417" y="122008"/>
                </a:lnTo>
                <a:lnTo>
                  <a:pt x="864679" y="122008"/>
                </a:lnTo>
                <a:lnTo>
                  <a:pt x="864679" y="295948"/>
                </a:lnTo>
                <a:lnTo>
                  <a:pt x="892111" y="295948"/>
                </a:lnTo>
                <a:lnTo>
                  <a:pt x="892111" y="274612"/>
                </a:lnTo>
                <a:lnTo>
                  <a:pt x="1027849" y="274612"/>
                </a:lnTo>
                <a:lnTo>
                  <a:pt x="1027849" y="245656"/>
                </a:lnTo>
                <a:lnTo>
                  <a:pt x="1027849" y="149542"/>
                </a:lnTo>
                <a:lnTo>
                  <a:pt x="1027849" y="122008"/>
                </a:lnTo>
                <a:close/>
              </a:path>
              <a:path w="1116329" h="380364">
                <a:moveTo>
                  <a:pt x="1116330" y="25996"/>
                </a:moveTo>
                <a:lnTo>
                  <a:pt x="896683" y="25996"/>
                </a:lnTo>
                <a:lnTo>
                  <a:pt x="896683" y="53428"/>
                </a:lnTo>
                <a:lnTo>
                  <a:pt x="1085850" y="53428"/>
                </a:lnTo>
                <a:lnTo>
                  <a:pt x="1085850" y="317284"/>
                </a:lnTo>
                <a:lnTo>
                  <a:pt x="1084122" y="330454"/>
                </a:lnTo>
                <a:lnTo>
                  <a:pt x="1078941" y="340029"/>
                </a:lnTo>
                <a:lnTo>
                  <a:pt x="1070343" y="345871"/>
                </a:lnTo>
                <a:lnTo>
                  <a:pt x="1058329" y="347853"/>
                </a:lnTo>
                <a:lnTo>
                  <a:pt x="1043444" y="347586"/>
                </a:lnTo>
                <a:lnTo>
                  <a:pt x="1028420" y="346900"/>
                </a:lnTo>
                <a:lnTo>
                  <a:pt x="997369" y="344805"/>
                </a:lnTo>
                <a:lnTo>
                  <a:pt x="999388" y="354279"/>
                </a:lnTo>
                <a:lnTo>
                  <a:pt x="1000988" y="362331"/>
                </a:lnTo>
                <a:lnTo>
                  <a:pt x="1003465" y="375285"/>
                </a:lnTo>
                <a:lnTo>
                  <a:pt x="1018578" y="376161"/>
                </a:lnTo>
                <a:lnTo>
                  <a:pt x="1034135" y="376618"/>
                </a:lnTo>
                <a:lnTo>
                  <a:pt x="1065949" y="376809"/>
                </a:lnTo>
                <a:lnTo>
                  <a:pt x="1087996" y="373380"/>
                </a:lnTo>
                <a:lnTo>
                  <a:pt x="1103744" y="363080"/>
                </a:lnTo>
                <a:lnTo>
                  <a:pt x="1112113" y="347853"/>
                </a:lnTo>
                <a:lnTo>
                  <a:pt x="1113180" y="345922"/>
                </a:lnTo>
                <a:lnTo>
                  <a:pt x="1116330" y="321856"/>
                </a:lnTo>
                <a:lnTo>
                  <a:pt x="1116330" y="2599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752945" y="4277201"/>
            <a:ext cx="351155" cy="370840"/>
          </a:xfrm>
          <a:custGeom>
            <a:avLst/>
            <a:gdLst/>
            <a:ahLst/>
            <a:cxnLst/>
            <a:rect l="l" t="t" r="r" b="b"/>
            <a:pathLst>
              <a:path w="351154" h="370839">
                <a:moveTo>
                  <a:pt x="71723" y="62579"/>
                </a:moveTo>
                <a:lnTo>
                  <a:pt x="39624" y="62579"/>
                </a:lnTo>
                <a:lnTo>
                  <a:pt x="46197" y="45728"/>
                </a:lnTo>
                <a:lnTo>
                  <a:pt x="52208" y="29575"/>
                </a:lnTo>
                <a:lnTo>
                  <a:pt x="57666" y="14278"/>
                </a:lnTo>
                <a:lnTo>
                  <a:pt x="62579" y="0"/>
                </a:lnTo>
                <a:lnTo>
                  <a:pt x="94583" y="9144"/>
                </a:lnTo>
                <a:lnTo>
                  <a:pt x="88868" y="22891"/>
                </a:lnTo>
                <a:lnTo>
                  <a:pt x="83153" y="36468"/>
                </a:lnTo>
                <a:lnTo>
                  <a:pt x="77438" y="49742"/>
                </a:lnTo>
                <a:lnTo>
                  <a:pt x="71723" y="62579"/>
                </a:lnTo>
                <a:close/>
              </a:path>
              <a:path w="351154" h="370839">
                <a:moveTo>
                  <a:pt x="32004" y="370713"/>
                </a:moveTo>
                <a:lnTo>
                  <a:pt x="0" y="370713"/>
                </a:lnTo>
                <a:lnTo>
                  <a:pt x="0" y="62579"/>
                </a:lnTo>
                <a:lnTo>
                  <a:pt x="147923" y="62579"/>
                </a:lnTo>
                <a:lnTo>
                  <a:pt x="147923" y="91535"/>
                </a:lnTo>
                <a:lnTo>
                  <a:pt x="32004" y="91535"/>
                </a:lnTo>
                <a:lnTo>
                  <a:pt x="32004" y="184594"/>
                </a:lnTo>
                <a:lnTo>
                  <a:pt x="147923" y="184594"/>
                </a:lnTo>
                <a:lnTo>
                  <a:pt x="147923" y="212026"/>
                </a:lnTo>
                <a:lnTo>
                  <a:pt x="32004" y="212026"/>
                </a:lnTo>
                <a:lnTo>
                  <a:pt x="32004" y="309657"/>
                </a:lnTo>
                <a:lnTo>
                  <a:pt x="147923" y="309657"/>
                </a:lnTo>
                <a:lnTo>
                  <a:pt x="147923" y="337185"/>
                </a:lnTo>
                <a:lnTo>
                  <a:pt x="32004" y="337185"/>
                </a:lnTo>
                <a:lnTo>
                  <a:pt x="32004" y="370713"/>
                </a:lnTo>
                <a:close/>
              </a:path>
              <a:path w="351154" h="370839">
                <a:moveTo>
                  <a:pt x="147923" y="184594"/>
                </a:moveTo>
                <a:lnTo>
                  <a:pt x="117443" y="184594"/>
                </a:lnTo>
                <a:lnTo>
                  <a:pt x="117443" y="91535"/>
                </a:lnTo>
                <a:lnTo>
                  <a:pt x="147923" y="91535"/>
                </a:lnTo>
                <a:lnTo>
                  <a:pt x="147923" y="184594"/>
                </a:lnTo>
                <a:close/>
              </a:path>
              <a:path w="351154" h="370839">
                <a:moveTo>
                  <a:pt x="147923" y="309657"/>
                </a:moveTo>
                <a:lnTo>
                  <a:pt x="117443" y="309657"/>
                </a:lnTo>
                <a:lnTo>
                  <a:pt x="117443" y="212026"/>
                </a:lnTo>
                <a:lnTo>
                  <a:pt x="147923" y="212026"/>
                </a:lnTo>
                <a:lnTo>
                  <a:pt x="147923" y="309657"/>
                </a:lnTo>
                <a:close/>
              </a:path>
              <a:path w="351154" h="370839">
                <a:moveTo>
                  <a:pt x="147923" y="367665"/>
                </a:moveTo>
                <a:lnTo>
                  <a:pt x="117443" y="367665"/>
                </a:lnTo>
                <a:lnTo>
                  <a:pt x="117443" y="337185"/>
                </a:lnTo>
                <a:lnTo>
                  <a:pt x="147923" y="337185"/>
                </a:lnTo>
                <a:lnTo>
                  <a:pt x="147923" y="367665"/>
                </a:lnTo>
                <a:close/>
              </a:path>
              <a:path w="351154" h="370839">
                <a:moveTo>
                  <a:pt x="179927" y="155638"/>
                </a:moveTo>
                <a:lnTo>
                  <a:pt x="174807" y="152209"/>
                </a:lnTo>
                <a:lnTo>
                  <a:pt x="168687" y="148780"/>
                </a:lnTo>
                <a:lnTo>
                  <a:pt x="161710" y="145351"/>
                </a:lnTo>
                <a:lnTo>
                  <a:pt x="154019" y="141922"/>
                </a:lnTo>
                <a:lnTo>
                  <a:pt x="171488" y="111576"/>
                </a:lnTo>
                <a:lnTo>
                  <a:pt x="187404" y="77819"/>
                </a:lnTo>
                <a:lnTo>
                  <a:pt x="201891" y="40633"/>
                </a:lnTo>
                <a:lnTo>
                  <a:pt x="215074" y="0"/>
                </a:lnTo>
                <a:lnTo>
                  <a:pt x="247078" y="7620"/>
                </a:lnTo>
                <a:lnTo>
                  <a:pt x="242268" y="21367"/>
                </a:lnTo>
                <a:lnTo>
                  <a:pt x="237172" y="34944"/>
                </a:lnTo>
                <a:lnTo>
                  <a:pt x="232076" y="48218"/>
                </a:lnTo>
                <a:lnTo>
                  <a:pt x="227266" y="61055"/>
                </a:lnTo>
                <a:lnTo>
                  <a:pt x="350805" y="61055"/>
                </a:lnTo>
                <a:lnTo>
                  <a:pt x="350085" y="90011"/>
                </a:lnTo>
                <a:lnTo>
                  <a:pt x="215074" y="90011"/>
                </a:lnTo>
                <a:lnTo>
                  <a:pt x="206153" y="107980"/>
                </a:lnTo>
                <a:lnTo>
                  <a:pt x="197500" y="125110"/>
                </a:lnTo>
                <a:lnTo>
                  <a:pt x="188848" y="141097"/>
                </a:lnTo>
                <a:lnTo>
                  <a:pt x="179927" y="155638"/>
                </a:lnTo>
                <a:close/>
              </a:path>
              <a:path w="351154" h="370839">
                <a:moveTo>
                  <a:pt x="335699" y="338709"/>
                </a:moveTo>
                <a:lnTo>
                  <a:pt x="272986" y="338709"/>
                </a:lnTo>
                <a:lnTo>
                  <a:pt x="289012" y="336408"/>
                </a:lnTo>
                <a:lnTo>
                  <a:pt x="300609" y="329517"/>
                </a:lnTo>
                <a:lnTo>
                  <a:pt x="313110" y="267421"/>
                </a:lnTo>
                <a:lnTo>
                  <a:pt x="314706" y="220634"/>
                </a:lnTo>
                <a:lnTo>
                  <a:pt x="316015" y="161542"/>
                </a:lnTo>
                <a:lnTo>
                  <a:pt x="317182" y="90011"/>
                </a:lnTo>
                <a:lnTo>
                  <a:pt x="350085" y="90011"/>
                </a:lnTo>
                <a:lnTo>
                  <a:pt x="348989" y="134056"/>
                </a:lnTo>
                <a:lnTo>
                  <a:pt x="347218" y="196417"/>
                </a:lnTo>
                <a:lnTo>
                  <a:pt x="345648" y="245439"/>
                </a:lnTo>
                <a:lnTo>
                  <a:pt x="344270" y="283519"/>
                </a:lnTo>
                <a:lnTo>
                  <a:pt x="337670" y="335716"/>
                </a:lnTo>
                <a:lnTo>
                  <a:pt x="335699" y="338709"/>
                </a:lnTo>
                <a:close/>
              </a:path>
              <a:path w="351154" h="370839">
                <a:moveTo>
                  <a:pt x="250126" y="256317"/>
                </a:moveTo>
                <a:lnTo>
                  <a:pt x="235861" y="234307"/>
                </a:lnTo>
                <a:lnTo>
                  <a:pt x="220587" y="212038"/>
                </a:lnTo>
                <a:lnTo>
                  <a:pt x="204437" y="189787"/>
                </a:lnTo>
                <a:lnTo>
                  <a:pt x="187547" y="167830"/>
                </a:lnTo>
                <a:lnTo>
                  <a:pt x="210502" y="149542"/>
                </a:lnTo>
                <a:lnTo>
                  <a:pt x="231076" y="173832"/>
                </a:lnTo>
                <a:lnTo>
                  <a:pt x="249364" y="196417"/>
                </a:lnTo>
                <a:lnTo>
                  <a:pt x="265366" y="217305"/>
                </a:lnTo>
                <a:lnTo>
                  <a:pt x="279082" y="236505"/>
                </a:lnTo>
                <a:lnTo>
                  <a:pt x="250126" y="256317"/>
                </a:lnTo>
                <a:close/>
              </a:path>
              <a:path w="351154" h="370839">
                <a:moveTo>
                  <a:pt x="279082" y="369189"/>
                </a:moveTo>
                <a:lnTo>
                  <a:pt x="244030" y="368998"/>
                </a:lnTo>
                <a:lnTo>
                  <a:pt x="226361" y="368546"/>
                </a:lnTo>
                <a:lnTo>
                  <a:pt x="208978" y="367665"/>
                </a:lnTo>
                <a:lnTo>
                  <a:pt x="207597" y="357901"/>
                </a:lnTo>
                <a:lnTo>
                  <a:pt x="205930" y="348996"/>
                </a:lnTo>
                <a:lnTo>
                  <a:pt x="204263" y="340661"/>
                </a:lnTo>
                <a:lnTo>
                  <a:pt x="202882" y="332613"/>
                </a:lnTo>
                <a:lnTo>
                  <a:pt x="221765" y="335494"/>
                </a:lnTo>
                <a:lnTo>
                  <a:pt x="239649" y="337375"/>
                </a:lnTo>
                <a:lnTo>
                  <a:pt x="256674" y="338399"/>
                </a:lnTo>
                <a:lnTo>
                  <a:pt x="272986" y="338709"/>
                </a:lnTo>
                <a:lnTo>
                  <a:pt x="335699" y="338709"/>
                </a:lnTo>
                <a:lnTo>
                  <a:pt x="325421" y="354318"/>
                </a:lnTo>
                <a:lnTo>
                  <a:pt x="306029" y="365472"/>
                </a:lnTo>
                <a:lnTo>
                  <a:pt x="279082" y="3691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4266908" y="4323016"/>
            <a:ext cx="1188085" cy="372745"/>
          </a:xfrm>
          <a:custGeom>
            <a:avLst/>
            <a:gdLst/>
            <a:ahLst/>
            <a:cxnLst/>
            <a:rect l="l" t="t" r="r" b="b"/>
            <a:pathLst>
              <a:path w="1188085" h="372745">
                <a:moveTo>
                  <a:pt x="280606" y="4572"/>
                </a:moveTo>
                <a:lnTo>
                  <a:pt x="239458" y="4572"/>
                </a:lnTo>
                <a:lnTo>
                  <a:pt x="154012" y="195262"/>
                </a:lnTo>
                <a:lnTo>
                  <a:pt x="151447" y="201574"/>
                </a:lnTo>
                <a:lnTo>
                  <a:pt x="144589" y="218198"/>
                </a:lnTo>
                <a:lnTo>
                  <a:pt x="140296" y="228790"/>
                </a:lnTo>
                <a:lnTo>
                  <a:pt x="137947" y="223151"/>
                </a:lnTo>
                <a:lnTo>
                  <a:pt x="135153" y="215646"/>
                </a:lnTo>
                <a:lnTo>
                  <a:pt x="131521" y="206717"/>
                </a:lnTo>
                <a:lnTo>
                  <a:pt x="126580" y="196786"/>
                </a:lnTo>
                <a:lnTo>
                  <a:pt x="59309" y="42672"/>
                </a:lnTo>
                <a:lnTo>
                  <a:pt x="42672" y="4572"/>
                </a:lnTo>
                <a:lnTo>
                  <a:pt x="0" y="4572"/>
                </a:lnTo>
                <a:lnTo>
                  <a:pt x="0" y="279082"/>
                </a:lnTo>
                <a:lnTo>
                  <a:pt x="32004" y="279082"/>
                </a:lnTo>
                <a:lnTo>
                  <a:pt x="32004" y="96113"/>
                </a:lnTo>
                <a:lnTo>
                  <a:pt x="31762" y="78295"/>
                </a:lnTo>
                <a:lnTo>
                  <a:pt x="31292" y="64960"/>
                </a:lnTo>
                <a:lnTo>
                  <a:pt x="30721" y="51866"/>
                </a:lnTo>
                <a:lnTo>
                  <a:pt x="30480" y="42672"/>
                </a:lnTo>
                <a:lnTo>
                  <a:pt x="32677" y="51015"/>
                </a:lnTo>
                <a:lnTo>
                  <a:pt x="34861" y="58674"/>
                </a:lnTo>
                <a:lnTo>
                  <a:pt x="36690" y="64960"/>
                </a:lnTo>
                <a:lnTo>
                  <a:pt x="38100" y="70104"/>
                </a:lnTo>
                <a:lnTo>
                  <a:pt x="132676" y="279082"/>
                </a:lnTo>
                <a:lnTo>
                  <a:pt x="147916" y="279082"/>
                </a:lnTo>
                <a:lnTo>
                  <a:pt x="170522" y="228790"/>
                </a:lnTo>
                <a:lnTo>
                  <a:pt x="242506" y="68580"/>
                </a:lnTo>
                <a:lnTo>
                  <a:pt x="243916" y="63677"/>
                </a:lnTo>
                <a:lnTo>
                  <a:pt x="245745" y="57912"/>
                </a:lnTo>
                <a:lnTo>
                  <a:pt x="247789" y="51244"/>
                </a:lnTo>
                <a:lnTo>
                  <a:pt x="250126" y="42672"/>
                </a:lnTo>
                <a:lnTo>
                  <a:pt x="249250" y="57238"/>
                </a:lnTo>
                <a:lnTo>
                  <a:pt x="248793" y="71107"/>
                </a:lnTo>
                <a:lnTo>
                  <a:pt x="248704" y="78295"/>
                </a:lnTo>
                <a:lnTo>
                  <a:pt x="248602" y="279082"/>
                </a:lnTo>
                <a:lnTo>
                  <a:pt x="280606" y="279082"/>
                </a:lnTo>
                <a:lnTo>
                  <a:pt x="280606" y="42672"/>
                </a:lnTo>
                <a:lnTo>
                  <a:pt x="280606" y="4572"/>
                </a:lnTo>
                <a:close/>
              </a:path>
              <a:path w="1188085" h="372745">
                <a:moveTo>
                  <a:pt x="503212" y="83921"/>
                </a:moveTo>
                <a:lnTo>
                  <a:pt x="471208" y="83921"/>
                </a:lnTo>
                <a:lnTo>
                  <a:pt x="416344" y="234886"/>
                </a:lnTo>
                <a:lnTo>
                  <a:pt x="413296" y="240982"/>
                </a:lnTo>
                <a:lnTo>
                  <a:pt x="411772" y="245554"/>
                </a:lnTo>
                <a:lnTo>
                  <a:pt x="411772" y="248602"/>
                </a:lnTo>
                <a:lnTo>
                  <a:pt x="410248" y="248602"/>
                </a:lnTo>
                <a:lnTo>
                  <a:pt x="408724" y="240982"/>
                </a:lnTo>
                <a:lnTo>
                  <a:pt x="407200" y="236410"/>
                </a:lnTo>
                <a:lnTo>
                  <a:pt x="407200" y="234886"/>
                </a:lnTo>
                <a:lnTo>
                  <a:pt x="353758" y="83921"/>
                </a:lnTo>
                <a:lnTo>
                  <a:pt x="318706" y="83921"/>
                </a:lnTo>
                <a:lnTo>
                  <a:pt x="395008" y="279082"/>
                </a:lnTo>
                <a:lnTo>
                  <a:pt x="379768" y="315760"/>
                </a:lnTo>
                <a:lnTo>
                  <a:pt x="373164" y="328637"/>
                </a:lnTo>
                <a:lnTo>
                  <a:pt x="365010" y="337667"/>
                </a:lnTo>
                <a:lnTo>
                  <a:pt x="355447" y="342976"/>
                </a:lnTo>
                <a:lnTo>
                  <a:pt x="344614" y="344716"/>
                </a:lnTo>
                <a:lnTo>
                  <a:pt x="338518" y="344716"/>
                </a:lnTo>
                <a:lnTo>
                  <a:pt x="326326" y="341668"/>
                </a:lnTo>
                <a:lnTo>
                  <a:pt x="326326" y="369100"/>
                </a:lnTo>
                <a:lnTo>
                  <a:pt x="330898" y="370624"/>
                </a:lnTo>
                <a:lnTo>
                  <a:pt x="338518" y="372148"/>
                </a:lnTo>
                <a:lnTo>
                  <a:pt x="346138" y="372148"/>
                </a:lnTo>
                <a:lnTo>
                  <a:pt x="366699" y="368198"/>
                </a:lnTo>
                <a:lnTo>
                  <a:pt x="384860" y="356527"/>
                </a:lnTo>
                <a:lnTo>
                  <a:pt x="400443" y="337426"/>
                </a:lnTo>
                <a:lnTo>
                  <a:pt x="413296" y="311188"/>
                </a:lnTo>
                <a:lnTo>
                  <a:pt x="503212" y="83921"/>
                </a:lnTo>
                <a:close/>
              </a:path>
              <a:path w="1188085" h="372745">
                <a:moveTo>
                  <a:pt x="695426" y="210502"/>
                </a:moveTo>
                <a:lnTo>
                  <a:pt x="682853" y="171742"/>
                </a:lnTo>
                <a:lnTo>
                  <a:pt x="651129" y="143357"/>
                </a:lnTo>
                <a:lnTo>
                  <a:pt x="622173" y="128117"/>
                </a:lnTo>
                <a:lnTo>
                  <a:pt x="597789" y="115925"/>
                </a:lnTo>
                <a:lnTo>
                  <a:pt x="590169" y="111353"/>
                </a:lnTo>
                <a:lnTo>
                  <a:pt x="584073" y="106781"/>
                </a:lnTo>
                <a:lnTo>
                  <a:pt x="577977" y="103733"/>
                </a:lnTo>
                <a:lnTo>
                  <a:pt x="573405" y="99161"/>
                </a:lnTo>
                <a:lnTo>
                  <a:pt x="570357" y="94589"/>
                </a:lnTo>
                <a:lnTo>
                  <a:pt x="567309" y="88493"/>
                </a:lnTo>
                <a:lnTo>
                  <a:pt x="564261" y="83921"/>
                </a:lnTo>
                <a:lnTo>
                  <a:pt x="562737" y="77724"/>
                </a:lnTo>
                <a:lnTo>
                  <a:pt x="562737" y="64008"/>
                </a:lnTo>
                <a:lnTo>
                  <a:pt x="564261" y="56388"/>
                </a:lnTo>
                <a:lnTo>
                  <a:pt x="568833" y="51816"/>
                </a:lnTo>
                <a:lnTo>
                  <a:pt x="571881" y="45720"/>
                </a:lnTo>
                <a:lnTo>
                  <a:pt x="581025" y="39624"/>
                </a:lnTo>
                <a:lnTo>
                  <a:pt x="587121" y="35052"/>
                </a:lnTo>
                <a:lnTo>
                  <a:pt x="593217" y="33528"/>
                </a:lnTo>
                <a:lnTo>
                  <a:pt x="600837" y="32004"/>
                </a:lnTo>
                <a:lnTo>
                  <a:pt x="606933" y="30480"/>
                </a:lnTo>
                <a:lnTo>
                  <a:pt x="614553" y="28956"/>
                </a:lnTo>
                <a:lnTo>
                  <a:pt x="622173" y="28956"/>
                </a:lnTo>
                <a:lnTo>
                  <a:pt x="639851" y="30086"/>
                </a:lnTo>
                <a:lnTo>
                  <a:pt x="656132" y="33337"/>
                </a:lnTo>
                <a:lnTo>
                  <a:pt x="670687" y="38608"/>
                </a:lnTo>
                <a:lnTo>
                  <a:pt x="683234" y="45720"/>
                </a:lnTo>
                <a:lnTo>
                  <a:pt x="683234" y="10668"/>
                </a:lnTo>
                <a:lnTo>
                  <a:pt x="672668" y="5791"/>
                </a:lnTo>
                <a:lnTo>
                  <a:pt x="659371" y="2476"/>
                </a:lnTo>
                <a:lnTo>
                  <a:pt x="643496" y="596"/>
                </a:lnTo>
                <a:lnTo>
                  <a:pt x="625221" y="0"/>
                </a:lnTo>
                <a:lnTo>
                  <a:pt x="616102" y="292"/>
                </a:lnTo>
                <a:lnTo>
                  <a:pt x="573786" y="10287"/>
                </a:lnTo>
                <a:lnTo>
                  <a:pt x="542328" y="34582"/>
                </a:lnTo>
                <a:lnTo>
                  <a:pt x="529209" y="73152"/>
                </a:lnTo>
                <a:lnTo>
                  <a:pt x="529513" y="80924"/>
                </a:lnTo>
                <a:lnTo>
                  <a:pt x="530542" y="88099"/>
                </a:lnTo>
                <a:lnTo>
                  <a:pt x="532422" y="94678"/>
                </a:lnTo>
                <a:lnTo>
                  <a:pt x="535305" y="100685"/>
                </a:lnTo>
                <a:lnTo>
                  <a:pt x="538353" y="108305"/>
                </a:lnTo>
                <a:lnTo>
                  <a:pt x="570357" y="137261"/>
                </a:lnTo>
                <a:lnTo>
                  <a:pt x="577215" y="140931"/>
                </a:lnTo>
                <a:lnTo>
                  <a:pt x="590931" y="148831"/>
                </a:lnTo>
                <a:lnTo>
                  <a:pt x="616432" y="162140"/>
                </a:lnTo>
                <a:lnTo>
                  <a:pt x="622173" y="164693"/>
                </a:lnTo>
                <a:lnTo>
                  <a:pt x="631317" y="169265"/>
                </a:lnTo>
                <a:lnTo>
                  <a:pt x="649605" y="182981"/>
                </a:lnTo>
                <a:lnTo>
                  <a:pt x="654177" y="187642"/>
                </a:lnTo>
                <a:lnTo>
                  <a:pt x="657326" y="193738"/>
                </a:lnTo>
                <a:lnTo>
                  <a:pt x="660374" y="198310"/>
                </a:lnTo>
                <a:lnTo>
                  <a:pt x="661898" y="204406"/>
                </a:lnTo>
                <a:lnTo>
                  <a:pt x="661898" y="212026"/>
                </a:lnTo>
                <a:lnTo>
                  <a:pt x="638581" y="248920"/>
                </a:lnTo>
                <a:lnTo>
                  <a:pt x="602361" y="254698"/>
                </a:lnTo>
                <a:lnTo>
                  <a:pt x="590169" y="254698"/>
                </a:lnTo>
                <a:lnTo>
                  <a:pt x="584073" y="253174"/>
                </a:lnTo>
                <a:lnTo>
                  <a:pt x="576453" y="251650"/>
                </a:lnTo>
                <a:lnTo>
                  <a:pt x="564261" y="248602"/>
                </a:lnTo>
                <a:lnTo>
                  <a:pt x="556641" y="247078"/>
                </a:lnTo>
                <a:lnTo>
                  <a:pt x="538353" y="237934"/>
                </a:lnTo>
                <a:lnTo>
                  <a:pt x="533781" y="234886"/>
                </a:lnTo>
                <a:lnTo>
                  <a:pt x="529209" y="230314"/>
                </a:lnTo>
                <a:lnTo>
                  <a:pt x="529209" y="268414"/>
                </a:lnTo>
                <a:lnTo>
                  <a:pt x="532257" y="271462"/>
                </a:lnTo>
                <a:lnTo>
                  <a:pt x="536829" y="272986"/>
                </a:lnTo>
                <a:lnTo>
                  <a:pt x="542925" y="274510"/>
                </a:lnTo>
                <a:lnTo>
                  <a:pt x="549021" y="277558"/>
                </a:lnTo>
                <a:lnTo>
                  <a:pt x="555117" y="279082"/>
                </a:lnTo>
                <a:lnTo>
                  <a:pt x="562737" y="280606"/>
                </a:lnTo>
                <a:lnTo>
                  <a:pt x="568833" y="280606"/>
                </a:lnTo>
                <a:lnTo>
                  <a:pt x="581025" y="283654"/>
                </a:lnTo>
                <a:lnTo>
                  <a:pt x="626084" y="281736"/>
                </a:lnTo>
                <a:lnTo>
                  <a:pt x="666470" y="266890"/>
                </a:lnTo>
                <a:lnTo>
                  <a:pt x="690918" y="236867"/>
                </a:lnTo>
                <a:lnTo>
                  <a:pt x="694867" y="220243"/>
                </a:lnTo>
                <a:lnTo>
                  <a:pt x="695426" y="210502"/>
                </a:lnTo>
                <a:close/>
              </a:path>
              <a:path w="1188085" h="372745">
                <a:moveTo>
                  <a:pt x="1015657" y="315760"/>
                </a:moveTo>
                <a:lnTo>
                  <a:pt x="961631" y="277558"/>
                </a:lnTo>
                <a:lnTo>
                  <a:pt x="937933" y="260794"/>
                </a:lnTo>
                <a:lnTo>
                  <a:pt x="946061" y="254698"/>
                </a:lnTo>
                <a:lnTo>
                  <a:pt x="950125" y="251650"/>
                </a:lnTo>
                <a:lnTo>
                  <a:pt x="982319" y="199034"/>
                </a:lnTo>
                <a:lnTo>
                  <a:pt x="991273" y="138785"/>
                </a:lnTo>
                <a:lnTo>
                  <a:pt x="988999" y="109334"/>
                </a:lnTo>
                <a:lnTo>
                  <a:pt x="982319" y="82727"/>
                </a:lnTo>
                <a:lnTo>
                  <a:pt x="971334" y="58978"/>
                </a:lnTo>
                <a:lnTo>
                  <a:pt x="957745" y="40208"/>
                </a:lnTo>
                <a:lnTo>
                  <a:pt x="957745" y="143357"/>
                </a:lnTo>
                <a:lnTo>
                  <a:pt x="956043" y="168236"/>
                </a:lnTo>
                <a:lnTo>
                  <a:pt x="942911" y="209448"/>
                </a:lnTo>
                <a:lnTo>
                  <a:pt x="917752" y="238633"/>
                </a:lnTo>
                <a:lnTo>
                  <a:pt x="881799" y="252971"/>
                </a:lnTo>
                <a:lnTo>
                  <a:pt x="860107" y="254698"/>
                </a:lnTo>
                <a:lnTo>
                  <a:pt x="840384" y="252945"/>
                </a:lnTo>
                <a:lnTo>
                  <a:pt x="791425" y="224218"/>
                </a:lnTo>
                <a:lnTo>
                  <a:pt x="772185" y="188366"/>
                </a:lnTo>
                <a:lnTo>
                  <a:pt x="765517" y="143357"/>
                </a:lnTo>
                <a:lnTo>
                  <a:pt x="767232" y="118491"/>
                </a:lnTo>
                <a:lnTo>
                  <a:pt x="780948" y="77304"/>
                </a:lnTo>
                <a:lnTo>
                  <a:pt x="807605" y="46964"/>
                </a:lnTo>
                <a:lnTo>
                  <a:pt x="842556" y="30962"/>
                </a:lnTo>
                <a:lnTo>
                  <a:pt x="863155" y="28956"/>
                </a:lnTo>
                <a:lnTo>
                  <a:pt x="883729" y="30937"/>
                </a:lnTo>
                <a:lnTo>
                  <a:pt x="931735" y="59436"/>
                </a:lnTo>
                <a:lnTo>
                  <a:pt x="951636" y="95110"/>
                </a:lnTo>
                <a:lnTo>
                  <a:pt x="957745" y="143357"/>
                </a:lnTo>
                <a:lnTo>
                  <a:pt x="957745" y="40208"/>
                </a:lnTo>
                <a:lnTo>
                  <a:pt x="956221" y="38100"/>
                </a:lnTo>
                <a:lnTo>
                  <a:pt x="945743" y="28956"/>
                </a:lnTo>
                <a:lnTo>
                  <a:pt x="937628" y="21869"/>
                </a:lnTo>
                <a:lnTo>
                  <a:pt x="916165" y="9906"/>
                </a:lnTo>
                <a:lnTo>
                  <a:pt x="891844" y="2527"/>
                </a:lnTo>
                <a:lnTo>
                  <a:pt x="864679" y="0"/>
                </a:lnTo>
                <a:lnTo>
                  <a:pt x="835494" y="2552"/>
                </a:lnTo>
                <a:lnTo>
                  <a:pt x="786803" y="22504"/>
                </a:lnTo>
                <a:lnTo>
                  <a:pt x="751928" y="60794"/>
                </a:lnTo>
                <a:lnTo>
                  <a:pt x="734263" y="113436"/>
                </a:lnTo>
                <a:lnTo>
                  <a:pt x="731989" y="144881"/>
                </a:lnTo>
                <a:lnTo>
                  <a:pt x="734263" y="174371"/>
                </a:lnTo>
                <a:lnTo>
                  <a:pt x="751928" y="224701"/>
                </a:lnTo>
                <a:lnTo>
                  <a:pt x="785876" y="262445"/>
                </a:lnTo>
                <a:lnTo>
                  <a:pt x="832713" y="281355"/>
                </a:lnTo>
                <a:lnTo>
                  <a:pt x="860107" y="283654"/>
                </a:lnTo>
                <a:lnTo>
                  <a:pt x="872375" y="283349"/>
                </a:lnTo>
                <a:lnTo>
                  <a:pt x="883920" y="282321"/>
                </a:lnTo>
                <a:lnTo>
                  <a:pt x="894613" y="280441"/>
                </a:lnTo>
                <a:lnTo>
                  <a:pt x="904303" y="277558"/>
                </a:lnTo>
                <a:lnTo>
                  <a:pt x="956221" y="315760"/>
                </a:lnTo>
                <a:lnTo>
                  <a:pt x="1015657" y="315760"/>
                </a:lnTo>
                <a:close/>
              </a:path>
              <a:path w="1188085" h="372745">
                <a:moveTo>
                  <a:pt x="1187958" y="250253"/>
                </a:moveTo>
                <a:lnTo>
                  <a:pt x="1078230" y="250253"/>
                </a:lnTo>
                <a:lnTo>
                  <a:pt x="1078230" y="5143"/>
                </a:lnTo>
                <a:lnTo>
                  <a:pt x="1046124" y="5143"/>
                </a:lnTo>
                <a:lnTo>
                  <a:pt x="1046124" y="250253"/>
                </a:lnTo>
                <a:lnTo>
                  <a:pt x="1046124" y="279463"/>
                </a:lnTo>
                <a:lnTo>
                  <a:pt x="1187958" y="279463"/>
                </a:lnTo>
                <a:lnTo>
                  <a:pt x="1187958" y="2502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5573839" y="4275677"/>
            <a:ext cx="377190" cy="378460"/>
          </a:xfrm>
          <a:custGeom>
            <a:avLst/>
            <a:gdLst/>
            <a:ahLst/>
            <a:cxnLst/>
            <a:rect l="l" t="t" r="r" b="b"/>
            <a:pathLst>
              <a:path w="377189" h="378460">
                <a:moveTo>
                  <a:pt x="260794" y="45815"/>
                </a:moveTo>
                <a:lnTo>
                  <a:pt x="239458" y="45815"/>
                </a:lnTo>
                <a:lnTo>
                  <a:pt x="235529" y="36894"/>
                </a:lnTo>
                <a:lnTo>
                  <a:pt x="230886" y="28241"/>
                </a:lnTo>
                <a:lnTo>
                  <a:pt x="225956" y="19588"/>
                </a:lnTo>
                <a:lnTo>
                  <a:pt x="221170" y="10668"/>
                </a:lnTo>
                <a:lnTo>
                  <a:pt x="247078" y="0"/>
                </a:lnTo>
                <a:lnTo>
                  <a:pt x="269938" y="41243"/>
                </a:lnTo>
                <a:lnTo>
                  <a:pt x="260794" y="45815"/>
                </a:lnTo>
                <a:close/>
              </a:path>
              <a:path w="377189" h="378460">
                <a:moveTo>
                  <a:pt x="80867" y="76295"/>
                </a:moveTo>
                <a:lnTo>
                  <a:pt x="51911" y="76295"/>
                </a:lnTo>
                <a:lnTo>
                  <a:pt x="51911" y="4572"/>
                </a:lnTo>
                <a:lnTo>
                  <a:pt x="80867" y="4572"/>
                </a:lnTo>
                <a:lnTo>
                  <a:pt x="80867" y="76295"/>
                </a:lnTo>
                <a:close/>
              </a:path>
              <a:path w="377189" h="378460">
                <a:moveTo>
                  <a:pt x="367569" y="71723"/>
                </a:moveTo>
                <a:lnTo>
                  <a:pt x="132683" y="71723"/>
                </a:lnTo>
                <a:lnTo>
                  <a:pt x="132683" y="45815"/>
                </a:lnTo>
                <a:lnTo>
                  <a:pt x="367569" y="45815"/>
                </a:lnTo>
                <a:lnTo>
                  <a:pt x="367569" y="71723"/>
                </a:lnTo>
                <a:close/>
              </a:path>
              <a:path w="377189" h="378460">
                <a:moveTo>
                  <a:pt x="297370" y="138874"/>
                </a:moveTo>
                <a:lnTo>
                  <a:pt x="266890" y="138874"/>
                </a:lnTo>
                <a:lnTo>
                  <a:pt x="278272" y="121960"/>
                </a:lnTo>
                <a:lnTo>
                  <a:pt x="289369" y="105644"/>
                </a:lnTo>
                <a:lnTo>
                  <a:pt x="299894" y="89917"/>
                </a:lnTo>
                <a:lnTo>
                  <a:pt x="309562" y="74771"/>
                </a:lnTo>
                <a:lnTo>
                  <a:pt x="338613" y="91535"/>
                </a:lnTo>
                <a:lnTo>
                  <a:pt x="328311" y="103204"/>
                </a:lnTo>
                <a:lnTo>
                  <a:pt x="307672" y="127151"/>
                </a:lnTo>
                <a:lnTo>
                  <a:pt x="297370" y="138874"/>
                </a:lnTo>
                <a:close/>
              </a:path>
              <a:path w="377189" h="378460">
                <a:moveTo>
                  <a:pt x="125063" y="103727"/>
                </a:moveTo>
                <a:lnTo>
                  <a:pt x="4572" y="103727"/>
                </a:lnTo>
                <a:lnTo>
                  <a:pt x="4572" y="76295"/>
                </a:lnTo>
                <a:lnTo>
                  <a:pt x="125063" y="76295"/>
                </a:lnTo>
                <a:lnTo>
                  <a:pt x="125063" y="103727"/>
                </a:lnTo>
                <a:close/>
              </a:path>
              <a:path w="377189" h="378460">
                <a:moveTo>
                  <a:pt x="199834" y="137350"/>
                </a:moveTo>
                <a:lnTo>
                  <a:pt x="191794" y="125008"/>
                </a:lnTo>
                <a:lnTo>
                  <a:pt x="183594" y="113264"/>
                </a:lnTo>
                <a:lnTo>
                  <a:pt x="175108" y="102109"/>
                </a:lnTo>
                <a:lnTo>
                  <a:pt x="166211" y="91535"/>
                </a:lnTo>
                <a:lnTo>
                  <a:pt x="189166" y="76295"/>
                </a:lnTo>
                <a:lnTo>
                  <a:pt x="198072" y="86844"/>
                </a:lnTo>
                <a:lnTo>
                  <a:pt x="206692" y="97821"/>
                </a:lnTo>
                <a:lnTo>
                  <a:pt x="215312" y="109085"/>
                </a:lnTo>
                <a:lnTo>
                  <a:pt x="224218" y="120491"/>
                </a:lnTo>
                <a:lnTo>
                  <a:pt x="199834" y="137350"/>
                </a:lnTo>
                <a:close/>
              </a:path>
              <a:path w="377189" h="378460">
                <a:moveTo>
                  <a:pt x="3048" y="239553"/>
                </a:moveTo>
                <a:lnTo>
                  <a:pt x="0" y="205930"/>
                </a:lnTo>
                <a:lnTo>
                  <a:pt x="13455" y="202477"/>
                </a:lnTo>
                <a:lnTo>
                  <a:pt x="26491" y="198882"/>
                </a:lnTo>
                <a:lnTo>
                  <a:pt x="39259" y="195000"/>
                </a:lnTo>
                <a:lnTo>
                  <a:pt x="51911" y="190690"/>
                </a:lnTo>
                <a:lnTo>
                  <a:pt x="51911" y="103727"/>
                </a:lnTo>
                <a:lnTo>
                  <a:pt x="80867" y="103727"/>
                </a:lnTo>
                <a:lnTo>
                  <a:pt x="80867" y="183070"/>
                </a:lnTo>
                <a:lnTo>
                  <a:pt x="116552" y="183070"/>
                </a:lnTo>
                <a:lnTo>
                  <a:pt x="116871" y="186690"/>
                </a:lnTo>
                <a:lnTo>
                  <a:pt x="117848" y="194238"/>
                </a:lnTo>
                <a:lnTo>
                  <a:pt x="118967" y="201358"/>
                </a:lnTo>
                <a:lnTo>
                  <a:pt x="108942" y="203906"/>
                </a:lnTo>
                <a:lnTo>
                  <a:pt x="99345" y="206883"/>
                </a:lnTo>
                <a:lnTo>
                  <a:pt x="90035" y="210145"/>
                </a:lnTo>
                <a:lnTo>
                  <a:pt x="80867" y="213550"/>
                </a:lnTo>
                <a:lnTo>
                  <a:pt x="80867" y="222694"/>
                </a:lnTo>
                <a:lnTo>
                  <a:pt x="51911" y="222694"/>
                </a:lnTo>
                <a:lnTo>
                  <a:pt x="39306" y="227043"/>
                </a:lnTo>
                <a:lnTo>
                  <a:pt x="14741" y="235204"/>
                </a:lnTo>
                <a:lnTo>
                  <a:pt x="3048" y="239553"/>
                </a:lnTo>
                <a:close/>
              </a:path>
              <a:path w="377189" h="378460">
                <a:moveTo>
                  <a:pt x="376713" y="164782"/>
                </a:moveTo>
                <a:lnTo>
                  <a:pt x="117443" y="164782"/>
                </a:lnTo>
                <a:lnTo>
                  <a:pt x="117443" y="138874"/>
                </a:lnTo>
                <a:lnTo>
                  <a:pt x="376713" y="138874"/>
                </a:lnTo>
                <a:lnTo>
                  <a:pt x="376713" y="164782"/>
                </a:lnTo>
                <a:close/>
              </a:path>
              <a:path w="377189" h="378460">
                <a:moveTo>
                  <a:pt x="227266" y="212026"/>
                </a:moveTo>
                <a:lnTo>
                  <a:pt x="195262" y="212026"/>
                </a:lnTo>
                <a:lnTo>
                  <a:pt x="201053" y="201358"/>
                </a:lnTo>
                <a:lnTo>
                  <a:pt x="212407" y="179879"/>
                </a:lnTo>
                <a:lnTo>
                  <a:pt x="218122" y="169354"/>
                </a:lnTo>
                <a:lnTo>
                  <a:pt x="245554" y="181546"/>
                </a:lnTo>
                <a:lnTo>
                  <a:pt x="240982" y="189309"/>
                </a:lnTo>
                <a:lnTo>
                  <a:pt x="231838" y="204263"/>
                </a:lnTo>
                <a:lnTo>
                  <a:pt x="227266" y="212026"/>
                </a:lnTo>
                <a:close/>
              </a:path>
              <a:path w="377189" h="378460">
                <a:moveTo>
                  <a:pt x="116552" y="183070"/>
                </a:moveTo>
                <a:lnTo>
                  <a:pt x="80867" y="183070"/>
                </a:lnTo>
                <a:lnTo>
                  <a:pt x="89987" y="179879"/>
                </a:lnTo>
                <a:lnTo>
                  <a:pt x="98964" y="176974"/>
                </a:lnTo>
                <a:lnTo>
                  <a:pt x="107656" y="174069"/>
                </a:lnTo>
                <a:lnTo>
                  <a:pt x="115919" y="170878"/>
                </a:lnTo>
                <a:lnTo>
                  <a:pt x="116181" y="178855"/>
                </a:lnTo>
                <a:lnTo>
                  <a:pt x="116552" y="183070"/>
                </a:lnTo>
                <a:close/>
              </a:path>
              <a:path w="377189" h="378460">
                <a:moveTo>
                  <a:pt x="375189" y="236505"/>
                </a:moveTo>
                <a:lnTo>
                  <a:pt x="115919" y="236505"/>
                </a:lnTo>
                <a:lnTo>
                  <a:pt x="115919" y="212026"/>
                </a:lnTo>
                <a:lnTo>
                  <a:pt x="375189" y="212026"/>
                </a:lnTo>
                <a:lnTo>
                  <a:pt x="375189" y="236505"/>
                </a:lnTo>
                <a:close/>
              </a:path>
              <a:path w="377189" h="378460">
                <a:moveTo>
                  <a:pt x="79311" y="343281"/>
                </a:moveTo>
                <a:lnTo>
                  <a:pt x="35052" y="343281"/>
                </a:lnTo>
                <a:lnTo>
                  <a:pt x="42869" y="341898"/>
                </a:lnTo>
                <a:lnTo>
                  <a:pt x="48089" y="337935"/>
                </a:lnTo>
                <a:lnTo>
                  <a:pt x="51004" y="331667"/>
                </a:lnTo>
                <a:lnTo>
                  <a:pt x="51795" y="324436"/>
                </a:lnTo>
                <a:lnTo>
                  <a:pt x="51911" y="222694"/>
                </a:lnTo>
                <a:lnTo>
                  <a:pt x="80867" y="222694"/>
                </a:lnTo>
                <a:lnTo>
                  <a:pt x="80781" y="331667"/>
                </a:lnTo>
                <a:lnTo>
                  <a:pt x="79311" y="343281"/>
                </a:lnTo>
                <a:close/>
              </a:path>
              <a:path w="377189" h="378460">
                <a:moveTo>
                  <a:pt x="118967" y="378333"/>
                </a:moveTo>
                <a:lnTo>
                  <a:pt x="115514" y="371451"/>
                </a:lnTo>
                <a:lnTo>
                  <a:pt x="111918" y="364426"/>
                </a:lnTo>
                <a:lnTo>
                  <a:pt x="108037" y="357116"/>
                </a:lnTo>
                <a:lnTo>
                  <a:pt x="103727" y="349377"/>
                </a:lnTo>
                <a:lnTo>
                  <a:pt x="139508" y="342789"/>
                </a:lnTo>
                <a:lnTo>
                  <a:pt x="171592" y="334470"/>
                </a:lnTo>
                <a:lnTo>
                  <a:pt x="200248" y="324436"/>
                </a:lnTo>
                <a:lnTo>
                  <a:pt x="225742" y="312705"/>
                </a:lnTo>
                <a:lnTo>
                  <a:pt x="147923" y="279177"/>
                </a:lnTo>
                <a:lnTo>
                  <a:pt x="156543" y="268866"/>
                </a:lnTo>
                <a:lnTo>
                  <a:pt x="164306" y="258413"/>
                </a:lnTo>
                <a:lnTo>
                  <a:pt x="171497" y="247673"/>
                </a:lnTo>
                <a:lnTo>
                  <a:pt x="178403" y="236505"/>
                </a:lnTo>
                <a:lnTo>
                  <a:pt x="210502" y="236505"/>
                </a:lnTo>
                <a:lnTo>
                  <a:pt x="204787" y="245625"/>
                </a:lnTo>
                <a:lnTo>
                  <a:pt x="199072" y="254603"/>
                </a:lnTo>
                <a:lnTo>
                  <a:pt x="193357" y="263294"/>
                </a:lnTo>
                <a:lnTo>
                  <a:pt x="187642" y="271557"/>
                </a:lnTo>
                <a:lnTo>
                  <a:pt x="203644" y="277510"/>
                </a:lnTo>
                <a:lnTo>
                  <a:pt x="235648" y="289988"/>
                </a:lnTo>
                <a:lnTo>
                  <a:pt x="251650" y="295941"/>
                </a:lnTo>
                <a:lnTo>
                  <a:pt x="290112" y="295941"/>
                </a:lnTo>
                <a:lnTo>
                  <a:pt x="279082" y="308133"/>
                </a:lnTo>
                <a:lnTo>
                  <a:pt x="322493" y="326421"/>
                </a:lnTo>
                <a:lnTo>
                  <a:pt x="256222" y="326421"/>
                </a:lnTo>
                <a:lnTo>
                  <a:pt x="228561" y="343359"/>
                </a:lnTo>
                <a:lnTo>
                  <a:pt x="196167" y="357556"/>
                </a:lnTo>
                <a:lnTo>
                  <a:pt x="159487" y="369163"/>
                </a:lnTo>
                <a:lnTo>
                  <a:pt x="118967" y="378333"/>
                </a:lnTo>
                <a:close/>
              </a:path>
              <a:path w="377189" h="378460">
                <a:moveTo>
                  <a:pt x="290112" y="295941"/>
                </a:moveTo>
                <a:lnTo>
                  <a:pt x="251650" y="295941"/>
                </a:lnTo>
                <a:lnTo>
                  <a:pt x="265366" y="283654"/>
                </a:lnTo>
                <a:lnTo>
                  <a:pt x="276796" y="269652"/>
                </a:lnTo>
                <a:lnTo>
                  <a:pt x="285940" y="253936"/>
                </a:lnTo>
                <a:lnTo>
                  <a:pt x="292798" y="236505"/>
                </a:lnTo>
                <a:lnTo>
                  <a:pt x="324897" y="236505"/>
                </a:lnTo>
                <a:lnTo>
                  <a:pt x="315984" y="257127"/>
                </a:lnTo>
                <a:lnTo>
                  <a:pt x="305383" y="275748"/>
                </a:lnTo>
                <a:lnTo>
                  <a:pt x="293085" y="292655"/>
                </a:lnTo>
                <a:lnTo>
                  <a:pt x="290112" y="295941"/>
                </a:lnTo>
                <a:close/>
              </a:path>
              <a:path w="377189" h="378460">
                <a:moveTo>
                  <a:pt x="356901" y="376809"/>
                </a:moveTo>
                <a:lnTo>
                  <a:pt x="334955" y="365091"/>
                </a:lnTo>
                <a:lnTo>
                  <a:pt x="310562" y="352794"/>
                </a:lnTo>
                <a:lnTo>
                  <a:pt x="256222" y="326421"/>
                </a:lnTo>
                <a:lnTo>
                  <a:pt x="322493" y="326421"/>
                </a:lnTo>
                <a:lnTo>
                  <a:pt x="350743" y="338432"/>
                </a:lnTo>
                <a:lnTo>
                  <a:pt x="373665" y="347853"/>
                </a:lnTo>
                <a:lnTo>
                  <a:pt x="356901" y="376809"/>
                </a:lnTo>
                <a:close/>
              </a:path>
              <a:path w="377189" h="378460">
                <a:moveTo>
                  <a:pt x="27634" y="373380"/>
                </a:moveTo>
                <a:lnTo>
                  <a:pt x="18265" y="373094"/>
                </a:lnTo>
                <a:lnTo>
                  <a:pt x="7620" y="372237"/>
                </a:lnTo>
                <a:lnTo>
                  <a:pt x="3048" y="340233"/>
                </a:lnTo>
                <a:lnTo>
                  <a:pt x="22479" y="342328"/>
                </a:lnTo>
                <a:lnTo>
                  <a:pt x="29622" y="343019"/>
                </a:lnTo>
                <a:lnTo>
                  <a:pt x="35052" y="343281"/>
                </a:lnTo>
                <a:lnTo>
                  <a:pt x="79311" y="343281"/>
                </a:lnTo>
                <a:lnTo>
                  <a:pt x="78581" y="349051"/>
                </a:lnTo>
                <a:lnTo>
                  <a:pt x="71723" y="361938"/>
                </a:lnTo>
                <a:lnTo>
                  <a:pt x="60293" y="369663"/>
                </a:lnTo>
                <a:lnTo>
                  <a:pt x="44291" y="372237"/>
                </a:lnTo>
                <a:lnTo>
                  <a:pt x="36163" y="373094"/>
                </a:lnTo>
                <a:lnTo>
                  <a:pt x="27634" y="3733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6002363" y="4315396"/>
            <a:ext cx="303530" cy="321945"/>
          </a:xfrm>
          <a:custGeom>
            <a:avLst/>
            <a:gdLst/>
            <a:ahLst/>
            <a:cxnLst/>
            <a:rect l="l" t="t" r="r" b="b"/>
            <a:pathLst>
              <a:path w="303529" h="321945">
                <a:moveTo>
                  <a:pt x="303466" y="0"/>
                </a:moveTo>
                <a:lnTo>
                  <a:pt x="0" y="0"/>
                </a:lnTo>
                <a:lnTo>
                  <a:pt x="0" y="29210"/>
                </a:lnTo>
                <a:lnTo>
                  <a:pt x="0" y="256540"/>
                </a:lnTo>
                <a:lnTo>
                  <a:pt x="0" y="285750"/>
                </a:lnTo>
                <a:lnTo>
                  <a:pt x="0" y="321310"/>
                </a:lnTo>
                <a:lnTo>
                  <a:pt x="33629" y="321310"/>
                </a:lnTo>
                <a:lnTo>
                  <a:pt x="33629" y="285750"/>
                </a:lnTo>
                <a:lnTo>
                  <a:pt x="271462" y="285750"/>
                </a:lnTo>
                <a:lnTo>
                  <a:pt x="271462" y="321856"/>
                </a:lnTo>
                <a:lnTo>
                  <a:pt x="303466" y="321856"/>
                </a:lnTo>
                <a:lnTo>
                  <a:pt x="303466" y="285750"/>
                </a:lnTo>
                <a:lnTo>
                  <a:pt x="303466" y="285191"/>
                </a:lnTo>
                <a:lnTo>
                  <a:pt x="303466" y="256540"/>
                </a:lnTo>
                <a:lnTo>
                  <a:pt x="33629" y="256540"/>
                </a:lnTo>
                <a:lnTo>
                  <a:pt x="33629" y="29210"/>
                </a:lnTo>
                <a:lnTo>
                  <a:pt x="271462" y="29210"/>
                </a:lnTo>
                <a:lnTo>
                  <a:pt x="271462" y="256235"/>
                </a:lnTo>
                <a:lnTo>
                  <a:pt x="303466" y="256235"/>
                </a:lnTo>
                <a:lnTo>
                  <a:pt x="303466" y="29210"/>
                </a:lnTo>
                <a:lnTo>
                  <a:pt x="303466" y="28968"/>
                </a:lnTo>
                <a:lnTo>
                  <a:pt x="30346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6606349" y="4274159"/>
            <a:ext cx="1677670" cy="395605"/>
          </a:xfrm>
          <a:custGeom>
            <a:avLst/>
            <a:gdLst/>
            <a:ahLst/>
            <a:cxnLst/>
            <a:rect l="l" t="t" r="r" b="b"/>
            <a:pathLst>
              <a:path w="1677670" h="395604">
                <a:moveTo>
                  <a:pt x="100584" y="32092"/>
                </a:moveTo>
                <a:lnTo>
                  <a:pt x="67056" y="32092"/>
                </a:lnTo>
                <a:lnTo>
                  <a:pt x="37922" y="71831"/>
                </a:lnTo>
                <a:lnTo>
                  <a:pt x="16954" y="115582"/>
                </a:lnTo>
                <a:lnTo>
                  <a:pt x="4254" y="163334"/>
                </a:lnTo>
                <a:lnTo>
                  <a:pt x="0" y="215074"/>
                </a:lnTo>
                <a:lnTo>
                  <a:pt x="4254" y="265963"/>
                </a:lnTo>
                <a:lnTo>
                  <a:pt x="16954" y="313118"/>
                </a:lnTo>
                <a:lnTo>
                  <a:pt x="37922" y="356260"/>
                </a:lnTo>
                <a:lnTo>
                  <a:pt x="67056" y="395097"/>
                </a:lnTo>
                <a:lnTo>
                  <a:pt x="100584" y="395097"/>
                </a:lnTo>
                <a:lnTo>
                  <a:pt x="70815" y="354761"/>
                </a:lnTo>
                <a:lnTo>
                  <a:pt x="49911" y="311404"/>
                </a:lnTo>
                <a:lnTo>
                  <a:pt x="37566" y="264883"/>
                </a:lnTo>
                <a:lnTo>
                  <a:pt x="33528" y="215074"/>
                </a:lnTo>
                <a:lnTo>
                  <a:pt x="37566" y="164198"/>
                </a:lnTo>
                <a:lnTo>
                  <a:pt x="49911" y="116725"/>
                </a:lnTo>
                <a:lnTo>
                  <a:pt x="70815" y="72694"/>
                </a:lnTo>
                <a:lnTo>
                  <a:pt x="100584" y="32092"/>
                </a:lnTo>
                <a:close/>
              </a:path>
              <a:path w="1677670" h="395604">
                <a:moveTo>
                  <a:pt x="518439" y="48856"/>
                </a:moveTo>
                <a:lnTo>
                  <a:pt x="303466" y="48856"/>
                </a:lnTo>
                <a:lnTo>
                  <a:pt x="307797" y="38557"/>
                </a:lnTo>
                <a:lnTo>
                  <a:pt x="315887" y="17919"/>
                </a:lnTo>
                <a:lnTo>
                  <a:pt x="320230" y="7620"/>
                </a:lnTo>
                <a:lnTo>
                  <a:pt x="288226" y="0"/>
                </a:lnTo>
                <a:lnTo>
                  <a:pt x="283654" y="12560"/>
                </a:lnTo>
                <a:lnTo>
                  <a:pt x="279082" y="25006"/>
                </a:lnTo>
                <a:lnTo>
                  <a:pt x="274510" y="37160"/>
                </a:lnTo>
                <a:lnTo>
                  <a:pt x="269938" y="48856"/>
                </a:lnTo>
                <a:lnTo>
                  <a:pt x="149440" y="48856"/>
                </a:lnTo>
                <a:lnTo>
                  <a:pt x="149440" y="77812"/>
                </a:lnTo>
                <a:lnTo>
                  <a:pt x="254596" y="77812"/>
                </a:lnTo>
                <a:lnTo>
                  <a:pt x="232003" y="114693"/>
                </a:lnTo>
                <a:lnTo>
                  <a:pt x="205257" y="149872"/>
                </a:lnTo>
                <a:lnTo>
                  <a:pt x="174231" y="183337"/>
                </a:lnTo>
                <a:lnTo>
                  <a:pt x="138772" y="215074"/>
                </a:lnTo>
                <a:lnTo>
                  <a:pt x="144195" y="221945"/>
                </a:lnTo>
                <a:lnTo>
                  <a:pt x="149059" y="228841"/>
                </a:lnTo>
                <a:lnTo>
                  <a:pt x="153339" y="235724"/>
                </a:lnTo>
                <a:lnTo>
                  <a:pt x="157060" y="242595"/>
                </a:lnTo>
                <a:lnTo>
                  <a:pt x="173901" y="227431"/>
                </a:lnTo>
                <a:lnTo>
                  <a:pt x="190017" y="211848"/>
                </a:lnTo>
                <a:lnTo>
                  <a:pt x="205282" y="195999"/>
                </a:lnTo>
                <a:lnTo>
                  <a:pt x="219544" y="180022"/>
                </a:lnTo>
                <a:lnTo>
                  <a:pt x="219544" y="378333"/>
                </a:lnTo>
                <a:lnTo>
                  <a:pt x="248500" y="378333"/>
                </a:lnTo>
                <a:lnTo>
                  <a:pt x="248500" y="291363"/>
                </a:lnTo>
                <a:lnTo>
                  <a:pt x="442239" y="291363"/>
                </a:lnTo>
                <a:lnTo>
                  <a:pt x="442239" y="318795"/>
                </a:lnTo>
                <a:lnTo>
                  <a:pt x="440550" y="329971"/>
                </a:lnTo>
                <a:lnTo>
                  <a:pt x="435571" y="338124"/>
                </a:lnTo>
                <a:lnTo>
                  <a:pt x="427456" y="343115"/>
                </a:lnTo>
                <a:lnTo>
                  <a:pt x="416331" y="344805"/>
                </a:lnTo>
                <a:lnTo>
                  <a:pt x="404266" y="344538"/>
                </a:lnTo>
                <a:lnTo>
                  <a:pt x="390753" y="343852"/>
                </a:lnTo>
                <a:lnTo>
                  <a:pt x="358330" y="341757"/>
                </a:lnTo>
                <a:lnTo>
                  <a:pt x="360349" y="350608"/>
                </a:lnTo>
                <a:lnTo>
                  <a:pt x="361950" y="358902"/>
                </a:lnTo>
                <a:lnTo>
                  <a:pt x="363258" y="366610"/>
                </a:lnTo>
                <a:lnTo>
                  <a:pt x="364426" y="373761"/>
                </a:lnTo>
                <a:lnTo>
                  <a:pt x="426999" y="373761"/>
                </a:lnTo>
                <a:lnTo>
                  <a:pt x="447001" y="370662"/>
                </a:lnTo>
                <a:lnTo>
                  <a:pt x="461289" y="361556"/>
                </a:lnTo>
                <a:lnTo>
                  <a:pt x="469861" y="346722"/>
                </a:lnTo>
                <a:lnTo>
                  <a:pt x="470128" y="344805"/>
                </a:lnTo>
                <a:lnTo>
                  <a:pt x="472719" y="326415"/>
                </a:lnTo>
                <a:lnTo>
                  <a:pt x="472719" y="122008"/>
                </a:lnTo>
                <a:lnTo>
                  <a:pt x="442239" y="122008"/>
                </a:lnTo>
                <a:lnTo>
                  <a:pt x="442239" y="148018"/>
                </a:lnTo>
                <a:lnTo>
                  <a:pt x="442239" y="193738"/>
                </a:lnTo>
                <a:lnTo>
                  <a:pt x="442239" y="219646"/>
                </a:lnTo>
                <a:lnTo>
                  <a:pt x="442239" y="265455"/>
                </a:lnTo>
                <a:lnTo>
                  <a:pt x="248500" y="265455"/>
                </a:lnTo>
                <a:lnTo>
                  <a:pt x="248500" y="219646"/>
                </a:lnTo>
                <a:lnTo>
                  <a:pt x="442239" y="219646"/>
                </a:lnTo>
                <a:lnTo>
                  <a:pt x="442239" y="193738"/>
                </a:lnTo>
                <a:lnTo>
                  <a:pt x="248500" y="193738"/>
                </a:lnTo>
                <a:lnTo>
                  <a:pt x="248500" y="180022"/>
                </a:lnTo>
                <a:lnTo>
                  <a:pt x="248500" y="148018"/>
                </a:lnTo>
                <a:lnTo>
                  <a:pt x="442239" y="148018"/>
                </a:lnTo>
                <a:lnTo>
                  <a:pt x="442239" y="122008"/>
                </a:lnTo>
                <a:lnTo>
                  <a:pt x="262318" y="122008"/>
                </a:lnTo>
                <a:lnTo>
                  <a:pt x="269811" y="110820"/>
                </a:lnTo>
                <a:lnTo>
                  <a:pt x="276606" y="99910"/>
                </a:lnTo>
                <a:lnTo>
                  <a:pt x="289750" y="77812"/>
                </a:lnTo>
                <a:lnTo>
                  <a:pt x="518439" y="77812"/>
                </a:lnTo>
                <a:lnTo>
                  <a:pt x="518439" y="48856"/>
                </a:lnTo>
                <a:close/>
              </a:path>
              <a:path w="1677670" h="395604">
                <a:moveTo>
                  <a:pt x="632828" y="42760"/>
                </a:moveTo>
                <a:lnTo>
                  <a:pt x="606920" y="42760"/>
                </a:lnTo>
                <a:lnTo>
                  <a:pt x="606920" y="67144"/>
                </a:lnTo>
                <a:lnTo>
                  <a:pt x="606920" y="257848"/>
                </a:lnTo>
                <a:lnTo>
                  <a:pt x="574916" y="257848"/>
                </a:lnTo>
                <a:lnTo>
                  <a:pt x="574916" y="67144"/>
                </a:lnTo>
                <a:lnTo>
                  <a:pt x="606920" y="67144"/>
                </a:lnTo>
                <a:lnTo>
                  <a:pt x="606920" y="42760"/>
                </a:lnTo>
                <a:lnTo>
                  <a:pt x="549008" y="42760"/>
                </a:lnTo>
                <a:lnTo>
                  <a:pt x="549008" y="305092"/>
                </a:lnTo>
                <a:lnTo>
                  <a:pt x="574916" y="305092"/>
                </a:lnTo>
                <a:lnTo>
                  <a:pt x="574916" y="283756"/>
                </a:lnTo>
                <a:lnTo>
                  <a:pt x="632828" y="283756"/>
                </a:lnTo>
                <a:lnTo>
                  <a:pt x="632828" y="257848"/>
                </a:lnTo>
                <a:lnTo>
                  <a:pt x="632828" y="67144"/>
                </a:lnTo>
                <a:lnTo>
                  <a:pt x="632828" y="42760"/>
                </a:lnTo>
                <a:close/>
              </a:path>
              <a:path w="1677670" h="395604">
                <a:moveTo>
                  <a:pt x="763993" y="25996"/>
                </a:moveTo>
                <a:lnTo>
                  <a:pt x="736561" y="25996"/>
                </a:lnTo>
                <a:lnTo>
                  <a:pt x="736561" y="50380"/>
                </a:lnTo>
                <a:lnTo>
                  <a:pt x="736561" y="120484"/>
                </a:lnTo>
                <a:lnTo>
                  <a:pt x="736561" y="143446"/>
                </a:lnTo>
                <a:lnTo>
                  <a:pt x="735685" y="162547"/>
                </a:lnTo>
                <a:lnTo>
                  <a:pt x="735228" y="180784"/>
                </a:lnTo>
                <a:lnTo>
                  <a:pt x="735063" y="197878"/>
                </a:lnTo>
                <a:lnTo>
                  <a:pt x="735037" y="213550"/>
                </a:lnTo>
                <a:lnTo>
                  <a:pt x="695413" y="213550"/>
                </a:lnTo>
                <a:lnTo>
                  <a:pt x="696518" y="198094"/>
                </a:lnTo>
                <a:lnTo>
                  <a:pt x="697471" y="181356"/>
                </a:lnTo>
                <a:lnTo>
                  <a:pt x="698169" y="163182"/>
                </a:lnTo>
                <a:lnTo>
                  <a:pt x="698461" y="143446"/>
                </a:lnTo>
                <a:lnTo>
                  <a:pt x="736561" y="143446"/>
                </a:lnTo>
                <a:lnTo>
                  <a:pt x="736561" y="120484"/>
                </a:lnTo>
                <a:lnTo>
                  <a:pt x="698461" y="120484"/>
                </a:lnTo>
                <a:lnTo>
                  <a:pt x="699338" y="103111"/>
                </a:lnTo>
                <a:lnTo>
                  <a:pt x="699795" y="85432"/>
                </a:lnTo>
                <a:lnTo>
                  <a:pt x="699947" y="69265"/>
                </a:lnTo>
                <a:lnTo>
                  <a:pt x="699985" y="50380"/>
                </a:lnTo>
                <a:lnTo>
                  <a:pt x="736561" y="50380"/>
                </a:lnTo>
                <a:lnTo>
                  <a:pt x="736561" y="25996"/>
                </a:lnTo>
                <a:lnTo>
                  <a:pt x="643509" y="25996"/>
                </a:lnTo>
                <a:lnTo>
                  <a:pt x="643509" y="50380"/>
                </a:lnTo>
                <a:lnTo>
                  <a:pt x="674077" y="50380"/>
                </a:lnTo>
                <a:lnTo>
                  <a:pt x="673836" y="69265"/>
                </a:lnTo>
                <a:lnTo>
                  <a:pt x="672795" y="104178"/>
                </a:lnTo>
                <a:lnTo>
                  <a:pt x="672553" y="120484"/>
                </a:lnTo>
                <a:lnTo>
                  <a:pt x="643509" y="120484"/>
                </a:lnTo>
                <a:lnTo>
                  <a:pt x="643509" y="143446"/>
                </a:lnTo>
                <a:lnTo>
                  <a:pt x="672553" y="143446"/>
                </a:lnTo>
                <a:lnTo>
                  <a:pt x="671626" y="162547"/>
                </a:lnTo>
                <a:lnTo>
                  <a:pt x="670966" y="180784"/>
                </a:lnTo>
                <a:lnTo>
                  <a:pt x="670331" y="197878"/>
                </a:lnTo>
                <a:lnTo>
                  <a:pt x="669417" y="213550"/>
                </a:lnTo>
                <a:lnTo>
                  <a:pt x="643509" y="213550"/>
                </a:lnTo>
                <a:lnTo>
                  <a:pt x="643509" y="238036"/>
                </a:lnTo>
                <a:lnTo>
                  <a:pt x="666369" y="238036"/>
                </a:lnTo>
                <a:lnTo>
                  <a:pt x="658698" y="272275"/>
                </a:lnTo>
                <a:lnTo>
                  <a:pt x="645033" y="303949"/>
                </a:lnTo>
                <a:lnTo>
                  <a:pt x="625640" y="332790"/>
                </a:lnTo>
                <a:lnTo>
                  <a:pt x="600824" y="358521"/>
                </a:lnTo>
                <a:lnTo>
                  <a:pt x="606285" y="364236"/>
                </a:lnTo>
                <a:lnTo>
                  <a:pt x="611301" y="369951"/>
                </a:lnTo>
                <a:lnTo>
                  <a:pt x="616051" y="375666"/>
                </a:lnTo>
                <a:lnTo>
                  <a:pt x="620636" y="381381"/>
                </a:lnTo>
                <a:lnTo>
                  <a:pt x="649236" y="350189"/>
                </a:lnTo>
                <a:lnTo>
                  <a:pt x="670979" y="315988"/>
                </a:lnTo>
                <a:lnTo>
                  <a:pt x="685876" y="278650"/>
                </a:lnTo>
                <a:lnTo>
                  <a:pt x="693889" y="238036"/>
                </a:lnTo>
                <a:lnTo>
                  <a:pt x="735037" y="238036"/>
                </a:lnTo>
                <a:lnTo>
                  <a:pt x="734136" y="260629"/>
                </a:lnTo>
                <a:lnTo>
                  <a:pt x="733577" y="278650"/>
                </a:lnTo>
                <a:lnTo>
                  <a:pt x="732891" y="297827"/>
                </a:lnTo>
                <a:lnTo>
                  <a:pt x="717626" y="337007"/>
                </a:lnTo>
                <a:lnTo>
                  <a:pt x="707732" y="338696"/>
                </a:lnTo>
                <a:lnTo>
                  <a:pt x="699884" y="338683"/>
                </a:lnTo>
                <a:lnTo>
                  <a:pt x="690448" y="338518"/>
                </a:lnTo>
                <a:lnTo>
                  <a:pt x="679272" y="338061"/>
                </a:lnTo>
                <a:lnTo>
                  <a:pt x="666369" y="337185"/>
                </a:lnTo>
                <a:lnTo>
                  <a:pt x="667740" y="344919"/>
                </a:lnTo>
                <a:lnTo>
                  <a:pt x="669417" y="352234"/>
                </a:lnTo>
                <a:lnTo>
                  <a:pt x="671118" y="359257"/>
                </a:lnTo>
                <a:lnTo>
                  <a:pt x="672553" y="366141"/>
                </a:lnTo>
                <a:lnTo>
                  <a:pt x="713701" y="366141"/>
                </a:lnTo>
                <a:lnTo>
                  <a:pt x="731989" y="363283"/>
                </a:lnTo>
                <a:lnTo>
                  <a:pt x="745705" y="354698"/>
                </a:lnTo>
                <a:lnTo>
                  <a:pt x="754849" y="340385"/>
                </a:lnTo>
                <a:lnTo>
                  <a:pt x="755230" y="338709"/>
                </a:lnTo>
                <a:lnTo>
                  <a:pt x="759421" y="320332"/>
                </a:lnTo>
                <a:lnTo>
                  <a:pt x="760945" y="253187"/>
                </a:lnTo>
                <a:lnTo>
                  <a:pt x="761619" y="213550"/>
                </a:lnTo>
                <a:lnTo>
                  <a:pt x="762469" y="155181"/>
                </a:lnTo>
                <a:lnTo>
                  <a:pt x="763104" y="104178"/>
                </a:lnTo>
                <a:lnTo>
                  <a:pt x="763993" y="25996"/>
                </a:lnTo>
                <a:close/>
              </a:path>
              <a:path w="1677670" h="395604">
                <a:moveTo>
                  <a:pt x="907351" y="256324"/>
                </a:moveTo>
                <a:lnTo>
                  <a:pt x="904494" y="229425"/>
                </a:lnTo>
                <a:lnTo>
                  <a:pt x="895921" y="203847"/>
                </a:lnTo>
                <a:lnTo>
                  <a:pt x="881634" y="179717"/>
                </a:lnTo>
                <a:lnTo>
                  <a:pt x="861631" y="157162"/>
                </a:lnTo>
                <a:lnTo>
                  <a:pt x="871029" y="134251"/>
                </a:lnTo>
                <a:lnTo>
                  <a:pt x="880872" y="109067"/>
                </a:lnTo>
                <a:lnTo>
                  <a:pt x="890981" y="81635"/>
                </a:lnTo>
                <a:lnTo>
                  <a:pt x="901255" y="51904"/>
                </a:lnTo>
                <a:lnTo>
                  <a:pt x="901255" y="25996"/>
                </a:lnTo>
                <a:lnTo>
                  <a:pt x="789901" y="25996"/>
                </a:lnTo>
                <a:lnTo>
                  <a:pt x="789901" y="381381"/>
                </a:lnTo>
                <a:lnTo>
                  <a:pt x="815911" y="381381"/>
                </a:lnTo>
                <a:lnTo>
                  <a:pt x="815911" y="51904"/>
                </a:lnTo>
                <a:lnTo>
                  <a:pt x="872299" y="51904"/>
                </a:lnTo>
                <a:lnTo>
                  <a:pt x="864603" y="76771"/>
                </a:lnTo>
                <a:lnTo>
                  <a:pt x="855345" y="103352"/>
                </a:lnTo>
                <a:lnTo>
                  <a:pt x="844651" y="131673"/>
                </a:lnTo>
                <a:lnTo>
                  <a:pt x="832675" y="161734"/>
                </a:lnTo>
                <a:lnTo>
                  <a:pt x="853554" y="185470"/>
                </a:lnTo>
                <a:lnTo>
                  <a:pt x="868299" y="208800"/>
                </a:lnTo>
                <a:lnTo>
                  <a:pt x="877036" y="231851"/>
                </a:lnTo>
                <a:lnTo>
                  <a:pt x="879919" y="254800"/>
                </a:lnTo>
                <a:lnTo>
                  <a:pt x="878217" y="271678"/>
                </a:lnTo>
                <a:lnTo>
                  <a:pt x="873252" y="283565"/>
                </a:lnTo>
                <a:lnTo>
                  <a:pt x="865124" y="290588"/>
                </a:lnTo>
                <a:lnTo>
                  <a:pt x="854011" y="292900"/>
                </a:lnTo>
                <a:lnTo>
                  <a:pt x="846594" y="292366"/>
                </a:lnTo>
                <a:lnTo>
                  <a:pt x="838200" y="290995"/>
                </a:lnTo>
                <a:lnTo>
                  <a:pt x="828929" y="289039"/>
                </a:lnTo>
                <a:lnTo>
                  <a:pt x="818959" y="286804"/>
                </a:lnTo>
                <a:lnTo>
                  <a:pt x="823531" y="318808"/>
                </a:lnTo>
                <a:lnTo>
                  <a:pt x="834364" y="319684"/>
                </a:lnTo>
                <a:lnTo>
                  <a:pt x="843915" y="320141"/>
                </a:lnTo>
                <a:lnTo>
                  <a:pt x="852030" y="320306"/>
                </a:lnTo>
                <a:lnTo>
                  <a:pt x="858583" y="320332"/>
                </a:lnTo>
                <a:lnTo>
                  <a:pt x="880338" y="316331"/>
                </a:lnTo>
                <a:lnTo>
                  <a:pt x="895540" y="304330"/>
                </a:lnTo>
                <a:lnTo>
                  <a:pt x="900620" y="292900"/>
                </a:lnTo>
                <a:lnTo>
                  <a:pt x="904443" y="284327"/>
                </a:lnTo>
                <a:lnTo>
                  <a:pt x="907351" y="256324"/>
                </a:lnTo>
                <a:close/>
              </a:path>
              <a:path w="1677670" h="395604">
                <a:moveTo>
                  <a:pt x="1305394" y="262407"/>
                </a:moveTo>
                <a:lnTo>
                  <a:pt x="1279893" y="252768"/>
                </a:lnTo>
                <a:lnTo>
                  <a:pt x="1271866" y="250215"/>
                </a:lnTo>
                <a:lnTo>
                  <a:pt x="1270698" y="266788"/>
                </a:lnTo>
                <a:lnTo>
                  <a:pt x="1269390" y="282219"/>
                </a:lnTo>
                <a:lnTo>
                  <a:pt x="1258150" y="326796"/>
                </a:lnTo>
                <a:lnTo>
                  <a:pt x="1241386" y="332511"/>
                </a:lnTo>
                <a:lnTo>
                  <a:pt x="1219962" y="332511"/>
                </a:lnTo>
                <a:lnTo>
                  <a:pt x="1210195" y="331063"/>
                </a:lnTo>
                <a:lnTo>
                  <a:pt x="1203579" y="326605"/>
                </a:lnTo>
                <a:lnTo>
                  <a:pt x="1199807" y="319011"/>
                </a:lnTo>
                <a:lnTo>
                  <a:pt x="1198626" y="308127"/>
                </a:lnTo>
                <a:lnTo>
                  <a:pt x="1198626" y="24384"/>
                </a:lnTo>
                <a:lnTo>
                  <a:pt x="1009548" y="24384"/>
                </a:lnTo>
                <a:lnTo>
                  <a:pt x="1009548" y="151066"/>
                </a:lnTo>
                <a:lnTo>
                  <a:pt x="1008430" y="188468"/>
                </a:lnTo>
                <a:lnTo>
                  <a:pt x="999909" y="246735"/>
                </a:lnTo>
                <a:lnTo>
                  <a:pt x="981633" y="287274"/>
                </a:lnTo>
                <a:lnTo>
                  <a:pt x="947305" y="326174"/>
                </a:lnTo>
                <a:lnTo>
                  <a:pt x="924115" y="344805"/>
                </a:lnTo>
                <a:lnTo>
                  <a:pt x="930440" y="352539"/>
                </a:lnTo>
                <a:lnTo>
                  <a:pt x="935926" y="359854"/>
                </a:lnTo>
                <a:lnTo>
                  <a:pt x="945451" y="373761"/>
                </a:lnTo>
                <a:lnTo>
                  <a:pt x="971791" y="351764"/>
                </a:lnTo>
                <a:lnTo>
                  <a:pt x="1010691" y="306603"/>
                </a:lnTo>
                <a:lnTo>
                  <a:pt x="1031265" y="260019"/>
                </a:lnTo>
                <a:lnTo>
                  <a:pt x="1040409" y="193662"/>
                </a:lnTo>
                <a:lnTo>
                  <a:pt x="1041552" y="151066"/>
                </a:lnTo>
                <a:lnTo>
                  <a:pt x="1041552" y="53428"/>
                </a:lnTo>
                <a:lnTo>
                  <a:pt x="1165098" y="53428"/>
                </a:lnTo>
                <a:lnTo>
                  <a:pt x="1165098" y="311175"/>
                </a:lnTo>
                <a:lnTo>
                  <a:pt x="1167968" y="334124"/>
                </a:lnTo>
                <a:lnTo>
                  <a:pt x="1176718" y="350316"/>
                </a:lnTo>
                <a:lnTo>
                  <a:pt x="1191450" y="359930"/>
                </a:lnTo>
                <a:lnTo>
                  <a:pt x="1212342" y="363093"/>
                </a:lnTo>
                <a:lnTo>
                  <a:pt x="1245958" y="363093"/>
                </a:lnTo>
                <a:lnTo>
                  <a:pt x="1265631" y="360502"/>
                </a:lnTo>
                <a:lnTo>
                  <a:pt x="1281010" y="352602"/>
                </a:lnTo>
                <a:lnTo>
                  <a:pt x="1291818" y="339267"/>
                </a:lnTo>
                <a:lnTo>
                  <a:pt x="1297774" y="320319"/>
                </a:lnTo>
                <a:lnTo>
                  <a:pt x="1305394" y="262407"/>
                </a:lnTo>
                <a:close/>
              </a:path>
              <a:path w="1677670" h="395604">
                <a:moveTo>
                  <a:pt x="1470075" y="234988"/>
                </a:moveTo>
                <a:lnTo>
                  <a:pt x="1456918" y="220395"/>
                </a:lnTo>
                <a:lnTo>
                  <a:pt x="1444739" y="206705"/>
                </a:lnTo>
                <a:lnTo>
                  <a:pt x="1442669" y="204406"/>
                </a:lnTo>
                <a:lnTo>
                  <a:pt x="1435798" y="196786"/>
                </a:lnTo>
                <a:lnTo>
                  <a:pt x="1433436" y="194170"/>
                </a:lnTo>
                <a:lnTo>
                  <a:pt x="1422831" y="183070"/>
                </a:lnTo>
                <a:lnTo>
                  <a:pt x="1407591" y="196786"/>
                </a:lnTo>
                <a:lnTo>
                  <a:pt x="1407591" y="146494"/>
                </a:lnTo>
                <a:lnTo>
                  <a:pt x="1460931" y="146494"/>
                </a:lnTo>
                <a:lnTo>
                  <a:pt x="1460931" y="118973"/>
                </a:lnTo>
                <a:lnTo>
                  <a:pt x="1407591" y="118973"/>
                </a:lnTo>
                <a:lnTo>
                  <a:pt x="1407591" y="56476"/>
                </a:lnTo>
                <a:lnTo>
                  <a:pt x="1407591" y="54952"/>
                </a:lnTo>
                <a:lnTo>
                  <a:pt x="1423936" y="52933"/>
                </a:lnTo>
                <a:lnTo>
                  <a:pt x="1438833" y="51333"/>
                </a:lnTo>
                <a:lnTo>
                  <a:pt x="1465503" y="48856"/>
                </a:lnTo>
                <a:lnTo>
                  <a:pt x="1457883" y="19812"/>
                </a:lnTo>
                <a:lnTo>
                  <a:pt x="1427911" y="24130"/>
                </a:lnTo>
                <a:lnTo>
                  <a:pt x="1395209" y="27711"/>
                </a:lnTo>
                <a:lnTo>
                  <a:pt x="1359903" y="30403"/>
                </a:lnTo>
                <a:lnTo>
                  <a:pt x="1322158" y="32092"/>
                </a:lnTo>
                <a:lnTo>
                  <a:pt x="1324178" y="39839"/>
                </a:lnTo>
                <a:lnTo>
                  <a:pt x="1325778" y="47142"/>
                </a:lnTo>
                <a:lnTo>
                  <a:pt x="1327086" y="54178"/>
                </a:lnTo>
                <a:lnTo>
                  <a:pt x="1328254" y="61048"/>
                </a:lnTo>
                <a:lnTo>
                  <a:pt x="1378635" y="56476"/>
                </a:lnTo>
                <a:lnTo>
                  <a:pt x="1378635" y="118973"/>
                </a:lnTo>
                <a:lnTo>
                  <a:pt x="1317586" y="118973"/>
                </a:lnTo>
                <a:lnTo>
                  <a:pt x="1317586" y="146494"/>
                </a:lnTo>
                <a:lnTo>
                  <a:pt x="1375587" y="146494"/>
                </a:lnTo>
                <a:lnTo>
                  <a:pt x="1362392" y="183654"/>
                </a:lnTo>
                <a:lnTo>
                  <a:pt x="1348079" y="217411"/>
                </a:lnTo>
                <a:lnTo>
                  <a:pt x="1332636" y="247726"/>
                </a:lnTo>
                <a:lnTo>
                  <a:pt x="1316062" y="274612"/>
                </a:lnTo>
                <a:lnTo>
                  <a:pt x="1319466" y="282841"/>
                </a:lnTo>
                <a:lnTo>
                  <a:pt x="1322730" y="291376"/>
                </a:lnTo>
                <a:lnTo>
                  <a:pt x="1325702" y="299897"/>
                </a:lnTo>
                <a:lnTo>
                  <a:pt x="1328254" y="308140"/>
                </a:lnTo>
                <a:lnTo>
                  <a:pt x="1342542" y="287553"/>
                </a:lnTo>
                <a:lnTo>
                  <a:pt x="1355699" y="264693"/>
                </a:lnTo>
                <a:lnTo>
                  <a:pt x="1367726" y="239509"/>
                </a:lnTo>
                <a:lnTo>
                  <a:pt x="1378635" y="212026"/>
                </a:lnTo>
                <a:lnTo>
                  <a:pt x="1378635" y="378333"/>
                </a:lnTo>
                <a:lnTo>
                  <a:pt x="1407591" y="378333"/>
                </a:lnTo>
                <a:lnTo>
                  <a:pt x="1407591" y="212026"/>
                </a:lnTo>
                <a:lnTo>
                  <a:pt x="1407591" y="204406"/>
                </a:lnTo>
                <a:lnTo>
                  <a:pt x="1416761" y="215277"/>
                </a:lnTo>
                <a:lnTo>
                  <a:pt x="1426070" y="227317"/>
                </a:lnTo>
                <a:lnTo>
                  <a:pt x="1435671" y="240487"/>
                </a:lnTo>
                <a:lnTo>
                  <a:pt x="1445691" y="254800"/>
                </a:lnTo>
                <a:lnTo>
                  <a:pt x="1470075" y="234988"/>
                </a:lnTo>
                <a:close/>
              </a:path>
              <a:path w="1677670" h="395604">
                <a:moveTo>
                  <a:pt x="1677543" y="79336"/>
                </a:moveTo>
                <a:lnTo>
                  <a:pt x="1650111" y="79336"/>
                </a:lnTo>
                <a:lnTo>
                  <a:pt x="1650111" y="105257"/>
                </a:lnTo>
                <a:lnTo>
                  <a:pt x="1650111" y="219646"/>
                </a:lnTo>
                <a:lnTo>
                  <a:pt x="1590573" y="219646"/>
                </a:lnTo>
                <a:lnTo>
                  <a:pt x="1590573" y="105257"/>
                </a:lnTo>
                <a:lnTo>
                  <a:pt x="1650111" y="105257"/>
                </a:lnTo>
                <a:lnTo>
                  <a:pt x="1650111" y="79336"/>
                </a:lnTo>
                <a:lnTo>
                  <a:pt x="1590573" y="79336"/>
                </a:lnTo>
                <a:lnTo>
                  <a:pt x="1590573" y="3048"/>
                </a:lnTo>
                <a:lnTo>
                  <a:pt x="1561617" y="3048"/>
                </a:lnTo>
                <a:lnTo>
                  <a:pt x="1561617" y="79336"/>
                </a:lnTo>
                <a:lnTo>
                  <a:pt x="1561617" y="105257"/>
                </a:lnTo>
                <a:lnTo>
                  <a:pt x="1561617" y="219646"/>
                </a:lnTo>
                <a:lnTo>
                  <a:pt x="1503705" y="219646"/>
                </a:lnTo>
                <a:lnTo>
                  <a:pt x="1503705" y="105257"/>
                </a:lnTo>
                <a:lnTo>
                  <a:pt x="1561617" y="105257"/>
                </a:lnTo>
                <a:lnTo>
                  <a:pt x="1561617" y="79336"/>
                </a:lnTo>
                <a:lnTo>
                  <a:pt x="1474660" y="79336"/>
                </a:lnTo>
                <a:lnTo>
                  <a:pt x="1474660" y="263944"/>
                </a:lnTo>
                <a:lnTo>
                  <a:pt x="1503705" y="263944"/>
                </a:lnTo>
                <a:lnTo>
                  <a:pt x="1503705" y="245656"/>
                </a:lnTo>
                <a:lnTo>
                  <a:pt x="1561617" y="245656"/>
                </a:lnTo>
                <a:lnTo>
                  <a:pt x="1561617" y="379857"/>
                </a:lnTo>
                <a:lnTo>
                  <a:pt x="1590573" y="379857"/>
                </a:lnTo>
                <a:lnTo>
                  <a:pt x="1590573" y="245656"/>
                </a:lnTo>
                <a:lnTo>
                  <a:pt x="1650111" y="245656"/>
                </a:lnTo>
                <a:lnTo>
                  <a:pt x="1650111" y="263944"/>
                </a:lnTo>
                <a:lnTo>
                  <a:pt x="1677543" y="263944"/>
                </a:lnTo>
                <a:lnTo>
                  <a:pt x="1677543" y="245656"/>
                </a:lnTo>
                <a:lnTo>
                  <a:pt x="1677543" y="219646"/>
                </a:lnTo>
                <a:lnTo>
                  <a:pt x="1677543" y="105257"/>
                </a:lnTo>
                <a:lnTo>
                  <a:pt x="1677543" y="7933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343328" y="4306252"/>
            <a:ext cx="100965" cy="363220"/>
          </a:xfrm>
          <a:custGeom>
            <a:avLst/>
            <a:gdLst/>
            <a:ahLst/>
            <a:cxnLst/>
            <a:rect l="l" t="t" r="r" b="b"/>
            <a:pathLst>
              <a:path w="100965" h="363220">
                <a:moveTo>
                  <a:pt x="32003" y="362997"/>
                </a:moveTo>
                <a:lnTo>
                  <a:pt x="0" y="362997"/>
                </a:lnTo>
                <a:lnTo>
                  <a:pt x="29820" y="323262"/>
                </a:lnTo>
                <a:lnTo>
                  <a:pt x="50756" y="279499"/>
                </a:lnTo>
                <a:lnTo>
                  <a:pt x="63101" y="231717"/>
                </a:lnTo>
                <a:lnTo>
                  <a:pt x="67151" y="179927"/>
                </a:lnTo>
                <a:lnTo>
                  <a:pt x="63101" y="130168"/>
                </a:lnTo>
                <a:lnTo>
                  <a:pt x="50756" y="83677"/>
                </a:lnTo>
                <a:lnTo>
                  <a:pt x="29820" y="40329"/>
                </a:lnTo>
                <a:lnTo>
                  <a:pt x="0" y="0"/>
                </a:lnTo>
                <a:lnTo>
                  <a:pt x="32003" y="0"/>
                </a:lnTo>
                <a:lnTo>
                  <a:pt x="62062" y="38829"/>
                </a:lnTo>
                <a:lnTo>
                  <a:pt x="83522" y="81962"/>
                </a:lnTo>
                <a:lnTo>
                  <a:pt x="96391" y="129096"/>
                </a:lnTo>
                <a:lnTo>
                  <a:pt x="100679" y="179927"/>
                </a:lnTo>
                <a:lnTo>
                  <a:pt x="96391" y="231717"/>
                </a:lnTo>
                <a:lnTo>
                  <a:pt x="83522" y="279499"/>
                </a:lnTo>
                <a:lnTo>
                  <a:pt x="62062" y="323262"/>
                </a:lnTo>
                <a:lnTo>
                  <a:pt x="32003" y="3629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418844" y="504596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36883" y="4846224"/>
            <a:ext cx="384810" cy="372745"/>
          </a:xfrm>
          <a:custGeom>
            <a:avLst/>
            <a:gdLst/>
            <a:ahLst/>
            <a:cxnLst/>
            <a:rect l="l" t="t" r="r" b="b"/>
            <a:pathLst>
              <a:path w="384810" h="372745">
                <a:moveTo>
                  <a:pt x="22860" y="367569"/>
                </a:moveTo>
                <a:lnTo>
                  <a:pt x="18002" y="361830"/>
                </a:lnTo>
                <a:lnTo>
                  <a:pt x="12573" y="355949"/>
                </a:lnTo>
                <a:lnTo>
                  <a:pt x="6572" y="349781"/>
                </a:lnTo>
                <a:lnTo>
                  <a:pt x="0" y="343185"/>
                </a:lnTo>
                <a:lnTo>
                  <a:pt x="24003" y="310857"/>
                </a:lnTo>
                <a:lnTo>
                  <a:pt x="43434" y="275510"/>
                </a:lnTo>
                <a:lnTo>
                  <a:pt x="58293" y="237020"/>
                </a:lnTo>
                <a:lnTo>
                  <a:pt x="68580" y="195262"/>
                </a:lnTo>
                <a:lnTo>
                  <a:pt x="76771" y="120491"/>
                </a:lnTo>
                <a:lnTo>
                  <a:pt x="78652" y="66112"/>
                </a:lnTo>
                <a:lnTo>
                  <a:pt x="79248" y="0"/>
                </a:lnTo>
                <a:lnTo>
                  <a:pt x="109728" y="0"/>
                </a:lnTo>
                <a:lnTo>
                  <a:pt x="109466" y="38353"/>
                </a:lnTo>
                <a:lnTo>
                  <a:pt x="108775" y="73580"/>
                </a:lnTo>
                <a:lnTo>
                  <a:pt x="107799" y="105950"/>
                </a:lnTo>
                <a:lnTo>
                  <a:pt x="106680" y="135731"/>
                </a:lnTo>
                <a:lnTo>
                  <a:pt x="130142" y="161463"/>
                </a:lnTo>
                <a:lnTo>
                  <a:pt x="141275" y="173831"/>
                </a:lnTo>
                <a:lnTo>
                  <a:pt x="103632" y="173831"/>
                </a:lnTo>
                <a:lnTo>
                  <a:pt x="94226" y="226217"/>
                </a:lnTo>
                <a:lnTo>
                  <a:pt x="77533" y="275879"/>
                </a:lnTo>
                <a:lnTo>
                  <a:pt x="53697" y="322952"/>
                </a:lnTo>
                <a:lnTo>
                  <a:pt x="22860" y="367569"/>
                </a:lnTo>
                <a:close/>
              </a:path>
              <a:path w="384810" h="372745">
                <a:moveTo>
                  <a:pt x="131064" y="372141"/>
                </a:moveTo>
                <a:lnTo>
                  <a:pt x="124491" y="364688"/>
                </a:lnTo>
                <a:lnTo>
                  <a:pt x="118491" y="358235"/>
                </a:lnTo>
                <a:lnTo>
                  <a:pt x="113061" y="352639"/>
                </a:lnTo>
                <a:lnTo>
                  <a:pt x="108204" y="347757"/>
                </a:lnTo>
                <a:lnTo>
                  <a:pt x="143558" y="316840"/>
                </a:lnTo>
                <a:lnTo>
                  <a:pt x="172749" y="282612"/>
                </a:lnTo>
                <a:lnTo>
                  <a:pt x="195856" y="245079"/>
                </a:lnTo>
                <a:lnTo>
                  <a:pt x="212954" y="204245"/>
                </a:lnTo>
                <a:lnTo>
                  <a:pt x="224123" y="160115"/>
                </a:lnTo>
                <a:lnTo>
                  <a:pt x="229647" y="92630"/>
                </a:lnTo>
                <a:lnTo>
                  <a:pt x="231195" y="49449"/>
                </a:lnTo>
                <a:lnTo>
                  <a:pt x="231743" y="0"/>
                </a:lnTo>
                <a:lnTo>
                  <a:pt x="260699" y="0"/>
                </a:lnTo>
                <a:lnTo>
                  <a:pt x="260566" y="38353"/>
                </a:lnTo>
                <a:lnTo>
                  <a:pt x="259175" y="99155"/>
                </a:lnTo>
                <a:lnTo>
                  <a:pt x="269636" y="154059"/>
                </a:lnTo>
                <a:lnTo>
                  <a:pt x="276930" y="178498"/>
                </a:lnTo>
                <a:lnTo>
                  <a:pt x="250031" y="178498"/>
                </a:lnTo>
                <a:lnTo>
                  <a:pt x="238691" y="223509"/>
                </a:lnTo>
                <a:lnTo>
                  <a:pt x="221130" y="265314"/>
                </a:lnTo>
                <a:lnTo>
                  <a:pt x="197341" y="303979"/>
                </a:lnTo>
                <a:lnTo>
                  <a:pt x="167320" y="339567"/>
                </a:lnTo>
                <a:lnTo>
                  <a:pt x="131064" y="372141"/>
                </a:lnTo>
                <a:close/>
              </a:path>
              <a:path w="384810" h="372745">
                <a:moveTo>
                  <a:pt x="169259" y="256222"/>
                </a:moveTo>
                <a:lnTo>
                  <a:pt x="154933" y="237361"/>
                </a:lnTo>
                <a:lnTo>
                  <a:pt x="139303" y="217348"/>
                </a:lnTo>
                <a:lnTo>
                  <a:pt x="122244" y="196174"/>
                </a:lnTo>
                <a:lnTo>
                  <a:pt x="103632" y="173831"/>
                </a:lnTo>
                <a:lnTo>
                  <a:pt x="141275" y="173831"/>
                </a:lnTo>
                <a:lnTo>
                  <a:pt x="152292" y="186070"/>
                </a:lnTo>
                <a:lnTo>
                  <a:pt x="172996" y="209535"/>
                </a:lnTo>
                <a:lnTo>
                  <a:pt x="192119" y="231838"/>
                </a:lnTo>
                <a:lnTo>
                  <a:pt x="169259" y="256222"/>
                </a:lnTo>
                <a:close/>
              </a:path>
              <a:path w="384810" h="372745">
                <a:moveTo>
                  <a:pt x="359854" y="364521"/>
                </a:moveTo>
                <a:lnTo>
                  <a:pt x="322977" y="331383"/>
                </a:lnTo>
                <a:lnTo>
                  <a:pt x="292369" y="289226"/>
                </a:lnTo>
                <a:lnTo>
                  <a:pt x="268048" y="238211"/>
                </a:lnTo>
                <a:lnTo>
                  <a:pt x="250031" y="178498"/>
                </a:lnTo>
                <a:lnTo>
                  <a:pt x="276930" y="178498"/>
                </a:lnTo>
                <a:lnTo>
                  <a:pt x="284190" y="202822"/>
                </a:lnTo>
                <a:lnTo>
                  <a:pt x="302883" y="245399"/>
                </a:lnTo>
                <a:lnTo>
                  <a:pt x="325758" y="281745"/>
                </a:lnTo>
                <a:lnTo>
                  <a:pt x="352862" y="311816"/>
                </a:lnTo>
                <a:lnTo>
                  <a:pt x="384238" y="335565"/>
                </a:lnTo>
                <a:lnTo>
                  <a:pt x="377428" y="342661"/>
                </a:lnTo>
                <a:lnTo>
                  <a:pt x="370903" y="350043"/>
                </a:lnTo>
                <a:lnTo>
                  <a:pt x="364950" y="357425"/>
                </a:lnTo>
                <a:lnTo>
                  <a:pt x="359854" y="36452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2238565" y="4893468"/>
            <a:ext cx="549275" cy="279400"/>
            <a:chOff x="2238565" y="4893468"/>
            <a:chExt cx="549275" cy="279400"/>
          </a:xfrm>
        </p:grpSpPr>
        <p:sp>
          <p:nvSpPr>
            <p:cNvPr id="44" name="object 44" descr=""/>
            <p:cNvSpPr/>
            <p:nvPr/>
          </p:nvSpPr>
          <p:spPr>
            <a:xfrm>
              <a:off x="2238565" y="4893468"/>
              <a:ext cx="355600" cy="274955"/>
            </a:xfrm>
            <a:custGeom>
              <a:avLst/>
              <a:gdLst/>
              <a:ahLst/>
              <a:cxnLst/>
              <a:rect l="l" t="t" r="r" b="b"/>
              <a:pathLst>
                <a:path w="355600" h="274954">
                  <a:moveTo>
                    <a:pt x="117443" y="274605"/>
                  </a:moveTo>
                  <a:lnTo>
                    <a:pt x="79343" y="274605"/>
                  </a:lnTo>
                  <a:lnTo>
                    <a:pt x="0" y="0"/>
                  </a:lnTo>
                  <a:lnTo>
                    <a:pt x="35052" y="0"/>
                  </a:lnTo>
                  <a:lnTo>
                    <a:pt x="93059" y="210502"/>
                  </a:lnTo>
                  <a:lnTo>
                    <a:pt x="95059" y="217361"/>
                  </a:lnTo>
                  <a:lnTo>
                    <a:pt x="96488" y="224230"/>
                  </a:lnTo>
                  <a:lnTo>
                    <a:pt x="97268" y="230497"/>
                  </a:lnTo>
                  <a:lnTo>
                    <a:pt x="97389" y="232188"/>
                  </a:lnTo>
                  <a:lnTo>
                    <a:pt x="97631" y="238029"/>
                  </a:lnTo>
                  <a:lnTo>
                    <a:pt x="127685" y="238029"/>
                  </a:lnTo>
                  <a:lnTo>
                    <a:pt x="117443" y="274605"/>
                  </a:lnTo>
                  <a:close/>
                </a:path>
                <a:path w="355600" h="274954">
                  <a:moveTo>
                    <a:pt x="127685" y="238029"/>
                  </a:moveTo>
                  <a:lnTo>
                    <a:pt x="99155" y="238029"/>
                  </a:lnTo>
                  <a:lnTo>
                    <a:pt x="99464" y="231973"/>
                  </a:lnTo>
                  <a:lnTo>
                    <a:pt x="100488" y="225373"/>
                  </a:lnTo>
                  <a:lnTo>
                    <a:pt x="102369" y="218219"/>
                  </a:lnTo>
                  <a:lnTo>
                    <a:pt x="105251" y="210502"/>
                  </a:lnTo>
                  <a:lnTo>
                    <a:pt x="164687" y="0"/>
                  </a:lnTo>
                  <a:lnTo>
                    <a:pt x="195262" y="0"/>
                  </a:lnTo>
                  <a:lnTo>
                    <a:pt x="208105" y="45815"/>
                  </a:lnTo>
                  <a:lnTo>
                    <a:pt x="178403" y="45815"/>
                  </a:lnTo>
                  <a:lnTo>
                    <a:pt x="178117" y="52673"/>
                  </a:lnTo>
                  <a:lnTo>
                    <a:pt x="177260" y="59531"/>
                  </a:lnTo>
                  <a:lnTo>
                    <a:pt x="175831" y="66389"/>
                  </a:lnTo>
                  <a:lnTo>
                    <a:pt x="173831" y="73247"/>
                  </a:lnTo>
                  <a:lnTo>
                    <a:pt x="127685" y="238029"/>
                  </a:lnTo>
                  <a:close/>
                </a:path>
                <a:path w="355600" h="274954">
                  <a:moveTo>
                    <a:pt x="287923" y="238029"/>
                  </a:moveTo>
                  <a:lnTo>
                    <a:pt x="259270" y="238029"/>
                  </a:lnTo>
                  <a:lnTo>
                    <a:pt x="259770" y="232188"/>
                  </a:lnTo>
                  <a:lnTo>
                    <a:pt x="261106" y="225373"/>
                  </a:lnTo>
                  <a:lnTo>
                    <a:pt x="262485" y="218862"/>
                  </a:lnTo>
                  <a:lnTo>
                    <a:pt x="263842" y="210502"/>
                  </a:lnTo>
                  <a:lnTo>
                    <a:pt x="320230" y="0"/>
                  </a:lnTo>
                  <a:lnTo>
                    <a:pt x="355377" y="0"/>
                  </a:lnTo>
                  <a:lnTo>
                    <a:pt x="287923" y="238029"/>
                  </a:lnTo>
                  <a:close/>
                </a:path>
                <a:path w="355600" h="274954">
                  <a:moveTo>
                    <a:pt x="277558" y="274605"/>
                  </a:moveTo>
                  <a:lnTo>
                    <a:pt x="240982" y="274605"/>
                  </a:lnTo>
                  <a:lnTo>
                    <a:pt x="184499" y="73247"/>
                  </a:lnTo>
                  <a:lnTo>
                    <a:pt x="182499" y="67246"/>
                  </a:lnTo>
                  <a:lnTo>
                    <a:pt x="181070" y="60674"/>
                  </a:lnTo>
                  <a:lnTo>
                    <a:pt x="180213" y="53530"/>
                  </a:lnTo>
                  <a:lnTo>
                    <a:pt x="179927" y="45815"/>
                  </a:lnTo>
                  <a:lnTo>
                    <a:pt x="208105" y="45815"/>
                  </a:lnTo>
                  <a:lnTo>
                    <a:pt x="254698" y="212026"/>
                  </a:lnTo>
                  <a:lnTo>
                    <a:pt x="259270" y="238029"/>
                  </a:lnTo>
                  <a:lnTo>
                    <a:pt x="287923" y="238029"/>
                  </a:lnTo>
                  <a:lnTo>
                    <a:pt x="277558" y="27460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6803" y="4966715"/>
              <a:ext cx="170783" cy="205930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2834830" y="4878228"/>
            <a:ext cx="180340" cy="294640"/>
          </a:xfrm>
          <a:custGeom>
            <a:avLst/>
            <a:gdLst/>
            <a:ahLst/>
            <a:cxnLst/>
            <a:rect l="l" t="t" r="r" b="b"/>
            <a:pathLst>
              <a:path w="180339" h="294639">
                <a:moveTo>
                  <a:pt x="32099" y="289845"/>
                </a:moveTo>
                <a:lnTo>
                  <a:pt x="0" y="289845"/>
                </a:lnTo>
                <a:lnTo>
                  <a:pt x="0" y="0"/>
                </a:lnTo>
                <a:lnTo>
                  <a:pt x="32099" y="0"/>
                </a:lnTo>
                <a:lnTo>
                  <a:pt x="32099" y="128111"/>
                </a:lnTo>
                <a:lnTo>
                  <a:pt x="55576" y="128111"/>
                </a:lnTo>
                <a:lnTo>
                  <a:pt x="33004" y="168162"/>
                </a:lnTo>
                <a:lnTo>
                  <a:pt x="32099" y="181546"/>
                </a:lnTo>
                <a:lnTo>
                  <a:pt x="32099" y="208979"/>
                </a:lnTo>
                <a:lnTo>
                  <a:pt x="47339" y="250221"/>
                </a:lnTo>
                <a:lnTo>
                  <a:pt x="61231" y="260889"/>
                </a:lnTo>
                <a:lnTo>
                  <a:pt x="32099" y="260889"/>
                </a:lnTo>
                <a:lnTo>
                  <a:pt x="32099" y="289845"/>
                </a:lnTo>
                <a:close/>
              </a:path>
              <a:path w="180339" h="294639">
                <a:moveTo>
                  <a:pt x="55576" y="128111"/>
                </a:moveTo>
                <a:lnTo>
                  <a:pt x="32099" y="128111"/>
                </a:lnTo>
                <a:lnTo>
                  <a:pt x="44958" y="110990"/>
                </a:lnTo>
                <a:lnTo>
                  <a:pt x="60674" y="98583"/>
                </a:lnTo>
                <a:lnTo>
                  <a:pt x="79248" y="91035"/>
                </a:lnTo>
                <a:lnTo>
                  <a:pt x="100679" y="88487"/>
                </a:lnTo>
                <a:lnTo>
                  <a:pt x="118087" y="90201"/>
                </a:lnTo>
                <a:lnTo>
                  <a:pt x="133647" y="95345"/>
                </a:lnTo>
                <a:lnTo>
                  <a:pt x="147225" y="103917"/>
                </a:lnTo>
                <a:lnTo>
                  <a:pt x="158686" y="115919"/>
                </a:lnTo>
                <a:lnTo>
                  <a:pt x="91535" y="115919"/>
                </a:lnTo>
                <a:lnTo>
                  <a:pt x="79295" y="117062"/>
                </a:lnTo>
                <a:lnTo>
                  <a:pt x="67913" y="120491"/>
                </a:lnTo>
                <a:lnTo>
                  <a:pt x="57673" y="126206"/>
                </a:lnTo>
                <a:lnTo>
                  <a:pt x="55576" y="128111"/>
                </a:lnTo>
                <a:close/>
              </a:path>
              <a:path w="180339" h="294639">
                <a:moveTo>
                  <a:pt x="154024" y="266985"/>
                </a:moveTo>
                <a:lnTo>
                  <a:pt x="86963" y="266985"/>
                </a:lnTo>
                <a:lnTo>
                  <a:pt x="100965" y="265793"/>
                </a:lnTo>
                <a:lnTo>
                  <a:pt x="113252" y="262020"/>
                </a:lnTo>
                <a:lnTo>
                  <a:pt x="139579" y="233886"/>
                </a:lnTo>
                <a:lnTo>
                  <a:pt x="148018" y="184594"/>
                </a:lnTo>
                <a:lnTo>
                  <a:pt x="147122" y="169448"/>
                </a:lnTo>
                <a:lnTo>
                  <a:pt x="124968" y="126206"/>
                </a:lnTo>
                <a:lnTo>
                  <a:pt x="91535" y="115919"/>
                </a:lnTo>
                <a:lnTo>
                  <a:pt x="158686" y="115919"/>
                </a:lnTo>
                <a:lnTo>
                  <a:pt x="168449" y="129673"/>
                </a:lnTo>
                <a:lnTo>
                  <a:pt x="175069" y="145875"/>
                </a:lnTo>
                <a:lnTo>
                  <a:pt x="178831" y="164648"/>
                </a:lnTo>
                <a:lnTo>
                  <a:pt x="180022" y="186118"/>
                </a:lnTo>
                <a:lnTo>
                  <a:pt x="178593" y="208979"/>
                </a:lnTo>
                <a:lnTo>
                  <a:pt x="174307" y="229564"/>
                </a:lnTo>
                <a:lnTo>
                  <a:pt x="167163" y="247880"/>
                </a:lnTo>
                <a:lnTo>
                  <a:pt x="157162" y="263937"/>
                </a:lnTo>
                <a:lnTo>
                  <a:pt x="154024" y="266985"/>
                </a:lnTo>
                <a:close/>
              </a:path>
              <a:path w="180339" h="294639">
                <a:moveTo>
                  <a:pt x="91535" y="294417"/>
                </a:moveTo>
                <a:lnTo>
                  <a:pt x="73247" y="292393"/>
                </a:lnTo>
                <a:lnTo>
                  <a:pt x="57245" y="286226"/>
                </a:lnTo>
                <a:lnTo>
                  <a:pt x="43529" y="275772"/>
                </a:lnTo>
                <a:lnTo>
                  <a:pt x="32099" y="260889"/>
                </a:lnTo>
                <a:lnTo>
                  <a:pt x="61231" y="260889"/>
                </a:lnTo>
                <a:lnTo>
                  <a:pt x="65436" y="263175"/>
                </a:lnTo>
                <a:lnTo>
                  <a:pt x="75842" y="266080"/>
                </a:lnTo>
                <a:lnTo>
                  <a:pt x="86963" y="266985"/>
                </a:lnTo>
                <a:lnTo>
                  <a:pt x="154024" y="266985"/>
                </a:lnTo>
                <a:lnTo>
                  <a:pt x="143653" y="277058"/>
                </a:lnTo>
                <a:lnTo>
                  <a:pt x="128313" y="286607"/>
                </a:lnTo>
                <a:lnTo>
                  <a:pt x="110991" y="292441"/>
                </a:lnTo>
                <a:lnTo>
                  <a:pt x="91535" y="2944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3146006" y="4837086"/>
            <a:ext cx="3907154" cy="387985"/>
          </a:xfrm>
          <a:custGeom>
            <a:avLst/>
            <a:gdLst/>
            <a:ahLst/>
            <a:cxnLst/>
            <a:rect l="l" t="t" r="r" b="b"/>
            <a:pathLst>
              <a:path w="3907154" h="387985">
                <a:moveTo>
                  <a:pt x="376618" y="338620"/>
                </a:moveTo>
                <a:lnTo>
                  <a:pt x="4572" y="338620"/>
                </a:lnTo>
                <a:lnTo>
                  <a:pt x="4572" y="366052"/>
                </a:lnTo>
                <a:lnTo>
                  <a:pt x="376618" y="366052"/>
                </a:lnTo>
                <a:lnTo>
                  <a:pt x="376618" y="338620"/>
                </a:lnTo>
                <a:close/>
              </a:path>
              <a:path w="3907154" h="387985">
                <a:moveTo>
                  <a:pt x="379666" y="140309"/>
                </a:moveTo>
                <a:lnTo>
                  <a:pt x="335927" y="127444"/>
                </a:lnTo>
                <a:lnTo>
                  <a:pt x="296024" y="111721"/>
                </a:lnTo>
                <a:lnTo>
                  <a:pt x="259829" y="93116"/>
                </a:lnTo>
                <a:lnTo>
                  <a:pt x="227177" y="71628"/>
                </a:lnTo>
                <a:lnTo>
                  <a:pt x="368998" y="71628"/>
                </a:lnTo>
                <a:lnTo>
                  <a:pt x="368998" y="45720"/>
                </a:lnTo>
                <a:lnTo>
                  <a:pt x="202793" y="45720"/>
                </a:lnTo>
                <a:lnTo>
                  <a:pt x="202793" y="4572"/>
                </a:lnTo>
                <a:lnTo>
                  <a:pt x="176885" y="4572"/>
                </a:lnTo>
                <a:lnTo>
                  <a:pt x="176885" y="45720"/>
                </a:lnTo>
                <a:lnTo>
                  <a:pt x="13716" y="45720"/>
                </a:lnTo>
                <a:lnTo>
                  <a:pt x="13716" y="71628"/>
                </a:lnTo>
                <a:lnTo>
                  <a:pt x="150977" y="71628"/>
                </a:lnTo>
                <a:lnTo>
                  <a:pt x="121805" y="92786"/>
                </a:lnTo>
                <a:lnTo>
                  <a:pt x="86918" y="112483"/>
                </a:lnTo>
                <a:lnTo>
                  <a:pt x="46304" y="130441"/>
                </a:lnTo>
                <a:lnTo>
                  <a:pt x="0" y="146405"/>
                </a:lnTo>
                <a:lnTo>
                  <a:pt x="4572" y="153022"/>
                </a:lnTo>
                <a:lnTo>
                  <a:pt x="13716" y="165684"/>
                </a:lnTo>
                <a:lnTo>
                  <a:pt x="18288" y="172313"/>
                </a:lnTo>
                <a:lnTo>
                  <a:pt x="38671" y="163169"/>
                </a:lnTo>
                <a:lnTo>
                  <a:pt x="48501" y="158597"/>
                </a:lnTo>
                <a:lnTo>
                  <a:pt x="57912" y="154025"/>
                </a:lnTo>
                <a:lnTo>
                  <a:pt x="57912" y="318808"/>
                </a:lnTo>
                <a:lnTo>
                  <a:pt x="86868" y="318808"/>
                </a:lnTo>
                <a:lnTo>
                  <a:pt x="86868" y="302044"/>
                </a:lnTo>
                <a:lnTo>
                  <a:pt x="294322" y="302044"/>
                </a:lnTo>
                <a:lnTo>
                  <a:pt x="294322" y="318808"/>
                </a:lnTo>
                <a:lnTo>
                  <a:pt x="323278" y="318808"/>
                </a:lnTo>
                <a:lnTo>
                  <a:pt x="323278" y="302044"/>
                </a:lnTo>
                <a:lnTo>
                  <a:pt x="323278" y="274510"/>
                </a:lnTo>
                <a:lnTo>
                  <a:pt x="323278" y="152501"/>
                </a:lnTo>
                <a:lnTo>
                  <a:pt x="294322" y="152501"/>
                </a:lnTo>
                <a:lnTo>
                  <a:pt x="294322" y="178409"/>
                </a:lnTo>
                <a:lnTo>
                  <a:pt x="294322" y="213550"/>
                </a:lnTo>
                <a:lnTo>
                  <a:pt x="294322" y="239458"/>
                </a:lnTo>
                <a:lnTo>
                  <a:pt x="294322" y="274510"/>
                </a:lnTo>
                <a:lnTo>
                  <a:pt x="86868" y="274510"/>
                </a:lnTo>
                <a:lnTo>
                  <a:pt x="86868" y="239458"/>
                </a:lnTo>
                <a:lnTo>
                  <a:pt x="294322" y="239458"/>
                </a:lnTo>
                <a:lnTo>
                  <a:pt x="294322" y="213550"/>
                </a:lnTo>
                <a:lnTo>
                  <a:pt x="86868" y="213550"/>
                </a:lnTo>
                <a:lnTo>
                  <a:pt x="86868" y="178409"/>
                </a:lnTo>
                <a:lnTo>
                  <a:pt x="294322" y="178409"/>
                </a:lnTo>
                <a:lnTo>
                  <a:pt x="294322" y="152501"/>
                </a:lnTo>
                <a:lnTo>
                  <a:pt x="62484" y="152501"/>
                </a:lnTo>
                <a:lnTo>
                  <a:pt x="95999" y="135686"/>
                </a:lnTo>
                <a:lnTo>
                  <a:pt x="125971" y="117436"/>
                </a:lnTo>
                <a:lnTo>
                  <a:pt x="152793" y="98018"/>
                </a:lnTo>
                <a:lnTo>
                  <a:pt x="176885" y="77724"/>
                </a:lnTo>
                <a:lnTo>
                  <a:pt x="176885" y="143357"/>
                </a:lnTo>
                <a:lnTo>
                  <a:pt x="202793" y="143357"/>
                </a:lnTo>
                <a:lnTo>
                  <a:pt x="202793" y="77724"/>
                </a:lnTo>
                <a:lnTo>
                  <a:pt x="229120" y="99517"/>
                </a:lnTo>
                <a:lnTo>
                  <a:pt x="289229" y="136753"/>
                </a:lnTo>
                <a:lnTo>
                  <a:pt x="332689" y="156806"/>
                </a:lnTo>
                <a:lnTo>
                  <a:pt x="362902" y="167741"/>
                </a:lnTo>
                <a:lnTo>
                  <a:pt x="366598" y="161734"/>
                </a:lnTo>
                <a:lnTo>
                  <a:pt x="370713" y="155168"/>
                </a:lnTo>
                <a:lnTo>
                  <a:pt x="375119" y="148018"/>
                </a:lnTo>
                <a:lnTo>
                  <a:pt x="379666" y="140309"/>
                </a:lnTo>
                <a:close/>
              </a:path>
              <a:path w="3907154" h="387985">
                <a:moveTo>
                  <a:pt x="491007" y="74676"/>
                </a:moveTo>
                <a:lnTo>
                  <a:pt x="480415" y="62979"/>
                </a:lnTo>
                <a:lnTo>
                  <a:pt x="466813" y="48577"/>
                </a:lnTo>
                <a:lnTo>
                  <a:pt x="450075" y="31597"/>
                </a:lnTo>
                <a:lnTo>
                  <a:pt x="430047" y="12192"/>
                </a:lnTo>
                <a:lnTo>
                  <a:pt x="408711" y="32004"/>
                </a:lnTo>
                <a:lnTo>
                  <a:pt x="424167" y="48247"/>
                </a:lnTo>
                <a:lnTo>
                  <a:pt x="438619" y="64782"/>
                </a:lnTo>
                <a:lnTo>
                  <a:pt x="452221" y="81330"/>
                </a:lnTo>
                <a:lnTo>
                  <a:pt x="465099" y="97624"/>
                </a:lnTo>
                <a:lnTo>
                  <a:pt x="491007" y="74676"/>
                </a:lnTo>
                <a:close/>
              </a:path>
              <a:path w="3907154" h="387985">
                <a:moveTo>
                  <a:pt x="512343" y="323380"/>
                </a:moveTo>
                <a:lnTo>
                  <a:pt x="512292" y="321856"/>
                </a:lnTo>
                <a:lnTo>
                  <a:pt x="512114" y="316877"/>
                </a:lnTo>
                <a:lnTo>
                  <a:pt x="511581" y="309092"/>
                </a:lnTo>
                <a:lnTo>
                  <a:pt x="511073" y="300520"/>
                </a:lnTo>
                <a:lnTo>
                  <a:pt x="510819" y="291376"/>
                </a:lnTo>
                <a:lnTo>
                  <a:pt x="499414" y="299135"/>
                </a:lnTo>
                <a:lnTo>
                  <a:pt x="488149" y="306616"/>
                </a:lnTo>
                <a:lnTo>
                  <a:pt x="477177" y="314083"/>
                </a:lnTo>
                <a:lnTo>
                  <a:pt x="466623" y="321856"/>
                </a:lnTo>
                <a:lnTo>
                  <a:pt x="466623" y="137261"/>
                </a:lnTo>
                <a:lnTo>
                  <a:pt x="391947" y="137261"/>
                </a:lnTo>
                <a:lnTo>
                  <a:pt x="391947" y="164693"/>
                </a:lnTo>
                <a:lnTo>
                  <a:pt x="437667" y="164693"/>
                </a:lnTo>
                <a:lnTo>
                  <a:pt x="437578" y="316877"/>
                </a:lnTo>
                <a:lnTo>
                  <a:pt x="436816" y="326351"/>
                </a:lnTo>
                <a:lnTo>
                  <a:pt x="434238" y="335381"/>
                </a:lnTo>
                <a:lnTo>
                  <a:pt x="429958" y="342976"/>
                </a:lnTo>
                <a:lnTo>
                  <a:pt x="423951" y="349288"/>
                </a:lnTo>
                <a:lnTo>
                  <a:pt x="442239" y="375196"/>
                </a:lnTo>
                <a:lnTo>
                  <a:pt x="455129" y="364312"/>
                </a:lnTo>
                <a:lnTo>
                  <a:pt x="471004" y="352145"/>
                </a:lnTo>
                <a:lnTo>
                  <a:pt x="489940" y="338620"/>
                </a:lnTo>
                <a:lnTo>
                  <a:pt x="512343" y="323380"/>
                </a:lnTo>
                <a:close/>
              </a:path>
              <a:path w="3907154" h="387985">
                <a:moveTo>
                  <a:pt x="672566" y="125056"/>
                </a:moveTo>
                <a:lnTo>
                  <a:pt x="643509" y="125056"/>
                </a:lnTo>
                <a:lnTo>
                  <a:pt x="643509" y="150977"/>
                </a:lnTo>
                <a:lnTo>
                  <a:pt x="643509" y="199834"/>
                </a:lnTo>
                <a:lnTo>
                  <a:pt x="643509" y="224218"/>
                </a:lnTo>
                <a:lnTo>
                  <a:pt x="643509" y="272986"/>
                </a:lnTo>
                <a:lnTo>
                  <a:pt x="559689" y="272986"/>
                </a:lnTo>
                <a:lnTo>
                  <a:pt x="559689" y="224218"/>
                </a:lnTo>
                <a:lnTo>
                  <a:pt x="643509" y="224218"/>
                </a:lnTo>
                <a:lnTo>
                  <a:pt x="643509" y="199834"/>
                </a:lnTo>
                <a:lnTo>
                  <a:pt x="559689" y="199834"/>
                </a:lnTo>
                <a:lnTo>
                  <a:pt x="559689" y="150977"/>
                </a:lnTo>
                <a:lnTo>
                  <a:pt x="643509" y="150977"/>
                </a:lnTo>
                <a:lnTo>
                  <a:pt x="643509" y="125056"/>
                </a:lnTo>
                <a:lnTo>
                  <a:pt x="532257" y="125056"/>
                </a:lnTo>
                <a:lnTo>
                  <a:pt x="532257" y="321856"/>
                </a:lnTo>
                <a:lnTo>
                  <a:pt x="559689" y="321856"/>
                </a:lnTo>
                <a:lnTo>
                  <a:pt x="559689" y="300520"/>
                </a:lnTo>
                <a:lnTo>
                  <a:pt x="672566" y="300520"/>
                </a:lnTo>
                <a:lnTo>
                  <a:pt x="672566" y="272986"/>
                </a:lnTo>
                <a:lnTo>
                  <a:pt x="672566" y="224218"/>
                </a:lnTo>
                <a:lnTo>
                  <a:pt x="672566" y="199834"/>
                </a:lnTo>
                <a:lnTo>
                  <a:pt x="672566" y="150977"/>
                </a:lnTo>
                <a:lnTo>
                  <a:pt x="672566" y="125056"/>
                </a:lnTo>
                <a:close/>
              </a:path>
              <a:path w="3907154" h="387985">
                <a:moveTo>
                  <a:pt x="757910" y="53340"/>
                </a:moveTo>
                <a:lnTo>
                  <a:pt x="571881" y="53340"/>
                </a:lnTo>
                <a:lnTo>
                  <a:pt x="576694" y="43294"/>
                </a:lnTo>
                <a:lnTo>
                  <a:pt x="586879" y="23761"/>
                </a:lnTo>
                <a:lnTo>
                  <a:pt x="591693" y="13716"/>
                </a:lnTo>
                <a:lnTo>
                  <a:pt x="562737" y="1524"/>
                </a:lnTo>
                <a:lnTo>
                  <a:pt x="545833" y="36969"/>
                </a:lnTo>
                <a:lnTo>
                  <a:pt x="527062" y="70154"/>
                </a:lnTo>
                <a:lnTo>
                  <a:pt x="506298" y="101041"/>
                </a:lnTo>
                <a:lnTo>
                  <a:pt x="483387" y="129641"/>
                </a:lnTo>
                <a:lnTo>
                  <a:pt x="491083" y="134188"/>
                </a:lnTo>
                <a:lnTo>
                  <a:pt x="498055" y="138595"/>
                </a:lnTo>
                <a:lnTo>
                  <a:pt x="504177" y="142709"/>
                </a:lnTo>
                <a:lnTo>
                  <a:pt x="509295" y="146405"/>
                </a:lnTo>
                <a:lnTo>
                  <a:pt x="520979" y="131876"/>
                </a:lnTo>
                <a:lnTo>
                  <a:pt x="532968" y="115912"/>
                </a:lnTo>
                <a:lnTo>
                  <a:pt x="544957" y="98780"/>
                </a:lnTo>
                <a:lnTo>
                  <a:pt x="556641" y="80772"/>
                </a:lnTo>
                <a:lnTo>
                  <a:pt x="727430" y="80772"/>
                </a:lnTo>
                <a:lnTo>
                  <a:pt x="726046" y="144284"/>
                </a:lnTo>
                <a:lnTo>
                  <a:pt x="724446" y="199834"/>
                </a:lnTo>
                <a:lnTo>
                  <a:pt x="722706" y="254152"/>
                </a:lnTo>
                <a:lnTo>
                  <a:pt x="721334" y="300520"/>
                </a:lnTo>
                <a:lnTo>
                  <a:pt x="717308" y="319633"/>
                </a:lnTo>
                <a:lnTo>
                  <a:pt x="709714" y="333476"/>
                </a:lnTo>
                <a:lnTo>
                  <a:pt x="698398" y="341871"/>
                </a:lnTo>
                <a:lnTo>
                  <a:pt x="683234" y="344716"/>
                </a:lnTo>
                <a:lnTo>
                  <a:pt x="669150" y="344398"/>
                </a:lnTo>
                <a:lnTo>
                  <a:pt x="654380" y="343382"/>
                </a:lnTo>
                <a:lnTo>
                  <a:pt x="638771" y="341490"/>
                </a:lnTo>
                <a:lnTo>
                  <a:pt x="622173" y="338620"/>
                </a:lnTo>
                <a:lnTo>
                  <a:pt x="624192" y="347713"/>
                </a:lnTo>
                <a:lnTo>
                  <a:pt x="625792" y="356527"/>
                </a:lnTo>
                <a:lnTo>
                  <a:pt x="628269" y="372148"/>
                </a:lnTo>
                <a:lnTo>
                  <a:pt x="642543" y="373265"/>
                </a:lnTo>
                <a:lnTo>
                  <a:pt x="657847" y="374243"/>
                </a:lnTo>
                <a:lnTo>
                  <a:pt x="674001" y="374929"/>
                </a:lnTo>
                <a:lnTo>
                  <a:pt x="690854" y="375196"/>
                </a:lnTo>
                <a:lnTo>
                  <a:pt x="716000" y="370903"/>
                </a:lnTo>
                <a:lnTo>
                  <a:pt x="745718" y="336613"/>
                </a:lnTo>
                <a:lnTo>
                  <a:pt x="751954" y="270878"/>
                </a:lnTo>
                <a:lnTo>
                  <a:pt x="753402" y="227761"/>
                </a:lnTo>
                <a:lnTo>
                  <a:pt x="754786" y="177177"/>
                </a:lnTo>
                <a:lnTo>
                  <a:pt x="757212" y="80772"/>
                </a:lnTo>
                <a:lnTo>
                  <a:pt x="757910" y="53340"/>
                </a:lnTo>
                <a:close/>
              </a:path>
              <a:path w="3907154" h="387985">
                <a:moveTo>
                  <a:pt x="858583" y="65532"/>
                </a:moveTo>
                <a:lnTo>
                  <a:pt x="840486" y="42862"/>
                </a:lnTo>
                <a:lnTo>
                  <a:pt x="831799" y="31889"/>
                </a:lnTo>
                <a:lnTo>
                  <a:pt x="823531" y="21336"/>
                </a:lnTo>
                <a:lnTo>
                  <a:pt x="800569" y="36576"/>
                </a:lnTo>
                <a:lnTo>
                  <a:pt x="809536" y="47358"/>
                </a:lnTo>
                <a:lnTo>
                  <a:pt x="818184" y="58864"/>
                </a:lnTo>
                <a:lnTo>
                  <a:pt x="826820" y="70650"/>
                </a:lnTo>
                <a:lnTo>
                  <a:pt x="835723" y="82296"/>
                </a:lnTo>
                <a:lnTo>
                  <a:pt x="858583" y="65532"/>
                </a:lnTo>
                <a:close/>
              </a:path>
              <a:path w="3907154" h="387985">
                <a:moveTo>
                  <a:pt x="971448" y="227266"/>
                </a:moveTo>
                <a:lnTo>
                  <a:pt x="940879" y="227266"/>
                </a:lnTo>
                <a:lnTo>
                  <a:pt x="940879" y="251650"/>
                </a:lnTo>
                <a:lnTo>
                  <a:pt x="933157" y="266839"/>
                </a:lnTo>
                <a:lnTo>
                  <a:pt x="923734" y="280619"/>
                </a:lnTo>
                <a:lnTo>
                  <a:pt x="912583" y="293268"/>
                </a:lnTo>
                <a:lnTo>
                  <a:pt x="899731" y="305092"/>
                </a:lnTo>
                <a:lnTo>
                  <a:pt x="886015" y="298450"/>
                </a:lnTo>
                <a:lnTo>
                  <a:pt x="858583" y="285711"/>
                </a:lnTo>
                <a:lnTo>
                  <a:pt x="844867" y="279082"/>
                </a:lnTo>
                <a:lnTo>
                  <a:pt x="849414" y="272224"/>
                </a:lnTo>
                <a:lnTo>
                  <a:pt x="853821" y="265366"/>
                </a:lnTo>
                <a:lnTo>
                  <a:pt x="857935" y="258508"/>
                </a:lnTo>
                <a:lnTo>
                  <a:pt x="861631" y="251650"/>
                </a:lnTo>
                <a:lnTo>
                  <a:pt x="940879" y="251650"/>
                </a:lnTo>
                <a:lnTo>
                  <a:pt x="940879" y="227266"/>
                </a:lnTo>
                <a:lnTo>
                  <a:pt x="876871" y="227266"/>
                </a:lnTo>
                <a:lnTo>
                  <a:pt x="886015" y="212026"/>
                </a:lnTo>
                <a:lnTo>
                  <a:pt x="889063" y="205930"/>
                </a:lnTo>
                <a:lnTo>
                  <a:pt x="861631" y="196786"/>
                </a:lnTo>
                <a:lnTo>
                  <a:pt x="857935" y="204546"/>
                </a:lnTo>
                <a:lnTo>
                  <a:pt x="853821" y="212026"/>
                </a:lnTo>
                <a:lnTo>
                  <a:pt x="844867" y="227266"/>
                </a:lnTo>
                <a:lnTo>
                  <a:pt x="786853" y="227266"/>
                </a:lnTo>
                <a:lnTo>
                  <a:pt x="786853" y="251650"/>
                </a:lnTo>
                <a:lnTo>
                  <a:pt x="831151" y="251650"/>
                </a:lnTo>
                <a:lnTo>
                  <a:pt x="825411" y="260794"/>
                </a:lnTo>
                <a:lnTo>
                  <a:pt x="819531" y="269938"/>
                </a:lnTo>
                <a:lnTo>
                  <a:pt x="813358" y="279082"/>
                </a:lnTo>
                <a:lnTo>
                  <a:pt x="806767" y="288226"/>
                </a:lnTo>
                <a:lnTo>
                  <a:pt x="842200" y="305841"/>
                </a:lnTo>
                <a:lnTo>
                  <a:pt x="859053" y="314464"/>
                </a:lnTo>
                <a:lnTo>
                  <a:pt x="875347" y="323380"/>
                </a:lnTo>
                <a:lnTo>
                  <a:pt x="855014" y="334213"/>
                </a:lnTo>
                <a:lnTo>
                  <a:pt x="832662" y="343763"/>
                </a:lnTo>
                <a:lnTo>
                  <a:pt x="808012" y="351878"/>
                </a:lnTo>
                <a:lnTo>
                  <a:pt x="780757" y="358432"/>
                </a:lnTo>
                <a:lnTo>
                  <a:pt x="784186" y="366141"/>
                </a:lnTo>
                <a:lnTo>
                  <a:pt x="787615" y="373291"/>
                </a:lnTo>
                <a:lnTo>
                  <a:pt x="791044" y="379857"/>
                </a:lnTo>
                <a:lnTo>
                  <a:pt x="794473" y="385864"/>
                </a:lnTo>
                <a:lnTo>
                  <a:pt x="826223" y="375881"/>
                </a:lnTo>
                <a:lnTo>
                  <a:pt x="854951" y="364337"/>
                </a:lnTo>
                <a:lnTo>
                  <a:pt x="880516" y="351358"/>
                </a:lnTo>
                <a:lnTo>
                  <a:pt x="902779" y="337096"/>
                </a:lnTo>
                <a:lnTo>
                  <a:pt x="916000" y="343928"/>
                </a:lnTo>
                <a:lnTo>
                  <a:pt x="928509" y="350621"/>
                </a:lnTo>
                <a:lnTo>
                  <a:pt x="940752" y="357022"/>
                </a:lnTo>
                <a:lnTo>
                  <a:pt x="953160" y="363004"/>
                </a:lnTo>
                <a:lnTo>
                  <a:pt x="969924" y="337096"/>
                </a:lnTo>
                <a:lnTo>
                  <a:pt x="958799" y="332308"/>
                </a:lnTo>
                <a:lnTo>
                  <a:pt x="947978" y="327190"/>
                </a:lnTo>
                <a:lnTo>
                  <a:pt x="937488" y="322084"/>
                </a:lnTo>
                <a:lnTo>
                  <a:pt x="927163" y="317284"/>
                </a:lnTo>
                <a:lnTo>
                  <a:pt x="938745" y="305092"/>
                </a:lnTo>
                <a:lnTo>
                  <a:pt x="940981" y="302742"/>
                </a:lnTo>
                <a:lnTo>
                  <a:pt x="952779" y="286753"/>
                </a:lnTo>
                <a:lnTo>
                  <a:pt x="962837" y="269621"/>
                </a:lnTo>
                <a:lnTo>
                  <a:pt x="971448" y="251650"/>
                </a:lnTo>
                <a:lnTo>
                  <a:pt x="971448" y="227266"/>
                </a:lnTo>
                <a:close/>
              </a:path>
              <a:path w="3907154" h="387985">
                <a:moveTo>
                  <a:pt x="980592" y="94589"/>
                </a:moveTo>
                <a:lnTo>
                  <a:pt x="907351" y="94589"/>
                </a:lnTo>
                <a:lnTo>
                  <a:pt x="907351" y="9144"/>
                </a:lnTo>
                <a:lnTo>
                  <a:pt x="879919" y="9144"/>
                </a:lnTo>
                <a:lnTo>
                  <a:pt x="879919" y="94589"/>
                </a:lnTo>
                <a:lnTo>
                  <a:pt x="791425" y="94589"/>
                </a:lnTo>
                <a:lnTo>
                  <a:pt x="791425" y="120497"/>
                </a:lnTo>
                <a:lnTo>
                  <a:pt x="870775" y="120497"/>
                </a:lnTo>
                <a:lnTo>
                  <a:pt x="849896" y="138214"/>
                </a:lnTo>
                <a:lnTo>
                  <a:pt x="828281" y="154787"/>
                </a:lnTo>
                <a:lnTo>
                  <a:pt x="805802" y="170218"/>
                </a:lnTo>
                <a:lnTo>
                  <a:pt x="782281" y="184505"/>
                </a:lnTo>
                <a:lnTo>
                  <a:pt x="786599" y="190271"/>
                </a:lnTo>
                <a:lnTo>
                  <a:pt x="790473" y="196011"/>
                </a:lnTo>
                <a:lnTo>
                  <a:pt x="794080" y="201739"/>
                </a:lnTo>
                <a:lnTo>
                  <a:pt x="797521" y="207454"/>
                </a:lnTo>
                <a:lnTo>
                  <a:pt x="820508" y="193154"/>
                </a:lnTo>
                <a:lnTo>
                  <a:pt x="841616" y="177685"/>
                </a:lnTo>
                <a:lnTo>
                  <a:pt x="861275" y="161086"/>
                </a:lnTo>
                <a:lnTo>
                  <a:pt x="879919" y="143357"/>
                </a:lnTo>
                <a:lnTo>
                  <a:pt x="879919" y="196786"/>
                </a:lnTo>
                <a:lnTo>
                  <a:pt x="907351" y="196786"/>
                </a:lnTo>
                <a:lnTo>
                  <a:pt x="907351" y="152501"/>
                </a:lnTo>
                <a:lnTo>
                  <a:pt x="922769" y="164782"/>
                </a:lnTo>
                <a:lnTo>
                  <a:pt x="936929" y="176504"/>
                </a:lnTo>
                <a:lnTo>
                  <a:pt x="949655" y="187680"/>
                </a:lnTo>
                <a:lnTo>
                  <a:pt x="960780" y="198310"/>
                </a:lnTo>
                <a:lnTo>
                  <a:pt x="979068" y="176885"/>
                </a:lnTo>
                <a:lnTo>
                  <a:pt x="948080" y="152501"/>
                </a:lnTo>
                <a:lnTo>
                  <a:pt x="919543" y="131165"/>
                </a:lnTo>
                <a:lnTo>
                  <a:pt x="907351" y="143357"/>
                </a:lnTo>
                <a:lnTo>
                  <a:pt x="907351" y="120497"/>
                </a:lnTo>
                <a:lnTo>
                  <a:pt x="980592" y="120497"/>
                </a:lnTo>
                <a:lnTo>
                  <a:pt x="980592" y="94589"/>
                </a:lnTo>
                <a:close/>
              </a:path>
              <a:path w="3907154" h="387985">
                <a:moveTo>
                  <a:pt x="988212" y="35052"/>
                </a:moveTo>
                <a:lnTo>
                  <a:pt x="963828" y="18288"/>
                </a:lnTo>
                <a:lnTo>
                  <a:pt x="954417" y="31737"/>
                </a:lnTo>
                <a:lnTo>
                  <a:pt x="944549" y="44767"/>
                </a:lnTo>
                <a:lnTo>
                  <a:pt x="934389" y="57505"/>
                </a:lnTo>
                <a:lnTo>
                  <a:pt x="924115" y="70104"/>
                </a:lnTo>
                <a:lnTo>
                  <a:pt x="930452" y="73774"/>
                </a:lnTo>
                <a:lnTo>
                  <a:pt x="935939" y="77736"/>
                </a:lnTo>
                <a:lnTo>
                  <a:pt x="940866" y="81711"/>
                </a:lnTo>
                <a:lnTo>
                  <a:pt x="945540" y="85445"/>
                </a:lnTo>
                <a:lnTo>
                  <a:pt x="955763" y="73774"/>
                </a:lnTo>
                <a:lnTo>
                  <a:pt x="966304" y="61353"/>
                </a:lnTo>
                <a:lnTo>
                  <a:pt x="988212" y="35052"/>
                </a:lnTo>
                <a:close/>
              </a:path>
              <a:path w="3907154" h="387985">
                <a:moveTo>
                  <a:pt x="1168146" y="353860"/>
                </a:moveTo>
                <a:lnTo>
                  <a:pt x="1124521" y="322795"/>
                </a:lnTo>
                <a:lnTo>
                  <a:pt x="1088898" y="283654"/>
                </a:lnTo>
                <a:lnTo>
                  <a:pt x="1103998" y="254698"/>
                </a:lnTo>
                <a:lnTo>
                  <a:pt x="1107236" y="248488"/>
                </a:lnTo>
                <a:lnTo>
                  <a:pt x="1121283" y="207022"/>
                </a:lnTo>
                <a:lnTo>
                  <a:pt x="1131328" y="159270"/>
                </a:lnTo>
                <a:lnTo>
                  <a:pt x="1137666" y="105257"/>
                </a:lnTo>
                <a:lnTo>
                  <a:pt x="1162050" y="105257"/>
                </a:lnTo>
                <a:lnTo>
                  <a:pt x="1162050" y="79248"/>
                </a:lnTo>
                <a:lnTo>
                  <a:pt x="1107186" y="79248"/>
                </a:lnTo>
                <a:lnTo>
                  <a:pt x="1107186" y="105257"/>
                </a:lnTo>
                <a:lnTo>
                  <a:pt x="1102321" y="149606"/>
                </a:lnTo>
                <a:lnTo>
                  <a:pt x="1094600" y="189115"/>
                </a:lnTo>
                <a:lnTo>
                  <a:pt x="1083995" y="224066"/>
                </a:lnTo>
                <a:lnTo>
                  <a:pt x="1070521" y="254698"/>
                </a:lnTo>
                <a:lnTo>
                  <a:pt x="1056208" y="223799"/>
                </a:lnTo>
                <a:lnTo>
                  <a:pt x="1045184" y="190449"/>
                </a:lnTo>
                <a:lnTo>
                  <a:pt x="1038517" y="160121"/>
                </a:lnTo>
                <a:lnTo>
                  <a:pt x="1037297" y="154533"/>
                </a:lnTo>
                <a:lnTo>
                  <a:pt x="1032408" y="115925"/>
                </a:lnTo>
                <a:lnTo>
                  <a:pt x="1035469" y="109829"/>
                </a:lnTo>
                <a:lnTo>
                  <a:pt x="1035469" y="105257"/>
                </a:lnTo>
                <a:lnTo>
                  <a:pt x="1107186" y="105257"/>
                </a:lnTo>
                <a:lnTo>
                  <a:pt x="1107186" y="79248"/>
                </a:lnTo>
                <a:lnTo>
                  <a:pt x="1044613" y="79248"/>
                </a:lnTo>
                <a:lnTo>
                  <a:pt x="1050061" y="62966"/>
                </a:lnTo>
                <a:lnTo>
                  <a:pt x="1055090" y="46101"/>
                </a:lnTo>
                <a:lnTo>
                  <a:pt x="1059827" y="28676"/>
                </a:lnTo>
                <a:lnTo>
                  <a:pt x="1064425" y="10668"/>
                </a:lnTo>
                <a:lnTo>
                  <a:pt x="1033945" y="6096"/>
                </a:lnTo>
                <a:lnTo>
                  <a:pt x="1024216" y="50114"/>
                </a:lnTo>
                <a:lnTo>
                  <a:pt x="1011072" y="90728"/>
                </a:lnTo>
                <a:lnTo>
                  <a:pt x="994498" y="127901"/>
                </a:lnTo>
                <a:lnTo>
                  <a:pt x="974496" y="161645"/>
                </a:lnTo>
                <a:lnTo>
                  <a:pt x="979932" y="168236"/>
                </a:lnTo>
                <a:lnTo>
                  <a:pt x="984783" y="174409"/>
                </a:lnTo>
                <a:lnTo>
                  <a:pt x="989076" y="180289"/>
                </a:lnTo>
                <a:lnTo>
                  <a:pt x="992784" y="186029"/>
                </a:lnTo>
                <a:lnTo>
                  <a:pt x="997343" y="180047"/>
                </a:lnTo>
                <a:lnTo>
                  <a:pt x="1001737" y="173647"/>
                </a:lnTo>
                <a:lnTo>
                  <a:pt x="1005865" y="166954"/>
                </a:lnTo>
                <a:lnTo>
                  <a:pt x="1009548" y="160121"/>
                </a:lnTo>
                <a:lnTo>
                  <a:pt x="1016406" y="193598"/>
                </a:lnTo>
                <a:lnTo>
                  <a:pt x="1025550" y="225348"/>
                </a:lnTo>
                <a:lnTo>
                  <a:pt x="1036993" y="255358"/>
                </a:lnTo>
                <a:lnTo>
                  <a:pt x="1050709" y="283654"/>
                </a:lnTo>
                <a:lnTo>
                  <a:pt x="1033272" y="305092"/>
                </a:lnTo>
                <a:lnTo>
                  <a:pt x="1012977" y="325653"/>
                </a:lnTo>
                <a:lnTo>
                  <a:pt x="989838" y="345046"/>
                </a:lnTo>
                <a:lnTo>
                  <a:pt x="963828" y="363004"/>
                </a:lnTo>
                <a:lnTo>
                  <a:pt x="970292" y="369481"/>
                </a:lnTo>
                <a:lnTo>
                  <a:pt x="976401" y="375767"/>
                </a:lnTo>
                <a:lnTo>
                  <a:pt x="981837" y="381647"/>
                </a:lnTo>
                <a:lnTo>
                  <a:pt x="986688" y="387388"/>
                </a:lnTo>
                <a:lnTo>
                  <a:pt x="1009840" y="370547"/>
                </a:lnTo>
                <a:lnTo>
                  <a:pt x="1031265" y="352145"/>
                </a:lnTo>
                <a:lnTo>
                  <a:pt x="1050988" y="332308"/>
                </a:lnTo>
                <a:lnTo>
                  <a:pt x="1068997" y="311188"/>
                </a:lnTo>
                <a:lnTo>
                  <a:pt x="1085900" y="331800"/>
                </a:lnTo>
                <a:lnTo>
                  <a:pt x="1104506" y="350431"/>
                </a:lnTo>
                <a:lnTo>
                  <a:pt x="1124800" y="367334"/>
                </a:lnTo>
                <a:lnTo>
                  <a:pt x="1146810" y="382816"/>
                </a:lnTo>
                <a:lnTo>
                  <a:pt x="1151648" y="376567"/>
                </a:lnTo>
                <a:lnTo>
                  <a:pt x="1156817" y="369595"/>
                </a:lnTo>
                <a:lnTo>
                  <a:pt x="1162456" y="361810"/>
                </a:lnTo>
                <a:lnTo>
                  <a:pt x="1168146" y="353860"/>
                </a:lnTo>
                <a:close/>
              </a:path>
              <a:path w="3907154" h="387985">
                <a:moveTo>
                  <a:pt x="1299298" y="80772"/>
                </a:moveTo>
                <a:lnTo>
                  <a:pt x="1256626" y="80772"/>
                </a:lnTo>
                <a:lnTo>
                  <a:pt x="1256626" y="7620"/>
                </a:lnTo>
                <a:lnTo>
                  <a:pt x="1229194" y="7620"/>
                </a:lnTo>
                <a:lnTo>
                  <a:pt x="1229194" y="80772"/>
                </a:lnTo>
                <a:lnTo>
                  <a:pt x="1180338" y="80772"/>
                </a:lnTo>
                <a:lnTo>
                  <a:pt x="1180338" y="108292"/>
                </a:lnTo>
                <a:lnTo>
                  <a:pt x="1229194" y="108292"/>
                </a:lnTo>
                <a:lnTo>
                  <a:pt x="1229194" y="195262"/>
                </a:lnTo>
                <a:lnTo>
                  <a:pt x="1216317" y="198932"/>
                </a:lnTo>
                <a:lnTo>
                  <a:pt x="1189456" y="206832"/>
                </a:lnTo>
                <a:lnTo>
                  <a:pt x="1175766" y="210502"/>
                </a:lnTo>
                <a:lnTo>
                  <a:pt x="1180338" y="242506"/>
                </a:lnTo>
                <a:lnTo>
                  <a:pt x="1191818" y="238810"/>
                </a:lnTo>
                <a:lnTo>
                  <a:pt x="1215948" y="230289"/>
                </a:lnTo>
                <a:lnTo>
                  <a:pt x="1229194" y="225742"/>
                </a:lnTo>
                <a:lnTo>
                  <a:pt x="1229194" y="327952"/>
                </a:lnTo>
                <a:lnTo>
                  <a:pt x="1228051" y="335953"/>
                </a:lnTo>
                <a:lnTo>
                  <a:pt x="1224622" y="341668"/>
                </a:lnTo>
                <a:lnTo>
                  <a:pt x="1218869" y="345097"/>
                </a:lnTo>
                <a:lnTo>
                  <a:pt x="1210970" y="346227"/>
                </a:lnTo>
                <a:lnTo>
                  <a:pt x="1205382" y="346214"/>
                </a:lnTo>
                <a:lnTo>
                  <a:pt x="1198245" y="346049"/>
                </a:lnTo>
                <a:lnTo>
                  <a:pt x="1189380" y="345592"/>
                </a:lnTo>
                <a:lnTo>
                  <a:pt x="1178814" y="344716"/>
                </a:lnTo>
                <a:lnTo>
                  <a:pt x="1180807" y="352717"/>
                </a:lnTo>
                <a:lnTo>
                  <a:pt x="1182243" y="360718"/>
                </a:lnTo>
                <a:lnTo>
                  <a:pt x="1183093" y="368719"/>
                </a:lnTo>
                <a:lnTo>
                  <a:pt x="1183386" y="376720"/>
                </a:lnTo>
                <a:lnTo>
                  <a:pt x="1218438" y="376720"/>
                </a:lnTo>
                <a:lnTo>
                  <a:pt x="1235379" y="373875"/>
                </a:lnTo>
                <a:lnTo>
                  <a:pt x="1247292" y="365480"/>
                </a:lnTo>
                <a:lnTo>
                  <a:pt x="1254328" y="351637"/>
                </a:lnTo>
                <a:lnTo>
                  <a:pt x="1254975" y="346240"/>
                </a:lnTo>
                <a:lnTo>
                  <a:pt x="1256626" y="332524"/>
                </a:lnTo>
                <a:lnTo>
                  <a:pt x="1256626" y="225742"/>
                </a:lnTo>
                <a:lnTo>
                  <a:pt x="1256626" y="216598"/>
                </a:lnTo>
                <a:lnTo>
                  <a:pt x="1266012" y="214045"/>
                </a:lnTo>
                <a:lnTo>
                  <a:pt x="1275676" y="211074"/>
                </a:lnTo>
                <a:lnTo>
                  <a:pt x="1285354" y="207810"/>
                </a:lnTo>
                <a:lnTo>
                  <a:pt x="1294726" y="204406"/>
                </a:lnTo>
                <a:lnTo>
                  <a:pt x="1293850" y="198158"/>
                </a:lnTo>
                <a:lnTo>
                  <a:pt x="1293393" y="191020"/>
                </a:lnTo>
                <a:lnTo>
                  <a:pt x="1293291" y="186016"/>
                </a:lnTo>
                <a:lnTo>
                  <a:pt x="1293202" y="175348"/>
                </a:lnTo>
                <a:lnTo>
                  <a:pt x="1284058" y="177876"/>
                </a:lnTo>
                <a:lnTo>
                  <a:pt x="1265770" y="183502"/>
                </a:lnTo>
                <a:lnTo>
                  <a:pt x="1256626" y="186016"/>
                </a:lnTo>
                <a:lnTo>
                  <a:pt x="1256626" y="108292"/>
                </a:lnTo>
                <a:lnTo>
                  <a:pt x="1299298" y="108292"/>
                </a:lnTo>
                <a:lnTo>
                  <a:pt x="1299298" y="80772"/>
                </a:lnTo>
                <a:close/>
              </a:path>
              <a:path w="3907154" h="387985">
                <a:moveTo>
                  <a:pt x="1554010" y="173824"/>
                </a:moveTo>
                <a:lnTo>
                  <a:pt x="1453324" y="173824"/>
                </a:lnTo>
                <a:lnTo>
                  <a:pt x="1453324" y="134200"/>
                </a:lnTo>
                <a:lnTo>
                  <a:pt x="1425892" y="134200"/>
                </a:lnTo>
                <a:lnTo>
                  <a:pt x="1425892" y="173824"/>
                </a:lnTo>
                <a:lnTo>
                  <a:pt x="1337398" y="173824"/>
                </a:lnTo>
                <a:lnTo>
                  <a:pt x="1337398" y="126580"/>
                </a:lnTo>
                <a:lnTo>
                  <a:pt x="1508290" y="126580"/>
                </a:lnTo>
                <a:lnTo>
                  <a:pt x="1508290" y="138772"/>
                </a:lnTo>
                <a:lnTo>
                  <a:pt x="1535722" y="138772"/>
                </a:lnTo>
                <a:lnTo>
                  <a:pt x="1535722" y="126580"/>
                </a:lnTo>
                <a:lnTo>
                  <a:pt x="1535722" y="102196"/>
                </a:lnTo>
                <a:lnTo>
                  <a:pt x="1535722" y="53340"/>
                </a:lnTo>
                <a:lnTo>
                  <a:pt x="1535722" y="27432"/>
                </a:lnTo>
                <a:lnTo>
                  <a:pt x="1508290" y="27432"/>
                </a:lnTo>
                <a:lnTo>
                  <a:pt x="1508290" y="53340"/>
                </a:lnTo>
                <a:lnTo>
                  <a:pt x="1508290" y="102196"/>
                </a:lnTo>
                <a:lnTo>
                  <a:pt x="1337398" y="102196"/>
                </a:lnTo>
                <a:lnTo>
                  <a:pt x="1337398" y="53340"/>
                </a:lnTo>
                <a:lnTo>
                  <a:pt x="1508290" y="53340"/>
                </a:lnTo>
                <a:lnTo>
                  <a:pt x="1508290" y="27432"/>
                </a:lnTo>
                <a:lnTo>
                  <a:pt x="1309966" y="27432"/>
                </a:lnTo>
                <a:lnTo>
                  <a:pt x="1309916" y="177876"/>
                </a:lnTo>
                <a:lnTo>
                  <a:pt x="1306880" y="233794"/>
                </a:lnTo>
                <a:lnTo>
                  <a:pt x="1297774" y="283121"/>
                </a:lnTo>
                <a:lnTo>
                  <a:pt x="1282966" y="324713"/>
                </a:lnTo>
                <a:lnTo>
                  <a:pt x="1262722" y="358432"/>
                </a:lnTo>
                <a:lnTo>
                  <a:pt x="1268183" y="364147"/>
                </a:lnTo>
                <a:lnTo>
                  <a:pt x="1273200" y="369862"/>
                </a:lnTo>
                <a:lnTo>
                  <a:pt x="1277950" y="375577"/>
                </a:lnTo>
                <a:lnTo>
                  <a:pt x="1282534" y="381292"/>
                </a:lnTo>
                <a:lnTo>
                  <a:pt x="1304848" y="346049"/>
                </a:lnTo>
                <a:lnTo>
                  <a:pt x="1321396" y="304279"/>
                </a:lnTo>
                <a:lnTo>
                  <a:pt x="1332255" y="255612"/>
                </a:lnTo>
                <a:lnTo>
                  <a:pt x="1337398" y="199834"/>
                </a:lnTo>
                <a:lnTo>
                  <a:pt x="1425892" y="199834"/>
                </a:lnTo>
                <a:lnTo>
                  <a:pt x="1425892" y="248602"/>
                </a:lnTo>
                <a:lnTo>
                  <a:pt x="1346555" y="248602"/>
                </a:lnTo>
                <a:lnTo>
                  <a:pt x="1346555" y="378244"/>
                </a:lnTo>
                <a:lnTo>
                  <a:pt x="1375600" y="378244"/>
                </a:lnTo>
                <a:lnTo>
                  <a:pt x="1375600" y="355384"/>
                </a:lnTo>
                <a:lnTo>
                  <a:pt x="1505242" y="355384"/>
                </a:lnTo>
                <a:lnTo>
                  <a:pt x="1505242" y="378244"/>
                </a:lnTo>
                <a:lnTo>
                  <a:pt x="1532674" y="378244"/>
                </a:lnTo>
                <a:lnTo>
                  <a:pt x="1532674" y="355384"/>
                </a:lnTo>
                <a:lnTo>
                  <a:pt x="1532674" y="331000"/>
                </a:lnTo>
                <a:lnTo>
                  <a:pt x="1532674" y="274510"/>
                </a:lnTo>
                <a:lnTo>
                  <a:pt x="1532674" y="248602"/>
                </a:lnTo>
                <a:lnTo>
                  <a:pt x="1505242" y="248602"/>
                </a:lnTo>
                <a:lnTo>
                  <a:pt x="1505242" y="274510"/>
                </a:lnTo>
                <a:lnTo>
                  <a:pt x="1505242" y="331000"/>
                </a:lnTo>
                <a:lnTo>
                  <a:pt x="1375600" y="331000"/>
                </a:lnTo>
                <a:lnTo>
                  <a:pt x="1375600" y="274510"/>
                </a:lnTo>
                <a:lnTo>
                  <a:pt x="1505242" y="274510"/>
                </a:lnTo>
                <a:lnTo>
                  <a:pt x="1505242" y="248602"/>
                </a:lnTo>
                <a:lnTo>
                  <a:pt x="1453324" y="248602"/>
                </a:lnTo>
                <a:lnTo>
                  <a:pt x="1453324" y="199834"/>
                </a:lnTo>
                <a:lnTo>
                  <a:pt x="1554010" y="199834"/>
                </a:lnTo>
                <a:lnTo>
                  <a:pt x="1554010" y="173824"/>
                </a:lnTo>
                <a:close/>
              </a:path>
              <a:path w="3907154" h="387985">
                <a:moveTo>
                  <a:pt x="1942909" y="282130"/>
                </a:moveTo>
                <a:lnTo>
                  <a:pt x="1819376" y="282130"/>
                </a:lnTo>
                <a:lnTo>
                  <a:pt x="1819376" y="242506"/>
                </a:lnTo>
                <a:lnTo>
                  <a:pt x="1923097" y="242506"/>
                </a:lnTo>
                <a:lnTo>
                  <a:pt x="1923097" y="215074"/>
                </a:lnTo>
                <a:lnTo>
                  <a:pt x="1819376" y="215074"/>
                </a:lnTo>
                <a:lnTo>
                  <a:pt x="1819376" y="166204"/>
                </a:lnTo>
                <a:lnTo>
                  <a:pt x="1788896" y="166204"/>
                </a:lnTo>
                <a:lnTo>
                  <a:pt x="1788896" y="215074"/>
                </a:lnTo>
                <a:lnTo>
                  <a:pt x="1706499" y="215074"/>
                </a:lnTo>
                <a:lnTo>
                  <a:pt x="1715643" y="199910"/>
                </a:lnTo>
                <a:lnTo>
                  <a:pt x="1724787" y="184162"/>
                </a:lnTo>
                <a:lnTo>
                  <a:pt x="1733931" y="167843"/>
                </a:lnTo>
                <a:lnTo>
                  <a:pt x="1743075" y="150964"/>
                </a:lnTo>
                <a:lnTo>
                  <a:pt x="1923097" y="150964"/>
                </a:lnTo>
                <a:lnTo>
                  <a:pt x="1923097" y="123532"/>
                </a:lnTo>
                <a:lnTo>
                  <a:pt x="1756791" y="123532"/>
                </a:lnTo>
                <a:lnTo>
                  <a:pt x="1760461" y="115519"/>
                </a:lnTo>
                <a:lnTo>
                  <a:pt x="1764411" y="107340"/>
                </a:lnTo>
                <a:lnTo>
                  <a:pt x="1768360" y="98894"/>
                </a:lnTo>
                <a:lnTo>
                  <a:pt x="1772031" y="90004"/>
                </a:lnTo>
                <a:lnTo>
                  <a:pt x="1740027" y="82296"/>
                </a:lnTo>
                <a:lnTo>
                  <a:pt x="1736318" y="92849"/>
                </a:lnTo>
                <a:lnTo>
                  <a:pt x="1732026" y="103530"/>
                </a:lnTo>
                <a:lnTo>
                  <a:pt x="1727174" y="113893"/>
                </a:lnTo>
                <a:lnTo>
                  <a:pt x="1721739" y="123532"/>
                </a:lnTo>
                <a:lnTo>
                  <a:pt x="1653159" y="123532"/>
                </a:lnTo>
                <a:lnTo>
                  <a:pt x="1653159" y="150964"/>
                </a:lnTo>
                <a:lnTo>
                  <a:pt x="1709547" y="150964"/>
                </a:lnTo>
                <a:lnTo>
                  <a:pt x="1700377" y="167843"/>
                </a:lnTo>
                <a:lnTo>
                  <a:pt x="1691068" y="184162"/>
                </a:lnTo>
                <a:lnTo>
                  <a:pt x="1681467" y="199910"/>
                </a:lnTo>
                <a:lnTo>
                  <a:pt x="1671447" y="215074"/>
                </a:lnTo>
                <a:lnTo>
                  <a:pt x="1671447" y="242506"/>
                </a:lnTo>
                <a:lnTo>
                  <a:pt x="1788896" y="242506"/>
                </a:lnTo>
                <a:lnTo>
                  <a:pt x="1788896" y="282130"/>
                </a:lnTo>
                <a:lnTo>
                  <a:pt x="1644015" y="282130"/>
                </a:lnTo>
                <a:lnTo>
                  <a:pt x="1644015" y="311188"/>
                </a:lnTo>
                <a:lnTo>
                  <a:pt x="1788896" y="311188"/>
                </a:lnTo>
                <a:lnTo>
                  <a:pt x="1788896" y="381292"/>
                </a:lnTo>
                <a:lnTo>
                  <a:pt x="1819376" y="381292"/>
                </a:lnTo>
                <a:lnTo>
                  <a:pt x="1819376" y="311188"/>
                </a:lnTo>
                <a:lnTo>
                  <a:pt x="1942909" y="311188"/>
                </a:lnTo>
                <a:lnTo>
                  <a:pt x="1942909" y="282130"/>
                </a:lnTo>
                <a:close/>
              </a:path>
              <a:path w="3907154" h="387985">
                <a:moveTo>
                  <a:pt x="1942909" y="50292"/>
                </a:moveTo>
                <a:lnTo>
                  <a:pt x="1785848" y="50292"/>
                </a:lnTo>
                <a:lnTo>
                  <a:pt x="1801088" y="38100"/>
                </a:lnTo>
                <a:lnTo>
                  <a:pt x="1793062" y="28079"/>
                </a:lnTo>
                <a:lnTo>
                  <a:pt x="1784883" y="18478"/>
                </a:lnTo>
                <a:lnTo>
                  <a:pt x="1776399" y="9169"/>
                </a:lnTo>
                <a:lnTo>
                  <a:pt x="1767459" y="0"/>
                </a:lnTo>
                <a:lnTo>
                  <a:pt x="1744599" y="16764"/>
                </a:lnTo>
                <a:lnTo>
                  <a:pt x="1751431" y="25006"/>
                </a:lnTo>
                <a:lnTo>
                  <a:pt x="1758124" y="33528"/>
                </a:lnTo>
                <a:lnTo>
                  <a:pt x="1764525" y="42049"/>
                </a:lnTo>
                <a:lnTo>
                  <a:pt x="1770507" y="50292"/>
                </a:lnTo>
                <a:lnTo>
                  <a:pt x="1604289" y="50292"/>
                </a:lnTo>
                <a:lnTo>
                  <a:pt x="1604289" y="192214"/>
                </a:lnTo>
                <a:lnTo>
                  <a:pt x="1602574" y="244551"/>
                </a:lnTo>
                <a:lnTo>
                  <a:pt x="1595145" y="289610"/>
                </a:lnTo>
                <a:lnTo>
                  <a:pt x="1582000" y="327520"/>
                </a:lnTo>
                <a:lnTo>
                  <a:pt x="1563141" y="358432"/>
                </a:lnTo>
                <a:lnTo>
                  <a:pt x="1569504" y="365264"/>
                </a:lnTo>
                <a:lnTo>
                  <a:pt x="1580502" y="378358"/>
                </a:lnTo>
                <a:lnTo>
                  <a:pt x="1586001" y="384340"/>
                </a:lnTo>
                <a:lnTo>
                  <a:pt x="1607985" y="347141"/>
                </a:lnTo>
                <a:lnTo>
                  <a:pt x="1623529" y="301790"/>
                </a:lnTo>
                <a:lnTo>
                  <a:pt x="1632508" y="248119"/>
                </a:lnTo>
                <a:lnTo>
                  <a:pt x="1634769" y="186016"/>
                </a:lnTo>
                <a:lnTo>
                  <a:pt x="1634769" y="77724"/>
                </a:lnTo>
                <a:lnTo>
                  <a:pt x="1942909" y="77724"/>
                </a:lnTo>
                <a:lnTo>
                  <a:pt x="1942909" y="50292"/>
                </a:lnTo>
                <a:close/>
              </a:path>
              <a:path w="3907154" h="387985">
                <a:moveTo>
                  <a:pt x="2122843" y="68580"/>
                </a:moveTo>
                <a:lnTo>
                  <a:pt x="2092363" y="68580"/>
                </a:lnTo>
                <a:lnTo>
                  <a:pt x="2092363" y="97637"/>
                </a:lnTo>
                <a:lnTo>
                  <a:pt x="2092363" y="190690"/>
                </a:lnTo>
                <a:lnTo>
                  <a:pt x="2092363" y="218122"/>
                </a:lnTo>
                <a:lnTo>
                  <a:pt x="2092363" y="314236"/>
                </a:lnTo>
                <a:lnTo>
                  <a:pt x="2005393" y="314236"/>
                </a:lnTo>
                <a:lnTo>
                  <a:pt x="2005393" y="218122"/>
                </a:lnTo>
                <a:lnTo>
                  <a:pt x="2092363" y="218122"/>
                </a:lnTo>
                <a:lnTo>
                  <a:pt x="2092363" y="190690"/>
                </a:lnTo>
                <a:lnTo>
                  <a:pt x="2005393" y="190690"/>
                </a:lnTo>
                <a:lnTo>
                  <a:pt x="2005393" y="97637"/>
                </a:lnTo>
                <a:lnTo>
                  <a:pt x="2092363" y="97637"/>
                </a:lnTo>
                <a:lnTo>
                  <a:pt x="2092363" y="68580"/>
                </a:lnTo>
                <a:lnTo>
                  <a:pt x="2046541" y="68580"/>
                </a:lnTo>
                <a:lnTo>
                  <a:pt x="2052307" y="55714"/>
                </a:lnTo>
                <a:lnTo>
                  <a:pt x="2058060" y="42291"/>
                </a:lnTo>
                <a:lnTo>
                  <a:pt x="2063775" y="28282"/>
                </a:lnTo>
                <a:lnTo>
                  <a:pt x="2069503" y="13716"/>
                </a:lnTo>
                <a:lnTo>
                  <a:pt x="2037397" y="4572"/>
                </a:lnTo>
                <a:lnTo>
                  <a:pt x="2032546" y="19710"/>
                </a:lnTo>
                <a:lnTo>
                  <a:pt x="2027110" y="35433"/>
                </a:lnTo>
                <a:lnTo>
                  <a:pt x="2021116" y="51714"/>
                </a:lnTo>
                <a:lnTo>
                  <a:pt x="2014537" y="68580"/>
                </a:lnTo>
                <a:lnTo>
                  <a:pt x="1974913" y="68580"/>
                </a:lnTo>
                <a:lnTo>
                  <a:pt x="1974913" y="375196"/>
                </a:lnTo>
                <a:lnTo>
                  <a:pt x="2005393" y="375196"/>
                </a:lnTo>
                <a:lnTo>
                  <a:pt x="2005393" y="343192"/>
                </a:lnTo>
                <a:lnTo>
                  <a:pt x="2092363" y="343192"/>
                </a:lnTo>
                <a:lnTo>
                  <a:pt x="2092363" y="372148"/>
                </a:lnTo>
                <a:lnTo>
                  <a:pt x="2122843" y="372148"/>
                </a:lnTo>
                <a:lnTo>
                  <a:pt x="2122843" y="343192"/>
                </a:lnTo>
                <a:lnTo>
                  <a:pt x="2122843" y="314236"/>
                </a:lnTo>
                <a:lnTo>
                  <a:pt x="2122843" y="218122"/>
                </a:lnTo>
                <a:lnTo>
                  <a:pt x="2122843" y="190690"/>
                </a:lnTo>
                <a:lnTo>
                  <a:pt x="2122843" y="97637"/>
                </a:lnTo>
                <a:lnTo>
                  <a:pt x="2122843" y="68580"/>
                </a:lnTo>
                <a:close/>
              </a:path>
              <a:path w="3907154" h="387985">
                <a:moveTo>
                  <a:pt x="2252472" y="242506"/>
                </a:moveTo>
                <a:lnTo>
                  <a:pt x="2238781" y="223354"/>
                </a:lnTo>
                <a:lnTo>
                  <a:pt x="2222931" y="202488"/>
                </a:lnTo>
                <a:lnTo>
                  <a:pt x="2205063" y="179882"/>
                </a:lnTo>
                <a:lnTo>
                  <a:pt x="2185327" y="155549"/>
                </a:lnTo>
                <a:lnTo>
                  <a:pt x="2162467" y="172313"/>
                </a:lnTo>
                <a:lnTo>
                  <a:pt x="2179307" y="195199"/>
                </a:lnTo>
                <a:lnTo>
                  <a:pt x="2195461" y="217919"/>
                </a:lnTo>
                <a:lnTo>
                  <a:pt x="2210765" y="240334"/>
                </a:lnTo>
                <a:lnTo>
                  <a:pt x="2225040" y="262318"/>
                </a:lnTo>
                <a:lnTo>
                  <a:pt x="2252472" y="242506"/>
                </a:lnTo>
                <a:close/>
              </a:path>
              <a:path w="3907154" h="387985">
                <a:moveTo>
                  <a:pt x="2324100" y="67056"/>
                </a:moveTo>
                <a:lnTo>
                  <a:pt x="2200656" y="67056"/>
                </a:lnTo>
                <a:lnTo>
                  <a:pt x="2206129" y="54190"/>
                </a:lnTo>
                <a:lnTo>
                  <a:pt x="2211324" y="40767"/>
                </a:lnTo>
                <a:lnTo>
                  <a:pt x="2216518" y="26758"/>
                </a:lnTo>
                <a:lnTo>
                  <a:pt x="2221992" y="12192"/>
                </a:lnTo>
                <a:lnTo>
                  <a:pt x="2188375" y="4572"/>
                </a:lnTo>
                <a:lnTo>
                  <a:pt x="2175865" y="45161"/>
                </a:lnTo>
                <a:lnTo>
                  <a:pt x="2161514" y="82346"/>
                </a:lnTo>
                <a:lnTo>
                  <a:pt x="2145715" y="116090"/>
                </a:lnTo>
                <a:lnTo>
                  <a:pt x="2128939" y="146405"/>
                </a:lnTo>
                <a:lnTo>
                  <a:pt x="2136406" y="149834"/>
                </a:lnTo>
                <a:lnTo>
                  <a:pt x="2143036" y="153263"/>
                </a:lnTo>
                <a:lnTo>
                  <a:pt x="2149081" y="156692"/>
                </a:lnTo>
                <a:lnTo>
                  <a:pt x="2154847" y="160121"/>
                </a:lnTo>
                <a:lnTo>
                  <a:pt x="2163724" y="145834"/>
                </a:lnTo>
                <a:lnTo>
                  <a:pt x="2172182" y="130403"/>
                </a:lnTo>
                <a:lnTo>
                  <a:pt x="2180348" y="113830"/>
                </a:lnTo>
                <a:lnTo>
                  <a:pt x="2188375" y="96113"/>
                </a:lnTo>
                <a:lnTo>
                  <a:pt x="2292096" y="96113"/>
                </a:lnTo>
                <a:lnTo>
                  <a:pt x="2290711" y="166738"/>
                </a:lnTo>
                <a:lnTo>
                  <a:pt x="2289048" y="225361"/>
                </a:lnTo>
                <a:lnTo>
                  <a:pt x="2287384" y="271983"/>
                </a:lnTo>
                <a:lnTo>
                  <a:pt x="2281974" y="322618"/>
                </a:lnTo>
                <a:lnTo>
                  <a:pt x="2247900" y="343192"/>
                </a:lnTo>
                <a:lnTo>
                  <a:pt x="2231593" y="342900"/>
                </a:lnTo>
                <a:lnTo>
                  <a:pt x="2214549" y="342049"/>
                </a:lnTo>
                <a:lnTo>
                  <a:pt x="2196642" y="340614"/>
                </a:lnTo>
                <a:lnTo>
                  <a:pt x="2177707" y="338620"/>
                </a:lnTo>
                <a:lnTo>
                  <a:pt x="2176183" y="338620"/>
                </a:lnTo>
                <a:lnTo>
                  <a:pt x="2178202" y="345998"/>
                </a:lnTo>
                <a:lnTo>
                  <a:pt x="2179802" y="354241"/>
                </a:lnTo>
                <a:lnTo>
                  <a:pt x="2181110" y="363042"/>
                </a:lnTo>
                <a:lnTo>
                  <a:pt x="2182279" y="372148"/>
                </a:lnTo>
                <a:lnTo>
                  <a:pt x="2218740" y="374243"/>
                </a:lnTo>
                <a:lnTo>
                  <a:pt x="2236584" y="374929"/>
                </a:lnTo>
                <a:lnTo>
                  <a:pt x="2253996" y="375196"/>
                </a:lnTo>
                <a:lnTo>
                  <a:pt x="2280259" y="371233"/>
                </a:lnTo>
                <a:lnTo>
                  <a:pt x="2309926" y="343192"/>
                </a:lnTo>
                <a:lnTo>
                  <a:pt x="2318156" y="288213"/>
                </a:lnTo>
                <a:lnTo>
                  <a:pt x="2320937" y="202488"/>
                </a:lnTo>
                <a:lnTo>
                  <a:pt x="2321953" y="160121"/>
                </a:lnTo>
                <a:lnTo>
                  <a:pt x="2323439" y="96113"/>
                </a:lnTo>
                <a:lnTo>
                  <a:pt x="2324100" y="67056"/>
                </a:lnTo>
                <a:close/>
              </a:path>
              <a:path w="3907154" h="387985">
                <a:moveTo>
                  <a:pt x="2731300" y="288226"/>
                </a:moveTo>
                <a:lnTo>
                  <a:pt x="2702534" y="276034"/>
                </a:lnTo>
                <a:lnTo>
                  <a:pt x="2701569" y="275628"/>
                </a:lnTo>
                <a:lnTo>
                  <a:pt x="2696756" y="272986"/>
                </a:lnTo>
                <a:lnTo>
                  <a:pt x="2674137" y="260604"/>
                </a:lnTo>
                <a:lnTo>
                  <a:pt x="2648991" y="243001"/>
                </a:lnTo>
                <a:lnTo>
                  <a:pt x="2642895" y="237591"/>
                </a:lnTo>
                <a:lnTo>
                  <a:pt x="2642895" y="272986"/>
                </a:lnTo>
                <a:lnTo>
                  <a:pt x="2555938" y="272986"/>
                </a:lnTo>
                <a:lnTo>
                  <a:pt x="2555938" y="234886"/>
                </a:lnTo>
                <a:lnTo>
                  <a:pt x="2526982" y="234886"/>
                </a:lnTo>
                <a:lnTo>
                  <a:pt x="2526982" y="272986"/>
                </a:lnTo>
                <a:lnTo>
                  <a:pt x="2438489" y="272986"/>
                </a:lnTo>
                <a:lnTo>
                  <a:pt x="2451062" y="261264"/>
                </a:lnTo>
                <a:lnTo>
                  <a:pt x="2463495" y="248983"/>
                </a:lnTo>
                <a:lnTo>
                  <a:pt x="2475649" y="236118"/>
                </a:lnTo>
                <a:lnTo>
                  <a:pt x="2487358" y="222694"/>
                </a:lnTo>
                <a:lnTo>
                  <a:pt x="2592514" y="222694"/>
                </a:lnTo>
                <a:lnTo>
                  <a:pt x="2604287" y="236118"/>
                </a:lnTo>
                <a:lnTo>
                  <a:pt x="2616606" y="248983"/>
                </a:lnTo>
                <a:lnTo>
                  <a:pt x="2629471" y="261264"/>
                </a:lnTo>
                <a:lnTo>
                  <a:pt x="2642895" y="272986"/>
                </a:lnTo>
                <a:lnTo>
                  <a:pt x="2642895" y="237591"/>
                </a:lnTo>
                <a:lnTo>
                  <a:pt x="2626131" y="222694"/>
                </a:lnTo>
                <a:lnTo>
                  <a:pt x="2726715" y="222694"/>
                </a:lnTo>
                <a:lnTo>
                  <a:pt x="2726715" y="198310"/>
                </a:lnTo>
                <a:lnTo>
                  <a:pt x="2652039" y="198310"/>
                </a:lnTo>
                <a:lnTo>
                  <a:pt x="2652039" y="170776"/>
                </a:lnTo>
                <a:lnTo>
                  <a:pt x="2652039" y="147916"/>
                </a:lnTo>
                <a:lnTo>
                  <a:pt x="2652039" y="120484"/>
                </a:lnTo>
                <a:lnTo>
                  <a:pt x="2652039" y="97624"/>
                </a:lnTo>
                <a:lnTo>
                  <a:pt x="2652039" y="70104"/>
                </a:lnTo>
                <a:lnTo>
                  <a:pt x="2716047" y="70104"/>
                </a:lnTo>
                <a:lnTo>
                  <a:pt x="2716047" y="45720"/>
                </a:lnTo>
                <a:lnTo>
                  <a:pt x="2652039" y="45720"/>
                </a:lnTo>
                <a:lnTo>
                  <a:pt x="2652039" y="4572"/>
                </a:lnTo>
                <a:lnTo>
                  <a:pt x="2623083" y="4572"/>
                </a:lnTo>
                <a:lnTo>
                  <a:pt x="2623083" y="45720"/>
                </a:lnTo>
                <a:lnTo>
                  <a:pt x="2623083" y="70104"/>
                </a:lnTo>
                <a:lnTo>
                  <a:pt x="2623083" y="198310"/>
                </a:lnTo>
                <a:lnTo>
                  <a:pt x="2459825" y="198310"/>
                </a:lnTo>
                <a:lnTo>
                  <a:pt x="2459825" y="170776"/>
                </a:lnTo>
                <a:lnTo>
                  <a:pt x="2623083" y="170776"/>
                </a:lnTo>
                <a:lnTo>
                  <a:pt x="2623083" y="147916"/>
                </a:lnTo>
                <a:lnTo>
                  <a:pt x="2459825" y="147916"/>
                </a:lnTo>
                <a:lnTo>
                  <a:pt x="2459825" y="120484"/>
                </a:lnTo>
                <a:lnTo>
                  <a:pt x="2623083" y="120484"/>
                </a:lnTo>
                <a:lnTo>
                  <a:pt x="2623083" y="97624"/>
                </a:lnTo>
                <a:lnTo>
                  <a:pt x="2459825" y="97624"/>
                </a:lnTo>
                <a:lnTo>
                  <a:pt x="2459825" y="70104"/>
                </a:lnTo>
                <a:lnTo>
                  <a:pt x="2623083" y="70104"/>
                </a:lnTo>
                <a:lnTo>
                  <a:pt x="2623083" y="45720"/>
                </a:lnTo>
                <a:lnTo>
                  <a:pt x="2459825" y="45720"/>
                </a:lnTo>
                <a:lnTo>
                  <a:pt x="2459825" y="4572"/>
                </a:lnTo>
                <a:lnTo>
                  <a:pt x="2430869" y="4572"/>
                </a:lnTo>
                <a:lnTo>
                  <a:pt x="2430869" y="45720"/>
                </a:lnTo>
                <a:lnTo>
                  <a:pt x="2366861" y="45720"/>
                </a:lnTo>
                <a:lnTo>
                  <a:pt x="2366861" y="70104"/>
                </a:lnTo>
                <a:lnTo>
                  <a:pt x="2430869" y="70104"/>
                </a:lnTo>
                <a:lnTo>
                  <a:pt x="2430869" y="198310"/>
                </a:lnTo>
                <a:lnTo>
                  <a:pt x="2354669" y="198310"/>
                </a:lnTo>
                <a:lnTo>
                  <a:pt x="2354669" y="222694"/>
                </a:lnTo>
                <a:lnTo>
                  <a:pt x="2452205" y="222694"/>
                </a:lnTo>
                <a:lnTo>
                  <a:pt x="2429611" y="244195"/>
                </a:lnTo>
                <a:lnTo>
                  <a:pt x="2405151" y="263283"/>
                </a:lnTo>
                <a:lnTo>
                  <a:pt x="2378697" y="280390"/>
                </a:lnTo>
                <a:lnTo>
                  <a:pt x="2350097" y="295948"/>
                </a:lnTo>
                <a:lnTo>
                  <a:pt x="2356434" y="302539"/>
                </a:lnTo>
                <a:lnTo>
                  <a:pt x="2361908" y="308711"/>
                </a:lnTo>
                <a:lnTo>
                  <a:pt x="2366822" y="314591"/>
                </a:lnTo>
                <a:lnTo>
                  <a:pt x="2371433" y="320332"/>
                </a:lnTo>
                <a:lnTo>
                  <a:pt x="2387422" y="310629"/>
                </a:lnTo>
                <a:lnTo>
                  <a:pt x="2403246" y="299935"/>
                </a:lnTo>
                <a:lnTo>
                  <a:pt x="2418804" y="288353"/>
                </a:lnTo>
                <a:lnTo>
                  <a:pt x="2433917" y="276034"/>
                </a:lnTo>
                <a:lnTo>
                  <a:pt x="2433917" y="295948"/>
                </a:lnTo>
                <a:lnTo>
                  <a:pt x="2526982" y="295948"/>
                </a:lnTo>
                <a:lnTo>
                  <a:pt x="2526982" y="337096"/>
                </a:lnTo>
                <a:lnTo>
                  <a:pt x="2377529" y="337096"/>
                </a:lnTo>
                <a:lnTo>
                  <a:pt x="2377529" y="361480"/>
                </a:lnTo>
                <a:lnTo>
                  <a:pt x="2705379" y="361480"/>
                </a:lnTo>
                <a:lnTo>
                  <a:pt x="2705379" y="337096"/>
                </a:lnTo>
                <a:lnTo>
                  <a:pt x="2555938" y="337096"/>
                </a:lnTo>
                <a:lnTo>
                  <a:pt x="2555938" y="295948"/>
                </a:lnTo>
                <a:lnTo>
                  <a:pt x="2647467" y="295948"/>
                </a:lnTo>
                <a:lnTo>
                  <a:pt x="2647467" y="276034"/>
                </a:lnTo>
                <a:lnTo>
                  <a:pt x="2661970" y="287210"/>
                </a:lnTo>
                <a:lnTo>
                  <a:pt x="2677757" y="297649"/>
                </a:lnTo>
                <a:lnTo>
                  <a:pt x="2694406" y="307200"/>
                </a:lnTo>
                <a:lnTo>
                  <a:pt x="2711475" y="315760"/>
                </a:lnTo>
                <a:lnTo>
                  <a:pt x="2715437" y="309753"/>
                </a:lnTo>
                <a:lnTo>
                  <a:pt x="2720238" y="303174"/>
                </a:lnTo>
                <a:lnTo>
                  <a:pt x="2725623" y="295998"/>
                </a:lnTo>
                <a:lnTo>
                  <a:pt x="2731300" y="288226"/>
                </a:lnTo>
                <a:close/>
              </a:path>
              <a:path w="3907154" h="387985">
                <a:moveTo>
                  <a:pt x="3121723" y="280606"/>
                </a:moveTo>
                <a:lnTo>
                  <a:pt x="3082366" y="252818"/>
                </a:lnTo>
                <a:lnTo>
                  <a:pt x="3046514" y="220789"/>
                </a:lnTo>
                <a:lnTo>
                  <a:pt x="3014014" y="184645"/>
                </a:lnTo>
                <a:lnTo>
                  <a:pt x="2984741" y="144551"/>
                </a:lnTo>
                <a:lnTo>
                  <a:pt x="2958566" y="100672"/>
                </a:lnTo>
                <a:lnTo>
                  <a:pt x="3114103" y="100672"/>
                </a:lnTo>
                <a:lnTo>
                  <a:pt x="3114103" y="73152"/>
                </a:lnTo>
                <a:lnTo>
                  <a:pt x="2947898" y="73152"/>
                </a:lnTo>
                <a:lnTo>
                  <a:pt x="2947898" y="3048"/>
                </a:lnTo>
                <a:lnTo>
                  <a:pt x="2917418" y="3048"/>
                </a:lnTo>
                <a:lnTo>
                  <a:pt x="2917418" y="73152"/>
                </a:lnTo>
                <a:lnTo>
                  <a:pt x="2751201" y="73152"/>
                </a:lnTo>
                <a:lnTo>
                  <a:pt x="2751201" y="100672"/>
                </a:lnTo>
                <a:lnTo>
                  <a:pt x="2906750" y="100672"/>
                </a:lnTo>
                <a:lnTo>
                  <a:pt x="2882569" y="140385"/>
                </a:lnTo>
                <a:lnTo>
                  <a:pt x="2854096" y="179082"/>
                </a:lnTo>
                <a:lnTo>
                  <a:pt x="2821381" y="216827"/>
                </a:lnTo>
                <a:lnTo>
                  <a:pt x="2784487" y="253695"/>
                </a:lnTo>
                <a:lnTo>
                  <a:pt x="2743492" y="289750"/>
                </a:lnTo>
                <a:lnTo>
                  <a:pt x="2748635" y="294665"/>
                </a:lnTo>
                <a:lnTo>
                  <a:pt x="2761157" y="306133"/>
                </a:lnTo>
                <a:lnTo>
                  <a:pt x="2767965" y="312699"/>
                </a:lnTo>
                <a:lnTo>
                  <a:pt x="2806776" y="276631"/>
                </a:lnTo>
                <a:lnTo>
                  <a:pt x="2840977" y="239839"/>
                </a:lnTo>
                <a:lnTo>
                  <a:pt x="2870733" y="202323"/>
                </a:lnTo>
                <a:lnTo>
                  <a:pt x="2896158" y="164058"/>
                </a:lnTo>
                <a:lnTo>
                  <a:pt x="2917418" y="125056"/>
                </a:lnTo>
                <a:lnTo>
                  <a:pt x="2917418" y="276034"/>
                </a:lnTo>
                <a:lnTo>
                  <a:pt x="2827401" y="276034"/>
                </a:lnTo>
                <a:lnTo>
                  <a:pt x="2827401" y="303555"/>
                </a:lnTo>
                <a:lnTo>
                  <a:pt x="2917418" y="303555"/>
                </a:lnTo>
                <a:lnTo>
                  <a:pt x="2917418" y="381279"/>
                </a:lnTo>
                <a:lnTo>
                  <a:pt x="2947898" y="381279"/>
                </a:lnTo>
                <a:lnTo>
                  <a:pt x="2947898" y="303555"/>
                </a:lnTo>
                <a:lnTo>
                  <a:pt x="3034855" y="303555"/>
                </a:lnTo>
                <a:lnTo>
                  <a:pt x="3034855" y="276034"/>
                </a:lnTo>
                <a:lnTo>
                  <a:pt x="2947898" y="276034"/>
                </a:lnTo>
                <a:lnTo>
                  <a:pt x="2947898" y="125056"/>
                </a:lnTo>
                <a:lnTo>
                  <a:pt x="2971317" y="168275"/>
                </a:lnTo>
                <a:lnTo>
                  <a:pt x="2997771" y="208165"/>
                </a:lnTo>
                <a:lnTo>
                  <a:pt x="3027286" y="244779"/>
                </a:lnTo>
                <a:lnTo>
                  <a:pt x="3059950" y="278091"/>
                </a:lnTo>
                <a:lnTo>
                  <a:pt x="3095815" y="308127"/>
                </a:lnTo>
                <a:lnTo>
                  <a:pt x="3110484" y="293230"/>
                </a:lnTo>
                <a:lnTo>
                  <a:pt x="3116605" y="286626"/>
                </a:lnTo>
                <a:lnTo>
                  <a:pt x="3121723" y="280606"/>
                </a:lnTo>
                <a:close/>
              </a:path>
              <a:path w="3907154" h="387985">
                <a:moveTo>
                  <a:pt x="3263557" y="219646"/>
                </a:moveTo>
                <a:lnTo>
                  <a:pt x="3239173" y="199834"/>
                </a:lnTo>
                <a:lnTo>
                  <a:pt x="3216071" y="225005"/>
                </a:lnTo>
                <a:lnTo>
                  <a:pt x="3192678" y="248031"/>
                </a:lnTo>
                <a:lnTo>
                  <a:pt x="3169259" y="269062"/>
                </a:lnTo>
                <a:lnTo>
                  <a:pt x="3146107" y="288226"/>
                </a:lnTo>
                <a:lnTo>
                  <a:pt x="3151771" y="293992"/>
                </a:lnTo>
                <a:lnTo>
                  <a:pt x="3157169" y="299745"/>
                </a:lnTo>
                <a:lnTo>
                  <a:pt x="3162008" y="305460"/>
                </a:lnTo>
                <a:lnTo>
                  <a:pt x="3166021" y="311188"/>
                </a:lnTo>
                <a:lnTo>
                  <a:pt x="3190036" y="290842"/>
                </a:lnTo>
                <a:lnTo>
                  <a:pt x="3214217" y="268808"/>
                </a:lnTo>
                <a:lnTo>
                  <a:pt x="3238665" y="245084"/>
                </a:lnTo>
                <a:lnTo>
                  <a:pt x="3263557" y="219646"/>
                </a:lnTo>
                <a:close/>
              </a:path>
              <a:path w="3907154" h="387985">
                <a:moveTo>
                  <a:pt x="3345942" y="184505"/>
                </a:moveTo>
                <a:lnTo>
                  <a:pt x="3315462" y="184505"/>
                </a:lnTo>
                <a:lnTo>
                  <a:pt x="3315462" y="297472"/>
                </a:lnTo>
                <a:lnTo>
                  <a:pt x="3345942" y="297472"/>
                </a:lnTo>
                <a:lnTo>
                  <a:pt x="3345942" y="184505"/>
                </a:lnTo>
                <a:close/>
              </a:path>
              <a:path w="3907154" h="387985">
                <a:moveTo>
                  <a:pt x="3483203" y="239458"/>
                </a:moveTo>
                <a:lnTo>
                  <a:pt x="3458819" y="216598"/>
                </a:lnTo>
                <a:lnTo>
                  <a:pt x="3427615" y="247510"/>
                </a:lnTo>
                <a:lnTo>
                  <a:pt x="3391585" y="274840"/>
                </a:lnTo>
                <a:lnTo>
                  <a:pt x="3350768" y="298577"/>
                </a:lnTo>
                <a:lnTo>
                  <a:pt x="3305162" y="318668"/>
                </a:lnTo>
                <a:lnTo>
                  <a:pt x="3254819" y="335102"/>
                </a:lnTo>
                <a:lnTo>
                  <a:pt x="3199765" y="347853"/>
                </a:lnTo>
                <a:lnTo>
                  <a:pt x="3140011" y="356908"/>
                </a:lnTo>
                <a:lnTo>
                  <a:pt x="3144062" y="364617"/>
                </a:lnTo>
                <a:lnTo>
                  <a:pt x="3147250" y="371767"/>
                </a:lnTo>
                <a:lnTo>
                  <a:pt x="3149866" y="378333"/>
                </a:lnTo>
                <a:lnTo>
                  <a:pt x="3152203" y="384340"/>
                </a:lnTo>
                <a:lnTo>
                  <a:pt x="3213354" y="375196"/>
                </a:lnTo>
                <a:lnTo>
                  <a:pt x="3269970" y="362165"/>
                </a:lnTo>
                <a:lnTo>
                  <a:pt x="3322002" y="345262"/>
                </a:lnTo>
                <a:lnTo>
                  <a:pt x="3369386" y="324510"/>
                </a:lnTo>
                <a:lnTo>
                  <a:pt x="3412083" y="299948"/>
                </a:lnTo>
                <a:lnTo>
                  <a:pt x="3450044" y="271589"/>
                </a:lnTo>
                <a:lnTo>
                  <a:pt x="3483203" y="239458"/>
                </a:lnTo>
                <a:close/>
              </a:path>
              <a:path w="3907154" h="387985">
                <a:moveTo>
                  <a:pt x="3510635" y="146392"/>
                </a:moveTo>
                <a:lnTo>
                  <a:pt x="3348990" y="146392"/>
                </a:lnTo>
                <a:lnTo>
                  <a:pt x="3348990" y="88480"/>
                </a:lnTo>
                <a:lnTo>
                  <a:pt x="3480155" y="88480"/>
                </a:lnTo>
                <a:lnTo>
                  <a:pt x="3480155" y="60960"/>
                </a:lnTo>
                <a:lnTo>
                  <a:pt x="3348990" y="60960"/>
                </a:lnTo>
                <a:lnTo>
                  <a:pt x="3348990" y="4572"/>
                </a:lnTo>
                <a:lnTo>
                  <a:pt x="3318510" y="4572"/>
                </a:lnTo>
                <a:lnTo>
                  <a:pt x="3318510" y="146392"/>
                </a:lnTo>
                <a:lnTo>
                  <a:pt x="3236125" y="146392"/>
                </a:lnTo>
                <a:lnTo>
                  <a:pt x="3236125" y="39624"/>
                </a:lnTo>
                <a:lnTo>
                  <a:pt x="3205645" y="39624"/>
                </a:lnTo>
                <a:lnTo>
                  <a:pt x="3205645" y="146392"/>
                </a:lnTo>
                <a:lnTo>
                  <a:pt x="3140011" y="146392"/>
                </a:lnTo>
                <a:lnTo>
                  <a:pt x="3140011" y="175361"/>
                </a:lnTo>
                <a:lnTo>
                  <a:pt x="3510635" y="175361"/>
                </a:lnTo>
                <a:lnTo>
                  <a:pt x="3510635" y="146392"/>
                </a:lnTo>
                <a:close/>
              </a:path>
              <a:path w="3907154" h="387985">
                <a:moveTo>
                  <a:pt x="3615880" y="251650"/>
                </a:moveTo>
                <a:lnTo>
                  <a:pt x="3544430" y="264083"/>
                </a:lnTo>
                <a:lnTo>
                  <a:pt x="3525863" y="266890"/>
                </a:lnTo>
                <a:lnTo>
                  <a:pt x="3530435" y="292900"/>
                </a:lnTo>
                <a:lnTo>
                  <a:pt x="3551910" y="288531"/>
                </a:lnTo>
                <a:lnTo>
                  <a:pt x="3572967" y="284619"/>
                </a:lnTo>
                <a:lnTo>
                  <a:pt x="3614356" y="277558"/>
                </a:lnTo>
                <a:lnTo>
                  <a:pt x="3614382" y="271919"/>
                </a:lnTo>
                <a:lnTo>
                  <a:pt x="3614496" y="266890"/>
                </a:lnTo>
                <a:lnTo>
                  <a:pt x="3614623" y="264083"/>
                </a:lnTo>
                <a:lnTo>
                  <a:pt x="3615004" y="258483"/>
                </a:lnTo>
                <a:lnTo>
                  <a:pt x="3615880" y="251650"/>
                </a:lnTo>
                <a:close/>
              </a:path>
              <a:path w="3907154" h="387985">
                <a:moveTo>
                  <a:pt x="3652456" y="187642"/>
                </a:moveTo>
                <a:lnTo>
                  <a:pt x="3632644" y="187642"/>
                </a:lnTo>
                <a:lnTo>
                  <a:pt x="3643312" y="25908"/>
                </a:lnTo>
                <a:lnTo>
                  <a:pt x="3533483" y="25908"/>
                </a:lnTo>
                <a:lnTo>
                  <a:pt x="3533483" y="51816"/>
                </a:lnTo>
                <a:lnTo>
                  <a:pt x="3615880" y="51816"/>
                </a:lnTo>
                <a:lnTo>
                  <a:pt x="3606736" y="187642"/>
                </a:lnTo>
                <a:lnTo>
                  <a:pt x="3565487" y="187642"/>
                </a:lnTo>
                <a:lnTo>
                  <a:pt x="3574631" y="73152"/>
                </a:lnTo>
                <a:lnTo>
                  <a:pt x="3550247" y="73152"/>
                </a:lnTo>
                <a:lnTo>
                  <a:pt x="3538055" y="213550"/>
                </a:lnTo>
                <a:lnTo>
                  <a:pt x="3625024" y="213550"/>
                </a:lnTo>
                <a:lnTo>
                  <a:pt x="3624783" y="240982"/>
                </a:lnTo>
                <a:lnTo>
                  <a:pt x="3623094" y="293319"/>
                </a:lnTo>
                <a:lnTo>
                  <a:pt x="3614166" y="338239"/>
                </a:lnTo>
                <a:lnTo>
                  <a:pt x="3596271" y="346202"/>
                </a:lnTo>
                <a:lnTo>
                  <a:pt x="3585476" y="346189"/>
                </a:lnTo>
                <a:lnTo>
                  <a:pt x="3574300" y="345859"/>
                </a:lnTo>
                <a:lnTo>
                  <a:pt x="3562553" y="344944"/>
                </a:lnTo>
                <a:lnTo>
                  <a:pt x="3550247" y="343192"/>
                </a:lnTo>
                <a:lnTo>
                  <a:pt x="3551390" y="350926"/>
                </a:lnTo>
                <a:lnTo>
                  <a:pt x="3589413" y="373646"/>
                </a:lnTo>
                <a:lnTo>
                  <a:pt x="3599116" y="373672"/>
                </a:lnTo>
                <a:lnTo>
                  <a:pt x="3620020" y="369976"/>
                </a:lnTo>
                <a:lnTo>
                  <a:pt x="3647884" y="315760"/>
                </a:lnTo>
                <a:lnTo>
                  <a:pt x="3648151" y="293319"/>
                </a:lnTo>
                <a:lnTo>
                  <a:pt x="3648278" y="288531"/>
                </a:lnTo>
                <a:lnTo>
                  <a:pt x="3649027" y="263093"/>
                </a:lnTo>
                <a:lnTo>
                  <a:pt x="3650399" y="229552"/>
                </a:lnTo>
                <a:lnTo>
                  <a:pt x="3652456" y="187642"/>
                </a:lnTo>
                <a:close/>
              </a:path>
              <a:path w="3907154" h="387985">
                <a:moveTo>
                  <a:pt x="3751605" y="262318"/>
                </a:moveTo>
                <a:lnTo>
                  <a:pt x="3734841" y="245554"/>
                </a:lnTo>
                <a:lnTo>
                  <a:pt x="3715664" y="260413"/>
                </a:lnTo>
                <a:lnTo>
                  <a:pt x="3696665" y="273380"/>
                </a:lnTo>
                <a:lnTo>
                  <a:pt x="3677742" y="284594"/>
                </a:lnTo>
                <a:lnTo>
                  <a:pt x="3658552" y="294424"/>
                </a:lnTo>
                <a:lnTo>
                  <a:pt x="3664648" y="302044"/>
                </a:lnTo>
                <a:lnTo>
                  <a:pt x="3669220" y="308140"/>
                </a:lnTo>
                <a:lnTo>
                  <a:pt x="3672268" y="314236"/>
                </a:lnTo>
                <a:lnTo>
                  <a:pt x="3690886" y="304190"/>
                </a:lnTo>
                <a:lnTo>
                  <a:pt x="3710228" y="292277"/>
                </a:lnTo>
                <a:lnTo>
                  <a:pt x="3730421" y="278358"/>
                </a:lnTo>
                <a:lnTo>
                  <a:pt x="3751605" y="262318"/>
                </a:lnTo>
                <a:close/>
              </a:path>
              <a:path w="3907154" h="387985">
                <a:moveTo>
                  <a:pt x="3759225" y="320332"/>
                </a:moveTo>
                <a:lnTo>
                  <a:pt x="3742461" y="302044"/>
                </a:lnTo>
                <a:lnTo>
                  <a:pt x="3721239" y="318541"/>
                </a:lnTo>
                <a:lnTo>
                  <a:pt x="3698760" y="333476"/>
                </a:lnTo>
                <a:lnTo>
                  <a:pt x="3674859" y="346405"/>
                </a:lnTo>
                <a:lnTo>
                  <a:pt x="3649408" y="356908"/>
                </a:lnTo>
                <a:lnTo>
                  <a:pt x="3655504" y="366052"/>
                </a:lnTo>
                <a:lnTo>
                  <a:pt x="3659962" y="373481"/>
                </a:lnTo>
                <a:lnTo>
                  <a:pt x="3663124" y="378244"/>
                </a:lnTo>
                <a:lnTo>
                  <a:pt x="3688003" y="366826"/>
                </a:lnTo>
                <a:lnTo>
                  <a:pt x="3712324" y="353288"/>
                </a:lnTo>
                <a:lnTo>
                  <a:pt x="3735959" y="337807"/>
                </a:lnTo>
                <a:lnTo>
                  <a:pt x="3759225" y="320332"/>
                </a:lnTo>
                <a:close/>
              </a:path>
              <a:path w="3907154" h="387985">
                <a:moveTo>
                  <a:pt x="3904107" y="178409"/>
                </a:moveTo>
                <a:lnTo>
                  <a:pt x="3874744" y="147548"/>
                </a:lnTo>
                <a:lnTo>
                  <a:pt x="3864483" y="137261"/>
                </a:lnTo>
                <a:lnTo>
                  <a:pt x="3874465" y="120942"/>
                </a:lnTo>
                <a:lnTo>
                  <a:pt x="3874706" y="120497"/>
                </a:lnTo>
                <a:lnTo>
                  <a:pt x="3883723" y="103911"/>
                </a:lnTo>
                <a:lnTo>
                  <a:pt x="3892131" y="85991"/>
                </a:lnTo>
                <a:lnTo>
                  <a:pt x="3899535" y="67056"/>
                </a:lnTo>
                <a:lnTo>
                  <a:pt x="3899535" y="44196"/>
                </a:lnTo>
                <a:lnTo>
                  <a:pt x="3795814" y="44196"/>
                </a:lnTo>
                <a:lnTo>
                  <a:pt x="3795814" y="24384"/>
                </a:lnTo>
                <a:lnTo>
                  <a:pt x="3751605" y="24384"/>
                </a:lnTo>
                <a:lnTo>
                  <a:pt x="3751605" y="45720"/>
                </a:lnTo>
                <a:lnTo>
                  <a:pt x="3751605" y="70104"/>
                </a:lnTo>
                <a:lnTo>
                  <a:pt x="3751605" y="90004"/>
                </a:lnTo>
                <a:lnTo>
                  <a:pt x="3751605" y="114401"/>
                </a:lnTo>
                <a:lnTo>
                  <a:pt x="3751605" y="134213"/>
                </a:lnTo>
                <a:lnTo>
                  <a:pt x="3751605" y="155549"/>
                </a:lnTo>
                <a:lnTo>
                  <a:pt x="3737876" y="157568"/>
                </a:lnTo>
                <a:lnTo>
                  <a:pt x="3724135" y="159169"/>
                </a:lnTo>
                <a:lnTo>
                  <a:pt x="3710381" y="160477"/>
                </a:lnTo>
                <a:lnTo>
                  <a:pt x="3696652" y="161645"/>
                </a:lnTo>
                <a:lnTo>
                  <a:pt x="3696652" y="134213"/>
                </a:lnTo>
                <a:lnTo>
                  <a:pt x="3751605" y="134213"/>
                </a:lnTo>
                <a:lnTo>
                  <a:pt x="3751605" y="114401"/>
                </a:lnTo>
                <a:lnTo>
                  <a:pt x="3696652" y="114401"/>
                </a:lnTo>
                <a:lnTo>
                  <a:pt x="3696652" y="90004"/>
                </a:lnTo>
                <a:lnTo>
                  <a:pt x="3751605" y="90004"/>
                </a:lnTo>
                <a:lnTo>
                  <a:pt x="3751605" y="70104"/>
                </a:lnTo>
                <a:lnTo>
                  <a:pt x="3696652" y="70104"/>
                </a:lnTo>
                <a:lnTo>
                  <a:pt x="3696652" y="45720"/>
                </a:lnTo>
                <a:lnTo>
                  <a:pt x="3751605" y="45720"/>
                </a:lnTo>
                <a:lnTo>
                  <a:pt x="3751605" y="24384"/>
                </a:lnTo>
                <a:lnTo>
                  <a:pt x="3655504" y="24384"/>
                </a:lnTo>
                <a:lnTo>
                  <a:pt x="3655504" y="45720"/>
                </a:lnTo>
                <a:lnTo>
                  <a:pt x="3673792" y="45720"/>
                </a:lnTo>
                <a:lnTo>
                  <a:pt x="3673792" y="164693"/>
                </a:lnTo>
                <a:lnTo>
                  <a:pt x="3667696" y="164693"/>
                </a:lnTo>
                <a:lnTo>
                  <a:pt x="3660076" y="166217"/>
                </a:lnTo>
                <a:lnTo>
                  <a:pt x="3653980" y="166217"/>
                </a:lnTo>
                <a:lnTo>
                  <a:pt x="3658552" y="189166"/>
                </a:lnTo>
                <a:lnTo>
                  <a:pt x="3680599" y="186563"/>
                </a:lnTo>
                <a:lnTo>
                  <a:pt x="3751605" y="176885"/>
                </a:lnTo>
                <a:lnTo>
                  <a:pt x="3751605" y="199834"/>
                </a:lnTo>
                <a:lnTo>
                  <a:pt x="3774465" y="199834"/>
                </a:lnTo>
                <a:lnTo>
                  <a:pt x="3774465" y="176885"/>
                </a:lnTo>
                <a:lnTo>
                  <a:pt x="3774465" y="173837"/>
                </a:lnTo>
                <a:lnTo>
                  <a:pt x="3786670" y="173837"/>
                </a:lnTo>
                <a:lnTo>
                  <a:pt x="3792766" y="172313"/>
                </a:lnTo>
                <a:lnTo>
                  <a:pt x="3792766" y="161645"/>
                </a:lnTo>
                <a:lnTo>
                  <a:pt x="3792766" y="154025"/>
                </a:lnTo>
                <a:lnTo>
                  <a:pt x="3792766" y="150977"/>
                </a:lnTo>
                <a:lnTo>
                  <a:pt x="3786670" y="152501"/>
                </a:lnTo>
                <a:lnTo>
                  <a:pt x="3780561" y="152501"/>
                </a:lnTo>
                <a:lnTo>
                  <a:pt x="3774465" y="154025"/>
                </a:lnTo>
                <a:lnTo>
                  <a:pt x="3774465" y="134213"/>
                </a:lnTo>
                <a:lnTo>
                  <a:pt x="3774465" y="114401"/>
                </a:lnTo>
                <a:lnTo>
                  <a:pt x="3774465" y="90004"/>
                </a:lnTo>
                <a:lnTo>
                  <a:pt x="3774465" y="70104"/>
                </a:lnTo>
                <a:lnTo>
                  <a:pt x="3774465" y="45720"/>
                </a:lnTo>
                <a:lnTo>
                  <a:pt x="3789718" y="45720"/>
                </a:lnTo>
                <a:lnTo>
                  <a:pt x="3789718" y="65532"/>
                </a:lnTo>
                <a:lnTo>
                  <a:pt x="3873627" y="65532"/>
                </a:lnTo>
                <a:lnTo>
                  <a:pt x="3867620" y="80162"/>
                </a:lnTo>
                <a:lnTo>
                  <a:pt x="3861041" y="94195"/>
                </a:lnTo>
                <a:lnTo>
                  <a:pt x="3853865" y="107632"/>
                </a:lnTo>
                <a:lnTo>
                  <a:pt x="3846106" y="120497"/>
                </a:lnTo>
                <a:lnTo>
                  <a:pt x="3835793" y="111086"/>
                </a:lnTo>
                <a:lnTo>
                  <a:pt x="3814597" y="91084"/>
                </a:lnTo>
                <a:lnTo>
                  <a:pt x="3803434" y="80772"/>
                </a:lnTo>
                <a:lnTo>
                  <a:pt x="3786670" y="94576"/>
                </a:lnTo>
                <a:lnTo>
                  <a:pt x="3798951" y="106654"/>
                </a:lnTo>
                <a:lnTo>
                  <a:pt x="3810673" y="118021"/>
                </a:lnTo>
                <a:lnTo>
                  <a:pt x="3821811" y="129082"/>
                </a:lnTo>
                <a:lnTo>
                  <a:pt x="3832390" y="140309"/>
                </a:lnTo>
                <a:lnTo>
                  <a:pt x="3821811" y="152323"/>
                </a:lnTo>
                <a:lnTo>
                  <a:pt x="3810673" y="163360"/>
                </a:lnTo>
                <a:lnTo>
                  <a:pt x="3798951" y="173520"/>
                </a:lnTo>
                <a:lnTo>
                  <a:pt x="3786670" y="182981"/>
                </a:lnTo>
                <a:lnTo>
                  <a:pt x="3792766" y="187642"/>
                </a:lnTo>
                <a:lnTo>
                  <a:pt x="3804958" y="199834"/>
                </a:lnTo>
                <a:lnTo>
                  <a:pt x="3816997" y="190360"/>
                </a:lnTo>
                <a:lnTo>
                  <a:pt x="3828199" y="180162"/>
                </a:lnTo>
                <a:lnTo>
                  <a:pt x="3838816" y="169113"/>
                </a:lnTo>
                <a:lnTo>
                  <a:pt x="3849154" y="157073"/>
                </a:lnTo>
                <a:lnTo>
                  <a:pt x="3867327" y="177457"/>
                </a:lnTo>
                <a:lnTo>
                  <a:pt x="3876027" y="187325"/>
                </a:lnTo>
                <a:lnTo>
                  <a:pt x="3884295" y="196786"/>
                </a:lnTo>
                <a:lnTo>
                  <a:pt x="3904107" y="178409"/>
                </a:lnTo>
                <a:close/>
              </a:path>
              <a:path w="3907154" h="387985">
                <a:moveTo>
                  <a:pt x="3907155" y="347764"/>
                </a:moveTo>
                <a:lnTo>
                  <a:pt x="3889197" y="337807"/>
                </a:lnTo>
                <a:lnTo>
                  <a:pt x="3872090" y="326428"/>
                </a:lnTo>
                <a:lnTo>
                  <a:pt x="3856113" y="313893"/>
                </a:lnTo>
                <a:lnTo>
                  <a:pt x="3841534" y="300520"/>
                </a:lnTo>
                <a:lnTo>
                  <a:pt x="3857536" y="291071"/>
                </a:lnTo>
                <a:lnTo>
                  <a:pt x="3869550" y="283654"/>
                </a:lnTo>
                <a:lnTo>
                  <a:pt x="3873233" y="281381"/>
                </a:lnTo>
                <a:lnTo>
                  <a:pt x="3888346" y="271703"/>
                </a:lnTo>
                <a:lnTo>
                  <a:pt x="3902583" y="262318"/>
                </a:lnTo>
                <a:lnTo>
                  <a:pt x="3887343" y="242506"/>
                </a:lnTo>
                <a:lnTo>
                  <a:pt x="3871569" y="253657"/>
                </a:lnTo>
                <a:lnTo>
                  <a:pt x="3856050" y="264223"/>
                </a:lnTo>
                <a:lnTo>
                  <a:pt x="3840543" y="274231"/>
                </a:lnTo>
                <a:lnTo>
                  <a:pt x="3824770" y="283654"/>
                </a:lnTo>
                <a:lnTo>
                  <a:pt x="3815003" y="271919"/>
                </a:lnTo>
                <a:lnTo>
                  <a:pt x="3791420" y="234886"/>
                </a:lnTo>
                <a:lnTo>
                  <a:pt x="3789718" y="231838"/>
                </a:lnTo>
                <a:lnTo>
                  <a:pt x="3812006" y="229552"/>
                </a:lnTo>
                <a:lnTo>
                  <a:pt x="3872103" y="222694"/>
                </a:lnTo>
                <a:lnTo>
                  <a:pt x="3864483" y="199834"/>
                </a:lnTo>
                <a:lnTo>
                  <a:pt x="3820439" y="206095"/>
                </a:lnTo>
                <a:lnTo>
                  <a:pt x="3773132" y="211074"/>
                </a:lnTo>
                <a:lnTo>
                  <a:pt x="3722687" y="214617"/>
                </a:lnTo>
                <a:lnTo>
                  <a:pt x="3669220" y="216598"/>
                </a:lnTo>
                <a:lnTo>
                  <a:pt x="3670744" y="225742"/>
                </a:lnTo>
                <a:lnTo>
                  <a:pt x="3673792" y="233362"/>
                </a:lnTo>
                <a:lnTo>
                  <a:pt x="3675316" y="240982"/>
                </a:lnTo>
                <a:lnTo>
                  <a:pt x="3699027" y="239598"/>
                </a:lnTo>
                <a:lnTo>
                  <a:pt x="3765321" y="234886"/>
                </a:lnTo>
                <a:lnTo>
                  <a:pt x="3765321" y="381292"/>
                </a:lnTo>
                <a:lnTo>
                  <a:pt x="3789718" y="381292"/>
                </a:lnTo>
                <a:lnTo>
                  <a:pt x="3789718" y="271462"/>
                </a:lnTo>
                <a:lnTo>
                  <a:pt x="3808552" y="299834"/>
                </a:lnTo>
                <a:lnTo>
                  <a:pt x="3830675" y="325462"/>
                </a:lnTo>
                <a:lnTo>
                  <a:pt x="3855974" y="348500"/>
                </a:lnTo>
                <a:lnTo>
                  <a:pt x="3884295" y="369100"/>
                </a:lnTo>
                <a:lnTo>
                  <a:pt x="3889159" y="364477"/>
                </a:lnTo>
                <a:lnTo>
                  <a:pt x="3900589" y="354088"/>
                </a:lnTo>
                <a:lnTo>
                  <a:pt x="3907155" y="3477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418844" y="560984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765839" y="5532596"/>
            <a:ext cx="860425" cy="293370"/>
            <a:chOff x="1765839" y="5532596"/>
            <a:chExt cx="860425" cy="293370"/>
          </a:xfrm>
        </p:grpSpPr>
        <p:sp>
          <p:nvSpPr>
            <p:cNvPr id="50" name="object 50" descr=""/>
            <p:cNvSpPr/>
            <p:nvPr/>
          </p:nvSpPr>
          <p:spPr>
            <a:xfrm>
              <a:off x="1765833" y="5532602"/>
              <a:ext cx="492759" cy="293370"/>
            </a:xfrm>
            <a:custGeom>
              <a:avLst/>
              <a:gdLst/>
              <a:ahLst/>
              <a:cxnLst/>
              <a:rect l="l" t="t" r="r" b="b"/>
              <a:pathLst>
                <a:path w="492760" h="293370">
                  <a:moveTo>
                    <a:pt x="277558" y="79336"/>
                  </a:moveTo>
                  <a:lnTo>
                    <a:pt x="273558" y="44437"/>
                  </a:lnTo>
                  <a:lnTo>
                    <a:pt x="261543" y="19672"/>
                  </a:lnTo>
                  <a:lnTo>
                    <a:pt x="241515" y="4902"/>
                  </a:lnTo>
                  <a:lnTo>
                    <a:pt x="213461" y="0"/>
                  </a:lnTo>
                  <a:lnTo>
                    <a:pt x="193141" y="2349"/>
                  </a:lnTo>
                  <a:lnTo>
                    <a:pt x="175552" y="9575"/>
                  </a:lnTo>
                  <a:lnTo>
                    <a:pt x="160515" y="21945"/>
                  </a:lnTo>
                  <a:lnTo>
                    <a:pt x="147929" y="39712"/>
                  </a:lnTo>
                  <a:lnTo>
                    <a:pt x="144830" y="31127"/>
                  </a:lnTo>
                  <a:lnTo>
                    <a:pt x="111721" y="2489"/>
                  </a:lnTo>
                  <a:lnTo>
                    <a:pt x="92964" y="0"/>
                  </a:lnTo>
                  <a:lnTo>
                    <a:pt x="73799" y="2057"/>
                  </a:lnTo>
                  <a:lnTo>
                    <a:pt x="57340" y="8432"/>
                  </a:lnTo>
                  <a:lnTo>
                    <a:pt x="43459" y="19367"/>
                  </a:lnTo>
                  <a:lnTo>
                    <a:pt x="32004" y="35140"/>
                  </a:lnTo>
                  <a:lnTo>
                    <a:pt x="30480" y="35140"/>
                  </a:lnTo>
                  <a:lnTo>
                    <a:pt x="30480" y="4572"/>
                  </a:lnTo>
                  <a:lnTo>
                    <a:pt x="0" y="4572"/>
                  </a:lnTo>
                  <a:lnTo>
                    <a:pt x="0" y="199834"/>
                  </a:lnTo>
                  <a:lnTo>
                    <a:pt x="30480" y="199834"/>
                  </a:lnTo>
                  <a:lnTo>
                    <a:pt x="30480" y="88480"/>
                  </a:lnTo>
                  <a:lnTo>
                    <a:pt x="31343" y="75336"/>
                  </a:lnTo>
                  <a:lnTo>
                    <a:pt x="51600" y="35648"/>
                  </a:lnTo>
                  <a:lnTo>
                    <a:pt x="79248" y="25996"/>
                  </a:lnTo>
                  <a:lnTo>
                    <a:pt x="98425" y="29476"/>
                  </a:lnTo>
                  <a:lnTo>
                    <a:pt x="112293" y="40093"/>
                  </a:lnTo>
                  <a:lnTo>
                    <a:pt x="120700" y="58153"/>
                  </a:lnTo>
                  <a:lnTo>
                    <a:pt x="123545" y="83908"/>
                  </a:lnTo>
                  <a:lnTo>
                    <a:pt x="123545" y="199834"/>
                  </a:lnTo>
                  <a:lnTo>
                    <a:pt x="154025" y="199834"/>
                  </a:lnTo>
                  <a:lnTo>
                    <a:pt x="154025" y="88480"/>
                  </a:lnTo>
                  <a:lnTo>
                    <a:pt x="154901" y="75577"/>
                  </a:lnTo>
                  <a:lnTo>
                    <a:pt x="176428" y="36283"/>
                  </a:lnTo>
                  <a:lnTo>
                    <a:pt x="202793" y="25996"/>
                  </a:lnTo>
                  <a:lnTo>
                    <a:pt x="213601" y="26860"/>
                  </a:lnTo>
                  <a:lnTo>
                    <a:pt x="243979" y="59334"/>
                  </a:lnTo>
                  <a:lnTo>
                    <a:pt x="247078" y="86956"/>
                  </a:lnTo>
                  <a:lnTo>
                    <a:pt x="247078" y="199834"/>
                  </a:lnTo>
                  <a:lnTo>
                    <a:pt x="277558" y="199834"/>
                  </a:lnTo>
                  <a:lnTo>
                    <a:pt x="277558" y="79336"/>
                  </a:lnTo>
                  <a:close/>
                </a:path>
                <a:path w="492760" h="293370">
                  <a:moveTo>
                    <a:pt x="492544" y="4572"/>
                  </a:moveTo>
                  <a:lnTo>
                    <a:pt x="460540" y="4572"/>
                  </a:lnTo>
                  <a:lnTo>
                    <a:pt x="404050" y="155536"/>
                  </a:lnTo>
                  <a:lnTo>
                    <a:pt x="401002" y="167728"/>
                  </a:lnTo>
                  <a:lnTo>
                    <a:pt x="401002" y="170776"/>
                  </a:lnTo>
                  <a:lnTo>
                    <a:pt x="399478" y="170776"/>
                  </a:lnTo>
                  <a:lnTo>
                    <a:pt x="397954" y="161632"/>
                  </a:lnTo>
                  <a:lnTo>
                    <a:pt x="396430" y="157060"/>
                  </a:lnTo>
                  <a:lnTo>
                    <a:pt x="394906" y="155536"/>
                  </a:lnTo>
                  <a:lnTo>
                    <a:pt x="343090" y="4572"/>
                  </a:lnTo>
                  <a:lnTo>
                    <a:pt x="308038" y="4572"/>
                  </a:lnTo>
                  <a:lnTo>
                    <a:pt x="384238" y="199732"/>
                  </a:lnTo>
                  <a:lnTo>
                    <a:pt x="368998" y="236410"/>
                  </a:lnTo>
                  <a:lnTo>
                    <a:pt x="362432" y="249288"/>
                  </a:lnTo>
                  <a:lnTo>
                    <a:pt x="354139" y="258318"/>
                  </a:lnTo>
                  <a:lnTo>
                    <a:pt x="344144" y="263626"/>
                  </a:lnTo>
                  <a:lnTo>
                    <a:pt x="332422" y="265366"/>
                  </a:lnTo>
                  <a:lnTo>
                    <a:pt x="327850" y="265366"/>
                  </a:lnTo>
                  <a:lnTo>
                    <a:pt x="321754" y="263842"/>
                  </a:lnTo>
                  <a:lnTo>
                    <a:pt x="314134" y="262318"/>
                  </a:lnTo>
                  <a:lnTo>
                    <a:pt x="314134" y="289750"/>
                  </a:lnTo>
                  <a:lnTo>
                    <a:pt x="326326" y="292798"/>
                  </a:lnTo>
                  <a:lnTo>
                    <a:pt x="335470" y="292798"/>
                  </a:lnTo>
                  <a:lnTo>
                    <a:pt x="356019" y="289064"/>
                  </a:lnTo>
                  <a:lnTo>
                    <a:pt x="374142" y="277749"/>
                  </a:lnTo>
                  <a:lnTo>
                    <a:pt x="389686" y="258724"/>
                  </a:lnTo>
                  <a:lnTo>
                    <a:pt x="402526" y="231838"/>
                  </a:lnTo>
                  <a:lnTo>
                    <a:pt x="492544" y="457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9713" y="5532596"/>
              <a:ext cx="131159" cy="20440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2446019" y="5532596"/>
              <a:ext cx="180340" cy="290195"/>
            </a:xfrm>
            <a:custGeom>
              <a:avLst/>
              <a:gdLst/>
              <a:ahLst/>
              <a:cxnLst/>
              <a:rect l="l" t="t" r="r" b="b"/>
              <a:pathLst>
                <a:path w="180339" h="290195">
                  <a:moveTo>
                    <a:pt x="80772" y="204406"/>
                  </a:moveTo>
                  <a:lnTo>
                    <a:pt x="34266" y="189618"/>
                  </a:lnTo>
                  <a:lnTo>
                    <a:pt x="5715" y="147244"/>
                  </a:lnTo>
                  <a:lnTo>
                    <a:pt x="0" y="106775"/>
                  </a:lnTo>
                  <a:lnTo>
                    <a:pt x="1452" y="83058"/>
                  </a:lnTo>
                  <a:lnTo>
                    <a:pt x="13501" y="44196"/>
                  </a:lnTo>
                  <a:lnTo>
                    <a:pt x="53149" y="7060"/>
                  </a:lnTo>
                  <a:lnTo>
                    <a:pt x="89916" y="0"/>
                  </a:lnTo>
                  <a:lnTo>
                    <a:pt x="108838" y="1763"/>
                  </a:lnTo>
                  <a:lnTo>
                    <a:pt x="124634" y="7250"/>
                  </a:lnTo>
                  <a:lnTo>
                    <a:pt x="137573" y="16756"/>
                  </a:lnTo>
                  <a:lnTo>
                    <a:pt x="144499" y="26003"/>
                  </a:lnTo>
                  <a:lnTo>
                    <a:pt x="92964" y="26003"/>
                  </a:lnTo>
                  <a:lnTo>
                    <a:pt x="79843" y="27193"/>
                  </a:lnTo>
                  <a:lnTo>
                    <a:pt x="41648" y="58745"/>
                  </a:lnTo>
                  <a:lnTo>
                    <a:pt x="32004" y="105251"/>
                  </a:lnTo>
                  <a:lnTo>
                    <a:pt x="33123" y="121570"/>
                  </a:lnTo>
                  <a:lnTo>
                    <a:pt x="48768" y="158686"/>
                  </a:lnTo>
                  <a:lnTo>
                    <a:pt x="88392" y="178498"/>
                  </a:lnTo>
                  <a:lnTo>
                    <a:pt x="139080" y="178498"/>
                  </a:lnTo>
                  <a:lnTo>
                    <a:pt x="136144" y="182546"/>
                  </a:lnTo>
                  <a:lnTo>
                    <a:pt x="121205" y="194500"/>
                  </a:lnTo>
                  <a:lnTo>
                    <a:pt x="102837" y="201882"/>
                  </a:lnTo>
                  <a:lnTo>
                    <a:pt x="80772" y="204406"/>
                  </a:lnTo>
                  <a:close/>
                </a:path>
                <a:path w="180339" h="290195">
                  <a:moveTo>
                    <a:pt x="179927" y="30575"/>
                  </a:moveTo>
                  <a:lnTo>
                    <a:pt x="149447" y="30575"/>
                  </a:lnTo>
                  <a:lnTo>
                    <a:pt x="149447" y="4572"/>
                  </a:lnTo>
                  <a:lnTo>
                    <a:pt x="179927" y="4572"/>
                  </a:lnTo>
                  <a:lnTo>
                    <a:pt x="179927" y="30575"/>
                  </a:lnTo>
                  <a:close/>
                </a:path>
                <a:path w="180339" h="290195">
                  <a:moveTo>
                    <a:pt x="139080" y="178498"/>
                  </a:moveTo>
                  <a:lnTo>
                    <a:pt x="88392" y="178498"/>
                  </a:lnTo>
                  <a:lnTo>
                    <a:pt x="101527" y="177331"/>
                  </a:lnTo>
                  <a:lnTo>
                    <a:pt x="113395" y="173736"/>
                  </a:lnTo>
                  <a:lnTo>
                    <a:pt x="145065" y="137910"/>
                  </a:lnTo>
                  <a:lnTo>
                    <a:pt x="149447" y="111347"/>
                  </a:lnTo>
                  <a:lnTo>
                    <a:pt x="149447" y="82391"/>
                  </a:lnTo>
                  <a:lnTo>
                    <a:pt x="132683" y="42767"/>
                  </a:lnTo>
                  <a:lnTo>
                    <a:pt x="92964" y="26003"/>
                  </a:lnTo>
                  <a:lnTo>
                    <a:pt x="144499" y="26003"/>
                  </a:lnTo>
                  <a:lnTo>
                    <a:pt x="147923" y="30575"/>
                  </a:lnTo>
                  <a:lnTo>
                    <a:pt x="179927" y="30575"/>
                  </a:lnTo>
                  <a:lnTo>
                    <a:pt x="179927" y="166306"/>
                  </a:lnTo>
                  <a:lnTo>
                    <a:pt x="147923" y="166306"/>
                  </a:lnTo>
                  <a:lnTo>
                    <a:pt x="139080" y="178498"/>
                  </a:lnTo>
                  <a:close/>
                </a:path>
                <a:path w="180339" h="290195">
                  <a:moveTo>
                    <a:pt x="179927" y="289845"/>
                  </a:moveTo>
                  <a:lnTo>
                    <a:pt x="149447" y="289845"/>
                  </a:lnTo>
                  <a:lnTo>
                    <a:pt x="149447" y="166306"/>
                  </a:lnTo>
                  <a:lnTo>
                    <a:pt x="179927" y="166306"/>
                  </a:lnTo>
                  <a:lnTo>
                    <a:pt x="179927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2689860" y="5440679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3"/>
                </a:moveTo>
                <a:lnTo>
                  <a:pt x="0" y="291083"/>
                </a:lnTo>
                <a:lnTo>
                  <a:pt x="0" y="0"/>
                </a:lnTo>
                <a:lnTo>
                  <a:pt x="32004" y="0"/>
                </a:lnTo>
                <a:lnTo>
                  <a:pt x="32004" y="29108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779953" y="5445734"/>
            <a:ext cx="422909" cy="332740"/>
          </a:xfrm>
          <a:custGeom>
            <a:avLst/>
            <a:gdLst/>
            <a:ahLst/>
            <a:cxnLst/>
            <a:rect l="l" t="t" r="r" b="b"/>
            <a:pathLst>
              <a:path w="422910" h="332739">
                <a:moveTo>
                  <a:pt x="36588" y="91440"/>
                </a:moveTo>
                <a:lnTo>
                  <a:pt x="4572" y="91440"/>
                </a:lnTo>
                <a:lnTo>
                  <a:pt x="4572" y="286702"/>
                </a:lnTo>
                <a:lnTo>
                  <a:pt x="36588" y="286702"/>
                </a:lnTo>
                <a:lnTo>
                  <a:pt x="36588" y="91440"/>
                </a:lnTo>
                <a:close/>
              </a:path>
              <a:path w="422910" h="332739">
                <a:moveTo>
                  <a:pt x="41160" y="15240"/>
                </a:moveTo>
                <a:lnTo>
                  <a:pt x="39636" y="10668"/>
                </a:lnTo>
                <a:lnTo>
                  <a:pt x="35064" y="6096"/>
                </a:lnTo>
                <a:lnTo>
                  <a:pt x="32016" y="1524"/>
                </a:lnTo>
                <a:lnTo>
                  <a:pt x="25920" y="0"/>
                </a:lnTo>
                <a:lnTo>
                  <a:pt x="15240" y="0"/>
                </a:lnTo>
                <a:lnTo>
                  <a:pt x="6096" y="6096"/>
                </a:lnTo>
                <a:lnTo>
                  <a:pt x="0" y="15240"/>
                </a:lnTo>
                <a:lnTo>
                  <a:pt x="0" y="27432"/>
                </a:lnTo>
                <a:lnTo>
                  <a:pt x="3048" y="32004"/>
                </a:lnTo>
                <a:lnTo>
                  <a:pt x="10668" y="39624"/>
                </a:lnTo>
                <a:lnTo>
                  <a:pt x="15240" y="41148"/>
                </a:lnTo>
                <a:lnTo>
                  <a:pt x="25920" y="41148"/>
                </a:lnTo>
                <a:lnTo>
                  <a:pt x="32016" y="39624"/>
                </a:lnTo>
                <a:lnTo>
                  <a:pt x="35064" y="35052"/>
                </a:lnTo>
                <a:lnTo>
                  <a:pt x="39636" y="30480"/>
                </a:lnTo>
                <a:lnTo>
                  <a:pt x="41160" y="25908"/>
                </a:lnTo>
                <a:lnTo>
                  <a:pt x="41160" y="15240"/>
                </a:lnTo>
                <a:close/>
              </a:path>
              <a:path w="422910" h="332739">
                <a:moveTo>
                  <a:pt x="221183" y="12192"/>
                </a:moveTo>
                <a:lnTo>
                  <a:pt x="192125" y="12192"/>
                </a:lnTo>
                <a:lnTo>
                  <a:pt x="60972" y="332511"/>
                </a:lnTo>
                <a:lnTo>
                  <a:pt x="90017" y="332511"/>
                </a:lnTo>
                <a:lnTo>
                  <a:pt x="221183" y="12192"/>
                </a:lnTo>
                <a:close/>
              </a:path>
              <a:path w="422910" h="332739">
                <a:moveTo>
                  <a:pt x="422440" y="94488"/>
                </a:moveTo>
                <a:lnTo>
                  <a:pt x="420992" y="76174"/>
                </a:lnTo>
                <a:lnTo>
                  <a:pt x="416534" y="60007"/>
                </a:lnTo>
                <a:lnTo>
                  <a:pt x="408940" y="45834"/>
                </a:lnTo>
                <a:lnTo>
                  <a:pt x="404787" y="41148"/>
                </a:lnTo>
                <a:lnTo>
                  <a:pt x="398056" y="33528"/>
                </a:lnTo>
                <a:lnTo>
                  <a:pt x="388912" y="27038"/>
                </a:lnTo>
                <a:lnTo>
                  <a:pt x="388912" y="96012"/>
                </a:lnTo>
                <a:lnTo>
                  <a:pt x="387794" y="108953"/>
                </a:lnTo>
                <a:lnTo>
                  <a:pt x="362127" y="145656"/>
                </a:lnTo>
                <a:lnTo>
                  <a:pt x="320243" y="154012"/>
                </a:lnTo>
                <a:lnTo>
                  <a:pt x="286702" y="154012"/>
                </a:lnTo>
                <a:lnTo>
                  <a:pt x="286702" y="41148"/>
                </a:lnTo>
                <a:lnTo>
                  <a:pt x="324815" y="41148"/>
                </a:lnTo>
                <a:lnTo>
                  <a:pt x="352869" y="44577"/>
                </a:lnTo>
                <a:lnTo>
                  <a:pt x="372897" y="54864"/>
                </a:lnTo>
                <a:lnTo>
                  <a:pt x="384911" y="72009"/>
                </a:lnTo>
                <a:lnTo>
                  <a:pt x="388912" y="96012"/>
                </a:lnTo>
                <a:lnTo>
                  <a:pt x="388912" y="27038"/>
                </a:lnTo>
                <a:lnTo>
                  <a:pt x="385216" y="24409"/>
                </a:lnTo>
                <a:lnTo>
                  <a:pt x="369658" y="17716"/>
                </a:lnTo>
                <a:lnTo>
                  <a:pt x="351510" y="13601"/>
                </a:lnTo>
                <a:lnTo>
                  <a:pt x="330911" y="12192"/>
                </a:lnTo>
                <a:lnTo>
                  <a:pt x="254698" y="12192"/>
                </a:lnTo>
                <a:lnTo>
                  <a:pt x="254698" y="286702"/>
                </a:lnTo>
                <a:lnTo>
                  <a:pt x="286702" y="286702"/>
                </a:lnTo>
                <a:lnTo>
                  <a:pt x="286702" y="182968"/>
                </a:lnTo>
                <a:lnTo>
                  <a:pt x="323291" y="182968"/>
                </a:lnTo>
                <a:lnTo>
                  <a:pt x="364515" y="176491"/>
                </a:lnTo>
                <a:lnTo>
                  <a:pt x="400316" y="154012"/>
                </a:lnTo>
                <a:lnTo>
                  <a:pt x="407657" y="145161"/>
                </a:lnTo>
                <a:lnTo>
                  <a:pt x="415772" y="130009"/>
                </a:lnTo>
                <a:lnTo>
                  <a:pt x="420751" y="113118"/>
                </a:lnTo>
                <a:lnTo>
                  <a:pt x="422440" y="944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3254209" y="5453354"/>
            <a:ext cx="515620" cy="283845"/>
          </a:xfrm>
          <a:custGeom>
            <a:avLst/>
            <a:gdLst/>
            <a:ahLst/>
            <a:cxnLst/>
            <a:rect l="l" t="t" r="r" b="b"/>
            <a:pathLst>
              <a:path w="515620" h="283845">
                <a:moveTo>
                  <a:pt x="221170" y="138772"/>
                </a:moveTo>
                <a:lnTo>
                  <a:pt x="215328" y="90258"/>
                </a:lnTo>
                <a:lnTo>
                  <a:pt x="197853" y="52654"/>
                </a:lnTo>
                <a:lnTo>
                  <a:pt x="187642" y="43243"/>
                </a:lnTo>
                <a:lnTo>
                  <a:pt x="187642" y="138772"/>
                </a:lnTo>
                <a:lnTo>
                  <a:pt x="185661" y="163652"/>
                </a:lnTo>
                <a:lnTo>
                  <a:pt x="170281" y="204863"/>
                </a:lnTo>
                <a:lnTo>
                  <a:pt x="140576" y="234048"/>
                </a:lnTo>
                <a:lnTo>
                  <a:pt x="98348" y="248386"/>
                </a:lnTo>
                <a:lnTo>
                  <a:pt x="73253" y="250126"/>
                </a:lnTo>
                <a:lnTo>
                  <a:pt x="32105" y="250126"/>
                </a:lnTo>
                <a:lnTo>
                  <a:pt x="32105" y="33528"/>
                </a:lnTo>
                <a:lnTo>
                  <a:pt x="74777" y="33528"/>
                </a:lnTo>
                <a:lnTo>
                  <a:pt x="123952" y="40106"/>
                </a:lnTo>
                <a:lnTo>
                  <a:pt x="159245" y="59829"/>
                </a:lnTo>
                <a:lnTo>
                  <a:pt x="180517" y="92722"/>
                </a:lnTo>
                <a:lnTo>
                  <a:pt x="187642" y="138772"/>
                </a:lnTo>
                <a:lnTo>
                  <a:pt x="187642" y="43243"/>
                </a:lnTo>
                <a:lnTo>
                  <a:pt x="177101" y="33528"/>
                </a:lnTo>
                <a:lnTo>
                  <a:pt x="168808" y="25895"/>
                </a:lnTo>
                <a:lnTo>
                  <a:pt x="128270" y="9893"/>
                </a:lnTo>
                <a:lnTo>
                  <a:pt x="76301" y="4572"/>
                </a:lnTo>
                <a:lnTo>
                  <a:pt x="0" y="4572"/>
                </a:lnTo>
                <a:lnTo>
                  <a:pt x="0" y="279082"/>
                </a:lnTo>
                <a:lnTo>
                  <a:pt x="73253" y="279082"/>
                </a:lnTo>
                <a:lnTo>
                  <a:pt x="104927" y="276555"/>
                </a:lnTo>
                <a:lnTo>
                  <a:pt x="133489" y="269176"/>
                </a:lnTo>
                <a:lnTo>
                  <a:pt x="158623" y="257225"/>
                </a:lnTo>
                <a:lnTo>
                  <a:pt x="167970" y="250126"/>
                </a:lnTo>
                <a:lnTo>
                  <a:pt x="180022" y="240982"/>
                </a:lnTo>
                <a:lnTo>
                  <a:pt x="198031" y="219875"/>
                </a:lnTo>
                <a:lnTo>
                  <a:pt x="210883" y="195592"/>
                </a:lnTo>
                <a:lnTo>
                  <a:pt x="218605" y="168465"/>
                </a:lnTo>
                <a:lnTo>
                  <a:pt x="221170" y="138772"/>
                </a:lnTo>
                <a:close/>
              </a:path>
              <a:path w="515620" h="283845">
                <a:moveTo>
                  <a:pt x="515493" y="138772"/>
                </a:moveTo>
                <a:lnTo>
                  <a:pt x="513448" y="109334"/>
                </a:lnTo>
                <a:lnTo>
                  <a:pt x="507111" y="82727"/>
                </a:lnTo>
                <a:lnTo>
                  <a:pt x="496201" y="58978"/>
                </a:lnTo>
                <a:lnTo>
                  <a:pt x="481876" y="40005"/>
                </a:lnTo>
                <a:lnTo>
                  <a:pt x="481876" y="141820"/>
                </a:lnTo>
                <a:lnTo>
                  <a:pt x="481863" y="144868"/>
                </a:lnTo>
                <a:lnTo>
                  <a:pt x="475297" y="190258"/>
                </a:lnTo>
                <a:lnTo>
                  <a:pt x="456057" y="225742"/>
                </a:lnTo>
                <a:lnTo>
                  <a:pt x="406044" y="252958"/>
                </a:lnTo>
                <a:lnTo>
                  <a:pt x="384340" y="254698"/>
                </a:lnTo>
                <a:lnTo>
                  <a:pt x="364617" y="252717"/>
                </a:lnTo>
                <a:lnTo>
                  <a:pt x="315747" y="224218"/>
                </a:lnTo>
                <a:lnTo>
                  <a:pt x="296506" y="187591"/>
                </a:lnTo>
                <a:lnTo>
                  <a:pt x="289839" y="141820"/>
                </a:lnTo>
                <a:lnTo>
                  <a:pt x="291553" y="117830"/>
                </a:lnTo>
                <a:lnTo>
                  <a:pt x="305269" y="77241"/>
                </a:lnTo>
                <a:lnTo>
                  <a:pt x="331876" y="46951"/>
                </a:lnTo>
                <a:lnTo>
                  <a:pt x="366788" y="30949"/>
                </a:lnTo>
                <a:lnTo>
                  <a:pt x="387388" y="28956"/>
                </a:lnTo>
                <a:lnTo>
                  <a:pt x="407974" y="30937"/>
                </a:lnTo>
                <a:lnTo>
                  <a:pt x="456057" y="59436"/>
                </a:lnTo>
                <a:lnTo>
                  <a:pt x="475869" y="95110"/>
                </a:lnTo>
                <a:lnTo>
                  <a:pt x="481876" y="141820"/>
                </a:lnTo>
                <a:lnTo>
                  <a:pt x="481876" y="40005"/>
                </a:lnTo>
                <a:lnTo>
                  <a:pt x="440423" y="9334"/>
                </a:lnTo>
                <a:lnTo>
                  <a:pt x="388912" y="0"/>
                </a:lnTo>
                <a:lnTo>
                  <a:pt x="359752" y="2552"/>
                </a:lnTo>
                <a:lnTo>
                  <a:pt x="311746" y="22504"/>
                </a:lnTo>
                <a:lnTo>
                  <a:pt x="276834" y="60782"/>
                </a:lnTo>
                <a:lnTo>
                  <a:pt x="258508" y="113423"/>
                </a:lnTo>
                <a:lnTo>
                  <a:pt x="256222" y="144868"/>
                </a:lnTo>
                <a:lnTo>
                  <a:pt x="258483" y="174320"/>
                </a:lnTo>
                <a:lnTo>
                  <a:pt x="276199" y="224675"/>
                </a:lnTo>
                <a:lnTo>
                  <a:pt x="310184" y="261797"/>
                </a:lnTo>
                <a:lnTo>
                  <a:pt x="356946" y="281127"/>
                </a:lnTo>
                <a:lnTo>
                  <a:pt x="384340" y="283654"/>
                </a:lnTo>
                <a:lnTo>
                  <a:pt x="412673" y="281101"/>
                </a:lnTo>
                <a:lnTo>
                  <a:pt x="460717" y="261150"/>
                </a:lnTo>
                <a:lnTo>
                  <a:pt x="495566" y="222872"/>
                </a:lnTo>
                <a:lnTo>
                  <a:pt x="513232" y="170230"/>
                </a:lnTo>
                <a:lnTo>
                  <a:pt x="515493" y="1387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3903903" y="5401436"/>
            <a:ext cx="3507740" cy="387985"/>
          </a:xfrm>
          <a:custGeom>
            <a:avLst/>
            <a:gdLst/>
            <a:ahLst/>
            <a:cxnLst/>
            <a:rect l="l" t="t" r="r" b="b"/>
            <a:pathLst>
              <a:path w="3507740" h="387985">
                <a:moveTo>
                  <a:pt x="97637" y="73253"/>
                </a:moveTo>
                <a:lnTo>
                  <a:pt x="83629" y="58115"/>
                </a:lnTo>
                <a:lnTo>
                  <a:pt x="69049" y="42532"/>
                </a:lnTo>
                <a:lnTo>
                  <a:pt x="53873" y="26670"/>
                </a:lnTo>
                <a:lnTo>
                  <a:pt x="38100" y="10668"/>
                </a:lnTo>
                <a:lnTo>
                  <a:pt x="15240" y="32004"/>
                </a:lnTo>
                <a:lnTo>
                  <a:pt x="29832" y="47421"/>
                </a:lnTo>
                <a:lnTo>
                  <a:pt x="43865" y="63525"/>
                </a:lnTo>
                <a:lnTo>
                  <a:pt x="57327" y="79895"/>
                </a:lnTo>
                <a:lnTo>
                  <a:pt x="70205" y="96113"/>
                </a:lnTo>
                <a:lnTo>
                  <a:pt x="97637" y="73253"/>
                </a:lnTo>
                <a:close/>
              </a:path>
              <a:path w="3507740" h="387985">
                <a:moveTo>
                  <a:pt x="137261" y="280708"/>
                </a:moveTo>
                <a:lnTo>
                  <a:pt x="136220" y="273088"/>
                </a:lnTo>
                <a:lnTo>
                  <a:pt x="135166" y="263944"/>
                </a:lnTo>
                <a:lnTo>
                  <a:pt x="134493" y="255701"/>
                </a:lnTo>
                <a:lnTo>
                  <a:pt x="134213" y="247180"/>
                </a:lnTo>
                <a:lnTo>
                  <a:pt x="120497" y="258343"/>
                </a:lnTo>
                <a:lnTo>
                  <a:pt x="106781" y="269087"/>
                </a:lnTo>
                <a:lnTo>
                  <a:pt x="93065" y="279539"/>
                </a:lnTo>
                <a:lnTo>
                  <a:pt x="79349" y="289852"/>
                </a:lnTo>
                <a:lnTo>
                  <a:pt x="79349" y="135737"/>
                </a:lnTo>
                <a:lnTo>
                  <a:pt x="0" y="135737"/>
                </a:lnTo>
                <a:lnTo>
                  <a:pt x="0" y="163271"/>
                </a:lnTo>
                <a:lnTo>
                  <a:pt x="48869" y="163271"/>
                </a:lnTo>
                <a:lnTo>
                  <a:pt x="48856" y="285407"/>
                </a:lnTo>
                <a:lnTo>
                  <a:pt x="47993" y="296379"/>
                </a:lnTo>
                <a:lnTo>
                  <a:pt x="45389" y="306616"/>
                </a:lnTo>
                <a:lnTo>
                  <a:pt x="41071" y="315709"/>
                </a:lnTo>
                <a:lnTo>
                  <a:pt x="35052" y="323380"/>
                </a:lnTo>
                <a:lnTo>
                  <a:pt x="56489" y="346240"/>
                </a:lnTo>
                <a:lnTo>
                  <a:pt x="74777" y="327952"/>
                </a:lnTo>
                <a:lnTo>
                  <a:pt x="91617" y="314782"/>
                </a:lnTo>
                <a:lnTo>
                  <a:pt x="107734" y="302615"/>
                </a:lnTo>
                <a:lnTo>
                  <a:pt x="124942" y="289852"/>
                </a:lnTo>
                <a:lnTo>
                  <a:pt x="137261" y="280708"/>
                </a:lnTo>
                <a:close/>
              </a:path>
              <a:path w="3507740" h="387985">
                <a:moveTo>
                  <a:pt x="376720" y="71729"/>
                </a:moveTo>
                <a:lnTo>
                  <a:pt x="244043" y="71729"/>
                </a:lnTo>
                <a:lnTo>
                  <a:pt x="271475" y="56489"/>
                </a:lnTo>
                <a:lnTo>
                  <a:pt x="265201" y="43878"/>
                </a:lnTo>
                <a:lnTo>
                  <a:pt x="257949" y="31102"/>
                </a:lnTo>
                <a:lnTo>
                  <a:pt x="249821" y="18046"/>
                </a:lnTo>
                <a:lnTo>
                  <a:pt x="240995" y="4572"/>
                </a:lnTo>
                <a:lnTo>
                  <a:pt x="213563" y="16764"/>
                </a:lnTo>
                <a:lnTo>
                  <a:pt x="222148" y="30505"/>
                </a:lnTo>
                <a:lnTo>
                  <a:pt x="229755" y="44246"/>
                </a:lnTo>
                <a:lnTo>
                  <a:pt x="236486" y="58000"/>
                </a:lnTo>
                <a:lnTo>
                  <a:pt x="242519" y="71729"/>
                </a:lnTo>
                <a:lnTo>
                  <a:pt x="118973" y="71729"/>
                </a:lnTo>
                <a:lnTo>
                  <a:pt x="118973" y="99161"/>
                </a:lnTo>
                <a:lnTo>
                  <a:pt x="173837" y="99161"/>
                </a:lnTo>
                <a:lnTo>
                  <a:pt x="173837" y="163271"/>
                </a:lnTo>
                <a:lnTo>
                  <a:pt x="171170" y="228460"/>
                </a:lnTo>
                <a:lnTo>
                  <a:pt x="161645" y="273088"/>
                </a:lnTo>
                <a:lnTo>
                  <a:pt x="140119" y="317868"/>
                </a:lnTo>
                <a:lnTo>
                  <a:pt x="103733" y="361581"/>
                </a:lnTo>
                <a:lnTo>
                  <a:pt x="109474" y="365556"/>
                </a:lnTo>
                <a:lnTo>
                  <a:pt x="115303" y="370484"/>
                </a:lnTo>
                <a:lnTo>
                  <a:pt x="121526" y="376364"/>
                </a:lnTo>
                <a:lnTo>
                  <a:pt x="128117" y="382917"/>
                </a:lnTo>
                <a:lnTo>
                  <a:pt x="149237" y="359778"/>
                </a:lnTo>
                <a:lnTo>
                  <a:pt x="180670" y="312318"/>
                </a:lnTo>
                <a:lnTo>
                  <a:pt x="196723" y="267411"/>
                </a:lnTo>
                <a:lnTo>
                  <a:pt x="204203" y="215811"/>
                </a:lnTo>
                <a:lnTo>
                  <a:pt x="205943" y="184607"/>
                </a:lnTo>
                <a:lnTo>
                  <a:pt x="318719" y="184607"/>
                </a:lnTo>
                <a:lnTo>
                  <a:pt x="316661" y="222567"/>
                </a:lnTo>
                <a:lnTo>
                  <a:pt x="314934" y="255701"/>
                </a:lnTo>
                <a:lnTo>
                  <a:pt x="313143" y="285280"/>
                </a:lnTo>
                <a:lnTo>
                  <a:pt x="302526" y="331571"/>
                </a:lnTo>
                <a:lnTo>
                  <a:pt x="283667" y="338620"/>
                </a:lnTo>
                <a:lnTo>
                  <a:pt x="268516" y="338353"/>
                </a:lnTo>
                <a:lnTo>
                  <a:pt x="252806" y="337667"/>
                </a:lnTo>
                <a:lnTo>
                  <a:pt x="219659" y="335572"/>
                </a:lnTo>
                <a:lnTo>
                  <a:pt x="221030" y="343611"/>
                </a:lnTo>
                <a:lnTo>
                  <a:pt x="222707" y="351815"/>
                </a:lnTo>
                <a:lnTo>
                  <a:pt x="224370" y="360299"/>
                </a:lnTo>
                <a:lnTo>
                  <a:pt x="225755" y="369201"/>
                </a:lnTo>
                <a:lnTo>
                  <a:pt x="241706" y="369430"/>
                </a:lnTo>
                <a:lnTo>
                  <a:pt x="272465" y="370484"/>
                </a:lnTo>
                <a:lnTo>
                  <a:pt x="286715" y="370725"/>
                </a:lnTo>
                <a:lnTo>
                  <a:pt x="308775" y="367309"/>
                </a:lnTo>
                <a:lnTo>
                  <a:pt x="324853" y="357187"/>
                </a:lnTo>
                <a:lnTo>
                  <a:pt x="335229" y="340461"/>
                </a:lnTo>
                <a:lnTo>
                  <a:pt x="335610" y="338620"/>
                </a:lnTo>
                <a:lnTo>
                  <a:pt x="340144" y="317284"/>
                </a:lnTo>
                <a:lnTo>
                  <a:pt x="344678" y="256273"/>
                </a:lnTo>
                <a:lnTo>
                  <a:pt x="347002" y="211543"/>
                </a:lnTo>
                <a:lnTo>
                  <a:pt x="349288" y="158699"/>
                </a:lnTo>
                <a:lnTo>
                  <a:pt x="205943" y="158699"/>
                </a:lnTo>
                <a:lnTo>
                  <a:pt x="205943" y="99161"/>
                </a:lnTo>
                <a:lnTo>
                  <a:pt x="376720" y="99161"/>
                </a:lnTo>
                <a:lnTo>
                  <a:pt x="376720" y="71729"/>
                </a:lnTo>
                <a:close/>
              </a:path>
              <a:path w="3507740" h="387985">
                <a:moveTo>
                  <a:pt x="439204" y="80873"/>
                </a:moveTo>
                <a:lnTo>
                  <a:pt x="408724" y="80873"/>
                </a:lnTo>
                <a:lnTo>
                  <a:pt x="408724" y="381393"/>
                </a:lnTo>
                <a:lnTo>
                  <a:pt x="439204" y="381393"/>
                </a:lnTo>
                <a:lnTo>
                  <a:pt x="439204" y="80873"/>
                </a:lnTo>
                <a:close/>
              </a:path>
              <a:path w="3507740" h="387985">
                <a:moveTo>
                  <a:pt x="504837" y="61061"/>
                </a:moveTo>
                <a:lnTo>
                  <a:pt x="488543" y="43840"/>
                </a:lnTo>
                <a:lnTo>
                  <a:pt x="473964" y="28778"/>
                </a:lnTo>
                <a:lnTo>
                  <a:pt x="461073" y="15748"/>
                </a:lnTo>
                <a:lnTo>
                  <a:pt x="449872" y="4572"/>
                </a:lnTo>
                <a:lnTo>
                  <a:pt x="428536" y="24384"/>
                </a:lnTo>
                <a:lnTo>
                  <a:pt x="438772" y="35852"/>
                </a:lnTo>
                <a:lnTo>
                  <a:pt x="465010" y="64985"/>
                </a:lnTo>
                <a:lnTo>
                  <a:pt x="480441" y="82397"/>
                </a:lnTo>
                <a:lnTo>
                  <a:pt x="504837" y="61061"/>
                </a:lnTo>
                <a:close/>
              </a:path>
              <a:path w="3507740" h="387985">
                <a:moveTo>
                  <a:pt x="658850" y="125069"/>
                </a:moveTo>
                <a:lnTo>
                  <a:pt x="631418" y="125069"/>
                </a:lnTo>
                <a:lnTo>
                  <a:pt x="631418" y="154127"/>
                </a:lnTo>
                <a:lnTo>
                  <a:pt x="631418" y="250228"/>
                </a:lnTo>
                <a:lnTo>
                  <a:pt x="524649" y="250228"/>
                </a:lnTo>
                <a:lnTo>
                  <a:pt x="524649" y="154127"/>
                </a:lnTo>
                <a:lnTo>
                  <a:pt x="631418" y="154127"/>
                </a:lnTo>
                <a:lnTo>
                  <a:pt x="631418" y="125069"/>
                </a:lnTo>
                <a:lnTo>
                  <a:pt x="497217" y="125069"/>
                </a:lnTo>
                <a:lnTo>
                  <a:pt x="497217" y="300520"/>
                </a:lnTo>
                <a:lnTo>
                  <a:pt x="524649" y="300520"/>
                </a:lnTo>
                <a:lnTo>
                  <a:pt x="524649" y="279184"/>
                </a:lnTo>
                <a:lnTo>
                  <a:pt x="658850" y="279184"/>
                </a:lnTo>
                <a:lnTo>
                  <a:pt x="658850" y="250228"/>
                </a:lnTo>
                <a:lnTo>
                  <a:pt x="658850" y="154127"/>
                </a:lnTo>
                <a:lnTo>
                  <a:pt x="658850" y="125069"/>
                </a:lnTo>
                <a:close/>
              </a:path>
              <a:path w="3507740" h="387985">
                <a:moveTo>
                  <a:pt x="747344" y="28956"/>
                </a:moveTo>
                <a:lnTo>
                  <a:pt x="529221" y="28956"/>
                </a:lnTo>
                <a:lnTo>
                  <a:pt x="529221" y="58013"/>
                </a:lnTo>
                <a:lnTo>
                  <a:pt x="718286" y="58013"/>
                </a:lnTo>
                <a:lnTo>
                  <a:pt x="718286" y="321856"/>
                </a:lnTo>
                <a:lnTo>
                  <a:pt x="716330" y="334759"/>
                </a:lnTo>
                <a:lnTo>
                  <a:pt x="710666" y="343814"/>
                </a:lnTo>
                <a:lnTo>
                  <a:pt x="701573" y="349148"/>
                </a:lnTo>
                <a:lnTo>
                  <a:pt x="690156" y="350799"/>
                </a:lnTo>
                <a:lnTo>
                  <a:pt x="659422" y="350723"/>
                </a:lnTo>
                <a:lnTo>
                  <a:pt x="644105" y="350266"/>
                </a:lnTo>
                <a:lnTo>
                  <a:pt x="628370" y="349389"/>
                </a:lnTo>
                <a:lnTo>
                  <a:pt x="630605" y="358216"/>
                </a:lnTo>
                <a:lnTo>
                  <a:pt x="632561" y="366344"/>
                </a:lnTo>
                <a:lnTo>
                  <a:pt x="633945" y="373595"/>
                </a:lnTo>
                <a:lnTo>
                  <a:pt x="634466" y="379869"/>
                </a:lnTo>
                <a:lnTo>
                  <a:pt x="649592" y="380098"/>
                </a:lnTo>
                <a:lnTo>
                  <a:pt x="680974" y="381152"/>
                </a:lnTo>
                <a:lnTo>
                  <a:pt x="696950" y="381393"/>
                </a:lnTo>
                <a:lnTo>
                  <a:pt x="718972" y="377723"/>
                </a:lnTo>
                <a:lnTo>
                  <a:pt x="744181" y="349148"/>
                </a:lnTo>
                <a:lnTo>
                  <a:pt x="747344" y="324904"/>
                </a:lnTo>
                <a:lnTo>
                  <a:pt x="747344" y="28956"/>
                </a:lnTo>
                <a:close/>
              </a:path>
              <a:path w="3507740" h="387985">
                <a:moveTo>
                  <a:pt x="855535" y="67157"/>
                </a:moveTo>
                <a:lnTo>
                  <a:pt x="846391" y="54851"/>
                </a:lnTo>
                <a:lnTo>
                  <a:pt x="837247" y="43103"/>
                </a:lnTo>
                <a:lnTo>
                  <a:pt x="828103" y="31927"/>
                </a:lnTo>
                <a:lnTo>
                  <a:pt x="818959" y="21348"/>
                </a:lnTo>
                <a:lnTo>
                  <a:pt x="797623" y="36588"/>
                </a:lnTo>
                <a:lnTo>
                  <a:pt x="805865" y="47447"/>
                </a:lnTo>
                <a:lnTo>
                  <a:pt x="814387" y="59143"/>
                </a:lnTo>
                <a:lnTo>
                  <a:pt x="822921" y="71399"/>
                </a:lnTo>
                <a:lnTo>
                  <a:pt x="831151" y="83921"/>
                </a:lnTo>
                <a:lnTo>
                  <a:pt x="855535" y="67157"/>
                </a:lnTo>
                <a:close/>
              </a:path>
              <a:path w="3507740" h="387985">
                <a:moveTo>
                  <a:pt x="966889" y="227279"/>
                </a:moveTo>
                <a:lnTo>
                  <a:pt x="937933" y="227279"/>
                </a:lnTo>
                <a:lnTo>
                  <a:pt x="937933" y="251752"/>
                </a:lnTo>
                <a:lnTo>
                  <a:pt x="930008" y="266941"/>
                </a:lnTo>
                <a:lnTo>
                  <a:pt x="920216" y="280708"/>
                </a:lnTo>
                <a:lnTo>
                  <a:pt x="909002" y="293331"/>
                </a:lnTo>
                <a:lnTo>
                  <a:pt x="896785" y="305092"/>
                </a:lnTo>
                <a:lnTo>
                  <a:pt x="854036" y="285800"/>
                </a:lnTo>
                <a:lnTo>
                  <a:pt x="840295" y="279184"/>
                </a:lnTo>
                <a:lnTo>
                  <a:pt x="844867" y="273189"/>
                </a:lnTo>
                <a:lnTo>
                  <a:pt x="849439" y="266611"/>
                </a:lnTo>
                <a:lnTo>
                  <a:pt x="854011" y="259473"/>
                </a:lnTo>
                <a:lnTo>
                  <a:pt x="858583" y="251752"/>
                </a:lnTo>
                <a:lnTo>
                  <a:pt x="937933" y="251752"/>
                </a:lnTo>
                <a:lnTo>
                  <a:pt x="937933" y="227279"/>
                </a:lnTo>
                <a:lnTo>
                  <a:pt x="873823" y="227279"/>
                </a:lnTo>
                <a:lnTo>
                  <a:pt x="876871" y="219659"/>
                </a:lnTo>
                <a:lnTo>
                  <a:pt x="881545" y="213563"/>
                </a:lnTo>
                <a:lnTo>
                  <a:pt x="886117" y="205943"/>
                </a:lnTo>
                <a:lnTo>
                  <a:pt x="858583" y="196799"/>
                </a:lnTo>
                <a:lnTo>
                  <a:pt x="849630" y="212039"/>
                </a:lnTo>
                <a:lnTo>
                  <a:pt x="845515" y="219506"/>
                </a:lnTo>
                <a:lnTo>
                  <a:pt x="841819" y="227279"/>
                </a:lnTo>
                <a:lnTo>
                  <a:pt x="783907" y="227279"/>
                </a:lnTo>
                <a:lnTo>
                  <a:pt x="783907" y="251752"/>
                </a:lnTo>
                <a:lnTo>
                  <a:pt x="826579" y="251752"/>
                </a:lnTo>
                <a:lnTo>
                  <a:pt x="820864" y="261759"/>
                </a:lnTo>
                <a:lnTo>
                  <a:pt x="815149" y="271183"/>
                </a:lnTo>
                <a:lnTo>
                  <a:pt x="809434" y="280047"/>
                </a:lnTo>
                <a:lnTo>
                  <a:pt x="803719" y="288328"/>
                </a:lnTo>
                <a:lnTo>
                  <a:pt x="839152" y="305854"/>
                </a:lnTo>
                <a:lnTo>
                  <a:pt x="856018" y="314477"/>
                </a:lnTo>
                <a:lnTo>
                  <a:pt x="872299" y="323380"/>
                </a:lnTo>
                <a:lnTo>
                  <a:pt x="851750" y="334251"/>
                </a:lnTo>
                <a:lnTo>
                  <a:pt x="829144" y="343966"/>
                </a:lnTo>
                <a:lnTo>
                  <a:pt x="804367" y="352602"/>
                </a:lnTo>
                <a:lnTo>
                  <a:pt x="777811" y="360057"/>
                </a:lnTo>
                <a:lnTo>
                  <a:pt x="781240" y="366890"/>
                </a:lnTo>
                <a:lnTo>
                  <a:pt x="784669" y="373583"/>
                </a:lnTo>
                <a:lnTo>
                  <a:pt x="788098" y="379984"/>
                </a:lnTo>
                <a:lnTo>
                  <a:pt x="791527" y="385965"/>
                </a:lnTo>
                <a:lnTo>
                  <a:pt x="822375" y="376199"/>
                </a:lnTo>
                <a:lnTo>
                  <a:pt x="850785" y="364998"/>
                </a:lnTo>
                <a:lnTo>
                  <a:pt x="876655" y="352056"/>
                </a:lnTo>
                <a:lnTo>
                  <a:pt x="899833" y="337096"/>
                </a:lnTo>
                <a:lnTo>
                  <a:pt x="912380" y="343966"/>
                </a:lnTo>
                <a:lnTo>
                  <a:pt x="924788" y="350862"/>
                </a:lnTo>
                <a:lnTo>
                  <a:pt x="936904" y="357746"/>
                </a:lnTo>
                <a:lnTo>
                  <a:pt x="948601" y="364629"/>
                </a:lnTo>
                <a:lnTo>
                  <a:pt x="965365" y="337096"/>
                </a:lnTo>
                <a:lnTo>
                  <a:pt x="944029" y="327761"/>
                </a:lnTo>
                <a:lnTo>
                  <a:pt x="933221" y="322732"/>
                </a:lnTo>
                <a:lnTo>
                  <a:pt x="922693" y="317284"/>
                </a:lnTo>
                <a:lnTo>
                  <a:pt x="934427" y="305092"/>
                </a:lnTo>
                <a:lnTo>
                  <a:pt x="936675" y="302755"/>
                </a:lnTo>
                <a:lnTo>
                  <a:pt x="948791" y="286804"/>
                </a:lnTo>
                <a:lnTo>
                  <a:pt x="958913" y="269709"/>
                </a:lnTo>
                <a:lnTo>
                  <a:pt x="966889" y="251752"/>
                </a:lnTo>
                <a:lnTo>
                  <a:pt x="966889" y="227279"/>
                </a:lnTo>
                <a:close/>
              </a:path>
              <a:path w="3507740" h="387985">
                <a:moveTo>
                  <a:pt x="977557" y="96113"/>
                </a:moveTo>
                <a:lnTo>
                  <a:pt x="904405" y="96113"/>
                </a:lnTo>
                <a:lnTo>
                  <a:pt x="904405" y="9156"/>
                </a:lnTo>
                <a:lnTo>
                  <a:pt x="875347" y="9156"/>
                </a:lnTo>
                <a:lnTo>
                  <a:pt x="875347" y="96113"/>
                </a:lnTo>
                <a:lnTo>
                  <a:pt x="788479" y="96113"/>
                </a:lnTo>
                <a:lnTo>
                  <a:pt x="788479" y="120497"/>
                </a:lnTo>
                <a:lnTo>
                  <a:pt x="866203" y="120497"/>
                </a:lnTo>
                <a:lnTo>
                  <a:pt x="845972" y="138912"/>
                </a:lnTo>
                <a:lnTo>
                  <a:pt x="824293" y="155448"/>
                </a:lnTo>
                <a:lnTo>
                  <a:pt x="801484" y="170522"/>
                </a:lnTo>
                <a:lnTo>
                  <a:pt x="777811" y="184607"/>
                </a:lnTo>
                <a:lnTo>
                  <a:pt x="782370" y="190322"/>
                </a:lnTo>
                <a:lnTo>
                  <a:pt x="786765" y="196037"/>
                </a:lnTo>
                <a:lnTo>
                  <a:pt x="790892" y="201752"/>
                </a:lnTo>
                <a:lnTo>
                  <a:pt x="794575" y="207467"/>
                </a:lnTo>
                <a:lnTo>
                  <a:pt x="816851" y="193179"/>
                </a:lnTo>
                <a:lnTo>
                  <a:pt x="837819" y="177749"/>
                </a:lnTo>
                <a:lnTo>
                  <a:pt x="857377" y="161175"/>
                </a:lnTo>
                <a:lnTo>
                  <a:pt x="875347" y="143459"/>
                </a:lnTo>
                <a:lnTo>
                  <a:pt x="875347" y="196799"/>
                </a:lnTo>
                <a:lnTo>
                  <a:pt x="904405" y="196799"/>
                </a:lnTo>
                <a:lnTo>
                  <a:pt x="904405" y="154127"/>
                </a:lnTo>
                <a:lnTo>
                  <a:pt x="919568" y="166166"/>
                </a:lnTo>
                <a:lnTo>
                  <a:pt x="933170" y="177368"/>
                </a:lnTo>
                <a:lnTo>
                  <a:pt x="945337" y="187985"/>
                </a:lnTo>
                <a:lnTo>
                  <a:pt x="956221" y="198323"/>
                </a:lnTo>
                <a:lnTo>
                  <a:pt x="974509" y="176987"/>
                </a:lnTo>
                <a:lnTo>
                  <a:pt x="932497" y="143510"/>
                </a:lnTo>
                <a:lnTo>
                  <a:pt x="915073" y="131165"/>
                </a:lnTo>
                <a:lnTo>
                  <a:pt x="904405" y="143459"/>
                </a:lnTo>
                <a:lnTo>
                  <a:pt x="904405" y="120497"/>
                </a:lnTo>
                <a:lnTo>
                  <a:pt x="977557" y="120497"/>
                </a:lnTo>
                <a:lnTo>
                  <a:pt x="977557" y="96113"/>
                </a:lnTo>
                <a:close/>
              </a:path>
              <a:path w="3507740" h="387985">
                <a:moveTo>
                  <a:pt x="983653" y="35064"/>
                </a:moveTo>
                <a:lnTo>
                  <a:pt x="960793" y="19824"/>
                </a:lnTo>
                <a:lnTo>
                  <a:pt x="950747" y="33299"/>
                </a:lnTo>
                <a:lnTo>
                  <a:pt x="940981" y="46189"/>
                </a:lnTo>
                <a:lnTo>
                  <a:pt x="931214" y="58483"/>
                </a:lnTo>
                <a:lnTo>
                  <a:pt x="921169" y="70205"/>
                </a:lnTo>
                <a:lnTo>
                  <a:pt x="926858" y="73875"/>
                </a:lnTo>
                <a:lnTo>
                  <a:pt x="932408" y="77825"/>
                </a:lnTo>
                <a:lnTo>
                  <a:pt x="942505" y="85445"/>
                </a:lnTo>
                <a:lnTo>
                  <a:pt x="952665" y="73875"/>
                </a:lnTo>
                <a:lnTo>
                  <a:pt x="963079" y="61429"/>
                </a:lnTo>
                <a:lnTo>
                  <a:pt x="973366" y="48539"/>
                </a:lnTo>
                <a:lnTo>
                  <a:pt x="983653" y="35064"/>
                </a:lnTo>
                <a:close/>
              </a:path>
              <a:path w="3507740" h="387985">
                <a:moveTo>
                  <a:pt x="1163675" y="353961"/>
                </a:moveTo>
                <a:lnTo>
                  <a:pt x="1141399" y="339331"/>
                </a:lnTo>
                <a:lnTo>
                  <a:pt x="1120724" y="323011"/>
                </a:lnTo>
                <a:lnTo>
                  <a:pt x="1108481" y="311188"/>
                </a:lnTo>
                <a:lnTo>
                  <a:pt x="1102067" y="305003"/>
                </a:lnTo>
                <a:lnTo>
                  <a:pt x="1085862" y="285280"/>
                </a:lnTo>
                <a:lnTo>
                  <a:pt x="1100810" y="254800"/>
                </a:lnTo>
                <a:lnTo>
                  <a:pt x="1103553" y="249224"/>
                </a:lnTo>
                <a:lnTo>
                  <a:pt x="1117676" y="207467"/>
                </a:lnTo>
                <a:lnTo>
                  <a:pt x="1128077" y="159981"/>
                </a:lnTo>
                <a:lnTo>
                  <a:pt x="1134630" y="106781"/>
                </a:lnTo>
                <a:lnTo>
                  <a:pt x="1159103" y="106781"/>
                </a:lnTo>
                <a:lnTo>
                  <a:pt x="1159103" y="80873"/>
                </a:lnTo>
                <a:lnTo>
                  <a:pt x="1104150" y="80873"/>
                </a:lnTo>
                <a:lnTo>
                  <a:pt x="1104150" y="106781"/>
                </a:lnTo>
                <a:lnTo>
                  <a:pt x="1099261" y="150291"/>
                </a:lnTo>
                <a:lnTo>
                  <a:pt x="1091387" y="189369"/>
                </a:lnTo>
                <a:lnTo>
                  <a:pt x="1080350" y="224142"/>
                </a:lnTo>
                <a:lnTo>
                  <a:pt x="1066050" y="254800"/>
                </a:lnTo>
                <a:lnTo>
                  <a:pt x="1052372" y="224497"/>
                </a:lnTo>
                <a:lnTo>
                  <a:pt x="1041285" y="191084"/>
                </a:lnTo>
                <a:lnTo>
                  <a:pt x="1034275" y="160223"/>
                </a:lnTo>
                <a:lnTo>
                  <a:pt x="1033043" y="154800"/>
                </a:lnTo>
                <a:lnTo>
                  <a:pt x="1027938" y="115925"/>
                </a:lnTo>
                <a:lnTo>
                  <a:pt x="1032522" y="106781"/>
                </a:lnTo>
                <a:lnTo>
                  <a:pt x="1104150" y="106781"/>
                </a:lnTo>
                <a:lnTo>
                  <a:pt x="1104150" y="80873"/>
                </a:lnTo>
                <a:lnTo>
                  <a:pt x="1041666" y="80873"/>
                </a:lnTo>
                <a:lnTo>
                  <a:pt x="1047089" y="64338"/>
                </a:lnTo>
                <a:lnTo>
                  <a:pt x="1051953" y="46913"/>
                </a:lnTo>
                <a:lnTo>
                  <a:pt x="1056233" y="28930"/>
                </a:lnTo>
                <a:lnTo>
                  <a:pt x="1059954" y="10680"/>
                </a:lnTo>
                <a:lnTo>
                  <a:pt x="1029474" y="6096"/>
                </a:lnTo>
                <a:lnTo>
                  <a:pt x="1020597" y="50165"/>
                </a:lnTo>
                <a:lnTo>
                  <a:pt x="1007706" y="90779"/>
                </a:lnTo>
                <a:lnTo>
                  <a:pt x="990815" y="127965"/>
                </a:lnTo>
                <a:lnTo>
                  <a:pt x="969937" y="161747"/>
                </a:lnTo>
                <a:lnTo>
                  <a:pt x="975601" y="168338"/>
                </a:lnTo>
                <a:lnTo>
                  <a:pt x="980986" y="174510"/>
                </a:lnTo>
                <a:lnTo>
                  <a:pt x="985799" y="180390"/>
                </a:lnTo>
                <a:lnTo>
                  <a:pt x="989749" y="186131"/>
                </a:lnTo>
                <a:lnTo>
                  <a:pt x="994079" y="180149"/>
                </a:lnTo>
                <a:lnTo>
                  <a:pt x="998131" y="173748"/>
                </a:lnTo>
                <a:lnTo>
                  <a:pt x="1002182" y="167055"/>
                </a:lnTo>
                <a:lnTo>
                  <a:pt x="1006513" y="160223"/>
                </a:lnTo>
                <a:lnTo>
                  <a:pt x="1012532" y="194525"/>
                </a:lnTo>
                <a:lnTo>
                  <a:pt x="1021422" y="226555"/>
                </a:lnTo>
                <a:lnTo>
                  <a:pt x="1033170" y="256311"/>
                </a:lnTo>
                <a:lnTo>
                  <a:pt x="1047762" y="283756"/>
                </a:lnTo>
                <a:lnTo>
                  <a:pt x="1029449" y="305142"/>
                </a:lnTo>
                <a:lnTo>
                  <a:pt x="1008849" y="325678"/>
                </a:lnTo>
                <a:lnTo>
                  <a:pt x="985951" y="345084"/>
                </a:lnTo>
                <a:lnTo>
                  <a:pt x="960793" y="363105"/>
                </a:lnTo>
                <a:lnTo>
                  <a:pt x="967130" y="369697"/>
                </a:lnTo>
                <a:lnTo>
                  <a:pt x="972604" y="375869"/>
                </a:lnTo>
                <a:lnTo>
                  <a:pt x="977506" y="381749"/>
                </a:lnTo>
                <a:lnTo>
                  <a:pt x="982129" y="387489"/>
                </a:lnTo>
                <a:lnTo>
                  <a:pt x="1005522" y="370852"/>
                </a:lnTo>
                <a:lnTo>
                  <a:pt x="1027518" y="352767"/>
                </a:lnTo>
                <a:lnTo>
                  <a:pt x="1047788" y="332968"/>
                </a:lnTo>
                <a:lnTo>
                  <a:pt x="1066050" y="311188"/>
                </a:lnTo>
                <a:lnTo>
                  <a:pt x="1082903" y="331851"/>
                </a:lnTo>
                <a:lnTo>
                  <a:pt x="1101483" y="350672"/>
                </a:lnTo>
                <a:lnTo>
                  <a:pt x="1121765" y="368058"/>
                </a:lnTo>
                <a:lnTo>
                  <a:pt x="1143774" y="384441"/>
                </a:lnTo>
                <a:lnTo>
                  <a:pt x="1148359" y="377317"/>
                </a:lnTo>
                <a:lnTo>
                  <a:pt x="1153109" y="369773"/>
                </a:lnTo>
                <a:lnTo>
                  <a:pt x="1158163" y="361937"/>
                </a:lnTo>
                <a:lnTo>
                  <a:pt x="1163675" y="353961"/>
                </a:lnTo>
                <a:close/>
              </a:path>
              <a:path w="3507740" h="387985">
                <a:moveTo>
                  <a:pt x="1294739" y="80873"/>
                </a:moveTo>
                <a:lnTo>
                  <a:pt x="1253591" y="80873"/>
                </a:lnTo>
                <a:lnTo>
                  <a:pt x="1253591" y="7620"/>
                </a:lnTo>
                <a:lnTo>
                  <a:pt x="1224635" y="7620"/>
                </a:lnTo>
                <a:lnTo>
                  <a:pt x="1224635" y="80873"/>
                </a:lnTo>
                <a:lnTo>
                  <a:pt x="1175867" y="80873"/>
                </a:lnTo>
                <a:lnTo>
                  <a:pt x="1175867" y="108305"/>
                </a:lnTo>
                <a:lnTo>
                  <a:pt x="1224635" y="108305"/>
                </a:lnTo>
                <a:lnTo>
                  <a:pt x="1224635" y="195262"/>
                </a:lnTo>
                <a:lnTo>
                  <a:pt x="1211795" y="199580"/>
                </a:lnTo>
                <a:lnTo>
                  <a:pt x="1198537" y="203454"/>
                </a:lnTo>
                <a:lnTo>
                  <a:pt x="1184986" y="207060"/>
                </a:lnTo>
                <a:lnTo>
                  <a:pt x="1171295" y="210502"/>
                </a:lnTo>
                <a:lnTo>
                  <a:pt x="1175867" y="244030"/>
                </a:lnTo>
                <a:lnTo>
                  <a:pt x="1187564" y="239483"/>
                </a:lnTo>
                <a:lnTo>
                  <a:pt x="1199680" y="235077"/>
                </a:lnTo>
                <a:lnTo>
                  <a:pt x="1212088" y="230962"/>
                </a:lnTo>
                <a:lnTo>
                  <a:pt x="1224635" y="227266"/>
                </a:lnTo>
                <a:lnTo>
                  <a:pt x="1224635" y="327952"/>
                </a:lnTo>
                <a:lnTo>
                  <a:pt x="1223518" y="336194"/>
                </a:lnTo>
                <a:lnTo>
                  <a:pt x="1220254" y="342430"/>
                </a:lnTo>
                <a:lnTo>
                  <a:pt x="1214996" y="346379"/>
                </a:lnTo>
                <a:lnTo>
                  <a:pt x="1207871" y="347764"/>
                </a:lnTo>
                <a:lnTo>
                  <a:pt x="1201585" y="347497"/>
                </a:lnTo>
                <a:lnTo>
                  <a:pt x="1194155" y="346811"/>
                </a:lnTo>
                <a:lnTo>
                  <a:pt x="1175867" y="344716"/>
                </a:lnTo>
                <a:lnTo>
                  <a:pt x="1180439" y="376821"/>
                </a:lnTo>
                <a:lnTo>
                  <a:pt x="1215491" y="376821"/>
                </a:lnTo>
                <a:lnTo>
                  <a:pt x="1231734" y="373976"/>
                </a:lnTo>
                <a:lnTo>
                  <a:pt x="1243685" y="365569"/>
                </a:lnTo>
                <a:lnTo>
                  <a:pt x="1251064" y="351701"/>
                </a:lnTo>
                <a:lnTo>
                  <a:pt x="1251585" y="347764"/>
                </a:lnTo>
                <a:lnTo>
                  <a:pt x="1253591" y="332524"/>
                </a:lnTo>
                <a:lnTo>
                  <a:pt x="1253591" y="227266"/>
                </a:lnTo>
                <a:lnTo>
                  <a:pt x="1253591" y="216598"/>
                </a:lnTo>
                <a:lnTo>
                  <a:pt x="1262735" y="214058"/>
                </a:lnTo>
                <a:lnTo>
                  <a:pt x="1271879" y="211074"/>
                </a:lnTo>
                <a:lnTo>
                  <a:pt x="1281023" y="207822"/>
                </a:lnTo>
                <a:lnTo>
                  <a:pt x="1290167" y="204406"/>
                </a:lnTo>
                <a:lnTo>
                  <a:pt x="1289926" y="198170"/>
                </a:lnTo>
                <a:lnTo>
                  <a:pt x="1289405" y="191071"/>
                </a:lnTo>
                <a:lnTo>
                  <a:pt x="1289062" y="186118"/>
                </a:lnTo>
                <a:lnTo>
                  <a:pt x="1288897" y="183603"/>
                </a:lnTo>
                <a:lnTo>
                  <a:pt x="1288643" y="175450"/>
                </a:lnTo>
                <a:lnTo>
                  <a:pt x="1279740" y="177977"/>
                </a:lnTo>
                <a:lnTo>
                  <a:pt x="1262494" y="183603"/>
                </a:lnTo>
                <a:lnTo>
                  <a:pt x="1253591" y="186118"/>
                </a:lnTo>
                <a:lnTo>
                  <a:pt x="1253591" y="108305"/>
                </a:lnTo>
                <a:lnTo>
                  <a:pt x="1294739" y="108305"/>
                </a:lnTo>
                <a:lnTo>
                  <a:pt x="1294739" y="80873"/>
                </a:lnTo>
                <a:close/>
              </a:path>
              <a:path w="3507740" h="387985">
                <a:moveTo>
                  <a:pt x="1550962" y="173926"/>
                </a:moveTo>
                <a:lnTo>
                  <a:pt x="1448854" y="173926"/>
                </a:lnTo>
                <a:lnTo>
                  <a:pt x="1448854" y="134213"/>
                </a:lnTo>
                <a:lnTo>
                  <a:pt x="1421333" y="134213"/>
                </a:lnTo>
                <a:lnTo>
                  <a:pt x="1421333" y="173926"/>
                </a:lnTo>
                <a:lnTo>
                  <a:pt x="1332928" y="173926"/>
                </a:lnTo>
                <a:lnTo>
                  <a:pt x="1332928" y="126593"/>
                </a:lnTo>
                <a:lnTo>
                  <a:pt x="1503718" y="126593"/>
                </a:lnTo>
                <a:lnTo>
                  <a:pt x="1503718" y="138785"/>
                </a:lnTo>
                <a:lnTo>
                  <a:pt x="1531150" y="138785"/>
                </a:lnTo>
                <a:lnTo>
                  <a:pt x="1531150" y="126593"/>
                </a:lnTo>
                <a:lnTo>
                  <a:pt x="1531150" y="102209"/>
                </a:lnTo>
                <a:lnTo>
                  <a:pt x="1531150" y="53441"/>
                </a:lnTo>
                <a:lnTo>
                  <a:pt x="1531150" y="27432"/>
                </a:lnTo>
                <a:lnTo>
                  <a:pt x="1503718" y="27432"/>
                </a:lnTo>
                <a:lnTo>
                  <a:pt x="1503718" y="53441"/>
                </a:lnTo>
                <a:lnTo>
                  <a:pt x="1503718" y="102209"/>
                </a:lnTo>
                <a:lnTo>
                  <a:pt x="1332928" y="102209"/>
                </a:lnTo>
                <a:lnTo>
                  <a:pt x="1332928" y="53441"/>
                </a:lnTo>
                <a:lnTo>
                  <a:pt x="1503718" y="53441"/>
                </a:lnTo>
                <a:lnTo>
                  <a:pt x="1503718" y="27432"/>
                </a:lnTo>
                <a:lnTo>
                  <a:pt x="1305496" y="27432"/>
                </a:lnTo>
                <a:lnTo>
                  <a:pt x="1305458" y="177977"/>
                </a:lnTo>
                <a:lnTo>
                  <a:pt x="1302600" y="234518"/>
                </a:lnTo>
                <a:lnTo>
                  <a:pt x="1293837" y="283756"/>
                </a:lnTo>
                <a:lnTo>
                  <a:pt x="1279067" y="324993"/>
                </a:lnTo>
                <a:lnTo>
                  <a:pt x="1258163" y="358533"/>
                </a:lnTo>
                <a:lnTo>
                  <a:pt x="1263611" y="364261"/>
                </a:lnTo>
                <a:lnTo>
                  <a:pt x="1268641" y="370154"/>
                </a:lnTo>
                <a:lnTo>
                  <a:pt x="1273378" y="376313"/>
                </a:lnTo>
                <a:lnTo>
                  <a:pt x="1277975" y="382917"/>
                </a:lnTo>
                <a:lnTo>
                  <a:pt x="1300289" y="347497"/>
                </a:lnTo>
                <a:lnTo>
                  <a:pt x="1316926" y="305282"/>
                </a:lnTo>
                <a:lnTo>
                  <a:pt x="1327785" y="256552"/>
                </a:lnTo>
                <a:lnTo>
                  <a:pt x="1332928" y="201358"/>
                </a:lnTo>
                <a:lnTo>
                  <a:pt x="1421333" y="201358"/>
                </a:lnTo>
                <a:lnTo>
                  <a:pt x="1421333" y="248704"/>
                </a:lnTo>
                <a:lnTo>
                  <a:pt x="1343596" y="248704"/>
                </a:lnTo>
                <a:lnTo>
                  <a:pt x="1343596" y="378345"/>
                </a:lnTo>
                <a:lnTo>
                  <a:pt x="1371041" y="378345"/>
                </a:lnTo>
                <a:lnTo>
                  <a:pt x="1371041" y="357009"/>
                </a:lnTo>
                <a:lnTo>
                  <a:pt x="1502194" y="357009"/>
                </a:lnTo>
                <a:lnTo>
                  <a:pt x="1502194" y="378345"/>
                </a:lnTo>
                <a:lnTo>
                  <a:pt x="1529626" y="378345"/>
                </a:lnTo>
                <a:lnTo>
                  <a:pt x="1529626" y="357009"/>
                </a:lnTo>
                <a:lnTo>
                  <a:pt x="1529626" y="331000"/>
                </a:lnTo>
                <a:lnTo>
                  <a:pt x="1529626" y="274612"/>
                </a:lnTo>
                <a:lnTo>
                  <a:pt x="1529626" y="248704"/>
                </a:lnTo>
                <a:lnTo>
                  <a:pt x="1502194" y="248704"/>
                </a:lnTo>
                <a:lnTo>
                  <a:pt x="1502194" y="274612"/>
                </a:lnTo>
                <a:lnTo>
                  <a:pt x="1502194" y="331000"/>
                </a:lnTo>
                <a:lnTo>
                  <a:pt x="1371041" y="331000"/>
                </a:lnTo>
                <a:lnTo>
                  <a:pt x="1371041" y="274612"/>
                </a:lnTo>
                <a:lnTo>
                  <a:pt x="1502194" y="274612"/>
                </a:lnTo>
                <a:lnTo>
                  <a:pt x="1502194" y="248704"/>
                </a:lnTo>
                <a:lnTo>
                  <a:pt x="1448854" y="248704"/>
                </a:lnTo>
                <a:lnTo>
                  <a:pt x="1448854" y="201358"/>
                </a:lnTo>
                <a:lnTo>
                  <a:pt x="1550962" y="201358"/>
                </a:lnTo>
                <a:lnTo>
                  <a:pt x="1550962" y="173926"/>
                </a:lnTo>
                <a:close/>
              </a:path>
              <a:path w="3507740" h="387985">
                <a:moveTo>
                  <a:pt x="1938350" y="283756"/>
                </a:moveTo>
                <a:lnTo>
                  <a:pt x="1814804" y="283756"/>
                </a:lnTo>
                <a:lnTo>
                  <a:pt x="1814804" y="242506"/>
                </a:lnTo>
                <a:lnTo>
                  <a:pt x="1920062" y="242506"/>
                </a:lnTo>
                <a:lnTo>
                  <a:pt x="1920062" y="215074"/>
                </a:lnTo>
                <a:lnTo>
                  <a:pt x="1814804" y="215074"/>
                </a:lnTo>
                <a:lnTo>
                  <a:pt x="1814804" y="166306"/>
                </a:lnTo>
                <a:lnTo>
                  <a:pt x="1784324" y="166306"/>
                </a:lnTo>
                <a:lnTo>
                  <a:pt x="1784324" y="215074"/>
                </a:lnTo>
                <a:lnTo>
                  <a:pt x="1701939" y="215074"/>
                </a:lnTo>
                <a:lnTo>
                  <a:pt x="1711134" y="200177"/>
                </a:lnTo>
                <a:lnTo>
                  <a:pt x="1720303" y="184975"/>
                </a:lnTo>
                <a:lnTo>
                  <a:pt x="1729460" y="169214"/>
                </a:lnTo>
                <a:lnTo>
                  <a:pt x="1738604" y="152590"/>
                </a:lnTo>
                <a:lnTo>
                  <a:pt x="1918538" y="152590"/>
                </a:lnTo>
                <a:lnTo>
                  <a:pt x="1918538" y="125069"/>
                </a:lnTo>
                <a:lnTo>
                  <a:pt x="1752320" y="125069"/>
                </a:lnTo>
                <a:lnTo>
                  <a:pt x="1755990" y="116166"/>
                </a:lnTo>
                <a:lnTo>
                  <a:pt x="1763890" y="98920"/>
                </a:lnTo>
                <a:lnTo>
                  <a:pt x="1767560" y="90017"/>
                </a:lnTo>
                <a:lnTo>
                  <a:pt x="1737080" y="82397"/>
                </a:lnTo>
                <a:lnTo>
                  <a:pt x="1732508" y="92925"/>
                </a:lnTo>
                <a:lnTo>
                  <a:pt x="1723364" y="114541"/>
                </a:lnTo>
                <a:lnTo>
                  <a:pt x="1718792" y="125069"/>
                </a:lnTo>
                <a:lnTo>
                  <a:pt x="1648599" y="125069"/>
                </a:lnTo>
                <a:lnTo>
                  <a:pt x="1648599" y="152590"/>
                </a:lnTo>
                <a:lnTo>
                  <a:pt x="1704987" y="152590"/>
                </a:lnTo>
                <a:lnTo>
                  <a:pt x="1695818" y="168579"/>
                </a:lnTo>
                <a:lnTo>
                  <a:pt x="1686509" y="184404"/>
                </a:lnTo>
                <a:lnTo>
                  <a:pt x="1676908" y="199961"/>
                </a:lnTo>
                <a:lnTo>
                  <a:pt x="1666887" y="215074"/>
                </a:lnTo>
                <a:lnTo>
                  <a:pt x="1666887" y="242506"/>
                </a:lnTo>
                <a:lnTo>
                  <a:pt x="1784324" y="242506"/>
                </a:lnTo>
                <a:lnTo>
                  <a:pt x="1784324" y="283756"/>
                </a:lnTo>
                <a:lnTo>
                  <a:pt x="1639455" y="283756"/>
                </a:lnTo>
                <a:lnTo>
                  <a:pt x="1639455" y="311188"/>
                </a:lnTo>
                <a:lnTo>
                  <a:pt x="1784324" y="311188"/>
                </a:lnTo>
                <a:lnTo>
                  <a:pt x="1784324" y="381393"/>
                </a:lnTo>
                <a:lnTo>
                  <a:pt x="1814804" y="381393"/>
                </a:lnTo>
                <a:lnTo>
                  <a:pt x="1814804" y="311188"/>
                </a:lnTo>
                <a:lnTo>
                  <a:pt x="1938350" y="311188"/>
                </a:lnTo>
                <a:lnTo>
                  <a:pt x="1938350" y="283756"/>
                </a:lnTo>
                <a:close/>
              </a:path>
              <a:path w="3507740" h="387985">
                <a:moveTo>
                  <a:pt x="1938350" y="50393"/>
                </a:moveTo>
                <a:lnTo>
                  <a:pt x="1781276" y="50393"/>
                </a:lnTo>
                <a:lnTo>
                  <a:pt x="1796516" y="38201"/>
                </a:lnTo>
                <a:lnTo>
                  <a:pt x="1788490" y="28117"/>
                </a:lnTo>
                <a:lnTo>
                  <a:pt x="1780324" y="18491"/>
                </a:lnTo>
                <a:lnTo>
                  <a:pt x="1771865" y="9169"/>
                </a:lnTo>
                <a:lnTo>
                  <a:pt x="1762988" y="0"/>
                </a:lnTo>
                <a:lnTo>
                  <a:pt x="1740128" y="16764"/>
                </a:lnTo>
                <a:lnTo>
                  <a:pt x="1746961" y="25666"/>
                </a:lnTo>
                <a:lnTo>
                  <a:pt x="1753654" y="34150"/>
                </a:lnTo>
                <a:lnTo>
                  <a:pt x="1760054" y="42354"/>
                </a:lnTo>
                <a:lnTo>
                  <a:pt x="1766036" y="50393"/>
                </a:lnTo>
                <a:lnTo>
                  <a:pt x="1601343" y="50393"/>
                </a:lnTo>
                <a:lnTo>
                  <a:pt x="1601343" y="192214"/>
                </a:lnTo>
                <a:lnTo>
                  <a:pt x="1598752" y="244589"/>
                </a:lnTo>
                <a:lnTo>
                  <a:pt x="1590865" y="289661"/>
                </a:lnTo>
                <a:lnTo>
                  <a:pt x="1577517" y="327583"/>
                </a:lnTo>
                <a:lnTo>
                  <a:pt x="1558582" y="358533"/>
                </a:lnTo>
                <a:lnTo>
                  <a:pt x="1565173" y="365366"/>
                </a:lnTo>
                <a:lnTo>
                  <a:pt x="1571205" y="372059"/>
                </a:lnTo>
                <a:lnTo>
                  <a:pt x="1576666" y="378460"/>
                </a:lnTo>
                <a:lnTo>
                  <a:pt x="1581531" y="384441"/>
                </a:lnTo>
                <a:lnTo>
                  <a:pt x="1603540" y="347205"/>
                </a:lnTo>
                <a:lnTo>
                  <a:pt x="1619250" y="301853"/>
                </a:lnTo>
                <a:lnTo>
                  <a:pt x="1628686" y="248208"/>
                </a:lnTo>
                <a:lnTo>
                  <a:pt x="1631823" y="186118"/>
                </a:lnTo>
                <a:lnTo>
                  <a:pt x="1631823" y="77825"/>
                </a:lnTo>
                <a:lnTo>
                  <a:pt x="1938350" y="77825"/>
                </a:lnTo>
                <a:lnTo>
                  <a:pt x="1938350" y="50393"/>
                </a:lnTo>
                <a:close/>
              </a:path>
              <a:path w="3507740" h="387985">
                <a:moveTo>
                  <a:pt x="2118271" y="68681"/>
                </a:moveTo>
                <a:lnTo>
                  <a:pt x="2087791" y="68681"/>
                </a:lnTo>
                <a:lnTo>
                  <a:pt x="2087791" y="97637"/>
                </a:lnTo>
                <a:lnTo>
                  <a:pt x="2087791" y="190703"/>
                </a:lnTo>
                <a:lnTo>
                  <a:pt x="2087791" y="218135"/>
                </a:lnTo>
                <a:lnTo>
                  <a:pt x="2087791" y="314236"/>
                </a:lnTo>
                <a:lnTo>
                  <a:pt x="2000923" y="314236"/>
                </a:lnTo>
                <a:lnTo>
                  <a:pt x="2000923" y="218135"/>
                </a:lnTo>
                <a:lnTo>
                  <a:pt x="2087791" y="218135"/>
                </a:lnTo>
                <a:lnTo>
                  <a:pt x="2087791" y="190703"/>
                </a:lnTo>
                <a:lnTo>
                  <a:pt x="2000923" y="190703"/>
                </a:lnTo>
                <a:lnTo>
                  <a:pt x="2000923" y="97637"/>
                </a:lnTo>
                <a:lnTo>
                  <a:pt x="2087791" y="97637"/>
                </a:lnTo>
                <a:lnTo>
                  <a:pt x="2087791" y="68681"/>
                </a:lnTo>
                <a:lnTo>
                  <a:pt x="2042071" y="68681"/>
                </a:lnTo>
                <a:lnTo>
                  <a:pt x="2047786" y="55803"/>
                </a:lnTo>
                <a:lnTo>
                  <a:pt x="2053501" y="42341"/>
                </a:lnTo>
                <a:lnTo>
                  <a:pt x="2059216" y="28308"/>
                </a:lnTo>
                <a:lnTo>
                  <a:pt x="2064931" y="13716"/>
                </a:lnTo>
                <a:lnTo>
                  <a:pt x="2032927" y="4572"/>
                </a:lnTo>
                <a:lnTo>
                  <a:pt x="2028075" y="19735"/>
                </a:lnTo>
                <a:lnTo>
                  <a:pt x="2022640" y="35483"/>
                </a:lnTo>
                <a:lnTo>
                  <a:pt x="2016645" y="51803"/>
                </a:lnTo>
                <a:lnTo>
                  <a:pt x="2010067" y="68681"/>
                </a:lnTo>
                <a:lnTo>
                  <a:pt x="1970354" y="68681"/>
                </a:lnTo>
                <a:lnTo>
                  <a:pt x="1970354" y="375297"/>
                </a:lnTo>
                <a:lnTo>
                  <a:pt x="2000923" y="375297"/>
                </a:lnTo>
                <a:lnTo>
                  <a:pt x="2000923" y="343192"/>
                </a:lnTo>
                <a:lnTo>
                  <a:pt x="2087791" y="343192"/>
                </a:lnTo>
                <a:lnTo>
                  <a:pt x="2087791" y="373773"/>
                </a:lnTo>
                <a:lnTo>
                  <a:pt x="2118271" y="373773"/>
                </a:lnTo>
                <a:lnTo>
                  <a:pt x="2118271" y="343192"/>
                </a:lnTo>
                <a:lnTo>
                  <a:pt x="2118271" y="314236"/>
                </a:lnTo>
                <a:lnTo>
                  <a:pt x="2118271" y="218135"/>
                </a:lnTo>
                <a:lnTo>
                  <a:pt x="2118271" y="190703"/>
                </a:lnTo>
                <a:lnTo>
                  <a:pt x="2118271" y="97637"/>
                </a:lnTo>
                <a:lnTo>
                  <a:pt x="2118271" y="68681"/>
                </a:lnTo>
                <a:close/>
              </a:path>
              <a:path w="3507740" h="387985">
                <a:moveTo>
                  <a:pt x="2247912" y="242519"/>
                </a:moveTo>
                <a:lnTo>
                  <a:pt x="2234209" y="223367"/>
                </a:lnTo>
                <a:lnTo>
                  <a:pt x="2218385" y="202514"/>
                </a:lnTo>
                <a:lnTo>
                  <a:pt x="2200541" y="179933"/>
                </a:lnTo>
                <a:lnTo>
                  <a:pt x="2180856" y="155651"/>
                </a:lnTo>
                <a:lnTo>
                  <a:pt x="2157996" y="172415"/>
                </a:lnTo>
                <a:lnTo>
                  <a:pt x="2174824" y="195249"/>
                </a:lnTo>
                <a:lnTo>
                  <a:pt x="2190953" y="217944"/>
                </a:lnTo>
                <a:lnTo>
                  <a:pt x="2206206" y="240385"/>
                </a:lnTo>
                <a:lnTo>
                  <a:pt x="2220480" y="262420"/>
                </a:lnTo>
                <a:lnTo>
                  <a:pt x="2247912" y="242519"/>
                </a:lnTo>
                <a:close/>
              </a:path>
              <a:path w="3507740" h="387985">
                <a:moveTo>
                  <a:pt x="2319629" y="67157"/>
                </a:moveTo>
                <a:lnTo>
                  <a:pt x="2196096" y="67157"/>
                </a:lnTo>
                <a:lnTo>
                  <a:pt x="2201545" y="54305"/>
                </a:lnTo>
                <a:lnTo>
                  <a:pt x="2206574" y="41008"/>
                </a:lnTo>
                <a:lnTo>
                  <a:pt x="2211311" y="27432"/>
                </a:lnTo>
                <a:lnTo>
                  <a:pt x="2215908" y="13716"/>
                </a:lnTo>
                <a:lnTo>
                  <a:pt x="2183904" y="4572"/>
                </a:lnTo>
                <a:lnTo>
                  <a:pt x="2170734" y="46062"/>
                </a:lnTo>
                <a:lnTo>
                  <a:pt x="2156269" y="83540"/>
                </a:lnTo>
                <a:lnTo>
                  <a:pt x="2140356" y="117017"/>
                </a:lnTo>
                <a:lnTo>
                  <a:pt x="2122843" y="146507"/>
                </a:lnTo>
                <a:lnTo>
                  <a:pt x="2130615" y="150164"/>
                </a:lnTo>
                <a:lnTo>
                  <a:pt x="2137791" y="154127"/>
                </a:lnTo>
                <a:lnTo>
                  <a:pt x="2144369" y="158076"/>
                </a:lnTo>
                <a:lnTo>
                  <a:pt x="2150376" y="161747"/>
                </a:lnTo>
                <a:lnTo>
                  <a:pt x="2159254" y="146558"/>
                </a:lnTo>
                <a:lnTo>
                  <a:pt x="2167712" y="130644"/>
                </a:lnTo>
                <a:lnTo>
                  <a:pt x="2175878" y="113868"/>
                </a:lnTo>
                <a:lnTo>
                  <a:pt x="2183904" y="96113"/>
                </a:lnTo>
                <a:lnTo>
                  <a:pt x="2287625" y="96113"/>
                </a:lnTo>
                <a:lnTo>
                  <a:pt x="2286241" y="166979"/>
                </a:lnTo>
                <a:lnTo>
                  <a:pt x="2284577" y="225971"/>
                </a:lnTo>
                <a:lnTo>
                  <a:pt x="2282914" y="272669"/>
                </a:lnTo>
                <a:lnTo>
                  <a:pt x="2277503" y="323494"/>
                </a:lnTo>
                <a:lnTo>
                  <a:pt x="2243340" y="344716"/>
                </a:lnTo>
                <a:lnTo>
                  <a:pt x="2227021" y="344195"/>
                </a:lnTo>
                <a:lnTo>
                  <a:pt x="2210003" y="342811"/>
                </a:lnTo>
                <a:lnTo>
                  <a:pt x="2173236" y="338620"/>
                </a:lnTo>
                <a:lnTo>
                  <a:pt x="2171712" y="338620"/>
                </a:lnTo>
                <a:lnTo>
                  <a:pt x="2173732" y="346697"/>
                </a:lnTo>
                <a:lnTo>
                  <a:pt x="2175332" y="354901"/>
                </a:lnTo>
                <a:lnTo>
                  <a:pt x="2176640" y="363359"/>
                </a:lnTo>
                <a:lnTo>
                  <a:pt x="2177808" y="372249"/>
                </a:lnTo>
                <a:lnTo>
                  <a:pt x="2214194" y="374345"/>
                </a:lnTo>
                <a:lnTo>
                  <a:pt x="2232025" y="375031"/>
                </a:lnTo>
                <a:lnTo>
                  <a:pt x="2249436" y="375297"/>
                </a:lnTo>
                <a:lnTo>
                  <a:pt x="2275751" y="371551"/>
                </a:lnTo>
                <a:lnTo>
                  <a:pt x="2304923" y="344716"/>
                </a:lnTo>
                <a:lnTo>
                  <a:pt x="2313089" y="288251"/>
                </a:lnTo>
                <a:lnTo>
                  <a:pt x="2316022" y="202514"/>
                </a:lnTo>
                <a:lnTo>
                  <a:pt x="2317813" y="140004"/>
                </a:lnTo>
                <a:lnTo>
                  <a:pt x="2318905" y="96113"/>
                </a:lnTo>
                <a:lnTo>
                  <a:pt x="2319629" y="67157"/>
                </a:lnTo>
                <a:close/>
              </a:path>
              <a:path w="3507740" h="387985">
                <a:moveTo>
                  <a:pt x="2726829" y="288328"/>
                </a:moveTo>
                <a:lnTo>
                  <a:pt x="2698000" y="276136"/>
                </a:lnTo>
                <a:lnTo>
                  <a:pt x="2697086" y="275755"/>
                </a:lnTo>
                <a:lnTo>
                  <a:pt x="2692171" y="273088"/>
                </a:lnTo>
                <a:lnTo>
                  <a:pt x="2669629" y="260883"/>
                </a:lnTo>
                <a:lnTo>
                  <a:pt x="2644444" y="243713"/>
                </a:lnTo>
                <a:lnTo>
                  <a:pt x="2638336" y="238518"/>
                </a:lnTo>
                <a:lnTo>
                  <a:pt x="2638336" y="273088"/>
                </a:lnTo>
                <a:lnTo>
                  <a:pt x="2549944" y="273088"/>
                </a:lnTo>
                <a:lnTo>
                  <a:pt x="2549944" y="236410"/>
                </a:lnTo>
                <a:lnTo>
                  <a:pt x="2520886" y="236410"/>
                </a:lnTo>
                <a:lnTo>
                  <a:pt x="2520886" y="273088"/>
                </a:lnTo>
                <a:lnTo>
                  <a:pt x="2432494" y="273088"/>
                </a:lnTo>
                <a:lnTo>
                  <a:pt x="2445715" y="261378"/>
                </a:lnTo>
                <a:lnTo>
                  <a:pt x="2458212" y="249224"/>
                </a:lnTo>
                <a:lnTo>
                  <a:pt x="2482786" y="224218"/>
                </a:lnTo>
                <a:lnTo>
                  <a:pt x="2588044" y="224218"/>
                </a:lnTo>
                <a:lnTo>
                  <a:pt x="2599753" y="237426"/>
                </a:lnTo>
                <a:lnTo>
                  <a:pt x="2612047" y="249796"/>
                </a:lnTo>
                <a:lnTo>
                  <a:pt x="2624899" y="261594"/>
                </a:lnTo>
                <a:lnTo>
                  <a:pt x="2638336" y="273088"/>
                </a:lnTo>
                <a:lnTo>
                  <a:pt x="2638336" y="238518"/>
                </a:lnTo>
                <a:lnTo>
                  <a:pt x="2621572" y="224218"/>
                </a:lnTo>
                <a:lnTo>
                  <a:pt x="2722245" y="224218"/>
                </a:lnTo>
                <a:lnTo>
                  <a:pt x="2722245" y="198310"/>
                </a:lnTo>
                <a:lnTo>
                  <a:pt x="2647480" y="198310"/>
                </a:lnTo>
                <a:lnTo>
                  <a:pt x="2647480" y="170878"/>
                </a:lnTo>
                <a:lnTo>
                  <a:pt x="2647480" y="148018"/>
                </a:lnTo>
                <a:lnTo>
                  <a:pt x="2647480" y="120497"/>
                </a:lnTo>
                <a:lnTo>
                  <a:pt x="2647480" y="97637"/>
                </a:lnTo>
                <a:lnTo>
                  <a:pt x="2647480" y="70205"/>
                </a:lnTo>
                <a:lnTo>
                  <a:pt x="2711577" y="70205"/>
                </a:lnTo>
                <a:lnTo>
                  <a:pt x="2711577" y="45821"/>
                </a:lnTo>
                <a:lnTo>
                  <a:pt x="2647480" y="45821"/>
                </a:lnTo>
                <a:lnTo>
                  <a:pt x="2647480" y="4572"/>
                </a:lnTo>
                <a:lnTo>
                  <a:pt x="2618524" y="4572"/>
                </a:lnTo>
                <a:lnTo>
                  <a:pt x="2618524" y="45821"/>
                </a:lnTo>
                <a:lnTo>
                  <a:pt x="2618524" y="70205"/>
                </a:lnTo>
                <a:lnTo>
                  <a:pt x="2618524" y="198310"/>
                </a:lnTo>
                <a:lnTo>
                  <a:pt x="2455354" y="198310"/>
                </a:lnTo>
                <a:lnTo>
                  <a:pt x="2455354" y="170878"/>
                </a:lnTo>
                <a:lnTo>
                  <a:pt x="2618524" y="170878"/>
                </a:lnTo>
                <a:lnTo>
                  <a:pt x="2618524" y="148018"/>
                </a:lnTo>
                <a:lnTo>
                  <a:pt x="2455354" y="148018"/>
                </a:lnTo>
                <a:lnTo>
                  <a:pt x="2455354" y="120497"/>
                </a:lnTo>
                <a:lnTo>
                  <a:pt x="2618524" y="120497"/>
                </a:lnTo>
                <a:lnTo>
                  <a:pt x="2618524" y="97637"/>
                </a:lnTo>
                <a:lnTo>
                  <a:pt x="2455354" y="97637"/>
                </a:lnTo>
                <a:lnTo>
                  <a:pt x="2455354" y="70205"/>
                </a:lnTo>
                <a:lnTo>
                  <a:pt x="2618524" y="70205"/>
                </a:lnTo>
                <a:lnTo>
                  <a:pt x="2618524" y="45821"/>
                </a:lnTo>
                <a:lnTo>
                  <a:pt x="2455354" y="45821"/>
                </a:lnTo>
                <a:lnTo>
                  <a:pt x="2455354" y="4572"/>
                </a:lnTo>
                <a:lnTo>
                  <a:pt x="2426398" y="4572"/>
                </a:lnTo>
                <a:lnTo>
                  <a:pt x="2426398" y="45821"/>
                </a:lnTo>
                <a:lnTo>
                  <a:pt x="2362301" y="45821"/>
                </a:lnTo>
                <a:lnTo>
                  <a:pt x="2362301" y="70205"/>
                </a:lnTo>
                <a:lnTo>
                  <a:pt x="2426398" y="70205"/>
                </a:lnTo>
                <a:lnTo>
                  <a:pt x="2426398" y="198310"/>
                </a:lnTo>
                <a:lnTo>
                  <a:pt x="2350109" y="198310"/>
                </a:lnTo>
                <a:lnTo>
                  <a:pt x="2350109" y="224218"/>
                </a:lnTo>
                <a:lnTo>
                  <a:pt x="2447734" y="224218"/>
                </a:lnTo>
                <a:lnTo>
                  <a:pt x="2425128" y="245110"/>
                </a:lnTo>
                <a:lnTo>
                  <a:pt x="2400643" y="264121"/>
                </a:lnTo>
                <a:lnTo>
                  <a:pt x="2374150" y="281114"/>
                </a:lnTo>
                <a:lnTo>
                  <a:pt x="2345537" y="295948"/>
                </a:lnTo>
                <a:lnTo>
                  <a:pt x="2351849" y="302539"/>
                </a:lnTo>
                <a:lnTo>
                  <a:pt x="2357158" y="308711"/>
                </a:lnTo>
                <a:lnTo>
                  <a:pt x="2361615" y="314591"/>
                </a:lnTo>
                <a:lnTo>
                  <a:pt x="2365349" y="320332"/>
                </a:lnTo>
                <a:lnTo>
                  <a:pt x="2382012" y="310642"/>
                </a:lnTo>
                <a:lnTo>
                  <a:pt x="2397976" y="299948"/>
                </a:lnTo>
                <a:lnTo>
                  <a:pt x="2413647" y="288404"/>
                </a:lnTo>
                <a:lnTo>
                  <a:pt x="2429446" y="276136"/>
                </a:lnTo>
                <a:lnTo>
                  <a:pt x="2429446" y="297472"/>
                </a:lnTo>
                <a:lnTo>
                  <a:pt x="2520886" y="297472"/>
                </a:lnTo>
                <a:lnTo>
                  <a:pt x="2520886" y="337096"/>
                </a:lnTo>
                <a:lnTo>
                  <a:pt x="2371445" y="337096"/>
                </a:lnTo>
                <a:lnTo>
                  <a:pt x="2371445" y="361581"/>
                </a:lnTo>
                <a:lnTo>
                  <a:pt x="2699385" y="361581"/>
                </a:lnTo>
                <a:lnTo>
                  <a:pt x="2699385" y="337096"/>
                </a:lnTo>
                <a:lnTo>
                  <a:pt x="2549944" y="337096"/>
                </a:lnTo>
                <a:lnTo>
                  <a:pt x="2549944" y="297472"/>
                </a:lnTo>
                <a:lnTo>
                  <a:pt x="2641384" y="297472"/>
                </a:lnTo>
                <a:lnTo>
                  <a:pt x="2641384" y="276136"/>
                </a:lnTo>
                <a:lnTo>
                  <a:pt x="2656573" y="287261"/>
                </a:lnTo>
                <a:lnTo>
                  <a:pt x="2672486" y="297662"/>
                </a:lnTo>
                <a:lnTo>
                  <a:pt x="2689250" y="307213"/>
                </a:lnTo>
                <a:lnTo>
                  <a:pt x="2707005" y="315760"/>
                </a:lnTo>
                <a:lnTo>
                  <a:pt x="2710967" y="309765"/>
                </a:lnTo>
                <a:lnTo>
                  <a:pt x="2715768" y="303187"/>
                </a:lnTo>
                <a:lnTo>
                  <a:pt x="2721152" y="296049"/>
                </a:lnTo>
                <a:lnTo>
                  <a:pt x="2726829" y="288328"/>
                </a:lnTo>
                <a:close/>
              </a:path>
              <a:path w="3507740" h="387985">
                <a:moveTo>
                  <a:pt x="3115729" y="282232"/>
                </a:moveTo>
                <a:lnTo>
                  <a:pt x="3076930" y="253669"/>
                </a:lnTo>
                <a:lnTo>
                  <a:pt x="3041231" y="221170"/>
                </a:lnTo>
                <a:lnTo>
                  <a:pt x="3008744" y="184797"/>
                </a:lnTo>
                <a:lnTo>
                  <a:pt x="2979623" y="144614"/>
                </a:lnTo>
                <a:lnTo>
                  <a:pt x="2953994" y="100685"/>
                </a:lnTo>
                <a:lnTo>
                  <a:pt x="3109633" y="100685"/>
                </a:lnTo>
                <a:lnTo>
                  <a:pt x="3109633" y="73253"/>
                </a:lnTo>
                <a:lnTo>
                  <a:pt x="2941802" y="73253"/>
                </a:lnTo>
                <a:lnTo>
                  <a:pt x="2941802" y="4572"/>
                </a:lnTo>
                <a:lnTo>
                  <a:pt x="2912846" y="4572"/>
                </a:lnTo>
                <a:lnTo>
                  <a:pt x="2912846" y="73253"/>
                </a:lnTo>
                <a:lnTo>
                  <a:pt x="2746641" y="73253"/>
                </a:lnTo>
                <a:lnTo>
                  <a:pt x="2746641" y="100685"/>
                </a:lnTo>
                <a:lnTo>
                  <a:pt x="2900654" y="100685"/>
                </a:lnTo>
                <a:lnTo>
                  <a:pt x="2876664" y="140423"/>
                </a:lnTo>
                <a:lnTo>
                  <a:pt x="2848483" y="179133"/>
                </a:lnTo>
                <a:lnTo>
                  <a:pt x="2815996" y="216890"/>
                </a:lnTo>
                <a:lnTo>
                  <a:pt x="2779039" y="253771"/>
                </a:lnTo>
                <a:lnTo>
                  <a:pt x="2737497" y="289852"/>
                </a:lnTo>
                <a:lnTo>
                  <a:pt x="2743250" y="294703"/>
                </a:lnTo>
                <a:lnTo>
                  <a:pt x="2801658" y="276669"/>
                </a:lnTo>
                <a:lnTo>
                  <a:pt x="2835795" y="239890"/>
                </a:lnTo>
                <a:lnTo>
                  <a:pt x="2865755" y="202349"/>
                </a:lnTo>
                <a:lnTo>
                  <a:pt x="2891459" y="164084"/>
                </a:lnTo>
                <a:lnTo>
                  <a:pt x="2912846" y="125069"/>
                </a:lnTo>
                <a:lnTo>
                  <a:pt x="2912846" y="277660"/>
                </a:lnTo>
                <a:lnTo>
                  <a:pt x="2822930" y="277660"/>
                </a:lnTo>
                <a:lnTo>
                  <a:pt x="2822930" y="303568"/>
                </a:lnTo>
                <a:lnTo>
                  <a:pt x="2912846" y="303568"/>
                </a:lnTo>
                <a:lnTo>
                  <a:pt x="2912846" y="382905"/>
                </a:lnTo>
                <a:lnTo>
                  <a:pt x="2941802" y="382905"/>
                </a:lnTo>
                <a:lnTo>
                  <a:pt x="2941802" y="303568"/>
                </a:lnTo>
                <a:lnTo>
                  <a:pt x="3030296" y="303568"/>
                </a:lnTo>
                <a:lnTo>
                  <a:pt x="3030296" y="277660"/>
                </a:lnTo>
                <a:lnTo>
                  <a:pt x="2941802" y="277660"/>
                </a:lnTo>
                <a:lnTo>
                  <a:pt x="2941802" y="125069"/>
                </a:lnTo>
                <a:lnTo>
                  <a:pt x="2965996" y="168287"/>
                </a:lnTo>
                <a:lnTo>
                  <a:pt x="2992818" y="208203"/>
                </a:lnTo>
                <a:lnTo>
                  <a:pt x="3022320" y="244817"/>
                </a:lnTo>
                <a:lnTo>
                  <a:pt x="3054604" y="278142"/>
                </a:lnTo>
                <a:lnTo>
                  <a:pt x="3089732" y="308140"/>
                </a:lnTo>
                <a:lnTo>
                  <a:pt x="3115729" y="282232"/>
                </a:lnTo>
                <a:close/>
              </a:path>
              <a:path w="3507740" h="387985">
                <a:moveTo>
                  <a:pt x="3254514" y="80873"/>
                </a:moveTo>
                <a:lnTo>
                  <a:pt x="3210217" y="80873"/>
                </a:lnTo>
                <a:lnTo>
                  <a:pt x="3210217" y="9144"/>
                </a:lnTo>
                <a:lnTo>
                  <a:pt x="3182785" y="9144"/>
                </a:lnTo>
                <a:lnTo>
                  <a:pt x="3182785" y="80873"/>
                </a:lnTo>
                <a:lnTo>
                  <a:pt x="3134017" y="80873"/>
                </a:lnTo>
                <a:lnTo>
                  <a:pt x="3134017" y="108305"/>
                </a:lnTo>
                <a:lnTo>
                  <a:pt x="3182785" y="108305"/>
                </a:lnTo>
                <a:lnTo>
                  <a:pt x="3182785" y="195262"/>
                </a:lnTo>
                <a:lnTo>
                  <a:pt x="3169310" y="199580"/>
                </a:lnTo>
                <a:lnTo>
                  <a:pt x="3156115" y="203454"/>
                </a:lnTo>
                <a:lnTo>
                  <a:pt x="3142919" y="207060"/>
                </a:lnTo>
                <a:lnTo>
                  <a:pt x="3129445" y="210502"/>
                </a:lnTo>
                <a:lnTo>
                  <a:pt x="3134017" y="244030"/>
                </a:lnTo>
                <a:lnTo>
                  <a:pt x="3145498" y="239483"/>
                </a:lnTo>
                <a:lnTo>
                  <a:pt x="3157258" y="235077"/>
                </a:lnTo>
                <a:lnTo>
                  <a:pt x="3169589" y="230962"/>
                </a:lnTo>
                <a:lnTo>
                  <a:pt x="3182785" y="227266"/>
                </a:lnTo>
                <a:lnTo>
                  <a:pt x="3182785" y="326428"/>
                </a:lnTo>
                <a:lnTo>
                  <a:pt x="3181667" y="335546"/>
                </a:lnTo>
                <a:lnTo>
                  <a:pt x="3178403" y="342239"/>
                </a:lnTo>
                <a:lnTo>
                  <a:pt x="3173145" y="346354"/>
                </a:lnTo>
                <a:lnTo>
                  <a:pt x="3166021" y="347764"/>
                </a:lnTo>
                <a:lnTo>
                  <a:pt x="3159709" y="347497"/>
                </a:lnTo>
                <a:lnTo>
                  <a:pt x="3152114" y="346811"/>
                </a:lnTo>
                <a:lnTo>
                  <a:pt x="3132493" y="344716"/>
                </a:lnTo>
                <a:lnTo>
                  <a:pt x="3134487" y="352767"/>
                </a:lnTo>
                <a:lnTo>
                  <a:pt x="3135922" y="360807"/>
                </a:lnTo>
                <a:lnTo>
                  <a:pt x="3136773" y="368808"/>
                </a:lnTo>
                <a:lnTo>
                  <a:pt x="3137065" y="376821"/>
                </a:lnTo>
                <a:lnTo>
                  <a:pt x="3173641" y="376821"/>
                </a:lnTo>
                <a:lnTo>
                  <a:pt x="3189643" y="374243"/>
                </a:lnTo>
                <a:lnTo>
                  <a:pt x="3201073" y="366522"/>
                </a:lnTo>
                <a:lnTo>
                  <a:pt x="3207931" y="353631"/>
                </a:lnTo>
                <a:lnTo>
                  <a:pt x="3208667" y="347764"/>
                </a:lnTo>
                <a:lnTo>
                  <a:pt x="3210217" y="335572"/>
                </a:lnTo>
                <a:lnTo>
                  <a:pt x="3210217" y="227266"/>
                </a:lnTo>
                <a:lnTo>
                  <a:pt x="3210217" y="216598"/>
                </a:lnTo>
                <a:lnTo>
                  <a:pt x="3219386" y="214058"/>
                </a:lnTo>
                <a:lnTo>
                  <a:pt x="3228708" y="211074"/>
                </a:lnTo>
                <a:lnTo>
                  <a:pt x="3248418" y="204406"/>
                </a:lnTo>
                <a:lnTo>
                  <a:pt x="3247529" y="198170"/>
                </a:lnTo>
                <a:lnTo>
                  <a:pt x="3247085" y="191071"/>
                </a:lnTo>
                <a:lnTo>
                  <a:pt x="3246971" y="186118"/>
                </a:lnTo>
                <a:lnTo>
                  <a:pt x="3246894" y="175450"/>
                </a:lnTo>
                <a:lnTo>
                  <a:pt x="3237687" y="177977"/>
                </a:lnTo>
                <a:lnTo>
                  <a:pt x="3219361" y="183603"/>
                </a:lnTo>
                <a:lnTo>
                  <a:pt x="3210217" y="186118"/>
                </a:lnTo>
                <a:lnTo>
                  <a:pt x="3210217" y="108305"/>
                </a:lnTo>
                <a:lnTo>
                  <a:pt x="3254514" y="108305"/>
                </a:lnTo>
                <a:lnTo>
                  <a:pt x="3254514" y="80873"/>
                </a:lnTo>
                <a:close/>
              </a:path>
              <a:path w="3507740" h="387985">
                <a:moveTo>
                  <a:pt x="3353574" y="125069"/>
                </a:moveTo>
                <a:lnTo>
                  <a:pt x="3344659" y="113017"/>
                </a:lnTo>
                <a:lnTo>
                  <a:pt x="3336048" y="101828"/>
                </a:lnTo>
                <a:lnTo>
                  <a:pt x="3327425" y="91211"/>
                </a:lnTo>
                <a:lnTo>
                  <a:pt x="3318522" y="80873"/>
                </a:lnTo>
                <a:lnTo>
                  <a:pt x="3295662" y="94589"/>
                </a:lnTo>
                <a:lnTo>
                  <a:pt x="3304540" y="106019"/>
                </a:lnTo>
                <a:lnTo>
                  <a:pt x="3312998" y="117449"/>
                </a:lnTo>
                <a:lnTo>
                  <a:pt x="3321164" y="128879"/>
                </a:lnTo>
                <a:lnTo>
                  <a:pt x="3329190" y="140309"/>
                </a:lnTo>
                <a:lnTo>
                  <a:pt x="3353574" y="125069"/>
                </a:lnTo>
                <a:close/>
              </a:path>
              <a:path w="3507740" h="387985">
                <a:moveTo>
                  <a:pt x="3496919" y="50393"/>
                </a:moveTo>
                <a:lnTo>
                  <a:pt x="3390239" y="50393"/>
                </a:lnTo>
                <a:lnTo>
                  <a:pt x="3399383" y="45821"/>
                </a:lnTo>
                <a:lnTo>
                  <a:pt x="3393668" y="35242"/>
                </a:lnTo>
                <a:lnTo>
                  <a:pt x="3382238" y="13576"/>
                </a:lnTo>
                <a:lnTo>
                  <a:pt x="3376523" y="3048"/>
                </a:lnTo>
                <a:lnTo>
                  <a:pt x="3350526" y="15240"/>
                </a:lnTo>
                <a:lnTo>
                  <a:pt x="3355975" y="24168"/>
                </a:lnTo>
                <a:lnTo>
                  <a:pt x="3361004" y="32816"/>
                </a:lnTo>
                <a:lnTo>
                  <a:pt x="3365741" y="41478"/>
                </a:lnTo>
                <a:lnTo>
                  <a:pt x="3370338" y="50393"/>
                </a:lnTo>
                <a:lnTo>
                  <a:pt x="3262134" y="50393"/>
                </a:lnTo>
                <a:lnTo>
                  <a:pt x="3262134" y="76301"/>
                </a:lnTo>
                <a:lnTo>
                  <a:pt x="3496919" y="76301"/>
                </a:lnTo>
                <a:lnTo>
                  <a:pt x="3496919" y="50393"/>
                </a:lnTo>
                <a:close/>
              </a:path>
              <a:path w="3507740" h="387985">
                <a:moveTo>
                  <a:pt x="3504539" y="215074"/>
                </a:moveTo>
                <a:lnTo>
                  <a:pt x="3423767" y="215074"/>
                </a:lnTo>
                <a:lnTo>
                  <a:pt x="3423767" y="240982"/>
                </a:lnTo>
                <a:lnTo>
                  <a:pt x="3416033" y="257619"/>
                </a:lnTo>
                <a:lnTo>
                  <a:pt x="3406432" y="273075"/>
                </a:lnTo>
                <a:lnTo>
                  <a:pt x="3394837" y="287375"/>
                </a:lnTo>
                <a:lnTo>
                  <a:pt x="3381095" y="300520"/>
                </a:lnTo>
                <a:lnTo>
                  <a:pt x="3334283" y="281228"/>
                </a:lnTo>
                <a:lnTo>
                  <a:pt x="3318522" y="274612"/>
                </a:lnTo>
                <a:lnTo>
                  <a:pt x="3324237" y="266585"/>
                </a:lnTo>
                <a:lnTo>
                  <a:pt x="3329952" y="258406"/>
                </a:lnTo>
                <a:lnTo>
                  <a:pt x="3335667" y="249923"/>
                </a:lnTo>
                <a:lnTo>
                  <a:pt x="3341382" y="240982"/>
                </a:lnTo>
                <a:lnTo>
                  <a:pt x="3423767" y="240982"/>
                </a:lnTo>
                <a:lnTo>
                  <a:pt x="3423767" y="215074"/>
                </a:lnTo>
                <a:lnTo>
                  <a:pt x="3356622" y="215074"/>
                </a:lnTo>
                <a:lnTo>
                  <a:pt x="3361194" y="208203"/>
                </a:lnTo>
                <a:lnTo>
                  <a:pt x="3365766" y="201168"/>
                </a:lnTo>
                <a:lnTo>
                  <a:pt x="3370376" y="193865"/>
                </a:lnTo>
                <a:lnTo>
                  <a:pt x="3374999" y="186118"/>
                </a:lnTo>
                <a:lnTo>
                  <a:pt x="3347478" y="173926"/>
                </a:lnTo>
                <a:lnTo>
                  <a:pt x="3324618" y="215074"/>
                </a:lnTo>
                <a:lnTo>
                  <a:pt x="3245370" y="215074"/>
                </a:lnTo>
                <a:lnTo>
                  <a:pt x="3245370" y="240982"/>
                </a:lnTo>
                <a:lnTo>
                  <a:pt x="3309378" y="240982"/>
                </a:lnTo>
                <a:lnTo>
                  <a:pt x="3301606" y="251574"/>
                </a:lnTo>
                <a:lnTo>
                  <a:pt x="3286760" y="273075"/>
                </a:lnTo>
                <a:lnTo>
                  <a:pt x="3278898" y="283756"/>
                </a:lnTo>
                <a:lnTo>
                  <a:pt x="3355098" y="317284"/>
                </a:lnTo>
                <a:lnTo>
                  <a:pt x="3329609" y="329006"/>
                </a:lnTo>
                <a:lnTo>
                  <a:pt x="3300984" y="339013"/>
                </a:lnTo>
                <a:lnTo>
                  <a:pt x="3268903" y="347332"/>
                </a:lnTo>
                <a:lnTo>
                  <a:pt x="3233077" y="353949"/>
                </a:lnTo>
                <a:lnTo>
                  <a:pt x="3237446" y="361696"/>
                </a:lnTo>
                <a:lnTo>
                  <a:pt x="3241243" y="368808"/>
                </a:lnTo>
                <a:lnTo>
                  <a:pt x="3244964" y="376034"/>
                </a:lnTo>
                <a:lnTo>
                  <a:pt x="3248418" y="382917"/>
                </a:lnTo>
                <a:lnTo>
                  <a:pt x="3289566" y="372884"/>
                </a:lnTo>
                <a:lnTo>
                  <a:pt x="3326142" y="360997"/>
                </a:lnTo>
                <a:lnTo>
                  <a:pt x="3358184" y="347078"/>
                </a:lnTo>
                <a:lnTo>
                  <a:pt x="3385667" y="331000"/>
                </a:lnTo>
                <a:lnTo>
                  <a:pt x="3414242" y="344487"/>
                </a:lnTo>
                <a:lnTo>
                  <a:pt x="3440531" y="357378"/>
                </a:lnTo>
                <a:lnTo>
                  <a:pt x="3464534" y="369671"/>
                </a:lnTo>
                <a:lnTo>
                  <a:pt x="3486251" y="381393"/>
                </a:lnTo>
                <a:lnTo>
                  <a:pt x="3504539" y="352425"/>
                </a:lnTo>
                <a:lnTo>
                  <a:pt x="3465512" y="335572"/>
                </a:lnTo>
                <a:lnTo>
                  <a:pt x="3457105" y="331965"/>
                </a:lnTo>
                <a:lnTo>
                  <a:pt x="3454755" y="331000"/>
                </a:lnTo>
                <a:lnTo>
                  <a:pt x="3433178" y="322122"/>
                </a:lnTo>
                <a:lnTo>
                  <a:pt x="3408527" y="312712"/>
                </a:lnTo>
                <a:lnTo>
                  <a:pt x="3419398" y="300520"/>
                </a:lnTo>
                <a:lnTo>
                  <a:pt x="3422535" y="297014"/>
                </a:lnTo>
                <a:lnTo>
                  <a:pt x="3434816" y="279742"/>
                </a:lnTo>
                <a:lnTo>
                  <a:pt x="3445395" y="261023"/>
                </a:lnTo>
                <a:lnTo>
                  <a:pt x="3454247" y="240982"/>
                </a:lnTo>
                <a:lnTo>
                  <a:pt x="3504539" y="240982"/>
                </a:lnTo>
                <a:lnTo>
                  <a:pt x="3504539" y="215074"/>
                </a:lnTo>
                <a:close/>
              </a:path>
              <a:path w="3507740" h="387985">
                <a:moveTo>
                  <a:pt x="3507587" y="143446"/>
                </a:moveTo>
                <a:lnTo>
                  <a:pt x="3426815" y="143446"/>
                </a:lnTo>
                <a:lnTo>
                  <a:pt x="3437102" y="131089"/>
                </a:lnTo>
                <a:lnTo>
                  <a:pt x="3447389" y="119176"/>
                </a:lnTo>
                <a:lnTo>
                  <a:pt x="3457676" y="107569"/>
                </a:lnTo>
                <a:lnTo>
                  <a:pt x="3467963" y="96113"/>
                </a:lnTo>
                <a:lnTo>
                  <a:pt x="3439007" y="79349"/>
                </a:lnTo>
                <a:lnTo>
                  <a:pt x="3429343" y="94500"/>
                </a:lnTo>
                <a:lnTo>
                  <a:pt x="3418814" y="110223"/>
                </a:lnTo>
                <a:lnTo>
                  <a:pt x="3407714" y="126542"/>
                </a:lnTo>
                <a:lnTo>
                  <a:pt x="3396335" y="143446"/>
                </a:lnTo>
                <a:lnTo>
                  <a:pt x="3246894" y="143446"/>
                </a:lnTo>
                <a:lnTo>
                  <a:pt x="3246894" y="167830"/>
                </a:lnTo>
                <a:lnTo>
                  <a:pt x="3507587" y="167830"/>
                </a:lnTo>
                <a:lnTo>
                  <a:pt x="3507587" y="1434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7461885" y="5445734"/>
            <a:ext cx="303530" cy="321945"/>
          </a:xfrm>
          <a:custGeom>
            <a:avLst/>
            <a:gdLst/>
            <a:ahLst/>
            <a:cxnLst/>
            <a:rect l="l" t="t" r="r" b="b"/>
            <a:pathLst>
              <a:path w="303529" h="321945">
                <a:moveTo>
                  <a:pt x="303466" y="0"/>
                </a:moveTo>
                <a:lnTo>
                  <a:pt x="0" y="0"/>
                </a:lnTo>
                <a:lnTo>
                  <a:pt x="0" y="29210"/>
                </a:lnTo>
                <a:lnTo>
                  <a:pt x="0" y="256540"/>
                </a:lnTo>
                <a:lnTo>
                  <a:pt x="0" y="285750"/>
                </a:lnTo>
                <a:lnTo>
                  <a:pt x="0" y="321310"/>
                </a:lnTo>
                <a:lnTo>
                  <a:pt x="33616" y="321310"/>
                </a:lnTo>
                <a:lnTo>
                  <a:pt x="33616" y="285750"/>
                </a:lnTo>
                <a:lnTo>
                  <a:pt x="271462" y="285750"/>
                </a:lnTo>
                <a:lnTo>
                  <a:pt x="271462" y="321856"/>
                </a:lnTo>
                <a:lnTo>
                  <a:pt x="303466" y="321856"/>
                </a:lnTo>
                <a:lnTo>
                  <a:pt x="303466" y="285750"/>
                </a:lnTo>
                <a:lnTo>
                  <a:pt x="303466" y="285178"/>
                </a:lnTo>
                <a:lnTo>
                  <a:pt x="303466" y="256540"/>
                </a:lnTo>
                <a:lnTo>
                  <a:pt x="33616" y="256540"/>
                </a:lnTo>
                <a:lnTo>
                  <a:pt x="33616" y="29210"/>
                </a:lnTo>
                <a:lnTo>
                  <a:pt x="271462" y="29210"/>
                </a:lnTo>
                <a:lnTo>
                  <a:pt x="271462" y="256222"/>
                </a:lnTo>
                <a:lnTo>
                  <a:pt x="303466" y="256222"/>
                </a:lnTo>
                <a:lnTo>
                  <a:pt x="303466" y="29210"/>
                </a:lnTo>
                <a:lnTo>
                  <a:pt x="303466" y="28956"/>
                </a:lnTo>
                <a:lnTo>
                  <a:pt x="30346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7838592" y="5407533"/>
            <a:ext cx="753745" cy="381635"/>
          </a:xfrm>
          <a:custGeom>
            <a:avLst/>
            <a:gdLst/>
            <a:ahLst/>
            <a:cxnLst/>
            <a:rect l="l" t="t" r="r" b="b"/>
            <a:pathLst>
              <a:path w="753745" h="381635">
                <a:moveTo>
                  <a:pt x="138772" y="144970"/>
                </a:moveTo>
                <a:lnTo>
                  <a:pt x="121081" y="131229"/>
                </a:lnTo>
                <a:lnTo>
                  <a:pt x="102692" y="117652"/>
                </a:lnTo>
                <a:lnTo>
                  <a:pt x="84035" y="104381"/>
                </a:lnTo>
                <a:lnTo>
                  <a:pt x="65532" y="91541"/>
                </a:lnTo>
                <a:lnTo>
                  <a:pt x="45720" y="111353"/>
                </a:lnTo>
                <a:lnTo>
                  <a:pt x="63792" y="124485"/>
                </a:lnTo>
                <a:lnTo>
                  <a:pt x="81724" y="138645"/>
                </a:lnTo>
                <a:lnTo>
                  <a:pt x="118872" y="169354"/>
                </a:lnTo>
                <a:lnTo>
                  <a:pt x="138772" y="144970"/>
                </a:lnTo>
                <a:close/>
              </a:path>
              <a:path w="753745" h="381635">
                <a:moveTo>
                  <a:pt x="150964" y="204406"/>
                </a:moveTo>
                <a:lnTo>
                  <a:pt x="135724" y="180022"/>
                </a:lnTo>
                <a:lnTo>
                  <a:pt x="108788" y="195694"/>
                </a:lnTo>
                <a:lnTo>
                  <a:pt x="82880" y="210502"/>
                </a:lnTo>
                <a:lnTo>
                  <a:pt x="57835" y="224180"/>
                </a:lnTo>
                <a:lnTo>
                  <a:pt x="33528" y="236410"/>
                </a:lnTo>
                <a:lnTo>
                  <a:pt x="51816" y="262420"/>
                </a:lnTo>
                <a:lnTo>
                  <a:pt x="77800" y="246710"/>
                </a:lnTo>
                <a:lnTo>
                  <a:pt x="103073" y="231698"/>
                </a:lnTo>
                <a:lnTo>
                  <a:pt x="127508" y="217551"/>
                </a:lnTo>
                <a:lnTo>
                  <a:pt x="150964" y="204406"/>
                </a:lnTo>
                <a:close/>
              </a:path>
              <a:path w="753745" h="381635">
                <a:moveTo>
                  <a:pt x="292798" y="115925"/>
                </a:moveTo>
                <a:lnTo>
                  <a:pt x="271462" y="94589"/>
                </a:lnTo>
                <a:lnTo>
                  <a:pt x="255384" y="109143"/>
                </a:lnTo>
                <a:lnTo>
                  <a:pt x="239179" y="122986"/>
                </a:lnTo>
                <a:lnTo>
                  <a:pt x="222719" y="135991"/>
                </a:lnTo>
                <a:lnTo>
                  <a:pt x="205828" y="148018"/>
                </a:lnTo>
                <a:lnTo>
                  <a:pt x="225640" y="170878"/>
                </a:lnTo>
                <a:lnTo>
                  <a:pt x="277380" y="128803"/>
                </a:lnTo>
                <a:lnTo>
                  <a:pt x="292798" y="115925"/>
                </a:lnTo>
                <a:close/>
              </a:path>
              <a:path w="753745" h="381635">
                <a:moveTo>
                  <a:pt x="295846" y="18288"/>
                </a:moveTo>
                <a:lnTo>
                  <a:pt x="33528" y="18288"/>
                </a:lnTo>
                <a:lnTo>
                  <a:pt x="33528" y="47345"/>
                </a:lnTo>
                <a:lnTo>
                  <a:pt x="250024" y="47345"/>
                </a:lnTo>
                <a:lnTo>
                  <a:pt x="160108" y="94589"/>
                </a:lnTo>
                <a:lnTo>
                  <a:pt x="160108" y="256324"/>
                </a:lnTo>
                <a:lnTo>
                  <a:pt x="158445" y="266319"/>
                </a:lnTo>
                <a:lnTo>
                  <a:pt x="153631" y="273469"/>
                </a:lnTo>
                <a:lnTo>
                  <a:pt x="145973" y="277749"/>
                </a:lnTo>
                <a:lnTo>
                  <a:pt x="136017" y="279146"/>
                </a:lnTo>
                <a:lnTo>
                  <a:pt x="124218" y="279133"/>
                </a:lnTo>
                <a:lnTo>
                  <a:pt x="112598" y="278803"/>
                </a:lnTo>
                <a:lnTo>
                  <a:pt x="100698" y="277901"/>
                </a:lnTo>
                <a:lnTo>
                  <a:pt x="88392" y="276136"/>
                </a:lnTo>
                <a:lnTo>
                  <a:pt x="90385" y="284988"/>
                </a:lnTo>
                <a:lnTo>
                  <a:pt x="91821" y="293281"/>
                </a:lnTo>
                <a:lnTo>
                  <a:pt x="92671" y="300990"/>
                </a:lnTo>
                <a:lnTo>
                  <a:pt x="92964" y="308140"/>
                </a:lnTo>
                <a:lnTo>
                  <a:pt x="141820" y="308140"/>
                </a:lnTo>
                <a:lnTo>
                  <a:pt x="162064" y="305257"/>
                </a:lnTo>
                <a:lnTo>
                  <a:pt x="176872" y="296519"/>
                </a:lnTo>
                <a:lnTo>
                  <a:pt x="185978" y="281774"/>
                </a:lnTo>
                <a:lnTo>
                  <a:pt x="186359" y="279184"/>
                </a:lnTo>
                <a:lnTo>
                  <a:pt x="189064" y="260896"/>
                </a:lnTo>
                <a:lnTo>
                  <a:pt x="189064" y="109829"/>
                </a:lnTo>
                <a:lnTo>
                  <a:pt x="295846" y="50393"/>
                </a:lnTo>
                <a:lnTo>
                  <a:pt x="295846" y="18288"/>
                </a:lnTo>
                <a:close/>
              </a:path>
              <a:path w="753745" h="381635">
                <a:moveTo>
                  <a:pt x="300418" y="237934"/>
                </a:moveTo>
                <a:lnTo>
                  <a:pt x="277761" y="222465"/>
                </a:lnTo>
                <a:lnTo>
                  <a:pt x="255562" y="207835"/>
                </a:lnTo>
                <a:lnTo>
                  <a:pt x="211924" y="180022"/>
                </a:lnTo>
                <a:lnTo>
                  <a:pt x="193636" y="202882"/>
                </a:lnTo>
                <a:lnTo>
                  <a:pt x="215366" y="217144"/>
                </a:lnTo>
                <a:lnTo>
                  <a:pt x="237083" y="232270"/>
                </a:lnTo>
                <a:lnTo>
                  <a:pt x="258838" y="247980"/>
                </a:lnTo>
                <a:lnTo>
                  <a:pt x="280606" y="263944"/>
                </a:lnTo>
                <a:lnTo>
                  <a:pt x="300418" y="237934"/>
                </a:lnTo>
                <a:close/>
              </a:path>
              <a:path w="753745" h="381635">
                <a:moveTo>
                  <a:pt x="333946" y="97637"/>
                </a:moveTo>
                <a:lnTo>
                  <a:pt x="303466" y="97637"/>
                </a:lnTo>
                <a:lnTo>
                  <a:pt x="303466" y="327952"/>
                </a:lnTo>
                <a:lnTo>
                  <a:pt x="30480" y="327952"/>
                </a:lnTo>
                <a:lnTo>
                  <a:pt x="30480" y="97637"/>
                </a:lnTo>
                <a:lnTo>
                  <a:pt x="0" y="97637"/>
                </a:lnTo>
                <a:lnTo>
                  <a:pt x="0" y="356997"/>
                </a:lnTo>
                <a:lnTo>
                  <a:pt x="303466" y="356997"/>
                </a:lnTo>
                <a:lnTo>
                  <a:pt x="303466" y="375285"/>
                </a:lnTo>
                <a:lnTo>
                  <a:pt x="333946" y="375285"/>
                </a:lnTo>
                <a:lnTo>
                  <a:pt x="333946" y="327952"/>
                </a:lnTo>
                <a:lnTo>
                  <a:pt x="333946" y="97637"/>
                </a:lnTo>
                <a:close/>
              </a:path>
              <a:path w="753745" h="381635">
                <a:moveTo>
                  <a:pt x="443763" y="61061"/>
                </a:moveTo>
                <a:lnTo>
                  <a:pt x="434644" y="48755"/>
                </a:lnTo>
                <a:lnTo>
                  <a:pt x="425665" y="37007"/>
                </a:lnTo>
                <a:lnTo>
                  <a:pt x="408622" y="15252"/>
                </a:lnTo>
                <a:lnTo>
                  <a:pt x="387286" y="30492"/>
                </a:lnTo>
                <a:lnTo>
                  <a:pt x="395312" y="41351"/>
                </a:lnTo>
                <a:lnTo>
                  <a:pt x="403491" y="53047"/>
                </a:lnTo>
                <a:lnTo>
                  <a:pt x="411975" y="65303"/>
                </a:lnTo>
                <a:lnTo>
                  <a:pt x="420903" y="77825"/>
                </a:lnTo>
                <a:lnTo>
                  <a:pt x="443763" y="61061"/>
                </a:lnTo>
                <a:close/>
              </a:path>
              <a:path w="753745" h="381635">
                <a:moveTo>
                  <a:pt x="556641" y="221183"/>
                </a:moveTo>
                <a:lnTo>
                  <a:pt x="527583" y="221183"/>
                </a:lnTo>
                <a:lnTo>
                  <a:pt x="527583" y="245656"/>
                </a:lnTo>
                <a:lnTo>
                  <a:pt x="518998" y="260845"/>
                </a:lnTo>
                <a:lnTo>
                  <a:pt x="509104" y="274612"/>
                </a:lnTo>
                <a:lnTo>
                  <a:pt x="497801" y="287235"/>
                </a:lnTo>
                <a:lnTo>
                  <a:pt x="484911" y="298996"/>
                </a:lnTo>
                <a:lnTo>
                  <a:pt x="471195" y="292379"/>
                </a:lnTo>
                <a:lnTo>
                  <a:pt x="443763" y="279704"/>
                </a:lnTo>
                <a:lnTo>
                  <a:pt x="430047" y="273088"/>
                </a:lnTo>
                <a:lnTo>
                  <a:pt x="434606" y="267093"/>
                </a:lnTo>
                <a:lnTo>
                  <a:pt x="439000" y="260515"/>
                </a:lnTo>
                <a:lnTo>
                  <a:pt x="443128" y="253377"/>
                </a:lnTo>
                <a:lnTo>
                  <a:pt x="446811" y="245656"/>
                </a:lnTo>
                <a:lnTo>
                  <a:pt x="527583" y="245656"/>
                </a:lnTo>
                <a:lnTo>
                  <a:pt x="527583" y="221183"/>
                </a:lnTo>
                <a:lnTo>
                  <a:pt x="462051" y="221183"/>
                </a:lnTo>
                <a:lnTo>
                  <a:pt x="466623" y="213563"/>
                </a:lnTo>
                <a:lnTo>
                  <a:pt x="471195" y="207467"/>
                </a:lnTo>
                <a:lnTo>
                  <a:pt x="474243" y="199847"/>
                </a:lnTo>
                <a:lnTo>
                  <a:pt x="446811" y="190703"/>
                </a:lnTo>
                <a:lnTo>
                  <a:pt x="443128" y="198462"/>
                </a:lnTo>
                <a:lnTo>
                  <a:pt x="439000" y="205943"/>
                </a:lnTo>
                <a:lnTo>
                  <a:pt x="430047" y="221183"/>
                </a:lnTo>
                <a:lnTo>
                  <a:pt x="372046" y="221183"/>
                </a:lnTo>
                <a:lnTo>
                  <a:pt x="372046" y="245656"/>
                </a:lnTo>
                <a:lnTo>
                  <a:pt x="416331" y="245656"/>
                </a:lnTo>
                <a:lnTo>
                  <a:pt x="410540" y="255663"/>
                </a:lnTo>
                <a:lnTo>
                  <a:pt x="404634" y="265087"/>
                </a:lnTo>
                <a:lnTo>
                  <a:pt x="398449" y="273951"/>
                </a:lnTo>
                <a:lnTo>
                  <a:pt x="391858" y="282232"/>
                </a:lnTo>
                <a:lnTo>
                  <a:pt x="427380" y="299758"/>
                </a:lnTo>
                <a:lnTo>
                  <a:pt x="444246" y="308381"/>
                </a:lnTo>
                <a:lnTo>
                  <a:pt x="460527" y="317284"/>
                </a:lnTo>
                <a:lnTo>
                  <a:pt x="440182" y="328155"/>
                </a:lnTo>
                <a:lnTo>
                  <a:pt x="417893" y="337870"/>
                </a:lnTo>
                <a:lnTo>
                  <a:pt x="393153" y="346506"/>
                </a:lnTo>
                <a:lnTo>
                  <a:pt x="365950" y="353961"/>
                </a:lnTo>
                <a:lnTo>
                  <a:pt x="369379" y="360794"/>
                </a:lnTo>
                <a:lnTo>
                  <a:pt x="372808" y="367487"/>
                </a:lnTo>
                <a:lnTo>
                  <a:pt x="376237" y="373888"/>
                </a:lnTo>
                <a:lnTo>
                  <a:pt x="379666" y="379869"/>
                </a:lnTo>
                <a:lnTo>
                  <a:pt x="411416" y="370103"/>
                </a:lnTo>
                <a:lnTo>
                  <a:pt x="440143" y="358902"/>
                </a:lnTo>
                <a:lnTo>
                  <a:pt x="465696" y="345960"/>
                </a:lnTo>
                <a:lnTo>
                  <a:pt x="487959" y="331000"/>
                </a:lnTo>
                <a:lnTo>
                  <a:pt x="501180" y="337870"/>
                </a:lnTo>
                <a:lnTo>
                  <a:pt x="513676" y="344766"/>
                </a:lnTo>
                <a:lnTo>
                  <a:pt x="538251" y="358533"/>
                </a:lnTo>
                <a:lnTo>
                  <a:pt x="555117" y="331000"/>
                </a:lnTo>
                <a:lnTo>
                  <a:pt x="543890" y="326402"/>
                </a:lnTo>
                <a:lnTo>
                  <a:pt x="533120" y="321665"/>
                </a:lnTo>
                <a:lnTo>
                  <a:pt x="522655" y="316636"/>
                </a:lnTo>
                <a:lnTo>
                  <a:pt x="512343" y="311188"/>
                </a:lnTo>
                <a:lnTo>
                  <a:pt x="523900" y="298996"/>
                </a:lnTo>
                <a:lnTo>
                  <a:pt x="526110" y="296659"/>
                </a:lnTo>
                <a:lnTo>
                  <a:pt x="537883" y="280708"/>
                </a:lnTo>
                <a:lnTo>
                  <a:pt x="547966" y="263613"/>
                </a:lnTo>
                <a:lnTo>
                  <a:pt x="556641" y="245656"/>
                </a:lnTo>
                <a:lnTo>
                  <a:pt x="556641" y="221183"/>
                </a:lnTo>
                <a:close/>
              </a:path>
              <a:path w="753745" h="381635">
                <a:moveTo>
                  <a:pt x="565785" y="90017"/>
                </a:moveTo>
                <a:lnTo>
                  <a:pt x="492531" y="90017"/>
                </a:lnTo>
                <a:lnTo>
                  <a:pt x="492531" y="3060"/>
                </a:lnTo>
                <a:lnTo>
                  <a:pt x="465099" y="3060"/>
                </a:lnTo>
                <a:lnTo>
                  <a:pt x="465099" y="90017"/>
                </a:lnTo>
                <a:lnTo>
                  <a:pt x="376618" y="90017"/>
                </a:lnTo>
                <a:lnTo>
                  <a:pt x="376618" y="114401"/>
                </a:lnTo>
                <a:lnTo>
                  <a:pt x="455955" y="114401"/>
                </a:lnTo>
                <a:lnTo>
                  <a:pt x="435063" y="132816"/>
                </a:lnTo>
                <a:lnTo>
                  <a:pt x="413435" y="149352"/>
                </a:lnTo>
                <a:lnTo>
                  <a:pt x="390944" y="164426"/>
                </a:lnTo>
                <a:lnTo>
                  <a:pt x="367474" y="178511"/>
                </a:lnTo>
                <a:lnTo>
                  <a:pt x="371779" y="184226"/>
                </a:lnTo>
                <a:lnTo>
                  <a:pt x="375666" y="189941"/>
                </a:lnTo>
                <a:lnTo>
                  <a:pt x="379260" y="195656"/>
                </a:lnTo>
                <a:lnTo>
                  <a:pt x="382714" y="201371"/>
                </a:lnTo>
                <a:lnTo>
                  <a:pt x="405701" y="187083"/>
                </a:lnTo>
                <a:lnTo>
                  <a:pt x="426808" y="171653"/>
                </a:lnTo>
                <a:lnTo>
                  <a:pt x="446455" y="155079"/>
                </a:lnTo>
                <a:lnTo>
                  <a:pt x="465099" y="137363"/>
                </a:lnTo>
                <a:lnTo>
                  <a:pt x="465099" y="190703"/>
                </a:lnTo>
                <a:lnTo>
                  <a:pt x="492531" y="190703"/>
                </a:lnTo>
                <a:lnTo>
                  <a:pt x="492531" y="148031"/>
                </a:lnTo>
                <a:lnTo>
                  <a:pt x="507949" y="160070"/>
                </a:lnTo>
                <a:lnTo>
                  <a:pt x="522058" y="171272"/>
                </a:lnTo>
                <a:lnTo>
                  <a:pt x="534758" y="181889"/>
                </a:lnTo>
                <a:lnTo>
                  <a:pt x="545871" y="192227"/>
                </a:lnTo>
                <a:lnTo>
                  <a:pt x="564261" y="170891"/>
                </a:lnTo>
                <a:lnTo>
                  <a:pt x="551065" y="160312"/>
                </a:lnTo>
                <a:lnTo>
                  <a:pt x="536740" y="149161"/>
                </a:lnTo>
                <a:lnTo>
                  <a:pt x="535254" y="148031"/>
                </a:lnTo>
                <a:lnTo>
                  <a:pt x="521309" y="137414"/>
                </a:lnTo>
                <a:lnTo>
                  <a:pt x="504723" y="125069"/>
                </a:lnTo>
                <a:lnTo>
                  <a:pt x="492531" y="137363"/>
                </a:lnTo>
                <a:lnTo>
                  <a:pt x="492531" y="114401"/>
                </a:lnTo>
                <a:lnTo>
                  <a:pt x="565785" y="114401"/>
                </a:lnTo>
                <a:lnTo>
                  <a:pt x="565785" y="90017"/>
                </a:lnTo>
                <a:close/>
              </a:path>
              <a:path w="753745" h="381635">
                <a:moveTo>
                  <a:pt x="573405" y="28968"/>
                </a:moveTo>
                <a:lnTo>
                  <a:pt x="549021" y="13728"/>
                </a:lnTo>
                <a:lnTo>
                  <a:pt x="539559" y="27203"/>
                </a:lnTo>
                <a:lnTo>
                  <a:pt x="529691" y="40093"/>
                </a:lnTo>
                <a:lnTo>
                  <a:pt x="519569" y="52387"/>
                </a:lnTo>
                <a:lnTo>
                  <a:pt x="509295" y="64109"/>
                </a:lnTo>
                <a:lnTo>
                  <a:pt x="515632" y="67779"/>
                </a:lnTo>
                <a:lnTo>
                  <a:pt x="521106" y="71729"/>
                </a:lnTo>
                <a:lnTo>
                  <a:pt x="526021" y="75679"/>
                </a:lnTo>
                <a:lnTo>
                  <a:pt x="530631" y="79349"/>
                </a:lnTo>
                <a:lnTo>
                  <a:pt x="540969" y="67627"/>
                </a:lnTo>
                <a:lnTo>
                  <a:pt x="551446" y="55333"/>
                </a:lnTo>
                <a:lnTo>
                  <a:pt x="573405" y="28968"/>
                </a:lnTo>
                <a:close/>
              </a:path>
              <a:path w="753745" h="381635">
                <a:moveTo>
                  <a:pt x="753338" y="347865"/>
                </a:moveTo>
                <a:lnTo>
                  <a:pt x="730453" y="333235"/>
                </a:lnTo>
                <a:lnTo>
                  <a:pt x="709701" y="316915"/>
                </a:lnTo>
                <a:lnTo>
                  <a:pt x="697382" y="305092"/>
                </a:lnTo>
                <a:lnTo>
                  <a:pt x="690930" y="298907"/>
                </a:lnTo>
                <a:lnTo>
                  <a:pt x="673989" y="279184"/>
                </a:lnTo>
                <a:lnTo>
                  <a:pt x="689533" y="248704"/>
                </a:lnTo>
                <a:lnTo>
                  <a:pt x="692378" y="243128"/>
                </a:lnTo>
                <a:lnTo>
                  <a:pt x="706462" y="201371"/>
                </a:lnTo>
                <a:lnTo>
                  <a:pt x="716521" y="153885"/>
                </a:lnTo>
                <a:lnTo>
                  <a:pt x="722858" y="100685"/>
                </a:lnTo>
                <a:lnTo>
                  <a:pt x="747242" y="100685"/>
                </a:lnTo>
                <a:lnTo>
                  <a:pt x="747242" y="74777"/>
                </a:lnTo>
                <a:lnTo>
                  <a:pt x="692378" y="74777"/>
                </a:lnTo>
                <a:lnTo>
                  <a:pt x="692378" y="100685"/>
                </a:lnTo>
                <a:lnTo>
                  <a:pt x="687501" y="144195"/>
                </a:lnTo>
                <a:lnTo>
                  <a:pt x="679754" y="183273"/>
                </a:lnTo>
                <a:lnTo>
                  <a:pt x="669150" y="218046"/>
                </a:lnTo>
                <a:lnTo>
                  <a:pt x="655701" y="248704"/>
                </a:lnTo>
                <a:lnTo>
                  <a:pt x="641388" y="218401"/>
                </a:lnTo>
                <a:lnTo>
                  <a:pt x="630364" y="184988"/>
                </a:lnTo>
                <a:lnTo>
                  <a:pt x="623658" y="154127"/>
                </a:lnTo>
                <a:lnTo>
                  <a:pt x="622477" y="148704"/>
                </a:lnTo>
                <a:lnTo>
                  <a:pt x="617601" y="109829"/>
                </a:lnTo>
                <a:lnTo>
                  <a:pt x="620649" y="103733"/>
                </a:lnTo>
                <a:lnTo>
                  <a:pt x="620649" y="100685"/>
                </a:lnTo>
                <a:lnTo>
                  <a:pt x="692378" y="100685"/>
                </a:lnTo>
                <a:lnTo>
                  <a:pt x="692378" y="74777"/>
                </a:lnTo>
                <a:lnTo>
                  <a:pt x="629793" y="74777"/>
                </a:lnTo>
                <a:lnTo>
                  <a:pt x="635241" y="58242"/>
                </a:lnTo>
                <a:lnTo>
                  <a:pt x="640270" y="40817"/>
                </a:lnTo>
                <a:lnTo>
                  <a:pt x="645007" y="22834"/>
                </a:lnTo>
                <a:lnTo>
                  <a:pt x="649605" y="4584"/>
                </a:lnTo>
                <a:lnTo>
                  <a:pt x="619125" y="0"/>
                </a:lnTo>
                <a:lnTo>
                  <a:pt x="609409" y="44069"/>
                </a:lnTo>
                <a:lnTo>
                  <a:pt x="596265" y="84683"/>
                </a:lnTo>
                <a:lnTo>
                  <a:pt x="579691" y="121869"/>
                </a:lnTo>
                <a:lnTo>
                  <a:pt x="559689" y="155651"/>
                </a:lnTo>
                <a:lnTo>
                  <a:pt x="565111" y="162242"/>
                </a:lnTo>
                <a:lnTo>
                  <a:pt x="569976" y="168414"/>
                </a:lnTo>
                <a:lnTo>
                  <a:pt x="574255" y="174294"/>
                </a:lnTo>
                <a:lnTo>
                  <a:pt x="577977" y="180035"/>
                </a:lnTo>
                <a:lnTo>
                  <a:pt x="582523" y="174053"/>
                </a:lnTo>
                <a:lnTo>
                  <a:pt x="586930" y="167652"/>
                </a:lnTo>
                <a:lnTo>
                  <a:pt x="591045" y="160959"/>
                </a:lnTo>
                <a:lnTo>
                  <a:pt x="594741" y="154127"/>
                </a:lnTo>
                <a:lnTo>
                  <a:pt x="601599" y="188429"/>
                </a:lnTo>
                <a:lnTo>
                  <a:pt x="610743" y="220459"/>
                </a:lnTo>
                <a:lnTo>
                  <a:pt x="622173" y="250215"/>
                </a:lnTo>
                <a:lnTo>
                  <a:pt x="635889" y="277660"/>
                </a:lnTo>
                <a:lnTo>
                  <a:pt x="618451" y="299046"/>
                </a:lnTo>
                <a:lnTo>
                  <a:pt x="598170" y="319582"/>
                </a:lnTo>
                <a:lnTo>
                  <a:pt x="575017" y="338988"/>
                </a:lnTo>
                <a:lnTo>
                  <a:pt x="549021" y="357009"/>
                </a:lnTo>
                <a:lnTo>
                  <a:pt x="555586" y="363601"/>
                </a:lnTo>
                <a:lnTo>
                  <a:pt x="561594" y="369773"/>
                </a:lnTo>
                <a:lnTo>
                  <a:pt x="567016" y="375653"/>
                </a:lnTo>
                <a:lnTo>
                  <a:pt x="571881" y="381393"/>
                </a:lnTo>
                <a:lnTo>
                  <a:pt x="595020" y="364756"/>
                </a:lnTo>
                <a:lnTo>
                  <a:pt x="616458" y="346671"/>
                </a:lnTo>
                <a:lnTo>
                  <a:pt x="636181" y="326872"/>
                </a:lnTo>
                <a:lnTo>
                  <a:pt x="654177" y="305092"/>
                </a:lnTo>
                <a:lnTo>
                  <a:pt x="671055" y="325755"/>
                </a:lnTo>
                <a:lnTo>
                  <a:pt x="689660" y="344576"/>
                </a:lnTo>
                <a:lnTo>
                  <a:pt x="709980" y="361962"/>
                </a:lnTo>
                <a:lnTo>
                  <a:pt x="732002" y="378345"/>
                </a:lnTo>
                <a:lnTo>
                  <a:pt x="736828" y="371221"/>
                </a:lnTo>
                <a:lnTo>
                  <a:pt x="742099" y="363677"/>
                </a:lnTo>
                <a:lnTo>
                  <a:pt x="747636" y="355841"/>
                </a:lnTo>
                <a:lnTo>
                  <a:pt x="753338" y="3478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8848058" y="5436584"/>
            <a:ext cx="102235" cy="363220"/>
          </a:xfrm>
          <a:custGeom>
            <a:avLst/>
            <a:gdLst/>
            <a:ahLst/>
            <a:cxnLst/>
            <a:rect l="l" t="t" r="r" b="b"/>
            <a:pathLst>
              <a:path w="102234" h="363220">
                <a:moveTo>
                  <a:pt x="100679" y="362997"/>
                </a:moveTo>
                <a:lnTo>
                  <a:pt x="68675" y="362997"/>
                </a:lnTo>
                <a:lnTo>
                  <a:pt x="38656" y="323525"/>
                </a:lnTo>
                <a:lnTo>
                  <a:pt x="17192" y="280463"/>
                </a:lnTo>
                <a:lnTo>
                  <a:pt x="4301" y="233686"/>
                </a:lnTo>
                <a:lnTo>
                  <a:pt x="0" y="183070"/>
                </a:lnTo>
                <a:lnTo>
                  <a:pt x="4301" y="131279"/>
                </a:lnTo>
                <a:lnTo>
                  <a:pt x="17192" y="83498"/>
                </a:lnTo>
                <a:lnTo>
                  <a:pt x="38656" y="39735"/>
                </a:lnTo>
                <a:lnTo>
                  <a:pt x="68675" y="0"/>
                </a:lnTo>
                <a:lnTo>
                  <a:pt x="102203" y="0"/>
                </a:lnTo>
                <a:lnTo>
                  <a:pt x="72199" y="40569"/>
                </a:lnTo>
                <a:lnTo>
                  <a:pt x="50768" y="84451"/>
                </a:lnTo>
                <a:lnTo>
                  <a:pt x="37909" y="131494"/>
                </a:lnTo>
                <a:lnTo>
                  <a:pt x="33623" y="181546"/>
                </a:lnTo>
                <a:lnTo>
                  <a:pt x="37885" y="232186"/>
                </a:lnTo>
                <a:lnTo>
                  <a:pt x="50577" y="279130"/>
                </a:lnTo>
                <a:lnTo>
                  <a:pt x="71556" y="322644"/>
                </a:lnTo>
                <a:lnTo>
                  <a:pt x="100679" y="3629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8996076" y="5428869"/>
            <a:ext cx="367665" cy="354330"/>
          </a:xfrm>
          <a:custGeom>
            <a:avLst/>
            <a:gdLst/>
            <a:ahLst/>
            <a:cxnLst/>
            <a:rect l="l" t="t" r="r" b="b"/>
            <a:pathLst>
              <a:path w="367665" h="354329">
                <a:moveTo>
                  <a:pt x="367569" y="29051"/>
                </a:moveTo>
                <a:lnTo>
                  <a:pt x="0" y="29051"/>
                </a:lnTo>
                <a:lnTo>
                  <a:pt x="0" y="0"/>
                </a:lnTo>
                <a:lnTo>
                  <a:pt x="367569" y="0"/>
                </a:lnTo>
                <a:lnTo>
                  <a:pt x="367569" y="29051"/>
                </a:lnTo>
                <a:close/>
              </a:path>
              <a:path w="367665" h="354329">
                <a:moveTo>
                  <a:pt x="172307" y="79343"/>
                </a:moveTo>
                <a:lnTo>
                  <a:pt x="141827" y="79343"/>
                </a:lnTo>
                <a:lnTo>
                  <a:pt x="147256" y="65055"/>
                </a:lnTo>
                <a:lnTo>
                  <a:pt x="152114" y="51911"/>
                </a:lnTo>
                <a:lnTo>
                  <a:pt x="156400" y="39909"/>
                </a:lnTo>
                <a:lnTo>
                  <a:pt x="160115" y="29051"/>
                </a:lnTo>
                <a:lnTo>
                  <a:pt x="193643" y="29051"/>
                </a:lnTo>
                <a:lnTo>
                  <a:pt x="189666" y="39909"/>
                </a:lnTo>
                <a:lnTo>
                  <a:pt x="184689" y="51911"/>
                </a:lnTo>
                <a:lnTo>
                  <a:pt x="178855" y="65055"/>
                </a:lnTo>
                <a:lnTo>
                  <a:pt x="172307" y="79343"/>
                </a:lnTo>
                <a:close/>
              </a:path>
              <a:path w="367665" h="354329">
                <a:moveTo>
                  <a:pt x="50292" y="353949"/>
                </a:moveTo>
                <a:lnTo>
                  <a:pt x="19812" y="353949"/>
                </a:lnTo>
                <a:lnTo>
                  <a:pt x="19812" y="79343"/>
                </a:lnTo>
                <a:lnTo>
                  <a:pt x="346138" y="79343"/>
                </a:lnTo>
                <a:lnTo>
                  <a:pt x="346138" y="105251"/>
                </a:lnTo>
                <a:lnTo>
                  <a:pt x="50292" y="105251"/>
                </a:lnTo>
                <a:lnTo>
                  <a:pt x="50292" y="306609"/>
                </a:lnTo>
                <a:lnTo>
                  <a:pt x="346138" y="306609"/>
                </a:lnTo>
                <a:lnTo>
                  <a:pt x="346138" y="331089"/>
                </a:lnTo>
                <a:lnTo>
                  <a:pt x="50292" y="331089"/>
                </a:lnTo>
                <a:lnTo>
                  <a:pt x="50292" y="353949"/>
                </a:lnTo>
                <a:close/>
              </a:path>
              <a:path w="367665" h="354329">
                <a:moveTo>
                  <a:pt x="138779" y="306609"/>
                </a:moveTo>
                <a:lnTo>
                  <a:pt x="111347" y="306609"/>
                </a:lnTo>
                <a:lnTo>
                  <a:pt x="111347" y="105251"/>
                </a:lnTo>
                <a:lnTo>
                  <a:pt x="138779" y="105251"/>
                </a:lnTo>
                <a:lnTo>
                  <a:pt x="138779" y="155638"/>
                </a:lnTo>
                <a:lnTo>
                  <a:pt x="256222" y="155638"/>
                </a:lnTo>
                <a:lnTo>
                  <a:pt x="256222" y="180022"/>
                </a:lnTo>
                <a:lnTo>
                  <a:pt x="138779" y="180022"/>
                </a:lnTo>
                <a:lnTo>
                  <a:pt x="138779" y="230409"/>
                </a:lnTo>
                <a:lnTo>
                  <a:pt x="256222" y="230409"/>
                </a:lnTo>
                <a:lnTo>
                  <a:pt x="256222" y="254793"/>
                </a:lnTo>
                <a:lnTo>
                  <a:pt x="138779" y="254793"/>
                </a:lnTo>
                <a:lnTo>
                  <a:pt x="138779" y="306609"/>
                </a:lnTo>
                <a:close/>
              </a:path>
              <a:path w="367665" h="354329">
                <a:moveTo>
                  <a:pt x="256222" y="155638"/>
                </a:moveTo>
                <a:lnTo>
                  <a:pt x="228790" y="155638"/>
                </a:lnTo>
                <a:lnTo>
                  <a:pt x="228790" y="105251"/>
                </a:lnTo>
                <a:lnTo>
                  <a:pt x="256222" y="105251"/>
                </a:lnTo>
                <a:lnTo>
                  <a:pt x="256222" y="155638"/>
                </a:lnTo>
                <a:close/>
              </a:path>
              <a:path w="367665" h="354329">
                <a:moveTo>
                  <a:pt x="346138" y="306609"/>
                </a:moveTo>
                <a:lnTo>
                  <a:pt x="317182" y="306609"/>
                </a:lnTo>
                <a:lnTo>
                  <a:pt x="317182" y="105251"/>
                </a:lnTo>
                <a:lnTo>
                  <a:pt x="346138" y="105251"/>
                </a:lnTo>
                <a:lnTo>
                  <a:pt x="346138" y="306609"/>
                </a:lnTo>
                <a:close/>
              </a:path>
              <a:path w="367665" h="354329">
                <a:moveTo>
                  <a:pt x="256222" y="230409"/>
                </a:moveTo>
                <a:lnTo>
                  <a:pt x="228790" y="230409"/>
                </a:lnTo>
                <a:lnTo>
                  <a:pt x="228790" y="180022"/>
                </a:lnTo>
                <a:lnTo>
                  <a:pt x="256222" y="180022"/>
                </a:lnTo>
                <a:lnTo>
                  <a:pt x="256222" y="230409"/>
                </a:lnTo>
                <a:close/>
              </a:path>
              <a:path w="367665" h="354329">
                <a:moveTo>
                  <a:pt x="256222" y="306609"/>
                </a:moveTo>
                <a:lnTo>
                  <a:pt x="228790" y="306609"/>
                </a:lnTo>
                <a:lnTo>
                  <a:pt x="228790" y="254793"/>
                </a:lnTo>
                <a:lnTo>
                  <a:pt x="256222" y="254793"/>
                </a:lnTo>
                <a:lnTo>
                  <a:pt x="256222" y="306609"/>
                </a:lnTo>
                <a:close/>
              </a:path>
              <a:path w="367665" h="354329">
                <a:moveTo>
                  <a:pt x="346138" y="352425"/>
                </a:moveTo>
                <a:lnTo>
                  <a:pt x="317182" y="352425"/>
                </a:lnTo>
                <a:lnTo>
                  <a:pt x="317182" y="331089"/>
                </a:lnTo>
                <a:lnTo>
                  <a:pt x="346138" y="331089"/>
                </a:lnTo>
                <a:lnTo>
                  <a:pt x="346138" y="3524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9409366" y="5406009"/>
            <a:ext cx="325120" cy="374015"/>
          </a:xfrm>
          <a:custGeom>
            <a:avLst/>
            <a:gdLst/>
            <a:ahLst/>
            <a:cxnLst/>
            <a:rect l="l" t="t" r="r" b="b"/>
            <a:pathLst>
              <a:path w="325120" h="374014">
                <a:moveTo>
                  <a:pt x="144875" y="59531"/>
                </a:moveTo>
                <a:lnTo>
                  <a:pt x="112871" y="59531"/>
                </a:lnTo>
                <a:lnTo>
                  <a:pt x="118300" y="45514"/>
                </a:lnTo>
                <a:lnTo>
                  <a:pt x="123158" y="30908"/>
                </a:lnTo>
                <a:lnTo>
                  <a:pt x="127444" y="15731"/>
                </a:lnTo>
                <a:lnTo>
                  <a:pt x="131159" y="0"/>
                </a:lnTo>
                <a:lnTo>
                  <a:pt x="164687" y="9144"/>
                </a:lnTo>
                <a:lnTo>
                  <a:pt x="159877" y="22589"/>
                </a:lnTo>
                <a:lnTo>
                  <a:pt x="154781" y="35480"/>
                </a:lnTo>
                <a:lnTo>
                  <a:pt x="149685" y="47800"/>
                </a:lnTo>
                <a:lnTo>
                  <a:pt x="144875" y="59531"/>
                </a:lnTo>
                <a:close/>
              </a:path>
              <a:path w="325120" h="374014">
                <a:moveTo>
                  <a:pt x="30480" y="373761"/>
                </a:moveTo>
                <a:lnTo>
                  <a:pt x="0" y="373761"/>
                </a:lnTo>
                <a:lnTo>
                  <a:pt x="0" y="59531"/>
                </a:lnTo>
                <a:lnTo>
                  <a:pt x="324802" y="59531"/>
                </a:lnTo>
                <a:lnTo>
                  <a:pt x="324802" y="88487"/>
                </a:lnTo>
                <a:lnTo>
                  <a:pt x="30480" y="88487"/>
                </a:lnTo>
                <a:lnTo>
                  <a:pt x="30480" y="373761"/>
                </a:lnTo>
                <a:close/>
              </a:path>
              <a:path w="325120" h="374014">
                <a:moveTo>
                  <a:pt x="322550" y="343185"/>
                </a:moveTo>
                <a:lnTo>
                  <a:pt x="272986" y="343185"/>
                </a:lnTo>
                <a:lnTo>
                  <a:pt x="282106" y="341780"/>
                </a:lnTo>
                <a:lnTo>
                  <a:pt x="288798" y="337661"/>
                </a:lnTo>
                <a:lnTo>
                  <a:pt x="292917" y="330969"/>
                </a:lnTo>
                <a:lnTo>
                  <a:pt x="294322" y="321849"/>
                </a:lnTo>
                <a:lnTo>
                  <a:pt x="294322" y="88487"/>
                </a:lnTo>
                <a:lnTo>
                  <a:pt x="324802" y="88487"/>
                </a:lnTo>
                <a:lnTo>
                  <a:pt x="324802" y="327945"/>
                </a:lnTo>
                <a:lnTo>
                  <a:pt x="322550" y="343185"/>
                </a:lnTo>
                <a:close/>
              </a:path>
              <a:path w="325120" h="374014">
                <a:moveTo>
                  <a:pt x="111347" y="303561"/>
                </a:moveTo>
                <a:lnTo>
                  <a:pt x="82296" y="303561"/>
                </a:lnTo>
                <a:lnTo>
                  <a:pt x="82296" y="143446"/>
                </a:lnTo>
                <a:lnTo>
                  <a:pt x="240982" y="143446"/>
                </a:lnTo>
                <a:lnTo>
                  <a:pt x="240982" y="170878"/>
                </a:lnTo>
                <a:lnTo>
                  <a:pt x="111347" y="170878"/>
                </a:lnTo>
                <a:lnTo>
                  <a:pt x="111347" y="250221"/>
                </a:lnTo>
                <a:lnTo>
                  <a:pt x="240982" y="250221"/>
                </a:lnTo>
                <a:lnTo>
                  <a:pt x="240982" y="277653"/>
                </a:lnTo>
                <a:lnTo>
                  <a:pt x="111347" y="277653"/>
                </a:lnTo>
                <a:lnTo>
                  <a:pt x="111347" y="303561"/>
                </a:lnTo>
                <a:close/>
              </a:path>
              <a:path w="325120" h="374014">
                <a:moveTo>
                  <a:pt x="240982" y="250221"/>
                </a:moveTo>
                <a:lnTo>
                  <a:pt x="211931" y="250221"/>
                </a:lnTo>
                <a:lnTo>
                  <a:pt x="211931" y="170878"/>
                </a:lnTo>
                <a:lnTo>
                  <a:pt x="240982" y="170878"/>
                </a:lnTo>
                <a:lnTo>
                  <a:pt x="240982" y="250221"/>
                </a:lnTo>
                <a:close/>
              </a:path>
              <a:path w="325120" h="374014">
                <a:moveTo>
                  <a:pt x="280606" y="372237"/>
                </a:moveTo>
                <a:lnTo>
                  <a:pt x="268341" y="371998"/>
                </a:lnTo>
                <a:lnTo>
                  <a:pt x="239204" y="370951"/>
                </a:lnTo>
                <a:lnTo>
                  <a:pt x="222599" y="370713"/>
                </a:lnTo>
                <a:lnTo>
                  <a:pt x="220313" y="356794"/>
                </a:lnTo>
                <a:lnTo>
                  <a:pt x="219170" y="349455"/>
                </a:lnTo>
                <a:lnTo>
                  <a:pt x="218027" y="341661"/>
                </a:lnTo>
                <a:lnTo>
                  <a:pt x="233512" y="342542"/>
                </a:lnTo>
                <a:lnTo>
                  <a:pt x="247828" y="342995"/>
                </a:lnTo>
                <a:lnTo>
                  <a:pt x="260983" y="343161"/>
                </a:lnTo>
                <a:lnTo>
                  <a:pt x="322550" y="343185"/>
                </a:lnTo>
                <a:lnTo>
                  <a:pt x="321968" y="347122"/>
                </a:lnTo>
                <a:lnTo>
                  <a:pt x="313563" y="360985"/>
                </a:lnTo>
                <a:lnTo>
                  <a:pt x="299727" y="369401"/>
                </a:lnTo>
                <a:lnTo>
                  <a:pt x="280606" y="37223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738401" y="5875883"/>
            <a:ext cx="1550035" cy="381635"/>
          </a:xfrm>
          <a:custGeom>
            <a:avLst/>
            <a:gdLst/>
            <a:ahLst/>
            <a:cxnLst/>
            <a:rect l="l" t="t" r="r" b="b"/>
            <a:pathLst>
              <a:path w="1550035" h="381635">
                <a:moveTo>
                  <a:pt x="181457" y="312712"/>
                </a:moveTo>
                <a:lnTo>
                  <a:pt x="166585" y="290677"/>
                </a:lnTo>
                <a:lnTo>
                  <a:pt x="151726" y="268236"/>
                </a:lnTo>
                <a:lnTo>
                  <a:pt x="142849" y="254698"/>
                </a:lnTo>
                <a:lnTo>
                  <a:pt x="121920" y="222694"/>
                </a:lnTo>
                <a:lnTo>
                  <a:pt x="132905" y="195262"/>
                </a:lnTo>
                <a:lnTo>
                  <a:pt x="135661" y="188353"/>
                </a:lnTo>
                <a:lnTo>
                  <a:pt x="146964" y="151739"/>
                </a:lnTo>
                <a:lnTo>
                  <a:pt x="155663" y="112826"/>
                </a:lnTo>
                <a:lnTo>
                  <a:pt x="161645" y="71628"/>
                </a:lnTo>
                <a:lnTo>
                  <a:pt x="161645" y="44196"/>
                </a:lnTo>
                <a:lnTo>
                  <a:pt x="10668" y="44196"/>
                </a:lnTo>
                <a:lnTo>
                  <a:pt x="10668" y="73152"/>
                </a:lnTo>
                <a:lnTo>
                  <a:pt x="131064" y="73152"/>
                </a:lnTo>
                <a:lnTo>
                  <a:pt x="126758" y="105549"/>
                </a:lnTo>
                <a:lnTo>
                  <a:pt x="120586" y="136499"/>
                </a:lnTo>
                <a:lnTo>
                  <a:pt x="112420" y="166293"/>
                </a:lnTo>
                <a:lnTo>
                  <a:pt x="102108" y="195262"/>
                </a:lnTo>
                <a:lnTo>
                  <a:pt x="86106" y="172110"/>
                </a:lnTo>
                <a:lnTo>
                  <a:pt x="54102" y="125298"/>
                </a:lnTo>
                <a:lnTo>
                  <a:pt x="38100" y="102196"/>
                </a:lnTo>
                <a:lnTo>
                  <a:pt x="15240" y="117449"/>
                </a:lnTo>
                <a:lnTo>
                  <a:pt x="33502" y="144894"/>
                </a:lnTo>
                <a:lnTo>
                  <a:pt x="51625" y="172351"/>
                </a:lnTo>
                <a:lnTo>
                  <a:pt x="69456" y="199821"/>
                </a:lnTo>
                <a:lnTo>
                  <a:pt x="86868" y="227266"/>
                </a:lnTo>
                <a:lnTo>
                  <a:pt x="69443" y="257289"/>
                </a:lnTo>
                <a:lnTo>
                  <a:pt x="49149" y="285610"/>
                </a:lnTo>
                <a:lnTo>
                  <a:pt x="25996" y="312216"/>
                </a:lnTo>
                <a:lnTo>
                  <a:pt x="0" y="337096"/>
                </a:lnTo>
                <a:lnTo>
                  <a:pt x="5448" y="344830"/>
                </a:lnTo>
                <a:lnTo>
                  <a:pt x="10477" y="352145"/>
                </a:lnTo>
                <a:lnTo>
                  <a:pt x="15214" y="359168"/>
                </a:lnTo>
                <a:lnTo>
                  <a:pt x="19812" y="366052"/>
                </a:lnTo>
                <a:lnTo>
                  <a:pt x="44932" y="340944"/>
                </a:lnTo>
                <a:lnTo>
                  <a:pt x="67627" y="313842"/>
                </a:lnTo>
                <a:lnTo>
                  <a:pt x="87744" y="285000"/>
                </a:lnTo>
                <a:lnTo>
                  <a:pt x="105156" y="254698"/>
                </a:lnTo>
                <a:lnTo>
                  <a:pt x="130162" y="292849"/>
                </a:lnTo>
                <a:lnTo>
                  <a:pt x="142316" y="311785"/>
                </a:lnTo>
                <a:lnTo>
                  <a:pt x="154025" y="331000"/>
                </a:lnTo>
                <a:lnTo>
                  <a:pt x="181457" y="312712"/>
                </a:lnTo>
                <a:close/>
              </a:path>
              <a:path w="1550035" h="381635">
                <a:moveTo>
                  <a:pt x="263753" y="236410"/>
                </a:moveTo>
                <a:lnTo>
                  <a:pt x="251752" y="214655"/>
                </a:lnTo>
                <a:lnTo>
                  <a:pt x="238607" y="192735"/>
                </a:lnTo>
                <a:lnTo>
                  <a:pt x="224320" y="170535"/>
                </a:lnTo>
                <a:lnTo>
                  <a:pt x="208889" y="147929"/>
                </a:lnTo>
                <a:lnTo>
                  <a:pt x="184505" y="163169"/>
                </a:lnTo>
                <a:lnTo>
                  <a:pt x="197929" y="186055"/>
                </a:lnTo>
                <a:lnTo>
                  <a:pt x="210794" y="208775"/>
                </a:lnTo>
                <a:lnTo>
                  <a:pt x="223075" y="231190"/>
                </a:lnTo>
                <a:lnTo>
                  <a:pt x="234797" y="253174"/>
                </a:lnTo>
                <a:lnTo>
                  <a:pt x="263753" y="236410"/>
                </a:lnTo>
                <a:close/>
              </a:path>
              <a:path w="1550035" h="381635">
                <a:moveTo>
                  <a:pt x="382714" y="85432"/>
                </a:moveTo>
                <a:lnTo>
                  <a:pt x="335470" y="85432"/>
                </a:lnTo>
                <a:lnTo>
                  <a:pt x="335470" y="4572"/>
                </a:lnTo>
                <a:lnTo>
                  <a:pt x="304990" y="4572"/>
                </a:lnTo>
                <a:lnTo>
                  <a:pt x="304990" y="85432"/>
                </a:lnTo>
                <a:lnTo>
                  <a:pt x="176885" y="85432"/>
                </a:lnTo>
                <a:lnTo>
                  <a:pt x="176885" y="115925"/>
                </a:lnTo>
                <a:lnTo>
                  <a:pt x="304990" y="115925"/>
                </a:lnTo>
                <a:lnTo>
                  <a:pt x="304990" y="309664"/>
                </a:lnTo>
                <a:lnTo>
                  <a:pt x="303250" y="322541"/>
                </a:lnTo>
                <a:lnTo>
                  <a:pt x="297942" y="331571"/>
                </a:lnTo>
                <a:lnTo>
                  <a:pt x="288912" y="336880"/>
                </a:lnTo>
                <a:lnTo>
                  <a:pt x="276339" y="338582"/>
                </a:lnTo>
                <a:lnTo>
                  <a:pt x="264782" y="338569"/>
                </a:lnTo>
                <a:lnTo>
                  <a:pt x="251561" y="338239"/>
                </a:lnTo>
                <a:lnTo>
                  <a:pt x="236080" y="337324"/>
                </a:lnTo>
                <a:lnTo>
                  <a:pt x="218033" y="335572"/>
                </a:lnTo>
                <a:lnTo>
                  <a:pt x="220052" y="345541"/>
                </a:lnTo>
                <a:lnTo>
                  <a:pt x="221653" y="354812"/>
                </a:lnTo>
                <a:lnTo>
                  <a:pt x="224129" y="370624"/>
                </a:lnTo>
                <a:lnTo>
                  <a:pt x="280606" y="370624"/>
                </a:lnTo>
                <a:lnTo>
                  <a:pt x="321754" y="356908"/>
                </a:lnTo>
                <a:lnTo>
                  <a:pt x="335470" y="315760"/>
                </a:lnTo>
                <a:lnTo>
                  <a:pt x="335470" y="115925"/>
                </a:lnTo>
                <a:lnTo>
                  <a:pt x="382714" y="115925"/>
                </a:lnTo>
                <a:lnTo>
                  <a:pt x="382714" y="85432"/>
                </a:lnTo>
                <a:close/>
              </a:path>
              <a:path w="1550035" h="381635">
                <a:moveTo>
                  <a:pt x="773150" y="334048"/>
                </a:moveTo>
                <a:lnTo>
                  <a:pt x="710463" y="299745"/>
                </a:lnTo>
                <a:lnTo>
                  <a:pt x="673709" y="250126"/>
                </a:lnTo>
                <a:lnTo>
                  <a:pt x="669417" y="242506"/>
                </a:lnTo>
                <a:lnTo>
                  <a:pt x="686130" y="236410"/>
                </a:lnTo>
                <a:lnTo>
                  <a:pt x="687501" y="235915"/>
                </a:lnTo>
                <a:lnTo>
                  <a:pt x="705129" y="229743"/>
                </a:lnTo>
                <a:lnTo>
                  <a:pt x="739622" y="218122"/>
                </a:lnTo>
                <a:lnTo>
                  <a:pt x="724382" y="192214"/>
                </a:lnTo>
                <a:lnTo>
                  <a:pt x="699503" y="203619"/>
                </a:lnTo>
                <a:lnTo>
                  <a:pt x="672896" y="214884"/>
                </a:lnTo>
                <a:lnTo>
                  <a:pt x="644575" y="225856"/>
                </a:lnTo>
                <a:lnTo>
                  <a:pt x="614553" y="236410"/>
                </a:lnTo>
                <a:lnTo>
                  <a:pt x="612533" y="233362"/>
                </a:lnTo>
                <a:lnTo>
                  <a:pt x="605675" y="222986"/>
                </a:lnTo>
                <a:lnTo>
                  <a:pt x="594931" y="210121"/>
                </a:lnTo>
                <a:lnTo>
                  <a:pt x="585851" y="201358"/>
                </a:lnTo>
                <a:lnTo>
                  <a:pt x="582193" y="197840"/>
                </a:lnTo>
                <a:lnTo>
                  <a:pt x="567309" y="186118"/>
                </a:lnTo>
                <a:lnTo>
                  <a:pt x="571881" y="182968"/>
                </a:lnTo>
                <a:lnTo>
                  <a:pt x="574929" y="179920"/>
                </a:lnTo>
                <a:lnTo>
                  <a:pt x="576453" y="175348"/>
                </a:lnTo>
                <a:lnTo>
                  <a:pt x="716749" y="175348"/>
                </a:lnTo>
                <a:lnTo>
                  <a:pt x="716749" y="184594"/>
                </a:lnTo>
                <a:lnTo>
                  <a:pt x="742670" y="184594"/>
                </a:lnTo>
                <a:lnTo>
                  <a:pt x="742670" y="175348"/>
                </a:lnTo>
                <a:lnTo>
                  <a:pt x="742670" y="150964"/>
                </a:lnTo>
                <a:lnTo>
                  <a:pt x="742670" y="114388"/>
                </a:lnTo>
                <a:lnTo>
                  <a:pt x="742670" y="90004"/>
                </a:lnTo>
                <a:lnTo>
                  <a:pt x="716749" y="90004"/>
                </a:lnTo>
                <a:lnTo>
                  <a:pt x="716749" y="114388"/>
                </a:lnTo>
                <a:lnTo>
                  <a:pt x="716749" y="150964"/>
                </a:lnTo>
                <a:lnTo>
                  <a:pt x="593217" y="150964"/>
                </a:lnTo>
                <a:lnTo>
                  <a:pt x="596620" y="142684"/>
                </a:lnTo>
                <a:lnTo>
                  <a:pt x="599884" y="133819"/>
                </a:lnTo>
                <a:lnTo>
                  <a:pt x="602856" y="124396"/>
                </a:lnTo>
                <a:lnTo>
                  <a:pt x="605409" y="114388"/>
                </a:lnTo>
                <a:lnTo>
                  <a:pt x="716749" y="114388"/>
                </a:lnTo>
                <a:lnTo>
                  <a:pt x="716749" y="90004"/>
                </a:lnTo>
                <a:lnTo>
                  <a:pt x="648081" y="90004"/>
                </a:lnTo>
                <a:lnTo>
                  <a:pt x="684453" y="57912"/>
                </a:lnTo>
                <a:lnTo>
                  <a:pt x="686181" y="56388"/>
                </a:lnTo>
                <a:lnTo>
                  <a:pt x="686181" y="33528"/>
                </a:lnTo>
                <a:lnTo>
                  <a:pt x="646557" y="33528"/>
                </a:lnTo>
                <a:lnTo>
                  <a:pt x="646557" y="57912"/>
                </a:lnTo>
                <a:lnTo>
                  <a:pt x="613029" y="90004"/>
                </a:lnTo>
                <a:lnTo>
                  <a:pt x="576453" y="90004"/>
                </a:lnTo>
                <a:lnTo>
                  <a:pt x="576453" y="114388"/>
                </a:lnTo>
                <a:lnTo>
                  <a:pt x="573646" y="124396"/>
                </a:lnTo>
                <a:lnTo>
                  <a:pt x="569976" y="133819"/>
                </a:lnTo>
                <a:lnTo>
                  <a:pt x="565734" y="142684"/>
                </a:lnTo>
                <a:lnTo>
                  <a:pt x="561213" y="150964"/>
                </a:lnTo>
                <a:lnTo>
                  <a:pt x="459003" y="150964"/>
                </a:lnTo>
                <a:lnTo>
                  <a:pt x="459003" y="114388"/>
                </a:lnTo>
                <a:lnTo>
                  <a:pt x="576453" y="114388"/>
                </a:lnTo>
                <a:lnTo>
                  <a:pt x="576453" y="90004"/>
                </a:lnTo>
                <a:lnTo>
                  <a:pt x="466623" y="90004"/>
                </a:lnTo>
                <a:lnTo>
                  <a:pt x="476872" y="81953"/>
                </a:lnTo>
                <a:lnTo>
                  <a:pt x="486816" y="73926"/>
                </a:lnTo>
                <a:lnTo>
                  <a:pt x="496201" y="65913"/>
                </a:lnTo>
                <a:lnTo>
                  <a:pt x="504723" y="57912"/>
                </a:lnTo>
                <a:lnTo>
                  <a:pt x="646557" y="57912"/>
                </a:lnTo>
                <a:lnTo>
                  <a:pt x="646557" y="33528"/>
                </a:lnTo>
                <a:lnTo>
                  <a:pt x="529107" y="33528"/>
                </a:lnTo>
                <a:lnTo>
                  <a:pt x="535686" y="26428"/>
                </a:lnTo>
                <a:lnTo>
                  <a:pt x="541693" y="19050"/>
                </a:lnTo>
                <a:lnTo>
                  <a:pt x="547154" y="11671"/>
                </a:lnTo>
                <a:lnTo>
                  <a:pt x="552069" y="4572"/>
                </a:lnTo>
                <a:lnTo>
                  <a:pt x="518439" y="0"/>
                </a:lnTo>
                <a:lnTo>
                  <a:pt x="493318" y="29743"/>
                </a:lnTo>
                <a:lnTo>
                  <a:pt x="463765" y="57353"/>
                </a:lnTo>
                <a:lnTo>
                  <a:pt x="429895" y="82981"/>
                </a:lnTo>
                <a:lnTo>
                  <a:pt x="391858" y="106768"/>
                </a:lnTo>
                <a:lnTo>
                  <a:pt x="396138" y="113398"/>
                </a:lnTo>
                <a:lnTo>
                  <a:pt x="399859" y="119722"/>
                </a:lnTo>
                <a:lnTo>
                  <a:pt x="402996" y="126060"/>
                </a:lnTo>
                <a:lnTo>
                  <a:pt x="405574" y="132676"/>
                </a:lnTo>
                <a:lnTo>
                  <a:pt x="433095" y="114388"/>
                </a:lnTo>
                <a:lnTo>
                  <a:pt x="433095" y="187642"/>
                </a:lnTo>
                <a:lnTo>
                  <a:pt x="459003" y="187642"/>
                </a:lnTo>
                <a:lnTo>
                  <a:pt x="459003" y="175348"/>
                </a:lnTo>
                <a:lnTo>
                  <a:pt x="539775" y="175348"/>
                </a:lnTo>
                <a:lnTo>
                  <a:pt x="515848" y="191693"/>
                </a:lnTo>
                <a:lnTo>
                  <a:pt x="483196" y="206298"/>
                </a:lnTo>
                <a:lnTo>
                  <a:pt x="442226" y="219163"/>
                </a:lnTo>
                <a:lnTo>
                  <a:pt x="393382" y="230314"/>
                </a:lnTo>
                <a:lnTo>
                  <a:pt x="397662" y="238010"/>
                </a:lnTo>
                <a:lnTo>
                  <a:pt x="401383" y="244983"/>
                </a:lnTo>
                <a:lnTo>
                  <a:pt x="404520" y="251104"/>
                </a:lnTo>
                <a:lnTo>
                  <a:pt x="407098" y="256222"/>
                </a:lnTo>
                <a:lnTo>
                  <a:pt x="452018" y="244221"/>
                </a:lnTo>
                <a:lnTo>
                  <a:pt x="490626" y="231076"/>
                </a:lnTo>
                <a:lnTo>
                  <a:pt x="522960" y="216789"/>
                </a:lnTo>
                <a:lnTo>
                  <a:pt x="549021" y="201358"/>
                </a:lnTo>
                <a:lnTo>
                  <a:pt x="553593" y="205930"/>
                </a:lnTo>
                <a:lnTo>
                  <a:pt x="559689" y="210502"/>
                </a:lnTo>
                <a:lnTo>
                  <a:pt x="564261" y="215074"/>
                </a:lnTo>
                <a:lnTo>
                  <a:pt x="532460" y="235915"/>
                </a:lnTo>
                <a:lnTo>
                  <a:pt x="494245" y="254889"/>
                </a:lnTo>
                <a:lnTo>
                  <a:pt x="449465" y="271868"/>
                </a:lnTo>
                <a:lnTo>
                  <a:pt x="397954" y="286702"/>
                </a:lnTo>
                <a:lnTo>
                  <a:pt x="406158" y="301459"/>
                </a:lnTo>
                <a:lnTo>
                  <a:pt x="409778" y="307581"/>
                </a:lnTo>
                <a:lnTo>
                  <a:pt x="413283" y="312712"/>
                </a:lnTo>
                <a:lnTo>
                  <a:pt x="465823" y="295592"/>
                </a:lnTo>
                <a:lnTo>
                  <a:pt x="511213" y="276466"/>
                </a:lnTo>
                <a:lnTo>
                  <a:pt x="549198" y="255612"/>
                </a:lnTo>
                <a:lnTo>
                  <a:pt x="579501" y="233362"/>
                </a:lnTo>
                <a:lnTo>
                  <a:pt x="588645" y="245554"/>
                </a:lnTo>
                <a:lnTo>
                  <a:pt x="553580" y="278422"/>
                </a:lnTo>
                <a:lnTo>
                  <a:pt x="507771" y="303555"/>
                </a:lnTo>
                <a:lnTo>
                  <a:pt x="453974" y="325234"/>
                </a:lnTo>
                <a:lnTo>
                  <a:pt x="391858" y="343192"/>
                </a:lnTo>
                <a:lnTo>
                  <a:pt x="396163" y="350901"/>
                </a:lnTo>
                <a:lnTo>
                  <a:pt x="403644" y="364617"/>
                </a:lnTo>
                <a:lnTo>
                  <a:pt x="407098" y="370624"/>
                </a:lnTo>
                <a:lnTo>
                  <a:pt x="470623" y="350062"/>
                </a:lnTo>
                <a:lnTo>
                  <a:pt x="524002" y="327367"/>
                </a:lnTo>
                <a:lnTo>
                  <a:pt x="567359" y="302641"/>
                </a:lnTo>
                <a:lnTo>
                  <a:pt x="600837" y="276034"/>
                </a:lnTo>
                <a:lnTo>
                  <a:pt x="601713" y="282282"/>
                </a:lnTo>
                <a:lnTo>
                  <a:pt x="602170" y="289420"/>
                </a:lnTo>
                <a:lnTo>
                  <a:pt x="602272" y="293827"/>
                </a:lnTo>
                <a:lnTo>
                  <a:pt x="602361" y="305092"/>
                </a:lnTo>
                <a:lnTo>
                  <a:pt x="599770" y="324205"/>
                </a:lnTo>
                <a:lnTo>
                  <a:pt x="591883" y="338048"/>
                </a:lnTo>
                <a:lnTo>
                  <a:pt x="578573" y="346443"/>
                </a:lnTo>
                <a:lnTo>
                  <a:pt x="559689" y="349288"/>
                </a:lnTo>
                <a:lnTo>
                  <a:pt x="547674" y="349021"/>
                </a:lnTo>
                <a:lnTo>
                  <a:pt x="534835" y="348335"/>
                </a:lnTo>
                <a:lnTo>
                  <a:pt x="507771" y="346240"/>
                </a:lnTo>
                <a:lnTo>
                  <a:pt x="509981" y="354825"/>
                </a:lnTo>
                <a:lnTo>
                  <a:pt x="513994" y="369811"/>
                </a:lnTo>
                <a:lnTo>
                  <a:pt x="515391" y="375196"/>
                </a:lnTo>
                <a:lnTo>
                  <a:pt x="527989" y="375424"/>
                </a:lnTo>
                <a:lnTo>
                  <a:pt x="553199" y="376478"/>
                </a:lnTo>
                <a:lnTo>
                  <a:pt x="565785" y="376720"/>
                </a:lnTo>
                <a:lnTo>
                  <a:pt x="594029" y="372427"/>
                </a:lnTo>
                <a:lnTo>
                  <a:pt x="614553" y="359575"/>
                </a:lnTo>
                <a:lnTo>
                  <a:pt x="620560" y="349288"/>
                </a:lnTo>
                <a:lnTo>
                  <a:pt x="627075" y="338137"/>
                </a:lnTo>
                <a:lnTo>
                  <a:pt x="631317" y="308140"/>
                </a:lnTo>
                <a:lnTo>
                  <a:pt x="630770" y="293827"/>
                </a:lnTo>
                <a:lnTo>
                  <a:pt x="629221" y="280657"/>
                </a:lnTo>
                <a:lnTo>
                  <a:pt x="628294" y="276034"/>
                </a:lnTo>
                <a:lnTo>
                  <a:pt x="626821" y="268617"/>
                </a:lnTo>
                <a:lnTo>
                  <a:pt x="623697" y="257746"/>
                </a:lnTo>
                <a:lnTo>
                  <a:pt x="631317" y="254698"/>
                </a:lnTo>
                <a:lnTo>
                  <a:pt x="637413" y="253174"/>
                </a:lnTo>
                <a:lnTo>
                  <a:pt x="645033" y="250126"/>
                </a:lnTo>
                <a:lnTo>
                  <a:pt x="665594" y="287045"/>
                </a:lnTo>
                <a:lnTo>
                  <a:pt x="690613" y="317652"/>
                </a:lnTo>
                <a:lnTo>
                  <a:pt x="719912" y="341947"/>
                </a:lnTo>
                <a:lnTo>
                  <a:pt x="753338" y="359956"/>
                </a:lnTo>
                <a:lnTo>
                  <a:pt x="757288" y="354825"/>
                </a:lnTo>
                <a:lnTo>
                  <a:pt x="762101" y="348716"/>
                </a:lnTo>
                <a:lnTo>
                  <a:pt x="767473" y="341731"/>
                </a:lnTo>
                <a:lnTo>
                  <a:pt x="773150" y="334048"/>
                </a:lnTo>
                <a:close/>
              </a:path>
              <a:path w="1550035" h="381635">
                <a:moveTo>
                  <a:pt x="960691" y="234886"/>
                </a:moveTo>
                <a:lnTo>
                  <a:pt x="945832" y="220306"/>
                </a:lnTo>
                <a:lnTo>
                  <a:pt x="930973" y="206298"/>
                </a:lnTo>
                <a:lnTo>
                  <a:pt x="927201" y="202882"/>
                </a:lnTo>
                <a:lnTo>
                  <a:pt x="920470" y="196786"/>
                </a:lnTo>
                <a:lnTo>
                  <a:pt x="917105" y="193738"/>
                </a:lnTo>
                <a:lnTo>
                  <a:pt x="916114" y="192836"/>
                </a:lnTo>
                <a:lnTo>
                  <a:pt x="901255" y="179933"/>
                </a:lnTo>
                <a:lnTo>
                  <a:pt x="887539" y="193738"/>
                </a:lnTo>
                <a:lnTo>
                  <a:pt x="887539" y="143357"/>
                </a:lnTo>
                <a:lnTo>
                  <a:pt x="959167" y="143357"/>
                </a:lnTo>
                <a:lnTo>
                  <a:pt x="959167" y="117449"/>
                </a:lnTo>
                <a:lnTo>
                  <a:pt x="887539" y="117449"/>
                </a:lnTo>
                <a:lnTo>
                  <a:pt x="887539" y="57912"/>
                </a:lnTo>
                <a:lnTo>
                  <a:pt x="887539" y="51816"/>
                </a:lnTo>
                <a:lnTo>
                  <a:pt x="904417" y="49263"/>
                </a:lnTo>
                <a:lnTo>
                  <a:pt x="920877" y="46291"/>
                </a:lnTo>
                <a:lnTo>
                  <a:pt x="937044" y="43027"/>
                </a:lnTo>
                <a:lnTo>
                  <a:pt x="953071" y="39624"/>
                </a:lnTo>
                <a:lnTo>
                  <a:pt x="943927" y="13716"/>
                </a:lnTo>
                <a:lnTo>
                  <a:pt x="906157" y="21412"/>
                </a:lnTo>
                <a:lnTo>
                  <a:pt x="868095" y="28384"/>
                </a:lnTo>
                <a:lnTo>
                  <a:pt x="829449" y="34505"/>
                </a:lnTo>
                <a:lnTo>
                  <a:pt x="789901" y="39624"/>
                </a:lnTo>
                <a:lnTo>
                  <a:pt x="792111" y="46291"/>
                </a:lnTo>
                <a:lnTo>
                  <a:pt x="794283" y="53149"/>
                </a:lnTo>
                <a:lnTo>
                  <a:pt x="796124" y="59550"/>
                </a:lnTo>
                <a:lnTo>
                  <a:pt x="797521" y="65532"/>
                </a:lnTo>
                <a:lnTo>
                  <a:pt x="813282" y="64122"/>
                </a:lnTo>
                <a:lnTo>
                  <a:pt x="828624" y="62293"/>
                </a:lnTo>
                <a:lnTo>
                  <a:pt x="843686" y="60172"/>
                </a:lnTo>
                <a:lnTo>
                  <a:pt x="858583" y="57912"/>
                </a:lnTo>
                <a:lnTo>
                  <a:pt x="858583" y="117449"/>
                </a:lnTo>
                <a:lnTo>
                  <a:pt x="785329" y="117449"/>
                </a:lnTo>
                <a:lnTo>
                  <a:pt x="785329" y="143357"/>
                </a:lnTo>
                <a:lnTo>
                  <a:pt x="852487" y="143357"/>
                </a:lnTo>
                <a:lnTo>
                  <a:pt x="838758" y="178003"/>
                </a:lnTo>
                <a:lnTo>
                  <a:pt x="822718" y="211061"/>
                </a:lnTo>
                <a:lnTo>
                  <a:pt x="804405" y="242671"/>
                </a:lnTo>
                <a:lnTo>
                  <a:pt x="783805" y="272986"/>
                </a:lnTo>
                <a:lnTo>
                  <a:pt x="787234" y="281216"/>
                </a:lnTo>
                <a:lnTo>
                  <a:pt x="790663" y="289610"/>
                </a:lnTo>
                <a:lnTo>
                  <a:pt x="794092" y="297713"/>
                </a:lnTo>
                <a:lnTo>
                  <a:pt x="797521" y="305092"/>
                </a:lnTo>
                <a:lnTo>
                  <a:pt x="815860" y="279336"/>
                </a:lnTo>
                <a:lnTo>
                  <a:pt x="832053" y="252615"/>
                </a:lnTo>
                <a:lnTo>
                  <a:pt x="846251" y="225056"/>
                </a:lnTo>
                <a:lnTo>
                  <a:pt x="858583" y="196786"/>
                </a:lnTo>
                <a:lnTo>
                  <a:pt x="858583" y="381292"/>
                </a:lnTo>
                <a:lnTo>
                  <a:pt x="887539" y="381292"/>
                </a:lnTo>
                <a:lnTo>
                  <a:pt x="887539" y="202882"/>
                </a:lnTo>
                <a:lnTo>
                  <a:pt x="901204" y="216573"/>
                </a:lnTo>
                <a:lnTo>
                  <a:pt x="914590" y="230124"/>
                </a:lnTo>
                <a:lnTo>
                  <a:pt x="927404" y="243382"/>
                </a:lnTo>
                <a:lnTo>
                  <a:pt x="939355" y="256222"/>
                </a:lnTo>
                <a:lnTo>
                  <a:pt x="960691" y="234886"/>
                </a:lnTo>
                <a:close/>
              </a:path>
              <a:path w="1550035" h="381635">
                <a:moveTo>
                  <a:pt x="1146810" y="48768"/>
                </a:moveTo>
                <a:lnTo>
                  <a:pt x="1116330" y="48768"/>
                </a:lnTo>
                <a:lnTo>
                  <a:pt x="1116330" y="76200"/>
                </a:lnTo>
                <a:lnTo>
                  <a:pt x="1116330" y="303568"/>
                </a:lnTo>
                <a:lnTo>
                  <a:pt x="1008037" y="303568"/>
                </a:lnTo>
                <a:lnTo>
                  <a:pt x="1008037" y="76200"/>
                </a:lnTo>
                <a:lnTo>
                  <a:pt x="1116330" y="76200"/>
                </a:lnTo>
                <a:lnTo>
                  <a:pt x="1116330" y="48768"/>
                </a:lnTo>
                <a:lnTo>
                  <a:pt x="977557" y="48768"/>
                </a:lnTo>
                <a:lnTo>
                  <a:pt x="977557" y="367576"/>
                </a:lnTo>
                <a:lnTo>
                  <a:pt x="1008037" y="367576"/>
                </a:lnTo>
                <a:lnTo>
                  <a:pt x="1008037" y="331000"/>
                </a:lnTo>
                <a:lnTo>
                  <a:pt x="1116330" y="331000"/>
                </a:lnTo>
                <a:lnTo>
                  <a:pt x="1116330" y="367576"/>
                </a:lnTo>
                <a:lnTo>
                  <a:pt x="1146810" y="367576"/>
                </a:lnTo>
                <a:lnTo>
                  <a:pt x="1146810" y="331000"/>
                </a:lnTo>
                <a:lnTo>
                  <a:pt x="1146810" y="303568"/>
                </a:lnTo>
                <a:lnTo>
                  <a:pt x="1146810" y="76200"/>
                </a:lnTo>
                <a:lnTo>
                  <a:pt x="1146810" y="48768"/>
                </a:lnTo>
                <a:close/>
              </a:path>
              <a:path w="1550035" h="381635">
                <a:moveTo>
                  <a:pt x="1549438" y="24384"/>
                </a:moveTo>
                <a:lnTo>
                  <a:pt x="1181862" y="24384"/>
                </a:lnTo>
                <a:lnTo>
                  <a:pt x="1181862" y="53340"/>
                </a:lnTo>
                <a:lnTo>
                  <a:pt x="1340459" y="53340"/>
                </a:lnTo>
                <a:lnTo>
                  <a:pt x="1336763" y="64211"/>
                </a:lnTo>
                <a:lnTo>
                  <a:pt x="1332649" y="76250"/>
                </a:lnTo>
                <a:lnTo>
                  <a:pt x="1328242" y="89420"/>
                </a:lnTo>
                <a:lnTo>
                  <a:pt x="1323695" y="103720"/>
                </a:lnTo>
                <a:lnTo>
                  <a:pt x="1293215" y="103720"/>
                </a:lnTo>
                <a:lnTo>
                  <a:pt x="1293215" y="128117"/>
                </a:lnTo>
                <a:lnTo>
                  <a:pt x="1293215" y="329476"/>
                </a:lnTo>
                <a:lnTo>
                  <a:pt x="1230630" y="329476"/>
                </a:lnTo>
                <a:lnTo>
                  <a:pt x="1230630" y="128117"/>
                </a:lnTo>
                <a:lnTo>
                  <a:pt x="1293215" y="128117"/>
                </a:lnTo>
                <a:lnTo>
                  <a:pt x="1293215" y="103720"/>
                </a:lnTo>
                <a:lnTo>
                  <a:pt x="1201674" y="103720"/>
                </a:lnTo>
                <a:lnTo>
                  <a:pt x="1201674" y="376720"/>
                </a:lnTo>
                <a:lnTo>
                  <a:pt x="1230630" y="376720"/>
                </a:lnTo>
                <a:lnTo>
                  <a:pt x="1230630" y="355384"/>
                </a:lnTo>
                <a:lnTo>
                  <a:pt x="1499044" y="355384"/>
                </a:lnTo>
                <a:lnTo>
                  <a:pt x="1499044" y="376720"/>
                </a:lnTo>
                <a:lnTo>
                  <a:pt x="1528102" y="376720"/>
                </a:lnTo>
                <a:lnTo>
                  <a:pt x="1528102" y="355384"/>
                </a:lnTo>
                <a:lnTo>
                  <a:pt x="1528102" y="329476"/>
                </a:lnTo>
                <a:lnTo>
                  <a:pt x="1528102" y="128117"/>
                </a:lnTo>
                <a:lnTo>
                  <a:pt x="1528102" y="103720"/>
                </a:lnTo>
                <a:lnTo>
                  <a:pt x="1499044" y="103720"/>
                </a:lnTo>
                <a:lnTo>
                  <a:pt x="1499044" y="128117"/>
                </a:lnTo>
                <a:lnTo>
                  <a:pt x="1499044" y="329476"/>
                </a:lnTo>
                <a:lnTo>
                  <a:pt x="1436560" y="329476"/>
                </a:lnTo>
                <a:lnTo>
                  <a:pt x="1436560" y="128117"/>
                </a:lnTo>
                <a:lnTo>
                  <a:pt x="1499044" y="128117"/>
                </a:lnTo>
                <a:lnTo>
                  <a:pt x="1499044" y="103720"/>
                </a:lnTo>
                <a:lnTo>
                  <a:pt x="1409128" y="103720"/>
                </a:lnTo>
                <a:lnTo>
                  <a:pt x="1409128" y="128117"/>
                </a:lnTo>
                <a:lnTo>
                  <a:pt x="1409128" y="179933"/>
                </a:lnTo>
                <a:lnTo>
                  <a:pt x="1409128" y="204406"/>
                </a:lnTo>
                <a:lnTo>
                  <a:pt x="1409128" y="254698"/>
                </a:lnTo>
                <a:lnTo>
                  <a:pt x="1409128" y="279082"/>
                </a:lnTo>
                <a:lnTo>
                  <a:pt x="1409128" y="329476"/>
                </a:lnTo>
                <a:lnTo>
                  <a:pt x="1320647" y="329476"/>
                </a:lnTo>
                <a:lnTo>
                  <a:pt x="1320647" y="279082"/>
                </a:lnTo>
                <a:lnTo>
                  <a:pt x="1409128" y="279082"/>
                </a:lnTo>
                <a:lnTo>
                  <a:pt x="1409128" y="254698"/>
                </a:lnTo>
                <a:lnTo>
                  <a:pt x="1320647" y="254698"/>
                </a:lnTo>
                <a:lnTo>
                  <a:pt x="1320647" y="204406"/>
                </a:lnTo>
                <a:lnTo>
                  <a:pt x="1409128" y="204406"/>
                </a:lnTo>
                <a:lnTo>
                  <a:pt x="1409128" y="179933"/>
                </a:lnTo>
                <a:lnTo>
                  <a:pt x="1320647" y="179933"/>
                </a:lnTo>
                <a:lnTo>
                  <a:pt x="1320647" y="128117"/>
                </a:lnTo>
                <a:lnTo>
                  <a:pt x="1409128" y="128117"/>
                </a:lnTo>
                <a:lnTo>
                  <a:pt x="1409128" y="103720"/>
                </a:lnTo>
                <a:lnTo>
                  <a:pt x="1354175" y="103720"/>
                </a:lnTo>
                <a:lnTo>
                  <a:pt x="1359865" y="89420"/>
                </a:lnTo>
                <a:lnTo>
                  <a:pt x="1365415" y="76250"/>
                </a:lnTo>
                <a:lnTo>
                  <a:pt x="1370672" y="64211"/>
                </a:lnTo>
                <a:lnTo>
                  <a:pt x="1375511" y="53340"/>
                </a:lnTo>
                <a:lnTo>
                  <a:pt x="1549438" y="53340"/>
                </a:lnTo>
                <a:lnTo>
                  <a:pt x="1549438" y="24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3333546" y="5877407"/>
            <a:ext cx="1276985" cy="393700"/>
          </a:xfrm>
          <a:custGeom>
            <a:avLst/>
            <a:gdLst/>
            <a:ahLst/>
            <a:cxnLst/>
            <a:rect l="l" t="t" r="r" b="b"/>
            <a:pathLst>
              <a:path w="1276985" h="393700">
                <a:moveTo>
                  <a:pt x="240995" y="141820"/>
                </a:moveTo>
                <a:lnTo>
                  <a:pt x="212039" y="141820"/>
                </a:lnTo>
                <a:lnTo>
                  <a:pt x="212039" y="169252"/>
                </a:lnTo>
                <a:lnTo>
                  <a:pt x="212039" y="248602"/>
                </a:lnTo>
                <a:lnTo>
                  <a:pt x="111353" y="248602"/>
                </a:lnTo>
                <a:lnTo>
                  <a:pt x="111353" y="169252"/>
                </a:lnTo>
                <a:lnTo>
                  <a:pt x="212039" y="169252"/>
                </a:lnTo>
                <a:lnTo>
                  <a:pt x="212039" y="141820"/>
                </a:lnTo>
                <a:lnTo>
                  <a:pt x="82397" y="141820"/>
                </a:lnTo>
                <a:lnTo>
                  <a:pt x="82397" y="303555"/>
                </a:lnTo>
                <a:lnTo>
                  <a:pt x="111353" y="303555"/>
                </a:lnTo>
                <a:lnTo>
                  <a:pt x="111353" y="276034"/>
                </a:lnTo>
                <a:lnTo>
                  <a:pt x="240995" y="276034"/>
                </a:lnTo>
                <a:lnTo>
                  <a:pt x="240995" y="248602"/>
                </a:lnTo>
                <a:lnTo>
                  <a:pt x="240995" y="169252"/>
                </a:lnTo>
                <a:lnTo>
                  <a:pt x="240995" y="141820"/>
                </a:lnTo>
                <a:close/>
              </a:path>
              <a:path w="1276985" h="393700">
                <a:moveTo>
                  <a:pt x="323291" y="59436"/>
                </a:moveTo>
                <a:lnTo>
                  <a:pt x="144881" y="59436"/>
                </a:lnTo>
                <a:lnTo>
                  <a:pt x="149479" y="47078"/>
                </a:lnTo>
                <a:lnTo>
                  <a:pt x="154216" y="34861"/>
                </a:lnTo>
                <a:lnTo>
                  <a:pt x="159245" y="22364"/>
                </a:lnTo>
                <a:lnTo>
                  <a:pt x="164693" y="9144"/>
                </a:lnTo>
                <a:lnTo>
                  <a:pt x="131165" y="0"/>
                </a:lnTo>
                <a:lnTo>
                  <a:pt x="112877" y="59436"/>
                </a:lnTo>
                <a:lnTo>
                  <a:pt x="0" y="59436"/>
                </a:lnTo>
                <a:lnTo>
                  <a:pt x="0" y="373659"/>
                </a:lnTo>
                <a:lnTo>
                  <a:pt x="30492" y="373659"/>
                </a:lnTo>
                <a:lnTo>
                  <a:pt x="30492" y="86956"/>
                </a:lnTo>
                <a:lnTo>
                  <a:pt x="294335" y="86956"/>
                </a:lnTo>
                <a:lnTo>
                  <a:pt x="294335" y="320319"/>
                </a:lnTo>
                <a:lnTo>
                  <a:pt x="292925" y="330327"/>
                </a:lnTo>
                <a:lnTo>
                  <a:pt x="288810" y="337464"/>
                </a:lnTo>
                <a:lnTo>
                  <a:pt x="282117" y="341757"/>
                </a:lnTo>
                <a:lnTo>
                  <a:pt x="272999" y="343179"/>
                </a:lnTo>
                <a:lnTo>
                  <a:pt x="260972" y="342925"/>
                </a:lnTo>
                <a:lnTo>
                  <a:pt x="247662" y="342226"/>
                </a:lnTo>
                <a:lnTo>
                  <a:pt x="216611" y="340131"/>
                </a:lnTo>
                <a:lnTo>
                  <a:pt x="218630" y="348119"/>
                </a:lnTo>
                <a:lnTo>
                  <a:pt x="220230" y="355942"/>
                </a:lnTo>
                <a:lnTo>
                  <a:pt x="221538" y="363499"/>
                </a:lnTo>
                <a:lnTo>
                  <a:pt x="222707" y="370611"/>
                </a:lnTo>
                <a:lnTo>
                  <a:pt x="280619" y="370611"/>
                </a:lnTo>
                <a:lnTo>
                  <a:pt x="320687" y="346824"/>
                </a:lnTo>
                <a:lnTo>
                  <a:pt x="323291" y="327939"/>
                </a:lnTo>
                <a:lnTo>
                  <a:pt x="323291" y="86956"/>
                </a:lnTo>
                <a:lnTo>
                  <a:pt x="323291" y="59436"/>
                </a:lnTo>
                <a:close/>
              </a:path>
              <a:path w="1276985" h="393700">
                <a:moveTo>
                  <a:pt x="459016" y="73152"/>
                </a:moveTo>
                <a:lnTo>
                  <a:pt x="444436" y="53416"/>
                </a:lnTo>
                <a:lnTo>
                  <a:pt x="430441" y="35242"/>
                </a:lnTo>
                <a:lnTo>
                  <a:pt x="417004" y="18503"/>
                </a:lnTo>
                <a:lnTo>
                  <a:pt x="404152" y="3048"/>
                </a:lnTo>
                <a:lnTo>
                  <a:pt x="381292" y="19812"/>
                </a:lnTo>
                <a:lnTo>
                  <a:pt x="393865" y="36385"/>
                </a:lnTo>
                <a:lnTo>
                  <a:pt x="406438" y="54114"/>
                </a:lnTo>
                <a:lnTo>
                  <a:pt x="419011" y="72999"/>
                </a:lnTo>
                <a:lnTo>
                  <a:pt x="431584" y="93065"/>
                </a:lnTo>
                <a:lnTo>
                  <a:pt x="438442" y="87604"/>
                </a:lnTo>
                <a:lnTo>
                  <a:pt x="445300" y="82575"/>
                </a:lnTo>
                <a:lnTo>
                  <a:pt x="452158" y="77800"/>
                </a:lnTo>
                <a:lnTo>
                  <a:pt x="459016" y="73152"/>
                </a:lnTo>
                <a:close/>
              </a:path>
              <a:path w="1276985" h="393700">
                <a:moveTo>
                  <a:pt x="581037" y="213550"/>
                </a:moveTo>
                <a:lnTo>
                  <a:pt x="568464" y="197243"/>
                </a:lnTo>
                <a:lnTo>
                  <a:pt x="517029" y="131165"/>
                </a:lnTo>
                <a:lnTo>
                  <a:pt x="492645" y="147929"/>
                </a:lnTo>
                <a:lnTo>
                  <a:pt x="507733" y="167703"/>
                </a:lnTo>
                <a:lnTo>
                  <a:pt x="523125" y="188353"/>
                </a:lnTo>
                <a:lnTo>
                  <a:pt x="538505" y="210159"/>
                </a:lnTo>
                <a:lnTo>
                  <a:pt x="553605" y="233362"/>
                </a:lnTo>
                <a:lnTo>
                  <a:pt x="581037" y="213550"/>
                </a:lnTo>
                <a:close/>
              </a:path>
              <a:path w="1276985" h="393700">
                <a:moveTo>
                  <a:pt x="738098" y="74676"/>
                </a:moveTo>
                <a:lnTo>
                  <a:pt x="672566" y="74676"/>
                </a:lnTo>
                <a:lnTo>
                  <a:pt x="672566" y="1524"/>
                </a:lnTo>
                <a:lnTo>
                  <a:pt x="642086" y="1524"/>
                </a:lnTo>
                <a:lnTo>
                  <a:pt x="642086" y="74676"/>
                </a:lnTo>
                <a:lnTo>
                  <a:pt x="477304" y="74676"/>
                </a:lnTo>
                <a:lnTo>
                  <a:pt x="477304" y="102209"/>
                </a:lnTo>
                <a:lnTo>
                  <a:pt x="642086" y="102209"/>
                </a:lnTo>
                <a:lnTo>
                  <a:pt x="642086" y="251650"/>
                </a:lnTo>
                <a:lnTo>
                  <a:pt x="640664" y="263652"/>
                </a:lnTo>
                <a:lnTo>
                  <a:pt x="636371" y="272224"/>
                </a:lnTo>
                <a:lnTo>
                  <a:pt x="629234" y="277368"/>
                </a:lnTo>
                <a:lnTo>
                  <a:pt x="619226" y="279082"/>
                </a:lnTo>
                <a:lnTo>
                  <a:pt x="605409" y="278815"/>
                </a:lnTo>
                <a:lnTo>
                  <a:pt x="591324" y="278130"/>
                </a:lnTo>
                <a:lnTo>
                  <a:pt x="561225" y="276034"/>
                </a:lnTo>
                <a:lnTo>
                  <a:pt x="563245" y="285191"/>
                </a:lnTo>
                <a:lnTo>
                  <a:pt x="564845" y="294030"/>
                </a:lnTo>
                <a:lnTo>
                  <a:pt x="567321" y="309664"/>
                </a:lnTo>
                <a:lnTo>
                  <a:pt x="625322" y="309664"/>
                </a:lnTo>
                <a:lnTo>
                  <a:pt x="669683" y="282613"/>
                </a:lnTo>
                <a:lnTo>
                  <a:pt x="672566" y="260794"/>
                </a:lnTo>
                <a:lnTo>
                  <a:pt x="672566" y="102209"/>
                </a:lnTo>
                <a:lnTo>
                  <a:pt x="738098" y="102209"/>
                </a:lnTo>
                <a:lnTo>
                  <a:pt x="738098" y="74676"/>
                </a:lnTo>
                <a:close/>
              </a:path>
              <a:path w="1276985" h="393700">
                <a:moveTo>
                  <a:pt x="744194" y="332524"/>
                </a:moveTo>
                <a:lnTo>
                  <a:pt x="628370" y="337096"/>
                </a:lnTo>
                <a:lnTo>
                  <a:pt x="524649" y="334048"/>
                </a:lnTo>
                <a:lnTo>
                  <a:pt x="498881" y="331800"/>
                </a:lnTo>
                <a:lnTo>
                  <a:pt x="476402" y="325285"/>
                </a:lnTo>
                <a:lnTo>
                  <a:pt x="464489" y="318808"/>
                </a:lnTo>
                <a:lnTo>
                  <a:pt x="457060" y="314756"/>
                </a:lnTo>
                <a:lnTo>
                  <a:pt x="440728" y="300520"/>
                </a:lnTo>
                <a:lnTo>
                  <a:pt x="440728" y="134213"/>
                </a:lnTo>
                <a:lnTo>
                  <a:pt x="367576" y="134213"/>
                </a:lnTo>
                <a:lnTo>
                  <a:pt x="367576" y="161645"/>
                </a:lnTo>
                <a:lnTo>
                  <a:pt x="411772" y="161645"/>
                </a:lnTo>
                <a:lnTo>
                  <a:pt x="411772" y="292900"/>
                </a:lnTo>
                <a:lnTo>
                  <a:pt x="402031" y="300824"/>
                </a:lnTo>
                <a:lnTo>
                  <a:pt x="391007" y="310616"/>
                </a:lnTo>
                <a:lnTo>
                  <a:pt x="378548" y="321830"/>
                </a:lnTo>
                <a:lnTo>
                  <a:pt x="364528" y="334048"/>
                </a:lnTo>
                <a:lnTo>
                  <a:pt x="381292" y="367576"/>
                </a:lnTo>
                <a:lnTo>
                  <a:pt x="396125" y="349237"/>
                </a:lnTo>
                <a:lnTo>
                  <a:pt x="408533" y="335191"/>
                </a:lnTo>
                <a:lnTo>
                  <a:pt x="418363" y="325132"/>
                </a:lnTo>
                <a:lnTo>
                  <a:pt x="425488" y="318808"/>
                </a:lnTo>
                <a:lnTo>
                  <a:pt x="442861" y="337705"/>
                </a:lnTo>
                <a:lnTo>
                  <a:pt x="464972" y="351193"/>
                </a:lnTo>
                <a:lnTo>
                  <a:pt x="491363" y="359524"/>
                </a:lnTo>
                <a:lnTo>
                  <a:pt x="521601" y="363004"/>
                </a:lnTo>
                <a:lnTo>
                  <a:pt x="619226" y="364528"/>
                </a:lnTo>
                <a:lnTo>
                  <a:pt x="732002" y="363004"/>
                </a:lnTo>
                <a:lnTo>
                  <a:pt x="734555" y="355231"/>
                </a:lnTo>
                <a:lnTo>
                  <a:pt x="737527" y="347764"/>
                </a:lnTo>
                <a:lnTo>
                  <a:pt x="742200" y="337096"/>
                </a:lnTo>
                <a:lnTo>
                  <a:pt x="744194" y="332524"/>
                </a:lnTo>
                <a:close/>
              </a:path>
              <a:path w="1276985" h="393700">
                <a:moveTo>
                  <a:pt x="902881" y="227266"/>
                </a:moveTo>
                <a:lnTo>
                  <a:pt x="877836" y="197535"/>
                </a:lnTo>
                <a:lnTo>
                  <a:pt x="871613" y="190690"/>
                </a:lnTo>
                <a:lnTo>
                  <a:pt x="867422" y="186080"/>
                </a:lnTo>
                <a:lnTo>
                  <a:pt x="858583" y="176885"/>
                </a:lnTo>
                <a:lnTo>
                  <a:pt x="843343" y="190690"/>
                </a:lnTo>
                <a:lnTo>
                  <a:pt x="843343" y="140309"/>
                </a:lnTo>
                <a:lnTo>
                  <a:pt x="896785" y="140309"/>
                </a:lnTo>
                <a:lnTo>
                  <a:pt x="896785" y="114401"/>
                </a:lnTo>
                <a:lnTo>
                  <a:pt x="843343" y="114401"/>
                </a:lnTo>
                <a:lnTo>
                  <a:pt x="843343" y="54864"/>
                </a:lnTo>
                <a:lnTo>
                  <a:pt x="843343" y="50292"/>
                </a:lnTo>
                <a:lnTo>
                  <a:pt x="871931" y="45720"/>
                </a:lnTo>
                <a:lnTo>
                  <a:pt x="898309" y="41148"/>
                </a:lnTo>
                <a:lnTo>
                  <a:pt x="890587" y="13716"/>
                </a:lnTo>
                <a:lnTo>
                  <a:pt x="857465" y="20904"/>
                </a:lnTo>
                <a:lnTo>
                  <a:pt x="824484" y="26670"/>
                </a:lnTo>
                <a:lnTo>
                  <a:pt x="791794" y="31292"/>
                </a:lnTo>
                <a:lnTo>
                  <a:pt x="759523" y="35052"/>
                </a:lnTo>
                <a:lnTo>
                  <a:pt x="761796" y="41668"/>
                </a:lnTo>
                <a:lnTo>
                  <a:pt x="763905" y="48006"/>
                </a:lnTo>
                <a:lnTo>
                  <a:pt x="765746" y="54343"/>
                </a:lnTo>
                <a:lnTo>
                  <a:pt x="767143" y="60960"/>
                </a:lnTo>
                <a:lnTo>
                  <a:pt x="779703" y="59575"/>
                </a:lnTo>
                <a:lnTo>
                  <a:pt x="804227" y="56248"/>
                </a:lnTo>
                <a:lnTo>
                  <a:pt x="815911" y="54864"/>
                </a:lnTo>
                <a:lnTo>
                  <a:pt x="815911" y="114401"/>
                </a:lnTo>
                <a:lnTo>
                  <a:pt x="756475" y="114401"/>
                </a:lnTo>
                <a:lnTo>
                  <a:pt x="756475" y="140309"/>
                </a:lnTo>
                <a:lnTo>
                  <a:pt x="809815" y="140309"/>
                </a:lnTo>
                <a:lnTo>
                  <a:pt x="798626" y="176669"/>
                </a:lnTo>
                <a:lnTo>
                  <a:pt x="785431" y="210299"/>
                </a:lnTo>
                <a:lnTo>
                  <a:pt x="769924" y="241338"/>
                </a:lnTo>
                <a:lnTo>
                  <a:pt x="751814" y="269938"/>
                </a:lnTo>
                <a:lnTo>
                  <a:pt x="755294" y="278841"/>
                </a:lnTo>
                <a:lnTo>
                  <a:pt x="758761" y="287324"/>
                </a:lnTo>
                <a:lnTo>
                  <a:pt x="762190" y="295516"/>
                </a:lnTo>
                <a:lnTo>
                  <a:pt x="765619" y="303568"/>
                </a:lnTo>
                <a:lnTo>
                  <a:pt x="779907" y="280365"/>
                </a:lnTo>
                <a:lnTo>
                  <a:pt x="793051" y="254330"/>
                </a:lnTo>
                <a:lnTo>
                  <a:pt x="805053" y="225463"/>
                </a:lnTo>
                <a:lnTo>
                  <a:pt x="815911" y="193738"/>
                </a:lnTo>
                <a:lnTo>
                  <a:pt x="815911" y="376720"/>
                </a:lnTo>
                <a:lnTo>
                  <a:pt x="843343" y="376720"/>
                </a:lnTo>
                <a:lnTo>
                  <a:pt x="843343" y="199834"/>
                </a:lnTo>
                <a:lnTo>
                  <a:pt x="851636" y="209550"/>
                </a:lnTo>
                <a:lnTo>
                  <a:pt x="860488" y="220408"/>
                </a:lnTo>
                <a:lnTo>
                  <a:pt x="869924" y="232410"/>
                </a:lnTo>
                <a:lnTo>
                  <a:pt x="879919" y="245554"/>
                </a:lnTo>
                <a:lnTo>
                  <a:pt x="902881" y="227266"/>
                </a:lnTo>
                <a:close/>
              </a:path>
              <a:path w="1276985" h="393700">
                <a:moveTo>
                  <a:pt x="1107198" y="18288"/>
                </a:moveTo>
                <a:lnTo>
                  <a:pt x="1078242" y="18288"/>
                </a:lnTo>
                <a:lnTo>
                  <a:pt x="1078242" y="44196"/>
                </a:lnTo>
                <a:lnTo>
                  <a:pt x="1078242" y="108305"/>
                </a:lnTo>
                <a:lnTo>
                  <a:pt x="947077" y="108305"/>
                </a:lnTo>
                <a:lnTo>
                  <a:pt x="947077" y="44196"/>
                </a:lnTo>
                <a:lnTo>
                  <a:pt x="1078242" y="44196"/>
                </a:lnTo>
                <a:lnTo>
                  <a:pt x="1078242" y="18288"/>
                </a:lnTo>
                <a:lnTo>
                  <a:pt x="918121" y="18288"/>
                </a:lnTo>
                <a:lnTo>
                  <a:pt x="918121" y="149453"/>
                </a:lnTo>
                <a:lnTo>
                  <a:pt x="947077" y="149453"/>
                </a:lnTo>
                <a:lnTo>
                  <a:pt x="947077" y="134213"/>
                </a:lnTo>
                <a:lnTo>
                  <a:pt x="1078242" y="134213"/>
                </a:lnTo>
                <a:lnTo>
                  <a:pt x="1078242" y="149453"/>
                </a:lnTo>
                <a:lnTo>
                  <a:pt x="1107198" y="149453"/>
                </a:lnTo>
                <a:lnTo>
                  <a:pt x="1107198" y="134213"/>
                </a:lnTo>
                <a:lnTo>
                  <a:pt x="1107198" y="108305"/>
                </a:lnTo>
                <a:lnTo>
                  <a:pt x="1107198" y="44196"/>
                </a:lnTo>
                <a:lnTo>
                  <a:pt x="1107198" y="18288"/>
                </a:lnTo>
                <a:close/>
              </a:path>
              <a:path w="1276985" h="393700">
                <a:moveTo>
                  <a:pt x="1136154" y="331000"/>
                </a:moveTo>
                <a:lnTo>
                  <a:pt x="1026325" y="331000"/>
                </a:lnTo>
                <a:lnTo>
                  <a:pt x="1026325" y="274510"/>
                </a:lnTo>
                <a:lnTo>
                  <a:pt x="1113294" y="274510"/>
                </a:lnTo>
                <a:lnTo>
                  <a:pt x="1113294" y="248602"/>
                </a:lnTo>
                <a:lnTo>
                  <a:pt x="1026325" y="248602"/>
                </a:lnTo>
                <a:lnTo>
                  <a:pt x="1026325" y="196786"/>
                </a:lnTo>
                <a:lnTo>
                  <a:pt x="1123962" y="196786"/>
                </a:lnTo>
                <a:lnTo>
                  <a:pt x="1123962" y="170789"/>
                </a:lnTo>
                <a:lnTo>
                  <a:pt x="899833" y="170789"/>
                </a:lnTo>
                <a:lnTo>
                  <a:pt x="899833" y="196786"/>
                </a:lnTo>
                <a:lnTo>
                  <a:pt x="995845" y="196786"/>
                </a:lnTo>
                <a:lnTo>
                  <a:pt x="995845" y="248602"/>
                </a:lnTo>
                <a:lnTo>
                  <a:pt x="908977" y="248602"/>
                </a:lnTo>
                <a:lnTo>
                  <a:pt x="908977" y="274510"/>
                </a:lnTo>
                <a:lnTo>
                  <a:pt x="995845" y="274510"/>
                </a:lnTo>
                <a:lnTo>
                  <a:pt x="995845" y="331000"/>
                </a:lnTo>
                <a:lnTo>
                  <a:pt x="887539" y="331000"/>
                </a:lnTo>
                <a:lnTo>
                  <a:pt x="887539" y="356908"/>
                </a:lnTo>
                <a:lnTo>
                  <a:pt x="1136154" y="356908"/>
                </a:lnTo>
                <a:lnTo>
                  <a:pt x="1136154" y="331000"/>
                </a:lnTo>
                <a:close/>
              </a:path>
              <a:path w="1276985" h="393700">
                <a:moveTo>
                  <a:pt x="1276451" y="210502"/>
                </a:moveTo>
                <a:lnTo>
                  <a:pt x="1272184" y="158991"/>
                </a:lnTo>
                <a:lnTo>
                  <a:pt x="1259497" y="111912"/>
                </a:lnTo>
                <a:lnTo>
                  <a:pt x="1238516" y="69138"/>
                </a:lnTo>
                <a:lnTo>
                  <a:pt x="1209395" y="30480"/>
                </a:lnTo>
                <a:lnTo>
                  <a:pt x="1175867" y="30480"/>
                </a:lnTo>
                <a:lnTo>
                  <a:pt x="1205877" y="70205"/>
                </a:lnTo>
                <a:lnTo>
                  <a:pt x="1227302" y="113626"/>
                </a:lnTo>
                <a:lnTo>
                  <a:pt x="1240167" y="160489"/>
                </a:lnTo>
                <a:lnTo>
                  <a:pt x="1244447" y="210502"/>
                </a:lnTo>
                <a:lnTo>
                  <a:pt x="1240167" y="261378"/>
                </a:lnTo>
                <a:lnTo>
                  <a:pt x="1227302" y="308864"/>
                </a:lnTo>
                <a:lnTo>
                  <a:pt x="1205877" y="352920"/>
                </a:lnTo>
                <a:lnTo>
                  <a:pt x="1175867" y="393573"/>
                </a:lnTo>
                <a:lnTo>
                  <a:pt x="1209395" y="393573"/>
                </a:lnTo>
                <a:lnTo>
                  <a:pt x="1238516" y="353783"/>
                </a:lnTo>
                <a:lnTo>
                  <a:pt x="1259497" y="310007"/>
                </a:lnTo>
                <a:lnTo>
                  <a:pt x="1272184" y="262242"/>
                </a:lnTo>
                <a:lnTo>
                  <a:pt x="1276451" y="2105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9441" y="727620"/>
            <a:ext cx="932180" cy="441325"/>
          </a:xfrm>
          <a:custGeom>
            <a:avLst/>
            <a:gdLst/>
            <a:ahLst/>
            <a:cxnLst/>
            <a:rect l="l" t="t" r="r" b="b"/>
            <a:pathLst>
              <a:path w="932180" h="441325">
                <a:moveTo>
                  <a:pt x="608457" y="0"/>
                </a:moveTo>
                <a:lnTo>
                  <a:pt x="510819" y="0"/>
                </a:lnTo>
                <a:lnTo>
                  <a:pt x="451383" y="288328"/>
                </a:lnTo>
                <a:lnTo>
                  <a:pt x="448487" y="300875"/>
                </a:lnTo>
                <a:lnTo>
                  <a:pt x="446468" y="313093"/>
                </a:lnTo>
                <a:lnTo>
                  <a:pt x="444957" y="325374"/>
                </a:lnTo>
                <a:lnTo>
                  <a:pt x="443763" y="337096"/>
                </a:lnTo>
                <a:lnTo>
                  <a:pt x="442061" y="325399"/>
                </a:lnTo>
                <a:lnTo>
                  <a:pt x="391680" y="106781"/>
                </a:lnTo>
                <a:lnTo>
                  <a:pt x="365950" y="0"/>
                </a:lnTo>
                <a:lnTo>
                  <a:pt x="260794" y="0"/>
                </a:lnTo>
                <a:lnTo>
                  <a:pt x="182968" y="286804"/>
                </a:lnTo>
                <a:lnTo>
                  <a:pt x="175260" y="325374"/>
                </a:lnTo>
                <a:lnTo>
                  <a:pt x="173824" y="337096"/>
                </a:lnTo>
                <a:lnTo>
                  <a:pt x="172300" y="337096"/>
                </a:lnTo>
                <a:lnTo>
                  <a:pt x="168236" y="298297"/>
                </a:lnTo>
                <a:lnTo>
                  <a:pt x="106680" y="0"/>
                </a:lnTo>
                <a:lnTo>
                  <a:pt x="0" y="0"/>
                </a:lnTo>
                <a:lnTo>
                  <a:pt x="112776" y="433197"/>
                </a:lnTo>
                <a:lnTo>
                  <a:pt x="225640" y="433197"/>
                </a:lnTo>
                <a:lnTo>
                  <a:pt x="251015" y="337096"/>
                </a:lnTo>
                <a:lnTo>
                  <a:pt x="298894" y="155638"/>
                </a:lnTo>
                <a:lnTo>
                  <a:pt x="306514" y="106781"/>
                </a:lnTo>
                <a:lnTo>
                  <a:pt x="308038" y="106781"/>
                </a:lnTo>
                <a:lnTo>
                  <a:pt x="315658" y="155638"/>
                </a:lnTo>
                <a:lnTo>
                  <a:pt x="387286" y="433197"/>
                </a:lnTo>
                <a:lnTo>
                  <a:pt x="494055" y="433197"/>
                </a:lnTo>
                <a:lnTo>
                  <a:pt x="519442" y="337096"/>
                </a:lnTo>
                <a:lnTo>
                  <a:pt x="608457" y="0"/>
                </a:lnTo>
                <a:close/>
              </a:path>
              <a:path w="932180" h="441325">
                <a:moveTo>
                  <a:pt x="931735" y="265455"/>
                </a:moveTo>
                <a:lnTo>
                  <a:pt x="930313" y="247078"/>
                </a:lnTo>
                <a:lnTo>
                  <a:pt x="728941" y="247078"/>
                </a:lnTo>
                <a:lnTo>
                  <a:pt x="731850" y="233692"/>
                </a:lnTo>
                <a:lnTo>
                  <a:pt x="750277" y="199834"/>
                </a:lnTo>
                <a:lnTo>
                  <a:pt x="789901" y="181546"/>
                </a:lnTo>
                <a:lnTo>
                  <a:pt x="813079" y="185572"/>
                </a:lnTo>
                <a:lnTo>
                  <a:pt x="829805" y="197739"/>
                </a:lnTo>
                <a:lnTo>
                  <a:pt x="839939" y="218198"/>
                </a:lnTo>
                <a:lnTo>
                  <a:pt x="843343" y="247065"/>
                </a:lnTo>
                <a:lnTo>
                  <a:pt x="930313" y="247078"/>
                </a:lnTo>
                <a:lnTo>
                  <a:pt x="921829" y="203847"/>
                </a:lnTo>
                <a:lnTo>
                  <a:pt x="893635" y="157162"/>
                </a:lnTo>
                <a:lnTo>
                  <a:pt x="849236" y="126212"/>
                </a:lnTo>
                <a:lnTo>
                  <a:pt x="789901" y="115912"/>
                </a:lnTo>
                <a:lnTo>
                  <a:pt x="759040" y="118783"/>
                </a:lnTo>
                <a:lnTo>
                  <a:pt x="704176" y="141681"/>
                </a:lnTo>
                <a:lnTo>
                  <a:pt x="661009" y="186359"/>
                </a:lnTo>
                <a:lnTo>
                  <a:pt x="638721" y="247065"/>
                </a:lnTo>
                <a:lnTo>
                  <a:pt x="635889" y="283743"/>
                </a:lnTo>
                <a:lnTo>
                  <a:pt x="638467" y="318338"/>
                </a:lnTo>
                <a:lnTo>
                  <a:pt x="659079" y="375551"/>
                </a:lnTo>
                <a:lnTo>
                  <a:pt x="699731" y="417029"/>
                </a:lnTo>
                <a:lnTo>
                  <a:pt x="757504" y="438226"/>
                </a:lnTo>
                <a:lnTo>
                  <a:pt x="792949" y="440817"/>
                </a:lnTo>
                <a:lnTo>
                  <a:pt x="825614" y="439178"/>
                </a:lnTo>
                <a:lnTo>
                  <a:pt x="854951" y="434530"/>
                </a:lnTo>
                <a:lnTo>
                  <a:pt x="881138" y="427316"/>
                </a:lnTo>
                <a:lnTo>
                  <a:pt x="904303" y="417957"/>
                </a:lnTo>
                <a:lnTo>
                  <a:pt x="904303" y="372237"/>
                </a:lnTo>
                <a:lnTo>
                  <a:pt x="904303" y="347764"/>
                </a:lnTo>
                <a:lnTo>
                  <a:pt x="884034" y="358698"/>
                </a:lnTo>
                <a:lnTo>
                  <a:pt x="862203" y="366318"/>
                </a:lnTo>
                <a:lnTo>
                  <a:pt x="838936" y="370789"/>
                </a:lnTo>
                <a:lnTo>
                  <a:pt x="814387" y="372237"/>
                </a:lnTo>
                <a:lnTo>
                  <a:pt x="779157" y="368173"/>
                </a:lnTo>
                <a:lnTo>
                  <a:pt x="753529" y="355803"/>
                </a:lnTo>
                <a:lnTo>
                  <a:pt x="737349" y="334860"/>
                </a:lnTo>
                <a:lnTo>
                  <a:pt x="730465" y="305079"/>
                </a:lnTo>
                <a:lnTo>
                  <a:pt x="931735" y="305079"/>
                </a:lnTo>
                <a:lnTo>
                  <a:pt x="931735" y="265455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7667" y="703230"/>
            <a:ext cx="320675" cy="465455"/>
          </a:xfrm>
          <a:custGeom>
            <a:avLst/>
            <a:gdLst/>
            <a:ahLst/>
            <a:cxnLst/>
            <a:rect l="l" t="t" r="r" b="b"/>
            <a:pathLst>
              <a:path w="320675" h="465455">
                <a:moveTo>
                  <a:pt x="94488" y="457581"/>
                </a:moveTo>
                <a:lnTo>
                  <a:pt x="0" y="457581"/>
                </a:lnTo>
                <a:lnTo>
                  <a:pt x="0" y="0"/>
                </a:lnTo>
                <a:lnTo>
                  <a:pt x="94488" y="0"/>
                </a:lnTo>
                <a:lnTo>
                  <a:pt x="94488" y="195262"/>
                </a:lnTo>
                <a:lnTo>
                  <a:pt x="296742" y="195262"/>
                </a:lnTo>
                <a:lnTo>
                  <a:pt x="302228" y="204098"/>
                </a:lnTo>
                <a:lnTo>
                  <a:pt x="305806" y="213550"/>
                </a:lnTo>
                <a:lnTo>
                  <a:pt x="158591" y="213550"/>
                </a:lnTo>
                <a:lnTo>
                  <a:pt x="145422" y="214955"/>
                </a:lnTo>
                <a:lnTo>
                  <a:pt x="111347" y="234886"/>
                </a:lnTo>
                <a:lnTo>
                  <a:pt x="94108" y="275003"/>
                </a:lnTo>
                <a:lnTo>
                  <a:pt x="92964" y="291369"/>
                </a:lnTo>
                <a:lnTo>
                  <a:pt x="92964" y="323373"/>
                </a:lnTo>
                <a:lnTo>
                  <a:pt x="102648" y="361521"/>
                </a:lnTo>
                <a:lnTo>
                  <a:pt x="141112" y="390653"/>
                </a:lnTo>
                <a:lnTo>
                  <a:pt x="154019" y="392049"/>
                </a:lnTo>
                <a:lnTo>
                  <a:pt x="299085" y="392049"/>
                </a:lnTo>
                <a:lnTo>
                  <a:pt x="299013" y="392224"/>
                </a:lnTo>
                <a:lnTo>
                  <a:pt x="282130" y="417957"/>
                </a:lnTo>
                <a:lnTo>
                  <a:pt x="279116" y="421005"/>
                </a:lnTo>
                <a:lnTo>
                  <a:pt x="94488" y="421005"/>
                </a:lnTo>
                <a:lnTo>
                  <a:pt x="94488" y="457581"/>
                </a:lnTo>
                <a:close/>
              </a:path>
              <a:path w="320675" h="465455">
                <a:moveTo>
                  <a:pt x="296742" y="195262"/>
                </a:moveTo>
                <a:lnTo>
                  <a:pt x="96012" y="195262"/>
                </a:lnTo>
                <a:lnTo>
                  <a:pt x="115212" y="171204"/>
                </a:lnTo>
                <a:lnTo>
                  <a:pt x="138386" y="154031"/>
                </a:lnTo>
                <a:lnTo>
                  <a:pt x="165543" y="143733"/>
                </a:lnTo>
                <a:lnTo>
                  <a:pt x="196691" y="140303"/>
                </a:lnTo>
                <a:lnTo>
                  <a:pt x="224709" y="142876"/>
                </a:lnTo>
                <a:lnTo>
                  <a:pt x="249316" y="150602"/>
                </a:lnTo>
                <a:lnTo>
                  <a:pt x="270495" y="163489"/>
                </a:lnTo>
                <a:lnTo>
                  <a:pt x="288226" y="181546"/>
                </a:lnTo>
                <a:lnTo>
                  <a:pt x="296742" y="195262"/>
                </a:lnTo>
                <a:close/>
              </a:path>
              <a:path w="320675" h="465455">
                <a:moveTo>
                  <a:pt x="299085" y="392049"/>
                </a:moveTo>
                <a:lnTo>
                  <a:pt x="154019" y="392049"/>
                </a:lnTo>
                <a:lnTo>
                  <a:pt x="169164" y="390343"/>
                </a:lnTo>
                <a:lnTo>
                  <a:pt x="182594" y="385333"/>
                </a:lnTo>
                <a:lnTo>
                  <a:pt x="212312" y="352305"/>
                </a:lnTo>
                <a:lnTo>
                  <a:pt x="222599" y="295941"/>
                </a:lnTo>
                <a:lnTo>
                  <a:pt x="221480" y="277574"/>
                </a:lnTo>
                <a:lnTo>
                  <a:pt x="205835" y="234886"/>
                </a:lnTo>
                <a:lnTo>
                  <a:pt x="158591" y="213550"/>
                </a:lnTo>
                <a:lnTo>
                  <a:pt x="305806" y="213550"/>
                </a:lnTo>
                <a:lnTo>
                  <a:pt x="312229" y="230516"/>
                </a:lnTo>
                <a:lnTo>
                  <a:pt x="318230" y="260668"/>
                </a:lnTo>
                <a:lnTo>
                  <a:pt x="320230" y="294417"/>
                </a:lnTo>
                <a:lnTo>
                  <a:pt x="317920" y="330437"/>
                </a:lnTo>
                <a:lnTo>
                  <a:pt x="310896" y="363045"/>
                </a:lnTo>
                <a:lnTo>
                  <a:pt x="299085" y="392049"/>
                </a:lnTo>
                <a:close/>
              </a:path>
              <a:path w="320675" h="465455">
                <a:moveTo>
                  <a:pt x="181451" y="465201"/>
                </a:moveTo>
                <a:lnTo>
                  <a:pt x="154827" y="462367"/>
                </a:lnTo>
                <a:lnTo>
                  <a:pt x="131909" y="453961"/>
                </a:lnTo>
                <a:lnTo>
                  <a:pt x="112402" y="440126"/>
                </a:lnTo>
                <a:lnTo>
                  <a:pt x="96012" y="421005"/>
                </a:lnTo>
                <a:lnTo>
                  <a:pt x="279116" y="421005"/>
                </a:lnTo>
                <a:lnTo>
                  <a:pt x="262113" y="438197"/>
                </a:lnTo>
                <a:lnTo>
                  <a:pt x="238648" y="453009"/>
                </a:lnTo>
                <a:lnTo>
                  <a:pt x="211755" y="462105"/>
                </a:lnTo>
                <a:lnTo>
                  <a:pt x="181451" y="46520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29256" y="645223"/>
            <a:ext cx="3683000" cy="600075"/>
          </a:xfrm>
          <a:custGeom>
            <a:avLst/>
            <a:gdLst/>
            <a:ahLst/>
            <a:cxnLst/>
            <a:rect l="l" t="t" r="r" b="b"/>
            <a:pathLst>
              <a:path w="3683000" h="600075">
                <a:moveTo>
                  <a:pt x="596265" y="262420"/>
                </a:moveTo>
                <a:lnTo>
                  <a:pt x="474243" y="262420"/>
                </a:lnTo>
                <a:lnTo>
                  <a:pt x="474243" y="114401"/>
                </a:lnTo>
                <a:lnTo>
                  <a:pt x="570357" y="114401"/>
                </a:lnTo>
                <a:lnTo>
                  <a:pt x="570357" y="36677"/>
                </a:lnTo>
                <a:lnTo>
                  <a:pt x="387286" y="36677"/>
                </a:lnTo>
                <a:lnTo>
                  <a:pt x="387286" y="114401"/>
                </a:lnTo>
                <a:lnTo>
                  <a:pt x="387286" y="262420"/>
                </a:lnTo>
                <a:lnTo>
                  <a:pt x="227164" y="262420"/>
                </a:lnTo>
                <a:lnTo>
                  <a:pt x="227164" y="114401"/>
                </a:lnTo>
                <a:lnTo>
                  <a:pt x="387286" y="114401"/>
                </a:lnTo>
                <a:lnTo>
                  <a:pt x="387286" y="36677"/>
                </a:lnTo>
                <a:lnTo>
                  <a:pt x="33528" y="36677"/>
                </a:lnTo>
                <a:lnTo>
                  <a:pt x="33528" y="114401"/>
                </a:lnTo>
                <a:lnTo>
                  <a:pt x="140296" y="114401"/>
                </a:lnTo>
                <a:lnTo>
                  <a:pt x="140296" y="262420"/>
                </a:lnTo>
                <a:lnTo>
                  <a:pt x="0" y="262420"/>
                </a:lnTo>
                <a:lnTo>
                  <a:pt x="0" y="340245"/>
                </a:lnTo>
                <a:lnTo>
                  <a:pt x="135724" y="340245"/>
                </a:lnTo>
                <a:lnTo>
                  <a:pt x="131381" y="379933"/>
                </a:lnTo>
                <a:lnTo>
                  <a:pt x="110769" y="443369"/>
                </a:lnTo>
                <a:lnTo>
                  <a:pt x="74168" y="486803"/>
                </a:lnTo>
                <a:lnTo>
                  <a:pt x="27825" y="522757"/>
                </a:lnTo>
                <a:lnTo>
                  <a:pt x="1524" y="538454"/>
                </a:lnTo>
                <a:lnTo>
                  <a:pt x="41338" y="569595"/>
                </a:lnTo>
                <a:lnTo>
                  <a:pt x="60020" y="584631"/>
                </a:lnTo>
                <a:lnTo>
                  <a:pt x="77724" y="599516"/>
                </a:lnTo>
                <a:lnTo>
                  <a:pt x="110909" y="578942"/>
                </a:lnTo>
                <a:lnTo>
                  <a:pt x="164160" y="531495"/>
                </a:lnTo>
                <a:lnTo>
                  <a:pt x="199923" y="474052"/>
                </a:lnTo>
                <a:lnTo>
                  <a:pt x="211924" y="436295"/>
                </a:lnTo>
                <a:lnTo>
                  <a:pt x="220497" y="391693"/>
                </a:lnTo>
                <a:lnTo>
                  <a:pt x="225640" y="340245"/>
                </a:lnTo>
                <a:lnTo>
                  <a:pt x="387286" y="340245"/>
                </a:lnTo>
                <a:lnTo>
                  <a:pt x="387286" y="587324"/>
                </a:lnTo>
                <a:lnTo>
                  <a:pt x="474243" y="587324"/>
                </a:lnTo>
                <a:lnTo>
                  <a:pt x="474243" y="340245"/>
                </a:lnTo>
                <a:lnTo>
                  <a:pt x="596265" y="340245"/>
                </a:lnTo>
                <a:lnTo>
                  <a:pt x="596265" y="262420"/>
                </a:lnTo>
                <a:close/>
              </a:path>
              <a:path w="3683000" h="600075">
                <a:moveTo>
                  <a:pt x="1213866" y="504926"/>
                </a:moveTo>
                <a:lnTo>
                  <a:pt x="1158671" y="495160"/>
                </a:lnTo>
                <a:lnTo>
                  <a:pt x="1109611" y="483971"/>
                </a:lnTo>
                <a:lnTo>
                  <a:pt x="1066546" y="471068"/>
                </a:lnTo>
                <a:lnTo>
                  <a:pt x="1029360" y="456158"/>
                </a:lnTo>
                <a:lnTo>
                  <a:pt x="1065123" y="424980"/>
                </a:lnTo>
                <a:lnTo>
                  <a:pt x="1076032" y="413397"/>
                </a:lnTo>
                <a:lnTo>
                  <a:pt x="1097013" y="391121"/>
                </a:lnTo>
                <a:lnTo>
                  <a:pt x="1125232" y="354660"/>
                </a:lnTo>
                <a:lnTo>
                  <a:pt x="1147927" y="318808"/>
                </a:lnTo>
                <a:lnTo>
                  <a:pt x="1149858" y="315760"/>
                </a:lnTo>
                <a:lnTo>
                  <a:pt x="1149858" y="250228"/>
                </a:lnTo>
                <a:lnTo>
                  <a:pt x="1049172" y="250228"/>
                </a:lnTo>
                <a:lnTo>
                  <a:pt x="1049172" y="318808"/>
                </a:lnTo>
                <a:lnTo>
                  <a:pt x="1030287" y="343700"/>
                </a:lnTo>
                <a:lnTo>
                  <a:pt x="1007821" y="367855"/>
                </a:lnTo>
                <a:lnTo>
                  <a:pt x="981646" y="391109"/>
                </a:lnTo>
                <a:lnTo>
                  <a:pt x="951534" y="413397"/>
                </a:lnTo>
                <a:lnTo>
                  <a:pt x="927277" y="392201"/>
                </a:lnTo>
                <a:lnTo>
                  <a:pt x="904862" y="369570"/>
                </a:lnTo>
                <a:lnTo>
                  <a:pt x="898182" y="361581"/>
                </a:lnTo>
                <a:lnTo>
                  <a:pt x="884466" y="345198"/>
                </a:lnTo>
                <a:lnTo>
                  <a:pt x="866190" y="318808"/>
                </a:lnTo>
                <a:lnTo>
                  <a:pt x="1049172" y="318808"/>
                </a:lnTo>
                <a:lnTo>
                  <a:pt x="1049172" y="250228"/>
                </a:lnTo>
                <a:lnTo>
                  <a:pt x="857046" y="250228"/>
                </a:lnTo>
                <a:lnTo>
                  <a:pt x="863384" y="234721"/>
                </a:lnTo>
                <a:lnTo>
                  <a:pt x="868857" y="220230"/>
                </a:lnTo>
                <a:lnTo>
                  <a:pt x="878382" y="193738"/>
                </a:lnTo>
                <a:lnTo>
                  <a:pt x="1212342" y="193738"/>
                </a:lnTo>
                <a:lnTo>
                  <a:pt x="1212342" y="120497"/>
                </a:lnTo>
                <a:lnTo>
                  <a:pt x="1110221" y="120497"/>
                </a:lnTo>
                <a:lnTo>
                  <a:pt x="1148321" y="80873"/>
                </a:lnTo>
                <a:lnTo>
                  <a:pt x="1127760" y="63182"/>
                </a:lnTo>
                <a:lnTo>
                  <a:pt x="1105039" y="44475"/>
                </a:lnTo>
                <a:lnTo>
                  <a:pt x="1080312" y="24892"/>
                </a:lnTo>
                <a:lnTo>
                  <a:pt x="1053744" y="4572"/>
                </a:lnTo>
                <a:lnTo>
                  <a:pt x="1000404" y="53441"/>
                </a:lnTo>
                <a:lnTo>
                  <a:pt x="1036027" y="86969"/>
                </a:lnTo>
                <a:lnTo>
                  <a:pt x="1053338" y="103593"/>
                </a:lnTo>
                <a:lnTo>
                  <a:pt x="1070508" y="120497"/>
                </a:lnTo>
                <a:lnTo>
                  <a:pt x="901242" y="120497"/>
                </a:lnTo>
                <a:lnTo>
                  <a:pt x="927150" y="7620"/>
                </a:lnTo>
                <a:lnTo>
                  <a:pt x="840282" y="1524"/>
                </a:lnTo>
                <a:lnTo>
                  <a:pt x="825195" y="64477"/>
                </a:lnTo>
                <a:lnTo>
                  <a:pt x="818146" y="93332"/>
                </a:lnTo>
                <a:lnTo>
                  <a:pt x="811237" y="120497"/>
                </a:lnTo>
                <a:lnTo>
                  <a:pt x="724369" y="120497"/>
                </a:lnTo>
                <a:lnTo>
                  <a:pt x="732053" y="93345"/>
                </a:lnTo>
                <a:lnTo>
                  <a:pt x="739038" y="68859"/>
                </a:lnTo>
                <a:lnTo>
                  <a:pt x="745159" y="46951"/>
                </a:lnTo>
                <a:lnTo>
                  <a:pt x="750277" y="27432"/>
                </a:lnTo>
                <a:lnTo>
                  <a:pt x="667880" y="18288"/>
                </a:lnTo>
                <a:lnTo>
                  <a:pt x="660768" y="45262"/>
                </a:lnTo>
                <a:lnTo>
                  <a:pt x="653211" y="71335"/>
                </a:lnTo>
                <a:lnTo>
                  <a:pt x="645388" y="96824"/>
                </a:lnTo>
                <a:lnTo>
                  <a:pt x="637400" y="122021"/>
                </a:lnTo>
                <a:lnTo>
                  <a:pt x="637400" y="193738"/>
                </a:lnTo>
                <a:lnTo>
                  <a:pt x="788377" y="193738"/>
                </a:lnTo>
                <a:lnTo>
                  <a:pt x="767562" y="241541"/>
                </a:lnTo>
                <a:lnTo>
                  <a:pt x="743280" y="287312"/>
                </a:lnTo>
                <a:lnTo>
                  <a:pt x="715594" y="331050"/>
                </a:lnTo>
                <a:lnTo>
                  <a:pt x="684606" y="372757"/>
                </a:lnTo>
                <a:lnTo>
                  <a:pt x="650392" y="412419"/>
                </a:lnTo>
                <a:lnTo>
                  <a:pt x="613016" y="450062"/>
                </a:lnTo>
                <a:lnTo>
                  <a:pt x="619861" y="472643"/>
                </a:lnTo>
                <a:lnTo>
                  <a:pt x="626541" y="496938"/>
                </a:lnTo>
                <a:lnTo>
                  <a:pt x="632955" y="522973"/>
                </a:lnTo>
                <a:lnTo>
                  <a:pt x="638924" y="550748"/>
                </a:lnTo>
                <a:lnTo>
                  <a:pt x="674636" y="518299"/>
                </a:lnTo>
                <a:lnTo>
                  <a:pt x="708494" y="483235"/>
                </a:lnTo>
                <a:lnTo>
                  <a:pt x="740524" y="445477"/>
                </a:lnTo>
                <a:lnTo>
                  <a:pt x="770699" y="404939"/>
                </a:lnTo>
                <a:lnTo>
                  <a:pt x="799045" y="361581"/>
                </a:lnTo>
                <a:lnTo>
                  <a:pt x="817676" y="387273"/>
                </a:lnTo>
                <a:lnTo>
                  <a:pt x="837196" y="411683"/>
                </a:lnTo>
                <a:lnTo>
                  <a:pt x="857846" y="434695"/>
                </a:lnTo>
                <a:lnTo>
                  <a:pt x="879906" y="456158"/>
                </a:lnTo>
                <a:lnTo>
                  <a:pt x="837806" y="473900"/>
                </a:lnTo>
                <a:lnTo>
                  <a:pt x="793724" y="490639"/>
                </a:lnTo>
                <a:lnTo>
                  <a:pt x="747369" y="506526"/>
                </a:lnTo>
                <a:lnTo>
                  <a:pt x="698461" y="521690"/>
                </a:lnTo>
                <a:lnTo>
                  <a:pt x="709891" y="540321"/>
                </a:lnTo>
                <a:lnTo>
                  <a:pt x="721321" y="559498"/>
                </a:lnTo>
                <a:lnTo>
                  <a:pt x="732751" y="579221"/>
                </a:lnTo>
                <a:lnTo>
                  <a:pt x="744181" y="599516"/>
                </a:lnTo>
                <a:lnTo>
                  <a:pt x="802538" y="580110"/>
                </a:lnTo>
                <a:lnTo>
                  <a:pt x="856627" y="558698"/>
                </a:lnTo>
                <a:lnTo>
                  <a:pt x="906716" y="535559"/>
                </a:lnTo>
                <a:lnTo>
                  <a:pt x="953058" y="511022"/>
                </a:lnTo>
                <a:lnTo>
                  <a:pt x="998601" y="536790"/>
                </a:lnTo>
                <a:lnTo>
                  <a:pt x="1048410" y="559117"/>
                </a:lnTo>
                <a:lnTo>
                  <a:pt x="1102791" y="577977"/>
                </a:lnTo>
                <a:lnTo>
                  <a:pt x="1162050" y="593420"/>
                </a:lnTo>
                <a:lnTo>
                  <a:pt x="1174635" y="570801"/>
                </a:lnTo>
                <a:lnTo>
                  <a:pt x="1187386" y="548601"/>
                </a:lnTo>
                <a:lnTo>
                  <a:pt x="1200404" y="526681"/>
                </a:lnTo>
                <a:lnTo>
                  <a:pt x="1210094" y="511022"/>
                </a:lnTo>
                <a:lnTo>
                  <a:pt x="1213866" y="504926"/>
                </a:lnTo>
                <a:close/>
              </a:path>
              <a:path w="3683000" h="600075">
                <a:moveTo>
                  <a:pt x="1436547" y="265468"/>
                </a:moveTo>
                <a:lnTo>
                  <a:pt x="1383207" y="277660"/>
                </a:lnTo>
                <a:lnTo>
                  <a:pt x="1383207" y="186131"/>
                </a:lnTo>
                <a:lnTo>
                  <a:pt x="1433499" y="186131"/>
                </a:lnTo>
                <a:lnTo>
                  <a:pt x="1433499" y="108305"/>
                </a:lnTo>
                <a:lnTo>
                  <a:pt x="1383207" y="108305"/>
                </a:lnTo>
                <a:lnTo>
                  <a:pt x="1383207" y="1524"/>
                </a:lnTo>
                <a:lnTo>
                  <a:pt x="1305394" y="1524"/>
                </a:lnTo>
                <a:lnTo>
                  <a:pt x="1305394" y="108305"/>
                </a:lnTo>
                <a:lnTo>
                  <a:pt x="1238237" y="108305"/>
                </a:lnTo>
                <a:lnTo>
                  <a:pt x="1238237" y="186131"/>
                </a:lnTo>
                <a:lnTo>
                  <a:pt x="1305394" y="186131"/>
                </a:lnTo>
                <a:lnTo>
                  <a:pt x="1305394" y="292900"/>
                </a:lnTo>
                <a:lnTo>
                  <a:pt x="1232141" y="306616"/>
                </a:lnTo>
                <a:lnTo>
                  <a:pt x="1239761" y="392061"/>
                </a:lnTo>
                <a:lnTo>
                  <a:pt x="1305394" y="375297"/>
                </a:lnTo>
                <a:lnTo>
                  <a:pt x="1305394" y="494258"/>
                </a:lnTo>
                <a:lnTo>
                  <a:pt x="1302346" y="501878"/>
                </a:lnTo>
                <a:lnTo>
                  <a:pt x="1299298" y="506450"/>
                </a:lnTo>
                <a:lnTo>
                  <a:pt x="1294726" y="511022"/>
                </a:lnTo>
                <a:lnTo>
                  <a:pt x="1288630" y="514070"/>
                </a:lnTo>
                <a:lnTo>
                  <a:pt x="1277962" y="514070"/>
                </a:lnTo>
                <a:lnTo>
                  <a:pt x="1268526" y="513803"/>
                </a:lnTo>
                <a:lnTo>
                  <a:pt x="1258519" y="513118"/>
                </a:lnTo>
                <a:lnTo>
                  <a:pt x="1236713" y="511022"/>
                </a:lnTo>
                <a:lnTo>
                  <a:pt x="1249184" y="557974"/>
                </a:lnTo>
                <a:lnTo>
                  <a:pt x="1254175" y="577126"/>
                </a:lnTo>
                <a:lnTo>
                  <a:pt x="1258150" y="593420"/>
                </a:lnTo>
                <a:lnTo>
                  <a:pt x="1296441" y="592251"/>
                </a:lnTo>
                <a:lnTo>
                  <a:pt x="1349019" y="582485"/>
                </a:lnTo>
                <a:lnTo>
                  <a:pt x="1377835" y="548982"/>
                </a:lnTo>
                <a:lnTo>
                  <a:pt x="1383207" y="514070"/>
                </a:lnTo>
                <a:lnTo>
                  <a:pt x="1383207" y="375297"/>
                </a:lnTo>
                <a:lnTo>
                  <a:pt x="1383207" y="357009"/>
                </a:lnTo>
                <a:lnTo>
                  <a:pt x="1435023" y="344817"/>
                </a:lnTo>
                <a:lnTo>
                  <a:pt x="1434414" y="329590"/>
                </a:lnTo>
                <a:lnTo>
                  <a:pt x="1434642" y="311391"/>
                </a:lnTo>
                <a:lnTo>
                  <a:pt x="1435455" y="290068"/>
                </a:lnTo>
                <a:lnTo>
                  <a:pt x="1436014" y="277660"/>
                </a:lnTo>
                <a:lnTo>
                  <a:pt x="1436547" y="265468"/>
                </a:lnTo>
                <a:close/>
              </a:path>
              <a:path w="3683000" h="600075">
                <a:moveTo>
                  <a:pt x="1830031" y="512546"/>
                </a:moveTo>
                <a:lnTo>
                  <a:pt x="1793138" y="500519"/>
                </a:lnTo>
                <a:lnTo>
                  <a:pt x="1758124" y="487210"/>
                </a:lnTo>
                <a:lnTo>
                  <a:pt x="1725142" y="472465"/>
                </a:lnTo>
                <a:lnTo>
                  <a:pt x="1694294" y="456158"/>
                </a:lnTo>
                <a:lnTo>
                  <a:pt x="1727466" y="420674"/>
                </a:lnTo>
                <a:lnTo>
                  <a:pt x="1737652" y="407301"/>
                </a:lnTo>
                <a:lnTo>
                  <a:pt x="1756219" y="382917"/>
                </a:lnTo>
                <a:lnTo>
                  <a:pt x="1780705" y="342861"/>
                </a:lnTo>
                <a:lnTo>
                  <a:pt x="1801075" y="300520"/>
                </a:lnTo>
                <a:lnTo>
                  <a:pt x="1801075" y="227279"/>
                </a:lnTo>
                <a:lnTo>
                  <a:pt x="1669910" y="227279"/>
                </a:lnTo>
                <a:lnTo>
                  <a:pt x="1669910" y="160210"/>
                </a:lnTo>
                <a:lnTo>
                  <a:pt x="1816315" y="160210"/>
                </a:lnTo>
                <a:lnTo>
                  <a:pt x="1816315" y="88493"/>
                </a:lnTo>
                <a:lnTo>
                  <a:pt x="1669910" y="88493"/>
                </a:lnTo>
                <a:lnTo>
                  <a:pt x="1669910" y="1524"/>
                </a:lnTo>
                <a:lnTo>
                  <a:pt x="1582953" y="1524"/>
                </a:lnTo>
                <a:lnTo>
                  <a:pt x="1582953" y="88493"/>
                </a:lnTo>
                <a:lnTo>
                  <a:pt x="1450263" y="88493"/>
                </a:lnTo>
                <a:lnTo>
                  <a:pt x="1450263" y="160210"/>
                </a:lnTo>
                <a:lnTo>
                  <a:pt x="1582953" y="160210"/>
                </a:lnTo>
                <a:lnTo>
                  <a:pt x="1582953" y="227279"/>
                </a:lnTo>
                <a:lnTo>
                  <a:pt x="1448739" y="227279"/>
                </a:lnTo>
                <a:lnTo>
                  <a:pt x="1448739" y="302044"/>
                </a:lnTo>
                <a:lnTo>
                  <a:pt x="1706486" y="302044"/>
                </a:lnTo>
                <a:lnTo>
                  <a:pt x="1691055" y="330962"/>
                </a:lnTo>
                <a:lnTo>
                  <a:pt x="1672196" y="358140"/>
                </a:lnTo>
                <a:lnTo>
                  <a:pt x="1649869" y="383578"/>
                </a:lnTo>
                <a:lnTo>
                  <a:pt x="1624101" y="407301"/>
                </a:lnTo>
                <a:lnTo>
                  <a:pt x="1597812" y="384479"/>
                </a:lnTo>
                <a:lnTo>
                  <a:pt x="1573809" y="359664"/>
                </a:lnTo>
                <a:lnTo>
                  <a:pt x="1552092" y="333108"/>
                </a:lnTo>
                <a:lnTo>
                  <a:pt x="1532661" y="305092"/>
                </a:lnTo>
                <a:lnTo>
                  <a:pt x="1463979" y="344817"/>
                </a:lnTo>
                <a:lnTo>
                  <a:pt x="1485379" y="374815"/>
                </a:lnTo>
                <a:lnTo>
                  <a:pt x="1508226" y="403110"/>
                </a:lnTo>
                <a:lnTo>
                  <a:pt x="1532216" y="429717"/>
                </a:lnTo>
                <a:lnTo>
                  <a:pt x="1557045" y="454634"/>
                </a:lnTo>
                <a:lnTo>
                  <a:pt x="1523822" y="472376"/>
                </a:lnTo>
                <a:lnTo>
                  <a:pt x="1488186" y="489115"/>
                </a:lnTo>
                <a:lnTo>
                  <a:pt x="1450009" y="505002"/>
                </a:lnTo>
                <a:lnTo>
                  <a:pt x="1409115" y="520166"/>
                </a:lnTo>
                <a:lnTo>
                  <a:pt x="1423174" y="541362"/>
                </a:lnTo>
                <a:lnTo>
                  <a:pt x="1435785" y="561403"/>
                </a:lnTo>
                <a:lnTo>
                  <a:pt x="1447266" y="580263"/>
                </a:lnTo>
                <a:lnTo>
                  <a:pt x="1457883" y="597992"/>
                </a:lnTo>
                <a:lnTo>
                  <a:pt x="1504289" y="578853"/>
                </a:lnTo>
                <a:lnTo>
                  <a:pt x="1547507" y="558126"/>
                </a:lnTo>
                <a:lnTo>
                  <a:pt x="1587855" y="535965"/>
                </a:lnTo>
                <a:lnTo>
                  <a:pt x="1625625" y="512546"/>
                </a:lnTo>
                <a:lnTo>
                  <a:pt x="1661972" y="536600"/>
                </a:lnTo>
                <a:lnTo>
                  <a:pt x="1700009" y="558355"/>
                </a:lnTo>
                <a:lnTo>
                  <a:pt x="1739734" y="577786"/>
                </a:lnTo>
                <a:lnTo>
                  <a:pt x="1781162" y="594944"/>
                </a:lnTo>
                <a:lnTo>
                  <a:pt x="1791157" y="578002"/>
                </a:lnTo>
                <a:lnTo>
                  <a:pt x="1802739" y="558927"/>
                </a:lnTo>
                <a:lnTo>
                  <a:pt x="1815757" y="537248"/>
                </a:lnTo>
                <a:lnTo>
                  <a:pt x="1830031" y="512546"/>
                </a:lnTo>
                <a:close/>
              </a:path>
              <a:path w="3683000" h="600075">
                <a:moveTo>
                  <a:pt x="2446109" y="450062"/>
                </a:moveTo>
                <a:lnTo>
                  <a:pt x="2405392" y="425196"/>
                </a:lnTo>
                <a:lnTo>
                  <a:pt x="2366962" y="397662"/>
                </a:lnTo>
                <a:lnTo>
                  <a:pt x="2330818" y="367398"/>
                </a:lnTo>
                <a:lnTo>
                  <a:pt x="2296998" y="334378"/>
                </a:lnTo>
                <a:lnTo>
                  <a:pt x="2265527" y="298526"/>
                </a:lnTo>
                <a:lnTo>
                  <a:pt x="2236419" y="259791"/>
                </a:lnTo>
                <a:lnTo>
                  <a:pt x="2209698" y="218122"/>
                </a:lnTo>
                <a:lnTo>
                  <a:pt x="2424773" y="218122"/>
                </a:lnTo>
                <a:lnTo>
                  <a:pt x="2424773" y="137350"/>
                </a:lnTo>
                <a:lnTo>
                  <a:pt x="2322576" y="137350"/>
                </a:lnTo>
                <a:lnTo>
                  <a:pt x="2375916" y="82397"/>
                </a:lnTo>
                <a:lnTo>
                  <a:pt x="2350770" y="60096"/>
                </a:lnTo>
                <a:lnTo>
                  <a:pt x="2325624" y="38912"/>
                </a:lnTo>
                <a:lnTo>
                  <a:pt x="2300478" y="18884"/>
                </a:lnTo>
                <a:lnTo>
                  <a:pt x="2275332" y="0"/>
                </a:lnTo>
                <a:lnTo>
                  <a:pt x="2224938" y="51917"/>
                </a:lnTo>
                <a:lnTo>
                  <a:pt x="2246960" y="71043"/>
                </a:lnTo>
                <a:lnTo>
                  <a:pt x="2269566" y="91744"/>
                </a:lnTo>
                <a:lnTo>
                  <a:pt x="2292743" y="113893"/>
                </a:lnTo>
                <a:lnTo>
                  <a:pt x="2316480" y="137350"/>
                </a:lnTo>
                <a:lnTo>
                  <a:pt x="2189886" y="137350"/>
                </a:lnTo>
                <a:lnTo>
                  <a:pt x="2189886" y="3048"/>
                </a:lnTo>
                <a:lnTo>
                  <a:pt x="2102929" y="3048"/>
                </a:lnTo>
                <a:lnTo>
                  <a:pt x="2102929" y="137350"/>
                </a:lnTo>
                <a:lnTo>
                  <a:pt x="1869655" y="137350"/>
                </a:lnTo>
                <a:lnTo>
                  <a:pt x="1869655" y="218122"/>
                </a:lnTo>
                <a:lnTo>
                  <a:pt x="2073973" y="218122"/>
                </a:lnTo>
                <a:lnTo>
                  <a:pt x="2048027" y="259410"/>
                </a:lnTo>
                <a:lnTo>
                  <a:pt x="2019858" y="298272"/>
                </a:lnTo>
                <a:lnTo>
                  <a:pt x="1989505" y="334695"/>
                </a:lnTo>
                <a:lnTo>
                  <a:pt x="1956981" y="368706"/>
                </a:lnTo>
                <a:lnTo>
                  <a:pt x="1922322" y="400278"/>
                </a:lnTo>
                <a:lnTo>
                  <a:pt x="1885556" y="429437"/>
                </a:lnTo>
                <a:lnTo>
                  <a:pt x="1846707" y="456158"/>
                </a:lnTo>
                <a:lnTo>
                  <a:pt x="1877453" y="491782"/>
                </a:lnTo>
                <a:lnTo>
                  <a:pt x="1893303" y="510806"/>
                </a:lnTo>
                <a:lnTo>
                  <a:pt x="1909279" y="530834"/>
                </a:lnTo>
                <a:lnTo>
                  <a:pt x="1948916" y="498055"/>
                </a:lnTo>
                <a:lnTo>
                  <a:pt x="1985556" y="463753"/>
                </a:lnTo>
                <a:lnTo>
                  <a:pt x="2019249" y="427901"/>
                </a:lnTo>
                <a:lnTo>
                  <a:pt x="2050008" y="390525"/>
                </a:lnTo>
                <a:lnTo>
                  <a:pt x="2077885" y="351624"/>
                </a:lnTo>
                <a:lnTo>
                  <a:pt x="2102929" y="311188"/>
                </a:lnTo>
                <a:lnTo>
                  <a:pt x="2102929" y="593407"/>
                </a:lnTo>
                <a:lnTo>
                  <a:pt x="2189886" y="593407"/>
                </a:lnTo>
                <a:lnTo>
                  <a:pt x="2189886" y="317284"/>
                </a:lnTo>
                <a:lnTo>
                  <a:pt x="2215426" y="357987"/>
                </a:lnTo>
                <a:lnTo>
                  <a:pt x="2243251" y="396227"/>
                </a:lnTo>
                <a:lnTo>
                  <a:pt x="2273376" y="432092"/>
                </a:lnTo>
                <a:lnTo>
                  <a:pt x="2305786" y="465670"/>
                </a:lnTo>
                <a:lnTo>
                  <a:pt x="2340470" y="497027"/>
                </a:lnTo>
                <a:lnTo>
                  <a:pt x="2377440" y="526262"/>
                </a:lnTo>
                <a:lnTo>
                  <a:pt x="2393734" y="506857"/>
                </a:lnTo>
                <a:lnTo>
                  <a:pt x="2410625" y="487591"/>
                </a:lnTo>
                <a:lnTo>
                  <a:pt x="2428087" y="468617"/>
                </a:lnTo>
                <a:lnTo>
                  <a:pt x="2446109" y="450062"/>
                </a:lnTo>
                <a:close/>
              </a:path>
              <a:path w="3683000" h="600075">
                <a:moveTo>
                  <a:pt x="2632227" y="118973"/>
                </a:moveTo>
                <a:lnTo>
                  <a:pt x="2613317" y="93040"/>
                </a:lnTo>
                <a:lnTo>
                  <a:pt x="2593276" y="65811"/>
                </a:lnTo>
                <a:lnTo>
                  <a:pt x="2572131" y="37706"/>
                </a:lnTo>
                <a:lnTo>
                  <a:pt x="2549829" y="9144"/>
                </a:lnTo>
                <a:lnTo>
                  <a:pt x="2485733" y="48869"/>
                </a:lnTo>
                <a:lnTo>
                  <a:pt x="2504960" y="76873"/>
                </a:lnTo>
                <a:lnTo>
                  <a:pt x="2523731" y="106032"/>
                </a:lnTo>
                <a:lnTo>
                  <a:pt x="2542197" y="136347"/>
                </a:lnTo>
                <a:lnTo>
                  <a:pt x="2560497" y="167830"/>
                </a:lnTo>
                <a:lnTo>
                  <a:pt x="2632227" y="118973"/>
                </a:lnTo>
                <a:close/>
              </a:path>
              <a:path w="3683000" h="600075">
                <a:moveTo>
                  <a:pt x="3056191" y="273088"/>
                </a:moveTo>
                <a:lnTo>
                  <a:pt x="2969222" y="273088"/>
                </a:lnTo>
                <a:lnTo>
                  <a:pt x="2969222" y="169354"/>
                </a:lnTo>
                <a:lnTo>
                  <a:pt x="3033230" y="169354"/>
                </a:lnTo>
                <a:lnTo>
                  <a:pt x="3033230" y="96113"/>
                </a:lnTo>
                <a:lnTo>
                  <a:pt x="2969222" y="96113"/>
                </a:lnTo>
                <a:lnTo>
                  <a:pt x="2969222" y="4572"/>
                </a:lnTo>
                <a:lnTo>
                  <a:pt x="2888361" y="4572"/>
                </a:lnTo>
                <a:lnTo>
                  <a:pt x="2888361" y="96113"/>
                </a:lnTo>
                <a:lnTo>
                  <a:pt x="2888361" y="169354"/>
                </a:lnTo>
                <a:lnTo>
                  <a:pt x="2888361" y="273088"/>
                </a:lnTo>
                <a:lnTo>
                  <a:pt x="2796921" y="273088"/>
                </a:lnTo>
                <a:lnTo>
                  <a:pt x="2797149" y="250240"/>
                </a:lnTo>
                <a:lnTo>
                  <a:pt x="2797683" y="225221"/>
                </a:lnTo>
                <a:lnTo>
                  <a:pt x="2798203" y="198208"/>
                </a:lnTo>
                <a:lnTo>
                  <a:pt x="2798445" y="169354"/>
                </a:lnTo>
                <a:lnTo>
                  <a:pt x="2888361" y="169354"/>
                </a:lnTo>
                <a:lnTo>
                  <a:pt x="2888361" y="96113"/>
                </a:lnTo>
                <a:lnTo>
                  <a:pt x="2798445" y="96113"/>
                </a:lnTo>
                <a:lnTo>
                  <a:pt x="2798445" y="4572"/>
                </a:lnTo>
                <a:lnTo>
                  <a:pt x="2717571" y="4572"/>
                </a:lnTo>
                <a:lnTo>
                  <a:pt x="2717571" y="96113"/>
                </a:lnTo>
                <a:lnTo>
                  <a:pt x="2652039" y="96113"/>
                </a:lnTo>
                <a:lnTo>
                  <a:pt x="2652039" y="169354"/>
                </a:lnTo>
                <a:lnTo>
                  <a:pt x="2717571" y="169354"/>
                </a:lnTo>
                <a:lnTo>
                  <a:pt x="2717330" y="206781"/>
                </a:lnTo>
                <a:lnTo>
                  <a:pt x="2716809" y="236651"/>
                </a:lnTo>
                <a:lnTo>
                  <a:pt x="2716288" y="258813"/>
                </a:lnTo>
                <a:lnTo>
                  <a:pt x="2716047" y="273088"/>
                </a:lnTo>
                <a:lnTo>
                  <a:pt x="2629077" y="273088"/>
                </a:lnTo>
                <a:lnTo>
                  <a:pt x="2629077" y="344817"/>
                </a:lnTo>
                <a:lnTo>
                  <a:pt x="2702331" y="344817"/>
                </a:lnTo>
                <a:lnTo>
                  <a:pt x="2694114" y="371119"/>
                </a:lnTo>
                <a:lnTo>
                  <a:pt x="2683472" y="395300"/>
                </a:lnTo>
                <a:lnTo>
                  <a:pt x="2670822" y="417461"/>
                </a:lnTo>
                <a:lnTo>
                  <a:pt x="2656611" y="437781"/>
                </a:lnTo>
                <a:lnTo>
                  <a:pt x="2676906" y="451827"/>
                </a:lnTo>
                <a:lnTo>
                  <a:pt x="2696616" y="466432"/>
                </a:lnTo>
                <a:lnTo>
                  <a:pt x="2715768" y="481584"/>
                </a:lnTo>
                <a:lnTo>
                  <a:pt x="2734335" y="497306"/>
                </a:lnTo>
                <a:lnTo>
                  <a:pt x="2752356" y="463829"/>
                </a:lnTo>
                <a:lnTo>
                  <a:pt x="2767533" y="427342"/>
                </a:lnTo>
                <a:lnTo>
                  <a:pt x="2779852" y="387718"/>
                </a:lnTo>
                <a:lnTo>
                  <a:pt x="2789301" y="344817"/>
                </a:lnTo>
                <a:lnTo>
                  <a:pt x="2888361" y="344817"/>
                </a:lnTo>
                <a:lnTo>
                  <a:pt x="2888361" y="486638"/>
                </a:lnTo>
                <a:lnTo>
                  <a:pt x="2969222" y="486638"/>
                </a:lnTo>
                <a:lnTo>
                  <a:pt x="2969222" y="344817"/>
                </a:lnTo>
                <a:lnTo>
                  <a:pt x="3056191" y="344817"/>
                </a:lnTo>
                <a:lnTo>
                  <a:pt x="3056191" y="273088"/>
                </a:lnTo>
                <a:close/>
              </a:path>
              <a:path w="3683000" h="600075">
                <a:moveTo>
                  <a:pt x="3063811" y="501878"/>
                </a:moveTo>
                <a:lnTo>
                  <a:pt x="3039122" y="503161"/>
                </a:lnTo>
                <a:lnTo>
                  <a:pt x="3003219" y="504024"/>
                </a:lnTo>
                <a:lnTo>
                  <a:pt x="2746527" y="504926"/>
                </a:lnTo>
                <a:lnTo>
                  <a:pt x="2702522" y="502018"/>
                </a:lnTo>
                <a:lnTo>
                  <a:pt x="2664218" y="493115"/>
                </a:lnTo>
                <a:lnTo>
                  <a:pt x="2631617" y="477926"/>
                </a:lnTo>
                <a:lnTo>
                  <a:pt x="2604693" y="456158"/>
                </a:lnTo>
                <a:lnTo>
                  <a:pt x="2604693" y="216598"/>
                </a:lnTo>
                <a:lnTo>
                  <a:pt x="2468969" y="216598"/>
                </a:lnTo>
                <a:lnTo>
                  <a:pt x="2468969" y="292900"/>
                </a:lnTo>
                <a:lnTo>
                  <a:pt x="2526969" y="292900"/>
                </a:lnTo>
                <a:lnTo>
                  <a:pt x="2526969" y="448538"/>
                </a:lnTo>
                <a:lnTo>
                  <a:pt x="2511196" y="461416"/>
                </a:lnTo>
                <a:lnTo>
                  <a:pt x="2495689" y="475018"/>
                </a:lnTo>
                <a:lnTo>
                  <a:pt x="2480170" y="489470"/>
                </a:lnTo>
                <a:lnTo>
                  <a:pt x="2464397" y="504926"/>
                </a:lnTo>
                <a:lnTo>
                  <a:pt x="2498013" y="596468"/>
                </a:lnTo>
                <a:lnTo>
                  <a:pt x="2568117" y="524738"/>
                </a:lnTo>
                <a:lnTo>
                  <a:pt x="2583891" y="538518"/>
                </a:lnTo>
                <a:lnTo>
                  <a:pt x="2621737" y="560400"/>
                </a:lnTo>
                <a:lnTo>
                  <a:pt x="2668155" y="575030"/>
                </a:lnTo>
                <a:lnTo>
                  <a:pt x="2721356" y="581888"/>
                </a:lnTo>
                <a:lnTo>
                  <a:pt x="2751099" y="582752"/>
                </a:lnTo>
                <a:lnTo>
                  <a:pt x="2857881" y="582752"/>
                </a:lnTo>
                <a:lnTo>
                  <a:pt x="3011843" y="582104"/>
                </a:lnTo>
                <a:lnTo>
                  <a:pt x="3037802" y="581228"/>
                </a:lnTo>
                <a:lnTo>
                  <a:pt x="3042932" y="562610"/>
                </a:lnTo>
                <a:lnTo>
                  <a:pt x="3049092" y="543267"/>
                </a:lnTo>
                <a:lnTo>
                  <a:pt x="3055518" y="524738"/>
                </a:lnTo>
                <a:lnTo>
                  <a:pt x="3056102" y="523062"/>
                </a:lnTo>
                <a:lnTo>
                  <a:pt x="3062694" y="504926"/>
                </a:lnTo>
                <a:lnTo>
                  <a:pt x="3063811" y="501878"/>
                </a:lnTo>
                <a:close/>
              </a:path>
              <a:path w="3683000" h="600075">
                <a:moveTo>
                  <a:pt x="3319932" y="27432"/>
                </a:moveTo>
                <a:lnTo>
                  <a:pt x="3103422" y="27432"/>
                </a:lnTo>
                <a:lnTo>
                  <a:pt x="3103422" y="599516"/>
                </a:lnTo>
                <a:lnTo>
                  <a:pt x="3179622" y="599516"/>
                </a:lnTo>
                <a:lnTo>
                  <a:pt x="3179622" y="97637"/>
                </a:lnTo>
                <a:lnTo>
                  <a:pt x="3237636" y="97637"/>
                </a:lnTo>
                <a:lnTo>
                  <a:pt x="3187344" y="257848"/>
                </a:lnTo>
                <a:lnTo>
                  <a:pt x="3209340" y="292722"/>
                </a:lnTo>
                <a:lnTo>
                  <a:pt x="3225063" y="326478"/>
                </a:lnTo>
                <a:lnTo>
                  <a:pt x="3234486" y="359079"/>
                </a:lnTo>
                <a:lnTo>
                  <a:pt x="3237636" y="390537"/>
                </a:lnTo>
                <a:lnTo>
                  <a:pt x="3235947" y="401408"/>
                </a:lnTo>
                <a:lnTo>
                  <a:pt x="3230969" y="409016"/>
                </a:lnTo>
                <a:lnTo>
                  <a:pt x="3222853" y="413461"/>
                </a:lnTo>
                <a:lnTo>
                  <a:pt x="3212084" y="414883"/>
                </a:lnTo>
                <a:lnTo>
                  <a:pt x="3205721" y="414870"/>
                </a:lnTo>
                <a:lnTo>
                  <a:pt x="3199142" y="414540"/>
                </a:lnTo>
                <a:lnTo>
                  <a:pt x="3191967" y="413626"/>
                </a:lnTo>
                <a:lnTo>
                  <a:pt x="3184194" y="411873"/>
                </a:lnTo>
                <a:lnTo>
                  <a:pt x="3189427" y="433959"/>
                </a:lnTo>
                <a:lnTo>
                  <a:pt x="3193618" y="454774"/>
                </a:lnTo>
                <a:lnTo>
                  <a:pt x="3196945" y="474738"/>
                </a:lnTo>
                <a:lnTo>
                  <a:pt x="3199536" y="494258"/>
                </a:lnTo>
                <a:lnTo>
                  <a:pt x="3230346" y="491667"/>
                </a:lnTo>
                <a:lnTo>
                  <a:pt x="3277120" y="477329"/>
                </a:lnTo>
                <a:lnTo>
                  <a:pt x="3309645" y="437438"/>
                </a:lnTo>
                <a:lnTo>
                  <a:pt x="3315360" y="398157"/>
                </a:lnTo>
                <a:lnTo>
                  <a:pt x="3312198" y="360184"/>
                </a:lnTo>
                <a:lnTo>
                  <a:pt x="3302597" y="321906"/>
                </a:lnTo>
                <a:lnTo>
                  <a:pt x="3286429" y="283629"/>
                </a:lnTo>
                <a:lnTo>
                  <a:pt x="3263544" y="245656"/>
                </a:lnTo>
                <a:lnTo>
                  <a:pt x="3319361" y="97637"/>
                </a:lnTo>
                <a:lnTo>
                  <a:pt x="3319932" y="96113"/>
                </a:lnTo>
                <a:lnTo>
                  <a:pt x="3319932" y="27432"/>
                </a:lnTo>
                <a:close/>
              </a:path>
              <a:path w="3683000" h="600075">
                <a:moveTo>
                  <a:pt x="3443465" y="257848"/>
                </a:moveTo>
                <a:lnTo>
                  <a:pt x="3361169" y="257848"/>
                </a:lnTo>
                <a:lnTo>
                  <a:pt x="3360839" y="316509"/>
                </a:lnTo>
                <a:lnTo>
                  <a:pt x="3359645" y="362140"/>
                </a:lnTo>
                <a:lnTo>
                  <a:pt x="3353549" y="414921"/>
                </a:lnTo>
                <a:lnTo>
                  <a:pt x="3327222" y="480148"/>
                </a:lnTo>
                <a:lnTo>
                  <a:pt x="3275736" y="538454"/>
                </a:lnTo>
                <a:lnTo>
                  <a:pt x="3294291" y="555320"/>
                </a:lnTo>
                <a:lnTo>
                  <a:pt x="3310991" y="571309"/>
                </a:lnTo>
                <a:lnTo>
                  <a:pt x="3325711" y="586130"/>
                </a:lnTo>
                <a:lnTo>
                  <a:pt x="3338309" y="599516"/>
                </a:lnTo>
                <a:lnTo>
                  <a:pt x="3375418" y="561708"/>
                </a:lnTo>
                <a:lnTo>
                  <a:pt x="3404222" y="521157"/>
                </a:lnTo>
                <a:lnTo>
                  <a:pt x="3424466" y="477443"/>
                </a:lnTo>
                <a:lnTo>
                  <a:pt x="3435845" y="430161"/>
                </a:lnTo>
                <a:lnTo>
                  <a:pt x="3441941" y="367474"/>
                </a:lnTo>
                <a:lnTo>
                  <a:pt x="3443059" y="321906"/>
                </a:lnTo>
                <a:lnTo>
                  <a:pt x="3443147" y="316509"/>
                </a:lnTo>
                <a:lnTo>
                  <a:pt x="3443465" y="257848"/>
                </a:lnTo>
                <a:close/>
              </a:path>
              <a:path w="3683000" h="600075">
                <a:moveTo>
                  <a:pt x="3600539" y="256324"/>
                </a:moveTo>
                <a:lnTo>
                  <a:pt x="3518243" y="256324"/>
                </a:lnTo>
                <a:lnTo>
                  <a:pt x="3518243" y="587324"/>
                </a:lnTo>
                <a:lnTo>
                  <a:pt x="3600539" y="587324"/>
                </a:lnTo>
                <a:lnTo>
                  <a:pt x="3600539" y="256324"/>
                </a:lnTo>
                <a:close/>
              </a:path>
              <a:path w="3683000" h="600075">
                <a:moveTo>
                  <a:pt x="3682936" y="196786"/>
                </a:moveTo>
                <a:lnTo>
                  <a:pt x="3644188" y="169545"/>
                </a:lnTo>
                <a:lnTo>
                  <a:pt x="3608578" y="139065"/>
                </a:lnTo>
                <a:lnTo>
                  <a:pt x="3576320" y="105435"/>
                </a:lnTo>
                <a:lnTo>
                  <a:pt x="3572611" y="100685"/>
                </a:lnTo>
                <a:lnTo>
                  <a:pt x="3547656" y="68745"/>
                </a:lnTo>
                <a:lnTo>
                  <a:pt x="3522815" y="29057"/>
                </a:lnTo>
                <a:lnTo>
                  <a:pt x="3530435" y="9144"/>
                </a:lnTo>
                <a:lnTo>
                  <a:pt x="3443465" y="9144"/>
                </a:lnTo>
                <a:lnTo>
                  <a:pt x="3418763" y="53987"/>
                </a:lnTo>
                <a:lnTo>
                  <a:pt x="3390239" y="96850"/>
                </a:lnTo>
                <a:lnTo>
                  <a:pt x="3357753" y="137579"/>
                </a:lnTo>
                <a:lnTo>
                  <a:pt x="3321164" y="176022"/>
                </a:lnTo>
                <a:lnTo>
                  <a:pt x="3280308" y="212026"/>
                </a:lnTo>
                <a:lnTo>
                  <a:pt x="3292856" y="229476"/>
                </a:lnTo>
                <a:lnTo>
                  <a:pt x="3305276" y="247510"/>
                </a:lnTo>
                <a:lnTo>
                  <a:pt x="3317430" y="266115"/>
                </a:lnTo>
                <a:lnTo>
                  <a:pt x="3329165" y="285280"/>
                </a:lnTo>
                <a:lnTo>
                  <a:pt x="3364623" y="250837"/>
                </a:lnTo>
                <a:lnTo>
                  <a:pt x="3397745" y="215239"/>
                </a:lnTo>
                <a:lnTo>
                  <a:pt x="3428390" y="178409"/>
                </a:lnTo>
                <a:lnTo>
                  <a:pt x="3456406" y="140246"/>
                </a:lnTo>
                <a:lnTo>
                  <a:pt x="3481667" y="100685"/>
                </a:lnTo>
                <a:lnTo>
                  <a:pt x="3505631" y="142252"/>
                </a:lnTo>
                <a:lnTo>
                  <a:pt x="3533711" y="180962"/>
                </a:lnTo>
                <a:lnTo>
                  <a:pt x="3565956" y="216890"/>
                </a:lnTo>
                <a:lnTo>
                  <a:pt x="3602469" y="250113"/>
                </a:lnTo>
                <a:lnTo>
                  <a:pt x="3643312" y="280708"/>
                </a:lnTo>
                <a:lnTo>
                  <a:pt x="3653358" y="256667"/>
                </a:lnTo>
                <a:lnTo>
                  <a:pt x="3663124" y="234746"/>
                </a:lnTo>
                <a:lnTo>
                  <a:pt x="3672878" y="214833"/>
                </a:lnTo>
                <a:lnTo>
                  <a:pt x="3682936" y="19678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315872" y="1876234"/>
            <a:ext cx="864869" cy="431800"/>
          </a:xfrm>
          <a:custGeom>
            <a:avLst/>
            <a:gdLst/>
            <a:ahLst/>
            <a:cxnLst/>
            <a:rect l="l" t="t" r="r" b="b"/>
            <a:pathLst>
              <a:path w="864869" h="431800">
                <a:moveTo>
                  <a:pt x="388912" y="32004"/>
                </a:moveTo>
                <a:lnTo>
                  <a:pt x="0" y="32004"/>
                </a:lnTo>
                <a:lnTo>
                  <a:pt x="0" y="68681"/>
                </a:lnTo>
                <a:lnTo>
                  <a:pt x="327952" y="68681"/>
                </a:lnTo>
                <a:lnTo>
                  <a:pt x="295325" y="92659"/>
                </a:lnTo>
                <a:lnTo>
                  <a:pt x="261416" y="116509"/>
                </a:lnTo>
                <a:lnTo>
                  <a:pt x="226072" y="140093"/>
                </a:lnTo>
                <a:lnTo>
                  <a:pt x="189166" y="163258"/>
                </a:lnTo>
                <a:lnTo>
                  <a:pt x="189166" y="341668"/>
                </a:lnTo>
                <a:lnTo>
                  <a:pt x="186613" y="359702"/>
                </a:lnTo>
                <a:lnTo>
                  <a:pt x="179070" y="372427"/>
                </a:lnTo>
                <a:lnTo>
                  <a:pt x="166662" y="379691"/>
                </a:lnTo>
                <a:lnTo>
                  <a:pt x="149542" y="381381"/>
                </a:lnTo>
                <a:lnTo>
                  <a:pt x="132651" y="381101"/>
                </a:lnTo>
                <a:lnTo>
                  <a:pt x="114211" y="380238"/>
                </a:lnTo>
                <a:lnTo>
                  <a:pt x="94373" y="378815"/>
                </a:lnTo>
                <a:lnTo>
                  <a:pt x="73253" y="376809"/>
                </a:lnTo>
                <a:lnTo>
                  <a:pt x="77635" y="397573"/>
                </a:lnTo>
                <a:lnTo>
                  <a:pt x="79463" y="408317"/>
                </a:lnTo>
                <a:lnTo>
                  <a:pt x="80873" y="419481"/>
                </a:lnTo>
                <a:lnTo>
                  <a:pt x="102565" y="419722"/>
                </a:lnTo>
                <a:lnTo>
                  <a:pt x="138557" y="420776"/>
                </a:lnTo>
                <a:lnTo>
                  <a:pt x="152590" y="421005"/>
                </a:lnTo>
                <a:lnTo>
                  <a:pt x="172593" y="419227"/>
                </a:lnTo>
                <a:lnTo>
                  <a:pt x="212026" y="402717"/>
                </a:lnTo>
                <a:lnTo>
                  <a:pt x="227672" y="363245"/>
                </a:lnTo>
                <a:lnTo>
                  <a:pt x="228790" y="343192"/>
                </a:lnTo>
                <a:lnTo>
                  <a:pt x="228790" y="181546"/>
                </a:lnTo>
                <a:lnTo>
                  <a:pt x="269709" y="155244"/>
                </a:lnTo>
                <a:lnTo>
                  <a:pt x="310032" y="128930"/>
                </a:lnTo>
                <a:lnTo>
                  <a:pt x="349758" y="102603"/>
                </a:lnTo>
                <a:lnTo>
                  <a:pt x="388912" y="76301"/>
                </a:lnTo>
                <a:lnTo>
                  <a:pt x="388912" y="32004"/>
                </a:lnTo>
                <a:close/>
              </a:path>
              <a:path w="864869" h="431800">
                <a:moveTo>
                  <a:pt x="626846" y="117449"/>
                </a:moveTo>
                <a:lnTo>
                  <a:pt x="597890" y="117449"/>
                </a:lnTo>
                <a:lnTo>
                  <a:pt x="597890" y="143357"/>
                </a:lnTo>
                <a:lnTo>
                  <a:pt x="597890" y="198323"/>
                </a:lnTo>
                <a:lnTo>
                  <a:pt x="597890" y="224231"/>
                </a:lnTo>
                <a:lnTo>
                  <a:pt x="597890" y="280708"/>
                </a:lnTo>
                <a:lnTo>
                  <a:pt x="558266" y="280708"/>
                </a:lnTo>
                <a:lnTo>
                  <a:pt x="558266" y="224231"/>
                </a:lnTo>
                <a:lnTo>
                  <a:pt x="597890" y="224231"/>
                </a:lnTo>
                <a:lnTo>
                  <a:pt x="597890" y="198323"/>
                </a:lnTo>
                <a:lnTo>
                  <a:pt x="558266" y="198323"/>
                </a:lnTo>
                <a:lnTo>
                  <a:pt x="558266" y="143357"/>
                </a:lnTo>
                <a:lnTo>
                  <a:pt x="597890" y="143357"/>
                </a:lnTo>
                <a:lnTo>
                  <a:pt x="597890" y="117449"/>
                </a:lnTo>
                <a:lnTo>
                  <a:pt x="570458" y="117449"/>
                </a:lnTo>
                <a:lnTo>
                  <a:pt x="602462" y="70205"/>
                </a:lnTo>
                <a:lnTo>
                  <a:pt x="602462" y="44297"/>
                </a:lnTo>
                <a:lnTo>
                  <a:pt x="567410" y="44297"/>
                </a:lnTo>
                <a:lnTo>
                  <a:pt x="567410" y="70205"/>
                </a:lnTo>
                <a:lnTo>
                  <a:pt x="535305" y="117449"/>
                </a:lnTo>
                <a:lnTo>
                  <a:pt x="530733" y="117449"/>
                </a:lnTo>
                <a:lnTo>
                  <a:pt x="530733" y="143357"/>
                </a:lnTo>
                <a:lnTo>
                  <a:pt x="530733" y="198323"/>
                </a:lnTo>
                <a:lnTo>
                  <a:pt x="530733" y="224231"/>
                </a:lnTo>
                <a:lnTo>
                  <a:pt x="530733" y="280708"/>
                </a:lnTo>
                <a:lnTo>
                  <a:pt x="492633" y="280708"/>
                </a:lnTo>
                <a:lnTo>
                  <a:pt x="492633" y="224231"/>
                </a:lnTo>
                <a:lnTo>
                  <a:pt x="530733" y="224231"/>
                </a:lnTo>
                <a:lnTo>
                  <a:pt x="530733" y="198323"/>
                </a:lnTo>
                <a:lnTo>
                  <a:pt x="492633" y="198323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49"/>
                </a:lnTo>
                <a:lnTo>
                  <a:pt x="474345" y="117449"/>
                </a:lnTo>
                <a:lnTo>
                  <a:pt x="482320" y="106641"/>
                </a:lnTo>
                <a:lnTo>
                  <a:pt x="490156" y="94970"/>
                </a:lnTo>
                <a:lnTo>
                  <a:pt x="497700" y="82727"/>
                </a:lnTo>
                <a:lnTo>
                  <a:pt x="504825" y="70205"/>
                </a:lnTo>
                <a:lnTo>
                  <a:pt x="567410" y="70205"/>
                </a:lnTo>
                <a:lnTo>
                  <a:pt x="567410" y="44297"/>
                </a:lnTo>
                <a:lnTo>
                  <a:pt x="520065" y="44297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53"/>
                </a:lnTo>
                <a:lnTo>
                  <a:pt x="473583" y="66382"/>
                </a:lnTo>
                <a:lnTo>
                  <a:pt x="453009" y="96113"/>
                </a:lnTo>
                <a:lnTo>
                  <a:pt x="430149" y="123545"/>
                </a:lnTo>
                <a:lnTo>
                  <a:pt x="436702" y="130136"/>
                </a:lnTo>
                <a:lnTo>
                  <a:pt x="442531" y="136321"/>
                </a:lnTo>
                <a:lnTo>
                  <a:pt x="447509" y="142227"/>
                </a:lnTo>
                <a:lnTo>
                  <a:pt x="451485" y="148031"/>
                </a:lnTo>
                <a:lnTo>
                  <a:pt x="456057" y="143357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2232"/>
                </a:lnTo>
                <a:lnTo>
                  <a:pt x="461683" y="320255"/>
                </a:lnTo>
                <a:lnTo>
                  <a:pt x="455676" y="354291"/>
                </a:lnTo>
                <a:lnTo>
                  <a:pt x="445681" y="384327"/>
                </a:lnTo>
                <a:lnTo>
                  <a:pt x="431673" y="410349"/>
                </a:lnTo>
                <a:lnTo>
                  <a:pt x="438264" y="416039"/>
                </a:lnTo>
                <a:lnTo>
                  <a:pt x="450316" y="426847"/>
                </a:lnTo>
                <a:lnTo>
                  <a:pt x="456057" y="431685"/>
                </a:lnTo>
                <a:lnTo>
                  <a:pt x="470319" y="407657"/>
                </a:lnTo>
                <a:lnTo>
                  <a:pt x="481012" y="378904"/>
                </a:lnTo>
                <a:lnTo>
                  <a:pt x="487984" y="345274"/>
                </a:lnTo>
                <a:lnTo>
                  <a:pt x="491109" y="306616"/>
                </a:lnTo>
                <a:lnTo>
                  <a:pt x="530733" y="306616"/>
                </a:lnTo>
                <a:lnTo>
                  <a:pt x="530733" y="387489"/>
                </a:lnTo>
                <a:lnTo>
                  <a:pt x="558266" y="387489"/>
                </a:lnTo>
                <a:lnTo>
                  <a:pt x="558266" y="306616"/>
                </a:lnTo>
                <a:lnTo>
                  <a:pt x="597890" y="306616"/>
                </a:lnTo>
                <a:lnTo>
                  <a:pt x="597814" y="378904"/>
                </a:lnTo>
                <a:lnTo>
                  <a:pt x="578231" y="398145"/>
                </a:lnTo>
                <a:lnTo>
                  <a:pt x="568883" y="398132"/>
                </a:lnTo>
                <a:lnTo>
                  <a:pt x="559549" y="397967"/>
                </a:lnTo>
                <a:lnTo>
                  <a:pt x="549922" y="397510"/>
                </a:lnTo>
                <a:lnTo>
                  <a:pt x="539877" y="396633"/>
                </a:lnTo>
                <a:lnTo>
                  <a:pt x="541020" y="405218"/>
                </a:lnTo>
                <a:lnTo>
                  <a:pt x="542163" y="412826"/>
                </a:lnTo>
                <a:lnTo>
                  <a:pt x="543306" y="419557"/>
                </a:lnTo>
                <a:lnTo>
                  <a:pt x="544449" y="425589"/>
                </a:lnTo>
                <a:lnTo>
                  <a:pt x="554558" y="425792"/>
                </a:lnTo>
                <a:lnTo>
                  <a:pt x="564349" y="426161"/>
                </a:lnTo>
                <a:lnTo>
                  <a:pt x="603046" y="422960"/>
                </a:lnTo>
                <a:lnTo>
                  <a:pt x="624636" y="398157"/>
                </a:lnTo>
                <a:lnTo>
                  <a:pt x="626846" y="381393"/>
                </a:lnTo>
                <a:lnTo>
                  <a:pt x="626846" y="132689"/>
                </a:lnTo>
                <a:lnTo>
                  <a:pt x="626846" y="117449"/>
                </a:lnTo>
                <a:close/>
              </a:path>
              <a:path w="864869" h="431800">
                <a:moveTo>
                  <a:pt x="841921" y="22860"/>
                </a:moveTo>
                <a:lnTo>
                  <a:pt x="645134" y="22860"/>
                </a:lnTo>
                <a:lnTo>
                  <a:pt x="645134" y="51917"/>
                </a:lnTo>
                <a:lnTo>
                  <a:pt x="693902" y="51917"/>
                </a:lnTo>
                <a:lnTo>
                  <a:pt x="692188" y="69303"/>
                </a:lnTo>
                <a:lnTo>
                  <a:pt x="680186" y="108305"/>
                </a:lnTo>
                <a:lnTo>
                  <a:pt x="646747" y="141351"/>
                </a:lnTo>
                <a:lnTo>
                  <a:pt x="629894" y="151079"/>
                </a:lnTo>
                <a:lnTo>
                  <a:pt x="636219" y="159664"/>
                </a:lnTo>
                <a:lnTo>
                  <a:pt x="641705" y="167271"/>
                </a:lnTo>
                <a:lnTo>
                  <a:pt x="646607" y="174002"/>
                </a:lnTo>
                <a:lnTo>
                  <a:pt x="651230" y="180035"/>
                </a:lnTo>
                <a:lnTo>
                  <a:pt x="671220" y="165392"/>
                </a:lnTo>
                <a:lnTo>
                  <a:pt x="700379" y="136652"/>
                </a:lnTo>
                <a:lnTo>
                  <a:pt x="720280" y="91541"/>
                </a:lnTo>
                <a:lnTo>
                  <a:pt x="724471" y="51917"/>
                </a:lnTo>
                <a:lnTo>
                  <a:pt x="808291" y="51917"/>
                </a:lnTo>
                <a:lnTo>
                  <a:pt x="807427" y="64477"/>
                </a:lnTo>
                <a:lnTo>
                  <a:pt x="806767" y="77254"/>
                </a:lnTo>
                <a:lnTo>
                  <a:pt x="806145" y="88569"/>
                </a:lnTo>
                <a:lnTo>
                  <a:pt x="789597" y="123380"/>
                </a:lnTo>
                <a:lnTo>
                  <a:pt x="779335" y="125069"/>
                </a:lnTo>
                <a:lnTo>
                  <a:pt x="769353" y="124790"/>
                </a:lnTo>
                <a:lnTo>
                  <a:pt x="757809" y="123926"/>
                </a:lnTo>
                <a:lnTo>
                  <a:pt x="744829" y="122491"/>
                </a:lnTo>
                <a:lnTo>
                  <a:pt x="730567" y="120497"/>
                </a:lnTo>
                <a:lnTo>
                  <a:pt x="731735" y="128765"/>
                </a:lnTo>
                <a:lnTo>
                  <a:pt x="733044" y="137464"/>
                </a:lnTo>
                <a:lnTo>
                  <a:pt x="734644" y="146469"/>
                </a:lnTo>
                <a:lnTo>
                  <a:pt x="736663" y="155651"/>
                </a:lnTo>
                <a:lnTo>
                  <a:pt x="748931" y="155879"/>
                </a:lnTo>
                <a:lnTo>
                  <a:pt x="771169" y="156933"/>
                </a:lnTo>
                <a:lnTo>
                  <a:pt x="822248" y="143598"/>
                </a:lnTo>
                <a:lnTo>
                  <a:pt x="833348" y="125069"/>
                </a:lnTo>
                <a:lnTo>
                  <a:pt x="837349" y="103733"/>
                </a:lnTo>
                <a:lnTo>
                  <a:pt x="839127" y="84251"/>
                </a:lnTo>
                <a:lnTo>
                  <a:pt x="840168" y="65087"/>
                </a:lnTo>
                <a:lnTo>
                  <a:pt x="840981" y="44119"/>
                </a:lnTo>
                <a:lnTo>
                  <a:pt x="841921" y="22860"/>
                </a:lnTo>
                <a:close/>
              </a:path>
              <a:path w="864869" h="431800">
                <a:moveTo>
                  <a:pt x="864781" y="309664"/>
                </a:moveTo>
                <a:lnTo>
                  <a:pt x="776287" y="309664"/>
                </a:lnTo>
                <a:lnTo>
                  <a:pt x="776287" y="247091"/>
                </a:lnTo>
                <a:lnTo>
                  <a:pt x="854113" y="247091"/>
                </a:lnTo>
                <a:lnTo>
                  <a:pt x="854113" y="216611"/>
                </a:lnTo>
                <a:lnTo>
                  <a:pt x="776287" y="216611"/>
                </a:lnTo>
                <a:lnTo>
                  <a:pt x="776287" y="169367"/>
                </a:lnTo>
                <a:lnTo>
                  <a:pt x="744283" y="169367"/>
                </a:lnTo>
                <a:lnTo>
                  <a:pt x="744283" y="216611"/>
                </a:lnTo>
                <a:lnTo>
                  <a:pt x="701611" y="216611"/>
                </a:lnTo>
                <a:lnTo>
                  <a:pt x="703922" y="208584"/>
                </a:lnTo>
                <a:lnTo>
                  <a:pt x="706374" y="200418"/>
                </a:lnTo>
                <a:lnTo>
                  <a:pt x="709117" y="191960"/>
                </a:lnTo>
                <a:lnTo>
                  <a:pt x="712279" y="183083"/>
                </a:lnTo>
                <a:lnTo>
                  <a:pt x="681710" y="175463"/>
                </a:lnTo>
                <a:lnTo>
                  <a:pt x="674014" y="201752"/>
                </a:lnTo>
                <a:lnTo>
                  <a:pt x="664756" y="228041"/>
                </a:lnTo>
                <a:lnTo>
                  <a:pt x="654062" y="254368"/>
                </a:lnTo>
                <a:lnTo>
                  <a:pt x="642086" y="280708"/>
                </a:lnTo>
                <a:lnTo>
                  <a:pt x="649820" y="284137"/>
                </a:lnTo>
                <a:lnTo>
                  <a:pt x="657136" y="287566"/>
                </a:lnTo>
                <a:lnTo>
                  <a:pt x="664159" y="290995"/>
                </a:lnTo>
                <a:lnTo>
                  <a:pt x="671042" y="294424"/>
                </a:lnTo>
                <a:lnTo>
                  <a:pt x="676490" y="282968"/>
                </a:lnTo>
                <a:lnTo>
                  <a:pt x="681520" y="271360"/>
                </a:lnTo>
                <a:lnTo>
                  <a:pt x="686257" y="259448"/>
                </a:lnTo>
                <a:lnTo>
                  <a:pt x="690854" y="247091"/>
                </a:lnTo>
                <a:lnTo>
                  <a:pt x="744283" y="247091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85"/>
                </a:lnTo>
                <a:lnTo>
                  <a:pt x="776287" y="431685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314854" y="1935771"/>
            <a:ext cx="993140" cy="319405"/>
          </a:xfrm>
          <a:custGeom>
            <a:avLst/>
            <a:gdLst/>
            <a:ahLst/>
            <a:cxnLst/>
            <a:rect l="l" t="t" r="r" b="b"/>
            <a:pathLst>
              <a:path w="993139" h="319405">
                <a:moveTo>
                  <a:pt x="279082" y="314223"/>
                </a:moveTo>
                <a:lnTo>
                  <a:pt x="245148" y="225742"/>
                </a:lnTo>
                <a:lnTo>
                  <a:pt x="232295" y="192214"/>
                </a:lnTo>
                <a:lnTo>
                  <a:pt x="193636" y="91401"/>
                </a:lnTo>
                <a:lnTo>
                  <a:pt x="193636" y="192214"/>
                </a:lnTo>
                <a:lnTo>
                  <a:pt x="85344" y="192214"/>
                </a:lnTo>
                <a:lnTo>
                  <a:pt x="134200" y="57912"/>
                </a:lnTo>
                <a:lnTo>
                  <a:pt x="135724" y="53340"/>
                </a:lnTo>
                <a:lnTo>
                  <a:pt x="138772" y="38100"/>
                </a:lnTo>
                <a:lnTo>
                  <a:pt x="140296" y="38100"/>
                </a:lnTo>
                <a:lnTo>
                  <a:pt x="141820" y="47244"/>
                </a:lnTo>
                <a:lnTo>
                  <a:pt x="143344" y="53340"/>
                </a:lnTo>
                <a:lnTo>
                  <a:pt x="144868" y="57912"/>
                </a:lnTo>
                <a:lnTo>
                  <a:pt x="193636" y="192214"/>
                </a:lnTo>
                <a:lnTo>
                  <a:pt x="193636" y="91401"/>
                </a:lnTo>
                <a:lnTo>
                  <a:pt x="173202" y="38100"/>
                </a:lnTo>
                <a:lnTo>
                  <a:pt x="158584" y="0"/>
                </a:lnTo>
                <a:lnTo>
                  <a:pt x="120484" y="0"/>
                </a:lnTo>
                <a:lnTo>
                  <a:pt x="0" y="314223"/>
                </a:lnTo>
                <a:lnTo>
                  <a:pt x="41148" y="314223"/>
                </a:lnTo>
                <a:lnTo>
                  <a:pt x="73152" y="225742"/>
                </a:lnTo>
                <a:lnTo>
                  <a:pt x="205828" y="225742"/>
                </a:lnTo>
                <a:lnTo>
                  <a:pt x="239356" y="314223"/>
                </a:lnTo>
                <a:lnTo>
                  <a:pt x="279082" y="314223"/>
                </a:lnTo>
                <a:close/>
              </a:path>
              <a:path w="993139" h="319405">
                <a:moveTo>
                  <a:pt x="405676" y="0"/>
                </a:moveTo>
                <a:lnTo>
                  <a:pt x="368998" y="0"/>
                </a:lnTo>
                <a:lnTo>
                  <a:pt x="368998" y="201358"/>
                </a:lnTo>
                <a:lnTo>
                  <a:pt x="365874" y="238239"/>
                </a:lnTo>
                <a:lnTo>
                  <a:pt x="356616" y="264414"/>
                </a:lnTo>
                <a:lnTo>
                  <a:pt x="341350" y="280009"/>
                </a:lnTo>
                <a:lnTo>
                  <a:pt x="320230" y="285178"/>
                </a:lnTo>
                <a:lnTo>
                  <a:pt x="310756" y="284632"/>
                </a:lnTo>
                <a:lnTo>
                  <a:pt x="302704" y="283083"/>
                </a:lnTo>
                <a:lnTo>
                  <a:pt x="295795" y="280682"/>
                </a:lnTo>
                <a:lnTo>
                  <a:pt x="289750" y="277558"/>
                </a:lnTo>
                <a:lnTo>
                  <a:pt x="289750" y="314223"/>
                </a:lnTo>
                <a:lnTo>
                  <a:pt x="295770" y="316230"/>
                </a:lnTo>
                <a:lnTo>
                  <a:pt x="302514" y="317652"/>
                </a:lnTo>
                <a:lnTo>
                  <a:pt x="310108" y="318516"/>
                </a:lnTo>
                <a:lnTo>
                  <a:pt x="318706" y="318795"/>
                </a:lnTo>
                <a:lnTo>
                  <a:pt x="338137" y="316826"/>
                </a:lnTo>
                <a:lnTo>
                  <a:pt x="382714" y="288226"/>
                </a:lnTo>
                <a:lnTo>
                  <a:pt x="399948" y="250507"/>
                </a:lnTo>
                <a:lnTo>
                  <a:pt x="405676" y="201358"/>
                </a:lnTo>
                <a:lnTo>
                  <a:pt x="405676" y="0"/>
                </a:lnTo>
                <a:close/>
              </a:path>
              <a:path w="993139" h="319405">
                <a:moveTo>
                  <a:pt x="728954" y="314223"/>
                </a:moveTo>
                <a:lnTo>
                  <a:pt x="695020" y="225742"/>
                </a:lnTo>
                <a:lnTo>
                  <a:pt x="682167" y="192214"/>
                </a:lnTo>
                <a:lnTo>
                  <a:pt x="643509" y="91414"/>
                </a:lnTo>
                <a:lnTo>
                  <a:pt x="643509" y="192214"/>
                </a:lnTo>
                <a:lnTo>
                  <a:pt x="533781" y="192214"/>
                </a:lnTo>
                <a:lnTo>
                  <a:pt x="582549" y="57912"/>
                </a:lnTo>
                <a:lnTo>
                  <a:pt x="585597" y="53340"/>
                </a:lnTo>
                <a:lnTo>
                  <a:pt x="588645" y="38100"/>
                </a:lnTo>
                <a:lnTo>
                  <a:pt x="590169" y="47244"/>
                </a:lnTo>
                <a:lnTo>
                  <a:pt x="591693" y="53340"/>
                </a:lnTo>
                <a:lnTo>
                  <a:pt x="593217" y="57912"/>
                </a:lnTo>
                <a:lnTo>
                  <a:pt x="643509" y="192214"/>
                </a:lnTo>
                <a:lnTo>
                  <a:pt x="643509" y="91414"/>
                </a:lnTo>
                <a:lnTo>
                  <a:pt x="623062" y="38100"/>
                </a:lnTo>
                <a:lnTo>
                  <a:pt x="608457" y="0"/>
                </a:lnTo>
                <a:lnTo>
                  <a:pt x="570357" y="0"/>
                </a:lnTo>
                <a:lnTo>
                  <a:pt x="449859" y="314223"/>
                </a:lnTo>
                <a:lnTo>
                  <a:pt x="491007" y="314223"/>
                </a:lnTo>
                <a:lnTo>
                  <a:pt x="521487" y="225742"/>
                </a:lnTo>
                <a:lnTo>
                  <a:pt x="655701" y="225742"/>
                </a:lnTo>
                <a:lnTo>
                  <a:pt x="689317" y="314223"/>
                </a:lnTo>
                <a:lnTo>
                  <a:pt x="728954" y="314223"/>
                </a:lnTo>
                <a:close/>
              </a:path>
              <a:path w="993139" h="319405">
                <a:moveTo>
                  <a:pt x="992797" y="314223"/>
                </a:moveTo>
                <a:lnTo>
                  <a:pt x="905649" y="176872"/>
                </a:lnTo>
                <a:lnTo>
                  <a:pt x="892111" y="155536"/>
                </a:lnTo>
                <a:lnTo>
                  <a:pt x="907656" y="131152"/>
                </a:lnTo>
                <a:lnTo>
                  <a:pt x="991260" y="0"/>
                </a:lnTo>
                <a:lnTo>
                  <a:pt x="948588" y="0"/>
                </a:lnTo>
                <a:lnTo>
                  <a:pt x="881443" y="108292"/>
                </a:lnTo>
                <a:lnTo>
                  <a:pt x="878890" y="113157"/>
                </a:lnTo>
                <a:lnTo>
                  <a:pt x="872655" y="124587"/>
                </a:lnTo>
                <a:lnTo>
                  <a:pt x="869251" y="131152"/>
                </a:lnTo>
                <a:lnTo>
                  <a:pt x="866203" y="125056"/>
                </a:lnTo>
                <a:lnTo>
                  <a:pt x="857059" y="109816"/>
                </a:lnTo>
                <a:lnTo>
                  <a:pt x="792949" y="0"/>
                </a:lnTo>
                <a:lnTo>
                  <a:pt x="748753" y="0"/>
                </a:lnTo>
                <a:lnTo>
                  <a:pt x="844867" y="155536"/>
                </a:lnTo>
                <a:lnTo>
                  <a:pt x="739609" y="314223"/>
                </a:lnTo>
                <a:lnTo>
                  <a:pt x="785329" y="314223"/>
                </a:lnTo>
                <a:lnTo>
                  <a:pt x="860107" y="193738"/>
                </a:lnTo>
                <a:lnTo>
                  <a:pt x="863155" y="186016"/>
                </a:lnTo>
                <a:lnTo>
                  <a:pt x="866203" y="181444"/>
                </a:lnTo>
                <a:lnTo>
                  <a:pt x="867727" y="176872"/>
                </a:lnTo>
                <a:lnTo>
                  <a:pt x="870775" y="184492"/>
                </a:lnTo>
                <a:lnTo>
                  <a:pt x="872299" y="189166"/>
                </a:lnTo>
                <a:lnTo>
                  <a:pt x="875347" y="193738"/>
                </a:lnTo>
                <a:lnTo>
                  <a:pt x="947064" y="314223"/>
                </a:lnTo>
                <a:lnTo>
                  <a:pt x="992797" y="31422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440334" y="1874710"/>
            <a:ext cx="4616450" cy="436245"/>
            <a:chOff x="3440334" y="1874710"/>
            <a:chExt cx="4616450" cy="436245"/>
          </a:xfrm>
        </p:grpSpPr>
        <p:sp>
          <p:nvSpPr>
            <p:cNvPr id="9" name="object 9" descr=""/>
            <p:cNvSpPr/>
            <p:nvPr/>
          </p:nvSpPr>
          <p:spPr>
            <a:xfrm>
              <a:off x="3440328" y="1874710"/>
              <a:ext cx="4474845" cy="436880"/>
            </a:xfrm>
            <a:custGeom>
              <a:avLst/>
              <a:gdLst/>
              <a:ahLst/>
              <a:cxnLst/>
              <a:rect l="l" t="t" r="r" b="b"/>
              <a:pathLst>
                <a:path w="4474845" h="436880">
                  <a:moveTo>
                    <a:pt x="149440" y="90017"/>
                  </a:moveTo>
                  <a:lnTo>
                    <a:pt x="97624" y="90017"/>
                  </a:lnTo>
                  <a:lnTo>
                    <a:pt x="97624" y="6096"/>
                  </a:lnTo>
                  <a:lnTo>
                    <a:pt x="64008" y="6096"/>
                  </a:lnTo>
                  <a:lnTo>
                    <a:pt x="64008" y="90017"/>
                  </a:lnTo>
                  <a:lnTo>
                    <a:pt x="6096" y="90017"/>
                  </a:lnTo>
                  <a:lnTo>
                    <a:pt x="6096" y="120497"/>
                  </a:lnTo>
                  <a:lnTo>
                    <a:pt x="64008" y="120497"/>
                  </a:lnTo>
                  <a:lnTo>
                    <a:pt x="64008" y="215087"/>
                  </a:lnTo>
                  <a:lnTo>
                    <a:pt x="0" y="233375"/>
                  </a:lnTo>
                  <a:lnTo>
                    <a:pt x="4572" y="270040"/>
                  </a:lnTo>
                  <a:lnTo>
                    <a:pt x="19431" y="264591"/>
                  </a:lnTo>
                  <a:lnTo>
                    <a:pt x="34290" y="259562"/>
                  </a:lnTo>
                  <a:lnTo>
                    <a:pt x="64008" y="250228"/>
                  </a:lnTo>
                  <a:lnTo>
                    <a:pt x="64008" y="372249"/>
                  </a:lnTo>
                  <a:lnTo>
                    <a:pt x="62839" y="381127"/>
                  </a:lnTo>
                  <a:lnTo>
                    <a:pt x="59245" y="387299"/>
                  </a:lnTo>
                  <a:lnTo>
                    <a:pt x="53073" y="390893"/>
                  </a:lnTo>
                  <a:lnTo>
                    <a:pt x="44526" y="392023"/>
                  </a:lnTo>
                  <a:lnTo>
                    <a:pt x="37388" y="392010"/>
                  </a:lnTo>
                  <a:lnTo>
                    <a:pt x="28575" y="391680"/>
                  </a:lnTo>
                  <a:lnTo>
                    <a:pt x="18046" y="390766"/>
                  </a:lnTo>
                  <a:lnTo>
                    <a:pt x="6096" y="389013"/>
                  </a:lnTo>
                  <a:lnTo>
                    <a:pt x="7264" y="399034"/>
                  </a:lnTo>
                  <a:lnTo>
                    <a:pt x="8572" y="408635"/>
                  </a:lnTo>
                  <a:lnTo>
                    <a:pt x="10172" y="417944"/>
                  </a:lnTo>
                  <a:lnTo>
                    <a:pt x="12192" y="427113"/>
                  </a:lnTo>
                  <a:lnTo>
                    <a:pt x="53340" y="427113"/>
                  </a:lnTo>
                  <a:lnTo>
                    <a:pt x="72478" y="424014"/>
                  </a:lnTo>
                  <a:lnTo>
                    <a:pt x="86347" y="414921"/>
                  </a:lnTo>
                  <a:lnTo>
                    <a:pt x="94780" y="400100"/>
                  </a:lnTo>
                  <a:lnTo>
                    <a:pt x="95910" y="392061"/>
                  </a:lnTo>
                  <a:lnTo>
                    <a:pt x="97624" y="379869"/>
                  </a:lnTo>
                  <a:lnTo>
                    <a:pt x="97624" y="250228"/>
                  </a:lnTo>
                  <a:lnTo>
                    <a:pt x="97624" y="237947"/>
                  </a:lnTo>
                  <a:lnTo>
                    <a:pt x="110147" y="234289"/>
                  </a:lnTo>
                  <a:lnTo>
                    <a:pt x="135343" y="226364"/>
                  </a:lnTo>
                  <a:lnTo>
                    <a:pt x="147916" y="222707"/>
                  </a:lnTo>
                  <a:lnTo>
                    <a:pt x="147040" y="215531"/>
                  </a:lnTo>
                  <a:lnTo>
                    <a:pt x="146583" y="207657"/>
                  </a:lnTo>
                  <a:lnTo>
                    <a:pt x="146532" y="204419"/>
                  </a:lnTo>
                  <a:lnTo>
                    <a:pt x="146469" y="201358"/>
                  </a:lnTo>
                  <a:lnTo>
                    <a:pt x="146392" y="189166"/>
                  </a:lnTo>
                  <a:lnTo>
                    <a:pt x="134708" y="192836"/>
                  </a:lnTo>
                  <a:lnTo>
                    <a:pt x="110185" y="200748"/>
                  </a:lnTo>
                  <a:lnTo>
                    <a:pt x="97624" y="204419"/>
                  </a:lnTo>
                  <a:lnTo>
                    <a:pt x="97624" y="120497"/>
                  </a:lnTo>
                  <a:lnTo>
                    <a:pt x="149440" y="120497"/>
                  </a:lnTo>
                  <a:lnTo>
                    <a:pt x="149440" y="90017"/>
                  </a:lnTo>
                  <a:close/>
                </a:path>
                <a:path w="4474845" h="436880">
                  <a:moveTo>
                    <a:pt x="437680" y="399681"/>
                  </a:moveTo>
                  <a:lnTo>
                    <a:pt x="370382" y="374523"/>
                  </a:lnTo>
                  <a:lnTo>
                    <a:pt x="315658" y="340144"/>
                  </a:lnTo>
                  <a:lnTo>
                    <a:pt x="335140" y="318808"/>
                  </a:lnTo>
                  <a:lnTo>
                    <a:pt x="342531" y="310705"/>
                  </a:lnTo>
                  <a:lnTo>
                    <a:pt x="366001" y="277266"/>
                  </a:lnTo>
                  <a:lnTo>
                    <a:pt x="386029" y="239801"/>
                  </a:lnTo>
                  <a:lnTo>
                    <a:pt x="402628" y="198310"/>
                  </a:lnTo>
                  <a:lnTo>
                    <a:pt x="402628" y="172402"/>
                  </a:lnTo>
                  <a:lnTo>
                    <a:pt x="364426" y="172402"/>
                  </a:lnTo>
                  <a:lnTo>
                    <a:pt x="364426" y="201358"/>
                  </a:lnTo>
                  <a:lnTo>
                    <a:pt x="351929" y="234276"/>
                  </a:lnTo>
                  <a:lnTo>
                    <a:pt x="335318" y="264591"/>
                  </a:lnTo>
                  <a:lnTo>
                    <a:pt x="314921" y="292747"/>
                  </a:lnTo>
                  <a:lnTo>
                    <a:pt x="291274" y="318808"/>
                  </a:lnTo>
                  <a:lnTo>
                    <a:pt x="269887" y="293382"/>
                  </a:lnTo>
                  <a:lnTo>
                    <a:pt x="251637" y="265226"/>
                  </a:lnTo>
                  <a:lnTo>
                    <a:pt x="236804" y="234505"/>
                  </a:lnTo>
                  <a:lnTo>
                    <a:pt x="225653" y="201358"/>
                  </a:lnTo>
                  <a:lnTo>
                    <a:pt x="364426" y="201358"/>
                  </a:lnTo>
                  <a:lnTo>
                    <a:pt x="364426" y="172402"/>
                  </a:lnTo>
                  <a:lnTo>
                    <a:pt x="309562" y="172402"/>
                  </a:lnTo>
                  <a:lnTo>
                    <a:pt x="309562" y="105257"/>
                  </a:lnTo>
                  <a:lnTo>
                    <a:pt x="428536" y="105257"/>
                  </a:lnTo>
                  <a:lnTo>
                    <a:pt x="428536" y="73253"/>
                  </a:lnTo>
                  <a:lnTo>
                    <a:pt x="309562" y="73253"/>
                  </a:lnTo>
                  <a:lnTo>
                    <a:pt x="309562" y="3048"/>
                  </a:lnTo>
                  <a:lnTo>
                    <a:pt x="274510" y="3048"/>
                  </a:lnTo>
                  <a:lnTo>
                    <a:pt x="274510" y="73253"/>
                  </a:lnTo>
                  <a:lnTo>
                    <a:pt x="160108" y="73253"/>
                  </a:lnTo>
                  <a:lnTo>
                    <a:pt x="160108" y="105257"/>
                  </a:lnTo>
                  <a:lnTo>
                    <a:pt x="274510" y="105257"/>
                  </a:lnTo>
                  <a:lnTo>
                    <a:pt x="274510" y="172402"/>
                  </a:lnTo>
                  <a:lnTo>
                    <a:pt x="161645" y="172402"/>
                  </a:lnTo>
                  <a:lnTo>
                    <a:pt x="161645" y="201358"/>
                  </a:lnTo>
                  <a:lnTo>
                    <a:pt x="192125" y="201358"/>
                  </a:lnTo>
                  <a:lnTo>
                    <a:pt x="205244" y="241947"/>
                  </a:lnTo>
                  <a:lnTo>
                    <a:pt x="221653" y="278790"/>
                  </a:lnTo>
                  <a:lnTo>
                    <a:pt x="241236" y="311619"/>
                  </a:lnTo>
                  <a:lnTo>
                    <a:pt x="263842" y="340144"/>
                  </a:lnTo>
                  <a:lnTo>
                    <a:pt x="234924" y="359651"/>
                  </a:lnTo>
                  <a:lnTo>
                    <a:pt x="203174" y="376999"/>
                  </a:lnTo>
                  <a:lnTo>
                    <a:pt x="168592" y="392315"/>
                  </a:lnTo>
                  <a:lnTo>
                    <a:pt x="131152" y="405777"/>
                  </a:lnTo>
                  <a:lnTo>
                    <a:pt x="137731" y="414388"/>
                  </a:lnTo>
                  <a:lnTo>
                    <a:pt x="143725" y="422160"/>
                  </a:lnTo>
                  <a:lnTo>
                    <a:pt x="149161" y="429348"/>
                  </a:lnTo>
                  <a:lnTo>
                    <a:pt x="154012" y="436257"/>
                  </a:lnTo>
                  <a:lnTo>
                    <a:pt x="191490" y="420535"/>
                  </a:lnTo>
                  <a:lnTo>
                    <a:pt x="226263" y="403110"/>
                  </a:lnTo>
                  <a:lnTo>
                    <a:pt x="258470" y="383959"/>
                  </a:lnTo>
                  <a:lnTo>
                    <a:pt x="288226" y="363105"/>
                  </a:lnTo>
                  <a:lnTo>
                    <a:pt x="314540" y="383057"/>
                  </a:lnTo>
                  <a:lnTo>
                    <a:pt x="343293" y="401586"/>
                  </a:lnTo>
                  <a:lnTo>
                    <a:pt x="374637" y="418388"/>
                  </a:lnTo>
                  <a:lnTo>
                    <a:pt x="408724" y="433209"/>
                  </a:lnTo>
                  <a:lnTo>
                    <a:pt x="414959" y="425818"/>
                  </a:lnTo>
                  <a:lnTo>
                    <a:pt x="422059" y="417588"/>
                  </a:lnTo>
                  <a:lnTo>
                    <a:pt x="429717" y="408774"/>
                  </a:lnTo>
                  <a:lnTo>
                    <a:pt x="437680" y="399681"/>
                  </a:lnTo>
                  <a:close/>
                </a:path>
                <a:path w="4474845" h="436880">
                  <a:moveTo>
                    <a:pt x="826579" y="65633"/>
                  </a:moveTo>
                  <a:lnTo>
                    <a:pt x="807377" y="49923"/>
                  </a:lnTo>
                  <a:lnTo>
                    <a:pt x="788428" y="34912"/>
                  </a:lnTo>
                  <a:lnTo>
                    <a:pt x="769493" y="20764"/>
                  </a:lnTo>
                  <a:lnTo>
                    <a:pt x="750277" y="7620"/>
                  </a:lnTo>
                  <a:lnTo>
                    <a:pt x="728941" y="32004"/>
                  </a:lnTo>
                  <a:lnTo>
                    <a:pt x="747242" y="46062"/>
                  </a:lnTo>
                  <a:lnTo>
                    <a:pt x="765530" y="60667"/>
                  </a:lnTo>
                  <a:lnTo>
                    <a:pt x="783856" y="75819"/>
                  </a:lnTo>
                  <a:lnTo>
                    <a:pt x="802195" y="91541"/>
                  </a:lnTo>
                  <a:lnTo>
                    <a:pt x="826579" y="65633"/>
                  </a:lnTo>
                  <a:close/>
                </a:path>
                <a:path w="4474845" h="436880">
                  <a:moveTo>
                    <a:pt x="887539" y="346240"/>
                  </a:moveTo>
                  <a:lnTo>
                    <a:pt x="851217" y="322732"/>
                  </a:lnTo>
                  <a:lnTo>
                    <a:pt x="816952" y="294843"/>
                  </a:lnTo>
                  <a:lnTo>
                    <a:pt x="784809" y="262547"/>
                  </a:lnTo>
                  <a:lnTo>
                    <a:pt x="754824" y="225806"/>
                  </a:lnTo>
                  <a:lnTo>
                    <a:pt x="727036" y="184556"/>
                  </a:lnTo>
                  <a:lnTo>
                    <a:pt x="714311" y="161734"/>
                  </a:lnTo>
                  <a:lnTo>
                    <a:pt x="701509" y="138785"/>
                  </a:lnTo>
                  <a:lnTo>
                    <a:pt x="876871" y="138785"/>
                  </a:lnTo>
                  <a:lnTo>
                    <a:pt x="876871" y="106781"/>
                  </a:lnTo>
                  <a:lnTo>
                    <a:pt x="684745" y="106781"/>
                  </a:lnTo>
                  <a:lnTo>
                    <a:pt x="684745" y="1524"/>
                  </a:lnTo>
                  <a:lnTo>
                    <a:pt x="649693" y="1524"/>
                  </a:lnTo>
                  <a:lnTo>
                    <a:pt x="649693" y="106781"/>
                  </a:lnTo>
                  <a:lnTo>
                    <a:pt x="460527" y="106781"/>
                  </a:lnTo>
                  <a:lnTo>
                    <a:pt x="460527" y="138785"/>
                  </a:lnTo>
                  <a:lnTo>
                    <a:pt x="632841" y="138785"/>
                  </a:lnTo>
                  <a:lnTo>
                    <a:pt x="608584" y="180886"/>
                  </a:lnTo>
                  <a:lnTo>
                    <a:pt x="581533" y="220332"/>
                  </a:lnTo>
                  <a:lnTo>
                    <a:pt x="551675" y="257225"/>
                  </a:lnTo>
                  <a:lnTo>
                    <a:pt x="519023" y="291719"/>
                  </a:lnTo>
                  <a:lnTo>
                    <a:pt x="483565" y="323913"/>
                  </a:lnTo>
                  <a:lnTo>
                    <a:pt x="445287" y="353961"/>
                  </a:lnTo>
                  <a:lnTo>
                    <a:pt x="452983" y="362813"/>
                  </a:lnTo>
                  <a:lnTo>
                    <a:pt x="459955" y="371106"/>
                  </a:lnTo>
                  <a:lnTo>
                    <a:pt x="466077" y="378815"/>
                  </a:lnTo>
                  <a:lnTo>
                    <a:pt x="471195" y="385965"/>
                  </a:lnTo>
                  <a:lnTo>
                    <a:pt x="509206" y="353656"/>
                  </a:lnTo>
                  <a:lnTo>
                    <a:pt x="543915" y="319316"/>
                  </a:lnTo>
                  <a:lnTo>
                    <a:pt x="575310" y="282956"/>
                  </a:lnTo>
                  <a:lnTo>
                    <a:pt x="603402" y="244576"/>
                  </a:lnTo>
                  <a:lnTo>
                    <a:pt x="628192" y="204165"/>
                  </a:lnTo>
                  <a:lnTo>
                    <a:pt x="649693" y="161734"/>
                  </a:lnTo>
                  <a:lnTo>
                    <a:pt x="649693" y="433209"/>
                  </a:lnTo>
                  <a:lnTo>
                    <a:pt x="684745" y="433209"/>
                  </a:lnTo>
                  <a:lnTo>
                    <a:pt x="684745" y="161734"/>
                  </a:lnTo>
                  <a:lnTo>
                    <a:pt x="707999" y="207251"/>
                  </a:lnTo>
                  <a:lnTo>
                    <a:pt x="733577" y="249186"/>
                  </a:lnTo>
                  <a:lnTo>
                    <a:pt x="761530" y="287566"/>
                  </a:lnTo>
                  <a:lnTo>
                    <a:pt x="791908" y="322389"/>
                  </a:lnTo>
                  <a:lnTo>
                    <a:pt x="824750" y="353656"/>
                  </a:lnTo>
                  <a:lnTo>
                    <a:pt x="860107" y="381393"/>
                  </a:lnTo>
                  <a:lnTo>
                    <a:pt x="866317" y="372478"/>
                  </a:lnTo>
                  <a:lnTo>
                    <a:pt x="873252" y="363855"/>
                  </a:lnTo>
                  <a:lnTo>
                    <a:pt x="880465" y="355206"/>
                  </a:lnTo>
                  <a:lnTo>
                    <a:pt x="887539" y="346240"/>
                  </a:lnTo>
                  <a:close/>
                </a:path>
                <a:path w="4474845" h="436880">
                  <a:moveTo>
                    <a:pt x="1085850" y="74777"/>
                  </a:moveTo>
                  <a:lnTo>
                    <a:pt x="1050709" y="74777"/>
                  </a:lnTo>
                  <a:lnTo>
                    <a:pt x="1050709" y="106781"/>
                  </a:lnTo>
                  <a:lnTo>
                    <a:pt x="1050709" y="213563"/>
                  </a:lnTo>
                  <a:lnTo>
                    <a:pt x="1050709" y="245567"/>
                  </a:lnTo>
                  <a:lnTo>
                    <a:pt x="1050709" y="355485"/>
                  </a:lnTo>
                  <a:lnTo>
                    <a:pt x="951649" y="355485"/>
                  </a:lnTo>
                  <a:lnTo>
                    <a:pt x="951649" y="245567"/>
                  </a:lnTo>
                  <a:lnTo>
                    <a:pt x="1050709" y="245567"/>
                  </a:lnTo>
                  <a:lnTo>
                    <a:pt x="1050709" y="213563"/>
                  </a:lnTo>
                  <a:lnTo>
                    <a:pt x="951649" y="213563"/>
                  </a:lnTo>
                  <a:lnTo>
                    <a:pt x="951649" y="106781"/>
                  </a:lnTo>
                  <a:lnTo>
                    <a:pt x="1050709" y="106781"/>
                  </a:lnTo>
                  <a:lnTo>
                    <a:pt x="1050709" y="74777"/>
                  </a:lnTo>
                  <a:lnTo>
                    <a:pt x="997369" y="74777"/>
                  </a:lnTo>
                  <a:lnTo>
                    <a:pt x="1004227" y="59639"/>
                  </a:lnTo>
                  <a:lnTo>
                    <a:pt x="1011085" y="44056"/>
                  </a:lnTo>
                  <a:lnTo>
                    <a:pt x="1017943" y="28194"/>
                  </a:lnTo>
                  <a:lnTo>
                    <a:pt x="1024801" y="12192"/>
                  </a:lnTo>
                  <a:lnTo>
                    <a:pt x="988225" y="1524"/>
                  </a:lnTo>
                  <a:lnTo>
                    <a:pt x="982218" y="18122"/>
                  </a:lnTo>
                  <a:lnTo>
                    <a:pt x="975652" y="35864"/>
                  </a:lnTo>
                  <a:lnTo>
                    <a:pt x="968502" y="54762"/>
                  </a:lnTo>
                  <a:lnTo>
                    <a:pt x="960793" y="74777"/>
                  </a:lnTo>
                  <a:lnTo>
                    <a:pt x="916495" y="74777"/>
                  </a:lnTo>
                  <a:lnTo>
                    <a:pt x="916495" y="425589"/>
                  </a:lnTo>
                  <a:lnTo>
                    <a:pt x="951649" y="425589"/>
                  </a:lnTo>
                  <a:lnTo>
                    <a:pt x="951649" y="389013"/>
                  </a:lnTo>
                  <a:lnTo>
                    <a:pt x="1050709" y="389013"/>
                  </a:lnTo>
                  <a:lnTo>
                    <a:pt x="1050709" y="422541"/>
                  </a:lnTo>
                  <a:lnTo>
                    <a:pt x="1085850" y="422541"/>
                  </a:lnTo>
                  <a:lnTo>
                    <a:pt x="1085850" y="389013"/>
                  </a:lnTo>
                  <a:lnTo>
                    <a:pt x="1085850" y="355485"/>
                  </a:lnTo>
                  <a:lnTo>
                    <a:pt x="1085850" y="245567"/>
                  </a:lnTo>
                  <a:lnTo>
                    <a:pt x="1085850" y="213563"/>
                  </a:lnTo>
                  <a:lnTo>
                    <a:pt x="1085850" y="106781"/>
                  </a:lnTo>
                  <a:lnTo>
                    <a:pt x="1085850" y="74777"/>
                  </a:lnTo>
                  <a:close/>
                </a:path>
                <a:path w="4474845" h="436880">
                  <a:moveTo>
                    <a:pt x="1235303" y="273088"/>
                  </a:moveTo>
                  <a:lnTo>
                    <a:pt x="1219276" y="251345"/>
                  </a:lnTo>
                  <a:lnTo>
                    <a:pt x="1200962" y="227469"/>
                  </a:lnTo>
                  <a:lnTo>
                    <a:pt x="1180350" y="201625"/>
                  </a:lnTo>
                  <a:lnTo>
                    <a:pt x="1157478" y="173939"/>
                  </a:lnTo>
                  <a:lnTo>
                    <a:pt x="1130046" y="193751"/>
                  </a:lnTo>
                  <a:lnTo>
                    <a:pt x="1150023" y="219786"/>
                  </a:lnTo>
                  <a:lnTo>
                    <a:pt x="1168717" y="245414"/>
                  </a:lnTo>
                  <a:lnTo>
                    <a:pt x="1185976" y="270764"/>
                  </a:lnTo>
                  <a:lnTo>
                    <a:pt x="1201674" y="295948"/>
                  </a:lnTo>
                  <a:lnTo>
                    <a:pt x="1235303" y="273088"/>
                  </a:lnTo>
                  <a:close/>
                </a:path>
                <a:path w="4474845" h="436880">
                  <a:moveTo>
                    <a:pt x="1316075" y="73253"/>
                  </a:moveTo>
                  <a:lnTo>
                    <a:pt x="1175766" y="73253"/>
                  </a:lnTo>
                  <a:lnTo>
                    <a:pt x="1181481" y="58115"/>
                  </a:lnTo>
                  <a:lnTo>
                    <a:pt x="1187196" y="42532"/>
                  </a:lnTo>
                  <a:lnTo>
                    <a:pt x="1192911" y="26670"/>
                  </a:lnTo>
                  <a:lnTo>
                    <a:pt x="1198626" y="10668"/>
                  </a:lnTo>
                  <a:lnTo>
                    <a:pt x="1162050" y="1524"/>
                  </a:lnTo>
                  <a:lnTo>
                    <a:pt x="1146594" y="47828"/>
                  </a:lnTo>
                  <a:lnTo>
                    <a:pt x="1129855" y="90398"/>
                  </a:lnTo>
                  <a:lnTo>
                    <a:pt x="1111681" y="128968"/>
                  </a:lnTo>
                  <a:lnTo>
                    <a:pt x="1091946" y="163271"/>
                  </a:lnTo>
                  <a:lnTo>
                    <a:pt x="1100785" y="167817"/>
                  </a:lnTo>
                  <a:lnTo>
                    <a:pt x="1108900" y="172224"/>
                  </a:lnTo>
                  <a:lnTo>
                    <a:pt x="1116164" y="176339"/>
                  </a:lnTo>
                  <a:lnTo>
                    <a:pt x="1122426" y="180035"/>
                  </a:lnTo>
                  <a:lnTo>
                    <a:pt x="1132471" y="163410"/>
                  </a:lnTo>
                  <a:lnTo>
                    <a:pt x="1142238" y="145503"/>
                  </a:lnTo>
                  <a:lnTo>
                    <a:pt x="1152004" y="126161"/>
                  </a:lnTo>
                  <a:lnTo>
                    <a:pt x="1162050" y="105257"/>
                  </a:lnTo>
                  <a:lnTo>
                    <a:pt x="1279499" y="105257"/>
                  </a:lnTo>
                  <a:lnTo>
                    <a:pt x="1278343" y="173939"/>
                  </a:lnTo>
                  <a:lnTo>
                    <a:pt x="1277061" y="227469"/>
                  </a:lnTo>
                  <a:lnTo>
                    <a:pt x="1275435" y="277126"/>
                  </a:lnTo>
                  <a:lnTo>
                    <a:pt x="1273695" y="316852"/>
                  </a:lnTo>
                  <a:lnTo>
                    <a:pt x="1268209" y="365823"/>
                  </a:lnTo>
                  <a:lnTo>
                    <a:pt x="1229207" y="389013"/>
                  </a:lnTo>
                  <a:lnTo>
                    <a:pt x="1210564" y="388696"/>
                  </a:lnTo>
                  <a:lnTo>
                    <a:pt x="1191056" y="387680"/>
                  </a:lnTo>
                  <a:lnTo>
                    <a:pt x="1170393" y="385787"/>
                  </a:lnTo>
                  <a:lnTo>
                    <a:pt x="1148334" y="382917"/>
                  </a:lnTo>
                  <a:lnTo>
                    <a:pt x="1149718" y="392099"/>
                  </a:lnTo>
                  <a:lnTo>
                    <a:pt x="1151382" y="401586"/>
                  </a:lnTo>
                  <a:lnTo>
                    <a:pt x="1153045" y="411632"/>
                  </a:lnTo>
                  <a:lnTo>
                    <a:pt x="1154430" y="422541"/>
                  </a:lnTo>
                  <a:lnTo>
                    <a:pt x="1195438" y="424637"/>
                  </a:lnTo>
                  <a:lnTo>
                    <a:pt x="1215593" y="425323"/>
                  </a:lnTo>
                  <a:lnTo>
                    <a:pt x="1235303" y="425589"/>
                  </a:lnTo>
                  <a:lnTo>
                    <a:pt x="1266228" y="421297"/>
                  </a:lnTo>
                  <a:lnTo>
                    <a:pt x="1301076" y="389013"/>
                  </a:lnTo>
                  <a:lnTo>
                    <a:pt x="1309331" y="332574"/>
                  </a:lnTo>
                  <a:lnTo>
                    <a:pt x="1311694" y="256273"/>
                  </a:lnTo>
                  <a:lnTo>
                    <a:pt x="1313078" y="204419"/>
                  </a:lnTo>
                  <a:lnTo>
                    <a:pt x="1314500" y="145503"/>
                  </a:lnTo>
                  <a:lnTo>
                    <a:pt x="1315377" y="105257"/>
                  </a:lnTo>
                  <a:lnTo>
                    <a:pt x="1316075" y="73253"/>
                  </a:lnTo>
                  <a:close/>
                </a:path>
                <a:path w="4474845" h="436880">
                  <a:moveTo>
                    <a:pt x="1782800" y="326428"/>
                  </a:moveTo>
                  <a:lnTo>
                    <a:pt x="1748713" y="312191"/>
                  </a:lnTo>
                  <a:lnTo>
                    <a:pt x="1746910" y="311188"/>
                  </a:lnTo>
                  <a:lnTo>
                    <a:pt x="1741411" y="308140"/>
                  </a:lnTo>
                  <a:lnTo>
                    <a:pt x="1717370" y="294805"/>
                  </a:lnTo>
                  <a:lnTo>
                    <a:pt x="1688617" y="274561"/>
                  </a:lnTo>
                  <a:lnTo>
                    <a:pt x="1680591" y="267614"/>
                  </a:lnTo>
                  <a:lnTo>
                    <a:pt x="1680591" y="308140"/>
                  </a:lnTo>
                  <a:lnTo>
                    <a:pt x="1581429" y="308140"/>
                  </a:lnTo>
                  <a:lnTo>
                    <a:pt x="1581429" y="265468"/>
                  </a:lnTo>
                  <a:lnTo>
                    <a:pt x="1547901" y="265468"/>
                  </a:lnTo>
                  <a:lnTo>
                    <a:pt x="1547901" y="308140"/>
                  </a:lnTo>
                  <a:lnTo>
                    <a:pt x="1445704" y="308140"/>
                  </a:lnTo>
                  <a:lnTo>
                    <a:pt x="1460550" y="295262"/>
                  </a:lnTo>
                  <a:lnTo>
                    <a:pt x="1475282" y="281660"/>
                  </a:lnTo>
                  <a:lnTo>
                    <a:pt x="1489722" y="267208"/>
                  </a:lnTo>
                  <a:lnTo>
                    <a:pt x="1503705" y="251752"/>
                  </a:lnTo>
                  <a:lnTo>
                    <a:pt x="1624203" y="251752"/>
                  </a:lnTo>
                  <a:lnTo>
                    <a:pt x="1637296" y="267208"/>
                  </a:lnTo>
                  <a:lnTo>
                    <a:pt x="1651254" y="281660"/>
                  </a:lnTo>
                  <a:lnTo>
                    <a:pt x="1665782" y="295262"/>
                  </a:lnTo>
                  <a:lnTo>
                    <a:pt x="1680591" y="308140"/>
                  </a:lnTo>
                  <a:lnTo>
                    <a:pt x="1680591" y="267614"/>
                  </a:lnTo>
                  <a:lnTo>
                    <a:pt x="1662303" y="251752"/>
                  </a:lnTo>
                  <a:lnTo>
                    <a:pt x="1778215" y="251752"/>
                  </a:lnTo>
                  <a:lnTo>
                    <a:pt x="1778215" y="222694"/>
                  </a:lnTo>
                  <a:lnTo>
                    <a:pt x="1692783" y="222694"/>
                  </a:lnTo>
                  <a:lnTo>
                    <a:pt x="1692783" y="192214"/>
                  </a:lnTo>
                  <a:lnTo>
                    <a:pt x="1692783" y="164782"/>
                  </a:lnTo>
                  <a:lnTo>
                    <a:pt x="1692783" y="134213"/>
                  </a:lnTo>
                  <a:lnTo>
                    <a:pt x="1692783" y="106781"/>
                  </a:lnTo>
                  <a:lnTo>
                    <a:pt x="1692783" y="76301"/>
                  </a:lnTo>
                  <a:lnTo>
                    <a:pt x="1766023" y="76301"/>
                  </a:lnTo>
                  <a:lnTo>
                    <a:pt x="1766023" y="47345"/>
                  </a:lnTo>
                  <a:lnTo>
                    <a:pt x="1692783" y="47345"/>
                  </a:lnTo>
                  <a:lnTo>
                    <a:pt x="1692783" y="0"/>
                  </a:lnTo>
                  <a:lnTo>
                    <a:pt x="1659255" y="0"/>
                  </a:lnTo>
                  <a:lnTo>
                    <a:pt x="1659255" y="47345"/>
                  </a:lnTo>
                  <a:lnTo>
                    <a:pt x="1659255" y="76301"/>
                  </a:lnTo>
                  <a:lnTo>
                    <a:pt x="1659255" y="222694"/>
                  </a:lnTo>
                  <a:lnTo>
                    <a:pt x="1471612" y="222694"/>
                  </a:lnTo>
                  <a:lnTo>
                    <a:pt x="1471612" y="192214"/>
                  </a:lnTo>
                  <a:lnTo>
                    <a:pt x="1659255" y="192214"/>
                  </a:lnTo>
                  <a:lnTo>
                    <a:pt x="1659255" y="164782"/>
                  </a:lnTo>
                  <a:lnTo>
                    <a:pt x="1471612" y="164782"/>
                  </a:lnTo>
                  <a:lnTo>
                    <a:pt x="1471612" y="134213"/>
                  </a:lnTo>
                  <a:lnTo>
                    <a:pt x="1659255" y="134213"/>
                  </a:lnTo>
                  <a:lnTo>
                    <a:pt x="1659255" y="106781"/>
                  </a:lnTo>
                  <a:lnTo>
                    <a:pt x="1471612" y="106781"/>
                  </a:lnTo>
                  <a:lnTo>
                    <a:pt x="1471612" y="76301"/>
                  </a:lnTo>
                  <a:lnTo>
                    <a:pt x="1659255" y="76301"/>
                  </a:lnTo>
                  <a:lnTo>
                    <a:pt x="1659255" y="47345"/>
                  </a:lnTo>
                  <a:lnTo>
                    <a:pt x="1471612" y="47345"/>
                  </a:lnTo>
                  <a:lnTo>
                    <a:pt x="1471612" y="0"/>
                  </a:lnTo>
                  <a:lnTo>
                    <a:pt x="1438084" y="0"/>
                  </a:lnTo>
                  <a:lnTo>
                    <a:pt x="1438084" y="47345"/>
                  </a:lnTo>
                  <a:lnTo>
                    <a:pt x="1364932" y="47345"/>
                  </a:lnTo>
                  <a:lnTo>
                    <a:pt x="1364932" y="76301"/>
                  </a:lnTo>
                  <a:lnTo>
                    <a:pt x="1438084" y="76301"/>
                  </a:lnTo>
                  <a:lnTo>
                    <a:pt x="1438084" y="222694"/>
                  </a:lnTo>
                  <a:lnTo>
                    <a:pt x="1351216" y="222694"/>
                  </a:lnTo>
                  <a:lnTo>
                    <a:pt x="1351216" y="251752"/>
                  </a:lnTo>
                  <a:lnTo>
                    <a:pt x="1463992" y="251752"/>
                  </a:lnTo>
                  <a:lnTo>
                    <a:pt x="1437728" y="275780"/>
                  </a:lnTo>
                  <a:lnTo>
                    <a:pt x="1409319" y="297662"/>
                  </a:lnTo>
                  <a:lnTo>
                    <a:pt x="1378915" y="317550"/>
                  </a:lnTo>
                  <a:lnTo>
                    <a:pt x="1346644" y="335572"/>
                  </a:lnTo>
                  <a:lnTo>
                    <a:pt x="1353210" y="342442"/>
                  </a:lnTo>
                  <a:lnTo>
                    <a:pt x="1359217" y="349338"/>
                  </a:lnTo>
                  <a:lnTo>
                    <a:pt x="1364640" y="356222"/>
                  </a:lnTo>
                  <a:lnTo>
                    <a:pt x="1369504" y="363105"/>
                  </a:lnTo>
                  <a:lnTo>
                    <a:pt x="1388440" y="351307"/>
                  </a:lnTo>
                  <a:lnTo>
                    <a:pt x="1406652" y="338823"/>
                  </a:lnTo>
                  <a:lnTo>
                    <a:pt x="1424584" y="325501"/>
                  </a:lnTo>
                  <a:lnTo>
                    <a:pt x="1442656" y="311188"/>
                  </a:lnTo>
                  <a:lnTo>
                    <a:pt x="1442656" y="335572"/>
                  </a:lnTo>
                  <a:lnTo>
                    <a:pt x="1547901" y="335572"/>
                  </a:lnTo>
                  <a:lnTo>
                    <a:pt x="1547901" y="381393"/>
                  </a:lnTo>
                  <a:lnTo>
                    <a:pt x="1377124" y="381393"/>
                  </a:lnTo>
                  <a:lnTo>
                    <a:pt x="1377124" y="410349"/>
                  </a:lnTo>
                  <a:lnTo>
                    <a:pt x="1752219" y="410349"/>
                  </a:lnTo>
                  <a:lnTo>
                    <a:pt x="1752219" y="381393"/>
                  </a:lnTo>
                  <a:lnTo>
                    <a:pt x="1581429" y="381393"/>
                  </a:lnTo>
                  <a:lnTo>
                    <a:pt x="1581429" y="335572"/>
                  </a:lnTo>
                  <a:lnTo>
                    <a:pt x="1685163" y="335572"/>
                  </a:lnTo>
                  <a:lnTo>
                    <a:pt x="1685163" y="311188"/>
                  </a:lnTo>
                  <a:lnTo>
                    <a:pt x="1702612" y="324332"/>
                  </a:lnTo>
                  <a:lnTo>
                    <a:pt x="1720799" y="336346"/>
                  </a:lnTo>
                  <a:lnTo>
                    <a:pt x="1739849" y="347230"/>
                  </a:lnTo>
                  <a:lnTo>
                    <a:pt x="1759927" y="357009"/>
                  </a:lnTo>
                  <a:lnTo>
                    <a:pt x="1764792" y="349834"/>
                  </a:lnTo>
                  <a:lnTo>
                    <a:pt x="1770214" y="342252"/>
                  </a:lnTo>
                  <a:lnTo>
                    <a:pt x="1776222" y="334403"/>
                  </a:lnTo>
                  <a:lnTo>
                    <a:pt x="1782800" y="326428"/>
                  </a:lnTo>
                  <a:close/>
                </a:path>
                <a:path w="4474845" h="436880">
                  <a:moveTo>
                    <a:pt x="2229612" y="318808"/>
                  </a:moveTo>
                  <a:lnTo>
                    <a:pt x="2191982" y="291490"/>
                  </a:lnTo>
                  <a:lnTo>
                    <a:pt x="2156955" y="261315"/>
                  </a:lnTo>
                  <a:lnTo>
                    <a:pt x="2124557" y="228257"/>
                  </a:lnTo>
                  <a:lnTo>
                    <a:pt x="2094839" y="192278"/>
                  </a:lnTo>
                  <a:lnTo>
                    <a:pt x="2067839" y="153314"/>
                  </a:lnTo>
                  <a:lnTo>
                    <a:pt x="2043595" y="111353"/>
                  </a:lnTo>
                  <a:lnTo>
                    <a:pt x="2220468" y="111353"/>
                  </a:lnTo>
                  <a:lnTo>
                    <a:pt x="2220468" y="79349"/>
                  </a:lnTo>
                  <a:lnTo>
                    <a:pt x="2029777" y="79349"/>
                  </a:lnTo>
                  <a:lnTo>
                    <a:pt x="2029777" y="0"/>
                  </a:lnTo>
                  <a:lnTo>
                    <a:pt x="1996249" y="0"/>
                  </a:lnTo>
                  <a:lnTo>
                    <a:pt x="1996249" y="79349"/>
                  </a:lnTo>
                  <a:lnTo>
                    <a:pt x="1805660" y="79349"/>
                  </a:lnTo>
                  <a:lnTo>
                    <a:pt x="1805660" y="111353"/>
                  </a:lnTo>
                  <a:lnTo>
                    <a:pt x="1982533" y="111353"/>
                  </a:lnTo>
                  <a:lnTo>
                    <a:pt x="1960181" y="149123"/>
                  </a:lnTo>
                  <a:lnTo>
                    <a:pt x="1934311" y="186182"/>
                  </a:lnTo>
                  <a:lnTo>
                    <a:pt x="1904949" y="222542"/>
                  </a:lnTo>
                  <a:lnTo>
                    <a:pt x="1872170" y="258267"/>
                  </a:lnTo>
                  <a:lnTo>
                    <a:pt x="1836013" y="293395"/>
                  </a:lnTo>
                  <a:lnTo>
                    <a:pt x="1796516" y="327952"/>
                  </a:lnTo>
                  <a:lnTo>
                    <a:pt x="1802536" y="333070"/>
                  </a:lnTo>
                  <a:lnTo>
                    <a:pt x="1869008" y="312381"/>
                  </a:lnTo>
                  <a:lnTo>
                    <a:pt x="1908009" y="270078"/>
                  </a:lnTo>
                  <a:lnTo>
                    <a:pt x="1942299" y="227050"/>
                  </a:lnTo>
                  <a:lnTo>
                    <a:pt x="1971763" y="183286"/>
                  </a:lnTo>
                  <a:lnTo>
                    <a:pt x="1996249" y="138785"/>
                  </a:lnTo>
                  <a:lnTo>
                    <a:pt x="1996249" y="312712"/>
                  </a:lnTo>
                  <a:lnTo>
                    <a:pt x="1892528" y="312712"/>
                  </a:lnTo>
                  <a:lnTo>
                    <a:pt x="1892528" y="343192"/>
                  </a:lnTo>
                  <a:lnTo>
                    <a:pt x="1996249" y="343192"/>
                  </a:lnTo>
                  <a:lnTo>
                    <a:pt x="1996249" y="433197"/>
                  </a:lnTo>
                  <a:lnTo>
                    <a:pt x="2029777" y="433197"/>
                  </a:lnTo>
                  <a:lnTo>
                    <a:pt x="2029777" y="343192"/>
                  </a:lnTo>
                  <a:lnTo>
                    <a:pt x="2130463" y="343192"/>
                  </a:lnTo>
                  <a:lnTo>
                    <a:pt x="2130463" y="312712"/>
                  </a:lnTo>
                  <a:lnTo>
                    <a:pt x="2029777" y="312712"/>
                  </a:lnTo>
                  <a:lnTo>
                    <a:pt x="2029777" y="138785"/>
                  </a:lnTo>
                  <a:lnTo>
                    <a:pt x="2057069" y="188214"/>
                  </a:lnTo>
                  <a:lnTo>
                    <a:pt x="2087651" y="233997"/>
                  </a:lnTo>
                  <a:lnTo>
                    <a:pt x="2121509" y="276098"/>
                  </a:lnTo>
                  <a:lnTo>
                    <a:pt x="2158669" y="314528"/>
                  </a:lnTo>
                  <a:lnTo>
                    <a:pt x="2199132" y="349288"/>
                  </a:lnTo>
                  <a:lnTo>
                    <a:pt x="2207971" y="339813"/>
                  </a:lnTo>
                  <a:lnTo>
                    <a:pt x="2216086" y="331762"/>
                  </a:lnTo>
                  <a:lnTo>
                    <a:pt x="2229612" y="318808"/>
                  </a:lnTo>
                  <a:close/>
                </a:path>
                <a:path w="4474845" h="436880">
                  <a:moveTo>
                    <a:pt x="2379053" y="212026"/>
                  </a:moveTo>
                  <a:lnTo>
                    <a:pt x="2353335" y="181381"/>
                  </a:lnTo>
                  <a:lnTo>
                    <a:pt x="2342477" y="169354"/>
                  </a:lnTo>
                  <a:lnTo>
                    <a:pt x="2330285" y="180022"/>
                  </a:lnTo>
                  <a:lnTo>
                    <a:pt x="2330285" y="120497"/>
                  </a:lnTo>
                  <a:lnTo>
                    <a:pt x="2371433" y="120497"/>
                  </a:lnTo>
                  <a:lnTo>
                    <a:pt x="2371433" y="94589"/>
                  </a:lnTo>
                  <a:lnTo>
                    <a:pt x="2330285" y="94589"/>
                  </a:lnTo>
                  <a:lnTo>
                    <a:pt x="2330285" y="1524"/>
                  </a:lnTo>
                  <a:lnTo>
                    <a:pt x="2301240" y="1524"/>
                  </a:lnTo>
                  <a:lnTo>
                    <a:pt x="2301240" y="94589"/>
                  </a:lnTo>
                  <a:lnTo>
                    <a:pt x="2249424" y="94589"/>
                  </a:lnTo>
                  <a:lnTo>
                    <a:pt x="2249424" y="120497"/>
                  </a:lnTo>
                  <a:lnTo>
                    <a:pt x="2298192" y="120497"/>
                  </a:lnTo>
                  <a:lnTo>
                    <a:pt x="2287041" y="163728"/>
                  </a:lnTo>
                  <a:lnTo>
                    <a:pt x="2274189" y="204216"/>
                  </a:lnTo>
                  <a:lnTo>
                    <a:pt x="2259609" y="242150"/>
                  </a:lnTo>
                  <a:lnTo>
                    <a:pt x="2243328" y="277660"/>
                  </a:lnTo>
                  <a:lnTo>
                    <a:pt x="2249995" y="297281"/>
                  </a:lnTo>
                  <a:lnTo>
                    <a:pt x="2252967" y="306590"/>
                  </a:lnTo>
                  <a:lnTo>
                    <a:pt x="2255520" y="315760"/>
                  </a:lnTo>
                  <a:lnTo>
                    <a:pt x="2267801" y="289509"/>
                  </a:lnTo>
                  <a:lnTo>
                    <a:pt x="2279523" y="258940"/>
                  </a:lnTo>
                  <a:lnTo>
                    <a:pt x="2290661" y="224383"/>
                  </a:lnTo>
                  <a:lnTo>
                    <a:pt x="2301240" y="186118"/>
                  </a:lnTo>
                  <a:lnTo>
                    <a:pt x="2301240" y="431685"/>
                  </a:lnTo>
                  <a:lnTo>
                    <a:pt x="2330285" y="431685"/>
                  </a:lnTo>
                  <a:lnTo>
                    <a:pt x="2330285" y="193738"/>
                  </a:lnTo>
                  <a:lnTo>
                    <a:pt x="2338032" y="202031"/>
                  </a:lnTo>
                  <a:lnTo>
                    <a:pt x="2345334" y="210883"/>
                  </a:lnTo>
                  <a:lnTo>
                    <a:pt x="2352370" y="220319"/>
                  </a:lnTo>
                  <a:lnTo>
                    <a:pt x="2359241" y="230314"/>
                  </a:lnTo>
                  <a:lnTo>
                    <a:pt x="2379053" y="212026"/>
                  </a:lnTo>
                  <a:close/>
                </a:path>
                <a:path w="4474845" h="436880">
                  <a:moveTo>
                    <a:pt x="2508694" y="341668"/>
                  </a:moveTo>
                  <a:lnTo>
                    <a:pt x="2485644" y="298996"/>
                  </a:lnTo>
                  <a:lnTo>
                    <a:pt x="2466022" y="265468"/>
                  </a:lnTo>
                  <a:lnTo>
                    <a:pt x="2441549" y="279184"/>
                  </a:lnTo>
                  <a:lnTo>
                    <a:pt x="2445245" y="286092"/>
                  </a:lnTo>
                  <a:lnTo>
                    <a:pt x="2449398" y="293281"/>
                  </a:lnTo>
                  <a:lnTo>
                    <a:pt x="2453843" y="301040"/>
                  </a:lnTo>
                  <a:lnTo>
                    <a:pt x="2421877" y="333883"/>
                  </a:lnTo>
                  <a:lnTo>
                    <a:pt x="2411057" y="340144"/>
                  </a:lnTo>
                  <a:lnTo>
                    <a:pt x="2411057" y="233362"/>
                  </a:lnTo>
                  <a:lnTo>
                    <a:pt x="2462974" y="233362"/>
                  </a:lnTo>
                  <a:lnTo>
                    <a:pt x="2462974" y="248602"/>
                  </a:lnTo>
                  <a:lnTo>
                    <a:pt x="2490406" y="248602"/>
                  </a:lnTo>
                  <a:lnTo>
                    <a:pt x="2490406" y="25908"/>
                  </a:lnTo>
                  <a:lnTo>
                    <a:pt x="2462974" y="25908"/>
                  </a:lnTo>
                  <a:lnTo>
                    <a:pt x="2462974" y="53441"/>
                  </a:lnTo>
                  <a:lnTo>
                    <a:pt x="2462974" y="115925"/>
                  </a:lnTo>
                  <a:lnTo>
                    <a:pt x="2462974" y="143357"/>
                  </a:lnTo>
                  <a:lnTo>
                    <a:pt x="2462974" y="205930"/>
                  </a:lnTo>
                  <a:lnTo>
                    <a:pt x="2411057" y="205930"/>
                  </a:lnTo>
                  <a:lnTo>
                    <a:pt x="2411057" y="143357"/>
                  </a:lnTo>
                  <a:lnTo>
                    <a:pt x="2462974" y="143357"/>
                  </a:lnTo>
                  <a:lnTo>
                    <a:pt x="2462974" y="115925"/>
                  </a:lnTo>
                  <a:lnTo>
                    <a:pt x="2411057" y="115925"/>
                  </a:lnTo>
                  <a:lnTo>
                    <a:pt x="2411057" y="53441"/>
                  </a:lnTo>
                  <a:lnTo>
                    <a:pt x="2462974" y="53441"/>
                  </a:lnTo>
                  <a:lnTo>
                    <a:pt x="2462974" y="25908"/>
                  </a:lnTo>
                  <a:lnTo>
                    <a:pt x="2382101" y="25908"/>
                  </a:lnTo>
                  <a:lnTo>
                    <a:pt x="2382101" y="327952"/>
                  </a:lnTo>
                  <a:lnTo>
                    <a:pt x="2381250" y="339940"/>
                  </a:lnTo>
                  <a:lnTo>
                    <a:pt x="2378672" y="350672"/>
                  </a:lnTo>
                  <a:lnTo>
                    <a:pt x="2374392" y="359968"/>
                  </a:lnTo>
                  <a:lnTo>
                    <a:pt x="2368385" y="367677"/>
                  </a:lnTo>
                  <a:lnTo>
                    <a:pt x="2392769" y="396633"/>
                  </a:lnTo>
                  <a:lnTo>
                    <a:pt x="2399347" y="390105"/>
                  </a:lnTo>
                  <a:lnTo>
                    <a:pt x="2405342" y="384441"/>
                  </a:lnTo>
                  <a:lnTo>
                    <a:pt x="2410777" y="379907"/>
                  </a:lnTo>
                  <a:lnTo>
                    <a:pt x="2415629" y="376821"/>
                  </a:lnTo>
                  <a:lnTo>
                    <a:pt x="2432177" y="364820"/>
                  </a:lnTo>
                  <a:lnTo>
                    <a:pt x="2447302" y="354101"/>
                  </a:lnTo>
                  <a:lnTo>
                    <a:pt x="2460726" y="344805"/>
                  </a:lnTo>
                  <a:lnTo>
                    <a:pt x="2467610" y="340144"/>
                  </a:lnTo>
                  <a:lnTo>
                    <a:pt x="2472118" y="337096"/>
                  </a:lnTo>
                  <a:lnTo>
                    <a:pt x="2475166" y="344716"/>
                  </a:lnTo>
                  <a:lnTo>
                    <a:pt x="2479738" y="350812"/>
                  </a:lnTo>
                  <a:lnTo>
                    <a:pt x="2482786" y="358533"/>
                  </a:lnTo>
                  <a:lnTo>
                    <a:pt x="2508694" y="341668"/>
                  </a:lnTo>
                  <a:close/>
                </a:path>
                <a:path w="4474845" h="436880">
                  <a:moveTo>
                    <a:pt x="2681008" y="326428"/>
                  </a:moveTo>
                  <a:lnTo>
                    <a:pt x="2674124" y="324091"/>
                  </a:lnTo>
                  <a:lnTo>
                    <a:pt x="2667101" y="321475"/>
                  </a:lnTo>
                  <a:lnTo>
                    <a:pt x="2659786" y="318287"/>
                  </a:lnTo>
                  <a:lnTo>
                    <a:pt x="2652052" y="314236"/>
                  </a:lnTo>
                  <a:lnTo>
                    <a:pt x="2651836" y="327952"/>
                  </a:lnTo>
                  <a:lnTo>
                    <a:pt x="2647480" y="373773"/>
                  </a:lnTo>
                  <a:lnTo>
                    <a:pt x="2639860" y="390537"/>
                  </a:lnTo>
                  <a:lnTo>
                    <a:pt x="2612428" y="390537"/>
                  </a:lnTo>
                  <a:lnTo>
                    <a:pt x="2607856" y="384441"/>
                  </a:lnTo>
                  <a:lnTo>
                    <a:pt x="2607856" y="298996"/>
                  </a:lnTo>
                  <a:lnTo>
                    <a:pt x="2607856" y="260896"/>
                  </a:lnTo>
                  <a:lnTo>
                    <a:pt x="2594140" y="260896"/>
                  </a:lnTo>
                  <a:lnTo>
                    <a:pt x="2596426" y="250786"/>
                  </a:lnTo>
                  <a:lnTo>
                    <a:pt x="2600998" y="231228"/>
                  </a:lnTo>
                  <a:lnTo>
                    <a:pt x="2603284" y="221170"/>
                  </a:lnTo>
                  <a:lnTo>
                    <a:pt x="2667292" y="221170"/>
                  </a:lnTo>
                  <a:lnTo>
                    <a:pt x="2667292" y="193738"/>
                  </a:lnTo>
                  <a:lnTo>
                    <a:pt x="2607856" y="193738"/>
                  </a:lnTo>
                  <a:lnTo>
                    <a:pt x="2610726" y="164553"/>
                  </a:lnTo>
                  <a:lnTo>
                    <a:pt x="2612618" y="131787"/>
                  </a:lnTo>
                  <a:lnTo>
                    <a:pt x="2613609" y="96367"/>
                  </a:lnTo>
                  <a:lnTo>
                    <a:pt x="2613647" y="94589"/>
                  </a:lnTo>
                  <a:lnTo>
                    <a:pt x="2613952" y="54965"/>
                  </a:lnTo>
                  <a:lnTo>
                    <a:pt x="2665768" y="54965"/>
                  </a:lnTo>
                  <a:lnTo>
                    <a:pt x="2665768" y="25908"/>
                  </a:lnTo>
                  <a:lnTo>
                    <a:pt x="2511742" y="25908"/>
                  </a:lnTo>
                  <a:lnTo>
                    <a:pt x="2511742" y="54965"/>
                  </a:lnTo>
                  <a:lnTo>
                    <a:pt x="2584894" y="54965"/>
                  </a:lnTo>
                  <a:lnTo>
                    <a:pt x="2584348" y="96367"/>
                  </a:lnTo>
                  <a:lnTo>
                    <a:pt x="2582799" y="133502"/>
                  </a:lnTo>
                  <a:lnTo>
                    <a:pt x="2580398" y="166065"/>
                  </a:lnTo>
                  <a:lnTo>
                    <a:pt x="2577274" y="193738"/>
                  </a:lnTo>
                  <a:lnTo>
                    <a:pt x="2540698" y="193738"/>
                  </a:lnTo>
                  <a:lnTo>
                    <a:pt x="2549842" y="76301"/>
                  </a:lnTo>
                  <a:lnTo>
                    <a:pt x="2522410" y="76301"/>
                  </a:lnTo>
                  <a:lnTo>
                    <a:pt x="2510218" y="221170"/>
                  </a:lnTo>
                  <a:lnTo>
                    <a:pt x="2572702" y="221170"/>
                  </a:lnTo>
                  <a:lnTo>
                    <a:pt x="2559532" y="266039"/>
                  </a:lnTo>
                  <a:lnTo>
                    <a:pt x="2540139" y="307238"/>
                  </a:lnTo>
                  <a:lnTo>
                    <a:pt x="2514562" y="344716"/>
                  </a:lnTo>
                  <a:lnTo>
                    <a:pt x="2482672" y="378637"/>
                  </a:lnTo>
                  <a:lnTo>
                    <a:pt x="2444597" y="408825"/>
                  </a:lnTo>
                  <a:lnTo>
                    <a:pt x="2451214" y="414553"/>
                  </a:lnTo>
                  <a:lnTo>
                    <a:pt x="2457246" y="420446"/>
                  </a:lnTo>
                  <a:lnTo>
                    <a:pt x="2462682" y="426605"/>
                  </a:lnTo>
                  <a:lnTo>
                    <a:pt x="2467546" y="433209"/>
                  </a:lnTo>
                  <a:lnTo>
                    <a:pt x="2502928" y="404088"/>
                  </a:lnTo>
                  <a:lnTo>
                    <a:pt x="2533459" y="371817"/>
                  </a:lnTo>
                  <a:lnTo>
                    <a:pt x="2558846" y="336677"/>
                  </a:lnTo>
                  <a:lnTo>
                    <a:pt x="2578798" y="298996"/>
                  </a:lnTo>
                  <a:lnTo>
                    <a:pt x="2578798" y="375297"/>
                  </a:lnTo>
                  <a:lnTo>
                    <a:pt x="2581071" y="395300"/>
                  </a:lnTo>
                  <a:lnTo>
                    <a:pt x="2587802" y="409587"/>
                  </a:lnTo>
                  <a:lnTo>
                    <a:pt x="2598813" y="418160"/>
                  </a:lnTo>
                  <a:lnTo>
                    <a:pt x="2613952" y="421017"/>
                  </a:lnTo>
                  <a:lnTo>
                    <a:pt x="2639860" y="421017"/>
                  </a:lnTo>
                  <a:lnTo>
                    <a:pt x="2651302" y="419011"/>
                  </a:lnTo>
                  <a:lnTo>
                    <a:pt x="2660624" y="413016"/>
                  </a:lnTo>
                  <a:lnTo>
                    <a:pt x="2667927" y="403009"/>
                  </a:lnTo>
                  <a:lnTo>
                    <a:pt x="2672791" y="390537"/>
                  </a:lnTo>
                  <a:lnTo>
                    <a:pt x="2673388" y="389013"/>
                  </a:lnTo>
                  <a:lnTo>
                    <a:pt x="2676283" y="376440"/>
                  </a:lnTo>
                  <a:lnTo>
                    <a:pt x="2678341" y="361721"/>
                  </a:lnTo>
                  <a:lnTo>
                    <a:pt x="2679814" y="344995"/>
                  </a:lnTo>
                  <a:lnTo>
                    <a:pt x="2681008" y="326428"/>
                  </a:lnTo>
                  <a:close/>
                </a:path>
                <a:path w="4474845" h="436880">
                  <a:moveTo>
                    <a:pt x="2767965" y="295948"/>
                  </a:moveTo>
                  <a:lnTo>
                    <a:pt x="2735961" y="283756"/>
                  </a:lnTo>
                  <a:lnTo>
                    <a:pt x="2726448" y="313817"/>
                  </a:lnTo>
                  <a:lnTo>
                    <a:pt x="2716250" y="342480"/>
                  </a:lnTo>
                  <a:lnTo>
                    <a:pt x="2705214" y="369989"/>
                  </a:lnTo>
                  <a:lnTo>
                    <a:pt x="2693187" y="396633"/>
                  </a:lnTo>
                  <a:lnTo>
                    <a:pt x="2701175" y="400939"/>
                  </a:lnTo>
                  <a:lnTo>
                    <a:pt x="2708999" y="404825"/>
                  </a:lnTo>
                  <a:lnTo>
                    <a:pt x="2723667" y="411873"/>
                  </a:lnTo>
                  <a:lnTo>
                    <a:pt x="2735135" y="386676"/>
                  </a:lnTo>
                  <a:lnTo>
                    <a:pt x="2746425" y="359054"/>
                  </a:lnTo>
                  <a:lnTo>
                    <a:pt x="2757411" y="328853"/>
                  </a:lnTo>
                  <a:lnTo>
                    <a:pt x="2767965" y="295948"/>
                  </a:lnTo>
                  <a:close/>
                </a:path>
                <a:path w="4474845" h="436880">
                  <a:moveTo>
                    <a:pt x="2943326" y="146494"/>
                  </a:moveTo>
                  <a:lnTo>
                    <a:pt x="2931604" y="131343"/>
                  </a:lnTo>
                  <a:lnTo>
                    <a:pt x="2919323" y="115938"/>
                  </a:lnTo>
                  <a:lnTo>
                    <a:pt x="2906458" y="100545"/>
                  </a:lnTo>
                  <a:lnTo>
                    <a:pt x="2893034" y="85445"/>
                  </a:lnTo>
                  <a:lnTo>
                    <a:pt x="2868650" y="105257"/>
                  </a:lnTo>
                  <a:lnTo>
                    <a:pt x="2881807" y="122110"/>
                  </a:lnTo>
                  <a:lnTo>
                    <a:pt x="2893987" y="138264"/>
                  </a:lnTo>
                  <a:lnTo>
                    <a:pt x="2915894" y="167830"/>
                  </a:lnTo>
                  <a:lnTo>
                    <a:pt x="2943326" y="146494"/>
                  </a:lnTo>
                  <a:close/>
                </a:path>
                <a:path w="4474845" h="436880">
                  <a:moveTo>
                    <a:pt x="2960090" y="317284"/>
                  </a:moveTo>
                  <a:lnTo>
                    <a:pt x="2945206" y="301586"/>
                  </a:lnTo>
                  <a:lnTo>
                    <a:pt x="2927896" y="284314"/>
                  </a:lnTo>
                  <a:lnTo>
                    <a:pt x="2908008" y="265595"/>
                  </a:lnTo>
                  <a:lnTo>
                    <a:pt x="2885414" y="245554"/>
                  </a:lnTo>
                  <a:lnTo>
                    <a:pt x="2860929" y="265468"/>
                  </a:lnTo>
                  <a:lnTo>
                    <a:pt x="2880766" y="284873"/>
                  </a:lnTo>
                  <a:lnTo>
                    <a:pt x="2899308" y="304139"/>
                  </a:lnTo>
                  <a:lnTo>
                    <a:pt x="2934182" y="341668"/>
                  </a:lnTo>
                  <a:lnTo>
                    <a:pt x="2960090" y="317284"/>
                  </a:lnTo>
                  <a:close/>
                </a:path>
                <a:path w="4474845" h="436880">
                  <a:moveTo>
                    <a:pt x="3031807" y="326428"/>
                  </a:moveTo>
                  <a:lnTo>
                    <a:pt x="3022066" y="322999"/>
                  </a:lnTo>
                  <a:lnTo>
                    <a:pt x="3013316" y="319570"/>
                  </a:lnTo>
                  <a:lnTo>
                    <a:pt x="3005404" y="316141"/>
                  </a:lnTo>
                  <a:lnTo>
                    <a:pt x="2998190" y="312712"/>
                  </a:lnTo>
                  <a:lnTo>
                    <a:pt x="2996831" y="326428"/>
                  </a:lnTo>
                  <a:lnTo>
                    <a:pt x="2995142" y="339204"/>
                  </a:lnTo>
                  <a:lnTo>
                    <a:pt x="2993466" y="350253"/>
                  </a:lnTo>
                  <a:lnTo>
                    <a:pt x="2992094" y="360057"/>
                  </a:lnTo>
                  <a:lnTo>
                    <a:pt x="2987497" y="373176"/>
                  </a:lnTo>
                  <a:lnTo>
                    <a:pt x="2980474" y="382727"/>
                  </a:lnTo>
                  <a:lnTo>
                    <a:pt x="2970873" y="388556"/>
                  </a:lnTo>
                  <a:lnTo>
                    <a:pt x="2958566" y="390537"/>
                  </a:lnTo>
                  <a:lnTo>
                    <a:pt x="2870174" y="390537"/>
                  </a:lnTo>
                  <a:lnTo>
                    <a:pt x="2856344" y="388505"/>
                  </a:lnTo>
                  <a:lnTo>
                    <a:pt x="2846844" y="382346"/>
                  </a:lnTo>
                  <a:lnTo>
                    <a:pt x="2841358" y="371881"/>
                  </a:lnTo>
                  <a:lnTo>
                    <a:pt x="2839593" y="357009"/>
                  </a:lnTo>
                  <a:lnTo>
                    <a:pt x="2839593" y="282232"/>
                  </a:lnTo>
                  <a:lnTo>
                    <a:pt x="2804541" y="282232"/>
                  </a:lnTo>
                  <a:lnTo>
                    <a:pt x="2804541" y="361581"/>
                  </a:lnTo>
                  <a:lnTo>
                    <a:pt x="2808236" y="387578"/>
                  </a:lnTo>
                  <a:lnTo>
                    <a:pt x="2819209" y="406158"/>
                  </a:lnTo>
                  <a:lnTo>
                    <a:pt x="2837332" y="417296"/>
                  </a:lnTo>
                  <a:lnTo>
                    <a:pt x="2862453" y="421017"/>
                  </a:lnTo>
                  <a:lnTo>
                    <a:pt x="2960090" y="421017"/>
                  </a:lnTo>
                  <a:lnTo>
                    <a:pt x="3000324" y="409778"/>
                  </a:lnTo>
                  <a:lnTo>
                    <a:pt x="3021139" y="376821"/>
                  </a:lnTo>
                  <a:lnTo>
                    <a:pt x="3029280" y="342480"/>
                  </a:lnTo>
                  <a:lnTo>
                    <a:pt x="3031807" y="326428"/>
                  </a:lnTo>
                  <a:close/>
                </a:path>
                <a:path w="4474845" h="436880">
                  <a:moveTo>
                    <a:pt x="3031807" y="175450"/>
                  </a:moveTo>
                  <a:lnTo>
                    <a:pt x="2772537" y="175450"/>
                  </a:lnTo>
                  <a:lnTo>
                    <a:pt x="2772537" y="205930"/>
                  </a:lnTo>
                  <a:lnTo>
                    <a:pt x="2992094" y="205930"/>
                  </a:lnTo>
                  <a:lnTo>
                    <a:pt x="2981541" y="225933"/>
                  </a:lnTo>
                  <a:lnTo>
                    <a:pt x="2970568" y="244652"/>
                  </a:lnTo>
                  <a:lnTo>
                    <a:pt x="2959303" y="261950"/>
                  </a:lnTo>
                  <a:lnTo>
                    <a:pt x="2947898" y="277660"/>
                  </a:lnTo>
                  <a:lnTo>
                    <a:pt x="2955899" y="280225"/>
                  </a:lnTo>
                  <a:lnTo>
                    <a:pt x="2963900" y="283375"/>
                  </a:lnTo>
                  <a:lnTo>
                    <a:pt x="2971901" y="287096"/>
                  </a:lnTo>
                  <a:lnTo>
                    <a:pt x="2979902" y="291376"/>
                  </a:lnTo>
                  <a:lnTo>
                    <a:pt x="2993364" y="270497"/>
                  </a:lnTo>
                  <a:lnTo>
                    <a:pt x="3006420" y="249034"/>
                  </a:lnTo>
                  <a:lnTo>
                    <a:pt x="3019196" y="226999"/>
                  </a:lnTo>
                  <a:lnTo>
                    <a:pt x="3031807" y="204406"/>
                  </a:lnTo>
                  <a:lnTo>
                    <a:pt x="3031807" y="175450"/>
                  </a:lnTo>
                  <a:close/>
                </a:path>
                <a:path w="4474845" h="436880">
                  <a:moveTo>
                    <a:pt x="3127819" y="138785"/>
                  </a:moveTo>
                  <a:lnTo>
                    <a:pt x="3083941" y="122135"/>
                  </a:lnTo>
                  <a:lnTo>
                    <a:pt x="3042031" y="101371"/>
                  </a:lnTo>
                  <a:lnTo>
                    <a:pt x="3002229" y="76441"/>
                  </a:lnTo>
                  <a:lnTo>
                    <a:pt x="2964700" y="47244"/>
                  </a:lnTo>
                  <a:lnTo>
                    <a:pt x="2955137" y="38100"/>
                  </a:lnTo>
                  <a:lnTo>
                    <a:pt x="2929610" y="13716"/>
                  </a:lnTo>
                  <a:lnTo>
                    <a:pt x="2932658" y="10668"/>
                  </a:lnTo>
                  <a:lnTo>
                    <a:pt x="2934182" y="6096"/>
                  </a:lnTo>
                  <a:lnTo>
                    <a:pt x="2937230" y="1524"/>
                  </a:lnTo>
                  <a:lnTo>
                    <a:pt x="2899130" y="1524"/>
                  </a:lnTo>
                  <a:lnTo>
                    <a:pt x="2867444" y="35953"/>
                  </a:lnTo>
                  <a:lnTo>
                    <a:pt x="2831007" y="67818"/>
                  </a:lnTo>
                  <a:lnTo>
                    <a:pt x="2789834" y="97104"/>
                  </a:lnTo>
                  <a:lnTo>
                    <a:pt x="2743898" y="123837"/>
                  </a:lnTo>
                  <a:lnTo>
                    <a:pt x="2693187" y="148018"/>
                  </a:lnTo>
                  <a:lnTo>
                    <a:pt x="2697759" y="155143"/>
                  </a:lnTo>
                  <a:lnTo>
                    <a:pt x="2702331" y="162687"/>
                  </a:lnTo>
                  <a:lnTo>
                    <a:pt x="2706903" y="170522"/>
                  </a:lnTo>
                  <a:lnTo>
                    <a:pt x="2711475" y="178498"/>
                  </a:lnTo>
                  <a:lnTo>
                    <a:pt x="2762567" y="151587"/>
                  </a:lnTo>
                  <a:lnTo>
                    <a:pt x="2807855" y="124028"/>
                  </a:lnTo>
                  <a:lnTo>
                    <a:pt x="2847429" y="95885"/>
                  </a:lnTo>
                  <a:lnTo>
                    <a:pt x="2881388" y="67221"/>
                  </a:lnTo>
                  <a:lnTo>
                    <a:pt x="2909798" y="38100"/>
                  </a:lnTo>
                  <a:lnTo>
                    <a:pt x="2943999" y="70548"/>
                  </a:lnTo>
                  <a:lnTo>
                    <a:pt x="2980779" y="100190"/>
                  </a:lnTo>
                  <a:lnTo>
                    <a:pt x="3020136" y="127203"/>
                  </a:lnTo>
                  <a:lnTo>
                    <a:pt x="3062033" y="151726"/>
                  </a:lnTo>
                  <a:lnTo>
                    <a:pt x="3106483" y="173926"/>
                  </a:lnTo>
                  <a:lnTo>
                    <a:pt x="3111106" y="165671"/>
                  </a:lnTo>
                  <a:lnTo>
                    <a:pt x="3116008" y="156972"/>
                  </a:lnTo>
                  <a:lnTo>
                    <a:pt x="3121444" y="148018"/>
                  </a:lnTo>
                  <a:lnTo>
                    <a:pt x="3127819" y="138785"/>
                  </a:lnTo>
                  <a:close/>
                </a:path>
                <a:path w="4474845" h="436880">
                  <a:moveTo>
                    <a:pt x="3129343" y="366153"/>
                  </a:moveTo>
                  <a:lnTo>
                    <a:pt x="3110420" y="342480"/>
                  </a:lnTo>
                  <a:lnTo>
                    <a:pt x="3091243" y="318439"/>
                  </a:lnTo>
                  <a:lnTo>
                    <a:pt x="3072333" y="295325"/>
                  </a:lnTo>
                  <a:lnTo>
                    <a:pt x="3053143" y="273088"/>
                  </a:lnTo>
                  <a:lnTo>
                    <a:pt x="3027235" y="292900"/>
                  </a:lnTo>
                  <a:lnTo>
                    <a:pt x="3048736" y="319493"/>
                  </a:lnTo>
                  <a:lnTo>
                    <a:pt x="3067812" y="344385"/>
                  </a:lnTo>
                  <a:lnTo>
                    <a:pt x="3084880" y="367563"/>
                  </a:lnTo>
                  <a:lnTo>
                    <a:pt x="3100387" y="389013"/>
                  </a:lnTo>
                  <a:lnTo>
                    <a:pt x="3129343" y="366153"/>
                  </a:lnTo>
                  <a:close/>
                </a:path>
                <a:path w="4474845" h="436880">
                  <a:moveTo>
                    <a:pt x="3342894" y="268516"/>
                  </a:moveTo>
                  <a:lnTo>
                    <a:pt x="3326625" y="251841"/>
                  </a:lnTo>
                  <a:lnTo>
                    <a:pt x="3309924" y="236042"/>
                  </a:lnTo>
                  <a:lnTo>
                    <a:pt x="3305225" y="231851"/>
                  </a:lnTo>
                  <a:lnTo>
                    <a:pt x="3298406" y="225755"/>
                  </a:lnTo>
                  <a:lnTo>
                    <a:pt x="3293287" y="221183"/>
                  </a:lnTo>
                  <a:lnTo>
                    <a:pt x="3275736" y="205943"/>
                  </a:lnTo>
                  <a:lnTo>
                    <a:pt x="3260496" y="221183"/>
                  </a:lnTo>
                  <a:lnTo>
                    <a:pt x="3260496" y="164795"/>
                  </a:lnTo>
                  <a:lnTo>
                    <a:pt x="3341370" y="164795"/>
                  </a:lnTo>
                  <a:lnTo>
                    <a:pt x="3341370" y="134213"/>
                  </a:lnTo>
                  <a:lnTo>
                    <a:pt x="3260496" y="134213"/>
                  </a:lnTo>
                  <a:lnTo>
                    <a:pt x="3260496" y="65633"/>
                  </a:lnTo>
                  <a:lnTo>
                    <a:pt x="3260496" y="59537"/>
                  </a:lnTo>
                  <a:lnTo>
                    <a:pt x="3333750" y="45821"/>
                  </a:lnTo>
                  <a:lnTo>
                    <a:pt x="3324606" y="15240"/>
                  </a:lnTo>
                  <a:lnTo>
                    <a:pt x="3281070" y="24053"/>
                  </a:lnTo>
                  <a:lnTo>
                    <a:pt x="3237268" y="32016"/>
                  </a:lnTo>
                  <a:lnTo>
                    <a:pt x="3192919" y="38862"/>
                  </a:lnTo>
                  <a:lnTo>
                    <a:pt x="3147720" y="44297"/>
                  </a:lnTo>
                  <a:lnTo>
                    <a:pt x="3150870" y="52273"/>
                  </a:lnTo>
                  <a:lnTo>
                    <a:pt x="3153435" y="60109"/>
                  </a:lnTo>
                  <a:lnTo>
                    <a:pt x="3155442" y="67652"/>
                  </a:lnTo>
                  <a:lnTo>
                    <a:pt x="3156864" y="74777"/>
                  </a:lnTo>
                  <a:lnTo>
                    <a:pt x="3226968" y="65633"/>
                  </a:lnTo>
                  <a:lnTo>
                    <a:pt x="3226968" y="134213"/>
                  </a:lnTo>
                  <a:lnTo>
                    <a:pt x="3143059" y="134213"/>
                  </a:lnTo>
                  <a:lnTo>
                    <a:pt x="3143059" y="164795"/>
                  </a:lnTo>
                  <a:lnTo>
                    <a:pt x="3219348" y="164795"/>
                  </a:lnTo>
                  <a:lnTo>
                    <a:pt x="3203333" y="203949"/>
                  </a:lnTo>
                  <a:lnTo>
                    <a:pt x="3184868" y="241414"/>
                  </a:lnTo>
                  <a:lnTo>
                    <a:pt x="3163811" y="277164"/>
                  </a:lnTo>
                  <a:lnTo>
                    <a:pt x="3140011" y="311188"/>
                  </a:lnTo>
                  <a:lnTo>
                    <a:pt x="3144609" y="321424"/>
                  </a:lnTo>
                  <a:lnTo>
                    <a:pt x="3149054" y="331381"/>
                  </a:lnTo>
                  <a:lnTo>
                    <a:pt x="3153181" y="340766"/>
                  </a:lnTo>
                  <a:lnTo>
                    <a:pt x="3156864" y="349288"/>
                  </a:lnTo>
                  <a:lnTo>
                    <a:pt x="3177463" y="319278"/>
                  </a:lnTo>
                  <a:lnTo>
                    <a:pt x="3195917" y="288696"/>
                  </a:lnTo>
                  <a:lnTo>
                    <a:pt x="3212376" y="257517"/>
                  </a:lnTo>
                  <a:lnTo>
                    <a:pt x="3226968" y="225755"/>
                  </a:lnTo>
                  <a:lnTo>
                    <a:pt x="3226968" y="436257"/>
                  </a:lnTo>
                  <a:lnTo>
                    <a:pt x="3260496" y="436257"/>
                  </a:lnTo>
                  <a:lnTo>
                    <a:pt x="3260496" y="231851"/>
                  </a:lnTo>
                  <a:lnTo>
                    <a:pt x="3276206" y="247662"/>
                  </a:lnTo>
                  <a:lnTo>
                    <a:pt x="3291217" y="263169"/>
                  </a:lnTo>
                  <a:lnTo>
                    <a:pt x="3305378" y="278663"/>
                  </a:lnTo>
                  <a:lnTo>
                    <a:pt x="3318510" y="294424"/>
                  </a:lnTo>
                  <a:lnTo>
                    <a:pt x="3342894" y="268516"/>
                  </a:lnTo>
                  <a:close/>
                </a:path>
                <a:path w="4474845" h="436880">
                  <a:moveTo>
                    <a:pt x="3557879" y="54965"/>
                  </a:moveTo>
                  <a:lnTo>
                    <a:pt x="3522827" y="54965"/>
                  </a:lnTo>
                  <a:lnTo>
                    <a:pt x="3522827" y="88493"/>
                  </a:lnTo>
                  <a:lnTo>
                    <a:pt x="3522827" y="347764"/>
                  </a:lnTo>
                  <a:lnTo>
                    <a:pt x="3399282" y="347764"/>
                  </a:lnTo>
                  <a:lnTo>
                    <a:pt x="3399282" y="88493"/>
                  </a:lnTo>
                  <a:lnTo>
                    <a:pt x="3522827" y="88493"/>
                  </a:lnTo>
                  <a:lnTo>
                    <a:pt x="3522827" y="54965"/>
                  </a:lnTo>
                  <a:lnTo>
                    <a:pt x="3364230" y="54965"/>
                  </a:lnTo>
                  <a:lnTo>
                    <a:pt x="3364230" y="421017"/>
                  </a:lnTo>
                  <a:lnTo>
                    <a:pt x="3399282" y="421017"/>
                  </a:lnTo>
                  <a:lnTo>
                    <a:pt x="3399282" y="378345"/>
                  </a:lnTo>
                  <a:lnTo>
                    <a:pt x="3522827" y="378345"/>
                  </a:lnTo>
                  <a:lnTo>
                    <a:pt x="3522827" y="421017"/>
                  </a:lnTo>
                  <a:lnTo>
                    <a:pt x="3557879" y="421017"/>
                  </a:lnTo>
                  <a:lnTo>
                    <a:pt x="3557879" y="378345"/>
                  </a:lnTo>
                  <a:lnTo>
                    <a:pt x="3557879" y="347764"/>
                  </a:lnTo>
                  <a:lnTo>
                    <a:pt x="3557879" y="88493"/>
                  </a:lnTo>
                  <a:lnTo>
                    <a:pt x="3557879" y="54965"/>
                  </a:lnTo>
                  <a:close/>
                </a:path>
                <a:path w="4474845" h="436880">
                  <a:moveTo>
                    <a:pt x="3788194" y="312712"/>
                  </a:moveTo>
                  <a:lnTo>
                    <a:pt x="3757714" y="292900"/>
                  </a:lnTo>
                  <a:lnTo>
                    <a:pt x="3735070" y="325488"/>
                  </a:lnTo>
                  <a:lnTo>
                    <a:pt x="3712705" y="354672"/>
                  </a:lnTo>
                  <a:lnTo>
                    <a:pt x="3690328" y="380415"/>
                  </a:lnTo>
                  <a:lnTo>
                    <a:pt x="3667696" y="402729"/>
                  </a:lnTo>
                  <a:lnTo>
                    <a:pt x="3676294" y="408419"/>
                  </a:lnTo>
                  <a:lnTo>
                    <a:pt x="3683889" y="413969"/>
                  </a:lnTo>
                  <a:lnTo>
                    <a:pt x="3690632" y="419227"/>
                  </a:lnTo>
                  <a:lnTo>
                    <a:pt x="3696652" y="424065"/>
                  </a:lnTo>
                  <a:lnTo>
                    <a:pt x="3720427" y="398957"/>
                  </a:lnTo>
                  <a:lnTo>
                    <a:pt x="3743604" y="371856"/>
                  </a:lnTo>
                  <a:lnTo>
                    <a:pt x="3766185" y="343014"/>
                  </a:lnTo>
                  <a:lnTo>
                    <a:pt x="3788194" y="312712"/>
                  </a:lnTo>
                  <a:close/>
                </a:path>
                <a:path w="4474845" h="436880">
                  <a:moveTo>
                    <a:pt x="4020032" y="28956"/>
                  </a:moveTo>
                  <a:lnTo>
                    <a:pt x="3637216" y="28956"/>
                  </a:lnTo>
                  <a:lnTo>
                    <a:pt x="3637216" y="187655"/>
                  </a:lnTo>
                  <a:lnTo>
                    <a:pt x="3636403" y="228244"/>
                  </a:lnTo>
                  <a:lnTo>
                    <a:pt x="3630790" y="292315"/>
                  </a:lnTo>
                  <a:lnTo>
                    <a:pt x="3620566" y="337756"/>
                  </a:lnTo>
                  <a:lnTo>
                    <a:pt x="3600615" y="382917"/>
                  </a:lnTo>
                  <a:lnTo>
                    <a:pt x="3586924" y="405777"/>
                  </a:lnTo>
                  <a:lnTo>
                    <a:pt x="3593515" y="412864"/>
                  </a:lnTo>
                  <a:lnTo>
                    <a:pt x="3599688" y="420255"/>
                  </a:lnTo>
                  <a:lnTo>
                    <a:pt x="3605568" y="427634"/>
                  </a:lnTo>
                  <a:lnTo>
                    <a:pt x="3611308" y="434733"/>
                  </a:lnTo>
                  <a:lnTo>
                    <a:pt x="3641979" y="382143"/>
                  </a:lnTo>
                  <a:lnTo>
                    <a:pt x="3660076" y="329476"/>
                  </a:lnTo>
                  <a:lnTo>
                    <a:pt x="3669030" y="268465"/>
                  </a:lnTo>
                  <a:lnTo>
                    <a:pt x="3671430" y="227812"/>
                  </a:lnTo>
                  <a:lnTo>
                    <a:pt x="3672268" y="180035"/>
                  </a:lnTo>
                  <a:lnTo>
                    <a:pt x="3672268" y="61061"/>
                  </a:lnTo>
                  <a:lnTo>
                    <a:pt x="3815626" y="61061"/>
                  </a:lnTo>
                  <a:lnTo>
                    <a:pt x="3811930" y="72224"/>
                  </a:lnTo>
                  <a:lnTo>
                    <a:pt x="3807815" y="82969"/>
                  </a:lnTo>
                  <a:lnTo>
                    <a:pt x="3803408" y="93421"/>
                  </a:lnTo>
                  <a:lnTo>
                    <a:pt x="3798862" y="103733"/>
                  </a:lnTo>
                  <a:lnTo>
                    <a:pt x="3719614" y="103733"/>
                  </a:lnTo>
                  <a:lnTo>
                    <a:pt x="3719614" y="283756"/>
                  </a:lnTo>
                  <a:lnTo>
                    <a:pt x="3753142" y="283756"/>
                  </a:lnTo>
                  <a:lnTo>
                    <a:pt x="3753142" y="274612"/>
                  </a:lnTo>
                  <a:lnTo>
                    <a:pt x="3835438" y="274612"/>
                  </a:lnTo>
                  <a:lnTo>
                    <a:pt x="3835438" y="367677"/>
                  </a:lnTo>
                  <a:lnTo>
                    <a:pt x="3834028" y="379437"/>
                  </a:lnTo>
                  <a:lnTo>
                    <a:pt x="3829913" y="387489"/>
                  </a:lnTo>
                  <a:lnTo>
                    <a:pt x="3823220" y="392099"/>
                  </a:lnTo>
                  <a:lnTo>
                    <a:pt x="3814102" y="393585"/>
                  </a:lnTo>
                  <a:lnTo>
                    <a:pt x="3802951" y="393293"/>
                  </a:lnTo>
                  <a:lnTo>
                    <a:pt x="3790099" y="392442"/>
                  </a:lnTo>
                  <a:lnTo>
                    <a:pt x="3775519" y="391007"/>
                  </a:lnTo>
                  <a:lnTo>
                    <a:pt x="3759238" y="389013"/>
                  </a:lnTo>
                  <a:lnTo>
                    <a:pt x="3761257" y="399884"/>
                  </a:lnTo>
                  <a:lnTo>
                    <a:pt x="3762857" y="409778"/>
                  </a:lnTo>
                  <a:lnTo>
                    <a:pt x="3764165" y="418795"/>
                  </a:lnTo>
                  <a:lnTo>
                    <a:pt x="3765334" y="427113"/>
                  </a:lnTo>
                  <a:lnTo>
                    <a:pt x="3784193" y="427990"/>
                  </a:lnTo>
                  <a:lnTo>
                    <a:pt x="3799624" y="428447"/>
                  </a:lnTo>
                  <a:lnTo>
                    <a:pt x="3811625" y="428612"/>
                  </a:lnTo>
                  <a:lnTo>
                    <a:pt x="3820198" y="428637"/>
                  </a:lnTo>
                  <a:lnTo>
                    <a:pt x="3842245" y="425208"/>
                  </a:lnTo>
                  <a:lnTo>
                    <a:pt x="3857993" y="414921"/>
                  </a:lnTo>
                  <a:lnTo>
                    <a:pt x="3867429" y="397776"/>
                  </a:lnTo>
                  <a:lnTo>
                    <a:pt x="3867988" y="393585"/>
                  </a:lnTo>
                  <a:lnTo>
                    <a:pt x="3870579" y="373773"/>
                  </a:lnTo>
                  <a:lnTo>
                    <a:pt x="3870579" y="274612"/>
                  </a:lnTo>
                  <a:lnTo>
                    <a:pt x="3951351" y="274612"/>
                  </a:lnTo>
                  <a:lnTo>
                    <a:pt x="3951351" y="283756"/>
                  </a:lnTo>
                  <a:lnTo>
                    <a:pt x="3984980" y="283756"/>
                  </a:lnTo>
                  <a:lnTo>
                    <a:pt x="3984980" y="274612"/>
                  </a:lnTo>
                  <a:lnTo>
                    <a:pt x="3984980" y="245567"/>
                  </a:lnTo>
                  <a:lnTo>
                    <a:pt x="3984980" y="204419"/>
                  </a:lnTo>
                  <a:lnTo>
                    <a:pt x="3984980" y="175463"/>
                  </a:lnTo>
                  <a:lnTo>
                    <a:pt x="3984980" y="134213"/>
                  </a:lnTo>
                  <a:lnTo>
                    <a:pt x="3984980" y="103733"/>
                  </a:lnTo>
                  <a:lnTo>
                    <a:pt x="3951351" y="103733"/>
                  </a:lnTo>
                  <a:lnTo>
                    <a:pt x="3951351" y="134213"/>
                  </a:lnTo>
                  <a:lnTo>
                    <a:pt x="3951351" y="175463"/>
                  </a:lnTo>
                  <a:lnTo>
                    <a:pt x="3951351" y="204419"/>
                  </a:lnTo>
                  <a:lnTo>
                    <a:pt x="3951351" y="245567"/>
                  </a:lnTo>
                  <a:lnTo>
                    <a:pt x="3753142" y="245567"/>
                  </a:lnTo>
                  <a:lnTo>
                    <a:pt x="3753142" y="204419"/>
                  </a:lnTo>
                  <a:lnTo>
                    <a:pt x="3951351" y="204419"/>
                  </a:lnTo>
                  <a:lnTo>
                    <a:pt x="3951351" y="175463"/>
                  </a:lnTo>
                  <a:lnTo>
                    <a:pt x="3753142" y="175463"/>
                  </a:lnTo>
                  <a:lnTo>
                    <a:pt x="3753142" y="134213"/>
                  </a:lnTo>
                  <a:lnTo>
                    <a:pt x="3951351" y="134213"/>
                  </a:lnTo>
                  <a:lnTo>
                    <a:pt x="3951351" y="103733"/>
                  </a:lnTo>
                  <a:lnTo>
                    <a:pt x="3835438" y="103733"/>
                  </a:lnTo>
                  <a:lnTo>
                    <a:pt x="3840061" y="94068"/>
                  </a:lnTo>
                  <a:lnTo>
                    <a:pt x="3844658" y="83540"/>
                  </a:lnTo>
                  <a:lnTo>
                    <a:pt x="3849243" y="72440"/>
                  </a:lnTo>
                  <a:lnTo>
                    <a:pt x="3853815" y="61061"/>
                  </a:lnTo>
                  <a:lnTo>
                    <a:pt x="4020032" y="61061"/>
                  </a:lnTo>
                  <a:lnTo>
                    <a:pt x="4020032" y="28956"/>
                  </a:lnTo>
                  <a:close/>
                </a:path>
                <a:path w="4474845" h="436880">
                  <a:moveTo>
                    <a:pt x="4026128" y="393585"/>
                  </a:moveTo>
                  <a:lnTo>
                    <a:pt x="4004653" y="370128"/>
                  </a:lnTo>
                  <a:lnTo>
                    <a:pt x="3981310" y="345528"/>
                  </a:lnTo>
                  <a:lnTo>
                    <a:pt x="3955961" y="319773"/>
                  </a:lnTo>
                  <a:lnTo>
                    <a:pt x="3928491" y="292900"/>
                  </a:lnTo>
                  <a:lnTo>
                    <a:pt x="3902583" y="314236"/>
                  </a:lnTo>
                  <a:lnTo>
                    <a:pt x="3928059" y="340537"/>
                  </a:lnTo>
                  <a:lnTo>
                    <a:pt x="3952125" y="366864"/>
                  </a:lnTo>
                  <a:lnTo>
                    <a:pt x="3975062" y="393179"/>
                  </a:lnTo>
                  <a:lnTo>
                    <a:pt x="3997172" y="419493"/>
                  </a:lnTo>
                  <a:lnTo>
                    <a:pt x="4026128" y="393585"/>
                  </a:lnTo>
                  <a:close/>
                </a:path>
                <a:path w="4474845" h="436880">
                  <a:moveTo>
                    <a:pt x="4193857" y="353949"/>
                  </a:moveTo>
                  <a:lnTo>
                    <a:pt x="4192714" y="345846"/>
                  </a:lnTo>
                  <a:lnTo>
                    <a:pt x="4191571" y="337489"/>
                  </a:lnTo>
                  <a:lnTo>
                    <a:pt x="4191330" y="335572"/>
                  </a:lnTo>
                  <a:lnTo>
                    <a:pt x="4190428" y="328574"/>
                  </a:lnTo>
                  <a:lnTo>
                    <a:pt x="4189285" y="318808"/>
                  </a:lnTo>
                  <a:lnTo>
                    <a:pt x="4175544" y="323138"/>
                  </a:lnTo>
                  <a:lnTo>
                    <a:pt x="4132897" y="335572"/>
                  </a:lnTo>
                  <a:lnTo>
                    <a:pt x="4132897" y="212026"/>
                  </a:lnTo>
                  <a:lnTo>
                    <a:pt x="4189285" y="212026"/>
                  </a:lnTo>
                  <a:lnTo>
                    <a:pt x="4189285" y="180022"/>
                  </a:lnTo>
                  <a:lnTo>
                    <a:pt x="4132897" y="180022"/>
                  </a:lnTo>
                  <a:lnTo>
                    <a:pt x="4132897" y="71729"/>
                  </a:lnTo>
                  <a:lnTo>
                    <a:pt x="4192333" y="71729"/>
                  </a:lnTo>
                  <a:lnTo>
                    <a:pt x="4192333" y="39624"/>
                  </a:lnTo>
                  <a:lnTo>
                    <a:pt x="4041356" y="39624"/>
                  </a:lnTo>
                  <a:lnTo>
                    <a:pt x="4041356" y="71729"/>
                  </a:lnTo>
                  <a:lnTo>
                    <a:pt x="4100792" y="71729"/>
                  </a:lnTo>
                  <a:lnTo>
                    <a:pt x="4100792" y="180022"/>
                  </a:lnTo>
                  <a:lnTo>
                    <a:pt x="4045928" y="180022"/>
                  </a:lnTo>
                  <a:lnTo>
                    <a:pt x="4045928" y="212026"/>
                  </a:lnTo>
                  <a:lnTo>
                    <a:pt x="4100792" y="212026"/>
                  </a:lnTo>
                  <a:lnTo>
                    <a:pt x="4100792" y="344716"/>
                  </a:lnTo>
                  <a:lnTo>
                    <a:pt x="4084777" y="348399"/>
                  </a:lnTo>
                  <a:lnTo>
                    <a:pt x="4052151" y="356374"/>
                  </a:lnTo>
                  <a:lnTo>
                    <a:pt x="4035260" y="360045"/>
                  </a:lnTo>
                  <a:lnTo>
                    <a:pt x="4047452" y="395109"/>
                  </a:lnTo>
                  <a:lnTo>
                    <a:pt x="4119511" y="373951"/>
                  </a:lnTo>
                  <a:lnTo>
                    <a:pt x="4156405" y="363601"/>
                  </a:lnTo>
                  <a:lnTo>
                    <a:pt x="4193857" y="353949"/>
                  </a:lnTo>
                  <a:close/>
                </a:path>
                <a:path w="4474845" h="436880">
                  <a:moveTo>
                    <a:pt x="4474464" y="385953"/>
                  </a:moveTo>
                  <a:lnTo>
                    <a:pt x="4344835" y="385953"/>
                  </a:lnTo>
                  <a:lnTo>
                    <a:pt x="4344835" y="323380"/>
                  </a:lnTo>
                  <a:lnTo>
                    <a:pt x="4456176" y="323380"/>
                  </a:lnTo>
                  <a:lnTo>
                    <a:pt x="4456176" y="292900"/>
                  </a:lnTo>
                  <a:lnTo>
                    <a:pt x="4344835" y="292900"/>
                  </a:lnTo>
                  <a:lnTo>
                    <a:pt x="4344835" y="234886"/>
                  </a:lnTo>
                  <a:lnTo>
                    <a:pt x="4415028" y="234886"/>
                  </a:lnTo>
                  <a:lnTo>
                    <a:pt x="4415028" y="250228"/>
                  </a:lnTo>
                  <a:lnTo>
                    <a:pt x="4447032" y="250228"/>
                  </a:lnTo>
                  <a:lnTo>
                    <a:pt x="4447032" y="24384"/>
                  </a:lnTo>
                  <a:lnTo>
                    <a:pt x="4415028" y="24384"/>
                  </a:lnTo>
                  <a:lnTo>
                    <a:pt x="4415028" y="54965"/>
                  </a:lnTo>
                  <a:lnTo>
                    <a:pt x="4415028" y="114401"/>
                  </a:lnTo>
                  <a:lnTo>
                    <a:pt x="4415028" y="143357"/>
                  </a:lnTo>
                  <a:lnTo>
                    <a:pt x="4415028" y="204406"/>
                  </a:lnTo>
                  <a:lnTo>
                    <a:pt x="4344835" y="204406"/>
                  </a:lnTo>
                  <a:lnTo>
                    <a:pt x="4344835" y="143357"/>
                  </a:lnTo>
                  <a:lnTo>
                    <a:pt x="4415028" y="143357"/>
                  </a:lnTo>
                  <a:lnTo>
                    <a:pt x="4415028" y="114401"/>
                  </a:lnTo>
                  <a:lnTo>
                    <a:pt x="4344835" y="114401"/>
                  </a:lnTo>
                  <a:lnTo>
                    <a:pt x="4344835" y="54965"/>
                  </a:lnTo>
                  <a:lnTo>
                    <a:pt x="4415028" y="54965"/>
                  </a:lnTo>
                  <a:lnTo>
                    <a:pt x="4415028" y="24384"/>
                  </a:lnTo>
                  <a:lnTo>
                    <a:pt x="4311307" y="24384"/>
                  </a:lnTo>
                  <a:lnTo>
                    <a:pt x="4311307" y="54965"/>
                  </a:lnTo>
                  <a:lnTo>
                    <a:pt x="4311307" y="114401"/>
                  </a:lnTo>
                  <a:lnTo>
                    <a:pt x="4311307" y="143357"/>
                  </a:lnTo>
                  <a:lnTo>
                    <a:pt x="4311307" y="204406"/>
                  </a:lnTo>
                  <a:lnTo>
                    <a:pt x="4241101" y="204406"/>
                  </a:lnTo>
                  <a:lnTo>
                    <a:pt x="4241101" y="143357"/>
                  </a:lnTo>
                  <a:lnTo>
                    <a:pt x="4311307" y="143357"/>
                  </a:lnTo>
                  <a:lnTo>
                    <a:pt x="4311307" y="114401"/>
                  </a:lnTo>
                  <a:lnTo>
                    <a:pt x="4241101" y="114401"/>
                  </a:lnTo>
                  <a:lnTo>
                    <a:pt x="4241101" y="54965"/>
                  </a:lnTo>
                  <a:lnTo>
                    <a:pt x="4311307" y="54965"/>
                  </a:lnTo>
                  <a:lnTo>
                    <a:pt x="4311307" y="24384"/>
                  </a:lnTo>
                  <a:lnTo>
                    <a:pt x="4209097" y="24384"/>
                  </a:lnTo>
                  <a:lnTo>
                    <a:pt x="4209097" y="250228"/>
                  </a:lnTo>
                  <a:lnTo>
                    <a:pt x="4241101" y="250228"/>
                  </a:lnTo>
                  <a:lnTo>
                    <a:pt x="4241101" y="234886"/>
                  </a:lnTo>
                  <a:lnTo>
                    <a:pt x="4311307" y="234886"/>
                  </a:lnTo>
                  <a:lnTo>
                    <a:pt x="4311307" y="292900"/>
                  </a:lnTo>
                  <a:lnTo>
                    <a:pt x="4199953" y="292900"/>
                  </a:lnTo>
                  <a:lnTo>
                    <a:pt x="4199953" y="323380"/>
                  </a:lnTo>
                  <a:lnTo>
                    <a:pt x="4311307" y="323380"/>
                  </a:lnTo>
                  <a:lnTo>
                    <a:pt x="4311307" y="385953"/>
                  </a:lnTo>
                  <a:lnTo>
                    <a:pt x="4174045" y="385953"/>
                  </a:lnTo>
                  <a:lnTo>
                    <a:pt x="4174045" y="416445"/>
                  </a:lnTo>
                  <a:lnTo>
                    <a:pt x="4474464" y="416445"/>
                  </a:lnTo>
                  <a:lnTo>
                    <a:pt x="4474464" y="38595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8326" y="2204180"/>
              <a:ext cx="108299" cy="100679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8375320" y="1874710"/>
            <a:ext cx="1325880" cy="436880"/>
          </a:xfrm>
          <a:custGeom>
            <a:avLst/>
            <a:gdLst/>
            <a:ahLst/>
            <a:cxnLst/>
            <a:rect l="l" t="t" r="r" b="b"/>
            <a:pathLst>
              <a:path w="1325879" h="436880">
                <a:moveTo>
                  <a:pt x="164795" y="230314"/>
                </a:moveTo>
                <a:lnTo>
                  <a:pt x="141820" y="218008"/>
                </a:lnTo>
                <a:lnTo>
                  <a:pt x="118605" y="206121"/>
                </a:lnTo>
                <a:lnTo>
                  <a:pt x="94830" y="194525"/>
                </a:lnTo>
                <a:lnTo>
                  <a:pt x="70205" y="183070"/>
                </a:lnTo>
                <a:lnTo>
                  <a:pt x="53441" y="210502"/>
                </a:lnTo>
                <a:lnTo>
                  <a:pt x="77165" y="222224"/>
                </a:lnTo>
                <a:lnTo>
                  <a:pt x="100304" y="234518"/>
                </a:lnTo>
                <a:lnTo>
                  <a:pt x="122872" y="247408"/>
                </a:lnTo>
                <a:lnTo>
                  <a:pt x="144881" y="260896"/>
                </a:lnTo>
                <a:lnTo>
                  <a:pt x="164795" y="230314"/>
                </a:lnTo>
                <a:close/>
              </a:path>
              <a:path w="1325879" h="436880">
                <a:moveTo>
                  <a:pt x="201371" y="164782"/>
                </a:moveTo>
                <a:lnTo>
                  <a:pt x="180200" y="152438"/>
                </a:lnTo>
                <a:lnTo>
                  <a:pt x="157886" y="140360"/>
                </a:lnTo>
                <a:lnTo>
                  <a:pt x="134416" y="128270"/>
                </a:lnTo>
                <a:lnTo>
                  <a:pt x="109829" y="115925"/>
                </a:lnTo>
                <a:lnTo>
                  <a:pt x="91541" y="141833"/>
                </a:lnTo>
                <a:lnTo>
                  <a:pt x="116103" y="155371"/>
                </a:lnTo>
                <a:lnTo>
                  <a:pt x="139407" y="168592"/>
                </a:lnTo>
                <a:lnTo>
                  <a:pt x="161277" y="181787"/>
                </a:lnTo>
                <a:lnTo>
                  <a:pt x="181559" y="195262"/>
                </a:lnTo>
                <a:lnTo>
                  <a:pt x="201371" y="164782"/>
                </a:lnTo>
                <a:close/>
              </a:path>
              <a:path w="1325879" h="436880">
                <a:moveTo>
                  <a:pt x="417868" y="64109"/>
                </a:moveTo>
                <a:lnTo>
                  <a:pt x="230327" y="64109"/>
                </a:lnTo>
                <a:lnTo>
                  <a:pt x="254711" y="51917"/>
                </a:lnTo>
                <a:lnTo>
                  <a:pt x="244729" y="36690"/>
                </a:lnTo>
                <a:lnTo>
                  <a:pt x="235470" y="23063"/>
                </a:lnTo>
                <a:lnTo>
                  <a:pt x="227063" y="10883"/>
                </a:lnTo>
                <a:lnTo>
                  <a:pt x="219659" y="0"/>
                </a:lnTo>
                <a:lnTo>
                  <a:pt x="187655" y="18288"/>
                </a:lnTo>
                <a:lnTo>
                  <a:pt x="196240" y="31457"/>
                </a:lnTo>
                <a:lnTo>
                  <a:pt x="203847" y="43484"/>
                </a:lnTo>
                <a:lnTo>
                  <a:pt x="216611" y="64109"/>
                </a:lnTo>
                <a:lnTo>
                  <a:pt x="15341" y="64109"/>
                </a:lnTo>
                <a:lnTo>
                  <a:pt x="15341" y="143357"/>
                </a:lnTo>
                <a:lnTo>
                  <a:pt x="50393" y="143357"/>
                </a:lnTo>
                <a:lnTo>
                  <a:pt x="50393" y="97637"/>
                </a:lnTo>
                <a:lnTo>
                  <a:pt x="382816" y="97637"/>
                </a:lnTo>
                <a:lnTo>
                  <a:pt x="382816" y="143357"/>
                </a:lnTo>
                <a:lnTo>
                  <a:pt x="417868" y="143357"/>
                </a:lnTo>
                <a:lnTo>
                  <a:pt x="417868" y="97637"/>
                </a:lnTo>
                <a:lnTo>
                  <a:pt x="417868" y="64109"/>
                </a:lnTo>
                <a:close/>
              </a:path>
              <a:path w="1325879" h="436880">
                <a:moveTo>
                  <a:pt x="428637" y="274612"/>
                </a:moveTo>
                <a:lnTo>
                  <a:pt x="262331" y="274612"/>
                </a:lnTo>
                <a:lnTo>
                  <a:pt x="268325" y="246761"/>
                </a:lnTo>
                <a:lnTo>
                  <a:pt x="272542" y="211645"/>
                </a:lnTo>
                <a:lnTo>
                  <a:pt x="272643" y="210502"/>
                </a:lnTo>
                <a:lnTo>
                  <a:pt x="275094" y="168592"/>
                </a:lnTo>
                <a:lnTo>
                  <a:pt x="275221" y="164782"/>
                </a:lnTo>
                <a:lnTo>
                  <a:pt x="276047" y="114401"/>
                </a:lnTo>
                <a:lnTo>
                  <a:pt x="237947" y="114401"/>
                </a:lnTo>
                <a:lnTo>
                  <a:pt x="237871" y="168592"/>
                </a:lnTo>
                <a:lnTo>
                  <a:pt x="235661" y="211645"/>
                </a:lnTo>
                <a:lnTo>
                  <a:pt x="231076" y="247408"/>
                </a:lnTo>
                <a:lnTo>
                  <a:pt x="224231" y="274612"/>
                </a:lnTo>
                <a:lnTo>
                  <a:pt x="7632" y="274612"/>
                </a:lnTo>
                <a:lnTo>
                  <a:pt x="7632" y="306616"/>
                </a:lnTo>
                <a:lnTo>
                  <a:pt x="208991" y="306616"/>
                </a:lnTo>
                <a:lnTo>
                  <a:pt x="185940" y="331685"/>
                </a:lnTo>
                <a:lnTo>
                  <a:pt x="153441" y="353834"/>
                </a:lnTo>
                <a:lnTo>
                  <a:pt x="111569" y="373062"/>
                </a:lnTo>
                <a:lnTo>
                  <a:pt x="60401" y="389369"/>
                </a:lnTo>
                <a:lnTo>
                  <a:pt x="0" y="402717"/>
                </a:lnTo>
                <a:lnTo>
                  <a:pt x="5715" y="410743"/>
                </a:lnTo>
                <a:lnTo>
                  <a:pt x="11290" y="418922"/>
                </a:lnTo>
                <a:lnTo>
                  <a:pt x="16586" y="427367"/>
                </a:lnTo>
                <a:lnTo>
                  <a:pt x="21437" y="436257"/>
                </a:lnTo>
                <a:lnTo>
                  <a:pt x="86931" y="419442"/>
                </a:lnTo>
                <a:lnTo>
                  <a:pt x="141884" y="398907"/>
                </a:lnTo>
                <a:lnTo>
                  <a:pt x="186537" y="374916"/>
                </a:lnTo>
                <a:lnTo>
                  <a:pt x="221183" y="347764"/>
                </a:lnTo>
                <a:lnTo>
                  <a:pt x="267169" y="368706"/>
                </a:lnTo>
                <a:lnTo>
                  <a:pt x="313613" y="390334"/>
                </a:lnTo>
                <a:lnTo>
                  <a:pt x="360349" y="412800"/>
                </a:lnTo>
                <a:lnTo>
                  <a:pt x="407200" y="436257"/>
                </a:lnTo>
                <a:lnTo>
                  <a:pt x="425488" y="402717"/>
                </a:lnTo>
                <a:lnTo>
                  <a:pt x="335178" y="361721"/>
                </a:lnTo>
                <a:lnTo>
                  <a:pt x="303301" y="347764"/>
                </a:lnTo>
                <a:lnTo>
                  <a:pt x="289140" y="341566"/>
                </a:lnTo>
                <a:lnTo>
                  <a:pt x="242519" y="321856"/>
                </a:lnTo>
                <a:lnTo>
                  <a:pt x="245567" y="315760"/>
                </a:lnTo>
                <a:lnTo>
                  <a:pt x="248615" y="311188"/>
                </a:lnTo>
                <a:lnTo>
                  <a:pt x="250139" y="306616"/>
                </a:lnTo>
                <a:lnTo>
                  <a:pt x="428637" y="306616"/>
                </a:lnTo>
                <a:lnTo>
                  <a:pt x="428637" y="274612"/>
                </a:lnTo>
                <a:close/>
              </a:path>
              <a:path w="1325879" h="436880">
                <a:moveTo>
                  <a:pt x="614654" y="332524"/>
                </a:moveTo>
                <a:lnTo>
                  <a:pt x="613752" y="324497"/>
                </a:lnTo>
                <a:lnTo>
                  <a:pt x="613321" y="318808"/>
                </a:lnTo>
                <a:lnTo>
                  <a:pt x="612508" y="307873"/>
                </a:lnTo>
                <a:lnTo>
                  <a:pt x="611606" y="298996"/>
                </a:lnTo>
                <a:lnTo>
                  <a:pt x="595388" y="304444"/>
                </a:lnTo>
                <a:lnTo>
                  <a:pt x="579018" y="309473"/>
                </a:lnTo>
                <a:lnTo>
                  <a:pt x="547497" y="318808"/>
                </a:lnTo>
                <a:lnTo>
                  <a:pt x="547497" y="201371"/>
                </a:lnTo>
                <a:lnTo>
                  <a:pt x="603986" y="201371"/>
                </a:lnTo>
                <a:lnTo>
                  <a:pt x="603986" y="170891"/>
                </a:lnTo>
                <a:lnTo>
                  <a:pt x="547497" y="170891"/>
                </a:lnTo>
                <a:lnTo>
                  <a:pt x="547497" y="68681"/>
                </a:lnTo>
                <a:lnTo>
                  <a:pt x="610082" y="68681"/>
                </a:lnTo>
                <a:lnTo>
                  <a:pt x="610082" y="36576"/>
                </a:lnTo>
                <a:lnTo>
                  <a:pt x="451485" y="36576"/>
                </a:lnTo>
                <a:lnTo>
                  <a:pt x="451485" y="68681"/>
                </a:lnTo>
                <a:lnTo>
                  <a:pt x="513969" y="68681"/>
                </a:lnTo>
                <a:lnTo>
                  <a:pt x="513969" y="170891"/>
                </a:lnTo>
                <a:lnTo>
                  <a:pt x="456057" y="170891"/>
                </a:lnTo>
                <a:lnTo>
                  <a:pt x="456057" y="201371"/>
                </a:lnTo>
                <a:lnTo>
                  <a:pt x="513969" y="201371"/>
                </a:lnTo>
                <a:lnTo>
                  <a:pt x="513969" y="329476"/>
                </a:lnTo>
                <a:lnTo>
                  <a:pt x="496214" y="334048"/>
                </a:lnTo>
                <a:lnTo>
                  <a:pt x="446913" y="347764"/>
                </a:lnTo>
                <a:lnTo>
                  <a:pt x="459105" y="381393"/>
                </a:lnTo>
                <a:lnTo>
                  <a:pt x="614654" y="332524"/>
                </a:lnTo>
                <a:close/>
              </a:path>
              <a:path w="1325879" h="436880">
                <a:moveTo>
                  <a:pt x="846493" y="21336"/>
                </a:moveTo>
                <a:lnTo>
                  <a:pt x="622274" y="21336"/>
                </a:lnTo>
                <a:lnTo>
                  <a:pt x="622274" y="291376"/>
                </a:lnTo>
                <a:lnTo>
                  <a:pt x="657326" y="291376"/>
                </a:lnTo>
                <a:lnTo>
                  <a:pt x="657326" y="53441"/>
                </a:lnTo>
                <a:lnTo>
                  <a:pt x="812876" y="53441"/>
                </a:lnTo>
                <a:lnTo>
                  <a:pt x="812876" y="283756"/>
                </a:lnTo>
                <a:lnTo>
                  <a:pt x="846493" y="283756"/>
                </a:lnTo>
                <a:lnTo>
                  <a:pt x="846493" y="53441"/>
                </a:lnTo>
                <a:lnTo>
                  <a:pt x="846493" y="21336"/>
                </a:lnTo>
                <a:close/>
              </a:path>
              <a:path w="1325879" h="436880">
                <a:moveTo>
                  <a:pt x="884593" y="323380"/>
                </a:moveTo>
                <a:lnTo>
                  <a:pt x="873734" y="319303"/>
                </a:lnTo>
                <a:lnTo>
                  <a:pt x="864019" y="315950"/>
                </a:lnTo>
                <a:lnTo>
                  <a:pt x="855446" y="312877"/>
                </a:lnTo>
                <a:lnTo>
                  <a:pt x="848017" y="309664"/>
                </a:lnTo>
                <a:lnTo>
                  <a:pt x="846874" y="327088"/>
                </a:lnTo>
                <a:lnTo>
                  <a:pt x="845718" y="342671"/>
                </a:lnTo>
                <a:lnTo>
                  <a:pt x="835164" y="384810"/>
                </a:lnTo>
                <a:lnTo>
                  <a:pt x="814400" y="390537"/>
                </a:lnTo>
                <a:lnTo>
                  <a:pt x="793064" y="390537"/>
                </a:lnTo>
                <a:lnTo>
                  <a:pt x="782180" y="389102"/>
                </a:lnTo>
                <a:lnTo>
                  <a:pt x="774585" y="384822"/>
                </a:lnTo>
                <a:lnTo>
                  <a:pt x="770128" y="377672"/>
                </a:lnTo>
                <a:lnTo>
                  <a:pt x="768680" y="367677"/>
                </a:lnTo>
                <a:lnTo>
                  <a:pt x="768680" y="274612"/>
                </a:lnTo>
                <a:lnTo>
                  <a:pt x="768680" y="256324"/>
                </a:lnTo>
                <a:lnTo>
                  <a:pt x="739724" y="256324"/>
                </a:lnTo>
                <a:lnTo>
                  <a:pt x="743724" y="234581"/>
                </a:lnTo>
                <a:lnTo>
                  <a:pt x="746582" y="210705"/>
                </a:lnTo>
                <a:lnTo>
                  <a:pt x="748296" y="184861"/>
                </a:lnTo>
                <a:lnTo>
                  <a:pt x="748804" y="160223"/>
                </a:lnTo>
                <a:lnTo>
                  <a:pt x="748868" y="83921"/>
                </a:lnTo>
                <a:lnTo>
                  <a:pt x="715340" y="83921"/>
                </a:lnTo>
                <a:lnTo>
                  <a:pt x="715340" y="160223"/>
                </a:lnTo>
                <a:lnTo>
                  <a:pt x="713320" y="207124"/>
                </a:lnTo>
                <a:lnTo>
                  <a:pt x="707288" y="247319"/>
                </a:lnTo>
                <a:lnTo>
                  <a:pt x="683234" y="308140"/>
                </a:lnTo>
                <a:lnTo>
                  <a:pt x="636358" y="359625"/>
                </a:lnTo>
                <a:lnTo>
                  <a:pt x="603465" y="382803"/>
                </a:lnTo>
                <a:lnTo>
                  <a:pt x="564261" y="404253"/>
                </a:lnTo>
                <a:lnTo>
                  <a:pt x="570915" y="411124"/>
                </a:lnTo>
                <a:lnTo>
                  <a:pt x="577113" y="418160"/>
                </a:lnTo>
                <a:lnTo>
                  <a:pt x="583006" y="425462"/>
                </a:lnTo>
                <a:lnTo>
                  <a:pt x="588746" y="433209"/>
                </a:lnTo>
                <a:lnTo>
                  <a:pt x="628154" y="409727"/>
                </a:lnTo>
                <a:lnTo>
                  <a:pt x="661708" y="384822"/>
                </a:lnTo>
                <a:lnTo>
                  <a:pt x="689305" y="358152"/>
                </a:lnTo>
                <a:lnTo>
                  <a:pt x="718210" y="316826"/>
                </a:lnTo>
                <a:lnTo>
                  <a:pt x="735152" y="274612"/>
                </a:lnTo>
                <a:lnTo>
                  <a:pt x="735152" y="372249"/>
                </a:lnTo>
                <a:lnTo>
                  <a:pt x="738314" y="393369"/>
                </a:lnTo>
                <a:lnTo>
                  <a:pt x="747915" y="408635"/>
                </a:lnTo>
                <a:lnTo>
                  <a:pt x="764082" y="417893"/>
                </a:lnTo>
                <a:lnTo>
                  <a:pt x="786968" y="421017"/>
                </a:lnTo>
                <a:lnTo>
                  <a:pt x="818972" y="421017"/>
                </a:lnTo>
                <a:lnTo>
                  <a:pt x="859434" y="410921"/>
                </a:lnTo>
                <a:lnTo>
                  <a:pt x="879017" y="370179"/>
                </a:lnTo>
                <a:lnTo>
                  <a:pt x="880783" y="356958"/>
                </a:lnTo>
                <a:lnTo>
                  <a:pt x="884593" y="323380"/>
                </a:lnTo>
                <a:close/>
              </a:path>
              <a:path w="1325879" h="436880">
                <a:moveTo>
                  <a:pt x="1325321" y="77825"/>
                </a:moveTo>
                <a:lnTo>
                  <a:pt x="1117866" y="77825"/>
                </a:lnTo>
                <a:lnTo>
                  <a:pt x="1149959" y="61061"/>
                </a:lnTo>
                <a:lnTo>
                  <a:pt x="1138224" y="40982"/>
                </a:lnTo>
                <a:lnTo>
                  <a:pt x="1128191" y="24206"/>
                </a:lnTo>
                <a:lnTo>
                  <a:pt x="1113294" y="0"/>
                </a:lnTo>
                <a:lnTo>
                  <a:pt x="1079766" y="15240"/>
                </a:lnTo>
                <a:lnTo>
                  <a:pt x="1094244" y="40817"/>
                </a:lnTo>
                <a:lnTo>
                  <a:pt x="1103337" y="57759"/>
                </a:lnTo>
                <a:lnTo>
                  <a:pt x="1113294" y="77825"/>
                </a:lnTo>
                <a:lnTo>
                  <a:pt x="902881" y="77825"/>
                </a:lnTo>
                <a:lnTo>
                  <a:pt x="902881" y="109829"/>
                </a:lnTo>
                <a:lnTo>
                  <a:pt x="1023378" y="109829"/>
                </a:lnTo>
                <a:lnTo>
                  <a:pt x="1022210" y="137033"/>
                </a:lnTo>
                <a:lnTo>
                  <a:pt x="1019302" y="182791"/>
                </a:lnTo>
                <a:lnTo>
                  <a:pt x="1010132" y="250609"/>
                </a:lnTo>
                <a:lnTo>
                  <a:pt x="994194" y="295744"/>
                </a:lnTo>
                <a:lnTo>
                  <a:pt x="969479" y="336702"/>
                </a:lnTo>
                <a:lnTo>
                  <a:pt x="935990" y="373405"/>
                </a:lnTo>
                <a:lnTo>
                  <a:pt x="893737" y="405765"/>
                </a:lnTo>
                <a:lnTo>
                  <a:pt x="901458" y="413753"/>
                </a:lnTo>
                <a:lnTo>
                  <a:pt x="908596" y="421576"/>
                </a:lnTo>
                <a:lnTo>
                  <a:pt x="921169" y="436245"/>
                </a:lnTo>
                <a:lnTo>
                  <a:pt x="958545" y="407797"/>
                </a:lnTo>
                <a:lnTo>
                  <a:pt x="989812" y="375767"/>
                </a:lnTo>
                <a:lnTo>
                  <a:pt x="1014984" y="340182"/>
                </a:lnTo>
                <a:lnTo>
                  <a:pt x="1034034" y="301028"/>
                </a:lnTo>
                <a:lnTo>
                  <a:pt x="1046988" y="258305"/>
                </a:lnTo>
                <a:lnTo>
                  <a:pt x="1053858" y="212026"/>
                </a:lnTo>
                <a:lnTo>
                  <a:pt x="1229207" y="212026"/>
                </a:lnTo>
                <a:lnTo>
                  <a:pt x="1222349" y="310921"/>
                </a:lnTo>
                <a:lnTo>
                  <a:pt x="1215491" y="359562"/>
                </a:lnTo>
                <a:lnTo>
                  <a:pt x="1174343" y="385953"/>
                </a:lnTo>
                <a:lnTo>
                  <a:pt x="1155776" y="385648"/>
                </a:lnTo>
                <a:lnTo>
                  <a:pt x="1134478" y="384619"/>
                </a:lnTo>
                <a:lnTo>
                  <a:pt x="1110615" y="382739"/>
                </a:lnTo>
                <a:lnTo>
                  <a:pt x="1084338" y="379857"/>
                </a:lnTo>
                <a:lnTo>
                  <a:pt x="1088529" y="401383"/>
                </a:lnTo>
                <a:lnTo>
                  <a:pt x="1089901" y="410933"/>
                </a:lnTo>
                <a:lnTo>
                  <a:pt x="1090434" y="419481"/>
                </a:lnTo>
                <a:lnTo>
                  <a:pt x="1117396" y="421246"/>
                </a:lnTo>
                <a:lnTo>
                  <a:pt x="1141183" y="422148"/>
                </a:lnTo>
                <a:lnTo>
                  <a:pt x="1162100" y="422490"/>
                </a:lnTo>
                <a:lnTo>
                  <a:pt x="1180439" y="422529"/>
                </a:lnTo>
                <a:lnTo>
                  <a:pt x="1211846" y="417652"/>
                </a:lnTo>
                <a:lnTo>
                  <a:pt x="1250086" y="378129"/>
                </a:lnTo>
                <a:lnTo>
                  <a:pt x="1259890" y="306959"/>
                </a:lnTo>
                <a:lnTo>
                  <a:pt x="1262824" y="267131"/>
                </a:lnTo>
                <a:lnTo>
                  <a:pt x="1268933" y="178498"/>
                </a:lnTo>
                <a:lnTo>
                  <a:pt x="1056906" y="178498"/>
                </a:lnTo>
                <a:lnTo>
                  <a:pt x="1058024" y="163918"/>
                </a:lnTo>
                <a:lnTo>
                  <a:pt x="1059002" y="147599"/>
                </a:lnTo>
                <a:lnTo>
                  <a:pt x="1059688" y="129565"/>
                </a:lnTo>
                <a:lnTo>
                  <a:pt x="1059954" y="109829"/>
                </a:lnTo>
                <a:lnTo>
                  <a:pt x="1325321" y="109829"/>
                </a:lnTo>
                <a:lnTo>
                  <a:pt x="1325321" y="778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97590" y="2413158"/>
            <a:ext cx="434975" cy="433705"/>
          </a:xfrm>
          <a:custGeom>
            <a:avLst/>
            <a:gdLst/>
            <a:ahLst/>
            <a:cxnLst/>
            <a:rect l="l" t="t" r="r" b="b"/>
            <a:pathLst>
              <a:path w="434975" h="433705">
                <a:moveTo>
                  <a:pt x="292798" y="80867"/>
                </a:moveTo>
                <a:lnTo>
                  <a:pt x="257746" y="80867"/>
                </a:lnTo>
                <a:lnTo>
                  <a:pt x="257746" y="0"/>
                </a:lnTo>
                <a:lnTo>
                  <a:pt x="292798" y="0"/>
                </a:lnTo>
                <a:lnTo>
                  <a:pt x="292798" y="80867"/>
                </a:lnTo>
                <a:close/>
              </a:path>
              <a:path w="434975" h="433705">
                <a:moveTo>
                  <a:pt x="414813" y="112871"/>
                </a:moveTo>
                <a:lnTo>
                  <a:pt x="141827" y="112871"/>
                </a:lnTo>
                <a:lnTo>
                  <a:pt x="141827" y="80867"/>
                </a:lnTo>
                <a:lnTo>
                  <a:pt x="414813" y="80867"/>
                </a:lnTo>
                <a:lnTo>
                  <a:pt x="414813" y="112871"/>
                </a:lnTo>
                <a:close/>
              </a:path>
              <a:path w="434975" h="433705">
                <a:moveTo>
                  <a:pt x="292798" y="205930"/>
                </a:moveTo>
                <a:lnTo>
                  <a:pt x="257746" y="205930"/>
                </a:lnTo>
                <a:lnTo>
                  <a:pt x="257746" y="112871"/>
                </a:lnTo>
                <a:lnTo>
                  <a:pt x="292798" y="112871"/>
                </a:lnTo>
                <a:lnTo>
                  <a:pt x="292798" y="205930"/>
                </a:lnTo>
                <a:close/>
              </a:path>
              <a:path w="434975" h="433705">
                <a:moveTo>
                  <a:pt x="434625" y="236505"/>
                </a:moveTo>
                <a:lnTo>
                  <a:pt x="120491" y="236505"/>
                </a:lnTo>
                <a:lnTo>
                  <a:pt x="120491" y="205930"/>
                </a:lnTo>
                <a:lnTo>
                  <a:pt x="434625" y="205930"/>
                </a:lnTo>
                <a:lnTo>
                  <a:pt x="434625" y="236505"/>
                </a:lnTo>
                <a:close/>
              </a:path>
              <a:path w="434975" h="433705">
                <a:moveTo>
                  <a:pt x="144875" y="413385"/>
                </a:moveTo>
                <a:lnTo>
                  <a:pt x="128111" y="375285"/>
                </a:lnTo>
                <a:lnTo>
                  <a:pt x="141818" y="367615"/>
                </a:lnTo>
                <a:lnTo>
                  <a:pt x="155400" y="356223"/>
                </a:lnTo>
                <a:lnTo>
                  <a:pt x="181546" y="323373"/>
                </a:lnTo>
                <a:lnTo>
                  <a:pt x="210121" y="281082"/>
                </a:lnTo>
                <a:lnTo>
                  <a:pt x="236410" y="236505"/>
                </a:lnTo>
                <a:lnTo>
                  <a:pt x="279082" y="236505"/>
                </a:lnTo>
                <a:lnTo>
                  <a:pt x="255103" y="275335"/>
                </a:lnTo>
                <a:lnTo>
                  <a:pt x="231267" y="311610"/>
                </a:lnTo>
                <a:lnTo>
                  <a:pt x="207716" y="345028"/>
                </a:lnTo>
                <a:lnTo>
                  <a:pt x="184594" y="375285"/>
                </a:lnTo>
                <a:lnTo>
                  <a:pt x="402925" y="375285"/>
                </a:lnTo>
                <a:lnTo>
                  <a:pt x="403955" y="376794"/>
                </a:lnTo>
                <a:lnTo>
                  <a:pt x="415223" y="393573"/>
                </a:lnTo>
                <a:lnTo>
                  <a:pt x="369093" y="393573"/>
                </a:lnTo>
                <a:lnTo>
                  <a:pt x="189151" y="408789"/>
                </a:lnTo>
                <a:lnTo>
                  <a:pt x="144875" y="413385"/>
                </a:lnTo>
                <a:close/>
              </a:path>
              <a:path w="434975" h="433705">
                <a:moveTo>
                  <a:pt x="402925" y="375285"/>
                </a:moveTo>
                <a:lnTo>
                  <a:pt x="184594" y="375285"/>
                </a:lnTo>
                <a:lnTo>
                  <a:pt x="225982" y="373618"/>
                </a:lnTo>
                <a:lnTo>
                  <a:pt x="267664" y="371094"/>
                </a:lnTo>
                <a:lnTo>
                  <a:pt x="350805" y="364617"/>
                </a:lnTo>
                <a:lnTo>
                  <a:pt x="339637" y="346861"/>
                </a:lnTo>
                <a:lnTo>
                  <a:pt x="328898" y="330088"/>
                </a:lnTo>
                <a:lnTo>
                  <a:pt x="318444" y="314173"/>
                </a:lnTo>
                <a:lnTo>
                  <a:pt x="308133" y="298989"/>
                </a:lnTo>
                <a:lnTo>
                  <a:pt x="337089" y="280701"/>
                </a:lnTo>
                <a:lnTo>
                  <a:pt x="358235" y="310434"/>
                </a:lnTo>
                <a:lnTo>
                  <a:pt x="380523" y="342471"/>
                </a:lnTo>
                <a:lnTo>
                  <a:pt x="402925" y="375285"/>
                </a:lnTo>
                <a:close/>
              </a:path>
              <a:path w="434975" h="433705">
                <a:moveTo>
                  <a:pt x="393477" y="433197"/>
                </a:moveTo>
                <a:lnTo>
                  <a:pt x="387524" y="422933"/>
                </a:lnTo>
                <a:lnTo>
                  <a:pt x="381285" y="412813"/>
                </a:lnTo>
                <a:lnTo>
                  <a:pt x="369093" y="393573"/>
                </a:lnTo>
                <a:lnTo>
                  <a:pt x="415223" y="393573"/>
                </a:lnTo>
                <a:lnTo>
                  <a:pt x="428529" y="413385"/>
                </a:lnTo>
                <a:lnTo>
                  <a:pt x="419409" y="417980"/>
                </a:lnTo>
                <a:lnTo>
                  <a:pt x="410432" y="422719"/>
                </a:lnTo>
                <a:lnTo>
                  <a:pt x="401740" y="427743"/>
                </a:lnTo>
                <a:lnTo>
                  <a:pt x="393477" y="433197"/>
                </a:lnTo>
                <a:close/>
              </a:path>
              <a:path w="434975" h="433705">
                <a:moveTo>
                  <a:pt x="45815" y="428625"/>
                </a:moveTo>
                <a:lnTo>
                  <a:pt x="7620" y="416433"/>
                </a:lnTo>
                <a:lnTo>
                  <a:pt x="22295" y="376675"/>
                </a:lnTo>
                <a:lnTo>
                  <a:pt x="36659" y="335041"/>
                </a:lnTo>
                <a:lnTo>
                  <a:pt x="51004" y="291408"/>
                </a:lnTo>
                <a:lnTo>
                  <a:pt x="65627" y="245649"/>
                </a:lnTo>
                <a:lnTo>
                  <a:pt x="82581" y="252698"/>
                </a:lnTo>
                <a:lnTo>
                  <a:pt x="91559" y="256579"/>
                </a:lnTo>
                <a:lnTo>
                  <a:pt x="100679" y="260889"/>
                </a:lnTo>
                <a:lnTo>
                  <a:pt x="85248" y="305743"/>
                </a:lnTo>
                <a:lnTo>
                  <a:pt x="70961" y="348757"/>
                </a:lnTo>
                <a:lnTo>
                  <a:pt x="57816" y="389771"/>
                </a:lnTo>
                <a:lnTo>
                  <a:pt x="45815" y="428625"/>
                </a:lnTo>
                <a:close/>
              </a:path>
              <a:path w="434975" h="433705">
                <a:moveTo>
                  <a:pt x="74771" y="207454"/>
                </a:moveTo>
                <a:lnTo>
                  <a:pt x="31099" y="169926"/>
                </a:lnTo>
                <a:lnTo>
                  <a:pt x="14040" y="155805"/>
                </a:lnTo>
                <a:lnTo>
                  <a:pt x="0" y="144970"/>
                </a:lnTo>
                <a:lnTo>
                  <a:pt x="22955" y="120491"/>
                </a:lnTo>
                <a:lnTo>
                  <a:pt x="39790" y="132833"/>
                </a:lnTo>
                <a:lnTo>
                  <a:pt x="58197" y="146863"/>
                </a:lnTo>
                <a:lnTo>
                  <a:pt x="78033" y="162590"/>
                </a:lnTo>
                <a:lnTo>
                  <a:pt x="99155" y="180022"/>
                </a:lnTo>
                <a:lnTo>
                  <a:pt x="85248" y="196024"/>
                </a:lnTo>
                <a:lnTo>
                  <a:pt x="79652" y="202311"/>
                </a:lnTo>
                <a:lnTo>
                  <a:pt x="74771" y="207454"/>
                </a:lnTo>
                <a:close/>
              </a:path>
              <a:path w="434975" h="433705">
                <a:moveTo>
                  <a:pt x="88487" y="97631"/>
                </a:moveTo>
                <a:lnTo>
                  <a:pt x="69364" y="78795"/>
                </a:lnTo>
                <a:lnTo>
                  <a:pt x="50946" y="61245"/>
                </a:lnTo>
                <a:lnTo>
                  <a:pt x="33368" y="45124"/>
                </a:lnTo>
                <a:lnTo>
                  <a:pt x="16764" y="30575"/>
                </a:lnTo>
                <a:lnTo>
                  <a:pt x="39719" y="6096"/>
                </a:lnTo>
                <a:lnTo>
                  <a:pt x="57388" y="20438"/>
                </a:lnTo>
                <a:lnTo>
                  <a:pt x="75914" y="35897"/>
                </a:lnTo>
                <a:lnTo>
                  <a:pt x="95011" y="52481"/>
                </a:lnTo>
                <a:lnTo>
                  <a:pt x="114395" y="70199"/>
                </a:lnTo>
                <a:lnTo>
                  <a:pt x="107561" y="77914"/>
                </a:lnTo>
                <a:lnTo>
                  <a:pt x="100869" y="85058"/>
                </a:lnTo>
                <a:lnTo>
                  <a:pt x="94464" y="91630"/>
                </a:lnTo>
                <a:lnTo>
                  <a:pt x="88487" y="976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808511" y="2731960"/>
            <a:ext cx="67310" cy="118110"/>
          </a:xfrm>
          <a:custGeom>
            <a:avLst/>
            <a:gdLst/>
            <a:ahLst/>
            <a:cxnLst/>
            <a:rect l="l" t="t" r="r" b="b"/>
            <a:pathLst>
              <a:path w="67310" h="118110">
                <a:moveTo>
                  <a:pt x="30480" y="117538"/>
                </a:moveTo>
                <a:lnTo>
                  <a:pt x="0" y="117538"/>
                </a:lnTo>
                <a:lnTo>
                  <a:pt x="27431" y="0"/>
                </a:lnTo>
                <a:lnTo>
                  <a:pt x="67151" y="0"/>
                </a:lnTo>
                <a:lnTo>
                  <a:pt x="30480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212657" y="2413164"/>
            <a:ext cx="866775" cy="433705"/>
          </a:xfrm>
          <a:custGeom>
            <a:avLst/>
            <a:gdLst/>
            <a:ahLst/>
            <a:cxnLst/>
            <a:rect l="l" t="t" r="r" b="b"/>
            <a:pathLst>
              <a:path w="866775" h="433705">
                <a:moveTo>
                  <a:pt x="388899" y="33616"/>
                </a:moveTo>
                <a:lnTo>
                  <a:pt x="0" y="33616"/>
                </a:lnTo>
                <a:lnTo>
                  <a:pt x="0" y="70192"/>
                </a:lnTo>
                <a:lnTo>
                  <a:pt x="329374" y="70192"/>
                </a:lnTo>
                <a:lnTo>
                  <a:pt x="296532" y="94195"/>
                </a:lnTo>
                <a:lnTo>
                  <a:pt x="262115" y="118059"/>
                </a:lnTo>
                <a:lnTo>
                  <a:pt x="226237" y="141643"/>
                </a:lnTo>
                <a:lnTo>
                  <a:pt x="189064" y="164782"/>
                </a:lnTo>
                <a:lnTo>
                  <a:pt x="189064" y="343281"/>
                </a:lnTo>
                <a:lnTo>
                  <a:pt x="186728" y="361048"/>
                </a:lnTo>
                <a:lnTo>
                  <a:pt x="179539" y="373380"/>
                </a:lnTo>
                <a:lnTo>
                  <a:pt x="167208" y="380568"/>
                </a:lnTo>
                <a:lnTo>
                  <a:pt x="149440" y="382905"/>
                </a:lnTo>
                <a:lnTo>
                  <a:pt x="132842" y="382612"/>
                </a:lnTo>
                <a:lnTo>
                  <a:pt x="114960" y="381762"/>
                </a:lnTo>
                <a:lnTo>
                  <a:pt x="95643" y="380326"/>
                </a:lnTo>
                <a:lnTo>
                  <a:pt x="74764" y="378333"/>
                </a:lnTo>
                <a:lnTo>
                  <a:pt x="76149" y="388620"/>
                </a:lnTo>
                <a:lnTo>
                  <a:pt x="79476" y="409194"/>
                </a:lnTo>
                <a:lnTo>
                  <a:pt x="80860" y="419481"/>
                </a:lnTo>
                <a:lnTo>
                  <a:pt x="103200" y="420357"/>
                </a:lnTo>
                <a:lnTo>
                  <a:pt x="122389" y="420814"/>
                </a:lnTo>
                <a:lnTo>
                  <a:pt x="152488" y="421005"/>
                </a:lnTo>
                <a:lnTo>
                  <a:pt x="172491" y="419862"/>
                </a:lnTo>
                <a:lnTo>
                  <a:pt x="211924" y="402717"/>
                </a:lnTo>
                <a:lnTo>
                  <a:pt x="227876" y="363283"/>
                </a:lnTo>
                <a:lnTo>
                  <a:pt x="228790" y="343281"/>
                </a:lnTo>
                <a:lnTo>
                  <a:pt x="228790" y="181546"/>
                </a:lnTo>
                <a:lnTo>
                  <a:pt x="269646" y="156095"/>
                </a:lnTo>
                <a:lnTo>
                  <a:pt x="309943" y="130060"/>
                </a:lnTo>
                <a:lnTo>
                  <a:pt x="349694" y="103454"/>
                </a:lnTo>
                <a:lnTo>
                  <a:pt x="388899" y="76288"/>
                </a:lnTo>
                <a:lnTo>
                  <a:pt x="388899" y="33616"/>
                </a:lnTo>
                <a:close/>
              </a:path>
              <a:path w="866775" h="433705">
                <a:moveTo>
                  <a:pt x="626745" y="118960"/>
                </a:moveTo>
                <a:lnTo>
                  <a:pt x="599313" y="118960"/>
                </a:lnTo>
                <a:lnTo>
                  <a:pt x="599313" y="144970"/>
                </a:lnTo>
                <a:lnTo>
                  <a:pt x="599313" y="199834"/>
                </a:lnTo>
                <a:lnTo>
                  <a:pt x="599313" y="225742"/>
                </a:lnTo>
                <a:lnTo>
                  <a:pt x="599313" y="280708"/>
                </a:lnTo>
                <a:lnTo>
                  <a:pt x="559689" y="280708"/>
                </a:lnTo>
                <a:lnTo>
                  <a:pt x="559689" y="225742"/>
                </a:lnTo>
                <a:lnTo>
                  <a:pt x="599313" y="225742"/>
                </a:lnTo>
                <a:lnTo>
                  <a:pt x="599313" y="199834"/>
                </a:lnTo>
                <a:lnTo>
                  <a:pt x="559689" y="199834"/>
                </a:lnTo>
                <a:lnTo>
                  <a:pt x="559689" y="144970"/>
                </a:lnTo>
                <a:lnTo>
                  <a:pt x="599313" y="144970"/>
                </a:lnTo>
                <a:lnTo>
                  <a:pt x="599313" y="118960"/>
                </a:lnTo>
                <a:lnTo>
                  <a:pt x="571881" y="118960"/>
                </a:lnTo>
                <a:lnTo>
                  <a:pt x="603885" y="71716"/>
                </a:lnTo>
                <a:lnTo>
                  <a:pt x="603885" y="44284"/>
                </a:lnTo>
                <a:lnTo>
                  <a:pt x="568833" y="44284"/>
                </a:lnTo>
                <a:lnTo>
                  <a:pt x="568833" y="71716"/>
                </a:lnTo>
                <a:lnTo>
                  <a:pt x="536829" y="118960"/>
                </a:lnTo>
                <a:lnTo>
                  <a:pt x="530733" y="118960"/>
                </a:lnTo>
                <a:lnTo>
                  <a:pt x="530733" y="144970"/>
                </a:lnTo>
                <a:lnTo>
                  <a:pt x="530733" y="199834"/>
                </a:lnTo>
                <a:lnTo>
                  <a:pt x="530733" y="225742"/>
                </a:lnTo>
                <a:lnTo>
                  <a:pt x="530733" y="280708"/>
                </a:lnTo>
                <a:lnTo>
                  <a:pt x="492633" y="280708"/>
                </a:lnTo>
                <a:lnTo>
                  <a:pt x="492633" y="225742"/>
                </a:lnTo>
                <a:lnTo>
                  <a:pt x="530733" y="225742"/>
                </a:lnTo>
                <a:lnTo>
                  <a:pt x="530733" y="199834"/>
                </a:lnTo>
                <a:lnTo>
                  <a:pt x="492633" y="199834"/>
                </a:lnTo>
                <a:lnTo>
                  <a:pt x="492633" y="144970"/>
                </a:lnTo>
                <a:lnTo>
                  <a:pt x="530733" y="144970"/>
                </a:lnTo>
                <a:lnTo>
                  <a:pt x="530733" y="118960"/>
                </a:lnTo>
                <a:lnTo>
                  <a:pt x="475767" y="118960"/>
                </a:lnTo>
                <a:lnTo>
                  <a:pt x="482904" y="107518"/>
                </a:lnTo>
                <a:lnTo>
                  <a:pt x="490359" y="96100"/>
                </a:lnTo>
                <a:lnTo>
                  <a:pt x="498348" y="84035"/>
                </a:lnTo>
                <a:lnTo>
                  <a:pt x="506349" y="71716"/>
                </a:lnTo>
                <a:lnTo>
                  <a:pt x="568833" y="71716"/>
                </a:lnTo>
                <a:lnTo>
                  <a:pt x="568833" y="44284"/>
                </a:lnTo>
                <a:lnTo>
                  <a:pt x="521589" y="44284"/>
                </a:lnTo>
                <a:lnTo>
                  <a:pt x="526161" y="36029"/>
                </a:lnTo>
                <a:lnTo>
                  <a:pt x="530733" y="27330"/>
                </a:lnTo>
                <a:lnTo>
                  <a:pt x="535305" y="18313"/>
                </a:lnTo>
                <a:lnTo>
                  <a:pt x="539877" y="9144"/>
                </a:lnTo>
                <a:lnTo>
                  <a:pt x="509397" y="0"/>
                </a:lnTo>
                <a:lnTo>
                  <a:pt x="492455" y="34340"/>
                </a:lnTo>
                <a:lnTo>
                  <a:pt x="473684" y="66382"/>
                </a:lnTo>
                <a:lnTo>
                  <a:pt x="452932" y="96100"/>
                </a:lnTo>
                <a:lnTo>
                  <a:pt x="430047" y="123532"/>
                </a:lnTo>
                <a:lnTo>
                  <a:pt x="436600" y="131051"/>
                </a:lnTo>
                <a:lnTo>
                  <a:pt x="442429" y="137528"/>
                </a:lnTo>
                <a:lnTo>
                  <a:pt x="447408" y="143141"/>
                </a:lnTo>
                <a:lnTo>
                  <a:pt x="451383" y="148018"/>
                </a:lnTo>
                <a:lnTo>
                  <a:pt x="460527" y="138874"/>
                </a:lnTo>
                <a:lnTo>
                  <a:pt x="463575" y="134302"/>
                </a:lnTo>
                <a:lnTo>
                  <a:pt x="463575" y="282232"/>
                </a:lnTo>
                <a:lnTo>
                  <a:pt x="461581" y="320497"/>
                </a:lnTo>
                <a:lnTo>
                  <a:pt x="455574" y="354888"/>
                </a:lnTo>
                <a:lnTo>
                  <a:pt x="445579" y="384975"/>
                </a:lnTo>
                <a:lnTo>
                  <a:pt x="431571" y="410337"/>
                </a:lnTo>
                <a:lnTo>
                  <a:pt x="438378" y="416052"/>
                </a:lnTo>
                <a:lnTo>
                  <a:pt x="444906" y="421767"/>
                </a:lnTo>
                <a:lnTo>
                  <a:pt x="450862" y="427482"/>
                </a:lnTo>
                <a:lnTo>
                  <a:pt x="455955" y="433197"/>
                </a:lnTo>
                <a:lnTo>
                  <a:pt x="470242" y="408927"/>
                </a:lnTo>
                <a:lnTo>
                  <a:pt x="481114" y="379653"/>
                </a:lnTo>
                <a:lnTo>
                  <a:pt x="488569" y="345503"/>
                </a:lnTo>
                <a:lnTo>
                  <a:pt x="492633" y="306616"/>
                </a:lnTo>
                <a:lnTo>
                  <a:pt x="530733" y="306616"/>
                </a:lnTo>
                <a:lnTo>
                  <a:pt x="530733" y="387477"/>
                </a:lnTo>
                <a:lnTo>
                  <a:pt x="559689" y="387477"/>
                </a:lnTo>
                <a:lnTo>
                  <a:pt x="559689" y="306616"/>
                </a:lnTo>
                <a:lnTo>
                  <a:pt x="599313" y="306616"/>
                </a:lnTo>
                <a:lnTo>
                  <a:pt x="599313" y="378333"/>
                </a:lnTo>
                <a:lnTo>
                  <a:pt x="597903" y="387451"/>
                </a:lnTo>
                <a:lnTo>
                  <a:pt x="593788" y="394144"/>
                </a:lnTo>
                <a:lnTo>
                  <a:pt x="587095" y="398259"/>
                </a:lnTo>
                <a:lnTo>
                  <a:pt x="577977" y="399669"/>
                </a:lnTo>
                <a:lnTo>
                  <a:pt x="569442" y="399402"/>
                </a:lnTo>
                <a:lnTo>
                  <a:pt x="560070" y="398716"/>
                </a:lnTo>
                <a:lnTo>
                  <a:pt x="550113" y="397738"/>
                </a:lnTo>
                <a:lnTo>
                  <a:pt x="539877" y="396621"/>
                </a:lnTo>
                <a:lnTo>
                  <a:pt x="541870" y="405434"/>
                </a:lnTo>
                <a:lnTo>
                  <a:pt x="543306" y="413385"/>
                </a:lnTo>
                <a:lnTo>
                  <a:pt x="544156" y="420192"/>
                </a:lnTo>
                <a:lnTo>
                  <a:pt x="544449" y="425577"/>
                </a:lnTo>
                <a:lnTo>
                  <a:pt x="554710" y="426453"/>
                </a:lnTo>
                <a:lnTo>
                  <a:pt x="564832" y="426910"/>
                </a:lnTo>
                <a:lnTo>
                  <a:pt x="574662" y="427075"/>
                </a:lnTo>
                <a:lnTo>
                  <a:pt x="584073" y="427101"/>
                </a:lnTo>
                <a:lnTo>
                  <a:pt x="602945" y="424268"/>
                </a:lnTo>
                <a:lnTo>
                  <a:pt x="616267" y="415861"/>
                </a:lnTo>
                <a:lnTo>
                  <a:pt x="624141" y="402031"/>
                </a:lnTo>
                <a:lnTo>
                  <a:pt x="624459" y="399669"/>
                </a:lnTo>
                <a:lnTo>
                  <a:pt x="626745" y="382905"/>
                </a:lnTo>
                <a:lnTo>
                  <a:pt x="626745" y="134302"/>
                </a:lnTo>
                <a:lnTo>
                  <a:pt x="626745" y="118960"/>
                </a:lnTo>
                <a:close/>
              </a:path>
              <a:path w="866775" h="433705">
                <a:moveTo>
                  <a:pt x="841819" y="22948"/>
                </a:moveTo>
                <a:lnTo>
                  <a:pt x="645121" y="22948"/>
                </a:lnTo>
                <a:lnTo>
                  <a:pt x="645121" y="53428"/>
                </a:lnTo>
                <a:lnTo>
                  <a:pt x="693889" y="53428"/>
                </a:lnTo>
                <a:lnTo>
                  <a:pt x="692175" y="70573"/>
                </a:lnTo>
                <a:lnTo>
                  <a:pt x="680173" y="108292"/>
                </a:lnTo>
                <a:lnTo>
                  <a:pt x="646747" y="142252"/>
                </a:lnTo>
                <a:lnTo>
                  <a:pt x="629881" y="152590"/>
                </a:lnTo>
                <a:lnTo>
                  <a:pt x="636435" y="160515"/>
                </a:lnTo>
                <a:lnTo>
                  <a:pt x="642264" y="168021"/>
                </a:lnTo>
                <a:lnTo>
                  <a:pt x="647242" y="174663"/>
                </a:lnTo>
                <a:lnTo>
                  <a:pt x="651217" y="180022"/>
                </a:lnTo>
                <a:lnTo>
                  <a:pt x="671220" y="166039"/>
                </a:lnTo>
                <a:lnTo>
                  <a:pt x="700938" y="136906"/>
                </a:lnTo>
                <a:lnTo>
                  <a:pt x="721131" y="92290"/>
                </a:lnTo>
                <a:lnTo>
                  <a:pt x="725893" y="53428"/>
                </a:lnTo>
                <a:lnTo>
                  <a:pt x="808291" y="53428"/>
                </a:lnTo>
                <a:lnTo>
                  <a:pt x="805243" y="99148"/>
                </a:lnTo>
                <a:lnTo>
                  <a:pt x="779335" y="125158"/>
                </a:lnTo>
                <a:lnTo>
                  <a:pt x="769505" y="124853"/>
                </a:lnTo>
                <a:lnTo>
                  <a:pt x="758291" y="123964"/>
                </a:lnTo>
                <a:lnTo>
                  <a:pt x="745375" y="122504"/>
                </a:lnTo>
                <a:lnTo>
                  <a:pt x="730465" y="120484"/>
                </a:lnTo>
                <a:lnTo>
                  <a:pt x="731850" y="129451"/>
                </a:lnTo>
                <a:lnTo>
                  <a:pt x="735177" y="146735"/>
                </a:lnTo>
                <a:lnTo>
                  <a:pt x="736561" y="155638"/>
                </a:lnTo>
                <a:lnTo>
                  <a:pt x="749477" y="156514"/>
                </a:lnTo>
                <a:lnTo>
                  <a:pt x="760996" y="156972"/>
                </a:lnTo>
                <a:lnTo>
                  <a:pt x="771359" y="157137"/>
                </a:lnTo>
                <a:lnTo>
                  <a:pt x="780859" y="157162"/>
                </a:lnTo>
                <a:lnTo>
                  <a:pt x="804900" y="153974"/>
                </a:lnTo>
                <a:lnTo>
                  <a:pt x="833577" y="127546"/>
                </a:lnTo>
                <a:lnTo>
                  <a:pt x="839851" y="85432"/>
                </a:lnTo>
                <a:lnTo>
                  <a:pt x="841552" y="44361"/>
                </a:lnTo>
                <a:lnTo>
                  <a:pt x="841819" y="22948"/>
                </a:lnTo>
                <a:close/>
              </a:path>
              <a:path w="866775" h="433705">
                <a:moveTo>
                  <a:pt x="866203" y="311188"/>
                </a:moveTo>
                <a:lnTo>
                  <a:pt x="776287" y="311188"/>
                </a:lnTo>
                <a:lnTo>
                  <a:pt x="776287" y="248704"/>
                </a:lnTo>
                <a:lnTo>
                  <a:pt x="855535" y="248704"/>
                </a:lnTo>
                <a:lnTo>
                  <a:pt x="855535" y="218122"/>
                </a:lnTo>
                <a:lnTo>
                  <a:pt x="776287" y="218122"/>
                </a:lnTo>
                <a:lnTo>
                  <a:pt x="776287" y="170878"/>
                </a:lnTo>
                <a:lnTo>
                  <a:pt x="744181" y="170878"/>
                </a:lnTo>
                <a:lnTo>
                  <a:pt x="744181" y="218122"/>
                </a:lnTo>
                <a:lnTo>
                  <a:pt x="701509" y="218122"/>
                </a:lnTo>
                <a:lnTo>
                  <a:pt x="704037" y="209880"/>
                </a:lnTo>
                <a:lnTo>
                  <a:pt x="709650" y="192836"/>
                </a:lnTo>
                <a:lnTo>
                  <a:pt x="712177" y="184594"/>
                </a:lnTo>
                <a:lnTo>
                  <a:pt x="681697" y="175450"/>
                </a:lnTo>
                <a:lnTo>
                  <a:pt x="674027" y="202641"/>
                </a:lnTo>
                <a:lnTo>
                  <a:pt x="664933" y="229412"/>
                </a:lnTo>
                <a:lnTo>
                  <a:pt x="654697" y="255892"/>
                </a:lnTo>
                <a:lnTo>
                  <a:pt x="643597" y="282232"/>
                </a:lnTo>
                <a:lnTo>
                  <a:pt x="651319" y="284797"/>
                </a:lnTo>
                <a:lnTo>
                  <a:pt x="658456" y="287947"/>
                </a:lnTo>
                <a:lnTo>
                  <a:pt x="665035" y="291655"/>
                </a:lnTo>
                <a:lnTo>
                  <a:pt x="671029" y="295948"/>
                </a:lnTo>
                <a:lnTo>
                  <a:pt x="676478" y="284492"/>
                </a:lnTo>
                <a:lnTo>
                  <a:pt x="681507" y="272897"/>
                </a:lnTo>
                <a:lnTo>
                  <a:pt x="686244" y="261010"/>
                </a:lnTo>
                <a:lnTo>
                  <a:pt x="690841" y="248704"/>
                </a:lnTo>
                <a:lnTo>
                  <a:pt x="744181" y="248704"/>
                </a:lnTo>
                <a:lnTo>
                  <a:pt x="744181" y="311188"/>
                </a:lnTo>
                <a:lnTo>
                  <a:pt x="640549" y="311188"/>
                </a:lnTo>
                <a:lnTo>
                  <a:pt x="640549" y="340233"/>
                </a:lnTo>
                <a:lnTo>
                  <a:pt x="744181" y="340233"/>
                </a:lnTo>
                <a:lnTo>
                  <a:pt x="744181" y="433197"/>
                </a:lnTo>
                <a:lnTo>
                  <a:pt x="776287" y="433197"/>
                </a:lnTo>
                <a:lnTo>
                  <a:pt x="776287" y="340233"/>
                </a:lnTo>
                <a:lnTo>
                  <a:pt x="866203" y="340233"/>
                </a:lnTo>
                <a:lnTo>
                  <a:pt x="866203" y="3111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213068" y="2472690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45815" y="314229"/>
                </a:moveTo>
                <a:lnTo>
                  <a:pt x="0" y="314229"/>
                </a:lnTo>
                <a:lnTo>
                  <a:pt x="105251" y="157067"/>
                </a:lnTo>
                <a:lnTo>
                  <a:pt x="9144" y="0"/>
                </a:lnTo>
                <a:lnTo>
                  <a:pt x="53435" y="0"/>
                </a:lnTo>
                <a:lnTo>
                  <a:pt x="118967" y="111347"/>
                </a:lnTo>
                <a:lnTo>
                  <a:pt x="122015" y="117443"/>
                </a:lnTo>
                <a:lnTo>
                  <a:pt x="126587" y="125063"/>
                </a:lnTo>
                <a:lnTo>
                  <a:pt x="129635" y="132683"/>
                </a:lnTo>
                <a:lnTo>
                  <a:pt x="167067" y="132683"/>
                </a:lnTo>
                <a:lnTo>
                  <a:pt x="152495" y="155543"/>
                </a:lnTo>
                <a:lnTo>
                  <a:pt x="167059" y="178498"/>
                </a:lnTo>
                <a:lnTo>
                  <a:pt x="128111" y="178498"/>
                </a:lnTo>
                <a:lnTo>
                  <a:pt x="120491" y="193738"/>
                </a:lnTo>
                <a:lnTo>
                  <a:pt x="45815" y="314229"/>
                </a:lnTo>
                <a:close/>
              </a:path>
              <a:path w="253364" h="314325">
                <a:moveTo>
                  <a:pt x="167067" y="132683"/>
                </a:moveTo>
                <a:lnTo>
                  <a:pt x="129635" y="132683"/>
                </a:lnTo>
                <a:lnTo>
                  <a:pt x="133040" y="126111"/>
                </a:lnTo>
                <a:lnTo>
                  <a:pt x="139279" y="114681"/>
                </a:lnTo>
                <a:lnTo>
                  <a:pt x="141827" y="109823"/>
                </a:lnTo>
                <a:lnTo>
                  <a:pt x="208978" y="0"/>
                </a:lnTo>
                <a:lnTo>
                  <a:pt x="251650" y="0"/>
                </a:lnTo>
                <a:lnTo>
                  <a:pt x="167067" y="132683"/>
                </a:lnTo>
                <a:close/>
              </a:path>
              <a:path w="253364" h="314325">
                <a:moveTo>
                  <a:pt x="253174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4207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67059" y="178498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513486" y="2472690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57"/>
                </a:lnTo>
                <a:lnTo>
                  <a:pt x="284607" y="76092"/>
                </a:lnTo>
                <a:lnTo>
                  <a:pt x="286702" y="42672"/>
                </a:lnTo>
                <a:lnTo>
                  <a:pt x="280987" y="60817"/>
                </a:lnTo>
                <a:lnTo>
                  <a:pt x="277558" y="73247"/>
                </a:lnTo>
                <a:lnTo>
                  <a:pt x="169354" y="314229"/>
                </a:lnTo>
                <a:lnTo>
                  <a:pt x="150971" y="314229"/>
                </a:lnTo>
                <a:lnTo>
                  <a:pt x="44291" y="74771"/>
                </a:lnTo>
                <a:lnTo>
                  <a:pt x="35147" y="42672"/>
                </a:lnTo>
                <a:lnTo>
                  <a:pt x="33623" y="42672"/>
                </a:lnTo>
                <a:lnTo>
                  <a:pt x="36409" y="84328"/>
                </a:lnTo>
                <a:lnTo>
                  <a:pt x="36671" y="314229"/>
                </a:ln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150044" y="231362"/>
                </a:lnTo>
                <a:lnTo>
                  <a:pt x="160210" y="256222"/>
                </a:lnTo>
                <a:lnTo>
                  <a:pt x="161734" y="256222"/>
                </a:lnTo>
                <a:lnTo>
                  <a:pt x="169926" y="234315"/>
                </a:lnTo>
                <a:lnTo>
                  <a:pt x="173521" y="225575"/>
                </a:lnTo>
                <a:lnTo>
                  <a:pt x="176974" y="218122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916108" y="2472689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5" h="313689">
                <a:moveTo>
                  <a:pt x="163156" y="280670"/>
                </a:moveTo>
                <a:lnTo>
                  <a:pt x="38188" y="280670"/>
                </a:lnTo>
                <a:lnTo>
                  <a:pt x="38188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156" y="313690"/>
                </a:lnTo>
                <a:lnTo>
                  <a:pt x="16315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129563" y="2473229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129557" y="2473235"/>
            <a:ext cx="234950" cy="313690"/>
          </a:xfrm>
          <a:custGeom>
            <a:avLst/>
            <a:gdLst/>
            <a:ahLst/>
            <a:cxnLst/>
            <a:rect l="l" t="t" r="r" b="b"/>
            <a:pathLst>
              <a:path w="234950" h="313689">
                <a:moveTo>
                  <a:pt x="234886" y="0"/>
                </a:moveTo>
                <a:lnTo>
                  <a:pt x="198310" y="0"/>
                </a:lnTo>
                <a:lnTo>
                  <a:pt x="198310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8310" y="170180"/>
                </a:lnTo>
                <a:lnTo>
                  <a:pt x="198310" y="313690"/>
                </a:lnTo>
                <a:lnTo>
                  <a:pt x="234886" y="313690"/>
                </a:lnTo>
                <a:lnTo>
                  <a:pt x="234886" y="170180"/>
                </a:lnTo>
                <a:lnTo>
                  <a:pt x="234886" y="137160"/>
                </a:lnTo>
                <a:lnTo>
                  <a:pt x="23488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414837" y="2495549"/>
            <a:ext cx="283845" cy="296545"/>
          </a:xfrm>
          <a:custGeom>
            <a:avLst/>
            <a:gdLst/>
            <a:ahLst/>
            <a:cxnLst/>
            <a:rect l="l" t="t" r="r" b="b"/>
            <a:pathLst>
              <a:path w="283845" h="296544">
                <a:moveTo>
                  <a:pt x="131152" y="67157"/>
                </a:moveTo>
                <a:lnTo>
                  <a:pt x="74676" y="67157"/>
                </a:lnTo>
                <a:lnTo>
                  <a:pt x="74676" y="0"/>
                </a:lnTo>
                <a:lnTo>
                  <a:pt x="38100" y="12192"/>
                </a:lnTo>
                <a:lnTo>
                  <a:pt x="38100" y="67157"/>
                </a:lnTo>
                <a:lnTo>
                  <a:pt x="0" y="67157"/>
                </a:lnTo>
                <a:lnTo>
                  <a:pt x="0" y="97637"/>
                </a:lnTo>
                <a:lnTo>
                  <a:pt x="38100" y="97637"/>
                </a:lnTo>
                <a:lnTo>
                  <a:pt x="38100" y="230314"/>
                </a:lnTo>
                <a:lnTo>
                  <a:pt x="41808" y="259257"/>
                </a:lnTo>
                <a:lnTo>
                  <a:pt x="52959" y="279742"/>
                </a:lnTo>
                <a:lnTo>
                  <a:pt x="71564" y="291922"/>
                </a:lnTo>
                <a:lnTo>
                  <a:pt x="97624" y="295948"/>
                </a:lnTo>
                <a:lnTo>
                  <a:pt x="107365" y="295643"/>
                </a:lnTo>
                <a:lnTo>
                  <a:pt x="116103" y="294614"/>
                </a:lnTo>
                <a:lnTo>
                  <a:pt x="123990" y="292735"/>
                </a:lnTo>
                <a:lnTo>
                  <a:pt x="131152" y="289852"/>
                </a:lnTo>
                <a:lnTo>
                  <a:pt x="131152" y="259372"/>
                </a:lnTo>
                <a:lnTo>
                  <a:pt x="125056" y="263944"/>
                </a:lnTo>
                <a:lnTo>
                  <a:pt x="115912" y="265468"/>
                </a:lnTo>
                <a:lnTo>
                  <a:pt x="108292" y="265468"/>
                </a:lnTo>
                <a:lnTo>
                  <a:pt x="99733" y="264896"/>
                </a:lnTo>
                <a:lnTo>
                  <a:pt x="75006" y="234810"/>
                </a:lnTo>
                <a:lnTo>
                  <a:pt x="74676" y="224218"/>
                </a:lnTo>
                <a:lnTo>
                  <a:pt x="74676" y="97637"/>
                </a:lnTo>
                <a:lnTo>
                  <a:pt x="131152" y="97637"/>
                </a:lnTo>
                <a:lnTo>
                  <a:pt x="131152" y="67157"/>
                </a:lnTo>
                <a:close/>
              </a:path>
              <a:path w="283845" h="296544">
                <a:moveTo>
                  <a:pt x="283654" y="67157"/>
                </a:moveTo>
                <a:lnTo>
                  <a:pt x="227164" y="67157"/>
                </a:lnTo>
                <a:lnTo>
                  <a:pt x="227164" y="0"/>
                </a:lnTo>
                <a:lnTo>
                  <a:pt x="190588" y="12192"/>
                </a:lnTo>
                <a:lnTo>
                  <a:pt x="190588" y="67157"/>
                </a:lnTo>
                <a:lnTo>
                  <a:pt x="152488" y="67157"/>
                </a:lnTo>
                <a:lnTo>
                  <a:pt x="152488" y="97637"/>
                </a:lnTo>
                <a:lnTo>
                  <a:pt x="190588" y="97637"/>
                </a:lnTo>
                <a:lnTo>
                  <a:pt x="190588" y="230314"/>
                </a:lnTo>
                <a:lnTo>
                  <a:pt x="194310" y="259257"/>
                </a:lnTo>
                <a:lnTo>
                  <a:pt x="205460" y="279742"/>
                </a:lnTo>
                <a:lnTo>
                  <a:pt x="224066" y="291922"/>
                </a:lnTo>
                <a:lnTo>
                  <a:pt x="250126" y="295948"/>
                </a:lnTo>
                <a:lnTo>
                  <a:pt x="259854" y="295643"/>
                </a:lnTo>
                <a:lnTo>
                  <a:pt x="268605" y="294614"/>
                </a:lnTo>
                <a:lnTo>
                  <a:pt x="276479" y="292735"/>
                </a:lnTo>
                <a:lnTo>
                  <a:pt x="283654" y="289852"/>
                </a:lnTo>
                <a:lnTo>
                  <a:pt x="283654" y="259372"/>
                </a:lnTo>
                <a:lnTo>
                  <a:pt x="276034" y="263944"/>
                </a:lnTo>
                <a:lnTo>
                  <a:pt x="268414" y="265468"/>
                </a:lnTo>
                <a:lnTo>
                  <a:pt x="259270" y="265468"/>
                </a:lnTo>
                <a:lnTo>
                  <a:pt x="251599" y="264896"/>
                </a:lnTo>
                <a:lnTo>
                  <a:pt x="227495" y="234810"/>
                </a:lnTo>
                <a:lnTo>
                  <a:pt x="227164" y="224218"/>
                </a:lnTo>
                <a:lnTo>
                  <a:pt x="227164" y="97637"/>
                </a:lnTo>
                <a:lnTo>
                  <a:pt x="283654" y="97637"/>
                </a:lnTo>
                <a:lnTo>
                  <a:pt x="283654" y="6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745735" y="2558129"/>
            <a:ext cx="206375" cy="332740"/>
          </a:xfrm>
          <a:custGeom>
            <a:avLst/>
            <a:gdLst/>
            <a:ahLst/>
            <a:cxnLst/>
            <a:rect l="l" t="t" r="r" b="b"/>
            <a:pathLst>
              <a:path w="206375" h="332739">
                <a:moveTo>
                  <a:pt x="63232" y="44196"/>
                </a:moveTo>
                <a:lnTo>
                  <a:pt x="36576" y="44196"/>
                </a:lnTo>
                <a:lnTo>
                  <a:pt x="51775" y="24431"/>
                </a:lnTo>
                <a:lnTo>
                  <a:pt x="69806" y="10668"/>
                </a:lnTo>
                <a:lnTo>
                  <a:pt x="90676" y="2619"/>
                </a:lnTo>
                <a:lnTo>
                  <a:pt x="114395" y="0"/>
                </a:lnTo>
                <a:lnTo>
                  <a:pt x="134946" y="1738"/>
                </a:lnTo>
                <a:lnTo>
                  <a:pt x="153078" y="7048"/>
                </a:lnTo>
                <a:lnTo>
                  <a:pt x="168656" y="16073"/>
                </a:lnTo>
                <a:lnTo>
                  <a:pt x="181546" y="28956"/>
                </a:lnTo>
                <a:lnTo>
                  <a:pt x="105251" y="28956"/>
                </a:lnTo>
                <a:lnTo>
                  <a:pt x="90963" y="30384"/>
                </a:lnTo>
                <a:lnTo>
                  <a:pt x="77819" y="34671"/>
                </a:lnTo>
                <a:lnTo>
                  <a:pt x="65817" y="41814"/>
                </a:lnTo>
                <a:lnTo>
                  <a:pt x="63232" y="44196"/>
                </a:lnTo>
                <a:close/>
              </a:path>
              <a:path w="206375" h="332739">
                <a:moveTo>
                  <a:pt x="36576" y="332517"/>
                </a:moveTo>
                <a:lnTo>
                  <a:pt x="0" y="332517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44196"/>
                </a:lnTo>
                <a:lnTo>
                  <a:pt x="63232" y="44196"/>
                </a:lnTo>
                <a:lnTo>
                  <a:pt x="41195" y="75866"/>
                </a:lnTo>
                <a:lnTo>
                  <a:pt x="36576" y="106775"/>
                </a:lnTo>
                <a:lnTo>
                  <a:pt x="36576" y="137255"/>
                </a:lnTo>
                <a:lnTo>
                  <a:pt x="46943" y="174545"/>
                </a:lnTo>
                <a:lnTo>
                  <a:pt x="70553" y="196786"/>
                </a:lnTo>
                <a:lnTo>
                  <a:pt x="36576" y="196786"/>
                </a:lnTo>
                <a:lnTo>
                  <a:pt x="36576" y="332517"/>
                </a:lnTo>
                <a:close/>
              </a:path>
              <a:path w="206375" h="332739">
                <a:moveTo>
                  <a:pt x="174176" y="204406"/>
                </a:moveTo>
                <a:lnTo>
                  <a:pt x="100679" y="204406"/>
                </a:lnTo>
                <a:lnTo>
                  <a:pt x="115824" y="202714"/>
                </a:lnTo>
                <a:lnTo>
                  <a:pt x="129254" y="197727"/>
                </a:lnTo>
                <a:lnTo>
                  <a:pt x="158972" y="164687"/>
                </a:lnTo>
                <a:lnTo>
                  <a:pt x="169259" y="109823"/>
                </a:lnTo>
                <a:lnTo>
                  <a:pt x="168354" y="91734"/>
                </a:lnTo>
                <a:lnTo>
                  <a:pt x="152495" y="50292"/>
                </a:lnTo>
                <a:lnTo>
                  <a:pt x="119276" y="30360"/>
                </a:lnTo>
                <a:lnTo>
                  <a:pt x="105251" y="28956"/>
                </a:lnTo>
                <a:lnTo>
                  <a:pt x="181546" y="28956"/>
                </a:lnTo>
                <a:lnTo>
                  <a:pt x="192428" y="45221"/>
                </a:lnTo>
                <a:lnTo>
                  <a:pt x="200025" y="64210"/>
                </a:lnTo>
                <a:lnTo>
                  <a:pt x="204477" y="85788"/>
                </a:lnTo>
                <a:lnTo>
                  <a:pt x="205930" y="109823"/>
                </a:lnTo>
                <a:lnTo>
                  <a:pt x="204216" y="136947"/>
                </a:lnTo>
                <a:lnTo>
                  <a:pt x="199072" y="161079"/>
                </a:lnTo>
                <a:lnTo>
                  <a:pt x="190500" y="182086"/>
                </a:lnTo>
                <a:lnTo>
                  <a:pt x="178498" y="199834"/>
                </a:lnTo>
                <a:lnTo>
                  <a:pt x="174176" y="204406"/>
                </a:lnTo>
                <a:close/>
              </a:path>
              <a:path w="206375" h="332739">
                <a:moveTo>
                  <a:pt x="103727" y="234886"/>
                </a:moveTo>
                <a:lnTo>
                  <a:pt x="83389" y="232362"/>
                </a:lnTo>
                <a:lnTo>
                  <a:pt x="65615" y="224980"/>
                </a:lnTo>
                <a:lnTo>
                  <a:pt x="50108" y="213026"/>
                </a:lnTo>
                <a:lnTo>
                  <a:pt x="36576" y="196786"/>
                </a:lnTo>
                <a:lnTo>
                  <a:pt x="70553" y="196786"/>
                </a:lnTo>
                <a:lnTo>
                  <a:pt x="74390" y="199060"/>
                </a:lnTo>
                <a:lnTo>
                  <a:pt x="86677" y="203023"/>
                </a:lnTo>
                <a:lnTo>
                  <a:pt x="100679" y="204406"/>
                </a:lnTo>
                <a:lnTo>
                  <a:pt x="174176" y="204406"/>
                </a:lnTo>
                <a:lnTo>
                  <a:pt x="164203" y="214955"/>
                </a:lnTo>
                <a:lnTo>
                  <a:pt x="146792" y="225933"/>
                </a:lnTo>
                <a:lnTo>
                  <a:pt x="126541" y="232624"/>
                </a:lnTo>
                <a:lnTo>
                  <a:pt x="103727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5014150" y="2472690"/>
            <a:ext cx="689610" cy="418465"/>
            <a:chOff x="5014150" y="2472690"/>
            <a:chExt cx="689610" cy="418465"/>
          </a:xfrm>
        </p:grpSpPr>
        <p:sp>
          <p:nvSpPr>
            <p:cNvPr id="23" name="object 23" descr=""/>
            <p:cNvSpPr/>
            <p:nvPr/>
          </p:nvSpPr>
          <p:spPr>
            <a:xfrm>
              <a:off x="5014150" y="2472690"/>
              <a:ext cx="226060" cy="314325"/>
            </a:xfrm>
            <a:custGeom>
              <a:avLst/>
              <a:gdLst/>
              <a:ahLst/>
              <a:cxnLst/>
              <a:rect l="l" t="t" r="r" b="b"/>
              <a:pathLst>
                <a:path w="226060" h="314325">
                  <a:moveTo>
                    <a:pt x="36576" y="314229"/>
                  </a:moveTo>
                  <a:lnTo>
                    <a:pt x="0" y="314229"/>
                  </a:lnTo>
                  <a:lnTo>
                    <a:pt x="0" y="0"/>
                  </a:lnTo>
                  <a:lnTo>
                    <a:pt x="94583" y="0"/>
                  </a:lnTo>
                  <a:lnTo>
                    <a:pt x="104608" y="309"/>
                  </a:lnTo>
                  <a:lnTo>
                    <a:pt x="148304" y="12001"/>
                  </a:lnTo>
                  <a:lnTo>
                    <a:pt x="161639" y="21336"/>
                  </a:lnTo>
                  <a:lnTo>
                    <a:pt x="167973" y="26455"/>
                  </a:lnTo>
                  <a:lnTo>
                    <a:pt x="173450" y="32575"/>
                  </a:lnTo>
                  <a:lnTo>
                    <a:pt x="174119" y="33528"/>
                  </a:lnTo>
                  <a:lnTo>
                    <a:pt x="36576" y="33528"/>
                  </a:lnTo>
                  <a:lnTo>
                    <a:pt x="36576" y="147923"/>
                  </a:lnTo>
                  <a:lnTo>
                    <a:pt x="160686" y="147923"/>
                  </a:lnTo>
                  <a:lnTo>
                    <a:pt x="155138" y="152495"/>
                  </a:lnTo>
                  <a:lnTo>
                    <a:pt x="120491" y="167735"/>
                  </a:lnTo>
                  <a:lnTo>
                    <a:pt x="120491" y="169354"/>
                  </a:lnTo>
                  <a:lnTo>
                    <a:pt x="125063" y="172402"/>
                  </a:lnTo>
                  <a:lnTo>
                    <a:pt x="129635" y="173926"/>
                  </a:lnTo>
                  <a:lnTo>
                    <a:pt x="134207" y="176974"/>
                  </a:lnTo>
                  <a:lnTo>
                    <a:pt x="137255" y="180022"/>
                  </a:lnTo>
                  <a:lnTo>
                    <a:pt x="36576" y="180022"/>
                  </a:lnTo>
                  <a:lnTo>
                    <a:pt x="36576" y="314229"/>
                  </a:lnTo>
                  <a:close/>
                </a:path>
                <a:path w="226060" h="314325">
                  <a:moveTo>
                    <a:pt x="160686" y="147923"/>
                  </a:moveTo>
                  <a:lnTo>
                    <a:pt x="86963" y="147923"/>
                  </a:lnTo>
                  <a:lnTo>
                    <a:pt x="93797" y="147637"/>
                  </a:lnTo>
                  <a:lnTo>
                    <a:pt x="100488" y="146780"/>
                  </a:lnTo>
                  <a:lnTo>
                    <a:pt x="132683" y="131159"/>
                  </a:lnTo>
                  <a:lnTo>
                    <a:pt x="138779" y="126587"/>
                  </a:lnTo>
                  <a:lnTo>
                    <a:pt x="150971" y="86963"/>
                  </a:lnTo>
                  <a:lnTo>
                    <a:pt x="150066" y="74970"/>
                  </a:lnTo>
                  <a:lnTo>
                    <a:pt x="125325" y="41243"/>
                  </a:lnTo>
                  <a:lnTo>
                    <a:pt x="86963" y="33528"/>
                  </a:lnTo>
                  <a:lnTo>
                    <a:pt x="174119" y="33528"/>
                  </a:lnTo>
                  <a:lnTo>
                    <a:pt x="188855" y="73899"/>
                  </a:lnTo>
                  <a:lnTo>
                    <a:pt x="189166" y="83915"/>
                  </a:lnTo>
                  <a:lnTo>
                    <a:pt x="188879" y="91892"/>
                  </a:lnTo>
                  <a:lnTo>
                    <a:pt x="175069" y="133040"/>
                  </a:lnTo>
                  <a:lnTo>
                    <a:pt x="165949" y="143351"/>
                  </a:lnTo>
                  <a:lnTo>
                    <a:pt x="160686" y="147923"/>
                  </a:lnTo>
                  <a:close/>
                </a:path>
                <a:path w="226060" h="314325">
                  <a:moveTo>
                    <a:pt x="225742" y="314229"/>
                  </a:moveTo>
                  <a:lnTo>
                    <a:pt x="181451" y="314229"/>
                  </a:lnTo>
                  <a:lnTo>
                    <a:pt x="129635" y="225742"/>
                  </a:lnTo>
                  <a:lnTo>
                    <a:pt x="120491" y="210502"/>
                  </a:lnTo>
                  <a:lnTo>
                    <a:pt x="115919" y="205930"/>
                  </a:lnTo>
                  <a:lnTo>
                    <a:pt x="111347" y="199834"/>
                  </a:lnTo>
                  <a:lnTo>
                    <a:pt x="106775" y="195262"/>
                  </a:lnTo>
                  <a:lnTo>
                    <a:pt x="100679" y="190690"/>
                  </a:lnTo>
                  <a:lnTo>
                    <a:pt x="91535" y="184594"/>
                  </a:lnTo>
                  <a:lnTo>
                    <a:pt x="85439" y="183070"/>
                  </a:lnTo>
                  <a:lnTo>
                    <a:pt x="80867" y="181546"/>
                  </a:lnTo>
                  <a:lnTo>
                    <a:pt x="74771" y="180022"/>
                  </a:lnTo>
                  <a:lnTo>
                    <a:pt x="137255" y="180022"/>
                  </a:lnTo>
                  <a:lnTo>
                    <a:pt x="141827" y="183070"/>
                  </a:lnTo>
                  <a:lnTo>
                    <a:pt x="150971" y="196786"/>
                  </a:lnTo>
                  <a:lnTo>
                    <a:pt x="155543" y="201358"/>
                  </a:lnTo>
                  <a:lnTo>
                    <a:pt x="161639" y="213550"/>
                  </a:lnTo>
                  <a:lnTo>
                    <a:pt x="166211" y="219646"/>
                  </a:lnTo>
                  <a:lnTo>
                    <a:pt x="225742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2753" y="2558129"/>
              <a:ext cx="195167" cy="23488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497639" y="2558129"/>
              <a:ext cx="206375" cy="332740"/>
            </a:xfrm>
            <a:custGeom>
              <a:avLst/>
              <a:gdLst/>
              <a:ahLst/>
              <a:cxnLst/>
              <a:rect l="l" t="t" r="r" b="b"/>
              <a:pathLst>
                <a:path w="206375" h="332739">
                  <a:moveTo>
                    <a:pt x="92964" y="234886"/>
                  </a:moveTo>
                  <a:lnTo>
                    <a:pt x="55435" y="227076"/>
                  </a:lnTo>
                  <a:lnTo>
                    <a:pt x="14144" y="188063"/>
                  </a:lnTo>
                  <a:lnTo>
                    <a:pt x="1476" y="146876"/>
                  </a:lnTo>
                  <a:lnTo>
                    <a:pt x="0" y="122015"/>
                  </a:lnTo>
                  <a:lnTo>
                    <a:pt x="1714" y="95735"/>
                  </a:lnTo>
                  <a:lnTo>
                    <a:pt x="15430" y="50568"/>
                  </a:lnTo>
                  <a:lnTo>
                    <a:pt x="42552" y="18002"/>
                  </a:lnTo>
                  <a:lnTo>
                    <a:pt x="80795" y="2000"/>
                  </a:lnTo>
                  <a:lnTo>
                    <a:pt x="103632" y="0"/>
                  </a:lnTo>
                  <a:lnTo>
                    <a:pt x="124856" y="2047"/>
                  </a:lnTo>
                  <a:lnTo>
                    <a:pt x="142767" y="8382"/>
                  </a:lnTo>
                  <a:lnTo>
                    <a:pt x="157518" y="19288"/>
                  </a:lnTo>
                  <a:lnTo>
                    <a:pt x="164718" y="28956"/>
                  </a:lnTo>
                  <a:lnTo>
                    <a:pt x="106680" y="28956"/>
                  </a:lnTo>
                  <a:lnTo>
                    <a:pt x="91511" y="30622"/>
                  </a:lnTo>
                  <a:lnTo>
                    <a:pt x="54864" y="53340"/>
                  </a:lnTo>
                  <a:lnTo>
                    <a:pt x="37719" y="100140"/>
                  </a:lnTo>
                  <a:lnTo>
                    <a:pt x="36576" y="120491"/>
                  </a:lnTo>
                  <a:lnTo>
                    <a:pt x="37719" y="139017"/>
                  </a:lnTo>
                  <a:lnTo>
                    <a:pt x="54864" y="181451"/>
                  </a:lnTo>
                  <a:lnTo>
                    <a:pt x="88082" y="202976"/>
                  </a:lnTo>
                  <a:lnTo>
                    <a:pt x="102108" y="204406"/>
                  </a:lnTo>
                  <a:lnTo>
                    <a:pt x="159641" y="204406"/>
                  </a:lnTo>
                  <a:lnTo>
                    <a:pt x="155851" y="209811"/>
                  </a:lnTo>
                  <a:lnTo>
                    <a:pt x="138576" y="223647"/>
                  </a:lnTo>
                  <a:lnTo>
                    <a:pt x="117569" y="232052"/>
                  </a:lnTo>
                  <a:lnTo>
                    <a:pt x="92964" y="234886"/>
                  </a:lnTo>
                  <a:close/>
                </a:path>
                <a:path w="206375" h="332739">
                  <a:moveTo>
                    <a:pt x="205835" y="35052"/>
                  </a:moveTo>
                  <a:lnTo>
                    <a:pt x="170783" y="35052"/>
                  </a:lnTo>
                  <a:lnTo>
                    <a:pt x="170783" y="4572"/>
                  </a:lnTo>
                  <a:lnTo>
                    <a:pt x="205835" y="4572"/>
                  </a:lnTo>
                  <a:lnTo>
                    <a:pt x="205835" y="35052"/>
                  </a:lnTo>
                  <a:close/>
                </a:path>
                <a:path w="206375" h="332739">
                  <a:moveTo>
                    <a:pt x="159641" y="204406"/>
                  </a:moveTo>
                  <a:lnTo>
                    <a:pt x="102108" y="204406"/>
                  </a:lnTo>
                  <a:lnTo>
                    <a:pt x="116450" y="203000"/>
                  </a:lnTo>
                  <a:lnTo>
                    <a:pt x="129623" y="198870"/>
                  </a:lnTo>
                  <a:lnTo>
                    <a:pt x="160496" y="170973"/>
                  </a:lnTo>
                  <a:lnTo>
                    <a:pt x="170783" y="128111"/>
                  </a:lnTo>
                  <a:lnTo>
                    <a:pt x="170783" y="94583"/>
                  </a:lnTo>
                  <a:lnTo>
                    <a:pt x="152495" y="48768"/>
                  </a:lnTo>
                  <a:lnTo>
                    <a:pt x="106680" y="28956"/>
                  </a:lnTo>
                  <a:lnTo>
                    <a:pt x="164718" y="28956"/>
                  </a:lnTo>
                  <a:lnTo>
                    <a:pt x="169259" y="35052"/>
                  </a:lnTo>
                  <a:lnTo>
                    <a:pt x="205835" y="35052"/>
                  </a:lnTo>
                  <a:lnTo>
                    <a:pt x="205835" y="190690"/>
                  </a:lnTo>
                  <a:lnTo>
                    <a:pt x="169259" y="190690"/>
                  </a:lnTo>
                  <a:lnTo>
                    <a:pt x="159641" y="204406"/>
                  </a:lnTo>
                  <a:close/>
                </a:path>
                <a:path w="206375" h="332739">
                  <a:moveTo>
                    <a:pt x="205835" y="332517"/>
                  </a:moveTo>
                  <a:lnTo>
                    <a:pt x="170783" y="332517"/>
                  </a:lnTo>
                  <a:lnTo>
                    <a:pt x="170783" y="190690"/>
                  </a:lnTo>
                  <a:lnTo>
                    <a:pt x="205835" y="190690"/>
                  </a:lnTo>
                  <a:lnTo>
                    <a:pt x="205835" y="3325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72150" y="2562701"/>
            <a:ext cx="186023" cy="230314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6016085" y="2495550"/>
            <a:ext cx="542925" cy="297815"/>
            <a:chOff x="6016085" y="2495550"/>
            <a:chExt cx="542925" cy="297815"/>
          </a:xfrm>
        </p:grpSpPr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16085" y="2558129"/>
              <a:ext cx="195262" cy="23488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2495" y="2558129"/>
              <a:ext cx="147923" cy="23488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429374" y="2495550"/>
              <a:ext cx="130175" cy="296545"/>
            </a:xfrm>
            <a:custGeom>
              <a:avLst/>
              <a:gdLst/>
              <a:ahLst/>
              <a:cxnLst/>
              <a:rect l="l" t="t" r="r" b="b"/>
              <a:pathLst>
                <a:path w="130175" h="296544">
                  <a:moveTo>
                    <a:pt x="97631" y="295941"/>
                  </a:moveTo>
                  <a:lnTo>
                    <a:pt x="71627" y="291915"/>
                  </a:lnTo>
                  <a:lnTo>
                    <a:pt x="53054" y="279737"/>
                  </a:lnTo>
                  <a:lnTo>
                    <a:pt x="41909" y="259254"/>
                  </a:lnTo>
                  <a:lnTo>
                    <a:pt x="38195" y="230314"/>
                  </a:lnTo>
                  <a:lnTo>
                    <a:pt x="38195" y="97631"/>
                  </a:lnTo>
                  <a:lnTo>
                    <a:pt x="0" y="97631"/>
                  </a:lnTo>
                  <a:lnTo>
                    <a:pt x="0" y="67151"/>
                  </a:lnTo>
                  <a:lnTo>
                    <a:pt x="38195" y="67151"/>
                  </a:lnTo>
                  <a:lnTo>
                    <a:pt x="38195" y="12191"/>
                  </a:lnTo>
                  <a:lnTo>
                    <a:pt x="73247" y="0"/>
                  </a:lnTo>
                  <a:lnTo>
                    <a:pt x="73247" y="67151"/>
                  </a:lnTo>
                  <a:lnTo>
                    <a:pt x="129635" y="67151"/>
                  </a:lnTo>
                  <a:lnTo>
                    <a:pt x="129635" y="97631"/>
                  </a:lnTo>
                  <a:lnTo>
                    <a:pt x="73247" y="97631"/>
                  </a:lnTo>
                  <a:lnTo>
                    <a:pt x="73247" y="224218"/>
                  </a:lnTo>
                  <a:lnTo>
                    <a:pt x="85772" y="260318"/>
                  </a:lnTo>
                  <a:lnTo>
                    <a:pt x="106775" y="265461"/>
                  </a:lnTo>
                  <a:lnTo>
                    <a:pt x="115919" y="265461"/>
                  </a:lnTo>
                  <a:lnTo>
                    <a:pt x="123539" y="263937"/>
                  </a:lnTo>
                  <a:lnTo>
                    <a:pt x="129635" y="259365"/>
                  </a:lnTo>
                  <a:lnTo>
                    <a:pt x="129635" y="289845"/>
                  </a:lnTo>
                  <a:lnTo>
                    <a:pt x="123348" y="292727"/>
                  </a:lnTo>
                  <a:lnTo>
                    <a:pt x="115919" y="294608"/>
                  </a:lnTo>
                  <a:lnTo>
                    <a:pt x="107346" y="295632"/>
                  </a:lnTo>
                  <a:lnTo>
                    <a:pt x="97631" y="2959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/>
          <p:nvPr/>
        </p:nvSpPr>
        <p:spPr>
          <a:xfrm>
            <a:off x="6700825" y="2411640"/>
            <a:ext cx="1313180" cy="436245"/>
          </a:xfrm>
          <a:custGeom>
            <a:avLst/>
            <a:gdLst/>
            <a:ahLst/>
            <a:cxnLst/>
            <a:rect l="l" t="t" r="r" b="b"/>
            <a:pathLst>
              <a:path w="1313179" h="436244">
                <a:moveTo>
                  <a:pt x="207467" y="358521"/>
                </a:moveTo>
                <a:lnTo>
                  <a:pt x="173164" y="307949"/>
                </a:lnTo>
                <a:lnTo>
                  <a:pt x="163055" y="292900"/>
                </a:lnTo>
                <a:lnTo>
                  <a:pt x="155981" y="282346"/>
                </a:lnTo>
                <a:lnTo>
                  <a:pt x="138785" y="256324"/>
                </a:lnTo>
                <a:lnTo>
                  <a:pt x="151434" y="224218"/>
                </a:lnTo>
                <a:lnTo>
                  <a:pt x="154559" y="216281"/>
                </a:lnTo>
                <a:lnTo>
                  <a:pt x="167449" y="174117"/>
                </a:lnTo>
                <a:lnTo>
                  <a:pt x="177457" y="129959"/>
                </a:lnTo>
                <a:lnTo>
                  <a:pt x="184607" y="83908"/>
                </a:lnTo>
                <a:lnTo>
                  <a:pt x="184607" y="51904"/>
                </a:lnTo>
                <a:lnTo>
                  <a:pt x="12192" y="51904"/>
                </a:lnTo>
                <a:lnTo>
                  <a:pt x="12192" y="83908"/>
                </a:lnTo>
                <a:lnTo>
                  <a:pt x="149453" y="83908"/>
                </a:lnTo>
                <a:lnTo>
                  <a:pt x="144640" y="121094"/>
                </a:lnTo>
                <a:lnTo>
                  <a:pt x="137261" y="156959"/>
                </a:lnTo>
                <a:lnTo>
                  <a:pt x="127596" y="191376"/>
                </a:lnTo>
                <a:lnTo>
                  <a:pt x="115925" y="224218"/>
                </a:lnTo>
                <a:lnTo>
                  <a:pt x="98285" y="197662"/>
                </a:lnTo>
                <a:lnTo>
                  <a:pt x="61277" y="143383"/>
                </a:lnTo>
                <a:lnTo>
                  <a:pt x="42773" y="115912"/>
                </a:lnTo>
                <a:lnTo>
                  <a:pt x="16764" y="134302"/>
                </a:lnTo>
                <a:lnTo>
                  <a:pt x="37401" y="166039"/>
                </a:lnTo>
                <a:lnTo>
                  <a:pt x="58000" y="197370"/>
                </a:lnTo>
                <a:lnTo>
                  <a:pt x="99161" y="259372"/>
                </a:lnTo>
                <a:lnTo>
                  <a:pt x="79184" y="293954"/>
                </a:lnTo>
                <a:lnTo>
                  <a:pt x="55905" y="326847"/>
                </a:lnTo>
                <a:lnTo>
                  <a:pt x="29464" y="358025"/>
                </a:lnTo>
                <a:lnTo>
                  <a:pt x="0" y="387477"/>
                </a:lnTo>
                <a:lnTo>
                  <a:pt x="5702" y="396341"/>
                </a:lnTo>
                <a:lnTo>
                  <a:pt x="11239" y="404622"/>
                </a:lnTo>
                <a:lnTo>
                  <a:pt x="16510" y="412343"/>
                </a:lnTo>
                <a:lnTo>
                  <a:pt x="21336" y="419481"/>
                </a:lnTo>
                <a:lnTo>
                  <a:pt x="49949" y="390931"/>
                </a:lnTo>
                <a:lnTo>
                  <a:pt x="76098" y="360222"/>
                </a:lnTo>
                <a:lnTo>
                  <a:pt x="99656" y="327494"/>
                </a:lnTo>
                <a:lnTo>
                  <a:pt x="120497" y="292900"/>
                </a:lnTo>
                <a:lnTo>
                  <a:pt x="161620" y="358025"/>
                </a:lnTo>
                <a:lnTo>
                  <a:pt x="175463" y="379857"/>
                </a:lnTo>
                <a:lnTo>
                  <a:pt x="207467" y="358521"/>
                </a:lnTo>
                <a:close/>
              </a:path>
              <a:path w="1313179" h="436244">
                <a:moveTo>
                  <a:pt x="302044" y="271564"/>
                </a:moveTo>
                <a:lnTo>
                  <a:pt x="287731" y="246392"/>
                </a:lnTo>
                <a:lnTo>
                  <a:pt x="272427" y="221221"/>
                </a:lnTo>
                <a:lnTo>
                  <a:pt x="256298" y="196037"/>
                </a:lnTo>
                <a:lnTo>
                  <a:pt x="239471" y="170878"/>
                </a:lnTo>
                <a:lnTo>
                  <a:pt x="210515" y="187642"/>
                </a:lnTo>
                <a:lnTo>
                  <a:pt x="226199" y="213893"/>
                </a:lnTo>
                <a:lnTo>
                  <a:pt x="241185" y="239890"/>
                </a:lnTo>
                <a:lnTo>
                  <a:pt x="255295" y="265303"/>
                </a:lnTo>
                <a:lnTo>
                  <a:pt x="268427" y="289852"/>
                </a:lnTo>
                <a:lnTo>
                  <a:pt x="302044" y="271564"/>
                </a:lnTo>
                <a:close/>
              </a:path>
              <a:path w="1313179" h="436244">
                <a:moveTo>
                  <a:pt x="437680" y="99148"/>
                </a:moveTo>
                <a:lnTo>
                  <a:pt x="384340" y="99148"/>
                </a:lnTo>
                <a:lnTo>
                  <a:pt x="384340" y="4572"/>
                </a:lnTo>
                <a:lnTo>
                  <a:pt x="347764" y="4572"/>
                </a:lnTo>
                <a:lnTo>
                  <a:pt x="347764" y="99148"/>
                </a:lnTo>
                <a:lnTo>
                  <a:pt x="202895" y="99148"/>
                </a:lnTo>
                <a:lnTo>
                  <a:pt x="202895" y="132778"/>
                </a:lnTo>
                <a:lnTo>
                  <a:pt x="347764" y="132778"/>
                </a:lnTo>
                <a:lnTo>
                  <a:pt x="347764" y="355473"/>
                </a:lnTo>
                <a:lnTo>
                  <a:pt x="345770" y="370357"/>
                </a:lnTo>
                <a:lnTo>
                  <a:pt x="339763" y="380809"/>
                </a:lnTo>
                <a:lnTo>
                  <a:pt x="329768" y="386981"/>
                </a:lnTo>
                <a:lnTo>
                  <a:pt x="315760" y="389001"/>
                </a:lnTo>
                <a:lnTo>
                  <a:pt x="303149" y="388734"/>
                </a:lnTo>
                <a:lnTo>
                  <a:pt x="250139" y="385953"/>
                </a:lnTo>
                <a:lnTo>
                  <a:pt x="252158" y="397078"/>
                </a:lnTo>
                <a:lnTo>
                  <a:pt x="253758" y="407479"/>
                </a:lnTo>
                <a:lnTo>
                  <a:pt x="256235" y="425577"/>
                </a:lnTo>
                <a:lnTo>
                  <a:pt x="321856" y="425577"/>
                </a:lnTo>
                <a:lnTo>
                  <a:pt x="348983" y="421576"/>
                </a:lnTo>
                <a:lnTo>
                  <a:pt x="368528" y="409575"/>
                </a:lnTo>
                <a:lnTo>
                  <a:pt x="380365" y="389572"/>
                </a:lnTo>
                <a:lnTo>
                  <a:pt x="380441" y="389001"/>
                </a:lnTo>
                <a:lnTo>
                  <a:pt x="384340" y="361569"/>
                </a:lnTo>
                <a:lnTo>
                  <a:pt x="384340" y="132778"/>
                </a:lnTo>
                <a:lnTo>
                  <a:pt x="437680" y="132778"/>
                </a:lnTo>
                <a:lnTo>
                  <a:pt x="437680" y="99148"/>
                </a:lnTo>
                <a:close/>
              </a:path>
              <a:path w="1313179" h="436244">
                <a:moveTo>
                  <a:pt x="886117" y="384429"/>
                </a:moveTo>
                <a:lnTo>
                  <a:pt x="846670" y="367525"/>
                </a:lnTo>
                <a:lnTo>
                  <a:pt x="813257" y="344182"/>
                </a:lnTo>
                <a:lnTo>
                  <a:pt x="786155" y="314274"/>
                </a:lnTo>
                <a:lnTo>
                  <a:pt x="770750" y="286804"/>
                </a:lnTo>
                <a:lnTo>
                  <a:pt x="765619" y="277660"/>
                </a:lnTo>
                <a:lnTo>
                  <a:pt x="786815" y="270802"/>
                </a:lnTo>
                <a:lnTo>
                  <a:pt x="789076" y="270040"/>
                </a:lnTo>
                <a:lnTo>
                  <a:pt x="807148" y="263944"/>
                </a:lnTo>
                <a:lnTo>
                  <a:pt x="846404" y="250228"/>
                </a:lnTo>
                <a:lnTo>
                  <a:pt x="829640" y="221170"/>
                </a:lnTo>
                <a:lnTo>
                  <a:pt x="800442" y="234632"/>
                </a:lnTo>
                <a:lnTo>
                  <a:pt x="769810" y="247357"/>
                </a:lnTo>
                <a:lnTo>
                  <a:pt x="737438" y="259194"/>
                </a:lnTo>
                <a:lnTo>
                  <a:pt x="703046" y="270040"/>
                </a:lnTo>
                <a:lnTo>
                  <a:pt x="700900" y="266992"/>
                </a:lnTo>
                <a:lnTo>
                  <a:pt x="692785" y="255435"/>
                </a:lnTo>
                <a:lnTo>
                  <a:pt x="680377" y="241261"/>
                </a:lnTo>
                <a:lnTo>
                  <a:pt x="669150" y="230416"/>
                </a:lnTo>
                <a:lnTo>
                  <a:pt x="665975" y="227342"/>
                </a:lnTo>
                <a:lnTo>
                  <a:pt x="649706" y="213550"/>
                </a:lnTo>
                <a:lnTo>
                  <a:pt x="654278" y="210502"/>
                </a:lnTo>
                <a:lnTo>
                  <a:pt x="660374" y="201358"/>
                </a:lnTo>
                <a:lnTo>
                  <a:pt x="820483" y="201358"/>
                </a:lnTo>
                <a:lnTo>
                  <a:pt x="820483" y="212026"/>
                </a:lnTo>
                <a:lnTo>
                  <a:pt x="850976" y="212026"/>
                </a:lnTo>
                <a:lnTo>
                  <a:pt x="850976" y="201358"/>
                </a:lnTo>
                <a:lnTo>
                  <a:pt x="850976" y="173926"/>
                </a:lnTo>
                <a:lnTo>
                  <a:pt x="850976" y="132778"/>
                </a:lnTo>
                <a:lnTo>
                  <a:pt x="850976" y="131254"/>
                </a:lnTo>
                <a:lnTo>
                  <a:pt x="850976" y="103720"/>
                </a:lnTo>
                <a:lnTo>
                  <a:pt x="820483" y="103720"/>
                </a:lnTo>
                <a:lnTo>
                  <a:pt x="820483" y="132778"/>
                </a:lnTo>
                <a:lnTo>
                  <a:pt x="820483" y="173926"/>
                </a:lnTo>
                <a:lnTo>
                  <a:pt x="678662" y="173926"/>
                </a:lnTo>
                <a:lnTo>
                  <a:pt x="682967" y="164490"/>
                </a:lnTo>
                <a:lnTo>
                  <a:pt x="686854" y="154495"/>
                </a:lnTo>
                <a:lnTo>
                  <a:pt x="690359" y="144183"/>
                </a:lnTo>
                <a:lnTo>
                  <a:pt x="693902" y="132778"/>
                </a:lnTo>
                <a:lnTo>
                  <a:pt x="820483" y="132778"/>
                </a:lnTo>
                <a:lnTo>
                  <a:pt x="820483" y="103720"/>
                </a:lnTo>
                <a:lnTo>
                  <a:pt x="742759" y="103720"/>
                </a:lnTo>
                <a:lnTo>
                  <a:pt x="785431" y="65620"/>
                </a:lnTo>
                <a:lnTo>
                  <a:pt x="785431" y="39712"/>
                </a:lnTo>
                <a:lnTo>
                  <a:pt x="739711" y="39712"/>
                </a:lnTo>
                <a:lnTo>
                  <a:pt x="739711" y="65620"/>
                </a:lnTo>
                <a:lnTo>
                  <a:pt x="701522" y="103720"/>
                </a:lnTo>
                <a:lnTo>
                  <a:pt x="658850" y="103720"/>
                </a:lnTo>
                <a:lnTo>
                  <a:pt x="658850" y="132778"/>
                </a:lnTo>
                <a:lnTo>
                  <a:pt x="656043" y="143916"/>
                </a:lnTo>
                <a:lnTo>
                  <a:pt x="652373" y="154495"/>
                </a:lnTo>
                <a:lnTo>
                  <a:pt x="648131" y="164490"/>
                </a:lnTo>
                <a:lnTo>
                  <a:pt x="643610" y="173926"/>
                </a:lnTo>
                <a:lnTo>
                  <a:pt x="526161" y="173926"/>
                </a:lnTo>
                <a:lnTo>
                  <a:pt x="526161" y="132778"/>
                </a:lnTo>
                <a:lnTo>
                  <a:pt x="658850" y="132778"/>
                </a:lnTo>
                <a:lnTo>
                  <a:pt x="658850" y="103720"/>
                </a:lnTo>
                <a:lnTo>
                  <a:pt x="533781" y="103720"/>
                </a:lnTo>
                <a:lnTo>
                  <a:pt x="545833" y="94348"/>
                </a:lnTo>
                <a:lnTo>
                  <a:pt x="557034" y="84670"/>
                </a:lnTo>
                <a:lnTo>
                  <a:pt x="578078" y="65620"/>
                </a:lnTo>
                <a:lnTo>
                  <a:pt x="739711" y="65620"/>
                </a:lnTo>
                <a:lnTo>
                  <a:pt x="739711" y="39712"/>
                </a:lnTo>
                <a:lnTo>
                  <a:pt x="605510" y="39712"/>
                </a:lnTo>
                <a:lnTo>
                  <a:pt x="612343" y="30797"/>
                </a:lnTo>
                <a:lnTo>
                  <a:pt x="619036" y="22148"/>
                </a:lnTo>
                <a:lnTo>
                  <a:pt x="625436" y="13487"/>
                </a:lnTo>
                <a:lnTo>
                  <a:pt x="631418" y="4572"/>
                </a:lnTo>
                <a:lnTo>
                  <a:pt x="593318" y="0"/>
                </a:lnTo>
                <a:lnTo>
                  <a:pt x="564426" y="34315"/>
                </a:lnTo>
                <a:lnTo>
                  <a:pt x="530555" y="66192"/>
                </a:lnTo>
                <a:lnTo>
                  <a:pt x="491858" y="95465"/>
                </a:lnTo>
                <a:lnTo>
                  <a:pt x="448437" y="122008"/>
                </a:lnTo>
                <a:lnTo>
                  <a:pt x="457200" y="137147"/>
                </a:lnTo>
                <a:lnTo>
                  <a:pt x="460870" y="144183"/>
                </a:lnTo>
                <a:lnTo>
                  <a:pt x="463677" y="151066"/>
                </a:lnTo>
                <a:lnTo>
                  <a:pt x="471678" y="146253"/>
                </a:lnTo>
                <a:lnTo>
                  <a:pt x="487680" y="136067"/>
                </a:lnTo>
                <a:lnTo>
                  <a:pt x="495681" y="131254"/>
                </a:lnTo>
                <a:lnTo>
                  <a:pt x="495681" y="215074"/>
                </a:lnTo>
                <a:lnTo>
                  <a:pt x="526161" y="215074"/>
                </a:lnTo>
                <a:lnTo>
                  <a:pt x="526161" y="201358"/>
                </a:lnTo>
                <a:lnTo>
                  <a:pt x="619226" y="201358"/>
                </a:lnTo>
                <a:lnTo>
                  <a:pt x="590638" y="219925"/>
                </a:lnTo>
                <a:lnTo>
                  <a:pt x="552881" y="236651"/>
                </a:lnTo>
                <a:lnTo>
                  <a:pt x="505993" y="251371"/>
                </a:lnTo>
                <a:lnTo>
                  <a:pt x="449961" y="263944"/>
                </a:lnTo>
                <a:lnTo>
                  <a:pt x="455155" y="272770"/>
                </a:lnTo>
                <a:lnTo>
                  <a:pt x="459384" y="280708"/>
                </a:lnTo>
                <a:lnTo>
                  <a:pt x="463257" y="288150"/>
                </a:lnTo>
                <a:lnTo>
                  <a:pt x="466725" y="294424"/>
                </a:lnTo>
                <a:lnTo>
                  <a:pt x="517067" y="280339"/>
                </a:lnTo>
                <a:lnTo>
                  <a:pt x="560692" y="265277"/>
                </a:lnTo>
                <a:lnTo>
                  <a:pt x="597750" y="248767"/>
                </a:lnTo>
                <a:lnTo>
                  <a:pt x="628370" y="230416"/>
                </a:lnTo>
                <a:lnTo>
                  <a:pt x="634466" y="236512"/>
                </a:lnTo>
                <a:lnTo>
                  <a:pt x="640562" y="241084"/>
                </a:lnTo>
                <a:lnTo>
                  <a:pt x="645134" y="247180"/>
                </a:lnTo>
                <a:lnTo>
                  <a:pt x="609142" y="271183"/>
                </a:lnTo>
                <a:lnTo>
                  <a:pt x="565264" y="292900"/>
                </a:lnTo>
                <a:lnTo>
                  <a:pt x="513676" y="312331"/>
                </a:lnTo>
                <a:lnTo>
                  <a:pt x="454533" y="329476"/>
                </a:lnTo>
                <a:lnTo>
                  <a:pt x="464820" y="345935"/>
                </a:lnTo>
                <a:lnTo>
                  <a:pt x="469112" y="353136"/>
                </a:lnTo>
                <a:lnTo>
                  <a:pt x="472821" y="360045"/>
                </a:lnTo>
                <a:lnTo>
                  <a:pt x="533463" y="339712"/>
                </a:lnTo>
                <a:lnTo>
                  <a:pt x="585266" y="317512"/>
                </a:lnTo>
                <a:lnTo>
                  <a:pt x="628497" y="293319"/>
                </a:lnTo>
                <a:lnTo>
                  <a:pt x="663422" y="266992"/>
                </a:lnTo>
                <a:lnTo>
                  <a:pt x="667994" y="274612"/>
                </a:lnTo>
                <a:lnTo>
                  <a:pt x="672566" y="280708"/>
                </a:lnTo>
                <a:lnTo>
                  <a:pt x="677138" y="288328"/>
                </a:lnTo>
                <a:lnTo>
                  <a:pt x="643115" y="313893"/>
                </a:lnTo>
                <a:lnTo>
                  <a:pt x="603224" y="337439"/>
                </a:lnTo>
                <a:lnTo>
                  <a:pt x="557479" y="358724"/>
                </a:lnTo>
                <a:lnTo>
                  <a:pt x="505879" y="377507"/>
                </a:lnTo>
                <a:lnTo>
                  <a:pt x="448437" y="393573"/>
                </a:lnTo>
                <a:lnTo>
                  <a:pt x="453656" y="402412"/>
                </a:lnTo>
                <a:lnTo>
                  <a:pt x="458152" y="410527"/>
                </a:lnTo>
                <a:lnTo>
                  <a:pt x="462368" y="417791"/>
                </a:lnTo>
                <a:lnTo>
                  <a:pt x="466725" y="424053"/>
                </a:lnTo>
                <a:lnTo>
                  <a:pt x="525259" y="405777"/>
                </a:lnTo>
                <a:lnTo>
                  <a:pt x="576491" y="385737"/>
                </a:lnTo>
                <a:lnTo>
                  <a:pt x="620407" y="364007"/>
                </a:lnTo>
                <a:lnTo>
                  <a:pt x="657009" y="340664"/>
                </a:lnTo>
                <a:lnTo>
                  <a:pt x="686282" y="315760"/>
                </a:lnTo>
                <a:lnTo>
                  <a:pt x="688276" y="323811"/>
                </a:lnTo>
                <a:lnTo>
                  <a:pt x="689711" y="332181"/>
                </a:lnTo>
                <a:lnTo>
                  <a:pt x="690562" y="341122"/>
                </a:lnTo>
                <a:lnTo>
                  <a:pt x="690854" y="350901"/>
                </a:lnTo>
                <a:lnTo>
                  <a:pt x="687705" y="372668"/>
                </a:lnTo>
                <a:lnTo>
                  <a:pt x="678281" y="387858"/>
                </a:lnTo>
                <a:lnTo>
                  <a:pt x="662559" y="396760"/>
                </a:lnTo>
                <a:lnTo>
                  <a:pt x="640880" y="399630"/>
                </a:lnTo>
                <a:lnTo>
                  <a:pt x="626554" y="399618"/>
                </a:lnTo>
                <a:lnTo>
                  <a:pt x="611987" y="399288"/>
                </a:lnTo>
                <a:lnTo>
                  <a:pt x="596836" y="398386"/>
                </a:lnTo>
                <a:lnTo>
                  <a:pt x="581126" y="396621"/>
                </a:lnTo>
                <a:lnTo>
                  <a:pt x="584034" y="407212"/>
                </a:lnTo>
                <a:lnTo>
                  <a:pt x="586079" y="416242"/>
                </a:lnTo>
                <a:lnTo>
                  <a:pt x="587552" y="423837"/>
                </a:lnTo>
                <a:lnTo>
                  <a:pt x="588746" y="430149"/>
                </a:lnTo>
                <a:lnTo>
                  <a:pt x="604227" y="431025"/>
                </a:lnTo>
                <a:lnTo>
                  <a:pt x="618845" y="431482"/>
                </a:lnTo>
                <a:lnTo>
                  <a:pt x="632891" y="431647"/>
                </a:lnTo>
                <a:lnTo>
                  <a:pt x="646658" y="431673"/>
                </a:lnTo>
                <a:lnTo>
                  <a:pt x="679564" y="426796"/>
                </a:lnTo>
                <a:lnTo>
                  <a:pt x="702906" y="412051"/>
                </a:lnTo>
                <a:lnTo>
                  <a:pt x="709866" y="399669"/>
                </a:lnTo>
                <a:lnTo>
                  <a:pt x="716813" y="387311"/>
                </a:lnTo>
                <a:lnTo>
                  <a:pt x="721334" y="353136"/>
                </a:lnTo>
                <a:lnTo>
                  <a:pt x="721398" y="350901"/>
                </a:lnTo>
                <a:lnTo>
                  <a:pt x="721093" y="336918"/>
                </a:lnTo>
                <a:lnTo>
                  <a:pt x="719899" y="322427"/>
                </a:lnTo>
                <a:lnTo>
                  <a:pt x="718731" y="315760"/>
                </a:lnTo>
                <a:lnTo>
                  <a:pt x="717537" y="308825"/>
                </a:lnTo>
                <a:lnTo>
                  <a:pt x="713714" y="295948"/>
                </a:lnTo>
                <a:lnTo>
                  <a:pt x="719721" y="293662"/>
                </a:lnTo>
                <a:lnTo>
                  <a:pt x="732243" y="289090"/>
                </a:lnTo>
                <a:lnTo>
                  <a:pt x="738187" y="286804"/>
                </a:lnTo>
                <a:lnTo>
                  <a:pt x="761555" y="329120"/>
                </a:lnTo>
                <a:lnTo>
                  <a:pt x="790206" y="364413"/>
                </a:lnTo>
                <a:lnTo>
                  <a:pt x="823747" y="392544"/>
                </a:lnTo>
                <a:lnTo>
                  <a:pt x="861733" y="413385"/>
                </a:lnTo>
                <a:lnTo>
                  <a:pt x="866609" y="407365"/>
                </a:lnTo>
                <a:lnTo>
                  <a:pt x="872210" y="400621"/>
                </a:lnTo>
                <a:lnTo>
                  <a:pt x="878662" y="393026"/>
                </a:lnTo>
                <a:lnTo>
                  <a:pt x="886117" y="384429"/>
                </a:lnTo>
                <a:close/>
              </a:path>
              <a:path w="1313179" h="436244">
                <a:moveTo>
                  <a:pt x="1099566" y="268516"/>
                </a:moveTo>
                <a:lnTo>
                  <a:pt x="1066609" y="236651"/>
                </a:lnTo>
                <a:lnTo>
                  <a:pt x="1032510" y="205930"/>
                </a:lnTo>
                <a:lnTo>
                  <a:pt x="1015746" y="221170"/>
                </a:lnTo>
                <a:lnTo>
                  <a:pt x="1015746" y="164782"/>
                </a:lnTo>
                <a:lnTo>
                  <a:pt x="1098042" y="164782"/>
                </a:lnTo>
                <a:lnTo>
                  <a:pt x="1098042" y="135826"/>
                </a:lnTo>
                <a:lnTo>
                  <a:pt x="1015746" y="135826"/>
                </a:lnTo>
                <a:lnTo>
                  <a:pt x="1015746" y="65633"/>
                </a:lnTo>
                <a:lnTo>
                  <a:pt x="1015746" y="61061"/>
                </a:lnTo>
                <a:lnTo>
                  <a:pt x="1090422" y="47332"/>
                </a:lnTo>
                <a:lnTo>
                  <a:pt x="1081278" y="15240"/>
                </a:lnTo>
                <a:lnTo>
                  <a:pt x="1037793" y="24980"/>
                </a:lnTo>
                <a:lnTo>
                  <a:pt x="993990" y="33426"/>
                </a:lnTo>
                <a:lnTo>
                  <a:pt x="949617" y="40411"/>
                </a:lnTo>
                <a:lnTo>
                  <a:pt x="904405" y="45808"/>
                </a:lnTo>
                <a:lnTo>
                  <a:pt x="906691" y="53581"/>
                </a:lnTo>
                <a:lnTo>
                  <a:pt x="911263" y="68529"/>
                </a:lnTo>
                <a:lnTo>
                  <a:pt x="913549" y="76301"/>
                </a:lnTo>
                <a:lnTo>
                  <a:pt x="948410" y="71539"/>
                </a:lnTo>
                <a:lnTo>
                  <a:pt x="965631" y="68795"/>
                </a:lnTo>
                <a:lnTo>
                  <a:pt x="982129" y="65633"/>
                </a:lnTo>
                <a:lnTo>
                  <a:pt x="982129" y="135826"/>
                </a:lnTo>
                <a:lnTo>
                  <a:pt x="899833" y="135826"/>
                </a:lnTo>
                <a:lnTo>
                  <a:pt x="899833" y="164782"/>
                </a:lnTo>
                <a:lnTo>
                  <a:pt x="976033" y="164782"/>
                </a:lnTo>
                <a:lnTo>
                  <a:pt x="960005" y="204825"/>
                </a:lnTo>
                <a:lnTo>
                  <a:pt x="941552" y="242747"/>
                </a:lnTo>
                <a:lnTo>
                  <a:pt x="920521" y="278663"/>
                </a:lnTo>
                <a:lnTo>
                  <a:pt x="896785" y="312712"/>
                </a:lnTo>
                <a:lnTo>
                  <a:pt x="901331" y="322745"/>
                </a:lnTo>
                <a:lnTo>
                  <a:pt x="905738" y="332371"/>
                </a:lnTo>
                <a:lnTo>
                  <a:pt x="909853" y="341718"/>
                </a:lnTo>
                <a:lnTo>
                  <a:pt x="913549" y="350901"/>
                </a:lnTo>
                <a:lnTo>
                  <a:pt x="934123" y="320814"/>
                </a:lnTo>
                <a:lnTo>
                  <a:pt x="952411" y="290042"/>
                </a:lnTo>
                <a:lnTo>
                  <a:pt x="968413" y="258394"/>
                </a:lnTo>
                <a:lnTo>
                  <a:pt x="982129" y="225742"/>
                </a:lnTo>
                <a:lnTo>
                  <a:pt x="982129" y="436245"/>
                </a:lnTo>
                <a:lnTo>
                  <a:pt x="1015746" y="436245"/>
                </a:lnTo>
                <a:lnTo>
                  <a:pt x="1015746" y="233464"/>
                </a:lnTo>
                <a:lnTo>
                  <a:pt x="1032116" y="248551"/>
                </a:lnTo>
                <a:lnTo>
                  <a:pt x="1047178" y="263944"/>
                </a:lnTo>
                <a:lnTo>
                  <a:pt x="1061402" y="279323"/>
                </a:lnTo>
                <a:lnTo>
                  <a:pt x="1075182" y="294424"/>
                </a:lnTo>
                <a:lnTo>
                  <a:pt x="1099566" y="268516"/>
                </a:lnTo>
                <a:close/>
              </a:path>
              <a:path w="1313179" h="436244">
                <a:moveTo>
                  <a:pt x="1313129" y="56476"/>
                </a:moveTo>
                <a:lnTo>
                  <a:pt x="1278077" y="56476"/>
                </a:lnTo>
                <a:lnTo>
                  <a:pt x="1278077" y="88493"/>
                </a:lnTo>
                <a:lnTo>
                  <a:pt x="1278077" y="347853"/>
                </a:lnTo>
                <a:lnTo>
                  <a:pt x="1154531" y="347853"/>
                </a:lnTo>
                <a:lnTo>
                  <a:pt x="1154531" y="88493"/>
                </a:lnTo>
                <a:lnTo>
                  <a:pt x="1278077" y="88493"/>
                </a:lnTo>
                <a:lnTo>
                  <a:pt x="1278077" y="56476"/>
                </a:lnTo>
                <a:lnTo>
                  <a:pt x="1119390" y="56476"/>
                </a:lnTo>
                <a:lnTo>
                  <a:pt x="1119390" y="422529"/>
                </a:lnTo>
                <a:lnTo>
                  <a:pt x="1154531" y="422529"/>
                </a:lnTo>
                <a:lnTo>
                  <a:pt x="1154531" y="379857"/>
                </a:lnTo>
                <a:lnTo>
                  <a:pt x="1278077" y="379857"/>
                </a:lnTo>
                <a:lnTo>
                  <a:pt x="1278077" y="422529"/>
                </a:lnTo>
                <a:lnTo>
                  <a:pt x="1313129" y="422529"/>
                </a:lnTo>
                <a:lnTo>
                  <a:pt x="1313129" y="379857"/>
                </a:lnTo>
                <a:lnTo>
                  <a:pt x="1313129" y="347853"/>
                </a:lnTo>
                <a:lnTo>
                  <a:pt x="1313129" y="88493"/>
                </a:lnTo>
                <a:lnTo>
                  <a:pt x="1313129" y="564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8166449" y="2472690"/>
            <a:ext cx="117475" cy="320675"/>
          </a:xfrm>
          <a:custGeom>
            <a:avLst/>
            <a:gdLst/>
            <a:ahLst/>
            <a:cxnLst/>
            <a:rect l="l" t="t" r="r" b="b"/>
            <a:pathLst>
              <a:path w="117475" h="320675">
                <a:moveTo>
                  <a:pt x="30479" y="320325"/>
                </a:moveTo>
                <a:lnTo>
                  <a:pt x="21645" y="319801"/>
                </a:lnTo>
                <a:lnTo>
                  <a:pt x="13525" y="318420"/>
                </a:lnTo>
                <a:lnTo>
                  <a:pt x="6262" y="316468"/>
                </a:lnTo>
                <a:lnTo>
                  <a:pt x="0" y="314229"/>
                </a:lnTo>
                <a:lnTo>
                  <a:pt x="0" y="277653"/>
                </a:lnTo>
                <a:lnTo>
                  <a:pt x="6262" y="281654"/>
                </a:lnTo>
                <a:lnTo>
                  <a:pt x="13525" y="284511"/>
                </a:lnTo>
                <a:lnTo>
                  <a:pt x="21645" y="286226"/>
                </a:lnTo>
                <a:lnTo>
                  <a:pt x="30479" y="286797"/>
                </a:lnTo>
                <a:lnTo>
                  <a:pt x="52482" y="281401"/>
                </a:lnTo>
                <a:lnTo>
                  <a:pt x="68198" y="265414"/>
                </a:lnTo>
                <a:lnTo>
                  <a:pt x="77628" y="239140"/>
                </a:lnTo>
                <a:lnTo>
                  <a:pt x="80771" y="202882"/>
                </a:lnTo>
                <a:lnTo>
                  <a:pt x="80771" y="0"/>
                </a:lnTo>
                <a:lnTo>
                  <a:pt x="117443" y="0"/>
                </a:lnTo>
                <a:lnTo>
                  <a:pt x="117443" y="201358"/>
                </a:lnTo>
                <a:lnTo>
                  <a:pt x="115990" y="228220"/>
                </a:lnTo>
                <a:lnTo>
                  <a:pt x="103941" y="271693"/>
                </a:lnTo>
                <a:lnTo>
                  <a:pt x="80454" y="302323"/>
                </a:lnTo>
                <a:lnTo>
                  <a:pt x="49031" y="318325"/>
                </a:lnTo>
                <a:lnTo>
                  <a:pt x="30479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8349425" y="2468117"/>
            <a:ext cx="529590" cy="325120"/>
          </a:xfrm>
          <a:custGeom>
            <a:avLst/>
            <a:gdLst/>
            <a:ahLst/>
            <a:cxnLst/>
            <a:rect l="l" t="t" r="r" b="b"/>
            <a:pathLst>
              <a:path w="529590" h="325119">
                <a:moveTo>
                  <a:pt x="189166" y="239458"/>
                </a:moveTo>
                <a:lnTo>
                  <a:pt x="179336" y="202145"/>
                </a:lnTo>
                <a:lnTo>
                  <a:pt x="145605" y="167995"/>
                </a:lnTo>
                <a:lnTo>
                  <a:pt x="106768" y="146405"/>
                </a:lnTo>
                <a:lnTo>
                  <a:pt x="98818" y="142100"/>
                </a:lnTo>
                <a:lnTo>
                  <a:pt x="84048" y="134620"/>
                </a:lnTo>
                <a:lnTo>
                  <a:pt x="77812" y="131165"/>
                </a:lnTo>
                <a:lnTo>
                  <a:pt x="68668" y="126593"/>
                </a:lnTo>
                <a:lnTo>
                  <a:pt x="50380" y="112877"/>
                </a:lnTo>
                <a:lnTo>
                  <a:pt x="45808" y="106781"/>
                </a:lnTo>
                <a:lnTo>
                  <a:pt x="39712" y="94589"/>
                </a:lnTo>
                <a:lnTo>
                  <a:pt x="38188" y="88493"/>
                </a:lnTo>
                <a:lnTo>
                  <a:pt x="38188" y="71729"/>
                </a:lnTo>
                <a:lnTo>
                  <a:pt x="39712" y="64008"/>
                </a:lnTo>
                <a:lnTo>
                  <a:pt x="48856" y="51816"/>
                </a:lnTo>
                <a:lnTo>
                  <a:pt x="53428" y="47244"/>
                </a:lnTo>
                <a:lnTo>
                  <a:pt x="59524" y="44196"/>
                </a:lnTo>
                <a:lnTo>
                  <a:pt x="65620" y="39624"/>
                </a:lnTo>
                <a:lnTo>
                  <a:pt x="73240" y="36576"/>
                </a:lnTo>
                <a:lnTo>
                  <a:pt x="80860" y="35052"/>
                </a:lnTo>
                <a:lnTo>
                  <a:pt x="90004" y="33528"/>
                </a:lnTo>
                <a:lnTo>
                  <a:pt x="105244" y="33528"/>
                </a:lnTo>
                <a:lnTo>
                  <a:pt x="126085" y="34671"/>
                </a:lnTo>
                <a:lnTo>
                  <a:pt x="145072" y="38100"/>
                </a:lnTo>
                <a:lnTo>
                  <a:pt x="162077" y="43815"/>
                </a:lnTo>
                <a:lnTo>
                  <a:pt x="176974" y="51816"/>
                </a:lnTo>
                <a:lnTo>
                  <a:pt x="176974" y="10668"/>
                </a:lnTo>
                <a:lnTo>
                  <a:pt x="164909" y="5791"/>
                </a:lnTo>
                <a:lnTo>
                  <a:pt x="149453" y="2476"/>
                </a:lnTo>
                <a:lnTo>
                  <a:pt x="130581" y="596"/>
                </a:lnTo>
                <a:lnTo>
                  <a:pt x="108292" y="0"/>
                </a:lnTo>
                <a:lnTo>
                  <a:pt x="98882" y="292"/>
                </a:lnTo>
                <a:lnTo>
                  <a:pt x="59550" y="7391"/>
                </a:lnTo>
                <a:lnTo>
                  <a:pt x="20193" y="31623"/>
                </a:lnTo>
                <a:lnTo>
                  <a:pt x="571" y="72986"/>
                </a:lnTo>
                <a:lnTo>
                  <a:pt x="0" y="83921"/>
                </a:lnTo>
                <a:lnTo>
                  <a:pt x="304" y="91897"/>
                </a:lnTo>
                <a:lnTo>
                  <a:pt x="17665" y="132194"/>
                </a:lnTo>
                <a:lnTo>
                  <a:pt x="22860" y="137261"/>
                </a:lnTo>
                <a:lnTo>
                  <a:pt x="27965" y="142684"/>
                </a:lnTo>
                <a:lnTo>
                  <a:pt x="33947" y="147548"/>
                </a:lnTo>
                <a:lnTo>
                  <a:pt x="40513" y="151828"/>
                </a:lnTo>
                <a:lnTo>
                  <a:pt x="47332" y="155549"/>
                </a:lnTo>
                <a:lnTo>
                  <a:pt x="54457" y="160096"/>
                </a:lnTo>
                <a:lnTo>
                  <a:pt x="62001" y="164503"/>
                </a:lnTo>
                <a:lnTo>
                  <a:pt x="69837" y="168617"/>
                </a:lnTo>
                <a:lnTo>
                  <a:pt x="77812" y="172313"/>
                </a:lnTo>
                <a:lnTo>
                  <a:pt x="85547" y="176682"/>
                </a:lnTo>
                <a:lnTo>
                  <a:pt x="92862" y="180594"/>
                </a:lnTo>
                <a:lnTo>
                  <a:pt x="106768" y="187642"/>
                </a:lnTo>
                <a:lnTo>
                  <a:pt x="113347" y="191312"/>
                </a:lnTo>
                <a:lnTo>
                  <a:pt x="119341" y="195262"/>
                </a:lnTo>
                <a:lnTo>
                  <a:pt x="129628" y="202882"/>
                </a:lnTo>
                <a:lnTo>
                  <a:pt x="137248" y="207454"/>
                </a:lnTo>
                <a:lnTo>
                  <a:pt x="146392" y="219646"/>
                </a:lnTo>
                <a:lnTo>
                  <a:pt x="149440" y="225742"/>
                </a:lnTo>
                <a:lnTo>
                  <a:pt x="150964" y="233362"/>
                </a:lnTo>
                <a:lnTo>
                  <a:pt x="150964" y="242506"/>
                </a:lnTo>
                <a:lnTo>
                  <a:pt x="134200" y="279184"/>
                </a:lnTo>
                <a:lnTo>
                  <a:pt x="83908" y="291376"/>
                </a:lnTo>
                <a:lnTo>
                  <a:pt x="77812" y="291376"/>
                </a:lnTo>
                <a:lnTo>
                  <a:pt x="70192" y="289852"/>
                </a:lnTo>
                <a:lnTo>
                  <a:pt x="62572" y="289852"/>
                </a:lnTo>
                <a:lnTo>
                  <a:pt x="54952" y="288328"/>
                </a:lnTo>
                <a:lnTo>
                  <a:pt x="47332" y="285280"/>
                </a:lnTo>
                <a:lnTo>
                  <a:pt x="39712" y="283756"/>
                </a:lnTo>
                <a:lnTo>
                  <a:pt x="16764" y="274510"/>
                </a:lnTo>
                <a:lnTo>
                  <a:pt x="10668" y="271462"/>
                </a:lnTo>
                <a:lnTo>
                  <a:pt x="4572" y="266890"/>
                </a:lnTo>
                <a:lnTo>
                  <a:pt x="0" y="262318"/>
                </a:lnTo>
                <a:lnTo>
                  <a:pt x="0" y="306616"/>
                </a:lnTo>
                <a:lnTo>
                  <a:pt x="3048" y="309664"/>
                </a:lnTo>
                <a:lnTo>
                  <a:pt x="9144" y="311188"/>
                </a:lnTo>
                <a:lnTo>
                  <a:pt x="15240" y="314236"/>
                </a:lnTo>
                <a:lnTo>
                  <a:pt x="30480" y="317284"/>
                </a:lnTo>
                <a:lnTo>
                  <a:pt x="36576" y="318808"/>
                </a:lnTo>
                <a:lnTo>
                  <a:pt x="45808" y="320332"/>
                </a:lnTo>
                <a:lnTo>
                  <a:pt x="51904" y="321856"/>
                </a:lnTo>
                <a:lnTo>
                  <a:pt x="59524" y="323380"/>
                </a:lnTo>
                <a:lnTo>
                  <a:pt x="67144" y="323380"/>
                </a:lnTo>
                <a:lnTo>
                  <a:pt x="73240" y="324904"/>
                </a:lnTo>
                <a:lnTo>
                  <a:pt x="120484" y="320332"/>
                </a:lnTo>
                <a:lnTo>
                  <a:pt x="155536" y="305092"/>
                </a:lnTo>
                <a:lnTo>
                  <a:pt x="184658" y="270586"/>
                </a:lnTo>
                <a:lnTo>
                  <a:pt x="188798" y="250583"/>
                </a:lnTo>
                <a:lnTo>
                  <a:pt x="189166" y="239458"/>
                </a:lnTo>
                <a:close/>
              </a:path>
              <a:path w="529590" h="325119">
                <a:moveTo>
                  <a:pt x="529209" y="158597"/>
                </a:moveTo>
                <a:lnTo>
                  <a:pt x="519112" y="94386"/>
                </a:lnTo>
                <a:lnTo>
                  <a:pt x="489585" y="42672"/>
                </a:lnTo>
                <a:lnTo>
                  <a:pt x="489483" y="161645"/>
                </a:lnTo>
                <a:lnTo>
                  <a:pt x="489394" y="166217"/>
                </a:lnTo>
                <a:lnTo>
                  <a:pt x="482536" y="216789"/>
                </a:lnTo>
                <a:lnTo>
                  <a:pt x="460629" y="257746"/>
                </a:lnTo>
                <a:lnTo>
                  <a:pt x="425107" y="283171"/>
                </a:lnTo>
                <a:lnTo>
                  <a:pt x="378231" y="291376"/>
                </a:lnTo>
                <a:lnTo>
                  <a:pt x="355371" y="289115"/>
                </a:lnTo>
                <a:lnTo>
                  <a:pt x="316471" y="271399"/>
                </a:lnTo>
                <a:lnTo>
                  <a:pt x="287286" y="236753"/>
                </a:lnTo>
                <a:lnTo>
                  <a:pt x="271907" y="189750"/>
                </a:lnTo>
                <a:lnTo>
                  <a:pt x="269925" y="161645"/>
                </a:lnTo>
                <a:lnTo>
                  <a:pt x="271907" y="134480"/>
                </a:lnTo>
                <a:lnTo>
                  <a:pt x="287286" y="88099"/>
                </a:lnTo>
                <a:lnTo>
                  <a:pt x="317588" y="52819"/>
                </a:lnTo>
                <a:lnTo>
                  <a:pt x="358152" y="35585"/>
                </a:lnTo>
                <a:lnTo>
                  <a:pt x="381279" y="33528"/>
                </a:lnTo>
                <a:lnTo>
                  <a:pt x="405257" y="35560"/>
                </a:lnTo>
                <a:lnTo>
                  <a:pt x="445833" y="52184"/>
                </a:lnTo>
                <a:lnTo>
                  <a:pt x="474154" y="85979"/>
                </a:lnTo>
                <a:lnTo>
                  <a:pt x="487870" y="134023"/>
                </a:lnTo>
                <a:lnTo>
                  <a:pt x="489483" y="161645"/>
                </a:lnTo>
                <a:lnTo>
                  <a:pt x="489483" y="42595"/>
                </a:lnTo>
                <a:lnTo>
                  <a:pt x="442671" y="10477"/>
                </a:lnTo>
                <a:lnTo>
                  <a:pt x="384327" y="0"/>
                </a:lnTo>
                <a:lnTo>
                  <a:pt x="350850" y="2844"/>
                </a:lnTo>
                <a:lnTo>
                  <a:pt x="295313" y="25082"/>
                </a:lnTo>
                <a:lnTo>
                  <a:pt x="254977" y="68884"/>
                </a:lnTo>
                <a:lnTo>
                  <a:pt x="234403" y="129590"/>
                </a:lnTo>
                <a:lnTo>
                  <a:pt x="231825" y="166217"/>
                </a:lnTo>
                <a:lnTo>
                  <a:pt x="234378" y="199136"/>
                </a:lnTo>
                <a:lnTo>
                  <a:pt x="254330" y="256362"/>
                </a:lnTo>
                <a:lnTo>
                  <a:pt x="293497" y="299834"/>
                </a:lnTo>
                <a:lnTo>
                  <a:pt x="346760" y="322072"/>
                </a:lnTo>
                <a:lnTo>
                  <a:pt x="378231" y="324904"/>
                </a:lnTo>
                <a:lnTo>
                  <a:pt x="410819" y="322046"/>
                </a:lnTo>
                <a:lnTo>
                  <a:pt x="440004" y="313474"/>
                </a:lnTo>
                <a:lnTo>
                  <a:pt x="465747" y="299186"/>
                </a:lnTo>
                <a:lnTo>
                  <a:pt x="474459" y="291376"/>
                </a:lnTo>
                <a:lnTo>
                  <a:pt x="488061" y="279184"/>
                </a:lnTo>
                <a:lnTo>
                  <a:pt x="506056" y="255168"/>
                </a:lnTo>
                <a:lnTo>
                  <a:pt x="518922" y="226885"/>
                </a:lnTo>
                <a:lnTo>
                  <a:pt x="526630" y="194614"/>
                </a:lnTo>
                <a:lnTo>
                  <a:pt x="529209" y="1585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8939593" y="2472690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253174" y="314229"/>
                </a:moveTo>
                <a:lnTo>
                  <a:pt x="208978" y="314229"/>
                </a:lnTo>
                <a:lnTo>
                  <a:pt x="47339" y="64008"/>
                </a:lnTo>
                <a:lnTo>
                  <a:pt x="42767" y="57912"/>
                </a:lnTo>
                <a:lnTo>
                  <a:pt x="39719" y="51816"/>
                </a:lnTo>
                <a:lnTo>
                  <a:pt x="36671" y="44196"/>
                </a:lnTo>
                <a:lnTo>
                  <a:pt x="35147" y="44196"/>
                </a:lnTo>
                <a:lnTo>
                  <a:pt x="36028" y="50449"/>
                </a:lnTo>
                <a:lnTo>
                  <a:pt x="36480" y="59864"/>
                </a:lnTo>
                <a:lnTo>
                  <a:pt x="36671" y="86963"/>
                </a:lnTo>
                <a:lnTo>
                  <a:pt x="36671" y="314229"/>
                </a:ln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205930" y="247078"/>
                </a:lnTo>
                <a:lnTo>
                  <a:pt x="212026" y="256222"/>
                </a:lnTo>
                <a:lnTo>
                  <a:pt x="216598" y="263842"/>
                </a:lnTo>
                <a:lnTo>
                  <a:pt x="218122" y="268414"/>
                </a:lnTo>
                <a:lnTo>
                  <a:pt x="219646" y="268414"/>
                </a:lnTo>
                <a:lnTo>
                  <a:pt x="218527" y="260175"/>
                </a:lnTo>
                <a:lnTo>
                  <a:pt x="217550" y="249364"/>
                </a:lnTo>
                <a:lnTo>
                  <a:pt x="216860" y="236267"/>
                </a:lnTo>
                <a:lnTo>
                  <a:pt x="216598" y="221170"/>
                </a:lnTo>
                <a:lnTo>
                  <a:pt x="216598" y="0"/>
                </a:lnTo>
                <a:lnTo>
                  <a:pt x="253174" y="0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28" y="3232308"/>
            <a:ext cx="109823" cy="111347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315872" y="3060001"/>
            <a:ext cx="864869" cy="431800"/>
          </a:xfrm>
          <a:custGeom>
            <a:avLst/>
            <a:gdLst/>
            <a:ahLst/>
            <a:cxnLst/>
            <a:rect l="l" t="t" r="r" b="b"/>
            <a:pathLst>
              <a:path w="864869" h="431800">
                <a:moveTo>
                  <a:pt x="388912" y="32004"/>
                </a:moveTo>
                <a:lnTo>
                  <a:pt x="0" y="32004"/>
                </a:lnTo>
                <a:lnTo>
                  <a:pt x="0" y="68580"/>
                </a:lnTo>
                <a:lnTo>
                  <a:pt x="327952" y="68580"/>
                </a:lnTo>
                <a:lnTo>
                  <a:pt x="295325" y="92621"/>
                </a:lnTo>
                <a:lnTo>
                  <a:pt x="261416" y="116484"/>
                </a:lnTo>
                <a:lnTo>
                  <a:pt x="226072" y="140042"/>
                </a:lnTo>
                <a:lnTo>
                  <a:pt x="189166" y="163169"/>
                </a:lnTo>
                <a:lnTo>
                  <a:pt x="189166" y="341668"/>
                </a:lnTo>
                <a:lnTo>
                  <a:pt x="186613" y="359435"/>
                </a:lnTo>
                <a:lnTo>
                  <a:pt x="179070" y="371767"/>
                </a:lnTo>
                <a:lnTo>
                  <a:pt x="166662" y="378955"/>
                </a:lnTo>
                <a:lnTo>
                  <a:pt x="149542" y="381292"/>
                </a:lnTo>
                <a:lnTo>
                  <a:pt x="132651" y="381000"/>
                </a:lnTo>
                <a:lnTo>
                  <a:pt x="114211" y="380149"/>
                </a:lnTo>
                <a:lnTo>
                  <a:pt x="94373" y="378714"/>
                </a:lnTo>
                <a:lnTo>
                  <a:pt x="73253" y="376720"/>
                </a:lnTo>
                <a:lnTo>
                  <a:pt x="77635" y="397497"/>
                </a:lnTo>
                <a:lnTo>
                  <a:pt x="79463" y="408266"/>
                </a:lnTo>
                <a:lnTo>
                  <a:pt x="80873" y="419481"/>
                </a:lnTo>
                <a:lnTo>
                  <a:pt x="102565" y="419722"/>
                </a:lnTo>
                <a:lnTo>
                  <a:pt x="138557" y="420776"/>
                </a:lnTo>
                <a:lnTo>
                  <a:pt x="152590" y="421005"/>
                </a:lnTo>
                <a:lnTo>
                  <a:pt x="172593" y="419011"/>
                </a:lnTo>
                <a:lnTo>
                  <a:pt x="212026" y="402628"/>
                </a:lnTo>
                <a:lnTo>
                  <a:pt x="227672" y="361696"/>
                </a:lnTo>
                <a:lnTo>
                  <a:pt x="228790" y="341668"/>
                </a:lnTo>
                <a:lnTo>
                  <a:pt x="228790" y="181457"/>
                </a:lnTo>
                <a:lnTo>
                  <a:pt x="269709" y="155168"/>
                </a:lnTo>
                <a:lnTo>
                  <a:pt x="310032" y="128866"/>
                </a:lnTo>
                <a:lnTo>
                  <a:pt x="349758" y="102552"/>
                </a:lnTo>
                <a:lnTo>
                  <a:pt x="388912" y="76200"/>
                </a:lnTo>
                <a:lnTo>
                  <a:pt x="388912" y="32004"/>
                </a:lnTo>
                <a:close/>
              </a:path>
              <a:path w="864869" h="431800">
                <a:moveTo>
                  <a:pt x="626846" y="117449"/>
                </a:moveTo>
                <a:lnTo>
                  <a:pt x="597890" y="117449"/>
                </a:lnTo>
                <a:lnTo>
                  <a:pt x="597890" y="143357"/>
                </a:lnTo>
                <a:lnTo>
                  <a:pt x="597890" y="198221"/>
                </a:lnTo>
                <a:lnTo>
                  <a:pt x="597890" y="224231"/>
                </a:lnTo>
                <a:lnTo>
                  <a:pt x="597890" y="280619"/>
                </a:lnTo>
                <a:lnTo>
                  <a:pt x="558266" y="280619"/>
                </a:lnTo>
                <a:lnTo>
                  <a:pt x="558266" y="224231"/>
                </a:lnTo>
                <a:lnTo>
                  <a:pt x="597890" y="224231"/>
                </a:lnTo>
                <a:lnTo>
                  <a:pt x="597890" y="198221"/>
                </a:lnTo>
                <a:lnTo>
                  <a:pt x="558266" y="198221"/>
                </a:lnTo>
                <a:lnTo>
                  <a:pt x="558266" y="143357"/>
                </a:lnTo>
                <a:lnTo>
                  <a:pt x="597890" y="143357"/>
                </a:lnTo>
                <a:lnTo>
                  <a:pt x="597890" y="117449"/>
                </a:lnTo>
                <a:lnTo>
                  <a:pt x="570458" y="117449"/>
                </a:lnTo>
                <a:lnTo>
                  <a:pt x="602462" y="70104"/>
                </a:lnTo>
                <a:lnTo>
                  <a:pt x="602462" y="42672"/>
                </a:lnTo>
                <a:lnTo>
                  <a:pt x="567410" y="42672"/>
                </a:lnTo>
                <a:lnTo>
                  <a:pt x="567410" y="70104"/>
                </a:lnTo>
                <a:lnTo>
                  <a:pt x="535305" y="117449"/>
                </a:lnTo>
                <a:lnTo>
                  <a:pt x="530733" y="117449"/>
                </a:lnTo>
                <a:lnTo>
                  <a:pt x="530733" y="143357"/>
                </a:lnTo>
                <a:lnTo>
                  <a:pt x="530733" y="198221"/>
                </a:lnTo>
                <a:lnTo>
                  <a:pt x="530733" y="224231"/>
                </a:lnTo>
                <a:lnTo>
                  <a:pt x="530733" y="280619"/>
                </a:lnTo>
                <a:lnTo>
                  <a:pt x="492633" y="280619"/>
                </a:lnTo>
                <a:lnTo>
                  <a:pt x="492633" y="224231"/>
                </a:lnTo>
                <a:lnTo>
                  <a:pt x="530733" y="224231"/>
                </a:lnTo>
                <a:lnTo>
                  <a:pt x="530733" y="198221"/>
                </a:lnTo>
                <a:lnTo>
                  <a:pt x="492633" y="198221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49"/>
                </a:lnTo>
                <a:lnTo>
                  <a:pt x="474345" y="117449"/>
                </a:lnTo>
                <a:lnTo>
                  <a:pt x="482320" y="106629"/>
                </a:lnTo>
                <a:lnTo>
                  <a:pt x="490156" y="94919"/>
                </a:lnTo>
                <a:lnTo>
                  <a:pt x="497700" y="82651"/>
                </a:lnTo>
                <a:lnTo>
                  <a:pt x="504825" y="70104"/>
                </a:lnTo>
                <a:lnTo>
                  <a:pt x="567410" y="70104"/>
                </a:lnTo>
                <a:lnTo>
                  <a:pt x="567410" y="42672"/>
                </a:lnTo>
                <a:lnTo>
                  <a:pt x="520065" y="42672"/>
                </a:lnTo>
                <a:lnTo>
                  <a:pt x="524637" y="34417"/>
                </a:lnTo>
                <a:lnTo>
                  <a:pt x="529209" y="25717"/>
                </a:lnTo>
                <a:lnTo>
                  <a:pt x="533781" y="16751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02"/>
                </a:lnTo>
                <a:lnTo>
                  <a:pt x="473583" y="66306"/>
                </a:lnTo>
                <a:lnTo>
                  <a:pt x="453009" y="96062"/>
                </a:lnTo>
                <a:lnTo>
                  <a:pt x="430149" y="123545"/>
                </a:lnTo>
                <a:lnTo>
                  <a:pt x="436702" y="130136"/>
                </a:lnTo>
                <a:lnTo>
                  <a:pt x="442531" y="136309"/>
                </a:lnTo>
                <a:lnTo>
                  <a:pt x="447509" y="142189"/>
                </a:lnTo>
                <a:lnTo>
                  <a:pt x="451485" y="147929"/>
                </a:lnTo>
                <a:lnTo>
                  <a:pt x="456057" y="141833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0619"/>
                </a:lnTo>
                <a:lnTo>
                  <a:pt x="461683" y="319557"/>
                </a:lnTo>
                <a:lnTo>
                  <a:pt x="455676" y="354050"/>
                </a:lnTo>
                <a:lnTo>
                  <a:pt x="445681" y="384263"/>
                </a:lnTo>
                <a:lnTo>
                  <a:pt x="431673" y="410349"/>
                </a:lnTo>
                <a:lnTo>
                  <a:pt x="438264" y="415175"/>
                </a:lnTo>
                <a:lnTo>
                  <a:pt x="444436" y="420446"/>
                </a:lnTo>
                <a:lnTo>
                  <a:pt x="450316" y="425983"/>
                </a:lnTo>
                <a:lnTo>
                  <a:pt x="456057" y="431685"/>
                </a:lnTo>
                <a:lnTo>
                  <a:pt x="470319" y="407593"/>
                </a:lnTo>
                <a:lnTo>
                  <a:pt x="481012" y="378815"/>
                </a:lnTo>
                <a:lnTo>
                  <a:pt x="487984" y="345173"/>
                </a:lnTo>
                <a:lnTo>
                  <a:pt x="491109" y="306527"/>
                </a:lnTo>
                <a:lnTo>
                  <a:pt x="530733" y="306527"/>
                </a:lnTo>
                <a:lnTo>
                  <a:pt x="530733" y="387388"/>
                </a:lnTo>
                <a:lnTo>
                  <a:pt x="558266" y="387388"/>
                </a:lnTo>
                <a:lnTo>
                  <a:pt x="558266" y="306527"/>
                </a:lnTo>
                <a:lnTo>
                  <a:pt x="597890" y="306527"/>
                </a:lnTo>
                <a:lnTo>
                  <a:pt x="597890" y="376720"/>
                </a:lnTo>
                <a:lnTo>
                  <a:pt x="596722" y="385838"/>
                </a:lnTo>
                <a:lnTo>
                  <a:pt x="593128" y="392531"/>
                </a:lnTo>
                <a:lnTo>
                  <a:pt x="586955" y="396646"/>
                </a:lnTo>
                <a:lnTo>
                  <a:pt x="578078" y="398056"/>
                </a:lnTo>
                <a:lnTo>
                  <a:pt x="568883" y="397789"/>
                </a:lnTo>
                <a:lnTo>
                  <a:pt x="559549" y="397103"/>
                </a:lnTo>
                <a:lnTo>
                  <a:pt x="549922" y="396125"/>
                </a:lnTo>
                <a:lnTo>
                  <a:pt x="539877" y="395008"/>
                </a:lnTo>
                <a:lnTo>
                  <a:pt x="541020" y="403860"/>
                </a:lnTo>
                <a:lnTo>
                  <a:pt x="542163" y="412013"/>
                </a:lnTo>
                <a:lnTo>
                  <a:pt x="543306" y="419303"/>
                </a:lnTo>
                <a:lnTo>
                  <a:pt x="544449" y="425589"/>
                </a:lnTo>
                <a:lnTo>
                  <a:pt x="584174" y="425589"/>
                </a:lnTo>
                <a:lnTo>
                  <a:pt x="624243" y="400469"/>
                </a:lnTo>
                <a:lnTo>
                  <a:pt x="626846" y="381292"/>
                </a:lnTo>
                <a:lnTo>
                  <a:pt x="626846" y="306527"/>
                </a:lnTo>
                <a:lnTo>
                  <a:pt x="626846" y="280619"/>
                </a:lnTo>
                <a:lnTo>
                  <a:pt x="626846" y="224231"/>
                </a:lnTo>
                <a:lnTo>
                  <a:pt x="626846" y="198221"/>
                </a:lnTo>
                <a:lnTo>
                  <a:pt x="626846" y="143357"/>
                </a:lnTo>
                <a:lnTo>
                  <a:pt x="626846" y="132689"/>
                </a:lnTo>
                <a:lnTo>
                  <a:pt x="626846" y="117449"/>
                </a:lnTo>
                <a:close/>
              </a:path>
              <a:path w="864869" h="431800">
                <a:moveTo>
                  <a:pt x="841921" y="22860"/>
                </a:moveTo>
                <a:lnTo>
                  <a:pt x="645134" y="22860"/>
                </a:lnTo>
                <a:lnTo>
                  <a:pt x="645134" y="51816"/>
                </a:lnTo>
                <a:lnTo>
                  <a:pt x="693902" y="51816"/>
                </a:lnTo>
                <a:lnTo>
                  <a:pt x="692188" y="68986"/>
                </a:lnTo>
                <a:lnTo>
                  <a:pt x="680186" y="108305"/>
                </a:lnTo>
                <a:lnTo>
                  <a:pt x="646747" y="141312"/>
                </a:lnTo>
                <a:lnTo>
                  <a:pt x="629894" y="150977"/>
                </a:lnTo>
                <a:lnTo>
                  <a:pt x="636219" y="159575"/>
                </a:lnTo>
                <a:lnTo>
                  <a:pt x="641705" y="167170"/>
                </a:lnTo>
                <a:lnTo>
                  <a:pt x="646557" y="173837"/>
                </a:lnTo>
                <a:lnTo>
                  <a:pt x="651230" y="179933"/>
                </a:lnTo>
                <a:lnTo>
                  <a:pt x="671220" y="165315"/>
                </a:lnTo>
                <a:lnTo>
                  <a:pt x="700379" y="136639"/>
                </a:lnTo>
                <a:lnTo>
                  <a:pt x="720280" y="90919"/>
                </a:lnTo>
                <a:lnTo>
                  <a:pt x="724471" y="51816"/>
                </a:lnTo>
                <a:lnTo>
                  <a:pt x="808291" y="51816"/>
                </a:lnTo>
                <a:lnTo>
                  <a:pt x="807389" y="64985"/>
                </a:lnTo>
                <a:lnTo>
                  <a:pt x="806767" y="77152"/>
                </a:lnTo>
                <a:lnTo>
                  <a:pt x="806145" y="88468"/>
                </a:lnTo>
                <a:lnTo>
                  <a:pt x="779335" y="123545"/>
                </a:lnTo>
                <a:lnTo>
                  <a:pt x="769353" y="123278"/>
                </a:lnTo>
                <a:lnTo>
                  <a:pt x="757809" y="122593"/>
                </a:lnTo>
                <a:lnTo>
                  <a:pt x="730567" y="120497"/>
                </a:lnTo>
                <a:lnTo>
                  <a:pt x="731735" y="128765"/>
                </a:lnTo>
                <a:lnTo>
                  <a:pt x="733044" y="137452"/>
                </a:lnTo>
                <a:lnTo>
                  <a:pt x="734644" y="146431"/>
                </a:lnTo>
                <a:lnTo>
                  <a:pt x="736663" y="155549"/>
                </a:lnTo>
                <a:lnTo>
                  <a:pt x="748931" y="155790"/>
                </a:lnTo>
                <a:lnTo>
                  <a:pt x="771169" y="156832"/>
                </a:lnTo>
                <a:lnTo>
                  <a:pt x="822248" y="143548"/>
                </a:lnTo>
                <a:lnTo>
                  <a:pt x="837349" y="103733"/>
                </a:lnTo>
                <a:lnTo>
                  <a:pt x="840206" y="63830"/>
                </a:lnTo>
                <a:lnTo>
                  <a:pt x="840981" y="43421"/>
                </a:lnTo>
                <a:lnTo>
                  <a:pt x="841921" y="22860"/>
                </a:lnTo>
                <a:close/>
              </a:path>
              <a:path w="864869" h="431800">
                <a:moveTo>
                  <a:pt x="864781" y="309664"/>
                </a:moveTo>
                <a:lnTo>
                  <a:pt x="776287" y="309664"/>
                </a:lnTo>
                <a:lnTo>
                  <a:pt x="776287" y="247091"/>
                </a:lnTo>
                <a:lnTo>
                  <a:pt x="854113" y="247091"/>
                </a:lnTo>
                <a:lnTo>
                  <a:pt x="854113" y="216611"/>
                </a:lnTo>
                <a:lnTo>
                  <a:pt x="776287" y="216611"/>
                </a:lnTo>
                <a:lnTo>
                  <a:pt x="776287" y="169265"/>
                </a:lnTo>
                <a:lnTo>
                  <a:pt x="744283" y="169265"/>
                </a:lnTo>
                <a:lnTo>
                  <a:pt x="744283" y="216611"/>
                </a:lnTo>
                <a:lnTo>
                  <a:pt x="701611" y="216611"/>
                </a:lnTo>
                <a:lnTo>
                  <a:pt x="703922" y="208559"/>
                </a:lnTo>
                <a:lnTo>
                  <a:pt x="706374" y="200367"/>
                </a:lnTo>
                <a:lnTo>
                  <a:pt x="709117" y="191884"/>
                </a:lnTo>
                <a:lnTo>
                  <a:pt x="712279" y="182981"/>
                </a:lnTo>
                <a:lnTo>
                  <a:pt x="681710" y="173837"/>
                </a:lnTo>
                <a:lnTo>
                  <a:pt x="674014" y="201066"/>
                </a:lnTo>
                <a:lnTo>
                  <a:pt x="664756" y="227838"/>
                </a:lnTo>
                <a:lnTo>
                  <a:pt x="654062" y="254304"/>
                </a:lnTo>
                <a:lnTo>
                  <a:pt x="642086" y="280619"/>
                </a:lnTo>
                <a:lnTo>
                  <a:pt x="649820" y="284048"/>
                </a:lnTo>
                <a:lnTo>
                  <a:pt x="657136" y="287477"/>
                </a:lnTo>
                <a:lnTo>
                  <a:pt x="664159" y="290906"/>
                </a:lnTo>
                <a:lnTo>
                  <a:pt x="671042" y="294335"/>
                </a:lnTo>
                <a:lnTo>
                  <a:pt x="676490" y="282879"/>
                </a:lnTo>
                <a:lnTo>
                  <a:pt x="681520" y="271284"/>
                </a:lnTo>
                <a:lnTo>
                  <a:pt x="686257" y="259397"/>
                </a:lnTo>
                <a:lnTo>
                  <a:pt x="690854" y="247091"/>
                </a:lnTo>
                <a:lnTo>
                  <a:pt x="744283" y="247091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85"/>
                </a:lnTo>
                <a:lnTo>
                  <a:pt x="776287" y="431685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2351436" y="3117913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680" y="1666"/>
                </a:lnTo>
                <a:lnTo>
                  <a:pt x="131540" y="6477"/>
                </a:lnTo>
                <a:lnTo>
                  <a:pt x="149542" y="14144"/>
                </a:lnTo>
                <a:lnTo>
                  <a:pt x="164687" y="24384"/>
                </a:lnTo>
                <a:lnTo>
                  <a:pt x="172665" y="33528"/>
                </a:lnTo>
                <a:lnTo>
                  <a:pt x="36576" y="33528"/>
                </a:lnTo>
                <a:lnTo>
                  <a:pt x="36576" y="163258"/>
                </a:lnTo>
                <a:lnTo>
                  <a:pt x="165452" y="163258"/>
                </a:lnTo>
                <a:lnTo>
                  <a:pt x="161639" y="167830"/>
                </a:lnTo>
                <a:lnTo>
                  <a:pt x="144470" y="180070"/>
                </a:lnTo>
                <a:lnTo>
                  <a:pt x="124872" y="189166"/>
                </a:lnTo>
                <a:lnTo>
                  <a:pt x="102703" y="194833"/>
                </a:lnTo>
                <a:lnTo>
                  <a:pt x="77819" y="196786"/>
                </a:lnTo>
                <a:lnTo>
                  <a:pt x="36576" y="196786"/>
                </a:lnTo>
                <a:lnTo>
                  <a:pt x="36576" y="314229"/>
                </a:lnTo>
                <a:close/>
              </a:path>
              <a:path w="192405" h="314325">
                <a:moveTo>
                  <a:pt x="165452" y="163258"/>
                </a:moveTo>
                <a:lnTo>
                  <a:pt x="74771" y="163258"/>
                </a:lnTo>
                <a:lnTo>
                  <a:pt x="93059" y="162114"/>
                </a:lnTo>
                <a:lnTo>
                  <a:pt x="109061" y="158674"/>
                </a:lnTo>
                <a:lnTo>
                  <a:pt x="142446" y="135755"/>
                </a:lnTo>
                <a:lnTo>
                  <a:pt x="154019" y="96107"/>
                </a:lnTo>
                <a:lnTo>
                  <a:pt x="149423" y="68969"/>
                </a:lnTo>
                <a:lnTo>
                  <a:pt x="135540" y="49387"/>
                </a:lnTo>
                <a:lnTo>
                  <a:pt x="112228" y="37519"/>
                </a:lnTo>
                <a:lnTo>
                  <a:pt x="79343" y="33528"/>
                </a:lnTo>
                <a:lnTo>
                  <a:pt x="172665" y="33528"/>
                </a:lnTo>
                <a:lnTo>
                  <a:pt x="176688" y="38138"/>
                </a:lnTo>
                <a:lnTo>
                  <a:pt x="185261" y="54340"/>
                </a:lnTo>
                <a:lnTo>
                  <a:pt x="190404" y="73113"/>
                </a:lnTo>
                <a:lnTo>
                  <a:pt x="192119" y="94583"/>
                </a:lnTo>
                <a:lnTo>
                  <a:pt x="190142" y="115457"/>
                </a:lnTo>
                <a:lnTo>
                  <a:pt x="184308" y="134635"/>
                </a:lnTo>
                <a:lnTo>
                  <a:pt x="174759" y="152099"/>
                </a:lnTo>
                <a:lnTo>
                  <a:pt x="165452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2603087" y="3118453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30" h="138429">
                <a:moveTo>
                  <a:pt x="0" y="0"/>
                </a:moveTo>
                <a:lnTo>
                  <a:pt x="36575" y="0"/>
                </a:lnTo>
                <a:lnTo>
                  <a:pt x="36575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2603081" y="3118459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843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923317" y="3117913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0" y="1666"/>
                </a:lnTo>
                <a:lnTo>
                  <a:pt x="130206" y="6477"/>
                </a:lnTo>
                <a:lnTo>
                  <a:pt x="148661" y="14144"/>
                </a:lnTo>
                <a:lnTo>
                  <a:pt x="164687" y="24384"/>
                </a:lnTo>
                <a:lnTo>
                  <a:pt x="172665" y="33528"/>
                </a:lnTo>
                <a:lnTo>
                  <a:pt x="36576" y="33528"/>
                </a:lnTo>
                <a:lnTo>
                  <a:pt x="36576" y="163258"/>
                </a:lnTo>
                <a:lnTo>
                  <a:pt x="164184" y="163258"/>
                </a:lnTo>
                <a:lnTo>
                  <a:pt x="160115" y="167830"/>
                </a:lnTo>
                <a:lnTo>
                  <a:pt x="143827" y="180070"/>
                </a:lnTo>
                <a:lnTo>
                  <a:pt x="124682" y="189166"/>
                </a:lnTo>
                <a:lnTo>
                  <a:pt x="102679" y="194833"/>
                </a:lnTo>
                <a:lnTo>
                  <a:pt x="77819" y="196786"/>
                </a:lnTo>
                <a:lnTo>
                  <a:pt x="36576" y="196786"/>
                </a:lnTo>
                <a:lnTo>
                  <a:pt x="36576" y="314229"/>
                </a:lnTo>
                <a:close/>
              </a:path>
              <a:path w="192405" h="314325">
                <a:moveTo>
                  <a:pt x="164184" y="163258"/>
                </a:moveTo>
                <a:lnTo>
                  <a:pt x="74771" y="163258"/>
                </a:lnTo>
                <a:lnTo>
                  <a:pt x="92821" y="162114"/>
                </a:lnTo>
                <a:lnTo>
                  <a:pt x="108299" y="158674"/>
                </a:lnTo>
                <a:lnTo>
                  <a:pt x="141565" y="135755"/>
                </a:lnTo>
                <a:lnTo>
                  <a:pt x="152495" y="96107"/>
                </a:lnTo>
                <a:lnTo>
                  <a:pt x="147923" y="68969"/>
                </a:lnTo>
                <a:lnTo>
                  <a:pt x="134207" y="49387"/>
                </a:lnTo>
                <a:lnTo>
                  <a:pt x="111347" y="37519"/>
                </a:lnTo>
                <a:lnTo>
                  <a:pt x="79343" y="33528"/>
                </a:lnTo>
                <a:lnTo>
                  <a:pt x="172665" y="33528"/>
                </a:lnTo>
                <a:lnTo>
                  <a:pt x="176688" y="38138"/>
                </a:lnTo>
                <a:lnTo>
                  <a:pt x="185261" y="54340"/>
                </a:lnTo>
                <a:lnTo>
                  <a:pt x="190404" y="73113"/>
                </a:lnTo>
                <a:lnTo>
                  <a:pt x="192119" y="94583"/>
                </a:lnTo>
                <a:lnTo>
                  <a:pt x="190119" y="115457"/>
                </a:lnTo>
                <a:lnTo>
                  <a:pt x="184118" y="134635"/>
                </a:lnTo>
                <a:lnTo>
                  <a:pt x="174117" y="152099"/>
                </a:lnTo>
                <a:lnTo>
                  <a:pt x="164184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3266503" y="3085909"/>
            <a:ext cx="421005" cy="404495"/>
          </a:xfrm>
          <a:custGeom>
            <a:avLst/>
            <a:gdLst/>
            <a:ahLst/>
            <a:cxnLst/>
            <a:rect l="l" t="t" r="r" b="b"/>
            <a:pathLst>
              <a:path w="421004" h="404495">
                <a:moveTo>
                  <a:pt x="420909" y="32004"/>
                </a:moveTo>
                <a:lnTo>
                  <a:pt x="0" y="32004"/>
                </a:lnTo>
                <a:lnTo>
                  <a:pt x="0" y="0"/>
                </a:lnTo>
                <a:lnTo>
                  <a:pt x="420909" y="0"/>
                </a:lnTo>
                <a:lnTo>
                  <a:pt x="420909" y="32004"/>
                </a:lnTo>
                <a:close/>
              </a:path>
              <a:path w="421004" h="404495">
                <a:moveTo>
                  <a:pt x="198215" y="90011"/>
                </a:moveTo>
                <a:lnTo>
                  <a:pt x="161639" y="90011"/>
                </a:lnTo>
                <a:lnTo>
                  <a:pt x="167973" y="74263"/>
                </a:lnTo>
                <a:lnTo>
                  <a:pt x="173450" y="59257"/>
                </a:lnTo>
                <a:lnTo>
                  <a:pt x="178431" y="44911"/>
                </a:lnTo>
                <a:lnTo>
                  <a:pt x="182975" y="32004"/>
                </a:lnTo>
                <a:lnTo>
                  <a:pt x="222599" y="32004"/>
                </a:lnTo>
                <a:lnTo>
                  <a:pt x="216768" y="45126"/>
                </a:lnTo>
                <a:lnTo>
                  <a:pt x="210978" y="58685"/>
                </a:lnTo>
                <a:lnTo>
                  <a:pt x="204811" y="73620"/>
                </a:lnTo>
                <a:lnTo>
                  <a:pt x="198215" y="90011"/>
                </a:lnTo>
                <a:close/>
              </a:path>
              <a:path w="421004" h="404495">
                <a:moveTo>
                  <a:pt x="56388" y="404241"/>
                </a:moveTo>
                <a:lnTo>
                  <a:pt x="22860" y="404241"/>
                </a:lnTo>
                <a:lnTo>
                  <a:pt x="22860" y="90011"/>
                </a:lnTo>
                <a:lnTo>
                  <a:pt x="396430" y="90011"/>
                </a:lnTo>
                <a:lnTo>
                  <a:pt x="396430" y="118967"/>
                </a:lnTo>
                <a:lnTo>
                  <a:pt x="56388" y="118967"/>
                </a:lnTo>
                <a:lnTo>
                  <a:pt x="56388" y="350805"/>
                </a:lnTo>
                <a:lnTo>
                  <a:pt x="396430" y="350805"/>
                </a:lnTo>
                <a:lnTo>
                  <a:pt x="396430" y="378237"/>
                </a:lnTo>
                <a:lnTo>
                  <a:pt x="56388" y="378237"/>
                </a:lnTo>
                <a:lnTo>
                  <a:pt x="56388" y="404241"/>
                </a:lnTo>
                <a:close/>
              </a:path>
              <a:path w="421004" h="404495">
                <a:moveTo>
                  <a:pt x="158591" y="350805"/>
                </a:moveTo>
                <a:lnTo>
                  <a:pt x="128016" y="350805"/>
                </a:lnTo>
                <a:lnTo>
                  <a:pt x="128016" y="118967"/>
                </a:lnTo>
                <a:lnTo>
                  <a:pt x="158591" y="118967"/>
                </a:lnTo>
                <a:lnTo>
                  <a:pt x="158591" y="176879"/>
                </a:lnTo>
                <a:lnTo>
                  <a:pt x="292798" y="176879"/>
                </a:lnTo>
                <a:lnTo>
                  <a:pt x="292798" y="205930"/>
                </a:lnTo>
                <a:lnTo>
                  <a:pt x="158591" y="205930"/>
                </a:lnTo>
                <a:lnTo>
                  <a:pt x="158591" y="263842"/>
                </a:lnTo>
                <a:lnTo>
                  <a:pt x="292798" y="263842"/>
                </a:lnTo>
                <a:lnTo>
                  <a:pt x="292798" y="291369"/>
                </a:lnTo>
                <a:lnTo>
                  <a:pt x="158591" y="291369"/>
                </a:lnTo>
                <a:lnTo>
                  <a:pt x="158591" y="350805"/>
                </a:lnTo>
                <a:close/>
              </a:path>
              <a:path w="421004" h="404495">
                <a:moveTo>
                  <a:pt x="292798" y="176879"/>
                </a:moveTo>
                <a:lnTo>
                  <a:pt x="260699" y="176879"/>
                </a:lnTo>
                <a:lnTo>
                  <a:pt x="260699" y="118967"/>
                </a:lnTo>
                <a:lnTo>
                  <a:pt x="292798" y="118967"/>
                </a:lnTo>
                <a:lnTo>
                  <a:pt x="292798" y="176879"/>
                </a:lnTo>
                <a:close/>
              </a:path>
              <a:path w="421004" h="404495">
                <a:moveTo>
                  <a:pt x="396430" y="350805"/>
                </a:moveTo>
                <a:lnTo>
                  <a:pt x="362902" y="350805"/>
                </a:lnTo>
                <a:lnTo>
                  <a:pt x="362902" y="118967"/>
                </a:lnTo>
                <a:lnTo>
                  <a:pt x="396430" y="118967"/>
                </a:lnTo>
                <a:lnTo>
                  <a:pt x="396430" y="350805"/>
                </a:lnTo>
                <a:close/>
              </a:path>
              <a:path w="421004" h="404495">
                <a:moveTo>
                  <a:pt x="292798" y="263842"/>
                </a:moveTo>
                <a:lnTo>
                  <a:pt x="260699" y="263842"/>
                </a:lnTo>
                <a:lnTo>
                  <a:pt x="260699" y="205930"/>
                </a:lnTo>
                <a:lnTo>
                  <a:pt x="292798" y="205930"/>
                </a:lnTo>
                <a:lnTo>
                  <a:pt x="292798" y="263842"/>
                </a:lnTo>
                <a:close/>
              </a:path>
              <a:path w="421004" h="404495">
                <a:moveTo>
                  <a:pt x="292798" y="350805"/>
                </a:moveTo>
                <a:lnTo>
                  <a:pt x="260699" y="350805"/>
                </a:lnTo>
                <a:lnTo>
                  <a:pt x="260699" y="291369"/>
                </a:lnTo>
                <a:lnTo>
                  <a:pt x="292798" y="291369"/>
                </a:lnTo>
                <a:lnTo>
                  <a:pt x="292798" y="350805"/>
                </a:lnTo>
                <a:close/>
              </a:path>
              <a:path w="421004" h="404495">
                <a:moveTo>
                  <a:pt x="396430" y="404241"/>
                </a:moveTo>
                <a:lnTo>
                  <a:pt x="362902" y="404241"/>
                </a:lnTo>
                <a:lnTo>
                  <a:pt x="362902" y="378237"/>
                </a:lnTo>
                <a:lnTo>
                  <a:pt x="396430" y="378237"/>
                </a:lnTo>
                <a:lnTo>
                  <a:pt x="396430" y="4042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3740753" y="3058477"/>
            <a:ext cx="370840" cy="428625"/>
          </a:xfrm>
          <a:custGeom>
            <a:avLst/>
            <a:gdLst/>
            <a:ahLst/>
            <a:cxnLst/>
            <a:rect l="l" t="t" r="r" b="b"/>
            <a:pathLst>
              <a:path w="370839" h="428625">
                <a:moveTo>
                  <a:pt x="164687" y="68580"/>
                </a:moveTo>
                <a:lnTo>
                  <a:pt x="129635" y="68580"/>
                </a:lnTo>
                <a:lnTo>
                  <a:pt x="134445" y="52292"/>
                </a:lnTo>
                <a:lnTo>
                  <a:pt x="139541" y="35433"/>
                </a:lnTo>
                <a:lnTo>
                  <a:pt x="144637" y="18002"/>
                </a:lnTo>
                <a:lnTo>
                  <a:pt x="149447" y="0"/>
                </a:lnTo>
                <a:lnTo>
                  <a:pt x="187547" y="10668"/>
                </a:lnTo>
                <a:lnTo>
                  <a:pt x="181832" y="26146"/>
                </a:lnTo>
                <a:lnTo>
                  <a:pt x="176117" y="40767"/>
                </a:lnTo>
                <a:lnTo>
                  <a:pt x="170402" y="54816"/>
                </a:lnTo>
                <a:lnTo>
                  <a:pt x="164687" y="68580"/>
                </a:lnTo>
                <a:close/>
              </a:path>
              <a:path w="370839" h="428625">
                <a:moveTo>
                  <a:pt x="33528" y="428625"/>
                </a:moveTo>
                <a:lnTo>
                  <a:pt x="0" y="428625"/>
                </a:lnTo>
                <a:lnTo>
                  <a:pt x="0" y="68580"/>
                </a:lnTo>
                <a:lnTo>
                  <a:pt x="370617" y="68580"/>
                </a:lnTo>
                <a:lnTo>
                  <a:pt x="370617" y="100584"/>
                </a:lnTo>
                <a:lnTo>
                  <a:pt x="33528" y="100584"/>
                </a:lnTo>
                <a:lnTo>
                  <a:pt x="33528" y="428625"/>
                </a:lnTo>
                <a:close/>
              </a:path>
              <a:path w="370839" h="428625">
                <a:moveTo>
                  <a:pt x="368197" y="393477"/>
                </a:moveTo>
                <a:lnTo>
                  <a:pt x="312610" y="393477"/>
                </a:lnTo>
                <a:lnTo>
                  <a:pt x="322849" y="392025"/>
                </a:lnTo>
                <a:lnTo>
                  <a:pt x="330517" y="387572"/>
                </a:lnTo>
                <a:lnTo>
                  <a:pt x="335327" y="379976"/>
                </a:lnTo>
                <a:lnTo>
                  <a:pt x="336994" y="369093"/>
                </a:lnTo>
                <a:lnTo>
                  <a:pt x="336994" y="100584"/>
                </a:lnTo>
                <a:lnTo>
                  <a:pt x="370617" y="100584"/>
                </a:lnTo>
                <a:lnTo>
                  <a:pt x="370617" y="376713"/>
                </a:lnTo>
                <a:lnTo>
                  <a:pt x="368197" y="393477"/>
                </a:lnTo>
                <a:close/>
              </a:path>
              <a:path w="370839" h="428625">
                <a:moveTo>
                  <a:pt x="126587" y="347757"/>
                </a:moveTo>
                <a:lnTo>
                  <a:pt x="94583" y="347757"/>
                </a:lnTo>
                <a:lnTo>
                  <a:pt x="94583" y="164687"/>
                </a:lnTo>
                <a:lnTo>
                  <a:pt x="276034" y="164687"/>
                </a:lnTo>
                <a:lnTo>
                  <a:pt x="276034" y="195167"/>
                </a:lnTo>
                <a:lnTo>
                  <a:pt x="126587" y="195167"/>
                </a:lnTo>
                <a:lnTo>
                  <a:pt x="126587" y="286702"/>
                </a:lnTo>
                <a:lnTo>
                  <a:pt x="276034" y="286702"/>
                </a:lnTo>
                <a:lnTo>
                  <a:pt x="276034" y="317277"/>
                </a:lnTo>
                <a:lnTo>
                  <a:pt x="126587" y="317277"/>
                </a:lnTo>
                <a:lnTo>
                  <a:pt x="126587" y="347757"/>
                </a:lnTo>
                <a:close/>
              </a:path>
              <a:path w="370839" h="428625">
                <a:moveTo>
                  <a:pt x="276034" y="286702"/>
                </a:moveTo>
                <a:lnTo>
                  <a:pt x="242506" y="286702"/>
                </a:lnTo>
                <a:lnTo>
                  <a:pt x="242506" y="195167"/>
                </a:lnTo>
                <a:lnTo>
                  <a:pt x="276034" y="195167"/>
                </a:lnTo>
                <a:lnTo>
                  <a:pt x="276034" y="286702"/>
                </a:lnTo>
                <a:close/>
              </a:path>
              <a:path w="370839" h="428625">
                <a:moveTo>
                  <a:pt x="320230" y="425577"/>
                </a:moveTo>
                <a:lnTo>
                  <a:pt x="254698" y="425577"/>
                </a:lnTo>
                <a:lnTo>
                  <a:pt x="253317" y="417513"/>
                </a:lnTo>
                <a:lnTo>
                  <a:pt x="251650" y="409146"/>
                </a:lnTo>
                <a:lnTo>
                  <a:pt x="249983" y="400207"/>
                </a:lnTo>
                <a:lnTo>
                  <a:pt x="248602" y="390429"/>
                </a:lnTo>
                <a:lnTo>
                  <a:pt x="266319" y="392191"/>
                </a:lnTo>
                <a:lnTo>
                  <a:pt x="282892" y="393096"/>
                </a:lnTo>
                <a:lnTo>
                  <a:pt x="298323" y="393430"/>
                </a:lnTo>
                <a:lnTo>
                  <a:pt x="368197" y="393477"/>
                </a:lnTo>
                <a:lnTo>
                  <a:pt x="367473" y="398493"/>
                </a:lnTo>
                <a:lnTo>
                  <a:pt x="358032" y="413718"/>
                </a:lnTo>
                <a:lnTo>
                  <a:pt x="342288" y="422657"/>
                </a:lnTo>
                <a:lnTo>
                  <a:pt x="320230" y="4255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157078" y="3056953"/>
            <a:ext cx="1783080" cy="434975"/>
          </a:xfrm>
          <a:custGeom>
            <a:avLst/>
            <a:gdLst/>
            <a:ahLst/>
            <a:cxnLst/>
            <a:rect l="l" t="t" r="r" b="b"/>
            <a:pathLst>
              <a:path w="1783079" h="434975">
                <a:moveTo>
                  <a:pt x="207365" y="358432"/>
                </a:moveTo>
                <a:lnTo>
                  <a:pt x="186283" y="327520"/>
                </a:lnTo>
                <a:lnTo>
                  <a:pt x="162521" y="292811"/>
                </a:lnTo>
                <a:lnTo>
                  <a:pt x="155282" y="282270"/>
                </a:lnTo>
                <a:lnTo>
                  <a:pt x="137261" y="256235"/>
                </a:lnTo>
                <a:lnTo>
                  <a:pt x="150533" y="224231"/>
                </a:lnTo>
                <a:lnTo>
                  <a:pt x="153860" y="216192"/>
                </a:lnTo>
                <a:lnTo>
                  <a:pt x="167170" y="174028"/>
                </a:lnTo>
                <a:lnTo>
                  <a:pt x="177342" y="129870"/>
                </a:lnTo>
                <a:lnTo>
                  <a:pt x="184505" y="83820"/>
                </a:lnTo>
                <a:lnTo>
                  <a:pt x="184505" y="51816"/>
                </a:lnTo>
                <a:lnTo>
                  <a:pt x="10668" y="51816"/>
                </a:lnTo>
                <a:lnTo>
                  <a:pt x="10668" y="85344"/>
                </a:lnTo>
                <a:lnTo>
                  <a:pt x="147929" y="85344"/>
                </a:lnTo>
                <a:lnTo>
                  <a:pt x="143357" y="121653"/>
                </a:lnTo>
                <a:lnTo>
                  <a:pt x="136499" y="157073"/>
                </a:lnTo>
                <a:lnTo>
                  <a:pt x="127355" y="191350"/>
                </a:lnTo>
                <a:lnTo>
                  <a:pt x="115925" y="224231"/>
                </a:lnTo>
                <a:lnTo>
                  <a:pt x="97624" y="197853"/>
                </a:lnTo>
                <a:lnTo>
                  <a:pt x="79298" y="171373"/>
                </a:lnTo>
                <a:lnTo>
                  <a:pt x="60985" y="144614"/>
                </a:lnTo>
                <a:lnTo>
                  <a:pt x="42684" y="117449"/>
                </a:lnTo>
                <a:lnTo>
                  <a:pt x="15240" y="135737"/>
                </a:lnTo>
                <a:lnTo>
                  <a:pt x="36715" y="166636"/>
                </a:lnTo>
                <a:lnTo>
                  <a:pt x="57772" y="197700"/>
                </a:lnTo>
                <a:lnTo>
                  <a:pt x="78549" y="229044"/>
                </a:lnTo>
                <a:lnTo>
                  <a:pt x="99161" y="260807"/>
                </a:lnTo>
                <a:lnTo>
                  <a:pt x="79171" y="295148"/>
                </a:lnTo>
                <a:lnTo>
                  <a:pt x="55943" y="327418"/>
                </a:lnTo>
                <a:lnTo>
                  <a:pt x="29425" y="358178"/>
                </a:lnTo>
                <a:lnTo>
                  <a:pt x="0" y="387388"/>
                </a:lnTo>
                <a:lnTo>
                  <a:pt x="5702" y="396252"/>
                </a:lnTo>
                <a:lnTo>
                  <a:pt x="11239" y="404545"/>
                </a:lnTo>
                <a:lnTo>
                  <a:pt x="16510" y="412292"/>
                </a:lnTo>
                <a:lnTo>
                  <a:pt x="21336" y="419493"/>
                </a:lnTo>
                <a:lnTo>
                  <a:pt x="49911" y="390880"/>
                </a:lnTo>
                <a:lnTo>
                  <a:pt x="76060" y="360146"/>
                </a:lnTo>
                <a:lnTo>
                  <a:pt x="99568" y="327520"/>
                </a:lnTo>
                <a:lnTo>
                  <a:pt x="120497" y="292811"/>
                </a:lnTo>
                <a:lnTo>
                  <a:pt x="142316" y="327418"/>
                </a:lnTo>
                <a:lnTo>
                  <a:pt x="175361" y="379768"/>
                </a:lnTo>
                <a:lnTo>
                  <a:pt x="207365" y="358432"/>
                </a:lnTo>
                <a:close/>
              </a:path>
              <a:path w="1783079" h="434975">
                <a:moveTo>
                  <a:pt x="300431" y="271475"/>
                </a:moveTo>
                <a:lnTo>
                  <a:pt x="287020" y="247167"/>
                </a:lnTo>
                <a:lnTo>
                  <a:pt x="272046" y="222275"/>
                </a:lnTo>
                <a:lnTo>
                  <a:pt x="255638" y="196811"/>
                </a:lnTo>
                <a:lnTo>
                  <a:pt x="237947" y="170789"/>
                </a:lnTo>
                <a:lnTo>
                  <a:pt x="210515" y="187553"/>
                </a:lnTo>
                <a:lnTo>
                  <a:pt x="226199" y="213855"/>
                </a:lnTo>
                <a:lnTo>
                  <a:pt x="241185" y="239839"/>
                </a:lnTo>
                <a:lnTo>
                  <a:pt x="255295" y="265226"/>
                </a:lnTo>
                <a:lnTo>
                  <a:pt x="268427" y="289763"/>
                </a:lnTo>
                <a:lnTo>
                  <a:pt x="300431" y="271475"/>
                </a:lnTo>
                <a:close/>
              </a:path>
              <a:path w="1783079" h="434975">
                <a:moveTo>
                  <a:pt x="437680" y="99060"/>
                </a:moveTo>
                <a:lnTo>
                  <a:pt x="382816" y="99060"/>
                </a:lnTo>
                <a:lnTo>
                  <a:pt x="382816" y="6096"/>
                </a:lnTo>
                <a:lnTo>
                  <a:pt x="347675" y="6096"/>
                </a:lnTo>
                <a:lnTo>
                  <a:pt x="347675" y="99060"/>
                </a:lnTo>
                <a:lnTo>
                  <a:pt x="202793" y="99060"/>
                </a:lnTo>
                <a:lnTo>
                  <a:pt x="202793" y="132689"/>
                </a:lnTo>
                <a:lnTo>
                  <a:pt x="347675" y="132689"/>
                </a:lnTo>
                <a:lnTo>
                  <a:pt x="347675" y="356908"/>
                </a:lnTo>
                <a:lnTo>
                  <a:pt x="345668" y="370916"/>
                </a:lnTo>
                <a:lnTo>
                  <a:pt x="339674" y="380911"/>
                </a:lnTo>
                <a:lnTo>
                  <a:pt x="329666" y="386918"/>
                </a:lnTo>
                <a:lnTo>
                  <a:pt x="315963" y="388874"/>
                </a:lnTo>
                <a:lnTo>
                  <a:pt x="302831" y="388861"/>
                </a:lnTo>
                <a:lnTo>
                  <a:pt x="287286" y="388531"/>
                </a:lnTo>
                <a:lnTo>
                  <a:pt x="269163" y="387629"/>
                </a:lnTo>
                <a:lnTo>
                  <a:pt x="248615" y="385864"/>
                </a:lnTo>
                <a:lnTo>
                  <a:pt x="252996" y="407441"/>
                </a:lnTo>
                <a:lnTo>
                  <a:pt x="254825" y="417017"/>
                </a:lnTo>
                <a:lnTo>
                  <a:pt x="256235" y="425589"/>
                </a:lnTo>
                <a:lnTo>
                  <a:pt x="320243" y="425589"/>
                </a:lnTo>
                <a:lnTo>
                  <a:pt x="348056" y="421589"/>
                </a:lnTo>
                <a:lnTo>
                  <a:pt x="367563" y="409727"/>
                </a:lnTo>
                <a:lnTo>
                  <a:pt x="379056" y="390144"/>
                </a:lnTo>
                <a:lnTo>
                  <a:pt x="379222" y="388912"/>
                </a:lnTo>
                <a:lnTo>
                  <a:pt x="382816" y="363004"/>
                </a:lnTo>
                <a:lnTo>
                  <a:pt x="382816" y="132689"/>
                </a:lnTo>
                <a:lnTo>
                  <a:pt x="437680" y="132689"/>
                </a:lnTo>
                <a:lnTo>
                  <a:pt x="437680" y="99060"/>
                </a:lnTo>
                <a:close/>
              </a:path>
              <a:path w="1783079" h="434975">
                <a:moveTo>
                  <a:pt x="884504" y="384340"/>
                </a:moveTo>
                <a:lnTo>
                  <a:pt x="845350" y="367461"/>
                </a:lnTo>
                <a:lnTo>
                  <a:pt x="812482" y="344131"/>
                </a:lnTo>
                <a:lnTo>
                  <a:pt x="785914" y="314223"/>
                </a:lnTo>
                <a:lnTo>
                  <a:pt x="765619" y="277571"/>
                </a:lnTo>
                <a:lnTo>
                  <a:pt x="783894" y="271475"/>
                </a:lnTo>
                <a:lnTo>
                  <a:pt x="846404" y="250139"/>
                </a:lnTo>
                <a:lnTo>
                  <a:pt x="828103" y="221170"/>
                </a:lnTo>
                <a:lnTo>
                  <a:pt x="799541" y="234607"/>
                </a:lnTo>
                <a:lnTo>
                  <a:pt x="768819" y="247472"/>
                </a:lnTo>
                <a:lnTo>
                  <a:pt x="736092" y="259753"/>
                </a:lnTo>
                <a:lnTo>
                  <a:pt x="701522" y="271475"/>
                </a:lnTo>
                <a:lnTo>
                  <a:pt x="698627" y="266903"/>
                </a:lnTo>
                <a:lnTo>
                  <a:pt x="692137" y="256628"/>
                </a:lnTo>
                <a:lnTo>
                  <a:pt x="680186" y="241947"/>
                </a:lnTo>
                <a:lnTo>
                  <a:pt x="670204" y="231851"/>
                </a:lnTo>
                <a:lnTo>
                  <a:pt x="665949" y="227533"/>
                </a:lnTo>
                <a:lnTo>
                  <a:pt x="649706" y="213550"/>
                </a:lnTo>
                <a:lnTo>
                  <a:pt x="652754" y="210502"/>
                </a:lnTo>
                <a:lnTo>
                  <a:pt x="657326" y="205841"/>
                </a:lnTo>
                <a:lnTo>
                  <a:pt x="660374" y="202793"/>
                </a:lnTo>
                <a:lnTo>
                  <a:pt x="820483" y="202793"/>
                </a:lnTo>
                <a:lnTo>
                  <a:pt x="820483" y="212026"/>
                </a:lnTo>
                <a:lnTo>
                  <a:pt x="850976" y="212026"/>
                </a:lnTo>
                <a:lnTo>
                  <a:pt x="850976" y="103733"/>
                </a:lnTo>
                <a:lnTo>
                  <a:pt x="820483" y="103733"/>
                </a:lnTo>
                <a:lnTo>
                  <a:pt x="820483" y="132689"/>
                </a:lnTo>
                <a:lnTo>
                  <a:pt x="820483" y="173837"/>
                </a:lnTo>
                <a:lnTo>
                  <a:pt x="678662" y="173837"/>
                </a:lnTo>
                <a:lnTo>
                  <a:pt x="682942" y="164401"/>
                </a:lnTo>
                <a:lnTo>
                  <a:pt x="686663" y="154406"/>
                </a:lnTo>
                <a:lnTo>
                  <a:pt x="689800" y="143827"/>
                </a:lnTo>
                <a:lnTo>
                  <a:pt x="692378" y="132689"/>
                </a:lnTo>
                <a:lnTo>
                  <a:pt x="820483" y="132689"/>
                </a:lnTo>
                <a:lnTo>
                  <a:pt x="820483" y="103733"/>
                </a:lnTo>
                <a:lnTo>
                  <a:pt x="742670" y="103733"/>
                </a:lnTo>
                <a:lnTo>
                  <a:pt x="783729" y="67056"/>
                </a:lnTo>
                <a:lnTo>
                  <a:pt x="785431" y="65532"/>
                </a:lnTo>
                <a:lnTo>
                  <a:pt x="785431" y="39624"/>
                </a:lnTo>
                <a:lnTo>
                  <a:pt x="739622" y="39624"/>
                </a:lnTo>
                <a:lnTo>
                  <a:pt x="739622" y="67056"/>
                </a:lnTo>
                <a:lnTo>
                  <a:pt x="699998" y="103733"/>
                </a:lnTo>
                <a:lnTo>
                  <a:pt x="658850" y="103733"/>
                </a:lnTo>
                <a:lnTo>
                  <a:pt x="658850" y="132689"/>
                </a:lnTo>
                <a:lnTo>
                  <a:pt x="656018" y="143827"/>
                </a:lnTo>
                <a:lnTo>
                  <a:pt x="652183" y="154406"/>
                </a:lnTo>
                <a:lnTo>
                  <a:pt x="647496" y="164401"/>
                </a:lnTo>
                <a:lnTo>
                  <a:pt x="642086" y="173837"/>
                </a:lnTo>
                <a:lnTo>
                  <a:pt x="524637" y="173837"/>
                </a:lnTo>
                <a:lnTo>
                  <a:pt x="524637" y="132689"/>
                </a:lnTo>
                <a:lnTo>
                  <a:pt x="658850" y="132689"/>
                </a:lnTo>
                <a:lnTo>
                  <a:pt x="658850" y="103733"/>
                </a:lnTo>
                <a:lnTo>
                  <a:pt x="532257" y="103733"/>
                </a:lnTo>
                <a:lnTo>
                  <a:pt x="544550" y="94538"/>
                </a:lnTo>
                <a:lnTo>
                  <a:pt x="556260" y="85356"/>
                </a:lnTo>
                <a:lnTo>
                  <a:pt x="567410" y="76212"/>
                </a:lnTo>
                <a:lnTo>
                  <a:pt x="577977" y="67056"/>
                </a:lnTo>
                <a:lnTo>
                  <a:pt x="739622" y="67056"/>
                </a:lnTo>
                <a:lnTo>
                  <a:pt x="739622" y="39624"/>
                </a:lnTo>
                <a:lnTo>
                  <a:pt x="603885" y="39624"/>
                </a:lnTo>
                <a:lnTo>
                  <a:pt x="611606" y="30746"/>
                </a:lnTo>
                <a:lnTo>
                  <a:pt x="618756" y="22288"/>
                </a:lnTo>
                <a:lnTo>
                  <a:pt x="625360" y="14122"/>
                </a:lnTo>
                <a:lnTo>
                  <a:pt x="631418" y="6096"/>
                </a:lnTo>
                <a:lnTo>
                  <a:pt x="591693" y="1524"/>
                </a:lnTo>
                <a:lnTo>
                  <a:pt x="563105" y="34937"/>
                </a:lnTo>
                <a:lnTo>
                  <a:pt x="529780" y="66497"/>
                </a:lnTo>
                <a:lnTo>
                  <a:pt x="491578" y="96088"/>
                </a:lnTo>
                <a:lnTo>
                  <a:pt x="448348" y="123545"/>
                </a:lnTo>
                <a:lnTo>
                  <a:pt x="452653" y="130429"/>
                </a:lnTo>
                <a:lnTo>
                  <a:pt x="456539" y="137452"/>
                </a:lnTo>
                <a:lnTo>
                  <a:pt x="460133" y="144767"/>
                </a:lnTo>
                <a:lnTo>
                  <a:pt x="463588" y="152501"/>
                </a:lnTo>
                <a:lnTo>
                  <a:pt x="471563" y="147027"/>
                </a:lnTo>
                <a:lnTo>
                  <a:pt x="479412" y="141833"/>
                </a:lnTo>
                <a:lnTo>
                  <a:pt x="486994" y="136639"/>
                </a:lnTo>
                <a:lnTo>
                  <a:pt x="494157" y="131165"/>
                </a:lnTo>
                <a:lnTo>
                  <a:pt x="494157" y="216598"/>
                </a:lnTo>
                <a:lnTo>
                  <a:pt x="524637" y="216598"/>
                </a:lnTo>
                <a:lnTo>
                  <a:pt x="524637" y="202793"/>
                </a:lnTo>
                <a:lnTo>
                  <a:pt x="617601" y="202793"/>
                </a:lnTo>
                <a:lnTo>
                  <a:pt x="589889" y="221157"/>
                </a:lnTo>
                <a:lnTo>
                  <a:pt x="552450" y="237363"/>
                </a:lnTo>
                <a:lnTo>
                  <a:pt x="505269" y="251536"/>
                </a:lnTo>
                <a:lnTo>
                  <a:pt x="448348" y="263855"/>
                </a:lnTo>
                <a:lnTo>
                  <a:pt x="453758" y="272681"/>
                </a:lnTo>
                <a:lnTo>
                  <a:pt x="458330" y="280619"/>
                </a:lnTo>
                <a:lnTo>
                  <a:pt x="462280" y="288061"/>
                </a:lnTo>
                <a:lnTo>
                  <a:pt x="465112" y="294335"/>
                </a:lnTo>
                <a:lnTo>
                  <a:pt x="516343" y="280924"/>
                </a:lnTo>
                <a:lnTo>
                  <a:pt x="560260" y="265950"/>
                </a:lnTo>
                <a:lnTo>
                  <a:pt x="597052" y="249542"/>
                </a:lnTo>
                <a:lnTo>
                  <a:pt x="626846" y="231851"/>
                </a:lnTo>
                <a:lnTo>
                  <a:pt x="632942" y="236423"/>
                </a:lnTo>
                <a:lnTo>
                  <a:pt x="639038" y="242519"/>
                </a:lnTo>
                <a:lnTo>
                  <a:pt x="645134" y="247091"/>
                </a:lnTo>
                <a:lnTo>
                  <a:pt x="608457" y="271094"/>
                </a:lnTo>
                <a:lnTo>
                  <a:pt x="564642" y="292811"/>
                </a:lnTo>
                <a:lnTo>
                  <a:pt x="513410" y="312280"/>
                </a:lnTo>
                <a:lnTo>
                  <a:pt x="454444" y="329476"/>
                </a:lnTo>
                <a:lnTo>
                  <a:pt x="459638" y="338099"/>
                </a:lnTo>
                <a:lnTo>
                  <a:pt x="463969" y="345859"/>
                </a:lnTo>
                <a:lnTo>
                  <a:pt x="467728" y="353047"/>
                </a:lnTo>
                <a:lnTo>
                  <a:pt x="471208" y="359956"/>
                </a:lnTo>
                <a:lnTo>
                  <a:pt x="532104" y="339623"/>
                </a:lnTo>
                <a:lnTo>
                  <a:pt x="584263" y="317423"/>
                </a:lnTo>
                <a:lnTo>
                  <a:pt x="627570" y="293230"/>
                </a:lnTo>
                <a:lnTo>
                  <a:pt x="661898" y="266903"/>
                </a:lnTo>
                <a:lnTo>
                  <a:pt x="667994" y="274523"/>
                </a:lnTo>
                <a:lnTo>
                  <a:pt x="672566" y="280619"/>
                </a:lnTo>
                <a:lnTo>
                  <a:pt x="675614" y="288239"/>
                </a:lnTo>
                <a:lnTo>
                  <a:pt x="642289" y="314439"/>
                </a:lnTo>
                <a:lnTo>
                  <a:pt x="602932" y="338099"/>
                </a:lnTo>
                <a:lnTo>
                  <a:pt x="557326" y="359422"/>
                </a:lnTo>
                <a:lnTo>
                  <a:pt x="505802" y="378358"/>
                </a:lnTo>
                <a:lnTo>
                  <a:pt x="448348" y="395008"/>
                </a:lnTo>
                <a:lnTo>
                  <a:pt x="452894" y="402996"/>
                </a:lnTo>
                <a:lnTo>
                  <a:pt x="457301" y="410870"/>
                </a:lnTo>
                <a:lnTo>
                  <a:pt x="461416" y="418452"/>
                </a:lnTo>
                <a:lnTo>
                  <a:pt x="465112" y="425589"/>
                </a:lnTo>
                <a:lnTo>
                  <a:pt x="523849" y="406514"/>
                </a:lnTo>
                <a:lnTo>
                  <a:pt x="575487" y="386003"/>
                </a:lnTo>
                <a:lnTo>
                  <a:pt x="619874" y="364045"/>
                </a:lnTo>
                <a:lnTo>
                  <a:pt x="656856" y="340626"/>
                </a:lnTo>
                <a:lnTo>
                  <a:pt x="686282" y="315760"/>
                </a:lnTo>
                <a:lnTo>
                  <a:pt x="688047" y="324027"/>
                </a:lnTo>
                <a:lnTo>
                  <a:pt x="688949" y="332714"/>
                </a:lnTo>
                <a:lnTo>
                  <a:pt x="689241" y="340626"/>
                </a:lnTo>
                <a:lnTo>
                  <a:pt x="689330" y="350812"/>
                </a:lnTo>
                <a:lnTo>
                  <a:pt x="686206" y="372821"/>
                </a:lnTo>
                <a:lnTo>
                  <a:pt x="676948" y="388531"/>
                </a:lnTo>
                <a:lnTo>
                  <a:pt x="661682" y="397967"/>
                </a:lnTo>
                <a:lnTo>
                  <a:pt x="640562" y="401104"/>
                </a:lnTo>
                <a:lnTo>
                  <a:pt x="626503" y="400824"/>
                </a:lnTo>
                <a:lnTo>
                  <a:pt x="611898" y="399961"/>
                </a:lnTo>
                <a:lnTo>
                  <a:pt x="596747" y="398538"/>
                </a:lnTo>
                <a:lnTo>
                  <a:pt x="581025" y="396532"/>
                </a:lnTo>
                <a:lnTo>
                  <a:pt x="583933" y="407352"/>
                </a:lnTo>
                <a:lnTo>
                  <a:pt x="585978" y="416775"/>
                </a:lnTo>
                <a:lnTo>
                  <a:pt x="587463" y="424472"/>
                </a:lnTo>
                <a:lnTo>
                  <a:pt x="588645" y="430161"/>
                </a:lnTo>
                <a:lnTo>
                  <a:pt x="603504" y="431038"/>
                </a:lnTo>
                <a:lnTo>
                  <a:pt x="618223" y="431495"/>
                </a:lnTo>
                <a:lnTo>
                  <a:pt x="646658" y="431685"/>
                </a:lnTo>
                <a:lnTo>
                  <a:pt x="679538" y="426808"/>
                </a:lnTo>
                <a:lnTo>
                  <a:pt x="702856" y="412203"/>
                </a:lnTo>
                <a:lnTo>
                  <a:pt x="709193" y="401104"/>
                </a:lnTo>
                <a:lnTo>
                  <a:pt x="716737" y="387883"/>
                </a:lnTo>
                <a:lnTo>
                  <a:pt x="721334" y="353860"/>
                </a:lnTo>
                <a:lnTo>
                  <a:pt x="720788" y="337527"/>
                </a:lnTo>
                <a:lnTo>
                  <a:pt x="719239" y="322605"/>
                </a:lnTo>
                <a:lnTo>
                  <a:pt x="718045" y="315760"/>
                </a:lnTo>
                <a:lnTo>
                  <a:pt x="716838" y="308813"/>
                </a:lnTo>
                <a:lnTo>
                  <a:pt x="738098" y="288239"/>
                </a:lnTo>
                <a:lnTo>
                  <a:pt x="761301" y="330314"/>
                </a:lnTo>
                <a:lnTo>
                  <a:pt x="789622" y="365099"/>
                </a:lnTo>
                <a:lnTo>
                  <a:pt x="823061" y="392734"/>
                </a:lnTo>
                <a:lnTo>
                  <a:pt x="861644" y="413397"/>
                </a:lnTo>
                <a:lnTo>
                  <a:pt x="871931" y="400545"/>
                </a:lnTo>
                <a:lnTo>
                  <a:pt x="877925" y="392938"/>
                </a:lnTo>
                <a:lnTo>
                  <a:pt x="884504" y="384340"/>
                </a:lnTo>
                <a:close/>
              </a:path>
              <a:path w="1783079" h="434975">
                <a:moveTo>
                  <a:pt x="1032421" y="115925"/>
                </a:moveTo>
                <a:lnTo>
                  <a:pt x="1000417" y="102108"/>
                </a:lnTo>
                <a:lnTo>
                  <a:pt x="994460" y="115366"/>
                </a:lnTo>
                <a:lnTo>
                  <a:pt x="988225" y="127723"/>
                </a:lnTo>
                <a:lnTo>
                  <a:pt x="981989" y="139496"/>
                </a:lnTo>
                <a:lnTo>
                  <a:pt x="976033" y="150977"/>
                </a:lnTo>
                <a:lnTo>
                  <a:pt x="962939" y="151853"/>
                </a:lnTo>
                <a:lnTo>
                  <a:pt x="951268" y="152311"/>
                </a:lnTo>
                <a:lnTo>
                  <a:pt x="941311" y="152476"/>
                </a:lnTo>
                <a:lnTo>
                  <a:pt x="933361" y="152501"/>
                </a:lnTo>
                <a:lnTo>
                  <a:pt x="950772" y="122504"/>
                </a:lnTo>
                <a:lnTo>
                  <a:pt x="968603" y="89776"/>
                </a:lnTo>
                <a:lnTo>
                  <a:pt x="986726" y="54483"/>
                </a:lnTo>
                <a:lnTo>
                  <a:pt x="1004989" y="16764"/>
                </a:lnTo>
                <a:lnTo>
                  <a:pt x="969937" y="4572"/>
                </a:lnTo>
                <a:lnTo>
                  <a:pt x="953363" y="44856"/>
                </a:lnTo>
                <a:lnTo>
                  <a:pt x="935634" y="83299"/>
                </a:lnTo>
                <a:lnTo>
                  <a:pt x="916749" y="119748"/>
                </a:lnTo>
                <a:lnTo>
                  <a:pt x="896683" y="154025"/>
                </a:lnTo>
                <a:lnTo>
                  <a:pt x="904405" y="182981"/>
                </a:lnTo>
                <a:lnTo>
                  <a:pt x="917549" y="180962"/>
                </a:lnTo>
                <a:lnTo>
                  <a:pt x="931837" y="179362"/>
                </a:lnTo>
                <a:lnTo>
                  <a:pt x="947267" y="178054"/>
                </a:lnTo>
                <a:lnTo>
                  <a:pt x="963841" y="176885"/>
                </a:lnTo>
                <a:lnTo>
                  <a:pt x="946404" y="208140"/>
                </a:lnTo>
                <a:lnTo>
                  <a:pt x="930694" y="233362"/>
                </a:lnTo>
                <a:lnTo>
                  <a:pt x="916686" y="252844"/>
                </a:lnTo>
                <a:lnTo>
                  <a:pt x="904405" y="266890"/>
                </a:lnTo>
                <a:lnTo>
                  <a:pt x="910501" y="294322"/>
                </a:lnTo>
                <a:lnTo>
                  <a:pt x="981011" y="287045"/>
                </a:lnTo>
                <a:lnTo>
                  <a:pt x="1020229" y="283654"/>
                </a:lnTo>
                <a:lnTo>
                  <a:pt x="1020495" y="277634"/>
                </a:lnTo>
                <a:lnTo>
                  <a:pt x="1021181" y="270891"/>
                </a:lnTo>
                <a:lnTo>
                  <a:pt x="1022489" y="260794"/>
                </a:lnTo>
                <a:lnTo>
                  <a:pt x="1023277" y="254698"/>
                </a:lnTo>
                <a:lnTo>
                  <a:pt x="997864" y="257581"/>
                </a:lnTo>
                <a:lnTo>
                  <a:pt x="976604" y="259461"/>
                </a:lnTo>
                <a:lnTo>
                  <a:pt x="959624" y="260489"/>
                </a:lnTo>
                <a:lnTo>
                  <a:pt x="947077" y="260794"/>
                </a:lnTo>
                <a:lnTo>
                  <a:pt x="963409" y="235381"/>
                </a:lnTo>
                <a:lnTo>
                  <a:pt x="982891" y="202653"/>
                </a:lnTo>
                <a:lnTo>
                  <a:pt x="997699" y="176885"/>
                </a:lnTo>
                <a:lnTo>
                  <a:pt x="1005801" y="162775"/>
                </a:lnTo>
                <a:lnTo>
                  <a:pt x="1011643" y="152501"/>
                </a:lnTo>
                <a:lnTo>
                  <a:pt x="1032421" y="115925"/>
                </a:lnTo>
                <a:close/>
              </a:path>
              <a:path w="1783079" h="434975">
                <a:moveTo>
                  <a:pt x="1308455" y="47244"/>
                </a:moveTo>
                <a:lnTo>
                  <a:pt x="1277975" y="47244"/>
                </a:lnTo>
                <a:lnTo>
                  <a:pt x="1277975" y="74676"/>
                </a:lnTo>
                <a:lnTo>
                  <a:pt x="1277975" y="125069"/>
                </a:lnTo>
                <a:lnTo>
                  <a:pt x="1069086" y="125069"/>
                </a:lnTo>
                <a:lnTo>
                  <a:pt x="1069086" y="74676"/>
                </a:lnTo>
                <a:lnTo>
                  <a:pt x="1277975" y="74676"/>
                </a:lnTo>
                <a:lnTo>
                  <a:pt x="1277975" y="47244"/>
                </a:lnTo>
                <a:lnTo>
                  <a:pt x="1204823" y="47244"/>
                </a:lnTo>
                <a:lnTo>
                  <a:pt x="1197102" y="33870"/>
                </a:lnTo>
                <a:lnTo>
                  <a:pt x="1189951" y="21336"/>
                </a:lnTo>
                <a:lnTo>
                  <a:pt x="1183347" y="9956"/>
                </a:lnTo>
                <a:lnTo>
                  <a:pt x="1177302" y="0"/>
                </a:lnTo>
                <a:lnTo>
                  <a:pt x="1143774" y="15240"/>
                </a:lnTo>
                <a:lnTo>
                  <a:pt x="1148359" y="22390"/>
                </a:lnTo>
                <a:lnTo>
                  <a:pt x="1153109" y="30099"/>
                </a:lnTo>
                <a:lnTo>
                  <a:pt x="1158125" y="38392"/>
                </a:lnTo>
                <a:lnTo>
                  <a:pt x="1163586" y="47244"/>
                </a:lnTo>
                <a:lnTo>
                  <a:pt x="1040041" y="47244"/>
                </a:lnTo>
                <a:lnTo>
                  <a:pt x="1040041" y="189077"/>
                </a:lnTo>
                <a:lnTo>
                  <a:pt x="1038898" y="229946"/>
                </a:lnTo>
                <a:lnTo>
                  <a:pt x="1029754" y="301942"/>
                </a:lnTo>
                <a:lnTo>
                  <a:pt x="954684" y="342811"/>
                </a:lnTo>
                <a:lnTo>
                  <a:pt x="896683" y="350812"/>
                </a:lnTo>
                <a:lnTo>
                  <a:pt x="904405" y="384340"/>
                </a:lnTo>
                <a:lnTo>
                  <a:pt x="925791" y="379476"/>
                </a:lnTo>
                <a:lnTo>
                  <a:pt x="1011085" y="361480"/>
                </a:lnTo>
                <a:lnTo>
                  <a:pt x="1005078" y="374624"/>
                </a:lnTo>
                <a:lnTo>
                  <a:pt x="998512" y="386626"/>
                </a:lnTo>
                <a:lnTo>
                  <a:pt x="991362" y="397484"/>
                </a:lnTo>
                <a:lnTo>
                  <a:pt x="983653" y="407200"/>
                </a:lnTo>
                <a:lnTo>
                  <a:pt x="989342" y="414108"/>
                </a:lnTo>
                <a:lnTo>
                  <a:pt x="994892" y="421005"/>
                </a:lnTo>
                <a:lnTo>
                  <a:pt x="1000137" y="427850"/>
                </a:lnTo>
                <a:lnTo>
                  <a:pt x="1004989" y="434733"/>
                </a:lnTo>
                <a:lnTo>
                  <a:pt x="1028077" y="400672"/>
                </a:lnTo>
                <a:lnTo>
                  <a:pt x="1044956" y="361480"/>
                </a:lnTo>
                <a:lnTo>
                  <a:pt x="1046022" y="359003"/>
                </a:lnTo>
                <a:lnTo>
                  <a:pt x="1058849" y="309791"/>
                </a:lnTo>
                <a:lnTo>
                  <a:pt x="1066533" y="253136"/>
                </a:lnTo>
                <a:lnTo>
                  <a:pt x="1069086" y="189077"/>
                </a:lnTo>
                <a:lnTo>
                  <a:pt x="1069086" y="154025"/>
                </a:lnTo>
                <a:lnTo>
                  <a:pt x="1277975" y="154025"/>
                </a:lnTo>
                <a:lnTo>
                  <a:pt x="1277975" y="167741"/>
                </a:lnTo>
                <a:lnTo>
                  <a:pt x="1308455" y="167741"/>
                </a:lnTo>
                <a:lnTo>
                  <a:pt x="1308455" y="154025"/>
                </a:lnTo>
                <a:lnTo>
                  <a:pt x="1308455" y="125069"/>
                </a:lnTo>
                <a:lnTo>
                  <a:pt x="1308455" y="74676"/>
                </a:lnTo>
                <a:lnTo>
                  <a:pt x="1308455" y="47244"/>
                </a:lnTo>
                <a:close/>
              </a:path>
              <a:path w="1783079" h="434975">
                <a:moveTo>
                  <a:pt x="1314551" y="198221"/>
                </a:moveTo>
                <a:lnTo>
                  <a:pt x="1285595" y="198221"/>
                </a:lnTo>
                <a:lnTo>
                  <a:pt x="1285595" y="225742"/>
                </a:lnTo>
                <a:lnTo>
                  <a:pt x="1285595" y="292798"/>
                </a:lnTo>
                <a:lnTo>
                  <a:pt x="1285595" y="318808"/>
                </a:lnTo>
                <a:lnTo>
                  <a:pt x="1285595" y="382816"/>
                </a:lnTo>
                <a:lnTo>
                  <a:pt x="1284478" y="391693"/>
                </a:lnTo>
                <a:lnTo>
                  <a:pt x="1281214" y="397865"/>
                </a:lnTo>
                <a:lnTo>
                  <a:pt x="1275956" y="401459"/>
                </a:lnTo>
                <a:lnTo>
                  <a:pt x="1268831" y="402628"/>
                </a:lnTo>
                <a:lnTo>
                  <a:pt x="1252067" y="402628"/>
                </a:lnTo>
                <a:lnTo>
                  <a:pt x="1244447" y="401104"/>
                </a:lnTo>
                <a:lnTo>
                  <a:pt x="1244447" y="318808"/>
                </a:lnTo>
                <a:lnTo>
                  <a:pt x="1285595" y="318808"/>
                </a:lnTo>
                <a:lnTo>
                  <a:pt x="1285595" y="292798"/>
                </a:lnTo>
                <a:lnTo>
                  <a:pt x="1244447" y="292798"/>
                </a:lnTo>
                <a:lnTo>
                  <a:pt x="1244447" y="225742"/>
                </a:lnTo>
                <a:lnTo>
                  <a:pt x="1285595" y="225742"/>
                </a:lnTo>
                <a:lnTo>
                  <a:pt x="1285595" y="198221"/>
                </a:lnTo>
                <a:lnTo>
                  <a:pt x="1217015" y="198221"/>
                </a:lnTo>
                <a:lnTo>
                  <a:pt x="1217015" y="225742"/>
                </a:lnTo>
                <a:lnTo>
                  <a:pt x="1217015" y="292798"/>
                </a:lnTo>
                <a:lnTo>
                  <a:pt x="1177302" y="292798"/>
                </a:lnTo>
                <a:lnTo>
                  <a:pt x="1177302" y="225742"/>
                </a:lnTo>
                <a:lnTo>
                  <a:pt x="1217015" y="225742"/>
                </a:lnTo>
                <a:lnTo>
                  <a:pt x="1217015" y="198221"/>
                </a:lnTo>
                <a:lnTo>
                  <a:pt x="1151394" y="198221"/>
                </a:lnTo>
                <a:lnTo>
                  <a:pt x="1151394" y="225742"/>
                </a:lnTo>
                <a:lnTo>
                  <a:pt x="1151394" y="292798"/>
                </a:lnTo>
                <a:lnTo>
                  <a:pt x="1111770" y="292798"/>
                </a:lnTo>
                <a:lnTo>
                  <a:pt x="1111770" y="225742"/>
                </a:lnTo>
                <a:lnTo>
                  <a:pt x="1151394" y="225742"/>
                </a:lnTo>
                <a:lnTo>
                  <a:pt x="1151394" y="198221"/>
                </a:lnTo>
                <a:lnTo>
                  <a:pt x="1082802" y="198221"/>
                </a:lnTo>
                <a:lnTo>
                  <a:pt x="1082802" y="431673"/>
                </a:lnTo>
                <a:lnTo>
                  <a:pt x="1111770" y="431673"/>
                </a:lnTo>
                <a:lnTo>
                  <a:pt x="1111770" y="318808"/>
                </a:lnTo>
                <a:lnTo>
                  <a:pt x="1151394" y="318808"/>
                </a:lnTo>
                <a:lnTo>
                  <a:pt x="1151394" y="410248"/>
                </a:lnTo>
                <a:lnTo>
                  <a:pt x="1177302" y="410248"/>
                </a:lnTo>
                <a:lnTo>
                  <a:pt x="1177302" y="318808"/>
                </a:lnTo>
                <a:lnTo>
                  <a:pt x="1217015" y="318808"/>
                </a:lnTo>
                <a:lnTo>
                  <a:pt x="1217015" y="407200"/>
                </a:lnTo>
                <a:lnTo>
                  <a:pt x="1238351" y="407200"/>
                </a:lnTo>
                <a:lnTo>
                  <a:pt x="1242923" y="430149"/>
                </a:lnTo>
                <a:lnTo>
                  <a:pt x="1281023" y="430149"/>
                </a:lnTo>
                <a:lnTo>
                  <a:pt x="1295908" y="427850"/>
                </a:lnTo>
                <a:lnTo>
                  <a:pt x="1306360" y="420814"/>
                </a:lnTo>
                <a:lnTo>
                  <a:pt x="1312532" y="408901"/>
                </a:lnTo>
                <a:lnTo>
                  <a:pt x="1313281" y="402628"/>
                </a:lnTo>
                <a:lnTo>
                  <a:pt x="1314551" y="391960"/>
                </a:lnTo>
                <a:lnTo>
                  <a:pt x="1314551" y="318808"/>
                </a:lnTo>
                <a:lnTo>
                  <a:pt x="1314551" y="292798"/>
                </a:lnTo>
                <a:lnTo>
                  <a:pt x="1314551" y="225742"/>
                </a:lnTo>
                <a:lnTo>
                  <a:pt x="1314551" y="198221"/>
                </a:lnTo>
                <a:close/>
              </a:path>
              <a:path w="1783079" h="434975">
                <a:moveTo>
                  <a:pt x="1515910" y="262331"/>
                </a:moveTo>
                <a:lnTo>
                  <a:pt x="1499882" y="244297"/>
                </a:lnTo>
                <a:lnTo>
                  <a:pt x="1488605" y="231851"/>
                </a:lnTo>
                <a:lnTo>
                  <a:pt x="1486001" y="228981"/>
                </a:lnTo>
                <a:lnTo>
                  <a:pt x="1481582" y="224231"/>
                </a:lnTo>
                <a:lnTo>
                  <a:pt x="1478749" y="221183"/>
                </a:lnTo>
                <a:lnTo>
                  <a:pt x="1474114" y="216204"/>
                </a:lnTo>
                <a:lnTo>
                  <a:pt x="1464094" y="205841"/>
                </a:lnTo>
                <a:lnTo>
                  <a:pt x="1447228" y="221183"/>
                </a:lnTo>
                <a:lnTo>
                  <a:pt x="1447228" y="163169"/>
                </a:lnTo>
                <a:lnTo>
                  <a:pt x="1508290" y="163169"/>
                </a:lnTo>
                <a:lnTo>
                  <a:pt x="1508290" y="134213"/>
                </a:lnTo>
                <a:lnTo>
                  <a:pt x="1447228" y="134213"/>
                </a:lnTo>
                <a:lnTo>
                  <a:pt x="1447228" y="65544"/>
                </a:lnTo>
                <a:lnTo>
                  <a:pt x="1447228" y="60972"/>
                </a:lnTo>
                <a:lnTo>
                  <a:pt x="1463268" y="57772"/>
                </a:lnTo>
                <a:lnTo>
                  <a:pt x="1494688" y="51968"/>
                </a:lnTo>
                <a:lnTo>
                  <a:pt x="1509814" y="48780"/>
                </a:lnTo>
                <a:lnTo>
                  <a:pt x="1500670" y="18288"/>
                </a:lnTo>
                <a:lnTo>
                  <a:pt x="1462900" y="26606"/>
                </a:lnTo>
                <a:lnTo>
                  <a:pt x="1425143" y="33350"/>
                </a:lnTo>
                <a:lnTo>
                  <a:pt x="1387424" y="38658"/>
                </a:lnTo>
                <a:lnTo>
                  <a:pt x="1349692" y="42684"/>
                </a:lnTo>
                <a:lnTo>
                  <a:pt x="1352867" y="49771"/>
                </a:lnTo>
                <a:lnTo>
                  <a:pt x="1355598" y="57162"/>
                </a:lnTo>
                <a:lnTo>
                  <a:pt x="1358061" y="64541"/>
                </a:lnTo>
                <a:lnTo>
                  <a:pt x="1360360" y="71640"/>
                </a:lnTo>
                <a:lnTo>
                  <a:pt x="1374317" y="70256"/>
                </a:lnTo>
                <a:lnTo>
                  <a:pt x="1402803" y="66916"/>
                </a:lnTo>
                <a:lnTo>
                  <a:pt x="1416748" y="65544"/>
                </a:lnTo>
                <a:lnTo>
                  <a:pt x="1416748" y="134213"/>
                </a:lnTo>
                <a:lnTo>
                  <a:pt x="1348168" y="134213"/>
                </a:lnTo>
                <a:lnTo>
                  <a:pt x="1348168" y="163169"/>
                </a:lnTo>
                <a:lnTo>
                  <a:pt x="1409128" y="163169"/>
                </a:lnTo>
                <a:lnTo>
                  <a:pt x="1396301" y="204355"/>
                </a:lnTo>
                <a:lnTo>
                  <a:pt x="1380744" y="243090"/>
                </a:lnTo>
                <a:lnTo>
                  <a:pt x="1362633" y="279247"/>
                </a:lnTo>
                <a:lnTo>
                  <a:pt x="1342072" y="312712"/>
                </a:lnTo>
                <a:lnTo>
                  <a:pt x="1346390" y="322097"/>
                </a:lnTo>
                <a:lnTo>
                  <a:pt x="1350264" y="331762"/>
                </a:lnTo>
                <a:lnTo>
                  <a:pt x="1353870" y="341426"/>
                </a:lnTo>
                <a:lnTo>
                  <a:pt x="1357312" y="350812"/>
                </a:lnTo>
                <a:lnTo>
                  <a:pt x="1374533" y="323964"/>
                </a:lnTo>
                <a:lnTo>
                  <a:pt x="1389888" y="293801"/>
                </a:lnTo>
                <a:lnTo>
                  <a:pt x="1403819" y="260502"/>
                </a:lnTo>
                <a:lnTo>
                  <a:pt x="1416748" y="224231"/>
                </a:lnTo>
                <a:lnTo>
                  <a:pt x="1416748" y="434733"/>
                </a:lnTo>
                <a:lnTo>
                  <a:pt x="1447228" y="434733"/>
                </a:lnTo>
                <a:lnTo>
                  <a:pt x="1447228" y="231851"/>
                </a:lnTo>
                <a:lnTo>
                  <a:pt x="1456740" y="242722"/>
                </a:lnTo>
                <a:lnTo>
                  <a:pt x="1466938" y="254901"/>
                </a:lnTo>
                <a:lnTo>
                  <a:pt x="1477975" y="268490"/>
                </a:lnTo>
                <a:lnTo>
                  <a:pt x="1490002" y="283667"/>
                </a:lnTo>
                <a:lnTo>
                  <a:pt x="1515910" y="262331"/>
                </a:lnTo>
                <a:close/>
              </a:path>
              <a:path w="1783079" h="434975">
                <a:moveTo>
                  <a:pt x="1749272" y="22860"/>
                </a:moveTo>
                <a:lnTo>
                  <a:pt x="1715655" y="22860"/>
                </a:lnTo>
                <a:lnTo>
                  <a:pt x="1715655" y="53352"/>
                </a:lnTo>
                <a:lnTo>
                  <a:pt x="1715655" y="125069"/>
                </a:lnTo>
                <a:lnTo>
                  <a:pt x="1566202" y="125069"/>
                </a:lnTo>
                <a:lnTo>
                  <a:pt x="1566202" y="53352"/>
                </a:lnTo>
                <a:lnTo>
                  <a:pt x="1715655" y="53352"/>
                </a:lnTo>
                <a:lnTo>
                  <a:pt x="1715655" y="22860"/>
                </a:lnTo>
                <a:lnTo>
                  <a:pt x="1532674" y="22860"/>
                </a:lnTo>
                <a:lnTo>
                  <a:pt x="1532674" y="173837"/>
                </a:lnTo>
                <a:lnTo>
                  <a:pt x="1566202" y="173837"/>
                </a:lnTo>
                <a:lnTo>
                  <a:pt x="1566202" y="155549"/>
                </a:lnTo>
                <a:lnTo>
                  <a:pt x="1715655" y="155549"/>
                </a:lnTo>
                <a:lnTo>
                  <a:pt x="1715655" y="173837"/>
                </a:lnTo>
                <a:lnTo>
                  <a:pt x="1749272" y="173837"/>
                </a:lnTo>
                <a:lnTo>
                  <a:pt x="1749272" y="155549"/>
                </a:lnTo>
                <a:lnTo>
                  <a:pt x="1749272" y="125069"/>
                </a:lnTo>
                <a:lnTo>
                  <a:pt x="1749272" y="53352"/>
                </a:lnTo>
                <a:lnTo>
                  <a:pt x="1749272" y="22860"/>
                </a:lnTo>
                <a:close/>
              </a:path>
              <a:path w="1783079" h="434975">
                <a:moveTo>
                  <a:pt x="1782800" y="381292"/>
                </a:moveTo>
                <a:lnTo>
                  <a:pt x="1657743" y="381292"/>
                </a:lnTo>
                <a:lnTo>
                  <a:pt x="1657743" y="317284"/>
                </a:lnTo>
                <a:lnTo>
                  <a:pt x="1756892" y="317284"/>
                </a:lnTo>
                <a:lnTo>
                  <a:pt x="1756892" y="286715"/>
                </a:lnTo>
                <a:lnTo>
                  <a:pt x="1657743" y="286715"/>
                </a:lnTo>
                <a:lnTo>
                  <a:pt x="1657743" y="227279"/>
                </a:lnTo>
                <a:lnTo>
                  <a:pt x="1767560" y="227279"/>
                </a:lnTo>
                <a:lnTo>
                  <a:pt x="1767560" y="198221"/>
                </a:lnTo>
                <a:lnTo>
                  <a:pt x="1512862" y="198221"/>
                </a:lnTo>
                <a:lnTo>
                  <a:pt x="1512862" y="227279"/>
                </a:lnTo>
                <a:lnTo>
                  <a:pt x="1622691" y="227279"/>
                </a:lnTo>
                <a:lnTo>
                  <a:pt x="1622691" y="286715"/>
                </a:lnTo>
                <a:lnTo>
                  <a:pt x="1523530" y="286715"/>
                </a:lnTo>
                <a:lnTo>
                  <a:pt x="1523530" y="317284"/>
                </a:lnTo>
                <a:lnTo>
                  <a:pt x="1622691" y="317284"/>
                </a:lnTo>
                <a:lnTo>
                  <a:pt x="1622691" y="381292"/>
                </a:lnTo>
                <a:lnTo>
                  <a:pt x="1497622" y="381292"/>
                </a:lnTo>
                <a:lnTo>
                  <a:pt x="1497622" y="410248"/>
                </a:lnTo>
                <a:lnTo>
                  <a:pt x="1782800" y="410248"/>
                </a:lnTo>
                <a:lnTo>
                  <a:pt x="1782800" y="3812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9928" y="3877627"/>
            <a:ext cx="109823" cy="111347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1315872" y="3705225"/>
            <a:ext cx="864869" cy="431800"/>
          </a:xfrm>
          <a:custGeom>
            <a:avLst/>
            <a:gdLst/>
            <a:ahLst/>
            <a:cxnLst/>
            <a:rect l="l" t="t" r="r" b="b"/>
            <a:pathLst>
              <a:path w="864869" h="431800">
                <a:moveTo>
                  <a:pt x="388912" y="32004"/>
                </a:moveTo>
                <a:lnTo>
                  <a:pt x="0" y="32004"/>
                </a:lnTo>
                <a:lnTo>
                  <a:pt x="0" y="68580"/>
                </a:lnTo>
                <a:lnTo>
                  <a:pt x="327952" y="68580"/>
                </a:lnTo>
                <a:lnTo>
                  <a:pt x="295325" y="92621"/>
                </a:lnTo>
                <a:lnTo>
                  <a:pt x="261416" y="116484"/>
                </a:lnTo>
                <a:lnTo>
                  <a:pt x="226072" y="140042"/>
                </a:lnTo>
                <a:lnTo>
                  <a:pt x="189166" y="163169"/>
                </a:lnTo>
                <a:lnTo>
                  <a:pt x="189166" y="341668"/>
                </a:lnTo>
                <a:lnTo>
                  <a:pt x="186613" y="359435"/>
                </a:lnTo>
                <a:lnTo>
                  <a:pt x="179070" y="371767"/>
                </a:lnTo>
                <a:lnTo>
                  <a:pt x="166662" y="378955"/>
                </a:lnTo>
                <a:lnTo>
                  <a:pt x="149542" y="381292"/>
                </a:lnTo>
                <a:lnTo>
                  <a:pt x="132651" y="381000"/>
                </a:lnTo>
                <a:lnTo>
                  <a:pt x="114211" y="380149"/>
                </a:lnTo>
                <a:lnTo>
                  <a:pt x="94373" y="378714"/>
                </a:lnTo>
                <a:lnTo>
                  <a:pt x="73253" y="376720"/>
                </a:lnTo>
                <a:lnTo>
                  <a:pt x="77635" y="397573"/>
                </a:lnTo>
                <a:lnTo>
                  <a:pt x="79463" y="408317"/>
                </a:lnTo>
                <a:lnTo>
                  <a:pt x="80873" y="419481"/>
                </a:lnTo>
                <a:lnTo>
                  <a:pt x="102565" y="419722"/>
                </a:lnTo>
                <a:lnTo>
                  <a:pt x="138557" y="420776"/>
                </a:lnTo>
                <a:lnTo>
                  <a:pt x="152590" y="421005"/>
                </a:lnTo>
                <a:lnTo>
                  <a:pt x="172593" y="419011"/>
                </a:lnTo>
                <a:lnTo>
                  <a:pt x="212026" y="402717"/>
                </a:lnTo>
                <a:lnTo>
                  <a:pt x="227672" y="361924"/>
                </a:lnTo>
                <a:lnTo>
                  <a:pt x="228790" y="341668"/>
                </a:lnTo>
                <a:lnTo>
                  <a:pt x="228790" y="181546"/>
                </a:lnTo>
                <a:lnTo>
                  <a:pt x="269709" y="155206"/>
                </a:lnTo>
                <a:lnTo>
                  <a:pt x="310032" y="128892"/>
                </a:lnTo>
                <a:lnTo>
                  <a:pt x="349758" y="102590"/>
                </a:lnTo>
                <a:lnTo>
                  <a:pt x="388912" y="76301"/>
                </a:lnTo>
                <a:lnTo>
                  <a:pt x="388912" y="32004"/>
                </a:lnTo>
                <a:close/>
              </a:path>
              <a:path w="864869" h="431800">
                <a:moveTo>
                  <a:pt x="626846" y="117449"/>
                </a:moveTo>
                <a:lnTo>
                  <a:pt x="597890" y="117449"/>
                </a:lnTo>
                <a:lnTo>
                  <a:pt x="597890" y="143357"/>
                </a:lnTo>
                <a:lnTo>
                  <a:pt x="597890" y="198323"/>
                </a:lnTo>
                <a:lnTo>
                  <a:pt x="597890" y="224231"/>
                </a:lnTo>
                <a:lnTo>
                  <a:pt x="597890" y="280619"/>
                </a:lnTo>
                <a:lnTo>
                  <a:pt x="558266" y="280619"/>
                </a:lnTo>
                <a:lnTo>
                  <a:pt x="558266" y="224231"/>
                </a:lnTo>
                <a:lnTo>
                  <a:pt x="597890" y="224231"/>
                </a:lnTo>
                <a:lnTo>
                  <a:pt x="597890" y="198323"/>
                </a:lnTo>
                <a:lnTo>
                  <a:pt x="558266" y="198323"/>
                </a:lnTo>
                <a:lnTo>
                  <a:pt x="558266" y="143357"/>
                </a:lnTo>
                <a:lnTo>
                  <a:pt x="597890" y="143357"/>
                </a:lnTo>
                <a:lnTo>
                  <a:pt x="597890" y="117449"/>
                </a:lnTo>
                <a:lnTo>
                  <a:pt x="570458" y="117449"/>
                </a:lnTo>
                <a:lnTo>
                  <a:pt x="602462" y="70104"/>
                </a:lnTo>
                <a:lnTo>
                  <a:pt x="602462" y="44196"/>
                </a:lnTo>
                <a:lnTo>
                  <a:pt x="567410" y="44196"/>
                </a:lnTo>
                <a:lnTo>
                  <a:pt x="567410" y="70104"/>
                </a:lnTo>
                <a:lnTo>
                  <a:pt x="535305" y="117449"/>
                </a:lnTo>
                <a:lnTo>
                  <a:pt x="530733" y="117449"/>
                </a:lnTo>
                <a:lnTo>
                  <a:pt x="530733" y="143357"/>
                </a:lnTo>
                <a:lnTo>
                  <a:pt x="530733" y="198323"/>
                </a:lnTo>
                <a:lnTo>
                  <a:pt x="530733" y="224231"/>
                </a:lnTo>
                <a:lnTo>
                  <a:pt x="530733" y="280619"/>
                </a:lnTo>
                <a:lnTo>
                  <a:pt x="492633" y="280619"/>
                </a:lnTo>
                <a:lnTo>
                  <a:pt x="492633" y="224231"/>
                </a:lnTo>
                <a:lnTo>
                  <a:pt x="530733" y="224231"/>
                </a:lnTo>
                <a:lnTo>
                  <a:pt x="530733" y="198323"/>
                </a:lnTo>
                <a:lnTo>
                  <a:pt x="492633" y="198323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49"/>
                </a:lnTo>
                <a:lnTo>
                  <a:pt x="474345" y="117449"/>
                </a:lnTo>
                <a:lnTo>
                  <a:pt x="482320" y="106641"/>
                </a:lnTo>
                <a:lnTo>
                  <a:pt x="490156" y="94957"/>
                </a:lnTo>
                <a:lnTo>
                  <a:pt x="497700" y="82689"/>
                </a:lnTo>
                <a:lnTo>
                  <a:pt x="504825" y="70104"/>
                </a:lnTo>
                <a:lnTo>
                  <a:pt x="567410" y="70104"/>
                </a:lnTo>
                <a:lnTo>
                  <a:pt x="567410" y="44196"/>
                </a:lnTo>
                <a:lnTo>
                  <a:pt x="520065" y="44196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15"/>
                </a:lnTo>
                <a:lnTo>
                  <a:pt x="473583" y="66344"/>
                </a:lnTo>
                <a:lnTo>
                  <a:pt x="453009" y="96100"/>
                </a:lnTo>
                <a:lnTo>
                  <a:pt x="430149" y="123545"/>
                </a:lnTo>
                <a:lnTo>
                  <a:pt x="436702" y="130136"/>
                </a:lnTo>
                <a:lnTo>
                  <a:pt x="442531" y="136309"/>
                </a:lnTo>
                <a:lnTo>
                  <a:pt x="447509" y="142189"/>
                </a:lnTo>
                <a:lnTo>
                  <a:pt x="451485" y="147929"/>
                </a:lnTo>
                <a:lnTo>
                  <a:pt x="456057" y="141833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2143"/>
                </a:lnTo>
                <a:lnTo>
                  <a:pt x="461683" y="320192"/>
                </a:lnTo>
                <a:lnTo>
                  <a:pt x="455676" y="354241"/>
                </a:lnTo>
                <a:lnTo>
                  <a:pt x="445681" y="384289"/>
                </a:lnTo>
                <a:lnTo>
                  <a:pt x="431673" y="410349"/>
                </a:lnTo>
                <a:lnTo>
                  <a:pt x="438264" y="415823"/>
                </a:lnTo>
                <a:lnTo>
                  <a:pt x="444436" y="421017"/>
                </a:lnTo>
                <a:lnTo>
                  <a:pt x="450265" y="426161"/>
                </a:lnTo>
                <a:lnTo>
                  <a:pt x="456057" y="431685"/>
                </a:lnTo>
                <a:lnTo>
                  <a:pt x="470319" y="407631"/>
                </a:lnTo>
                <a:lnTo>
                  <a:pt x="481012" y="378866"/>
                </a:lnTo>
                <a:lnTo>
                  <a:pt x="487984" y="345236"/>
                </a:lnTo>
                <a:lnTo>
                  <a:pt x="491109" y="306616"/>
                </a:lnTo>
                <a:lnTo>
                  <a:pt x="530733" y="306616"/>
                </a:lnTo>
                <a:lnTo>
                  <a:pt x="530733" y="387489"/>
                </a:lnTo>
                <a:lnTo>
                  <a:pt x="558266" y="387489"/>
                </a:lnTo>
                <a:lnTo>
                  <a:pt x="558266" y="306616"/>
                </a:lnTo>
                <a:lnTo>
                  <a:pt x="597890" y="306616"/>
                </a:lnTo>
                <a:lnTo>
                  <a:pt x="597890" y="376720"/>
                </a:lnTo>
                <a:lnTo>
                  <a:pt x="596722" y="386537"/>
                </a:lnTo>
                <a:lnTo>
                  <a:pt x="593128" y="393192"/>
                </a:lnTo>
                <a:lnTo>
                  <a:pt x="586955" y="396963"/>
                </a:lnTo>
                <a:lnTo>
                  <a:pt x="578078" y="398157"/>
                </a:lnTo>
                <a:lnTo>
                  <a:pt x="568883" y="397916"/>
                </a:lnTo>
                <a:lnTo>
                  <a:pt x="549922" y="396862"/>
                </a:lnTo>
                <a:lnTo>
                  <a:pt x="539877" y="396633"/>
                </a:lnTo>
                <a:lnTo>
                  <a:pt x="554558" y="425792"/>
                </a:lnTo>
                <a:lnTo>
                  <a:pt x="564349" y="426161"/>
                </a:lnTo>
                <a:lnTo>
                  <a:pt x="603046" y="422744"/>
                </a:lnTo>
                <a:lnTo>
                  <a:pt x="626846" y="381292"/>
                </a:lnTo>
                <a:lnTo>
                  <a:pt x="626846" y="306616"/>
                </a:lnTo>
                <a:lnTo>
                  <a:pt x="626846" y="280619"/>
                </a:lnTo>
                <a:lnTo>
                  <a:pt x="626846" y="224231"/>
                </a:lnTo>
                <a:lnTo>
                  <a:pt x="626846" y="198323"/>
                </a:lnTo>
                <a:lnTo>
                  <a:pt x="626846" y="143357"/>
                </a:lnTo>
                <a:lnTo>
                  <a:pt x="626846" y="132689"/>
                </a:lnTo>
                <a:lnTo>
                  <a:pt x="626846" y="117449"/>
                </a:lnTo>
                <a:close/>
              </a:path>
              <a:path w="864869" h="431800">
                <a:moveTo>
                  <a:pt x="841921" y="22860"/>
                </a:moveTo>
                <a:lnTo>
                  <a:pt x="645134" y="22860"/>
                </a:lnTo>
                <a:lnTo>
                  <a:pt x="645134" y="51816"/>
                </a:lnTo>
                <a:lnTo>
                  <a:pt x="693902" y="51816"/>
                </a:lnTo>
                <a:lnTo>
                  <a:pt x="692188" y="69049"/>
                </a:lnTo>
                <a:lnTo>
                  <a:pt x="680186" y="108305"/>
                </a:lnTo>
                <a:lnTo>
                  <a:pt x="646747" y="141312"/>
                </a:lnTo>
                <a:lnTo>
                  <a:pt x="629894" y="150977"/>
                </a:lnTo>
                <a:lnTo>
                  <a:pt x="636219" y="159575"/>
                </a:lnTo>
                <a:lnTo>
                  <a:pt x="646518" y="173837"/>
                </a:lnTo>
                <a:lnTo>
                  <a:pt x="651230" y="180035"/>
                </a:lnTo>
                <a:lnTo>
                  <a:pt x="671220" y="165354"/>
                </a:lnTo>
                <a:lnTo>
                  <a:pt x="700379" y="136639"/>
                </a:lnTo>
                <a:lnTo>
                  <a:pt x="720280" y="90957"/>
                </a:lnTo>
                <a:lnTo>
                  <a:pt x="724471" y="51816"/>
                </a:lnTo>
                <a:lnTo>
                  <a:pt x="808291" y="51816"/>
                </a:lnTo>
                <a:lnTo>
                  <a:pt x="807427" y="64439"/>
                </a:lnTo>
                <a:lnTo>
                  <a:pt x="806767" y="77203"/>
                </a:lnTo>
                <a:lnTo>
                  <a:pt x="806145" y="88544"/>
                </a:lnTo>
                <a:lnTo>
                  <a:pt x="779627" y="123507"/>
                </a:lnTo>
                <a:lnTo>
                  <a:pt x="769353" y="123494"/>
                </a:lnTo>
                <a:lnTo>
                  <a:pt x="757809" y="123164"/>
                </a:lnTo>
                <a:lnTo>
                  <a:pt x="744829" y="122262"/>
                </a:lnTo>
                <a:lnTo>
                  <a:pt x="730567" y="120497"/>
                </a:lnTo>
                <a:lnTo>
                  <a:pt x="731735" y="128765"/>
                </a:lnTo>
                <a:lnTo>
                  <a:pt x="733044" y="137452"/>
                </a:lnTo>
                <a:lnTo>
                  <a:pt x="734644" y="146431"/>
                </a:lnTo>
                <a:lnTo>
                  <a:pt x="736663" y="155549"/>
                </a:lnTo>
                <a:lnTo>
                  <a:pt x="748931" y="155790"/>
                </a:lnTo>
                <a:lnTo>
                  <a:pt x="771169" y="156832"/>
                </a:lnTo>
                <a:lnTo>
                  <a:pt x="822248" y="143548"/>
                </a:lnTo>
                <a:lnTo>
                  <a:pt x="837349" y="103733"/>
                </a:lnTo>
                <a:lnTo>
                  <a:pt x="840168" y="65011"/>
                </a:lnTo>
                <a:lnTo>
                  <a:pt x="840981" y="44069"/>
                </a:lnTo>
                <a:lnTo>
                  <a:pt x="841921" y="22860"/>
                </a:lnTo>
                <a:close/>
              </a:path>
              <a:path w="864869" h="431800">
                <a:moveTo>
                  <a:pt x="864781" y="309664"/>
                </a:moveTo>
                <a:lnTo>
                  <a:pt x="776287" y="309664"/>
                </a:lnTo>
                <a:lnTo>
                  <a:pt x="776287" y="247091"/>
                </a:lnTo>
                <a:lnTo>
                  <a:pt x="854113" y="247091"/>
                </a:lnTo>
                <a:lnTo>
                  <a:pt x="854113" y="216611"/>
                </a:lnTo>
                <a:lnTo>
                  <a:pt x="776287" y="216611"/>
                </a:lnTo>
                <a:lnTo>
                  <a:pt x="776287" y="169265"/>
                </a:lnTo>
                <a:lnTo>
                  <a:pt x="744283" y="169265"/>
                </a:lnTo>
                <a:lnTo>
                  <a:pt x="744283" y="216611"/>
                </a:lnTo>
                <a:lnTo>
                  <a:pt x="701611" y="216611"/>
                </a:lnTo>
                <a:lnTo>
                  <a:pt x="703922" y="208584"/>
                </a:lnTo>
                <a:lnTo>
                  <a:pt x="706374" y="200418"/>
                </a:lnTo>
                <a:lnTo>
                  <a:pt x="709117" y="191960"/>
                </a:lnTo>
                <a:lnTo>
                  <a:pt x="712279" y="183083"/>
                </a:lnTo>
                <a:lnTo>
                  <a:pt x="681710" y="173837"/>
                </a:lnTo>
                <a:lnTo>
                  <a:pt x="674014" y="201066"/>
                </a:lnTo>
                <a:lnTo>
                  <a:pt x="664756" y="227838"/>
                </a:lnTo>
                <a:lnTo>
                  <a:pt x="654062" y="254304"/>
                </a:lnTo>
                <a:lnTo>
                  <a:pt x="642086" y="280619"/>
                </a:lnTo>
                <a:lnTo>
                  <a:pt x="649820" y="284099"/>
                </a:lnTo>
                <a:lnTo>
                  <a:pt x="657136" y="287553"/>
                </a:lnTo>
                <a:lnTo>
                  <a:pt x="671042" y="294424"/>
                </a:lnTo>
                <a:lnTo>
                  <a:pt x="676490" y="282917"/>
                </a:lnTo>
                <a:lnTo>
                  <a:pt x="681520" y="271284"/>
                </a:lnTo>
                <a:lnTo>
                  <a:pt x="686257" y="259397"/>
                </a:lnTo>
                <a:lnTo>
                  <a:pt x="690854" y="247091"/>
                </a:lnTo>
                <a:lnTo>
                  <a:pt x="744283" y="247091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85"/>
                </a:lnTo>
                <a:lnTo>
                  <a:pt x="776287" y="431685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2316384" y="3763136"/>
            <a:ext cx="629920" cy="320675"/>
            <a:chOff x="2316384" y="3763136"/>
            <a:chExt cx="629920" cy="320675"/>
          </a:xfrm>
        </p:grpSpPr>
        <p:sp>
          <p:nvSpPr>
            <p:cNvPr id="47" name="object 47" descr=""/>
            <p:cNvSpPr/>
            <p:nvPr/>
          </p:nvSpPr>
          <p:spPr>
            <a:xfrm>
              <a:off x="2316384" y="3763136"/>
              <a:ext cx="407670" cy="314325"/>
            </a:xfrm>
            <a:custGeom>
              <a:avLst/>
              <a:gdLst/>
              <a:ahLst/>
              <a:cxnLst/>
              <a:rect l="l" t="t" r="r" b="b"/>
              <a:pathLst>
                <a:path w="407669" h="314325">
                  <a:moveTo>
                    <a:pt x="134207" y="314229"/>
                  </a:moveTo>
                  <a:lnTo>
                    <a:pt x="91440" y="314229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106680" y="241077"/>
                  </a:lnTo>
                  <a:lnTo>
                    <a:pt x="108759" y="249078"/>
                  </a:lnTo>
                  <a:lnTo>
                    <a:pt x="110382" y="257079"/>
                  </a:lnTo>
                  <a:lnTo>
                    <a:pt x="111702" y="265080"/>
                  </a:lnTo>
                  <a:lnTo>
                    <a:pt x="112871" y="273081"/>
                  </a:lnTo>
                  <a:lnTo>
                    <a:pt x="145993" y="273081"/>
                  </a:lnTo>
                  <a:lnTo>
                    <a:pt x="134207" y="314229"/>
                  </a:lnTo>
                  <a:close/>
                </a:path>
                <a:path w="407669" h="314325">
                  <a:moveTo>
                    <a:pt x="145993" y="273081"/>
                  </a:moveTo>
                  <a:lnTo>
                    <a:pt x="112871" y="273081"/>
                  </a:lnTo>
                  <a:lnTo>
                    <a:pt x="114520" y="264485"/>
                  </a:lnTo>
                  <a:lnTo>
                    <a:pt x="115538" y="259365"/>
                  </a:lnTo>
                  <a:lnTo>
                    <a:pt x="117586" y="250793"/>
                  </a:lnTo>
                  <a:lnTo>
                    <a:pt x="120491" y="241077"/>
                  </a:lnTo>
                  <a:lnTo>
                    <a:pt x="189071" y="0"/>
                  </a:lnTo>
                  <a:lnTo>
                    <a:pt x="224123" y="0"/>
                  </a:lnTo>
                  <a:lnTo>
                    <a:pt x="238821" y="53435"/>
                  </a:lnTo>
                  <a:lnTo>
                    <a:pt x="205835" y="53435"/>
                  </a:lnTo>
                  <a:lnTo>
                    <a:pt x="204668" y="61436"/>
                  </a:lnTo>
                  <a:lnTo>
                    <a:pt x="203358" y="69437"/>
                  </a:lnTo>
                  <a:lnTo>
                    <a:pt x="201763" y="77438"/>
                  </a:lnTo>
                  <a:lnTo>
                    <a:pt x="199739" y="85439"/>
                  </a:lnTo>
                  <a:lnTo>
                    <a:pt x="145993" y="273081"/>
                  </a:lnTo>
                  <a:close/>
                </a:path>
                <a:path w="407669" h="314325">
                  <a:moveTo>
                    <a:pt x="330293" y="273081"/>
                  </a:moveTo>
                  <a:lnTo>
                    <a:pt x="297370" y="273081"/>
                  </a:lnTo>
                  <a:lnTo>
                    <a:pt x="297898" y="266795"/>
                  </a:lnTo>
                  <a:lnTo>
                    <a:pt x="299321" y="259365"/>
                  </a:lnTo>
                  <a:lnTo>
                    <a:pt x="301228" y="251436"/>
                  </a:lnTo>
                  <a:lnTo>
                    <a:pt x="303466" y="242601"/>
                  </a:lnTo>
                  <a:lnTo>
                    <a:pt x="367474" y="0"/>
                  </a:lnTo>
                  <a:lnTo>
                    <a:pt x="407193" y="0"/>
                  </a:lnTo>
                  <a:lnTo>
                    <a:pt x="330293" y="273081"/>
                  </a:lnTo>
                  <a:close/>
                </a:path>
                <a:path w="407669" h="314325">
                  <a:moveTo>
                    <a:pt x="318706" y="314229"/>
                  </a:moveTo>
                  <a:lnTo>
                    <a:pt x="276034" y="314229"/>
                  </a:lnTo>
                  <a:lnTo>
                    <a:pt x="210407" y="85439"/>
                  </a:lnTo>
                  <a:lnTo>
                    <a:pt x="209137" y="77438"/>
                  </a:lnTo>
                  <a:lnTo>
                    <a:pt x="208121" y="70580"/>
                  </a:lnTo>
                  <a:lnTo>
                    <a:pt x="206867" y="61436"/>
                  </a:lnTo>
                  <a:lnTo>
                    <a:pt x="205835" y="53435"/>
                  </a:lnTo>
                  <a:lnTo>
                    <a:pt x="238821" y="53435"/>
                  </a:lnTo>
                  <a:lnTo>
                    <a:pt x="291274" y="244125"/>
                  </a:lnTo>
                  <a:lnTo>
                    <a:pt x="293298" y="250150"/>
                  </a:lnTo>
                  <a:lnTo>
                    <a:pt x="294926" y="257079"/>
                  </a:lnTo>
                  <a:lnTo>
                    <a:pt x="296203" y="264485"/>
                  </a:lnTo>
                  <a:lnTo>
                    <a:pt x="297370" y="273081"/>
                  </a:lnTo>
                  <a:lnTo>
                    <a:pt x="330293" y="273081"/>
                  </a:lnTo>
                  <a:lnTo>
                    <a:pt x="318706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51010" y="3848576"/>
              <a:ext cx="195167" cy="234886"/>
            </a:xfrm>
            <a:prstGeom prst="rect">
              <a:avLst/>
            </a:prstGeom>
          </p:spPr>
        </p:pic>
      </p:grpSp>
      <p:sp>
        <p:nvSpPr>
          <p:cNvPr id="49" name="object 49" descr=""/>
          <p:cNvSpPr/>
          <p:nvPr/>
        </p:nvSpPr>
        <p:spPr>
          <a:xfrm>
            <a:off x="2999613" y="3746373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4" h="337185">
                <a:moveTo>
                  <a:pt x="36576" y="330993"/>
                </a:moveTo>
                <a:lnTo>
                  <a:pt x="0" y="330993"/>
                </a:lnTo>
                <a:lnTo>
                  <a:pt x="0" y="0"/>
                </a:lnTo>
                <a:lnTo>
                  <a:pt x="36576" y="0"/>
                </a:lnTo>
                <a:lnTo>
                  <a:pt x="36576" y="146494"/>
                </a:lnTo>
                <a:lnTo>
                  <a:pt x="64181" y="146494"/>
                </a:lnTo>
                <a:lnTo>
                  <a:pt x="41338" y="179260"/>
                </a:lnTo>
                <a:lnTo>
                  <a:pt x="36576" y="208978"/>
                </a:lnTo>
                <a:lnTo>
                  <a:pt x="36609" y="239870"/>
                </a:lnTo>
                <a:lnTo>
                  <a:pt x="46863" y="277056"/>
                </a:lnTo>
                <a:lnTo>
                  <a:pt x="70407" y="298989"/>
                </a:lnTo>
                <a:lnTo>
                  <a:pt x="36576" y="298989"/>
                </a:lnTo>
                <a:lnTo>
                  <a:pt x="36576" y="330993"/>
                </a:lnTo>
                <a:close/>
              </a:path>
              <a:path w="207644" h="337185">
                <a:moveTo>
                  <a:pt x="64181" y="146494"/>
                </a:moveTo>
                <a:lnTo>
                  <a:pt x="38100" y="146494"/>
                </a:lnTo>
                <a:lnTo>
                  <a:pt x="52363" y="127317"/>
                </a:lnTo>
                <a:lnTo>
                  <a:pt x="69913" y="113454"/>
                </a:lnTo>
                <a:lnTo>
                  <a:pt x="90606" y="105038"/>
                </a:lnTo>
                <a:lnTo>
                  <a:pt x="114300" y="102203"/>
                </a:lnTo>
                <a:lnTo>
                  <a:pt x="134929" y="103965"/>
                </a:lnTo>
                <a:lnTo>
                  <a:pt x="153245" y="109442"/>
                </a:lnTo>
                <a:lnTo>
                  <a:pt x="169257" y="118919"/>
                </a:lnTo>
                <a:lnTo>
                  <a:pt x="182975" y="132683"/>
                </a:lnTo>
                <a:lnTo>
                  <a:pt x="106680" y="132683"/>
                </a:lnTo>
                <a:lnTo>
                  <a:pt x="91535" y="133888"/>
                </a:lnTo>
                <a:lnTo>
                  <a:pt x="78105" y="137683"/>
                </a:lnTo>
                <a:lnTo>
                  <a:pt x="66389" y="144336"/>
                </a:lnTo>
                <a:lnTo>
                  <a:pt x="64181" y="146494"/>
                </a:lnTo>
                <a:close/>
              </a:path>
              <a:path w="207644" h="337185">
                <a:moveTo>
                  <a:pt x="176878" y="306609"/>
                </a:moveTo>
                <a:lnTo>
                  <a:pt x="100584" y="306609"/>
                </a:lnTo>
                <a:lnTo>
                  <a:pt x="115807" y="305157"/>
                </a:lnTo>
                <a:lnTo>
                  <a:pt x="129432" y="300704"/>
                </a:lnTo>
                <a:lnTo>
                  <a:pt x="160496" y="268484"/>
                </a:lnTo>
                <a:lnTo>
                  <a:pt x="170783" y="212026"/>
                </a:lnTo>
                <a:lnTo>
                  <a:pt x="169640" y="194619"/>
                </a:lnTo>
                <a:lnTo>
                  <a:pt x="152495" y="154114"/>
                </a:lnTo>
                <a:lnTo>
                  <a:pt x="106680" y="132683"/>
                </a:lnTo>
                <a:lnTo>
                  <a:pt x="182975" y="132683"/>
                </a:lnTo>
                <a:lnTo>
                  <a:pt x="193214" y="148787"/>
                </a:lnTo>
                <a:lnTo>
                  <a:pt x="200882" y="167437"/>
                </a:lnTo>
                <a:lnTo>
                  <a:pt x="205692" y="188926"/>
                </a:lnTo>
                <a:lnTo>
                  <a:pt x="207359" y="213550"/>
                </a:lnTo>
                <a:lnTo>
                  <a:pt x="205644" y="239870"/>
                </a:lnTo>
                <a:lnTo>
                  <a:pt x="200501" y="263735"/>
                </a:lnTo>
                <a:lnTo>
                  <a:pt x="191928" y="285010"/>
                </a:lnTo>
                <a:lnTo>
                  <a:pt x="179927" y="303561"/>
                </a:lnTo>
                <a:lnTo>
                  <a:pt x="176878" y="306609"/>
                </a:lnTo>
                <a:close/>
              </a:path>
              <a:path w="207644" h="337185">
                <a:moveTo>
                  <a:pt x="105156" y="337089"/>
                </a:moveTo>
                <a:lnTo>
                  <a:pt x="83962" y="334779"/>
                </a:lnTo>
                <a:lnTo>
                  <a:pt x="65913" y="327755"/>
                </a:lnTo>
                <a:lnTo>
                  <a:pt x="50720" y="315872"/>
                </a:lnTo>
                <a:lnTo>
                  <a:pt x="38100" y="298989"/>
                </a:lnTo>
                <a:lnTo>
                  <a:pt x="70407" y="298989"/>
                </a:lnTo>
                <a:lnTo>
                  <a:pt x="75438" y="301847"/>
                </a:lnTo>
                <a:lnTo>
                  <a:pt x="87439" y="305442"/>
                </a:lnTo>
                <a:lnTo>
                  <a:pt x="100584" y="306609"/>
                </a:lnTo>
                <a:lnTo>
                  <a:pt x="176878" y="306609"/>
                </a:lnTo>
                <a:lnTo>
                  <a:pt x="165042" y="318444"/>
                </a:lnTo>
                <a:lnTo>
                  <a:pt x="147720" y="328898"/>
                </a:lnTo>
                <a:lnTo>
                  <a:pt x="127809" y="335065"/>
                </a:lnTo>
                <a:lnTo>
                  <a:pt x="105156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3377755" y="3758565"/>
            <a:ext cx="428625" cy="325120"/>
            <a:chOff x="3377755" y="3758565"/>
            <a:chExt cx="428625" cy="325120"/>
          </a:xfrm>
        </p:grpSpPr>
        <p:sp>
          <p:nvSpPr>
            <p:cNvPr id="51" name="object 51" descr=""/>
            <p:cNvSpPr/>
            <p:nvPr/>
          </p:nvSpPr>
          <p:spPr>
            <a:xfrm>
              <a:off x="3377755" y="3758565"/>
              <a:ext cx="189230" cy="325120"/>
            </a:xfrm>
            <a:custGeom>
              <a:avLst/>
              <a:gdLst/>
              <a:ahLst/>
              <a:cxnLst/>
              <a:rect l="l" t="t" r="r" b="b"/>
              <a:pathLst>
                <a:path w="189229" h="325120">
                  <a:moveTo>
                    <a:pt x="67151" y="324897"/>
                  </a:moveTo>
                  <a:lnTo>
                    <a:pt x="59531" y="323373"/>
                  </a:lnTo>
                  <a:lnTo>
                    <a:pt x="51911" y="323373"/>
                  </a:lnTo>
                  <a:lnTo>
                    <a:pt x="36671" y="320325"/>
                  </a:lnTo>
                  <a:lnTo>
                    <a:pt x="30575" y="318801"/>
                  </a:lnTo>
                  <a:lnTo>
                    <a:pt x="22955" y="317277"/>
                  </a:lnTo>
                  <a:lnTo>
                    <a:pt x="15240" y="314229"/>
                  </a:lnTo>
                  <a:lnTo>
                    <a:pt x="9144" y="312705"/>
                  </a:lnTo>
                  <a:lnTo>
                    <a:pt x="3048" y="309657"/>
                  </a:lnTo>
                  <a:lnTo>
                    <a:pt x="0" y="306609"/>
                  </a:lnTo>
                  <a:lnTo>
                    <a:pt x="0" y="263937"/>
                  </a:lnTo>
                  <a:lnTo>
                    <a:pt x="4572" y="268509"/>
                  </a:lnTo>
                  <a:lnTo>
                    <a:pt x="16764" y="274605"/>
                  </a:lnTo>
                  <a:lnTo>
                    <a:pt x="24479" y="279177"/>
                  </a:lnTo>
                  <a:lnTo>
                    <a:pt x="32099" y="282225"/>
                  </a:lnTo>
                  <a:lnTo>
                    <a:pt x="39719" y="283749"/>
                  </a:lnTo>
                  <a:lnTo>
                    <a:pt x="47339" y="286797"/>
                  </a:lnTo>
                  <a:lnTo>
                    <a:pt x="70199" y="291369"/>
                  </a:lnTo>
                  <a:lnTo>
                    <a:pt x="83915" y="291369"/>
                  </a:lnTo>
                  <a:lnTo>
                    <a:pt x="125063" y="284297"/>
                  </a:lnTo>
                  <a:lnTo>
                    <a:pt x="149852" y="254103"/>
                  </a:lnTo>
                  <a:lnTo>
                    <a:pt x="150971" y="242601"/>
                  </a:lnTo>
                  <a:lnTo>
                    <a:pt x="150971" y="234981"/>
                  </a:lnTo>
                  <a:lnTo>
                    <a:pt x="149447" y="227266"/>
                  </a:lnTo>
                  <a:lnTo>
                    <a:pt x="144875" y="221170"/>
                  </a:lnTo>
                  <a:lnTo>
                    <a:pt x="141827" y="215074"/>
                  </a:lnTo>
                  <a:lnTo>
                    <a:pt x="99893" y="185499"/>
                  </a:lnTo>
                  <a:lnTo>
                    <a:pt x="85558" y="177593"/>
                  </a:lnTo>
                  <a:lnTo>
                    <a:pt x="77819" y="173926"/>
                  </a:lnTo>
                  <a:lnTo>
                    <a:pt x="54459" y="160853"/>
                  </a:lnTo>
                  <a:lnTo>
                    <a:pt x="47339" y="157162"/>
                  </a:lnTo>
                  <a:lnTo>
                    <a:pt x="40528" y="152566"/>
                  </a:lnTo>
                  <a:lnTo>
                    <a:pt x="34004" y="147827"/>
                  </a:lnTo>
                  <a:lnTo>
                    <a:pt x="28051" y="142803"/>
                  </a:lnTo>
                  <a:lnTo>
                    <a:pt x="22955" y="137350"/>
                  </a:lnTo>
                  <a:lnTo>
                    <a:pt x="17709" y="132477"/>
                  </a:lnTo>
                  <a:lnTo>
                    <a:pt x="309" y="92535"/>
                  </a:lnTo>
                  <a:lnTo>
                    <a:pt x="0" y="83915"/>
                  </a:lnTo>
                  <a:lnTo>
                    <a:pt x="571" y="73913"/>
                  </a:lnTo>
                  <a:lnTo>
                    <a:pt x="20240" y="32468"/>
                  </a:lnTo>
                  <a:lnTo>
                    <a:pt x="68675" y="4571"/>
                  </a:lnTo>
                  <a:lnTo>
                    <a:pt x="108299" y="0"/>
                  </a:lnTo>
                  <a:lnTo>
                    <a:pt x="130388" y="595"/>
                  </a:lnTo>
                  <a:lnTo>
                    <a:pt x="148923" y="2476"/>
                  </a:lnTo>
                  <a:lnTo>
                    <a:pt x="164315" y="5786"/>
                  </a:lnTo>
                  <a:lnTo>
                    <a:pt x="176974" y="10667"/>
                  </a:lnTo>
                  <a:lnTo>
                    <a:pt x="176974" y="53435"/>
                  </a:lnTo>
                  <a:lnTo>
                    <a:pt x="162124" y="44553"/>
                  </a:lnTo>
                  <a:lnTo>
                    <a:pt x="145113" y="38385"/>
                  </a:lnTo>
                  <a:lnTo>
                    <a:pt x="126102" y="34790"/>
                  </a:lnTo>
                  <a:lnTo>
                    <a:pt x="105251" y="33623"/>
                  </a:lnTo>
                  <a:lnTo>
                    <a:pt x="90011" y="33623"/>
                  </a:lnTo>
                  <a:lnTo>
                    <a:pt x="80867" y="36671"/>
                  </a:lnTo>
                  <a:lnTo>
                    <a:pt x="65627" y="39719"/>
                  </a:lnTo>
                  <a:lnTo>
                    <a:pt x="59531" y="44291"/>
                  </a:lnTo>
                  <a:lnTo>
                    <a:pt x="53435" y="47339"/>
                  </a:lnTo>
                  <a:lnTo>
                    <a:pt x="44291" y="59531"/>
                  </a:lnTo>
                  <a:lnTo>
                    <a:pt x="39719" y="64103"/>
                  </a:lnTo>
                  <a:lnTo>
                    <a:pt x="38195" y="71723"/>
                  </a:lnTo>
                  <a:lnTo>
                    <a:pt x="38195" y="88487"/>
                  </a:lnTo>
                  <a:lnTo>
                    <a:pt x="61102" y="120887"/>
                  </a:lnTo>
                  <a:lnTo>
                    <a:pt x="98821" y="142184"/>
                  </a:lnTo>
                  <a:lnTo>
                    <a:pt x="114776" y="150828"/>
                  </a:lnTo>
                  <a:lnTo>
                    <a:pt x="152316" y="173354"/>
                  </a:lnTo>
                  <a:lnTo>
                    <a:pt x="179355" y="202382"/>
                  </a:lnTo>
                  <a:lnTo>
                    <a:pt x="189166" y="239553"/>
                  </a:lnTo>
                  <a:lnTo>
                    <a:pt x="188809" y="251317"/>
                  </a:lnTo>
                  <a:lnTo>
                    <a:pt x="170104" y="293846"/>
                  </a:lnTo>
                  <a:lnTo>
                    <a:pt x="155543" y="305085"/>
                  </a:lnTo>
                  <a:lnTo>
                    <a:pt x="148137" y="310253"/>
                  </a:lnTo>
                  <a:lnTo>
                    <a:pt x="110180" y="322325"/>
                  </a:lnTo>
                  <a:lnTo>
                    <a:pt x="88987" y="324611"/>
                  </a:lnTo>
                  <a:lnTo>
                    <a:pt x="67151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9593" y="3848576"/>
              <a:ext cx="196691" cy="234886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3859720" y="3749421"/>
            <a:ext cx="413384" cy="328295"/>
            <a:chOff x="3859720" y="3749421"/>
            <a:chExt cx="413384" cy="328295"/>
          </a:xfrm>
        </p:grpSpPr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59720" y="3850195"/>
              <a:ext cx="332422" cy="227266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4225671" y="3749421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5">
                  <a:moveTo>
                    <a:pt x="30575" y="47339"/>
                  </a:moveTo>
                  <a:lnTo>
                    <a:pt x="16859" y="47339"/>
                  </a:lnTo>
                  <a:lnTo>
                    <a:pt x="12287" y="45815"/>
                  </a:lnTo>
                  <a:lnTo>
                    <a:pt x="3143" y="36671"/>
                  </a:lnTo>
                  <a:lnTo>
                    <a:pt x="0" y="30480"/>
                  </a:lnTo>
                  <a:lnTo>
                    <a:pt x="0" y="16764"/>
                  </a:lnTo>
                  <a:lnTo>
                    <a:pt x="3143" y="12192"/>
                  </a:lnTo>
                  <a:lnTo>
                    <a:pt x="12287" y="3048"/>
                  </a:lnTo>
                  <a:lnTo>
                    <a:pt x="16859" y="0"/>
                  </a:lnTo>
                  <a:lnTo>
                    <a:pt x="30575" y="0"/>
                  </a:lnTo>
                  <a:lnTo>
                    <a:pt x="35147" y="3048"/>
                  </a:lnTo>
                  <a:lnTo>
                    <a:pt x="39719" y="7620"/>
                  </a:lnTo>
                  <a:lnTo>
                    <a:pt x="45815" y="12192"/>
                  </a:lnTo>
                  <a:lnTo>
                    <a:pt x="47339" y="16764"/>
                  </a:lnTo>
                  <a:lnTo>
                    <a:pt x="47339" y="30480"/>
                  </a:lnTo>
                  <a:lnTo>
                    <a:pt x="45815" y="36671"/>
                  </a:lnTo>
                  <a:lnTo>
                    <a:pt x="39719" y="41243"/>
                  </a:lnTo>
                  <a:lnTo>
                    <a:pt x="35147" y="45815"/>
                  </a:lnTo>
                  <a:lnTo>
                    <a:pt x="30575" y="47339"/>
                  </a:lnTo>
                  <a:close/>
                </a:path>
                <a:path w="47625" h="328295">
                  <a:moveTo>
                    <a:pt x="41243" y="327945"/>
                  </a:moveTo>
                  <a:lnTo>
                    <a:pt x="4667" y="327945"/>
                  </a:lnTo>
                  <a:lnTo>
                    <a:pt x="4667" y="103727"/>
                  </a:lnTo>
                  <a:lnTo>
                    <a:pt x="41243" y="103727"/>
                  </a:lnTo>
                  <a:lnTo>
                    <a:pt x="41243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4324826" y="3848576"/>
            <a:ext cx="404495" cy="234950"/>
            <a:chOff x="4324826" y="3848576"/>
            <a:chExt cx="404495" cy="234950"/>
          </a:xfrm>
        </p:grpSpPr>
        <p:pic>
          <p:nvPicPr>
            <p:cNvPr id="57" name="object 5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4826" y="3848576"/>
              <a:ext cx="169259" cy="23488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32280" y="3848576"/>
              <a:ext cx="196691" cy="234886"/>
            </a:xfrm>
            <a:prstGeom prst="rect">
              <a:avLst/>
            </a:prstGeom>
          </p:spPr>
        </p:pic>
      </p:grpSp>
      <p:sp>
        <p:nvSpPr>
          <p:cNvPr id="59" name="object 59" descr=""/>
          <p:cNvSpPr/>
          <p:nvPr/>
        </p:nvSpPr>
        <p:spPr>
          <a:xfrm>
            <a:off x="4872316" y="3703701"/>
            <a:ext cx="4478020" cy="436880"/>
          </a:xfrm>
          <a:custGeom>
            <a:avLst/>
            <a:gdLst/>
            <a:ahLst/>
            <a:cxnLst/>
            <a:rect l="l" t="t" r="r" b="b"/>
            <a:pathLst>
              <a:path w="4478020" h="436879">
                <a:moveTo>
                  <a:pt x="147916" y="90017"/>
                </a:moveTo>
                <a:lnTo>
                  <a:pt x="97624" y="90017"/>
                </a:lnTo>
                <a:lnTo>
                  <a:pt x="97624" y="4572"/>
                </a:lnTo>
                <a:lnTo>
                  <a:pt x="64096" y="4572"/>
                </a:lnTo>
                <a:lnTo>
                  <a:pt x="64096" y="90017"/>
                </a:lnTo>
                <a:lnTo>
                  <a:pt x="4572" y="90017"/>
                </a:lnTo>
                <a:lnTo>
                  <a:pt x="4572" y="120497"/>
                </a:lnTo>
                <a:lnTo>
                  <a:pt x="64096" y="120497"/>
                </a:lnTo>
                <a:lnTo>
                  <a:pt x="64096" y="215087"/>
                </a:lnTo>
                <a:lnTo>
                  <a:pt x="0" y="233375"/>
                </a:lnTo>
                <a:lnTo>
                  <a:pt x="3048" y="269951"/>
                </a:lnTo>
                <a:lnTo>
                  <a:pt x="18783" y="264490"/>
                </a:lnTo>
                <a:lnTo>
                  <a:pt x="34112" y="259473"/>
                </a:lnTo>
                <a:lnTo>
                  <a:pt x="64096" y="250139"/>
                </a:lnTo>
                <a:lnTo>
                  <a:pt x="64096" y="372148"/>
                </a:lnTo>
                <a:lnTo>
                  <a:pt x="62725" y="381050"/>
                </a:lnTo>
                <a:lnTo>
                  <a:pt x="58762" y="387248"/>
                </a:lnTo>
                <a:lnTo>
                  <a:pt x="52489" y="390867"/>
                </a:lnTo>
                <a:lnTo>
                  <a:pt x="44500" y="392023"/>
                </a:lnTo>
                <a:lnTo>
                  <a:pt x="36741" y="392010"/>
                </a:lnTo>
                <a:lnTo>
                  <a:pt x="28003" y="391680"/>
                </a:lnTo>
                <a:lnTo>
                  <a:pt x="17830" y="390766"/>
                </a:lnTo>
                <a:lnTo>
                  <a:pt x="6096" y="389013"/>
                </a:lnTo>
                <a:lnTo>
                  <a:pt x="7239" y="399034"/>
                </a:lnTo>
                <a:lnTo>
                  <a:pt x="8382" y="408635"/>
                </a:lnTo>
                <a:lnTo>
                  <a:pt x="10668" y="427113"/>
                </a:lnTo>
                <a:lnTo>
                  <a:pt x="53428" y="427113"/>
                </a:lnTo>
                <a:lnTo>
                  <a:pt x="94792" y="400062"/>
                </a:lnTo>
                <a:lnTo>
                  <a:pt x="97624" y="379768"/>
                </a:lnTo>
                <a:lnTo>
                  <a:pt x="97624" y="250139"/>
                </a:lnTo>
                <a:lnTo>
                  <a:pt x="97624" y="237947"/>
                </a:lnTo>
                <a:lnTo>
                  <a:pt x="110134" y="234289"/>
                </a:lnTo>
                <a:lnTo>
                  <a:pt x="134708" y="226364"/>
                </a:lnTo>
                <a:lnTo>
                  <a:pt x="146392" y="222707"/>
                </a:lnTo>
                <a:lnTo>
                  <a:pt x="146392" y="204419"/>
                </a:lnTo>
                <a:lnTo>
                  <a:pt x="146392" y="189166"/>
                </a:lnTo>
                <a:lnTo>
                  <a:pt x="134061" y="192620"/>
                </a:lnTo>
                <a:lnTo>
                  <a:pt x="122008" y="196215"/>
                </a:lnTo>
                <a:lnTo>
                  <a:pt x="109969" y="200101"/>
                </a:lnTo>
                <a:lnTo>
                  <a:pt x="97624" y="204419"/>
                </a:lnTo>
                <a:lnTo>
                  <a:pt x="97624" y="120497"/>
                </a:lnTo>
                <a:lnTo>
                  <a:pt x="147916" y="120497"/>
                </a:lnTo>
                <a:lnTo>
                  <a:pt x="147916" y="90017"/>
                </a:lnTo>
                <a:close/>
              </a:path>
              <a:path w="4478020" h="436879">
                <a:moveTo>
                  <a:pt x="437680" y="399681"/>
                </a:moveTo>
                <a:lnTo>
                  <a:pt x="370420" y="374446"/>
                </a:lnTo>
                <a:lnTo>
                  <a:pt x="315658" y="340144"/>
                </a:lnTo>
                <a:lnTo>
                  <a:pt x="334695" y="318808"/>
                </a:lnTo>
                <a:lnTo>
                  <a:pt x="341934" y="310692"/>
                </a:lnTo>
                <a:lnTo>
                  <a:pt x="365467" y="277228"/>
                </a:lnTo>
                <a:lnTo>
                  <a:pt x="385838" y="239763"/>
                </a:lnTo>
                <a:lnTo>
                  <a:pt x="402628" y="198310"/>
                </a:lnTo>
                <a:lnTo>
                  <a:pt x="402628" y="172313"/>
                </a:lnTo>
                <a:lnTo>
                  <a:pt x="364528" y="172313"/>
                </a:lnTo>
                <a:lnTo>
                  <a:pt x="364528" y="201358"/>
                </a:lnTo>
                <a:lnTo>
                  <a:pt x="351345" y="234276"/>
                </a:lnTo>
                <a:lnTo>
                  <a:pt x="334568" y="264655"/>
                </a:lnTo>
                <a:lnTo>
                  <a:pt x="314083" y="292747"/>
                </a:lnTo>
                <a:lnTo>
                  <a:pt x="289750" y="318808"/>
                </a:lnTo>
                <a:lnTo>
                  <a:pt x="268579" y="293382"/>
                </a:lnTo>
                <a:lnTo>
                  <a:pt x="250698" y="265226"/>
                </a:lnTo>
                <a:lnTo>
                  <a:pt x="235953" y="234505"/>
                </a:lnTo>
                <a:lnTo>
                  <a:pt x="224218" y="201358"/>
                </a:lnTo>
                <a:lnTo>
                  <a:pt x="364528" y="201358"/>
                </a:lnTo>
                <a:lnTo>
                  <a:pt x="364528" y="172313"/>
                </a:lnTo>
                <a:lnTo>
                  <a:pt x="309562" y="172313"/>
                </a:lnTo>
                <a:lnTo>
                  <a:pt x="309562" y="105257"/>
                </a:lnTo>
                <a:lnTo>
                  <a:pt x="428536" y="105257"/>
                </a:lnTo>
                <a:lnTo>
                  <a:pt x="428536" y="73152"/>
                </a:lnTo>
                <a:lnTo>
                  <a:pt x="309562" y="73152"/>
                </a:lnTo>
                <a:lnTo>
                  <a:pt x="309562" y="3048"/>
                </a:lnTo>
                <a:lnTo>
                  <a:pt x="274510" y="3048"/>
                </a:lnTo>
                <a:lnTo>
                  <a:pt x="274510" y="73152"/>
                </a:lnTo>
                <a:lnTo>
                  <a:pt x="160108" y="73152"/>
                </a:lnTo>
                <a:lnTo>
                  <a:pt x="160108" y="105257"/>
                </a:lnTo>
                <a:lnTo>
                  <a:pt x="274510" y="105257"/>
                </a:lnTo>
                <a:lnTo>
                  <a:pt x="274510" y="172313"/>
                </a:lnTo>
                <a:lnTo>
                  <a:pt x="161645" y="172313"/>
                </a:lnTo>
                <a:lnTo>
                  <a:pt x="161645" y="201358"/>
                </a:lnTo>
                <a:lnTo>
                  <a:pt x="190690" y="201358"/>
                </a:lnTo>
                <a:lnTo>
                  <a:pt x="204698" y="241909"/>
                </a:lnTo>
                <a:lnTo>
                  <a:pt x="221551" y="278752"/>
                </a:lnTo>
                <a:lnTo>
                  <a:pt x="241274" y="311607"/>
                </a:lnTo>
                <a:lnTo>
                  <a:pt x="263842" y="340144"/>
                </a:lnTo>
                <a:lnTo>
                  <a:pt x="234937" y="359613"/>
                </a:lnTo>
                <a:lnTo>
                  <a:pt x="203022" y="376961"/>
                </a:lnTo>
                <a:lnTo>
                  <a:pt x="167970" y="392303"/>
                </a:lnTo>
                <a:lnTo>
                  <a:pt x="129628" y="405777"/>
                </a:lnTo>
                <a:lnTo>
                  <a:pt x="137083" y="413753"/>
                </a:lnTo>
                <a:lnTo>
                  <a:pt x="143535" y="421589"/>
                </a:lnTo>
                <a:lnTo>
                  <a:pt x="149136" y="429133"/>
                </a:lnTo>
                <a:lnTo>
                  <a:pt x="154012" y="436257"/>
                </a:lnTo>
                <a:lnTo>
                  <a:pt x="190893" y="420535"/>
                </a:lnTo>
                <a:lnTo>
                  <a:pt x="225729" y="403098"/>
                </a:lnTo>
                <a:lnTo>
                  <a:pt x="258267" y="383921"/>
                </a:lnTo>
                <a:lnTo>
                  <a:pt x="288226" y="363004"/>
                </a:lnTo>
                <a:lnTo>
                  <a:pt x="314553" y="382803"/>
                </a:lnTo>
                <a:lnTo>
                  <a:pt x="343331" y="401002"/>
                </a:lnTo>
                <a:lnTo>
                  <a:pt x="374675" y="417753"/>
                </a:lnTo>
                <a:lnTo>
                  <a:pt x="408724" y="433209"/>
                </a:lnTo>
                <a:lnTo>
                  <a:pt x="421487" y="417588"/>
                </a:lnTo>
                <a:lnTo>
                  <a:pt x="429082" y="408774"/>
                </a:lnTo>
                <a:lnTo>
                  <a:pt x="437680" y="399681"/>
                </a:lnTo>
                <a:close/>
              </a:path>
              <a:path w="4478020" h="436879">
                <a:moveTo>
                  <a:pt x="826579" y="64008"/>
                </a:moveTo>
                <a:lnTo>
                  <a:pt x="788479" y="34671"/>
                </a:lnTo>
                <a:lnTo>
                  <a:pt x="769569" y="20726"/>
                </a:lnTo>
                <a:lnTo>
                  <a:pt x="750379" y="7620"/>
                </a:lnTo>
                <a:lnTo>
                  <a:pt x="728941" y="32004"/>
                </a:lnTo>
                <a:lnTo>
                  <a:pt x="747293" y="46012"/>
                </a:lnTo>
                <a:lnTo>
                  <a:pt x="765606" y="60591"/>
                </a:lnTo>
                <a:lnTo>
                  <a:pt x="783907" y="75768"/>
                </a:lnTo>
                <a:lnTo>
                  <a:pt x="802195" y="91541"/>
                </a:lnTo>
                <a:lnTo>
                  <a:pt x="826579" y="64008"/>
                </a:lnTo>
                <a:close/>
              </a:path>
              <a:path w="4478020" h="436879">
                <a:moveTo>
                  <a:pt x="887641" y="346240"/>
                </a:moveTo>
                <a:lnTo>
                  <a:pt x="851281" y="322732"/>
                </a:lnTo>
                <a:lnTo>
                  <a:pt x="817003" y="294843"/>
                </a:lnTo>
                <a:lnTo>
                  <a:pt x="784860" y="262547"/>
                </a:lnTo>
                <a:lnTo>
                  <a:pt x="754875" y="225806"/>
                </a:lnTo>
                <a:lnTo>
                  <a:pt x="727075" y="184556"/>
                </a:lnTo>
                <a:lnTo>
                  <a:pt x="714286" y="161645"/>
                </a:lnTo>
                <a:lnTo>
                  <a:pt x="701509" y="138785"/>
                </a:lnTo>
                <a:lnTo>
                  <a:pt x="876871" y="138785"/>
                </a:lnTo>
                <a:lnTo>
                  <a:pt x="876871" y="106781"/>
                </a:lnTo>
                <a:lnTo>
                  <a:pt x="684745" y="106781"/>
                </a:lnTo>
                <a:lnTo>
                  <a:pt x="684745" y="1524"/>
                </a:lnTo>
                <a:lnTo>
                  <a:pt x="649693" y="1524"/>
                </a:lnTo>
                <a:lnTo>
                  <a:pt x="649693" y="106781"/>
                </a:lnTo>
                <a:lnTo>
                  <a:pt x="459003" y="106781"/>
                </a:lnTo>
                <a:lnTo>
                  <a:pt x="459003" y="138785"/>
                </a:lnTo>
                <a:lnTo>
                  <a:pt x="632929" y="138785"/>
                </a:lnTo>
                <a:lnTo>
                  <a:pt x="608634" y="180886"/>
                </a:lnTo>
                <a:lnTo>
                  <a:pt x="581558" y="220332"/>
                </a:lnTo>
                <a:lnTo>
                  <a:pt x="551688" y="257213"/>
                </a:lnTo>
                <a:lnTo>
                  <a:pt x="519023" y="291680"/>
                </a:lnTo>
                <a:lnTo>
                  <a:pt x="483565" y="323862"/>
                </a:lnTo>
                <a:lnTo>
                  <a:pt x="445287" y="353860"/>
                </a:lnTo>
                <a:lnTo>
                  <a:pt x="452996" y="362724"/>
                </a:lnTo>
                <a:lnTo>
                  <a:pt x="460006" y="371005"/>
                </a:lnTo>
                <a:lnTo>
                  <a:pt x="466166" y="378726"/>
                </a:lnTo>
                <a:lnTo>
                  <a:pt x="471297" y="385864"/>
                </a:lnTo>
                <a:lnTo>
                  <a:pt x="508749" y="353593"/>
                </a:lnTo>
                <a:lnTo>
                  <a:pt x="543293" y="319290"/>
                </a:lnTo>
                <a:lnTo>
                  <a:pt x="574789" y="282930"/>
                </a:lnTo>
                <a:lnTo>
                  <a:pt x="603110" y="244538"/>
                </a:lnTo>
                <a:lnTo>
                  <a:pt x="628129" y="204114"/>
                </a:lnTo>
                <a:lnTo>
                  <a:pt x="649693" y="161645"/>
                </a:lnTo>
                <a:lnTo>
                  <a:pt x="649693" y="433209"/>
                </a:lnTo>
                <a:lnTo>
                  <a:pt x="684745" y="433209"/>
                </a:lnTo>
                <a:lnTo>
                  <a:pt x="684745" y="161645"/>
                </a:lnTo>
                <a:lnTo>
                  <a:pt x="708012" y="207162"/>
                </a:lnTo>
                <a:lnTo>
                  <a:pt x="733602" y="249110"/>
                </a:lnTo>
                <a:lnTo>
                  <a:pt x="761568" y="287502"/>
                </a:lnTo>
                <a:lnTo>
                  <a:pt x="791959" y="322338"/>
                </a:lnTo>
                <a:lnTo>
                  <a:pt x="824788" y="353593"/>
                </a:lnTo>
                <a:lnTo>
                  <a:pt x="860107" y="381292"/>
                </a:lnTo>
                <a:lnTo>
                  <a:pt x="866317" y="372173"/>
                </a:lnTo>
                <a:lnTo>
                  <a:pt x="873264" y="363194"/>
                </a:lnTo>
                <a:lnTo>
                  <a:pt x="880503" y="354507"/>
                </a:lnTo>
                <a:lnTo>
                  <a:pt x="887641" y="346240"/>
                </a:lnTo>
                <a:close/>
              </a:path>
              <a:path w="4478020" h="436879">
                <a:moveTo>
                  <a:pt x="1085850" y="74676"/>
                </a:moveTo>
                <a:lnTo>
                  <a:pt x="1050798" y="74676"/>
                </a:lnTo>
                <a:lnTo>
                  <a:pt x="1050798" y="106781"/>
                </a:lnTo>
                <a:lnTo>
                  <a:pt x="1050798" y="213563"/>
                </a:lnTo>
                <a:lnTo>
                  <a:pt x="1050798" y="245567"/>
                </a:lnTo>
                <a:lnTo>
                  <a:pt x="1050798" y="355384"/>
                </a:lnTo>
                <a:lnTo>
                  <a:pt x="951649" y="355384"/>
                </a:lnTo>
                <a:lnTo>
                  <a:pt x="951649" y="245567"/>
                </a:lnTo>
                <a:lnTo>
                  <a:pt x="1050798" y="245567"/>
                </a:lnTo>
                <a:lnTo>
                  <a:pt x="1050798" y="213563"/>
                </a:lnTo>
                <a:lnTo>
                  <a:pt x="951649" y="213563"/>
                </a:lnTo>
                <a:lnTo>
                  <a:pt x="951649" y="106781"/>
                </a:lnTo>
                <a:lnTo>
                  <a:pt x="1050798" y="106781"/>
                </a:lnTo>
                <a:lnTo>
                  <a:pt x="1050798" y="74676"/>
                </a:lnTo>
                <a:lnTo>
                  <a:pt x="997369" y="74676"/>
                </a:lnTo>
                <a:lnTo>
                  <a:pt x="1004227" y="59563"/>
                </a:lnTo>
                <a:lnTo>
                  <a:pt x="1011085" y="44005"/>
                </a:lnTo>
                <a:lnTo>
                  <a:pt x="1017981" y="28181"/>
                </a:lnTo>
                <a:lnTo>
                  <a:pt x="1024890" y="12192"/>
                </a:lnTo>
                <a:lnTo>
                  <a:pt x="988225" y="1524"/>
                </a:lnTo>
                <a:lnTo>
                  <a:pt x="982218" y="18097"/>
                </a:lnTo>
                <a:lnTo>
                  <a:pt x="975652" y="35814"/>
                </a:lnTo>
                <a:lnTo>
                  <a:pt x="968502" y="54673"/>
                </a:lnTo>
                <a:lnTo>
                  <a:pt x="960793" y="74676"/>
                </a:lnTo>
                <a:lnTo>
                  <a:pt x="916597" y="74676"/>
                </a:lnTo>
                <a:lnTo>
                  <a:pt x="916597" y="425589"/>
                </a:lnTo>
                <a:lnTo>
                  <a:pt x="951649" y="425589"/>
                </a:lnTo>
                <a:lnTo>
                  <a:pt x="951649" y="389013"/>
                </a:lnTo>
                <a:lnTo>
                  <a:pt x="1050798" y="389013"/>
                </a:lnTo>
                <a:lnTo>
                  <a:pt x="1050798" y="422541"/>
                </a:lnTo>
                <a:lnTo>
                  <a:pt x="1085850" y="422541"/>
                </a:lnTo>
                <a:lnTo>
                  <a:pt x="1085850" y="389013"/>
                </a:lnTo>
                <a:lnTo>
                  <a:pt x="1085850" y="355384"/>
                </a:lnTo>
                <a:lnTo>
                  <a:pt x="1085850" y="245567"/>
                </a:lnTo>
                <a:lnTo>
                  <a:pt x="1085850" y="213563"/>
                </a:lnTo>
                <a:lnTo>
                  <a:pt x="1085850" y="106781"/>
                </a:lnTo>
                <a:lnTo>
                  <a:pt x="1085850" y="74676"/>
                </a:lnTo>
                <a:close/>
              </a:path>
              <a:path w="4478020" h="436879">
                <a:moveTo>
                  <a:pt x="1235303" y="272999"/>
                </a:moveTo>
                <a:lnTo>
                  <a:pt x="1219288" y="251294"/>
                </a:lnTo>
                <a:lnTo>
                  <a:pt x="1201000" y="227457"/>
                </a:lnTo>
                <a:lnTo>
                  <a:pt x="1180388" y="201587"/>
                </a:lnTo>
                <a:lnTo>
                  <a:pt x="1157478" y="173837"/>
                </a:lnTo>
                <a:lnTo>
                  <a:pt x="1131570" y="193751"/>
                </a:lnTo>
                <a:lnTo>
                  <a:pt x="1150708" y="219773"/>
                </a:lnTo>
                <a:lnTo>
                  <a:pt x="1169149" y="245376"/>
                </a:lnTo>
                <a:lnTo>
                  <a:pt x="1186726" y="270725"/>
                </a:lnTo>
                <a:lnTo>
                  <a:pt x="1203299" y="295948"/>
                </a:lnTo>
                <a:lnTo>
                  <a:pt x="1235303" y="272999"/>
                </a:lnTo>
                <a:close/>
              </a:path>
              <a:path w="4478020" h="436879">
                <a:moveTo>
                  <a:pt x="1317688" y="73152"/>
                </a:moveTo>
                <a:lnTo>
                  <a:pt x="1175867" y="73152"/>
                </a:lnTo>
                <a:lnTo>
                  <a:pt x="1181582" y="58039"/>
                </a:lnTo>
                <a:lnTo>
                  <a:pt x="1187297" y="42481"/>
                </a:lnTo>
                <a:lnTo>
                  <a:pt x="1193012" y="26657"/>
                </a:lnTo>
                <a:lnTo>
                  <a:pt x="1198727" y="10668"/>
                </a:lnTo>
                <a:lnTo>
                  <a:pt x="1162151" y="1524"/>
                </a:lnTo>
                <a:lnTo>
                  <a:pt x="1146632" y="47790"/>
                </a:lnTo>
                <a:lnTo>
                  <a:pt x="1129868" y="90347"/>
                </a:lnTo>
                <a:lnTo>
                  <a:pt x="1111681" y="128917"/>
                </a:lnTo>
                <a:lnTo>
                  <a:pt x="1091946" y="163169"/>
                </a:lnTo>
                <a:lnTo>
                  <a:pt x="1108900" y="171551"/>
                </a:lnTo>
                <a:lnTo>
                  <a:pt x="1116164" y="175602"/>
                </a:lnTo>
                <a:lnTo>
                  <a:pt x="1122426" y="179933"/>
                </a:lnTo>
                <a:lnTo>
                  <a:pt x="1132687" y="163334"/>
                </a:lnTo>
                <a:lnTo>
                  <a:pt x="1142822" y="145453"/>
                </a:lnTo>
                <a:lnTo>
                  <a:pt x="1152690" y="126136"/>
                </a:lnTo>
                <a:lnTo>
                  <a:pt x="1162151" y="105257"/>
                </a:lnTo>
                <a:lnTo>
                  <a:pt x="1279499" y="105257"/>
                </a:lnTo>
                <a:lnTo>
                  <a:pt x="1278343" y="173837"/>
                </a:lnTo>
                <a:lnTo>
                  <a:pt x="1277061" y="227457"/>
                </a:lnTo>
                <a:lnTo>
                  <a:pt x="1275435" y="277126"/>
                </a:lnTo>
                <a:lnTo>
                  <a:pt x="1273695" y="316852"/>
                </a:lnTo>
                <a:lnTo>
                  <a:pt x="1268425" y="365785"/>
                </a:lnTo>
                <a:lnTo>
                  <a:pt x="1229207" y="389013"/>
                </a:lnTo>
                <a:lnTo>
                  <a:pt x="1210602" y="388683"/>
                </a:lnTo>
                <a:lnTo>
                  <a:pt x="1191285" y="387629"/>
                </a:lnTo>
                <a:lnTo>
                  <a:pt x="1171079" y="385711"/>
                </a:lnTo>
                <a:lnTo>
                  <a:pt x="1149858" y="382816"/>
                </a:lnTo>
                <a:lnTo>
                  <a:pt x="1148334" y="382816"/>
                </a:lnTo>
                <a:lnTo>
                  <a:pt x="1150353" y="392061"/>
                </a:lnTo>
                <a:lnTo>
                  <a:pt x="1151953" y="401574"/>
                </a:lnTo>
                <a:lnTo>
                  <a:pt x="1153261" y="411632"/>
                </a:lnTo>
                <a:lnTo>
                  <a:pt x="1154430" y="422541"/>
                </a:lnTo>
                <a:lnTo>
                  <a:pt x="1195476" y="424637"/>
                </a:lnTo>
                <a:lnTo>
                  <a:pt x="1215605" y="425323"/>
                </a:lnTo>
                <a:lnTo>
                  <a:pt x="1235303" y="425589"/>
                </a:lnTo>
                <a:lnTo>
                  <a:pt x="1266456" y="421297"/>
                </a:lnTo>
                <a:lnTo>
                  <a:pt x="1301762" y="389013"/>
                </a:lnTo>
                <a:lnTo>
                  <a:pt x="1309433" y="332511"/>
                </a:lnTo>
                <a:lnTo>
                  <a:pt x="1313624" y="204381"/>
                </a:lnTo>
                <a:lnTo>
                  <a:pt x="1316697" y="105257"/>
                </a:lnTo>
                <a:lnTo>
                  <a:pt x="1317688" y="73152"/>
                </a:lnTo>
                <a:close/>
              </a:path>
              <a:path w="4478020" h="436879">
                <a:moveTo>
                  <a:pt x="1784324" y="324904"/>
                </a:moveTo>
                <a:lnTo>
                  <a:pt x="1750060" y="311531"/>
                </a:lnTo>
                <a:lnTo>
                  <a:pt x="1749425" y="311188"/>
                </a:lnTo>
                <a:lnTo>
                  <a:pt x="1743722" y="308140"/>
                </a:lnTo>
                <a:lnTo>
                  <a:pt x="1718360" y="294563"/>
                </a:lnTo>
                <a:lnTo>
                  <a:pt x="1689506" y="274459"/>
                </a:lnTo>
                <a:lnTo>
                  <a:pt x="1682115" y="267906"/>
                </a:lnTo>
                <a:lnTo>
                  <a:pt x="1682115" y="308140"/>
                </a:lnTo>
                <a:lnTo>
                  <a:pt x="1581531" y="308140"/>
                </a:lnTo>
                <a:lnTo>
                  <a:pt x="1581531" y="265366"/>
                </a:lnTo>
                <a:lnTo>
                  <a:pt x="1549425" y="265366"/>
                </a:lnTo>
                <a:lnTo>
                  <a:pt x="1549425" y="308140"/>
                </a:lnTo>
                <a:lnTo>
                  <a:pt x="1447317" y="308140"/>
                </a:lnTo>
                <a:lnTo>
                  <a:pt x="1461922" y="295033"/>
                </a:lnTo>
                <a:lnTo>
                  <a:pt x="1476082" y="281038"/>
                </a:lnTo>
                <a:lnTo>
                  <a:pt x="1489976" y="266484"/>
                </a:lnTo>
                <a:lnTo>
                  <a:pt x="1503705" y="251650"/>
                </a:lnTo>
                <a:lnTo>
                  <a:pt x="1624203" y="251650"/>
                </a:lnTo>
                <a:lnTo>
                  <a:pt x="1637969" y="267131"/>
                </a:lnTo>
                <a:lnTo>
                  <a:pt x="1652016" y="281609"/>
                </a:lnTo>
                <a:lnTo>
                  <a:pt x="1666633" y="295236"/>
                </a:lnTo>
                <a:lnTo>
                  <a:pt x="1682115" y="308140"/>
                </a:lnTo>
                <a:lnTo>
                  <a:pt x="1682115" y="267906"/>
                </a:lnTo>
                <a:lnTo>
                  <a:pt x="1663827" y="251650"/>
                </a:lnTo>
                <a:lnTo>
                  <a:pt x="1778215" y="251650"/>
                </a:lnTo>
                <a:lnTo>
                  <a:pt x="1778215" y="222694"/>
                </a:lnTo>
                <a:lnTo>
                  <a:pt x="1692783" y="222694"/>
                </a:lnTo>
                <a:lnTo>
                  <a:pt x="1692783" y="192214"/>
                </a:lnTo>
                <a:lnTo>
                  <a:pt x="1692783" y="164693"/>
                </a:lnTo>
                <a:lnTo>
                  <a:pt x="1692783" y="134213"/>
                </a:lnTo>
                <a:lnTo>
                  <a:pt x="1692783" y="106781"/>
                </a:lnTo>
                <a:lnTo>
                  <a:pt x="1692783" y="76200"/>
                </a:lnTo>
                <a:lnTo>
                  <a:pt x="1766023" y="76200"/>
                </a:lnTo>
                <a:lnTo>
                  <a:pt x="1766023" y="47244"/>
                </a:lnTo>
                <a:lnTo>
                  <a:pt x="1692783" y="47244"/>
                </a:lnTo>
                <a:lnTo>
                  <a:pt x="1692783" y="0"/>
                </a:lnTo>
                <a:lnTo>
                  <a:pt x="1659255" y="0"/>
                </a:lnTo>
                <a:lnTo>
                  <a:pt x="1659255" y="47244"/>
                </a:lnTo>
                <a:lnTo>
                  <a:pt x="1659255" y="76200"/>
                </a:lnTo>
                <a:lnTo>
                  <a:pt x="1659255" y="222694"/>
                </a:lnTo>
                <a:lnTo>
                  <a:pt x="1471701" y="222694"/>
                </a:lnTo>
                <a:lnTo>
                  <a:pt x="1471701" y="192214"/>
                </a:lnTo>
                <a:lnTo>
                  <a:pt x="1659255" y="192214"/>
                </a:lnTo>
                <a:lnTo>
                  <a:pt x="1659255" y="164693"/>
                </a:lnTo>
                <a:lnTo>
                  <a:pt x="1471701" y="164693"/>
                </a:lnTo>
                <a:lnTo>
                  <a:pt x="1471701" y="134213"/>
                </a:lnTo>
                <a:lnTo>
                  <a:pt x="1659255" y="134213"/>
                </a:lnTo>
                <a:lnTo>
                  <a:pt x="1659255" y="106781"/>
                </a:lnTo>
                <a:lnTo>
                  <a:pt x="1471701" y="106781"/>
                </a:lnTo>
                <a:lnTo>
                  <a:pt x="1471701" y="76200"/>
                </a:lnTo>
                <a:lnTo>
                  <a:pt x="1659255" y="76200"/>
                </a:lnTo>
                <a:lnTo>
                  <a:pt x="1659255" y="47244"/>
                </a:lnTo>
                <a:lnTo>
                  <a:pt x="1471701" y="47244"/>
                </a:lnTo>
                <a:lnTo>
                  <a:pt x="1471701" y="0"/>
                </a:lnTo>
                <a:lnTo>
                  <a:pt x="1439697" y="0"/>
                </a:lnTo>
                <a:lnTo>
                  <a:pt x="1439697" y="47244"/>
                </a:lnTo>
                <a:lnTo>
                  <a:pt x="1364932" y="47244"/>
                </a:lnTo>
                <a:lnTo>
                  <a:pt x="1364932" y="76200"/>
                </a:lnTo>
                <a:lnTo>
                  <a:pt x="1439697" y="76200"/>
                </a:lnTo>
                <a:lnTo>
                  <a:pt x="1439697" y="222694"/>
                </a:lnTo>
                <a:lnTo>
                  <a:pt x="1352740" y="222694"/>
                </a:lnTo>
                <a:lnTo>
                  <a:pt x="1352740" y="251650"/>
                </a:lnTo>
                <a:lnTo>
                  <a:pt x="1464081" y="251650"/>
                </a:lnTo>
                <a:lnTo>
                  <a:pt x="1437982" y="275717"/>
                </a:lnTo>
                <a:lnTo>
                  <a:pt x="1409903" y="297459"/>
                </a:lnTo>
                <a:lnTo>
                  <a:pt x="1379550" y="316903"/>
                </a:lnTo>
                <a:lnTo>
                  <a:pt x="1346644" y="334048"/>
                </a:lnTo>
                <a:lnTo>
                  <a:pt x="1354074" y="341782"/>
                </a:lnTo>
                <a:lnTo>
                  <a:pt x="1360360" y="349097"/>
                </a:lnTo>
                <a:lnTo>
                  <a:pt x="1365504" y="356120"/>
                </a:lnTo>
                <a:lnTo>
                  <a:pt x="1369504" y="363004"/>
                </a:lnTo>
                <a:lnTo>
                  <a:pt x="1388656" y="351269"/>
                </a:lnTo>
                <a:lnTo>
                  <a:pt x="1407236" y="338810"/>
                </a:lnTo>
                <a:lnTo>
                  <a:pt x="1425270" y="325501"/>
                </a:lnTo>
                <a:lnTo>
                  <a:pt x="1442745" y="311188"/>
                </a:lnTo>
                <a:lnTo>
                  <a:pt x="1442745" y="335572"/>
                </a:lnTo>
                <a:lnTo>
                  <a:pt x="1549425" y="335572"/>
                </a:lnTo>
                <a:lnTo>
                  <a:pt x="1549425" y="381292"/>
                </a:lnTo>
                <a:lnTo>
                  <a:pt x="1377124" y="381292"/>
                </a:lnTo>
                <a:lnTo>
                  <a:pt x="1377124" y="410349"/>
                </a:lnTo>
                <a:lnTo>
                  <a:pt x="1752307" y="410349"/>
                </a:lnTo>
                <a:lnTo>
                  <a:pt x="1752307" y="381292"/>
                </a:lnTo>
                <a:lnTo>
                  <a:pt x="1581531" y="381292"/>
                </a:lnTo>
                <a:lnTo>
                  <a:pt x="1581531" y="335572"/>
                </a:lnTo>
                <a:lnTo>
                  <a:pt x="1686687" y="335572"/>
                </a:lnTo>
                <a:lnTo>
                  <a:pt x="1686687" y="311188"/>
                </a:lnTo>
                <a:lnTo>
                  <a:pt x="1704136" y="324332"/>
                </a:lnTo>
                <a:lnTo>
                  <a:pt x="1722170" y="336334"/>
                </a:lnTo>
                <a:lnTo>
                  <a:pt x="1740776" y="347192"/>
                </a:lnTo>
                <a:lnTo>
                  <a:pt x="1759927" y="356908"/>
                </a:lnTo>
                <a:lnTo>
                  <a:pt x="1764817" y="349770"/>
                </a:lnTo>
                <a:lnTo>
                  <a:pt x="1770405" y="342049"/>
                </a:lnTo>
                <a:lnTo>
                  <a:pt x="1776869" y="333768"/>
                </a:lnTo>
                <a:lnTo>
                  <a:pt x="1784324" y="324904"/>
                </a:lnTo>
                <a:close/>
              </a:path>
              <a:path w="4478020" h="436879">
                <a:moveTo>
                  <a:pt x="2229612" y="318808"/>
                </a:moveTo>
                <a:lnTo>
                  <a:pt x="2192121" y="291452"/>
                </a:lnTo>
                <a:lnTo>
                  <a:pt x="2157336" y="261277"/>
                </a:lnTo>
                <a:lnTo>
                  <a:pt x="2125167" y="228219"/>
                </a:lnTo>
                <a:lnTo>
                  <a:pt x="2095538" y="192252"/>
                </a:lnTo>
                <a:lnTo>
                  <a:pt x="2068372" y="153314"/>
                </a:lnTo>
                <a:lnTo>
                  <a:pt x="2043595" y="111353"/>
                </a:lnTo>
                <a:lnTo>
                  <a:pt x="2221992" y="111353"/>
                </a:lnTo>
                <a:lnTo>
                  <a:pt x="2221992" y="79349"/>
                </a:lnTo>
                <a:lnTo>
                  <a:pt x="2031403" y="79349"/>
                </a:lnTo>
                <a:lnTo>
                  <a:pt x="2031403" y="0"/>
                </a:lnTo>
                <a:lnTo>
                  <a:pt x="1997875" y="0"/>
                </a:lnTo>
                <a:lnTo>
                  <a:pt x="1997875" y="79349"/>
                </a:lnTo>
                <a:lnTo>
                  <a:pt x="1807184" y="79349"/>
                </a:lnTo>
                <a:lnTo>
                  <a:pt x="1807184" y="111353"/>
                </a:lnTo>
                <a:lnTo>
                  <a:pt x="1984057" y="111353"/>
                </a:lnTo>
                <a:lnTo>
                  <a:pt x="1961705" y="149123"/>
                </a:lnTo>
                <a:lnTo>
                  <a:pt x="1935797" y="186156"/>
                </a:lnTo>
                <a:lnTo>
                  <a:pt x="1906320" y="222504"/>
                </a:lnTo>
                <a:lnTo>
                  <a:pt x="1873288" y="258229"/>
                </a:lnTo>
                <a:lnTo>
                  <a:pt x="1836686" y="293357"/>
                </a:lnTo>
                <a:lnTo>
                  <a:pt x="1796516" y="327952"/>
                </a:lnTo>
                <a:lnTo>
                  <a:pt x="1803387" y="333070"/>
                </a:lnTo>
                <a:lnTo>
                  <a:pt x="1810423" y="339191"/>
                </a:lnTo>
                <a:lnTo>
                  <a:pt x="1817725" y="346163"/>
                </a:lnTo>
                <a:lnTo>
                  <a:pt x="1825472" y="353860"/>
                </a:lnTo>
                <a:lnTo>
                  <a:pt x="1869617" y="312331"/>
                </a:lnTo>
                <a:lnTo>
                  <a:pt x="1908771" y="270065"/>
                </a:lnTo>
                <a:lnTo>
                  <a:pt x="1943100" y="227037"/>
                </a:lnTo>
                <a:lnTo>
                  <a:pt x="1972741" y="183286"/>
                </a:lnTo>
                <a:lnTo>
                  <a:pt x="1997875" y="138785"/>
                </a:lnTo>
                <a:lnTo>
                  <a:pt x="1997875" y="312712"/>
                </a:lnTo>
                <a:lnTo>
                  <a:pt x="1894141" y="312712"/>
                </a:lnTo>
                <a:lnTo>
                  <a:pt x="1894141" y="343192"/>
                </a:lnTo>
                <a:lnTo>
                  <a:pt x="1997875" y="343192"/>
                </a:lnTo>
                <a:lnTo>
                  <a:pt x="1997875" y="433197"/>
                </a:lnTo>
                <a:lnTo>
                  <a:pt x="2031403" y="433197"/>
                </a:lnTo>
                <a:lnTo>
                  <a:pt x="2031403" y="343192"/>
                </a:lnTo>
                <a:lnTo>
                  <a:pt x="2132076" y="343192"/>
                </a:lnTo>
                <a:lnTo>
                  <a:pt x="2132076" y="312712"/>
                </a:lnTo>
                <a:lnTo>
                  <a:pt x="2031403" y="312712"/>
                </a:lnTo>
                <a:lnTo>
                  <a:pt x="2031403" y="138785"/>
                </a:lnTo>
                <a:lnTo>
                  <a:pt x="2058657" y="188214"/>
                </a:lnTo>
                <a:lnTo>
                  <a:pt x="2089226" y="233997"/>
                </a:lnTo>
                <a:lnTo>
                  <a:pt x="2123084" y="276098"/>
                </a:lnTo>
                <a:lnTo>
                  <a:pt x="2160232" y="314528"/>
                </a:lnTo>
                <a:lnTo>
                  <a:pt x="2200656" y="349288"/>
                </a:lnTo>
                <a:lnTo>
                  <a:pt x="2209469" y="339598"/>
                </a:lnTo>
                <a:lnTo>
                  <a:pt x="2217420" y="331190"/>
                </a:lnTo>
                <a:lnTo>
                  <a:pt x="2229612" y="318808"/>
                </a:lnTo>
                <a:close/>
              </a:path>
              <a:path w="4478020" h="436879">
                <a:moveTo>
                  <a:pt x="2380577" y="212026"/>
                </a:moveTo>
                <a:lnTo>
                  <a:pt x="2354859" y="181343"/>
                </a:lnTo>
                <a:lnTo>
                  <a:pt x="2344001" y="169265"/>
                </a:lnTo>
                <a:lnTo>
                  <a:pt x="2331809" y="179933"/>
                </a:lnTo>
                <a:lnTo>
                  <a:pt x="2331809" y="120497"/>
                </a:lnTo>
                <a:lnTo>
                  <a:pt x="2372957" y="120497"/>
                </a:lnTo>
                <a:lnTo>
                  <a:pt x="2372957" y="93065"/>
                </a:lnTo>
                <a:lnTo>
                  <a:pt x="2331809" y="93065"/>
                </a:lnTo>
                <a:lnTo>
                  <a:pt x="2331809" y="1524"/>
                </a:lnTo>
                <a:lnTo>
                  <a:pt x="2302853" y="1524"/>
                </a:lnTo>
                <a:lnTo>
                  <a:pt x="2302853" y="93065"/>
                </a:lnTo>
                <a:lnTo>
                  <a:pt x="2250948" y="93065"/>
                </a:lnTo>
                <a:lnTo>
                  <a:pt x="2250948" y="120497"/>
                </a:lnTo>
                <a:lnTo>
                  <a:pt x="2299805" y="120497"/>
                </a:lnTo>
                <a:lnTo>
                  <a:pt x="2288667" y="163042"/>
                </a:lnTo>
                <a:lnTo>
                  <a:pt x="2275802" y="203606"/>
                </a:lnTo>
                <a:lnTo>
                  <a:pt x="2261197" y="241884"/>
                </a:lnTo>
                <a:lnTo>
                  <a:pt x="2244852" y="277558"/>
                </a:lnTo>
                <a:lnTo>
                  <a:pt x="2248039" y="287007"/>
                </a:lnTo>
                <a:lnTo>
                  <a:pt x="2253856" y="306374"/>
                </a:lnTo>
                <a:lnTo>
                  <a:pt x="2257044" y="315760"/>
                </a:lnTo>
                <a:lnTo>
                  <a:pt x="2269388" y="289458"/>
                </a:lnTo>
                <a:lnTo>
                  <a:pt x="2281136" y="258902"/>
                </a:lnTo>
                <a:lnTo>
                  <a:pt x="2292286" y="224370"/>
                </a:lnTo>
                <a:lnTo>
                  <a:pt x="2302853" y="186118"/>
                </a:lnTo>
                <a:lnTo>
                  <a:pt x="2302853" y="431685"/>
                </a:lnTo>
                <a:lnTo>
                  <a:pt x="2331809" y="431685"/>
                </a:lnTo>
                <a:lnTo>
                  <a:pt x="2331809" y="193738"/>
                </a:lnTo>
                <a:lnTo>
                  <a:pt x="2339530" y="202031"/>
                </a:lnTo>
                <a:lnTo>
                  <a:pt x="2346668" y="210883"/>
                </a:lnTo>
                <a:lnTo>
                  <a:pt x="2353246" y="220319"/>
                </a:lnTo>
                <a:lnTo>
                  <a:pt x="2359241" y="230314"/>
                </a:lnTo>
                <a:lnTo>
                  <a:pt x="2380577" y="212026"/>
                </a:lnTo>
                <a:close/>
              </a:path>
              <a:path w="4478020" h="436879">
                <a:moveTo>
                  <a:pt x="2510218" y="341668"/>
                </a:moveTo>
                <a:lnTo>
                  <a:pt x="2487180" y="298996"/>
                </a:lnTo>
                <a:lnTo>
                  <a:pt x="2467546" y="265366"/>
                </a:lnTo>
                <a:lnTo>
                  <a:pt x="2441638" y="279082"/>
                </a:lnTo>
                <a:lnTo>
                  <a:pt x="2446210" y="286054"/>
                </a:lnTo>
                <a:lnTo>
                  <a:pt x="2450782" y="293268"/>
                </a:lnTo>
                <a:lnTo>
                  <a:pt x="2423490" y="333883"/>
                </a:lnTo>
                <a:lnTo>
                  <a:pt x="2412682" y="340144"/>
                </a:lnTo>
                <a:lnTo>
                  <a:pt x="2412682" y="233362"/>
                </a:lnTo>
                <a:lnTo>
                  <a:pt x="2464498" y="233362"/>
                </a:lnTo>
                <a:lnTo>
                  <a:pt x="2464498" y="248602"/>
                </a:lnTo>
                <a:lnTo>
                  <a:pt x="2491930" y="248602"/>
                </a:lnTo>
                <a:lnTo>
                  <a:pt x="2491930" y="25908"/>
                </a:lnTo>
                <a:lnTo>
                  <a:pt x="2464498" y="25908"/>
                </a:lnTo>
                <a:lnTo>
                  <a:pt x="2464498" y="53340"/>
                </a:lnTo>
                <a:lnTo>
                  <a:pt x="2464498" y="115925"/>
                </a:lnTo>
                <a:lnTo>
                  <a:pt x="2464498" y="143357"/>
                </a:lnTo>
                <a:lnTo>
                  <a:pt x="2464498" y="205930"/>
                </a:lnTo>
                <a:lnTo>
                  <a:pt x="2412682" y="205930"/>
                </a:lnTo>
                <a:lnTo>
                  <a:pt x="2412682" y="143357"/>
                </a:lnTo>
                <a:lnTo>
                  <a:pt x="2464498" y="143357"/>
                </a:lnTo>
                <a:lnTo>
                  <a:pt x="2464498" y="115925"/>
                </a:lnTo>
                <a:lnTo>
                  <a:pt x="2412682" y="115925"/>
                </a:lnTo>
                <a:lnTo>
                  <a:pt x="2412682" y="53340"/>
                </a:lnTo>
                <a:lnTo>
                  <a:pt x="2464498" y="53340"/>
                </a:lnTo>
                <a:lnTo>
                  <a:pt x="2464498" y="25908"/>
                </a:lnTo>
                <a:lnTo>
                  <a:pt x="2383625" y="25908"/>
                </a:lnTo>
                <a:lnTo>
                  <a:pt x="2383625" y="327952"/>
                </a:lnTo>
                <a:lnTo>
                  <a:pt x="2382774" y="339928"/>
                </a:lnTo>
                <a:lnTo>
                  <a:pt x="2380196" y="350621"/>
                </a:lnTo>
                <a:lnTo>
                  <a:pt x="2375916" y="359879"/>
                </a:lnTo>
                <a:lnTo>
                  <a:pt x="2369909" y="367576"/>
                </a:lnTo>
                <a:lnTo>
                  <a:pt x="2394293" y="396633"/>
                </a:lnTo>
                <a:lnTo>
                  <a:pt x="2469121" y="340144"/>
                </a:lnTo>
                <a:lnTo>
                  <a:pt x="2473642" y="337096"/>
                </a:lnTo>
                <a:lnTo>
                  <a:pt x="2476690" y="344716"/>
                </a:lnTo>
                <a:lnTo>
                  <a:pt x="2479738" y="350812"/>
                </a:lnTo>
                <a:lnTo>
                  <a:pt x="2484310" y="358432"/>
                </a:lnTo>
                <a:lnTo>
                  <a:pt x="2510218" y="341668"/>
                </a:lnTo>
                <a:close/>
              </a:path>
              <a:path w="4478020" h="436879">
                <a:moveTo>
                  <a:pt x="2682532" y="326428"/>
                </a:moveTo>
                <a:lnTo>
                  <a:pt x="2675407" y="323875"/>
                </a:lnTo>
                <a:lnTo>
                  <a:pt x="2667863" y="320903"/>
                </a:lnTo>
                <a:lnTo>
                  <a:pt x="2660027" y="317639"/>
                </a:lnTo>
                <a:lnTo>
                  <a:pt x="2652052" y="314236"/>
                </a:lnTo>
                <a:lnTo>
                  <a:pt x="2652636" y="333146"/>
                </a:lnTo>
                <a:lnTo>
                  <a:pt x="2649004" y="372148"/>
                </a:lnTo>
                <a:lnTo>
                  <a:pt x="2639860" y="390537"/>
                </a:lnTo>
                <a:lnTo>
                  <a:pt x="2613952" y="390537"/>
                </a:lnTo>
                <a:lnTo>
                  <a:pt x="2609380" y="382816"/>
                </a:lnTo>
                <a:lnTo>
                  <a:pt x="2609380" y="298996"/>
                </a:lnTo>
                <a:lnTo>
                  <a:pt x="2609380" y="260794"/>
                </a:lnTo>
                <a:lnTo>
                  <a:pt x="2594140" y="260794"/>
                </a:lnTo>
                <a:lnTo>
                  <a:pt x="2597302" y="250748"/>
                </a:lnTo>
                <a:lnTo>
                  <a:pt x="2600045" y="240982"/>
                </a:lnTo>
                <a:lnTo>
                  <a:pt x="2602496" y="231228"/>
                </a:lnTo>
                <a:lnTo>
                  <a:pt x="2604808" y="221170"/>
                </a:lnTo>
                <a:lnTo>
                  <a:pt x="2668816" y="221170"/>
                </a:lnTo>
                <a:lnTo>
                  <a:pt x="2668816" y="193738"/>
                </a:lnTo>
                <a:lnTo>
                  <a:pt x="2607856" y="193738"/>
                </a:lnTo>
                <a:lnTo>
                  <a:pt x="2610967" y="164515"/>
                </a:lnTo>
                <a:lnTo>
                  <a:pt x="2613380" y="131737"/>
                </a:lnTo>
                <a:lnTo>
                  <a:pt x="2614879" y="96316"/>
                </a:lnTo>
                <a:lnTo>
                  <a:pt x="2614955" y="93065"/>
                </a:lnTo>
                <a:lnTo>
                  <a:pt x="2615476" y="54864"/>
                </a:lnTo>
                <a:lnTo>
                  <a:pt x="2667292" y="54864"/>
                </a:lnTo>
                <a:lnTo>
                  <a:pt x="2667292" y="25908"/>
                </a:lnTo>
                <a:lnTo>
                  <a:pt x="2511742" y="25908"/>
                </a:lnTo>
                <a:lnTo>
                  <a:pt x="2511742" y="54864"/>
                </a:lnTo>
                <a:lnTo>
                  <a:pt x="2586520" y="54864"/>
                </a:lnTo>
                <a:lnTo>
                  <a:pt x="2585961" y="96316"/>
                </a:lnTo>
                <a:lnTo>
                  <a:pt x="2584424" y="133451"/>
                </a:lnTo>
                <a:lnTo>
                  <a:pt x="2582011" y="166014"/>
                </a:lnTo>
                <a:lnTo>
                  <a:pt x="2578900" y="193738"/>
                </a:lnTo>
                <a:lnTo>
                  <a:pt x="2540698" y="193738"/>
                </a:lnTo>
                <a:lnTo>
                  <a:pt x="2551468" y="76200"/>
                </a:lnTo>
                <a:lnTo>
                  <a:pt x="2523934" y="76200"/>
                </a:lnTo>
                <a:lnTo>
                  <a:pt x="2511742" y="221170"/>
                </a:lnTo>
                <a:lnTo>
                  <a:pt x="2574328" y="221170"/>
                </a:lnTo>
                <a:lnTo>
                  <a:pt x="2561145" y="266026"/>
                </a:lnTo>
                <a:lnTo>
                  <a:pt x="2541740" y="307213"/>
                </a:lnTo>
                <a:lnTo>
                  <a:pt x="2516111" y="344716"/>
                </a:lnTo>
                <a:lnTo>
                  <a:pt x="2484259" y="378599"/>
                </a:lnTo>
                <a:lnTo>
                  <a:pt x="2446210" y="408825"/>
                </a:lnTo>
                <a:lnTo>
                  <a:pt x="2452789" y="414553"/>
                </a:lnTo>
                <a:lnTo>
                  <a:pt x="2458783" y="420446"/>
                </a:lnTo>
                <a:lnTo>
                  <a:pt x="2464219" y="426605"/>
                </a:lnTo>
                <a:lnTo>
                  <a:pt x="2469070" y="433209"/>
                </a:lnTo>
                <a:lnTo>
                  <a:pt x="2504465" y="404088"/>
                </a:lnTo>
                <a:lnTo>
                  <a:pt x="2535034" y="371817"/>
                </a:lnTo>
                <a:lnTo>
                  <a:pt x="2560447" y="336677"/>
                </a:lnTo>
                <a:lnTo>
                  <a:pt x="2580424" y="298996"/>
                </a:lnTo>
                <a:lnTo>
                  <a:pt x="2580487" y="375754"/>
                </a:lnTo>
                <a:lnTo>
                  <a:pt x="2582684" y="395020"/>
                </a:lnTo>
                <a:lnTo>
                  <a:pt x="2589377" y="408813"/>
                </a:lnTo>
                <a:lnTo>
                  <a:pt x="2600350" y="416864"/>
                </a:lnTo>
                <a:lnTo>
                  <a:pt x="2615476" y="419493"/>
                </a:lnTo>
                <a:lnTo>
                  <a:pt x="2641384" y="419493"/>
                </a:lnTo>
                <a:lnTo>
                  <a:pt x="2652826" y="417728"/>
                </a:lnTo>
                <a:lnTo>
                  <a:pt x="2662148" y="412254"/>
                </a:lnTo>
                <a:lnTo>
                  <a:pt x="2669451" y="402767"/>
                </a:lnTo>
                <a:lnTo>
                  <a:pt x="2674302" y="390537"/>
                </a:lnTo>
                <a:lnTo>
                  <a:pt x="2674912" y="389013"/>
                </a:lnTo>
                <a:lnTo>
                  <a:pt x="2677807" y="375754"/>
                </a:lnTo>
                <a:lnTo>
                  <a:pt x="2679865" y="361111"/>
                </a:lnTo>
                <a:lnTo>
                  <a:pt x="2681338" y="344766"/>
                </a:lnTo>
                <a:lnTo>
                  <a:pt x="2682532" y="326428"/>
                </a:lnTo>
                <a:close/>
              </a:path>
              <a:path w="4478020" h="436879">
                <a:moveTo>
                  <a:pt x="2769489" y="295948"/>
                </a:moveTo>
                <a:lnTo>
                  <a:pt x="2737485" y="283667"/>
                </a:lnTo>
                <a:lnTo>
                  <a:pt x="2728036" y="313766"/>
                </a:lnTo>
                <a:lnTo>
                  <a:pt x="2717863" y="342430"/>
                </a:lnTo>
                <a:lnTo>
                  <a:pt x="2706840" y="369951"/>
                </a:lnTo>
                <a:lnTo>
                  <a:pt x="2694813" y="396633"/>
                </a:lnTo>
                <a:lnTo>
                  <a:pt x="2703461" y="400913"/>
                </a:lnTo>
                <a:lnTo>
                  <a:pt x="2711386" y="404634"/>
                </a:lnTo>
                <a:lnTo>
                  <a:pt x="2719032" y="407771"/>
                </a:lnTo>
                <a:lnTo>
                  <a:pt x="2726817" y="410349"/>
                </a:lnTo>
                <a:lnTo>
                  <a:pt x="2737345" y="386003"/>
                </a:lnTo>
                <a:lnTo>
                  <a:pt x="2748153" y="358825"/>
                </a:lnTo>
                <a:lnTo>
                  <a:pt x="2758960" y="328815"/>
                </a:lnTo>
                <a:lnTo>
                  <a:pt x="2769489" y="295948"/>
                </a:lnTo>
                <a:close/>
              </a:path>
              <a:path w="4478020" h="436879">
                <a:moveTo>
                  <a:pt x="2944850" y="146405"/>
                </a:moveTo>
                <a:lnTo>
                  <a:pt x="2933128" y="131305"/>
                </a:lnTo>
                <a:lnTo>
                  <a:pt x="2920847" y="115925"/>
                </a:lnTo>
                <a:lnTo>
                  <a:pt x="2907982" y="100545"/>
                </a:lnTo>
                <a:lnTo>
                  <a:pt x="2894558" y="85445"/>
                </a:lnTo>
                <a:lnTo>
                  <a:pt x="2870174" y="105257"/>
                </a:lnTo>
                <a:lnTo>
                  <a:pt x="2883331" y="122097"/>
                </a:lnTo>
                <a:lnTo>
                  <a:pt x="2895511" y="138214"/>
                </a:lnTo>
                <a:lnTo>
                  <a:pt x="2917418" y="167741"/>
                </a:lnTo>
                <a:lnTo>
                  <a:pt x="2944850" y="146405"/>
                </a:lnTo>
                <a:close/>
              </a:path>
              <a:path w="4478020" h="436879">
                <a:moveTo>
                  <a:pt x="2961703" y="317284"/>
                </a:moveTo>
                <a:lnTo>
                  <a:pt x="2946793" y="301574"/>
                </a:lnTo>
                <a:lnTo>
                  <a:pt x="2929610" y="284276"/>
                </a:lnTo>
                <a:lnTo>
                  <a:pt x="2910179" y="265557"/>
                </a:lnTo>
                <a:lnTo>
                  <a:pt x="2888462" y="245554"/>
                </a:lnTo>
                <a:lnTo>
                  <a:pt x="2862554" y="265366"/>
                </a:lnTo>
                <a:lnTo>
                  <a:pt x="2882341" y="284835"/>
                </a:lnTo>
                <a:lnTo>
                  <a:pt x="2900845" y="304126"/>
                </a:lnTo>
                <a:lnTo>
                  <a:pt x="2935706" y="341668"/>
                </a:lnTo>
                <a:lnTo>
                  <a:pt x="2961703" y="317284"/>
                </a:lnTo>
                <a:close/>
              </a:path>
              <a:path w="4478020" h="436879">
                <a:moveTo>
                  <a:pt x="3033331" y="326428"/>
                </a:moveTo>
                <a:lnTo>
                  <a:pt x="3023590" y="322999"/>
                </a:lnTo>
                <a:lnTo>
                  <a:pt x="3014853" y="319570"/>
                </a:lnTo>
                <a:lnTo>
                  <a:pt x="3006966" y="316141"/>
                </a:lnTo>
                <a:lnTo>
                  <a:pt x="2999803" y="312712"/>
                </a:lnTo>
                <a:lnTo>
                  <a:pt x="2998457" y="326428"/>
                </a:lnTo>
                <a:lnTo>
                  <a:pt x="2996755" y="339191"/>
                </a:lnTo>
                <a:lnTo>
                  <a:pt x="2995091" y="350215"/>
                </a:lnTo>
                <a:lnTo>
                  <a:pt x="2993707" y="359956"/>
                </a:lnTo>
                <a:lnTo>
                  <a:pt x="2989110" y="373087"/>
                </a:lnTo>
                <a:lnTo>
                  <a:pt x="2982074" y="382676"/>
                </a:lnTo>
                <a:lnTo>
                  <a:pt x="2972447" y="388543"/>
                </a:lnTo>
                <a:lnTo>
                  <a:pt x="2960090" y="390537"/>
                </a:lnTo>
                <a:lnTo>
                  <a:pt x="2871698" y="390537"/>
                </a:lnTo>
                <a:lnTo>
                  <a:pt x="2857931" y="388493"/>
                </a:lnTo>
                <a:lnTo>
                  <a:pt x="2848457" y="382295"/>
                </a:lnTo>
                <a:lnTo>
                  <a:pt x="2842971" y="371805"/>
                </a:lnTo>
                <a:lnTo>
                  <a:pt x="2841218" y="356908"/>
                </a:lnTo>
                <a:lnTo>
                  <a:pt x="2841218" y="282130"/>
                </a:lnTo>
                <a:lnTo>
                  <a:pt x="2806065" y="282130"/>
                </a:lnTo>
                <a:lnTo>
                  <a:pt x="2806065" y="361480"/>
                </a:lnTo>
                <a:lnTo>
                  <a:pt x="2809773" y="387540"/>
                </a:lnTo>
                <a:lnTo>
                  <a:pt x="2820784" y="406146"/>
                </a:lnTo>
                <a:lnTo>
                  <a:pt x="2838932" y="417296"/>
                </a:lnTo>
                <a:lnTo>
                  <a:pt x="2864078" y="421017"/>
                </a:lnTo>
                <a:lnTo>
                  <a:pt x="2961703" y="421017"/>
                </a:lnTo>
                <a:lnTo>
                  <a:pt x="3001899" y="409765"/>
                </a:lnTo>
                <a:lnTo>
                  <a:pt x="3022663" y="376720"/>
                </a:lnTo>
                <a:lnTo>
                  <a:pt x="3030804" y="342430"/>
                </a:lnTo>
                <a:lnTo>
                  <a:pt x="3033331" y="326428"/>
                </a:lnTo>
                <a:close/>
              </a:path>
              <a:path w="4478020" h="436879">
                <a:moveTo>
                  <a:pt x="3033331" y="175361"/>
                </a:moveTo>
                <a:lnTo>
                  <a:pt x="2774061" y="175361"/>
                </a:lnTo>
                <a:lnTo>
                  <a:pt x="2774061" y="205930"/>
                </a:lnTo>
                <a:lnTo>
                  <a:pt x="2993707" y="205930"/>
                </a:lnTo>
                <a:lnTo>
                  <a:pt x="2983153" y="225704"/>
                </a:lnTo>
                <a:lnTo>
                  <a:pt x="2972168" y="244030"/>
                </a:lnTo>
                <a:lnTo>
                  <a:pt x="2960878" y="261226"/>
                </a:lnTo>
                <a:lnTo>
                  <a:pt x="2949422" y="277558"/>
                </a:lnTo>
                <a:lnTo>
                  <a:pt x="2957436" y="280149"/>
                </a:lnTo>
                <a:lnTo>
                  <a:pt x="2965462" y="283324"/>
                </a:lnTo>
                <a:lnTo>
                  <a:pt x="2973501" y="287070"/>
                </a:lnTo>
                <a:lnTo>
                  <a:pt x="2981515" y="291376"/>
                </a:lnTo>
                <a:lnTo>
                  <a:pt x="2995180" y="270459"/>
                </a:lnTo>
                <a:lnTo>
                  <a:pt x="3008566" y="248996"/>
                </a:lnTo>
                <a:lnTo>
                  <a:pt x="3021380" y="226987"/>
                </a:lnTo>
                <a:lnTo>
                  <a:pt x="3033331" y="204406"/>
                </a:lnTo>
                <a:lnTo>
                  <a:pt x="3033331" y="175361"/>
                </a:lnTo>
                <a:close/>
              </a:path>
              <a:path w="4478020" h="436879">
                <a:moveTo>
                  <a:pt x="3129445" y="138785"/>
                </a:moveTo>
                <a:lnTo>
                  <a:pt x="3085528" y="122123"/>
                </a:lnTo>
                <a:lnTo>
                  <a:pt x="3043605" y="101346"/>
                </a:lnTo>
                <a:lnTo>
                  <a:pt x="3003804" y="76403"/>
                </a:lnTo>
                <a:lnTo>
                  <a:pt x="2966262" y="47205"/>
                </a:lnTo>
                <a:lnTo>
                  <a:pt x="2956712" y="38100"/>
                </a:lnTo>
                <a:lnTo>
                  <a:pt x="2931134" y="13716"/>
                </a:lnTo>
                <a:lnTo>
                  <a:pt x="2934182" y="10668"/>
                </a:lnTo>
                <a:lnTo>
                  <a:pt x="2935706" y="6096"/>
                </a:lnTo>
                <a:lnTo>
                  <a:pt x="2938754" y="1524"/>
                </a:lnTo>
                <a:lnTo>
                  <a:pt x="2900654" y="1524"/>
                </a:lnTo>
                <a:lnTo>
                  <a:pt x="2869006" y="35915"/>
                </a:lnTo>
                <a:lnTo>
                  <a:pt x="2832582" y="67767"/>
                </a:lnTo>
                <a:lnTo>
                  <a:pt x="2791409" y="97053"/>
                </a:lnTo>
                <a:lnTo>
                  <a:pt x="2745486" y="123774"/>
                </a:lnTo>
                <a:lnTo>
                  <a:pt x="2694813" y="147929"/>
                </a:lnTo>
                <a:lnTo>
                  <a:pt x="2699385" y="155054"/>
                </a:lnTo>
                <a:lnTo>
                  <a:pt x="2703957" y="162598"/>
                </a:lnTo>
                <a:lnTo>
                  <a:pt x="2708529" y="170434"/>
                </a:lnTo>
                <a:lnTo>
                  <a:pt x="2713101" y="178409"/>
                </a:lnTo>
                <a:lnTo>
                  <a:pt x="2764142" y="151536"/>
                </a:lnTo>
                <a:lnTo>
                  <a:pt x="2809430" y="124002"/>
                </a:lnTo>
                <a:lnTo>
                  <a:pt x="2849003" y="95872"/>
                </a:lnTo>
                <a:lnTo>
                  <a:pt x="2882950" y="67221"/>
                </a:lnTo>
                <a:lnTo>
                  <a:pt x="2911322" y="38100"/>
                </a:lnTo>
                <a:lnTo>
                  <a:pt x="2945561" y="70535"/>
                </a:lnTo>
                <a:lnTo>
                  <a:pt x="2982353" y="100088"/>
                </a:lnTo>
                <a:lnTo>
                  <a:pt x="3021698" y="126860"/>
                </a:lnTo>
                <a:lnTo>
                  <a:pt x="3063621" y="150901"/>
                </a:lnTo>
                <a:lnTo>
                  <a:pt x="3108109" y="172313"/>
                </a:lnTo>
                <a:lnTo>
                  <a:pt x="3112935" y="164934"/>
                </a:lnTo>
                <a:lnTo>
                  <a:pt x="3118205" y="156692"/>
                </a:lnTo>
                <a:lnTo>
                  <a:pt x="3123717" y="147929"/>
                </a:lnTo>
                <a:lnTo>
                  <a:pt x="3129445" y="138785"/>
                </a:lnTo>
                <a:close/>
              </a:path>
              <a:path w="4478020" h="436879">
                <a:moveTo>
                  <a:pt x="3130969" y="366052"/>
                </a:moveTo>
                <a:lnTo>
                  <a:pt x="3092818" y="318414"/>
                </a:lnTo>
                <a:lnTo>
                  <a:pt x="3073870" y="295287"/>
                </a:lnTo>
                <a:lnTo>
                  <a:pt x="3054667" y="272986"/>
                </a:lnTo>
                <a:lnTo>
                  <a:pt x="3028759" y="292900"/>
                </a:lnTo>
                <a:lnTo>
                  <a:pt x="3050476" y="319481"/>
                </a:lnTo>
                <a:lnTo>
                  <a:pt x="3069920" y="344347"/>
                </a:lnTo>
                <a:lnTo>
                  <a:pt x="3087090" y="367525"/>
                </a:lnTo>
                <a:lnTo>
                  <a:pt x="3102013" y="389013"/>
                </a:lnTo>
                <a:lnTo>
                  <a:pt x="3130969" y="366052"/>
                </a:lnTo>
                <a:close/>
              </a:path>
              <a:path w="4478020" h="436879">
                <a:moveTo>
                  <a:pt x="3345942" y="268427"/>
                </a:moveTo>
                <a:lnTo>
                  <a:pt x="3328797" y="251561"/>
                </a:lnTo>
                <a:lnTo>
                  <a:pt x="3311652" y="235280"/>
                </a:lnTo>
                <a:lnTo>
                  <a:pt x="3307905" y="231851"/>
                </a:lnTo>
                <a:lnTo>
                  <a:pt x="3301263" y="225755"/>
                </a:lnTo>
                <a:lnTo>
                  <a:pt x="3296272" y="221183"/>
                </a:lnTo>
                <a:lnTo>
                  <a:pt x="3294507" y="219557"/>
                </a:lnTo>
                <a:lnTo>
                  <a:pt x="3277362" y="204419"/>
                </a:lnTo>
                <a:lnTo>
                  <a:pt x="3262122" y="221183"/>
                </a:lnTo>
                <a:lnTo>
                  <a:pt x="3262122" y="164693"/>
                </a:lnTo>
                <a:lnTo>
                  <a:pt x="3344418" y="164693"/>
                </a:lnTo>
                <a:lnTo>
                  <a:pt x="3344418" y="134213"/>
                </a:lnTo>
                <a:lnTo>
                  <a:pt x="3262122" y="134213"/>
                </a:lnTo>
                <a:lnTo>
                  <a:pt x="3262122" y="65544"/>
                </a:lnTo>
                <a:lnTo>
                  <a:pt x="3262122" y="59448"/>
                </a:lnTo>
                <a:lnTo>
                  <a:pt x="3336798" y="45720"/>
                </a:lnTo>
                <a:lnTo>
                  <a:pt x="3326130" y="15240"/>
                </a:lnTo>
                <a:lnTo>
                  <a:pt x="3283280" y="24053"/>
                </a:lnTo>
                <a:lnTo>
                  <a:pt x="3239401" y="32004"/>
                </a:lnTo>
                <a:lnTo>
                  <a:pt x="3194672" y="38823"/>
                </a:lnTo>
                <a:lnTo>
                  <a:pt x="3149244" y="44196"/>
                </a:lnTo>
                <a:lnTo>
                  <a:pt x="3152419" y="52184"/>
                </a:lnTo>
                <a:lnTo>
                  <a:pt x="3155150" y="60020"/>
                </a:lnTo>
                <a:lnTo>
                  <a:pt x="3159912" y="74688"/>
                </a:lnTo>
                <a:lnTo>
                  <a:pt x="3228492" y="65544"/>
                </a:lnTo>
                <a:lnTo>
                  <a:pt x="3228492" y="134213"/>
                </a:lnTo>
                <a:lnTo>
                  <a:pt x="3144672" y="134213"/>
                </a:lnTo>
                <a:lnTo>
                  <a:pt x="3144672" y="164693"/>
                </a:lnTo>
                <a:lnTo>
                  <a:pt x="3220872" y="164693"/>
                </a:lnTo>
                <a:lnTo>
                  <a:pt x="3205492" y="203898"/>
                </a:lnTo>
                <a:lnTo>
                  <a:pt x="3186963" y="241376"/>
                </a:lnTo>
                <a:lnTo>
                  <a:pt x="3165589" y="277126"/>
                </a:lnTo>
                <a:lnTo>
                  <a:pt x="3141624" y="311188"/>
                </a:lnTo>
                <a:lnTo>
                  <a:pt x="3146818" y="321208"/>
                </a:lnTo>
                <a:lnTo>
                  <a:pt x="3151149" y="330809"/>
                </a:lnTo>
                <a:lnTo>
                  <a:pt x="3154921" y="340118"/>
                </a:lnTo>
                <a:lnTo>
                  <a:pt x="3158388" y="349288"/>
                </a:lnTo>
                <a:lnTo>
                  <a:pt x="3179203" y="319265"/>
                </a:lnTo>
                <a:lnTo>
                  <a:pt x="3198012" y="288658"/>
                </a:lnTo>
                <a:lnTo>
                  <a:pt x="3214547" y="257479"/>
                </a:lnTo>
                <a:lnTo>
                  <a:pt x="3228492" y="225755"/>
                </a:lnTo>
                <a:lnTo>
                  <a:pt x="3228492" y="436257"/>
                </a:lnTo>
                <a:lnTo>
                  <a:pt x="3262122" y="436257"/>
                </a:lnTo>
                <a:lnTo>
                  <a:pt x="3262122" y="231851"/>
                </a:lnTo>
                <a:lnTo>
                  <a:pt x="3277819" y="247586"/>
                </a:lnTo>
                <a:lnTo>
                  <a:pt x="3292792" y="262902"/>
                </a:lnTo>
                <a:lnTo>
                  <a:pt x="3306915" y="277964"/>
                </a:lnTo>
                <a:lnTo>
                  <a:pt x="3320034" y="292900"/>
                </a:lnTo>
                <a:lnTo>
                  <a:pt x="3345942" y="268427"/>
                </a:lnTo>
                <a:close/>
              </a:path>
              <a:path w="4478020" h="436879">
                <a:moveTo>
                  <a:pt x="3559492" y="54864"/>
                </a:moveTo>
                <a:lnTo>
                  <a:pt x="3524440" y="54864"/>
                </a:lnTo>
                <a:lnTo>
                  <a:pt x="3524440" y="86969"/>
                </a:lnTo>
                <a:lnTo>
                  <a:pt x="3524440" y="346240"/>
                </a:lnTo>
                <a:lnTo>
                  <a:pt x="3400907" y="346240"/>
                </a:lnTo>
                <a:lnTo>
                  <a:pt x="3400907" y="86969"/>
                </a:lnTo>
                <a:lnTo>
                  <a:pt x="3524440" y="86969"/>
                </a:lnTo>
                <a:lnTo>
                  <a:pt x="3524440" y="54864"/>
                </a:lnTo>
                <a:lnTo>
                  <a:pt x="3365754" y="54864"/>
                </a:lnTo>
                <a:lnTo>
                  <a:pt x="3365754" y="421017"/>
                </a:lnTo>
                <a:lnTo>
                  <a:pt x="3400907" y="421017"/>
                </a:lnTo>
                <a:lnTo>
                  <a:pt x="3400907" y="378244"/>
                </a:lnTo>
                <a:lnTo>
                  <a:pt x="3524440" y="378244"/>
                </a:lnTo>
                <a:lnTo>
                  <a:pt x="3524440" y="421017"/>
                </a:lnTo>
                <a:lnTo>
                  <a:pt x="3559492" y="421017"/>
                </a:lnTo>
                <a:lnTo>
                  <a:pt x="3559492" y="378244"/>
                </a:lnTo>
                <a:lnTo>
                  <a:pt x="3559492" y="346240"/>
                </a:lnTo>
                <a:lnTo>
                  <a:pt x="3559492" y="86969"/>
                </a:lnTo>
                <a:lnTo>
                  <a:pt x="3559492" y="54864"/>
                </a:lnTo>
                <a:close/>
              </a:path>
              <a:path w="4478020" h="436879">
                <a:moveTo>
                  <a:pt x="3791242" y="312712"/>
                </a:moveTo>
                <a:lnTo>
                  <a:pt x="3760762" y="292900"/>
                </a:lnTo>
                <a:lnTo>
                  <a:pt x="3737914" y="325475"/>
                </a:lnTo>
                <a:lnTo>
                  <a:pt x="3715220" y="354634"/>
                </a:lnTo>
                <a:lnTo>
                  <a:pt x="3692817" y="380377"/>
                </a:lnTo>
                <a:lnTo>
                  <a:pt x="3670833" y="402729"/>
                </a:lnTo>
                <a:lnTo>
                  <a:pt x="3678771" y="408419"/>
                </a:lnTo>
                <a:lnTo>
                  <a:pt x="3686264" y="413969"/>
                </a:lnTo>
                <a:lnTo>
                  <a:pt x="3692918" y="419227"/>
                </a:lnTo>
                <a:lnTo>
                  <a:pt x="3698265" y="424065"/>
                </a:lnTo>
                <a:lnTo>
                  <a:pt x="3722865" y="398945"/>
                </a:lnTo>
                <a:lnTo>
                  <a:pt x="3746474" y="371817"/>
                </a:lnTo>
                <a:lnTo>
                  <a:pt x="3769207" y="342963"/>
                </a:lnTo>
                <a:lnTo>
                  <a:pt x="3791242" y="312712"/>
                </a:lnTo>
                <a:close/>
              </a:path>
              <a:path w="4478020" h="436879">
                <a:moveTo>
                  <a:pt x="4021556" y="28956"/>
                </a:moveTo>
                <a:lnTo>
                  <a:pt x="3638740" y="28956"/>
                </a:lnTo>
                <a:lnTo>
                  <a:pt x="3638740" y="187655"/>
                </a:lnTo>
                <a:lnTo>
                  <a:pt x="3638169" y="228244"/>
                </a:lnTo>
                <a:lnTo>
                  <a:pt x="3633597" y="292315"/>
                </a:lnTo>
                <a:lnTo>
                  <a:pt x="3622954" y="337718"/>
                </a:lnTo>
                <a:lnTo>
                  <a:pt x="3602812" y="382231"/>
                </a:lnTo>
                <a:lnTo>
                  <a:pt x="3588448" y="404253"/>
                </a:lnTo>
                <a:lnTo>
                  <a:pt x="3595255" y="412229"/>
                </a:lnTo>
                <a:lnTo>
                  <a:pt x="3601783" y="420065"/>
                </a:lnTo>
                <a:lnTo>
                  <a:pt x="3607739" y="427609"/>
                </a:lnTo>
                <a:lnTo>
                  <a:pt x="3612832" y="434733"/>
                </a:lnTo>
                <a:lnTo>
                  <a:pt x="3630320" y="408419"/>
                </a:lnTo>
                <a:lnTo>
                  <a:pt x="3654488" y="355777"/>
                </a:lnTo>
                <a:lnTo>
                  <a:pt x="3667455" y="302056"/>
                </a:lnTo>
                <a:lnTo>
                  <a:pt x="3673271" y="227126"/>
                </a:lnTo>
                <a:lnTo>
                  <a:pt x="3673792" y="187655"/>
                </a:lnTo>
                <a:lnTo>
                  <a:pt x="3673881" y="60960"/>
                </a:lnTo>
                <a:lnTo>
                  <a:pt x="3817239" y="60960"/>
                </a:lnTo>
                <a:lnTo>
                  <a:pt x="3813784" y="72148"/>
                </a:lnTo>
                <a:lnTo>
                  <a:pt x="3810190" y="82918"/>
                </a:lnTo>
                <a:lnTo>
                  <a:pt x="3806304" y="93408"/>
                </a:lnTo>
                <a:lnTo>
                  <a:pt x="3801999" y="103733"/>
                </a:lnTo>
                <a:lnTo>
                  <a:pt x="3722662" y="103733"/>
                </a:lnTo>
                <a:lnTo>
                  <a:pt x="3722662" y="283667"/>
                </a:lnTo>
                <a:lnTo>
                  <a:pt x="3756190" y="283667"/>
                </a:lnTo>
                <a:lnTo>
                  <a:pt x="3756190" y="274523"/>
                </a:lnTo>
                <a:lnTo>
                  <a:pt x="3838575" y="274523"/>
                </a:lnTo>
                <a:lnTo>
                  <a:pt x="3838575" y="367576"/>
                </a:lnTo>
                <a:lnTo>
                  <a:pt x="3837152" y="378714"/>
                </a:lnTo>
                <a:lnTo>
                  <a:pt x="3832860" y="386867"/>
                </a:lnTo>
                <a:lnTo>
                  <a:pt x="3825722" y="391871"/>
                </a:lnTo>
                <a:lnTo>
                  <a:pt x="3815715" y="393585"/>
                </a:lnTo>
                <a:lnTo>
                  <a:pt x="3805440" y="393293"/>
                </a:lnTo>
                <a:lnTo>
                  <a:pt x="3792994" y="392442"/>
                </a:lnTo>
                <a:lnTo>
                  <a:pt x="3778554" y="391007"/>
                </a:lnTo>
                <a:lnTo>
                  <a:pt x="3762286" y="389013"/>
                </a:lnTo>
                <a:lnTo>
                  <a:pt x="3764242" y="398945"/>
                </a:lnTo>
                <a:lnTo>
                  <a:pt x="3765905" y="409206"/>
                </a:lnTo>
                <a:lnTo>
                  <a:pt x="3768382" y="427113"/>
                </a:lnTo>
                <a:lnTo>
                  <a:pt x="3786428" y="427990"/>
                </a:lnTo>
                <a:lnTo>
                  <a:pt x="3801605" y="428447"/>
                </a:lnTo>
                <a:lnTo>
                  <a:pt x="3813899" y="428612"/>
                </a:lnTo>
                <a:lnTo>
                  <a:pt x="3823335" y="428637"/>
                </a:lnTo>
                <a:lnTo>
                  <a:pt x="3845344" y="425196"/>
                </a:lnTo>
                <a:lnTo>
                  <a:pt x="3861054" y="414909"/>
                </a:lnTo>
                <a:lnTo>
                  <a:pt x="3870490" y="397725"/>
                </a:lnTo>
                <a:lnTo>
                  <a:pt x="3871023" y="393585"/>
                </a:lnTo>
                <a:lnTo>
                  <a:pt x="3873627" y="373672"/>
                </a:lnTo>
                <a:lnTo>
                  <a:pt x="3873627" y="274523"/>
                </a:lnTo>
                <a:lnTo>
                  <a:pt x="3954500" y="274523"/>
                </a:lnTo>
                <a:lnTo>
                  <a:pt x="3954500" y="283667"/>
                </a:lnTo>
                <a:lnTo>
                  <a:pt x="3986504" y="283667"/>
                </a:lnTo>
                <a:lnTo>
                  <a:pt x="3986504" y="103733"/>
                </a:lnTo>
                <a:lnTo>
                  <a:pt x="3954500" y="103733"/>
                </a:lnTo>
                <a:lnTo>
                  <a:pt x="3954500" y="134213"/>
                </a:lnTo>
                <a:lnTo>
                  <a:pt x="3954500" y="175361"/>
                </a:lnTo>
                <a:lnTo>
                  <a:pt x="3954500" y="204419"/>
                </a:lnTo>
                <a:lnTo>
                  <a:pt x="3954500" y="245567"/>
                </a:lnTo>
                <a:lnTo>
                  <a:pt x="3756190" y="245567"/>
                </a:lnTo>
                <a:lnTo>
                  <a:pt x="3756190" y="204419"/>
                </a:lnTo>
                <a:lnTo>
                  <a:pt x="3954500" y="204419"/>
                </a:lnTo>
                <a:lnTo>
                  <a:pt x="3954500" y="175361"/>
                </a:lnTo>
                <a:lnTo>
                  <a:pt x="3756190" y="175361"/>
                </a:lnTo>
                <a:lnTo>
                  <a:pt x="3756190" y="134213"/>
                </a:lnTo>
                <a:lnTo>
                  <a:pt x="3954500" y="134213"/>
                </a:lnTo>
                <a:lnTo>
                  <a:pt x="3954500" y="103733"/>
                </a:lnTo>
                <a:lnTo>
                  <a:pt x="3837051" y="103733"/>
                </a:lnTo>
                <a:lnTo>
                  <a:pt x="3841648" y="94056"/>
                </a:lnTo>
                <a:lnTo>
                  <a:pt x="3846385" y="83489"/>
                </a:lnTo>
                <a:lnTo>
                  <a:pt x="3851414" y="72364"/>
                </a:lnTo>
                <a:lnTo>
                  <a:pt x="3856863" y="60960"/>
                </a:lnTo>
                <a:lnTo>
                  <a:pt x="4021556" y="60960"/>
                </a:lnTo>
                <a:lnTo>
                  <a:pt x="4021556" y="28956"/>
                </a:lnTo>
                <a:close/>
              </a:path>
              <a:path w="4478020" h="436879">
                <a:moveTo>
                  <a:pt x="4029176" y="393585"/>
                </a:moveTo>
                <a:lnTo>
                  <a:pt x="4007713" y="370090"/>
                </a:lnTo>
                <a:lnTo>
                  <a:pt x="3984409" y="345490"/>
                </a:lnTo>
                <a:lnTo>
                  <a:pt x="3959085" y="319760"/>
                </a:lnTo>
                <a:lnTo>
                  <a:pt x="3931640" y="292900"/>
                </a:lnTo>
                <a:lnTo>
                  <a:pt x="3905631" y="314236"/>
                </a:lnTo>
                <a:lnTo>
                  <a:pt x="3930497" y="340525"/>
                </a:lnTo>
                <a:lnTo>
                  <a:pt x="3954488" y="366826"/>
                </a:lnTo>
                <a:lnTo>
                  <a:pt x="3977309" y="393141"/>
                </a:lnTo>
                <a:lnTo>
                  <a:pt x="3998696" y="419493"/>
                </a:lnTo>
                <a:lnTo>
                  <a:pt x="4029176" y="393585"/>
                </a:lnTo>
                <a:close/>
              </a:path>
              <a:path w="4478020" h="436879">
                <a:moveTo>
                  <a:pt x="4196905" y="353860"/>
                </a:moveTo>
                <a:lnTo>
                  <a:pt x="4195762" y="345808"/>
                </a:lnTo>
                <a:lnTo>
                  <a:pt x="4194619" y="337477"/>
                </a:lnTo>
                <a:lnTo>
                  <a:pt x="4194378" y="335572"/>
                </a:lnTo>
                <a:lnTo>
                  <a:pt x="4193476" y="328574"/>
                </a:lnTo>
                <a:lnTo>
                  <a:pt x="4192333" y="318808"/>
                </a:lnTo>
                <a:lnTo>
                  <a:pt x="4178376" y="323138"/>
                </a:lnTo>
                <a:lnTo>
                  <a:pt x="4149902" y="331241"/>
                </a:lnTo>
                <a:lnTo>
                  <a:pt x="4135945" y="335572"/>
                </a:lnTo>
                <a:lnTo>
                  <a:pt x="4135945" y="210502"/>
                </a:lnTo>
                <a:lnTo>
                  <a:pt x="4190809" y="210502"/>
                </a:lnTo>
                <a:lnTo>
                  <a:pt x="4190809" y="179933"/>
                </a:lnTo>
                <a:lnTo>
                  <a:pt x="4135945" y="179933"/>
                </a:lnTo>
                <a:lnTo>
                  <a:pt x="4135945" y="71628"/>
                </a:lnTo>
                <a:lnTo>
                  <a:pt x="4195381" y="71628"/>
                </a:lnTo>
                <a:lnTo>
                  <a:pt x="4195381" y="39624"/>
                </a:lnTo>
                <a:lnTo>
                  <a:pt x="4044404" y="39624"/>
                </a:lnTo>
                <a:lnTo>
                  <a:pt x="4044404" y="71628"/>
                </a:lnTo>
                <a:lnTo>
                  <a:pt x="4103941" y="71628"/>
                </a:lnTo>
                <a:lnTo>
                  <a:pt x="4103941" y="179933"/>
                </a:lnTo>
                <a:lnTo>
                  <a:pt x="4048976" y="179933"/>
                </a:lnTo>
                <a:lnTo>
                  <a:pt x="4048976" y="210502"/>
                </a:lnTo>
                <a:lnTo>
                  <a:pt x="4103941" y="210502"/>
                </a:lnTo>
                <a:lnTo>
                  <a:pt x="4103941" y="343192"/>
                </a:lnTo>
                <a:lnTo>
                  <a:pt x="4087685" y="347738"/>
                </a:lnTo>
                <a:lnTo>
                  <a:pt x="4071124" y="352145"/>
                </a:lnTo>
                <a:lnTo>
                  <a:pt x="4054564" y="356260"/>
                </a:lnTo>
                <a:lnTo>
                  <a:pt x="4038308" y="359956"/>
                </a:lnTo>
                <a:lnTo>
                  <a:pt x="4050500" y="395109"/>
                </a:lnTo>
                <a:lnTo>
                  <a:pt x="4122597" y="373875"/>
                </a:lnTo>
                <a:lnTo>
                  <a:pt x="4159466" y="363499"/>
                </a:lnTo>
                <a:lnTo>
                  <a:pt x="4196905" y="353860"/>
                </a:lnTo>
                <a:close/>
              </a:path>
              <a:path w="4478020" h="436879">
                <a:moveTo>
                  <a:pt x="4477512" y="385864"/>
                </a:moveTo>
                <a:lnTo>
                  <a:pt x="4346359" y="385864"/>
                </a:lnTo>
                <a:lnTo>
                  <a:pt x="4346359" y="323380"/>
                </a:lnTo>
                <a:lnTo>
                  <a:pt x="4459224" y="323380"/>
                </a:lnTo>
                <a:lnTo>
                  <a:pt x="4459224" y="292900"/>
                </a:lnTo>
                <a:lnTo>
                  <a:pt x="4346359" y="292900"/>
                </a:lnTo>
                <a:lnTo>
                  <a:pt x="4346359" y="234886"/>
                </a:lnTo>
                <a:lnTo>
                  <a:pt x="4416552" y="234886"/>
                </a:lnTo>
                <a:lnTo>
                  <a:pt x="4416552" y="250126"/>
                </a:lnTo>
                <a:lnTo>
                  <a:pt x="4450080" y="250126"/>
                </a:lnTo>
                <a:lnTo>
                  <a:pt x="4450080" y="24384"/>
                </a:lnTo>
                <a:lnTo>
                  <a:pt x="4416552" y="24384"/>
                </a:lnTo>
                <a:lnTo>
                  <a:pt x="4416552" y="54864"/>
                </a:lnTo>
                <a:lnTo>
                  <a:pt x="4416552" y="114401"/>
                </a:lnTo>
                <a:lnTo>
                  <a:pt x="4416552" y="143357"/>
                </a:lnTo>
                <a:lnTo>
                  <a:pt x="4416552" y="204406"/>
                </a:lnTo>
                <a:lnTo>
                  <a:pt x="4346359" y="204406"/>
                </a:lnTo>
                <a:lnTo>
                  <a:pt x="4346359" y="143357"/>
                </a:lnTo>
                <a:lnTo>
                  <a:pt x="4416552" y="143357"/>
                </a:lnTo>
                <a:lnTo>
                  <a:pt x="4416552" y="114401"/>
                </a:lnTo>
                <a:lnTo>
                  <a:pt x="4346359" y="114401"/>
                </a:lnTo>
                <a:lnTo>
                  <a:pt x="4346359" y="54864"/>
                </a:lnTo>
                <a:lnTo>
                  <a:pt x="4416552" y="54864"/>
                </a:lnTo>
                <a:lnTo>
                  <a:pt x="4416552" y="24384"/>
                </a:lnTo>
                <a:lnTo>
                  <a:pt x="4314355" y="24384"/>
                </a:lnTo>
                <a:lnTo>
                  <a:pt x="4314355" y="54864"/>
                </a:lnTo>
                <a:lnTo>
                  <a:pt x="4314355" y="114401"/>
                </a:lnTo>
                <a:lnTo>
                  <a:pt x="4314355" y="143357"/>
                </a:lnTo>
                <a:lnTo>
                  <a:pt x="4314355" y="204406"/>
                </a:lnTo>
                <a:lnTo>
                  <a:pt x="4244251" y="204406"/>
                </a:lnTo>
                <a:lnTo>
                  <a:pt x="4244251" y="143357"/>
                </a:lnTo>
                <a:lnTo>
                  <a:pt x="4314355" y="143357"/>
                </a:lnTo>
                <a:lnTo>
                  <a:pt x="4314355" y="114401"/>
                </a:lnTo>
                <a:lnTo>
                  <a:pt x="4244251" y="114401"/>
                </a:lnTo>
                <a:lnTo>
                  <a:pt x="4244251" y="54864"/>
                </a:lnTo>
                <a:lnTo>
                  <a:pt x="4314355" y="54864"/>
                </a:lnTo>
                <a:lnTo>
                  <a:pt x="4314355" y="24384"/>
                </a:lnTo>
                <a:lnTo>
                  <a:pt x="4212247" y="24384"/>
                </a:lnTo>
                <a:lnTo>
                  <a:pt x="4212247" y="250126"/>
                </a:lnTo>
                <a:lnTo>
                  <a:pt x="4244251" y="250126"/>
                </a:lnTo>
                <a:lnTo>
                  <a:pt x="4244251" y="234886"/>
                </a:lnTo>
                <a:lnTo>
                  <a:pt x="4314355" y="234886"/>
                </a:lnTo>
                <a:lnTo>
                  <a:pt x="4314355" y="292900"/>
                </a:lnTo>
                <a:lnTo>
                  <a:pt x="4203001" y="292900"/>
                </a:lnTo>
                <a:lnTo>
                  <a:pt x="4203001" y="323380"/>
                </a:lnTo>
                <a:lnTo>
                  <a:pt x="4314355" y="323380"/>
                </a:lnTo>
                <a:lnTo>
                  <a:pt x="4314355" y="385864"/>
                </a:lnTo>
                <a:lnTo>
                  <a:pt x="4177093" y="385864"/>
                </a:lnTo>
                <a:lnTo>
                  <a:pt x="4177093" y="416445"/>
                </a:lnTo>
                <a:lnTo>
                  <a:pt x="4477512" y="416445"/>
                </a:lnTo>
                <a:lnTo>
                  <a:pt x="4477512" y="3858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28" y="4522851"/>
            <a:ext cx="109823" cy="111347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1315872" y="4350448"/>
            <a:ext cx="1737360" cy="436880"/>
          </a:xfrm>
          <a:custGeom>
            <a:avLst/>
            <a:gdLst/>
            <a:ahLst/>
            <a:cxnLst/>
            <a:rect l="l" t="t" r="r" b="b"/>
            <a:pathLst>
              <a:path w="1737360" h="436879">
                <a:moveTo>
                  <a:pt x="388912" y="32004"/>
                </a:moveTo>
                <a:lnTo>
                  <a:pt x="0" y="32004"/>
                </a:lnTo>
                <a:lnTo>
                  <a:pt x="0" y="68681"/>
                </a:lnTo>
                <a:lnTo>
                  <a:pt x="329476" y="68681"/>
                </a:lnTo>
                <a:lnTo>
                  <a:pt x="295973" y="92659"/>
                </a:lnTo>
                <a:lnTo>
                  <a:pt x="261607" y="116509"/>
                </a:lnTo>
                <a:lnTo>
                  <a:pt x="226085" y="140093"/>
                </a:lnTo>
                <a:lnTo>
                  <a:pt x="189166" y="163258"/>
                </a:lnTo>
                <a:lnTo>
                  <a:pt x="189166" y="341668"/>
                </a:lnTo>
                <a:lnTo>
                  <a:pt x="186613" y="359702"/>
                </a:lnTo>
                <a:lnTo>
                  <a:pt x="179070" y="372427"/>
                </a:lnTo>
                <a:lnTo>
                  <a:pt x="166662" y="379691"/>
                </a:lnTo>
                <a:lnTo>
                  <a:pt x="149542" y="381381"/>
                </a:lnTo>
                <a:lnTo>
                  <a:pt x="132651" y="381101"/>
                </a:lnTo>
                <a:lnTo>
                  <a:pt x="114211" y="380238"/>
                </a:lnTo>
                <a:lnTo>
                  <a:pt x="94373" y="378815"/>
                </a:lnTo>
                <a:lnTo>
                  <a:pt x="73253" y="376809"/>
                </a:lnTo>
                <a:lnTo>
                  <a:pt x="77635" y="397573"/>
                </a:lnTo>
                <a:lnTo>
                  <a:pt x="79463" y="408317"/>
                </a:lnTo>
                <a:lnTo>
                  <a:pt x="80873" y="419481"/>
                </a:lnTo>
                <a:lnTo>
                  <a:pt x="103200" y="419722"/>
                </a:lnTo>
                <a:lnTo>
                  <a:pt x="138772" y="420776"/>
                </a:lnTo>
                <a:lnTo>
                  <a:pt x="152590" y="421005"/>
                </a:lnTo>
                <a:lnTo>
                  <a:pt x="172593" y="419862"/>
                </a:lnTo>
                <a:lnTo>
                  <a:pt x="212026" y="402717"/>
                </a:lnTo>
                <a:lnTo>
                  <a:pt x="227672" y="363245"/>
                </a:lnTo>
                <a:lnTo>
                  <a:pt x="228790" y="343192"/>
                </a:lnTo>
                <a:lnTo>
                  <a:pt x="228790" y="181546"/>
                </a:lnTo>
                <a:lnTo>
                  <a:pt x="269709" y="155206"/>
                </a:lnTo>
                <a:lnTo>
                  <a:pt x="310032" y="128892"/>
                </a:lnTo>
                <a:lnTo>
                  <a:pt x="349758" y="102590"/>
                </a:lnTo>
                <a:lnTo>
                  <a:pt x="388912" y="76301"/>
                </a:lnTo>
                <a:lnTo>
                  <a:pt x="388912" y="32004"/>
                </a:lnTo>
                <a:close/>
              </a:path>
              <a:path w="1737360" h="436879">
                <a:moveTo>
                  <a:pt x="626846" y="117449"/>
                </a:moveTo>
                <a:lnTo>
                  <a:pt x="597890" y="117449"/>
                </a:lnTo>
                <a:lnTo>
                  <a:pt x="597890" y="143357"/>
                </a:lnTo>
                <a:lnTo>
                  <a:pt x="597890" y="198323"/>
                </a:lnTo>
                <a:lnTo>
                  <a:pt x="597890" y="224231"/>
                </a:lnTo>
                <a:lnTo>
                  <a:pt x="597890" y="280708"/>
                </a:lnTo>
                <a:lnTo>
                  <a:pt x="559790" y="280708"/>
                </a:lnTo>
                <a:lnTo>
                  <a:pt x="559790" y="224231"/>
                </a:lnTo>
                <a:lnTo>
                  <a:pt x="597890" y="224231"/>
                </a:lnTo>
                <a:lnTo>
                  <a:pt x="597890" y="198323"/>
                </a:lnTo>
                <a:lnTo>
                  <a:pt x="559790" y="198323"/>
                </a:lnTo>
                <a:lnTo>
                  <a:pt x="559790" y="143357"/>
                </a:lnTo>
                <a:lnTo>
                  <a:pt x="597890" y="143357"/>
                </a:lnTo>
                <a:lnTo>
                  <a:pt x="597890" y="117449"/>
                </a:lnTo>
                <a:lnTo>
                  <a:pt x="570458" y="117449"/>
                </a:lnTo>
                <a:lnTo>
                  <a:pt x="603986" y="70205"/>
                </a:lnTo>
                <a:lnTo>
                  <a:pt x="603986" y="42672"/>
                </a:lnTo>
                <a:lnTo>
                  <a:pt x="567410" y="42672"/>
                </a:lnTo>
                <a:lnTo>
                  <a:pt x="567410" y="70205"/>
                </a:lnTo>
                <a:lnTo>
                  <a:pt x="535305" y="117449"/>
                </a:lnTo>
                <a:lnTo>
                  <a:pt x="530733" y="117449"/>
                </a:lnTo>
                <a:lnTo>
                  <a:pt x="530733" y="143357"/>
                </a:lnTo>
                <a:lnTo>
                  <a:pt x="530733" y="198323"/>
                </a:lnTo>
                <a:lnTo>
                  <a:pt x="530733" y="224231"/>
                </a:lnTo>
                <a:lnTo>
                  <a:pt x="530733" y="280708"/>
                </a:lnTo>
                <a:lnTo>
                  <a:pt x="492633" y="280708"/>
                </a:lnTo>
                <a:lnTo>
                  <a:pt x="492633" y="224231"/>
                </a:lnTo>
                <a:lnTo>
                  <a:pt x="530733" y="224231"/>
                </a:lnTo>
                <a:lnTo>
                  <a:pt x="530733" y="198323"/>
                </a:lnTo>
                <a:lnTo>
                  <a:pt x="492633" y="198323"/>
                </a:lnTo>
                <a:lnTo>
                  <a:pt x="492633" y="143357"/>
                </a:lnTo>
                <a:lnTo>
                  <a:pt x="530733" y="143357"/>
                </a:lnTo>
                <a:lnTo>
                  <a:pt x="530733" y="117449"/>
                </a:lnTo>
                <a:lnTo>
                  <a:pt x="474345" y="117449"/>
                </a:lnTo>
                <a:lnTo>
                  <a:pt x="482320" y="106641"/>
                </a:lnTo>
                <a:lnTo>
                  <a:pt x="490156" y="94970"/>
                </a:lnTo>
                <a:lnTo>
                  <a:pt x="497700" y="82727"/>
                </a:lnTo>
                <a:lnTo>
                  <a:pt x="504825" y="70205"/>
                </a:lnTo>
                <a:lnTo>
                  <a:pt x="567410" y="70205"/>
                </a:lnTo>
                <a:lnTo>
                  <a:pt x="567410" y="42672"/>
                </a:lnTo>
                <a:lnTo>
                  <a:pt x="520065" y="42672"/>
                </a:lnTo>
                <a:lnTo>
                  <a:pt x="524637" y="34417"/>
                </a:lnTo>
                <a:lnTo>
                  <a:pt x="529209" y="25717"/>
                </a:lnTo>
                <a:lnTo>
                  <a:pt x="533781" y="16751"/>
                </a:lnTo>
                <a:lnTo>
                  <a:pt x="538353" y="7620"/>
                </a:lnTo>
                <a:lnTo>
                  <a:pt x="507873" y="0"/>
                </a:lnTo>
                <a:lnTo>
                  <a:pt x="491871" y="34315"/>
                </a:lnTo>
                <a:lnTo>
                  <a:pt x="473583" y="66344"/>
                </a:lnTo>
                <a:lnTo>
                  <a:pt x="453009" y="96100"/>
                </a:lnTo>
                <a:lnTo>
                  <a:pt x="430149" y="123545"/>
                </a:lnTo>
                <a:lnTo>
                  <a:pt x="436702" y="130136"/>
                </a:lnTo>
                <a:lnTo>
                  <a:pt x="442531" y="136309"/>
                </a:lnTo>
                <a:lnTo>
                  <a:pt x="447509" y="142189"/>
                </a:lnTo>
                <a:lnTo>
                  <a:pt x="451485" y="147929"/>
                </a:lnTo>
                <a:lnTo>
                  <a:pt x="456057" y="141833"/>
                </a:lnTo>
                <a:lnTo>
                  <a:pt x="459105" y="137261"/>
                </a:lnTo>
                <a:lnTo>
                  <a:pt x="463677" y="132689"/>
                </a:lnTo>
                <a:lnTo>
                  <a:pt x="463677" y="282232"/>
                </a:lnTo>
                <a:lnTo>
                  <a:pt x="461683" y="320255"/>
                </a:lnTo>
                <a:lnTo>
                  <a:pt x="455676" y="354291"/>
                </a:lnTo>
                <a:lnTo>
                  <a:pt x="445681" y="384327"/>
                </a:lnTo>
                <a:lnTo>
                  <a:pt x="431673" y="410349"/>
                </a:lnTo>
                <a:lnTo>
                  <a:pt x="438264" y="416039"/>
                </a:lnTo>
                <a:lnTo>
                  <a:pt x="450316" y="426847"/>
                </a:lnTo>
                <a:lnTo>
                  <a:pt x="456057" y="431685"/>
                </a:lnTo>
                <a:lnTo>
                  <a:pt x="470319" y="407631"/>
                </a:lnTo>
                <a:lnTo>
                  <a:pt x="481012" y="378866"/>
                </a:lnTo>
                <a:lnTo>
                  <a:pt x="487984" y="345236"/>
                </a:lnTo>
                <a:lnTo>
                  <a:pt x="491109" y="306616"/>
                </a:lnTo>
                <a:lnTo>
                  <a:pt x="530733" y="306616"/>
                </a:lnTo>
                <a:lnTo>
                  <a:pt x="530733" y="387489"/>
                </a:lnTo>
                <a:lnTo>
                  <a:pt x="559790" y="387489"/>
                </a:lnTo>
                <a:lnTo>
                  <a:pt x="559790" y="306616"/>
                </a:lnTo>
                <a:lnTo>
                  <a:pt x="597890" y="306616"/>
                </a:lnTo>
                <a:lnTo>
                  <a:pt x="597814" y="378866"/>
                </a:lnTo>
                <a:lnTo>
                  <a:pt x="578231" y="398145"/>
                </a:lnTo>
                <a:lnTo>
                  <a:pt x="568883" y="398132"/>
                </a:lnTo>
                <a:lnTo>
                  <a:pt x="559549" y="397967"/>
                </a:lnTo>
                <a:lnTo>
                  <a:pt x="549922" y="397510"/>
                </a:lnTo>
                <a:lnTo>
                  <a:pt x="539877" y="396633"/>
                </a:lnTo>
                <a:lnTo>
                  <a:pt x="541020" y="405218"/>
                </a:lnTo>
                <a:lnTo>
                  <a:pt x="542163" y="412826"/>
                </a:lnTo>
                <a:lnTo>
                  <a:pt x="543306" y="419557"/>
                </a:lnTo>
                <a:lnTo>
                  <a:pt x="544449" y="425589"/>
                </a:lnTo>
                <a:lnTo>
                  <a:pt x="554558" y="425792"/>
                </a:lnTo>
                <a:lnTo>
                  <a:pt x="564349" y="426161"/>
                </a:lnTo>
                <a:lnTo>
                  <a:pt x="603046" y="422960"/>
                </a:lnTo>
                <a:lnTo>
                  <a:pt x="624636" y="398157"/>
                </a:lnTo>
                <a:lnTo>
                  <a:pt x="626846" y="381393"/>
                </a:lnTo>
                <a:lnTo>
                  <a:pt x="626846" y="132689"/>
                </a:lnTo>
                <a:lnTo>
                  <a:pt x="626846" y="117449"/>
                </a:lnTo>
                <a:close/>
              </a:path>
              <a:path w="1737360" h="436879">
                <a:moveTo>
                  <a:pt x="841921" y="22860"/>
                </a:moveTo>
                <a:lnTo>
                  <a:pt x="645134" y="22860"/>
                </a:lnTo>
                <a:lnTo>
                  <a:pt x="645134" y="51816"/>
                </a:lnTo>
                <a:lnTo>
                  <a:pt x="693902" y="51816"/>
                </a:lnTo>
                <a:lnTo>
                  <a:pt x="692188" y="69049"/>
                </a:lnTo>
                <a:lnTo>
                  <a:pt x="680186" y="108305"/>
                </a:lnTo>
                <a:lnTo>
                  <a:pt x="646747" y="141312"/>
                </a:lnTo>
                <a:lnTo>
                  <a:pt x="629894" y="150977"/>
                </a:lnTo>
                <a:lnTo>
                  <a:pt x="636435" y="159626"/>
                </a:lnTo>
                <a:lnTo>
                  <a:pt x="642277" y="167259"/>
                </a:lnTo>
                <a:lnTo>
                  <a:pt x="647192" y="173939"/>
                </a:lnTo>
                <a:lnTo>
                  <a:pt x="651230" y="180035"/>
                </a:lnTo>
                <a:lnTo>
                  <a:pt x="671220" y="165392"/>
                </a:lnTo>
                <a:lnTo>
                  <a:pt x="700379" y="136652"/>
                </a:lnTo>
                <a:lnTo>
                  <a:pt x="721042" y="90957"/>
                </a:lnTo>
                <a:lnTo>
                  <a:pt x="725995" y="51816"/>
                </a:lnTo>
                <a:lnTo>
                  <a:pt x="808291" y="51816"/>
                </a:lnTo>
                <a:lnTo>
                  <a:pt x="805243" y="99161"/>
                </a:lnTo>
                <a:lnTo>
                  <a:pt x="779627" y="123507"/>
                </a:lnTo>
                <a:lnTo>
                  <a:pt x="769353" y="123494"/>
                </a:lnTo>
                <a:lnTo>
                  <a:pt x="757809" y="123164"/>
                </a:lnTo>
                <a:lnTo>
                  <a:pt x="744829" y="122262"/>
                </a:lnTo>
                <a:lnTo>
                  <a:pt x="730567" y="120497"/>
                </a:lnTo>
                <a:lnTo>
                  <a:pt x="731951" y="128765"/>
                </a:lnTo>
                <a:lnTo>
                  <a:pt x="733615" y="137452"/>
                </a:lnTo>
                <a:lnTo>
                  <a:pt x="735279" y="146431"/>
                </a:lnTo>
                <a:lnTo>
                  <a:pt x="736663" y="155549"/>
                </a:lnTo>
                <a:lnTo>
                  <a:pt x="748931" y="155803"/>
                </a:lnTo>
                <a:lnTo>
                  <a:pt x="771169" y="156921"/>
                </a:lnTo>
                <a:lnTo>
                  <a:pt x="780859" y="157175"/>
                </a:lnTo>
                <a:lnTo>
                  <a:pt x="804900" y="153746"/>
                </a:lnTo>
                <a:lnTo>
                  <a:pt x="822248" y="143598"/>
                </a:lnTo>
                <a:lnTo>
                  <a:pt x="833018" y="126873"/>
                </a:lnTo>
                <a:lnTo>
                  <a:pt x="833640" y="123545"/>
                </a:lnTo>
                <a:lnTo>
                  <a:pt x="837349" y="103733"/>
                </a:lnTo>
                <a:lnTo>
                  <a:pt x="839330" y="84099"/>
                </a:lnTo>
                <a:lnTo>
                  <a:pt x="840778" y="63868"/>
                </a:lnTo>
                <a:lnTo>
                  <a:pt x="841629" y="43434"/>
                </a:lnTo>
                <a:lnTo>
                  <a:pt x="841921" y="22860"/>
                </a:lnTo>
                <a:close/>
              </a:path>
              <a:path w="1737360" h="436879">
                <a:moveTo>
                  <a:pt x="864781" y="309664"/>
                </a:moveTo>
                <a:lnTo>
                  <a:pt x="776287" y="309664"/>
                </a:lnTo>
                <a:lnTo>
                  <a:pt x="776287" y="247091"/>
                </a:lnTo>
                <a:lnTo>
                  <a:pt x="855637" y="247091"/>
                </a:lnTo>
                <a:lnTo>
                  <a:pt x="855637" y="216611"/>
                </a:lnTo>
                <a:lnTo>
                  <a:pt x="776287" y="216611"/>
                </a:lnTo>
                <a:lnTo>
                  <a:pt x="776287" y="169367"/>
                </a:lnTo>
                <a:lnTo>
                  <a:pt x="744283" y="169367"/>
                </a:lnTo>
                <a:lnTo>
                  <a:pt x="744283" y="216611"/>
                </a:lnTo>
                <a:lnTo>
                  <a:pt x="701611" y="216611"/>
                </a:lnTo>
                <a:lnTo>
                  <a:pt x="704138" y="208584"/>
                </a:lnTo>
                <a:lnTo>
                  <a:pt x="706945" y="200418"/>
                </a:lnTo>
                <a:lnTo>
                  <a:pt x="709752" y="191960"/>
                </a:lnTo>
                <a:lnTo>
                  <a:pt x="712279" y="183083"/>
                </a:lnTo>
                <a:lnTo>
                  <a:pt x="681710" y="173939"/>
                </a:lnTo>
                <a:lnTo>
                  <a:pt x="674014" y="201104"/>
                </a:lnTo>
                <a:lnTo>
                  <a:pt x="664756" y="227850"/>
                </a:lnTo>
                <a:lnTo>
                  <a:pt x="654062" y="254342"/>
                </a:lnTo>
                <a:lnTo>
                  <a:pt x="642086" y="280708"/>
                </a:lnTo>
                <a:lnTo>
                  <a:pt x="650036" y="284137"/>
                </a:lnTo>
                <a:lnTo>
                  <a:pt x="657707" y="287566"/>
                </a:lnTo>
                <a:lnTo>
                  <a:pt x="664794" y="290995"/>
                </a:lnTo>
                <a:lnTo>
                  <a:pt x="671042" y="294424"/>
                </a:lnTo>
                <a:lnTo>
                  <a:pt x="676490" y="282968"/>
                </a:lnTo>
                <a:lnTo>
                  <a:pt x="681520" y="271360"/>
                </a:lnTo>
                <a:lnTo>
                  <a:pt x="686257" y="259448"/>
                </a:lnTo>
                <a:lnTo>
                  <a:pt x="690854" y="247091"/>
                </a:lnTo>
                <a:lnTo>
                  <a:pt x="744283" y="247091"/>
                </a:lnTo>
                <a:lnTo>
                  <a:pt x="744283" y="309664"/>
                </a:lnTo>
                <a:lnTo>
                  <a:pt x="640562" y="309664"/>
                </a:lnTo>
                <a:lnTo>
                  <a:pt x="640562" y="340144"/>
                </a:lnTo>
                <a:lnTo>
                  <a:pt x="744283" y="340144"/>
                </a:lnTo>
                <a:lnTo>
                  <a:pt x="744283" y="431685"/>
                </a:lnTo>
                <a:lnTo>
                  <a:pt x="776287" y="431685"/>
                </a:lnTo>
                <a:lnTo>
                  <a:pt x="776287" y="340144"/>
                </a:lnTo>
                <a:lnTo>
                  <a:pt x="864781" y="340144"/>
                </a:lnTo>
                <a:lnTo>
                  <a:pt x="864781" y="309664"/>
                </a:lnTo>
                <a:close/>
              </a:path>
              <a:path w="1737360" h="436879">
                <a:moveTo>
                  <a:pt x="1278064" y="274612"/>
                </a:moveTo>
                <a:lnTo>
                  <a:pt x="1116431" y="274612"/>
                </a:lnTo>
                <a:lnTo>
                  <a:pt x="1116431" y="233362"/>
                </a:lnTo>
                <a:lnTo>
                  <a:pt x="1203299" y="233362"/>
                </a:lnTo>
                <a:lnTo>
                  <a:pt x="1203299" y="248602"/>
                </a:lnTo>
                <a:lnTo>
                  <a:pt x="1236827" y="248602"/>
                </a:lnTo>
                <a:lnTo>
                  <a:pt x="1236827" y="233362"/>
                </a:lnTo>
                <a:lnTo>
                  <a:pt x="1236827" y="204406"/>
                </a:lnTo>
                <a:lnTo>
                  <a:pt x="1236827" y="164782"/>
                </a:lnTo>
                <a:lnTo>
                  <a:pt x="1236827" y="137261"/>
                </a:lnTo>
                <a:lnTo>
                  <a:pt x="1203299" y="137261"/>
                </a:lnTo>
                <a:lnTo>
                  <a:pt x="1203299" y="164782"/>
                </a:lnTo>
                <a:lnTo>
                  <a:pt x="1203299" y="204406"/>
                </a:lnTo>
                <a:lnTo>
                  <a:pt x="995934" y="204406"/>
                </a:lnTo>
                <a:lnTo>
                  <a:pt x="995934" y="164782"/>
                </a:lnTo>
                <a:lnTo>
                  <a:pt x="1203299" y="164782"/>
                </a:lnTo>
                <a:lnTo>
                  <a:pt x="1203299" y="137261"/>
                </a:lnTo>
                <a:lnTo>
                  <a:pt x="962317" y="137261"/>
                </a:lnTo>
                <a:lnTo>
                  <a:pt x="962317" y="248602"/>
                </a:lnTo>
                <a:lnTo>
                  <a:pt x="995934" y="248602"/>
                </a:lnTo>
                <a:lnTo>
                  <a:pt x="995934" y="233362"/>
                </a:lnTo>
                <a:lnTo>
                  <a:pt x="1081278" y="233362"/>
                </a:lnTo>
                <a:lnTo>
                  <a:pt x="1081278" y="274612"/>
                </a:lnTo>
                <a:lnTo>
                  <a:pt x="924204" y="274612"/>
                </a:lnTo>
                <a:lnTo>
                  <a:pt x="924204" y="399669"/>
                </a:lnTo>
                <a:lnTo>
                  <a:pt x="959269" y="399669"/>
                </a:lnTo>
                <a:lnTo>
                  <a:pt x="959269" y="303568"/>
                </a:lnTo>
                <a:lnTo>
                  <a:pt x="1081278" y="303568"/>
                </a:lnTo>
                <a:lnTo>
                  <a:pt x="1081278" y="433209"/>
                </a:lnTo>
                <a:lnTo>
                  <a:pt x="1116431" y="433209"/>
                </a:lnTo>
                <a:lnTo>
                  <a:pt x="1116431" y="303568"/>
                </a:lnTo>
                <a:lnTo>
                  <a:pt x="1242923" y="303568"/>
                </a:lnTo>
                <a:lnTo>
                  <a:pt x="1242923" y="344716"/>
                </a:lnTo>
                <a:lnTo>
                  <a:pt x="1241209" y="354736"/>
                </a:lnTo>
                <a:lnTo>
                  <a:pt x="1236065" y="361911"/>
                </a:lnTo>
                <a:lnTo>
                  <a:pt x="1227493" y="366229"/>
                </a:lnTo>
                <a:lnTo>
                  <a:pt x="1215567" y="367665"/>
                </a:lnTo>
                <a:lnTo>
                  <a:pt x="1203794" y="367652"/>
                </a:lnTo>
                <a:lnTo>
                  <a:pt x="1191679" y="367474"/>
                </a:lnTo>
                <a:lnTo>
                  <a:pt x="1179271" y="367030"/>
                </a:lnTo>
                <a:lnTo>
                  <a:pt x="1166723" y="366141"/>
                </a:lnTo>
                <a:lnTo>
                  <a:pt x="1168742" y="375031"/>
                </a:lnTo>
                <a:lnTo>
                  <a:pt x="1170343" y="383476"/>
                </a:lnTo>
                <a:lnTo>
                  <a:pt x="1171651" y="391655"/>
                </a:lnTo>
                <a:lnTo>
                  <a:pt x="1172819" y="399669"/>
                </a:lnTo>
                <a:lnTo>
                  <a:pt x="1224635" y="399669"/>
                </a:lnTo>
                <a:lnTo>
                  <a:pt x="1247800" y="396532"/>
                </a:lnTo>
                <a:lnTo>
                  <a:pt x="1264526" y="387096"/>
                </a:lnTo>
                <a:lnTo>
                  <a:pt x="1274660" y="371348"/>
                </a:lnTo>
                <a:lnTo>
                  <a:pt x="1275219" y="367665"/>
                </a:lnTo>
                <a:lnTo>
                  <a:pt x="1278064" y="349288"/>
                </a:lnTo>
                <a:lnTo>
                  <a:pt x="1278064" y="303568"/>
                </a:lnTo>
                <a:lnTo>
                  <a:pt x="1278064" y="274612"/>
                </a:lnTo>
                <a:close/>
              </a:path>
              <a:path w="1737360" h="436879">
                <a:moveTo>
                  <a:pt x="1297876" y="77825"/>
                </a:moveTo>
                <a:lnTo>
                  <a:pt x="1198727" y="77825"/>
                </a:lnTo>
                <a:lnTo>
                  <a:pt x="1248905" y="41960"/>
                </a:lnTo>
                <a:lnTo>
                  <a:pt x="1264348" y="30480"/>
                </a:lnTo>
                <a:lnTo>
                  <a:pt x="1239875" y="4572"/>
                </a:lnTo>
                <a:lnTo>
                  <a:pt x="1222730" y="18008"/>
                </a:lnTo>
                <a:lnTo>
                  <a:pt x="1205585" y="30873"/>
                </a:lnTo>
                <a:lnTo>
                  <a:pt x="1188440" y="43192"/>
                </a:lnTo>
                <a:lnTo>
                  <a:pt x="1171295" y="54965"/>
                </a:lnTo>
                <a:lnTo>
                  <a:pt x="1188059" y="77825"/>
                </a:lnTo>
                <a:lnTo>
                  <a:pt x="1116431" y="77825"/>
                </a:lnTo>
                <a:lnTo>
                  <a:pt x="1116431" y="0"/>
                </a:lnTo>
                <a:lnTo>
                  <a:pt x="1081278" y="0"/>
                </a:lnTo>
                <a:lnTo>
                  <a:pt x="1081278" y="77825"/>
                </a:lnTo>
                <a:lnTo>
                  <a:pt x="1003554" y="77825"/>
                </a:lnTo>
                <a:lnTo>
                  <a:pt x="1026414" y="51816"/>
                </a:lnTo>
                <a:lnTo>
                  <a:pt x="1010170" y="40386"/>
                </a:lnTo>
                <a:lnTo>
                  <a:pt x="977087" y="17526"/>
                </a:lnTo>
                <a:lnTo>
                  <a:pt x="960793" y="6096"/>
                </a:lnTo>
                <a:lnTo>
                  <a:pt x="940968" y="28956"/>
                </a:lnTo>
                <a:lnTo>
                  <a:pt x="956729" y="40665"/>
                </a:lnTo>
                <a:lnTo>
                  <a:pt x="972070" y="52819"/>
                </a:lnTo>
                <a:lnTo>
                  <a:pt x="987132" y="65265"/>
                </a:lnTo>
                <a:lnTo>
                  <a:pt x="1002030" y="77825"/>
                </a:lnTo>
                <a:lnTo>
                  <a:pt x="898296" y="77825"/>
                </a:lnTo>
                <a:lnTo>
                  <a:pt x="898296" y="155549"/>
                </a:lnTo>
                <a:lnTo>
                  <a:pt x="933348" y="155549"/>
                </a:lnTo>
                <a:lnTo>
                  <a:pt x="933348" y="106781"/>
                </a:lnTo>
                <a:lnTo>
                  <a:pt x="1264348" y="106781"/>
                </a:lnTo>
                <a:lnTo>
                  <a:pt x="1264348" y="155549"/>
                </a:lnTo>
                <a:lnTo>
                  <a:pt x="1297876" y="155549"/>
                </a:lnTo>
                <a:lnTo>
                  <a:pt x="1297876" y="106781"/>
                </a:lnTo>
                <a:lnTo>
                  <a:pt x="1297876" y="77825"/>
                </a:lnTo>
                <a:close/>
              </a:path>
              <a:path w="1737360" h="436879">
                <a:moveTo>
                  <a:pt x="1737080" y="25908"/>
                </a:moveTo>
                <a:lnTo>
                  <a:pt x="1702028" y="25908"/>
                </a:lnTo>
                <a:lnTo>
                  <a:pt x="1702028" y="58013"/>
                </a:lnTo>
                <a:lnTo>
                  <a:pt x="1702028" y="140309"/>
                </a:lnTo>
                <a:lnTo>
                  <a:pt x="1702028" y="170878"/>
                </a:lnTo>
                <a:lnTo>
                  <a:pt x="1702028" y="253174"/>
                </a:lnTo>
                <a:lnTo>
                  <a:pt x="1573911" y="253174"/>
                </a:lnTo>
                <a:lnTo>
                  <a:pt x="1573911" y="170878"/>
                </a:lnTo>
                <a:lnTo>
                  <a:pt x="1702028" y="170878"/>
                </a:lnTo>
                <a:lnTo>
                  <a:pt x="1702028" y="140309"/>
                </a:lnTo>
                <a:lnTo>
                  <a:pt x="1573911" y="140309"/>
                </a:lnTo>
                <a:lnTo>
                  <a:pt x="1573911" y="58013"/>
                </a:lnTo>
                <a:lnTo>
                  <a:pt x="1702028" y="58013"/>
                </a:lnTo>
                <a:lnTo>
                  <a:pt x="1702028" y="25908"/>
                </a:lnTo>
                <a:lnTo>
                  <a:pt x="1538859" y="25908"/>
                </a:lnTo>
                <a:lnTo>
                  <a:pt x="1538859" y="58013"/>
                </a:lnTo>
                <a:lnTo>
                  <a:pt x="1538859" y="140309"/>
                </a:lnTo>
                <a:lnTo>
                  <a:pt x="1538859" y="170878"/>
                </a:lnTo>
                <a:lnTo>
                  <a:pt x="1538859" y="253174"/>
                </a:lnTo>
                <a:lnTo>
                  <a:pt x="1413789" y="253174"/>
                </a:lnTo>
                <a:lnTo>
                  <a:pt x="1414894" y="233464"/>
                </a:lnTo>
                <a:lnTo>
                  <a:pt x="1415694" y="213169"/>
                </a:lnTo>
                <a:lnTo>
                  <a:pt x="1415935" y="192316"/>
                </a:lnTo>
                <a:lnTo>
                  <a:pt x="1415313" y="170878"/>
                </a:lnTo>
                <a:lnTo>
                  <a:pt x="1538859" y="170878"/>
                </a:lnTo>
                <a:lnTo>
                  <a:pt x="1538859" y="140309"/>
                </a:lnTo>
                <a:lnTo>
                  <a:pt x="1415313" y="140309"/>
                </a:lnTo>
                <a:lnTo>
                  <a:pt x="1415313" y="58013"/>
                </a:lnTo>
                <a:lnTo>
                  <a:pt x="1538859" y="58013"/>
                </a:lnTo>
                <a:lnTo>
                  <a:pt x="1538859" y="25908"/>
                </a:lnTo>
                <a:lnTo>
                  <a:pt x="1380172" y="25908"/>
                </a:lnTo>
                <a:lnTo>
                  <a:pt x="1380172" y="183070"/>
                </a:lnTo>
                <a:lnTo>
                  <a:pt x="1379601" y="223977"/>
                </a:lnTo>
                <a:lnTo>
                  <a:pt x="1375029" y="290957"/>
                </a:lnTo>
                <a:lnTo>
                  <a:pt x="1364437" y="340969"/>
                </a:lnTo>
                <a:lnTo>
                  <a:pt x="1345526" y="385521"/>
                </a:lnTo>
                <a:lnTo>
                  <a:pt x="1332928" y="405765"/>
                </a:lnTo>
                <a:lnTo>
                  <a:pt x="1339735" y="413753"/>
                </a:lnTo>
                <a:lnTo>
                  <a:pt x="1346263" y="421576"/>
                </a:lnTo>
                <a:lnTo>
                  <a:pt x="1352219" y="429133"/>
                </a:lnTo>
                <a:lnTo>
                  <a:pt x="1357312" y="436257"/>
                </a:lnTo>
                <a:lnTo>
                  <a:pt x="1377911" y="404520"/>
                </a:lnTo>
                <a:lnTo>
                  <a:pt x="1393786" y="368769"/>
                </a:lnTo>
                <a:lnTo>
                  <a:pt x="1404772" y="329018"/>
                </a:lnTo>
                <a:lnTo>
                  <a:pt x="1410741" y="285280"/>
                </a:lnTo>
                <a:lnTo>
                  <a:pt x="1538859" y="285280"/>
                </a:lnTo>
                <a:lnTo>
                  <a:pt x="1538859" y="424053"/>
                </a:lnTo>
                <a:lnTo>
                  <a:pt x="1573911" y="424053"/>
                </a:lnTo>
                <a:lnTo>
                  <a:pt x="1573911" y="285280"/>
                </a:lnTo>
                <a:lnTo>
                  <a:pt x="1702028" y="285280"/>
                </a:lnTo>
                <a:lnTo>
                  <a:pt x="1702028" y="366141"/>
                </a:lnTo>
                <a:lnTo>
                  <a:pt x="1700542" y="377266"/>
                </a:lnTo>
                <a:lnTo>
                  <a:pt x="1695932" y="385381"/>
                </a:lnTo>
                <a:lnTo>
                  <a:pt x="1687880" y="390359"/>
                </a:lnTo>
                <a:lnTo>
                  <a:pt x="1676120" y="392049"/>
                </a:lnTo>
                <a:lnTo>
                  <a:pt x="1662861" y="391795"/>
                </a:lnTo>
                <a:lnTo>
                  <a:pt x="1648218" y="391096"/>
                </a:lnTo>
                <a:lnTo>
                  <a:pt x="1613535" y="389001"/>
                </a:lnTo>
                <a:lnTo>
                  <a:pt x="1615554" y="399859"/>
                </a:lnTo>
                <a:lnTo>
                  <a:pt x="1617154" y="409575"/>
                </a:lnTo>
                <a:lnTo>
                  <a:pt x="1619631" y="425589"/>
                </a:lnTo>
                <a:lnTo>
                  <a:pt x="1638503" y="425818"/>
                </a:lnTo>
                <a:lnTo>
                  <a:pt x="1672856" y="426872"/>
                </a:lnTo>
                <a:lnTo>
                  <a:pt x="1688312" y="427113"/>
                </a:lnTo>
                <a:lnTo>
                  <a:pt x="1710067" y="423722"/>
                </a:lnTo>
                <a:lnTo>
                  <a:pt x="1725269" y="413766"/>
                </a:lnTo>
                <a:lnTo>
                  <a:pt x="1734172" y="397535"/>
                </a:lnTo>
                <a:lnTo>
                  <a:pt x="1734883" y="392049"/>
                </a:lnTo>
                <a:lnTo>
                  <a:pt x="1737080" y="375285"/>
                </a:lnTo>
                <a:lnTo>
                  <a:pt x="1737080" y="58013"/>
                </a:lnTo>
                <a:lnTo>
                  <a:pt x="1737080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3110864" y="4350448"/>
            <a:ext cx="401320" cy="424180"/>
          </a:xfrm>
          <a:custGeom>
            <a:avLst/>
            <a:gdLst/>
            <a:ahLst/>
            <a:cxnLst/>
            <a:rect l="l" t="t" r="r" b="b"/>
            <a:pathLst>
              <a:path w="401320" h="424179">
                <a:moveTo>
                  <a:pt x="82391" y="71723"/>
                </a:moveTo>
                <a:lnTo>
                  <a:pt x="45815" y="71723"/>
                </a:lnTo>
                <a:lnTo>
                  <a:pt x="53292" y="52546"/>
                </a:lnTo>
                <a:lnTo>
                  <a:pt x="59912" y="34111"/>
                </a:lnTo>
                <a:lnTo>
                  <a:pt x="65960" y="16551"/>
                </a:lnTo>
                <a:lnTo>
                  <a:pt x="71723" y="0"/>
                </a:lnTo>
                <a:lnTo>
                  <a:pt x="108299" y="10668"/>
                </a:lnTo>
                <a:lnTo>
                  <a:pt x="94773" y="42338"/>
                </a:lnTo>
                <a:lnTo>
                  <a:pt x="88368" y="57468"/>
                </a:lnTo>
                <a:lnTo>
                  <a:pt x="82391" y="71723"/>
                </a:lnTo>
                <a:close/>
              </a:path>
              <a:path w="401320" h="424179">
                <a:moveTo>
                  <a:pt x="35147" y="424053"/>
                </a:moveTo>
                <a:lnTo>
                  <a:pt x="0" y="424053"/>
                </a:lnTo>
                <a:lnTo>
                  <a:pt x="0" y="71723"/>
                </a:lnTo>
                <a:lnTo>
                  <a:pt x="169354" y="71723"/>
                </a:lnTo>
                <a:lnTo>
                  <a:pt x="169354" y="105251"/>
                </a:lnTo>
                <a:lnTo>
                  <a:pt x="35147" y="105251"/>
                </a:lnTo>
                <a:lnTo>
                  <a:pt x="35147" y="212026"/>
                </a:lnTo>
                <a:lnTo>
                  <a:pt x="169354" y="212026"/>
                </a:lnTo>
                <a:lnTo>
                  <a:pt x="169354" y="244030"/>
                </a:lnTo>
                <a:lnTo>
                  <a:pt x="35147" y="244030"/>
                </a:lnTo>
                <a:lnTo>
                  <a:pt x="35147" y="353853"/>
                </a:lnTo>
                <a:lnTo>
                  <a:pt x="169354" y="353853"/>
                </a:lnTo>
                <a:lnTo>
                  <a:pt x="169354" y="387477"/>
                </a:lnTo>
                <a:lnTo>
                  <a:pt x="35147" y="387477"/>
                </a:lnTo>
                <a:lnTo>
                  <a:pt x="35147" y="424053"/>
                </a:lnTo>
                <a:close/>
              </a:path>
              <a:path w="401320" h="424179">
                <a:moveTo>
                  <a:pt x="169354" y="212026"/>
                </a:moveTo>
                <a:lnTo>
                  <a:pt x="134207" y="212026"/>
                </a:lnTo>
                <a:lnTo>
                  <a:pt x="134207" y="105251"/>
                </a:lnTo>
                <a:lnTo>
                  <a:pt x="169354" y="105251"/>
                </a:lnTo>
                <a:lnTo>
                  <a:pt x="169354" y="212026"/>
                </a:lnTo>
                <a:close/>
              </a:path>
              <a:path w="401320" h="424179">
                <a:moveTo>
                  <a:pt x="169354" y="353853"/>
                </a:moveTo>
                <a:lnTo>
                  <a:pt x="134207" y="353853"/>
                </a:lnTo>
                <a:lnTo>
                  <a:pt x="134207" y="244030"/>
                </a:lnTo>
                <a:lnTo>
                  <a:pt x="169354" y="244030"/>
                </a:lnTo>
                <a:lnTo>
                  <a:pt x="169354" y="353853"/>
                </a:lnTo>
                <a:close/>
              </a:path>
              <a:path w="401320" h="424179">
                <a:moveTo>
                  <a:pt x="169354" y="421005"/>
                </a:moveTo>
                <a:lnTo>
                  <a:pt x="134207" y="421005"/>
                </a:lnTo>
                <a:lnTo>
                  <a:pt x="134207" y="387477"/>
                </a:lnTo>
                <a:lnTo>
                  <a:pt x="169354" y="387477"/>
                </a:lnTo>
                <a:lnTo>
                  <a:pt x="169354" y="421005"/>
                </a:lnTo>
                <a:close/>
              </a:path>
              <a:path w="401320" h="424179">
                <a:moveTo>
                  <a:pt x="205930" y="178498"/>
                </a:moveTo>
                <a:lnTo>
                  <a:pt x="199882" y="174164"/>
                </a:lnTo>
                <a:lnTo>
                  <a:pt x="192976" y="170116"/>
                </a:lnTo>
                <a:lnTo>
                  <a:pt x="184927" y="166068"/>
                </a:lnTo>
                <a:lnTo>
                  <a:pt x="175450" y="161734"/>
                </a:lnTo>
                <a:lnTo>
                  <a:pt x="195405" y="127435"/>
                </a:lnTo>
                <a:lnTo>
                  <a:pt x="213931" y="88868"/>
                </a:lnTo>
                <a:lnTo>
                  <a:pt x="230743" y="46300"/>
                </a:lnTo>
                <a:lnTo>
                  <a:pt x="245554" y="0"/>
                </a:lnTo>
                <a:lnTo>
                  <a:pt x="282130" y="9144"/>
                </a:lnTo>
                <a:lnTo>
                  <a:pt x="276629" y="25123"/>
                </a:lnTo>
                <a:lnTo>
                  <a:pt x="271272" y="40969"/>
                </a:lnTo>
                <a:lnTo>
                  <a:pt x="265628" y="56547"/>
                </a:lnTo>
                <a:lnTo>
                  <a:pt x="259270" y="71723"/>
                </a:lnTo>
                <a:lnTo>
                  <a:pt x="401097" y="71723"/>
                </a:lnTo>
                <a:lnTo>
                  <a:pt x="400402" y="103727"/>
                </a:lnTo>
                <a:lnTo>
                  <a:pt x="245554" y="103727"/>
                </a:lnTo>
                <a:lnTo>
                  <a:pt x="236148" y="124625"/>
                </a:lnTo>
                <a:lnTo>
                  <a:pt x="226314" y="143970"/>
                </a:lnTo>
                <a:lnTo>
                  <a:pt x="216193" y="161886"/>
                </a:lnTo>
                <a:lnTo>
                  <a:pt x="205930" y="178498"/>
                </a:lnTo>
                <a:close/>
              </a:path>
              <a:path w="401320" h="424179">
                <a:moveTo>
                  <a:pt x="385232" y="387477"/>
                </a:moveTo>
                <a:lnTo>
                  <a:pt x="312705" y="387477"/>
                </a:lnTo>
                <a:lnTo>
                  <a:pt x="330755" y="384903"/>
                </a:lnTo>
                <a:lnTo>
                  <a:pt x="343947" y="377178"/>
                </a:lnTo>
                <a:lnTo>
                  <a:pt x="358559" y="315316"/>
                </a:lnTo>
                <a:lnTo>
                  <a:pt x="359925" y="275602"/>
                </a:lnTo>
                <a:lnTo>
                  <a:pt x="361091" y="225944"/>
                </a:lnTo>
                <a:lnTo>
                  <a:pt x="362065" y="170116"/>
                </a:lnTo>
                <a:lnTo>
                  <a:pt x="362997" y="103727"/>
                </a:lnTo>
                <a:lnTo>
                  <a:pt x="400402" y="103727"/>
                </a:lnTo>
                <a:lnTo>
                  <a:pt x="399521" y="143970"/>
                </a:lnTo>
                <a:lnTo>
                  <a:pt x="398049" y="202878"/>
                </a:lnTo>
                <a:lnTo>
                  <a:pt x="396525" y="254734"/>
                </a:lnTo>
                <a:lnTo>
                  <a:pt x="395001" y="297437"/>
                </a:lnTo>
                <a:lnTo>
                  <a:pt x="391953" y="355377"/>
                </a:lnTo>
                <a:lnTo>
                  <a:pt x="386548" y="385436"/>
                </a:lnTo>
                <a:lnTo>
                  <a:pt x="385232" y="387477"/>
                </a:lnTo>
                <a:close/>
              </a:path>
              <a:path w="401320" h="424179">
                <a:moveTo>
                  <a:pt x="286797" y="294417"/>
                </a:moveTo>
                <a:lnTo>
                  <a:pt x="270407" y="269233"/>
                </a:lnTo>
                <a:lnTo>
                  <a:pt x="253186" y="243887"/>
                </a:lnTo>
                <a:lnTo>
                  <a:pt x="234840" y="218256"/>
                </a:lnTo>
                <a:lnTo>
                  <a:pt x="215074" y="192214"/>
                </a:lnTo>
                <a:lnTo>
                  <a:pt x="240982" y="172402"/>
                </a:lnTo>
                <a:lnTo>
                  <a:pt x="264714" y="200097"/>
                </a:lnTo>
                <a:lnTo>
                  <a:pt x="285607" y="225944"/>
                </a:lnTo>
                <a:lnTo>
                  <a:pt x="303642" y="249809"/>
                </a:lnTo>
                <a:lnTo>
                  <a:pt x="318801" y="271557"/>
                </a:lnTo>
                <a:lnTo>
                  <a:pt x="286797" y="294417"/>
                </a:lnTo>
                <a:close/>
              </a:path>
              <a:path w="401320" h="424179">
                <a:moveTo>
                  <a:pt x="320325" y="424053"/>
                </a:moveTo>
                <a:lnTo>
                  <a:pt x="279892" y="423100"/>
                </a:lnTo>
                <a:lnTo>
                  <a:pt x="239458" y="421005"/>
                </a:lnTo>
                <a:lnTo>
                  <a:pt x="235648" y="400050"/>
                </a:lnTo>
                <a:lnTo>
                  <a:pt x="233886" y="390572"/>
                </a:lnTo>
                <a:lnTo>
                  <a:pt x="231838" y="381381"/>
                </a:lnTo>
                <a:lnTo>
                  <a:pt x="233362" y="381381"/>
                </a:lnTo>
                <a:lnTo>
                  <a:pt x="254761" y="384262"/>
                </a:lnTo>
                <a:lnTo>
                  <a:pt x="275320" y="386143"/>
                </a:lnTo>
                <a:lnTo>
                  <a:pt x="294736" y="387167"/>
                </a:lnTo>
                <a:lnTo>
                  <a:pt x="312705" y="387477"/>
                </a:lnTo>
                <a:lnTo>
                  <a:pt x="385232" y="387477"/>
                </a:lnTo>
                <a:lnTo>
                  <a:pt x="372713" y="406896"/>
                </a:lnTo>
                <a:lnTo>
                  <a:pt x="350591" y="419765"/>
                </a:lnTo>
                <a:lnTo>
                  <a:pt x="320325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3696557" y="4408455"/>
            <a:ext cx="192405" cy="316230"/>
          </a:xfrm>
          <a:custGeom>
            <a:avLst/>
            <a:gdLst/>
            <a:ahLst/>
            <a:cxnLst/>
            <a:rect l="l" t="t" r="r" b="b"/>
            <a:pathLst>
              <a:path w="192404" h="316229">
                <a:moveTo>
                  <a:pt x="36576" y="315753"/>
                </a:moveTo>
                <a:lnTo>
                  <a:pt x="0" y="315753"/>
                </a:lnTo>
                <a:lnTo>
                  <a:pt x="0" y="0"/>
                </a:lnTo>
                <a:lnTo>
                  <a:pt x="85344" y="0"/>
                </a:lnTo>
                <a:lnTo>
                  <a:pt x="109354" y="1690"/>
                </a:lnTo>
                <a:lnTo>
                  <a:pt x="130766" y="6667"/>
                </a:lnTo>
                <a:lnTo>
                  <a:pt x="149302" y="14787"/>
                </a:lnTo>
                <a:lnTo>
                  <a:pt x="164687" y="25908"/>
                </a:lnTo>
                <a:lnTo>
                  <a:pt x="171799" y="33528"/>
                </a:lnTo>
                <a:lnTo>
                  <a:pt x="36576" y="33528"/>
                </a:lnTo>
                <a:lnTo>
                  <a:pt x="36576" y="163163"/>
                </a:lnTo>
                <a:lnTo>
                  <a:pt x="165455" y="163163"/>
                </a:lnTo>
                <a:lnTo>
                  <a:pt x="161639" y="167735"/>
                </a:lnTo>
                <a:lnTo>
                  <a:pt x="144455" y="179974"/>
                </a:lnTo>
                <a:lnTo>
                  <a:pt x="124825" y="189071"/>
                </a:lnTo>
                <a:lnTo>
                  <a:pt x="102622" y="194738"/>
                </a:lnTo>
                <a:lnTo>
                  <a:pt x="77724" y="196691"/>
                </a:lnTo>
                <a:lnTo>
                  <a:pt x="36576" y="196691"/>
                </a:lnTo>
                <a:lnTo>
                  <a:pt x="36576" y="315753"/>
                </a:lnTo>
                <a:close/>
              </a:path>
              <a:path w="192404" h="316229">
                <a:moveTo>
                  <a:pt x="165455" y="163163"/>
                </a:moveTo>
                <a:lnTo>
                  <a:pt x="74676" y="163163"/>
                </a:lnTo>
                <a:lnTo>
                  <a:pt x="92955" y="162020"/>
                </a:lnTo>
                <a:lnTo>
                  <a:pt x="108823" y="158591"/>
                </a:lnTo>
                <a:lnTo>
                  <a:pt x="141803" y="135753"/>
                </a:lnTo>
                <a:lnTo>
                  <a:pt x="154019" y="96012"/>
                </a:lnTo>
                <a:lnTo>
                  <a:pt x="149207" y="68889"/>
                </a:lnTo>
                <a:lnTo>
                  <a:pt x="134957" y="49339"/>
                </a:lnTo>
                <a:lnTo>
                  <a:pt x="111545" y="37504"/>
                </a:lnTo>
                <a:lnTo>
                  <a:pt x="79248" y="33528"/>
                </a:lnTo>
                <a:lnTo>
                  <a:pt x="171799" y="33528"/>
                </a:lnTo>
                <a:lnTo>
                  <a:pt x="176688" y="38766"/>
                </a:lnTo>
                <a:lnTo>
                  <a:pt x="185261" y="54483"/>
                </a:lnTo>
                <a:lnTo>
                  <a:pt x="190404" y="73056"/>
                </a:lnTo>
                <a:lnTo>
                  <a:pt x="192119" y="94488"/>
                </a:lnTo>
                <a:lnTo>
                  <a:pt x="190142" y="115402"/>
                </a:lnTo>
                <a:lnTo>
                  <a:pt x="184308" y="134576"/>
                </a:lnTo>
                <a:lnTo>
                  <a:pt x="174759" y="152017"/>
                </a:lnTo>
                <a:lnTo>
                  <a:pt x="165455" y="1631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3948112" y="4407979"/>
            <a:ext cx="36830" cy="139700"/>
          </a:xfrm>
          <a:custGeom>
            <a:avLst/>
            <a:gdLst/>
            <a:ahLst/>
            <a:cxnLst/>
            <a:rect l="l" t="t" r="r" b="b"/>
            <a:pathLst>
              <a:path w="36829" h="139700">
                <a:moveTo>
                  <a:pt x="0" y="0"/>
                </a:moveTo>
                <a:lnTo>
                  <a:pt x="36671" y="0"/>
                </a:lnTo>
                <a:lnTo>
                  <a:pt x="36671" y="139699"/>
                </a:lnTo>
                <a:lnTo>
                  <a:pt x="0" y="13969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948112" y="4407979"/>
            <a:ext cx="236854" cy="316230"/>
          </a:xfrm>
          <a:custGeom>
            <a:avLst/>
            <a:gdLst/>
            <a:ahLst/>
            <a:cxnLst/>
            <a:rect l="l" t="t" r="r" b="b"/>
            <a:pathLst>
              <a:path w="236854" h="316229">
                <a:moveTo>
                  <a:pt x="236410" y="0"/>
                </a:moveTo>
                <a:lnTo>
                  <a:pt x="199834" y="0"/>
                </a:lnTo>
                <a:lnTo>
                  <a:pt x="199834" y="139700"/>
                </a:lnTo>
                <a:lnTo>
                  <a:pt x="0" y="139700"/>
                </a:lnTo>
                <a:lnTo>
                  <a:pt x="0" y="172720"/>
                </a:lnTo>
                <a:lnTo>
                  <a:pt x="0" y="316230"/>
                </a:lnTo>
                <a:lnTo>
                  <a:pt x="36664" y="316230"/>
                </a:lnTo>
                <a:lnTo>
                  <a:pt x="36664" y="172720"/>
                </a:lnTo>
                <a:lnTo>
                  <a:pt x="199834" y="172720"/>
                </a:lnTo>
                <a:lnTo>
                  <a:pt x="199834" y="316230"/>
                </a:lnTo>
                <a:lnTo>
                  <a:pt x="236410" y="316230"/>
                </a:lnTo>
                <a:lnTo>
                  <a:pt x="236410" y="172720"/>
                </a:lnTo>
                <a:lnTo>
                  <a:pt x="236410" y="13970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4266914" y="4408455"/>
            <a:ext cx="193675" cy="316230"/>
          </a:xfrm>
          <a:custGeom>
            <a:avLst/>
            <a:gdLst/>
            <a:ahLst/>
            <a:cxnLst/>
            <a:rect l="l" t="t" r="r" b="b"/>
            <a:pathLst>
              <a:path w="193675" h="316229">
                <a:moveTo>
                  <a:pt x="38100" y="315753"/>
                </a:moveTo>
                <a:lnTo>
                  <a:pt x="0" y="315753"/>
                </a:lnTo>
                <a:lnTo>
                  <a:pt x="0" y="0"/>
                </a:lnTo>
                <a:lnTo>
                  <a:pt x="86868" y="0"/>
                </a:lnTo>
                <a:lnTo>
                  <a:pt x="110640" y="1690"/>
                </a:lnTo>
                <a:lnTo>
                  <a:pt x="131528" y="6667"/>
                </a:lnTo>
                <a:lnTo>
                  <a:pt x="149541" y="14787"/>
                </a:lnTo>
                <a:lnTo>
                  <a:pt x="164687" y="25908"/>
                </a:lnTo>
                <a:lnTo>
                  <a:pt x="171940" y="33528"/>
                </a:lnTo>
                <a:lnTo>
                  <a:pt x="38100" y="33528"/>
                </a:lnTo>
                <a:lnTo>
                  <a:pt x="38100" y="163163"/>
                </a:lnTo>
                <a:lnTo>
                  <a:pt x="165712" y="163163"/>
                </a:lnTo>
                <a:lnTo>
                  <a:pt x="161639" y="167735"/>
                </a:lnTo>
                <a:lnTo>
                  <a:pt x="145350" y="179974"/>
                </a:lnTo>
                <a:lnTo>
                  <a:pt x="126194" y="189071"/>
                </a:lnTo>
                <a:lnTo>
                  <a:pt x="104163" y="194738"/>
                </a:lnTo>
                <a:lnTo>
                  <a:pt x="79248" y="196691"/>
                </a:lnTo>
                <a:lnTo>
                  <a:pt x="38100" y="196691"/>
                </a:lnTo>
                <a:lnTo>
                  <a:pt x="38100" y="315753"/>
                </a:lnTo>
                <a:close/>
              </a:path>
              <a:path w="193675" h="316229">
                <a:moveTo>
                  <a:pt x="165712" y="163163"/>
                </a:moveTo>
                <a:lnTo>
                  <a:pt x="76200" y="163163"/>
                </a:lnTo>
                <a:lnTo>
                  <a:pt x="94304" y="162020"/>
                </a:lnTo>
                <a:lnTo>
                  <a:pt x="109811" y="158591"/>
                </a:lnTo>
                <a:lnTo>
                  <a:pt x="143089" y="135753"/>
                </a:lnTo>
                <a:lnTo>
                  <a:pt x="154019" y="96012"/>
                </a:lnTo>
                <a:lnTo>
                  <a:pt x="149445" y="68889"/>
                </a:lnTo>
                <a:lnTo>
                  <a:pt x="135719" y="49339"/>
                </a:lnTo>
                <a:lnTo>
                  <a:pt x="112831" y="37504"/>
                </a:lnTo>
                <a:lnTo>
                  <a:pt x="80772" y="33528"/>
                </a:lnTo>
                <a:lnTo>
                  <a:pt x="171940" y="33528"/>
                </a:lnTo>
                <a:lnTo>
                  <a:pt x="176926" y="38766"/>
                </a:lnTo>
                <a:lnTo>
                  <a:pt x="186023" y="54483"/>
                </a:lnTo>
                <a:lnTo>
                  <a:pt x="191690" y="73056"/>
                </a:lnTo>
                <a:lnTo>
                  <a:pt x="193643" y="94488"/>
                </a:lnTo>
                <a:lnTo>
                  <a:pt x="191643" y="115402"/>
                </a:lnTo>
                <a:lnTo>
                  <a:pt x="185642" y="134576"/>
                </a:lnTo>
                <a:lnTo>
                  <a:pt x="175641" y="152017"/>
                </a:lnTo>
                <a:lnTo>
                  <a:pt x="165712" y="1631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4606950" y="4348924"/>
            <a:ext cx="2208530" cy="436880"/>
          </a:xfrm>
          <a:custGeom>
            <a:avLst/>
            <a:gdLst/>
            <a:ahLst/>
            <a:cxnLst/>
            <a:rect l="l" t="t" r="r" b="b"/>
            <a:pathLst>
              <a:path w="2208529" h="436879">
                <a:moveTo>
                  <a:pt x="431584" y="195262"/>
                </a:moveTo>
                <a:lnTo>
                  <a:pt x="321856" y="195262"/>
                </a:lnTo>
                <a:lnTo>
                  <a:pt x="321856" y="67157"/>
                </a:lnTo>
                <a:lnTo>
                  <a:pt x="411772" y="67157"/>
                </a:lnTo>
                <a:lnTo>
                  <a:pt x="411772" y="33528"/>
                </a:lnTo>
                <a:lnTo>
                  <a:pt x="286702" y="33528"/>
                </a:lnTo>
                <a:lnTo>
                  <a:pt x="286702" y="67157"/>
                </a:lnTo>
                <a:lnTo>
                  <a:pt x="286702" y="195262"/>
                </a:lnTo>
                <a:lnTo>
                  <a:pt x="149453" y="195262"/>
                </a:lnTo>
                <a:lnTo>
                  <a:pt x="149453" y="67157"/>
                </a:lnTo>
                <a:lnTo>
                  <a:pt x="286702" y="67157"/>
                </a:lnTo>
                <a:lnTo>
                  <a:pt x="286702" y="33528"/>
                </a:lnTo>
                <a:lnTo>
                  <a:pt x="18288" y="33528"/>
                </a:lnTo>
                <a:lnTo>
                  <a:pt x="18288" y="67157"/>
                </a:lnTo>
                <a:lnTo>
                  <a:pt x="114401" y="67157"/>
                </a:lnTo>
                <a:lnTo>
                  <a:pt x="114401" y="195262"/>
                </a:lnTo>
                <a:lnTo>
                  <a:pt x="0" y="195262"/>
                </a:lnTo>
                <a:lnTo>
                  <a:pt x="0" y="230327"/>
                </a:lnTo>
                <a:lnTo>
                  <a:pt x="112877" y="230327"/>
                </a:lnTo>
                <a:lnTo>
                  <a:pt x="111493" y="264350"/>
                </a:lnTo>
                <a:lnTo>
                  <a:pt x="101295" y="316357"/>
                </a:lnTo>
                <a:lnTo>
                  <a:pt x="78790" y="352323"/>
                </a:lnTo>
                <a:lnTo>
                  <a:pt x="33655" y="388353"/>
                </a:lnTo>
                <a:lnTo>
                  <a:pt x="3048" y="405777"/>
                </a:lnTo>
                <a:lnTo>
                  <a:pt x="9639" y="412889"/>
                </a:lnTo>
                <a:lnTo>
                  <a:pt x="15811" y="420446"/>
                </a:lnTo>
                <a:lnTo>
                  <a:pt x="21691" y="428269"/>
                </a:lnTo>
                <a:lnTo>
                  <a:pt x="27432" y="436257"/>
                </a:lnTo>
                <a:lnTo>
                  <a:pt x="62890" y="414528"/>
                </a:lnTo>
                <a:lnTo>
                  <a:pt x="112610" y="371055"/>
                </a:lnTo>
                <a:lnTo>
                  <a:pt x="135737" y="327279"/>
                </a:lnTo>
                <a:lnTo>
                  <a:pt x="147167" y="267804"/>
                </a:lnTo>
                <a:lnTo>
                  <a:pt x="149453" y="230327"/>
                </a:lnTo>
                <a:lnTo>
                  <a:pt x="286702" y="230327"/>
                </a:lnTo>
                <a:lnTo>
                  <a:pt x="286702" y="430161"/>
                </a:lnTo>
                <a:lnTo>
                  <a:pt x="321856" y="430161"/>
                </a:lnTo>
                <a:lnTo>
                  <a:pt x="321856" y="230327"/>
                </a:lnTo>
                <a:lnTo>
                  <a:pt x="431584" y="230327"/>
                </a:lnTo>
                <a:lnTo>
                  <a:pt x="431584" y="195262"/>
                </a:lnTo>
                <a:close/>
              </a:path>
              <a:path w="2208529" h="436879">
                <a:moveTo>
                  <a:pt x="823531" y="62585"/>
                </a:moveTo>
                <a:lnTo>
                  <a:pt x="802957" y="47929"/>
                </a:lnTo>
                <a:lnTo>
                  <a:pt x="782383" y="33731"/>
                </a:lnTo>
                <a:lnTo>
                  <a:pt x="741235" y="6096"/>
                </a:lnTo>
                <a:lnTo>
                  <a:pt x="721334" y="30480"/>
                </a:lnTo>
                <a:lnTo>
                  <a:pt x="740816" y="44742"/>
                </a:lnTo>
                <a:lnTo>
                  <a:pt x="760272" y="59867"/>
                </a:lnTo>
                <a:lnTo>
                  <a:pt x="779716" y="75577"/>
                </a:lnTo>
                <a:lnTo>
                  <a:pt x="799147" y="91541"/>
                </a:lnTo>
                <a:lnTo>
                  <a:pt x="823531" y="62585"/>
                </a:lnTo>
                <a:close/>
              </a:path>
              <a:path w="2208529" h="436879">
                <a:moveTo>
                  <a:pt x="881545" y="395109"/>
                </a:moveTo>
                <a:lnTo>
                  <a:pt x="841616" y="385965"/>
                </a:lnTo>
                <a:lnTo>
                  <a:pt x="803922" y="374332"/>
                </a:lnTo>
                <a:lnTo>
                  <a:pt x="776008" y="363004"/>
                </a:lnTo>
                <a:lnTo>
                  <a:pt x="768934" y="360133"/>
                </a:lnTo>
                <a:lnTo>
                  <a:pt x="736663" y="343192"/>
                </a:lnTo>
                <a:lnTo>
                  <a:pt x="757466" y="323380"/>
                </a:lnTo>
                <a:lnTo>
                  <a:pt x="765505" y="315734"/>
                </a:lnTo>
                <a:lnTo>
                  <a:pt x="790194" y="285838"/>
                </a:lnTo>
                <a:lnTo>
                  <a:pt x="810602" y="253352"/>
                </a:lnTo>
                <a:lnTo>
                  <a:pt x="826579" y="218135"/>
                </a:lnTo>
                <a:lnTo>
                  <a:pt x="826579" y="187655"/>
                </a:lnTo>
                <a:lnTo>
                  <a:pt x="788479" y="187655"/>
                </a:lnTo>
                <a:lnTo>
                  <a:pt x="788479" y="218135"/>
                </a:lnTo>
                <a:lnTo>
                  <a:pt x="774814" y="246786"/>
                </a:lnTo>
                <a:lnTo>
                  <a:pt x="756843" y="273608"/>
                </a:lnTo>
                <a:lnTo>
                  <a:pt x="734860" y="299008"/>
                </a:lnTo>
                <a:lnTo>
                  <a:pt x="709142" y="323380"/>
                </a:lnTo>
                <a:lnTo>
                  <a:pt x="681964" y="300507"/>
                </a:lnTo>
                <a:lnTo>
                  <a:pt x="659803" y="275323"/>
                </a:lnTo>
                <a:lnTo>
                  <a:pt x="642480" y="247865"/>
                </a:lnTo>
                <a:lnTo>
                  <a:pt x="629894" y="218135"/>
                </a:lnTo>
                <a:lnTo>
                  <a:pt x="788479" y="218135"/>
                </a:lnTo>
                <a:lnTo>
                  <a:pt x="788479" y="187655"/>
                </a:lnTo>
                <a:lnTo>
                  <a:pt x="610082" y="187655"/>
                </a:lnTo>
                <a:lnTo>
                  <a:pt x="614629" y="174777"/>
                </a:lnTo>
                <a:lnTo>
                  <a:pt x="619036" y="161315"/>
                </a:lnTo>
                <a:lnTo>
                  <a:pt x="623150" y="147281"/>
                </a:lnTo>
                <a:lnTo>
                  <a:pt x="626846" y="132689"/>
                </a:lnTo>
                <a:lnTo>
                  <a:pt x="878497" y="132689"/>
                </a:lnTo>
                <a:lnTo>
                  <a:pt x="878497" y="100685"/>
                </a:lnTo>
                <a:lnTo>
                  <a:pt x="635990" y="100685"/>
                </a:lnTo>
                <a:lnTo>
                  <a:pt x="640562" y="77520"/>
                </a:lnTo>
                <a:lnTo>
                  <a:pt x="645134" y="53771"/>
                </a:lnTo>
                <a:lnTo>
                  <a:pt x="649706" y="29451"/>
                </a:lnTo>
                <a:lnTo>
                  <a:pt x="654278" y="4572"/>
                </a:lnTo>
                <a:lnTo>
                  <a:pt x="616178" y="0"/>
                </a:lnTo>
                <a:lnTo>
                  <a:pt x="612457" y="26885"/>
                </a:lnTo>
                <a:lnTo>
                  <a:pt x="608177" y="52628"/>
                </a:lnTo>
                <a:lnTo>
                  <a:pt x="603313" y="77241"/>
                </a:lnTo>
                <a:lnTo>
                  <a:pt x="597890" y="100685"/>
                </a:lnTo>
                <a:lnTo>
                  <a:pt x="504825" y="100685"/>
                </a:lnTo>
                <a:lnTo>
                  <a:pt x="512826" y="82359"/>
                </a:lnTo>
                <a:lnTo>
                  <a:pt x="520827" y="63868"/>
                </a:lnTo>
                <a:lnTo>
                  <a:pt x="528828" y="45097"/>
                </a:lnTo>
                <a:lnTo>
                  <a:pt x="536829" y="25908"/>
                </a:lnTo>
                <a:lnTo>
                  <a:pt x="501777" y="16764"/>
                </a:lnTo>
                <a:lnTo>
                  <a:pt x="493750" y="37363"/>
                </a:lnTo>
                <a:lnTo>
                  <a:pt x="485584" y="57962"/>
                </a:lnTo>
                <a:lnTo>
                  <a:pt x="477126" y="78574"/>
                </a:lnTo>
                <a:lnTo>
                  <a:pt x="468249" y="99161"/>
                </a:lnTo>
                <a:lnTo>
                  <a:pt x="468249" y="132689"/>
                </a:lnTo>
                <a:lnTo>
                  <a:pt x="590169" y="132689"/>
                </a:lnTo>
                <a:lnTo>
                  <a:pt x="572871" y="185445"/>
                </a:lnTo>
                <a:lnTo>
                  <a:pt x="552907" y="233934"/>
                </a:lnTo>
                <a:lnTo>
                  <a:pt x="530148" y="278180"/>
                </a:lnTo>
                <a:lnTo>
                  <a:pt x="504456" y="318249"/>
                </a:lnTo>
                <a:lnTo>
                  <a:pt x="475703" y="354152"/>
                </a:lnTo>
                <a:lnTo>
                  <a:pt x="443763" y="385965"/>
                </a:lnTo>
                <a:lnTo>
                  <a:pt x="450380" y="392861"/>
                </a:lnTo>
                <a:lnTo>
                  <a:pt x="456565" y="400050"/>
                </a:lnTo>
                <a:lnTo>
                  <a:pt x="462495" y="407822"/>
                </a:lnTo>
                <a:lnTo>
                  <a:pt x="468249" y="416445"/>
                </a:lnTo>
                <a:lnTo>
                  <a:pt x="499719" y="383679"/>
                </a:lnTo>
                <a:lnTo>
                  <a:pt x="528332" y="347535"/>
                </a:lnTo>
                <a:lnTo>
                  <a:pt x="554189" y="307949"/>
                </a:lnTo>
                <a:lnTo>
                  <a:pt x="577342" y="264833"/>
                </a:lnTo>
                <a:lnTo>
                  <a:pt x="597890" y="218135"/>
                </a:lnTo>
                <a:lnTo>
                  <a:pt x="612457" y="254215"/>
                </a:lnTo>
                <a:lnTo>
                  <a:pt x="631037" y="286981"/>
                </a:lnTo>
                <a:lnTo>
                  <a:pt x="653605" y="316598"/>
                </a:lnTo>
                <a:lnTo>
                  <a:pt x="680186" y="343192"/>
                </a:lnTo>
                <a:lnTo>
                  <a:pt x="650443" y="358965"/>
                </a:lnTo>
                <a:lnTo>
                  <a:pt x="613841" y="374142"/>
                </a:lnTo>
                <a:lnTo>
                  <a:pt x="570369" y="388721"/>
                </a:lnTo>
                <a:lnTo>
                  <a:pt x="520065" y="402729"/>
                </a:lnTo>
                <a:lnTo>
                  <a:pt x="526897" y="409867"/>
                </a:lnTo>
                <a:lnTo>
                  <a:pt x="533552" y="417537"/>
                </a:lnTo>
                <a:lnTo>
                  <a:pt x="539991" y="425869"/>
                </a:lnTo>
                <a:lnTo>
                  <a:pt x="545973" y="434733"/>
                </a:lnTo>
                <a:lnTo>
                  <a:pt x="595718" y="417537"/>
                </a:lnTo>
                <a:lnTo>
                  <a:pt x="639559" y="400062"/>
                </a:lnTo>
                <a:lnTo>
                  <a:pt x="677443" y="381965"/>
                </a:lnTo>
                <a:lnTo>
                  <a:pt x="709142" y="363004"/>
                </a:lnTo>
                <a:lnTo>
                  <a:pt x="744601" y="384492"/>
                </a:lnTo>
                <a:lnTo>
                  <a:pt x="779894" y="403098"/>
                </a:lnTo>
                <a:lnTo>
                  <a:pt x="814882" y="418820"/>
                </a:lnTo>
                <a:lnTo>
                  <a:pt x="849439" y="431685"/>
                </a:lnTo>
                <a:lnTo>
                  <a:pt x="855726" y="424040"/>
                </a:lnTo>
                <a:lnTo>
                  <a:pt x="863168" y="415112"/>
                </a:lnTo>
                <a:lnTo>
                  <a:pt x="871766" y="405320"/>
                </a:lnTo>
                <a:lnTo>
                  <a:pt x="881545" y="395109"/>
                </a:lnTo>
                <a:close/>
              </a:path>
              <a:path w="2208529" h="436879">
                <a:moveTo>
                  <a:pt x="1056894" y="219659"/>
                </a:moveTo>
                <a:lnTo>
                  <a:pt x="1044625" y="205371"/>
                </a:lnTo>
                <a:lnTo>
                  <a:pt x="1033081" y="192227"/>
                </a:lnTo>
                <a:lnTo>
                  <a:pt x="1029004" y="187655"/>
                </a:lnTo>
                <a:lnTo>
                  <a:pt x="1012698" y="169367"/>
                </a:lnTo>
                <a:lnTo>
                  <a:pt x="992784" y="187655"/>
                </a:lnTo>
                <a:lnTo>
                  <a:pt x="992784" y="117449"/>
                </a:lnTo>
                <a:lnTo>
                  <a:pt x="1047750" y="117449"/>
                </a:lnTo>
                <a:lnTo>
                  <a:pt x="1047750" y="86969"/>
                </a:lnTo>
                <a:lnTo>
                  <a:pt x="992784" y="86969"/>
                </a:lnTo>
                <a:lnTo>
                  <a:pt x="992784" y="1524"/>
                </a:lnTo>
                <a:lnTo>
                  <a:pt x="960780" y="1524"/>
                </a:lnTo>
                <a:lnTo>
                  <a:pt x="960780" y="86969"/>
                </a:lnTo>
                <a:lnTo>
                  <a:pt x="896772" y="86969"/>
                </a:lnTo>
                <a:lnTo>
                  <a:pt x="896772" y="117449"/>
                </a:lnTo>
                <a:lnTo>
                  <a:pt x="960780" y="117449"/>
                </a:lnTo>
                <a:lnTo>
                  <a:pt x="948804" y="159207"/>
                </a:lnTo>
                <a:lnTo>
                  <a:pt x="933538" y="199656"/>
                </a:lnTo>
                <a:lnTo>
                  <a:pt x="915136" y="238671"/>
                </a:lnTo>
                <a:lnTo>
                  <a:pt x="893724" y="276136"/>
                </a:lnTo>
                <a:lnTo>
                  <a:pt x="898017" y="286156"/>
                </a:lnTo>
                <a:lnTo>
                  <a:pt x="901725" y="295757"/>
                </a:lnTo>
                <a:lnTo>
                  <a:pt x="904875" y="305066"/>
                </a:lnTo>
                <a:lnTo>
                  <a:pt x="907440" y="314236"/>
                </a:lnTo>
                <a:lnTo>
                  <a:pt x="921994" y="291414"/>
                </a:lnTo>
                <a:lnTo>
                  <a:pt x="935824" y="264274"/>
                </a:lnTo>
                <a:lnTo>
                  <a:pt x="948804" y="233146"/>
                </a:lnTo>
                <a:lnTo>
                  <a:pt x="960780" y="198323"/>
                </a:lnTo>
                <a:lnTo>
                  <a:pt x="960780" y="433209"/>
                </a:lnTo>
                <a:lnTo>
                  <a:pt x="992784" y="433209"/>
                </a:lnTo>
                <a:lnTo>
                  <a:pt x="992784" y="198323"/>
                </a:lnTo>
                <a:lnTo>
                  <a:pt x="992784" y="192227"/>
                </a:lnTo>
                <a:lnTo>
                  <a:pt x="1003985" y="204800"/>
                </a:lnTo>
                <a:lnTo>
                  <a:pt x="1014590" y="217373"/>
                </a:lnTo>
                <a:lnTo>
                  <a:pt x="1024597" y="229946"/>
                </a:lnTo>
                <a:lnTo>
                  <a:pt x="1034034" y="242519"/>
                </a:lnTo>
                <a:lnTo>
                  <a:pt x="1056894" y="219659"/>
                </a:lnTo>
                <a:close/>
              </a:path>
              <a:path w="2208529" h="436879">
                <a:moveTo>
                  <a:pt x="1319212" y="298996"/>
                </a:moveTo>
                <a:lnTo>
                  <a:pt x="1230731" y="298996"/>
                </a:lnTo>
                <a:lnTo>
                  <a:pt x="1230731" y="231851"/>
                </a:lnTo>
                <a:lnTo>
                  <a:pt x="1300924" y="231851"/>
                </a:lnTo>
                <a:lnTo>
                  <a:pt x="1300924" y="201371"/>
                </a:lnTo>
                <a:lnTo>
                  <a:pt x="1230731" y="201371"/>
                </a:lnTo>
                <a:lnTo>
                  <a:pt x="1230731" y="138785"/>
                </a:lnTo>
                <a:lnTo>
                  <a:pt x="1310068" y="138785"/>
                </a:lnTo>
                <a:lnTo>
                  <a:pt x="1310068" y="108305"/>
                </a:lnTo>
                <a:lnTo>
                  <a:pt x="1120902" y="108305"/>
                </a:lnTo>
                <a:lnTo>
                  <a:pt x="1120902" y="138785"/>
                </a:lnTo>
                <a:lnTo>
                  <a:pt x="1198727" y="138785"/>
                </a:lnTo>
                <a:lnTo>
                  <a:pt x="1198727" y="201371"/>
                </a:lnTo>
                <a:lnTo>
                  <a:pt x="1128522" y="201371"/>
                </a:lnTo>
                <a:lnTo>
                  <a:pt x="1128522" y="231851"/>
                </a:lnTo>
                <a:lnTo>
                  <a:pt x="1198727" y="231851"/>
                </a:lnTo>
                <a:lnTo>
                  <a:pt x="1198727" y="298996"/>
                </a:lnTo>
                <a:lnTo>
                  <a:pt x="1108710" y="298996"/>
                </a:lnTo>
                <a:lnTo>
                  <a:pt x="1108710" y="327952"/>
                </a:lnTo>
                <a:lnTo>
                  <a:pt x="1319212" y="327952"/>
                </a:lnTo>
                <a:lnTo>
                  <a:pt x="1319212" y="298996"/>
                </a:lnTo>
                <a:close/>
              </a:path>
              <a:path w="2208529" h="436879">
                <a:moveTo>
                  <a:pt x="1326832" y="382917"/>
                </a:moveTo>
                <a:lnTo>
                  <a:pt x="1094994" y="382917"/>
                </a:lnTo>
                <a:lnTo>
                  <a:pt x="1094994" y="59537"/>
                </a:lnTo>
                <a:lnTo>
                  <a:pt x="1320736" y="59537"/>
                </a:lnTo>
                <a:lnTo>
                  <a:pt x="1320736" y="27432"/>
                </a:lnTo>
                <a:lnTo>
                  <a:pt x="1061466" y="27432"/>
                </a:lnTo>
                <a:lnTo>
                  <a:pt x="1061466" y="414921"/>
                </a:lnTo>
                <a:lnTo>
                  <a:pt x="1326832" y="414921"/>
                </a:lnTo>
                <a:lnTo>
                  <a:pt x="1326832" y="382917"/>
                </a:lnTo>
                <a:close/>
              </a:path>
              <a:path w="2208529" h="436879">
                <a:moveTo>
                  <a:pt x="1550949" y="50292"/>
                </a:moveTo>
                <a:lnTo>
                  <a:pt x="1451889" y="50292"/>
                </a:lnTo>
                <a:lnTo>
                  <a:pt x="1452778" y="38582"/>
                </a:lnTo>
                <a:lnTo>
                  <a:pt x="1453222" y="26289"/>
                </a:lnTo>
                <a:lnTo>
                  <a:pt x="1453400" y="13436"/>
                </a:lnTo>
                <a:lnTo>
                  <a:pt x="1453413" y="0"/>
                </a:lnTo>
                <a:lnTo>
                  <a:pt x="1421320" y="0"/>
                </a:lnTo>
                <a:lnTo>
                  <a:pt x="1421079" y="13436"/>
                </a:lnTo>
                <a:lnTo>
                  <a:pt x="1420050" y="38100"/>
                </a:lnTo>
                <a:lnTo>
                  <a:pt x="1419796" y="50292"/>
                </a:lnTo>
                <a:lnTo>
                  <a:pt x="1355788" y="50292"/>
                </a:lnTo>
                <a:lnTo>
                  <a:pt x="1355788" y="79349"/>
                </a:lnTo>
                <a:lnTo>
                  <a:pt x="1416748" y="79349"/>
                </a:lnTo>
                <a:lnTo>
                  <a:pt x="1409585" y="118516"/>
                </a:lnTo>
                <a:lnTo>
                  <a:pt x="1394841" y="153695"/>
                </a:lnTo>
                <a:lnTo>
                  <a:pt x="1372387" y="184873"/>
                </a:lnTo>
                <a:lnTo>
                  <a:pt x="1342072" y="212026"/>
                </a:lnTo>
                <a:lnTo>
                  <a:pt x="1349552" y="217982"/>
                </a:lnTo>
                <a:lnTo>
                  <a:pt x="1356169" y="224218"/>
                </a:lnTo>
                <a:lnTo>
                  <a:pt x="1367980" y="236410"/>
                </a:lnTo>
                <a:lnTo>
                  <a:pt x="1402283" y="202450"/>
                </a:lnTo>
                <a:lnTo>
                  <a:pt x="1427467" y="164744"/>
                </a:lnTo>
                <a:lnTo>
                  <a:pt x="1443494" y="123609"/>
                </a:lnTo>
                <a:lnTo>
                  <a:pt x="1450365" y="79349"/>
                </a:lnTo>
                <a:lnTo>
                  <a:pt x="1517421" y="79349"/>
                </a:lnTo>
                <a:lnTo>
                  <a:pt x="1516278" y="97066"/>
                </a:lnTo>
                <a:lnTo>
                  <a:pt x="1515135" y="115925"/>
                </a:lnTo>
                <a:lnTo>
                  <a:pt x="1513992" y="135928"/>
                </a:lnTo>
                <a:lnTo>
                  <a:pt x="1512849" y="157073"/>
                </a:lnTo>
                <a:lnTo>
                  <a:pt x="1510284" y="169125"/>
                </a:lnTo>
                <a:lnTo>
                  <a:pt x="1504848" y="177736"/>
                </a:lnTo>
                <a:lnTo>
                  <a:pt x="1496568" y="182880"/>
                </a:lnTo>
                <a:lnTo>
                  <a:pt x="1485417" y="184594"/>
                </a:lnTo>
                <a:lnTo>
                  <a:pt x="1477060" y="184340"/>
                </a:lnTo>
                <a:lnTo>
                  <a:pt x="1467700" y="183642"/>
                </a:lnTo>
                <a:lnTo>
                  <a:pt x="1444269" y="181546"/>
                </a:lnTo>
                <a:lnTo>
                  <a:pt x="1446542" y="189547"/>
                </a:lnTo>
                <a:lnTo>
                  <a:pt x="1448650" y="197548"/>
                </a:lnTo>
                <a:lnTo>
                  <a:pt x="1450492" y="205549"/>
                </a:lnTo>
                <a:lnTo>
                  <a:pt x="1451889" y="213550"/>
                </a:lnTo>
                <a:lnTo>
                  <a:pt x="1461871" y="214439"/>
                </a:lnTo>
                <a:lnTo>
                  <a:pt x="1471129" y="214884"/>
                </a:lnTo>
                <a:lnTo>
                  <a:pt x="1479537" y="215061"/>
                </a:lnTo>
                <a:lnTo>
                  <a:pt x="1486941" y="215074"/>
                </a:lnTo>
                <a:lnTo>
                  <a:pt x="1501762" y="214223"/>
                </a:lnTo>
                <a:lnTo>
                  <a:pt x="1535671" y="192811"/>
                </a:lnTo>
                <a:lnTo>
                  <a:pt x="1546377" y="147929"/>
                </a:lnTo>
                <a:lnTo>
                  <a:pt x="1548663" y="104292"/>
                </a:lnTo>
                <a:lnTo>
                  <a:pt x="1549781" y="79349"/>
                </a:lnTo>
                <a:lnTo>
                  <a:pt x="1550949" y="50292"/>
                </a:lnTo>
                <a:close/>
              </a:path>
              <a:path w="2208529" h="436879">
                <a:moveTo>
                  <a:pt x="1747735" y="38100"/>
                </a:moveTo>
                <a:lnTo>
                  <a:pt x="1715731" y="38100"/>
                </a:lnTo>
                <a:lnTo>
                  <a:pt x="1715731" y="67157"/>
                </a:lnTo>
                <a:lnTo>
                  <a:pt x="1715731" y="158686"/>
                </a:lnTo>
                <a:lnTo>
                  <a:pt x="1621155" y="158686"/>
                </a:lnTo>
                <a:lnTo>
                  <a:pt x="1621155" y="67157"/>
                </a:lnTo>
                <a:lnTo>
                  <a:pt x="1715731" y="67157"/>
                </a:lnTo>
                <a:lnTo>
                  <a:pt x="1715731" y="38100"/>
                </a:lnTo>
                <a:lnTo>
                  <a:pt x="1587627" y="38100"/>
                </a:lnTo>
                <a:lnTo>
                  <a:pt x="1587627" y="212026"/>
                </a:lnTo>
                <a:lnTo>
                  <a:pt x="1621155" y="212026"/>
                </a:lnTo>
                <a:lnTo>
                  <a:pt x="1621155" y="187642"/>
                </a:lnTo>
                <a:lnTo>
                  <a:pt x="1715731" y="187642"/>
                </a:lnTo>
                <a:lnTo>
                  <a:pt x="1715731" y="210502"/>
                </a:lnTo>
                <a:lnTo>
                  <a:pt x="1747735" y="210502"/>
                </a:lnTo>
                <a:lnTo>
                  <a:pt x="1747735" y="187642"/>
                </a:lnTo>
                <a:lnTo>
                  <a:pt x="1747735" y="158686"/>
                </a:lnTo>
                <a:lnTo>
                  <a:pt x="1747735" y="67157"/>
                </a:lnTo>
                <a:lnTo>
                  <a:pt x="1747735" y="38100"/>
                </a:lnTo>
                <a:close/>
              </a:path>
              <a:path w="2208529" h="436879">
                <a:moveTo>
                  <a:pt x="1779752" y="381381"/>
                </a:moveTo>
                <a:lnTo>
                  <a:pt x="1728292" y="367080"/>
                </a:lnTo>
                <a:lnTo>
                  <a:pt x="1681403" y="347052"/>
                </a:lnTo>
                <a:lnTo>
                  <a:pt x="1639074" y="321297"/>
                </a:lnTo>
                <a:lnTo>
                  <a:pt x="1610487" y="297472"/>
                </a:lnTo>
                <a:lnTo>
                  <a:pt x="1601343" y="289852"/>
                </a:lnTo>
                <a:lnTo>
                  <a:pt x="1773643" y="289852"/>
                </a:lnTo>
                <a:lnTo>
                  <a:pt x="1773643" y="259270"/>
                </a:lnTo>
                <a:lnTo>
                  <a:pt x="1578483" y="259270"/>
                </a:lnTo>
                <a:lnTo>
                  <a:pt x="1578483" y="210502"/>
                </a:lnTo>
                <a:lnTo>
                  <a:pt x="1544853" y="210502"/>
                </a:lnTo>
                <a:lnTo>
                  <a:pt x="1544853" y="259270"/>
                </a:lnTo>
                <a:lnTo>
                  <a:pt x="1351216" y="259270"/>
                </a:lnTo>
                <a:lnTo>
                  <a:pt x="1351216" y="289852"/>
                </a:lnTo>
                <a:lnTo>
                  <a:pt x="1518945" y="289852"/>
                </a:lnTo>
                <a:lnTo>
                  <a:pt x="1479524" y="320992"/>
                </a:lnTo>
                <a:lnTo>
                  <a:pt x="1436801" y="348005"/>
                </a:lnTo>
                <a:lnTo>
                  <a:pt x="1390929" y="370725"/>
                </a:lnTo>
                <a:lnTo>
                  <a:pt x="1342072" y="389013"/>
                </a:lnTo>
                <a:lnTo>
                  <a:pt x="1356741" y="405396"/>
                </a:lnTo>
                <a:lnTo>
                  <a:pt x="1362862" y="412584"/>
                </a:lnTo>
                <a:lnTo>
                  <a:pt x="1367980" y="419493"/>
                </a:lnTo>
                <a:lnTo>
                  <a:pt x="1417523" y="396354"/>
                </a:lnTo>
                <a:lnTo>
                  <a:pt x="1463319" y="368198"/>
                </a:lnTo>
                <a:lnTo>
                  <a:pt x="1505661" y="335178"/>
                </a:lnTo>
                <a:lnTo>
                  <a:pt x="1544853" y="297472"/>
                </a:lnTo>
                <a:lnTo>
                  <a:pt x="1544853" y="434733"/>
                </a:lnTo>
                <a:lnTo>
                  <a:pt x="1578483" y="434733"/>
                </a:lnTo>
                <a:lnTo>
                  <a:pt x="1578483" y="297472"/>
                </a:lnTo>
                <a:lnTo>
                  <a:pt x="1613344" y="334683"/>
                </a:lnTo>
                <a:lnTo>
                  <a:pt x="1653933" y="366483"/>
                </a:lnTo>
                <a:lnTo>
                  <a:pt x="1700250" y="393141"/>
                </a:lnTo>
                <a:lnTo>
                  <a:pt x="1752307" y="414921"/>
                </a:lnTo>
                <a:lnTo>
                  <a:pt x="1758315" y="406895"/>
                </a:lnTo>
                <a:lnTo>
                  <a:pt x="1764880" y="398729"/>
                </a:lnTo>
                <a:lnTo>
                  <a:pt x="1772031" y="390271"/>
                </a:lnTo>
                <a:lnTo>
                  <a:pt x="1779752" y="381381"/>
                </a:lnTo>
                <a:close/>
              </a:path>
              <a:path w="2208529" h="436879">
                <a:moveTo>
                  <a:pt x="1993290" y="268516"/>
                </a:moveTo>
                <a:lnTo>
                  <a:pt x="1976983" y="251599"/>
                </a:lnTo>
                <a:lnTo>
                  <a:pt x="1960257" y="235280"/>
                </a:lnTo>
                <a:lnTo>
                  <a:pt x="1956536" y="231851"/>
                </a:lnTo>
                <a:lnTo>
                  <a:pt x="1949958" y="225755"/>
                </a:lnTo>
                <a:lnTo>
                  <a:pt x="1945017" y="221183"/>
                </a:lnTo>
                <a:lnTo>
                  <a:pt x="1943265" y="219557"/>
                </a:lnTo>
                <a:lnTo>
                  <a:pt x="1926145" y="204419"/>
                </a:lnTo>
                <a:lnTo>
                  <a:pt x="1910905" y="221183"/>
                </a:lnTo>
                <a:lnTo>
                  <a:pt x="1910905" y="164795"/>
                </a:lnTo>
                <a:lnTo>
                  <a:pt x="1991766" y="164795"/>
                </a:lnTo>
                <a:lnTo>
                  <a:pt x="1991766" y="134213"/>
                </a:lnTo>
                <a:lnTo>
                  <a:pt x="1910905" y="134213"/>
                </a:lnTo>
                <a:lnTo>
                  <a:pt x="1910905" y="65633"/>
                </a:lnTo>
                <a:lnTo>
                  <a:pt x="1910905" y="59537"/>
                </a:lnTo>
                <a:lnTo>
                  <a:pt x="1984146" y="45720"/>
                </a:lnTo>
                <a:lnTo>
                  <a:pt x="1974913" y="15240"/>
                </a:lnTo>
                <a:lnTo>
                  <a:pt x="1931428" y="24053"/>
                </a:lnTo>
                <a:lnTo>
                  <a:pt x="1887651" y="32004"/>
                </a:lnTo>
                <a:lnTo>
                  <a:pt x="1843290" y="38823"/>
                </a:lnTo>
                <a:lnTo>
                  <a:pt x="1798027" y="44196"/>
                </a:lnTo>
                <a:lnTo>
                  <a:pt x="1800529" y="52235"/>
                </a:lnTo>
                <a:lnTo>
                  <a:pt x="1803171" y="60096"/>
                </a:lnTo>
                <a:lnTo>
                  <a:pt x="1805533" y="67652"/>
                </a:lnTo>
                <a:lnTo>
                  <a:pt x="1807171" y="74777"/>
                </a:lnTo>
                <a:lnTo>
                  <a:pt x="1877377" y="65633"/>
                </a:lnTo>
                <a:lnTo>
                  <a:pt x="1877377" y="134213"/>
                </a:lnTo>
                <a:lnTo>
                  <a:pt x="1793455" y="134213"/>
                </a:lnTo>
                <a:lnTo>
                  <a:pt x="1793455" y="164795"/>
                </a:lnTo>
                <a:lnTo>
                  <a:pt x="1869757" y="164795"/>
                </a:lnTo>
                <a:lnTo>
                  <a:pt x="1853717" y="203949"/>
                </a:lnTo>
                <a:lnTo>
                  <a:pt x="1835226" y="241414"/>
                </a:lnTo>
                <a:lnTo>
                  <a:pt x="1814169" y="277164"/>
                </a:lnTo>
                <a:lnTo>
                  <a:pt x="1790407" y="311188"/>
                </a:lnTo>
                <a:lnTo>
                  <a:pt x="1799361" y="331381"/>
                </a:lnTo>
                <a:lnTo>
                  <a:pt x="1803488" y="340766"/>
                </a:lnTo>
                <a:lnTo>
                  <a:pt x="1807171" y="349288"/>
                </a:lnTo>
                <a:lnTo>
                  <a:pt x="1827796" y="319278"/>
                </a:lnTo>
                <a:lnTo>
                  <a:pt x="1846275" y="288696"/>
                </a:lnTo>
                <a:lnTo>
                  <a:pt x="1862759" y="257517"/>
                </a:lnTo>
                <a:lnTo>
                  <a:pt x="1877377" y="225755"/>
                </a:lnTo>
                <a:lnTo>
                  <a:pt x="1877377" y="436257"/>
                </a:lnTo>
                <a:lnTo>
                  <a:pt x="1910905" y="436257"/>
                </a:lnTo>
                <a:lnTo>
                  <a:pt x="1910905" y="231851"/>
                </a:lnTo>
                <a:lnTo>
                  <a:pt x="1926602" y="247599"/>
                </a:lnTo>
                <a:lnTo>
                  <a:pt x="1941576" y="262940"/>
                </a:lnTo>
                <a:lnTo>
                  <a:pt x="1955698" y="278003"/>
                </a:lnTo>
                <a:lnTo>
                  <a:pt x="1968817" y="292900"/>
                </a:lnTo>
                <a:lnTo>
                  <a:pt x="1993290" y="268516"/>
                </a:lnTo>
                <a:close/>
              </a:path>
              <a:path w="2208529" h="436879">
                <a:moveTo>
                  <a:pt x="2208276" y="54965"/>
                </a:moveTo>
                <a:lnTo>
                  <a:pt x="2173224" y="54965"/>
                </a:lnTo>
                <a:lnTo>
                  <a:pt x="2173224" y="86969"/>
                </a:lnTo>
                <a:lnTo>
                  <a:pt x="2173224" y="347764"/>
                </a:lnTo>
                <a:lnTo>
                  <a:pt x="2049691" y="347764"/>
                </a:lnTo>
                <a:lnTo>
                  <a:pt x="2049691" y="86969"/>
                </a:lnTo>
                <a:lnTo>
                  <a:pt x="2173224" y="86969"/>
                </a:lnTo>
                <a:lnTo>
                  <a:pt x="2173224" y="54965"/>
                </a:lnTo>
                <a:lnTo>
                  <a:pt x="2014639" y="54965"/>
                </a:lnTo>
                <a:lnTo>
                  <a:pt x="2014639" y="421017"/>
                </a:lnTo>
                <a:lnTo>
                  <a:pt x="2049691" y="421017"/>
                </a:lnTo>
                <a:lnTo>
                  <a:pt x="2049691" y="378345"/>
                </a:lnTo>
                <a:lnTo>
                  <a:pt x="2173224" y="378345"/>
                </a:lnTo>
                <a:lnTo>
                  <a:pt x="2173224" y="421017"/>
                </a:lnTo>
                <a:lnTo>
                  <a:pt x="2208276" y="421017"/>
                </a:lnTo>
                <a:lnTo>
                  <a:pt x="2208276" y="378345"/>
                </a:lnTo>
                <a:lnTo>
                  <a:pt x="2208276" y="347764"/>
                </a:lnTo>
                <a:lnTo>
                  <a:pt x="2208276" y="86969"/>
                </a:lnTo>
                <a:lnTo>
                  <a:pt x="2208276" y="549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7001350" y="4408455"/>
            <a:ext cx="320675" cy="316230"/>
          </a:xfrm>
          <a:custGeom>
            <a:avLst/>
            <a:gdLst/>
            <a:ahLst/>
            <a:cxnLst/>
            <a:rect l="l" t="t" r="r" b="b"/>
            <a:pathLst>
              <a:path w="320675" h="316229">
                <a:moveTo>
                  <a:pt x="35052" y="315753"/>
                </a:moveTo>
                <a:lnTo>
                  <a:pt x="0" y="315753"/>
                </a:lnTo>
                <a:lnTo>
                  <a:pt x="0" y="0"/>
                </a:lnTo>
                <a:lnTo>
                  <a:pt x="48768" y="0"/>
                </a:lnTo>
                <a:lnTo>
                  <a:pt x="67439" y="42672"/>
                </a:lnTo>
                <a:lnTo>
                  <a:pt x="33528" y="42672"/>
                </a:lnTo>
                <a:lnTo>
                  <a:pt x="34409" y="53508"/>
                </a:lnTo>
                <a:lnTo>
                  <a:pt x="34861" y="67639"/>
                </a:lnTo>
                <a:lnTo>
                  <a:pt x="34942" y="76021"/>
                </a:lnTo>
                <a:lnTo>
                  <a:pt x="35052" y="315753"/>
                </a:lnTo>
                <a:close/>
              </a:path>
              <a:path w="320675" h="316229">
                <a:moveTo>
                  <a:pt x="195154" y="257746"/>
                </a:moveTo>
                <a:lnTo>
                  <a:pt x="161639" y="257746"/>
                </a:lnTo>
                <a:lnTo>
                  <a:pt x="165949" y="245792"/>
                </a:lnTo>
                <a:lnTo>
                  <a:pt x="169830" y="235267"/>
                </a:lnTo>
                <a:lnTo>
                  <a:pt x="173426" y="226456"/>
                </a:lnTo>
                <a:lnTo>
                  <a:pt x="176879" y="219646"/>
                </a:lnTo>
                <a:lnTo>
                  <a:pt x="274415" y="0"/>
                </a:lnTo>
                <a:lnTo>
                  <a:pt x="320230" y="0"/>
                </a:lnTo>
                <a:lnTo>
                  <a:pt x="320230" y="42672"/>
                </a:lnTo>
                <a:lnTo>
                  <a:pt x="286702" y="42672"/>
                </a:lnTo>
                <a:lnTo>
                  <a:pt x="283559" y="52363"/>
                </a:lnTo>
                <a:lnTo>
                  <a:pt x="280987" y="60769"/>
                </a:lnTo>
                <a:lnTo>
                  <a:pt x="278987" y="67746"/>
                </a:lnTo>
                <a:lnTo>
                  <a:pt x="277558" y="73152"/>
                </a:lnTo>
                <a:lnTo>
                  <a:pt x="195154" y="257746"/>
                </a:lnTo>
                <a:close/>
              </a:path>
              <a:path w="320675" h="316229">
                <a:moveTo>
                  <a:pt x="169259" y="315753"/>
                </a:moveTo>
                <a:lnTo>
                  <a:pt x="150971" y="315753"/>
                </a:lnTo>
                <a:lnTo>
                  <a:pt x="44196" y="74676"/>
                </a:lnTo>
                <a:lnTo>
                  <a:pt x="41910" y="69246"/>
                </a:lnTo>
                <a:lnTo>
                  <a:pt x="39624" y="62103"/>
                </a:lnTo>
                <a:lnTo>
                  <a:pt x="37338" y="53244"/>
                </a:lnTo>
                <a:lnTo>
                  <a:pt x="35052" y="42672"/>
                </a:lnTo>
                <a:lnTo>
                  <a:pt x="67439" y="42672"/>
                </a:lnTo>
                <a:lnTo>
                  <a:pt x="144875" y="219646"/>
                </a:lnTo>
                <a:lnTo>
                  <a:pt x="150042" y="231386"/>
                </a:lnTo>
                <a:lnTo>
                  <a:pt x="154209" y="241554"/>
                </a:lnTo>
                <a:lnTo>
                  <a:pt x="157519" y="250293"/>
                </a:lnTo>
                <a:lnTo>
                  <a:pt x="160115" y="257746"/>
                </a:lnTo>
                <a:lnTo>
                  <a:pt x="195154" y="257746"/>
                </a:lnTo>
                <a:lnTo>
                  <a:pt x="169259" y="315753"/>
                </a:lnTo>
                <a:close/>
              </a:path>
              <a:path w="320675" h="316229">
                <a:moveTo>
                  <a:pt x="320230" y="315753"/>
                </a:moveTo>
                <a:lnTo>
                  <a:pt x="283654" y="315753"/>
                </a:lnTo>
                <a:lnTo>
                  <a:pt x="283654" y="103727"/>
                </a:lnTo>
                <a:lnTo>
                  <a:pt x="283916" y="90503"/>
                </a:lnTo>
                <a:lnTo>
                  <a:pt x="284607" y="76021"/>
                </a:lnTo>
                <a:lnTo>
                  <a:pt x="286702" y="42672"/>
                </a:lnTo>
                <a:lnTo>
                  <a:pt x="320230" y="42672"/>
                </a:lnTo>
                <a:lnTo>
                  <a:pt x="320230" y="3157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7367296" y="4403890"/>
            <a:ext cx="530860" cy="325120"/>
          </a:xfrm>
          <a:custGeom>
            <a:avLst/>
            <a:gdLst/>
            <a:ahLst/>
            <a:cxnLst/>
            <a:rect l="l" t="t" r="r" b="b"/>
            <a:pathLst>
              <a:path w="530859" h="325120">
                <a:moveTo>
                  <a:pt x="271462" y="4572"/>
                </a:moveTo>
                <a:lnTo>
                  <a:pt x="231838" y="4572"/>
                </a:lnTo>
                <a:lnTo>
                  <a:pt x="143357" y="254698"/>
                </a:lnTo>
                <a:lnTo>
                  <a:pt x="140449" y="261556"/>
                </a:lnTo>
                <a:lnTo>
                  <a:pt x="138404" y="268414"/>
                </a:lnTo>
                <a:lnTo>
                  <a:pt x="136918" y="275272"/>
                </a:lnTo>
                <a:lnTo>
                  <a:pt x="135737" y="282130"/>
                </a:lnTo>
                <a:lnTo>
                  <a:pt x="134213" y="282130"/>
                </a:lnTo>
                <a:lnTo>
                  <a:pt x="133045" y="274408"/>
                </a:lnTo>
                <a:lnTo>
                  <a:pt x="131737" y="267271"/>
                </a:lnTo>
                <a:lnTo>
                  <a:pt x="130136" y="260692"/>
                </a:lnTo>
                <a:lnTo>
                  <a:pt x="41148" y="4572"/>
                </a:lnTo>
                <a:lnTo>
                  <a:pt x="0" y="4572"/>
                </a:lnTo>
                <a:lnTo>
                  <a:pt x="114401" y="320319"/>
                </a:lnTo>
                <a:lnTo>
                  <a:pt x="154025" y="320319"/>
                </a:lnTo>
                <a:lnTo>
                  <a:pt x="271462" y="4572"/>
                </a:lnTo>
                <a:close/>
              </a:path>
              <a:path w="530859" h="325120">
                <a:moveTo>
                  <a:pt x="530733" y="12192"/>
                </a:moveTo>
                <a:lnTo>
                  <a:pt x="514997" y="7073"/>
                </a:lnTo>
                <a:lnTo>
                  <a:pt x="497382" y="3238"/>
                </a:lnTo>
                <a:lnTo>
                  <a:pt x="477761" y="838"/>
                </a:lnTo>
                <a:lnTo>
                  <a:pt x="455968" y="0"/>
                </a:lnTo>
                <a:lnTo>
                  <a:pt x="422884" y="2857"/>
                </a:lnTo>
                <a:lnTo>
                  <a:pt x="365302" y="25717"/>
                </a:lnTo>
                <a:lnTo>
                  <a:pt x="321602" y="71208"/>
                </a:lnTo>
                <a:lnTo>
                  <a:pt x="298704" y="131953"/>
                </a:lnTo>
                <a:lnTo>
                  <a:pt x="295846" y="167728"/>
                </a:lnTo>
                <a:lnTo>
                  <a:pt x="298399" y="201510"/>
                </a:lnTo>
                <a:lnTo>
                  <a:pt x="318389" y="258699"/>
                </a:lnTo>
                <a:lnTo>
                  <a:pt x="357619" y="301066"/>
                </a:lnTo>
                <a:lnTo>
                  <a:pt x="411429" y="322300"/>
                </a:lnTo>
                <a:lnTo>
                  <a:pt x="443776" y="324891"/>
                </a:lnTo>
                <a:lnTo>
                  <a:pt x="468109" y="323748"/>
                </a:lnTo>
                <a:lnTo>
                  <a:pt x="490715" y="320319"/>
                </a:lnTo>
                <a:lnTo>
                  <a:pt x="511581" y="314566"/>
                </a:lnTo>
                <a:lnTo>
                  <a:pt x="530733" y="306514"/>
                </a:lnTo>
                <a:lnTo>
                  <a:pt x="530733" y="269938"/>
                </a:lnTo>
                <a:lnTo>
                  <a:pt x="512724" y="279704"/>
                </a:lnTo>
                <a:lnTo>
                  <a:pt x="493001" y="286321"/>
                </a:lnTo>
                <a:lnTo>
                  <a:pt x="471538" y="290080"/>
                </a:lnTo>
                <a:lnTo>
                  <a:pt x="448348" y="291274"/>
                </a:lnTo>
                <a:lnTo>
                  <a:pt x="424345" y="289255"/>
                </a:lnTo>
                <a:lnTo>
                  <a:pt x="383197" y="272630"/>
                </a:lnTo>
                <a:lnTo>
                  <a:pt x="352044" y="239153"/>
                </a:lnTo>
                <a:lnTo>
                  <a:pt x="336042" y="193370"/>
                </a:lnTo>
                <a:lnTo>
                  <a:pt x="334048" y="166204"/>
                </a:lnTo>
                <a:lnTo>
                  <a:pt x="336283" y="137045"/>
                </a:lnTo>
                <a:lnTo>
                  <a:pt x="353326" y="88976"/>
                </a:lnTo>
                <a:lnTo>
                  <a:pt x="385876" y="54102"/>
                </a:lnTo>
                <a:lnTo>
                  <a:pt x="429933" y="35814"/>
                </a:lnTo>
                <a:lnTo>
                  <a:pt x="455968" y="33528"/>
                </a:lnTo>
                <a:lnTo>
                  <a:pt x="476046" y="34671"/>
                </a:lnTo>
                <a:lnTo>
                  <a:pt x="495096" y="38100"/>
                </a:lnTo>
                <a:lnTo>
                  <a:pt x="513283" y="43815"/>
                </a:lnTo>
                <a:lnTo>
                  <a:pt x="530733" y="51816"/>
                </a:lnTo>
                <a:lnTo>
                  <a:pt x="530733" y="121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8047470" y="4348924"/>
            <a:ext cx="886460" cy="433705"/>
          </a:xfrm>
          <a:custGeom>
            <a:avLst/>
            <a:gdLst/>
            <a:ahLst/>
            <a:cxnLst/>
            <a:rect l="l" t="t" r="r" b="b"/>
            <a:pathLst>
              <a:path w="886459" h="433704">
                <a:moveTo>
                  <a:pt x="160121" y="225742"/>
                </a:moveTo>
                <a:lnTo>
                  <a:pt x="149555" y="212267"/>
                </a:lnTo>
                <a:lnTo>
                  <a:pt x="138404" y="199072"/>
                </a:lnTo>
                <a:lnTo>
                  <a:pt x="135026" y="195262"/>
                </a:lnTo>
                <a:lnTo>
                  <a:pt x="133667" y="193738"/>
                </a:lnTo>
                <a:lnTo>
                  <a:pt x="126898" y="186118"/>
                </a:lnTo>
                <a:lnTo>
                  <a:pt x="114401" y="172402"/>
                </a:lnTo>
                <a:lnTo>
                  <a:pt x="96113" y="186118"/>
                </a:lnTo>
                <a:lnTo>
                  <a:pt x="96113" y="128117"/>
                </a:lnTo>
                <a:lnTo>
                  <a:pt x="154025" y="128117"/>
                </a:lnTo>
                <a:lnTo>
                  <a:pt x="154025" y="99161"/>
                </a:lnTo>
                <a:lnTo>
                  <a:pt x="96113" y="99161"/>
                </a:lnTo>
                <a:lnTo>
                  <a:pt x="96113" y="1524"/>
                </a:lnTo>
                <a:lnTo>
                  <a:pt x="65633" y="1524"/>
                </a:lnTo>
                <a:lnTo>
                  <a:pt x="65633" y="99161"/>
                </a:lnTo>
                <a:lnTo>
                  <a:pt x="4572" y="99161"/>
                </a:lnTo>
                <a:lnTo>
                  <a:pt x="4572" y="128117"/>
                </a:lnTo>
                <a:lnTo>
                  <a:pt x="59436" y="128117"/>
                </a:lnTo>
                <a:lnTo>
                  <a:pt x="47802" y="169062"/>
                </a:lnTo>
                <a:lnTo>
                  <a:pt x="33718" y="207264"/>
                </a:lnTo>
                <a:lnTo>
                  <a:pt x="17653" y="242912"/>
                </a:lnTo>
                <a:lnTo>
                  <a:pt x="0" y="276136"/>
                </a:lnTo>
                <a:lnTo>
                  <a:pt x="4318" y="285521"/>
                </a:lnTo>
                <a:lnTo>
                  <a:pt x="8191" y="295186"/>
                </a:lnTo>
                <a:lnTo>
                  <a:pt x="11798" y="304850"/>
                </a:lnTo>
                <a:lnTo>
                  <a:pt x="15240" y="314236"/>
                </a:lnTo>
                <a:lnTo>
                  <a:pt x="28676" y="291338"/>
                </a:lnTo>
                <a:lnTo>
                  <a:pt x="41541" y="263702"/>
                </a:lnTo>
                <a:lnTo>
                  <a:pt x="53860" y="231216"/>
                </a:lnTo>
                <a:lnTo>
                  <a:pt x="65633" y="193738"/>
                </a:lnTo>
                <a:lnTo>
                  <a:pt x="65633" y="431685"/>
                </a:lnTo>
                <a:lnTo>
                  <a:pt x="96113" y="431685"/>
                </a:lnTo>
                <a:lnTo>
                  <a:pt x="96113" y="195262"/>
                </a:lnTo>
                <a:lnTo>
                  <a:pt x="106375" y="206336"/>
                </a:lnTo>
                <a:lnTo>
                  <a:pt x="116497" y="218694"/>
                </a:lnTo>
                <a:lnTo>
                  <a:pt x="126326" y="231914"/>
                </a:lnTo>
                <a:lnTo>
                  <a:pt x="135737" y="245554"/>
                </a:lnTo>
                <a:lnTo>
                  <a:pt x="160121" y="225742"/>
                </a:lnTo>
                <a:close/>
              </a:path>
              <a:path w="886459" h="433704">
                <a:moveTo>
                  <a:pt x="431584" y="44196"/>
                </a:moveTo>
                <a:lnTo>
                  <a:pt x="356908" y="44196"/>
                </a:lnTo>
                <a:lnTo>
                  <a:pt x="356908" y="3048"/>
                </a:lnTo>
                <a:lnTo>
                  <a:pt x="326339" y="3048"/>
                </a:lnTo>
                <a:lnTo>
                  <a:pt x="326339" y="44196"/>
                </a:lnTo>
                <a:lnTo>
                  <a:pt x="248615" y="44196"/>
                </a:lnTo>
                <a:lnTo>
                  <a:pt x="248615" y="1524"/>
                </a:lnTo>
                <a:lnTo>
                  <a:pt x="216611" y="1524"/>
                </a:lnTo>
                <a:lnTo>
                  <a:pt x="216611" y="44196"/>
                </a:lnTo>
                <a:lnTo>
                  <a:pt x="147929" y="44196"/>
                </a:lnTo>
                <a:lnTo>
                  <a:pt x="147929" y="73253"/>
                </a:lnTo>
                <a:lnTo>
                  <a:pt x="216611" y="73253"/>
                </a:lnTo>
                <a:lnTo>
                  <a:pt x="216611" y="108305"/>
                </a:lnTo>
                <a:lnTo>
                  <a:pt x="248615" y="108305"/>
                </a:lnTo>
                <a:lnTo>
                  <a:pt x="248615" y="73253"/>
                </a:lnTo>
                <a:lnTo>
                  <a:pt x="326339" y="73253"/>
                </a:lnTo>
                <a:lnTo>
                  <a:pt x="326339" y="108305"/>
                </a:lnTo>
                <a:lnTo>
                  <a:pt x="356908" y="108305"/>
                </a:lnTo>
                <a:lnTo>
                  <a:pt x="356908" y="73253"/>
                </a:lnTo>
                <a:lnTo>
                  <a:pt x="431584" y="73253"/>
                </a:lnTo>
                <a:lnTo>
                  <a:pt x="431584" y="44196"/>
                </a:lnTo>
                <a:close/>
              </a:path>
              <a:path w="886459" h="433704">
                <a:moveTo>
                  <a:pt x="439204" y="398157"/>
                </a:moveTo>
                <a:lnTo>
                  <a:pt x="401434" y="389864"/>
                </a:lnTo>
                <a:lnTo>
                  <a:pt x="338442" y="357822"/>
                </a:lnTo>
                <a:lnTo>
                  <a:pt x="312623" y="334048"/>
                </a:lnTo>
                <a:lnTo>
                  <a:pt x="434632" y="334048"/>
                </a:lnTo>
                <a:lnTo>
                  <a:pt x="434632" y="305092"/>
                </a:lnTo>
                <a:lnTo>
                  <a:pt x="295859" y="305092"/>
                </a:lnTo>
                <a:lnTo>
                  <a:pt x="297002" y="297395"/>
                </a:lnTo>
                <a:lnTo>
                  <a:pt x="298145" y="288137"/>
                </a:lnTo>
                <a:lnTo>
                  <a:pt x="299262" y="277660"/>
                </a:lnTo>
                <a:lnTo>
                  <a:pt x="300431" y="265468"/>
                </a:lnTo>
                <a:lnTo>
                  <a:pt x="373672" y="265468"/>
                </a:lnTo>
                <a:lnTo>
                  <a:pt x="373672" y="277660"/>
                </a:lnTo>
                <a:lnTo>
                  <a:pt x="405676" y="277660"/>
                </a:lnTo>
                <a:lnTo>
                  <a:pt x="405676" y="265468"/>
                </a:lnTo>
                <a:lnTo>
                  <a:pt x="405676" y="239458"/>
                </a:lnTo>
                <a:lnTo>
                  <a:pt x="405676" y="205930"/>
                </a:lnTo>
                <a:lnTo>
                  <a:pt x="405676" y="180022"/>
                </a:lnTo>
                <a:lnTo>
                  <a:pt x="405676" y="146405"/>
                </a:lnTo>
                <a:lnTo>
                  <a:pt x="405676" y="118973"/>
                </a:lnTo>
                <a:lnTo>
                  <a:pt x="373672" y="118973"/>
                </a:lnTo>
                <a:lnTo>
                  <a:pt x="373672" y="146405"/>
                </a:lnTo>
                <a:lnTo>
                  <a:pt x="373672" y="180022"/>
                </a:lnTo>
                <a:lnTo>
                  <a:pt x="373672" y="205930"/>
                </a:lnTo>
                <a:lnTo>
                  <a:pt x="373672" y="239458"/>
                </a:lnTo>
                <a:lnTo>
                  <a:pt x="202895" y="239458"/>
                </a:lnTo>
                <a:lnTo>
                  <a:pt x="202895" y="205930"/>
                </a:lnTo>
                <a:lnTo>
                  <a:pt x="373672" y="205930"/>
                </a:lnTo>
                <a:lnTo>
                  <a:pt x="373672" y="180022"/>
                </a:lnTo>
                <a:lnTo>
                  <a:pt x="202895" y="180022"/>
                </a:lnTo>
                <a:lnTo>
                  <a:pt x="202895" y="146405"/>
                </a:lnTo>
                <a:lnTo>
                  <a:pt x="373672" y="146405"/>
                </a:lnTo>
                <a:lnTo>
                  <a:pt x="373672" y="118973"/>
                </a:lnTo>
                <a:lnTo>
                  <a:pt x="170789" y="118973"/>
                </a:lnTo>
                <a:lnTo>
                  <a:pt x="170789" y="277660"/>
                </a:lnTo>
                <a:lnTo>
                  <a:pt x="202895" y="277660"/>
                </a:lnTo>
                <a:lnTo>
                  <a:pt x="202895" y="265468"/>
                </a:lnTo>
                <a:lnTo>
                  <a:pt x="269951" y="265468"/>
                </a:lnTo>
                <a:lnTo>
                  <a:pt x="266903" y="305092"/>
                </a:lnTo>
                <a:lnTo>
                  <a:pt x="138785" y="305092"/>
                </a:lnTo>
                <a:lnTo>
                  <a:pt x="138785" y="334048"/>
                </a:lnTo>
                <a:lnTo>
                  <a:pt x="256235" y="334048"/>
                </a:lnTo>
                <a:lnTo>
                  <a:pt x="236778" y="356412"/>
                </a:lnTo>
                <a:lnTo>
                  <a:pt x="208178" y="375475"/>
                </a:lnTo>
                <a:lnTo>
                  <a:pt x="170421" y="391363"/>
                </a:lnTo>
                <a:lnTo>
                  <a:pt x="123545" y="404253"/>
                </a:lnTo>
                <a:lnTo>
                  <a:pt x="128092" y="411340"/>
                </a:lnTo>
                <a:lnTo>
                  <a:pt x="132499" y="418731"/>
                </a:lnTo>
                <a:lnTo>
                  <a:pt x="136613" y="426110"/>
                </a:lnTo>
                <a:lnTo>
                  <a:pt x="140309" y="433209"/>
                </a:lnTo>
                <a:lnTo>
                  <a:pt x="192138" y="417195"/>
                </a:lnTo>
                <a:lnTo>
                  <a:pt x="233362" y="396621"/>
                </a:lnTo>
                <a:lnTo>
                  <a:pt x="264274" y="371436"/>
                </a:lnTo>
                <a:lnTo>
                  <a:pt x="285191" y="341668"/>
                </a:lnTo>
                <a:lnTo>
                  <a:pt x="311277" y="371411"/>
                </a:lnTo>
                <a:lnTo>
                  <a:pt x="341807" y="396430"/>
                </a:lnTo>
                <a:lnTo>
                  <a:pt x="377202" y="416560"/>
                </a:lnTo>
                <a:lnTo>
                  <a:pt x="417868" y="431685"/>
                </a:lnTo>
                <a:lnTo>
                  <a:pt x="422490" y="422795"/>
                </a:lnTo>
                <a:lnTo>
                  <a:pt x="427393" y="414350"/>
                </a:lnTo>
                <a:lnTo>
                  <a:pt x="432866" y="406171"/>
                </a:lnTo>
                <a:lnTo>
                  <a:pt x="439204" y="398157"/>
                </a:lnTo>
                <a:close/>
              </a:path>
              <a:path w="886459" h="433704">
                <a:moveTo>
                  <a:pt x="695426" y="329476"/>
                </a:moveTo>
                <a:lnTo>
                  <a:pt x="668274" y="333781"/>
                </a:lnTo>
                <a:lnTo>
                  <a:pt x="590181" y="344716"/>
                </a:lnTo>
                <a:lnTo>
                  <a:pt x="590181" y="227279"/>
                </a:lnTo>
                <a:lnTo>
                  <a:pt x="674090" y="227279"/>
                </a:lnTo>
                <a:lnTo>
                  <a:pt x="674090" y="195275"/>
                </a:lnTo>
                <a:lnTo>
                  <a:pt x="468160" y="195275"/>
                </a:lnTo>
                <a:lnTo>
                  <a:pt x="468160" y="227279"/>
                </a:lnTo>
                <a:lnTo>
                  <a:pt x="553605" y="227279"/>
                </a:lnTo>
                <a:lnTo>
                  <a:pt x="553605" y="350812"/>
                </a:lnTo>
                <a:lnTo>
                  <a:pt x="502158" y="357479"/>
                </a:lnTo>
                <a:lnTo>
                  <a:pt x="477266" y="360451"/>
                </a:lnTo>
                <a:lnTo>
                  <a:pt x="452920" y="363004"/>
                </a:lnTo>
                <a:lnTo>
                  <a:pt x="460540" y="399681"/>
                </a:lnTo>
                <a:lnTo>
                  <a:pt x="502691" y="393268"/>
                </a:lnTo>
                <a:lnTo>
                  <a:pt x="693902" y="366153"/>
                </a:lnTo>
                <a:lnTo>
                  <a:pt x="693978" y="354215"/>
                </a:lnTo>
                <a:lnTo>
                  <a:pt x="694093" y="347776"/>
                </a:lnTo>
                <a:lnTo>
                  <a:pt x="694245" y="344716"/>
                </a:lnTo>
                <a:lnTo>
                  <a:pt x="694550" y="338620"/>
                </a:lnTo>
                <a:lnTo>
                  <a:pt x="695426" y="329476"/>
                </a:lnTo>
                <a:close/>
              </a:path>
              <a:path w="886459" h="433704">
                <a:moveTo>
                  <a:pt x="847928" y="54965"/>
                </a:moveTo>
                <a:lnTo>
                  <a:pt x="831926" y="40601"/>
                </a:lnTo>
                <a:lnTo>
                  <a:pt x="815924" y="27254"/>
                </a:lnTo>
                <a:lnTo>
                  <a:pt x="799922" y="14795"/>
                </a:lnTo>
                <a:lnTo>
                  <a:pt x="783920" y="3048"/>
                </a:lnTo>
                <a:lnTo>
                  <a:pt x="762584" y="25908"/>
                </a:lnTo>
                <a:lnTo>
                  <a:pt x="778319" y="38785"/>
                </a:lnTo>
                <a:lnTo>
                  <a:pt x="793635" y="52247"/>
                </a:lnTo>
                <a:lnTo>
                  <a:pt x="808659" y="66281"/>
                </a:lnTo>
                <a:lnTo>
                  <a:pt x="823544" y="80873"/>
                </a:lnTo>
                <a:lnTo>
                  <a:pt x="847928" y="54965"/>
                </a:lnTo>
                <a:close/>
              </a:path>
              <a:path w="886459" h="433704">
                <a:moveTo>
                  <a:pt x="886028" y="320332"/>
                </a:moveTo>
                <a:lnTo>
                  <a:pt x="870216" y="315379"/>
                </a:lnTo>
                <a:lnTo>
                  <a:pt x="860945" y="312191"/>
                </a:lnTo>
                <a:lnTo>
                  <a:pt x="850976" y="308140"/>
                </a:lnTo>
                <a:lnTo>
                  <a:pt x="848436" y="329476"/>
                </a:lnTo>
                <a:lnTo>
                  <a:pt x="838784" y="376821"/>
                </a:lnTo>
                <a:lnTo>
                  <a:pt x="826020" y="393966"/>
                </a:lnTo>
                <a:lnTo>
                  <a:pt x="816698" y="393103"/>
                </a:lnTo>
                <a:lnTo>
                  <a:pt x="785431" y="365734"/>
                </a:lnTo>
                <a:lnTo>
                  <a:pt x="754913" y="295744"/>
                </a:lnTo>
                <a:lnTo>
                  <a:pt x="744220" y="246049"/>
                </a:lnTo>
                <a:lnTo>
                  <a:pt x="736587" y="186613"/>
                </a:lnTo>
                <a:lnTo>
                  <a:pt x="732002" y="117449"/>
                </a:lnTo>
                <a:lnTo>
                  <a:pt x="881456" y="117449"/>
                </a:lnTo>
                <a:lnTo>
                  <a:pt x="881456" y="85445"/>
                </a:lnTo>
                <a:lnTo>
                  <a:pt x="730478" y="85445"/>
                </a:lnTo>
                <a:lnTo>
                  <a:pt x="729602" y="63957"/>
                </a:lnTo>
                <a:lnTo>
                  <a:pt x="729145" y="42722"/>
                </a:lnTo>
                <a:lnTo>
                  <a:pt x="729018" y="27254"/>
                </a:lnTo>
                <a:lnTo>
                  <a:pt x="728954" y="0"/>
                </a:lnTo>
                <a:lnTo>
                  <a:pt x="692378" y="0"/>
                </a:lnTo>
                <a:lnTo>
                  <a:pt x="692619" y="21717"/>
                </a:lnTo>
                <a:lnTo>
                  <a:pt x="693648" y="63957"/>
                </a:lnTo>
                <a:lnTo>
                  <a:pt x="693902" y="85445"/>
                </a:lnTo>
                <a:lnTo>
                  <a:pt x="449872" y="85445"/>
                </a:lnTo>
                <a:lnTo>
                  <a:pt x="449872" y="117449"/>
                </a:lnTo>
                <a:lnTo>
                  <a:pt x="696950" y="117449"/>
                </a:lnTo>
                <a:lnTo>
                  <a:pt x="701408" y="186372"/>
                </a:lnTo>
                <a:lnTo>
                  <a:pt x="708748" y="246672"/>
                </a:lnTo>
                <a:lnTo>
                  <a:pt x="719061" y="298411"/>
                </a:lnTo>
                <a:lnTo>
                  <a:pt x="732421" y="341630"/>
                </a:lnTo>
                <a:lnTo>
                  <a:pt x="748931" y="376389"/>
                </a:lnTo>
                <a:lnTo>
                  <a:pt x="783539" y="415848"/>
                </a:lnTo>
                <a:lnTo>
                  <a:pt x="828116" y="433209"/>
                </a:lnTo>
                <a:lnTo>
                  <a:pt x="841806" y="431228"/>
                </a:lnTo>
                <a:lnTo>
                  <a:pt x="867740" y="402729"/>
                </a:lnTo>
                <a:lnTo>
                  <a:pt x="882307" y="344347"/>
                </a:lnTo>
                <a:lnTo>
                  <a:pt x="886028" y="3203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418844" y="5180076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38407" y="4971288"/>
            <a:ext cx="3512153" cy="387477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5316093" y="4995671"/>
            <a:ext cx="276225" cy="354330"/>
          </a:xfrm>
          <a:custGeom>
            <a:avLst/>
            <a:gdLst/>
            <a:ahLst/>
            <a:cxnLst/>
            <a:rect l="l" t="t" r="r" b="b"/>
            <a:pathLst>
              <a:path w="276225" h="354329">
                <a:moveTo>
                  <a:pt x="276034" y="0"/>
                </a:moveTo>
                <a:lnTo>
                  <a:pt x="244030" y="0"/>
                </a:lnTo>
                <a:lnTo>
                  <a:pt x="244030" y="27940"/>
                </a:lnTo>
                <a:lnTo>
                  <a:pt x="244030" y="99060"/>
                </a:lnTo>
                <a:lnTo>
                  <a:pt x="244030" y="127000"/>
                </a:lnTo>
                <a:lnTo>
                  <a:pt x="244030" y="198120"/>
                </a:lnTo>
                <a:lnTo>
                  <a:pt x="244030" y="224790"/>
                </a:lnTo>
                <a:lnTo>
                  <a:pt x="244030" y="295910"/>
                </a:lnTo>
                <a:lnTo>
                  <a:pt x="32092" y="295910"/>
                </a:lnTo>
                <a:lnTo>
                  <a:pt x="32092" y="224790"/>
                </a:lnTo>
                <a:lnTo>
                  <a:pt x="244030" y="224790"/>
                </a:lnTo>
                <a:lnTo>
                  <a:pt x="244030" y="198120"/>
                </a:lnTo>
                <a:lnTo>
                  <a:pt x="32092" y="198120"/>
                </a:lnTo>
                <a:lnTo>
                  <a:pt x="32092" y="127000"/>
                </a:lnTo>
                <a:lnTo>
                  <a:pt x="244030" y="127000"/>
                </a:lnTo>
                <a:lnTo>
                  <a:pt x="244030" y="99060"/>
                </a:lnTo>
                <a:lnTo>
                  <a:pt x="32092" y="99060"/>
                </a:lnTo>
                <a:lnTo>
                  <a:pt x="32092" y="27940"/>
                </a:lnTo>
                <a:lnTo>
                  <a:pt x="244030" y="27940"/>
                </a:lnTo>
                <a:lnTo>
                  <a:pt x="244030" y="0"/>
                </a:lnTo>
                <a:lnTo>
                  <a:pt x="0" y="0"/>
                </a:lnTo>
                <a:lnTo>
                  <a:pt x="0" y="27940"/>
                </a:lnTo>
                <a:lnTo>
                  <a:pt x="0" y="99060"/>
                </a:lnTo>
                <a:lnTo>
                  <a:pt x="0" y="354330"/>
                </a:lnTo>
                <a:lnTo>
                  <a:pt x="32092" y="354330"/>
                </a:lnTo>
                <a:lnTo>
                  <a:pt x="32092" y="325120"/>
                </a:lnTo>
                <a:lnTo>
                  <a:pt x="244030" y="325120"/>
                </a:lnTo>
                <a:lnTo>
                  <a:pt x="244030" y="353961"/>
                </a:lnTo>
                <a:lnTo>
                  <a:pt x="276034" y="353961"/>
                </a:lnTo>
                <a:lnTo>
                  <a:pt x="276034" y="27444"/>
                </a:lnTo>
                <a:lnTo>
                  <a:pt x="276034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5653176" y="5015483"/>
            <a:ext cx="282575" cy="287020"/>
          </a:xfrm>
          <a:custGeom>
            <a:avLst/>
            <a:gdLst/>
            <a:ahLst/>
            <a:cxnLst/>
            <a:rect l="l" t="t" r="r" b="b"/>
            <a:pathLst>
              <a:path w="282575" h="287020">
                <a:moveTo>
                  <a:pt x="210413" y="12293"/>
                </a:moveTo>
                <a:lnTo>
                  <a:pt x="176872" y="12293"/>
                </a:lnTo>
                <a:lnTo>
                  <a:pt x="112864" y="135839"/>
                </a:lnTo>
                <a:lnTo>
                  <a:pt x="108292" y="143459"/>
                </a:lnTo>
                <a:lnTo>
                  <a:pt x="106768" y="149555"/>
                </a:lnTo>
                <a:lnTo>
                  <a:pt x="105244" y="152603"/>
                </a:lnTo>
                <a:lnTo>
                  <a:pt x="100672" y="143459"/>
                </a:lnTo>
                <a:lnTo>
                  <a:pt x="99060" y="137363"/>
                </a:lnTo>
                <a:lnTo>
                  <a:pt x="97536" y="135839"/>
                </a:lnTo>
                <a:lnTo>
                  <a:pt x="36576" y="12293"/>
                </a:lnTo>
                <a:lnTo>
                  <a:pt x="0" y="12293"/>
                </a:lnTo>
                <a:lnTo>
                  <a:pt x="88392" y="186131"/>
                </a:lnTo>
                <a:lnTo>
                  <a:pt x="88392" y="286804"/>
                </a:lnTo>
                <a:lnTo>
                  <a:pt x="120484" y="286804"/>
                </a:lnTo>
                <a:lnTo>
                  <a:pt x="120484" y="184607"/>
                </a:lnTo>
                <a:lnTo>
                  <a:pt x="137198" y="152603"/>
                </a:lnTo>
                <a:lnTo>
                  <a:pt x="210413" y="12293"/>
                </a:lnTo>
                <a:close/>
              </a:path>
              <a:path w="282575" h="287020">
                <a:moveTo>
                  <a:pt x="276034" y="90017"/>
                </a:moveTo>
                <a:lnTo>
                  <a:pt x="245554" y="90017"/>
                </a:lnTo>
                <a:lnTo>
                  <a:pt x="245554" y="286804"/>
                </a:lnTo>
                <a:lnTo>
                  <a:pt x="276034" y="286804"/>
                </a:lnTo>
                <a:lnTo>
                  <a:pt x="276034" y="90017"/>
                </a:lnTo>
                <a:close/>
              </a:path>
              <a:path w="282575" h="287020">
                <a:moveTo>
                  <a:pt x="282130" y="15341"/>
                </a:moveTo>
                <a:lnTo>
                  <a:pt x="279082" y="10769"/>
                </a:lnTo>
                <a:lnTo>
                  <a:pt x="276034" y="6096"/>
                </a:lnTo>
                <a:lnTo>
                  <a:pt x="271462" y="1524"/>
                </a:lnTo>
                <a:lnTo>
                  <a:pt x="266890" y="0"/>
                </a:lnTo>
                <a:lnTo>
                  <a:pt x="254698" y="0"/>
                </a:lnTo>
                <a:lnTo>
                  <a:pt x="250126" y="1524"/>
                </a:lnTo>
                <a:lnTo>
                  <a:pt x="247078" y="6096"/>
                </a:lnTo>
                <a:lnTo>
                  <a:pt x="242506" y="10769"/>
                </a:lnTo>
                <a:lnTo>
                  <a:pt x="240982" y="15341"/>
                </a:lnTo>
                <a:lnTo>
                  <a:pt x="240982" y="26009"/>
                </a:lnTo>
                <a:lnTo>
                  <a:pt x="242506" y="32105"/>
                </a:lnTo>
                <a:lnTo>
                  <a:pt x="247078" y="35153"/>
                </a:lnTo>
                <a:lnTo>
                  <a:pt x="250126" y="39725"/>
                </a:lnTo>
                <a:lnTo>
                  <a:pt x="254698" y="41249"/>
                </a:lnTo>
                <a:lnTo>
                  <a:pt x="266890" y="41249"/>
                </a:lnTo>
                <a:lnTo>
                  <a:pt x="271462" y="39725"/>
                </a:lnTo>
                <a:lnTo>
                  <a:pt x="276034" y="35153"/>
                </a:lnTo>
                <a:lnTo>
                  <a:pt x="282130" y="26009"/>
                </a:lnTo>
                <a:lnTo>
                  <a:pt x="282130" y="153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5988653" y="5015484"/>
            <a:ext cx="41275" cy="287020"/>
          </a:xfrm>
          <a:custGeom>
            <a:avLst/>
            <a:gdLst/>
            <a:ahLst/>
            <a:cxnLst/>
            <a:rect l="l" t="t" r="r" b="b"/>
            <a:pathLst>
              <a:path w="41275" h="287020">
                <a:moveTo>
                  <a:pt x="25908" y="41243"/>
                </a:moveTo>
                <a:lnTo>
                  <a:pt x="15240" y="41243"/>
                </a:lnTo>
                <a:lnTo>
                  <a:pt x="9144" y="39719"/>
                </a:lnTo>
                <a:lnTo>
                  <a:pt x="6096" y="35147"/>
                </a:lnTo>
                <a:lnTo>
                  <a:pt x="1524" y="32099"/>
                </a:lnTo>
                <a:lnTo>
                  <a:pt x="0" y="26003"/>
                </a:lnTo>
                <a:lnTo>
                  <a:pt x="0" y="15335"/>
                </a:lnTo>
                <a:lnTo>
                  <a:pt x="1524" y="10763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38100" y="10763"/>
                </a:lnTo>
                <a:lnTo>
                  <a:pt x="41148" y="15335"/>
                </a:lnTo>
                <a:lnTo>
                  <a:pt x="41148" y="26003"/>
                </a:lnTo>
                <a:lnTo>
                  <a:pt x="35052" y="35147"/>
                </a:lnTo>
                <a:lnTo>
                  <a:pt x="30480" y="39719"/>
                </a:lnTo>
                <a:lnTo>
                  <a:pt x="25908" y="41243"/>
                </a:lnTo>
                <a:close/>
              </a:path>
              <a:path w="41275" h="287020">
                <a:moveTo>
                  <a:pt x="35052" y="286797"/>
                </a:moveTo>
                <a:lnTo>
                  <a:pt x="4572" y="286797"/>
                </a:lnTo>
                <a:lnTo>
                  <a:pt x="4572" y="90011"/>
                </a:lnTo>
                <a:lnTo>
                  <a:pt x="35052" y="90011"/>
                </a:lnTo>
                <a:lnTo>
                  <a:pt x="35052" y="2867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6174765" y="4974335"/>
            <a:ext cx="2731770" cy="381635"/>
          </a:xfrm>
          <a:custGeom>
            <a:avLst/>
            <a:gdLst/>
            <a:ahLst/>
            <a:cxnLst/>
            <a:rect l="l" t="t" r="r" b="b"/>
            <a:pathLst>
              <a:path w="2731770" h="381635">
                <a:moveTo>
                  <a:pt x="141820" y="192227"/>
                </a:moveTo>
                <a:lnTo>
                  <a:pt x="119519" y="167843"/>
                </a:lnTo>
                <a:lnTo>
                  <a:pt x="116687" y="164795"/>
                </a:lnTo>
                <a:lnTo>
                  <a:pt x="110655" y="158318"/>
                </a:lnTo>
                <a:lnTo>
                  <a:pt x="102108" y="149453"/>
                </a:lnTo>
                <a:lnTo>
                  <a:pt x="85344" y="164795"/>
                </a:lnTo>
                <a:lnTo>
                  <a:pt x="85344" y="103733"/>
                </a:lnTo>
                <a:lnTo>
                  <a:pt x="132588" y="103733"/>
                </a:lnTo>
                <a:lnTo>
                  <a:pt x="132588" y="76301"/>
                </a:lnTo>
                <a:lnTo>
                  <a:pt x="85344" y="76301"/>
                </a:lnTo>
                <a:lnTo>
                  <a:pt x="85344" y="1524"/>
                </a:lnTo>
                <a:lnTo>
                  <a:pt x="57912" y="1524"/>
                </a:lnTo>
                <a:lnTo>
                  <a:pt x="57912" y="76301"/>
                </a:lnTo>
                <a:lnTo>
                  <a:pt x="1524" y="76301"/>
                </a:lnTo>
                <a:lnTo>
                  <a:pt x="1524" y="103733"/>
                </a:lnTo>
                <a:lnTo>
                  <a:pt x="56388" y="103733"/>
                </a:lnTo>
                <a:lnTo>
                  <a:pt x="46723" y="139992"/>
                </a:lnTo>
                <a:lnTo>
                  <a:pt x="33909" y="175412"/>
                </a:lnTo>
                <a:lnTo>
                  <a:pt x="18237" y="209689"/>
                </a:lnTo>
                <a:lnTo>
                  <a:pt x="0" y="242519"/>
                </a:lnTo>
                <a:lnTo>
                  <a:pt x="3403" y="250558"/>
                </a:lnTo>
                <a:lnTo>
                  <a:pt x="6667" y="258749"/>
                </a:lnTo>
                <a:lnTo>
                  <a:pt x="9639" y="267233"/>
                </a:lnTo>
                <a:lnTo>
                  <a:pt x="12192" y="276136"/>
                </a:lnTo>
                <a:lnTo>
                  <a:pt x="24472" y="255193"/>
                </a:lnTo>
                <a:lnTo>
                  <a:pt x="36195" y="231279"/>
                </a:lnTo>
                <a:lnTo>
                  <a:pt x="47332" y="204241"/>
                </a:lnTo>
                <a:lnTo>
                  <a:pt x="57912" y="173939"/>
                </a:lnTo>
                <a:lnTo>
                  <a:pt x="57912" y="379869"/>
                </a:lnTo>
                <a:lnTo>
                  <a:pt x="85344" y="379869"/>
                </a:lnTo>
                <a:lnTo>
                  <a:pt x="85344" y="173939"/>
                </a:lnTo>
                <a:lnTo>
                  <a:pt x="85344" y="167843"/>
                </a:lnTo>
                <a:lnTo>
                  <a:pt x="95326" y="179247"/>
                </a:lnTo>
                <a:lnTo>
                  <a:pt x="104584" y="190512"/>
                </a:lnTo>
                <a:lnTo>
                  <a:pt x="112991" y="201485"/>
                </a:lnTo>
                <a:lnTo>
                  <a:pt x="120396" y="212039"/>
                </a:lnTo>
                <a:lnTo>
                  <a:pt x="141820" y="192227"/>
                </a:lnTo>
                <a:close/>
              </a:path>
              <a:path w="2731770" h="381635">
                <a:moveTo>
                  <a:pt x="370522" y="262420"/>
                </a:moveTo>
                <a:lnTo>
                  <a:pt x="292798" y="262420"/>
                </a:lnTo>
                <a:lnTo>
                  <a:pt x="292798" y="202895"/>
                </a:lnTo>
                <a:lnTo>
                  <a:pt x="353758" y="202895"/>
                </a:lnTo>
                <a:lnTo>
                  <a:pt x="353758" y="176987"/>
                </a:lnTo>
                <a:lnTo>
                  <a:pt x="292798" y="176987"/>
                </a:lnTo>
                <a:lnTo>
                  <a:pt x="292798" y="122021"/>
                </a:lnTo>
                <a:lnTo>
                  <a:pt x="362902" y="122021"/>
                </a:lnTo>
                <a:lnTo>
                  <a:pt x="362902" y="96113"/>
                </a:lnTo>
                <a:lnTo>
                  <a:pt x="196697" y="96113"/>
                </a:lnTo>
                <a:lnTo>
                  <a:pt x="196697" y="122021"/>
                </a:lnTo>
                <a:lnTo>
                  <a:pt x="265277" y="122021"/>
                </a:lnTo>
                <a:lnTo>
                  <a:pt x="265277" y="176987"/>
                </a:lnTo>
                <a:lnTo>
                  <a:pt x="204317" y="176987"/>
                </a:lnTo>
                <a:lnTo>
                  <a:pt x="204317" y="202895"/>
                </a:lnTo>
                <a:lnTo>
                  <a:pt x="265277" y="202895"/>
                </a:lnTo>
                <a:lnTo>
                  <a:pt x="265277" y="262420"/>
                </a:lnTo>
                <a:lnTo>
                  <a:pt x="187553" y="262420"/>
                </a:lnTo>
                <a:lnTo>
                  <a:pt x="187553" y="288328"/>
                </a:lnTo>
                <a:lnTo>
                  <a:pt x="370522" y="288328"/>
                </a:lnTo>
                <a:lnTo>
                  <a:pt x="370522" y="262420"/>
                </a:lnTo>
                <a:close/>
              </a:path>
              <a:path w="2731770" h="381635">
                <a:moveTo>
                  <a:pt x="376618" y="335572"/>
                </a:moveTo>
                <a:lnTo>
                  <a:pt x="173837" y="335572"/>
                </a:lnTo>
                <a:lnTo>
                  <a:pt x="173837" y="53441"/>
                </a:lnTo>
                <a:lnTo>
                  <a:pt x="370522" y="53441"/>
                </a:lnTo>
                <a:lnTo>
                  <a:pt x="370522" y="25908"/>
                </a:lnTo>
                <a:lnTo>
                  <a:pt x="144881" y="25908"/>
                </a:lnTo>
                <a:lnTo>
                  <a:pt x="144881" y="363105"/>
                </a:lnTo>
                <a:lnTo>
                  <a:pt x="376618" y="363105"/>
                </a:lnTo>
                <a:lnTo>
                  <a:pt x="376618" y="335572"/>
                </a:lnTo>
                <a:close/>
              </a:path>
              <a:path w="2731770" h="381635">
                <a:moveTo>
                  <a:pt x="571881" y="44196"/>
                </a:moveTo>
                <a:lnTo>
                  <a:pt x="486435" y="44196"/>
                </a:lnTo>
                <a:lnTo>
                  <a:pt x="486702" y="33528"/>
                </a:lnTo>
                <a:lnTo>
                  <a:pt x="487718" y="12268"/>
                </a:lnTo>
                <a:lnTo>
                  <a:pt x="487959" y="0"/>
                </a:lnTo>
                <a:lnTo>
                  <a:pt x="459003" y="0"/>
                </a:lnTo>
                <a:lnTo>
                  <a:pt x="458990" y="12268"/>
                </a:lnTo>
                <a:lnTo>
                  <a:pt x="458812" y="23812"/>
                </a:lnTo>
                <a:lnTo>
                  <a:pt x="458368" y="34505"/>
                </a:lnTo>
                <a:lnTo>
                  <a:pt x="457479" y="44196"/>
                </a:lnTo>
                <a:lnTo>
                  <a:pt x="402526" y="44196"/>
                </a:lnTo>
                <a:lnTo>
                  <a:pt x="402526" y="70205"/>
                </a:lnTo>
                <a:lnTo>
                  <a:pt x="455955" y="70205"/>
                </a:lnTo>
                <a:lnTo>
                  <a:pt x="449364" y="104178"/>
                </a:lnTo>
                <a:lnTo>
                  <a:pt x="436333" y="135026"/>
                </a:lnTo>
                <a:lnTo>
                  <a:pt x="416699" y="162445"/>
                </a:lnTo>
                <a:lnTo>
                  <a:pt x="390334" y="186118"/>
                </a:lnTo>
                <a:lnTo>
                  <a:pt x="396913" y="191604"/>
                </a:lnTo>
                <a:lnTo>
                  <a:pt x="402920" y="196786"/>
                </a:lnTo>
                <a:lnTo>
                  <a:pt x="408381" y="201980"/>
                </a:lnTo>
                <a:lnTo>
                  <a:pt x="413283" y="207454"/>
                </a:lnTo>
                <a:lnTo>
                  <a:pt x="443344" y="177444"/>
                </a:lnTo>
                <a:lnTo>
                  <a:pt x="465099" y="144551"/>
                </a:lnTo>
                <a:lnTo>
                  <a:pt x="478866" y="108800"/>
                </a:lnTo>
                <a:lnTo>
                  <a:pt x="484911" y="70205"/>
                </a:lnTo>
                <a:lnTo>
                  <a:pt x="542823" y="70205"/>
                </a:lnTo>
                <a:lnTo>
                  <a:pt x="540258" y="119278"/>
                </a:lnTo>
                <a:lnTo>
                  <a:pt x="524751" y="160286"/>
                </a:lnTo>
                <a:lnTo>
                  <a:pt x="515391" y="161734"/>
                </a:lnTo>
                <a:lnTo>
                  <a:pt x="508203" y="161480"/>
                </a:lnTo>
                <a:lnTo>
                  <a:pt x="500151" y="160782"/>
                </a:lnTo>
                <a:lnTo>
                  <a:pt x="480339" y="158686"/>
                </a:lnTo>
                <a:lnTo>
                  <a:pt x="482371" y="165785"/>
                </a:lnTo>
                <a:lnTo>
                  <a:pt x="483958" y="173164"/>
                </a:lnTo>
                <a:lnTo>
                  <a:pt x="485279" y="180555"/>
                </a:lnTo>
                <a:lnTo>
                  <a:pt x="486435" y="187642"/>
                </a:lnTo>
                <a:lnTo>
                  <a:pt x="516915" y="187642"/>
                </a:lnTo>
                <a:lnTo>
                  <a:pt x="555117" y="176974"/>
                </a:lnTo>
                <a:lnTo>
                  <a:pt x="563003" y="161734"/>
                </a:lnTo>
                <a:lnTo>
                  <a:pt x="564261" y="158457"/>
                </a:lnTo>
                <a:lnTo>
                  <a:pt x="569734" y="112229"/>
                </a:lnTo>
                <a:lnTo>
                  <a:pt x="570953" y="70205"/>
                </a:lnTo>
                <a:lnTo>
                  <a:pt x="571881" y="44196"/>
                </a:lnTo>
                <a:close/>
              </a:path>
              <a:path w="2731770" h="381635">
                <a:moveTo>
                  <a:pt x="744181" y="33528"/>
                </a:moveTo>
                <a:lnTo>
                  <a:pt x="716749" y="33528"/>
                </a:lnTo>
                <a:lnTo>
                  <a:pt x="716749" y="59537"/>
                </a:lnTo>
                <a:lnTo>
                  <a:pt x="716749" y="138785"/>
                </a:lnTo>
                <a:lnTo>
                  <a:pt x="632841" y="138785"/>
                </a:lnTo>
                <a:lnTo>
                  <a:pt x="632841" y="59537"/>
                </a:lnTo>
                <a:lnTo>
                  <a:pt x="716749" y="59537"/>
                </a:lnTo>
                <a:lnTo>
                  <a:pt x="716749" y="33528"/>
                </a:lnTo>
                <a:lnTo>
                  <a:pt x="605409" y="33528"/>
                </a:lnTo>
                <a:lnTo>
                  <a:pt x="605409" y="186118"/>
                </a:lnTo>
                <a:lnTo>
                  <a:pt x="632841" y="186118"/>
                </a:lnTo>
                <a:lnTo>
                  <a:pt x="632841" y="164782"/>
                </a:lnTo>
                <a:lnTo>
                  <a:pt x="716749" y="164782"/>
                </a:lnTo>
                <a:lnTo>
                  <a:pt x="716749" y="184594"/>
                </a:lnTo>
                <a:lnTo>
                  <a:pt x="744181" y="184594"/>
                </a:lnTo>
                <a:lnTo>
                  <a:pt x="744181" y="164782"/>
                </a:lnTo>
                <a:lnTo>
                  <a:pt x="744181" y="138785"/>
                </a:lnTo>
                <a:lnTo>
                  <a:pt x="744181" y="59537"/>
                </a:lnTo>
                <a:lnTo>
                  <a:pt x="744181" y="33528"/>
                </a:lnTo>
                <a:close/>
              </a:path>
              <a:path w="2731770" h="381635">
                <a:moveTo>
                  <a:pt x="771626" y="332524"/>
                </a:moveTo>
                <a:lnTo>
                  <a:pt x="726744" y="320573"/>
                </a:lnTo>
                <a:lnTo>
                  <a:pt x="685850" y="303174"/>
                </a:lnTo>
                <a:lnTo>
                  <a:pt x="648957" y="280619"/>
                </a:lnTo>
                <a:lnTo>
                  <a:pt x="616077" y="253174"/>
                </a:lnTo>
                <a:lnTo>
                  <a:pt x="767041" y="253174"/>
                </a:lnTo>
                <a:lnTo>
                  <a:pt x="767041" y="227266"/>
                </a:lnTo>
                <a:lnTo>
                  <a:pt x="596265" y="227266"/>
                </a:lnTo>
                <a:lnTo>
                  <a:pt x="596265" y="184594"/>
                </a:lnTo>
                <a:lnTo>
                  <a:pt x="567309" y="184594"/>
                </a:lnTo>
                <a:lnTo>
                  <a:pt x="567309" y="227266"/>
                </a:lnTo>
                <a:lnTo>
                  <a:pt x="397954" y="227266"/>
                </a:lnTo>
                <a:lnTo>
                  <a:pt x="397954" y="253174"/>
                </a:lnTo>
                <a:lnTo>
                  <a:pt x="544347" y="253174"/>
                </a:lnTo>
                <a:lnTo>
                  <a:pt x="509803" y="280949"/>
                </a:lnTo>
                <a:lnTo>
                  <a:pt x="472528" y="304698"/>
                </a:lnTo>
                <a:lnTo>
                  <a:pt x="432650" y="324421"/>
                </a:lnTo>
                <a:lnTo>
                  <a:pt x="390334" y="340144"/>
                </a:lnTo>
                <a:lnTo>
                  <a:pt x="396913" y="347865"/>
                </a:lnTo>
                <a:lnTo>
                  <a:pt x="402920" y="355015"/>
                </a:lnTo>
                <a:lnTo>
                  <a:pt x="408381" y="361619"/>
                </a:lnTo>
                <a:lnTo>
                  <a:pt x="413283" y="367677"/>
                </a:lnTo>
                <a:lnTo>
                  <a:pt x="456412" y="346443"/>
                </a:lnTo>
                <a:lnTo>
                  <a:pt x="496544" y="321678"/>
                </a:lnTo>
                <a:lnTo>
                  <a:pt x="533565" y="293204"/>
                </a:lnTo>
                <a:lnTo>
                  <a:pt x="567309" y="260896"/>
                </a:lnTo>
                <a:lnTo>
                  <a:pt x="567309" y="379869"/>
                </a:lnTo>
                <a:lnTo>
                  <a:pt x="596265" y="379869"/>
                </a:lnTo>
                <a:lnTo>
                  <a:pt x="596265" y="260896"/>
                </a:lnTo>
                <a:lnTo>
                  <a:pt x="627151" y="292925"/>
                </a:lnTo>
                <a:lnTo>
                  <a:pt x="662762" y="320535"/>
                </a:lnTo>
                <a:lnTo>
                  <a:pt x="703249" y="343877"/>
                </a:lnTo>
                <a:lnTo>
                  <a:pt x="748753" y="363105"/>
                </a:lnTo>
                <a:lnTo>
                  <a:pt x="753618" y="355930"/>
                </a:lnTo>
                <a:lnTo>
                  <a:pt x="759040" y="348348"/>
                </a:lnTo>
                <a:lnTo>
                  <a:pt x="765048" y="340499"/>
                </a:lnTo>
                <a:lnTo>
                  <a:pt x="771626" y="332524"/>
                </a:lnTo>
                <a:close/>
              </a:path>
              <a:path w="2731770" h="381635">
                <a:moveTo>
                  <a:pt x="1128522" y="71729"/>
                </a:moveTo>
                <a:lnTo>
                  <a:pt x="988212" y="71729"/>
                </a:lnTo>
                <a:lnTo>
                  <a:pt x="988212" y="6096"/>
                </a:lnTo>
                <a:lnTo>
                  <a:pt x="957643" y="6096"/>
                </a:lnTo>
                <a:lnTo>
                  <a:pt x="957643" y="71729"/>
                </a:lnTo>
                <a:lnTo>
                  <a:pt x="815809" y="71729"/>
                </a:lnTo>
                <a:lnTo>
                  <a:pt x="815809" y="375285"/>
                </a:lnTo>
                <a:lnTo>
                  <a:pt x="847915" y="375285"/>
                </a:lnTo>
                <a:lnTo>
                  <a:pt x="847915" y="100685"/>
                </a:lnTo>
                <a:lnTo>
                  <a:pt x="956119" y="100685"/>
                </a:lnTo>
                <a:lnTo>
                  <a:pt x="949452" y="151028"/>
                </a:lnTo>
                <a:lnTo>
                  <a:pt x="934783" y="187642"/>
                </a:lnTo>
                <a:lnTo>
                  <a:pt x="901827" y="225374"/>
                </a:lnTo>
                <a:lnTo>
                  <a:pt x="849439" y="260896"/>
                </a:lnTo>
                <a:lnTo>
                  <a:pt x="853198" y="264325"/>
                </a:lnTo>
                <a:lnTo>
                  <a:pt x="857821" y="270040"/>
                </a:lnTo>
                <a:lnTo>
                  <a:pt x="870775" y="288328"/>
                </a:lnTo>
                <a:lnTo>
                  <a:pt x="904468" y="266649"/>
                </a:lnTo>
                <a:lnTo>
                  <a:pt x="932319" y="242938"/>
                </a:lnTo>
                <a:lnTo>
                  <a:pt x="954189" y="217525"/>
                </a:lnTo>
                <a:lnTo>
                  <a:pt x="969924" y="190690"/>
                </a:lnTo>
                <a:lnTo>
                  <a:pt x="996505" y="214439"/>
                </a:lnTo>
                <a:lnTo>
                  <a:pt x="1021359" y="237756"/>
                </a:lnTo>
                <a:lnTo>
                  <a:pt x="1044511" y="260819"/>
                </a:lnTo>
                <a:lnTo>
                  <a:pt x="1065936" y="283756"/>
                </a:lnTo>
                <a:lnTo>
                  <a:pt x="1088796" y="257848"/>
                </a:lnTo>
                <a:lnTo>
                  <a:pt x="1066507" y="236385"/>
                </a:lnTo>
                <a:lnTo>
                  <a:pt x="1040790" y="213372"/>
                </a:lnTo>
                <a:lnTo>
                  <a:pt x="1011643" y="188963"/>
                </a:lnTo>
                <a:lnTo>
                  <a:pt x="979068" y="163258"/>
                </a:lnTo>
                <a:lnTo>
                  <a:pt x="982218" y="148945"/>
                </a:lnTo>
                <a:lnTo>
                  <a:pt x="984783" y="133654"/>
                </a:lnTo>
                <a:lnTo>
                  <a:pt x="986790" y="117525"/>
                </a:lnTo>
                <a:lnTo>
                  <a:pt x="988212" y="100685"/>
                </a:lnTo>
                <a:lnTo>
                  <a:pt x="1097940" y="100685"/>
                </a:lnTo>
                <a:lnTo>
                  <a:pt x="1097940" y="317284"/>
                </a:lnTo>
                <a:lnTo>
                  <a:pt x="1096492" y="328168"/>
                </a:lnTo>
                <a:lnTo>
                  <a:pt x="1092034" y="335762"/>
                </a:lnTo>
                <a:lnTo>
                  <a:pt x="1084440" y="340220"/>
                </a:lnTo>
                <a:lnTo>
                  <a:pt x="1073556" y="341668"/>
                </a:lnTo>
                <a:lnTo>
                  <a:pt x="1061059" y="341401"/>
                </a:lnTo>
                <a:lnTo>
                  <a:pt x="1046695" y="340715"/>
                </a:lnTo>
                <a:lnTo>
                  <a:pt x="1014120" y="338620"/>
                </a:lnTo>
                <a:lnTo>
                  <a:pt x="1016127" y="348373"/>
                </a:lnTo>
                <a:lnTo>
                  <a:pt x="1017549" y="357149"/>
                </a:lnTo>
                <a:lnTo>
                  <a:pt x="1018413" y="365061"/>
                </a:lnTo>
                <a:lnTo>
                  <a:pt x="1018692" y="372237"/>
                </a:lnTo>
                <a:lnTo>
                  <a:pt x="1081176" y="372237"/>
                </a:lnTo>
                <a:lnTo>
                  <a:pt x="1102118" y="369328"/>
                </a:lnTo>
                <a:lnTo>
                  <a:pt x="1116888" y="360387"/>
                </a:lnTo>
                <a:lnTo>
                  <a:pt x="1125639" y="345160"/>
                </a:lnTo>
                <a:lnTo>
                  <a:pt x="1128522" y="323380"/>
                </a:lnTo>
                <a:lnTo>
                  <a:pt x="1128522" y="71729"/>
                </a:lnTo>
                <a:close/>
              </a:path>
              <a:path w="2731770" h="381635">
                <a:moveTo>
                  <a:pt x="1329778" y="117449"/>
                </a:moveTo>
                <a:lnTo>
                  <a:pt x="1311490" y="93065"/>
                </a:lnTo>
                <a:lnTo>
                  <a:pt x="1285214" y="109931"/>
                </a:lnTo>
                <a:lnTo>
                  <a:pt x="1256779" y="126225"/>
                </a:lnTo>
                <a:lnTo>
                  <a:pt x="1226337" y="141973"/>
                </a:lnTo>
                <a:lnTo>
                  <a:pt x="1194054" y="157175"/>
                </a:lnTo>
                <a:lnTo>
                  <a:pt x="1199476" y="164007"/>
                </a:lnTo>
                <a:lnTo>
                  <a:pt x="1204341" y="170700"/>
                </a:lnTo>
                <a:lnTo>
                  <a:pt x="1208620" y="177101"/>
                </a:lnTo>
                <a:lnTo>
                  <a:pt x="1212342" y="183083"/>
                </a:lnTo>
                <a:lnTo>
                  <a:pt x="1237805" y="170459"/>
                </a:lnTo>
                <a:lnTo>
                  <a:pt x="1265961" y="155409"/>
                </a:lnTo>
                <a:lnTo>
                  <a:pt x="1296657" y="137782"/>
                </a:lnTo>
                <a:lnTo>
                  <a:pt x="1329778" y="117449"/>
                </a:lnTo>
                <a:close/>
              </a:path>
              <a:path w="2731770" h="381635">
                <a:moveTo>
                  <a:pt x="1532674" y="152501"/>
                </a:moveTo>
                <a:lnTo>
                  <a:pt x="1502041" y="135928"/>
                </a:lnTo>
                <a:lnTo>
                  <a:pt x="1472006" y="120497"/>
                </a:lnTo>
                <a:lnTo>
                  <a:pt x="1442567" y="106210"/>
                </a:lnTo>
                <a:lnTo>
                  <a:pt x="1413700" y="93065"/>
                </a:lnTo>
                <a:lnTo>
                  <a:pt x="1398460" y="115925"/>
                </a:lnTo>
                <a:lnTo>
                  <a:pt x="1431556" y="132803"/>
                </a:lnTo>
                <a:lnTo>
                  <a:pt x="1462087" y="149123"/>
                </a:lnTo>
                <a:lnTo>
                  <a:pt x="1489760" y="164871"/>
                </a:lnTo>
                <a:lnTo>
                  <a:pt x="1514284" y="180035"/>
                </a:lnTo>
                <a:lnTo>
                  <a:pt x="1532674" y="152501"/>
                </a:lnTo>
                <a:close/>
              </a:path>
              <a:path w="2731770" h="381635">
                <a:moveTo>
                  <a:pt x="1538770" y="47244"/>
                </a:moveTo>
                <a:lnTo>
                  <a:pt x="1392364" y="47244"/>
                </a:lnTo>
                <a:lnTo>
                  <a:pt x="1364830" y="1524"/>
                </a:lnTo>
                <a:lnTo>
                  <a:pt x="1335874" y="15240"/>
                </a:lnTo>
                <a:lnTo>
                  <a:pt x="1341310" y="24104"/>
                </a:lnTo>
                <a:lnTo>
                  <a:pt x="1346161" y="32385"/>
                </a:lnTo>
                <a:lnTo>
                  <a:pt x="1350454" y="40106"/>
                </a:lnTo>
                <a:lnTo>
                  <a:pt x="1354162" y="47244"/>
                </a:lnTo>
                <a:lnTo>
                  <a:pt x="1191006" y="47244"/>
                </a:lnTo>
                <a:lnTo>
                  <a:pt x="1191006" y="114401"/>
                </a:lnTo>
                <a:lnTo>
                  <a:pt x="1221486" y="114401"/>
                </a:lnTo>
                <a:lnTo>
                  <a:pt x="1221486" y="74777"/>
                </a:lnTo>
                <a:lnTo>
                  <a:pt x="1506664" y="74777"/>
                </a:lnTo>
                <a:lnTo>
                  <a:pt x="1506664" y="112877"/>
                </a:lnTo>
                <a:lnTo>
                  <a:pt x="1538770" y="112877"/>
                </a:lnTo>
                <a:lnTo>
                  <a:pt x="1538770" y="74777"/>
                </a:lnTo>
                <a:lnTo>
                  <a:pt x="1538770" y="47244"/>
                </a:lnTo>
                <a:close/>
              </a:path>
              <a:path w="2731770" h="381635">
                <a:moveTo>
                  <a:pt x="1555534" y="239471"/>
                </a:moveTo>
                <a:lnTo>
                  <a:pt x="1506016" y="223177"/>
                </a:lnTo>
                <a:lnTo>
                  <a:pt x="1471612" y="207022"/>
                </a:lnTo>
                <a:lnTo>
                  <a:pt x="1471612" y="242519"/>
                </a:lnTo>
                <a:lnTo>
                  <a:pt x="1457896" y="242519"/>
                </a:lnTo>
                <a:lnTo>
                  <a:pt x="1457896" y="270040"/>
                </a:lnTo>
                <a:lnTo>
                  <a:pt x="1457896" y="335572"/>
                </a:lnTo>
                <a:lnTo>
                  <a:pt x="1271866" y="335572"/>
                </a:lnTo>
                <a:lnTo>
                  <a:pt x="1271866" y="270040"/>
                </a:lnTo>
                <a:lnTo>
                  <a:pt x="1457896" y="270040"/>
                </a:lnTo>
                <a:lnTo>
                  <a:pt x="1457896" y="242519"/>
                </a:lnTo>
                <a:lnTo>
                  <a:pt x="1261198" y="242519"/>
                </a:lnTo>
                <a:lnTo>
                  <a:pt x="1288059" y="225412"/>
                </a:lnTo>
                <a:lnTo>
                  <a:pt x="1313776" y="206324"/>
                </a:lnTo>
                <a:lnTo>
                  <a:pt x="1338351" y="185508"/>
                </a:lnTo>
                <a:lnTo>
                  <a:pt x="1361782" y="163271"/>
                </a:lnTo>
                <a:lnTo>
                  <a:pt x="1384985" y="185293"/>
                </a:lnTo>
                <a:lnTo>
                  <a:pt x="1411020" y="205752"/>
                </a:lnTo>
                <a:lnTo>
                  <a:pt x="1439887" y="224777"/>
                </a:lnTo>
                <a:lnTo>
                  <a:pt x="1471612" y="242519"/>
                </a:lnTo>
                <a:lnTo>
                  <a:pt x="1471612" y="207022"/>
                </a:lnTo>
                <a:lnTo>
                  <a:pt x="1460373" y="201739"/>
                </a:lnTo>
                <a:lnTo>
                  <a:pt x="1418450" y="175133"/>
                </a:lnTo>
                <a:lnTo>
                  <a:pt x="1404112" y="163271"/>
                </a:lnTo>
                <a:lnTo>
                  <a:pt x="1380070" y="143357"/>
                </a:lnTo>
                <a:lnTo>
                  <a:pt x="1381696" y="140309"/>
                </a:lnTo>
                <a:lnTo>
                  <a:pt x="1386268" y="135737"/>
                </a:lnTo>
                <a:lnTo>
                  <a:pt x="1354162" y="129641"/>
                </a:lnTo>
                <a:lnTo>
                  <a:pt x="1318971" y="164604"/>
                </a:lnTo>
                <a:lnTo>
                  <a:pt x="1277200" y="196405"/>
                </a:lnTo>
                <a:lnTo>
                  <a:pt x="1228547" y="225323"/>
                </a:lnTo>
                <a:lnTo>
                  <a:pt x="1172718" y="251663"/>
                </a:lnTo>
                <a:lnTo>
                  <a:pt x="1177264" y="258572"/>
                </a:lnTo>
                <a:lnTo>
                  <a:pt x="1181671" y="265455"/>
                </a:lnTo>
                <a:lnTo>
                  <a:pt x="1185786" y="272326"/>
                </a:lnTo>
                <a:lnTo>
                  <a:pt x="1189482" y="279184"/>
                </a:lnTo>
                <a:lnTo>
                  <a:pt x="1202905" y="273443"/>
                </a:lnTo>
                <a:lnTo>
                  <a:pt x="1215771" y="267550"/>
                </a:lnTo>
                <a:lnTo>
                  <a:pt x="1228051" y="261353"/>
                </a:lnTo>
                <a:lnTo>
                  <a:pt x="1239774" y="254711"/>
                </a:lnTo>
                <a:lnTo>
                  <a:pt x="1239774" y="379869"/>
                </a:lnTo>
                <a:lnTo>
                  <a:pt x="1271866" y="379869"/>
                </a:lnTo>
                <a:lnTo>
                  <a:pt x="1271866" y="363105"/>
                </a:lnTo>
                <a:lnTo>
                  <a:pt x="1457896" y="363105"/>
                </a:lnTo>
                <a:lnTo>
                  <a:pt x="1457896" y="379869"/>
                </a:lnTo>
                <a:lnTo>
                  <a:pt x="1488376" y="379869"/>
                </a:lnTo>
                <a:lnTo>
                  <a:pt x="1488376" y="363105"/>
                </a:lnTo>
                <a:lnTo>
                  <a:pt x="1488376" y="335572"/>
                </a:lnTo>
                <a:lnTo>
                  <a:pt x="1488376" y="270040"/>
                </a:lnTo>
                <a:lnTo>
                  <a:pt x="1488376" y="254711"/>
                </a:lnTo>
                <a:lnTo>
                  <a:pt x="1488376" y="251663"/>
                </a:lnTo>
                <a:lnTo>
                  <a:pt x="1499857" y="257162"/>
                </a:lnTo>
                <a:lnTo>
                  <a:pt x="1511630" y="262216"/>
                </a:lnTo>
                <a:lnTo>
                  <a:pt x="1523987" y="266966"/>
                </a:lnTo>
                <a:lnTo>
                  <a:pt x="1537246" y="271564"/>
                </a:lnTo>
                <a:lnTo>
                  <a:pt x="1540103" y="264401"/>
                </a:lnTo>
                <a:lnTo>
                  <a:pt x="1544104" y="256654"/>
                </a:lnTo>
                <a:lnTo>
                  <a:pt x="1547190" y="251663"/>
                </a:lnTo>
                <a:lnTo>
                  <a:pt x="1549247" y="248335"/>
                </a:lnTo>
                <a:lnTo>
                  <a:pt x="1553362" y="242519"/>
                </a:lnTo>
                <a:lnTo>
                  <a:pt x="1555534" y="239471"/>
                </a:lnTo>
                <a:close/>
              </a:path>
              <a:path w="2731770" h="381635">
                <a:moveTo>
                  <a:pt x="1743075" y="234899"/>
                </a:moveTo>
                <a:lnTo>
                  <a:pt x="1728216" y="220319"/>
                </a:lnTo>
                <a:lnTo>
                  <a:pt x="1713357" y="206324"/>
                </a:lnTo>
                <a:lnTo>
                  <a:pt x="1709559" y="202895"/>
                </a:lnTo>
                <a:lnTo>
                  <a:pt x="1702816" y="196799"/>
                </a:lnTo>
                <a:lnTo>
                  <a:pt x="1699450" y="193751"/>
                </a:lnTo>
                <a:lnTo>
                  <a:pt x="1698498" y="192887"/>
                </a:lnTo>
                <a:lnTo>
                  <a:pt x="1683639" y="180035"/>
                </a:lnTo>
                <a:lnTo>
                  <a:pt x="1669923" y="193751"/>
                </a:lnTo>
                <a:lnTo>
                  <a:pt x="1669923" y="144881"/>
                </a:lnTo>
                <a:lnTo>
                  <a:pt x="1741551" y="144881"/>
                </a:lnTo>
                <a:lnTo>
                  <a:pt x="1741551" y="118973"/>
                </a:lnTo>
                <a:lnTo>
                  <a:pt x="1669923" y="118973"/>
                </a:lnTo>
                <a:lnTo>
                  <a:pt x="1669923" y="58013"/>
                </a:lnTo>
                <a:lnTo>
                  <a:pt x="1669923" y="53441"/>
                </a:lnTo>
                <a:lnTo>
                  <a:pt x="1703260" y="46685"/>
                </a:lnTo>
                <a:lnTo>
                  <a:pt x="1719427" y="43700"/>
                </a:lnTo>
                <a:lnTo>
                  <a:pt x="1735455" y="41148"/>
                </a:lnTo>
                <a:lnTo>
                  <a:pt x="1726311" y="13716"/>
                </a:lnTo>
                <a:lnTo>
                  <a:pt x="1688528" y="22059"/>
                </a:lnTo>
                <a:lnTo>
                  <a:pt x="1650441" y="28956"/>
                </a:lnTo>
                <a:lnTo>
                  <a:pt x="1611782" y="34721"/>
                </a:lnTo>
                <a:lnTo>
                  <a:pt x="1572285" y="39624"/>
                </a:lnTo>
                <a:lnTo>
                  <a:pt x="1574558" y="46482"/>
                </a:lnTo>
                <a:lnTo>
                  <a:pt x="1576666" y="53200"/>
                </a:lnTo>
                <a:lnTo>
                  <a:pt x="1578508" y="59639"/>
                </a:lnTo>
                <a:lnTo>
                  <a:pt x="1579905" y="65633"/>
                </a:lnTo>
                <a:lnTo>
                  <a:pt x="1595653" y="64223"/>
                </a:lnTo>
                <a:lnTo>
                  <a:pt x="1610956" y="62395"/>
                </a:lnTo>
                <a:lnTo>
                  <a:pt x="1625993" y="60274"/>
                </a:lnTo>
                <a:lnTo>
                  <a:pt x="1640865" y="58013"/>
                </a:lnTo>
                <a:lnTo>
                  <a:pt x="1640865" y="118973"/>
                </a:lnTo>
                <a:lnTo>
                  <a:pt x="1567713" y="118973"/>
                </a:lnTo>
                <a:lnTo>
                  <a:pt x="1567713" y="144881"/>
                </a:lnTo>
                <a:lnTo>
                  <a:pt x="1634769" y="144881"/>
                </a:lnTo>
                <a:lnTo>
                  <a:pt x="1621053" y="179514"/>
                </a:lnTo>
                <a:lnTo>
                  <a:pt x="1605051" y="212420"/>
                </a:lnTo>
                <a:lnTo>
                  <a:pt x="1586763" y="243598"/>
                </a:lnTo>
                <a:lnTo>
                  <a:pt x="1566189" y="273088"/>
                </a:lnTo>
                <a:lnTo>
                  <a:pt x="1569618" y="281952"/>
                </a:lnTo>
                <a:lnTo>
                  <a:pt x="1573047" y="290233"/>
                </a:lnTo>
                <a:lnTo>
                  <a:pt x="1576476" y="297954"/>
                </a:lnTo>
                <a:lnTo>
                  <a:pt x="1579905" y="305092"/>
                </a:lnTo>
                <a:lnTo>
                  <a:pt x="1598218" y="279387"/>
                </a:lnTo>
                <a:lnTo>
                  <a:pt x="1614385" y="252653"/>
                </a:lnTo>
                <a:lnTo>
                  <a:pt x="1628559" y="225069"/>
                </a:lnTo>
                <a:lnTo>
                  <a:pt x="1640865" y="196799"/>
                </a:lnTo>
                <a:lnTo>
                  <a:pt x="1640865" y="381393"/>
                </a:lnTo>
                <a:lnTo>
                  <a:pt x="1669923" y="381393"/>
                </a:lnTo>
                <a:lnTo>
                  <a:pt x="1669923" y="202895"/>
                </a:lnTo>
                <a:lnTo>
                  <a:pt x="1683588" y="216611"/>
                </a:lnTo>
                <a:lnTo>
                  <a:pt x="1696974" y="230327"/>
                </a:lnTo>
                <a:lnTo>
                  <a:pt x="1709788" y="244081"/>
                </a:lnTo>
                <a:lnTo>
                  <a:pt x="1721739" y="257848"/>
                </a:lnTo>
                <a:lnTo>
                  <a:pt x="1743075" y="234899"/>
                </a:lnTo>
                <a:close/>
              </a:path>
              <a:path w="2731770" h="381635">
                <a:moveTo>
                  <a:pt x="1929104" y="48768"/>
                </a:moveTo>
                <a:lnTo>
                  <a:pt x="1898624" y="48768"/>
                </a:lnTo>
                <a:lnTo>
                  <a:pt x="1898624" y="77825"/>
                </a:lnTo>
                <a:lnTo>
                  <a:pt x="1898624" y="303568"/>
                </a:lnTo>
                <a:lnTo>
                  <a:pt x="1790319" y="303568"/>
                </a:lnTo>
                <a:lnTo>
                  <a:pt x="1790319" y="77825"/>
                </a:lnTo>
                <a:lnTo>
                  <a:pt x="1898624" y="77825"/>
                </a:lnTo>
                <a:lnTo>
                  <a:pt x="1898624" y="48768"/>
                </a:lnTo>
                <a:lnTo>
                  <a:pt x="1759839" y="48768"/>
                </a:lnTo>
                <a:lnTo>
                  <a:pt x="1759839" y="369201"/>
                </a:lnTo>
                <a:lnTo>
                  <a:pt x="1790319" y="369201"/>
                </a:lnTo>
                <a:lnTo>
                  <a:pt x="1790319" y="331000"/>
                </a:lnTo>
                <a:lnTo>
                  <a:pt x="1898624" y="331000"/>
                </a:lnTo>
                <a:lnTo>
                  <a:pt x="1898624" y="369201"/>
                </a:lnTo>
                <a:lnTo>
                  <a:pt x="1929104" y="369201"/>
                </a:lnTo>
                <a:lnTo>
                  <a:pt x="1929104" y="331000"/>
                </a:lnTo>
                <a:lnTo>
                  <a:pt x="1929104" y="303568"/>
                </a:lnTo>
                <a:lnTo>
                  <a:pt x="1929104" y="77825"/>
                </a:lnTo>
                <a:lnTo>
                  <a:pt x="1929104" y="48768"/>
                </a:lnTo>
                <a:close/>
              </a:path>
              <a:path w="2731770" h="381635">
                <a:moveTo>
                  <a:pt x="2075586" y="186118"/>
                </a:moveTo>
                <a:lnTo>
                  <a:pt x="2043493" y="149453"/>
                </a:lnTo>
                <a:lnTo>
                  <a:pt x="2034349" y="158686"/>
                </a:lnTo>
                <a:lnTo>
                  <a:pt x="2034349" y="106781"/>
                </a:lnTo>
                <a:lnTo>
                  <a:pt x="2069401" y="106781"/>
                </a:lnTo>
                <a:lnTo>
                  <a:pt x="2069401" y="82397"/>
                </a:lnTo>
                <a:lnTo>
                  <a:pt x="2034349" y="82397"/>
                </a:lnTo>
                <a:lnTo>
                  <a:pt x="2034349" y="1524"/>
                </a:lnTo>
                <a:lnTo>
                  <a:pt x="2008441" y="1524"/>
                </a:lnTo>
                <a:lnTo>
                  <a:pt x="2008441" y="82397"/>
                </a:lnTo>
                <a:lnTo>
                  <a:pt x="1962721" y="82397"/>
                </a:lnTo>
                <a:lnTo>
                  <a:pt x="1962721" y="106781"/>
                </a:lnTo>
                <a:lnTo>
                  <a:pt x="2005393" y="106781"/>
                </a:lnTo>
                <a:lnTo>
                  <a:pt x="1995627" y="143675"/>
                </a:lnTo>
                <a:lnTo>
                  <a:pt x="1984438" y="178689"/>
                </a:lnTo>
                <a:lnTo>
                  <a:pt x="1971535" y="211670"/>
                </a:lnTo>
                <a:lnTo>
                  <a:pt x="1956625" y="242506"/>
                </a:lnTo>
                <a:lnTo>
                  <a:pt x="1963293" y="259892"/>
                </a:lnTo>
                <a:lnTo>
                  <a:pt x="1966264" y="268097"/>
                </a:lnTo>
                <a:lnTo>
                  <a:pt x="1968817" y="276136"/>
                </a:lnTo>
                <a:lnTo>
                  <a:pt x="1979726" y="253530"/>
                </a:lnTo>
                <a:lnTo>
                  <a:pt x="1989772" y="227088"/>
                </a:lnTo>
                <a:lnTo>
                  <a:pt x="1999246" y="196964"/>
                </a:lnTo>
                <a:lnTo>
                  <a:pt x="2008441" y="163258"/>
                </a:lnTo>
                <a:lnTo>
                  <a:pt x="2008441" y="378345"/>
                </a:lnTo>
                <a:lnTo>
                  <a:pt x="2034349" y="378345"/>
                </a:lnTo>
                <a:lnTo>
                  <a:pt x="2034349" y="169354"/>
                </a:lnTo>
                <a:lnTo>
                  <a:pt x="2040305" y="177355"/>
                </a:lnTo>
                <a:lnTo>
                  <a:pt x="2052777" y="193357"/>
                </a:lnTo>
                <a:lnTo>
                  <a:pt x="2058733" y="201358"/>
                </a:lnTo>
                <a:lnTo>
                  <a:pt x="2075586" y="186118"/>
                </a:lnTo>
                <a:close/>
              </a:path>
              <a:path w="2731770" h="381635">
                <a:moveTo>
                  <a:pt x="2189899" y="298996"/>
                </a:moveTo>
                <a:lnTo>
                  <a:pt x="2188210" y="295948"/>
                </a:lnTo>
                <a:lnTo>
                  <a:pt x="2169134" y="261416"/>
                </a:lnTo>
                <a:lnTo>
                  <a:pt x="2160105" y="245554"/>
                </a:lnTo>
                <a:lnTo>
                  <a:pt x="2151799" y="231838"/>
                </a:lnTo>
                <a:lnTo>
                  <a:pt x="2130463" y="244030"/>
                </a:lnTo>
                <a:lnTo>
                  <a:pt x="2133904" y="250050"/>
                </a:lnTo>
                <a:lnTo>
                  <a:pt x="2141385" y="263829"/>
                </a:lnTo>
                <a:lnTo>
                  <a:pt x="2113978" y="292354"/>
                </a:lnTo>
                <a:lnTo>
                  <a:pt x="2104542" y="297472"/>
                </a:lnTo>
                <a:lnTo>
                  <a:pt x="2104542" y="204406"/>
                </a:lnTo>
                <a:lnTo>
                  <a:pt x="2148751" y="204406"/>
                </a:lnTo>
                <a:lnTo>
                  <a:pt x="2148751" y="216598"/>
                </a:lnTo>
                <a:lnTo>
                  <a:pt x="2173135" y="216598"/>
                </a:lnTo>
                <a:lnTo>
                  <a:pt x="2173135" y="24384"/>
                </a:lnTo>
                <a:lnTo>
                  <a:pt x="2148751" y="24384"/>
                </a:lnTo>
                <a:lnTo>
                  <a:pt x="2148751" y="47244"/>
                </a:lnTo>
                <a:lnTo>
                  <a:pt x="2148751" y="102209"/>
                </a:lnTo>
                <a:lnTo>
                  <a:pt x="2148751" y="126593"/>
                </a:lnTo>
                <a:lnTo>
                  <a:pt x="2148751" y="181546"/>
                </a:lnTo>
                <a:lnTo>
                  <a:pt x="2104542" y="181546"/>
                </a:lnTo>
                <a:lnTo>
                  <a:pt x="2104542" y="126593"/>
                </a:lnTo>
                <a:lnTo>
                  <a:pt x="2148751" y="126593"/>
                </a:lnTo>
                <a:lnTo>
                  <a:pt x="2148751" y="102209"/>
                </a:lnTo>
                <a:lnTo>
                  <a:pt x="2104542" y="102209"/>
                </a:lnTo>
                <a:lnTo>
                  <a:pt x="2104542" y="47244"/>
                </a:lnTo>
                <a:lnTo>
                  <a:pt x="2148751" y="47244"/>
                </a:lnTo>
                <a:lnTo>
                  <a:pt x="2148751" y="24384"/>
                </a:lnTo>
                <a:lnTo>
                  <a:pt x="2078634" y="24384"/>
                </a:lnTo>
                <a:lnTo>
                  <a:pt x="2078634" y="286804"/>
                </a:lnTo>
                <a:lnTo>
                  <a:pt x="2078024" y="297637"/>
                </a:lnTo>
                <a:lnTo>
                  <a:pt x="2075967" y="307187"/>
                </a:lnTo>
                <a:lnTo>
                  <a:pt x="2072170" y="315302"/>
                </a:lnTo>
                <a:lnTo>
                  <a:pt x="2066353" y="321856"/>
                </a:lnTo>
                <a:lnTo>
                  <a:pt x="2087778" y="347764"/>
                </a:lnTo>
                <a:lnTo>
                  <a:pt x="2094115" y="341477"/>
                </a:lnTo>
                <a:lnTo>
                  <a:pt x="2099589" y="336334"/>
                </a:lnTo>
                <a:lnTo>
                  <a:pt x="2104504" y="332333"/>
                </a:lnTo>
                <a:lnTo>
                  <a:pt x="2109114" y="329476"/>
                </a:lnTo>
                <a:lnTo>
                  <a:pt x="2123389" y="318884"/>
                </a:lnTo>
                <a:lnTo>
                  <a:pt x="2136368" y="309854"/>
                </a:lnTo>
                <a:lnTo>
                  <a:pt x="2147913" y="302260"/>
                </a:lnTo>
                <a:lnTo>
                  <a:pt x="2155482" y="297472"/>
                </a:lnTo>
                <a:lnTo>
                  <a:pt x="2157895" y="295948"/>
                </a:lnTo>
                <a:lnTo>
                  <a:pt x="2167039" y="314236"/>
                </a:lnTo>
                <a:lnTo>
                  <a:pt x="2189899" y="298996"/>
                </a:lnTo>
                <a:close/>
              </a:path>
              <a:path w="2731770" h="381635">
                <a:moveTo>
                  <a:pt x="2339340" y="285280"/>
                </a:moveTo>
                <a:lnTo>
                  <a:pt x="2333358" y="283641"/>
                </a:lnTo>
                <a:lnTo>
                  <a:pt x="2326957" y="281279"/>
                </a:lnTo>
                <a:lnTo>
                  <a:pt x="2320264" y="278638"/>
                </a:lnTo>
                <a:lnTo>
                  <a:pt x="2313432" y="276136"/>
                </a:lnTo>
                <a:lnTo>
                  <a:pt x="2314029" y="292138"/>
                </a:lnTo>
                <a:lnTo>
                  <a:pt x="2313622" y="305854"/>
                </a:lnTo>
                <a:lnTo>
                  <a:pt x="2312365" y="317284"/>
                </a:lnTo>
                <a:lnTo>
                  <a:pt x="2310384" y="326428"/>
                </a:lnTo>
                <a:lnTo>
                  <a:pt x="2307336" y="337096"/>
                </a:lnTo>
                <a:lnTo>
                  <a:pt x="2302764" y="341668"/>
                </a:lnTo>
                <a:lnTo>
                  <a:pt x="2279904" y="341668"/>
                </a:lnTo>
                <a:lnTo>
                  <a:pt x="2275332" y="335572"/>
                </a:lnTo>
                <a:lnTo>
                  <a:pt x="2275332" y="262420"/>
                </a:lnTo>
                <a:lnTo>
                  <a:pt x="2275332" y="228790"/>
                </a:lnTo>
                <a:lnTo>
                  <a:pt x="2263140" y="228790"/>
                </a:lnTo>
                <a:lnTo>
                  <a:pt x="2265400" y="219887"/>
                </a:lnTo>
                <a:lnTo>
                  <a:pt x="2267420" y="211670"/>
                </a:lnTo>
                <a:lnTo>
                  <a:pt x="2269350" y="202653"/>
                </a:lnTo>
                <a:lnTo>
                  <a:pt x="2270760" y="193738"/>
                </a:lnTo>
                <a:lnTo>
                  <a:pt x="2328672" y="193738"/>
                </a:lnTo>
                <a:lnTo>
                  <a:pt x="2328672" y="169354"/>
                </a:lnTo>
                <a:lnTo>
                  <a:pt x="2275332" y="169354"/>
                </a:lnTo>
                <a:lnTo>
                  <a:pt x="2278215" y="144487"/>
                </a:lnTo>
                <a:lnTo>
                  <a:pt x="2280094" y="115925"/>
                </a:lnTo>
                <a:lnTo>
                  <a:pt x="2281072" y="85432"/>
                </a:lnTo>
                <a:lnTo>
                  <a:pt x="2281136" y="82397"/>
                </a:lnTo>
                <a:lnTo>
                  <a:pt x="2281428" y="48768"/>
                </a:lnTo>
                <a:lnTo>
                  <a:pt x="2325624" y="48768"/>
                </a:lnTo>
                <a:lnTo>
                  <a:pt x="2325624" y="24384"/>
                </a:lnTo>
                <a:lnTo>
                  <a:pt x="2191423" y="24384"/>
                </a:lnTo>
                <a:lnTo>
                  <a:pt x="2191423" y="48768"/>
                </a:lnTo>
                <a:lnTo>
                  <a:pt x="2255520" y="48768"/>
                </a:lnTo>
                <a:lnTo>
                  <a:pt x="2255215" y="85432"/>
                </a:lnTo>
                <a:lnTo>
                  <a:pt x="2254186" y="117640"/>
                </a:lnTo>
                <a:lnTo>
                  <a:pt x="2252307" y="145567"/>
                </a:lnTo>
                <a:lnTo>
                  <a:pt x="2249424" y="169354"/>
                </a:lnTo>
                <a:lnTo>
                  <a:pt x="2215896" y="169354"/>
                </a:lnTo>
                <a:lnTo>
                  <a:pt x="2225040" y="67157"/>
                </a:lnTo>
                <a:lnTo>
                  <a:pt x="2200567" y="67157"/>
                </a:lnTo>
                <a:lnTo>
                  <a:pt x="2191423" y="193738"/>
                </a:lnTo>
                <a:lnTo>
                  <a:pt x="2244852" y="193738"/>
                </a:lnTo>
                <a:lnTo>
                  <a:pt x="2230031" y="241782"/>
                </a:lnTo>
                <a:lnTo>
                  <a:pt x="2206320" y="285076"/>
                </a:lnTo>
                <a:lnTo>
                  <a:pt x="2174049" y="323494"/>
                </a:lnTo>
                <a:lnTo>
                  <a:pt x="2133511" y="356908"/>
                </a:lnTo>
                <a:lnTo>
                  <a:pt x="2139175" y="362458"/>
                </a:lnTo>
                <a:lnTo>
                  <a:pt x="2144560" y="367855"/>
                </a:lnTo>
                <a:lnTo>
                  <a:pt x="2149360" y="373507"/>
                </a:lnTo>
                <a:lnTo>
                  <a:pt x="2153323" y="379869"/>
                </a:lnTo>
                <a:lnTo>
                  <a:pt x="2184222" y="353758"/>
                </a:lnTo>
                <a:lnTo>
                  <a:pt x="2210701" y="325678"/>
                </a:lnTo>
                <a:lnTo>
                  <a:pt x="2232901" y="295325"/>
                </a:lnTo>
                <a:lnTo>
                  <a:pt x="2250948" y="262420"/>
                </a:lnTo>
                <a:lnTo>
                  <a:pt x="2251049" y="329006"/>
                </a:lnTo>
                <a:lnTo>
                  <a:pt x="2252713" y="345084"/>
                </a:lnTo>
                <a:lnTo>
                  <a:pt x="2258187" y="357530"/>
                </a:lnTo>
                <a:lnTo>
                  <a:pt x="2267661" y="365112"/>
                </a:lnTo>
                <a:lnTo>
                  <a:pt x="2281428" y="367677"/>
                </a:lnTo>
                <a:lnTo>
                  <a:pt x="2304288" y="367677"/>
                </a:lnTo>
                <a:lnTo>
                  <a:pt x="2313736" y="365937"/>
                </a:lnTo>
                <a:lnTo>
                  <a:pt x="2321623" y="360768"/>
                </a:lnTo>
                <a:lnTo>
                  <a:pt x="2328075" y="352158"/>
                </a:lnTo>
                <a:lnTo>
                  <a:pt x="2332583" y="341668"/>
                </a:lnTo>
                <a:lnTo>
                  <a:pt x="2333244" y="340144"/>
                </a:lnTo>
                <a:lnTo>
                  <a:pt x="2335479" y="329006"/>
                </a:lnTo>
                <a:lnTo>
                  <a:pt x="2337435" y="316141"/>
                </a:lnTo>
                <a:lnTo>
                  <a:pt x="2338819" y="301574"/>
                </a:lnTo>
                <a:lnTo>
                  <a:pt x="2339340" y="285280"/>
                </a:lnTo>
                <a:close/>
              </a:path>
              <a:path w="2731770" h="381635">
                <a:moveTo>
                  <a:pt x="2415629" y="259372"/>
                </a:moveTo>
                <a:lnTo>
                  <a:pt x="2386673" y="248615"/>
                </a:lnTo>
                <a:lnTo>
                  <a:pt x="2379256" y="274612"/>
                </a:lnTo>
                <a:lnTo>
                  <a:pt x="2370671" y="299745"/>
                </a:lnTo>
                <a:lnTo>
                  <a:pt x="2360917" y="323710"/>
                </a:lnTo>
                <a:lnTo>
                  <a:pt x="2350008" y="346240"/>
                </a:lnTo>
                <a:lnTo>
                  <a:pt x="2357780" y="350316"/>
                </a:lnTo>
                <a:lnTo>
                  <a:pt x="2371534" y="356743"/>
                </a:lnTo>
                <a:lnTo>
                  <a:pt x="2377529" y="359956"/>
                </a:lnTo>
                <a:lnTo>
                  <a:pt x="2387562" y="338239"/>
                </a:lnTo>
                <a:lnTo>
                  <a:pt x="2397150" y="314236"/>
                </a:lnTo>
                <a:lnTo>
                  <a:pt x="2406472" y="287947"/>
                </a:lnTo>
                <a:lnTo>
                  <a:pt x="2415629" y="259372"/>
                </a:lnTo>
                <a:close/>
              </a:path>
              <a:path w="2731770" h="381635">
                <a:moveTo>
                  <a:pt x="2569654" y="129641"/>
                </a:moveTo>
                <a:lnTo>
                  <a:pt x="2559100" y="115925"/>
                </a:lnTo>
                <a:lnTo>
                  <a:pt x="2548128" y="102209"/>
                </a:lnTo>
                <a:lnTo>
                  <a:pt x="2536863" y="88493"/>
                </a:lnTo>
                <a:lnTo>
                  <a:pt x="2525458" y="74777"/>
                </a:lnTo>
                <a:lnTo>
                  <a:pt x="2504122" y="93065"/>
                </a:lnTo>
                <a:lnTo>
                  <a:pt x="2515273" y="107632"/>
                </a:lnTo>
                <a:lnTo>
                  <a:pt x="2525839" y="121640"/>
                </a:lnTo>
                <a:lnTo>
                  <a:pt x="2535847" y="135064"/>
                </a:lnTo>
                <a:lnTo>
                  <a:pt x="2545270" y="147929"/>
                </a:lnTo>
                <a:lnTo>
                  <a:pt x="2569654" y="129641"/>
                </a:lnTo>
                <a:close/>
              </a:path>
              <a:path w="2731770" h="381635">
                <a:moveTo>
                  <a:pt x="2583370" y="277660"/>
                </a:moveTo>
                <a:lnTo>
                  <a:pt x="2554795" y="249224"/>
                </a:lnTo>
                <a:lnTo>
                  <a:pt x="2537942" y="232791"/>
                </a:lnTo>
                <a:lnTo>
                  <a:pt x="2519362" y="215074"/>
                </a:lnTo>
                <a:lnTo>
                  <a:pt x="2498026" y="233362"/>
                </a:lnTo>
                <a:lnTo>
                  <a:pt x="2514866" y="249618"/>
                </a:lnTo>
                <a:lnTo>
                  <a:pt x="2530983" y="266179"/>
                </a:lnTo>
                <a:lnTo>
                  <a:pt x="2546248" y="282740"/>
                </a:lnTo>
                <a:lnTo>
                  <a:pt x="2560510" y="298996"/>
                </a:lnTo>
                <a:lnTo>
                  <a:pt x="2583370" y="277660"/>
                </a:lnTo>
                <a:close/>
              </a:path>
              <a:path w="2731770" h="381635">
                <a:moveTo>
                  <a:pt x="2645956" y="285280"/>
                </a:moveTo>
                <a:lnTo>
                  <a:pt x="2622943" y="276923"/>
                </a:lnTo>
                <a:lnTo>
                  <a:pt x="2616898" y="274612"/>
                </a:lnTo>
                <a:lnTo>
                  <a:pt x="2615514" y="286588"/>
                </a:lnTo>
                <a:lnTo>
                  <a:pt x="2607132" y="326237"/>
                </a:lnTo>
                <a:lnTo>
                  <a:pt x="2581846" y="341668"/>
                </a:lnTo>
                <a:lnTo>
                  <a:pt x="2504122" y="341668"/>
                </a:lnTo>
                <a:lnTo>
                  <a:pt x="2492946" y="339928"/>
                </a:lnTo>
                <a:lnTo>
                  <a:pt x="2484793" y="334619"/>
                </a:lnTo>
                <a:lnTo>
                  <a:pt x="2479814" y="325589"/>
                </a:lnTo>
                <a:lnTo>
                  <a:pt x="2478125" y="312712"/>
                </a:lnTo>
                <a:lnTo>
                  <a:pt x="2478125" y="247078"/>
                </a:lnTo>
                <a:lnTo>
                  <a:pt x="2447645" y="247078"/>
                </a:lnTo>
                <a:lnTo>
                  <a:pt x="2447645" y="317284"/>
                </a:lnTo>
                <a:lnTo>
                  <a:pt x="2450782" y="339534"/>
                </a:lnTo>
                <a:lnTo>
                  <a:pt x="2460218" y="355815"/>
                </a:lnTo>
                <a:lnTo>
                  <a:pt x="2475966" y="365798"/>
                </a:lnTo>
                <a:lnTo>
                  <a:pt x="2498026" y="369201"/>
                </a:lnTo>
                <a:lnTo>
                  <a:pt x="2583370" y="369201"/>
                </a:lnTo>
                <a:lnTo>
                  <a:pt x="2629954" y="346608"/>
                </a:lnTo>
                <a:lnTo>
                  <a:pt x="2643568" y="299745"/>
                </a:lnTo>
                <a:lnTo>
                  <a:pt x="2645956" y="285280"/>
                </a:lnTo>
                <a:close/>
              </a:path>
              <a:path w="2731770" h="381635">
                <a:moveTo>
                  <a:pt x="2645956" y="154114"/>
                </a:moveTo>
                <a:lnTo>
                  <a:pt x="2420201" y="154114"/>
                </a:lnTo>
                <a:lnTo>
                  <a:pt x="2420201" y="180022"/>
                </a:lnTo>
                <a:lnTo>
                  <a:pt x="2612326" y="180022"/>
                </a:lnTo>
                <a:lnTo>
                  <a:pt x="2602280" y="197726"/>
                </a:lnTo>
                <a:lnTo>
                  <a:pt x="2592514" y="214122"/>
                </a:lnTo>
                <a:lnTo>
                  <a:pt x="2582748" y="229108"/>
                </a:lnTo>
                <a:lnTo>
                  <a:pt x="2572702" y="242506"/>
                </a:lnTo>
                <a:lnTo>
                  <a:pt x="2579560" y="245059"/>
                </a:lnTo>
                <a:lnTo>
                  <a:pt x="2586418" y="248043"/>
                </a:lnTo>
                <a:lnTo>
                  <a:pt x="2593276" y="251294"/>
                </a:lnTo>
                <a:lnTo>
                  <a:pt x="2600134" y="254711"/>
                </a:lnTo>
                <a:lnTo>
                  <a:pt x="2612440" y="237032"/>
                </a:lnTo>
                <a:lnTo>
                  <a:pt x="2624188" y="218503"/>
                </a:lnTo>
                <a:lnTo>
                  <a:pt x="2635364" y="199415"/>
                </a:lnTo>
                <a:lnTo>
                  <a:pt x="2645956" y="180022"/>
                </a:lnTo>
                <a:lnTo>
                  <a:pt x="2645956" y="154114"/>
                </a:lnTo>
                <a:close/>
              </a:path>
              <a:path w="2731770" h="381635">
                <a:moveTo>
                  <a:pt x="2729776" y="122021"/>
                </a:moveTo>
                <a:lnTo>
                  <a:pt x="2682062" y="103187"/>
                </a:lnTo>
                <a:lnTo>
                  <a:pt x="2637332" y="78765"/>
                </a:lnTo>
                <a:lnTo>
                  <a:pt x="2595740" y="48895"/>
                </a:lnTo>
                <a:lnTo>
                  <a:pt x="2580678" y="35052"/>
                </a:lnTo>
                <a:lnTo>
                  <a:pt x="2557462" y="13716"/>
                </a:lnTo>
                <a:lnTo>
                  <a:pt x="2558986" y="9144"/>
                </a:lnTo>
                <a:lnTo>
                  <a:pt x="2562034" y="6096"/>
                </a:lnTo>
                <a:lnTo>
                  <a:pt x="2563558" y="3048"/>
                </a:lnTo>
                <a:lnTo>
                  <a:pt x="2530030" y="3048"/>
                </a:lnTo>
                <a:lnTo>
                  <a:pt x="2494800" y="40233"/>
                </a:lnTo>
                <a:lnTo>
                  <a:pt x="2453170" y="73812"/>
                </a:lnTo>
                <a:lnTo>
                  <a:pt x="2404948" y="103657"/>
                </a:lnTo>
                <a:lnTo>
                  <a:pt x="2350008" y="129641"/>
                </a:lnTo>
                <a:lnTo>
                  <a:pt x="2354402" y="136499"/>
                </a:lnTo>
                <a:lnTo>
                  <a:pt x="2362530" y="150253"/>
                </a:lnTo>
                <a:lnTo>
                  <a:pt x="2366861" y="157162"/>
                </a:lnTo>
                <a:lnTo>
                  <a:pt x="2421432" y="127127"/>
                </a:lnTo>
                <a:lnTo>
                  <a:pt x="2468448" y="96685"/>
                </a:lnTo>
                <a:lnTo>
                  <a:pt x="2507754" y="65951"/>
                </a:lnTo>
                <a:lnTo>
                  <a:pt x="2539174" y="35052"/>
                </a:lnTo>
                <a:lnTo>
                  <a:pt x="2576601" y="69735"/>
                </a:lnTo>
                <a:lnTo>
                  <a:pt x="2617901" y="100672"/>
                </a:lnTo>
                <a:lnTo>
                  <a:pt x="2662910" y="128168"/>
                </a:lnTo>
                <a:lnTo>
                  <a:pt x="2711488" y="152501"/>
                </a:lnTo>
                <a:lnTo>
                  <a:pt x="2715196" y="145376"/>
                </a:lnTo>
                <a:lnTo>
                  <a:pt x="2719489" y="137833"/>
                </a:lnTo>
                <a:lnTo>
                  <a:pt x="2724340" y="129997"/>
                </a:lnTo>
                <a:lnTo>
                  <a:pt x="2729776" y="122021"/>
                </a:lnTo>
                <a:close/>
              </a:path>
              <a:path w="2731770" h="381635">
                <a:moveTo>
                  <a:pt x="2731300" y="320332"/>
                </a:moveTo>
                <a:lnTo>
                  <a:pt x="2714510" y="299262"/>
                </a:lnTo>
                <a:lnTo>
                  <a:pt x="2697962" y="278790"/>
                </a:lnTo>
                <a:lnTo>
                  <a:pt x="2665768" y="239458"/>
                </a:lnTo>
                <a:lnTo>
                  <a:pt x="2642908" y="256235"/>
                </a:lnTo>
                <a:lnTo>
                  <a:pt x="2661234" y="279666"/>
                </a:lnTo>
                <a:lnTo>
                  <a:pt x="2677579" y="301650"/>
                </a:lnTo>
                <a:lnTo>
                  <a:pt x="2705392" y="340144"/>
                </a:lnTo>
                <a:lnTo>
                  <a:pt x="2731300" y="3203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418844" y="5743955"/>
            <a:ext cx="196850" cy="27940"/>
          </a:xfrm>
          <a:custGeom>
            <a:avLst/>
            <a:gdLst/>
            <a:ahLst/>
            <a:cxnLst/>
            <a:rect l="l" t="t" r="r" b="b"/>
            <a:pathLst>
              <a:path w="196850" h="27939">
                <a:moveTo>
                  <a:pt x="196595" y="27431"/>
                </a:moveTo>
                <a:lnTo>
                  <a:pt x="0" y="27431"/>
                </a:lnTo>
                <a:lnTo>
                  <a:pt x="0" y="0"/>
                </a:lnTo>
                <a:lnTo>
                  <a:pt x="196595" y="0"/>
                </a:lnTo>
                <a:lnTo>
                  <a:pt x="196595" y="274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object 7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39931" y="5535644"/>
            <a:ext cx="3904107" cy="3859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75562" y="2844837"/>
            <a:ext cx="5360670" cy="659130"/>
          </a:xfrm>
          <a:custGeom>
            <a:avLst/>
            <a:gdLst/>
            <a:ahLst/>
            <a:cxnLst/>
            <a:rect l="l" t="t" r="r" b="b"/>
            <a:pathLst>
              <a:path w="5360670" h="659129">
                <a:moveTo>
                  <a:pt x="654278" y="186118"/>
                </a:moveTo>
                <a:lnTo>
                  <a:pt x="524649" y="186118"/>
                </a:lnTo>
                <a:lnTo>
                  <a:pt x="551840" y="162687"/>
                </a:lnTo>
                <a:lnTo>
                  <a:pt x="578446" y="138099"/>
                </a:lnTo>
                <a:lnTo>
                  <a:pt x="593064" y="123634"/>
                </a:lnTo>
                <a:lnTo>
                  <a:pt x="604456" y="112356"/>
                </a:lnTo>
                <a:lnTo>
                  <a:pt x="629894" y="85432"/>
                </a:lnTo>
                <a:lnTo>
                  <a:pt x="564362" y="35140"/>
                </a:lnTo>
                <a:lnTo>
                  <a:pt x="542594" y="58597"/>
                </a:lnTo>
                <a:lnTo>
                  <a:pt x="520839" y="81064"/>
                </a:lnTo>
                <a:lnTo>
                  <a:pt x="499122" y="102692"/>
                </a:lnTo>
                <a:lnTo>
                  <a:pt x="477405" y="123634"/>
                </a:lnTo>
                <a:lnTo>
                  <a:pt x="477405" y="59524"/>
                </a:lnTo>
                <a:lnTo>
                  <a:pt x="465213" y="59524"/>
                </a:lnTo>
                <a:lnTo>
                  <a:pt x="465213" y="134302"/>
                </a:lnTo>
                <a:lnTo>
                  <a:pt x="449199" y="147967"/>
                </a:lnTo>
                <a:lnTo>
                  <a:pt x="433197" y="161353"/>
                </a:lnTo>
                <a:lnTo>
                  <a:pt x="417156" y="174167"/>
                </a:lnTo>
                <a:lnTo>
                  <a:pt x="401104" y="186118"/>
                </a:lnTo>
                <a:lnTo>
                  <a:pt x="320332" y="186118"/>
                </a:lnTo>
                <a:lnTo>
                  <a:pt x="320332" y="134302"/>
                </a:lnTo>
                <a:lnTo>
                  <a:pt x="465213" y="134302"/>
                </a:lnTo>
                <a:lnTo>
                  <a:pt x="465213" y="59524"/>
                </a:lnTo>
                <a:lnTo>
                  <a:pt x="320332" y="59524"/>
                </a:lnTo>
                <a:lnTo>
                  <a:pt x="320332" y="0"/>
                </a:lnTo>
                <a:lnTo>
                  <a:pt x="230327" y="0"/>
                </a:lnTo>
                <a:lnTo>
                  <a:pt x="230327" y="59524"/>
                </a:lnTo>
                <a:lnTo>
                  <a:pt x="58013" y="59524"/>
                </a:lnTo>
                <a:lnTo>
                  <a:pt x="58013" y="134302"/>
                </a:lnTo>
                <a:lnTo>
                  <a:pt x="230327" y="134302"/>
                </a:lnTo>
                <a:lnTo>
                  <a:pt x="230327" y="186118"/>
                </a:lnTo>
                <a:lnTo>
                  <a:pt x="4673" y="186118"/>
                </a:lnTo>
                <a:lnTo>
                  <a:pt x="4673" y="260896"/>
                </a:lnTo>
                <a:lnTo>
                  <a:pt x="280708" y="260896"/>
                </a:lnTo>
                <a:lnTo>
                  <a:pt x="242316" y="278688"/>
                </a:lnTo>
                <a:lnTo>
                  <a:pt x="200456" y="295516"/>
                </a:lnTo>
                <a:lnTo>
                  <a:pt x="155219" y="311416"/>
                </a:lnTo>
                <a:lnTo>
                  <a:pt x="106667" y="326440"/>
                </a:lnTo>
                <a:lnTo>
                  <a:pt x="54902" y="340601"/>
                </a:lnTo>
                <a:lnTo>
                  <a:pt x="0" y="353949"/>
                </a:lnTo>
                <a:lnTo>
                  <a:pt x="8636" y="376212"/>
                </a:lnTo>
                <a:lnTo>
                  <a:pt x="16090" y="397205"/>
                </a:lnTo>
                <a:lnTo>
                  <a:pt x="22390" y="416788"/>
                </a:lnTo>
                <a:lnTo>
                  <a:pt x="27533" y="434822"/>
                </a:lnTo>
                <a:lnTo>
                  <a:pt x="74726" y="420497"/>
                </a:lnTo>
                <a:lnTo>
                  <a:pt x="120357" y="405206"/>
                </a:lnTo>
                <a:lnTo>
                  <a:pt x="164553" y="389077"/>
                </a:lnTo>
                <a:lnTo>
                  <a:pt x="207467" y="372237"/>
                </a:lnTo>
                <a:lnTo>
                  <a:pt x="222707" y="372237"/>
                </a:lnTo>
                <a:lnTo>
                  <a:pt x="192227" y="486638"/>
                </a:lnTo>
                <a:lnTo>
                  <a:pt x="453021" y="486638"/>
                </a:lnTo>
                <a:lnTo>
                  <a:pt x="451637" y="495757"/>
                </a:lnTo>
                <a:lnTo>
                  <a:pt x="449973" y="504736"/>
                </a:lnTo>
                <a:lnTo>
                  <a:pt x="448297" y="513422"/>
                </a:lnTo>
                <a:lnTo>
                  <a:pt x="446925" y="521690"/>
                </a:lnTo>
                <a:lnTo>
                  <a:pt x="419125" y="553212"/>
                </a:lnTo>
                <a:lnTo>
                  <a:pt x="390817" y="558126"/>
                </a:lnTo>
                <a:lnTo>
                  <a:pt x="345884" y="558050"/>
                </a:lnTo>
                <a:lnTo>
                  <a:pt x="308317" y="557022"/>
                </a:lnTo>
                <a:lnTo>
                  <a:pt x="273304" y="555142"/>
                </a:lnTo>
                <a:lnTo>
                  <a:pt x="240995" y="552259"/>
                </a:lnTo>
                <a:lnTo>
                  <a:pt x="246443" y="571639"/>
                </a:lnTo>
                <a:lnTo>
                  <a:pt x="251472" y="593039"/>
                </a:lnTo>
                <a:lnTo>
                  <a:pt x="256209" y="616165"/>
                </a:lnTo>
                <a:lnTo>
                  <a:pt x="260807" y="640753"/>
                </a:lnTo>
                <a:lnTo>
                  <a:pt x="296595" y="641629"/>
                </a:lnTo>
                <a:lnTo>
                  <a:pt x="395008" y="642277"/>
                </a:lnTo>
                <a:lnTo>
                  <a:pt x="452056" y="635596"/>
                </a:lnTo>
                <a:lnTo>
                  <a:pt x="494169" y="616267"/>
                </a:lnTo>
                <a:lnTo>
                  <a:pt x="523697" y="583692"/>
                </a:lnTo>
                <a:lnTo>
                  <a:pt x="533958" y="558355"/>
                </a:lnTo>
                <a:lnTo>
                  <a:pt x="538365" y="538543"/>
                </a:lnTo>
                <a:lnTo>
                  <a:pt x="542696" y="511670"/>
                </a:lnTo>
                <a:lnTo>
                  <a:pt x="546747" y="481685"/>
                </a:lnTo>
                <a:lnTo>
                  <a:pt x="550786" y="448830"/>
                </a:lnTo>
                <a:lnTo>
                  <a:pt x="555129" y="413385"/>
                </a:lnTo>
                <a:lnTo>
                  <a:pt x="306616" y="413385"/>
                </a:lnTo>
                <a:lnTo>
                  <a:pt x="314236" y="372237"/>
                </a:lnTo>
                <a:lnTo>
                  <a:pt x="597890" y="372237"/>
                </a:lnTo>
                <a:lnTo>
                  <a:pt x="597890" y="298996"/>
                </a:lnTo>
                <a:lnTo>
                  <a:pt x="363004" y="298996"/>
                </a:lnTo>
                <a:lnTo>
                  <a:pt x="378739" y="289826"/>
                </a:lnTo>
                <a:lnTo>
                  <a:pt x="394068" y="280517"/>
                </a:lnTo>
                <a:lnTo>
                  <a:pt x="409117" y="270916"/>
                </a:lnTo>
                <a:lnTo>
                  <a:pt x="424065" y="260896"/>
                </a:lnTo>
                <a:lnTo>
                  <a:pt x="654278" y="260896"/>
                </a:lnTo>
                <a:lnTo>
                  <a:pt x="654278" y="186118"/>
                </a:lnTo>
                <a:close/>
              </a:path>
              <a:path w="5360670" h="659129">
                <a:moveTo>
                  <a:pt x="843445" y="131254"/>
                </a:moveTo>
                <a:lnTo>
                  <a:pt x="823671" y="100596"/>
                </a:lnTo>
                <a:lnTo>
                  <a:pt x="803351" y="70396"/>
                </a:lnTo>
                <a:lnTo>
                  <a:pt x="782485" y="40500"/>
                </a:lnTo>
                <a:lnTo>
                  <a:pt x="761047" y="10756"/>
                </a:lnTo>
                <a:lnTo>
                  <a:pt x="689330" y="51904"/>
                </a:lnTo>
                <a:lnTo>
                  <a:pt x="710526" y="83019"/>
                </a:lnTo>
                <a:lnTo>
                  <a:pt x="730567" y="114439"/>
                </a:lnTo>
                <a:lnTo>
                  <a:pt x="749427" y="145859"/>
                </a:lnTo>
                <a:lnTo>
                  <a:pt x="767143" y="176974"/>
                </a:lnTo>
                <a:lnTo>
                  <a:pt x="843445" y="131254"/>
                </a:lnTo>
                <a:close/>
              </a:path>
              <a:path w="5360670" h="659129">
                <a:moveTo>
                  <a:pt x="1091958" y="495782"/>
                </a:moveTo>
                <a:lnTo>
                  <a:pt x="1012710" y="507974"/>
                </a:lnTo>
                <a:lnTo>
                  <a:pt x="1012710" y="370713"/>
                </a:lnTo>
                <a:lnTo>
                  <a:pt x="1076718" y="370713"/>
                </a:lnTo>
                <a:lnTo>
                  <a:pt x="1076718" y="285280"/>
                </a:lnTo>
                <a:lnTo>
                  <a:pt x="861733" y="285280"/>
                </a:lnTo>
                <a:lnTo>
                  <a:pt x="861733" y="370713"/>
                </a:lnTo>
                <a:lnTo>
                  <a:pt x="925741" y="370713"/>
                </a:lnTo>
                <a:lnTo>
                  <a:pt x="925741" y="520166"/>
                </a:lnTo>
                <a:lnTo>
                  <a:pt x="886117" y="526351"/>
                </a:lnTo>
                <a:lnTo>
                  <a:pt x="882980" y="497179"/>
                </a:lnTo>
                <a:lnTo>
                  <a:pt x="882142" y="489686"/>
                </a:lnTo>
                <a:lnTo>
                  <a:pt x="880402" y="473875"/>
                </a:lnTo>
                <a:lnTo>
                  <a:pt x="878509" y="457530"/>
                </a:lnTo>
                <a:lnTo>
                  <a:pt x="876973" y="445490"/>
                </a:lnTo>
                <a:lnTo>
                  <a:pt x="860145" y="457530"/>
                </a:lnTo>
                <a:lnTo>
                  <a:pt x="844156" y="468731"/>
                </a:lnTo>
                <a:lnTo>
                  <a:pt x="829310" y="479348"/>
                </a:lnTo>
                <a:lnTo>
                  <a:pt x="815911" y="489686"/>
                </a:lnTo>
                <a:lnTo>
                  <a:pt x="815911" y="212128"/>
                </a:lnTo>
                <a:lnTo>
                  <a:pt x="672566" y="212128"/>
                </a:lnTo>
                <a:lnTo>
                  <a:pt x="672566" y="297472"/>
                </a:lnTo>
                <a:lnTo>
                  <a:pt x="729043" y="297472"/>
                </a:lnTo>
                <a:lnTo>
                  <a:pt x="729043" y="527875"/>
                </a:lnTo>
                <a:lnTo>
                  <a:pt x="727925" y="544169"/>
                </a:lnTo>
                <a:lnTo>
                  <a:pt x="724662" y="558736"/>
                </a:lnTo>
                <a:lnTo>
                  <a:pt x="719404" y="571601"/>
                </a:lnTo>
                <a:lnTo>
                  <a:pt x="712279" y="582739"/>
                </a:lnTo>
                <a:lnTo>
                  <a:pt x="759523" y="646849"/>
                </a:lnTo>
                <a:lnTo>
                  <a:pt x="778395" y="629043"/>
                </a:lnTo>
                <a:lnTo>
                  <a:pt x="800684" y="609993"/>
                </a:lnTo>
                <a:lnTo>
                  <a:pt x="826439" y="589521"/>
                </a:lnTo>
                <a:lnTo>
                  <a:pt x="855637" y="567499"/>
                </a:lnTo>
                <a:lnTo>
                  <a:pt x="867829" y="623887"/>
                </a:lnTo>
                <a:lnTo>
                  <a:pt x="1090434" y="587311"/>
                </a:lnTo>
                <a:lnTo>
                  <a:pt x="1089825" y="571601"/>
                </a:lnTo>
                <a:lnTo>
                  <a:pt x="1089850" y="567499"/>
                </a:lnTo>
                <a:lnTo>
                  <a:pt x="1090053" y="550722"/>
                </a:lnTo>
                <a:lnTo>
                  <a:pt x="1090828" y="526351"/>
                </a:lnTo>
                <a:lnTo>
                  <a:pt x="1091501" y="507974"/>
                </a:lnTo>
                <a:lnTo>
                  <a:pt x="1091958" y="495782"/>
                </a:lnTo>
                <a:close/>
              </a:path>
              <a:path w="5360670" h="659129">
                <a:moveTo>
                  <a:pt x="1328369" y="472922"/>
                </a:moveTo>
                <a:lnTo>
                  <a:pt x="1311529" y="467779"/>
                </a:lnTo>
                <a:lnTo>
                  <a:pt x="1293126" y="461492"/>
                </a:lnTo>
                <a:lnTo>
                  <a:pt x="1273289" y="454063"/>
                </a:lnTo>
                <a:lnTo>
                  <a:pt x="1252169" y="445490"/>
                </a:lnTo>
                <a:lnTo>
                  <a:pt x="1247521" y="489686"/>
                </a:lnTo>
                <a:lnTo>
                  <a:pt x="1242745" y="521919"/>
                </a:lnTo>
                <a:lnTo>
                  <a:pt x="1237703" y="541794"/>
                </a:lnTo>
                <a:lnTo>
                  <a:pt x="1232255" y="549211"/>
                </a:lnTo>
                <a:lnTo>
                  <a:pt x="1227683" y="549211"/>
                </a:lnTo>
                <a:lnTo>
                  <a:pt x="1210919" y="500354"/>
                </a:lnTo>
                <a:lnTo>
                  <a:pt x="1201966" y="454812"/>
                </a:lnTo>
                <a:lnTo>
                  <a:pt x="1194155" y="392049"/>
                </a:lnTo>
                <a:lnTo>
                  <a:pt x="1186916" y="313131"/>
                </a:lnTo>
                <a:lnTo>
                  <a:pt x="1184300" y="267665"/>
                </a:lnTo>
                <a:lnTo>
                  <a:pt x="1181963" y="218224"/>
                </a:lnTo>
                <a:lnTo>
                  <a:pt x="1319225" y="218224"/>
                </a:lnTo>
                <a:lnTo>
                  <a:pt x="1319225" y="131254"/>
                </a:lnTo>
                <a:lnTo>
                  <a:pt x="1258265" y="131254"/>
                </a:lnTo>
                <a:lnTo>
                  <a:pt x="1310081" y="91528"/>
                </a:lnTo>
                <a:lnTo>
                  <a:pt x="1294358" y="72669"/>
                </a:lnTo>
                <a:lnTo>
                  <a:pt x="1276921" y="52666"/>
                </a:lnTo>
                <a:lnTo>
                  <a:pt x="1257744" y="31521"/>
                </a:lnTo>
                <a:lnTo>
                  <a:pt x="1236827" y="9232"/>
                </a:lnTo>
                <a:lnTo>
                  <a:pt x="1181963" y="51904"/>
                </a:lnTo>
                <a:lnTo>
                  <a:pt x="1193419" y="65582"/>
                </a:lnTo>
                <a:lnTo>
                  <a:pt x="1207300" y="83540"/>
                </a:lnTo>
                <a:lnTo>
                  <a:pt x="1242923" y="131254"/>
                </a:lnTo>
                <a:lnTo>
                  <a:pt x="1178915" y="131254"/>
                </a:lnTo>
                <a:lnTo>
                  <a:pt x="1177391" y="6184"/>
                </a:lnTo>
                <a:lnTo>
                  <a:pt x="1087386" y="6184"/>
                </a:lnTo>
                <a:lnTo>
                  <a:pt x="1090434" y="131254"/>
                </a:lnTo>
                <a:lnTo>
                  <a:pt x="851065" y="131254"/>
                </a:lnTo>
                <a:lnTo>
                  <a:pt x="851065" y="218224"/>
                </a:lnTo>
                <a:lnTo>
                  <a:pt x="1093482" y="218224"/>
                </a:lnTo>
                <a:lnTo>
                  <a:pt x="1096784" y="284937"/>
                </a:lnTo>
                <a:lnTo>
                  <a:pt x="1100594" y="344741"/>
                </a:lnTo>
                <a:lnTo>
                  <a:pt x="1104912" y="397611"/>
                </a:lnTo>
                <a:lnTo>
                  <a:pt x="1109764" y="443484"/>
                </a:lnTo>
                <a:lnTo>
                  <a:pt x="1115123" y="482307"/>
                </a:lnTo>
                <a:lnTo>
                  <a:pt x="1130452" y="553605"/>
                </a:lnTo>
                <a:lnTo>
                  <a:pt x="1151648" y="609777"/>
                </a:lnTo>
                <a:lnTo>
                  <a:pt x="1177366" y="638149"/>
                </a:lnTo>
                <a:lnTo>
                  <a:pt x="1230731" y="652945"/>
                </a:lnTo>
                <a:lnTo>
                  <a:pt x="1249095" y="650913"/>
                </a:lnTo>
                <a:lnTo>
                  <a:pt x="1291793" y="619315"/>
                </a:lnTo>
                <a:lnTo>
                  <a:pt x="1312367" y="565581"/>
                </a:lnTo>
                <a:lnTo>
                  <a:pt x="1315745" y="549211"/>
                </a:lnTo>
                <a:lnTo>
                  <a:pt x="1320939" y="524116"/>
                </a:lnTo>
                <a:lnTo>
                  <a:pt x="1328369" y="472922"/>
                </a:lnTo>
                <a:close/>
              </a:path>
              <a:path w="5360670" h="659129">
                <a:moveTo>
                  <a:pt x="1634883" y="29044"/>
                </a:moveTo>
                <a:lnTo>
                  <a:pt x="1558683" y="29044"/>
                </a:lnTo>
                <a:lnTo>
                  <a:pt x="1558683" y="90017"/>
                </a:lnTo>
                <a:lnTo>
                  <a:pt x="1558683" y="128206"/>
                </a:lnTo>
                <a:lnTo>
                  <a:pt x="1558683" y="183070"/>
                </a:lnTo>
                <a:lnTo>
                  <a:pt x="1558683" y="221272"/>
                </a:lnTo>
                <a:lnTo>
                  <a:pt x="1453426" y="221272"/>
                </a:lnTo>
                <a:lnTo>
                  <a:pt x="1453426" y="183070"/>
                </a:lnTo>
                <a:lnTo>
                  <a:pt x="1558683" y="183070"/>
                </a:lnTo>
                <a:lnTo>
                  <a:pt x="1558683" y="128206"/>
                </a:lnTo>
                <a:lnTo>
                  <a:pt x="1453426" y="128206"/>
                </a:lnTo>
                <a:lnTo>
                  <a:pt x="1453426" y="90017"/>
                </a:lnTo>
                <a:lnTo>
                  <a:pt x="1558683" y="90017"/>
                </a:lnTo>
                <a:lnTo>
                  <a:pt x="1558683" y="29044"/>
                </a:lnTo>
                <a:lnTo>
                  <a:pt x="1377137" y="29044"/>
                </a:lnTo>
                <a:lnTo>
                  <a:pt x="1377137" y="283756"/>
                </a:lnTo>
                <a:lnTo>
                  <a:pt x="1634883" y="283756"/>
                </a:lnTo>
                <a:lnTo>
                  <a:pt x="1634883" y="221272"/>
                </a:lnTo>
                <a:lnTo>
                  <a:pt x="1634883" y="183070"/>
                </a:lnTo>
                <a:lnTo>
                  <a:pt x="1634883" y="128206"/>
                </a:lnTo>
                <a:lnTo>
                  <a:pt x="1634883" y="90017"/>
                </a:lnTo>
                <a:lnTo>
                  <a:pt x="1634883" y="29044"/>
                </a:lnTo>
                <a:close/>
              </a:path>
              <a:path w="5360670" h="659129">
                <a:moveTo>
                  <a:pt x="1982635" y="29044"/>
                </a:moveTo>
                <a:lnTo>
                  <a:pt x="1660791" y="29044"/>
                </a:lnTo>
                <a:lnTo>
                  <a:pt x="1660791" y="94589"/>
                </a:lnTo>
                <a:lnTo>
                  <a:pt x="1767560" y="94589"/>
                </a:lnTo>
                <a:lnTo>
                  <a:pt x="1765515" y="107238"/>
                </a:lnTo>
                <a:lnTo>
                  <a:pt x="1763750" y="120002"/>
                </a:lnTo>
                <a:lnTo>
                  <a:pt x="1761985" y="133045"/>
                </a:lnTo>
                <a:lnTo>
                  <a:pt x="1759940" y="146494"/>
                </a:lnTo>
                <a:lnTo>
                  <a:pt x="1673072" y="146494"/>
                </a:lnTo>
                <a:lnTo>
                  <a:pt x="1673072" y="421106"/>
                </a:lnTo>
                <a:lnTo>
                  <a:pt x="1747748" y="421106"/>
                </a:lnTo>
                <a:lnTo>
                  <a:pt x="1747748" y="212128"/>
                </a:lnTo>
                <a:lnTo>
                  <a:pt x="1888058" y="212128"/>
                </a:lnTo>
                <a:lnTo>
                  <a:pt x="1888058" y="422630"/>
                </a:lnTo>
                <a:lnTo>
                  <a:pt x="1962823" y="422630"/>
                </a:lnTo>
                <a:lnTo>
                  <a:pt x="1962823" y="212128"/>
                </a:lnTo>
                <a:lnTo>
                  <a:pt x="1962823" y="146494"/>
                </a:lnTo>
                <a:lnTo>
                  <a:pt x="1840814" y="146494"/>
                </a:lnTo>
                <a:lnTo>
                  <a:pt x="1843100" y="133896"/>
                </a:lnTo>
                <a:lnTo>
                  <a:pt x="1845386" y="121145"/>
                </a:lnTo>
                <a:lnTo>
                  <a:pt x="1847672" y="108089"/>
                </a:lnTo>
                <a:lnTo>
                  <a:pt x="1849958" y="94589"/>
                </a:lnTo>
                <a:lnTo>
                  <a:pt x="1982635" y="94589"/>
                </a:lnTo>
                <a:lnTo>
                  <a:pt x="1982635" y="29044"/>
                </a:lnTo>
                <a:close/>
              </a:path>
              <a:path w="5360670" h="659129">
                <a:moveTo>
                  <a:pt x="1999399" y="559879"/>
                </a:moveTo>
                <a:lnTo>
                  <a:pt x="1947583" y="559879"/>
                </a:lnTo>
                <a:lnTo>
                  <a:pt x="1997875" y="500354"/>
                </a:lnTo>
                <a:lnTo>
                  <a:pt x="1962429" y="476300"/>
                </a:lnTo>
                <a:lnTo>
                  <a:pt x="1947735" y="466826"/>
                </a:lnTo>
                <a:lnTo>
                  <a:pt x="1938350" y="460781"/>
                </a:lnTo>
                <a:lnTo>
                  <a:pt x="1938350" y="559879"/>
                </a:lnTo>
                <a:lnTo>
                  <a:pt x="1694408" y="561403"/>
                </a:lnTo>
                <a:lnTo>
                  <a:pt x="1730959" y="541693"/>
                </a:lnTo>
                <a:lnTo>
                  <a:pt x="1762810" y="519252"/>
                </a:lnTo>
                <a:lnTo>
                  <a:pt x="1789823" y="494245"/>
                </a:lnTo>
                <a:lnTo>
                  <a:pt x="1811858" y="466826"/>
                </a:lnTo>
                <a:lnTo>
                  <a:pt x="1844471" y="488861"/>
                </a:lnTo>
                <a:lnTo>
                  <a:pt x="1876247" y="511632"/>
                </a:lnTo>
                <a:lnTo>
                  <a:pt x="1907438" y="535266"/>
                </a:lnTo>
                <a:lnTo>
                  <a:pt x="1938350" y="559879"/>
                </a:lnTo>
                <a:lnTo>
                  <a:pt x="1938350" y="460781"/>
                </a:lnTo>
                <a:lnTo>
                  <a:pt x="1924672" y="451954"/>
                </a:lnTo>
                <a:lnTo>
                  <a:pt x="1884641" y="427012"/>
                </a:lnTo>
                <a:lnTo>
                  <a:pt x="1842338" y="401193"/>
                </a:lnTo>
                <a:lnTo>
                  <a:pt x="1847215" y="378879"/>
                </a:lnTo>
                <a:lnTo>
                  <a:pt x="1850529" y="355269"/>
                </a:lnTo>
                <a:lnTo>
                  <a:pt x="1852409" y="330212"/>
                </a:lnTo>
                <a:lnTo>
                  <a:pt x="1853006" y="303568"/>
                </a:lnTo>
                <a:lnTo>
                  <a:pt x="1853006" y="241084"/>
                </a:lnTo>
                <a:lnTo>
                  <a:pt x="1782800" y="241084"/>
                </a:lnTo>
                <a:lnTo>
                  <a:pt x="1782800" y="298996"/>
                </a:lnTo>
                <a:lnTo>
                  <a:pt x="1779943" y="342760"/>
                </a:lnTo>
                <a:lnTo>
                  <a:pt x="1771370" y="380238"/>
                </a:lnTo>
                <a:lnTo>
                  <a:pt x="1737080" y="436346"/>
                </a:lnTo>
                <a:lnTo>
                  <a:pt x="1685251" y="473875"/>
                </a:lnTo>
                <a:lnTo>
                  <a:pt x="1619643" y="498830"/>
                </a:lnTo>
                <a:lnTo>
                  <a:pt x="1632191" y="513105"/>
                </a:lnTo>
                <a:lnTo>
                  <a:pt x="1644599" y="528396"/>
                </a:lnTo>
                <a:lnTo>
                  <a:pt x="1656753" y="544550"/>
                </a:lnTo>
                <a:lnTo>
                  <a:pt x="1668500" y="561403"/>
                </a:lnTo>
                <a:lnTo>
                  <a:pt x="1638706" y="559638"/>
                </a:lnTo>
                <a:lnTo>
                  <a:pt x="1614373" y="556831"/>
                </a:lnTo>
                <a:lnTo>
                  <a:pt x="1611071" y="556450"/>
                </a:lnTo>
                <a:lnTo>
                  <a:pt x="1585468" y="551548"/>
                </a:lnTo>
                <a:lnTo>
                  <a:pt x="1561731" y="544639"/>
                </a:lnTo>
                <a:lnTo>
                  <a:pt x="1561731" y="503402"/>
                </a:lnTo>
                <a:lnTo>
                  <a:pt x="1561731" y="485114"/>
                </a:lnTo>
                <a:lnTo>
                  <a:pt x="1640979" y="485114"/>
                </a:lnTo>
                <a:lnTo>
                  <a:pt x="1640979" y="421106"/>
                </a:lnTo>
                <a:lnTo>
                  <a:pt x="1561731" y="421106"/>
                </a:lnTo>
                <a:lnTo>
                  <a:pt x="1561731" y="378333"/>
                </a:lnTo>
                <a:lnTo>
                  <a:pt x="1650123" y="378333"/>
                </a:lnTo>
                <a:lnTo>
                  <a:pt x="1650123" y="312712"/>
                </a:lnTo>
                <a:lnTo>
                  <a:pt x="1349692" y="312712"/>
                </a:lnTo>
                <a:lnTo>
                  <a:pt x="1349692" y="378333"/>
                </a:lnTo>
                <a:lnTo>
                  <a:pt x="1480858" y="378333"/>
                </a:lnTo>
                <a:lnTo>
                  <a:pt x="1480858" y="503402"/>
                </a:lnTo>
                <a:lnTo>
                  <a:pt x="1472882" y="496773"/>
                </a:lnTo>
                <a:lnTo>
                  <a:pt x="1465046" y="490448"/>
                </a:lnTo>
                <a:lnTo>
                  <a:pt x="1457502" y="484111"/>
                </a:lnTo>
                <a:lnTo>
                  <a:pt x="1450378" y="477494"/>
                </a:lnTo>
                <a:lnTo>
                  <a:pt x="1450619" y="460298"/>
                </a:lnTo>
                <a:lnTo>
                  <a:pt x="1451597" y="427012"/>
                </a:lnTo>
                <a:lnTo>
                  <a:pt x="1451711" y="421106"/>
                </a:lnTo>
                <a:lnTo>
                  <a:pt x="1451902" y="405765"/>
                </a:lnTo>
                <a:lnTo>
                  <a:pt x="1380185" y="405765"/>
                </a:lnTo>
                <a:lnTo>
                  <a:pt x="1377899" y="465289"/>
                </a:lnTo>
                <a:lnTo>
                  <a:pt x="1371028" y="515810"/>
                </a:lnTo>
                <a:lnTo>
                  <a:pt x="1359598" y="557453"/>
                </a:lnTo>
                <a:lnTo>
                  <a:pt x="1343596" y="590359"/>
                </a:lnTo>
                <a:lnTo>
                  <a:pt x="1362189" y="609231"/>
                </a:lnTo>
                <a:lnTo>
                  <a:pt x="1379080" y="626986"/>
                </a:lnTo>
                <a:lnTo>
                  <a:pt x="1394256" y="643585"/>
                </a:lnTo>
                <a:lnTo>
                  <a:pt x="1407706" y="659041"/>
                </a:lnTo>
                <a:lnTo>
                  <a:pt x="1418297" y="638136"/>
                </a:lnTo>
                <a:lnTo>
                  <a:pt x="1427327" y="614222"/>
                </a:lnTo>
                <a:lnTo>
                  <a:pt x="1434922" y="587159"/>
                </a:lnTo>
                <a:lnTo>
                  <a:pt x="1441234" y="556831"/>
                </a:lnTo>
                <a:lnTo>
                  <a:pt x="1457502" y="569099"/>
                </a:lnTo>
                <a:lnTo>
                  <a:pt x="1491170" y="591337"/>
                </a:lnTo>
                <a:lnTo>
                  <a:pt x="1526400" y="609333"/>
                </a:lnTo>
                <a:lnTo>
                  <a:pt x="1580019" y="625513"/>
                </a:lnTo>
                <a:lnTo>
                  <a:pt x="1633740" y="631799"/>
                </a:lnTo>
                <a:lnTo>
                  <a:pt x="1673491" y="633437"/>
                </a:lnTo>
                <a:lnTo>
                  <a:pt x="1721840" y="634657"/>
                </a:lnTo>
                <a:lnTo>
                  <a:pt x="1975015" y="636181"/>
                </a:lnTo>
                <a:lnTo>
                  <a:pt x="1979841" y="616089"/>
                </a:lnTo>
                <a:lnTo>
                  <a:pt x="1985492" y="596277"/>
                </a:lnTo>
                <a:lnTo>
                  <a:pt x="1991944" y="577570"/>
                </a:lnTo>
                <a:lnTo>
                  <a:pt x="1998751" y="561403"/>
                </a:lnTo>
                <a:lnTo>
                  <a:pt x="1999399" y="559879"/>
                </a:lnTo>
                <a:close/>
              </a:path>
              <a:path w="5360670" h="659129">
                <a:moveTo>
                  <a:pt x="2496502" y="51917"/>
                </a:moveTo>
                <a:lnTo>
                  <a:pt x="2417254" y="51917"/>
                </a:lnTo>
                <a:lnTo>
                  <a:pt x="2417254" y="274612"/>
                </a:lnTo>
                <a:lnTo>
                  <a:pt x="2496502" y="274612"/>
                </a:lnTo>
                <a:lnTo>
                  <a:pt x="2496502" y="51917"/>
                </a:lnTo>
                <a:close/>
              </a:path>
              <a:path w="5360670" h="659129">
                <a:moveTo>
                  <a:pt x="2633764" y="15328"/>
                </a:moveTo>
                <a:lnTo>
                  <a:pt x="2548420" y="15328"/>
                </a:lnTo>
                <a:lnTo>
                  <a:pt x="2548420" y="279184"/>
                </a:lnTo>
                <a:lnTo>
                  <a:pt x="2546159" y="291414"/>
                </a:lnTo>
                <a:lnTo>
                  <a:pt x="2539466" y="300520"/>
                </a:lnTo>
                <a:lnTo>
                  <a:pt x="2528493" y="306184"/>
                </a:lnTo>
                <a:lnTo>
                  <a:pt x="2513368" y="308140"/>
                </a:lnTo>
                <a:lnTo>
                  <a:pt x="2495283" y="307898"/>
                </a:lnTo>
                <a:lnTo>
                  <a:pt x="2460333" y="306844"/>
                </a:lnTo>
                <a:lnTo>
                  <a:pt x="2443162" y="306616"/>
                </a:lnTo>
                <a:lnTo>
                  <a:pt x="2447429" y="326339"/>
                </a:lnTo>
                <a:lnTo>
                  <a:pt x="2450973" y="346316"/>
                </a:lnTo>
                <a:lnTo>
                  <a:pt x="2453665" y="366280"/>
                </a:lnTo>
                <a:lnTo>
                  <a:pt x="2455354" y="385953"/>
                </a:lnTo>
                <a:lnTo>
                  <a:pt x="2497696" y="385762"/>
                </a:lnTo>
                <a:lnTo>
                  <a:pt x="2542324" y="384429"/>
                </a:lnTo>
                <a:lnTo>
                  <a:pt x="2583472" y="377380"/>
                </a:lnTo>
                <a:lnTo>
                  <a:pt x="2620899" y="348119"/>
                </a:lnTo>
                <a:lnTo>
                  <a:pt x="2632875" y="308140"/>
                </a:lnTo>
                <a:lnTo>
                  <a:pt x="2633764" y="295948"/>
                </a:lnTo>
                <a:lnTo>
                  <a:pt x="2633764" y="15328"/>
                </a:lnTo>
                <a:close/>
              </a:path>
              <a:path w="5360670" h="659129">
                <a:moveTo>
                  <a:pt x="2668917" y="552259"/>
                </a:moveTo>
                <a:lnTo>
                  <a:pt x="2391346" y="552259"/>
                </a:lnTo>
                <a:lnTo>
                  <a:pt x="2391346" y="491210"/>
                </a:lnTo>
                <a:lnTo>
                  <a:pt x="2613952" y="491210"/>
                </a:lnTo>
                <a:lnTo>
                  <a:pt x="2613952" y="411861"/>
                </a:lnTo>
                <a:lnTo>
                  <a:pt x="2391346" y="411861"/>
                </a:lnTo>
                <a:lnTo>
                  <a:pt x="2391346" y="343281"/>
                </a:lnTo>
                <a:lnTo>
                  <a:pt x="2334869" y="343281"/>
                </a:lnTo>
                <a:lnTo>
                  <a:pt x="2334869" y="273088"/>
                </a:lnTo>
                <a:lnTo>
                  <a:pt x="2402014" y="273088"/>
                </a:lnTo>
                <a:lnTo>
                  <a:pt x="2402014" y="196786"/>
                </a:lnTo>
                <a:lnTo>
                  <a:pt x="2334869" y="196786"/>
                </a:lnTo>
                <a:lnTo>
                  <a:pt x="2334869" y="106781"/>
                </a:lnTo>
                <a:lnTo>
                  <a:pt x="2388298" y="106781"/>
                </a:lnTo>
                <a:lnTo>
                  <a:pt x="2388298" y="30581"/>
                </a:lnTo>
                <a:lnTo>
                  <a:pt x="2254097" y="30581"/>
                </a:lnTo>
                <a:lnTo>
                  <a:pt x="2254097" y="106781"/>
                </a:lnTo>
                <a:lnTo>
                  <a:pt x="2254097" y="196786"/>
                </a:lnTo>
                <a:lnTo>
                  <a:pt x="2182368" y="196786"/>
                </a:lnTo>
                <a:lnTo>
                  <a:pt x="2182368" y="106781"/>
                </a:lnTo>
                <a:lnTo>
                  <a:pt x="2254097" y="106781"/>
                </a:lnTo>
                <a:lnTo>
                  <a:pt x="2254097" y="30581"/>
                </a:lnTo>
                <a:lnTo>
                  <a:pt x="2042071" y="30581"/>
                </a:lnTo>
                <a:lnTo>
                  <a:pt x="2042071" y="106781"/>
                </a:lnTo>
                <a:lnTo>
                  <a:pt x="2101596" y="106781"/>
                </a:lnTo>
                <a:lnTo>
                  <a:pt x="2101596" y="196786"/>
                </a:lnTo>
                <a:lnTo>
                  <a:pt x="2023783" y="196786"/>
                </a:lnTo>
                <a:lnTo>
                  <a:pt x="2023783" y="273088"/>
                </a:lnTo>
                <a:lnTo>
                  <a:pt x="2084832" y="273088"/>
                </a:lnTo>
                <a:lnTo>
                  <a:pt x="2075662" y="294474"/>
                </a:lnTo>
                <a:lnTo>
                  <a:pt x="2064372" y="315036"/>
                </a:lnTo>
                <a:lnTo>
                  <a:pt x="2051100" y="334454"/>
                </a:lnTo>
                <a:lnTo>
                  <a:pt x="2035975" y="352425"/>
                </a:lnTo>
                <a:lnTo>
                  <a:pt x="2056282" y="367576"/>
                </a:lnTo>
                <a:lnTo>
                  <a:pt x="2073744" y="381000"/>
                </a:lnTo>
                <a:lnTo>
                  <a:pt x="2088349" y="392722"/>
                </a:lnTo>
                <a:lnTo>
                  <a:pt x="2100072" y="402717"/>
                </a:lnTo>
                <a:lnTo>
                  <a:pt x="2124125" y="375615"/>
                </a:lnTo>
                <a:lnTo>
                  <a:pt x="2143887" y="344792"/>
                </a:lnTo>
                <a:lnTo>
                  <a:pt x="2159660" y="310527"/>
                </a:lnTo>
                <a:lnTo>
                  <a:pt x="2171700" y="273088"/>
                </a:lnTo>
                <a:lnTo>
                  <a:pt x="2254097" y="273088"/>
                </a:lnTo>
                <a:lnTo>
                  <a:pt x="2254097" y="378333"/>
                </a:lnTo>
                <a:lnTo>
                  <a:pt x="2298293" y="378333"/>
                </a:lnTo>
                <a:lnTo>
                  <a:pt x="2298293" y="411861"/>
                </a:lnTo>
                <a:lnTo>
                  <a:pt x="2075599" y="411861"/>
                </a:lnTo>
                <a:lnTo>
                  <a:pt x="2075599" y="491210"/>
                </a:lnTo>
                <a:lnTo>
                  <a:pt x="2298293" y="491210"/>
                </a:lnTo>
                <a:lnTo>
                  <a:pt x="2298293" y="552259"/>
                </a:lnTo>
                <a:lnTo>
                  <a:pt x="2022259" y="552259"/>
                </a:lnTo>
                <a:lnTo>
                  <a:pt x="2022259" y="631609"/>
                </a:lnTo>
                <a:lnTo>
                  <a:pt x="2668917" y="631609"/>
                </a:lnTo>
                <a:lnTo>
                  <a:pt x="2668917" y="552259"/>
                </a:lnTo>
                <a:close/>
              </a:path>
              <a:path w="5360670" h="659129">
                <a:moveTo>
                  <a:pt x="3147733" y="396621"/>
                </a:moveTo>
                <a:lnTo>
                  <a:pt x="2699385" y="396621"/>
                </a:lnTo>
                <a:lnTo>
                  <a:pt x="2699385" y="482066"/>
                </a:lnTo>
                <a:lnTo>
                  <a:pt x="3147733" y="482066"/>
                </a:lnTo>
                <a:lnTo>
                  <a:pt x="3147733" y="396621"/>
                </a:lnTo>
                <a:close/>
              </a:path>
              <a:path w="5360670" h="659129">
                <a:moveTo>
                  <a:pt x="3324606" y="83908"/>
                </a:moveTo>
                <a:lnTo>
                  <a:pt x="2894558" y="83908"/>
                </a:lnTo>
                <a:lnTo>
                  <a:pt x="2899130" y="9232"/>
                </a:lnTo>
                <a:lnTo>
                  <a:pt x="2800070" y="9232"/>
                </a:lnTo>
                <a:lnTo>
                  <a:pt x="2781782" y="328041"/>
                </a:lnTo>
                <a:lnTo>
                  <a:pt x="3190405" y="328041"/>
                </a:lnTo>
                <a:lnTo>
                  <a:pt x="3188995" y="391553"/>
                </a:lnTo>
                <a:lnTo>
                  <a:pt x="3187166" y="442620"/>
                </a:lnTo>
                <a:lnTo>
                  <a:pt x="3185045" y="481368"/>
                </a:lnTo>
                <a:lnTo>
                  <a:pt x="3175622" y="526021"/>
                </a:lnTo>
                <a:lnTo>
                  <a:pt x="3138424" y="546633"/>
                </a:lnTo>
                <a:lnTo>
                  <a:pt x="3110687" y="548995"/>
                </a:lnTo>
                <a:lnTo>
                  <a:pt x="3075800" y="548944"/>
                </a:lnTo>
                <a:lnTo>
                  <a:pt x="3042907" y="548259"/>
                </a:lnTo>
                <a:lnTo>
                  <a:pt x="2975419" y="546163"/>
                </a:lnTo>
                <a:lnTo>
                  <a:pt x="2982849" y="572719"/>
                </a:lnTo>
                <a:lnTo>
                  <a:pt x="2989135" y="597420"/>
                </a:lnTo>
                <a:lnTo>
                  <a:pt x="2994279" y="620141"/>
                </a:lnTo>
                <a:lnTo>
                  <a:pt x="2998279" y="640753"/>
                </a:lnTo>
                <a:lnTo>
                  <a:pt x="3140113" y="640753"/>
                </a:lnTo>
                <a:lnTo>
                  <a:pt x="3197504" y="632929"/>
                </a:lnTo>
                <a:lnTo>
                  <a:pt x="3242310" y="610171"/>
                </a:lnTo>
                <a:lnTo>
                  <a:pt x="3270694" y="569201"/>
                </a:lnTo>
                <a:lnTo>
                  <a:pt x="3281934" y="506450"/>
                </a:lnTo>
                <a:lnTo>
                  <a:pt x="3292602" y="244132"/>
                </a:lnTo>
                <a:lnTo>
                  <a:pt x="2885414" y="244132"/>
                </a:lnTo>
                <a:lnTo>
                  <a:pt x="2889986" y="169354"/>
                </a:lnTo>
                <a:lnTo>
                  <a:pt x="3324606" y="169354"/>
                </a:lnTo>
                <a:lnTo>
                  <a:pt x="3324606" y="83908"/>
                </a:lnTo>
                <a:close/>
              </a:path>
              <a:path w="5360670" h="659129">
                <a:moveTo>
                  <a:pt x="4010888" y="56476"/>
                </a:moveTo>
                <a:lnTo>
                  <a:pt x="3920972" y="56476"/>
                </a:lnTo>
                <a:lnTo>
                  <a:pt x="3920972" y="7708"/>
                </a:lnTo>
                <a:lnTo>
                  <a:pt x="3843147" y="7708"/>
                </a:lnTo>
                <a:lnTo>
                  <a:pt x="3843147" y="56476"/>
                </a:lnTo>
                <a:lnTo>
                  <a:pt x="3742474" y="56476"/>
                </a:lnTo>
                <a:lnTo>
                  <a:pt x="3742474" y="7708"/>
                </a:lnTo>
                <a:lnTo>
                  <a:pt x="3666274" y="7708"/>
                </a:lnTo>
                <a:lnTo>
                  <a:pt x="3666274" y="56476"/>
                </a:lnTo>
                <a:lnTo>
                  <a:pt x="3580828" y="56476"/>
                </a:lnTo>
                <a:lnTo>
                  <a:pt x="3580828" y="122110"/>
                </a:lnTo>
                <a:lnTo>
                  <a:pt x="3666274" y="122110"/>
                </a:lnTo>
                <a:lnTo>
                  <a:pt x="3666274" y="158686"/>
                </a:lnTo>
                <a:lnTo>
                  <a:pt x="3742474" y="158686"/>
                </a:lnTo>
                <a:lnTo>
                  <a:pt x="3742474" y="122110"/>
                </a:lnTo>
                <a:lnTo>
                  <a:pt x="3843147" y="122110"/>
                </a:lnTo>
                <a:lnTo>
                  <a:pt x="3843147" y="158686"/>
                </a:lnTo>
                <a:lnTo>
                  <a:pt x="3920972" y="158686"/>
                </a:lnTo>
                <a:lnTo>
                  <a:pt x="3920972" y="122110"/>
                </a:lnTo>
                <a:lnTo>
                  <a:pt x="4010888" y="122110"/>
                </a:lnTo>
                <a:lnTo>
                  <a:pt x="4010888" y="56476"/>
                </a:lnTo>
                <a:close/>
              </a:path>
              <a:path w="5360670" h="659129">
                <a:moveTo>
                  <a:pt x="4016984" y="569023"/>
                </a:moveTo>
                <a:lnTo>
                  <a:pt x="3971213" y="559257"/>
                </a:lnTo>
                <a:lnTo>
                  <a:pt x="3929723" y="545769"/>
                </a:lnTo>
                <a:lnTo>
                  <a:pt x="3892219" y="528269"/>
                </a:lnTo>
                <a:lnTo>
                  <a:pt x="3891610" y="527875"/>
                </a:lnTo>
                <a:lnTo>
                  <a:pt x="3858387" y="506437"/>
                </a:lnTo>
                <a:lnTo>
                  <a:pt x="4009364" y="506437"/>
                </a:lnTo>
                <a:lnTo>
                  <a:pt x="4009364" y="443953"/>
                </a:lnTo>
                <a:lnTo>
                  <a:pt x="3826383" y="443953"/>
                </a:lnTo>
                <a:lnTo>
                  <a:pt x="3828173" y="435724"/>
                </a:lnTo>
                <a:lnTo>
                  <a:pt x="3829240" y="427189"/>
                </a:lnTo>
                <a:lnTo>
                  <a:pt x="3829977" y="419277"/>
                </a:lnTo>
                <a:lnTo>
                  <a:pt x="3830955" y="410337"/>
                </a:lnTo>
                <a:lnTo>
                  <a:pt x="3984980" y="410337"/>
                </a:lnTo>
                <a:lnTo>
                  <a:pt x="3984980" y="352425"/>
                </a:lnTo>
                <a:lnTo>
                  <a:pt x="3984980" y="315849"/>
                </a:lnTo>
                <a:lnTo>
                  <a:pt x="3984980" y="266979"/>
                </a:lnTo>
                <a:lnTo>
                  <a:pt x="3984980" y="231927"/>
                </a:lnTo>
                <a:lnTo>
                  <a:pt x="3984980" y="173926"/>
                </a:lnTo>
                <a:lnTo>
                  <a:pt x="3904208" y="173926"/>
                </a:lnTo>
                <a:lnTo>
                  <a:pt x="3904208" y="231927"/>
                </a:lnTo>
                <a:lnTo>
                  <a:pt x="3904208" y="266979"/>
                </a:lnTo>
                <a:lnTo>
                  <a:pt x="3904208" y="315849"/>
                </a:lnTo>
                <a:lnTo>
                  <a:pt x="3904208" y="352425"/>
                </a:lnTo>
                <a:lnTo>
                  <a:pt x="3689134" y="352425"/>
                </a:lnTo>
                <a:lnTo>
                  <a:pt x="3689134" y="338709"/>
                </a:lnTo>
                <a:lnTo>
                  <a:pt x="3689134" y="331089"/>
                </a:lnTo>
                <a:lnTo>
                  <a:pt x="3689134" y="315849"/>
                </a:lnTo>
                <a:lnTo>
                  <a:pt x="3904208" y="315849"/>
                </a:lnTo>
                <a:lnTo>
                  <a:pt x="3904208" y="266979"/>
                </a:lnTo>
                <a:lnTo>
                  <a:pt x="3689134" y="266979"/>
                </a:lnTo>
                <a:lnTo>
                  <a:pt x="3689134" y="231927"/>
                </a:lnTo>
                <a:lnTo>
                  <a:pt x="3904208" y="231927"/>
                </a:lnTo>
                <a:lnTo>
                  <a:pt x="3904208" y="173926"/>
                </a:lnTo>
                <a:lnTo>
                  <a:pt x="3606736" y="173926"/>
                </a:lnTo>
                <a:lnTo>
                  <a:pt x="3606736" y="331089"/>
                </a:lnTo>
                <a:lnTo>
                  <a:pt x="3567874" y="292328"/>
                </a:lnTo>
                <a:lnTo>
                  <a:pt x="3546729" y="271627"/>
                </a:lnTo>
                <a:lnTo>
                  <a:pt x="3524440" y="250215"/>
                </a:lnTo>
                <a:lnTo>
                  <a:pt x="3524440" y="213639"/>
                </a:lnTo>
                <a:lnTo>
                  <a:pt x="3585400" y="213639"/>
                </a:lnTo>
                <a:lnTo>
                  <a:pt x="3585400" y="135826"/>
                </a:lnTo>
                <a:lnTo>
                  <a:pt x="3524440" y="135826"/>
                </a:lnTo>
                <a:lnTo>
                  <a:pt x="3524440" y="7708"/>
                </a:lnTo>
                <a:lnTo>
                  <a:pt x="3443579" y="7708"/>
                </a:lnTo>
                <a:lnTo>
                  <a:pt x="3443579" y="135826"/>
                </a:lnTo>
                <a:lnTo>
                  <a:pt x="3367379" y="135826"/>
                </a:lnTo>
                <a:lnTo>
                  <a:pt x="3367379" y="213639"/>
                </a:lnTo>
                <a:lnTo>
                  <a:pt x="3434435" y="213639"/>
                </a:lnTo>
                <a:lnTo>
                  <a:pt x="3419551" y="258787"/>
                </a:lnTo>
                <a:lnTo>
                  <a:pt x="3402241" y="302653"/>
                </a:lnTo>
                <a:lnTo>
                  <a:pt x="3382353" y="345097"/>
                </a:lnTo>
                <a:lnTo>
                  <a:pt x="3359759" y="385953"/>
                </a:lnTo>
                <a:lnTo>
                  <a:pt x="3366947" y="421081"/>
                </a:lnTo>
                <a:lnTo>
                  <a:pt x="3372713" y="452907"/>
                </a:lnTo>
                <a:lnTo>
                  <a:pt x="3377336" y="480987"/>
                </a:lnTo>
                <a:lnTo>
                  <a:pt x="3381095" y="504913"/>
                </a:lnTo>
                <a:lnTo>
                  <a:pt x="3398570" y="473506"/>
                </a:lnTo>
                <a:lnTo>
                  <a:pt x="3414623" y="441096"/>
                </a:lnTo>
                <a:lnTo>
                  <a:pt x="3429533" y="407797"/>
                </a:lnTo>
                <a:lnTo>
                  <a:pt x="3443579" y="373761"/>
                </a:lnTo>
                <a:lnTo>
                  <a:pt x="3443579" y="651421"/>
                </a:lnTo>
                <a:lnTo>
                  <a:pt x="3524440" y="651421"/>
                </a:lnTo>
                <a:lnTo>
                  <a:pt x="3524440" y="373761"/>
                </a:lnTo>
                <a:lnTo>
                  <a:pt x="3524440" y="341757"/>
                </a:lnTo>
                <a:lnTo>
                  <a:pt x="3533305" y="354063"/>
                </a:lnTo>
                <a:lnTo>
                  <a:pt x="3541585" y="365950"/>
                </a:lnTo>
                <a:lnTo>
                  <a:pt x="3549307" y="377545"/>
                </a:lnTo>
                <a:lnTo>
                  <a:pt x="3556444" y="389001"/>
                </a:lnTo>
                <a:lnTo>
                  <a:pt x="3603688" y="341757"/>
                </a:lnTo>
                <a:lnTo>
                  <a:pt x="3606736" y="338709"/>
                </a:lnTo>
                <a:lnTo>
                  <a:pt x="3606736" y="410337"/>
                </a:lnTo>
                <a:lnTo>
                  <a:pt x="3748659" y="410337"/>
                </a:lnTo>
                <a:lnTo>
                  <a:pt x="3747478" y="419277"/>
                </a:lnTo>
                <a:lnTo>
                  <a:pt x="3746144" y="427761"/>
                </a:lnTo>
                <a:lnTo>
                  <a:pt x="3744557" y="435724"/>
                </a:lnTo>
                <a:lnTo>
                  <a:pt x="3742474" y="443953"/>
                </a:lnTo>
                <a:lnTo>
                  <a:pt x="3571684" y="443953"/>
                </a:lnTo>
                <a:lnTo>
                  <a:pt x="3571684" y="506437"/>
                </a:lnTo>
                <a:lnTo>
                  <a:pt x="3711994" y="506437"/>
                </a:lnTo>
                <a:lnTo>
                  <a:pt x="3685971" y="529932"/>
                </a:lnTo>
                <a:lnTo>
                  <a:pt x="3651212" y="549960"/>
                </a:lnTo>
                <a:lnTo>
                  <a:pt x="3607587" y="566547"/>
                </a:lnTo>
                <a:lnTo>
                  <a:pt x="3554920" y="579691"/>
                </a:lnTo>
                <a:lnTo>
                  <a:pt x="3569208" y="598284"/>
                </a:lnTo>
                <a:lnTo>
                  <a:pt x="3582352" y="617461"/>
                </a:lnTo>
                <a:lnTo>
                  <a:pt x="3594354" y="637209"/>
                </a:lnTo>
                <a:lnTo>
                  <a:pt x="3605212" y="657517"/>
                </a:lnTo>
                <a:lnTo>
                  <a:pt x="3655911" y="639203"/>
                </a:lnTo>
                <a:lnTo>
                  <a:pt x="3699865" y="617143"/>
                </a:lnTo>
                <a:lnTo>
                  <a:pt x="3736937" y="591286"/>
                </a:lnTo>
                <a:lnTo>
                  <a:pt x="3766972" y="561543"/>
                </a:lnTo>
                <a:lnTo>
                  <a:pt x="3789807" y="527875"/>
                </a:lnTo>
                <a:lnTo>
                  <a:pt x="3817620" y="561505"/>
                </a:lnTo>
                <a:lnTo>
                  <a:pt x="3849827" y="590994"/>
                </a:lnTo>
                <a:lnTo>
                  <a:pt x="3886441" y="616153"/>
                </a:lnTo>
                <a:lnTo>
                  <a:pt x="3927424" y="636854"/>
                </a:lnTo>
                <a:lnTo>
                  <a:pt x="3972788" y="652945"/>
                </a:lnTo>
                <a:lnTo>
                  <a:pt x="3984193" y="629716"/>
                </a:lnTo>
                <a:lnTo>
                  <a:pt x="3995458" y="608088"/>
                </a:lnTo>
                <a:lnTo>
                  <a:pt x="4006431" y="587908"/>
                </a:lnTo>
                <a:lnTo>
                  <a:pt x="4016984" y="569023"/>
                </a:lnTo>
                <a:close/>
              </a:path>
              <a:path w="5360670" h="659129">
                <a:moveTo>
                  <a:pt x="4247299" y="303568"/>
                </a:moveTo>
                <a:lnTo>
                  <a:pt x="4195483" y="312712"/>
                </a:lnTo>
                <a:lnTo>
                  <a:pt x="4195483" y="212128"/>
                </a:lnTo>
                <a:lnTo>
                  <a:pt x="4245775" y="212128"/>
                </a:lnTo>
                <a:lnTo>
                  <a:pt x="4245775" y="128206"/>
                </a:lnTo>
                <a:lnTo>
                  <a:pt x="4195483" y="128206"/>
                </a:lnTo>
                <a:lnTo>
                  <a:pt x="4195483" y="6184"/>
                </a:lnTo>
                <a:lnTo>
                  <a:pt x="4110050" y="6184"/>
                </a:lnTo>
                <a:lnTo>
                  <a:pt x="4110050" y="128206"/>
                </a:lnTo>
                <a:lnTo>
                  <a:pt x="4046042" y="128206"/>
                </a:lnTo>
                <a:lnTo>
                  <a:pt x="4046042" y="212128"/>
                </a:lnTo>
                <a:lnTo>
                  <a:pt x="4110050" y="212128"/>
                </a:lnTo>
                <a:lnTo>
                  <a:pt x="4110050" y="326517"/>
                </a:lnTo>
                <a:lnTo>
                  <a:pt x="4069283" y="331089"/>
                </a:lnTo>
                <a:lnTo>
                  <a:pt x="4051325" y="333375"/>
                </a:lnTo>
                <a:lnTo>
                  <a:pt x="4035361" y="335661"/>
                </a:lnTo>
                <a:lnTo>
                  <a:pt x="4046042" y="430250"/>
                </a:lnTo>
                <a:lnTo>
                  <a:pt x="4110050" y="414909"/>
                </a:lnTo>
                <a:lnTo>
                  <a:pt x="4110050" y="544639"/>
                </a:lnTo>
                <a:lnTo>
                  <a:pt x="4108526" y="553783"/>
                </a:lnTo>
                <a:lnTo>
                  <a:pt x="4103954" y="556831"/>
                </a:lnTo>
                <a:lnTo>
                  <a:pt x="4100309" y="559714"/>
                </a:lnTo>
                <a:lnTo>
                  <a:pt x="4094238" y="561594"/>
                </a:lnTo>
                <a:lnTo>
                  <a:pt x="4086161" y="562622"/>
                </a:lnTo>
                <a:lnTo>
                  <a:pt x="4077258" y="562914"/>
                </a:lnTo>
                <a:lnTo>
                  <a:pt x="4067086" y="562902"/>
                </a:lnTo>
                <a:lnTo>
                  <a:pt x="4057091" y="562737"/>
                </a:lnTo>
                <a:lnTo>
                  <a:pt x="4046512" y="562279"/>
                </a:lnTo>
                <a:lnTo>
                  <a:pt x="4035361" y="561403"/>
                </a:lnTo>
                <a:lnTo>
                  <a:pt x="4041673" y="583984"/>
                </a:lnTo>
                <a:lnTo>
                  <a:pt x="4046994" y="605993"/>
                </a:lnTo>
                <a:lnTo>
                  <a:pt x="4051439" y="627456"/>
                </a:lnTo>
                <a:lnTo>
                  <a:pt x="4055186" y="648373"/>
                </a:lnTo>
                <a:lnTo>
                  <a:pt x="4076306" y="648106"/>
                </a:lnTo>
                <a:lnTo>
                  <a:pt x="4114546" y="646442"/>
                </a:lnTo>
                <a:lnTo>
                  <a:pt x="4159046" y="637120"/>
                </a:lnTo>
                <a:lnTo>
                  <a:pt x="4186478" y="609434"/>
                </a:lnTo>
                <a:lnTo>
                  <a:pt x="4195483" y="562927"/>
                </a:lnTo>
                <a:lnTo>
                  <a:pt x="4195483" y="414909"/>
                </a:lnTo>
                <a:lnTo>
                  <a:pt x="4195483" y="399669"/>
                </a:lnTo>
                <a:lnTo>
                  <a:pt x="4235348" y="392811"/>
                </a:lnTo>
                <a:lnTo>
                  <a:pt x="4247299" y="390525"/>
                </a:lnTo>
                <a:lnTo>
                  <a:pt x="4246448" y="372237"/>
                </a:lnTo>
                <a:lnTo>
                  <a:pt x="4246156" y="351650"/>
                </a:lnTo>
                <a:lnTo>
                  <a:pt x="4246410" y="331089"/>
                </a:lnTo>
                <a:lnTo>
                  <a:pt x="4246524" y="326517"/>
                </a:lnTo>
                <a:lnTo>
                  <a:pt x="4246994" y="312712"/>
                </a:lnTo>
                <a:lnTo>
                  <a:pt x="4247299" y="303568"/>
                </a:lnTo>
                <a:close/>
              </a:path>
              <a:path w="5360670" h="659129">
                <a:moveTo>
                  <a:pt x="4469993" y="413385"/>
                </a:moveTo>
                <a:lnTo>
                  <a:pt x="4468152" y="396621"/>
                </a:lnTo>
                <a:lnTo>
                  <a:pt x="4467809" y="393573"/>
                </a:lnTo>
                <a:lnTo>
                  <a:pt x="4465612" y="369951"/>
                </a:lnTo>
                <a:lnTo>
                  <a:pt x="4463783" y="344805"/>
                </a:lnTo>
                <a:lnTo>
                  <a:pt x="4462373" y="317373"/>
                </a:lnTo>
                <a:lnTo>
                  <a:pt x="4446765" y="328764"/>
                </a:lnTo>
                <a:lnTo>
                  <a:pt x="4354080" y="396621"/>
                </a:lnTo>
                <a:lnTo>
                  <a:pt x="4354080" y="29044"/>
                </a:lnTo>
                <a:lnTo>
                  <a:pt x="4268635" y="29044"/>
                </a:lnTo>
                <a:lnTo>
                  <a:pt x="4268635" y="393573"/>
                </a:lnTo>
                <a:lnTo>
                  <a:pt x="4266400" y="419633"/>
                </a:lnTo>
                <a:lnTo>
                  <a:pt x="4259872" y="442810"/>
                </a:lnTo>
                <a:lnTo>
                  <a:pt x="4249344" y="463105"/>
                </a:lnTo>
                <a:lnTo>
                  <a:pt x="4235107" y="480542"/>
                </a:lnTo>
                <a:lnTo>
                  <a:pt x="4286923" y="552259"/>
                </a:lnTo>
                <a:lnTo>
                  <a:pt x="4311840" y="531939"/>
                </a:lnTo>
                <a:lnTo>
                  <a:pt x="4342600" y="507746"/>
                </a:lnTo>
                <a:lnTo>
                  <a:pt x="4379201" y="479844"/>
                </a:lnTo>
                <a:lnTo>
                  <a:pt x="4421670" y="448335"/>
                </a:lnTo>
                <a:lnTo>
                  <a:pt x="4469993" y="413385"/>
                </a:lnTo>
                <a:close/>
              </a:path>
              <a:path w="5360670" h="659129">
                <a:moveTo>
                  <a:pt x="4517237" y="221272"/>
                </a:moveTo>
                <a:lnTo>
                  <a:pt x="4496384" y="167500"/>
                </a:lnTo>
                <a:lnTo>
                  <a:pt x="4477232" y="120738"/>
                </a:lnTo>
                <a:lnTo>
                  <a:pt x="4459808" y="81140"/>
                </a:lnTo>
                <a:lnTo>
                  <a:pt x="4444085" y="48856"/>
                </a:lnTo>
                <a:lnTo>
                  <a:pt x="4370844" y="76288"/>
                </a:lnTo>
                <a:lnTo>
                  <a:pt x="4391418" y="124955"/>
                </a:lnTo>
                <a:lnTo>
                  <a:pt x="4409706" y="170307"/>
                </a:lnTo>
                <a:lnTo>
                  <a:pt x="4425747" y="212521"/>
                </a:lnTo>
                <a:lnTo>
                  <a:pt x="4439513" y="251752"/>
                </a:lnTo>
                <a:lnTo>
                  <a:pt x="4517237" y="221272"/>
                </a:lnTo>
                <a:close/>
              </a:path>
              <a:path w="5360670" h="659129">
                <a:moveTo>
                  <a:pt x="4688027" y="535495"/>
                </a:moveTo>
                <a:lnTo>
                  <a:pt x="4670526" y="514070"/>
                </a:lnTo>
                <a:lnTo>
                  <a:pt x="4599635" y="427202"/>
                </a:lnTo>
                <a:lnTo>
                  <a:pt x="4608182" y="397141"/>
                </a:lnTo>
                <a:lnTo>
                  <a:pt x="4615446" y="364236"/>
                </a:lnTo>
                <a:lnTo>
                  <a:pt x="4625543" y="289852"/>
                </a:lnTo>
                <a:lnTo>
                  <a:pt x="4630293" y="208343"/>
                </a:lnTo>
                <a:lnTo>
                  <a:pt x="4632122" y="154584"/>
                </a:lnTo>
                <a:lnTo>
                  <a:pt x="4633582" y="92252"/>
                </a:lnTo>
                <a:lnTo>
                  <a:pt x="4634687" y="21424"/>
                </a:lnTo>
                <a:lnTo>
                  <a:pt x="4547717" y="21424"/>
                </a:lnTo>
                <a:lnTo>
                  <a:pt x="4546041" y="98120"/>
                </a:lnTo>
                <a:lnTo>
                  <a:pt x="4544504" y="163449"/>
                </a:lnTo>
                <a:lnTo>
                  <a:pt x="4542891" y="217449"/>
                </a:lnTo>
                <a:lnTo>
                  <a:pt x="4540986" y="260083"/>
                </a:lnTo>
                <a:lnTo>
                  <a:pt x="4535436" y="322313"/>
                </a:lnTo>
                <a:lnTo>
                  <a:pt x="4524006" y="377837"/>
                </a:lnTo>
                <a:lnTo>
                  <a:pt x="4504233" y="426250"/>
                </a:lnTo>
                <a:lnTo>
                  <a:pt x="4473283" y="470966"/>
                </a:lnTo>
                <a:lnTo>
                  <a:pt x="4429430" y="513842"/>
                </a:lnTo>
                <a:lnTo>
                  <a:pt x="4369333" y="558393"/>
                </a:lnTo>
                <a:lnTo>
                  <a:pt x="4332744" y="581215"/>
                </a:lnTo>
                <a:lnTo>
                  <a:pt x="4350436" y="600354"/>
                </a:lnTo>
                <a:lnTo>
                  <a:pt x="4366844" y="618794"/>
                </a:lnTo>
                <a:lnTo>
                  <a:pt x="4381817" y="636371"/>
                </a:lnTo>
                <a:lnTo>
                  <a:pt x="4395228" y="652945"/>
                </a:lnTo>
                <a:lnTo>
                  <a:pt x="4446422" y="617715"/>
                </a:lnTo>
                <a:lnTo>
                  <a:pt x="4490174" y="582930"/>
                </a:lnTo>
                <a:lnTo>
                  <a:pt x="4526470" y="548436"/>
                </a:lnTo>
                <a:lnTo>
                  <a:pt x="4555337" y="514070"/>
                </a:lnTo>
                <a:lnTo>
                  <a:pt x="4581372" y="551218"/>
                </a:lnTo>
                <a:lnTo>
                  <a:pt x="4604385" y="584644"/>
                </a:lnTo>
                <a:lnTo>
                  <a:pt x="4624222" y="614070"/>
                </a:lnTo>
                <a:lnTo>
                  <a:pt x="4640783" y="639229"/>
                </a:lnTo>
                <a:lnTo>
                  <a:pt x="4688027" y="535495"/>
                </a:lnTo>
                <a:close/>
              </a:path>
              <a:path w="5360670" h="659129">
                <a:moveTo>
                  <a:pt x="4997678" y="29044"/>
                </a:moveTo>
                <a:lnTo>
                  <a:pt x="4921389" y="29044"/>
                </a:lnTo>
                <a:lnTo>
                  <a:pt x="4921389" y="90017"/>
                </a:lnTo>
                <a:lnTo>
                  <a:pt x="4921389" y="128206"/>
                </a:lnTo>
                <a:lnTo>
                  <a:pt x="4921389" y="183070"/>
                </a:lnTo>
                <a:lnTo>
                  <a:pt x="4921389" y="221272"/>
                </a:lnTo>
                <a:lnTo>
                  <a:pt x="4816132" y="221272"/>
                </a:lnTo>
                <a:lnTo>
                  <a:pt x="4816132" y="183070"/>
                </a:lnTo>
                <a:lnTo>
                  <a:pt x="4921389" y="183070"/>
                </a:lnTo>
                <a:lnTo>
                  <a:pt x="4921389" y="128206"/>
                </a:lnTo>
                <a:lnTo>
                  <a:pt x="4816132" y="128206"/>
                </a:lnTo>
                <a:lnTo>
                  <a:pt x="4816132" y="90017"/>
                </a:lnTo>
                <a:lnTo>
                  <a:pt x="4921389" y="90017"/>
                </a:lnTo>
                <a:lnTo>
                  <a:pt x="4921389" y="29044"/>
                </a:lnTo>
                <a:lnTo>
                  <a:pt x="4739932" y="29044"/>
                </a:lnTo>
                <a:lnTo>
                  <a:pt x="4739932" y="283756"/>
                </a:lnTo>
                <a:lnTo>
                  <a:pt x="4997678" y="283756"/>
                </a:lnTo>
                <a:lnTo>
                  <a:pt x="4997678" y="221272"/>
                </a:lnTo>
                <a:lnTo>
                  <a:pt x="4997678" y="183070"/>
                </a:lnTo>
                <a:lnTo>
                  <a:pt x="4997678" y="128206"/>
                </a:lnTo>
                <a:lnTo>
                  <a:pt x="4997678" y="90017"/>
                </a:lnTo>
                <a:lnTo>
                  <a:pt x="4997678" y="29044"/>
                </a:lnTo>
                <a:close/>
              </a:path>
              <a:path w="5360670" h="659129">
                <a:moveTo>
                  <a:pt x="5345341" y="29044"/>
                </a:moveTo>
                <a:lnTo>
                  <a:pt x="5023586" y="29044"/>
                </a:lnTo>
                <a:lnTo>
                  <a:pt x="5023586" y="94589"/>
                </a:lnTo>
                <a:lnTo>
                  <a:pt x="5130266" y="94589"/>
                </a:lnTo>
                <a:lnTo>
                  <a:pt x="5125694" y="120002"/>
                </a:lnTo>
                <a:lnTo>
                  <a:pt x="5123408" y="133045"/>
                </a:lnTo>
                <a:lnTo>
                  <a:pt x="5121122" y="146494"/>
                </a:lnTo>
                <a:lnTo>
                  <a:pt x="5034254" y="146494"/>
                </a:lnTo>
                <a:lnTo>
                  <a:pt x="5034254" y="421106"/>
                </a:lnTo>
                <a:lnTo>
                  <a:pt x="5108930" y="421106"/>
                </a:lnTo>
                <a:lnTo>
                  <a:pt x="5108930" y="212128"/>
                </a:lnTo>
                <a:lnTo>
                  <a:pt x="5250764" y="212128"/>
                </a:lnTo>
                <a:lnTo>
                  <a:pt x="5250764" y="422630"/>
                </a:lnTo>
                <a:lnTo>
                  <a:pt x="5325529" y="422630"/>
                </a:lnTo>
                <a:lnTo>
                  <a:pt x="5325529" y="212128"/>
                </a:lnTo>
                <a:lnTo>
                  <a:pt x="5325529" y="146494"/>
                </a:lnTo>
                <a:lnTo>
                  <a:pt x="5203520" y="146494"/>
                </a:lnTo>
                <a:lnTo>
                  <a:pt x="5205806" y="133896"/>
                </a:lnTo>
                <a:lnTo>
                  <a:pt x="5208092" y="121145"/>
                </a:lnTo>
                <a:lnTo>
                  <a:pt x="5210378" y="108089"/>
                </a:lnTo>
                <a:lnTo>
                  <a:pt x="5212664" y="94589"/>
                </a:lnTo>
                <a:lnTo>
                  <a:pt x="5345341" y="94589"/>
                </a:lnTo>
                <a:lnTo>
                  <a:pt x="5345341" y="29044"/>
                </a:lnTo>
                <a:close/>
              </a:path>
              <a:path w="5360670" h="659129">
                <a:moveTo>
                  <a:pt x="5360581" y="559879"/>
                </a:moveTo>
                <a:lnTo>
                  <a:pt x="5308765" y="559879"/>
                </a:lnTo>
                <a:lnTo>
                  <a:pt x="5359057" y="500354"/>
                </a:lnTo>
                <a:lnTo>
                  <a:pt x="5324462" y="476300"/>
                </a:lnTo>
                <a:lnTo>
                  <a:pt x="5309882" y="466826"/>
                </a:lnTo>
                <a:lnTo>
                  <a:pt x="5301145" y="461149"/>
                </a:lnTo>
                <a:lnTo>
                  <a:pt x="5301145" y="559879"/>
                </a:lnTo>
                <a:lnTo>
                  <a:pt x="5057114" y="561403"/>
                </a:lnTo>
                <a:lnTo>
                  <a:pt x="5093678" y="541693"/>
                </a:lnTo>
                <a:lnTo>
                  <a:pt x="5125555" y="519252"/>
                </a:lnTo>
                <a:lnTo>
                  <a:pt x="5152568" y="494245"/>
                </a:lnTo>
                <a:lnTo>
                  <a:pt x="5174564" y="466826"/>
                </a:lnTo>
                <a:lnTo>
                  <a:pt x="5206543" y="488861"/>
                </a:lnTo>
                <a:lnTo>
                  <a:pt x="5238381" y="511632"/>
                </a:lnTo>
                <a:lnTo>
                  <a:pt x="5269966" y="535266"/>
                </a:lnTo>
                <a:lnTo>
                  <a:pt x="5301145" y="559879"/>
                </a:lnTo>
                <a:lnTo>
                  <a:pt x="5301145" y="461149"/>
                </a:lnTo>
                <a:lnTo>
                  <a:pt x="5286997" y="451954"/>
                </a:lnTo>
                <a:lnTo>
                  <a:pt x="5246675" y="427012"/>
                </a:lnTo>
                <a:lnTo>
                  <a:pt x="5203520" y="401193"/>
                </a:lnTo>
                <a:lnTo>
                  <a:pt x="5209273" y="378879"/>
                </a:lnTo>
                <a:lnTo>
                  <a:pt x="5213045" y="355269"/>
                </a:lnTo>
                <a:lnTo>
                  <a:pt x="5215090" y="330212"/>
                </a:lnTo>
                <a:lnTo>
                  <a:pt x="5215712" y="303568"/>
                </a:lnTo>
                <a:lnTo>
                  <a:pt x="5215712" y="241084"/>
                </a:lnTo>
                <a:lnTo>
                  <a:pt x="5145608" y="241084"/>
                </a:lnTo>
                <a:lnTo>
                  <a:pt x="5145608" y="298996"/>
                </a:lnTo>
                <a:lnTo>
                  <a:pt x="5142725" y="342760"/>
                </a:lnTo>
                <a:lnTo>
                  <a:pt x="5134127" y="380238"/>
                </a:lnTo>
                <a:lnTo>
                  <a:pt x="5099786" y="436346"/>
                </a:lnTo>
                <a:lnTo>
                  <a:pt x="5047386" y="473875"/>
                </a:lnTo>
                <a:lnTo>
                  <a:pt x="4982349" y="498830"/>
                </a:lnTo>
                <a:lnTo>
                  <a:pt x="4994948" y="513105"/>
                </a:lnTo>
                <a:lnTo>
                  <a:pt x="5007381" y="528396"/>
                </a:lnTo>
                <a:lnTo>
                  <a:pt x="5019510" y="544550"/>
                </a:lnTo>
                <a:lnTo>
                  <a:pt x="5031206" y="561403"/>
                </a:lnTo>
                <a:lnTo>
                  <a:pt x="5001412" y="559638"/>
                </a:lnTo>
                <a:lnTo>
                  <a:pt x="4977079" y="556831"/>
                </a:lnTo>
                <a:lnTo>
                  <a:pt x="4973777" y="556450"/>
                </a:lnTo>
                <a:lnTo>
                  <a:pt x="4948174" y="551548"/>
                </a:lnTo>
                <a:lnTo>
                  <a:pt x="4924437" y="544639"/>
                </a:lnTo>
                <a:lnTo>
                  <a:pt x="4924437" y="503402"/>
                </a:lnTo>
                <a:lnTo>
                  <a:pt x="4924437" y="485114"/>
                </a:lnTo>
                <a:lnTo>
                  <a:pt x="5002250" y="485114"/>
                </a:lnTo>
                <a:lnTo>
                  <a:pt x="5002250" y="421106"/>
                </a:lnTo>
                <a:lnTo>
                  <a:pt x="4924437" y="421106"/>
                </a:lnTo>
                <a:lnTo>
                  <a:pt x="4924437" y="378333"/>
                </a:lnTo>
                <a:lnTo>
                  <a:pt x="5012918" y="378333"/>
                </a:lnTo>
                <a:lnTo>
                  <a:pt x="5012918" y="312712"/>
                </a:lnTo>
                <a:lnTo>
                  <a:pt x="4712398" y="312712"/>
                </a:lnTo>
                <a:lnTo>
                  <a:pt x="4712398" y="378333"/>
                </a:lnTo>
                <a:lnTo>
                  <a:pt x="4843564" y="378333"/>
                </a:lnTo>
                <a:lnTo>
                  <a:pt x="4843564" y="503402"/>
                </a:lnTo>
                <a:lnTo>
                  <a:pt x="4835563" y="496773"/>
                </a:lnTo>
                <a:lnTo>
                  <a:pt x="4819561" y="484111"/>
                </a:lnTo>
                <a:lnTo>
                  <a:pt x="4811560" y="477494"/>
                </a:lnTo>
                <a:lnTo>
                  <a:pt x="4812436" y="460298"/>
                </a:lnTo>
                <a:lnTo>
                  <a:pt x="4812893" y="442810"/>
                </a:lnTo>
                <a:lnTo>
                  <a:pt x="4813033" y="427012"/>
                </a:lnTo>
                <a:lnTo>
                  <a:pt x="4813084" y="405765"/>
                </a:lnTo>
                <a:lnTo>
                  <a:pt x="4741456" y="405765"/>
                </a:lnTo>
                <a:lnTo>
                  <a:pt x="4740021" y="465289"/>
                </a:lnTo>
                <a:lnTo>
                  <a:pt x="4733442" y="515810"/>
                </a:lnTo>
                <a:lnTo>
                  <a:pt x="4721695" y="557453"/>
                </a:lnTo>
                <a:lnTo>
                  <a:pt x="4704778" y="590359"/>
                </a:lnTo>
                <a:lnTo>
                  <a:pt x="4724273" y="609231"/>
                </a:lnTo>
                <a:lnTo>
                  <a:pt x="4741443" y="626986"/>
                </a:lnTo>
                <a:lnTo>
                  <a:pt x="4756315" y="643585"/>
                </a:lnTo>
                <a:lnTo>
                  <a:pt x="4768888" y="659041"/>
                </a:lnTo>
                <a:lnTo>
                  <a:pt x="4780369" y="638136"/>
                </a:lnTo>
                <a:lnTo>
                  <a:pt x="4789843" y="614222"/>
                </a:lnTo>
                <a:lnTo>
                  <a:pt x="4797603" y="587159"/>
                </a:lnTo>
                <a:lnTo>
                  <a:pt x="4803940" y="556831"/>
                </a:lnTo>
                <a:lnTo>
                  <a:pt x="4819993" y="569099"/>
                </a:lnTo>
                <a:lnTo>
                  <a:pt x="4853267" y="591337"/>
                </a:lnTo>
                <a:lnTo>
                  <a:pt x="4888496" y="609333"/>
                </a:lnTo>
                <a:lnTo>
                  <a:pt x="4942725" y="625513"/>
                </a:lnTo>
                <a:lnTo>
                  <a:pt x="4995342" y="631799"/>
                </a:lnTo>
                <a:lnTo>
                  <a:pt x="5035385" y="633437"/>
                </a:lnTo>
                <a:lnTo>
                  <a:pt x="5084546" y="634657"/>
                </a:lnTo>
                <a:lnTo>
                  <a:pt x="5337721" y="636181"/>
                </a:lnTo>
                <a:lnTo>
                  <a:pt x="5341937" y="615861"/>
                </a:lnTo>
                <a:lnTo>
                  <a:pt x="5347436" y="596277"/>
                </a:lnTo>
                <a:lnTo>
                  <a:pt x="5353799" y="577570"/>
                </a:lnTo>
                <a:lnTo>
                  <a:pt x="5359997" y="561403"/>
                </a:lnTo>
                <a:lnTo>
                  <a:pt x="5360581" y="559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0965" y="657415"/>
            <a:ext cx="1215390" cy="590550"/>
          </a:xfrm>
          <a:custGeom>
            <a:avLst/>
            <a:gdLst/>
            <a:ahLst/>
            <a:cxnLst/>
            <a:rect l="l" t="t" r="r" b="b"/>
            <a:pathLst>
              <a:path w="1215389" h="590550">
                <a:moveTo>
                  <a:pt x="268414" y="12192"/>
                </a:moveTo>
                <a:lnTo>
                  <a:pt x="198221" y="12192"/>
                </a:lnTo>
                <a:lnTo>
                  <a:pt x="198221" y="68681"/>
                </a:lnTo>
                <a:lnTo>
                  <a:pt x="198221" y="103733"/>
                </a:lnTo>
                <a:lnTo>
                  <a:pt x="198221" y="154127"/>
                </a:lnTo>
                <a:lnTo>
                  <a:pt x="198221" y="189179"/>
                </a:lnTo>
                <a:lnTo>
                  <a:pt x="102108" y="189179"/>
                </a:lnTo>
                <a:lnTo>
                  <a:pt x="102108" y="154127"/>
                </a:lnTo>
                <a:lnTo>
                  <a:pt x="198221" y="154127"/>
                </a:lnTo>
                <a:lnTo>
                  <a:pt x="198221" y="103733"/>
                </a:lnTo>
                <a:lnTo>
                  <a:pt x="102108" y="103733"/>
                </a:lnTo>
                <a:lnTo>
                  <a:pt x="102108" y="68681"/>
                </a:lnTo>
                <a:lnTo>
                  <a:pt x="198221" y="68681"/>
                </a:lnTo>
                <a:lnTo>
                  <a:pt x="198221" y="12192"/>
                </a:lnTo>
                <a:lnTo>
                  <a:pt x="32004" y="12192"/>
                </a:lnTo>
                <a:lnTo>
                  <a:pt x="32004" y="245656"/>
                </a:lnTo>
                <a:lnTo>
                  <a:pt x="268414" y="245656"/>
                </a:lnTo>
                <a:lnTo>
                  <a:pt x="268414" y="189179"/>
                </a:lnTo>
                <a:lnTo>
                  <a:pt x="268414" y="154127"/>
                </a:lnTo>
                <a:lnTo>
                  <a:pt x="268414" y="103733"/>
                </a:lnTo>
                <a:lnTo>
                  <a:pt x="268414" y="68681"/>
                </a:lnTo>
                <a:lnTo>
                  <a:pt x="268414" y="12192"/>
                </a:lnTo>
                <a:close/>
              </a:path>
              <a:path w="1215389" h="590550">
                <a:moveTo>
                  <a:pt x="587121" y="13728"/>
                </a:moveTo>
                <a:lnTo>
                  <a:pt x="291274" y="13728"/>
                </a:lnTo>
                <a:lnTo>
                  <a:pt x="291274" y="73253"/>
                </a:lnTo>
                <a:lnTo>
                  <a:pt x="388810" y="73253"/>
                </a:lnTo>
                <a:lnTo>
                  <a:pt x="387426" y="84709"/>
                </a:lnTo>
                <a:lnTo>
                  <a:pt x="385762" y="96316"/>
                </a:lnTo>
                <a:lnTo>
                  <a:pt x="384098" y="108229"/>
                </a:lnTo>
                <a:lnTo>
                  <a:pt x="382714" y="120599"/>
                </a:lnTo>
                <a:lnTo>
                  <a:pt x="301942" y="120599"/>
                </a:lnTo>
                <a:lnTo>
                  <a:pt x="301942" y="372249"/>
                </a:lnTo>
                <a:lnTo>
                  <a:pt x="370522" y="372249"/>
                </a:lnTo>
                <a:lnTo>
                  <a:pt x="370522" y="181559"/>
                </a:lnTo>
                <a:lnTo>
                  <a:pt x="500164" y="181559"/>
                </a:lnTo>
                <a:lnTo>
                  <a:pt x="500164" y="373773"/>
                </a:lnTo>
                <a:lnTo>
                  <a:pt x="568833" y="373773"/>
                </a:lnTo>
                <a:lnTo>
                  <a:pt x="568833" y="181559"/>
                </a:lnTo>
                <a:lnTo>
                  <a:pt x="568833" y="120599"/>
                </a:lnTo>
                <a:lnTo>
                  <a:pt x="457492" y="120599"/>
                </a:lnTo>
                <a:lnTo>
                  <a:pt x="459752" y="109080"/>
                </a:lnTo>
                <a:lnTo>
                  <a:pt x="461873" y="97459"/>
                </a:lnTo>
                <a:lnTo>
                  <a:pt x="463702" y="85559"/>
                </a:lnTo>
                <a:lnTo>
                  <a:pt x="465112" y="73253"/>
                </a:lnTo>
                <a:lnTo>
                  <a:pt x="587121" y="73253"/>
                </a:lnTo>
                <a:lnTo>
                  <a:pt x="587121" y="13728"/>
                </a:lnTo>
                <a:close/>
              </a:path>
              <a:path w="1215389" h="590550">
                <a:moveTo>
                  <a:pt x="600837" y="445490"/>
                </a:moveTo>
                <a:lnTo>
                  <a:pt x="567931" y="423430"/>
                </a:lnTo>
                <a:lnTo>
                  <a:pt x="554837" y="414921"/>
                </a:lnTo>
                <a:lnTo>
                  <a:pt x="545973" y="409168"/>
                </a:lnTo>
                <a:lnTo>
                  <a:pt x="545973" y="500354"/>
                </a:lnTo>
                <a:lnTo>
                  <a:pt x="323278" y="501878"/>
                </a:lnTo>
                <a:lnTo>
                  <a:pt x="385241" y="463003"/>
                </a:lnTo>
                <a:lnTo>
                  <a:pt x="430060" y="414921"/>
                </a:lnTo>
                <a:lnTo>
                  <a:pt x="459727" y="434949"/>
                </a:lnTo>
                <a:lnTo>
                  <a:pt x="489115" y="455955"/>
                </a:lnTo>
                <a:lnTo>
                  <a:pt x="517956" y="477799"/>
                </a:lnTo>
                <a:lnTo>
                  <a:pt x="545973" y="500354"/>
                </a:lnTo>
                <a:lnTo>
                  <a:pt x="545973" y="409168"/>
                </a:lnTo>
                <a:lnTo>
                  <a:pt x="533158" y="400824"/>
                </a:lnTo>
                <a:lnTo>
                  <a:pt x="496392" y="377672"/>
                </a:lnTo>
                <a:lnTo>
                  <a:pt x="457492" y="353961"/>
                </a:lnTo>
                <a:lnTo>
                  <a:pt x="462368" y="333679"/>
                </a:lnTo>
                <a:lnTo>
                  <a:pt x="465683" y="311810"/>
                </a:lnTo>
                <a:lnTo>
                  <a:pt x="467563" y="288505"/>
                </a:lnTo>
                <a:lnTo>
                  <a:pt x="468160" y="263944"/>
                </a:lnTo>
                <a:lnTo>
                  <a:pt x="468160" y="207467"/>
                </a:lnTo>
                <a:lnTo>
                  <a:pt x="404152" y="207467"/>
                </a:lnTo>
                <a:lnTo>
                  <a:pt x="404152" y="260896"/>
                </a:lnTo>
                <a:lnTo>
                  <a:pt x="401320" y="300583"/>
                </a:lnTo>
                <a:lnTo>
                  <a:pt x="379628" y="363423"/>
                </a:lnTo>
                <a:lnTo>
                  <a:pt x="339356" y="404876"/>
                </a:lnTo>
                <a:lnTo>
                  <a:pt x="286118" y="433616"/>
                </a:lnTo>
                <a:lnTo>
                  <a:pt x="254609" y="443966"/>
                </a:lnTo>
                <a:lnTo>
                  <a:pt x="265849" y="457060"/>
                </a:lnTo>
                <a:lnTo>
                  <a:pt x="276783" y="471017"/>
                </a:lnTo>
                <a:lnTo>
                  <a:pt x="298894" y="500354"/>
                </a:lnTo>
                <a:lnTo>
                  <a:pt x="271424" y="499478"/>
                </a:lnTo>
                <a:lnTo>
                  <a:pt x="246075" y="496735"/>
                </a:lnTo>
                <a:lnTo>
                  <a:pt x="241388" y="495782"/>
                </a:lnTo>
                <a:lnTo>
                  <a:pt x="222732" y="491998"/>
                </a:lnTo>
                <a:lnTo>
                  <a:pt x="201269" y="485114"/>
                </a:lnTo>
                <a:lnTo>
                  <a:pt x="201269" y="447014"/>
                </a:lnTo>
                <a:lnTo>
                  <a:pt x="201269" y="431774"/>
                </a:lnTo>
                <a:lnTo>
                  <a:pt x="272986" y="431774"/>
                </a:lnTo>
                <a:lnTo>
                  <a:pt x="272986" y="372249"/>
                </a:lnTo>
                <a:lnTo>
                  <a:pt x="201269" y="372249"/>
                </a:lnTo>
                <a:lnTo>
                  <a:pt x="201269" y="334149"/>
                </a:lnTo>
                <a:lnTo>
                  <a:pt x="282130" y="334149"/>
                </a:lnTo>
                <a:lnTo>
                  <a:pt x="282130" y="273088"/>
                </a:lnTo>
                <a:lnTo>
                  <a:pt x="6096" y="273088"/>
                </a:lnTo>
                <a:lnTo>
                  <a:pt x="6096" y="334149"/>
                </a:lnTo>
                <a:lnTo>
                  <a:pt x="126593" y="334149"/>
                </a:lnTo>
                <a:lnTo>
                  <a:pt x="126593" y="447014"/>
                </a:lnTo>
                <a:lnTo>
                  <a:pt x="119430" y="441947"/>
                </a:lnTo>
                <a:lnTo>
                  <a:pt x="112026" y="436143"/>
                </a:lnTo>
                <a:lnTo>
                  <a:pt x="104635" y="430047"/>
                </a:lnTo>
                <a:lnTo>
                  <a:pt x="97536" y="424065"/>
                </a:lnTo>
                <a:lnTo>
                  <a:pt x="98412" y="408038"/>
                </a:lnTo>
                <a:lnTo>
                  <a:pt x="98869" y="391871"/>
                </a:lnTo>
                <a:lnTo>
                  <a:pt x="99009" y="377672"/>
                </a:lnTo>
                <a:lnTo>
                  <a:pt x="99060" y="358533"/>
                </a:lnTo>
                <a:lnTo>
                  <a:pt x="33528" y="358533"/>
                </a:lnTo>
                <a:lnTo>
                  <a:pt x="31508" y="413512"/>
                </a:lnTo>
                <a:lnTo>
                  <a:pt x="25336" y="459765"/>
                </a:lnTo>
                <a:lnTo>
                  <a:pt x="14884" y="497713"/>
                </a:lnTo>
                <a:lnTo>
                  <a:pt x="0" y="527786"/>
                </a:lnTo>
                <a:lnTo>
                  <a:pt x="17424" y="545325"/>
                </a:lnTo>
                <a:lnTo>
                  <a:pt x="33147" y="561403"/>
                </a:lnTo>
                <a:lnTo>
                  <a:pt x="47155" y="576313"/>
                </a:lnTo>
                <a:lnTo>
                  <a:pt x="59436" y="590372"/>
                </a:lnTo>
                <a:lnTo>
                  <a:pt x="69126" y="571525"/>
                </a:lnTo>
                <a:lnTo>
                  <a:pt x="77533" y="549402"/>
                </a:lnTo>
                <a:lnTo>
                  <a:pt x="84505" y="524103"/>
                </a:lnTo>
                <a:lnTo>
                  <a:pt x="89916" y="495782"/>
                </a:lnTo>
                <a:lnTo>
                  <a:pt x="104838" y="507784"/>
                </a:lnTo>
                <a:lnTo>
                  <a:pt x="152501" y="537032"/>
                </a:lnTo>
                <a:lnTo>
                  <a:pt x="201142" y="555891"/>
                </a:lnTo>
                <a:lnTo>
                  <a:pt x="266268" y="565607"/>
                </a:lnTo>
                <a:lnTo>
                  <a:pt x="347662" y="569036"/>
                </a:lnTo>
                <a:lnTo>
                  <a:pt x="579501" y="569036"/>
                </a:lnTo>
                <a:lnTo>
                  <a:pt x="584123" y="550989"/>
                </a:lnTo>
                <a:lnTo>
                  <a:pt x="589026" y="533361"/>
                </a:lnTo>
                <a:lnTo>
                  <a:pt x="594499" y="516013"/>
                </a:lnTo>
                <a:lnTo>
                  <a:pt x="599719" y="501878"/>
                </a:lnTo>
                <a:lnTo>
                  <a:pt x="600278" y="500354"/>
                </a:lnTo>
                <a:lnTo>
                  <a:pt x="600837" y="498830"/>
                </a:lnTo>
                <a:lnTo>
                  <a:pt x="553593" y="500354"/>
                </a:lnTo>
                <a:lnTo>
                  <a:pt x="600837" y="445490"/>
                </a:lnTo>
                <a:close/>
              </a:path>
              <a:path w="1215389" h="590550">
                <a:moveTo>
                  <a:pt x="1058316" y="33629"/>
                </a:moveTo>
                <a:lnTo>
                  <a:pt x="985164" y="33629"/>
                </a:lnTo>
                <a:lnTo>
                  <a:pt x="985164" y="238036"/>
                </a:lnTo>
                <a:lnTo>
                  <a:pt x="1058316" y="238036"/>
                </a:lnTo>
                <a:lnTo>
                  <a:pt x="1058316" y="33629"/>
                </a:lnTo>
                <a:close/>
              </a:path>
              <a:path w="1215389" h="590550">
                <a:moveTo>
                  <a:pt x="1184910" y="0"/>
                </a:moveTo>
                <a:lnTo>
                  <a:pt x="1105662" y="0"/>
                </a:lnTo>
                <a:lnTo>
                  <a:pt x="1105662" y="241084"/>
                </a:lnTo>
                <a:lnTo>
                  <a:pt x="1103655" y="253085"/>
                </a:lnTo>
                <a:lnTo>
                  <a:pt x="1097648" y="261658"/>
                </a:lnTo>
                <a:lnTo>
                  <a:pt x="1087615" y="266801"/>
                </a:lnTo>
                <a:lnTo>
                  <a:pt x="1074737" y="268376"/>
                </a:lnTo>
                <a:lnTo>
                  <a:pt x="1040409" y="268325"/>
                </a:lnTo>
                <a:lnTo>
                  <a:pt x="1024699" y="267868"/>
                </a:lnTo>
                <a:lnTo>
                  <a:pt x="1009548" y="266992"/>
                </a:lnTo>
                <a:lnTo>
                  <a:pt x="1012964" y="285280"/>
                </a:lnTo>
                <a:lnTo>
                  <a:pt x="1016215" y="303580"/>
                </a:lnTo>
                <a:lnTo>
                  <a:pt x="1019200" y="321894"/>
                </a:lnTo>
                <a:lnTo>
                  <a:pt x="1021740" y="340245"/>
                </a:lnTo>
                <a:lnTo>
                  <a:pt x="1059662" y="340055"/>
                </a:lnTo>
                <a:lnTo>
                  <a:pt x="1101090" y="338721"/>
                </a:lnTo>
                <a:lnTo>
                  <a:pt x="1152093" y="326250"/>
                </a:lnTo>
                <a:lnTo>
                  <a:pt x="1179385" y="292138"/>
                </a:lnTo>
                <a:lnTo>
                  <a:pt x="1184084" y="268516"/>
                </a:lnTo>
                <a:lnTo>
                  <a:pt x="1184910" y="257848"/>
                </a:lnTo>
                <a:lnTo>
                  <a:pt x="1184910" y="0"/>
                </a:lnTo>
                <a:close/>
              </a:path>
              <a:path w="1215389" h="590550">
                <a:moveTo>
                  <a:pt x="1215390" y="492734"/>
                </a:moveTo>
                <a:lnTo>
                  <a:pt x="962304" y="492734"/>
                </a:lnTo>
                <a:lnTo>
                  <a:pt x="962304" y="437870"/>
                </a:lnTo>
                <a:lnTo>
                  <a:pt x="1166622" y="437870"/>
                </a:lnTo>
                <a:lnTo>
                  <a:pt x="1166622" y="364629"/>
                </a:lnTo>
                <a:lnTo>
                  <a:pt x="962304" y="364629"/>
                </a:lnTo>
                <a:lnTo>
                  <a:pt x="962304" y="300520"/>
                </a:lnTo>
                <a:lnTo>
                  <a:pt x="908875" y="300520"/>
                </a:lnTo>
                <a:lnTo>
                  <a:pt x="908875" y="236512"/>
                </a:lnTo>
                <a:lnTo>
                  <a:pt x="971448" y="236512"/>
                </a:lnTo>
                <a:lnTo>
                  <a:pt x="971448" y="166319"/>
                </a:lnTo>
                <a:lnTo>
                  <a:pt x="908875" y="166319"/>
                </a:lnTo>
                <a:lnTo>
                  <a:pt x="908875" y="83921"/>
                </a:lnTo>
                <a:lnTo>
                  <a:pt x="959256" y="83921"/>
                </a:lnTo>
                <a:lnTo>
                  <a:pt x="959256" y="15252"/>
                </a:lnTo>
                <a:lnTo>
                  <a:pt x="835723" y="15252"/>
                </a:lnTo>
                <a:lnTo>
                  <a:pt x="835723" y="83921"/>
                </a:lnTo>
                <a:lnTo>
                  <a:pt x="835723" y="166319"/>
                </a:lnTo>
                <a:lnTo>
                  <a:pt x="770089" y="166319"/>
                </a:lnTo>
                <a:lnTo>
                  <a:pt x="770089" y="83921"/>
                </a:lnTo>
                <a:lnTo>
                  <a:pt x="835723" y="83921"/>
                </a:lnTo>
                <a:lnTo>
                  <a:pt x="835723" y="15252"/>
                </a:lnTo>
                <a:lnTo>
                  <a:pt x="640461" y="15252"/>
                </a:lnTo>
                <a:lnTo>
                  <a:pt x="640461" y="83921"/>
                </a:lnTo>
                <a:lnTo>
                  <a:pt x="696937" y="83921"/>
                </a:lnTo>
                <a:lnTo>
                  <a:pt x="696709" y="115697"/>
                </a:lnTo>
                <a:lnTo>
                  <a:pt x="696175" y="140017"/>
                </a:lnTo>
                <a:lnTo>
                  <a:pt x="695655" y="156883"/>
                </a:lnTo>
                <a:lnTo>
                  <a:pt x="695413" y="166319"/>
                </a:lnTo>
                <a:lnTo>
                  <a:pt x="623697" y="166319"/>
                </a:lnTo>
                <a:lnTo>
                  <a:pt x="623697" y="236512"/>
                </a:lnTo>
                <a:lnTo>
                  <a:pt x="681697" y="236512"/>
                </a:lnTo>
                <a:lnTo>
                  <a:pt x="672795" y="256514"/>
                </a:lnTo>
                <a:lnTo>
                  <a:pt x="662190" y="275374"/>
                </a:lnTo>
                <a:lnTo>
                  <a:pt x="649897" y="293090"/>
                </a:lnTo>
                <a:lnTo>
                  <a:pt x="635889" y="309664"/>
                </a:lnTo>
                <a:lnTo>
                  <a:pt x="675640" y="340220"/>
                </a:lnTo>
                <a:lnTo>
                  <a:pt x="716775" y="330631"/>
                </a:lnTo>
                <a:lnTo>
                  <a:pt x="749211" y="270725"/>
                </a:lnTo>
                <a:lnTo>
                  <a:pt x="759421" y="236512"/>
                </a:lnTo>
                <a:lnTo>
                  <a:pt x="835723" y="236512"/>
                </a:lnTo>
                <a:lnTo>
                  <a:pt x="835723" y="332625"/>
                </a:lnTo>
                <a:lnTo>
                  <a:pt x="875347" y="332625"/>
                </a:lnTo>
                <a:lnTo>
                  <a:pt x="875347" y="364629"/>
                </a:lnTo>
                <a:lnTo>
                  <a:pt x="672465" y="364629"/>
                </a:lnTo>
                <a:lnTo>
                  <a:pt x="672465" y="437870"/>
                </a:lnTo>
                <a:lnTo>
                  <a:pt x="875347" y="437870"/>
                </a:lnTo>
                <a:lnTo>
                  <a:pt x="875347" y="492734"/>
                </a:lnTo>
                <a:lnTo>
                  <a:pt x="623697" y="492734"/>
                </a:lnTo>
                <a:lnTo>
                  <a:pt x="623697" y="564464"/>
                </a:lnTo>
                <a:lnTo>
                  <a:pt x="1215390" y="564464"/>
                </a:lnTo>
                <a:lnTo>
                  <a:pt x="1215390" y="49273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538984" y="640651"/>
            <a:ext cx="1685289" cy="624205"/>
          </a:xfrm>
          <a:custGeom>
            <a:avLst/>
            <a:gdLst/>
            <a:ahLst/>
            <a:cxnLst/>
            <a:rect l="l" t="t" r="r" b="b"/>
            <a:pathLst>
              <a:path w="1685289" h="624205">
                <a:moveTo>
                  <a:pt x="190690" y="53441"/>
                </a:moveTo>
                <a:lnTo>
                  <a:pt x="109816" y="53441"/>
                </a:lnTo>
                <a:lnTo>
                  <a:pt x="76276" y="93814"/>
                </a:lnTo>
                <a:lnTo>
                  <a:pt x="48831" y="137172"/>
                </a:lnTo>
                <a:lnTo>
                  <a:pt x="27470" y="183426"/>
                </a:lnTo>
                <a:lnTo>
                  <a:pt x="12204" y="232473"/>
                </a:lnTo>
                <a:lnTo>
                  <a:pt x="3048" y="284226"/>
                </a:lnTo>
                <a:lnTo>
                  <a:pt x="0" y="338620"/>
                </a:lnTo>
                <a:lnTo>
                  <a:pt x="3048" y="391744"/>
                </a:lnTo>
                <a:lnTo>
                  <a:pt x="12204" y="442747"/>
                </a:lnTo>
                <a:lnTo>
                  <a:pt x="27470" y="491540"/>
                </a:lnTo>
                <a:lnTo>
                  <a:pt x="48831" y="538060"/>
                </a:lnTo>
                <a:lnTo>
                  <a:pt x="76276" y="582206"/>
                </a:lnTo>
                <a:lnTo>
                  <a:pt x="109816" y="623887"/>
                </a:lnTo>
                <a:lnTo>
                  <a:pt x="189166" y="623887"/>
                </a:lnTo>
                <a:lnTo>
                  <a:pt x="156870" y="579767"/>
                </a:lnTo>
                <a:lnTo>
                  <a:pt x="130276" y="534276"/>
                </a:lnTo>
                <a:lnTo>
                  <a:pt x="109448" y="487349"/>
                </a:lnTo>
                <a:lnTo>
                  <a:pt x="94462" y="438899"/>
                </a:lnTo>
                <a:lnTo>
                  <a:pt x="85420" y="388848"/>
                </a:lnTo>
                <a:lnTo>
                  <a:pt x="82384" y="337096"/>
                </a:lnTo>
                <a:lnTo>
                  <a:pt x="85420" y="286004"/>
                </a:lnTo>
                <a:lnTo>
                  <a:pt x="94526" y="236435"/>
                </a:lnTo>
                <a:lnTo>
                  <a:pt x="109639" y="188404"/>
                </a:lnTo>
                <a:lnTo>
                  <a:pt x="130733" y="141909"/>
                </a:lnTo>
                <a:lnTo>
                  <a:pt x="157759" y="96913"/>
                </a:lnTo>
                <a:lnTo>
                  <a:pt x="190690" y="53441"/>
                </a:lnTo>
                <a:close/>
              </a:path>
              <a:path w="1685289" h="624205">
                <a:moveTo>
                  <a:pt x="428523" y="51917"/>
                </a:moveTo>
                <a:lnTo>
                  <a:pt x="358419" y="0"/>
                </a:lnTo>
                <a:lnTo>
                  <a:pt x="334429" y="33756"/>
                </a:lnTo>
                <a:lnTo>
                  <a:pt x="308267" y="66192"/>
                </a:lnTo>
                <a:lnTo>
                  <a:pt x="280111" y="97180"/>
                </a:lnTo>
                <a:lnTo>
                  <a:pt x="250113" y="126593"/>
                </a:lnTo>
                <a:lnTo>
                  <a:pt x="258356" y="147789"/>
                </a:lnTo>
                <a:lnTo>
                  <a:pt x="266877" y="170116"/>
                </a:lnTo>
                <a:lnTo>
                  <a:pt x="275412" y="193548"/>
                </a:lnTo>
                <a:lnTo>
                  <a:pt x="283641" y="218135"/>
                </a:lnTo>
                <a:lnTo>
                  <a:pt x="323684" y="176733"/>
                </a:lnTo>
                <a:lnTo>
                  <a:pt x="361264" y="135026"/>
                </a:lnTo>
                <a:lnTo>
                  <a:pt x="396252" y="93319"/>
                </a:lnTo>
                <a:lnTo>
                  <a:pt x="428523" y="51917"/>
                </a:lnTo>
                <a:close/>
              </a:path>
              <a:path w="1685289" h="624205">
                <a:moveTo>
                  <a:pt x="829627" y="324904"/>
                </a:moveTo>
                <a:lnTo>
                  <a:pt x="754951" y="324904"/>
                </a:lnTo>
                <a:lnTo>
                  <a:pt x="754951" y="282232"/>
                </a:lnTo>
                <a:lnTo>
                  <a:pt x="675601" y="282232"/>
                </a:lnTo>
                <a:lnTo>
                  <a:pt x="675601" y="324904"/>
                </a:lnTo>
                <a:lnTo>
                  <a:pt x="423951" y="324904"/>
                </a:lnTo>
                <a:lnTo>
                  <a:pt x="423951" y="398157"/>
                </a:lnTo>
                <a:lnTo>
                  <a:pt x="509397" y="398157"/>
                </a:lnTo>
                <a:lnTo>
                  <a:pt x="463677" y="433209"/>
                </a:lnTo>
                <a:lnTo>
                  <a:pt x="480822" y="451281"/>
                </a:lnTo>
                <a:lnTo>
                  <a:pt x="497967" y="471195"/>
                </a:lnTo>
                <a:lnTo>
                  <a:pt x="515112" y="493090"/>
                </a:lnTo>
                <a:lnTo>
                  <a:pt x="532257" y="517118"/>
                </a:lnTo>
                <a:lnTo>
                  <a:pt x="599401" y="465302"/>
                </a:lnTo>
                <a:lnTo>
                  <a:pt x="548754" y="412508"/>
                </a:lnTo>
                <a:lnTo>
                  <a:pt x="535305" y="398157"/>
                </a:lnTo>
                <a:lnTo>
                  <a:pt x="675601" y="398157"/>
                </a:lnTo>
                <a:lnTo>
                  <a:pt x="675601" y="494258"/>
                </a:lnTo>
                <a:lnTo>
                  <a:pt x="672553" y="501878"/>
                </a:lnTo>
                <a:lnTo>
                  <a:pt x="666457" y="514070"/>
                </a:lnTo>
                <a:lnTo>
                  <a:pt x="663409" y="517118"/>
                </a:lnTo>
                <a:lnTo>
                  <a:pt x="657313" y="518642"/>
                </a:lnTo>
                <a:lnTo>
                  <a:pt x="653046" y="519760"/>
                </a:lnTo>
                <a:lnTo>
                  <a:pt x="647217" y="520738"/>
                </a:lnTo>
                <a:lnTo>
                  <a:pt x="639953" y="521423"/>
                </a:lnTo>
                <a:lnTo>
                  <a:pt x="631405" y="521690"/>
                </a:lnTo>
                <a:lnTo>
                  <a:pt x="613067" y="521423"/>
                </a:lnTo>
                <a:lnTo>
                  <a:pt x="594436" y="520738"/>
                </a:lnTo>
                <a:lnTo>
                  <a:pt x="555117" y="518642"/>
                </a:lnTo>
                <a:lnTo>
                  <a:pt x="559689" y="536155"/>
                </a:lnTo>
                <a:lnTo>
                  <a:pt x="564261" y="554697"/>
                </a:lnTo>
                <a:lnTo>
                  <a:pt x="568833" y="574662"/>
                </a:lnTo>
                <a:lnTo>
                  <a:pt x="573405" y="596468"/>
                </a:lnTo>
                <a:lnTo>
                  <a:pt x="622884" y="595909"/>
                </a:lnTo>
                <a:lnTo>
                  <a:pt x="661492" y="594372"/>
                </a:lnTo>
                <a:lnTo>
                  <a:pt x="706081" y="588848"/>
                </a:lnTo>
                <a:lnTo>
                  <a:pt x="742759" y="564464"/>
                </a:lnTo>
                <a:lnTo>
                  <a:pt x="754329" y="525805"/>
                </a:lnTo>
                <a:lnTo>
                  <a:pt x="754481" y="521690"/>
                </a:lnTo>
                <a:lnTo>
                  <a:pt x="754951" y="509498"/>
                </a:lnTo>
                <a:lnTo>
                  <a:pt x="754951" y="398157"/>
                </a:lnTo>
                <a:lnTo>
                  <a:pt x="829627" y="398157"/>
                </a:lnTo>
                <a:lnTo>
                  <a:pt x="829627" y="324904"/>
                </a:lnTo>
                <a:close/>
              </a:path>
              <a:path w="1685289" h="624205">
                <a:moveTo>
                  <a:pt x="831151" y="193751"/>
                </a:moveTo>
                <a:lnTo>
                  <a:pt x="669505" y="193751"/>
                </a:lnTo>
                <a:lnTo>
                  <a:pt x="669505" y="144983"/>
                </a:lnTo>
                <a:lnTo>
                  <a:pt x="806767" y="144983"/>
                </a:lnTo>
                <a:lnTo>
                  <a:pt x="806767" y="68681"/>
                </a:lnTo>
                <a:lnTo>
                  <a:pt x="669505" y="68681"/>
                </a:lnTo>
                <a:lnTo>
                  <a:pt x="669505" y="6108"/>
                </a:lnTo>
                <a:lnTo>
                  <a:pt x="582637" y="6108"/>
                </a:lnTo>
                <a:lnTo>
                  <a:pt x="582637" y="68681"/>
                </a:lnTo>
                <a:lnTo>
                  <a:pt x="454533" y="68681"/>
                </a:lnTo>
                <a:lnTo>
                  <a:pt x="454533" y="144983"/>
                </a:lnTo>
                <a:lnTo>
                  <a:pt x="582637" y="144983"/>
                </a:lnTo>
                <a:lnTo>
                  <a:pt x="582637" y="193751"/>
                </a:lnTo>
                <a:lnTo>
                  <a:pt x="423951" y="193751"/>
                </a:lnTo>
                <a:lnTo>
                  <a:pt x="423951" y="221183"/>
                </a:lnTo>
                <a:lnTo>
                  <a:pt x="373659" y="173939"/>
                </a:lnTo>
                <a:lnTo>
                  <a:pt x="337400" y="225704"/>
                </a:lnTo>
                <a:lnTo>
                  <a:pt x="301980" y="271170"/>
                </a:lnTo>
                <a:lnTo>
                  <a:pt x="267703" y="310324"/>
                </a:lnTo>
                <a:lnTo>
                  <a:pt x="234873" y="343192"/>
                </a:lnTo>
                <a:lnTo>
                  <a:pt x="240830" y="366128"/>
                </a:lnTo>
                <a:lnTo>
                  <a:pt x="247065" y="389191"/>
                </a:lnTo>
                <a:lnTo>
                  <a:pt x="253301" y="412483"/>
                </a:lnTo>
                <a:lnTo>
                  <a:pt x="259257" y="436257"/>
                </a:lnTo>
                <a:lnTo>
                  <a:pt x="270700" y="425704"/>
                </a:lnTo>
                <a:lnTo>
                  <a:pt x="282130" y="414731"/>
                </a:lnTo>
                <a:lnTo>
                  <a:pt x="293598" y="403466"/>
                </a:lnTo>
                <a:lnTo>
                  <a:pt x="305079" y="392061"/>
                </a:lnTo>
                <a:lnTo>
                  <a:pt x="305079" y="599516"/>
                </a:lnTo>
                <a:lnTo>
                  <a:pt x="382803" y="599516"/>
                </a:lnTo>
                <a:lnTo>
                  <a:pt x="382803" y="392061"/>
                </a:lnTo>
                <a:lnTo>
                  <a:pt x="382803" y="302044"/>
                </a:lnTo>
                <a:lnTo>
                  <a:pt x="393306" y="288061"/>
                </a:lnTo>
                <a:lnTo>
                  <a:pt x="403948" y="273659"/>
                </a:lnTo>
                <a:lnTo>
                  <a:pt x="414312" y="258965"/>
                </a:lnTo>
                <a:lnTo>
                  <a:pt x="423951" y="244132"/>
                </a:lnTo>
                <a:lnTo>
                  <a:pt x="423951" y="268516"/>
                </a:lnTo>
                <a:lnTo>
                  <a:pt x="831151" y="268516"/>
                </a:lnTo>
                <a:lnTo>
                  <a:pt x="831151" y="244132"/>
                </a:lnTo>
                <a:lnTo>
                  <a:pt x="831151" y="221183"/>
                </a:lnTo>
                <a:lnTo>
                  <a:pt x="831151" y="193751"/>
                </a:lnTo>
                <a:close/>
              </a:path>
              <a:path w="1685289" h="624205">
                <a:moveTo>
                  <a:pt x="1427505" y="73253"/>
                </a:moveTo>
                <a:lnTo>
                  <a:pt x="1209382" y="73253"/>
                </a:lnTo>
                <a:lnTo>
                  <a:pt x="1202550" y="54356"/>
                </a:lnTo>
                <a:lnTo>
                  <a:pt x="1195857" y="36436"/>
                </a:lnTo>
                <a:lnTo>
                  <a:pt x="1189456" y="19380"/>
                </a:lnTo>
                <a:lnTo>
                  <a:pt x="1183474" y="3048"/>
                </a:lnTo>
                <a:lnTo>
                  <a:pt x="1091946" y="25908"/>
                </a:lnTo>
                <a:lnTo>
                  <a:pt x="1110234" y="73253"/>
                </a:lnTo>
                <a:lnTo>
                  <a:pt x="876960" y="73253"/>
                </a:lnTo>
                <a:lnTo>
                  <a:pt x="876960" y="192227"/>
                </a:lnTo>
                <a:lnTo>
                  <a:pt x="960780" y="192227"/>
                </a:lnTo>
                <a:lnTo>
                  <a:pt x="960780" y="146507"/>
                </a:lnTo>
                <a:lnTo>
                  <a:pt x="1343596" y="146507"/>
                </a:lnTo>
                <a:lnTo>
                  <a:pt x="1343596" y="192227"/>
                </a:lnTo>
                <a:lnTo>
                  <a:pt x="1427505" y="192227"/>
                </a:lnTo>
                <a:lnTo>
                  <a:pt x="1427505" y="146507"/>
                </a:lnTo>
                <a:lnTo>
                  <a:pt x="1427505" y="73253"/>
                </a:lnTo>
                <a:close/>
              </a:path>
              <a:path w="1685289" h="624205">
                <a:moveTo>
                  <a:pt x="1450365" y="504926"/>
                </a:moveTo>
                <a:lnTo>
                  <a:pt x="1339430" y="507758"/>
                </a:lnTo>
                <a:lnTo>
                  <a:pt x="1290015" y="508431"/>
                </a:lnTo>
                <a:lnTo>
                  <a:pt x="1244625" y="508533"/>
                </a:lnTo>
                <a:lnTo>
                  <a:pt x="1203286" y="507974"/>
                </a:lnTo>
                <a:lnTo>
                  <a:pt x="1203286" y="503402"/>
                </a:lnTo>
                <a:lnTo>
                  <a:pt x="1203286" y="425589"/>
                </a:lnTo>
                <a:lnTo>
                  <a:pt x="1404556" y="425589"/>
                </a:lnTo>
                <a:lnTo>
                  <a:pt x="1404556" y="352437"/>
                </a:lnTo>
                <a:lnTo>
                  <a:pt x="1203286" y="352437"/>
                </a:lnTo>
                <a:lnTo>
                  <a:pt x="1203286" y="286804"/>
                </a:lnTo>
                <a:lnTo>
                  <a:pt x="1436649" y="286804"/>
                </a:lnTo>
                <a:lnTo>
                  <a:pt x="1436649" y="212039"/>
                </a:lnTo>
                <a:lnTo>
                  <a:pt x="867816" y="212039"/>
                </a:lnTo>
                <a:lnTo>
                  <a:pt x="867816" y="286804"/>
                </a:lnTo>
                <a:lnTo>
                  <a:pt x="1117854" y="286804"/>
                </a:lnTo>
                <a:lnTo>
                  <a:pt x="1117854" y="503402"/>
                </a:lnTo>
                <a:lnTo>
                  <a:pt x="1102702" y="498830"/>
                </a:lnTo>
                <a:lnTo>
                  <a:pt x="1081862" y="492544"/>
                </a:lnTo>
                <a:lnTo>
                  <a:pt x="1051737" y="473671"/>
                </a:lnTo>
                <a:lnTo>
                  <a:pt x="1027620" y="446786"/>
                </a:lnTo>
                <a:lnTo>
                  <a:pt x="1009637" y="411873"/>
                </a:lnTo>
                <a:lnTo>
                  <a:pt x="1015098" y="391007"/>
                </a:lnTo>
                <a:lnTo>
                  <a:pt x="1020114" y="369570"/>
                </a:lnTo>
                <a:lnTo>
                  <a:pt x="1024864" y="347535"/>
                </a:lnTo>
                <a:lnTo>
                  <a:pt x="1029449" y="324904"/>
                </a:lnTo>
                <a:lnTo>
                  <a:pt x="948588" y="315760"/>
                </a:lnTo>
                <a:lnTo>
                  <a:pt x="937425" y="369189"/>
                </a:lnTo>
                <a:lnTo>
                  <a:pt x="922147" y="417715"/>
                </a:lnTo>
                <a:lnTo>
                  <a:pt x="902703" y="461187"/>
                </a:lnTo>
                <a:lnTo>
                  <a:pt x="878992" y="499452"/>
                </a:lnTo>
                <a:lnTo>
                  <a:pt x="850950" y="532358"/>
                </a:lnTo>
                <a:lnTo>
                  <a:pt x="863371" y="547865"/>
                </a:lnTo>
                <a:lnTo>
                  <a:pt x="875614" y="564642"/>
                </a:lnTo>
                <a:lnTo>
                  <a:pt x="888123" y="582815"/>
                </a:lnTo>
                <a:lnTo>
                  <a:pt x="901344" y="602564"/>
                </a:lnTo>
                <a:lnTo>
                  <a:pt x="923086" y="580567"/>
                </a:lnTo>
                <a:lnTo>
                  <a:pt x="942682" y="555840"/>
                </a:lnTo>
                <a:lnTo>
                  <a:pt x="960285" y="528535"/>
                </a:lnTo>
                <a:lnTo>
                  <a:pt x="976020" y="498830"/>
                </a:lnTo>
                <a:lnTo>
                  <a:pt x="1000074" y="532257"/>
                </a:lnTo>
                <a:lnTo>
                  <a:pt x="1030973" y="556983"/>
                </a:lnTo>
                <a:lnTo>
                  <a:pt x="1068692" y="572846"/>
                </a:lnTo>
                <a:lnTo>
                  <a:pt x="1113282" y="579704"/>
                </a:lnTo>
                <a:lnTo>
                  <a:pt x="1191602" y="583704"/>
                </a:lnTo>
                <a:lnTo>
                  <a:pt x="1240294" y="585228"/>
                </a:lnTo>
                <a:lnTo>
                  <a:pt x="1356715" y="587070"/>
                </a:lnTo>
                <a:lnTo>
                  <a:pt x="1424457" y="587324"/>
                </a:lnTo>
                <a:lnTo>
                  <a:pt x="1429575" y="570153"/>
                </a:lnTo>
                <a:lnTo>
                  <a:pt x="1435696" y="550697"/>
                </a:lnTo>
                <a:lnTo>
                  <a:pt x="1449209" y="508533"/>
                </a:lnTo>
                <a:lnTo>
                  <a:pt x="1450365" y="504926"/>
                </a:lnTo>
                <a:close/>
              </a:path>
              <a:path w="1685289" h="624205">
                <a:moveTo>
                  <a:pt x="1685163" y="340144"/>
                </a:moveTo>
                <a:lnTo>
                  <a:pt x="1682115" y="286385"/>
                </a:lnTo>
                <a:lnTo>
                  <a:pt x="1672971" y="234950"/>
                </a:lnTo>
                <a:lnTo>
                  <a:pt x="1657731" y="185902"/>
                </a:lnTo>
                <a:lnTo>
                  <a:pt x="1636395" y="139268"/>
                </a:lnTo>
                <a:lnTo>
                  <a:pt x="1608963" y="95097"/>
                </a:lnTo>
                <a:lnTo>
                  <a:pt x="1575435" y="53441"/>
                </a:lnTo>
                <a:lnTo>
                  <a:pt x="1494561" y="53441"/>
                </a:lnTo>
                <a:lnTo>
                  <a:pt x="1527378" y="97675"/>
                </a:lnTo>
                <a:lnTo>
                  <a:pt x="1554124" y="143370"/>
                </a:lnTo>
                <a:lnTo>
                  <a:pt x="1574850" y="190500"/>
                </a:lnTo>
                <a:lnTo>
                  <a:pt x="1589595" y="239039"/>
                </a:lnTo>
                <a:lnTo>
                  <a:pt x="1598409" y="288925"/>
                </a:lnTo>
                <a:lnTo>
                  <a:pt x="1601343" y="340144"/>
                </a:lnTo>
                <a:lnTo>
                  <a:pt x="1598409" y="391350"/>
                </a:lnTo>
                <a:lnTo>
                  <a:pt x="1589595" y="441159"/>
                </a:lnTo>
                <a:lnTo>
                  <a:pt x="1574850" y="489445"/>
                </a:lnTo>
                <a:lnTo>
                  <a:pt x="1554124" y="536079"/>
                </a:lnTo>
                <a:lnTo>
                  <a:pt x="1527378" y="580936"/>
                </a:lnTo>
                <a:lnTo>
                  <a:pt x="1494561" y="623887"/>
                </a:lnTo>
                <a:lnTo>
                  <a:pt x="1573911" y="623887"/>
                </a:lnTo>
                <a:lnTo>
                  <a:pt x="1608074" y="583590"/>
                </a:lnTo>
                <a:lnTo>
                  <a:pt x="1635937" y="540512"/>
                </a:lnTo>
                <a:lnTo>
                  <a:pt x="1657540" y="494626"/>
                </a:lnTo>
                <a:lnTo>
                  <a:pt x="1672907" y="445947"/>
                </a:lnTo>
                <a:lnTo>
                  <a:pt x="1682102" y="394449"/>
                </a:lnTo>
                <a:lnTo>
                  <a:pt x="1685163" y="34014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300632" y="1873186"/>
            <a:ext cx="1330325" cy="438150"/>
          </a:xfrm>
          <a:custGeom>
            <a:avLst/>
            <a:gdLst/>
            <a:ahLst/>
            <a:cxnLst/>
            <a:rect l="l" t="t" r="r" b="b"/>
            <a:pathLst>
              <a:path w="1330325" h="438150">
                <a:moveTo>
                  <a:pt x="431584" y="312712"/>
                </a:moveTo>
                <a:lnTo>
                  <a:pt x="233362" y="312712"/>
                </a:lnTo>
                <a:lnTo>
                  <a:pt x="233362" y="262420"/>
                </a:lnTo>
                <a:lnTo>
                  <a:pt x="355384" y="262420"/>
                </a:lnTo>
                <a:lnTo>
                  <a:pt x="355384" y="283756"/>
                </a:lnTo>
                <a:lnTo>
                  <a:pt x="387388" y="283756"/>
                </a:lnTo>
                <a:lnTo>
                  <a:pt x="387388" y="70205"/>
                </a:lnTo>
                <a:lnTo>
                  <a:pt x="355384" y="70205"/>
                </a:lnTo>
                <a:lnTo>
                  <a:pt x="355384" y="102209"/>
                </a:lnTo>
                <a:lnTo>
                  <a:pt x="355384" y="151066"/>
                </a:lnTo>
                <a:lnTo>
                  <a:pt x="355384" y="181546"/>
                </a:lnTo>
                <a:lnTo>
                  <a:pt x="355384" y="231838"/>
                </a:lnTo>
                <a:lnTo>
                  <a:pt x="233362" y="231838"/>
                </a:lnTo>
                <a:lnTo>
                  <a:pt x="233362" y="181546"/>
                </a:lnTo>
                <a:lnTo>
                  <a:pt x="355384" y="181546"/>
                </a:lnTo>
                <a:lnTo>
                  <a:pt x="355384" y="151066"/>
                </a:lnTo>
                <a:lnTo>
                  <a:pt x="233362" y="151066"/>
                </a:lnTo>
                <a:lnTo>
                  <a:pt x="233362" y="102209"/>
                </a:lnTo>
                <a:lnTo>
                  <a:pt x="355384" y="102209"/>
                </a:lnTo>
                <a:lnTo>
                  <a:pt x="355384" y="70205"/>
                </a:lnTo>
                <a:lnTo>
                  <a:pt x="298996" y="70205"/>
                </a:lnTo>
                <a:lnTo>
                  <a:pt x="309295" y="58470"/>
                </a:lnTo>
                <a:lnTo>
                  <a:pt x="319760" y="46151"/>
                </a:lnTo>
                <a:lnTo>
                  <a:pt x="341668" y="19812"/>
                </a:lnTo>
                <a:lnTo>
                  <a:pt x="306616" y="1524"/>
                </a:lnTo>
                <a:lnTo>
                  <a:pt x="294220" y="19761"/>
                </a:lnTo>
                <a:lnTo>
                  <a:pt x="282143" y="37579"/>
                </a:lnTo>
                <a:lnTo>
                  <a:pt x="270078" y="54546"/>
                </a:lnTo>
                <a:lnTo>
                  <a:pt x="257746" y="70205"/>
                </a:lnTo>
                <a:lnTo>
                  <a:pt x="198310" y="70205"/>
                </a:lnTo>
                <a:lnTo>
                  <a:pt x="198310" y="102209"/>
                </a:lnTo>
                <a:lnTo>
                  <a:pt x="198310" y="151066"/>
                </a:lnTo>
                <a:lnTo>
                  <a:pt x="198310" y="181546"/>
                </a:lnTo>
                <a:lnTo>
                  <a:pt x="198310" y="231838"/>
                </a:lnTo>
                <a:lnTo>
                  <a:pt x="77825" y="231838"/>
                </a:lnTo>
                <a:lnTo>
                  <a:pt x="77825" y="181546"/>
                </a:lnTo>
                <a:lnTo>
                  <a:pt x="198310" y="181546"/>
                </a:lnTo>
                <a:lnTo>
                  <a:pt x="198310" y="151066"/>
                </a:lnTo>
                <a:lnTo>
                  <a:pt x="77825" y="151066"/>
                </a:lnTo>
                <a:lnTo>
                  <a:pt x="77825" y="102209"/>
                </a:lnTo>
                <a:lnTo>
                  <a:pt x="198310" y="102209"/>
                </a:lnTo>
                <a:lnTo>
                  <a:pt x="198310" y="70205"/>
                </a:lnTo>
                <a:lnTo>
                  <a:pt x="155638" y="70205"/>
                </a:lnTo>
                <a:lnTo>
                  <a:pt x="170878" y="58013"/>
                </a:lnTo>
                <a:lnTo>
                  <a:pt x="158623" y="43980"/>
                </a:lnTo>
                <a:lnTo>
                  <a:pt x="144919" y="29540"/>
                </a:lnTo>
                <a:lnTo>
                  <a:pt x="130073" y="14846"/>
                </a:lnTo>
                <a:lnTo>
                  <a:pt x="114401" y="0"/>
                </a:lnTo>
                <a:lnTo>
                  <a:pt x="90017" y="19812"/>
                </a:lnTo>
                <a:lnTo>
                  <a:pt x="101422" y="33261"/>
                </a:lnTo>
                <a:lnTo>
                  <a:pt x="112687" y="46151"/>
                </a:lnTo>
                <a:lnTo>
                  <a:pt x="123659" y="58470"/>
                </a:lnTo>
                <a:lnTo>
                  <a:pt x="134213" y="70205"/>
                </a:lnTo>
                <a:lnTo>
                  <a:pt x="44297" y="70205"/>
                </a:lnTo>
                <a:lnTo>
                  <a:pt x="44297" y="283756"/>
                </a:lnTo>
                <a:lnTo>
                  <a:pt x="77825" y="283756"/>
                </a:lnTo>
                <a:lnTo>
                  <a:pt x="77825" y="262420"/>
                </a:lnTo>
                <a:lnTo>
                  <a:pt x="198310" y="262420"/>
                </a:lnTo>
                <a:lnTo>
                  <a:pt x="198310" y="312712"/>
                </a:lnTo>
                <a:lnTo>
                  <a:pt x="0" y="312712"/>
                </a:lnTo>
                <a:lnTo>
                  <a:pt x="0" y="343192"/>
                </a:lnTo>
                <a:lnTo>
                  <a:pt x="198310" y="343192"/>
                </a:lnTo>
                <a:lnTo>
                  <a:pt x="198310" y="436257"/>
                </a:lnTo>
                <a:lnTo>
                  <a:pt x="233362" y="436257"/>
                </a:lnTo>
                <a:lnTo>
                  <a:pt x="233362" y="343192"/>
                </a:lnTo>
                <a:lnTo>
                  <a:pt x="431584" y="343192"/>
                </a:lnTo>
                <a:lnTo>
                  <a:pt x="431584" y="312712"/>
                </a:lnTo>
                <a:close/>
              </a:path>
              <a:path w="1330325" h="438150">
                <a:moveTo>
                  <a:pt x="561213" y="94589"/>
                </a:moveTo>
                <a:lnTo>
                  <a:pt x="542899" y="67970"/>
                </a:lnTo>
                <a:lnTo>
                  <a:pt x="526732" y="45199"/>
                </a:lnTo>
                <a:lnTo>
                  <a:pt x="512559" y="26149"/>
                </a:lnTo>
                <a:lnTo>
                  <a:pt x="500253" y="10668"/>
                </a:lnTo>
                <a:lnTo>
                  <a:pt x="472821" y="30480"/>
                </a:lnTo>
                <a:lnTo>
                  <a:pt x="484873" y="47091"/>
                </a:lnTo>
                <a:lnTo>
                  <a:pt x="498348" y="66954"/>
                </a:lnTo>
                <a:lnTo>
                  <a:pt x="530733" y="115925"/>
                </a:lnTo>
                <a:lnTo>
                  <a:pt x="561213" y="94589"/>
                </a:lnTo>
                <a:close/>
              </a:path>
              <a:path w="1330325" h="438150">
                <a:moveTo>
                  <a:pt x="878497" y="183070"/>
                </a:moveTo>
                <a:lnTo>
                  <a:pt x="742759" y="183070"/>
                </a:lnTo>
                <a:lnTo>
                  <a:pt x="742759" y="109829"/>
                </a:lnTo>
                <a:lnTo>
                  <a:pt x="857161" y="109829"/>
                </a:lnTo>
                <a:lnTo>
                  <a:pt x="857161" y="79349"/>
                </a:lnTo>
                <a:lnTo>
                  <a:pt x="742759" y="79349"/>
                </a:lnTo>
                <a:lnTo>
                  <a:pt x="742759" y="3048"/>
                </a:lnTo>
                <a:lnTo>
                  <a:pt x="707618" y="3048"/>
                </a:lnTo>
                <a:lnTo>
                  <a:pt x="707618" y="79349"/>
                </a:lnTo>
                <a:lnTo>
                  <a:pt x="645134" y="79349"/>
                </a:lnTo>
                <a:lnTo>
                  <a:pt x="649465" y="67398"/>
                </a:lnTo>
                <a:lnTo>
                  <a:pt x="653516" y="54571"/>
                </a:lnTo>
                <a:lnTo>
                  <a:pt x="657555" y="41160"/>
                </a:lnTo>
                <a:lnTo>
                  <a:pt x="661898" y="27432"/>
                </a:lnTo>
                <a:lnTo>
                  <a:pt x="626846" y="19812"/>
                </a:lnTo>
                <a:lnTo>
                  <a:pt x="617702" y="55829"/>
                </a:lnTo>
                <a:lnTo>
                  <a:pt x="606272" y="90398"/>
                </a:lnTo>
                <a:lnTo>
                  <a:pt x="592556" y="123253"/>
                </a:lnTo>
                <a:lnTo>
                  <a:pt x="576554" y="154114"/>
                </a:lnTo>
                <a:lnTo>
                  <a:pt x="585381" y="157784"/>
                </a:lnTo>
                <a:lnTo>
                  <a:pt x="593509" y="161734"/>
                </a:lnTo>
                <a:lnTo>
                  <a:pt x="600760" y="165696"/>
                </a:lnTo>
                <a:lnTo>
                  <a:pt x="607034" y="169354"/>
                </a:lnTo>
                <a:lnTo>
                  <a:pt x="613892" y="156197"/>
                </a:lnTo>
                <a:lnTo>
                  <a:pt x="620750" y="141884"/>
                </a:lnTo>
                <a:lnTo>
                  <a:pt x="627608" y="126415"/>
                </a:lnTo>
                <a:lnTo>
                  <a:pt x="634466" y="109829"/>
                </a:lnTo>
                <a:lnTo>
                  <a:pt x="707618" y="109829"/>
                </a:lnTo>
                <a:lnTo>
                  <a:pt x="707618" y="183070"/>
                </a:lnTo>
                <a:lnTo>
                  <a:pt x="562737" y="183070"/>
                </a:lnTo>
                <a:lnTo>
                  <a:pt x="562737" y="213563"/>
                </a:lnTo>
                <a:lnTo>
                  <a:pt x="648182" y="213563"/>
                </a:lnTo>
                <a:lnTo>
                  <a:pt x="648157" y="224180"/>
                </a:lnTo>
                <a:lnTo>
                  <a:pt x="640702" y="276669"/>
                </a:lnTo>
                <a:lnTo>
                  <a:pt x="600748" y="322427"/>
                </a:lnTo>
                <a:lnTo>
                  <a:pt x="567309" y="340144"/>
                </a:lnTo>
                <a:lnTo>
                  <a:pt x="573049" y="348780"/>
                </a:lnTo>
                <a:lnTo>
                  <a:pt x="578637" y="356577"/>
                </a:lnTo>
                <a:lnTo>
                  <a:pt x="583907" y="363804"/>
                </a:lnTo>
                <a:lnTo>
                  <a:pt x="588746" y="370725"/>
                </a:lnTo>
                <a:lnTo>
                  <a:pt x="627888" y="347751"/>
                </a:lnTo>
                <a:lnTo>
                  <a:pt x="656183" y="319951"/>
                </a:lnTo>
                <a:lnTo>
                  <a:pt x="680186" y="248615"/>
                </a:lnTo>
                <a:lnTo>
                  <a:pt x="681710" y="213563"/>
                </a:lnTo>
                <a:lnTo>
                  <a:pt x="741235" y="213563"/>
                </a:lnTo>
                <a:lnTo>
                  <a:pt x="741235" y="311188"/>
                </a:lnTo>
                <a:lnTo>
                  <a:pt x="744093" y="332320"/>
                </a:lnTo>
                <a:lnTo>
                  <a:pt x="752665" y="347624"/>
                </a:lnTo>
                <a:lnTo>
                  <a:pt x="766953" y="356920"/>
                </a:lnTo>
                <a:lnTo>
                  <a:pt x="786955" y="360057"/>
                </a:lnTo>
                <a:lnTo>
                  <a:pt x="818959" y="360057"/>
                </a:lnTo>
                <a:lnTo>
                  <a:pt x="863612" y="338112"/>
                </a:lnTo>
                <a:lnTo>
                  <a:pt x="870699" y="309664"/>
                </a:lnTo>
                <a:lnTo>
                  <a:pt x="872401" y="297472"/>
                </a:lnTo>
                <a:lnTo>
                  <a:pt x="874064" y="284327"/>
                </a:lnTo>
                <a:lnTo>
                  <a:pt x="875449" y="270040"/>
                </a:lnTo>
                <a:lnTo>
                  <a:pt x="843343" y="257848"/>
                </a:lnTo>
                <a:lnTo>
                  <a:pt x="842175" y="273875"/>
                </a:lnTo>
                <a:lnTo>
                  <a:pt x="840867" y="287756"/>
                </a:lnTo>
                <a:lnTo>
                  <a:pt x="830389" y="325475"/>
                </a:lnTo>
                <a:lnTo>
                  <a:pt x="814387" y="331000"/>
                </a:lnTo>
                <a:lnTo>
                  <a:pt x="793051" y="331000"/>
                </a:lnTo>
                <a:lnTo>
                  <a:pt x="785050" y="329336"/>
                </a:lnTo>
                <a:lnTo>
                  <a:pt x="779335" y="324523"/>
                </a:lnTo>
                <a:lnTo>
                  <a:pt x="775906" y="316852"/>
                </a:lnTo>
                <a:lnTo>
                  <a:pt x="774763" y="306616"/>
                </a:lnTo>
                <a:lnTo>
                  <a:pt x="774763" y="213563"/>
                </a:lnTo>
                <a:lnTo>
                  <a:pt x="878497" y="213563"/>
                </a:lnTo>
                <a:lnTo>
                  <a:pt x="878497" y="183070"/>
                </a:lnTo>
                <a:close/>
              </a:path>
              <a:path w="1330325" h="438150">
                <a:moveTo>
                  <a:pt x="881545" y="387489"/>
                </a:moveTo>
                <a:lnTo>
                  <a:pt x="719899" y="390537"/>
                </a:lnTo>
                <a:lnTo>
                  <a:pt x="628370" y="390537"/>
                </a:lnTo>
                <a:lnTo>
                  <a:pt x="572122" y="378714"/>
                </a:lnTo>
                <a:lnTo>
                  <a:pt x="535305" y="346240"/>
                </a:lnTo>
                <a:lnTo>
                  <a:pt x="535305" y="158686"/>
                </a:lnTo>
                <a:lnTo>
                  <a:pt x="449961" y="158686"/>
                </a:lnTo>
                <a:lnTo>
                  <a:pt x="449961" y="190703"/>
                </a:lnTo>
                <a:lnTo>
                  <a:pt x="501777" y="190703"/>
                </a:lnTo>
                <a:lnTo>
                  <a:pt x="501777" y="338620"/>
                </a:lnTo>
                <a:lnTo>
                  <a:pt x="491464" y="348043"/>
                </a:lnTo>
                <a:lnTo>
                  <a:pt x="445389" y="392061"/>
                </a:lnTo>
                <a:lnTo>
                  <a:pt x="463677" y="428637"/>
                </a:lnTo>
                <a:lnTo>
                  <a:pt x="479704" y="408838"/>
                </a:lnTo>
                <a:lnTo>
                  <a:pt x="493585" y="392633"/>
                </a:lnTo>
                <a:lnTo>
                  <a:pt x="505472" y="379552"/>
                </a:lnTo>
                <a:lnTo>
                  <a:pt x="515493" y="369201"/>
                </a:lnTo>
                <a:lnTo>
                  <a:pt x="533514" y="391464"/>
                </a:lnTo>
                <a:lnTo>
                  <a:pt x="557834" y="407873"/>
                </a:lnTo>
                <a:lnTo>
                  <a:pt x="588441" y="418274"/>
                </a:lnTo>
                <a:lnTo>
                  <a:pt x="625322" y="422541"/>
                </a:lnTo>
                <a:lnTo>
                  <a:pt x="716851" y="424065"/>
                </a:lnTo>
                <a:lnTo>
                  <a:pt x="869353" y="422541"/>
                </a:lnTo>
                <a:lnTo>
                  <a:pt x="872756" y="412559"/>
                </a:lnTo>
                <a:lnTo>
                  <a:pt x="878992" y="394893"/>
                </a:lnTo>
                <a:lnTo>
                  <a:pt x="880491" y="390537"/>
                </a:lnTo>
                <a:lnTo>
                  <a:pt x="881545" y="387489"/>
                </a:lnTo>
                <a:close/>
              </a:path>
              <a:path w="1330325" h="438150">
                <a:moveTo>
                  <a:pt x="1079754" y="22860"/>
                </a:moveTo>
                <a:lnTo>
                  <a:pt x="1050798" y="22860"/>
                </a:lnTo>
                <a:lnTo>
                  <a:pt x="1050798" y="48869"/>
                </a:lnTo>
                <a:lnTo>
                  <a:pt x="1050798" y="86969"/>
                </a:lnTo>
                <a:lnTo>
                  <a:pt x="1050798" y="112877"/>
                </a:lnTo>
                <a:lnTo>
                  <a:pt x="1050798" y="151066"/>
                </a:lnTo>
                <a:lnTo>
                  <a:pt x="954697" y="151066"/>
                </a:lnTo>
                <a:lnTo>
                  <a:pt x="954697" y="112877"/>
                </a:lnTo>
                <a:lnTo>
                  <a:pt x="1050798" y="112877"/>
                </a:lnTo>
                <a:lnTo>
                  <a:pt x="1050798" y="86969"/>
                </a:lnTo>
                <a:lnTo>
                  <a:pt x="954697" y="86969"/>
                </a:lnTo>
                <a:lnTo>
                  <a:pt x="954697" y="48869"/>
                </a:lnTo>
                <a:lnTo>
                  <a:pt x="1050798" y="48869"/>
                </a:lnTo>
                <a:lnTo>
                  <a:pt x="1050798" y="22860"/>
                </a:lnTo>
                <a:lnTo>
                  <a:pt x="925741" y="22860"/>
                </a:lnTo>
                <a:lnTo>
                  <a:pt x="925741" y="190690"/>
                </a:lnTo>
                <a:lnTo>
                  <a:pt x="954697" y="190690"/>
                </a:lnTo>
                <a:lnTo>
                  <a:pt x="954697" y="178498"/>
                </a:lnTo>
                <a:lnTo>
                  <a:pt x="1050798" y="178498"/>
                </a:lnTo>
                <a:lnTo>
                  <a:pt x="1050798" y="190690"/>
                </a:lnTo>
                <a:lnTo>
                  <a:pt x="1079754" y="190690"/>
                </a:lnTo>
                <a:lnTo>
                  <a:pt x="1079754" y="178498"/>
                </a:lnTo>
                <a:lnTo>
                  <a:pt x="1079754" y="151066"/>
                </a:lnTo>
                <a:lnTo>
                  <a:pt x="1079754" y="112877"/>
                </a:lnTo>
                <a:lnTo>
                  <a:pt x="1079754" y="86969"/>
                </a:lnTo>
                <a:lnTo>
                  <a:pt x="1079754" y="48869"/>
                </a:lnTo>
                <a:lnTo>
                  <a:pt x="1079754" y="22860"/>
                </a:lnTo>
                <a:close/>
              </a:path>
              <a:path w="1330325" h="438150">
                <a:moveTo>
                  <a:pt x="1313116" y="355473"/>
                </a:moveTo>
                <a:lnTo>
                  <a:pt x="1294841" y="340512"/>
                </a:lnTo>
                <a:lnTo>
                  <a:pt x="1272108" y="323011"/>
                </a:lnTo>
                <a:lnTo>
                  <a:pt x="1252385" y="308140"/>
                </a:lnTo>
                <a:lnTo>
                  <a:pt x="1213967" y="279184"/>
                </a:lnTo>
                <a:lnTo>
                  <a:pt x="1217079" y="263448"/>
                </a:lnTo>
                <a:lnTo>
                  <a:pt x="1219492" y="245986"/>
                </a:lnTo>
                <a:lnTo>
                  <a:pt x="1221028" y="226809"/>
                </a:lnTo>
                <a:lnTo>
                  <a:pt x="1221587" y="205930"/>
                </a:lnTo>
                <a:lnTo>
                  <a:pt x="1221587" y="151066"/>
                </a:lnTo>
                <a:lnTo>
                  <a:pt x="1192631" y="151066"/>
                </a:lnTo>
                <a:lnTo>
                  <a:pt x="1192555" y="205930"/>
                </a:lnTo>
                <a:lnTo>
                  <a:pt x="1191196" y="235546"/>
                </a:lnTo>
                <a:lnTo>
                  <a:pt x="1179766" y="285292"/>
                </a:lnTo>
                <a:lnTo>
                  <a:pt x="1155788" y="319862"/>
                </a:lnTo>
                <a:lnTo>
                  <a:pt x="1112926" y="347332"/>
                </a:lnTo>
                <a:lnTo>
                  <a:pt x="1084326" y="358521"/>
                </a:lnTo>
                <a:lnTo>
                  <a:pt x="1090917" y="364502"/>
                </a:lnTo>
                <a:lnTo>
                  <a:pt x="1097089" y="370903"/>
                </a:lnTo>
                <a:lnTo>
                  <a:pt x="1102969" y="377596"/>
                </a:lnTo>
                <a:lnTo>
                  <a:pt x="1108710" y="384429"/>
                </a:lnTo>
                <a:lnTo>
                  <a:pt x="1137577" y="370725"/>
                </a:lnTo>
                <a:lnTo>
                  <a:pt x="1162138" y="354863"/>
                </a:lnTo>
                <a:lnTo>
                  <a:pt x="1182103" y="336994"/>
                </a:lnTo>
                <a:lnTo>
                  <a:pt x="1197203" y="317284"/>
                </a:lnTo>
                <a:lnTo>
                  <a:pt x="1198727" y="314236"/>
                </a:lnTo>
                <a:lnTo>
                  <a:pt x="1201775" y="311188"/>
                </a:lnTo>
                <a:lnTo>
                  <a:pt x="1250010" y="345147"/>
                </a:lnTo>
                <a:lnTo>
                  <a:pt x="1288732" y="379857"/>
                </a:lnTo>
                <a:lnTo>
                  <a:pt x="1313116" y="355473"/>
                </a:lnTo>
                <a:close/>
              </a:path>
              <a:path w="1330325" h="438150">
                <a:moveTo>
                  <a:pt x="1320736" y="25908"/>
                </a:moveTo>
                <a:lnTo>
                  <a:pt x="1101090" y="25908"/>
                </a:lnTo>
                <a:lnTo>
                  <a:pt x="1101090" y="54965"/>
                </a:lnTo>
                <a:lnTo>
                  <a:pt x="1188059" y="54965"/>
                </a:lnTo>
                <a:lnTo>
                  <a:pt x="1186649" y="66662"/>
                </a:lnTo>
                <a:lnTo>
                  <a:pt x="1184821" y="78778"/>
                </a:lnTo>
                <a:lnTo>
                  <a:pt x="1182700" y="91186"/>
                </a:lnTo>
                <a:lnTo>
                  <a:pt x="1180439" y="103733"/>
                </a:lnTo>
                <a:lnTo>
                  <a:pt x="1117854" y="103733"/>
                </a:lnTo>
                <a:lnTo>
                  <a:pt x="1117854" y="289852"/>
                </a:lnTo>
                <a:lnTo>
                  <a:pt x="1146911" y="289852"/>
                </a:lnTo>
                <a:lnTo>
                  <a:pt x="1146911" y="132689"/>
                </a:lnTo>
                <a:lnTo>
                  <a:pt x="1268920" y="132689"/>
                </a:lnTo>
                <a:lnTo>
                  <a:pt x="1268920" y="289852"/>
                </a:lnTo>
                <a:lnTo>
                  <a:pt x="1297876" y="289852"/>
                </a:lnTo>
                <a:lnTo>
                  <a:pt x="1297876" y="132689"/>
                </a:lnTo>
                <a:lnTo>
                  <a:pt x="1297876" y="103733"/>
                </a:lnTo>
                <a:lnTo>
                  <a:pt x="1212443" y="103733"/>
                </a:lnTo>
                <a:lnTo>
                  <a:pt x="1214704" y="92036"/>
                </a:lnTo>
                <a:lnTo>
                  <a:pt x="1216825" y="79921"/>
                </a:lnTo>
                <a:lnTo>
                  <a:pt x="1218653" y="67513"/>
                </a:lnTo>
                <a:lnTo>
                  <a:pt x="1220063" y="54965"/>
                </a:lnTo>
                <a:lnTo>
                  <a:pt x="1320736" y="54965"/>
                </a:lnTo>
                <a:lnTo>
                  <a:pt x="1320736" y="25908"/>
                </a:lnTo>
                <a:close/>
              </a:path>
              <a:path w="1330325" h="438150">
                <a:moveTo>
                  <a:pt x="1329880" y="387477"/>
                </a:moveTo>
                <a:lnTo>
                  <a:pt x="1269111" y="389851"/>
                </a:lnTo>
                <a:lnTo>
                  <a:pt x="1214945" y="391414"/>
                </a:lnTo>
                <a:lnTo>
                  <a:pt x="1181112" y="391896"/>
                </a:lnTo>
                <a:lnTo>
                  <a:pt x="1126375" y="391820"/>
                </a:lnTo>
                <a:lnTo>
                  <a:pt x="1073962" y="388810"/>
                </a:lnTo>
                <a:lnTo>
                  <a:pt x="1024890" y="376809"/>
                </a:lnTo>
                <a:lnTo>
                  <a:pt x="1024890" y="361569"/>
                </a:lnTo>
                <a:lnTo>
                  <a:pt x="1024890" y="317284"/>
                </a:lnTo>
                <a:lnTo>
                  <a:pt x="1096518" y="317284"/>
                </a:lnTo>
                <a:lnTo>
                  <a:pt x="1096518" y="288328"/>
                </a:lnTo>
                <a:lnTo>
                  <a:pt x="1024890" y="288328"/>
                </a:lnTo>
                <a:lnTo>
                  <a:pt x="1024890" y="240982"/>
                </a:lnTo>
                <a:lnTo>
                  <a:pt x="1101090" y="240982"/>
                </a:lnTo>
                <a:lnTo>
                  <a:pt x="1101090" y="213550"/>
                </a:lnTo>
                <a:lnTo>
                  <a:pt x="898309" y="213550"/>
                </a:lnTo>
                <a:lnTo>
                  <a:pt x="898309" y="240982"/>
                </a:lnTo>
                <a:lnTo>
                  <a:pt x="995934" y="240982"/>
                </a:lnTo>
                <a:lnTo>
                  <a:pt x="995934" y="361569"/>
                </a:lnTo>
                <a:lnTo>
                  <a:pt x="963269" y="328256"/>
                </a:lnTo>
                <a:lnTo>
                  <a:pt x="954697" y="314236"/>
                </a:lnTo>
                <a:lnTo>
                  <a:pt x="956691" y="301637"/>
                </a:lnTo>
                <a:lnTo>
                  <a:pt x="958126" y="288899"/>
                </a:lnTo>
                <a:lnTo>
                  <a:pt x="958977" y="275869"/>
                </a:lnTo>
                <a:lnTo>
                  <a:pt x="959269" y="262420"/>
                </a:lnTo>
                <a:lnTo>
                  <a:pt x="928789" y="262420"/>
                </a:lnTo>
                <a:lnTo>
                  <a:pt x="925906" y="305041"/>
                </a:lnTo>
                <a:lnTo>
                  <a:pt x="919454" y="341528"/>
                </a:lnTo>
                <a:lnTo>
                  <a:pt x="909281" y="372008"/>
                </a:lnTo>
                <a:lnTo>
                  <a:pt x="895261" y="396621"/>
                </a:lnTo>
                <a:lnTo>
                  <a:pt x="900036" y="406920"/>
                </a:lnTo>
                <a:lnTo>
                  <a:pt x="904976" y="417207"/>
                </a:lnTo>
                <a:lnTo>
                  <a:pt x="909612" y="427494"/>
                </a:lnTo>
                <a:lnTo>
                  <a:pt x="913549" y="437781"/>
                </a:lnTo>
                <a:lnTo>
                  <a:pt x="924382" y="418655"/>
                </a:lnTo>
                <a:lnTo>
                  <a:pt x="933932" y="397954"/>
                </a:lnTo>
                <a:lnTo>
                  <a:pt x="942047" y="375793"/>
                </a:lnTo>
                <a:lnTo>
                  <a:pt x="948601" y="352336"/>
                </a:lnTo>
                <a:lnTo>
                  <a:pt x="974852" y="381533"/>
                </a:lnTo>
                <a:lnTo>
                  <a:pt x="1007694" y="402717"/>
                </a:lnTo>
                <a:lnTo>
                  <a:pt x="1046835" y="415861"/>
                </a:lnTo>
                <a:lnTo>
                  <a:pt x="1091946" y="421017"/>
                </a:lnTo>
                <a:lnTo>
                  <a:pt x="1131963" y="422960"/>
                </a:lnTo>
                <a:lnTo>
                  <a:pt x="1183106" y="424065"/>
                </a:lnTo>
                <a:lnTo>
                  <a:pt x="1245095" y="424014"/>
                </a:lnTo>
                <a:lnTo>
                  <a:pt x="1317688" y="422541"/>
                </a:lnTo>
                <a:lnTo>
                  <a:pt x="1321739" y="412559"/>
                </a:lnTo>
                <a:lnTo>
                  <a:pt x="1324927" y="403301"/>
                </a:lnTo>
                <a:lnTo>
                  <a:pt x="1328432" y="392087"/>
                </a:lnTo>
                <a:lnTo>
                  <a:pt x="1329880" y="3874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305204" y="2521457"/>
            <a:ext cx="1325880" cy="436880"/>
          </a:xfrm>
          <a:custGeom>
            <a:avLst/>
            <a:gdLst/>
            <a:ahLst/>
            <a:cxnLst/>
            <a:rect l="l" t="t" r="r" b="b"/>
            <a:pathLst>
              <a:path w="1325880" h="436880">
                <a:moveTo>
                  <a:pt x="385864" y="45821"/>
                </a:moveTo>
                <a:lnTo>
                  <a:pt x="180022" y="45821"/>
                </a:lnTo>
                <a:lnTo>
                  <a:pt x="191452" y="35242"/>
                </a:lnTo>
                <a:lnTo>
                  <a:pt x="202882" y="24091"/>
                </a:lnTo>
                <a:lnTo>
                  <a:pt x="214312" y="12344"/>
                </a:lnTo>
                <a:lnTo>
                  <a:pt x="225742" y="0"/>
                </a:lnTo>
                <a:lnTo>
                  <a:pt x="181546" y="0"/>
                </a:lnTo>
                <a:lnTo>
                  <a:pt x="145199" y="34137"/>
                </a:lnTo>
                <a:lnTo>
                  <a:pt x="104876" y="65824"/>
                </a:lnTo>
                <a:lnTo>
                  <a:pt x="60617" y="95491"/>
                </a:lnTo>
                <a:lnTo>
                  <a:pt x="12280" y="123634"/>
                </a:lnTo>
                <a:lnTo>
                  <a:pt x="19735" y="130492"/>
                </a:lnTo>
                <a:lnTo>
                  <a:pt x="26187" y="137350"/>
                </a:lnTo>
                <a:lnTo>
                  <a:pt x="31788" y="144208"/>
                </a:lnTo>
                <a:lnTo>
                  <a:pt x="36664" y="151066"/>
                </a:lnTo>
                <a:lnTo>
                  <a:pt x="67297" y="132740"/>
                </a:lnTo>
                <a:lnTo>
                  <a:pt x="95338" y="114261"/>
                </a:lnTo>
                <a:lnTo>
                  <a:pt x="121081" y="95504"/>
                </a:lnTo>
                <a:lnTo>
                  <a:pt x="144868" y="76301"/>
                </a:lnTo>
                <a:lnTo>
                  <a:pt x="334048" y="76301"/>
                </a:lnTo>
                <a:lnTo>
                  <a:pt x="302260" y="98602"/>
                </a:lnTo>
                <a:lnTo>
                  <a:pt x="268465" y="119786"/>
                </a:lnTo>
                <a:lnTo>
                  <a:pt x="232371" y="139814"/>
                </a:lnTo>
                <a:lnTo>
                  <a:pt x="193738" y="158686"/>
                </a:lnTo>
                <a:lnTo>
                  <a:pt x="182257" y="146354"/>
                </a:lnTo>
                <a:lnTo>
                  <a:pt x="170484" y="134302"/>
                </a:lnTo>
                <a:lnTo>
                  <a:pt x="158127" y="122224"/>
                </a:lnTo>
                <a:lnTo>
                  <a:pt x="144868" y="109829"/>
                </a:lnTo>
                <a:lnTo>
                  <a:pt x="120484" y="128206"/>
                </a:lnTo>
                <a:lnTo>
                  <a:pt x="133388" y="141122"/>
                </a:lnTo>
                <a:lnTo>
                  <a:pt x="144729" y="152590"/>
                </a:lnTo>
                <a:lnTo>
                  <a:pt x="154647" y="162928"/>
                </a:lnTo>
                <a:lnTo>
                  <a:pt x="163258" y="172402"/>
                </a:lnTo>
                <a:lnTo>
                  <a:pt x="125717" y="186956"/>
                </a:lnTo>
                <a:lnTo>
                  <a:pt x="86194" y="200799"/>
                </a:lnTo>
                <a:lnTo>
                  <a:pt x="44399" y="213817"/>
                </a:lnTo>
                <a:lnTo>
                  <a:pt x="0" y="225844"/>
                </a:lnTo>
                <a:lnTo>
                  <a:pt x="5473" y="232752"/>
                </a:lnTo>
                <a:lnTo>
                  <a:pt x="10528" y="239941"/>
                </a:lnTo>
                <a:lnTo>
                  <a:pt x="15290" y="247700"/>
                </a:lnTo>
                <a:lnTo>
                  <a:pt x="19900" y="256324"/>
                </a:lnTo>
                <a:lnTo>
                  <a:pt x="73164" y="240436"/>
                </a:lnTo>
                <a:lnTo>
                  <a:pt x="124256" y="222567"/>
                </a:lnTo>
                <a:lnTo>
                  <a:pt x="173215" y="202755"/>
                </a:lnTo>
                <a:lnTo>
                  <a:pt x="220027" y="180987"/>
                </a:lnTo>
                <a:lnTo>
                  <a:pt x="262039" y="158686"/>
                </a:lnTo>
                <a:lnTo>
                  <a:pt x="264693" y="157289"/>
                </a:lnTo>
                <a:lnTo>
                  <a:pt x="307225" y="131673"/>
                </a:lnTo>
                <a:lnTo>
                  <a:pt x="347611" y="104165"/>
                </a:lnTo>
                <a:lnTo>
                  <a:pt x="383870" y="76301"/>
                </a:lnTo>
                <a:lnTo>
                  <a:pt x="385864" y="74777"/>
                </a:lnTo>
                <a:lnTo>
                  <a:pt x="385864" y="45821"/>
                </a:lnTo>
                <a:close/>
              </a:path>
              <a:path w="1325880" h="436880">
                <a:moveTo>
                  <a:pt x="408724" y="213563"/>
                </a:moveTo>
                <a:lnTo>
                  <a:pt x="248602" y="213563"/>
                </a:lnTo>
                <a:lnTo>
                  <a:pt x="259765" y="205054"/>
                </a:lnTo>
                <a:lnTo>
                  <a:pt x="270522" y="195846"/>
                </a:lnTo>
                <a:lnTo>
                  <a:pt x="291376" y="176974"/>
                </a:lnTo>
                <a:lnTo>
                  <a:pt x="247078" y="176974"/>
                </a:lnTo>
                <a:lnTo>
                  <a:pt x="206832" y="208661"/>
                </a:lnTo>
                <a:lnTo>
                  <a:pt x="164744" y="237769"/>
                </a:lnTo>
                <a:lnTo>
                  <a:pt x="120827" y="264299"/>
                </a:lnTo>
                <a:lnTo>
                  <a:pt x="75082" y="288264"/>
                </a:lnTo>
                <a:lnTo>
                  <a:pt x="27520" y="309664"/>
                </a:lnTo>
                <a:lnTo>
                  <a:pt x="33858" y="317627"/>
                </a:lnTo>
                <a:lnTo>
                  <a:pt x="39331" y="325335"/>
                </a:lnTo>
                <a:lnTo>
                  <a:pt x="44246" y="332460"/>
                </a:lnTo>
                <a:lnTo>
                  <a:pt x="48856" y="338721"/>
                </a:lnTo>
                <a:lnTo>
                  <a:pt x="90830" y="319176"/>
                </a:lnTo>
                <a:lnTo>
                  <a:pt x="131965" y="297103"/>
                </a:lnTo>
                <a:lnTo>
                  <a:pt x="171958" y="272186"/>
                </a:lnTo>
                <a:lnTo>
                  <a:pt x="210502" y="244132"/>
                </a:lnTo>
                <a:lnTo>
                  <a:pt x="361480" y="244132"/>
                </a:lnTo>
                <a:lnTo>
                  <a:pt x="333768" y="270446"/>
                </a:lnTo>
                <a:lnTo>
                  <a:pt x="303326" y="294627"/>
                </a:lnTo>
                <a:lnTo>
                  <a:pt x="270306" y="316826"/>
                </a:lnTo>
                <a:lnTo>
                  <a:pt x="234886" y="337197"/>
                </a:lnTo>
                <a:lnTo>
                  <a:pt x="225450" y="325678"/>
                </a:lnTo>
                <a:lnTo>
                  <a:pt x="215455" y="314058"/>
                </a:lnTo>
                <a:lnTo>
                  <a:pt x="204876" y="302158"/>
                </a:lnTo>
                <a:lnTo>
                  <a:pt x="193738" y="289852"/>
                </a:lnTo>
                <a:lnTo>
                  <a:pt x="167830" y="309664"/>
                </a:lnTo>
                <a:lnTo>
                  <a:pt x="178689" y="321678"/>
                </a:lnTo>
                <a:lnTo>
                  <a:pt x="188302" y="332460"/>
                </a:lnTo>
                <a:lnTo>
                  <a:pt x="196977" y="342315"/>
                </a:lnTo>
                <a:lnTo>
                  <a:pt x="204406" y="350913"/>
                </a:lnTo>
                <a:lnTo>
                  <a:pt x="160629" y="367792"/>
                </a:lnTo>
                <a:lnTo>
                  <a:pt x="114020" y="381965"/>
                </a:lnTo>
                <a:lnTo>
                  <a:pt x="64579" y="393560"/>
                </a:lnTo>
                <a:lnTo>
                  <a:pt x="12280" y="402729"/>
                </a:lnTo>
                <a:lnTo>
                  <a:pt x="17957" y="410959"/>
                </a:lnTo>
                <a:lnTo>
                  <a:pt x="23329" y="419493"/>
                </a:lnTo>
                <a:lnTo>
                  <a:pt x="28143" y="428053"/>
                </a:lnTo>
                <a:lnTo>
                  <a:pt x="32092" y="436346"/>
                </a:lnTo>
                <a:lnTo>
                  <a:pt x="83273" y="426326"/>
                </a:lnTo>
                <a:lnTo>
                  <a:pt x="132080" y="413575"/>
                </a:lnTo>
                <a:lnTo>
                  <a:pt x="178549" y="398068"/>
                </a:lnTo>
                <a:lnTo>
                  <a:pt x="222681" y="379768"/>
                </a:lnTo>
                <a:lnTo>
                  <a:pt x="264490" y="358673"/>
                </a:lnTo>
                <a:lnTo>
                  <a:pt x="299935" y="337197"/>
                </a:lnTo>
                <a:lnTo>
                  <a:pt x="341185" y="307936"/>
                </a:lnTo>
                <a:lnTo>
                  <a:pt x="376085" y="278257"/>
                </a:lnTo>
                <a:lnTo>
                  <a:pt x="408724" y="245656"/>
                </a:lnTo>
                <a:lnTo>
                  <a:pt x="408724" y="244132"/>
                </a:lnTo>
                <a:lnTo>
                  <a:pt x="408724" y="213563"/>
                </a:lnTo>
                <a:close/>
              </a:path>
              <a:path w="1325880" h="436880">
                <a:moveTo>
                  <a:pt x="556641" y="91541"/>
                </a:moveTo>
                <a:lnTo>
                  <a:pt x="538327" y="64947"/>
                </a:lnTo>
                <a:lnTo>
                  <a:pt x="522160" y="42189"/>
                </a:lnTo>
                <a:lnTo>
                  <a:pt x="507987" y="23139"/>
                </a:lnTo>
                <a:lnTo>
                  <a:pt x="495681" y="7620"/>
                </a:lnTo>
                <a:lnTo>
                  <a:pt x="468249" y="27533"/>
                </a:lnTo>
                <a:lnTo>
                  <a:pt x="480301" y="44081"/>
                </a:lnTo>
                <a:lnTo>
                  <a:pt x="493776" y="63919"/>
                </a:lnTo>
                <a:lnTo>
                  <a:pt x="526161" y="112877"/>
                </a:lnTo>
                <a:lnTo>
                  <a:pt x="556641" y="91541"/>
                </a:lnTo>
                <a:close/>
              </a:path>
              <a:path w="1325880" h="436880">
                <a:moveTo>
                  <a:pt x="873925" y="180022"/>
                </a:moveTo>
                <a:lnTo>
                  <a:pt x="738187" y="180022"/>
                </a:lnTo>
                <a:lnTo>
                  <a:pt x="738187" y="106781"/>
                </a:lnTo>
                <a:lnTo>
                  <a:pt x="852589" y="106781"/>
                </a:lnTo>
                <a:lnTo>
                  <a:pt x="852589" y="76301"/>
                </a:lnTo>
                <a:lnTo>
                  <a:pt x="738187" y="76301"/>
                </a:lnTo>
                <a:lnTo>
                  <a:pt x="738187" y="0"/>
                </a:lnTo>
                <a:lnTo>
                  <a:pt x="703046" y="0"/>
                </a:lnTo>
                <a:lnTo>
                  <a:pt x="703046" y="76301"/>
                </a:lnTo>
                <a:lnTo>
                  <a:pt x="640562" y="76301"/>
                </a:lnTo>
                <a:lnTo>
                  <a:pt x="644893" y="64350"/>
                </a:lnTo>
                <a:lnTo>
                  <a:pt x="648944" y="51536"/>
                </a:lnTo>
                <a:lnTo>
                  <a:pt x="652983" y="38150"/>
                </a:lnTo>
                <a:lnTo>
                  <a:pt x="657326" y="24485"/>
                </a:lnTo>
                <a:lnTo>
                  <a:pt x="622274" y="16865"/>
                </a:lnTo>
                <a:lnTo>
                  <a:pt x="613130" y="53467"/>
                </a:lnTo>
                <a:lnTo>
                  <a:pt x="601700" y="87934"/>
                </a:lnTo>
                <a:lnTo>
                  <a:pt x="587984" y="120421"/>
                </a:lnTo>
                <a:lnTo>
                  <a:pt x="571982" y="151066"/>
                </a:lnTo>
                <a:lnTo>
                  <a:pt x="580809" y="154736"/>
                </a:lnTo>
                <a:lnTo>
                  <a:pt x="588937" y="158686"/>
                </a:lnTo>
                <a:lnTo>
                  <a:pt x="596188" y="162648"/>
                </a:lnTo>
                <a:lnTo>
                  <a:pt x="602462" y="166306"/>
                </a:lnTo>
                <a:lnTo>
                  <a:pt x="609320" y="153162"/>
                </a:lnTo>
                <a:lnTo>
                  <a:pt x="616178" y="138874"/>
                </a:lnTo>
                <a:lnTo>
                  <a:pt x="623036" y="123405"/>
                </a:lnTo>
                <a:lnTo>
                  <a:pt x="629894" y="106781"/>
                </a:lnTo>
                <a:lnTo>
                  <a:pt x="703046" y="106781"/>
                </a:lnTo>
                <a:lnTo>
                  <a:pt x="703046" y="180022"/>
                </a:lnTo>
                <a:lnTo>
                  <a:pt x="558165" y="180022"/>
                </a:lnTo>
                <a:lnTo>
                  <a:pt x="558165" y="210515"/>
                </a:lnTo>
                <a:lnTo>
                  <a:pt x="643610" y="210515"/>
                </a:lnTo>
                <a:lnTo>
                  <a:pt x="643585" y="221183"/>
                </a:lnTo>
                <a:lnTo>
                  <a:pt x="636130" y="273875"/>
                </a:lnTo>
                <a:lnTo>
                  <a:pt x="596176" y="320065"/>
                </a:lnTo>
                <a:lnTo>
                  <a:pt x="562737" y="337197"/>
                </a:lnTo>
                <a:lnTo>
                  <a:pt x="568477" y="345808"/>
                </a:lnTo>
                <a:lnTo>
                  <a:pt x="574065" y="353580"/>
                </a:lnTo>
                <a:lnTo>
                  <a:pt x="579335" y="360768"/>
                </a:lnTo>
                <a:lnTo>
                  <a:pt x="584174" y="367677"/>
                </a:lnTo>
                <a:lnTo>
                  <a:pt x="623316" y="345389"/>
                </a:lnTo>
                <a:lnTo>
                  <a:pt x="651611" y="317525"/>
                </a:lnTo>
                <a:lnTo>
                  <a:pt x="675614" y="245656"/>
                </a:lnTo>
                <a:lnTo>
                  <a:pt x="677138" y="210515"/>
                </a:lnTo>
                <a:lnTo>
                  <a:pt x="736663" y="210515"/>
                </a:lnTo>
                <a:lnTo>
                  <a:pt x="736663" y="308140"/>
                </a:lnTo>
                <a:lnTo>
                  <a:pt x="739521" y="329311"/>
                </a:lnTo>
                <a:lnTo>
                  <a:pt x="748093" y="344614"/>
                </a:lnTo>
                <a:lnTo>
                  <a:pt x="762381" y="353885"/>
                </a:lnTo>
                <a:lnTo>
                  <a:pt x="782383" y="357009"/>
                </a:lnTo>
                <a:lnTo>
                  <a:pt x="814387" y="357009"/>
                </a:lnTo>
                <a:lnTo>
                  <a:pt x="833831" y="354698"/>
                </a:lnTo>
                <a:lnTo>
                  <a:pt x="848728" y="347662"/>
                </a:lnTo>
                <a:lnTo>
                  <a:pt x="859040" y="335749"/>
                </a:lnTo>
                <a:lnTo>
                  <a:pt x="861644" y="328053"/>
                </a:lnTo>
                <a:lnTo>
                  <a:pt x="864781" y="318808"/>
                </a:lnTo>
                <a:lnTo>
                  <a:pt x="866101" y="308140"/>
                </a:lnTo>
                <a:lnTo>
                  <a:pt x="867829" y="295186"/>
                </a:lnTo>
                <a:lnTo>
                  <a:pt x="869492" y="281520"/>
                </a:lnTo>
                <a:lnTo>
                  <a:pt x="870877" y="266992"/>
                </a:lnTo>
                <a:lnTo>
                  <a:pt x="861796" y="263804"/>
                </a:lnTo>
                <a:lnTo>
                  <a:pt x="853147" y="260896"/>
                </a:lnTo>
                <a:lnTo>
                  <a:pt x="845324" y="257987"/>
                </a:lnTo>
                <a:lnTo>
                  <a:pt x="838771" y="254800"/>
                </a:lnTo>
                <a:lnTo>
                  <a:pt x="837603" y="270827"/>
                </a:lnTo>
                <a:lnTo>
                  <a:pt x="836295" y="284708"/>
                </a:lnTo>
                <a:lnTo>
                  <a:pt x="825817" y="322478"/>
                </a:lnTo>
                <a:lnTo>
                  <a:pt x="809815" y="328053"/>
                </a:lnTo>
                <a:lnTo>
                  <a:pt x="788479" y="328053"/>
                </a:lnTo>
                <a:lnTo>
                  <a:pt x="780478" y="326364"/>
                </a:lnTo>
                <a:lnTo>
                  <a:pt x="774763" y="321525"/>
                </a:lnTo>
                <a:lnTo>
                  <a:pt x="771334" y="313817"/>
                </a:lnTo>
                <a:lnTo>
                  <a:pt x="770191" y="303568"/>
                </a:lnTo>
                <a:lnTo>
                  <a:pt x="770191" y="210515"/>
                </a:lnTo>
                <a:lnTo>
                  <a:pt x="873925" y="210515"/>
                </a:lnTo>
                <a:lnTo>
                  <a:pt x="873925" y="180022"/>
                </a:lnTo>
                <a:close/>
              </a:path>
              <a:path w="1325880" h="436880">
                <a:moveTo>
                  <a:pt x="876973" y="384441"/>
                </a:moveTo>
                <a:lnTo>
                  <a:pt x="715327" y="387489"/>
                </a:lnTo>
                <a:lnTo>
                  <a:pt x="623798" y="387489"/>
                </a:lnTo>
                <a:lnTo>
                  <a:pt x="567550" y="375678"/>
                </a:lnTo>
                <a:lnTo>
                  <a:pt x="530733" y="343293"/>
                </a:lnTo>
                <a:lnTo>
                  <a:pt x="530733" y="155638"/>
                </a:lnTo>
                <a:lnTo>
                  <a:pt x="445389" y="155638"/>
                </a:lnTo>
                <a:lnTo>
                  <a:pt x="445389" y="187655"/>
                </a:lnTo>
                <a:lnTo>
                  <a:pt x="497205" y="187655"/>
                </a:lnTo>
                <a:lnTo>
                  <a:pt x="497116" y="335749"/>
                </a:lnTo>
                <a:lnTo>
                  <a:pt x="486892" y="345071"/>
                </a:lnTo>
                <a:lnTo>
                  <a:pt x="440817" y="389013"/>
                </a:lnTo>
                <a:lnTo>
                  <a:pt x="459105" y="425589"/>
                </a:lnTo>
                <a:lnTo>
                  <a:pt x="475132" y="406438"/>
                </a:lnTo>
                <a:lnTo>
                  <a:pt x="489013" y="390156"/>
                </a:lnTo>
                <a:lnTo>
                  <a:pt x="500900" y="376720"/>
                </a:lnTo>
                <a:lnTo>
                  <a:pt x="510921" y="366153"/>
                </a:lnTo>
                <a:lnTo>
                  <a:pt x="528942" y="389051"/>
                </a:lnTo>
                <a:lnTo>
                  <a:pt x="553262" y="405396"/>
                </a:lnTo>
                <a:lnTo>
                  <a:pt x="583869" y="415442"/>
                </a:lnTo>
                <a:lnTo>
                  <a:pt x="620750" y="419493"/>
                </a:lnTo>
                <a:lnTo>
                  <a:pt x="712279" y="421017"/>
                </a:lnTo>
                <a:lnTo>
                  <a:pt x="864781" y="419493"/>
                </a:lnTo>
                <a:lnTo>
                  <a:pt x="868184" y="409727"/>
                </a:lnTo>
                <a:lnTo>
                  <a:pt x="871448" y="400824"/>
                </a:lnTo>
                <a:lnTo>
                  <a:pt x="874420" y="392480"/>
                </a:lnTo>
                <a:lnTo>
                  <a:pt x="876007" y="387489"/>
                </a:lnTo>
                <a:lnTo>
                  <a:pt x="876973" y="384441"/>
                </a:lnTo>
                <a:close/>
              </a:path>
              <a:path w="1325880" h="436880">
                <a:moveTo>
                  <a:pt x="1075182" y="19913"/>
                </a:moveTo>
                <a:lnTo>
                  <a:pt x="1046226" y="19913"/>
                </a:lnTo>
                <a:lnTo>
                  <a:pt x="1046226" y="45821"/>
                </a:lnTo>
                <a:lnTo>
                  <a:pt x="1046226" y="83921"/>
                </a:lnTo>
                <a:lnTo>
                  <a:pt x="1046226" y="109829"/>
                </a:lnTo>
                <a:lnTo>
                  <a:pt x="1046226" y="148018"/>
                </a:lnTo>
                <a:lnTo>
                  <a:pt x="950125" y="148018"/>
                </a:lnTo>
                <a:lnTo>
                  <a:pt x="950125" y="109829"/>
                </a:lnTo>
                <a:lnTo>
                  <a:pt x="1046226" y="109829"/>
                </a:lnTo>
                <a:lnTo>
                  <a:pt x="1046226" y="83921"/>
                </a:lnTo>
                <a:lnTo>
                  <a:pt x="950125" y="83921"/>
                </a:lnTo>
                <a:lnTo>
                  <a:pt x="950125" y="45821"/>
                </a:lnTo>
                <a:lnTo>
                  <a:pt x="1046226" y="45821"/>
                </a:lnTo>
                <a:lnTo>
                  <a:pt x="1046226" y="19913"/>
                </a:lnTo>
                <a:lnTo>
                  <a:pt x="921169" y="19913"/>
                </a:lnTo>
                <a:lnTo>
                  <a:pt x="921169" y="189166"/>
                </a:lnTo>
                <a:lnTo>
                  <a:pt x="950125" y="189166"/>
                </a:lnTo>
                <a:lnTo>
                  <a:pt x="950125" y="175450"/>
                </a:lnTo>
                <a:lnTo>
                  <a:pt x="1046226" y="175450"/>
                </a:lnTo>
                <a:lnTo>
                  <a:pt x="1046226" y="189166"/>
                </a:lnTo>
                <a:lnTo>
                  <a:pt x="1075182" y="189166"/>
                </a:lnTo>
                <a:lnTo>
                  <a:pt x="1075182" y="175450"/>
                </a:lnTo>
                <a:lnTo>
                  <a:pt x="1075182" y="148018"/>
                </a:lnTo>
                <a:lnTo>
                  <a:pt x="1075182" y="109829"/>
                </a:lnTo>
                <a:lnTo>
                  <a:pt x="1075182" y="83921"/>
                </a:lnTo>
                <a:lnTo>
                  <a:pt x="1075182" y="45821"/>
                </a:lnTo>
                <a:lnTo>
                  <a:pt x="1075182" y="19913"/>
                </a:lnTo>
                <a:close/>
              </a:path>
              <a:path w="1325880" h="436880">
                <a:moveTo>
                  <a:pt x="1308544" y="353949"/>
                </a:moveTo>
                <a:lnTo>
                  <a:pt x="1290269" y="338175"/>
                </a:lnTo>
                <a:lnTo>
                  <a:pt x="1267536" y="320382"/>
                </a:lnTo>
                <a:lnTo>
                  <a:pt x="1246974" y="305092"/>
                </a:lnTo>
                <a:lnTo>
                  <a:pt x="1240523" y="300291"/>
                </a:lnTo>
                <a:lnTo>
                  <a:pt x="1209395" y="277660"/>
                </a:lnTo>
                <a:lnTo>
                  <a:pt x="1212507" y="261061"/>
                </a:lnTo>
                <a:lnTo>
                  <a:pt x="1214920" y="243166"/>
                </a:lnTo>
                <a:lnTo>
                  <a:pt x="1216456" y="223824"/>
                </a:lnTo>
                <a:lnTo>
                  <a:pt x="1217015" y="202882"/>
                </a:lnTo>
                <a:lnTo>
                  <a:pt x="1217015" y="148018"/>
                </a:lnTo>
                <a:lnTo>
                  <a:pt x="1188059" y="148018"/>
                </a:lnTo>
                <a:lnTo>
                  <a:pt x="1187983" y="202882"/>
                </a:lnTo>
                <a:lnTo>
                  <a:pt x="1186624" y="232537"/>
                </a:lnTo>
                <a:lnTo>
                  <a:pt x="1175194" y="282257"/>
                </a:lnTo>
                <a:lnTo>
                  <a:pt x="1151216" y="316826"/>
                </a:lnTo>
                <a:lnTo>
                  <a:pt x="1108354" y="344322"/>
                </a:lnTo>
                <a:lnTo>
                  <a:pt x="1079754" y="355473"/>
                </a:lnTo>
                <a:lnTo>
                  <a:pt x="1086345" y="361454"/>
                </a:lnTo>
                <a:lnTo>
                  <a:pt x="1092517" y="367855"/>
                </a:lnTo>
                <a:lnTo>
                  <a:pt x="1098397" y="374548"/>
                </a:lnTo>
                <a:lnTo>
                  <a:pt x="1104138" y="381381"/>
                </a:lnTo>
                <a:lnTo>
                  <a:pt x="1133005" y="367690"/>
                </a:lnTo>
                <a:lnTo>
                  <a:pt x="1157566" y="351853"/>
                </a:lnTo>
                <a:lnTo>
                  <a:pt x="1177531" y="333984"/>
                </a:lnTo>
                <a:lnTo>
                  <a:pt x="1192631" y="314236"/>
                </a:lnTo>
                <a:lnTo>
                  <a:pt x="1194155" y="311188"/>
                </a:lnTo>
                <a:lnTo>
                  <a:pt x="1197203" y="308140"/>
                </a:lnTo>
                <a:lnTo>
                  <a:pt x="1245438" y="342138"/>
                </a:lnTo>
                <a:lnTo>
                  <a:pt x="1284160" y="376809"/>
                </a:lnTo>
                <a:lnTo>
                  <a:pt x="1308544" y="353949"/>
                </a:lnTo>
                <a:close/>
              </a:path>
              <a:path w="1325880" h="436880">
                <a:moveTo>
                  <a:pt x="1316164" y="22961"/>
                </a:moveTo>
                <a:lnTo>
                  <a:pt x="1096518" y="22961"/>
                </a:lnTo>
                <a:lnTo>
                  <a:pt x="1096518" y="51917"/>
                </a:lnTo>
                <a:lnTo>
                  <a:pt x="1183487" y="51917"/>
                </a:lnTo>
                <a:lnTo>
                  <a:pt x="1182077" y="63614"/>
                </a:lnTo>
                <a:lnTo>
                  <a:pt x="1180249" y="75730"/>
                </a:lnTo>
                <a:lnTo>
                  <a:pt x="1178128" y="88138"/>
                </a:lnTo>
                <a:lnTo>
                  <a:pt x="1175867" y="100685"/>
                </a:lnTo>
                <a:lnTo>
                  <a:pt x="1113282" y="100685"/>
                </a:lnTo>
                <a:lnTo>
                  <a:pt x="1113282" y="286804"/>
                </a:lnTo>
                <a:lnTo>
                  <a:pt x="1142339" y="286804"/>
                </a:lnTo>
                <a:lnTo>
                  <a:pt x="1142339" y="129730"/>
                </a:lnTo>
                <a:lnTo>
                  <a:pt x="1264348" y="129730"/>
                </a:lnTo>
                <a:lnTo>
                  <a:pt x="1264348" y="286804"/>
                </a:lnTo>
                <a:lnTo>
                  <a:pt x="1293304" y="286804"/>
                </a:lnTo>
                <a:lnTo>
                  <a:pt x="1293304" y="129730"/>
                </a:lnTo>
                <a:lnTo>
                  <a:pt x="1293304" y="100685"/>
                </a:lnTo>
                <a:lnTo>
                  <a:pt x="1207871" y="100685"/>
                </a:lnTo>
                <a:lnTo>
                  <a:pt x="1210132" y="88988"/>
                </a:lnTo>
                <a:lnTo>
                  <a:pt x="1212253" y="76873"/>
                </a:lnTo>
                <a:lnTo>
                  <a:pt x="1214081" y="64465"/>
                </a:lnTo>
                <a:lnTo>
                  <a:pt x="1215491" y="51917"/>
                </a:lnTo>
                <a:lnTo>
                  <a:pt x="1316164" y="51917"/>
                </a:lnTo>
                <a:lnTo>
                  <a:pt x="1316164" y="22961"/>
                </a:lnTo>
                <a:close/>
              </a:path>
              <a:path w="1325880" h="436880">
                <a:moveTo>
                  <a:pt x="1325308" y="384429"/>
                </a:moveTo>
                <a:lnTo>
                  <a:pt x="1264539" y="386803"/>
                </a:lnTo>
                <a:lnTo>
                  <a:pt x="1210373" y="388366"/>
                </a:lnTo>
                <a:lnTo>
                  <a:pt x="1176540" y="388848"/>
                </a:lnTo>
                <a:lnTo>
                  <a:pt x="1121803" y="388772"/>
                </a:lnTo>
                <a:lnTo>
                  <a:pt x="1069390" y="385978"/>
                </a:lnTo>
                <a:lnTo>
                  <a:pt x="1020318" y="373761"/>
                </a:lnTo>
                <a:lnTo>
                  <a:pt x="1020318" y="358521"/>
                </a:lnTo>
                <a:lnTo>
                  <a:pt x="1020318" y="314236"/>
                </a:lnTo>
                <a:lnTo>
                  <a:pt x="1091946" y="314236"/>
                </a:lnTo>
                <a:lnTo>
                  <a:pt x="1091946" y="285280"/>
                </a:lnTo>
                <a:lnTo>
                  <a:pt x="1020318" y="285280"/>
                </a:lnTo>
                <a:lnTo>
                  <a:pt x="1020318" y="239560"/>
                </a:lnTo>
                <a:lnTo>
                  <a:pt x="1096518" y="239560"/>
                </a:lnTo>
                <a:lnTo>
                  <a:pt x="1096518" y="210502"/>
                </a:lnTo>
                <a:lnTo>
                  <a:pt x="893737" y="210502"/>
                </a:lnTo>
                <a:lnTo>
                  <a:pt x="893737" y="239560"/>
                </a:lnTo>
                <a:lnTo>
                  <a:pt x="991362" y="239560"/>
                </a:lnTo>
                <a:lnTo>
                  <a:pt x="991362" y="358521"/>
                </a:lnTo>
                <a:lnTo>
                  <a:pt x="980046" y="349377"/>
                </a:lnTo>
                <a:lnTo>
                  <a:pt x="979309" y="348792"/>
                </a:lnTo>
                <a:lnTo>
                  <a:pt x="968413" y="337756"/>
                </a:lnTo>
                <a:lnTo>
                  <a:pt x="958697" y="325272"/>
                </a:lnTo>
                <a:lnTo>
                  <a:pt x="950125" y="311188"/>
                </a:lnTo>
                <a:lnTo>
                  <a:pt x="952119" y="298589"/>
                </a:lnTo>
                <a:lnTo>
                  <a:pt x="953554" y="285851"/>
                </a:lnTo>
                <a:lnTo>
                  <a:pt x="954405" y="272821"/>
                </a:lnTo>
                <a:lnTo>
                  <a:pt x="954697" y="259372"/>
                </a:lnTo>
                <a:lnTo>
                  <a:pt x="924217" y="259372"/>
                </a:lnTo>
                <a:lnTo>
                  <a:pt x="921334" y="301993"/>
                </a:lnTo>
                <a:lnTo>
                  <a:pt x="914882" y="338480"/>
                </a:lnTo>
                <a:lnTo>
                  <a:pt x="904709" y="368960"/>
                </a:lnTo>
                <a:lnTo>
                  <a:pt x="890689" y="393573"/>
                </a:lnTo>
                <a:lnTo>
                  <a:pt x="895464" y="403872"/>
                </a:lnTo>
                <a:lnTo>
                  <a:pt x="900404" y="414159"/>
                </a:lnTo>
                <a:lnTo>
                  <a:pt x="905040" y="424484"/>
                </a:lnTo>
                <a:lnTo>
                  <a:pt x="908977" y="434822"/>
                </a:lnTo>
                <a:lnTo>
                  <a:pt x="919810" y="415645"/>
                </a:lnTo>
                <a:lnTo>
                  <a:pt x="929360" y="394919"/>
                </a:lnTo>
                <a:lnTo>
                  <a:pt x="937475" y="372795"/>
                </a:lnTo>
                <a:lnTo>
                  <a:pt x="944029" y="349377"/>
                </a:lnTo>
                <a:lnTo>
                  <a:pt x="970280" y="378523"/>
                </a:lnTo>
                <a:lnTo>
                  <a:pt x="1003122" y="399681"/>
                </a:lnTo>
                <a:lnTo>
                  <a:pt x="1042263" y="412826"/>
                </a:lnTo>
                <a:lnTo>
                  <a:pt x="1087374" y="417969"/>
                </a:lnTo>
                <a:lnTo>
                  <a:pt x="1127391" y="419912"/>
                </a:lnTo>
                <a:lnTo>
                  <a:pt x="1178534" y="421017"/>
                </a:lnTo>
                <a:lnTo>
                  <a:pt x="1240523" y="420966"/>
                </a:lnTo>
                <a:lnTo>
                  <a:pt x="1313116" y="419493"/>
                </a:lnTo>
                <a:lnTo>
                  <a:pt x="1323975" y="389039"/>
                </a:lnTo>
                <a:lnTo>
                  <a:pt x="1325308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97584" y="3163734"/>
            <a:ext cx="1333500" cy="438150"/>
          </a:xfrm>
          <a:custGeom>
            <a:avLst/>
            <a:gdLst/>
            <a:ahLst/>
            <a:cxnLst/>
            <a:rect l="l" t="t" r="r" b="b"/>
            <a:pathLst>
              <a:path w="1333500" h="438150">
                <a:moveTo>
                  <a:pt x="135724" y="117436"/>
                </a:moveTo>
                <a:lnTo>
                  <a:pt x="103720" y="102196"/>
                </a:lnTo>
                <a:lnTo>
                  <a:pt x="98005" y="115633"/>
                </a:lnTo>
                <a:lnTo>
                  <a:pt x="92290" y="128485"/>
                </a:lnTo>
                <a:lnTo>
                  <a:pt x="86575" y="140779"/>
                </a:lnTo>
                <a:lnTo>
                  <a:pt x="80860" y="152488"/>
                </a:lnTo>
                <a:lnTo>
                  <a:pt x="38188" y="152488"/>
                </a:lnTo>
                <a:lnTo>
                  <a:pt x="54724" y="122504"/>
                </a:lnTo>
                <a:lnTo>
                  <a:pt x="72097" y="89776"/>
                </a:lnTo>
                <a:lnTo>
                  <a:pt x="90055" y="54470"/>
                </a:lnTo>
                <a:lnTo>
                  <a:pt x="108292" y="16764"/>
                </a:lnTo>
                <a:lnTo>
                  <a:pt x="74764" y="4572"/>
                </a:lnTo>
                <a:lnTo>
                  <a:pt x="57962" y="45732"/>
                </a:lnTo>
                <a:lnTo>
                  <a:pt x="39712" y="84632"/>
                </a:lnTo>
                <a:lnTo>
                  <a:pt x="20294" y="121234"/>
                </a:lnTo>
                <a:lnTo>
                  <a:pt x="0" y="155536"/>
                </a:lnTo>
                <a:lnTo>
                  <a:pt x="9144" y="182968"/>
                </a:lnTo>
                <a:lnTo>
                  <a:pt x="21463" y="181825"/>
                </a:lnTo>
                <a:lnTo>
                  <a:pt x="35331" y="180682"/>
                </a:lnTo>
                <a:lnTo>
                  <a:pt x="67144" y="178396"/>
                </a:lnTo>
                <a:lnTo>
                  <a:pt x="49745" y="208991"/>
                </a:lnTo>
                <a:lnTo>
                  <a:pt x="34188" y="234111"/>
                </a:lnTo>
                <a:lnTo>
                  <a:pt x="20599" y="253504"/>
                </a:lnTo>
                <a:lnTo>
                  <a:pt x="9144" y="266890"/>
                </a:lnTo>
                <a:lnTo>
                  <a:pt x="15240" y="295846"/>
                </a:lnTo>
                <a:lnTo>
                  <a:pt x="30695" y="293509"/>
                </a:lnTo>
                <a:lnTo>
                  <a:pt x="123532" y="283654"/>
                </a:lnTo>
                <a:lnTo>
                  <a:pt x="124447" y="278511"/>
                </a:lnTo>
                <a:lnTo>
                  <a:pt x="125056" y="272224"/>
                </a:lnTo>
                <a:lnTo>
                  <a:pt x="125679" y="264795"/>
                </a:lnTo>
                <a:lnTo>
                  <a:pt x="125945" y="262318"/>
                </a:lnTo>
                <a:lnTo>
                  <a:pt x="126580" y="256222"/>
                </a:lnTo>
                <a:lnTo>
                  <a:pt x="64223" y="261150"/>
                </a:lnTo>
                <a:lnTo>
                  <a:pt x="51904" y="262318"/>
                </a:lnTo>
                <a:lnTo>
                  <a:pt x="67576" y="236893"/>
                </a:lnTo>
                <a:lnTo>
                  <a:pt x="86956" y="204165"/>
                </a:lnTo>
                <a:lnTo>
                  <a:pt x="101701" y="178396"/>
                </a:lnTo>
                <a:lnTo>
                  <a:pt x="109778" y="164299"/>
                </a:lnTo>
                <a:lnTo>
                  <a:pt x="116319" y="152488"/>
                </a:lnTo>
                <a:lnTo>
                  <a:pt x="135724" y="117436"/>
                </a:lnTo>
                <a:close/>
              </a:path>
              <a:path w="1333500" h="438150">
                <a:moveTo>
                  <a:pt x="411772" y="48768"/>
                </a:moveTo>
                <a:lnTo>
                  <a:pt x="382816" y="48768"/>
                </a:lnTo>
                <a:lnTo>
                  <a:pt x="382816" y="76200"/>
                </a:lnTo>
                <a:lnTo>
                  <a:pt x="382816" y="126580"/>
                </a:lnTo>
                <a:lnTo>
                  <a:pt x="173926" y="126580"/>
                </a:lnTo>
                <a:lnTo>
                  <a:pt x="173926" y="76200"/>
                </a:lnTo>
                <a:lnTo>
                  <a:pt x="382816" y="76200"/>
                </a:lnTo>
                <a:lnTo>
                  <a:pt x="382816" y="48768"/>
                </a:lnTo>
                <a:lnTo>
                  <a:pt x="308140" y="48768"/>
                </a:lnTo>
                <a:lnTo>
                  <a:pt x="301040" y="34721"/>
                </a:lnTo>
                <a:lnTo>
                  <a:pt x="293801" y="22098"/>
                </a:lnTo>
                <a:lnTo>
                  <a:pt x="286842" y="10617"/>
                </a:lnTo>
                <a:lnTo>
                  <a:pt x="280606" y="0"/>
                </a:lnTo>
                <a:lnTo>
                  <a:pt x="247078" y="15240"/>
                </a:lnTo>
                <a:lnTo>
                  <a:pt x="251675" y="22618"/>
                </a:lnTo>
                <a:lnTo>
                  <a:pt x="256413" y="30861"/>
                </a:lnTo>
                <a:lnTo>
                  <a:pt x="261442" y="39674"/>
                </a:lnTo>
                <a:lnTo>
                  <a:pt x="266890" y="48768"/>
                </a:lnTo>
                <a:lnTo>
                  <a:pt x="143344" y="48768"/>
                </a:lnTo>
                <a:lnTo>
                  <a:pt x="143344" y="190588"/>
                </a:lnTo>
                <a:lnTo>
                  <a:pt x="142227" y="231254"/>
                </a:lnTo>
                <a:lnTo>
                  <a:pt x="138963" y="268605"/>
                </a:lnTo>
                <a:lnTo>
                  <a:pt x="133705" y="302818"/>
                </a:lnTo>
                <a:lnTo>
                  <a:pt x="126580" y="334035"/>
                </a:lnTo>
                <a:lnTo>
                  <a:pt x="58191" y="343179"/>
                </a:lnTo>
                <a:lnTo>
                  <a:pt x="27749" y="347751"/>
                </a:lnTo>
                <a:lnTo>
                  <a:pt x="0" y="352323"/>
                </a:lnTo>
                <a:lnTo>
                  <a:pt x="7620" y="384327"/>
                </a:lnTo>
                <a:lnTo>
                  <a:pt x="29705" y="380352"/>
                </a:lnTo>
                <a:lnTo>
                  <a:pt x="114388" y="362991"/>
                </a:lnTo>
                <a:lnTo>
                  <a:pt x="108394" y="375259"/>
                </a:lnTo>
                <a:lnTo>
                  <a:pt x="101815" y="386803"/>
                </a:lnTo>
                <a:lnTo>
                  <a:pt x="94678" y="397497"/>
                </a:lnTo>
                <a:lnTo>
                  <a:pt x="86956" y="407187"/>
                </a:lnTo>
                <a:lnTo>
                  <a:pt x="93294" y="414108"/>
                </a:lnTo>
                <a:lnTo>
                  <a:pt x="98767" y="420992"/>
                </a:lnTo>
                <a:lnTo>
                  <a:pt x="103657" y="427837"/>
                </a:lnTo>
                <a:lnTo>
                  <a:pt x="108292" y="434721"/>
                </a:lnTo>
                <a:lnTo>
                  <a:pt x="132092" y="400824"/>
                </a:lnTo>
                <a:lnTo>
                  <a:pt x="148945" y="362991"/>
                </a:lnTo>
                <a:lnTo>
                  <a:pt x="150495" y="359524"/>
                </a:lnTo>
                <a:lnTo>
                  <a:pt x="163550" y="310781"/>
                </a:lnTo>
                <a:lnTo>
                  <a:pt x="171348" y="254495"/>
                </a:lnTo>
                <a:lnTo>
                  <a:pt x="173926" y="190588"/>
                </a:lnTo>
                <a:lnTo>
                  <a:pt x="173926" y="154012"/>
                </a:lnTo>
                <a:lnTo>
                  <a:pt x="382816" y="154012"/>
                </a:lnTo>
                <a:lnTo>
                  <a:pt x="382816" y="167728"/>
                </a:lnTo>
                <a:lnTo>
                  <a:pt x="411772" y="167728"/>
                </a:lnTo>
                <a:lnTo>
                  <a:pt x="411772" y="154012"/>
                </a:lnTo>
                <a:lnTo>
                  <a:pt x="411772" y="126580"/>
                </a:lnTo>
                <a:lnTo>
                  <a:pt x="411772" y="76200"/>
                </a:lnTo>
                <a:lnTo>
                  <a:pt x="411772" y="48768"/>
                </a:lnTo>
                <a:close/>
              </a:path>
              <a:path w="1333500" h="438150">
                <a:moveTo>
                  <a:pt x="417868" y="198208"/>
                </a:moveTo>
                <a:lnTo>
                  <a:pt x="388912" y="198208"/>
                </a:lnTo>
                <a:lnTo>
                  <a:pt x="388912" y="227266"/>
                </a:lnTo>
                <a:lnTo>
                  <a:pt x="388912" y="292798"/>
                </a:lnTo>
                <a:lnTo>
                  <a:pt x="388912" y="320319"/>
                </a:lnTo>
                <a:lnTo>
                  <a:pt x="388912" y="396519"/>
                </a:lnTo>
                <a:lnTo>
                  <a:pt x="382816" y="402615"/>
                </a:lnTo>
                <a:lnTo>
                  <a:pt x="347764" y="402615"/>
                </a:lnTo>
                <a:lnTo>
                  <a:pt x="347764" y="320319"/>
                </a:lnTo>
                <a:lnTo>
                  <a:pt x="388912" y="320319"/>
                </a:lnTo>
                <a:lnTo>
                  <a:pt x="388912" y="292798"/>
                </a:lnTo>
                <a:lnTo>
                  <a:pt x="347764" y="292798"/>
                </a:lnTo>
                <a:lnTo>
                  <a:pt x="347764" y="227266"/>
                </a:lnTo>
                <a:lnTo>
                  <a:pt x="388912" y="227266"/>
                </a:lnTo>
                <a:lnTo>
                  <a:pt x="388912" y="198208"/>
                </a:lnTo>
                <a:lnTo>
                  <a:pt x="321856" y="198208"/>
                </a:lnTo>
                <a:lnTo>
                  <a:pt x="321856" y="227266"/>
                </a:lnTo>
                <a:lnTo>
                  <a:pt x="321856" y="292798"/>
                </a:lnTo>
                <a:lnTo>
                  <a:pt x="282130" y="292798"/>
                </a:lnTo>
                <a:lnTo>
                  <a:pt x="282130" y="227266"/>
                </a:lnTo>
                <a:lnTo>
                  <a:pt x="321856" y="227266"/>
                </a:lnTo>
                <a:lnTo>
                  <a:pt x="321856" y="198208"/>
                </a:lnTo>
                <a:lnTo>
                  <a:pt x="254698" y="198208"/>
                </a:lnTo>
                <a:lnTo>
                  <a:pt x="254698" y="227266"/>
                </a:lnTo>
                <a:lnTo>
                  <a:pt x="254698" y="292798"/>
                </a:lnTo>
                <a:lnTo>
                  <a:pt x="215074" y="292798"/>
                </a:lnTo>
                <a:lnTo>
                  <a:pt x="215074" y="227266"/>
                </a:lnTo>
                <a:lnTo>
                  <a:pt x="254698" y="227266"/>
                </a:lnTo>
                <a:lnTo>
                  <a:pt x="254698" y="198208"/>
                </a:lnTo>
                <a:lnTo>
                  <a:pt x="186118" y="198208"/>
                </a:lnTo>
                <a:lnTo>
                  <a:pt x="186118" y="433197"/>
                </a:lnTo>
                <a:lnTo>
                  <a:pt x="215074" y="433197"/>
                </a:lnTo>
                <a:lnTo>
                  <a:pt x="215074" y="320319"/>
                </a:lnTo>
                <a:lnTo>
                  <a:pt x="254698" y="320319"/>
                </a:lnTo>
                <a:lnTo>
                  <a:pt x="254698" y="410337"/>
                </a:lnTo>
                <a:lnTo>
                  <a:pt x="282130" y="410337"/>
                </a:lnTo>
                <a:lnTo>
                  <a:pt x="282130" y="320319"/>
                </a:lnTo>
                <a:lnTo>
                  <a:pt x="321856" y="320319"/>
                </a:lnTo>
                <a:lnTo>
                  <a:pt x="321856" y="408711"/>
                </a:lnTo>
                <a:lnTo>
                  <a:pt x="341668" y="408711"/>
                </a:lnTo>
                <a:lnTo>
                  <a:pt x="346240" y="431673"/>
                </a:lnTo>
                <a:lnTo>
                  <a:pt x="384340" y="430149"/>
                </a:lnTo>
                <a:lnTo>
                  <a:pt x="416585" y="402615"/>
                </a:lnTo>
                <a:lnTo>
                  <a:pt x="417868" y="391947"/>
                </a:lnTo>
                <a:lnTo>
                  <a:pt x="417868" y="320319"/>
                </a:lnTo>
                <a:lnTo>
                  <a:pt x="417868" y="292798"/>
                </a:lnTo>
                <a:lnTo>
                  <a:pt x="417868" y="227266"/>
                </a:lnTo>
                <a:lnTo>
                  <a:pt x="417868" y="198208"/>
                </a:lnTo>
                <a:close/>
              </a:path>
              <a:path w="1333500" h="438150">
                <a:moveTo>
                  <a:pt x="619213" y="263842"/>
                </a:moveTo>
                <a:lnTo>
                  <a:pt x="603859" y="245579"/>
                </a:lnTo>
                <a:lnTo>
                  <a:pt x="593217" y="233362"/>
                </a:lnTo>
                <a:lnTo>
                  <a:pt x="590067" y="229743"/>
                </a:lnTo>
                <a:lnTo>
                  <a:pt x="586498" y="225742"/>
                </a:lnTo>
                <a:lnTo>
                  <a:pt x="582422" y="221170"/>
                </a:lnTo>
                <a:lnTo>
                  <a:pt x="568833" y="205930"/>
                </a:lnTo>
                <a:lnTo>
                  <a:pt x="552069" y="221170"/>
                </a:lnTo>
                <a:lnTo>
                  <a:pt x="552069" y="163169"/>
                </a:lnTo>
                <a:lnTo>
                  <a:pt x="611593" y="163169"/>
                </a:lnTo>
                <a:lnTo>
                  <a:pt x="611593" y="134213"/>
                </a:lnTo>
                <a:lnTo>
                  <a:pt x="552069" y="134213"/>
                </a:lnTo>
                <a:lnTo>
                  <a:pt x="552069" y="65532"/>
                </a:lnTo>
                <a:lnTo>
                  <a:pt x="552069" y="60960"/>
                </a:lnTo>
                <a:lnTo>
                  <a:pt x="567842" y="58432"/>
                </a:lnTo>
                <a:lnTo>
                  <a:pt x="598868" y="52819"/>
                </a:lnTo>
                <a:lnTo>
                  <a:pt x="614641" y="50292"/>
                </a:lnTo>
                <a:lnTo>
                  <a:pt x="603973" y="19812"/>
                </a:lnTo>
                <a:lnTo>
                  <a:pt x="566229" y="27241"/>
                </a:lnTo>
                <a:lnTo>
                  <a:pt x="528650" y="33528"/>
                </a:lnTo>
                <a:lnTo>
                  <a:pt x="491375" y="38671"/>
                </a:lnTo>
                <a:lnTo>
                  <a:pt x="454533" y="42672"/>
                </a:lnTo>
                <a:lnTo>
                  <a:pt x="456780" y="50292"/>
                </a:lnTo>
                <a:lnTo>
                  <a:pt x="461391" y="65392"/>
                </a:lnTo>
                <a:lnTo>
                  <a:pt x="463677" y="73152"/>
                </a:lnTo>
                <a:lnTo>
                  <a:pt x="477634" y="71742"/>
                </a:lnTo>
                <a:lnTo>
                  <a:pt x="491871" y="69913"/>
                </a:lnTo>
                <a:lnTo>
                  <a:pt x="506107" y="67792"/>
                </a:lnTo>
                <a:lnTo>
                  <a:pt x="520065" y="65532"/>
                </a:lnTo>
                <a:lnTo>
                  <a:pt x="520065" y="134213"/>
                </a:lnTo>
                <a:lnTo>
                  <a:pt x="451485" y="134213"/>
                </a:lnTo>
                <a:lnTo>
                  <a:pt x="451485" y="163169"/>
                </a:lnTo>
                <a:lnTo>
                  <a:pt x="512445" y="163169"/>
                </a:lnTo>
                <a:lnTo>
                  <a:pt x="499846" y="205206"/>
                </a:lnTo>
                <a:lnTo>
                  <a:pt x="484822" y="244221"/>
                </a:lnTo>
                <a:lnTo>
                  <a:pt x="467220" y="280098"/>
                </a:lnTo>
                <a:lnTo>
                  <a:pt x="446913" y="312712"/>
                </a:lnTo>
                <a:lnTo>
                  <a:pt x="450342" y="322732"/>
                </a:lnTo>
                <a:lnTo>
                  <a:pt x="453771" y="332333"/>
                </a:lnTo>
                <a:lnTo>
                  <a:pt x="457200" y="341642"/>
                </a:lnTo>
                <a:lnTo>
                  <a:pt x="460629" y="350812"/>
                </a:lnTo>
                <a:lnTo>
                  <a:pt x="478053" y="324192"/>
                </a:lnTo>
                <a:lnTo>
                  <a:pt x="493776" y="294563"/>
                </a:lnTo>
                <a:lnTo>
                  <a:pt x="507771" y="261785"/>
                </a:lnTo>
                <a:lnTo>
                  <a:pt x="520065" y="225742"/>
                </a:lnTo>
                <a:lnTo>
                  <a:pt x="520065" y="436245"/>
                </a:lnTo>
                <a:lnTo>
                  <a:pt x="552069" y="436245"/>
                </a:lnTo>
                <a:lnTo>
                  <a:pt x="552069" y="233362"/>
                </a:lnTo>
                <a:lnTo>
                  <a:pt x="560654" y="243598"/>
                </a:lnTo>
                <a:lnTo>
                  <a:pt x="570407" y="255841"/>
                </a:lnTo>
                <a:lnTo>
                  <a:pt x="593305" y="285178"/>
                </a:lnTo>
                <a:lnTo>
                  <a:pt x="619213" y="263842"/>
                </a:lnTo>
                <a:close/>
              </a:path>
              <a:path w="1333500" h="438150">
                <a:moveTo>
                  <a:pt x="852589" y="24384"/>
                </a:moveTo>
                <a:lnTo>
                  <a:pt x="820483" y="24384"/>
                </a:lnTo>
                <a:lnTo>
                  <a:pt x="820483" y="53340"/>
                </a:lnTo>
                <a:lnTo>
                  <a:pt x="820483" y="126593"/>
                </a:lnTo>
                <a:lnTo>
                  <a:pt x="669518" y="126593"/>
                </a:lnTo>
                <a:lnTo>
                  <a:pt x="669518" y="53340"/>
                </a:lnTo>
                <a:lnTo>
                  <a:pt x="820483" y="53340"/>
                </a:lnTo>
                <a:lnTo>
                  <a:pt x="820483" y="24384"/>
                </a:lnTo>
                <a:lnTo>
                  <a:pt x="635990" y="24384"/>
                </a:lnTo>
                <a:lnTo>
                  <a:pt x="635990" y="173837"/>
                </a:lnTo>
                <a:lnTo>
                  <a:pt x="669518" y="173837"/>
                </a:lnTo>
                <a:lnTo>
                  <a:pt x="669518" y="157073"/>
                </a:lnTo>
                <a:lnTo>
                  <a:pt x="820483" y="157073"/>
                </a:lnTo>
                <a:lnTo>
                  <a:pt x="820483" y="173837"/>
                </a:lnTo>
                <a:lnTo>
                  <a:pt x="852589" y="173837"/>
                </a:lnTo>
                <a:lnTo>
                  <a:pt x="852589" y="157073"/>
                </a:lnTo>
                <a:lnTo>
                  <a:pt x="852589" y="126593"/>
                </a:lnTo>
                <a:lnTo>
                  <a:pt x="852589" y="53340"/>
                </a:lnTo>
                <a:lnTo>
                  <a:pt x="852589" y="24384"/>
                </a:lnTo>
                <a:close/>
              </a:path>
              <a:path w="1333500" h="438150">
                <a:moveTo>
                  <a:pt x="886117" y="382816"/>
                </a:moveTo>
                <a:lnTo>
                  <a:pt x="761047" y="382816"/>
                </a:lnTo>
                <a:lnTo>
                  <a:pt x="761047" y="317284"/>
                </a:lnTo>
                <a:lnTo>
                  <a:pt x="860209" y="317284"/>
                </a:lnTo>
                <a:lnTo>
                  <a:pt x="860209" y="288226"/>
                </a:lnTo>
                <a:lnTo>
                  <a:pt x="761047" y="288226"/>
                </a:lnTo>
                <a:lnTo>
                  <a:pt x="761047" y="228790"/>
                </a:lnTo>
                <a:lnTo>
                  <a:pt x="872401" y="228790"/>
                </a:lnTo>
                <a:lnTo>
                  <a:pt x="872401" y="199745"/>
                </a:lnTo>
                <a:lnTo>
                  <a:pt x="616165" y="199745"/>
                </a:lnTo>
                <a:lnTo>
                  <a:pt x="616165" y="228790"/>
                </a:lnTo>
                <a:lnTo>
                  <a:pt x="725995" y="228790"/>
                </a:lnTo>
                <a:lnTo>
                  <a:pt x="725995" y="288226"/>
                </a:lnTo>
                <a:lnTo>
                  <a:pt x="626833" y="288226"/>
                </a:lnTo>
                <a:lnTo>
                  <a:pt x="626833" y="317284"/>
                </a:lnTo>
                <a:lnTo>
                  <a:pt x="725995" y="317284"/>
                </a:lnTo>
                <a:lnTo>
                  <a:pt x="725995" y="382816"/>
                </a:lnTo>
                <a:lnTo>
                  <a:pt x="600925" y="382816"/>
                </a:lnTo>
                <a:lnTo>
                  <a:pt x="600925" y="411861"/>
                </a:lnTo>
                <a:lnTo>
                  <a:pt x="886117" y="411861"/>
                </a:lnTo>
                <a:lnTo>
                  <a:pt x="886117" y="382816"/>
                </a:lnTo>
                <a:close/>
              </a:path>
              <a:path w="1333500" h="438150">
                <a:moveTo>
                  <a:pt x="1082802" y="22860"/>
                </a:moveTo>
                <a:lnTo>
                  <a:pt x="1053846" y="22860"/>
                </a:lnTo>
                <a:lnTo>
                  <a:pt x="1053846" y="48768"/>
                </a:lnTo>
                <a:lnTo>
                  <a:pt x="1053846" y="86868"/>
                </a:lnTo>
                <a:lnTo>
                  <a:pt x="1053846" y="112864"/>
                </a:lnTo>
                <a:lnTo>
                  <a:pt x="1053846" y="152488"/>
                </a:lnTo>
                <a:lnTo>
                  <a:pt x="957745" y="152488"/>
                </a:lnTo>
                <a:lnTo>
                  <a:pt x="957745" y="112864"/>
                </a:lnTo>
                <a:lnTo>
                  <a:pt x="1053846" y="112864"/>
                </a:lnTo>
                <a:lnTo>
                  <a:pt x="1053846" y="86868"/>
                </a:lnTo>
                <a:lnTo>
                  <a:pt x="957745" y="86868"/>
                </a:lnTo>
                <a:lnTo>
                  <a:pt x="957745" y="48768"/>
                </a:lnTo>
                <a:lnTo>
                  <a:pt x="1053846" y="48768"/>
                </a:lnTo>
                <a:lnTo>
                  <a:pt x="1053846" y="22860"/>
                </a:lnTo>
                <a:lnTo>
                  <a:pt x="928789" y="22860"/>
                </a:lnTo>
                <a:lnTo>
                  <a:pt x="928789" y="192112"/>
                </a:lnTo>
                <a:lnTo>
                  <a:pt x="957745" y="192112"/>
                </a:lnTo>
                <a:lnTo>
                  <a:pt x="957745" y="178396"/>
                </a:lnTo>
                <a:lnTo>
                  <a:pt x="1053846" y="178396"/>
                </a:lnTo>
                <a:lnTo>
                  <a:pt x="1053846" y="192112"/>
                </a:lnTo>
                <a:lnTo>
                  <a:pt x="1082802" y="192112"/>
                </a:lnTo>
                <a:lnTo>
                  <a:pt x="1082802" y="178396"/>
                </a:lnTo>
                <a:lnTo>
                  <a:pt x="1082802" y="152488"/>
                </a:lnTo>
                <a:lnTo>
                  <a:pt x="1082802" y="112864"/>
                </a:lnTo>
                <a:lnTo>
                  <a:pt x="1082802" y="86868"/>
                </a:lnTo>
                <a:lnTo>
                  <a:pt x="1082802" y="48768"/>
                </a:lnTo>
                <a:lnTo>
                  <a:pt x="1082802" y="22860"/>
                </a:lnTo>
                <a:close/>
              </a:path>
              <a:path w="1333500" h="438150">
                <a:moveTo>
                  <a:pt x="1316164" y="356895"/>
                </a:moveTo>
                <a:lnTo>
                  <a:pt x="1275156" y="323938"/>
                </a:lnTo>
                <a:lnTo>
                  <a:pt x="1217015" y="280606"/>
                </a:lnTo>
                <a:lnTo>
                  <a:pt x="1220127" y="264033"/>
                </a:lnTo>
                <a:lnTo>
                  <a:pt x="1222540" y="246316"/>
                </a:lnTo>
                <a:lnTo>
                  <a:pt x="1224076" y="227457"/>
                </a:lnTo>
                <a:lnTo>
                  <a:pt x="1224635" y="207454"/>
                </a:lnTo>
                <a:lnTo>
                  <a:pt x="1224635" y="152488"/>
                </a:lnTo>
                <a:lnTo>
                  <a:pt x="1195679" y="152488"/>
                </a:lnTo>
                <a:lnTo>
                  <a:pt x="1195603" y="207454"/>
                </a:lnTo>
                <a:lnTo>
                  <a:pt x="1194244" y="236194"/>
                </a:lnTo>
                <a:lnTo>
                  <a:pt x="1182814" y="285864"/>
                </a:lnTo>
                <a:lnTo>
                  <a:pt x="1158836" y="320446"/>
                </a:lnTo>
                <a:lnTo>
                  <a:pt x="1115974" y="347306"/>
                </a:lnTo>
                <a:lnTo>
                  <a:pt x="1087374" y="358419"/>
                </a:lnTo>
                <a:lnTo>
                  <a:pt x="1093965" y="365048"/>
                </a:lnTo>
                <a:lnTo>
                  <a:pt x="1100137" y="371373"/>
                </a:lnTo>
                <a:lnTo>
                  <a:pt x="1106017" y="377710"/>
                </a:lnTo>
                <a:lnTo>
                  <a:pt x="1111758" y="384327"/>
                </a:lnTo>
                <a:lnTo>
                  <a:pt x="1140625" y="370852"/>
                </a:lnTo>
                <a:lnTo>
                  <a:pt x="1165186" y="355371"/>
                </a:lnTo>
                <a:lnTo>
                  <a:pt x="1185151" y="337616"/>
                </a:lnTo>
                <a:lnTo>
                  <a:pt x="1200251" y="317271"/>
                </a:lnTo>
                <a:lnTo>
                  <a:pt x="1201775" y="314223"/>
                </a:lnTo>
                <a:lnTo>
                  <a:pt x="1204823" y="311175"/>
                </a:lnTo>
                <a:lnTo>
                  <a:pt x="1253058" y="345655"/>
                </a:lnTo>
                <a:lnTo>
                  <a:pt x="1291780" y="379755"/>
                </a:lnTo>
                <a:lnTo>
                  <a:pt x="1316164" y="356895"/>
                </a:lnTo>
                <a:close/>
              </a:path>
              <a:path w="1333500" h="438150">
                <a:moveTo>
                  <a:pt x="1323784" y="25908"/>
                </a:moveTo>
                <a:lnTo>
                  <a:pt x="1104138" y="25908"/>
                </a:lnTo>
                <a:lnTo>
                  <a:pt x="1104138" y="54864"/>
                </a:lnTo>
                <a:lnTo>
                  <a:pt x="1191107" y="54864"/>
                </a:lnTo>
                <a:lnTo>
                  <a:pt x="1189697" y="66586"/>
                </a:lnTo>
                <a:lnTo>
                  <a:pt x="1187869" y="78879"/>
                </a:lnTo>
                <a:lnTo>
                  <a:pt x="1185748" y="91770"/>
                </a:lnTo>
                <a:lnTo>
                  <a:pt x="1183487" y="105244"/>
                </a:lnTo>
                <a:lnTo>
                  <a:pt x="1120902" y="105244"/>
                </a:lnTo>
                <a:lnTo>
                  <a:pt x="1120902" y="289750"/>
                </a:lnTo>
                <a:lnTo>
                  <a:pt x="1149959" y="289750"/>
                </a:lnTo>
                <a:lnTo>
                  <a:pt x="1149959" y="132676"/>
                </a:lnTo>
                <a:lnTo>
                  <a:pt x="1271968" y="132676"/>
                </a:lnTo>
                <a:lnTo>
                  <a:pt x="1271968" y="289750"/>
                </a:lnTo>
                <a:lnTo>
                  <a:pt x="1300924" y="289750"/>
                </a:lnTo>
                <a:lnTo>
                  <a:pt x="1300924" y="132676"/>
                </a:lnTo>
                <a:lnTo>
                  <a:pt x="1300924" y="105244"/>
                </a:lnTo>
                <a:lnTo>
                  <a:pt x="1215491" y="105244"/>
                </a:lnTo>
                <a:lnTo>
                  <a:pt x="1217752" y="92621"/>
                </a:lnTo>
                <a:lnTo>
                  <a:pt x="1219873" y="80022"/>
                </a:lnTo>
                <a:lnTo>
                  <a:pt x="1221701" y="67437"/>
                </a:lnTo>
                <a:lnTo>
                  <a:pt x="1223111" y="54864"/>
                </a:lnTo>
                <a:lnTo>
                  <a:pt x="1323784" y="54864"/>
                </a:lnTo>
                <a:lnTo>
                  <a:pt x="1323784" y="25908"/>
                </a:lnTo>
                <a:close/>
              </a:path>
              <a:path w="1333500" h="438150">
                <a:moveTo>
                  <a:pt x="1332928" y="387375"/>
                </a:moveTo>
                <a:lnTo>
                  <a:pt x="1272159" y="390334"/>
                </a:lnTo>
                <a:lnTo>
                  <a:pt x="1217993" y="391960"/>
                </a:lnTo>
                <a:lnTo>
                  <a:pt x="1170419" y="392430"/>
                </a:lnTo>
                <a:lnTo>
                  <a:pt x="1129423" y="391871"/>
                </a:lnTo>
                <a:lnTo>
                  <a:pt x="1077010" y="389597"/>
                </a:lnTo>
                <a:lnTo>
                  <a:pt x="1059751" y="387184"/>
                </a:lnTo>
                <a:lnTo>
                  <a:pt x="1043343" y="383362"/>
                </a:lnTo>
                <a:lnTo>
                  <a:pt x="1027938" y="378231"/>
                </a:lnTo>
                <a:lnTo>
                  <a:pt x="1027938" y="361467"/>
                </a:lnTo>
                <a:lnTo>
                  <a:pt x="1027938" y="317271"/>
                </a:lnTo>
                <a:lnTo>
                  <a:pt x="1099566" y="317271"/>
                </a:lnTo>
                <a:lnTo>
                  <a:pt x="1099566" y="288226"/>
                </a:lnTo>
                <a:lnTo>
                  <a:pt x="1027938" y="288226"/>
                </a:lnTo>
                <a:lnTo>
                  <a:pt x="1027938" y="242506"/>
                </a:lnTo>
                <a:lnTo>
                  <a:pt x="1104138" y="242506"/>
                </a:lnTo>
                <a:lnTo>
                  <a:pt x="1104138" y="213550"/>
                </a:lnTo>
                <a:lnTo>
                  <a:pt x="901357" y="213550"/>
                </a:lnTo>
                <a:lnTo>
                  <a:pt x="901357" y="242506"/>
                </a:lnTo>
                <a:lnTo>
                  <a:pt x="998982" y="242506"/>
                </a:lnTo>
                <a:lnTo>
                  <a:pt x="998982" y="361467"/>
                </a:lnTo>
                <a:lnTo>
                  <a:pt x="987666" y="352323"/>
                </a:lnTo>
                <a:lnTo>
                  <a:pt x="986929" y="351739"/>
                </a:lnTo>
                <a:lnTo>
                  <a:pt x="976033" y="340702"/>
                </a:lnTo>
                <a:lnTo>
                  <a:pt x="966317" y="328256"/>
                </a:lnTo>
                <a:lnTo>
                  <a:pt x="957745" y="314223"/>
                </a:lnTo>
                <a:lnTo>
                  <a:pt x="959739" y="301574"/>
                </a:lnTo>
                <a:lnTo>
                  <a:pt x="961174" y="288810"/>
                </a:lnTo>
                <a:lnTo>
                  <a:pt x="962025" y="275767"/>
                </a:lnTo>
                <a:lnTo>
                  <a:pt x="962317" y="262318"/>
                </a:lnTo>
                <a:lnTo>
                  <a:pt x="931837" y="262318"/>
                </a:lnTo>
                <a:lnTo>
                  <a:pt x="928941" y="304990"/>
                </a:lnTo>
                <a:lnTo>
                  <a:pt x="922502" y="341464"/>
                </a:lnTo>
                <a:lnTo>
                  <a:pt x="912329" y="371932"/>
                </a:lnTo>
                <a:lnTo>
                  <a:pt x="898309" y="396519"/>
                </a:lnTo>
                <a:lnTo>
                  <a:pt x="903084" y="406869"/>
                </a:lnTo>
                <a:lnTo>
                  <a:pt x="908024" y="417182"/>
                </a:lnTo>
                <a:lnTo>
                  <a:pt x="912660" y="427482"/>
                </a:lnTo>
                <a:lnTo>
                  <a:pt x="916597" y="437769"/>
                </a:lnTo>
                <a:lnTo>
                  <a:pt x="927430" y="418846"/>
                </a:lnTo>
                <a:lnTo>
                  <a:pt x="936980" y="398475"/>
                </a:lnTo>
                <a:lnTo>
                  <a:pt x="945095" y="376389"/>
                </a:lnTo>
                <a:lnTo>
                  <a:pt x="951649" y="352323"/>
                </a:lnTo>
                <a:lnTo>
                  <a:pt x="977900" y="381495"/>
                </a:lnTo>
                <a:lnTo>
                  <a:pt x="1010742" y="402666"/>
                </a:lnTo>
                <a:lnTo>
                  <a:pt x="1049883" y="415848"/>
                </a:lnTo>
                <a:lnTo>
                  <a:pt x="1094994" y="421005"/>
                </a:lnTo>
                <a:lnTo>
                  <a:pt x="1135011" y="423595"/>
                </a:lnTo>
                <a:lnTo>
                  <a:pt x="1186154" y="424624"/>
                </a:lnTo>
                <a:lnTo>
                  <a:pt x="1248143" y="424218"/>
                </a:lnTo>
                <a:lnTo>
                  <a:pt x="1320736" y="422529"/>
                </a:lnTo>
                <a:lnTo>
                  <a:pt x="1331468" y="392430"/>
                </a:lnTo>
                <a:lnTo>
                  <a:pt x="1332928" y="38737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3985926"/>
            <a:ext cx="109823" cy="109823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1297584" y="3810482"/>
            <a:ext cx="1333500" cy="436245"/>
          </a:xfrm>
          <a:custGeom>
            <a:avLst/>
            <a:gdLst/>
            <a:ahLst/>
            <a:cxnLst/>
            <a:rect l="l" t="t" r="r" b="b"/>
            <a:pathLst>
              <a:path w="1333500" h="436245">
                <a:moveTo>
                  <a:pt x="67144" y="180022"/>
                </a:moveTo>
                <a:lnTo>
                  <a:pt x="35140" y="180022"/>
                </a:lnTo>
                <a:lnTo>
                  <a:pt x="35140" y="433197"/>
                </a:lnTo>
                <a:lnTo>
                  <a:pt x="67144" y="433197"/>
                </a:lnTo>
                <a:lnTo>
                  <a:pt x="67144" y="180022"/>
                </a:lnTo>
                <a:close/>
              </a:path>
              <a:path w="1333500" h="436245">
                <a:moveTo>
                  <a:pt x="131165" y="161632"/>
                </a:moveTo>
                <a:lnTo>
                  <a:pt x="119443" y="148424"/>
                </a:lnTo>
                <a:lnTo>
                  <a:pt x="107149" y="135915"/>
                </a:lnTo>
                <a:lnTo>
                  <a:pt x="94297" y="123710"/>
                </a:lnTo>
                <a:lnTo>
                  <a:pt x="80860" y="111340"/>
                </a:lnTo>
                <a:lnTo>
                  <a:pt x="59524" y="131152"/>
                </a:lnTo>
                <a:lnTo>
                  <a:pt x="84289" y="157645"/>
                </a:lnTo>
                <a:lnTo>
                  <a:pt x="95961" y="170421"/>
                </a:lnTo>
                <a:lnTo>
                  <a:pt x="106768" y="183070"/>
                </a:lnTo>
                <a:lnTo>
                  <a:pt x="131165" y="161632"/>
                </a:lnTo>
                <a:close/>
              </a:path>
              <a:path w="1333500" h="436245">
                <a:moveTo>
                  <a:pt x="172402" y="114388"/>
                </a:moveTo>
                <a:lnTo>
                  <a:pt x="163220" y="103466"/>
                </a:lnTo>
                <a:lnTo>
                  <a:pt x="153873" y="93243"/>
                </a:lnTo>
                <a:lnTo>
                  <a:pt x="144246" y="83273"/>
                </a:lnTo>
                <a:lnTo>
                  <a:pt x="134213" y="73152"/>
                </a:lnTo>
                <a:lnTo>
                  <a:pt x="111340" y="90004"/>
                </a:lnTo>
                <a:lnTo>
                  <a:pt x="121107" y="101206"/>
                </a:lnTo>
                <a:lnTo>
                  <a:pt x="130022" y="112102"/>
                </a:lnTo>
                <a:lnTo>
                  <a:pt x="138353" y="123012"/>
                </a:lnTo>
                <a:lnTo>
                  <a:pt x="146405" y="134200"/>
                </a:lnTo>
                <a:lnTo>
                  <a:pt x="172402" y="114388"/>
                </a:lnTo>
                <a:close/>
              </a:path>
              <a:path w="1333500" h="436245">
                <a:moveTo>
                  <a:pt x="224218" y="42672"/>
                </a:moveTo>
                <a:lnTo>
                  <a:pt x="100672" y="42672"/>
                </a:lnTo>
                <a:lnTo>
                  <a:pt x="106387" y="33235"/>
                </a:lnTo>
                <a:lnTo>
                  <a:pt x="112102" y="23241"/>
                </a:lnTo>
                <a:lnTo>
                  <a:pt x="117817" y="12661"/>
                </a:lnTo>
                <a:lnTo>
                  <a:pt x="123532" y="1524"/>
                </a:lnTo>
                <a:lnTo>
                  <a:pt x="85432" y="1524"/>
                </a:lnTo>
                <a:lnTo>
                  <a:pt x="68884" y="32639"/>
                </a:lnTo>
                <a:lnTo>
                  <a:pt x="49047" y="61772"/>
                </a:lnTo>
                <a:lnTo>
                  <a:pt x="26035" y="88620"/>
                </a:lnTo>
                <a:lnTo>
                  <a:pt x="0" y="112864"/>
                </a:lnTo>
                <a:lnTo>
                  <a:pt x="7429" y="119468"/>
                </a:lnTo>
                <a:lnTo>
                  <a:pt x="13728" y="125628"/>
                </a:lnTo>
                <a:lnTo>
                  <a:pt x="18897" y="131521"/>
                </a:lnTo>
                <a:lnTo>
                  <a:pt x="22948" y="137248"/>
                </a:lnTo>
                <a:lnTo>
                  <a:pt x="39319" y="122059"/>
                </a:lnTo>
                <a:lnTo>
                  <a:pt x="54381" y="106006"/>
                </a:lnTo>
                <a:lnTo>
                  <a:pt x="68605" y="88785"/>
                </a:lnTo>
                <a:lnTo>
                  <a:pt x="82384" y="70104"/>
                </a:lnTo>
                <a:lnTo>
                  <a:pt x="224218" y="70104"/>
                </a:lnTo>
                <a:lnTo>
                  <a:pt x="224218" y="42672"/>
                </a:lnTo>
                <a:close/>
              </a:path>
              <a:path w="1333500" h="436245">
                <a:moveTo>
                  <a:pt x="311188" y="204406"/>
                </a:moveTo>
                <a:lnTo>
                  <a:pt x="280606" y="204406"/>
                </a:lnTo>
                <a:lnTo>
                  <a:pt x="280606" y="230314"/>
                </a:lnTo>
                <a:lnTo>
                  <a:pt x="280606" y="272986"/>
                </a:lnTo>
                <a:lnTo>
                  <a:pt x="280606" y="298996"/>
                </a:lnTo>
                <a:lnTo>
                  <a:pt x="280606" y="341668"/>
                </a:lnTo>
                <a:lnTo>
                  <a:pt x="158686" y="341668"/>
                </a:lnTo>
                <a:lnTo>
                  <a:pt x="158686" y="298996"/>
                </a:lnTo>
                <a:lnTo>
                  <a:pt x="280606" y="298996"/>
                </a:lnTo>
                <a:lnTo>
                  <a:pt x="280606" y="272986"/>
                </a:lnTo>
                <a:lnTo>
                  <a:pt x="158686" y="272986"/>
                </a:lnTo>
                <a:lnTo>
                  <a:pt x="158686" y="230314"/>
                </a:lnTo>
                <a:lnTo>
                  <a:pt x="280606" y="230314"/>
                </a:lnTo>
                <a:lnTo>
                  <a:pt x="280606" y="204406"/>
                </a:lnTo>
                <a:lnTo>
                  <a:pt x="126593" y="204406"/>
                </a:lnTo>
                <a:lnTo>
                  <a:pt x="126593" y="385953"/>
                </a:lnTo>
                <a:lnTo>
                  <a:pt x="158686" y="385953"/>
                </a:lnTo>
                <a:lnTo>
                  <a:pt x="158686" y="367576"/>
                </a:lnTo>
                <a:lnTo>
                  <a:pt x="311188" y="367576"/>
                </a:lnTo>
                <a:lnTo>
                  <a:pt x="311188" y="341668"/>
                </a:lnTo>
                <a:lnTo>
                  <a:pt x="311188" y="298996"/>
                </a:lnTo>
                <a:lnTo>
                  <a:pt x="311188" y="272986"/>
                </a:lnTo>
                <a:lnTo>
                  <a:pt x="311188" y="230314"/>
                </a:lnTo>
                <a:lnTo>
                  <a:pt x="311188" y="204406"/>
                </a:lnTo>
                <a:close/>
              </a:path>
              <a:path w="1333500" h="436245">
                <a:moveTo>
                  <a:pt x="358432" y="114388"/>
                </a:moveTo>
                <a:lnTo>
                  <a:pt x="350761" y="104965"/>
                </a:lnTo>
                <a:lnTo>
                  <a:pt x="341668" y="94957"/>
                </a:lnTo>
                <a:lnTo>
                  <a:pt x="331419" y="84353"/>
                </a:lnTo>
                <a:lnTo>
                  <a:pt x="320332" y="73152"/>
                </a:lnTo>
                <a:lnTo>
                  <a:pt x="297472" y="90004"/>
                </a:lnTo>
                <a:lnTo>
                  <a:pt x="310019" y="104635"/>
                </a:lnTo>
                <a:lnTo>
                  <a:pt x="320141" y="116674"/>
                </a:lnTo>
                <a:lnTo>
                  <a:pt x="327685" y="126441"/>
                </a:lnTo>
                <a:lnTo>
                  <a:pt x="332524" y="134200"/>
                </a:lnTo>
                <a:lnTo>
                  <a:pt x="358432" y="114388"/>
                </a:lnTo>
                <a:close/>
              </a:path>
              <a:path w="1333500" h="436245">
                <a:moveTo>
                  <a:pt x="407200" y="137248"/>
                </a:moveTo>
                <a:lnTo>
                  <a:pt x="155549" y="137248"/>
                </a:lnTo>
                <a:lnTo>
                  <a:pt x="155549" y="164680"/>
                </a:lnTo>
                <a:lnTo>
                  <a:pt x="373672" y="164680"/>
                </a:lnTo>
                <a:lnTo>
                  <a:pt x="373672" y="375196"/>
                </a:lnTo>
                <a:lnTo>
                  <a:pt x="372211" y="386359"/>
                </a:lnTo>
                <a:lnTo>
                  <a:pt x="367766" y="394512"/>
                </a:lnTo>
                <a:lnTo>
                  <a:pt x="360159" y="399503"/>
                </a:lnTo>
                <a:lnTo>
                  <a:pt x="349288" y="401193"/>
                </a:lnTo>
                <a:lnTo>
                  <a:pt x="335521" y="400926"/>
                </a:lnTo>
                <a:lnTo>
                  <a:pt x="321462" y="400240"/>
                </a:lnTo>
                <a:lnTo>
                  <a:pt x="291274" y="398145"/>
                </a:lnTo>
                <a:lnTo>
                  <a:pt x="293293" y="407885"/>
                </a:lnTo>
                <a:lnTo>
                  <a:pt x="294906" y="416623"/>
                </a:lnTo>
                <a:lnTo>
                  <a:pt x="297472" y="431673"/>
                </a:lnTo>
                <a:lnTo>
                  <a:pt x="311162" y="431914"/>
                </a:lnTo>
                <a:lnTo>
                  <a:pt x="337972" y="432955"/>
                </a:lnTo>
                <a:lnTo>
                  <a:pt x="350812" y="433197"/>
                </a:lnTo>
                <a:lnTo>
                  <a:pt x="375691" y="429526"/>
                </a:lnTo>
                <a:lnTo>
                  <a:pt x="393293" y="418706"/>
                </a:lnTo>
                <a:lnTo>
                  <a:pt x="403631" y="401193"/>
                </a:lnTo>
                <a:lnTo>
                  <a:pt x="403745" y="401015"/>
                </a:lnTo>
                <a:lnTo>
                  <a:pt x="407200" y="376720"/>
                </a:lnTo>
                <a:lnTo>
                  <a:pt x="407200" y="137248"/>
                </a:lnTo>
                <a:close/>
              </a:path>
              <a:path w="1333500" h="436245">
                <a:moveTo>
                  <a:pt x="431584" y="42672"/>
                </a:moveTo>
                <a:lnTo>
                  <a:pt x="291274" y="42672"/>
                </a:lnTo>
                <a:lnTo>
                  <a:pt x="297014" y="33235"/>
                </a:lnTo>
                <a:lnTo>
                  <a:pt x="302602" y="23241"/>
                </a:lnTo>
                <a:lnTo>
                  <a:pt x="307873" y="12661"/>
                </a:lnTo>
                <a:lnTo>
                  <a:pt x="312712" y="1524"/>
                </a:lnTo>
                <a:lnTo>
                  <a:pt x="276034" y="1524"/>
                </a:lnTo>
                <a:lnTo>
                  <a:pt x="260337" y="31546"/>
                </a:lnTo>
                <a:lnTo>
                  <a:pt x="243078" y="59867"/>
                </a:lnTo>
                <a:lnTo>
                  <a:pt x="224383" y="86474"/>
                </a:lnTo>
                <a:lnTo>
                  <a:pt x="204406" y="111340"/>
                </a:lnTo>
                <a:lnTo>
                  <a:pt x="212140" y="115912"/>
                </a:lnTo>
                <a:lnTo>
                  <a:pt x="219456" y="120484"/>
                </a:lnTo>
                <a:lnTo>
                  <a:pt x="226479" y="125056"/>
                </a:lnTo>
                <a:lnTo>
                  <a:pt x="233362" y="129628"/>
                </a:lnTo>
                <a:lnTo>
                  <a:pt x="243865" y="115633"/>
                </a:lnTo>
                <a:lnTo>
                  <a:pt x="254393" y="101206"/>
                </a:lnTo>
                <a:lnTo>
                  <a:pt x="264871" y="85877"/>
                </a:lnTo>
                <a:lnTo>
                  <a:pt x="274510" y="70104"/>
                </a:lnTo>
                <a:lnTo>
                  <a:pt x="431584" y="70104"/>
                </a:lnTo>
                <a:lnTo>
                  <a:pt x="431584" y="42672"/>
                </a:lnTo>
                <a:close/>
              </a:path>
              <a:path w="1333500" h="436245">
                <a:moveTo>
                  <a:pt x="611606" y="129628"/>
                </a:moveTo>
                <a:lnTo>
                  <a:pt x="603072" y="117297"/>
                </a:lnTo>
                <a:lnTo>
                  <a:pt x="593686" y="105244"/>
                </a:lnTo>
                <a:lnTo>
                  <a:pt x="573405" y="80860"/>
                </a:lnTo>
                <a:lnTo>
                  <a:pt x="549021" y="96100"/>
                </a:lnTo>
                <a:lnTo>
                  <a:pt x="559015" y="109562"/>
                </a:lnTo>
                <a:lnTo>
                  <a:pt x="568312" y="122580"/>
                </a:lnTo>
                <a:lnTo>
                  <a:pt x="576745" y="135331"/>
                </a:lnTo>
                <a:lnTo>
                  <a:pt x="584174" y="147916"/>
                </a:lnTo>
                <a:lnTo>
                  <a:pt x="611606" y="129628"/>
                </a:lnTo>
                <a:close/>
              </a:path>
              <a:path w="1333500" h="436245">
                <a:moveTo>
                  <a:pt x="681710" y="44196"/>
                </a:moveTo>
                <a:lnTo>
                  <a:pt x="553593" y="44196"/>
                </a:lnTo>
                <a:lnTo>
                  <a:pt x="559041" y="33642"/>
                </a:lnTo>
                <a:lnTo>
                  <a:pt x="564070" y="22669"/>
                </a:lnTo>
                <a:lnTo>
                  <a:pt x="568807" y="11404"/>
                </a:lnTo>
                <a:lnTo>
                  <a:pt x="573405" y="0"/>
                </a:lnTo>
                <a:lnTo>
                  <a:pt x="535305" y="0"/>
                </a:lnTo>
                <a:lnTo>
                  <a:pt x="518756" y="36563"/>
                </a:lnTo>
                <a:lnTo>
                  <a:pt x="498919" y="70726"/>
                </a:lnTo>
                <a:lnTo>
                  <a:pt x="475945" y="102311"/>
                </a:lnTo>
                <a:lnTo>
                  <a:pt x="449961" y="131152"/>
                </a:lnTo>
                <a:lnTo>
                  <a:pt x="455917" y="137782"/>
                </a:lnTo>
                <a:lnTo>
                  <a:pt x="468388" y="150444"/>
                </a:lnTo>
                <a:lnTo>
                  <a:pt x="474345" y="157060"/>
                </a:lnTo>
                <a:lnTo>
                  <a:pt x="492036" y="138201"/>
                </a:lnTo>
                <a:lnTo>
                  <a:pt x="508444" y="118198"/>
                </a:lnTo>
                <a:lnTo>
                  <a:pt x="523417" y="97053"/>
                </a:lnTo>
                <a:lnTo>
                  <a:pt x="536829" y="74764"/>
                </a:lnTo>
                <a:lnTo>
                  <a:pt x="681710" y="74764"/>
                </a:lnTo>
                <a:lnTo>
                  <a:pt x="681710" y="44196"/>
                </a:lnTo>
                <a:close/>
              </a:path>
              <a:path w="1333500" h="436245">
                <a:moveTo>
                  <a:pt x="808291" y="288315"/>
                </a:moveTo>
                <a:lnTo>
                  <a:pt x="773239" y="288315"/>
                </a:lnTo>
                <a:lnTo>
                  <a:pt x="773239" y="318808"/>
                </a:lnTo>
                <a:lnTo>
                  <a:pt x="773239" y="375196"/>
                </a:lnTo>
                <a:lnTo>
                  <a:pt x="561213" y="375196"/>
                </a:lnTo>
                <a:lnTo>
                  <a:pt x="561213" y="318808"/>
                </a:lnTo>
                <a:lnTo>
                  <a:pt x="773239" y="318808"/>
                </a:lnTo>
                <a:lnTo>
                  <a:pt x="773239" y="288315"/>
                </a:lnTo>
                <a:lnTo>
                  <a:pt x="527685" y="288315"/>
                </a:lnTo>
                <a:lnTo>
                  <a:pt x="527685" y="434721"/>
                </a:lnTo>
                <a:lnTo>
                  <a:pt x="561213" y="434721"/>
                </a:lnTo>
                <a:lnTo>
                  <a:pt x="561213" y="407289"/>
                </a:lnTo>
                <a:lnTo>
                  <a:pt x="773239" y="407289"/>
                </a:lnTo>
                <a:lnTo>
                  <a:pt x="773239" y="433197"/>
                </a:lnTo>
                <a:lnTo>
                  <a:pt x="808291" y="433197"/>
                </a:lnTo>
                <a:lnTo>
                  <a:pt x="808291" y="407289"/>
                </a:lnTo>
                <a:lnTo>
                  <a:pt x="808291" y="375196"/>
                </a:lnTo>
                <a:lnTo>
                  <a:pt x="808291" y="318808"/>
                </a:lnTo>
                <a:lnTo>
                  <a:pt x="808291" y="288315"/>
                </a:lnTo>
                <a:close/>
              </a:path>
              <a:path w="1333500" h="436245">
                <a:moveTo>
                  <a:pt x="820483" y="135724"/>
                </a:moveTo>
                <a:lnTo>
                  <a:pt x="811060" y="122008"/>
                </a:lnTo>
                <a:lnTo>
                  <a:pt x="801052" y="108292"/>
                </a:lnTo>
                <a:lnTo>
                  <a:pt x="790486" y="94576"/>
                </a:lnTo>
                <a:lnTo>
                  <a:pt x="779335" y="80860"/>
                </a:lnTo>
                <a:lnTo>
                  <a:pt x="751903" y="97624"/>
                </a:lnTo>
                <a:lnTo>
                  <a:pt x="763028" y="111582"/>
                </a:lnTo>
                <a:lnTo>
                  <a:pt x="773430" y="125818"/>
                </a:lnTo>
                <a:lnTo>
                  <a:pt x="782980" y="140068"/>
                </a:lnTo>
                <a:lnTo>
                  <a:pt x="791527" y="154012"/>
                </a:lnTo>
                <a:lnTo>
                  <a:pt x="820483" y="135724"/>
                </a:lnTo>
                <a:close/>
              </a:path>
              <a:path w="1333500" h="436245">
                <a:moveTo>
                  <a:pt x="883069" y="44196"/>
                </a:moveTo>
                <a:lnTo>
                  <a:pt x="745807" y="44196"/>
                </a:lnTo>
                <a:lnTo>
                  <a:pt x="750112" y="33642"/>
                </a:lnTo>
                <a:lnTo>
                  <a:pt x="753999" y="22669"/>
                </a:lnTo>
                <a:lnTo>
                  <a:pt x="757593" y="11404"/>
                </a:lnTo>
                <a:lnTo>
                  <a:pt x="761047" y="0"/>
                </a:lnTo>
                <a:lnTo>
                  <a:pt x="724471" y="0"/>
                </a:lnTo>
                <a:lnTo>
                  <a:pt x="715289" y="26212"/>
                </a:lnTo>
                <a:lnTo>
                  <a:pt x="703656" y="52019"/>
                </a:lnTo>
                <a:lnTo>
                  <a:pt x="689457" y="76974"/>
                </a:lnTo>
                <a:lnTo>
                  <a:pt x="672566" y="100672"/>
                </a:lnTo>
                <a:lnTo>
                  <a:pt x="699998" y="123532"/>
                </a:lnTo>
                <a:lnTo>
                  <a:pt x="708863" y="111848"/>
                </a:lnTo>
                <a:lnTo>
                  <a:pt x="717181" y="99720"/>
                </a:lnTo>
                <a:lnTo>
                  <a:pt x="724928" y="87325"/>
                </a:lnTo>
                <a:lnTo>
                  <a:pt x="732091" y="74764"/>
                </a:lnTo>
                <a:lnTo>
                  <a:pt x="883069" y="74764"/>
                </a:lnTo>
                <a:lnTo>
                  <a:pt x="883069" y="44196"/>
                </a:lnTo>
                <a:close/>
              </a:path>
              <a:path w="1333500" h="436245">
                <a:moveTo>
                  <a:pt x="887641" y="231838"/>
                </a:moveTo>
                <a:lnTo>
                  <a:pt x="863955" y="224218"/>
                </a:lnTo>
                <a:lnTo>
                  <a:pt x="854481" y="221170"/>
                </a:lnTo>
                <a:lnTo>
                  <a:pt x="836942" y="215531"/>
                </a:lnTo>
                <a:lnTo>
                  <a:pt x="791095" y="195770"/>
                </a:lnTo>
                <a:lnTo>
                  <a:pt x="768667" y="182981"/>
                </a:lnTo>
                <a:lnTo>
                  <a:pt x="768667" y="221170"/>
                </a:lnTo>
                <a:lnTo>
                  <a:pt x="568833" y="221170"/>
                </a:lnTo>
                <a:lnTo>
                  <a:pt x="596582" y="203695"/>
                </a:lnTo>
                <a:lnTo>
                  <a:pt x="622452" y="185496"/>
                </a:lnTo>
                <a:lnTo>
                  <a:pt x="646290" y="166446"/>
                </a:lnTo>
                <a:lnTo>
                  <a:pt x="667994" y="146392"/>
                </a:lnTo>
                <a:lnTo>
                  <a:pt x="689724" y="166649"/>
                </a:lnTo>
                <a:lnTo>
                  <a:pt x="713752" y="186067"/>
                </a:lnTo>
                <a:lnTo>
                  <a:pt x="740079" y="204343"/>
                </a:lnTo>
                <a:lnTo>
                  <a:pt x="768667" y="221170"/>
                </a:lnTo>
                <a:lnTo>
                  <a:pt x="768667" y="182981"/>
                </a:lnTo>
                <a:lnTo>
                  <a:pt x="750150" y="172415"/>
                </a:lnTo>
                <a:lnTo>
                  <a:pt x="715581" y="146392"/>
                </a:lnTo>
                <a:lnTo>
                  <a:pt x="714171" y="145338"/>
                </a:lnTo>
                <a:lnTo>
                  <a:pt x="683234" y="114388"/>
                </a:lnTo>
                <a:lnTo>
                  <a:pt x="651230" y="114388"/>
                </a:lnTo>
                <a:lnTo>
                  <a:pt x="621931" y="144399"/>
                </a:lnTo>
                <a:lnTo>
                  <a:pt x="586994" y="172224"/>
                </a:lnTo>
                <a:lnTo>
                  <a:pt x="546265" y="197853"/>
                </a:lnTo>
                <a:lnTo>
                  <a:pt x="499618" y="221284"/>
                </a:lnTo>
                <a:lnTo>
                  <a:pt x="446913" y="242506"/>
                </a:lnTo>
                <a:lnTo>
                  <a:pt x="451396" y="250126"/>
                </a:lnTo>
                <a:lnTo>
                  <a:pt x="460629" y="265226"/>
                </a:lnTo>
                <a:lnTo>
                  <a:pt x="465201" y="272986"/>
                </a:lnTo>
                <a:lnTo>
                  <a:pt x="491159" y="262178"/>
                </a:lnTo>
                <a:lnTo>
                  <a:pt x="516255" y="250507"/>
                </a:lnTo>
                <a:lnTo>
                  <a:pt x="540207" y="238264"/>
                </a:lnTo>
                <a:lnTo>
                  <a:pt x="562737" y="225742"/>
                </a:lnTo>
                <a:lnTo>
                  <a:pt x="562737" y="250126"/>
                </a:lnTo>
                <a:lnTo>
                  <a:pt x="773239" y="250126"/>
                </a:lnTo>
                <a:lnTo>
                  <a:pt x="773239" y="225742"/>
                </a:lnTo>
                <a:lnTo>
                  <a:pt x="773239" y="224218"/>
                </a:lnTo>
                <a:lnTo>
                  <a:pt x="794626" y="236245"/>
                </a:lnTo>
                <a:lnTo>
                  <a:pt x="817448" y="247269"/>
                </a:lnTo>
                <a:lnTo>
                  <a:pt x="841425" y="257441"/>
                </a:lnTo>
                <a:lnTo>
                  <a:pt x="866305" y="266890"/>
                </a:lnTo>
                <a:lnTo>
                  <a:pt x="871131" y="258838"/>
                </a:lnTo>
                <a:lnTo>
                  <a:pt x="876401" y="250507"/>
                </a:lnTo>
                <a:lnTo>
                  <a:pt x="881938" y="241604"/>
                </a:lnTo>
                <a:lnTo>
                  <a:pt x="887641" y="231838"/>
                </a:lnTo>
                <a:close/>
              </a:path>
              <a:path w="1333500" h="436245">
                <a:moveTo>
                  <a:pt x="1082802" y="21336"/>
                </a:moveTo>
                <a:lnTo>
                  <a:pt x="1053846" y="21336"/>
                </a:lnTo>
                <a:lnTo>
                  <a:pt x="1053846" y="48768"/>
                </a:lnTo>
                <a:lnTo>
                  <a:pt x="1053846" y="86956"/>
                </a:lnTo>
                <a:lnTo>
                  <a:pt x="1053846" y="111340"/>
                </a:lnTo>
                <a:lnTo>
                  <a:pt x="1053846" y="150964"/>
                </a:lnTo>
                <a:lnTo>
                  <a:pt x="957745" y="150964"/>
                </a:lnTo>
                <a:lnTo>
                  <a:pt x="957745" y="111340"/>
                </a:lnTo>
                <a:lnTo>
                  <a:pt x="1053846" y="111340"/>
                </a:lnTo>
                <a:lnTo>
                  <a:pt x="1053846" y="86956"/>
                </a:lnTo>
                <a:lnTo>
                  <a:pt x="957745" y="86956"/>
                </a:lnTo>
                <a:lnTo>
                  <a:pt x="957745" y="48768"/>
                </a:lnTo>
                <a:lnTo>
                  <a:pt x="1053846" y="48768"/>
                </a:lnTo>
                <a:lnTo>
                  <a:pt x="1053846" y="21336"/>
                </a:lnTo>
                <a:lnTo>
                  <a:pt x="928789" y="21336"/>
                </a:lnTo>
                <a:lnTo>
                  <a:pt x="928789" y="190690"/>
                </a:lnTo>
                <a:lnTo>
                  <a:pt x="957745" y="190690"/>
                </a:lnTo>
                <a:lnTo>
                  <a:pt x="957745" y="176872"/>
                </a:lnTo>
                <a:lnTo>
                  <a:pt x="1053846" y="176872"/>
                </a:lnTo>
                <a:lnTo>
                  <a:pt x="1053846" y="190690"/>
                </a:lnTo>
                <a:lnTo>
                  <a:pt x="1082802" y="190690"/>
                </a:lnTo>
                <a:lnTo>
                  <a:pt x="1082802" y="176872"/>
                </a:lnTo>
                <a:lnTo>
                  <a:pt x="1082802" y="150964"/>
                </a:lnTo>
                <a:lnTo>
                  <a:pt x="1082802" y="111340"/>
                </a:lnTo>
                <a:lnTo>
                  <a:pt x="1082802" y="86956"/>
                </a:lnTo>
                <a:lnTo>
                  <a:pt x="1082802" y="48768"/>
                </a:lnTo>
                <a:lnTo>
                  <a:pt x="1082802" y="21336"/>
                </a:lnTo>
                <a:close/>
              </a:path>
              <a:path w="1333500" h="436245">
                <a:moveTo>
                  <a:pt x="1316164" y="355371"/>
                </a:moveTo>
                <a:lnTo>
                  <a:pt x="1275156" y="322414"/>
                </a:lnTo>
                <a:lnTo>
                  <a:pt x="1217015" y="279082"/>
                </a:lnTo>
                <a:lnTo>
                  <a:pt x="1220127" y="262509"/>
                </a:lnTo>
                <a:lnTo>
                  <a:pt x="1222540" y="244792"/>
                </a:lnTo>
                <a:lnTo>
                  <a:pt x="1224076" y="225933"/>
                </a:lnTo>
                <a:lnTo>
                  <a:pt x="1224635" y="205930"/>
                </a:lnTo>
                <a:lnTo>
                  <a:pt x="1224635" y="150964"/>
                </a:lnTo>
                <a:lnTo>
                  <a:pt x="1195679" y="150964"/>
                </a:lnTo>
                <a:lnTo>
                  <a:pt x="1195603" y="205930"/>
                </a:lnTo>
                <a:lnTo>
                  <a:pt x="1194244" y="235318"/>
                </a:lnTo>
                <a:lnTo>
                  <a:pt x="1182814" y="284594"/>
                </a:lnTo>
                <a:lnTo>
                  <a:pt x="1158836" y="319608"/>
                </a:lnTo>
                <a:lnTo>
                  <a:pt x="1115974" y="345998"/>
                </a:lnTo>
                <a:lnTo>
                  <a:pt x="1087374" y="356895"/>
                </a:lnTo>
                <a:lnTo>
                  <a:pt x="1093965" y="363524"/>
                </a:lnTo>
                <a:lnTo>
                  <a:pt x="1100137" y="369849"/>
                </a:lnTo>
                <a:lnTo>
                  <a:pt x="1106017" y="376186"/>
                </a:lnTo>
                <a:lnTo>
                  <a:pt x="1111758" y="382803"/>
                </a:lnTo>
                <a:lnTo>
                  <a:pt x="1140625" y="369328"/>
                </a:lnTo>
                <a:lnTo>
                  <a:pt x="1165186" y="353847"/>
                </a:lnTo>
                <a:lnTo>
                  <a:pt x="1185151" y="336092"/>
                </a:lnTo>
                <a:lnTo>
                  <a:pt x="1200251" y="315747"/>
                </a:lnTo>
                <a:lnTo>
                  <a:pt x="1201775" y="312699"/>
                </a:lnTo>
                <a:lnTo>
                  <a:pt x="1204823" y="309651"/>
                </a:lnTo>
                <a:lnTo>
                  <a:pt x="1253058" y="344131"/>
                </a:lnTo>
                <a:lnTo>
                  <a:pt x="1291780" y="378231"/>
                </a:lnTo>
                <a:lnTo>
                  <a:pt x="1316164" y="355371"/>
                </a:lnTo>
                <a:close/>
              </a:path>
              <a:path w="1333500" h="436245">
                <a:moveTo>
                  <a:pt x="1323784" y="24384"/>
                </a:moveTo>
                <a:lnTo>
                  <a:pt x="1104138" y="24384"/>
                </a:lnTo>
                <a:lnTo>
                  <a:pt x="1104138" y="53340"/>
                </a:lnTo>
                <a:lnTo>
                  <a:pt x="1191107" y="53340"/>
                </a:lnTo>
                <a:lnTo>
                  <a:pt x="1189697" y="65709"/>
                </a:lnTo>
                <a:lnTo>
                  <a:pt x="1187869" y="77965"/>
                </a:lnTo>
                <a:lnTo>
                  <a:pt x="1183487" y="103720"/>
                </a:lnTo>
                <a:lnTo>
                  <a:pt x="1120902" y="103720"/>
                </a:lnTo>
                <a:lnTo>
                  <a:pt x="1120902" y="289839"/>
                </a:lnTo>
                <a:lnTo>
                  <a:pt x="1149959" y="289839"/>
                </a:lnTo>
                <a:lnTo>
                  <a:pt x="1149959" y="131152"/>
                </a:lnTo>
                <a:lnTo>
                  <a:pt x="1271968" y="131152"/>
                </a:lnTo>
                <a:lnTo>
                  <a:pt x="1271968" y="289839"/>
                </a:lnTo>
                <a:lnTo>
                  <a:pt x="1300924" y="289839"/>
                </a:lnTo>
                <a:lnTo>
                  <a:pt x="1300924" y="131152"/>
                </a:lnTo>
                <a:lnTo>
                  <a:pt x="1300924" y="103720"/>
                </a:lnTo>
                <a:lnTo>
                  <a:pt x="1215491" y="103720"/>
                </a:lnTo>
                <a:lnTo>
                  <a:pt x="1217752" y="91135"/>
                </a:lnTo>
                <a:lnTo>
                  <a:pt x="1219873" y="78536"/>
                </a:lnTo>
                <a:lnTo>
                  <a:pt x="1221701" y="65925"/>
                </a:lnTo>
                <a:lnTo>
                  <a:pt x="1223111" y="53340"/>
                </a:lnTo>
                <a:lnTo>
                  <a:pt x="1323784" y="53340"/>
                </a:lnTo>
                <a:lnTo>
                  <a:pt x="1323784" y="24384"/>
                </a:lnTo>
                <a:close/>
              </a:path>
              <a:path w="1333500" h="436245">
                <a:moveTo>
                  <a:pt x="1332928" y="387477"/>
                </a:moveTo>
                <a:lnTo>
                  <a:pt x="1272159" y="389686"/>
                </a:lnTo>
                <a:lnTo>
                  <a:pt x="1217993" y="390867"/>
                </a:lnTo>
                <a:lnTo>
                  <a:pt x="1170419" y="391096"/>
                </a:lnTo>
                <a:lnTo>
                  <a:pt x="1129423" y="390448"/>
                </a:lnTo>
                <a:lnTo>
                  <a:pt x="1077010" y="388150"/>
                </a:lnTo>
                <a:lnTo>
                  <a:pt x="1059751" y="385711"/>
                </a:lnTo>
                <a:lnTo>
                  <a:pt x="1043343" y="381850"/>
                </a:lnTo>
                <a:lnTo>
                  <a:pt x="1027938" y="376707"/>
                </a:lnTo>
                <a:lnTo>
                  <a:pt x="1027938" y="359943"/>
                </a:lnTo>
                <a:lnTo>
                  <a:pt x="1027938" y="315747"/>
                </a:lnTo>
                <a:lnTo>
                  <a:pt x="1099566" y="315747"/>
                </a:lnTo>
                <a:lnTo>
                  <a:pt x="1099566" y="286791"/>
                </a:lnTo>
                <a:lnTo>
                  <a:pt x="1027938" y="286791"/>
                </a:lnTo>
                <a:lnTo>
                  <a:pt x="1027938" y="240982"/>
                </a:lnTo>
                <a:lnTo>
                  <a:pt x="1104138" y="240982"/>
                </a:lnTo>
                <a:lnTo>
                  <a:pt x="1104138" y="212026"/>
                </a:lnTo>
                <a:lnTo>
                  <a:pt x="901357" y="212026"/>
                </a:lnTo>
                <a:lnTo>
                  <a:pt x="901357" y="240982"/>
                </a:lnTo>
                <a:lnTo>
                  <a:pt x="998982" y="240982"/>
                </a:lnTo>
                <a:lnTo>
                  <a:pt x="998982" y="359943"/>
                </a:lnTo>
                <a:lnTo>
                  <a:pt x="987666" y="350799"/>
                </a:lnTo>
                <a:lnTo>
                  <a:pt x="986929" y="350215"/>
                </a:lnTo>
                <a:lnTo>
                  <a:pt x="976033" y="339178"/>
                </a:lnTo>
                <a:lnTo>
                  <a:pt x="966317" y="326732"/>
                </a:lnTo>
                <a:lnTo>
                  <a:pt x="957745" y="312699"/>
                </a:lnTo>
                <a:lnTo>
                  <a:pt x="959739" y="300736"/>
                </a:lnTo>
                <a:lnTo>
                  <a:pt x="961174" y="287896"/>
                </a:lnTo>
                <a:lnTo>
                  <a:pt x="962025" y="274472"/>
                </a:lnTo>
                <a:lnTo>
                  <a:pt x="962317" y="260794"/>
                </a:lnTo>
                <a:lnTo>
                  <a:pt x="931837" y="260794"/>
                </a:lnTo>
                <a:lnTo>
                  <a:pt x="928928" y="303555"/>
                </a:lnTo>
                <a:lnTo>
                  <a:pt x="922502" y="339940"/>
                </a:lnTo>
                <a:lnTo>
                  <a:pt x="912329" y="370446"/>
                </a:lnTo>
                <a:lnTo>
                  <a:pt x="898309" y="395097"/>
                </a:lnTo>
                <a:lnTo>
                  <a:pt x="903084" y="405384"/>
                </a:lnTo>
                <a:lnTo>
                  <a:pt x="908024" y="415671"/>
                </a:lnTo>
                <a:lnTo>
                  <a:pt x="912660" y="425958"/>
                </a:lnTo>
                <a:lnTo>
                  <a:pt x="916597" y="436245"/>
                </a:lnTo>
                <a:lnTo>
                  <a:pt x="927430" y="417322"/>
                </a:lnTo>
                <a:lnTo>
                  <a:pt x="936980" y="396951"/>
                </a:lnTo>
                <a:lnTo>
                  <a:pt x="945095" y="374865"/>
                </a:lnTo>
                <a:lnTo>
                  <a:pt x="951649" y="350799"/>
                </a:lnTo>
                <a:lnTo>
                  <a:pt x="977900" y="380009"/>
                </a:lnTo>
                <a:lnTo>
                  <a:pt x="1010742" y="401180"/>
                </a:lnTo>
                <a:lnTo>
                  <a:pt x="1049883" y="414337"/>
                </a:lnTo>
                <a:lnTo>
                  <a:pt x="1094994" y="419481"/>
                </a:lnTo>
                <a:lnTo>
                  <a:pt x="1135011" y="422071"/>
                </a:lnTo>
                <a:lnTo>
                  <a:pt x="1186154" y="423100"/>
                </a:lnTo>
                <a:lnTo>
                  <a:pt x="1248143" y="422694"/>
                </a:lnTo>
                <a:lnTo>
                  <a:pt x="1320736" y="421005"/>
                </a:lnTo>
                <a:lnTo>
                  <a:pt x="1331747" y="391096"/>
                </a:lnTo>
                <a:lnTo>
                  <a:pt x="1332928" y="3874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77360" y="718470"/>
            <a:ext cx="187960" cy="442595"/>
          </a:xfrm>
          <a:custGeom>
            <a:avLst/>
            <a:gdLst/>
            <a:ahLst/>
            <a:cxnLst/>
            <a:rect l="l" t="t" r="r" b="b"/>
            <a:pathLst>
              <a:path w="187959" h="442594">
                <a:moveTo>
                  <a:pt x="187547" y="442341"/>
                </a:moveTo>
                <a:lnTo>
                  <a:pt x="91535" y="442341"/>
                </a:lnTo>
                <a:lnTo>
                  <a:pt x="91535" y="106775"/>
                </a:lnTo>
                <a:lnTo>
                  <a:pt x="86963" y="111347"/>
                </a:lnTo>
                <a:lnTo>
                  <a:pt x="80867" y="115919"/>
                </a:lnTo>
                <a:lnTo>
                  <a:pt x="73247" y="120491"/>
                </a:lnTo>
                <a:lnTo>
                  <a:pt x="67151" y="125063"/>
                </a:lnTo>
                <a:lnTo>
                  <a:pt x="59436" y="128111"/>
                </a:lnTo>
                <a:lnTo>
                  <a:pt x="50291" y="131159"/>
                </a:lnTo>
                <a:lnTo>
                  <a:pt x="32504" y="138017"/>
                </a:lnTo>
                <a:lnTo>
                  <a:pt x="25907" y="140303"/>
                </a:lnTo>
                <a:lnTo>
                  <a:pt x="0" y="144875"/>
                </a:lnTo>
                <a:lnTo>
                  <a:pt x="0" y="65627"/>
                </a:lnTo>
                <a:lnTo>
                  <a:pt x="18241" y="59547"/>
                </a:lnTo>
                <a:lnTo>
                  <a:pt x="36206" y="52780"/>
                </a:lnTo>
                <a:lnTo>
                  <a:pt x="85915" y="28289"/>
                </a:lnTo>
                <a:lnTo>
                  <a:pt x="129635" y="0"/>
                </a:lnTo>
                <a:lnTo>
                  <a:pt x="187547" y="0"/>
                </a:lnTo>
                <a:lnTo>
                  <a:pt x="187547" y="44234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066" y="1067752"/>
            <a:ext cx="111347" cy="10067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13331" y="643699"/>
            <a:ext cx="1831975" cy="604520"/>
          </a:xfrm>
          <a:custGeom>
            <a:avLst/>
            <a:gdLst/>
            <a:ahLst/>
            <a:cxnLst/>
            <a:rect l="l" t="t" r="r" b="b"/>
            <a:pathLst>
              <a:path w="1831975" h="604519">
                <a:moveTo>
                  <a:pt x="594753" y="433209"/>
                </a:moveTo>
                <a:lnTo>
                  <a:pt x="340055" y="433209"/>
                </a:lnTo>
                <a:lnTo>
                  <a:pt x="340055" y="392061"/>
                </a:lnTo>
                <a:lnTo>
                  <a:pt x="549033" y="392061"/>
                </a:lnTo>
                <a:lnTo>
                  <a:pt x="549033" y="321856"/>
                </a:lnTo>
                <a:lnTo>
                  <a:pt x="549033" y="273088"/>
                </a:lnTo>
                <a:lnTo>
                  <a:pt x="549033" y="210515"/>
                </a:lnTo>
                <a:lnTo>
                  <a:pt x="549033" y="161747"/>
                </a:lnTo>
                <a:lnTo>
                  <a:pt x="549033" y="91541"/>
                </a:lnTo>
                <a:lnTo>
                  <a:pt x="469684" y="91541"/>
                </a:lnTo>
                <a:lnTo>
                  <a:pt x="469684" y="161747"/>
                </a:lnTo>
                <a:lnTo>
                  <a:pt x="469684" y="210515"/>
                </a:lnTo>
                <a:lnTo>
                  <a:pt x="469684" y="273088"/>
                </a:lnTo>
                <a:lnTo>
                  <a:pt x="469684" y="321856"/>
                </a:lnTo>
                <a:lnTo>
                  <a:pt x="340055" y="321856"/>
                </a:lnTo>
                <a:lnTo>
                  <a:pt x="340055" y="273088"/>
                </a:lnTo>
                <a:lnTo>
                  <a:pt x="469684" y="273088"/>
                </a:lnTo>
                <a:lnTo>
                  <a:pt x="469684" y="210515"/>
                </a:lnTo>
                <a:lnTo>
                  <a:pt x="340055" y="210515"/>
                </a:lnTo>
                <a:lnTo>
                  <a:pt x="340055" y="161747"/>
                </a:lnTo>
                <a:lnTo>
                  <a:pt x="469684" y="161747"/>
                </a:lnTo>
                <a:lnTo>
                  <a:pt x="469684" y="91541"/>
                </a:lnTo>
                <a:lnTo>
                  <a:pt x="436156" y="91541"/>
                </a:lnTo>
                <a:lnTo>
                  <a:pt x="451561" y="74345"/>
                </a:lnTo>
                <a:lnTo>
                  <a:pt x="465683" y="59156"/>
                </a:lnTo>
                <a:lnTo>
                  <a:pt x="478256" y="45808"/>
                </a:lnTo>
                <a:lnTo>
                  <a:pt x="489496" y="33629"/>
                </a:lnTo>
                <a:lnTo>
                  <a:pt x="398056" y="0"/>
                </a:lnTo>
                <a:lnTo>
                  <a:pt x="383501" y="22923"/>
                </a:lnTo>
                <a:lnTo>
                  <a:pt x="367779" y="45681"/>
                </a:lnTo>
                <a:lnTo>
                  <a:pt x="351028" y="68681"/>
                </a:lnTo>
                <a:lnTo>
                  <a:pt x="333959" y="91541"/>
                </a:lnTo>
                <a:lnTo>
                  <a:pt x="256133" y="91541"/>
                </a:lnTo>
                <a:lnTo>
                  <a:pt x="256133" y="161747"/>
                </a:lnTo>
                <a:lnTo>
                  <a:pt x="256133" y="210515"/>
                </a:lnTo>
                <a:lnTo>
                  <a:pt x="256133" y="273088"/>
                </a:lnTo>
                <a:lnTo>
                  <a:pt x="256133" y="321856"/>
                </a:lnTo>
                <a:lnTo>
                  <a:pt x="128117" y="321856"/>
                </a:lnTo>
                <a:lnTo>
                  <a:pt x="128117" y="273088"/>
                </a:lnTo>
                <a:lnTo>
                  <a:pt x="256133" y="273088"/>
                </a:lnTo>
                <a:lnTo>
                  <a:pt x="256133" y="210515"/>
                </a:lnTo>
                <a:lnTo>
                  <a:pt x="128117" y="210515"/>
                </a:lnTo>
                <a:lnTo>
                  <a:pt x="128117" y="161747"/>
                </a:lnTo>
                <a:lnTo>
                  <a:pt x="256133" y="161747"/>
                </a:lnTo>
                <a:lnTo>
                  <a:pt x="256133" y="91541"/>
                </a:lnTo>
                <a:lnTo>
                  <a:pt x="211937" y="91541"/>
                </a:lnTo>
                <a:lnTo>
                  <a:pt x="250037" y="74777"/>
                </a:lnTo>
                <a:lnTo>
                  <a:pt x="187553" y="1524"/>
                </a:lnTo>
                <a:lnTo>
                  <a:pt x="115836" y="33629"/>
                </a:lnTo>
                <a:lnTo>
                  <a:pt x="126415" y="48247"/>
                </a:lnTo>
                <a:lnTo>
                  <a:pt x="148069" y="76923"/>
                </a:lnTo>
                <a:lnTo>
                  <a:pt x="158597" y="91541"/>
                </a:lnTo>
                <a:lnTo>
                  <a:pt x="48780" y="91541"/>
                </a:lnTo>
                <a:lnTo>
                  <a:pt x="48780" y="392061"/>
                </a:lnTo>
                <a:lnTo>
                  <a:pt x="256133" y="392061"/>
                </a:lnTo>
                <a:lnTo>
                  <a:pt x="256133" y="433209"/>
                </a:lnTo>
                <a:lnTo>
                  <a:pt x="0" y="433209"/>
                </a:lnTo>
                <a:lnTo>
                  <a:pt x="0" y="506450"/>
                </a:lnTo>
                <a:lnTo>
                  <a:pt x="256133" y="506450"/>
                </a:lnTo>
                <a:lnTo>
                  <a:pt x="256133" y="596468"/>
                </a:lnTo>
                <a:lnTo>
                  <a:pt x="340055" y="596468"/>
                </a:lnTo>
                <a:lnTo>
                  <a:pt x="340055" y="506450"/>
                </a:lnTo>
                <a:lnTo>
                  <a:pt x="594753" y="506450"/>
                </a:lnTo>
                <a:lnTo>
                  <a:pt x="594753" y="433209"/>
                </a:lnTo>
                <a:close/>
              </a:path>
              <a:path w="1831975" h="604519">
                <a:moveTo>
                  <a:pt x="786866" y="123545"/>
                </a:moveTo>
                <a:lnTo>
                  <a:pt x="768007" y="96951"/>
                </a:lnTo>
                <a:lnTo>
                  <a:pt x="748004" y="69621"/>
                </a:lnTo>
                <a:lnTo>
                  <a:pt x="726859" y="41427"/>
                </a:lnTo>
                <a:lnTo>
                  <a:pt x="704570" y="12192"/>
                </a:lnTo>
                <a:lnTo>
                  <a:pt x="640461" y="51917"/>
                </a:lnTo>
                <a:lnTo>
                  <a:pt x="659650" y="80784"/>
                </a:lnTo>
                <a:lnTo>
                  <a:pt x="678421" y="110223"/>
                </a:lnTo>
                <a:lnTo>
                  <a:pt x="696912" y="140258"/>
                </a:lnTo>
                <a:lnTo>
                  <a:pt x="715238" y="170878"/>
                </a:lnTo>
                <a:lnTo>
                  <a:pt x="786866" y="123545"/>
                </a:lnTo>
                <a:close/>
              </a:path>
              <a:path w="1831975" h="604519">
                <a:moveTo>
                  <a:pt x="1203210" y="231838"/>
                </a:moveTo>
                <a:lnTo>
                  <a:pt x="1041565" y="231838"/>
                </a:lnTo>
                <a:lnTo>
                  <a:pt x="1041565" y="164782"/>
                </a:lnTo>
                <a:lnTo>
                  <a:pt x="1180350" y="164782"/>
                </a:lnTo>
                <a:lnTo>
                  <a:pt x="1180350" y="94589"/>
                </a:lnTo>
                <a:lnTo>
                  <a:pt x="1041565" y="94589"/>
                </a:lnTo>
                <a:lnTo>
                  <a:pt x="1041565" y="4572"/>
                </a:lnTo>
                <a:lnTo>
                  <a:pt x="962317" y="4572"/>
                </a:lnTo>
                <a:lnTo>
                  <a:pt x="962317" y="94589"/>
                </a:lnTo>
                <a:lnTo>
                  <a:pt x="905827" y="94589"/>
                </a:lnTo>
                <a:lnTo>
                  <a:pt x="922591" y="42773"/>
                </a:lnTo>
                <a:lnTo>
                  <a:pt x="852487" y="19812"/>
                </a:lnTo>
                <a:lnTo>
                  <a:pt x="838225" y="66205"/>
                </a:lnTo>
                <a:lnTo>
                  <a:pt x="822960" y="109296"/>
                </a:lnTo>
                <a:lnTo>
                  <a:pt x="806805" y="149225"/>
                </a:lnTo>
                <a:lnTo>
                  <a:pt x="789914" y="186118"/>
                </a:lnTo>
                <a:lnTo>
                  <a:pt x="808596" y="194119"/>
                </a:lnTo>
                <a:lnTo>
                  <a:pt x="825817" y="202120"/>
                </a:lnTo>
                <a:lnTo>
                  <a:pt x="841870" y="210121"/>
                </a:lnTo>
                <a:lnTo>
                  <a:pt x="857059" y="218122"/>
                </a:lnTo>
                <a:lnTo>
                  <a:pt x="862774" y="205511"/>
                </a:lnTo>
                <a:lnTo>
                  <a:pt x="868489" y="192595"/>
                </a:lnTo>
                <a:lnTo>
                  <a:pt x="874204" y="179120"/>
                </a:lnTo>
                <a:lnTo>
                  <a:pt x="879919" y="164782"/>
                </a:lnTo>
                <a:lnTo>
                  <a:pt x="962317" y="164782"/>
                </a:lnTo>
                <a:lnTo>
                  <a:pt x="962317" y="231838"/>
                </a:lnTo>
                <a:lnTo>
                  <a:pt x="786866" y="231838"/>
                </a:lnTo>
                <a:lnTo>
                  <a:pt x="786866" y="303568"/>
                </a:lnTo>
                <a:lnTo>
                  <a:pt x="872299" y="303568"/>
                </a:lnTo>
                <a:lnTo>
                  <a:pt x="868857" y="329272"/>
                </a:lnTo>
                <a:lnTo>
                  <a:pt x="854519" y="369874"/>
                </a:lnTo>
                <a:lnTo>
                  <a:pt x="818540" y="409397"/>
                </a:lnTo>
                <a:lnTo>
                  <a:pt x="791438" y="428637"/>
                </a:lnTo>
                <a:lnTo>
                  <a:pt x="806894" y="444398"/>
                </a:lnTo>
                <a:lnTo>
                  <a:pt x="821055" y="459574"/>
                </a:lnTo>
                <a:lnTo>
                  <a:pt x="833729" y="474141"/>
                </a:lnTo>
                <a:lnTo>
                  <a:pt x="844867" y="488162"/>
                </a:lnTo>
                <a:lnTo>
                  <a:pt x="868565" y="472732"/>
                </a:lnTo>
                <a:lnTo>
                  <a:pt x="906805" y="438404"/>
                </a:lnTo>
                <a:lnTo>
                  <a:pt x="932243" y="397751"/>
                </a:lnTo>
                <a:lnTo>
                  <a:pt x="946581" y="339940"/>
                </a:lnTo>
                <a:lnTo>
                  <a:pt x="950023" y="303568"/>
                </a:lnTo>
                <a:lnTo>
                  <a:pt x="995845" y="303568"/>
                </a:lnTo>
                <a:lnTo>
                  <a:pt x="995845" y="399681"/>
                </a:lnTo>
                <a:lnTo>
                  <a:pt x="1000175" y="434619"/>
                </a:lnTo>
                <a:lnTo>
                  <a:pt x="1013371" y="459384"/>
                </a:lnTo>
                <a:lnTo>
                  <a:pt x="1035710" y="474141"/>
                </a:lnTo>
                <a:lnTo>
                  <a:pt x="1067473" y="479018"/>
                </a:lnTo>
                <a:lnTo>
                  <a:pt x="1108710" y="479018"/>
                </a:lnTo>
                <a:lnTo>
                  <a:pt x="1155966" y="469874"/>
                </a:lnTo>
                <a:lnTo>
                  <a:pt x="1181874" y="440829"/>
                </a:lnTo>
                <a:lnTo>
                  <a:pt x="1191501" y="407301"/>
                </a:lnTo>
                <a:lnTo>
                  <a:pt x="1195590" y="385102"/>
                </a:lnTo>
                <a:lnTo>
                  <a:pt x="1200162" y="353961"/>
                </a:lnTo>
                <a:lnTo>
                  <a:pt x="1181887" y="346824"/>
                </a:lnTo>
                <a:lnTo>
                  <a:pt x="1163777" y="339242"/>
                </a:lnTo>
                <a:lnTo>
                  <a:pt x="1145933" y="331368"/>
                </a:lnTo>
                <a:lnTo>
                  <a:pt x="1128534" y="323380"/>
                </a:lnTo>
                <a:lnTo>
                  <a:pt x="1126236" y="350266"/>
                </a:lnTo>
                <a:lnTo>
                  <a:pt x="1119378" y="395109"/>
                </a:lnTo>
                <a:lnTo>
                  <a:pt x="1108710" y="407301"/>
                </a:lnTo>
                <a:lnTo>
                  <a:pt x="1090422" y="407301"/>
                </a:lnTo>
                <a:lnTo>
                  <a:pt x="1083259" y="405625"/>
                </a:lnTo>
                <a:lnTo>
                  <a:pt x="1077963" y="400824"/>
                </a:lnTo>
                <a:lnTo>
                  <a:pt x="1074686" y="393153"/>
                </a:lnTo>
                <a:lnTo>
                  <a:pt x="1073569" y="382917"/>
                </a:lnTo>
                <a:lnTo>
                  <a:pt x="1073569" y="303568"/>
                </a:lnTo>
                <a:lnTo>
                  <a:pt x="1203210" y="303568"/>
                </a:lnTo>
                <a:lnTo>
                  <a:pt x="1203210" y="231838"/>
                </a:lnTo>
                <a:close/>
              </a:path>
              <a:path w="1831975" h="604519">
                <a:moveTo>
                  <a:pt x="1212354" y="504926"/>
                </a:moveTo>
                <a:lnTo>
                  <a:pt x="1068895" y="507707"/>
                </a:lnTo>
                <a:lnTo>
                  <a:pt x="1030897" y="507974"/>
                </a:lnTo>
                <a:lnTo>
                  <a:pt x="907351" y="506450"/>
                </a:lnTo>
                <a:lnTo>
                  <a:pt x="860475" y="503288"/>
                </a:lnTo>
                <a:lnTo>
                  <a:pt x="820445" y="493687"/>
                </a:lnTo>
                <a:lnTo>
                  <a:pt x="787260" y="477520"/>
                </a:lnTo>
                <a:lnTo>
                  <a:pt x="760958" y="454634"/>
                </a:lnTo>
                <a:lnTo>
                  <a:pt x="760958" y="225742"/>
                </a:lnTo>
                <a:lnTo>
                  <a:pt x="625221" y="225742"/>
                </a:lnTo>
                <a:lnTo>
                  <a:pt x="625221" y="302044"/>
                </a:lnTo>
                <a:lnTo>
                  <a:pt x="681710" y="302044"/>
                </a:lnTo>
                <a:lnTo>
                  <a:pt x="681710" y="454634"/>
                </a:lnTo>
                <a:lnTo>
                  <a:pt x="667626" y="467233"/>
                </a:lnTo>
                <a:lnTo>
                  <a:pt x="652856" y="479971"/>
                </a:lnTo>
                <a:lnTo>
                  <a:pt x="637247" y="493001"/>
                </a:lnTo>
                <a:lnTo>
                  <a:pt x="620649" y="506450"/>
                </a:lnTo>
                <a:lnTo>
                  <a:pt x="655701" y="597992"/>
                </a:lnTo>
                <a:lnTo>
                  <a:pt x="725906" y="526262"/>
                </a:lnTo>
                <a:lnTo>
                  <a:pt x="759066" y="551434"/>
                </a:lnTo>
                <a:lnTo>
                  <a:pt x="801395" y="569595"/>
                </a:lnTo>
                <a:lnTo>
                  <a:pt x="852855" y="580580"/>
                </a:lnTo>
                <a:lnTo>
                  <a:pt x="913447" y="584276"/>
                </a:lnTo>
                <a:lnTo>
                  <a:pt x="1187970" y="585800"/>
                </a:lnTo>
                <a:lnTo>
                  <a:pt x="1192847" y="568655"/>
                </a:lnTo>
                <a:lnTo>
                  <a:pt x="1198448" y="549363"/>
                </a:lnTo>
                <a:lnTo>
                  <a:pt x="1204899" y="528066"/>
                </a:lnTo>
                <a:lnTo>
                  <a:pt x="1205471" y="526262"/>
                </a:lnTo>
                <a:lnTo>
                  <a:pt x="1211364" y="507974"/>
                </a:lnTo>
                <a:lnTo>
                  <a:pt x="1212354" y="504926"/>
                </a:lnTo>
                <a:close/>
              </a:path>
              <a:path w="1831975" h="604519">
                <a:moveTo>
                  <a:pt x="1497533" y="25908"/>
                </a:moveTo>
                <a:lnTo>
                  <a:pt x="1428953" y="25908"/>
                </a:lnTo>
                <a:lnTo>
                  <a:pt x="1428953" y="82397"/>
                </a:lnTo>
                <a:lnTo>
                  <a:pt x="1428953" y="117449"/>
                </a:lnTo>
                <a:lnTo>
                  <a:pt x="1428953" y="167843"/>
                </a:lnTo>
                <a:lnTo>
                  <a:pt x="1428953" y="202895"/>
                </a:lnTo>
                <a:lnTo>
                  <a:pt x="1331315" y="202895"/>
                </a:lnTo>
                <a:lnTo>
                  <a:pt x="1331315" y="167843"/>
                </a:lnTo>
                <a:lnTo>
                  <a:pt x="1428953" y="167843"/>
                </a:lnTo>
                <a:lnTo>
                  <a:pt x="1428953" y="117449"/>
                </a:lnTo>
                <a:lnTo>
                  <a:pt x="1331315" y="117449"/>
                </a:lnTo>
                <a:lnTo>
                  <a:pt x="1331315" y="82397"/>
                </a:lnTo>
                <a:lnTo>
                  <a:pt x="1428953" y="82397"/>
                </a:lnTo>
                <a:lnTo>
                  <a:pt x="1428953" y="25908"/>
                </a:lnTo>
                <a:lnTo>
                  <a:pt x="1262735" y="25908"/>
                </a:lnTo>
                <a:lnTo>
                  <a:pt x="1262735" y="259372"/>
                </a:lnTo>
                <a:lnTo>
                  <a:pt x="1497533" y="259372"/>
                </a:lnTo>
                <a:lnTo>
                  <a:pt x="1497533" y="202895"/>
                </a:lnTo>
                <a:lnTo>
                  <a:pt x="1497533" y="167843"/>
                </a:lnTo>
                <a:lnTo>
                  <a:pt x="1497533" y="117449"/>
                </a:lnTo>
                <a:lnTo>
                  <a:pt x="1497533" y="82397"/>
                </a:lnTo>
                <a:lnTo>
                  <a:pt x="1497533" y="25908"/>
                </a:lnTo>
                <a:close/>
              </a:path>
              <a:path w="1831975" h="604519">
                <a:moveTo>
                  <a:pt x="1817852" y="27444"/>
                </a:moveTo>
                <a:lnTo>
                  <a:pt x="1522006" y="27444"/>
                </a:lnTo>
                <a:lnTo>
                  <a:pt x="1522006" y="86969"/>
                </a:lnTo>
                <a:lnTo>
                  <a:pt x="1619542" y="86969"/>
                </a:lnTo>
                <a:lnTo>
                  <a:pt x="1618132" y="98425"/>
                </a:lnTo>
                <a:lnTo>
                  <a:pt x="1616303" y="110032"/>
                </a:lnTo>
                <a:lnTo>
                  <a:pt x="1614182" y="121945"/>
                </a:lnTo>
                <a:lnTo>
                  <a:pt x="1611922" y="134315"/>
                </a:lnTo>
                <a:lnTo>
                  <a:pt x="1532674" y="134315"/>
                </a:lnTo>
                <a:lnTo>
                  <a:pt x="1532674" y="385965"/>
                </a:lnTo>
                <a:lnTo>
                  <a:pt x="1601254" y="385965"/>
                </a:lnTo>
                <a:lnTo>
                  <a:pt x="1601254" y="195275"/>
                </a:lnTo>
                <a:lnTo>
                  <a:pt x="1730895" y="195275"/>
                </a:lnTo>
                <a:lnTo>
                  <a:pt x="1730895" y="387489"/>
                </a:lnTo>
                <a:lnTo>
                  <a:pt x="1799564" y="387489"/>
                </a:lnTo>
                <a:lnTo>
                  <a:pt x="1799564" y="195275"/>
                </a:lnTo>
                <a:lnTo>
                  <a:pt x="1799564" y="134315"/>
                </a:lnTo>
                <a:lnTo>
                  <a:pt x="1686699" y="134315"/>
                </a:lnTo>
                <a:lnTo>
                  <a:pt x="1691271" y="111175"/>
                </a:lnTo>
                <a:lnTo>
                  <a:pt x="1693557" y="99275"/>
                </a:lnTo>
                <a:lnTo>
                  <a:pt x="1695843" y="86969"/>
                </a:lnTo>
                <a:lnTo>
                  <a:pt x="1817852" y="86969"/>
                </a:lnTo>
                <a:lnTo>
                  <a:pt x="1817852" y="27444"/>
                </a:lnTo>
                <a:close/>
              </a:path>
              <a:path w="1831975" h="604519">
                <a:moveTo>
                  <a:pt x="1831568" y="512546"/>
                </a:moveTo>
                <a:lnTo>
                  <a:pt x="1784324" y="514070"/>
                </a:lnTo>
                <a:lnTo>
                  <a:pt x="1830044" y="459206"/>
                </a:lnTo>
                <a:lnTo>
                  <a:pt x="1798027" y="437146"/>
                </a:lnTo>
                <a:lnTo>
                  <a:pt x="1785086" y="428637"/>
                </a:lnTo>
                <a:lnTo>
                  <a:pt x="1776615" y="423062"/>
                </a:lnTo>
                <a:lnTo>
                  <a:pt x="1776615" y="514070"/>
                </a:lnTo>
                <a:lnTo>
                  <a:pt x="1554010" y="515594"/>
                </a:lnTo>
                <a:lnTo>
                  <a:pt x="1556778" y="514070"/>
                </a:lnTo>
                <a:lnTo>
                  <a:pt x="1587182" y="497306"/>
                </a:lnTo>
                <a:lnTo>
                  <a:pt x="1615935" y="476719"/>
                </a:lnTo>
                <a:lnTo>
                  <a:pt x="1640420" y="453834"/>
                </a:lnTo>
                <a:lnTo>
                  <a:pt x="1660791" y="428637"/>
                </a:lnTo>
                <a:lnTo>
                  <a:pt x="1690243" y="448665"/>
                </a:lnTo>
                <a:lnTo>
                  <a:pt x="1719275" y="469671"/>
                </a:lnTo>
                <a:lnTo>
                  <a:pt x="1748015" y="491515"/>
                </a:lnTo>
                <a:lnTo>
                  <a:pt x="1776615" y="514070"/>
                </a:lnTo>
                <a:lnTo>
                  <a:pt x="1776615" y="423062"/>
                </a:lnTo>
                <a:lnTo>
                  <a:pt x="1763699" y="414540"/>
                </a:lnTo>
                <a:lnTo>
                  <a:pt x="1727098" y="391388"/>
                </a:lnTo>
                <a:lnTo>
                  <a:pt x="1688223" y="367677"/>
                </a:lnTo>
                <a:lnTo>
                  <a:pt x="1693100" y="347395"/>
                </a:lnTo>
                <a:lnTo>
                  <a:pt x="1696415" y="325526"/>
                </a:lnTo>
                <a:lnTo>
                  <a:pt x="1698294" y="302221"/>
                </a:lnTo>
                <a:lnTo>
                  <a:pt x="1698891" y="277660"/>
                </a:lnTo>
                <a:lnTo>
                  <a:pt x="1698891" y="221183"/>
                </a:lnTo>
                <a:lnTo>
                  <a:pt x="1633258" y="221183"/>
                </a:lnTo>
                <a:lnTo>
                  <a:pt x="1633258" y="274612"/>
                </a:lnTo>
                <a:lnTo>
                  <a:pt x="1630692" y="314299"/>
                </a:lnTo>
                <a:lnTo>
                  <a:pt x="1610118" y="377139"/>
                </a:lnTo>
                <a:lnTo>
                  <a:pt x="1569847" y="418592"/>
                </a:lnTo>
                <a:lnTo>
                  <a:pt x="1515554" y="447332"/>
                </a:lnTo>
                <a:lnTo>
                  <a:pt x="1483817" y="457682"/>
                </a:lnTo>
                <a:lnTo>
                  <a:pt x="1495234" y="470776"/>
                </a:lnTo>
                <a:lnTo>
                  <a:pt x="1506524" y="484733"/>
                </a:lnTo>
                <a:lnTo>
                  <a:pt x="1517535" y="499262"/>
                </a:lnTo>
                <a:lnTo>
                  <a:pt x="1528102" y="514070"/>
                </a:lnTo>
                <a:lnTo>
                  <a:pt x="1501470" y="513194"/>
                </a:lnTo>
                <a:lnTo>
                  <a:pt x="1476578" y="510451"/>
                </a:lnTo>
                <a:lnTo>
                  <a:pt x="1471930" y="509498"/>
                </a:lnTo>
                <a:lnTo>
                  <a:pt x="1453426" y="505714"/>
                </a:lnTo>
                <a:lnTo>
                  <a:pt x="1432001" y="498830"/>
                </a:lnTo>
                <a:lnTo>
                  <a:pt x="1432001" y="460730"/>
                </a:lnTo>
                <a:lnTo>
                  <a:pt x="1432001" y="445490"/>
                </a:lnTo>
                <a:lnTo>
                  <a:pt x="1503629" y="445490"/>
                </a:lnTo>
                <a:lnTo>
                  <a:pt x="1503629" y="385965"/>
                </a:lnTo>
                <a:lnTo>
                  <a:pt x="1432001" y="385965"/>
                </a:lnTo>
                <a:lnTo>
                  <a:pt x="1432001" y="347865"/>
                </a:lnTo>
                <a:lnTo>
                  <a:pt x="1511338" y="347865"/>
                </a:lnTo>
                <a:lnTo>
                  <a:pt x="1511338" y="286804"/>
                </a:lnTo>
                <a:lnTo>
                  <a:pt x="1236827" y="286804"/>
                </a:lnTo>
                <a:lnTo>
                  <a:pt x="1236827" y="347865"/>
                </a:lnTo>
                <a:lnTo>
                  <a:pt x="1357223" y="347865"/>
                </a:lnTo>
                <a:lnTo>
                  <a:pt x="1357223" y="460730"/>
                </a:lnTo>
                <a:lnTo>
                  <a:pt x="1349489" y="455663"/>
                </a:lnTo>
                <a:lnTo>
                  <a:pt x="1342174" y="449859"/>
                </a:lnTo>
                <a:lnTo>
                  <a:pt x="1328267" y="437781"/>
                </a:lnTo>
                <a:lnTo>
                  <a:pt x="1329143" y="421754"/>
                </a:lnTo>
                <a:lnTo>
                  <a:pt x="1329601" y="405587"/>
                </a:lnTo>
                <a:lnTo>
                  <a:pt x="1329740" y="391388"/>
                </a:lnTo>
                <a:lnTo>
                  <a:pt x="1329791" y="372249"/>
                </a:lnTo>
                <a:lnTo>
                  <a:pt x="1264259" y="372249"/>
                </a:lnTo>
                <a:lnTo>
                  <a:pt x="1262240" y="427228"/>
                </a:lnTo>
                <a:lnTo>
                  <a:pt x="1256068" y="473481"/>
                </a:lnTo>
                <a:lnTo>
                  <a:pt x="1245616" y="511429"/>
                </a:lnTo>
                <a:lnTo>
                  <a:pt x="1230731" y="541502"/>
                </a:lnTo>
                <a:lnTo>
                  <a:pt x="1248143" y="559041"/>
                </a:lnTo>
                <a:lnTo>
                  <a:pt x="1263688" y="575119"/>
                </a:lnTo>
                <a:lnTo>
                  <a:pt x="1277239" y="590029"/>
                </a:lnTo>
                <a:lnTo>
                  <a:pt x="1288643" y="604088"/>
                </a:lnTo>
                <a:lnTo>
                  <a:pt x="1299222" y="585241"/>
                </a:lnTo>
                <a:lnTo>
                  <a:pt x="1308074" y="563118"/>
                </a:lnTo>
                <a:lnTo>
                  <a:pt x="1315224" y="537819"/>
                </a:lnTo>
                <a:lnTo>
                  <a:pt x="1320647" y="509498"/>
                </a:lnTo>
                <a:lnTo>
                  <a:pt x="1335532" y="521500"/>
                </a:lnTo>
                <a:lnTo>
                  <a:pt x="1381709" y="550748"/>
                </a:lnTo>
                <a:lnTo>
                  <a:pt x="1431213" y="569607"/>
                </a:lnTo>
                <a:lnTo>
                  <a:pt x="1496809" y="579323"/>
                </a:lnTo>
                <a:lnTo>
                  <a:pt x="1578394" y="582752"/>
                </a:lnTo>
                <a:lnTo>
                  <a:pt x="1810232" y="582752"/>
                </a:lnTo>
                <a:lnTo>
                  <a:pt x="1814207" y="564705"/>
                </a:lnTo>
                <a:lnTo>
                  <a:pt x="1819186" y="547077"/>
                </a:lnTo>
                <a:lnTo>
                  <a:pt x="1825015" y="529729"/>
                </a:lnTo>
                <a:lnTo>
                  <a:pt x="1830412" y="515594"/>
                </a:lnTo>
                <a:lnTo>
                  <a:pt x="1830984" y="514070"/>
                </a:lnTo>
                <a:lnTo>
                  <a:pt x="1831568" y="51254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630917" y="649795"/>
            <a:ext cx="1216025" cy="598170"/>
          </a:xfrm>
          <a:custGeom>
            <a:avLst/>
            <a:gdLst/>
            <a:ahLst/>
            <a:cxnLst/>
            <a:rect l="l" t="t" r="r" b="b"/>
            <a:pathLst>
              <a:path w="1216025" h="598169">
                <a:moveTo>
                  <a:pt x="160121" y="13728"/>
                </a:moveTo>
                <a:lnTo>
                  <a:pt x="88493" y="0"/>
                </a:lnTo>
                <a:lnTo>
                  <a:pt x="78447" y="46278"/>
                </a:lnTo>
                <a:lnTo>
                  <a:pt x="66573" y="92049"/>
                </a:lnTo>
                <a:lnTo>
                  <a:pt x="52819" y="137312"/>
                </a:lnTo>
                <a:lnTo>
                  <a:pt x="37172" y="182067"/>
                </a:lnTo>
                <a:lnTo>
                  <a:pt x="19583" y="226301"/>
                </a:lnTo>
                <a:lnTo>
                  <a:pt x="0" y="270040"/>
                </a:lnTo>
                <a:lnTo>
                  <a:pt x="6337" y="304165"/>
                </a:lnTo>
                <a:lnTo>
                  <a:pt x="12192" y="335432"/>
                </a:lnTo>
                <a:lnTo>
                  <a:pt x="16713" y="360692"/>
                </a:lnTo>
                <a:lnTo>
                  <a:pt x="19812" y="381393"/>
                </a:lnTo>
                <a:lnTo>
                  <a:pt x="29857" y="363080"/>
                </a:lnTo>
                <a:lnTo>
                  <a:pt x="39484" y="344766"/>
                </a:lnTo>
                <a:lnTo>
                  <a:pt x="48831" y="326440"/>
                </a:lnTo>
                <a:lnTo>
                  <a:pt x="58013" y="308140"/>
                </a:lnTo>
                <a:lnTo>
                  <a:pt x="58013" y="587324"/>
                </a:lnTo>
                <a:lnTo>
                  <a:pt x="128117" y="587324"/>
                </a:lnTo>
                <a:lnTo>
                  <a:pt x="128117" y="308140"/>
                </a:lnTo>
                <a:lnTo>
                  <a:pt x="128117" y="129743"/>
                </a:lnTo>
                <a:lnTo>
                  <a:pt x="136982" y="100863"/>
                </a:lnTo>
                <a:lnTo>
                  <a:pt x="145262" y="71729"/>
                </a:lnTo>
                <a:lnTo>
                  <a:pt x="152984" y="42595"/>
                </a:lnTo>
                <a:lnTo>
                  <a:pt x="160121" y="13728"/>
                </a:lnTo>
                <a:close/>
              </a:path>
              <a:path w="1216025" h="598169">
                <a:moveTo>
                  <a:pt x="373672" y="26009"/>
                </a:moveTo>
                <a:lnTo>
                  <a:pt x="163169" y="26009"/>
                </a:lnTo>
                <a:lnTo>
                  <a:pt x="163169" y="99161"/>
                </a:lnTo>
                <a:lnTo>
                  <a:pt x="198323" y="99161"/>
                </a:lnTo>
                <a:lnTo>
                  <a:pt x="188899" y="158051"/>
                </a:lnTo>
                <a:lnTo>
                  <a:pt x="174459" y="213207"/>
                </a:lnTo>
                <a:lnTo>
                  <a:pt x="155155" y="264350"/>
                </a:lnTo>
                <a:lnTo>
                  <a:pt x="131165" y="311188"/>
                </a:lnTo>
                <a:lnTo>
                  <a:pt x="142049" y="332130"/>
                </a:lnTo>
                <a:lnTo>
                  <a:pt x="151930" y="351472"/>
                </a:lnTo>
                <a:lnTo>
                  <a:pt x="160959" y="369366"/>
                </a:lnTo>
                <a:lnTo>
                  <a:pt x="169265" y="385965"/>
                </a:lnTo>
                <a:lnTo>
                  <a:pt x="175882" y="376796"/>
                </a:lnTo>
                <a:lnTo>
                  <a:pt x="182079" y="367487"/>
                </a:lnTo>
                <a:lnTo>
                  <a:pt x="187985" y="357886"/>
                </a:lnTo>
                <a:lnTo>
                  <a:pt x="193751" y="347865"/>
                </a:lnTo>
                <a:lnTo>
                  <a:pt x="208559" y="360692"/>
                </a:lnTo>
                <a:lnTo>
                  <a:pt x="223088" y="373964"/>
                </a:lnTo>
                <a:lnTo>
                  <a:pt x="237032" y="387502"/>
                </a:lnTo>
                <a:lnTo>
                  <a:pt x="250139" y="401205"/>
                </a:lnTo>
                <a:lnTo>
                  <a:pt x="228434" y="438404"/>
                </a:lnTo>
                <a:lnTo>
                  <a:pt x="202311" y="472147"/>
                </a:lnTo>
                <a:lnTo>
                  <a:pt x="171869" y="502450"/>
                </a:lnTo>
                <a:lnTo>
                  <a:pt x="137261" y="529310"/>
                </a:lnTo>
                <a:lnTo>
                  <a:pt x="153809" y="545109"/>
                </a:lnTo>
                <a:lnTo>
                  <a:pt x="169087" y="560451"/>
                </a:lnTo>
                <a:lnTo>
                  <a:pt x="182956" y="575487"/>
                </a:lnTo>
                <a:lnTo>
                  <a:pt x="195275" y="590372"/>
                </a:lnTo>
                <a:lnTo>
                  <a:pt x="228282" y="564235"/>
                </a:lnTo>
                <a:lnTo>
                  <a:pt x="257822" y="534339"/>
                </a:lnTo>
                <a:lnTo>
                  <a:pt x="283895" y="500672"/>
                </a:lnTo>
                <a:lnTo>
                  <a:pt x="306489" y="463232"/>
                </a:lnTo>
                <a:lnTo>
                  <a:pt x="325615" y="421995"/>
                </a:lnTo>
                <a:lnTo>
                  <a:pt x="341274" y="376974"/>
                </a:lnTo>
                <a:lnTo>
                  <a:pt x="348526" y="347865"/>
                </a:lnTo>
                <a:lnTo>
                  <a:pt x="353441" y="328142"/>
                </a:lnTo>
                <a:lnTo>
                  <a:pt x="353720" y="326428"/>
                </a:lnTo>
                <a:lnTo>
                  <a:pt x="362140" y="275488"/>
                </a:lnTo>
                <a:lnTo>
                  <a:pt x="366166" y="231940"/>
                </a:lnTo>
                <a:lnTo>
                  <a:pt x="367360" y="219011"/>
                </a:lnTo>
                <a:lnTo>
                  <a:pt x="369100" y="158699"/>
                </a:lnTo>
                <a:lnTo>
                  <a:pt x="294335" y="158699"/>
                </a:lnTo>
                <a:lnTo>
                  <a:pt x="294335" y="231940"/>
                </a:lnTo>
                <a:lnTo>
                  <a:pt x="292595" y="256781"/>
                </a:lnTo>
                <a:lnTo>
                  <a:pt x="289572" y="280898"/>
                </a:lnTo>
                <a:lnTo>
                  <a:pt x="285115" y="304165"/>
                </a:lnTo>
                <a:lnTo>
                  <a:pt x="279095" y="326428"/>
                </a:lnTo>
                <a:lnTo>
                  <a:pt x="266014" y="315264"/>
                </a:lnTo>
                <a:lnTo>
                  <a:pt x="252234" y="304520"/>
                </a:lnTo>
                <a:lnTo>
                  <a:pt x="224231" y="283756"/>
                </a:lnTo>
                <a:lnTo>
                  <a:pt x="229654" y="271157"/>
                </a:lnTo>
                <a:lnTo>
                  <a:pt x="234518" y="258419"/>
                </a:lnTo>
                <a:lnTo>
                  <a:pt x="238798" y="245389"/>
                </a:lnTo>
                <a:lnTo>
                  <a:pt x="242519" y="231940"/>
                </a:lnTo>
                <a:lnTo>
                  <a:pt x="294335" y="231940"/>
                </a:lnTo>
                <a:lnTo>
                  <a:pt x="294335" y="158699"/>
                </a:lnTo>
                <a:lnTo>
                  <a:pt x="260807" y="158699"/>
                </a:lnTo>
                <a:lnTo>
                  <a:pt x="264185" y="144678"/>
                </a:lnTo>
                <a:lnTo>
                  <a:pt x="267284" y="130073"/>
                </a:lnTo>
                <a:lnTo>
                  <a:pt x="269798" y="114896"/>
                </a:lnTo>
                <a:lnTo>
                  <a:pt x="271475" y="99161"/>
                </a:lnTo>
                <a:lnTo>
                  <a:pt x="373672" y="99161"/>
                </a:lnTo>
                <a:lnTo>
                  <a:pt x="373672" y="26009"/>
                </a:lnTo>
                <a:close/>
              </a:path>
              <a:path w="1216025" h="598169">
                <a:moveTo>
                  <a:pt x="462165" y="50393"/>
                </a:moveTo>
                <a:lnTo>
                  <a:pt x="395008" y="50393"/>
                </a:lnTo>
                <a:lnTo>
                  <a:pt x="395008" y="454634"/>
                </a:lnTo>
                <a:lnTo>
                  <a:pt x="462165" y="454634"/>
                </a:lnTo>
                <a:lnTo>
                  <a:pt x="462165" y="50393"/>
                </a:lnTo>
                <a:close/>
              </a:path>
              <a:path w="1216025" h="598169">
                <a:moveTo>
                  <a:pt x="573417" y="6108"/>
                </a:moveTo>
                <a:lnTo>
                  <a:pt x="498741" y="6108"/>
                </a:lnTo>
                <a:lnTo>
                  <a:pt x="498741" y="463778"/>
                </a:lnTo>
                <a:lnTo>
                  <a:pt x="496760" y="480656"/>
                </a:lnTo>
                <a:lnTo>
                  <a:pt x="490931" y="492544"/>
                </a:lnTo>
                <a:lnTo>
                  <a:pt x="481380" y="499567"/>
                </a:lnTo>
                <a:lnTo>
                  <a:pt x="468515" y="501840"/>
                </a:lnTo>
                <a:lnTo>
                  <a:pt x="454456" y="501827"/>
                </a:lnTo>
                <a:lnTo>
                  <a:pt x="438264" y="501497"/>
                </a:lnTo>
                <a:lnTo>
                  <a:pt x="419506" y="500595"/>
                </a:lnTo>
                <a:lnTo>
                  <a:pt x="398056" y="498830"/>
                </a:lnTo>
                <a:lnTo>
                  <a:pt x="402577" y="522871"/>
                </a:lnTo>
                <a:lnTo>
                  <a:pt x="406819" y="544791"/>
                </a:lnTo>
                <a:lnTo>
                  <a:pt x="410489" y="564705"/>
                </a:lnTo>
                <a:lnTo>
                  <a:pt x="413296" y="582752"/>
                </a:lnTo>
                <a:lnTo>
                  <a:pt x="465924" y="582561"/>
                </a:lnTo>
                <a:lnTo>
                  <a:pt x="504837" y="581228"/>
                </a:lnTo>
                <a:lnTo>
                  <a:pt x="546620" y="565365"/>
                </a:lnTo>
                <a:lnTo>
                  <a:pt x="569036" y="529170"/>
                </a:lnTo>
                <a:lnTo>
                  <a:pt x="572884" y="501878"/>
                </a:lnTo>
                <a:lnTo>
                  <a:pt x="573417" y="492734"/>
                </a:lnTo>
                <a:lnTo>
                  <a:pt x="573417" y="6108"/>
                </a:lnTo>
                <a:close/>
              </a:path>
              <a:path w="1216025" h="598169">
                <a:moveTo>
                  <a:pt x="883069" y="19812"/>
                </a:moveTo>
                <a:lnTo>
                  <a:pt x="812876" y="19812"/>
                </a:lnTo>
                <a:lnTo>
                  <a:pt x="812876" y="76301"/>
                </a:lnTo>
                <a:lnTo>
                  <a:pt x="812876" y="111353"/>
                </a:lnTo>
                <a:lnTo>
                  <a:pt x="812876" y="161747"/>
                </a:lnTo>
                <a:lnTo>
                  <a:pt x="812876" y="196799"/>
                </a:lnTo>
                <a:lnTo>
                  <a:pt x="716762" y="196799"/>
                </a:lnTo>
                <a:lnTo>
                  <a:pt x="716762" y="161747"/>
                </a:lnTo>
                <a:lnTo>
                  <a:pt x="812876" y="161747"/>
                </a:lnTo>
                <a:lnTo>
                  <a:pt x="812876" y="111353"/>
                </a:lnTo>
                <a:lnTo>
                  <a:pt x="716762" y="111353"/>
                </a:lnTo>
                <a:lnTo>
                  <a:pt x="716762" y="76301"/>
                </a:lnTo>
                <a:lnTo>
                  <a:pt x="812876" y="76301"/>
                </a:lnTo>
                <a:lnTo>
                  <a:pt x="812876" y="19812"/>
                </a:lnTo>
                <a:lnTo>
                  <a:pt x="646658" y="19812"/>
                </a:lnTo>
                <a:lnTo>
                  <a:pt x="646658" y="253276"/>
                </a:lnTo>
                <a:lnTo>
                  <a:pt x="883069" y="253276"/>
                </a:lnTo>
                <a:lnTo>
                  <a:pt x="883069" y="196799"/>
                </a:lnTo>
                <a:lnTo>
                  <a:pt x="883069" y="161747"/>
                </a:lnTo>
                <a:lnTo>
                  <a:pt x="883069" y="111353"/>
                </a:lnTo>
                <a:lnTo>
                  <a:pt x="883069" y="76301"/>
                </a:lnTo>
                <a:lnTo>
                  <a:pt x="883069" y="19812"/>
                </a:lnTo>
                <a:close/>
              </a:path>
              <a:path w="1216025" h="598169">
                <a:moveTo>
                  <a:pt x="1201775" y="21348"/>
                </a:moveTo>
                <a:lnTo>
                  <a:pt x="905929" y="21348"/>
                </a:lnTo>
                <a:lnTo>
                  <a:pt x="905929" y="80873"/>
                </a:lnTo>
                <a:lnTo>
                  <a:pt x="1003465" y="80873"/>
                </a:lnTo>
                <a:lnTo>
                  <a:pt x="1002055" y="92329"/>
                </a:lnTo>
                <a:lnTo>
                  <a:pt x="1000226" y="103936"/>
                </a:lnTo>
                <a:lnTo>
                  <a:pt x="998105" y="115849"/>
                </a:lnTo>
                <a:lnTo>
                  <a:pt x="995845" y="128219"/>
                </a:lnTo>
                <a:lnTo>
                  <a:pt x="916597" y="128219"/>
                </a:lnTo>
                <a:lnTo>
                  <a:pt x="916597" y="379869"/>
                </a:lnTo>
                <a:lnTo>
                  <a:pt x="985177" y="379869"/>
                </a:lnTo>
                <a:lnTo>
                  <a:pt x="985177" y="189179"/>
                </a:lnTo>
                <a:lnTo>
                  <a:pt x="1114818" y="189179"/>
                </a:lnTo>
                <a:lnTo>
                  <a:pt x="1114818" y="381393"/>
                </a:lnTo>
                <a:lnTo>
                  <a:pt x="1183487" y="381393"/>
                </a:lnTo>
                <a:lnTo>
                  <a:pt x="1183487" y="189179"/>
                </a:lnTo>
                <a:lnTo>
                  <a:pt x="1183487" y="128219"/>
                </a:lnTo>
                <a:lnTo>
                  <a:pt x="1072146" y="128219"/>
                </a:lnTo>
                <a:lnTo>
                  <a:pt x="1073543" y="116700"/>
                </a:lnTo>
                <a:lnTo>
                  <a:pt x="1075385" y="105079"/>
                </a:lnTo>
                <a:lnTo>
                  <a:pt x="1077493" y="93179"/>
                </a:lnTo>
                <a:lnTo>
                  <a:pt x="1079766" y="80873"/>
                </a:lnTo>
                <a:lnTo>
                  <a:pt x="1201775" y="80873"/>
                </a:lnTo>
                <a:lnTo>
                  <a:pt x="1201775" y="21348"/>
                </a:lnTo>
                <a:close/>
              </a:path>
              <a:path w="1216025" h="598169">
                <a:moveTo>
                  <a:pt x="1215491" y="453110"/>
                </a:moveTo>
                <a:lnTo>
                  <a:pt x="1182585" y="431050"/>
                </a:lnTo>
                <a:lnTo>
                  <a:pt x="1169492" y="422541"/>
                </a:lnTo>
                <a:lnTo>
                  <a:pt x="1160627" y="416788"/>
                </a:lnTo>
                <a:lnTo>
                  <a:pt x="1160627" y="507974"/>
                </a:lnTo>
                <a:lnTo>
                  <a:pt x="937933" y="509498"/>
                </a:lnTo>
                <a:lnTo>
                  <a:pt x="999896" y="470623"/>
                </a:lnTo>
                <a:lnTo>
                  <a:pt x="1044714" y="422541"/>
                </a:lnTo>
                <a:lnTo>
                  <a:pt x="1074166" y="442569"/>
                </a:lnTo>
                <a:lnTo>
                  <a:pt x="1103198" y="463575"/>
                </a:lnTo>
                <a:lnTo>
                  <a:pt x="1131976" y="485419"/>
                </a:lnTo>
                <a:lnTo>
                  <a:pt x="1160627" y="507974"/>
                </a:lnTo>
                <a:lnTo>
                  <a:pt x="1160627" y="416788"/>
                </a:lnTo>
                <a:lnTo>
                  <a:pt x="1147813" y="408444"/>
                </a:lnTo>
                <a:lnTo>
                  <a:pt x="1111046" y="385292"/>
                </a:lnTo>
                <a:lnTo>
                  <a:pt x="1072146" y="361581"/>
                </a:lnTo>
                <a:lnTo>
                  <a:pt x="1077023" y="341299"/>
                </a:lnTo>
                <a:lnTo>
                  <a:pt x="1080338" y="319430"/>
                </a:lnTo>
                <a:lnTo>
                  <a:pt x="1082217" y="296125"/>
                </a:lnTo>
                <a:lnTo>
                  <a:pt x="1082814" y="271564"/>
                </a:lnTo>
                <a:lnTo>
                  <a:pt x="1082814" y="215087"/>
                </a:lnTo>
                <a:lnTo>
                  <a:pt x="1017282" y="215087"/>
                </a:lnTo>
                <a:lnTo>
                  <a:pt x="1017282" y="268516"/>
                </a:lnTo>
                <a:lnTo>
                  <a:pt x="1014691" y="308203"/>
                </a:lnTo>
                <a:lnTo>
                  <a:pt x="994054" y="371043"/>
                </a:lnTo>
                <a:lnTo>
                  <a:pt x="953770" y="412496"/>
                </a:lnTo>
                <a:lnTo>
                  <a:pt x="899477" y="441236"/>
                </a:lnTo>
                <a:lnTo>
                  <a:pt x="867740" y="451586"/>
                </a:lnTo>
                <a:lnTo>
                  <a:pt x="879843" y="464680"/>
                </a:lnTo>
                <a:lnTo>
                  <a:pt x="891057" y="478637"/>
                </a:lnTo>
                <a:lnTo>
                  <a:pt x="901687" y="493166"/>
                </a:lnTo>
                <a:lnTo>
                  <a:pt x="912025" y="507974"/>
                </a:lnTo>
                <a:lnTo>
                  <a:pt x="885431" y="507098"/>
                </a:lnTo>
                <a:lnTo>
                  <a:pt x="860539" y="504355"/>
                </a:lnTo>
                <a:lnTo>
                  <a:pt x="855878" y="503402"/>
                </a:lnTo>
                <a:lnTo>
                  <a:pt x="837361" y="499618"/>
                </a:lnTo>
                <a:lnTo>
                  <a:pt x="815924" y="492734"/>
                </a:lnTo>
                <a:lnTo>
                  <a:pt x="815924" y="454634"/>
                </a:lnTo>
                <a:lnTo>
                  <a:pt x="815924" y="439394"/>
                </a:lnTo>
                <a:lnTo>
                  <a:pt x="887641" y="439394"/>
                </a:lnTo>
                <a:lnTo>
                  <a:pt x="887641" y="379869"/>
                </a:lnTo>
                <a:lnTo>
                  <a:pt x="815924" y="379869"/>
                </a:lnTo>
                <a:lnTo>
                  <a:pt x="815924" y="341769"/>
                </a:lnTo>
                <a:lnTo>
                  <a:pt x="896785" y="341769"/>
                </a:lnTo>
                <a:lnTo>
                  <a:pt x="896785" y="280708"/>
                </a:lnTo>
                <a:lnTo>
                  <a:pt x="620750" y="280708"/>
                </a:lnTo>
                <a:lnTo>
                  <a:pt x="620750" y="341769"/>
                </a:lnTo>
                <a:lnTo>
                  <a:pt x="741248" y="341769"/>
                </a:lnTo>
                <a:lnTo>
                  <a:pt x="741248" y="454634"/>
                </a:lnTo>
                <a:lnTo>
                  <a:pt x="734085" y="449567"/>
                </a:lnTo>
                <a:lnTo>
                  <a:pt x="726681" y="443763"/>
                </a:lnTo>
                <a:lnTo>
                  <a:pt x="719289" y="437667"/>
                </a:lnTo>
                <a:lnTo>
                  <a:pt x="712190" y="431685"/>
                </a:lnTo>
                <a:lnTo>
                  <a:pt x="713066" y="415658"/>
                </a:lnTo>
                <a:lnTo>
                  <a:pt x="713524" y="399491"/>
                </a:lnTo>
                <a:lnTo>
                  <a:pt x="713663" y="385292"/>
                </a:lnTo>
                <a:lnTo>
                  <a:pt x="713714" y="366153"/>
                </a:lnTo>
                <a:lnTo>
                  <a:pt x="648182" y="366153"/>
                </a:lnTo>
                <a:lnTo>
                  <a:pt x="646163" y="421132"/>
                </a:lnTo>
                <a:lnTo>
                  <a:pt x="639991" y="467385"/>
                </a:lnTo>
                <a:lnTo>
                  <a:pt x="629539" y="505333"/>
                </a:lnTo>
                <a:lnTo>
                  <a:pt x="614654" y="535406"/>
                </a:lnTo>
                <a:lnTo>
                  <a:pt x="632079" y="552945"/>
                </a:lnTo>
                <a:lnTo>
                  <a:pt x="647801" y="569023"/>
                </a:lnTo>
                <a:lnTo>
                  <a:pt x="661809" y="583933"/>
                </a:lnTo>
                <a:lnTo>
                  <a:pt x="674090" y="597992"/>
                </a:lnTo>
                <a:lnTo>
                  <a:pt x="683780" y="579145"/>
                </a:lnTo>
                <a:lnTo>
                  <a:pt x="692188" y="557022"/>
                </a:lnTo>
                <a:lnTo>
                  <a:pt x="699160" y="531723"/>
                </a:lnTo>
                <a:lnTo>
                  <a:pt x="704570" y="503402"/>
                </a:lnTo>
                <a:lnTo>
                  <a:pt x="719493" y="515404"/>
                </a:lnTo>
                <a:lnTo>
                  <a:pt x="767156" y="544652"/>
                </a:lnTo>
                <a:lnTo>
                  <a:pt x="815162" y="563511"/>
                </a:lnTo>
                <a:lnTo>
                  <a:pt x="880732" y="573227"/>
                </a:lnTo>
                <a:lnTo>
                  <a:pt x="962317" y="576656"/>
                </a:lnTo>
                <a:lnTo>
                  <a:pt x="1194155" y="576656"/>
                </a:lnTo>
                <a:lnTo>
                  <a:pt x="1198778" y="558609"/>
                </a:lnTo>
                <a:lnTo>
                  <a:pt x="1203680" y="540981"/>
                </a:lnTo>
                <a:lnTo>
                  <a:pt x="1209154" y="523633"/>
                </a:lnTo>
                <a:lnTo>
                  <a:pt x="1214374" y="509498"/>
                </a:lnTo>
                <a:lnTo>
                  <a:pt x="1214932" y="507974"/>
                </a:lnTo>
                <a:lnTo>
                  <a:pt x="1215491" y="506450"/>
                </a:lnTo>
                <a:lnTo>
                  <a:pt x="1168247" y="507974"/>
                </a:lnTo>
                <a:lnTo>
                  <a:pt x="1215491" y="45311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598104" y="1882330"/>
            <a:ext cx="851535" cy="427355"/>
          </a:xfrm>
          <a:custGeom>
            <a:avLst/>
            <a:gdLst/>
            <a:ahLst/>
            <a:cxnLst/>
            <a:rect l="l" t="t" r="r" b="b"/>
            <a:pathLst>
              <a:path w="851535" h="427355">
                <a:moveTo>
                  <a:pt x="425475" y="30480"/>
                </a:moveTo>
                <a:lnTo>
                  <a:pt x="0" y="30480"/>
                </a:lnTo>
                <a:lnTo>
                  <a:pt x="0" y="65633"/>
                </a:lnTo>
                <a:lnTo>
                  <a:pt x="172300" y="65633"/>
                </a:lnTo>
                <a:lnTo>
                  <a:pt x="172300" y="422529"/>
                </a:lnTo>
                <a:lnTo>
                  <a:pt x="211924" y="422529"/>
                </a:lnTo>
                <a:lnTo>
                  <a:pt x="211924" y="166306"/>
                </a:lnTo>
                <a:lnTo>
                  <a:pt x="258038" y="194602"/>
                </a:lnTo>
                <a:lnTo>
                  <a:pt x="300405" y="222326"/>
                </a:lnTo>
                <a:lnTo>
                  <a:pt x="339318" y="249504"/>
                </a:lnTo>
                <a:lnTo>
                  <a:pt x="375094" y="276136"/>
                </a:lnTo>
                <a:lnTo>
                  <a:pt x="401002" y="239458"/>
                </a:lnTo>
                <a:lnTo>
                  <a:pt x="364705" y="215531"/>
                </a:lnTo>
                <a:lnTo>
                  <a:pt x="324408" y="189738"/>
                </a:lnTo>
                <a:lnTo>
                  <a:pt x="280085" y="162483"/>
                </a:lnTo>
                <a:lnTo>
                  <a:pt x="231736" y="134213"/>
                </a:lnTo>
                <a:lnTo>
                  <a:pt x="211924" y="161734"/>
                </a:lnTo>
                <a:lnTo>
                  <a:pt x="211924" y="65633"/>
                </a:lnTo>
                <a:lnTo>
                  <a:pt x="425475" y="65633"/>
                </a:lnTo>
                <a:lnTo>
                  <a:pt x="425475" y="30480"/>
                </a:lnTo>
                <a:close/>
              </a:path>
              <a:path w="851535" h="427355">
                <a:moveTo>
                  <a:pt x="701509" y="16764"/>
                </a:moveTo>
                <a:lnTo>
                  <a:pt x="455955" y="16764"/>
                </a:lnTo>
                <a:lnTo>
                  <a:pt x="455955" y="47345"/>
                </a:lnTo>
                <a:lnTo>
                  <a:pt x="542823" y="47345"/>
                </a:lnTo>
                <a:lnTo>
                  <a:pt x="527088" y="93789"/>
                </a:lnTo>
                <a:lnTo>
                  <a:pt x="509079" y="137998"/>
                </a:lnTo>
                <a:lnTo>
                  <a:pt x="488721" y="179870"/>
                </a:lnTo>
                <a:lnTo>
                  <a:pt x="465963" y="219341"/>
                </a:lnTo>
                <a:lnTo>
                  <a:pt x="440715" y="256324"/>
                </a:lnTo>
                <a:lnTo>
                  <a:pt x="445287" y="262877"/>
                </a:lnTo>
                <a:lnTo>
                  <a:pt x="449859" y="270992"/>
                </a:lnTo>
                <a:lnTo>
                  <a:pt x="454431" y="280543"/>
                </a:lnTo>
                <a:lnTo>
                  <a:pt x="459003" y="291376"/>
                </a:lnTo>
                <a:lnTo>
                  <a:pt x="483031" y="258495"/>
                </a:lnTo>
                <a:lnTo>
                  <a:pt x="504913" y="223888"/>
                </a:lnTo>
                <a:lnTo>
                  <a:pt x="524802" y="187566"/>
                </a:lnTo>
                <a:lnTo>
                  <a:pt x="542823" y="149542"/>
                </a:lnTo>
                <a:lnTo>
                  <a:pt x="641985" y="149542"/>
                </a:lnTo>
                <a:lnTo>
                  <a:pt x="634911" y="178701"/>
                </a:lnTo>
                <a:lnTo>
                  <a:pt x="625411" y="206705"/>
                </a:lnTo>
                <a:lnTo>
                  <a:pt x="613905" y="233603"/>
                </a:lnTo>
                <a:lnTo>
                  <a:pt x="600837" y="259372"/>
                </a:lnTo>
                <a:lnTo>
                  <a:pt x="586587" y="245833"/>
                </a:lnTo>
                <a:lnTo>
                  <a:pt x="571487" y="232613"/>
                </a:lnTo>
                <a:lnTo>
                  <a:pt x="539775" y="205930"/>
                </a:lnTo>
                <a:lnTo>
                  <a:pt x="518439" y="230314"/>
                </a:lnTo>
                <a:lnTo>
                  <a:pt x="537006" y="246062"/>
                </a:lnTo>
                <a:lnTo>
                  <a:pt x="553732" y="261073"/>
                </a:lnTo>
                <a:lnTo>
                  <a:pt x="568452" y="275209"/>
                </a:lnTo>
                <a:lnTo>
                  <a:pt x="581025" y="288328"/>
                </a:lnTo>
                <a:lnTo>
                  <a:pt x="557072" y="319227"/>
                </a:lnTo>
                <a:lnTo>
                  <a:pt x="528967" y="348005"/>
                </a:lnTo>
                <a:lnTo>
                  <a:pt x="497141" y="374777"/>
                </a:lnTo>
                <a:lnTo>
                  <a:pt x="462051" y="399681"/>
                </a:lnTo>
                <a:lnTo>
                  <a:pt x="469760" y="406539"/>
                </a:lnTo>
                <a:lnTo>
                  <a:pt x="476910" y="413397"/>
                </a:lnTo>
                <a:lnTo>
                  <a:pt x="483476" y="420255"/>
                </a:lnTo>
                <a:lnTo>
                  <a:pt x="489483" y="427113"/>
                </a:lnTo>
                <a:lnTo>
                  <a:pt x="530377" y="397344"/>
                </a:lnTo>
                <a:lnTo>
                  <a:pt x="566699" y="364236"/>
                </a:lnTo>
                <a:lnTo>
                  <a:pt x="598373" y="327812"/>
                </a:lnTo>
                <a:lnTo>
                  <a:pt x="625322" y="288099"/>
                </a:lnTo>
                <a:lnTo>
                  <a:pt x="647458" y="245135"/>
                </a:lnTo>
                <a:lnTo>
                  <a:pt x="664730" y="198945"/>
                </a:lnTo>
                <a:lnTo>
                  <a:pt x="677037" y="149542"/>
                </a:lnTo>
                <a:lnTo>
                  <a:pt x="677037" y="117449"/>
                </a:lnTo>
                <a:lnTo>
                  <a:pt x="556641" y="117449"/>
                </a:lnTo>
                <a:lnTo>
                  <a:pt x="562356" y="100279"/>
                </a:lnTo>
                <a:lnTo>
                  <a:pt x="568071" y="82969"/>
                </a:lnTo>
                <a:lnTo>
                  <a:pt x="573786" y="65366"/>
                </a:lnTo>
                <a:lnTo>
                  <a:pt x="579501" y="47345"/>
                </a:lnTo>
                <a:lnTo>
                  <a:pt x="701509" y="47345"/>
                </a:lnTo>
                <a:lnTo>
                  <a:pt x="701509" y="16764"/>
                </a:lnTo>
                <a:close/>
              </a:path>
              <a:path w="851535" h="427355">
                <a:moveTo>
                  <a:pt x="753325" y="48869"/>
                </a:moveTo>
                <a:lnTo>
                  <a:pt x="719797" y="48869"/>
                </a:lnTo>
                <a:lnTo>
                  <a:pt x="719797" y="317284"/>
                </a:lnTo>
                <a:lnTo>
                  <a:pt x="753325" y="317284"/>
                </a:lnTo>
                <a:lnTo>
                  <a:pt x="753325" y="48869"/>
                </a:lnTo>
                <a:close/>
              </a:path>
              <a:path w="851535" h="427355">
                <a:moveTo>
                  <a:pt x="850963" y="0"/>
                </a:moveTo>
                <a:lnTo>
                  <a:pt x="815809" y="0"/>
                </a:lnTo>
                <a:lnTo>
                  <a:pt x="815809" y="352437"/>
                </a:lnTo>
                <a:lnTo>
                  <a:pt x="814120" y="365556"/>
                </a:lnTo>
                <a:lnTo>
                  <a:pt x="809142" y="375107"/>
                </a:lnTo>
                <a:lnTo>
                  <a:pt x="801027" y="380936"/>
                </a:lnTo>
                <a:lnTo>
                  <a:pt x="789901" y="382917"/>
                </a:lnTo>
                <a:lnTo>
                  <a:pt x="777278" y="382625"/>
                </a:lnTo>
                <a:lnTo>
                  <a:pt x="762088" y="381774"/>
                </a:lnTo>
                <a:lnTo>
                  <a:pt x="744042" y="380339"/>
                </a:lnTo>
                <a:lnTo>
                  <a:pt x="722845" y="378345"/>
                </a:lnTo>
                <a:lnTo>
                  <a:pt x="725106" y="388391"/>
                </a:lnTo>
                <a:lnTo>
                  <a:pt x="727227" y="398157"/>
                </a:lnTo>
                <a:lnTo>
                  <a:pt x="729056" y="407911"/>
                </a:lnTo>
                <a:lnTo>
                  <a:pt x="730465" y="417969"/>
                </a:lnTo>
                <a:lnTo>
                  <a:pt x="800569" y="417969"/>
                </a:lnTo>
                <a:lnTo>
                  <a:pt x="822629" y="414540"/>
                </a:lnTo>
                <a:lnTo>
                  <a:pt x="838377" y="404253"/>
                </a:lnTo>
                <a:lnTo>
                  <a:pt x="847813" y="387108"/>
                </a:lnTo>
                <a:lnTo>
                  <a:pt x="848360" y="382917"/>
                </a:lnTo>
                <a:lnTo>
                  <a:pt x="850963" y="363105"/>
                </a:lnTo>
                <a:lnTo>
                  <a:pt x="85096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508491" y="1873186"/>
            <a:ext cx="2195195" cy="441325"/>
          </a:xfrm>
          <a:custGeom>
            <a:avLst/>
            <a:gdLst/>
            <a:ahLst/>
            <a:cxnLst/>
            <a:rect l="l" t="t" r="r" b="b"/>
            <a:pathLst>
              <a:path w="2195195" h="441325">
                <a:moveTo>
                  <a:pt x="96113" y="48869"/>
                </a:moveTo>
                <a:lnTo>
                  <a:pt x="65633" y="48869"/>
                </a:lnTo>
                <a:lnTo>
                  <a:pt x="65633" y="77825"/>
                </a:lnTo>
                <a:lnTo>
                  <a:pt x="65633" y="295948"/>
                </a:lnTo>
                <a:lnTo>
                  <a:pt x="30480" y="295948"/>
                </a:lnTo>
                <a:lnTo>
                  <a:pt x="30480" y="77825"/>
                </a:lnTo>
                <a:lnTo>
                  <a:pt x="65633" y="77825"/>
                </a:lnTo>
                <a:lnTo>
                  <a:pt x="65633" y="48869"/>
                </a:lnTo>
                <a:lnTo>
                  <a:pt x="0" y="48869"/>
                </a:lnTo>
                <a:lnTo>
                  <a:pt x="0" y="349288"/>
                </a:lnTo>
                <a:lnTo>
                  <a:pt x="30480" y="349288"/>
                </a:lnTo>
                <a:lnTo>
                  <a:pt x="30480" y="324904"/>
                </a:lnTo>
                <a:lnTo>
                  <a:pt x="96113" y="324904"/>
                </a:lnTo>
                <a:lnTo>
                  <a:pt x="96113" y="295948"/>
                </a:lnTo>
                <a:lnTo>
                  <a:pt x="96113" y="77825"/>
                </a:lnTo>
                <a:lnTo>
                  <a:pt x="96113" y="48869"/>
                </a:lnTo>
                <a:close/>
              </a:path>
              <a:path w="2195195" h="441325">
                <a:moveTo>
                  <a:pt x="245567" y="30480"/>
                </a:moveTo>
                <a:lnTo>
                  <a:pt x="215087" y="30480"/>
                </a:lnTo>
                <a:lnTo>
                  <a:pt x="215087" y="58013"/>
                </a:lnTo>
                <a:lnTo>
                  <a:pt x="215087" y="137261"/>
                </a:lnTo>
                <a:lnTo>
                  <a:pt x="213563" y="137261"/>
                </a:lnTo>
                <a:lnTo>
                  <a:pt x="213563" y="164782"/>
                </a:lnTo>
                <a:lnTo>
                  <a:pt x="213563" y="244030"/>
                </a:lnTo>
                <a:lnTo>
                  <a:pt x="167741" y="244030"/>
                </a:lnTo>
                <a:lnTo>
                  <a:pt x="168821" y="226936"/>
                </a:lnTo>
                <a:lnTo>
                  <a:pt x="169811" y="207835"/>
                </a:lnTo>
                <a:lnTo>
                  <a:pt x="170522" y="187032"/>
                </a:lnTo>
                <a:lnTo>
                  <a:pt x="170789" y="164782"/>
                </a:lnTo>
                <a:lnTo>
                  <a:pt x="213563" y="164782"/>
                </a:lnTo>
                <a:lnTo>
                  <a:pt x="213563" y="137261"/>
                </a:lnTo>
                <a:lnTo>
                  <a:pt x="172313" y="137261"/>
                </a:lnTo>
                <a:lnTo>
                  <a:pt x="172313" y="58013"/>
                </a:lnTo>
                <a:lnTo>
                  <a:pt x="215087" y="58013"/>
                </a:lnTo>
                <a:lnTo>
                  <a:pt x="215087" y="30480"/>
                </a:lnTo>
                <a:lnTo>
                  <a:pt x="108305" y="30480"/>
                </a:lnTo>
                <a:lnTo>
                  <a:pt x="108305" y="58013"/>
                </a:lnTo>
                <a:lnTo>
                  <a:pt x="141833" y="58013"/>
                </a:lnTo>
                <a:lnTo>
                  <a:pt x="141833" y="137261"/>
                </a:lnTo>
                <a:lnTo>
                  <a:pt x="108305" y="137261"/>
                </a:lnTo>
                <a:lnTo>
                  <a:pt x="108305" y="164782"/>
                </a:lnTo>
                <a:lnTo>
                  <a:pt x="141833" y="164782"/>
                </a:lnTo>
                <a:lnTo>
                  <a:pt x="140703" y="186817"/>
                </a:lnTo>
                <a:lnTo>
                  <a:pt x="139573" y="207264"/>
                </a:lnTo>
                <a:lnTo>
                  <a:pt x="138442" y="226301"/>
                </a:lnTo>
                <a:lnTo>
                  <a:pt x="137261" y="244030"/>
                </a:lnTo>
                <a:lnTo>
                  <a:pt x="108305" y="244030"/>
                </a:lnTo>
                <a:lnTo>
                  <a:pt x="108305" y="271564"/>
                </a:lnTo>
                <a:lnTo>
                  <a:pt x="135737" y="271564"/>
                </a:lnTo>
                <a:lnTo>
                  <a:pt x="125971" y="311899"/>
                </a:lnTo>
                <a:lnTo>
                  <a:pt x="110210" y="348386"/>
                </a:lnTo>
                <a:lnTo>
                  <a:pt x="88163" y="381152"/>
                </a:lnTo>
                <a:lnTo>
                  <a:pt x="59537" y="410349"/>
                </a:lnTo>
                <a:lnTo>
                  <a:pt x="65900" y="416966"/>
                </a:lnTo>
                <a:lnTo>
                  <a:pt x="71539" y="423303"/>
                </a:lnTo>
                <a:lnTo>
                  <a:pt x="76898" y="429628"/>
                </a:lnTo>
                <a:lnTo>
                  <a:pt x="82397" y="436257"/>
                </a:lnTo>
                <a:lnTo>
                  <a:pt x="114350" y="401091"/>
                </a:lnTo>
                <a:lnTo>
                  <a:pt x="139166" y="361911"/>
                </a:lnTo>
                <a:lnTo>
                  <a:pt x="156552" y="318731"/>
                </a:lnTo>
                <a:lnTo>
                  <a:pt x="166217" y="271564"/>
                </a:lnTo>
                <a:lnTo>
                  <a:pt x="212039" y="271564"/>
                </a:lnTo>
                <a:lnTo>
                  <a:pt x="211797" y="298399"/>
                </a:lnTo>
                <a:lnTo>
                  <a:pt x="211340" y="318731"/>
                </a:lnTo>
                <a:lnTo>
                  <a:pt x="210743" y="341261"/>
                </a:lnTo>
                <a:lnTo>
                  <a:pt x="210515" y="357009"/>
                </a:lnTo>
                <a:lnTo>
                  <a:pt x="207060" y="370979"/>
                </a:lnTo>
                <a:lnTo>
                  <a:pt x="201168" y="380822"/>
                </a:lnTo>
                <a:lnTo>
                  <a:pt x="192684" y="386359"/>
                </a:lnTo>
                <a:lnTo>
                  <a:pt x="181673" y="387477"/>
                </a:lnTo>
                <a:lnTo>
                  <a:pt x="173215" y="387464"/>
                </a:lnTo>
                <a:lnTo>
                  <a:pt x="162407" y="387299"/>
                </a:lnTo>
                <a:lnTo>
                  <a:pt x="149313" y="386842"/>
                </a:lnTo>
                <a:lnTo>
                  <a:pt x="134213" y="385965"/>
                </a:lnTo>
                <a:lnTo>
                  <a:pt x="136232" y="394843"/>
                </a:lnTo>
                <a:lnTo>
                  <a:pt x="137833" y="403301"/>
                </a:lnTo>
                <a:lnTo>
                  <a:pt x="139141" y="411467"/>
                </a:lnTo>
                <a:lnTo>
                  <a:pt x="140309" y="419493"/>
                </a:lnTo>
                <a:lnTo>
                  <a:pt x="189077" y="419493"/>
                </a:lnTo>
                <a:lnTo>
                  <a:pt x="225933" y="406730"/>
                </a:lnTo>
                <a:lnTo>
                  <a:pt x="240995" y="367677"/>
                </a:lnTo>
                <a:lnTo>
                  <a:pt x="242557" y="303618"/>
                </a:lnTo>
                <a:lnTo>
                  <a:pt x="243433" y="261848"/>
                </a:lnTo>
                <a:lnTo>
                  <a:pt x="244246" y="213626"/>
                </a:lnTo>
                <a:lnTo>
                  <a:pt x="244919" y="158978"/>
                </a:lnTo>
                <a:lnTo>
                  <a:pt x="245389" y="97929"/>
                </a:lnTo>
                <a:lnTo>
                  <a:pt x="245567" y="30480"/>
                </a:lnTo>
                <a:close/>
              </a:path>
              <a:path w="2195195" h="441325">
                <a:moveTo>
                  <a:pt x="410248" y="294424"/>
                </a:moveTo>
                <a:lnTo>
                  <a:pt x="407085" y="263258"/>
                </a:lnTo>
                <a:lnTo>
                  <a:pt x="397484" y="233794"/>
                </a:lnTo>
                <a:lnTo>
                  <a:pt x="381317" y="206044"/>
                </a:lnTo>
                <a:lnTo>
                  <a:pt x="358432" y="180022"/>
                </a:lnTo>
                <a:lnTo>
                  <a:pt x="369011" y="153657"/>
                </a:lnTo>
                <a:lnTo>
                  <a:pt x="380149" y="124891"/>
                </a:lnTo>
                <a:lnTo>
                  <a:pt x="391871" y="93560"/>
                </a:lnTo>
                <a:lnTo>
                  <a:pt x="404152" y="59537"/>
                </a:lnTo>
                <a:lnTo>
                  <a:pt x="404152" y="30480"/>
                </a:lnTo>
                <a:lnTo>
                  <a:pt x="276047" y="30480"/>
                </a:lnTo>
                <a:lnTo>
                  <a:pt x="276047" y="436257"/>
                </a:lnTo>
                <a:lnTo>
                  <a:pt x="306527" y="436257"/>
                </a:lnTo>
                <a:lnTo>
                  <a:pt x="306527" y="59537"/>
                </a:lnTo>
                <a:lnTo>
                  <a:pt x="370624" y="59537"/>
                </a:lnTo>
                <a:lnTo>
                  <a:pt x="360908" y="88087"/>
                </a:lnTo>
                <a:lnTo>
                  <a:pt x="350037" y="118795"/>
                </a:lnTo>
                <a:lnTo>
                  <a:pt x="338010" y="151523"/>
                </a:lnTo>
                <a:lnTo>
                  <a:pt x="324815" y="186118"/>
                </a:lnTo>
                <a:lnTo>
                  <a:pt x="348627" y="213309"/>
                </a:lnTo>
                <a:lnTo>
                  <a:pt x="365277" y="240080"/>
                </a:lnTo>
                <a:lnTo>
                  <a:pt x="375056" y="266573"/>
                </a:lnTo>
                <a:lnTo>
                  <a:pt x="378244" y="292900"/>
                </a:lnTo>
                <a:lnTo>
                  <a:pt x="376504" y="311137"/>
                </a:lnTo>
                <a:lnTo>
                  <a:pt x="371195" y="324523"/>
                </a:lnTo>
                <a:lnTo>
                  <a:pt x="362165" y="332765"/>
                </a:lnTo>
                <a:lnTo>
                  <a:pt x="349288" y="335572"/>
                </a:lnTo>
                <a:lnTo>
                  <a:pt x="340702" y="335026"/>
                </a:lnTo>
                <a:lnTo>
                  <a:pt x="330949" y="333476"/>
                </a:lnTo>
                <a:lnTo>
                  <a:pt x="320065" y="331076"/>
                </a:lnTo>
                <a:lnTo>
                  <a:pt x="308051" y="327952"/>
                </a:lnTo>
                <a:lnTo>
                  <a:pt x="310070" y="337096"/>
                </a:lnTo>
                <a:lnTo>
                  <a:pt x="311670" y="346252"/>
                </a:lnTo>
                <a:lnTo>
                  <a:pt x="312978" y="355422"/>
                </a:lnTo>
                <a:lnTo>
                  <a:pt x="314147" y="364629"/>
                </a:lnTo>
                <a:lnTo>
                  <a:pt x="337045" y="366725"/>
                </a:lnTo>
                <a:lnTo>
                  <a:pt x="346798" y="367411"/>
                </a:lnTo>
                <a:lnTo>
                  <a:pt x="355384" y="367677"/>
                </a:lnTo>
                <a:lnTo>
                  <a:pt x="379387" y="363080"/>
                </a:lnTo>
                <a:lnTo>
                  <a:pt x="396532" y="349338"/>
                </a:lnTo>
                <a:lnTo>
                  <a:pt x="402717" y="335572"/>
                </a:lnTo>
                <a:lnTo>
                  <a:pt x="406819" y="326440"/>
                </a:lnTo>
                <a:lnTo>
                  <a:pt x="410248" y="294424"/>
                </a:lnTo>
                <a:close/>
              </a:path>
              <a:path w="2195195" h="441325">
                <a:moveTo>
                  <a:pt x="591693" y="324904"/>
                </a:moveTo>
                <a:lnTo>
                  <a:pt x="590791" y="318350"/>
                </a:lnTo>
                <a:lnTo>
                  <a:pt x="590169" y="310235"/>
                </a:lnTo>
                <a:lnTo>
                  <a:pt x="589838" y="305092"/>
                </a:lnTo>
                <a:lnTo>
                  <a:pt x="589559" y="300685"/>
                </a:lnTo>
                <a:lnTo>
                  <a:pt x="588645" y="289852"/>
                </a:lnTo>
                <a:lnTo>
                  <a:pt x="560451" y="297472"/>
                </a:lnTo>
                <a:lnTo>
                  <a:pt x="544499" y="301421"/>
                </a:lnTo>
                <a:lnTo>
                  <a:pt x="527685" y="305092"/>
                </a:lnTo>
                <a:lnTo>
                  <a:pt x="527685" y="80873"/>
                </a:lnTo>
                <a:lnTo>
                  <a:pt x="582549" y="80873"/>
                </a:lnTo>
                <a:lnTo>
                  <a:pt x="582549" y="50393"/>
                </a:lnTo>
                <a:lnTo>
                  <a:pt x="433108" y="50393"/>
                </a:lnTo>
                <a:lnTo>
                  <a:pt x="433108" y="80873"/>
                </a:lnTo>
                <a:lnTo>
                  <a:pt x="492633" y="80873"/>
                </a:lnTo>
                <a:lnTo>
                  <a:pt x="492633" y="314236"/>
                </a:lnTo>
                <a:lnTo>
                  <a:pt x="444119" y="325170"/>
                </a:lnTo>
                <a:lnTo>
                  <a:pt x="427012" y="329476"/>
                </a:lnTo>
                <a:lnTo>
                  <a:pt x="436156" y="364629"/>
                </a:lnTo>
                <a:lnTo>
                  <a:pt x="500214" y="347624"/>
                </a:lnTo>
                <a:lnTo>
                  <a:pt x="591693" y="324904"/>
                </a:lnTo>
                <a:close/>
              </a:path>
              <a:path w="2195195" h="441325">
                <a:moveTo>
                  <a:pt x="860120" y="28956"/>
                </a:moveTo>
                <a:lnTo>
                  <a:pt x="594741" y="28956"/>
                </a:lnTo>
                <a:lnTo>
                  <a:pt x="594741" y="59537"/>
                </a:lnTo>
                <a:lnTo>
                  <a:pt x="698474" y="59537"/>
                </a:lnTo>
                <a:lnTo>
                  <a:pt x="686282" y="114401"/>
                </a:lnTo>
                <a:lnTo>
                  <a:pt x="605421" y="114401"/>
                </a:lnTo>
                <a:lnTo>
                  <a:pt x="605421" y="343192"/>
                </a:lnTo>
                <a:lnTo>
                  <a:pt x="639038" y="343192"/>
                </a:lnTo>
                <a:lnTo>
                  <a:pt x="639038" y="144881"/>
                </a:lnTo>
                <a:lnTo>
                  <a:pt x="803732" y="144881"/>
                </a:lnTo>
                <a:lnTo>
                  <a:pt x="803732" y="343192"/>
                </a:lnTo>
                <a:lnTo>
                  <a:pt x="837260" y="343192"/>
                </a:lnTo>
                <a:lnTo>
                  <a:pt x="837260" y="144881"/>
                </a:lnTo>
                <a:lnTo>
                  <a:pt x="837260" y="114401"/>
                </a:lnTo>
                <a:lnTo>
                  <a:pt x="722858" y="114401"/>
                </a:lnTo>
                <a:lnTo>
                  <a:pt x="736574" y="59537"/>
                </a:lnTo>
                <a:lnTo>
                  <a:pt x="860120" y="59537"/>
                </a:lnTo>
                <a:lnTo>
                  <a:pt x="860120" y="28956"/>
                </a:lnTo>
                <a:close/>
              </a:path>
              <a:path w="2195195" h="441325">
                <a:moveTo>
                  <a:pt x="863168" y="404253"/>
                </a:moveTo>
                <a:lnTo>
                  <a:pt x="832294" y="383654"/>
                </a:lnTo>
                <a:lnTo>
                  <a:pt x="799147" y="363054"/>
                </a:lnTo>
                <a:lnTo>
                  <a:pt x="778078" y="350812"/>
                </a:lnTo>
                <a:lnTo>
                  <a:pt x="763676" y="342442"/>
                </a:lnTo>
                <a:lnTo>
                  <a:pt x="725906" y="321856"/>
                </a:lnTo>
                <a:lnTo>
                  <a:pt x="731672" y="303872"/>
                </a:lnTo>
                <a:lnTo>
                  <a:pt x="735431" y="284314"/>
                </a:lnTo>
                <a:lnTo>
                  <a:pt x="737476" y="263309"/>
                </a:lnTo>
                <a:lnTo>
                  <a:pt x="738098" y="240995"/>
                </a:lnTo>
                <a:lnTo>
                  <a:pt x="738098" y="173939"/>
                </a:lnTo>
                <a:lnTo>
                  <a:pt x="704570" y="173939"/>
                </a:lnTo>
                <a:lnTo>
                  <a:pt x="704570" y="240995"/>
                </a:lnTo>
                <a:lnTo>
                  <a:pt x="702881" y="271068"/>
                </a:lnTo>
                <a:lnTo>
                  <a:pt x="689787" y="319735"/>
                </a:lnTo>
                <a:lnTo>
                  <a:pt x="659231" y="359511"/>
                </a:lnTo>
                <a:lnTo>
                  <a:pt x="599757" y="395503"/>
                </a:lnTo>
                <a:lnTo>
                  <a:pt x="559689" y="410349"/>
                </a:lnTo>
                <a:lnTo>
                  <a:pt x="566242" y="418325"/>
                </a:lnTo>
                <a:lnTo>
                  <a:pt x="572071" y="426161"/>
                </a:lnTo>
                <a:lnTo>
                  <a:pt x="577049" y="433705"/>
                </a:lnTo>
                <a:lnTo>
                  <a:pt x="581025" y="440829"/>
                </a:lnTo>
                <a:lnTo>
                  <a:pt x="623112" y="423697"/>
                </a:lnTo>
                <a:lnTo>
                  <a:pt x="657885" y="404444"/>
                </a:lnTo>
                <a:lnTo>
                  <a:pt x="685495" y="383171"/>
                </a:lnTo>
                <a:lnTo>
                  <a:pt x="706094" y="360057"/>
                </a:lnTo>
                <a:lnTo>
                  <a:pt x="709142" y="357009"/>
                </a:lnTo>
                <a:lnTo>
                  <a:pt x="710666" y="353860"/>
                </a:lnTo>
                <a:lnTo>
                  <a:pt x="712190" y="350812"/>
                </a:lnTo>
                <a:lnTo>
                  <a:pt x="745959" y="370611"/>
                </a:lnTo>
                <a:lnTo>
                  <a:pt x="778573" y="391096"/>
                </a:lnTo>
                <a:lnTo>
                  <a:pt x="810006" y="412419"/>
                </a:lnTo>
                <a:lnTo>
                  <a:pt x="840308" y="434733"/>
                </a:lnTo>
                <a:lnTo>
                  <a:pt x="863168" y="404253"/>
                </a:lnTo>
                <a:close/>
              </a:path>
              <a:path w="2195195" h="441325">
                <a:moveTo>
                  <a:pt x="1245971" y="19812"/>
                </a:moveTo>
                <a:lnTo>
                  <a:pt x="1212443" y="19812"/>
                </a:lnTo>
                <a:lnTo>
                  <a:pt x="1212443" y="50393"/>
                </a:lnTo>
                <a:lnTo>
                  <a:pt x="1212443" y="88493"/>
                </a:lnTo>
                <a:lnTo>
                  <a:pt x="1212443" y="117449"/>
                </a:lnTo>
                <a:lnTo>
                  <a:pt x="1212443" y="155651"/>
                </a:lnTo>
                <a:lnTo>
                  <a:pt x="982129" y="155651"/>
                </a:lnTo>
                <a:lnTo>
                  <a:pt x="982129" y="117449"/>
                </a:lnTo>
                <a:lnTo>
                  <a:pt x="1212443" y="117449"/>
                </a:lnTo>
                <a:lnTo>
                  <a:pt x="1212443" y="88493"/>
                </a:lnTo>
                <a:lnTo>
                  <a:pt x="982129" y="88493"/>
                </a:lnTo>
                <a:lnTo>
                  <a:pt x="982129" y="50393"/>
                </a:lnTo>
                <a:lnTo>
                  <a:pt x="1212443" y="50393"/>
                </a:lnTo>
                <a:lnTo>
                  <a:pt x="1212443" y="19812"/>
                </a:lnTo>
                <a:lnTo>
                  <a:pt x="948601" y="19812"/>
                </a:lnTo>
                <a:lnTo>
                  <a:pt x="948601" y="202895"/>
                </a:lnTo>
                <a:lnTo>
                  <a:pt x="982129" y="202895"/>
                </a:lnTo>
                <a:lnTo>
                  <a:pt x="982129" y="184607"/>
                </a:lnTo>
                <a:lnTo>
                  <a:pt x="1212443" y="184607"/>
                </a:lnTo>
                <a:lnTo>
                  <a:pt x="1212443" y="202895"/>
                </a:lnTo>
                <a:lnTo>
                  <a:pt x="1245971" y="202895"/>
                </a:lnTo>
                <a:lnTo>
                  <a:pt x="1245971" y="184607"/>
                </a:lnTo>
                <a:lnTo>
                  <a:pt x="1245971" y="155651"/>
                </a:lnTo>
                <a:lnTo>
                  <a:pt x="1245971" y="117449"/>
                </a:lnTo>
                <a:lnTo>
                  <a:pt x="1245971" y="88493"/>
                </a:lnTo>
                <a:lnTo>
                  <a:pt x="1245971" y="50393"/>
                </a:lnTo>
                <a:lnTo>
                  <a:pt x="1245971" y="19812"/>
                </a:lnTo>
                <a:close/>
              </a:path>
              <a:path w="2195195" h="441325">
                <a:moveTo>
                  <a:pt x="1317701" y="385965"/>
                </a:moveTo>
                <a:lnTo>
                  <a:pt x="1263370" y="387692"/>
                </a:lnTo>
                <a:lnTo>
                  <a:pt x="1218234" y="388366"/>
                </a:lnTo>
                <a:lnTo>
                  <a:pt x="1165618" y="388315"/>
                </a:lnTo>
                <a:lnTo>
                  <a:pt x="1122438" y="387489"/>
                </a:lnTo>
                <a:lnTo>
                  <a:pt x="1122438" y="385965"/>
                </a:lnTo>
                <a:lnTo>
                  <a:pt x="1122438" y="327952"/>
                </a:lnTo>
                <a:lnTo>
                  <a:pt x="1277975" y="327952"/>
                </a:lnTo>
                <a:lnTo>
                  <a:pt x="1277975" y="297472"/>
                </a:lnTo>
                <a:lnTo>
                  <a:pt x="1122438" y="297472"/>
                </a:lnTo>
                <a:lnTo>
                  <a:pt x="1122438" y="253276"/>
                </a:lnTo>
                <a:lnTo>
                  <a:pt x="1308557" y="253276"/>
                </a:lnTo>
                <a:lnTo>
                  <a:pt x="1308557" y="222707"/>
                </a:lnTo>
                <a:lnTo>
                  <a:pt x="887539" y="222707"/>
                </a:lnTo>
                <a:lnTo>
                  <a:pt x="887539" y="253276"/>
                </a:lnTo>
                <a:lnTo>
                  <a:pt x="1087386" y="253276"/>
                </a:lnTo>
                <a:lnTo>
                  <a:pt x="1087386" y="385965"/>
                </a:lnTo>
                <a:lnTo>
                  <a:pt x="1029233" y="364045"/>
                </a:lnTo>
                <a:lnTo>
                  <a:pt x="988225" y="320332"/>
                </a:lnTo>
                <a:lnTo>
                  <a:pt x="992530" y="310019"/>
                </a:lnTo>
                <a:lnTo>
                  <a:pt x="996416" y="299567"/>
                </a:lnTo>
                <a:lnTo>
                  <a:pt x="1000010" y="288823"/>
                </a:lnTo>
                <a:lnTo>
                  <a:pt x="1003465" y="277660"/>
                </a:lnTo>
                <a:lnTo>
                  <a:pt x="969937" y="266992"/>
                </a:lnTo>
                <a:lnTo>
                  <a:pt x="954747" y="311899"/>
                </a:lnTo>
                <a:lnTo>
                  <a:pt x="934110" y="350672"/>
                </a:lnTo>
                <a:lnTo>
                  <a:pt x="907745" y="383438"/>
                </a:lnTo>
                <a:lnTo>
                  <a:pt x="875347" y="410349"/>
                </a:lnTo>
                <a:lnTo>
                  <a:pt x="881697" y="418058"/>
                </a:lnTo>
                <a:lnTo>
                  <a:pt x="887209" y="425208"/>
                </a:lnTo>
                <a:lnTo>
                  <a:pt x="892149" y="431774"/>
                </a:lnTo>
                <a:lnTo>
                  <a:pt x="896785" y="437781"/>
                </a:lnTo>
                <a:lnTo>
                  <a:pt x="918730" y="420370"/>
                </a:lnTo>
                <a:lnTo>
                  <a:pt x="938885" y="400050"/>
                </a:lnTo>
                <a:lnTo>
                  <a:pt x="957008" y="376872"/>
                </a:lnTo>
                <a:lnTo>
                  <a:pt x="972985" y="350812"/>
                </a:lnTo>
                <a:lnTo>
                  <a:pt x="996746" y="380873"/>
                </a:lnTo>
                <a:lnTo>
                  <a:pt x="1063713" y="415201"/>
                </a:lnTo>
                <a:lnTo>
                  <a:pt x="1107198" y="419493"/>
                </a:lnTo>
                <a:lnTo>
                  <a:pt x="1303985" y="421017"/>
                </a:lnTo>
                <a:lnTo>
                  <a:pt x="1307198" y="412750"/>
                </a:lnTo>
                <a:lnTo>
                  <a:pt x="1310271" y="404063"/>
                </a:lnTo>
                <a:lnTo>
                  <a:pt x="1313624" y="395084"/>
                </a:lnTo>
                <a:lnTo>
                  <a:pt x="1316583" y="388442"/>
                </a:lnTo>
                <a:lnTo>
                  <a:pt x="1317701" y="385965"/>
                </a:lnTo>
                <a:close/>
              </a:path>
              <a:path w="2195195" h="441325">
                <a:moveTo>
                  <a:pt x="1762988" y="372237"/>
                </a:moveTo>
                <a:lnTo>
                  <a:pt x="1584591" y="372237"/>
                </a:lnTo>
                <a:lnTo>
                  <a:pt x="1584591" y="222377"/>
                </a:lnTo>
                <a:lnTo>
                  <a:pt x="1730984" y="222377"/>
                </a:lnTo>
                <a:lnTo>
                  <a:pt x="1730984" y="189357"/>
                </a:lnTo>
                <a:lnTo>
                  <a:pt x="1584591" y="189357"/>
                </a:lnTo>
                <a:lnTo>
                  <a:pt x="1584591" y="137287"/>
                </a:lnTo>
                <a:lnTo>
                  <a:pt x="1584591" y="73787"/>
                </a:lnTo>
                <a:lnTo>
                  <a:pt x="1746224" y="73787"/>
                </a:lnTo>
                <a:lnTo>
                  <a:pt x="1746224" y="39497"/>
                </a:lnTo>
                <a:lnTo>
                  <a:pt x="1346657" y="39497"/>
                </a:lnTo>
                <a:lnTo>
                  <a:pt x="1346657" y="73787"/>
                </a:lnTo>
                <a:lnTo>
                  <a:pt x="1547914" y="73787"/>
                </a:lnTo>
                <a:lnTo>
                  <a:pt x="1547914" y="137287"/>
                </a:lnTo>
                <a:lnTo>
                  <a:pt x="1547914" y="189357"/>
                </a:lnTo>
                <a:lnTo>
                  <a:pt x="1547914" y="222377"/>
                </a:lnTo>
                <a:lnTo>
                  <a:pt x="1547914" y="372237"/>
                </a:lnTo>
                <a:lnTo>
                  <a:pt x="1436573" y="372237"/>
                </a:lnTo>
                <a:lnTo>
                  <a:pt x="1436573" y="222377"/>
                </a:lnTo>
                <a:lnTo>
                  <a:pt x="1436573" y="189357"/>
                </a:lnTo>
                <a:lnTo>
                  <a:pt x="1436573" y="137287"/>
                </a:lnTo>
                <a:lnTo>
                  <a:pt x="1398473" y="137287"/>
                </a:lnTo>
                <a:lnTo>
                  <a:pt x="1398473" y="189357"/>
                </a:lnTo>
                <a:lnTo>
                  <a:pt x="1398473" y="222377"/>
                </a:lnTo>
                <a:lnTo>
                  <a:pt x="1398473" y="372237"/>
                </a:lnTo>
                <a:lnTo>
                  <a:pt x="1326845" y="372237"/>
                </a:lnTo>
                <a:lnTo>
                  <a:pt x="1326845" y="405257"/>
                </a:lnTo>
                <a:lnTo>
                  <a:pt x="1762988" y="405257"/>
                </a:lnTo>
                <a:lnTo>
                  <a:pt x="1762988" y="372237"/>
                </a:lnTo>
                <a:close/>
              </a:path>
              <a:path w="2195195" h="441325">
                <a:moveTo>
                  <a:pt x="1942922" y="45821"/>
                </a:moveTo>
                <a:lnTo>
                  <a:pt x="1785848" y="45821"/>
                </a:lnTo>
                <a:lnTo>
                  <a:pt x="1785848" y="74777"/>
                </a:lnTo>
                <a:lnTo>
                  <a:pt x="1843760" y="74777"/>
                </a:lnTo>
                <a:lnTo>
                  <a:pt x="1830641" y="124802"/>
                </a:lnTo>
                <a:lnTo>
                  <a:pt x="1814233" y="171996"/>
                </a:lnTo>
                <a:lnTo>
                  <a:pt x="1794687" y="216344"/>
                </a:lnTo>
                <a:lnTo>
                  <a:pt x="1772132" y="257848"/>
                </a:lnTo>
                <a:lnTo>
                  <a:pt x="1778685" y="264439"/>
                </a:lnTo>
                <a:lnTo>
                  <a:pt x="1784515" y="270611"/>
                </a:lnTo>
                <a:lnTo>
                  <a:pt x="1789493" y="276491"/>
                </a:lnTo>
                <a:lnTo>
                  <a:pt x="1793468" y="282232"/>
                </a:lnTo>
                <a:lnTo>
                  <a:pt x="1801177" y="269646"/>
                </a:lnTo>
                <a:lnTo>
                  <a:pt x="1808327" y="257035"/>
                </a:lnTo>
                <a:lnTo>
                  <a:pt x="1814893" y="244436"/>
                </a:lnTo>
                <a:lnTo>
                  <a:pt x="1820900" y="231851"/>
                </a:lnTo>
                <a:lnTo>
                  <a:pt x="1820900" y="399681"/>
                </a:lnTo>
                <a:lnTo>
                  <a:pt x="1849856" y="399681"/>
                </a:lnTo>
                <a:lnTo>
                  <a:pt x="1849856" y="367677"/>
                </a:lnTo>
                <a:lnTo>
                  <a:pt x="1923110" y="367677"/>
                </a:lnTo>
                <a:lnTo>
                  <a:pt x="1923110" y="338620"/>
                </a:lnTo>
                <a:lnTo>
                  <a:pt x="1923110" y="195275"/>
                </a:lnTo>
                <a:lnTo>
                  <a:pt x="1923110" y="166319"/>
                </a:lnTo>
                <a:lnTo>
                  <a:pt x="1894141" y="166319"/>
                </a:lnTo>
                <a:lnTo>
                  <a:pt x="1894141" y="195275"/>
                </a:lnTo>
                <a:lnTo>
                  <a:pt x="1894141" y="338620"/>
                </a:lnTo>
                <a:lnTo>
                  <a:pt x="1849856" y="338620"/>
                </a:lnTo>
                <a:lnTo>
                  <a:pt x="1849856" y="231851"/>
                </a:lnTo>
                <a:lnTo>
                  <a:pt x="1849856" y="195275"/>
                </a:lnTo>
                <a:lnTo>
                  <a:pt x="1894141" y="195275"/>
                </a:lnTo>
                <a:lnTo>
                  <a:pt x="1894141" y="166319"/>
                </a:lnTo>
                <a:lnTo>
                  <a:pt x="1848332" y="166319"/>
                </a:lnTo>
                <a:lnTo>
                  <a:pt x="1856105" y="144259"/>
                </a:lnTo>
                <a:lnTo>
                  <a:pt x="1863280" y="121653"/>
                </a:lnTo>
                <a:lnTo>
                  <a:pt x="1869859" y="98501"/>
                </a:lnTo>
                <a:lnTo>
                  <a:pt x="1875853" y="74777"/>
                </a:lnTo>
                <a:lnTo>
                  <a:pt x="1942922" y="74777"/>
                </a:lnTo>
                <a:lnTo>
                  <a:pt x="1942922" y="45821"/>
                </a:lnTo>
                <a:close/>
              </a:path>
              <a:path w="2195195" h="441325">
                <a:moveTo>
                  <a:pt x="2194572" y="118973"/>
                </a:moveTo>
                <a:lnTo>
                  <a:pt x="2164092" y="118973"/>
                </a:lnTo>
                <a:lnTo>
                  <a:pt x="2164092" y="149555"/>
                </a:lnTo>
                <a:lnTo>
                  <a:pt x="2164092" y="208991"/>
                </a:lnTo>
                <a:lnTo>
                  <a:pt x="2164092" y="236423"/>
                </a:lnTo>
                <a:lnTo>
                  <a:pt x="2164092" y="295948"/>
                </a:lnTo>
                <a:lnTo>
                  <a:pt x="2090839" y="295948"/>
                </a:lnTo>
                <a:lnTo>
                  <a:pt x="2090839" y="236423"/>
                </a:lnTo>
                <a:lnTo>
                  <a:pt x="2164092" y="236423"/>
                </a:lnTo>
                <a:lnTo>
                  <a:pt x="2164092" y="208991"/>
                </a:lnTo>
                <a:lnTo>
                  <a:pt x="2090839" y="208991"/>
                </a:lnTo>
                <a:lnTo>
                  <a:pt x="2090839" y="149555"/>
                </a:lnTo>
                <a:lnTo>
                  <a:pt x="2164092" y="149555"/>
                </a:lnTo>
                <a:lnTo>
                  <a:pt x="2164092" y="118973"/>
                </a:lnTo>
                <a:lnTo>
                  <a:pt x="2113699" y="118973"/>
                </a:lnTo>
                <a:lnTo>
                  <a:pt x="2150376" y="73253"/>
                </a:lnTo>
                <a:lnTo>
                  <a:pt x="2150376" y="44297"/>
                </a:lnTo>
                <a:lnTo>
                  <a:pt x="2110651" y="44297"/>
                </a:lnTo>
                <a:lnTo>
                  <a:pt x="2110651" y="73253"/>
                </a:lnTo>
                <a:lnTo>
                  <a:pt x="2077123" y="118973"/>
                </a:lnTo>
                <a:lnTo>
                  <a:pt x="2060359" y="118973"/>
                </a:lnTo>
                <a:lnTo>
                  <a:pt x="2060359" y="149555"/>
                </a:lnTo>
                <a:lnTo>
                  <a:pt x="2060359" y="208991"/>
                </a:lnTo>
                <a:lnTo>
                  <a:pt x="2060359" y="236423"/>
                </a:lnTo>
                <a:lnTo>
                  <a:pt x="2060359" y="295948"/>
                </a:lnTo>
                <a:lnTo>
                  <a:pt x="1991690" y="295948"/>
                </a:lnTo>
                <a:lnTo>
                  <a:pt x="1992566" y="274218"/>
                </a:lnTo>
                <a:lnTo>
                  <a:pt x="1992998" y="257848"/>
                </a:lnTo>
                <a:lnTo>
                  <a:pt x="1993150" y="247091"/>
                </a:lnTo>
                <a:lnTo>
                  <a:pt x="1993214" y="236423"/>
                </a:lnTo>
                <a:lnTo>
                  <a:pt x="2060359" y="236423"/>
                </a:lnTo>
                <a:lnTo>
                  <a:pt x="2060359" y="208991"/>
                </a:lnTo>
                <a:lnTo>
                  <a:pt x="1993214" y="208991"/>
                </a:lnTo>
                <a:lnTo>
                  <a:pt x="1993214" y="149555"/>
                </a:lnTo>
                <a:lnTo>
                  <a:pt x="2060359" y="149555"/>
                </a:lnTo>
                <a:lnTo>
                  <a:pt x="2060359" y="118973"/>
                </a:lnTo>
                <a:lnTo>
                  <a:pt x="1971878" y="118973"/>
                </a:lnTo>
                <a:lnTo>
                  <a:pt x="1980755" y="107543"/>
                </a:lnTo>
                <a:lnTo>
                  <a:pt x="1989213" y="96113"/>
                </a:lnTo>
                <a:lnTo>
                  <a:pt x="1997417" y="84683"/>
                </a:lnTo>
                <a:lnTo>
                  <a:pt x="2005495" y="73253"/>
                </a:lnTo>
                <a:lnTo>
                  <a:pt x="2110651" y="73253"/>
                </a:lnTo>
                <a:lnTo>
                  <a:pt x="2110651" y="44297"/>
                </a:lnTo>
                <a:lnTo>
                  <a:pt x="2023783" y="44297"/>
                </a:lnTo>
                <a:lnTo>
                  <a:pt x="2029256" y="35077"/>
                </a:lnTo>
                <a:lnTo>
                  <a:pt x="2034451" y="25730"/>
                </a:lnTo>
                <a:lnTo>
                  <a:pt x="2039645" y="16129"/>
                </a:lnTo>
                <a:lnTo>
                  <a:pt x="2045119" y="6096"/>
                </a:lnTo>
                <a:lnTo>
                  <a:pt x="2011591" y="0"/>
                </a:lnTo>
                <a:lnTo>
                  <a:pt x="1992680" y="35801"/>
                </a:lnTo>
                <a:lnTo>
                  <a:pt x="1970354" y="70002"/>
                </a:lnTo>
                <a:lnTo>
                  <a:pt x="1944636" y="102755"/>
                </a:lnTo>
                <a:lnTo>
                  <a:pt x="1915477" y="134213"/>
                </a:lnTo>
                <a:lnTo>
                  <a:pt x="1922081" y="139915"/>
                </a:lnTo>
                <a:lnTo>
                  <a:pt x="1934133" y="150799"/>
                </a:lnTo>
                <a:lnTo>
                  <a:pt x="1939874" y="155651"/>
                </a:lnTo>
                <a:lnTo>
                  <a:pt x="1945589" y="149656"/>
                </a:lnTo>
                <a:lnTo>
                  <a:pt x="1951304" y="143217"/>
                </a:lnTo>
                <a:lnTo>
                  <a:pt x="1957019" y="136486"/>
                </a:lnTo>
                <a:lnTo>
                  <a:pt x="1962734" y="129641"/>
                </a:lnTo>
                <a:lnTo>
                  <a:pt x="1962734" y="247091"/>
                </a:lnTo>
                <a:lnTo>
                  <a:pt x="1959851" y="297738"/>
                </a:lnTo>
                <a:lnTo>
                  <a:pt x="1951113" y="342087"/>
                </a:lnTo>
                <a:lnTo>
                  <a:pt x="1936369" y="380136"/>
                </a:lnTo>
                <a:lnTo>
                  <a:pt x="1915477" y="411873"/>
                </a:lnTo>
                <a:lnTo>
                  <a:pt x="1941398" y="437781"/>
                </a:lnTo>
                <a:lnTo>
                  <a:pt x="1957108" y="414362"/>
                </a:lnTo>
                <a:lnTo>
                  <a:pt x="1969973" y="387667"/>
                </a:lnTo>
                <a:lnTo>
                  <a:pt x="1979968" y="357797"/>
                </a:lnTo>
                <a:lnTo>
                  <a:pt x="1987118" y="324904"/>
                </a:lnTo>
                <a:lnTo>
                  <a:pt x="2060359" y="324904"/>
                </a:lnTo>
                <a:lnTo>
                  <a:pt x="2060359" y="422541"/>
                </a:lnTo>
                <a:lnTo>
                  <a:pt x="2090839" y="422541"/>
                </a:lnTo>
                <a:lnTo>
                  <a:pt x="2090839" y="324904"/>
                </a:lnTo>
                <a:lnTo>
                  <a:pt x="2164092" y="324904"/>
                </a:lnTo>
                <a:lnTo>
                  <a:pt x="2164092" y="375297"/>
                </a:lnTo>
                <a:lnTo>
                  <a:pt x="2162683" y="384416"/>
                </a:lnTo>
                <a:lnTo>
                  <a:pt x="2158568" y="391109"/>
                </a:lnTo>
                <a:lnTo>
                  <a:pt x="2151875" y="395224"/>
                </a:lnTo>
                <a:lnTo>
                  <a:pt x="2142756" y="396633"/>
                </a:lnTo>
                <a:lnTo>
                  <a:pt x="2136127" y="396367"/>
                </a:lnTo>
                <a:lnTo>
                  <a:pt x="2127808" y="395681"/>
                </a:lnTo>
                <a:lnTo>
                  <a:pt x="2106079" y="393585"/>
                </a:lnTo>
                <a:lnTo>
                  <a:pt x="2110460" y="410730"/>
                </a:lnTo>
                <a:lnTo>
                  <a:pt x="2112289" y="418439"/>
                </a:lnTo>
                <a:lnTo>
                  <a:pt x="2113699" y="425589"/>
                </a:lnTo>
                <a:lnTo>
                  <a:pt x="2122259" y="426466"/>
                </a:lnTo>
                <a:lnTo>
                  <a:pt x="2131847" y="426923"/>
                </a:lnTo>
                <a:lnTo>
                  <a:pt x="2142286" y="427088"/>
                </a:lnTo>
                <a:lnTo>
                  <a:pt x="2153424" y="427113"/>
                </a:lnTo>
                <a:lnTo>
                  <a:pt x="2171420" y="424230"/>
                </a:lnTo>
                <a:lnTo>
                  <a:pt x="2194534" y="380136"/>
                </a:lnTo>
                <a:lnTo>
                  <a:pt x="2194572" y="324904"/>
                </a:lnTo>
                <a:lnTo>
                  <a:pt x="2194572" y="295948"/>
                </a:lnTo>
                <a:lnTo>
                  <a:pt x="2194572" y="236423"/>
                </a:lnTo>
                <a:lnTo>
                  <a:pt x="2194572" y="208991"/>
                </a:lnTo>
                <a:lnTo>
                  <a:pt x="2194572" y="149555"/>
                </a:lnTo>
                <a:lnTo>
                  <a:pt x="2194572" y="129641"/>
                </a:lnTo>
                <a:lnTo>
                  <a:pt x="2194572" y="1189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751832" y="1876234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80">
                <a:moveTo>
                  <a:pt x="80867" y="73247"/>
                </a:moveTo>
                <a:lnTo>
                  <a:pt x="44196" y="73247"/>
                </a:lnTo>
                <a:lnTo>
                  <a:pt x="51887" y="53229"/>
                </a:lnTo>
                <a:lnTo>
                  <a:pt x="58864" y="34337"/>
                </a:lnTo>
                <a:lnTo>
                  <a:pt x="64984" y="16588"/>
                </a:lnTo>
                <a:lnTo>
                  <a:pt x="70104" y="0"/>
                </a:lnTo>
                <a:lnTo>
                  <a:pt x="108299" y="10668"/>
                </a:lnTo>
                <a:lnTo>
                  <a:pt x="100798" y="26661"/>
                </a:lnTo>
                <a:lnTo>
                  <a:pt x="94011" y="42529"/>
                </a:lnTo>
                <a:lnTo>
                  <a:pt x="87510" y="58111"/>
                </a:lnTo>
                <a:lnTo>
                  <a:pt x="80867" y="73247"/>
                </a:lnTo>
                <a:close/>
              </a:path>
              <a:path w="400050" h="424180">
                <a:moveTo>
                  <a:pt x="35052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030"/>
                </a:lnTo>
                <a:lnTo>
                  <a:pt x="35052" y="244030"/>
                </a:lnTo>
                <a:lnTo>
                  <a:pt x="35052" y="353949"/>
                </a:lnTo>
                <a:lnTo>
                  <a:pt x="167735" y="353949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4053"/>
                </a:lnTo>
                <a:close/>
              </a:path>
              <a:path w="400050" h="424180">
                <a:moveTo>
                  <a:pt x="167735" y="212026"/>
                </a:moveTo>
                <a:lnTo>
                  <a:pt x="132683" y="212026"/>
                </a:lnTo>
                <a:lnTo>
                  <a:pt x="132683" y="105251"/>
                </a:lnTo>
                <a:lnTo>
                  <a:pt x="167735" y="105251"/>
                </a:lnTo>
                <a:lnTo>
                  <a:pt x="167735" y="212026"/>
                </a:lnTo>
                <a:close/>
              </a:path>
              <a:path w="400050" h="424180">
                <a:moveTo>
                  <a:pt x="167735" y="353949"/>
                </a:moveTo>
                <a:lnTo>
                  <a:pt x="132683" y="353949"/>
                </a:lnTo>
                <a:lnTo>
                  <a:pt x="132683" y="244030"/>
                </a:lnTo>
                <a:lnTo>
                  <a:pt x="167735" y="244030"/>
                </a:lnTo>
                <a:lnTo>
                  <a:pt x="167735" y="353949"/>
                </a:lnTo>
                <a:close/>
              </a:path>
              <a:path w="400050" h="424180">
                <a:moveTo>
                  <a:pt x="167735" y="421005"/>
                </a:moveTo>
                <a:lnTo>
                  <a:pt x="132683" y="421005"/>
                </a:lnTo>
                <a:lnTo>
                  <a:pt x="132683" y="387477"/>
                </a:lnTo>
                <a:lnTo>
                  <a:pt x="167735" y="387477"/>
                </a:lnTo>
                <a:lnTo>
                  <a:pt x="167735" y="421005"/>
                </a:lnTo>
                <a:close/>
              </a:path>
              <a:path w="400050" h="424180">
                <a:moveTo>
                  <a:pt x="205835" y="178498"/>
                </a:moveTo>
                <a:lnTo>
                  <a:pt x="198929" y="174807"/>
                </a:lnTo>
                <a:lnTo>
                  <a:pt x="183975" y="166282"/>
                </a:lnTo>
                <a:lnTo>
                  <a:pt x="175355" y="161734"/>
                </a:lnTo>
                <a:lnTo>
                  <a:pt x="195086" y="127435"/>
                </a:lnTo>
                <a:lnTo>
                  <a:pt x="213121" y="88868"/>
                </a:lnTo>
                <a:lnTo>
                  <a:pt x="229442" y="46300"/>
                </a:lnTo>
                <a:lnTo>
                  <a:pt x="244030" y="0"/>
                </a:lnTo>
                <a:lnTo>
                  <a:pt x="282130" y="9144"/>
                </a:lnTo>
                <a:lnTo>
                  <a:pt x="276415" y="25137"/>
                </a:lnTo>
                <a:lnTo>
                  <a:pt x="270700" y="41005"/>
                </a:lnTo>
                <a:lnTo>
                  <a:pt x="264985" y="56587"/>
                </a:lnTo>
                <a:lnTo>
                  <a:pt x="259270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633" y="124625"/>
                </a:lnTo>
                <a:lnTo>
                  <a:pt x="224932" y="143970"/>
                </a:lnTo>
                <a:lnTo>
                  <a:pt x="215232" y="161886"/>
                </a:lnTo>
                <a:lnTo>
                  <a:pt x="205835" y="178498"/>
                </a:lnTo>
                <a:close/>
              </a:path>
              <a:path w="400050" h="424180">
                <a:moveTo>
                  <a:pt x="383730" y="387477"/>
                </a:moveTo>
                <a:lnTo>
                  <a:pt x="312610" y="387477"/>
                </a:lnTo>
                <a:lnTo>
                  <a:pt x="329779" y="384903"/>
                </a:lnTo>
                <a:lnTo>
                  <a:pt x="342519" y="377178"/>
                </a:lnTo>
                <a:lnTo>
                  <a:pt x="356987" y="315316"/>
                </a:lnTo>
                <a:lnTo>
                  <a:pt x="358380" y="275602"/>
                </a:lnTo>
                <a:lnTo>
                  <a:pt x="359561" y="225944"/>
                </a:lnTo>
                <a:lnTo>
                  <a:pt x="360546" y="169803"/>
                </a:lnTo>
                <a:lnTo>
                  <a:pt x="361473" y="103727"/>
                </a:lnTo>
                <a:lnTo>
                  <a:pt x="398878" y="103727"/>
                </a:lnTo>
                <a:lnTo>
                  <a:pt x="397997" y="143970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22" y="385476"/>
                </a:lnTo>
                <a:lnTo>
                  <a:pt x="383730" y="387477"/>
                </a:lnTo>
                <a:close/>
              </a:path>
              <a:path w="400050" h="424180">
                <a:moveTo>
                  <a:pt x="285178" y="294417"/>
                </a:moveTo>
                <a:lnTo>
                  <a:pt x="269484" y="269233"/>
                </a:lnTo>
                <a:lnTo>
                  <a:pt x="252210" y="243887"/>
                </a:lnTo>
                <a:lnTo>
                  <a:pt x="233489" y="218256"/>
                </a:lnTo>
                <a:lnTo>
                  <a:pt x="213455" y="192214"/>
                </a:lnTo>
                <a:lnTo>
                  <a:pt x="240982" y="172402"/>
                </a:lnTo>
                <a:lnTo>
                  <a:pt x="263818" y="200097"/>
                </a:lnTo>
                <a:lnTo>
                  <a:pt x="284226" y="225944"/>
                </a:lnTo>
                <a:lnTo>
                  <a:pt x="302061" y="249809"/>
                </a:lnTo>
                <a:lnTo>
                  <a:pt x="317182" y="271557"/>
                </a:lnTo>
                <a:lnTo>
                  <a:pt x="285178" y="294417"/>
                </a:lnTo>
                <a:close/>
              </a:path>
              <a:path w="400050" h="424180">
                <a:moveTo>
                  <a:pt x="318706" y="424053"/>
                </a:moveTo>
                <a:lnTo>
                  <a:pt x="299013" y="423791"/>
                </a:lnTo>
                <a:lnTo>
                  <a:pt x="278892" y="423100"/>
                </a:lnTo>
                <a:lnTo>
                  <a:pt x="237934" y="421005"/>
                </a:lnTo>
                <a:lnTo>
                  <a:pt x="236529" y="410098"/>
                </a:lnTo>
                <a:lnTo>
                  <a:pt x="234696" y="400050"/>
                </a:lnTo>
                <a:lnTo>
                  <a:pt x="232576" y="390572"/>
                </a:lnTo>
                <a:lnTo>
                  <a:pt x="230314" y="381381"/>
                </a:lnTo>
                <a:lnTo>
                  <a:pt x="231838" y="381381"/>
                </a:lnTo>
                <a:lnTo>
                  <a:pt x="253245" y="384262"/>
                </a:lnTo>
                <a:lnTo>
                  <a:pt x="273939" y="386143"/>
                </a:lnTo>
                <a:lnTo>
                  <a:pt x="293774" y="387167"/>
                </a:lnTo>
                <a:lnTo>
                  <a:pt x="312610" y="387477"/>
                </a:lnTo>
                <a:lnTo>
                  <a:pt x="383730" y="387477"/>
                </a:lnTo>
                <a:lnTo>
                  <a:pt x="371177" y="406908"/>
                </a:lnTo>
                <a:lnTo>
                  <a:pt x="349027" y="419766"/>
                </a:lnTo>
                <a:lnTo>
                  <a:pt x="318706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299328" y="1935765"/>
            <a:ext cx="252095" cy="314325"/>
          </a:xfrm>
          <a:custGeom>
            <a:avLst/>
            <a:gdLst/>
            <a:ahLst/>
            <a:cxnLst/>
            <a:rect l="l" t="t" r="r" b="b"/>
            <a:pathLst>
              <a:path w="252095" h="314325">
                <a:moveTo>
                  <a:pt x="251650" y="314229"/>
                </a:moveTo>
                <a:lnTo>
                  <a:pt x="207454" y="314229"/>
                </a:lnTo>
                <a:lnTo>
                  <a:pt x="135731" y="193738"/>
                </a:lnTo>
                <a:lnTo>
                  <a:pt x="132683" y="189166"/>
                </a:lnTo>
                <a:lnTo>
                  <a:pt x="131159" y="184499"/>
                </a:lnTo>
                <a:lnTo>
                  <a:pt x="128111" y="176879"/>
                </a:lnTo>
                <a:lnTo>
                  <a:pt x="126587" y="176879"/>
                </a:lnTo>
                <a:lnTo>
                  <a:pt x="123539" y="186023"/>
                </a:lnTo>
                <a:lnTo>
                  <a:pt x="45815" y="314229"/>
                </a:lnTo>
                <a:lnTo>
                  <a:pt x="0" y="314229"/>
                </a:lnTo>
                <a:lnTo>
                  <a:pt x="105251" y="155543"/>
                </a:lnTo>
                <a:lnTo>
                  <a:pt x="7619" y="0"/>
                </a:lnTo>
                <a:lnTo>
                  <a:pt x="53435" y="0"/>
                </a:lnTo>
                <a:lnTo>
                  <a:pt x="117443" y="109823"/>
                </a:lnTo>
                <a:lnTo>
                  <a:pt x="122015" y="117443"/>
                </a:lnTo>
                <a:lnTo>
                  <a:pt x="125063" y="125063"/>
                </a:lnTo>
                <a:lnTo>
                  <a:pt x="128111" y="131159"/>
                </a:lnTo>
                <a:lnTo>
                  <a:pt x="129635" y="131159"/>
                </a:lnTo>
                <a:lnTo>
                  <a:pt x="141827" y="108299"/>
                </a:lnTo>
                <a:lnTo>
                  <a:pt x="208978" y="0"/>
                </a:lnTo>
                <a:lnTo>
                  <a:pt x="251650" y="0"/>
                </a:lnTo>
                <a:lnTo>
                  <a:pt x="152495" y="155543"/>
                </a:lnTo>
                <a:lnTo>
                  <a:pt x="25165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99747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147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66973" y="41148"/>
                </a:lnTo>
                <a:lnTo>
                  <a:pt x="33623" y="41148"/>
                </a:lnTo>
                <a:lnTo>
                  <a:pt x="34504" y="51984"/>
                </a:lnTo>
                <a:lnTo>
                  <a:pt x="34956" y="66115"/>
                </a:lnTo>
                <a:lnTo>
                  <a:pt x="35037" y="74533"/>
                </a:lnTo>
                <a:lnTo>
                  <a:pt x="35147" y="314229"/>
                </a:lnTo>
                <a:close/>
              </a:path>
              <a:path w="320675" h="314325">
                <a:moveTo>
                  <a:pt x="194862" y="256222"/>
                </a:moveTo>
                <a:lnTo>
                  <a:pt x="160210" y="256222"/>
                </a:lnTo>
                <a:lnTo>
                  <a:pt x="164734" y="244268"/>
                </a:lnTo>
                <a:lnTo>
                  <a:pt x="168973" y="233743"/>
                </a:lnTo>
                <a:lnTo>
                  <a:pt x="172640" y="224932"/>
                </a:lnTo>
                <a:lnTo>
                  <a:pt x="175450" y="218122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41148"/>
                </a:lnTo>
                <a:lnTo>
                  <a:pt x="285178" y="41148"/>
                </a:lnTo>
                <a:lnTo>
                  <a:pt x="282827" y="51720"/>
                </a:lnTo>
                <a:lnTo>
                  <a:pt x="280606" y="59817"/>
                </a:lnTo>
                <a:lnTo>
                  <a:pt x="278320" y="66436"/>
                </a:lnTo>
                <a:lnTo>
                  <a:pt x="194862" y="256222"/>
                </a:lnTo>
                <a:close/>
              </a:path>
              <a:path w="320675" h="314325">
                <a:moveTo>
                  <a:pt x="169354" y="314229"/>
                </a:moveTo>
                <a:lnTo>
                  <a:pt x="150971" y="314229"/>
                </a:lnTo>
                <a:lnTo>
                  <a:pt x="44291" y="73152"/>
                </a:lnTo>
                <a:lnTo>
                  <a:pt x="41981" y="67722"/>
                </a:lnTo>
                <a:lnTo>
                  <a:pt x="39528" y="60579"/>
                </a:lnTo>
                <a:lnTo>
                  <a:pt x="36718" y="51482"/>
                </a:lnTo>
                <a:lnTo>
                  <a:pt x="33623" y="41148"/>
                </a:lnTo>
                <a:lnTo>
                  <a:pt x="66973" y="41148"/>
                </a:lnTo>
                <a:lnTo>
                  <a:pt x="150033" y="229862"/>
                </a:lnTo>
                <a:lnTo>
                  <a:pt x="154066" y="240030"/>
                </a:lnTo>
                <a:lnTo>
                  <a:pt x="156957" y="248769"/>
                </a:lnTo>
                <a:lnTo>
                  <a:pt x="158686" y="256222"/>
                </a:lnTo>
                <a:lnTo>
                  <a:pt x="194862" y="256222"/>
                </a:lnTo>
                <a:lnTo>
                  <a:pt x="169354" y="314229"/>
                </a:lnTo>
                <a:close/>
              </a:path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702" y="89020"/>
                </a:lnTo>
                <a:lnTo>
                  <a:pt x="284035" y="74533"/>
                </a:lnTo>
                <a:lnTo>
                  <a:pt x="284940" y="58617"/>
                </a:lnTo>
                <a:lnTo>
                  <a:pt x="286702" y="41148"/>
                </a:lnTo>
                <a:lnTo>
                  <a:pt x="320325" y="41148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002363" y="1935479"/>
            <a:ext cx="163195" cy="314960"/>
          </a:xfrm>
          <a:custGeom>
            <a:avLst/>
            <a:gdLst/>
            <a:ahLst/>
            <a:cxnLst/>
            <a:rect l="l" t="t" r="r" b="b"/>
            <a:pathLst>
              <a:path w="163195" h="314960">
                <a:moveTo>
                  <a:pt x="163156" y="280670"/>
                </a:moveTo>
                <a:lnTo>
                  <a:pt x="36677" y="280670"/>
                </a:lnTo>
                <a:lnTo>
                  <a:pt x="36677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156" y="314960"/>
                </a:lnTo>
                <a:lnTo>
                  <a:pt x="16315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301257" y="1874710"/>
            <a:ext cx="2185670" cy="434975"/>
          </a:xfrm>
          <a:custGeom>
            <a:avLst/>
            <a:gdLst/>
            <a:ahLst/>
            <a:cxnLst/>
            <a:rect l="l" t="t" r="r" b="b"/>
            <a:pathLst>
              <a:path w="2185670" h="434975">
                <a:moveTo>
                  <a:pt x="388912" y="30480"/>
                </a:moveTo>
                <a:lnTo>
                  <a:pt x="48869" y="30480"/>
                </a:lnTo>
                <a:lnTo>
                  <a:pt x="48869" y="64109"/>
                </a:lnTo>
                <a:lnTo>
                  <a:pt x="388912" y="64109"/>
                </a:lnTo>
                <a:lnTo>
                  <a:pt x="388912" y="30480"/>
                </a:lnTo>
                <a:close/>
              </a:path>
              <a:path w="2185670" h="434975">
                <a:moveTo>
                  <a:pt x="436245" y="308140"/>
                </a:moveTo>
                <a:lnTo>
                  <a:pt x="426199" y="305612"/>
                </a:lnTo>
                <a:lnTo>
                  <a:pt x="407238" y="299999"/>
                </a:lnTo>
                <a:lnTo>
                  <a:pt x="398056" y="297472"/>
                </a:lnTo>
                <a:lnTo>
                  <a:pt x="396671" y="315163"/>
                </a:lnTo>
                <a:lnTo>
                  <a:pt x="395008" y="331584"/>
                </a:lnTo>
                <a:lnTo>
                  <a:pt x="393331" y="346595"/>
                </a:lnTo>
                <a:lnTo>
                  <a:pt x="391960" y="360057"/>
                </a:lnTo>
                <a:lnTo>
                  <a:pt x="387959" y="372287"/>
                </a:lnTo>
                <a:lnTo>
                  <a:pt x="380530" y="381393"/>
                </a:lnTo>
                <a:lnTo>
                  <a:pt x="369671" y="387057"/>
                </a:lnTo>
                <a:lnTo>
                  <a:pt x="355384" y="389013"/>
                </a:lnTo>
                <a:lnTo>
                  <a:pt x="317284" y="389013"/>
                </a:lnTo>
                <a:lnTo>
                  <a:pt x="306158" y="387311"/>
                </a:lnTo>
                <a:lnTo>
                  <a:pt x="298043" y="382346"/>
                </a:lnTo>
                <a:lnTo>
                  <a:pt x="293065" y="374218"/>
                </a:lnTo>
                <a:lnTo>
                  <a:pt x="291376" y="363105"/>
                </a:lnTo>
                <a:lnTo>
                  <a:pt x="291376" y="192227"/>
                </a:lnTo>
                <a:lnTo>
                  <a:pt x="430149" y="192227"/>
                </a:lnTo>
                <a:lnTo>
                  <a:pt x="430149" y="158686"/>
                </a:lnTo>
                <a:lnTo>
                  <a:pt x="6096" y="158686"/>
                </a:lnTo>
                <a:lnTo>
                  <a:pt x="6096" y="192227"/>
                </a:lnTo>
                <a:lnTo>
                  <a:pt x="128117" y="192227"/>
                </a:lnTo>
                <a:lnTo>
                  <a:pt x="128117" y="207467"/>
                </a:lnTo>
                <a:lnTo>
                  <a:pt x="122021" y="277266"/>
                </a:lnTo>
                <a:lnTo>
                  <a:pt x="102209" y="326428"/>
                </a:lnTo>
                <a:lnTo>
                  <a:pt x="64287" y="366522"/>
                </a:lnTo>
                <a:lnTo>
                  <a:pt x="0" y="404253"/>
                </a:lnTo>
                <a:lnTo>
                  <a:pt x="6032" y="410273"/>
                </a:lnTo>
                <a:lnTo>
                  <a:pt x="12471" y="417017"/>
                </a:lnTo>
                <a:lnTo>
                  <a:pt x="19164" y="424611"/>
                </a:lnTo>
                <a:lnTo>
                  <a:pt x="26009" y="433209"/>
                </a:lnTo>
                <a:lnTo>
                  <a:pt x="64604" y="412076"/>
                </a:lnTo>
                <a:lnTo>
                  <a:pt x="95923" y="389953"/>
                </a:lnTo>
                <a:lnTo>
                  <a:pt x="137261" y="343192"/>
                </a:lnTo>
                <a:lnTo>
                  <a:pt x="157911" y="286029"/>
                </a:lnTo>
                <a:lnTo>
                  <a:pt x="164719" y="207467"/>
                </a:lnTo>
                <a:lnTo>
                  <a:pt x="164782" y="192227"/>
                </a:lnTo>
                <a:lnTo>
                  <a:pt x="254698" y="192227"/>
                </a:lnTo>
                <a:lnTo>
                  <a:pt x="254812" y="366941"/>
                </a:lnTo>
                <a:lnTo>
                  <a:pt x="268427" y="405968"/>
                </a:lnTo>
                <a:lnTo>
                  <a:pt x="309664" y="419493"/>
                </a:lnTo>
                <a:lnTo>
                  <a:pt x="363004" y="419493"/>
                </a:lnTo>
                <a:lnTo>
                  <a:pt x="406438" y="407111"/>
                </a:lnTo>
                <a:lnTo>
                  <a:pt x="427101" y="370725"/>
                </a:lnTo>
                <a:lnTo>
                  <a:pt x="433882" y="326428"/>
                </a:lnTo>
                <a:lnTo>
                  <a:pt x="436245" y="308140"/>
                </a:lnTo>
                <a:close/>
              </a:path>
              <a:path w="2185670" h="434975">
                <a:moveTo>
                  <a:pt x="591781" y="360057"/>
                </a:moveTo>
                <a:lnTo>
                  <a:pt x="570445" y="335572"/>
                </a:lnTo>
                <a:lnTo>
                  <a:pt x="539280" y="354152"/>
                </a:lnTo>
                <a:lnTo>
                  <a:pt x="510044" y="370674"/>
                </a:lnTo>
                <a:lnTo>
                  <a:pt x="482701" y="384962"/>
                </a:lnTo>
                <a:lnTo>
                  <a:pt x="457581" y="396633"/>
                </a:lnTo>
                <a:lnTo>
                  <a:pt x="463003" y="404342"/>
                </a:lnTo>
                <a:lnTo>
                  <a:pt x="467868" y="411492"/>
                </a:lnTo>
                <a:lnTo>
                  <a:pt x="472147" y="418058"/>
                </a:lnTo>
                <a:lnTo>
                  <a:pt x="475869" y="424065"/>
                </a:lnTo>
                <a:lnTo>
                  <a:pt x="501891" y="411492"/>
                </a:lnTo>
                <a:lnTo>
                  <a:pt x="529793" y="396633"/>
                </a:lnTo>
                <a:lnTo>
                  <a:pt x="559701" y="379488"/>
                </a:lnTo>
                <a:lnTo>
                  <a:pt x="591781" y="360057"/>
                </a:lnTo>
                <a:close/>
              </a:path>
              <a:path w="2185670" h="434975">
                <a:moveTo>
                  <a:pt x="864781" y="395109"/>
                </a:moveTo>
                <a:lnTo>
                  <a:pt x="831862" y="376758"/>
                </a:lnTo>
                <a:lnTo>
                  <a:pt x="820788" y="370725"/>
                </a:lnTo>
                <a:lnTo>
                  <a:pt x="750379" y="332524"/>
                </a:lnTo>
                <a:lnTo>
                  <a:pt x="730567" y="357009"/>
                </a:lnTo>
                <a:lnTo>
                  <a:pt x="756310" y="370674"/>
                </a:lnTo>
                <a:lnTo>
                  <a:pt x="783348" y="386346"/>
                </a:lnTo>
                <a:lnTo>
                  <a:pt x="811834" y="403720"/>
                </a:lnTo>
                <a:lnTo>
                  <a:pt x="841921" y="422541"/>
                </a:lnTo>
                <a:lnTo>
                  <a:pt x="864781" y="395109"/>
                </a:lnTo>
                <a:close/>
              </a:path>
              <a:path w="2185670" h="434975">
                <a:moveTo>
                  <a:pt x="880021" y="152590"/>
                </a:moveTo>
                <a:lnTo>
                  <a:pt x="684745" y="152590"/>
                </a:lnTo>
                <a:lnTo>
                  <a:pt x="684745" y="122021"/>
                </a:lnTo>
                <a:lnTo>
                  <a:pt x="832675" y="122021"/>
                </a:lnTo>
                <a:lnTo>
                  <a:pt x="832675" y="94589"/>
                </a:lnTo>
                <a:lnTo>
                  <a:pt x="684745" y="94589"/>
                </a:lnTo>
                <a:lnTo>
                  <a:pt x="684745" y="65633"/>
                </a:lnTo>
                <a:lnTo>
                  <a:pt x="863257" y="65633"/>
                </a:lnTo>
                <a:lnTo>
                  <a:pt x="863257" y="36576"/>
                </a:lnTo>
                <a:lnTo>
                  <a:pt x="684745" y="36576"/>
                </a:lnTo>
                <a:lnTo>
                  <a:pt x="684745" y="0"/>
                </a:lnTo>
                <a:lnTo>
                  <a:pt x="649693" y="0"/>
                </a:lnTo>
                <a:lnTo>
                  <a:pt x="649693" y="36576"/>
                </a:lnTo>
                <a:lnTo>
                  <a:pt x="472821" y="36576"/>
                </a:lnTo>
                <a:lnTo>
                  <a:pt x="472821" y="65633"/>
                </a:lnTo>
                <a:lnTo>
                  <a:pt x="649693" y="65633"/>
                </a:lnTo>
                <a:lnTo>
                  <a:pt x="649693" y="94589"/>
                </a:lnTo>
                <a:lnTo>
                  <a:pt x="497205" y="94589"/>
                </a:lnTo>
                <a:lnTo>
                  <a:pt x="497205" y="122021"/>
                </a:lnTo>
                <a:lnTo>
                  <a:pt x="649693" y="122021"/>
                </a:lnTo>
                <a:lnTo>
                  <a:pt x="649693" y="152590"/>
                </a:lnTo>
                <a:lnTo>
                  <a:pt x="456057" y="152590"/>
                </a:lnTo>
                <a:lnTo>
                  <a:pt x="456057" y="180022"/>
                </a:lnTo>
                <a:lnTo>
                  <a:pt x="590257" y="180022"/>
                </a:lnTo>
                <a:lnTo>
                  <a:pt x="564121" y="194500"/>
                </a:lnTo>
                <a:lnTo>
                  <a:pt x="527392" y="213271"/>
                </a:lnTo>
                <a:lnTo>
                  <a:pt x="495681" y="222694"/>
                </a:lnTo>
                <a:lnTo>
                  <a:pt x="510921" y="254800"/>
                </a:lnTo>
                <a:lnTo>
                  <a:pt x="544449" y="250228"/>
                </a:lnTo>
                <a:lnTo>
                  <a:pt x="566788" y="248119"/>
                </a:lnTo>
                <a:lnTo>
                  <a:pt x="640549" y="242519"/>
                </a:lnTo>
                <a:lnTo>
                  <a:pt x="617435" y="252831"/>
                </a:lnTo>
                <a:lnTo>
                  <a:pt x="570001" y="272821"/>
                </a:lnTo>
                <a:lnTo>
                  <a:pt x="532853" y="286537"/>
                </a:lnTo>
                <a:lnTo>
                  <a:pt x="488061" y="297472"/>
                </a:lnTo>
                <a:lnTo>
                  <a:pt x="504825" y="332524"/>
                </a:lnTo>
                <a:lnTo>
                  <a:pt x="556641" y="326428"/>
                </a:lnTo>
                <a:lnTo>
                  <a:pt x="655789" y="321856"/>
                </a:lnTo>
                <a:lnTo>
                  <a:pt x="655789" y="370725"/>
                </a:lnTo>
                <a:lnTo>
                  <a:pt x="654075" y="380720"/>
                </a:lnTo>
                <a:lnTo>
                  <a:pt x="648931" y="387870"/>
                </a:lnTo>
                <a:lnTo>
                  <a:pt x="640359" y="392150"/>
                </a:lnTo>
                <a:lnTo>
                  <a:pt x="628713" y="393547"/>
                </a:lnTo>
                <a:lnTo>
                  <a:pt x="618363" y="393534"/>
                </a:lnTo>
                <a:lnTo>
                  <a:pt x="606640" y="393204"/>
                </a:lnTo>
                <a:lnTo>
                  <a:pt x="593217" y="392290"/>
                </a:lnTo>
                <a:lnTo>
                  <a:pt x="578065" y="390537"/>
                </a:lnTo>
                <a:lnTo>
                  <a:pt x="580097" y="400507"/>
                </a:lnTo>
                <a:lnTo>
                  <a:pt x="581685" y="409778"/>
                </a:lnTo>
                <a:lnTo>
                  <a:pt x="584161" y="425589"/>
                </a:lnTo>
                <a:lnTo>
                  <a:pt x="598690" y="426466"/>
                </a:lnTo>
                <a:lnTo>
                  <a:pt x="612355" y="426923"/>
                </a:lnTo>
                <a:lnTo>
                  <a:pt x="624890" y="427088"/>
                </a:lnTo>
                <a:lnTo>
                  <a:pt x="635977" y="427113"/>
                </a:lnTo>
                <a:lnTo>
                  <a:pt x="659980" y="423722"/>
                </a:lnTo>
                <a:lnTo>
                  <a:pt x="677125" y="413778"/>
                </a:lnTo>
                <a:lnTo>
                  <a:pt x="687412" y="397535"/>
                </a:lnTo>
                <a:lnTo>
                  <a:pt x="688022" y="393585"/>
                </a:lnTo>
                <a:lnTo>
                  <a:pt x="690841" y="375297"/>
                </a:lnTo>
                <a:lnTo>
                  <a:pt x="690841" y="321856"/>
                </a:lnTo>
                <a:lnTo>
                  <a:pt x="690841" y="320332"/>
                </a:lnTo>
                <a:lnTo>
                  <a:pt x="718045" y="318312"/>
                </a:lnTo>
                <a:lnTo>
                  <a:pt x="746937" y="316712"/>
                </a:lnTo>
                <a:lnTo>
                  <a:pt x="809815" y="314236"/>
                </a:lnTo>
                <a:lnTo>
                  <a:pt x="816648" y="321094"/>
                </a:lnTo>
                <a:lnTo>
                  <a:pt x="823341" y="327952"/>
                </a:lnTo>
                <a:lnTo>
                  <a:pt x="829741" y="334810"/>
                </a:lnTo>
                <a:lnTo>
                  <a:pt x="835723" y="341668"/>
                </a:lnTo>
                <a:lnTo>
                  <a:pt x="844118" y="333362"/>
                </a:lnTo>
                <a:lnTo>
                  <a:pt x="851052" y="326618"/>
                </a:lnTo>
                <a:lnTo>
                  <a:pt x="856818" y="321310"/>
                </a:lnTo>
                <a:lnTo>
                  <a:pt x="861733" y="317284"/>
                </a:lnTo>
                <a:lnTo>
                  <a:pt x="858685" y="314236"/>
                </a:lnTo>
                <a:lnTo>
                  <a:pt x="844994" y="300520"/>
                </a:lnTo>
                <a:lnTo>
                  <a:pt x="841171" y="296684"/>
                </a:lnTo>
                <a:lnTo>
                  <a:pt x="818781" y="275932"/>
                </a:lnTo>
                <a:lnTo>
                  <a:pt x="794981" y="254876"/>
                </a:lnTo>
                <a:lnTo>
                  <a:pt x="770191" y="233362"/>
                </a:lnTo>
                <a:lnTo>
                  <a:pt x="747331" y="254800"/>
                </a:lnTo>
                <a:lnTo>
                  <a:pt x="756615" y="262978"/>
                </a:lnTo>
                <a:lnTo>
                  <a:pt x="766381" y="271754"/>
                </a:lnTo>
                <a:lnTo>
                  <a:pt x="776046" y="280733"/>
                </a:lnTo>
                <a:lnTo>
                  <a:pt x="785431" y="289852"/>
                </a:lnTo>
                <a:lnTo>
                  <a:pt x="567397" y="300520"/>
                </a:lnTo>
                <a:lnTo>
                  <a:pt x="611479" y="282752"/>
                </a:lnTo>
                <a:lnTo>
                  <a:pt x="655853" y="264172"/>
                </a:lnTo>
                <a:lnTo>
                  <a:pt x="700455" y="244716"/>
                </a:lnTo>
                <a:lnTo>
                  <a:pt x="705281" y="242519"/>
                </a:lnTo>
                <a:lnTo>
                  <a:pt x="742035" y="225742"/>
                </a:lnTo>
                <a:lnTo>
                  <a:pt x="745197" y="224307"/>
                </a:lnTo>
                <a:lnTo>
                  <a:pt x="790003" y="202882"/>
                </a:lnTo>
                <a:lnTo>
                  <a:pt x="765619" y="183070"/>
                </a:lnTo>
                <a:lnTo>
                  <a:pt x="748474" y="191960"/>
                </a:lnTo>
                <a:lnTo>
                  <a:pt x="731316" y="200406"/>
                </a:lnTo>
                <a:lnTo>
                  <a:pt x="696937" y="216598"/>
                </a:lnTo>
                <a:lnTo>
                  <a:pt x="552069" y="225742"/>
                </a:lnTo>
                <a:lnTo>
                  <a:pt x="620102" y="191452"/>
                </a:lnTo>
                <a:lnTo>
                  <a:pt x="642073" y="180022"/>
                </a:lnTo>
                <a:lnTo>
                  <a:pt x="880021" y="180022"/>
                </a:lnTo>
                <a:lnTo>
                  <a:pt x="880021" y="152590"/>
                </a:lnTo>
                <a:close/>
              </a:path>
              <a:path w="2185670" h="434975">
                <a:moveTo>
                  <a:pt x="1064514" y="222694"/>
                </a:moveTo>
                <a:lnTo>
                  <a:pt x="1053680" y="211912"/>
                </a:lnTo>
                <a:lnTo>
                  <a:pt x="1041844" y="200406"/>
                </a:lnTo>
                <a:lnTo>
                  <a:pt x="1039583" y="198310"/>
                </a:lnTo>
                <a:lnTo>
                  <a:pt x="1037945" y="196786"/>
                </a:lnTo>
                <a:lnTo>
                  <a:pt x="1029157" y="188620"/>
                </a:lnTo>
                <a:lnTo>
                  <a:pt x="1015746" y="176974"/>
                </a:lnTo>
                <a:lnTo>
                  <a:pt x="995934" y="196786"/>
                </a:lnTo>
                <a:lnTo>
                  <a:pt x="995934" y="193738"/>
                </a:lnTo>
                <a:lnTo>
                  <a:pt x="995934" y="118973"/>
                </a:lnTo>
                <a:lnTo>
                  <a:pt x="1056894" y="118973"/>
                </a:lnTo>
                <a:lnTo>
                  <a:pt x="1056894" y="88493"/>
                </a:lnTo>
                <a:lnTo>
                  <a:pt x="995934" y="88493"/>
                </a:lnTo>
                <a:lnTo>
                  <a:pt x="995934" y="3048"/>
                </a:lnTo>
                <a:lnTo>
                  <a:pt x="965365" y="3048"/>
                </a:lnTo>
                <a:lnTo>
                  <a:pt x="965365" y="88493"/>
                </a:lnTo>
                <a:lnTo>
                  <a:pt x="899833" y="88493"/>
                </a:lnTo>
                <a:lnTo>
                  <a:pt x="899833" y="118973"/>
                </a:lnTo>
                <a:lnTo>
                  <a:pt x="962317" y="118973"/>
                </a:lnTo>
                <a:lnTo>
                  <a:pt x="951433" y="159626"/>
                </a:lnTo>
                <a:lnTo>
                  <a:pt x="936980" y="199263"/>
                </a:lnTo>
                <a:lnTo>
                  <a:pt x="918806" y="238048"/>
                </a:lnTo>
                <a:lnTo>
                  <a:pt x="896785" y="276136"/>
                </a:lnTo>
                <a:lnTo>
                  <a:pt x="900214" y="285521"/>
                </a:lnTo>
                <a:lnTo>
                  <a:pt x="907072" y="304850"/>
                </a:lnTo>
                <a:lnTo>
                  <a:pt x="910501" y="314236"/>
                </a:lnTo>
                <a:lnTo>
                  <a:pt x="925931" y="289407"/>
                </a:lnTo>
                <a:lnTo>
                  <a:pt x="940219" y="260845"/>
                </a:lnTo>
                <a:lnTo>
                  <a:pt x="953363" y="228854"/>
                </a:lnTo>
                <a:lnTo>
                  <a:pt x="965365" y="193738"/>
                </a:lnTo>
                <a:lnTo>
                  <a:pt x="965365" y="430161"/>
                </a:lnTo>
                <a:lnTo>
                  <a:pt x="995934" y="430161"/>
                </a:lnTo>
                <a:lnTo>
                  <a:pt x="995934" y="198310"/>
                </a:lnTo>
                <a:lnTo>
                  <a:pt x="1008227" y="210870"/>
                </a:lnTo>
                <a:lnTo>
                  <a:pt x="1019937" y="223266"/>
                </a:lnTo>
                <a:lnTo>
                  <a:pt x="1031087" y="235394"/>
                </a:lnTo>
                <a:lnTo>
                  <a:pt x="1041654" y="247078"/>
                </a:lnTo>
                <a:lnTo>
                  <a:pt x="1064514" y="222694"/>
                </a:lnTo>
                <a:close/>
              </a:path>
              <a:path w="2185670" h="434975">
                <a:moveTo>
                  <a:pt x="1128623" y="242506"/>
                </a:moveTo>
                <a:lnTo>
                  <a:pt x="1096518" y="230314"/>
                </a:lnTo>
                <a:lnTo>
                  <a:pt x="1078496" y="270078"/>
                </a:lnTo>
                <a:lnTo>
                  <a:pt x="1060894" y="306806"/>
                </a:lnTo>
                <a:lnTo>
                  <a:pt x="1043584" y="340398"/>
                </a:lnTo>
                <a:lnTo>
                  <a:pt x="1026414" y="370725"/>
                </a:lnTo>
                <a:lnTo>
                  <a:pt x="1035278" y="374167"/>
                </a:lnTo>
                <a:lnTo>
                  <a:pt x="1043559" y="377774"/>
                </a:lnTo>
                <a:lnTo>
                  <a:pt x="1051280" y="381647"/>
                </a:lnTo>
                <a:lnTo>
                  <a:pt x="1058418" y="385965"/>
                </a:lnTo>
                <a:lnTo>
                  <a:pt x="1075804" y="353021"/>
                </a:lnTo>
                <a:lnTo>
                  <a:pt x="1093482" y="318236"/>
                </a:lnTo>
                <a:lnTo>
                  <a:pt x="1111173" y="281457"/>
                </a:lnTo>
                <a:lnTo>
                  <a:pt x="1128623" y="242506"/>
                </a:lnTo>
                <a:close/>
              </a:path>
              <a:path w="2185670" h="434975">
                <a:moveTo>
                  <a:pt x="1308544" y="28956"/>
                </a:moveTo>
                <a:lnTo>
                  <a:pt x="1075182" y="28956"/>
                </a:lnTo>
                <a:lnTo>
                  <a:pt x="1075182" y="59537"/>
                </a:lnTo>
                <a:lnTo>
                  <a:pt x="1308544" y="59537"/>
                </a:lnTo>
                <a:lnTo>
                  <a:pt x="1308544" y="28956"/>
                </a:lnTo>
                <a:close/>
              </a:path>
              <a:path w="2185670" h="434975">
                <a:moveTo>
                  <a:pt x="1329880" y="157162"/>
                </a:moveTo>
                <a:lnTo>
                  <a:pt x="1055370" y="157162"/>
                </a:lnTo>
                <a:lnTo>
                  <a:pt x="1055370" y="187642"/>
                </a:lnTo>
                <a:lnTo>
                  <a:pt x="1174343" y="187642"/>
                </a:lnTo>
                <a:lnTo>
                  <a:pt x="1174343" y="360057"/>
                </a:lnTo>
                <a:lnTo>
                  <a:pt x="1172857" y="374053"/>
                </a:lnTo>
                <a:lnTo>
                  <a:pt x="1168247" y="384060"/>
                </a:lnTo>
                <a:lnTo>
                  <a:pt x="1160195" y="390055"/>
                </a:lnTo>
                <a:lnTo>
                  <a:pt x="1148676" y="392023"/>
                </a:lnTo>
                <a:lnTo>
                  <a:pt x="1135557" y="392010"/>
                </a:lnTo>
                <a:lnTo>
                  <a:pt x="1122095" y="391680"/>
                </a:lnTo>
                <a:lnTo>
                  <a:pt x="1108062" y="390766"/>
                </a:lnTo>
                <a:lnTo>
                  <a:pt x="1093470" y="389013"/>
                </a:lnTo>
                <a:lnTo>
                  <a:pt x="1095489" y="399008"/>
                </a:lnTo>
                <a:lnTo>
                  <a:pt x="1097089" y="408444"/>
                </a:lnTo>
                <a:lnTo>
                  <a:pt x="1098397" y="417296"/>
                </a:lnTo>
                <a:lnTo>
                  <a:pt x="1099566" y="425589"/>
                </a:lnTo>
                <a:lnTo>
                  <a:pt x="1157579" y="425589"/>
                </a:lnTo>
                <a:lnTo>
                  <a:pt x="1195298" y="411873"/>
                </a:lnTo>
                <a:lnTo>
                  <a:pt x="1207871" y="370725"/>
                </a:lnTo>
                <a:lnTo>
                  <a:pt x="1207871" y="187642"/>
                </a:lnTo>
                <a:lnTo>
                  <a:pt x="1329880" y="187642"/>
                </a:lnTo>
                <a:lnTo>
                  <a:pt x="1329880" y="157162"/>
                </a:lnTo>
                <a:close/>
              </a:path>
              <a:path w="2185670" h="434975">
                <a:moveTo>
                  <a:pt x="1337500" y="369201"/>
                </a:moveTo>
                <a:lnTo>
                  <a:pt x="1322933" y="338035"/>
                </a:lnTo>
                <a:lnTo>
                  <a:pt x="1306639" y="304330"/>
                </a:lnTo>
                <a:lnTo>
                  <a:pt x="1288643" y="268338"/>
                </a:lnTo>
                <a:lnTo>
                  <a:pt x="1268920" y="230314"/>
                </a:lnTo>
                <a:lnTo>
                  <a:pt x="1236827" y="244030"/>
                </a:lnTo>
                <a:lnTo>
                  <a:pt x="1254836" y="280365"/>
                </a:lnTo>
                <a:lnTo>
                  <a:pt x="1271955" y="315950"/>
                </a:lnTo>
                <a:lnTo>
                  <a:pt x="1287919" y="350685"/>
                </a:lnTo>
                <a:lnTo>
                  <a:pt x="1302448" y="384441"/>
                </a:lnTo>
                <a:lnTo>
                  <a:pt x="1337500" y="369201"/>
                </a:lnTo>
                <a:close/>
              </a:path>
              <a:path w="2185670" h="434975">
                <a:moveTo>
                  <a:pt x="1465605" y="80873"/>
                </a:moveTo>
                <a:lnTo>
                  <a:pt x="1452727" y="67741"/>
                </a:lnTo>
                <a:lnTo>
                  <a:pt x="1436839" y="51295"/>
                </a:lnTo>
                <a:lnTo>
                  <a:pt x="1417815" y="31711"/>
                </a:lnTo>
                <a:lnTo>
                  <a:pt x="1395501" y="9144"/>
                </a:lnTo>
                <a:lnTo>
                  <a:pt x="1369504" y="32004"/>
                </a:lnTo>
                <a:lnTo>
                  <a:pt x="1387513" y="51231"/>
                </a:lnTo>
                <a:lnTo>
                  <a:pt x="1404645" y="70002"/>
                </a:lnTo>
                <a:lnTo>
                  <a:pt x="1420609" y="88468"/>
                </a:lnTo>
                <a:lnTo>
                  <a:pt x="1435125" y="106781"/>
                </a:lnTo>
                <a:lnTo>
                  <a:pt x="1465605" y="80873"/>
                </a:lnTo>
                <a:close/>
              </a:path>
              <a:path w="2185670" h="434975">
                <a:moveTo>
                  <a:pt x="1497609" y="361581"/>
                </a:moveTo>
                <a:lnTo>
                  <a:pt x="1494561" y="324904"/>
                </a:lnTo>
                <a:lnTo>
                  <a:pt x="1465224" y="345300"/>
                </a:lnTo>
                <a:lnTo>
                  <a:pt x="1451279" y="355168"/>
                </a:lnTo>
                <a:lnTo>
                  <a:pt x="1438173" y="364629"/>
                </a:lnTo>
                <a:lnTo>
                  <a:pt x="1438173" y="152590"/>
                </a:lnTo>
                <a:lnTo>
                  <a:pt x="1346644" y="152590"/>
                </a:lnTo>
                <a:lnTo>
                  <a:pt x="1346644" y="184594"/>
                </a:lnTo>
                <a:lnTo>
                  <a:pt x="1403121" y="184594"/>
                </a:lnTo>
                <a:lnTo>
                  <a:pt x="1403121" y="357009"/>
                </a:lnTo>
                <a:lnTo>
                  <a:pt x="1402270" y="369811"/>
                </a:lnTo>
                <a:lnTo>
                  <a:pt x="1399692" y="380631"/>
                </a:lnTo>
                <a:lnTo>
                  <a:pt x="1395374" y="389153"/>
                </a:lnTo>
                <a:lnTo>
                  <a:pt x="1389316" y="395109"/>
                </a:lnTo>
                <a:lnTo>
                  <a:pt x="1409217" y="425589"/>
                </a:lnTo>
                <a:lnTo>
                  <a:pt x="1426679" y="412153"/>
                </a:lnTo>
                <a:lnTo>
                  <a:pt x="1447126" y="397014"/>
                </a:lnTo>
                <a:lnTo>
                  <a:pt x="1470736" y="380149"/>
                </a:lnTo>
                <a:lnTo>
                  <a:pt x="1493202" y="364629"/>
                </a:lnTo>
                <a:lnTo>
                  <a:pt x="1497609" y="361581"/>
                </a:lnTo>
                <a:close/>
              </a:path>
              <a:path w="2185670" h="434975">
                <a:moveTo>
                  <a:pt x="1782800" y="298996"/>
                </a:moveTo>
                <a:lnTo>
                  <a:pt x="1773656" y="295783"/>
                </a:lnTo>
                <a:lnTo>
                  <a:pt x="1764512" y="292709"/>
                </a:lnTo>
                <a:lnTo>
                  <a:pt x="1755368" y="289356"/>
                </a:lnTo>
                <a:lnTo>
                  <a:pt x="1746224" y="285280"/>
                </a:lnTo>
                <a:lnTo>
                  <a:pt x="1743938" y="306717"/>
                </a:lnTo>
                <a:lnTo>
                  <a:pt x="1741690" y="324904"/>
                </a:lnTo>
                <a:lnTo>
                  <a:pt x="1731645" y="366839"/>
                </a:lnTo>
                <a:lnTo>
                  <a:pt x="1691360" y="382917"/>
                </a:lnTo>
                <a:lnTo>
                  <a:pt x="1580007" y="382917"/>
                </a:lnTo>
                <a:lnTo>
                  <a:pt x="1566011" y="380911"/>
                </a:lnTo>
                <a:lnTo>
                  <a:pt x="1556004" y="374904"/>
                </a:lnTo>
                <a:lnTo>
                  <a:pt x="1550009" y="364871"/>
                </a:lnTo>
                <a:lnTo>
                  <a:pt x="1548003" y="350812"/>
                </a:lnTo>
                <a:lnTo>
                  <a:pt x="1548003" y="201358"/>
                </a:lnTo>
                <a:lnTo>
                  <a:pt x="1715744" y="201358"/>
                </a:lnTo>
                <a:lnTo>
                  <a:pt x="1715744" y="222707"/>
                </a:lnTo>
                <a:lnTo>
                  <a:pt x="1750796" y="222707"/>
                </a:lnTo>
                <a:lnTo>
                  <a:pt x="1750796" y="201358"/>
                </a:lnTo>
                <a:lnTo>
                  <a:pt x="1750796" y="24384"/>
                </a:lnTo>
                <a:lnTo>
                  <a:pt x="1496085" y="24384"/>
                </a:lnTo>
                <a:lnTo>
                  <a:pt x="1496085" y="56489"/>
                </a:lnTo>
                <a:lnTo>
                  <a:pt x="1715744" y="56489"/>
                </a:lnTo>
                <a:lnTo>
                  <a:pt x="1715744" y="169354"/>
                </a:lnTo>
                <a:lnTo>
                  <a:pt x="1514373" y="169354"/>
                </a:lnTo>
                <a:lnTo>
                  <a:pt x="1514373" y="360057"/>
                </a:lnTo>
                <a:lnTo>
                  <a:pt x="1517573" y="384937"/>
                </a:lnTo>
                <a:lnTo>
                  <a:pt x="1527340" y="402539"/>
                </a:lnTo>
                <a:lnTo>
                  <a:pt x="1543989" y="412991"/>
                </a:lnTo>
                <a:lnTo>
                  <a:pt x="1567815" y="416445"/>
                </a:lnTo>
                <a:lnTo>
                  <a:pt x="1698980" y="416445"/>
                </a:lnTo>
                <a:lnTo>
                  <a:pt x="1747367" y="404825"/>
                </a:lnTo>
                <a:lnTo>
                  <a:pt x="1770608" y="369201"/>
                </a:lnTo>
                <a:lnTo>
                  <a:pt x="1776704" y="336918"/>
                </a:lnTo>
                <a:lnTo>
                  <a:pt x="1782800" y="298996"/>
                </a:lnTo>
                <a:close/>
              </a:path>
              <a:path w="2185670" h="434975">
                <a:moveTo>
                  <a:pt x="2185416" y="51917"/>
                </a:moveTo>
                <a:lnTo>
                  <a:pt x="1961299" y="51917"/>
                </a:lnTo>
                <a:lnTo>
                  <a:pt x="1969058" y="42722"/>
                </a:lnTo>
                <a:lnTo>
                  <a:pt x="1984006" y="24396"/>
                </a:lnTo>
                <a:lnTo>
                  <a:pt x="1991779" y="15252"/>
                </a:lnTo>
                <a:lnTo>
                  <a:pt x="1956727" y="1524"/>
                </a:lnTo>
                <a:lnTo>
                  <a:pt x="1920354" y="46380"/>
                </a:lnTo>
                <a:lnTo>
                  <a:pt x="1882140" y="86779"/>
                </a:lnTo>
                <a:lnTo>
                  <a:pt x="1841931" y="122326"/>
                </a:lnTo>
                <a:lnTo>
                  <a:pt x="1799551" y="152603"/>
                </a:lnTo>
                <a:lnTo>
                  <a:pt x="1804428" y="159473"/>
                </a:lnTo>
                <a:lnTo>
                  <a:pt x="1809889" y="166509"/>
                </a:lnTo>
                <a:lnTo>
                  <a:pt x="1815922" y="173812"/>
                </a:lnTo>
                <a:lnTo>
                  <a:pt x="1822513" y="181559"/>
                </a:lnTo>
                <a:lnTo>
                  <a:pt x="1852777" y="158127"/>
                </a:lnTo>
                <a:lnTo>
                  <a:pt x="1881759" y="133692"/>
                </a:lnTo>
                <a:lnTo>
                  <a:pt x="1909305" y="108394"/>
                </a:lnTo>
                <a:lnTo>
                  <a:pt x="1935289" y="82397"/>
                </a:lnTo>
                <a:lnTo>
                  <a:pt x="2138172" y="82397"/>
                </a:lnTo>
                <a:lnTo>
                  <a:pt x="2108416" y="109016"/>
                </a:lnTo>
                <a:lnTo>
                  <a:pt x="2076208" y="134073"/>
                </a:lnTo>
                <a:lnTo>
                  <a:pt x="2041436" y="157695"/>
                </a:lnTo>
                <a:lnTo>
                  <a:pt x="2003971" y="180035"/>
                </a:lnTo>
                <a:lnTo>
                  <a:pt x="1972144" y="150647"/>
                </a:lnTo>
                <a:lnTo>
                  <a:pt x="1954847" y="134937"/>
                </a:lnTo>
                <a:lnTo>
                  <a:pt x="1936813" y="118973"/>
                </a:lnTo>
                <a:lnTo>
                  <a:pt x="1910905" y="141833"/>
                </a:lnTo>
                <a:lnTo>
                  <a:pt x="1926640" y="155841"/>
                </a:lnTo>
                <a:lnTo>
                  <a:pt x="1941817" y="170116"/>
                </a:lnTo>
                <a:lnTo>
                  <a:pt x="1956422" y="184365"/>
                </a:lnTo>
                <a:lnTo>
                  <a:pt x="1970443" y="198323"/>
                </a:lnTo>
                <a:lnTo>
                  <a:pt x="1929231" y="216916"/>
                </a:lnTo>
                <a:lnTo>
                  <a:pt x="1885759" y="233946"/>
                </a:lnTo>
                <a:lnTo>
                  <a:pt x="1840001" y="249580"/>
                </a:lnTo>
                <a:lnTo>
                  <a:pt x="1791931" y="263944"/>
                </a:lnTo>
                <a:lnTo>
                  <a:pt x="1797418" y="271945"/>
                </a:lnTo>
                <a:lnTo>
                  <a:pt x="1807832" y="287947"/>
                </a:lnTo>
                <a:lnTo>
                  <a:pt x="1813369" y="295948"/>
                </a:lnTo>
                <a:lnTo>
                  <a:pt x="1831390" y="289991"/>
                </a:lnTo>
                <a:lnTo>
                  <a:pt x="1866303" y="277520"/>
                </a:lnTo>
                <a:lnTo>
                  <a:pt x="1883473" y="271564"/>
                </a:lnTo>
                <a:lnTo>
                  <a:pt x="1883473" y="434733"/>
                </a:lnTo>
                <a:lnTo>
                  <a:pt x="1918525" y="434733"/>
                </a:lnTo>
                <a:lnTo>
                  <a:pt x="1918525" y="407301"/>
                </a:lnTo>
                <a:lnTo>
                  <a:pt x="2150364" y="407301"/>
                </a:lnTo>
                <a:lnTo>
                  <a:pt x="2150364" y="434733"/>
                </a:lnTo>
                <a:lnTo>
                  <a:pt x="2185416" y="434733"/>
                </a:lnTo>
                <a:lnTo>
                  <a:pt x="2185416" y="407301"/>
                </a:lnTo>
                <a:lnTo>
                  <a:pt x="2185416" y="376821"/>
                </a:lnTo>
                <a:lnTo>
                  <a:pt x="2185416" y="266992"/>
                </a:lnTo>
                <a:lnTo>
                  <a:pt x="2185416" y="236423"/>
                </a:lnTo>
                <a:lnTo>
                  <a:pt x="2150364" y="236423"/>
                </a:lnTo>
                <a:lnTo>
                  <a:pt x="2150364" y="266992"/>
                </a:lnTo>
                <a:lnTo>
                  <a:pt x="2150364" y="376821"/>
                </a:lnTo>
                <a:lnTo>
                  <a:pt x="1918525" y="376821"/>
                </a:lnTo>
                <a:lnTo>
                  <a:pt x="1918525" y="271564"/>
                </a:lnTo>
                <a:lnTo>
                  <a:pt x="1918525" y="266992"/>
                </a:lnTo>
                <a:lnTo>
                  <a:pt x="2150364" y="266992"/>
                </a:lnTo>
                <a:lnTo>
                  <a:pt x="2150364" y="236423"/>
                </a:lnTo>
                <a:lnTo>
                  <a:pt x="1970443" y="236423"/>
                </a:lnTo>
                <a:lnTo>
                  <a:pt x="2022195" y="211175"/>
                </a:lnTo>
                <a:lnTo>
                  <a:pt x="2069592" y="183083"/>
                </a:lnTo>
                <a:lnTo>
                  <a:pt x="2073833" y="180035"/>
                </a:lnTo>
                <a:lnTo>
                  <a:pt x="2112594" y="152196"/>
                </a:lnTo>
                <a:lnTo>
                  <a:pt x="2151202" y="118605"/>
                </a:lnTo>
                <a:lnTo>
                  <a:pt x="2185416" y="82397"/>
                </a:lnTo>
                <a:lnTo>
                  <a:pt x="2185416" y="519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575167" y="1905190"/>
            <a:ext cx="172720" cy="349885"/>
          </a:xfrm>
          <a:custGeom>
            <a:avLst/>
            <a:gdLst/>
            <a:ahLst/>
            <a:cxnLst/>
            <a:rect l="l" t="t" r="r" b="b"/>
            <a:pathLst>
              <a:path w="172720" h="349885">
                <a:moveTo>
                  <a:pt x="0" y="67151"/>
                </a:moveTo>
                <a:lnTo>
                  <a:pt x="0" y="22955"/>
                </a:lnTo>
                <a:lnTo>
                  <a:pt x="18597" y="12898"/>
                </a:lnTo>
                <a:lnTo>
                  <a:pt x="37909" y="5726"/>
                </a:lnTo>
                <a:lnTo>
                  <a:pt x="58078" y="1430"/>
                </a:lnTo>
                <a:lnTo>
                  <a:pt x="79248" y="0"/>
                </a:lnTo>
                <a:lnTo>
                  <a:pt x="99877" y="1192"/>
                </a:lnTo>
                <a:lnTo>
                  <a:pt x="147923" y="21431"/>
                </a:lnTo>
                <a:lnTo>
                  <a:pt x="159580" y="35147"/>
                </a:lnTo>
                <a:lnTo>
                  <a:pt x="73152" y="35147"/>
                </a:lnTo>
                <a:lnTo>
                  <a:pt x="53149" y="37147"/>
                </a:lnTo>
                <a:lnTo>
                  <a:pt x="34290" y="43148"/>
                </a:lnTo>
                <a:lnTo>
                  <a:pt x="16573" y="53149"/>
                </a:lnTo>
                <a:lnTo>
                  <a:pt x="0" y="67151"/>
                </a:lnTo>
                <a:close/>
              </a:path>
              <a:path w="172720" h="349885">
                <a:moveTo>
                  <a:pt x="83820" y="248697"/>
                </a:moveTo>
                <a:lnTo>
                  <a:pt x="45720" y="248697"/>
                </a:lnTo>
                <a:lnTo>
                  <a:pt x="45720" y="228885"/>
                </a:lnTo>
                <a:lnTo>
                  <a:pt x="54864" y="189166"/>
                </a:lnTo>
                <a:lnTo>
                  <a:pt x="86868" y="154114"/>
                </a:lnTo>
                <a:lnTo>
                  <a:pt x="98376" y="145875"/>
                </a:lnTo>
                <a:lnTo>
                  <a:pt x="107715" y="137350"/>
                </a:lnTo>
                <a:lnTo>
                  <a:pt x="128682" y="104691"/>
                </a:lnTo>
                <a:lnTo>
                  <a:pt x="131159" y="85439"/>
                </a:lnTo>
                <a:lnTo>
                  <a:pt x="130063" y="74795"/>
                </a:lnTo>
                <a:lnTo>
                  <a:pt x="107321" y="42862"/>
                </a:lnTo>
                <a:lnTo>
                  <a:pt x="73152" y="35147"/>
                </a:lnTo>
                <a:lnTo>
                  <a:pt x="159580" y="35147"/>
                </a:lnTo>
                <a:lnTo>
                  <a:pt x="166401" y="47720"/>
                </a:lnTo>
                <a:lnTo>
                  <a:pt x="170854" y="63436"/>
                </a:lnTo>
                <a:lnTo>
                  <a:pt x="172307" y="80867"/>
                </a:lnTo>
                <a:lnTo>
                  <a:pt x="171711" y="93155"/>
                </a:lnTo>
                <a:lnTo>
                  <a:pt x="154065" y="137350"/>
                </a:lnTo>
                <a:lnTo>
                  <a:pt x="122015" y="170878"/>
                </a:lnTo>
                <a:lnTo>
                  <a:pt x="111466" y="179474"/>
                </a:lnTo>
                <a:lnTo>
                  <a:pt x="102774" y="187071"/>
                </a:lnTo>
                <a:lnTo>
                  <a:pt x="84369" y="221520"/>
                </a:lnTo>
                <a:lnTo>
                  <a:pt x="83914" y="228885"/>
                </a:lnTo>
                <a:lnTo>
                  <a:pt x="83820" y="248697"/>
                </a:lnTo>
                <a:close/>
              </a:path>
              <a:path w="172720" h="349885">
                <a:moveTo>
                  <a:pt x="71628" y="349377"/>
                </a:moveTo>
                <a:lnTo>
                  <a:pt x="56388" y="349377"/>
                </a:lnTo>
                <a:lnTo>
                  <a:pt x="50292" y="346329"/>
                </a:lnTo>
                <a:lnTo>
                  <a:pt x="44196" y="341757"/>
                </a:lnTo>
                <a:lnTo>
                  <a:pt x="39624" y="337185"/>
                </a:lnTo>
                <a:lnTo>
                  <a:pt x="36576" y="329565"/>
                </a:lnTo>
                <a:lnTo>
                  <a:pt x="36576" y="314229"/>
                </a:lnTo>
                <a:lnTo>
                  <a:pt x="39624" y="306609"/>
                </a:lnTo>
                <a:lnTo>
                  <a:pt x="50292" y="295941"/>
                </a:lnTo>
                <a:lnTo>
                  <a:pt x="56388" y="294417"/>
                </a:lnTo>
                <a:lnTo>
                  <a:pt x="71628" y="294417"/>
                </a:lnTo>
                <a:lnTo>
                  <a:pt x="79248" y="295941"/>
                </a:lnTo>
                <a:lnTo>
                  <a:pt x="83820" y="302037"/>
                </a:lnTo>
                <a:lnTo>
                  <a:pt x="90011" y="306609"/>
                </a:lnTo>
                <a:lnTo>
                  <a:pt x="93059" y="314229"/>
                </a:lnTo>
                <a:lnTo>
                  <a:pt x="93059" y="329565"/>
                </a:lnTo>
                <a:lnTo>
                  <a:pt x="90011" y="335661"/>
                </a:lnTo>
                <a:lnTo>
                  <a:pt x="83820" y="341757"/>
                </a:lnTo>
                <a:lnTo>
                  <a:pt x="79248" y="346329"/>
                </a:lnTo>
                <a:lnTo>
                  <a:pt x="71628" y="3493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963644" y="2577941"/>
            <a:ext cx="108585" cy="321945"/>
          </a:xfrm>
          <a:custGeom>
            <a:avLst/>
            <a:gdLst/>
            <a:ahLst/>
            <a:cxnLst/>
            <a:rect l="l" t="t" r="r" b="b"/>
            <a:pathLst>
              <a:path w="108584" h="321944">
                <a:moveTo>
                  <a:pt x="108299" y="321849"/>
                </a:moveTo>
                <a:lnTo>
                  <a:pt x="73152" y="321849"/>
                </a:lnTo>
                <a:lnTo>
                  <a:pt x="73152" y="50292"/>
                </a:lnTo>
                <a:lnTo>
                  <a:pt x="70104" y="53340"/>
                </a:lnTo>
                <a:lnTo>
                  <a:pt x="60960" y="59436"/>
                </a:lnTo>
                <a:lnTo>
                  <a:pt x="54864" y="64103"/>
                </a:lnTo>
                <a:lnTo>
                  <a:pt x="36576" y="73247"/>
                </a:lnTo>
                <a:lnTo>
                  <a:pt x="28956" y="77819"/>
                </a:lnTo>
                <a:lnTo>
                  <a:pt x="13716" y="83915"/>
                </a:lnTo>
                <a:lnTo>
                  <a:pt x="7620" y="85439"/>
                </a:lnTo>
                <a:lnTo>
                  <a:pt x="0" y="86963"/>
                </a:lnTo>
                <a:lnTo>
                  <a:pt x="0" y="51816"/>
                </a:lnTo>
                <a:lnTo>
                  <a:pt x="24384" y="42672"/>
                </a:lnTo>
                <a:lnTo>
                  <a:pt x="31242" y="39481"/>
                </a:lnTo>
                <a:lnTo>
                  <a:pt x="44958" y="33670"/>
                </a:lnTo>
                <a:lnTo>
                  <a:pt x="51816" y="30480"/>
                </a:lnTo>
                <a:lnTo>
                  <a:pt x="57531" y="26812"/>
                </a:lnTo>
                <a:lnTo>
                  <a:pt x="68961" y="18907"/>
                </a:lnTo>
                <a:lnTo>
                  <a:pt x="74676" y="15240"/>
                </a:lnTo>
                <a:lnTo>
                  <a:pt x="90011" y="6096"/>
                </a:lnTo>
                <a:lnTo>
                  <a:pt x="94583" y="0"/>
                </a:lnTo>
                <a:lnTo>
                  <a:pt x="108299" y="0"/>
                </a:lnTo>
                <a:lnTo>
                  <a:pt x="108299" y="3218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80242" y="2855595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4">
                <a:moveTo>
                  <a:pt x="30480" y="48767"/>
                </a:moveTo>
                <a:lnTo>
                  <a:pt x="24384" y="48767"/>
                </a:lnTo>
                <a:lnTo>
                  <a:pt x="18288" y="48767"/>
                </a:lnTo>
                <a:lnTo>
                  <a:pt x="12192" y="47243"/>
                </a:lnTo>
                <a:lnTo>
                  <a:pt x="7620" y="41147"/>
                </a:lnTo>
                <a:lnTo>
                  <a:pt x="3048" y="36575"/>
                </a:lnTo>
                <a:lnTo>
                  <a:pt x="0" y="30479"/>
                </a:lnTo>
                <a:lnTo>
                  <a:pt x="0" y="18287"/>
                </a:lnTo>
                <a:lnTo>
                  <a:pt x="3048" y="12191"/>
                </a:lnTo>
                <a:lnTo>
                  <a:pt x="7620" y="7619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6576" y="1523"/>
                </a:lnTo>
                <a:lnTo>
                  <a:pt x="41148" y="7619"/>
                </a:lnTo>
                <a:lnTo>
                  <a:pt x="47244" y="12191"/>
                </a:lnTo>
                <a:lnTo>
                  <a:pt x="48768" y="18287"/>
                </a:lnTo>
                <a:lnTo>
                  <a:pt x="48768" y="30479"/>
                </a:lnTo>
                <a:lnTo>
                  <a:pt x="47244" y="36575"/>
                </a:lnTo>
                <a:lnTo>
                  <a:pt x="41148" y="41147"/>
                </a:lnTo>
                <a:lnTo>
                  <a:pt x="36576" y="47243"/>
                </a:lnTo>
                <a:lnTo>
                  <a:pt x="30480" y="487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5348" y="2658808"/>
            <a:ext cx="189071" cy="213550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913763" y="2585561"/>
            <a:ext cx="438150" cy="319405"/>
            <a:chOff x="1913763" y="2585561"/>
            <a:chExt cx="438150" cy="319405"/>
          </a:xfrm>
        </p:grpSpPr>
        <p:sp>
          <p:nvSpPr>
            <p:cNvPr id="19" name="object 19" descr=""/>
            <p:cNvSpPr/>
            <p:nvPr/>
          </p:nvSpPr>
          <p:spPr>
            <a:xfrm>
              <a:off x="1913763" y="2585561"/>
              <a:ext cx="200025" cy="314325"/>
            </a:xfrm>
            <a:custGeom>
              <a:avLst/>
              <a:gdLst/>
              <a:ahLst/>
              <a:cxnLst/>
              <a:rect l="l" t="t" r="r" b="b"/>
              <a:pathLst>
                <a:path w="200025" h="314325">
                  <a:moveTo>
                    <a:pt x="86867" y="314229"/>
                  </a:moveTo>
                  <a:lnTo>
                    <a:pt x="48767" y="314229"/>
                  </a:lnTo>
                  <a:lnTo>
                    <a:pt x="50458" y="300250"/>
                  </a:lnTo>
                  <a:lnTo>
                    <a:pt x="53149" y="285833"/>
                  </a:lnTo>
                  <a:lnTo>
                    <a:pt x="56697" y="271112"/>
                  </a:lnTo>
                  <a:lnTo>
                    <a:pt x="60959" y="256222"/>
                  </a:lnTo>
                  <a:lnTo>
                    <a:pt x="64674" y="242268"/>
                  </a:lnTo>
                  <a:lnTo>
                    <a:pt x="68960" y="228028"/>
                  </a:lnTo>
                  <a:lnTo>
                    <a:pt x="73818" y="213788"/>
                  </a:lnTo>
                  <a:lnTo>
                    <a:pt x="79247" y="199834"/>
                  </a:lnTo>
                  <a:lnTo>
                    <a:pt x="84083" y="185474"/>
                  </a:lnTo>
                  <a:lnTo>
                    <a:pt x="100679" y="144875"/>
                  </a:lnTo>
                  <a:lnTo>
                    <a:pt x="117824" y="108442"/>
                  </a:lnTo>
                  <a:lnTo>
                    <a:pt x="123539" y="97631"/>
                  </a:lnTo>
                  <a:lnTo>
                    <a:pt x="143351" y="58007"/>
                  </a:lnTo>
                  <a:lnTo>
                    <a:pt x="151542" y="43255"/>
                  </a:lnTo>
                  <a:lnTo>
                    <a:pt x="155138" y="37125"/>
                  </a:lnTo>
                  <a:lnTo>
                    <a:pt x="158591" y="32004"/>
                  </a:lnTo>
                  <a:lnTo>
                    <a:pt x="0" y="32004"/>
                  </a:lnTo>
                  <a:lnTo>
                    <a:pt x="0" y="0"/>
                  </a:lnTo>
                  <a:lnTo>
                    <a:pt x="199739" y="0"/>
                  </a:lnTo>
                  <a:lnTo>
                    <a:pt x="199739" y="21336"/>
                  </a:lnTo>
                  <a:lnTo>
                    <a:pt x="196262" y="27598"/>
                  </a:lnTo>
                  <a:lnTo>
                    <a:pt x="188166" y="42981"/>
                  </a:lnTo>
                  <a:lnTo>
                    <a:pt x="161639" y="93059"/>
                  </a:lnTo>
                  <a:lnTo>
                    <a:pt x="144494" y="130135"/>
                  </a:lnTo>
                  <a:lnTo>
                    <a:pt x="115919" y="198310"/>
                  </a:lnTo>
                  <a:lnTo>
                    <a:pt x="97631" y="256222"/>
                  </a:lnTo>
                  <a:lnTo>
                    <a:pt x="91642" y="285833"/>
                  </a:lnTo>
                  <a:lnTo>
                    <a:pt x="86867" y="3142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6269" y="2669476"/>
              <a:ext cx="195167" cy="234886"/>
            </a:xfrm>
            <a:prstGeom prst="rect">
              <a:avLst/>
            </a:prstGeom>
          </p:spPr>
        </p:pic>
      </p:grpSp>
      <p:sp>
        <p:nvSpPr>
          <p:cNvPr id="21" name="object 21" descr=""/>
          <p:cNvSpPr/>
          <p:nvPr/>
        </p:nvSpPr>
        <p:spPr>
          <a:xfrm>
            <a:off x="2406395" y="256794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6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6" y="0"/>
                </a:lnTo>
                <a:lnTo>
                  <a:pt x="36576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2499360" y="2669476"/>
            <a:ext cx="647065" cy="234950"/>
            <a:chOff x="2499360" y="2669476"/>
            <a:chExt cx="647065" cy="234950"/>
          </a:xfrm>
        </p:grpSpPr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9360" y="2669476"/>
              <a:ext cx="196691" cy="23488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5958" y="2675572"/>
              <a:ext cx="210407" cy="224313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0845" y="2669476"/>
              <a:ext cx="195167" cy="234886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00876" y="2669476"/>
            <a:ext cx="186023" cy="230314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76910" y="2658808"/>
            <a:ext cx="189071" cy="213550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937736" y="3226212"/>
            <a:ext cx="193675" cy="319405"/>
          </a:xfrm>
          <a:custGeom>
            <a:avLst/>
            <a:gdLst/>
            <a:ahLst/>
            <a:cxnLst/>
            <a:rect l="l" t="t" r="r" b="b"/>
            <a:pathLst>
              <a:path w="193675" h="319404">
                <a:moveTo>
                  <a:pt x="193643" y="318801"/>
                </a:moveTo>
                <a:lnTo>
                  <a:pt x="0" y="318801"/>
                </a:lnTo>
                <a:lnTo>
                  <a:pt x="0" y="303561"/>
                </a:lnTo>
                <a:lnTo>
                  <a:pt x="7143" y="260769"/>
                </a:lnTo>
                <a:lnTo>
                  <a:pt x="30289" y="225742"/>
                </a:lnTo>
                <a:lnTo>
                  <a:pt x="45719" y="212026"/>
                </a:lnTo>
                <a:lnTo>
                  <a:pt x="54054" y="204239"/>
                </a:lnTo>
                <a:lnTo>
                  <a:pt x="63245" y="196596"/>
                </a:lnTo>
                <a:lnTo>
                  <a:pt x="73580" y="188666"/>
                </a:lnTo>
                <a:lnTo>
                  <a:pt x="101012" y="168592"/>
                </a:lnTo>
                <a:lnTo>
                  <a:pt x="108141" y="162877"/>
                </a:lnTo>
                <a:lnTo>
                  <a:pt x="137255" y="126587"/>
                </a:lnTo>
                <a:lnTo>
                  <a:pt x="144875" y="96107"/>
                </a:lnTo>
                <a:lnTo>
                  <a:pt x="144875" y="86963"/>
                </a:lnTo>
                <a:lnTo>
                  <a:pt x="144875" y="77819"/>
                </a:lnTo>
                <a:lnTo>
                  <a:pt x="143351" y="68675"/>
                </a:lnTo>
                <a:lnTo>
                  <a:pt x="140303" y="62579"/>
                </a:lnTo>
                <a:lnTo>
                  <a:pt x="137255" y="54959"/>
                </a:lnTo>
                <a:lnTo>
                  <a:pt x="134207" y="48863"/>
                </a:lnTo>
                <a:lnTo>
                  <a:pt x="128111" y="44291"/>
                </a:lnTo>
                <a:lnTo>
                  <a:pt x="123539" y="39719"/>
                </a:lnTo>
                <a:lnTo>
                  <a:pt x="117443" y="36576"/>
                </a:lnTo>
                <a:lnTo>
                  <a:pt x="109823" y="33528"/>
                </a:lnTo>
                <a:lnTo>
                  <a:pt x="103727" y="32004"/>
                </a:lnTo>
                <a:lnTo>
                  <a:pt x="96011" y="30480"/>
                </a:lnTo>
                <a:lnTo>
                  <a:pt x="73151" y="30480"/>
                </a:lnTo>
                <a:lnTo>
                  <a:pt x="67055" y="33528"/>
                </a:lnTo>
                <a:lnTo>
                  <a:pt x="59435" y="35052"/>
                </a:lnTo>
                <a:lnTo>
                  <a:pt x="41147" y="44291"/>
                </a:lnTo>
                <a:lnTo>
                  <a:pt x="16764" y="62579"/>
                </a:lnTo>
                <a:lnTo>
                  <a:pt x="12191" y="68675"/>
                </a:lnTo>
                <a:lnTo>
                  <a:pt x="12191" y="30480"/>
                </a:lnTo>
                <a:lnTo>
                  <a:pt x="45719" y="7620"/>
                </a:lnTo>
                <a:lnTo>
                  <a:pt x="91439" y="0"/>
                </a:lnTo>
                <a:lnTo>
                  <a:pt x="100639" y="285"/>
                </a:lnTo>
                <a:lnTo>
                  <a:pt x="142970" y="11811"/>
                </a:lnTo>
                <a:lnTo>
                  <a:pt x="171402" y="41133"/>
                </a:lnTo>
                <a:lnTo>
                  <a:pt x="181451" y="83915"/>
                </a:lnTo>
                <a:lnTo>
                  <a:pt x="181165" y="93011"/>
                </a:lnTo>
                <a:lnTo>
                  <a:pt x="171926" y="132504"/>
                </a:lnTo>
                <a:lnTo>
                  <a:pt x="143351" y="172402"/>
                </a:lnTo>
                <a:lnTo>
                  <a:pt x="111347" y="196786"/>
                </a:lnTo>
                <a:lnTo>
                  <a:pt x="91832" y="211645"/>
                </a:lnTo>
                <a:lnTo>
                  <a:pt x="56673" y="240117"/>
                </a:lnTo>
                <a:lnTo>
                  <a:pt x="41147" y="263937"/>
                </a:lnTo>
                <a:lnTo>
                  <a:pt x="38099" y="271557"/>
                </a:lnTo>
                <a:lnTo>
                  <a:pt x="36575" y="277653"/>
                </a:lnTo>
                <a:lnTo>
                  <a:pt x="36575" y="286797"/>
                </a:lnTo>
                <a:lnTo>
                  <a:pt x="193643" y="286797"/>
                </a:lnTo>
                <a:lnTo>
                  <a:pt x="193643" y="3188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80242" y="3500818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30480" y="48767"/>
                </a:moveTo>
                <a:lnTo>
                  <a:pt x="24384" y="48767"/>
                </a:lnTo>
                <a:lnTo>
                  <a:pt x="18288" y="48767"/>
                </a:lnTo>
                <a:lnTo>
                  <a:pt x="12192" y="47243"/>
                </a:lnTo>
                <a:lnTo>
                  <a:pt x="7620" y="42671"/>
                </a:lnTo>
                <a:lnTo>
                  <a:pt x="3048" y="36575"/>
                </a:lnTo>
                <a:lnTo>
                  <a:pt x="0" y="32003"/>
                </a:lnTo>
                <a:lnTo>
                  <a:pt x="0" y="18287"/>
                </a:lnTo>
                <a:lnTo>
                  <a:pt x="3048" y="12191"/>
                </a:lnTo>
                <a:lnTo>
                  <a:pt x="12192" y="3047"/>
                </a:lnTo>
                <a:lnTo>
                  <a:pt x="16764" y="0"/>
                </a:lnTo>
                <a:lnTo>
                  <a:pt x="30480" y="0"/>
                </a:lnTo>
                <a:lnTo>
                  <a:pt x="36576" y="3047"/>
                </a:lnTo>
                <a:lnTo>
                  <a:pt x="41148" y="7619"/>
                </a:lnTo>
                <a:lnTo>
                  <a:pt x="47244" y="12191"/>
                </a:lnTo>
                <a:lnTo>
                  <a:pt x="48768" y="18287"/>
                </a:lnTo>
                <a:lnTo>
                  <a:pt x="48768" y="32003"/>
                </a:lnTo>
                <a:lnTo>
                  <a:pt x="47244" y="36575"/>
                </a:lnTo>
                <a:lnTo>
                  <a:pt x="36576" y="47243"/>
                </a:lnTo>
                <a:lnTo>
                  <a:pt x="30480" y="487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45348" y="3304032"/>
            <a:ext cx="189071" cy="213550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1929002" y="3316223"/>
            <a:ext cx="207645" cy="332740"/>
          </a:xfrm>
          <a:custGeom>
            <a:avLst/>
            <a:gdLst/>
            <a:ahLst/>
            <a:cxnLst/>
            <a:rect l="l" t="t" r="r" b="b"/>
            <a:pathLst>
              <a:path w="207644" h="332739">
                <a:moveTo>
                  <a:pt x="63206" y="44196"/>
                </a:moveTo>
                <a:lnTo>
                  <a:pt x="36576" y="44196"/>
                </a:lnTo>
                <a:lnTo>
                  <a:pt x="51722" y="24431"/>
                </a:lnTo>
                <a:lnTo>
                  <a:pt x="69734" y="10668"/>
                </a:lnTo>
                <a:lnTo>
                  <a:pt x="90622" y="2619"/>
                </a:lnTo>
                <a:lnTo>
                  <a:pt x="114395" y="0"/>
                </a:lnTo>
                <a:lnTo>
                  <a:pt x="134969" y="1738"/>
                </a:lnTo>
                <a:lnTo>
                  <a:pt x="153257" y="7048"/>
                </a:lnTo>
                <a:lnTo>
                  <a:pt x="169259" y="16073"/>
                </a:lnTo>
                <a:lnTo>
                  <a:pt x="182975" y="28956"/>
                </a:lnTo>
                <a:lnTo>
                  <a:pt x="105251" y="28956"/>
                </a:lnTo>
                <a:lnTo>
                  <a:pt x="90948" y="30386"/>
                </a:lnTo>
                <a:lnTo>
                  <a:pt x="77771" y="34682"/>
                </a:lnTo>
                <a:lnTo>
                  <a:pt x="65737" y="41854"/>
                </a:lnTo>
                <a:lnTo>
                  <a:pt x="63206" y="44196"/>
                </a:lnTo>
                <a:close/>
              </a:path>
              <a:path w="207644" h="332739">
                <a:moveTo>
                  <a:pt x="36576" y="332517"/>
                </a:moveTo>
                <a:lnTo>
                  <a:pt x="0" y="332517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44196"/>
                </a:lnTo>
                <a:lnTo>
                  <a:pt x="63206" y="44196"/>
                </a:lnTo>
                <a:lnTo>
                  <a:pt x="41148" y="75914"/>
                </a:lnTo>
                <a:lnTo>
                  <a:pt x="36576" y="106775"/>
                </a:lnTo>
                <a:lnTo>
                  <a:pt x="36576" y="137255"/>
                </a:lnTo>
                <a:lnTo>
                  <a:pt x="46863" y="174639"/>
                </a:lnTo>
                <a:lnTo>
                  <a:pt x="70439" y="196786"/>
                </a:lnTo>
                <a:lnTo>
                  <a:pt x="36576" y="196786"/>
                </a:lnTo>
                <a:lnTo>
                  <a:pt x="36576" y="332517"/>
                </a:lnTo>
                <a:close/>
              </a:path>
              <a:path w="207644" h="332739">
                <a:moveTo>
                  <a:pt x="175355" y="204406"/>
                </a:moveTo>
                <a:lnTo>
                  <a:pt x="100679" y="204406"/>
                </a:lnTo>
                <a:lnTo>
                  <a:pt x="115824" y="202715"/>
                </a:lnTo>
                <a:lnTo>
                  <a:pt x="129254" y="197739"/>
                </a:lnTo>
                <a:lnTo>
                  <a:pt x="158972" y="165410"/>
                </a:lnTo>
                <a:lnTo>
                  <a:pt x="169259" y="109823"/>
                </a:lnTo>
                <a:lnTo>
                  <a:pt x="168354" y="92391"/>
                </a:lnTo>
                <a:lnTo>
                  <a:pt x="152495" y="50292"/>
                </a:lnTo>
                <a:lnTo>
                  <a:pt x="119491" y="30360"/>
                </a:lnTo>
                <a:lnTo>
                  <a:pt x="105251" y="28956"/>
                </a:lnTo>
                <a:lnTo>
                  <a:pt x="182975" y="28956"/>
                </a:lnTo>
                <a:lnTo>
                  <a:pt x="193214" y="45877"/>
                </a:lnTo>
                <a:lnTo>
                  <a:pt x="200882" y="64817"/>
                </a:lnTo>
                <a:lnTo>
                  <a:pt x="205692" y="86043"/>
                </a:lnTo>
                <a:lnTo>
                  <a:pt x="207359" y="109823"/>
                </a:lnTo>
                <a:lnTo>
                  <a:pt x="205644" y="136960"/>
                </a:lnTo>
                <a:lnTo>
                  <a:pt x="200501" y="161115"/>
                </a:lnTo>
                <a:lnTo>
                  <a:pt x="191928" y="182126"/>
                </a:lnTo>
                <a:lnTo>
                  <a:pt x="179927" y="199834"/>
                </a:lnTo>
                <a:lnTo>
                  <a:pt x="175355" y="204406"/>
                </a:lnTo>
                <a:close/>
              </a:path>
              <a:path w="207644" h="332739">
                <a:moveTo>
                  <a:pt x="103727" y="234886"/>
                </a:moveTo>
                <a:lnTo>
                  <a:pt x="83336" y="232362"/>
                </a:lnTo>
                <a:lnTo>
                  <a:pt x="65543" y="224980"/>
                </a:lnTo>
                <a:lnTo>
                  <a:pt x="50055" y="213026"/>
                </a:lnTo>
                <a:lnTo>
                  <a:pt x="36576" y="196786"/>
                </a:lnTo>
                <a:lnTo>
                  <a:pt x="70439" y="196786"/>
                </a:lnTo>
                <a:lnTo>
                  <a:pt x="75485" y="199644"/>
                </a:lnTo>
                <a:lnTo>
                  <a:pt x="87519" y="203239"/>
                </a:lnTo>
                <a:lnTo>
                  <a:pt x="100679" y="204406"/>
                </a:lnTo>
                <a:lnTo>
                  <a:pt x="175355" y="204406"/>
                </a:lnTo>
                <a:lnTo>
                  <a:pt x="164806" y="214955"/>
                </a:lnTo>
                <a:lnTo>
                  <a:pt x="146970" y="225933"/>
                </a:lnTo>
                <a:lnTo>
                  <a:pt x="126563" y="232624"/>
                </a:lnTo>
                <a:lnTo>
                  <a:pt x="103727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2192845" y="3212496"/>
            <a:ext cx="186055" cy="332740"/>
          </a:xfrm>
          <a:custGeom>
            <a:avLst/>
            <a:gdLst/>
            <a:ahLst/>
            <a:cxnLst/>
            <a:rect l="l" t="t" r="r" b="b"/>
            <a:pathLst>
              <a:path w="186055" h="332739">
                <a:moveTo>
                  <a:pt x="36576" y="332517"/>
                </a:moveTo>
                <a:lnTo>
                  <a:pt x="0" y="332517"/>
                </a:lnTo>
                <a:lnTo>
                  <a:pt x="0" y="0"/>
                </a:lnTo>
                <a:lnTo>
                  <a:pt x="36576" y="0"/>
                </a:lnTo>
                <a:lnTo>
                  <a:pt x="36576" y="146399"/>
                </a:lnTo>
                <a:lnTo>
                  <a:pt x="62246" y="146399"/>
                </a:lnTo>
                <a:lnTo>
                  <a:pt x="37719" y="190760"/>
                </a:lnTo>
                <a:lnTo>
                  <a:pt x="36576" y="205930"/>
                </a:lnTo>
                <a:lnTo>
                  <a:pt x="36576" y="332517"/>
                </a:lnTo>
                <a:close/>
              </a:path>
              <a:path w="186055" h="332739">
                <a:moveTo>
                  <a:pt x="62246" y="146399"/>
                </a:moveTo>
                <a:lnTo>
                  <a:pt x="36576" y="146399"/>
                </a:lnTo>
                <a:lnTo>
                  <a:pt x="51460" y="127515"/>
                </a:lnTo>
                <a:lnTo>
                  <a:pt x="68782" y="114204"/>
                </a:lnTo>
                <a:lnTo>
                  <a:pt x="88694" y="106322"/>
                </a:lnTo>
                <a:lnTo>
                  <a:pt x="111347" y="103727"/>
                </a:lnTo>
                <a:lnTo>
                  <a:pt x="144232" y="109443"/>
                </a:lnTo>
                <a:lnTo>
                  <a:pt x="167544" y="126599"/>
                </a:lnTo>
                <a:lnTo>
                  <a:pt x="170497" y="132683"/>
                </a:lnTo>
                <a:lnTo>
                  <a:pt x="99155" y="132683"/>
                </a:lnTo>
                <a:lnTo>
                  <a:pt x="85979" y="134088"/>
                </a:lnTo>
                <a:lnTo>
                  <a:pt x="74116" y="138207"/>
                </a:lnTo>
                <a:lnTo>
                  <a:pt x="63699" y="144899"/>
                </a:lnTo>
                <a:lnTo>
                  <a:pt x="62246" y="146399"/>
                </a:lnTo>
                <a:close/>
              </a:path>
              <a:path w="186055" h="332739">
                <a:moveTo>
                  <a:pt x="186023" y="332517"/>
                </a:moveTo>
                <a:lnTo>
                  <a:pt x="150971" y="332517"/>
                </a:lnTo>
                <a:lnTo>
                  <a:pt x="150971" y="202882"/>
                </a:lnTo>
                <a:lnTo>
                  <a:pt x="147589" y="172625"/>
                </a:lnTo>
                <a:lnTo>
                  <a:pt x="137636" y="150637"/>
                </a:lnTo>
                <a:lnTo>
                  <a:pt x="121396" y="137222"/>
                </a:lnTo>
                <a:lnTo>
                  <a:pt x="99155" y="132683"/>
                </a:lnTo>
                <a:lnTo>
                  <a:pt x="170497" y="132683"/>
                </a:lnTo>
                <a:lnTo>
                  <a:pt x="181427" y="155202"/>
                </a:lnTo>
                <a:lnTo>
                  <a:pt x="186023" y="195262"/>
                </a:lnTo>
                <a:lnTo>
                  <a:pt x="186023" y="3325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32304" y="3316223"/>
            <a:ext cx="219551" cy="23488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09862" y="3316223"/>
            <a:ext cx="186023" cy="22879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49225" y="3316223"/>
            <a:ext cx="195262" cy="234886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19843" y="3316223"/>
            <a:ext cx="186023" cy="22879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68446" y="3320796"/>
            <a:ext cx="186023" cy="230314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3827716" y="3316223"/>
            <a:ext cx="318770" cy="229235"/>
          </a:xfrm>
          <a:custGeom>
            <a:avLst/>
            <a:gdLst/>
            <a:ahLst/>
            <a:cxnLst/>
            <a:rect l="l" t="t" r="r" b="b"/>
            <a:pathLst>
              <a:path w="318770" h="229235">
                <a:moveTo>
                  <a:pt x="318706" y="228790"/>
                </a:moveTo>
                <a:lnTo>
                  <a:pt x="282130" y="228790"/>
                </a:lnTo>
                <a:lnTo>
                  <a:pt x="282130" y="100679"/>
                </a:lnTo>
                <a:lnTo>
                  <a:pt x="281535" y="82889"/>
                </a:lnTo>
                <a:lnTo>
                  <a:pt x="271462" y="45719"/>
                </a:lnTo>
                <a:lnTo>
                  <a:pt x="231743" y="28955"/>
                </a:lnTo>
                <a:lnTo>
                  <a:pt x="220860" y="30360"/>
                </a:lnTo>
                <a:lnTo>
                  <a:pt x="186523" y="61205"/>
                </a:lnTo>
                <a:lnTo>
                  <a:pt x="176879" y="100679"/>
                </a:lnTo>
                <a:lnTo>
                  <a:pt x="176879" y="228790"/>
                </a:lnTo>
                <a:lnTo>
                  <a:pt x="141827" y="228790"/>
                </a:lnTo>
                <a:lnTo>
                  <a:pt x="141827" y="96107"/>
                </a:lnTo>
                <a:lnTo>
                  <a:pt x="138444" y="66969"/>
                </a:lnTo>
                <a:lnTo>
                  <a:pt x="128480" y="45958"/>
                </a:lnTo>
                <a:lnTo>
                  <a:pt x="112211" y="33233"/>
                </a:lnTo>
                <a:lnTo>
                  <a:pt x="89916" y="28955"/>
                </a:lnTo>
                <a:lnTo>
                  <a:pt x="78819" y="30337"/>
                </a:lnTo>
                <a:lnTo>
                  <a:pt x="44696" y="59705"/>
                </a:lnTo>
                <a:lnTo>
                  <a:pt x="35052" y="100679"/>
                </a:lnTo>
                <a:lnTo>
                  <a:pt x="35052" y="228790"/>
                </a:lnTo>
                <a:lnTo>
                  <a:pt x="0" y="228790"/>
                </a:lnTo>
                <a:lnTo>
                  <a:pt x="0" y="4571"/>
                </a:lnTo>
                <a:lnTo>
                  <a:pt x="35052" y="4571"/>
                </a:lnTo>
                <a:lnTo>
                  <a:pt x="35052" y="39623"/>
                </a:lnTo>
                <a:lnTo>
                  <a:pt x="36576" y="39623"/>
                </a:lnTo>
                <a:lnTo>
                  <a:pt x="49672" y="22502"/>
                </a:lnTo>
                <a:lnTo>
                  <a:pt x="65913" y="10096"/>
                </a:lnTo>
                <a:lnTo>
                  <a:pt x="85010" y="2547"/>
                </a:lnTo>
                <a:lnTo>
                  <a:pt x="106680" y="0"/>
                </a:lnTo>
                <a:lnTo>
                  <a:pt x="117815" y="619"/>
                </a:lnTo>
                <a:lnTo>
                  <a:pt x="154043" y="19359"/>
                </a:lnTo>
                <a:lnTo>
                  <a:pt x="169259" y="45719"/>
                </a:lnTo>
                <a:lnTo>
                  <a:pt x="183499" y="25717"/>
                </a:lnTo>
                <a:lnTo>
                  <a:pt x="200882" y="11429"/>
                </a:lnTo>
                <a:lnTo>
                  <a:pt x="221122" y="2857"/>
                </a:lnTo>
                <a:lnTo>
                  <a:pt x="243935" y="0"/>
                </a:lnTo>
                <a:lnTo>
                  <a:pt x="276875" y="5716"/>
                </a:lnTo>
                <a:lnTo>
                  <a:pt x="300216" y="22871"/>
                </a:lnTo>
                <a:lnTo>
                  <a:pt x="314109" y="51475"/>
                </a:lnTo>
                <a:lnTo>
                  <a:pt x="318706" y="91535"/>
                </a:lnTo>
                <a:lnTo>
                  <a:pt x="318706" y="2287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4213478" y="3212496"/>
            <a:ext cx="443865" cy="339090"/>
            <a:chOff x="4213478" y="3212496"/>
            <a:chExt cx="443865" cy="339090"/>
          </a:xfrm>
        </p:grpSpPr>
        <p:sp>
          <p:nvSpPr>
            <p:cNvPr id="40" name="object 40" descr=""/>
            <p:cNvSpPr/>
            <p:nvPr/>
          </p:nvSpPr>
          <p:spPr>
            <a:xfrm>
              <a:off x="4213478" y="3212496"/>
              <a:ext cx="207645" cy="339090"/>
            </a:xfrm>
            <a:custGeom>
              <a:avLst/>
              <a:gdLst/>
              <a:ahLst/>
              <a:cxnLst/>
              <a:rect l="l" t="t" r="r" b="b"/>
              <a:pathLst>
                <a:path w="207645" h="339089">
                  <a:moveTo>
                    <a:pt x="36671" y="332517"/>
                  </a:moveTo>
                  <a:lnTo>
                    <a:pt x="0" y="332517"/>
                  </a:lnTo>
                  <a:lnTo>
                    <a:pt x="0" y="0"/>
                  </a:lnTo>
                  <a:lnTo>
                    <a:pt x="36671" y="0"/>
                  </a:lnTo>
                  <a:lnTo>
                    <a:pt x="36671" y="147923"/>
                  </a:lnTo>
                  <a:lnTo>
                    <a:pt x="63289" y="147923"/>
                  </a:lnTo>
                  <a:lnTo>
                    <a:pt x="41243" y="179641"/>
                  </a:lnTo>
                  <a:lnTo>
                    <a:pt x="36671" y="210502"/>
                  </a:lnTo>
                  <a:lnTo>
                    <a:pt x="36671" y="240982"/>
                  </a:lnTo>
                  <a:lnTo>
                    <a:pt x="46958" y="278366"/>
                  </a:lnTo>
                  <a:lnTo>
                    <a:pt x="70502" y="300513"/>
                  </a:lnTo>
                  <a:lnTo>
                    <a:pt x="36671" y="300513"/>
                  </a:lnTo>
                  <a:lnTo>
                    <a:pt x="36671" y="332517"/>
                  </a:lnTo>
                  <a:close/>
                </a:path>
                <a:path w="207645" h="339089">
                  <a:moveTo>
                    <a:pt x="63289" y="147923"/>
                  </a:moveTo>
                  <a:lnTo>
                    <a:pt x="36671" y="147923"/>
                  </a:lnTo>
                  <a:lnTo>
                    <a:pt x="51816" y="128158"/>
                  </a:lnTo>
                  <a:lnTo>
                    <a:pt x="69818" y="114395"/>
                  </a:lnTo>
                  <a:lnTo>
                    <a:pt x="90678" y="106346"/>
                  </a:lnTo>
                  <a:lnTo>
                    <a:pt x="114395" y="103727"/>
                  </a:lnTo>
                  <a:lnTo>
                    <a:pt x="134984" y="105465"/>
                  </a:lnTo>
                  <a:lnTo>
                    <a:pt x="153304" y="110775"/>
                  </a:lnTo>
                  <a:lnTo>
                    <a:pt x="169339" y="119800"/>
                  </a:lnTo>
                  <a:lnTo>
                    <a:pt x="183070" y="132683"/>
                  </a:lnTo>
                  <a:lnTo>
                    <a:pt x="105251" y="132683"/>
                  </a:lnTo>
                  <a:lnTo>
                    <a:pt x="90963" y="134113"/>
                  </a:lnTo>
                  <a:lnTo>
                    <a:pt x="77819" y="138410"/>
                  </a:lnTo>
                  <a:lnTo>
                    <a:pt x="65817" y="145582"/>
                  </a:lnTo>
                  <a:lnTo>
                    <a:pt x="63289" y="147923"/>
                  </a:lnTo>
                  <a:close/>
                </a:path>
                <a:path w="207645" h="339089">
                  <a:moveTo>
                    <a:pt x="175446" y="308133"/>
                  </a:moveTo>
                  <a:lnTo>
                    <a:pt x="100679" y="308133"/>
                  </a:lnTo>
                  <a:lnTo>
                    <a:pt x="115824" y="306443"/>
                  </a:lnTo>
                  <a:lnTo>
                    <a:pt x="129254" y="301466"/>
                  </a:lnTo>
                  <a:lnTo>
                    <a:pt x="159027" y="269137"/>
                  </a:lnTo>
                  <a:lnTo>
                    <a:pt x="169354" y="213550"/>
                  </a:lnTo>
                  <a:lnTo>
                    <a:pt x="168448" y="196118"/>
                  </a:lnTo>
                  <a:lnTo>
                    <a:pt x="152495" y="154019"/>
                  </a:lnTo>
                  <a:lnTo>
                    <a:pt x="119491" y="134088"/>
                  </a:lnTo>
                  <a:lnTo>
                    <a:pt x="105251" y="132683"/>
                  </a:lnTo>
                  <a:lnTo>
                    <a:pt x="183070" y="132683"/>
                  </a:lnTo>
                  <a:lnTo>
                    <a:pt x="193309" y="149605"/>
                  </a:lnTo>
                  <a:lnTo>
                    <a:pt x="200977" y="168544"/>
                  </a:lnTo>
                  <a:lnTo>
                    <a:pt x="205787" y="189770"/>
                  </a:lnTo>
                  <a:lnTo>
                    <a:pt x="207454" y="213550"/>
                  </a:lnTo>
                  <a:lnTo>
                    <a:pt x="205740" y="240687"/>
                  </a:lnTo>
                  <a:lnTo>
                    <a:pt x="200596" y="264842"/>
                  </a:lnTo>
                  <a:lnTo>
                    <a:pt x="192024" y="285854"/>
                  </a:lnTo>
                  <a:lnTo>
                    <a:pt x="180022" y="303561"/>
                  </a:lnTo>
                  <a:lnTo>
                    <a:pt x="175446" y="308133"/>
                  </a:lnTo>
                  <a:close/>
                </a:path>
                <a:path w="207645" h="339089">
                  <a:moveTo>
                    <a:pt x="103727" y="338613"/>
                  </a:moveTo>
                  <a:lnTo>
                    <a:pt x="83177" y="336089"/>
                  </a:lnTo>
                  <a:lnTo>
                    <a:pt x="65055" y="328707"/>
                  </a:lnTo>
                  <a:lnTo>
                    <a:pt x="49506" y="316753"/>
                  </a:lnTo>
                  <a:lnTo>
                    <a:pt x="36671" y="300513"/>
                  </a:lnTo>
                  <a:lnTo>
                    <a:pt x="70502" y="300513"/>
                  </a:lnTo>
                  <a:lnTo>
                    <a:pt x="75533" y="303371"/>
                  </a:lnTo>
                  <a:lnTo>
                    <a:pt x="87534" y="306966"/>
                  </a:lnTo>
                  <a:lnTo>
                    <a:pt x="100679" y="308133"/>
                  </a:lnTo>
                  <a:lnTo>
                    <a:pt x="175446" y="308133"/>
                  </a:lnTo>
                  <a:lnTo>
                    <a:pt x="164886" y="318682"/>
                  </a:lnTo>
                  <a:lnTo>
                    <a:pt x="147018" y="329660"/>
                  </a:lnTo>
                  <a:lnTo>
                    <a:pt x="126578" y="336351"/>
                  </a:lnTo>
                  <a:lnTo>
                    <a:pt x="103727" y="33861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62081" y="3316223"/>
              <a:ext cx="195262" cy="234886"/>
            </a:xfrm>
            <a:prstGeom prst="rect">
              <a:avLst/>
            </a:prstGeom>
          </p:spPr>
        </p:pic>
      </p:grpSp>
      <p:pic>
        <p:nvPicPr>
          <p:cNvPr id="42" name="object 4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12208" y="3317748"/>
            <a:ext cx="117443" cy="227266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92135" y="3304032"/>
            <a:ext cx="187642" cy="213550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940784" y="3871436"/>
            <a:ext cx="181610" cy="325120"/>
          </a:xfrm>
          <a:custGeom>
            <a:avLst/>
            <a:gdLst/>
            <a:ahLst/>
            <a:cxnLst/>
            <a:rect l="l" t="t" r="r" b="b"/>
            <a:pathLst>
              <a:path w="181609" h="325120">
                <a:moveTo>
                  <a:pt x="71628" y="324992"/>
                </a:moveTo>
                <a:lnTo>
                  <a:pt x="50149" y="323858"/>
                </a:lnTo>
                <a:lnTo>
                  <a:pt x="31242" y="320563"/>
                </a:lnTo>
                <a:lnTo>
                  <a:pt x="14620" y="315268"/>
                </a:lnTo>
                <a:lnTo>
                  <a:pt x="0" y="308133"/>
                </a:lnTo>
                <a:lnTo>
                  <a:pt x="0" y="268509"/>
                </a:lnTo>
                <a:lnTo>
                  <a:pt x="16573" y="279630"/>
                </a:lnTo>
                <a:lnTo>
                  <a:pt x="34290" y="287750"/>
                </a:lnTo>
                <a:lnTo>
                  <a:pt x="53149" y="292727"/>
                </a:lnTo>
                <a:lnTo>
                  <a:pt x="73152" y="294417"/>
                </a:lnTo>
                <a:lnTo>
                  <a:pt x="80892" y="294131"/>
                </a:lnTo>
                <a:lnTo>
                  <a:pt x="120205" y="281701"/>
                </a:lnTo>
                <a:lnTo>
                  <a:pt x="125063" y="277653"/>
                </a:lnTo>
                <a:lnTo>
                  <a:pt x="131159" y="273081"/>
                </a:lnTo>
                <a:lnTo>
                  <a:pt x="144875" y="233457"/>
                </a:lnTo>
                <a:lnTo>
                  <a:pt x="139444" y="206518"/>
                </a:lnTo>
                <a:lnTo>
                  <a:pt x="123146" y="187463"/>
                </a:lnTo>
                <a:lnTo>
                  <a:pt x="95971" y="176142"/>
                </a:lnTo>
                <a:lnTo>
                  <a:pt x="57912" y="172402"/>
                </a:lnTo>
                <a:lnTo>
                  <a:pt x="30480" y="172402"/>
                </a:lnTo>
                <a:lnTo>
                  <a:pt x="30480" y="141922"/>
                </a:lnTo>
                <a:lnTo>
                  <a:pt x="56388" y="141922"/>
                </a:lnTo>
                <a:lnTo>
                  <a:pt x="90447" y="138230"/>
                </a:lnTo>
                <a:lnTo>
                  <a:pt x="114764" y="127242"/>
                </a:lnTo>
                <a:lnTo>
                  <a:pt x="129348" y="109092"/>
                </a:lnTo>
                <a:lnTo>
                  <a:pt x="134207" y="83915"/>
                </a:lnTo>
                <a:lnTo>
                  <a:pt x="130491" y="60793"/>
                </a:lnTo>
                <a:lnTo>
                  <a:pt x="119336" y="44100"/>
                </a:lnTo>
                <a:lnTo>
                  <a:pt x="100734" y="33980"/>
                </a:lnTo>
                <a:lnTo>
                  <a:pt x="74676" y="30575"/>
                </a:lnTo>
                <a:lnTo>
                  <a:pt x="58054" y="31980"/>
                </a:lnTo>
                <a:lnTo>
                  <a:pt x="42291" y="36099"/>
                </a:lnTo>
                <a:lnTo>
                  <a:pt x="27098" y="42791"/>
                </a:lnTo>
                <a:lnTo>
                  <a:pt x="12192" y="51911"/>
                </a:lnTo>
                <a:lnTo>
                  <a:pt x="12192" y="18383"/>
                </a:lnTo>
                <a:lnTo>
                  <a:pt x="27884" y="10327"/>
                </a:lnTo>
                <a:lnTo>
                  <a:pt x="45148" y="4583"/>
                </a:lnTo>
                <a:lnTo>
                  <a:pt x="63841" y="1144"/>
                </a:lnTo>
                <a:lnTo>
                  <a:pt x="83820" y="0"/>
                </a:lnTo>
                <a:lnTo>
                  <a:pt x="92955" y="285"/>
                </a:lnTo>
                <a:lnTo>
                  <a:pt x="133826" y="11668"/>
                </a:lnTo>
                <a:lnTo>
                  <a:pt x="164687" y="44291"/>
                </a:lnTo>
                <a:lnTo>
                  <a:pt x="170783" y="74771"/>
                </a:lnTo>
                <a:lnTo>
                  <a:pt x="166806" y="102813"/>
                </a:lnTo>
                <a:lnTo>
                  <a:pt x="154971" y="125301"/>
                </a:lnTo>
                <a:lnTo>
                  <a:pt x="135421" y="142360"/>
                </a:lnTo>
                <a:lnTo>
                  <a:pt x="108299" y="154114"/>
                </a:lnTo>
                <a:lnTo>
                  <a:pt x="108299" y="155638"/>
                </a:lnTo>
                <a:lnTo>
                  <a:pt x="149828" y="170306"/>
                </a:lnTo>
                <a:lnTo>
                  <a:pt x="178236" y="208241"/>
                </a:lnTo>
                <a:lnTo>
                  <a:pt x="181451" y="230409"/>
                </a:lnTo>
                <a:lnTo>
                  <a:pt x="180903" y="240649"/>
                </a:lnTo>
                <a:lnTo>
                  <a:pt x="168973" y="277129"/>
                </a:lnTo>
                <a:lnTo>
                  <a:pt x="135159" y="309276"/>
                </a:lnTo>
                <a:lnTo>
                  <a:pt x="94916" y="322849"/>
                </a:lnTo>
                <a:lnTo>
                  <a:pt x="83692" y="324430"/>
                </a:lnTo>
                <a:lnTo>
                  <a:pt x="71628" y="3249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180242" y="4146042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30480" y="48767"/>
                </a:moveTo>
                <a:lnTo>
                  <a:pt x="24384" y="48767"/>
                </a:lnTo>
                <a:lnTo>
                  <a:pt x="18288" y="48767"/>
                </a:lnTo>
                <a:lnTo>
                  <a:pt x="12192" y="47243"/>
                </a:lnTo>
                <a:lnTo>
                  <a:pt x="3048" y="38099"/>
                </a:lnTo>
                <a:lnTo>
                  <a:pt x="0" y="32003"/>
                </a:lnTo>
                <a:lnTo>
                  <a:pt x="0" y="18287"/>
                </a:lnTo>
                <a:lnTo>
                  <a:pt x="3048" y="12191"/>
                </a:lnTo>
                <a:lnTo>
                  <a:pt x="12192" y="3047"/>
                </a:lnTo>
                <a:lnTo>
                  <a:pt x="16764" y="0"/>
                </a:lnTo>
                <a:lnTo>
                  <a:pt x="30480" y="0"/>
                </a:lnTo>
                <a:lnTo>
                  <a:pt x="36576" y="3047"/>
                </a:lnTo>
                <a:lnTo>
                  <a:pt x="41148" y="7619"/>
                </a:lnTo>
                <a:lnTo>
                  <a:pt x="47244" y="12191"/>
                </a:lnTo>
                <a:lnTo>
                  <a:pt x="48768" y="18287"/>
                </a:lnTo>
                <a:lnTo>
                  <a:pt x="48768" y="32003"/>
                </a:lnTo>
                <a:lnTo>
                  <a:pt x="47244" y="38099"/>
                </a:lnTo>
                <a:lnTo>
                  <a:pt x="41148" y="42671"/>
                </a:lnTo>
                <a:lnTo>
                  <a:pt x="36576" y="47243"/>
                </a:lnTo>
                <a:lnTo>
                  <a:pt x="30480" y="487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45348" y="3949255"/>
            <a:ext cx="189071" cy="213550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1900047" y="3961447"/>
            <a:ext cx="555625" cy="229235"/>
            <a:chOff x="1900047" y="3961447"/>
            <a:chExt cx="555625" cy="229235"/>
          </a:xfrm>
        </p:grpSpPr>
        <p:pic>
          <p:nvPicPr>
            <p:cNvPr id="48" name="object 4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00047" y="3966019"/>
              <a:ext cx="193643" cy="22421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2136362" y="3961447"/>
              <a:ext cx="319405" cy="229235"/>
            </a:xfrm>
            <a:custGeom>
              <a:avLst/>
              <a:gdLst/>
              <a:ahLst/>
              <a:cxnLst/>
              <a:rect l="l" t="t" r="r" b="b"/>
              <a:pathLst>
                <a:path w="319405" h="229235">
                  <a:moveTo>
                    <a:pt x="318801" y="228790"/>
                  </a:moveTo>
                  <a:lnTo>
                    <a:pt x="282130" y="228790"/>
                  </a:lnTo>
                  <a:lnTo>
                    <a:pt x="282130" y="100679"/>
                  </a:lnTo>
                  <a:lnTo>
                    <a:pt x="281297" y="83534"/>
                  </a:lnTo>
                  <a:lnTo>
                    <a:pt x="269938" y="45815"/>
                  </a:lnTo>
                  <a:lnTo>
                    <a:pt x="231838" y="30575"/>
                  </a:lnTo>
                  <a:lnTo>
                    <a:pt x="220718" y="31742"/>
                  </a:lnTo>
                  <a:lnTo>
                    <a:pt x="185332" y="62102"/>
                  </a:lnTo>
                  <a:lnTo>
                    <a:pt x="176974" y="100679"/>
                  </a:lnTo>
                  <a:lnTo>
                    <a:pt x="176974" y="228790"/>
                  </a:lnTo>
                  <a:lnTo>
                    <a:pt x="140303" y="228790"/>
                  </a:lnTo>
                  <a:lnTo>
                    <a:pt x="140303" y="96107"/>
                  </a:lnTo>
                  <a:lnTo>
                    <a:pt x="137159" y="67222"/>
                  </a:lnTo>
                  <a:lnTo>
                    <a:pt x="127730" y="46767"/>
                  </a:lnTo>
                  <a:lnTo>
                    <a:pt x="112013" y="34599"/>
                  </a:lnTo>
                  <a:lnTo>
                    <a:pt x="90011" y="30575"/>
                  </a:lnTo>
                  <a:lnTo>
                    <a:pt x="78247" y="31742"/>
                  </a:lnTo>
                  <a:lnTo>
                    <a:pt x="44148" y="60388"/>
                  </a:lnTo>
                  <a:lnTo>
                    <a:pt x="35147" y="100679"/>
                  </a:lnTo>
                  <a:lnTo>
                    <a:pt x="35147" y="228790"/>
                  </a:lnTo>
                  <a:lnTo>
                    <a:pt x="0" y="228790"/>
                  </a:lnTo>
                  <a:lnTo>
                    <a:pt x="0" y="4571"/>
                  </a:lnTo>
                  <a:lnTo>
                    <a:pt x="35147" y="4571"/>
                  </a:lnTo>
                  <a:lnTo>
                    <a:pt x="35147" y="39719"/>
                  </a:lnTo>
                  <a:lnTo>
                    <a:pt x="36671" y="39719"/>
                  </a:lnTo>
                  <a:lnTo>
                    <a:pt x="49529" y="22542"/>
                  </a:lnTo>
                  <a:lnTo>
                    <a:pt x="65246" y="10108"/>
                  </a:lnTo>
                  <a:lnTo>
                    <a:pt x="83819" y="2549"/>
                  </a:lnTo>
                  <a:lnTo>
                    <a:pt x="105251" y="0"/>
                  </a:lnTo>
                  <a:lnTo>
                    <a:pt x="117038" y="833"/>
                  </a:lnTo>
                  <a:lnTo>
                    <a:pt x="153883" y="19374"/>
                  </a:lnTo>
                  <a:lnTo>
                    <a:pt x="169354" y="45815"/>
                  </a:lnTo>
                  <a:lnTo>
                    <a:pt x="183380" y="25757"/>
                  </a:lnTo>
                  <a:lnTo>
                    <a:pt x="200405" y="11441"/>
                  </a:lnTo>
                  <a:lnTo>
                    <a:pt x="220575" y="2858"/>
                  </a:lnTo>
                  <a:lnTo>
                    <a:pt x="244030" y="0"/>
                  </a:lnTo>
                  <a:lnTo>
                    <a:pt x="276327" y="5729"/>
                  </a:lnTo>
                  <a:lnTo>
                    <a:pt x="299739" y="22907"/>
                  </a:lnTo>
                  <a:lnTo>
                    <a:pt x="313990" y="51515"/>
                  </a:lnTo>
                  <a:lnTo>
                    <a:pt x="318801" y="91535"/>
                  </a:lnTo>
                  <a:lnTo>
                    <a:pt x="318801" y="22879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/>
          <p:nvPr/>
        </p:nvSpPr>
        <p:spPr>
          <a:xfrm>
            <a:off x="2522220" y="3857244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30" h="334010">
                <a:moveTo>
                  <a:pt x="36575" y="333756"/>
                </a:moveTo>
                <a:lnTo>
                  <a:pt x="0" y="333756"/>
                </a:lnTo>
                <a:lnTo>
                  <a:pt x="0" y="0"/>
                </a:lnTo>
                <a:lnTo>
                  <a:pt x="36575" y="0"/>
                </a:lnTo>
                <a:lnTo>
                  <a:pt x="36575" y="3337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2616803" y="3859244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4" h="337185">
                <a:moveTo>
                  <a:pt x="207359" y="138874"/>
                </a:moveTo>
                <a:lnTo>
                  <a:pt x="170783" y="138874"/>
                </a:lnTo>
                <a:lnTo>
                  <a:pt x="170783" y="0"/>
                </a:lnTo>
                <a:lnTo>
                  <a:pt x="207359" y="0"/>
                </a:lnTo>
                <a:lnTo>
                  <a:pt x="207359" y="138874"/>
                </a:lnTo>
                <a:close/>
              </a:path>
              <a:path w="207644" h="337185">
                <a:moveTo>
                  <a:pt x="93059" y="337185"/>
                </a:moveTo>
                <a:lnTo>
                  <a:pt x="54875" y="329326"/>
                </a:lnTo>
                <a:lnTo>
                  <a:pt x="14144" y="290320"/>
                </a:lnTo>
                <a:lnTo>
                  <a:pt x="1476" y="249133"/>
                </a:lnTo>
                <a:lnTo>
                  <a:pt x="0" y="224218"/>
                </a:lnTo>
                <a:lnTo>
                  <a:pt x="1714" y="197977"/>
                </a:lnTo>
                <a:lnTo>
                  <a:pt x="15430" y="153495"/>
                </a:lnTo>
                <a:lnTo>
                  <a:pt x="43173" y="120888"/>
                </a:lnTo>
                <a:lnTo>
                  <a:pt x="80407" y="104228"/>
                </a:lnTo>
                <a:lnTo>
                  <a:pt x="102203" y="102203"/>
                </a:lnTo>
                <a:lnTo>
                  <a:pt x="124253" y="104490"/>
                </a:lnTo>
                <a:lnTo>
                  <a:pt x="142589" y="111359"/>
                </a:lnTo>
                <a:lnTo>
                  <a:pt x="157495" y="122817"/>
                </a:lnTo>
                <a:lnTo>
                  <a:pt x="164793" y="132778"/>
                </a:lnTo>
                <a:lnTo>
                  <a:pt x="106775" y="132778"/>
                </a:lnTo>
                <a:lnTo>
                  <a:pt x="91551" y="134207"/>
                </a:lnTo>
                <a:lnTo>
                  <a:pt x="54864" y="155638"/>
                </a:lnTo>
                <a:lnTo>
                  <a:pt x="37719" y="202358"/>
                </a:lnTo>
                <a:lnTo>
                  <a:pt x="36576" y="222694"/>
                </a:lnTo>
                <a:lnTo>
                  <a:pt x="37719" y="241061"/>
                </a:lnTo>
                <a:lnTo>
                  <a:pt x="54864" y="283749"/>
                </a:lnTo>
                <a:lnTo>
                  <a:pt x="88765" y="305181"/>
                </a:lnTo>
                <a:lnTo>
                  <a:pt x="103727" y="306609"/>
                </a:lnTo>
                <a:lnTo>
                  <a:pt x="159650" y="306609"/>
                </a:lnTo>
                <a:lnTo>
                  <a:pt x="155852" y="312030"/>
                </a:lnTo>
                <a:lnTo>
                  <a:pt x="138588" y="325897"/>
                </a:lnTo>
                <a:lnTo>
                  <a:pt x="117609" y="334336"/>
                </a:lnTo>
                <a:lnTo>
                  <a:pt x="93059" y="337185"/>
                </a:lnTo>
                <a:close/>
              </a:path>
              <a:path w="207644" h="337185">
                <a:moveTo>
                  <a:pt x="159650" y="306609"/>
                </a:moveTo>
                <a:lnTo>
                  <a:pt x="103727" y="306609"/>
                </a:lnTo>
                <a:lnTo>
                  <a:pt x="117990" y="305204"/>
                </a:lnTo>
                <a:lnTo>
                  <a:pt x="130968" y="301085"/>
                </a:lnTo>
                <a:lnTo>
                  <a:pt x="160496" y="273270"/>
                </a:lnTo>
                <a:lnTo>
                  <a:pt x="170783" y="230314"/>
                </a:lnTo>
                <a:lnTo>
                  <a:pt x="170783" y="196786"/>
                </a:lnTo>
                <a:lnTo>
                  <a:pt x="152495" y="151066"/>
                </a:lnTo>
                <a:lnTo>
                  <a:pt x="106775" y="132778"/>
                </a:lnTo>
                <a:lnTo>
                  <a:pt x="164793" y="132778"/>
                </a:lnTo>
                <a:lnTo>
                  <a:pt x="169259" y="138874"/>
                </a:lnTo>
                <a:lnTo>
                  <a:pt x="207359" y="138874"/>
                </a:lnTo>
                <a:lnTo>
                  <a:pt x="207359" y="292893"/>
                </a:lnTo>
                <a:lnTo>
                  <a:pt x="169259" y="292893"/>
                </a:lnTo>
                <a:lnTo>
                  <a:pt x="159650" y="306609"/>
                </a:lnTo>
                <a:close/>
              </a:path>
              <a:path w="207644" h="337185">
                <a:moveTo>
                  <a:pt x="207359" y="330993"/>
                </a:moveTo>
                <a:lnTo>
                  <a:pt x="170783" y="330993"/>
                </a:lnTo>
                <a:lnTo>
                  <a:pt x="170783" y="292893"/>
                </a:lnTo>
                <a:lnTo>
                  <a:pt x="207359" y="292893"/>
                </a:lnTo>
                <a:lnTo>
                  <a:pt x="207359" y="3309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2880645" y="3961447"/>
            <a:ext cx="431800" cy="235585"/>
            <a:chOff x="2880645" y="3961447"/>
            <a:chExt cx="431800" cy="235585"/>
          </a:xfrm>
        </p:grpSpPr>
        <p:pic>
          <p:nvPicPr>
            <p:cNvPr id="53" name="object 5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80645" y="3961447"/>
              <a:ext cx="221075" cy="23498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44488" y="3961447"/>
              <a:ext cx="167735" cy="234981"/>
            </a:xfrm>
            <a:prstGeom prst="rect">
              <a:avLst/>
            </a:prstGeom>
          </p:spPr>
        </p:pic>
      </p:grpSp>
      <p:pic>
        <p:nvPicPr>
          <p:cNvPr id="55" name="object 5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59562" y="3966019"/>
            <a:ext cx="186023" cy="230314"/>
          </a:xfrm>
          <a:prstGeom prst="rect">
            <a:avLst/>
          </a:prstGeom>
        </p:spPr>
      </p:pic>
      <p:sp>
        <p:nvSpPr>
          <p:cNvPr id="56" name="object 56" descr=""/>
          <p:cNvSpPr/>
          <p:nvPr/>
        </p:nvSpPr>
        <p:spPr>
          <a:xfrm>
            <a:off x="3618738" y="3961447"/>
            <a:ext cx="318770" cy="229235"/>
          </a:xfrm>
          <a:custGeom>
            <a:avLst/>
            <a:gdLst/>
            <a:ahLst/>
            <a:cxnLst/>
            <a:rect l="l" t="t" r="r" b="b"/>
            <a:pathLst>
              <a:path w="318770" h="229235">
                <a:moveTo>
                  <a:pt x="318706" y="228790"/>
                </a:moveTo>
                <a:lnTo>
                  <a:pt x="282130" y="228790"/>
                </a:lnTo>
                <a:lnTo>
                  <a:pt x="282130" y="100679"/>
                </a:lnTo>
                <a:lnTo>
                  <a:pt x="281535" y="83534"/>
                </a:lnTo>
                <a:lnTo>
                  <a:pt x="271462" y="45815"/>
                </a:lnTo>
                <a:lnTo>
                  <a:pt x="231838" y="30575"/>
                </a:lnTo>
                <a:lnTo>
                  <a:pt x="220956" y="31742"/>
                </a:lnTo>
                <a:lnTo>
                  <a:pt x="186563" y="62102"/>
                </a:lnTo>
                <a:lnTo>
                  <a:pt x="176879" y="100679"/>
                </a:lnTo>
                <a:lnTo>
                  <a:pt x="176879" y="228790"/>
                </a:lnTo>
                <a:lnTo>
                  <a:pt x="141827" y="228790"/>
                </a:lnTo>
                <a:lnTo>
                  <a:pt x="141827" y="96107"/>
                </a:lnTo>
                <a:lnTo>
                  <a:pt x="138445" y="67222"/>
                </a:lnTo>
                <a:lnTo>
                  <a:pt x="128492" y="46767"/>
                </a:lnTo>
                <a:lnTo>
                  <a:pt x="112252" y="34599"/>
                </a:lnTo>
                <a:lnTo>
                  <a:pt x="90011" y="30575"/>
                </a:lnTo>
                <a:lnTo>
                  <a:pt x="78913" y="31742"/>
                </a:lnTo>
                <a:lnTo>
                  <a:pt x="44696" y="60388"/>
                </a:lnTo>
                <a:lnTo>
                  <a:pt x="35052" y="100679"/>
                </a:lnTo>
                <a:lnTo>
                  <a:pt x="35052" y="228790"/>
                </a:lnTo>
                <a:lnTo>
                  <a:pt x="0" y="228790"/>
                </a:lnTo>
                <a:lnTo>
                  <a:pt x="0" y="4571"/>
                </a:lnTo>
                <a:lnTo>
                  <a:pt x="35052" y="4571"/>
                </a:lnTo>
                <a:lnTo>
                  <a:pt x="35052" y="39719"/>
                </a:lnTo>
                <a:lnTo>
                  <a:pt x="36576" y="39719"/>
                </a:lnTo>
                <a:lnTo>
                  <a:pt x="49687" y="22542"/>
                </a:lnTo>
                <a:lnTo>
                  <a:pt x="65960" y="10108"/>
                </a:lnTo>
                <a:lnTo>
                  <a:pt x="85090" y="2549"/>
                </a:lnTo>
                <a:lnTo>
                  <a:pt x="106775" y="0"/>
                </a:lnTo>
                <a:lnTo>
                  <a:pt x="117895" y="833"/>
                </a:lnTo>
                <a:lnTo>
                  <a:pt x="154043" y="19374"/>
                </a:lnTo>
                <a:lnTo>
                  <a:pt x="169259" y="45815"/>
                </a:lnTo>
                <a:lnTo>
                  <a:pt x="183514" y="25757"/>
                </a:lnTo>
                <a:lnTo>
                  <a:pt x="200929" y="11441"/>
                </a:lnTo>
                <a:lnTo>
                  <a:pt x="221203" y="2858"/>
                </a:lnTo>
                <a:lnTo>
                  <a:pt x="244030" y="0"/>
                </a:lnTo>
                <a:lnTo>
                  <a:pt x="276915" y="5729"/>
                </a:lnTo>
                <a:lnTo>
                  <a:pt x="300228" y="22907"/>
                </a:lnTo>
                <a:lnTo>
                  <a:pt x="314110" y="51515"/>
                </a:lnTo>
                <a:lnTo>
                  <a:pt x="318706" y="91535"/>
                </a:lnTo>
                <a:lnTo>
                  <a:pt x="318706" y="2287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7" name="object 5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89355" y="3961447"/>
            <a:ext cx="195167" cy="234981"/>
          </a:xfrm>
          <a:prstGeom prst="rect">
            <a:avLst/>
          </a:prstGeom>
        </p:spPr>
      </p:pic>
      <p:grpSp>
        <p:nvGrpSpPr>
          <p:cNvPr id="58" name="object 58" descr=""/>
          <p:cNvGrpSpPr/>
          <p:nvPr/>
        </p:nvGrpSpPr>
        <p:grpSpPr>
          <a:xfrm>
            <a:off x="4239482" y="3900487"/>
            <a:ext cx="358775" cy="294640"/>
            <a:chOff x="4239482" y="3900487"/>
            <a:chExt cx="358775" cy="294640"/>
          </a:xfrm>
        </p:grpSpPr>
        <p:pic>
          <p:nvPicPr>
            <p:cNvPr id="59" name="object 5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39482" y="3961447"/>
              <a:ext cx="186023" cy="22879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466653" y="3900487"/>
              <a:ext cx="131445" cy="294640"/>
            </a:xfrm>
            <a:custGeom>
              <a:avLst/>
              <a:gdLst/>
              <a:ahLst/>
              <a:cxnLst/>
              <a:rect l="l" t="t" r="r" b="b"/>
              <a:pathLst>
                <a:path w="131445" h="294639">
                  <a:moveTo>
                    <a:pt x="97631" y="294322"/>
                  </a:moveTo>
                  <a:lnTo>
                    <a:pt x="71613" y="290298"/>
                  </a:lnTo>
                  <a:lnTo>
                    <a:pt x="53006" y="278129"/>
                  </a:lnTo>
                  <a:lnTo>
                    <a:pt x="41829" y="257675"/>
                  </a:lnTo>
                  <a:lnTo>
                    <a:pt x="38099" y="228790"/>
                  </a:lnTo>
                  <a:lnTo>
                    <a:pt x="38099" y="96107"/>
                  </a:lnTo>
                  <a:lnTo>
                    <a:pt x="0" y="96107"/>
                  </a:lnTo>
                  <a:lnTo>
                    <a:pt x="0" y="65531"/>
                  </a:lnTo>
                  <a:lnTo>
                    <a:pt x="38099" y="65531"/>
                  </a:lnTo>
                  <a:lnTo>
                    <a:pt x="38099" y="10667"/>
                  </a:lnTo>
                  <a:lnTo>
                    <a:pt x="74771" y="0"/>
                  </a:lnTo>
                  <a:lnTo>
                    <a:pt x="74771" y="65531"/>
                  </a:lnTo>
                  <a:lnTo>
                    <a:pt x="131159" y="65531"/>
                  </a:lnTo>
                  <a:lnTo>
                    <a:pt x="131159" y="96107"/>
                  </a:lnTo>
                  <a:lnTo>
                    <a:pt x="74771" y="96107"/>
                  </a:lnTo>
                  <a:lnTo>
                    <a:pt x="74771" y="222694"/>
                  </a:lnTo>
                  <a:lnTo>
                    <a:pt x="86629" y="258937"/>
                  </a:lnTo>
                  <a:lnTo>
                    <a:pt x="106775" y="265366"/>
                  </a:lnTo>
                  <a:lnTo>
                    <a:pt x="113371" y="264818"/>
                  </a:lnTo>
                  <a:lnTo>
                    <a:pt x="119538" y="263270"/>
                  </a:lnTo>
                  <a:lnTo>
                    <a:pt x="125420" y="260865"/>
                  </a:lnTo>
                  <a:lnTo>
                    <a:pt x="131159" y="257746"/>
                  </a:lnTo>
                  <a:lnTo>
                    <a:pt x="131159" y="288226"/>
                  </a:lnTo>
                  <a:lnTo>
                    <a:pt x="123991" y="291107"/>
                  </a:lnTo>
                  <a:lnTo>
                    <a:pt x="116109" y="292988"/>
                  </a:lnTo>
                  <a:lnTo>
                    <a:pt x="107370" y="294012"/>
                  </a:lnTo>
                  <a:lnTo>
                    <a:pt x="97631" y="29432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1" name="object 6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669535" y="3949255"/>
            <a:ext cx="187547" cy="213550"/>
          </a:xfrm>
          <a:prstGeom prst="rect">
            <a:avLst/>
          </a:prstGeom>
        </p:spPr>
      </p:pic>
      <p:sp>
        <p:nvSpPr>
          <p:cNvPr id="62" name="object 62" descr=""/>
          <p:cNvSpPr/>
          <p:nvPr/>
        </p:nvSpPr>
        <p:spPr>
          <a:xfrm>
            <a:off x="916393" y="4522851"/>
            <a:ext cx="313055" cy="319405"/>
          </a:xfrm>
          <a:custGeom>
            <a:avLst/>
            <a:gdLst/>
            <a:ahLst/>
            <a:cxnLst/>
            <a:rect l="l" t="t" r="r" b="b"/>
            <a:pathLst>
              <a:path w="313055" h="319404">
                <a:moveTo>
                  <a:pt x="224129" y="207467"/>
                </a:moveTo>
                <a:lnTo>
                  <a:pt x="182981" y="207467"/>
                </a:lnTo>
                <a:lnTo>
                  <a:pt x="182981" y="53352"/>
                </a:lnTo>
                <a:lnTo>
                  <a:pt x="182981" y="0"/>
                </a:lnTo>
                <a:lnTo>
                  <a:pt x="147916" y="0"/>
                </a:lnTo>
                <a:lnTo>
                  <a:pt x="147916" y="53352"/>
                </a:lnTo>
                <a:lnTo>
                  <a:pt x="147916" y="207467"/>
                </a:lnTo>
                <a:lnTo>
                  <a:pt x="41148" y="207467"/>
                </a:lnTo>
                <a:lnTo>
                  <a:pt x="46863" y="200558"/>
                </a:lnTo>
                <a:lnTo>
                  <a:pt x="52578" y="193509"/>
                </a:lnTo>
                <a:lnTo>
                  <a:pt x="58293" y="186169"/>
                </a:lnTo>
                <a:lnTo>
                  <a:pt x="64008" y="178409"/>
                </a:lnTo>
                <a:lnTo>
                  <a:pt x="69964" y="171030"/>
                </a:lnTo>
                <a:lnTo>
                  <a:pt x="76200" y="162788"/>
                </a:lnTo>
                <a:lnTo>
                  <a:pt x="82435" y="153974"/>
                </a:lnTo>
                <a:lnTo>
                  <a:pt x="88392" y="144881"/>
                </a:lnTo>
                <a:lnTo>
                  <a:pt x="95275" y="135458"/>
                </a:lnTo>
                <a:lnTo>
                  <a:pt x="117348" y="103733"/>
                </a:lnTo>
                <a:lnTo>
                  <a:pt x="139941" y="67005"/>
                </a:lnTo>
                <a:lnTo>
                  <a:pt x="147916" y="53352"/>
                </a:lnTo>
                <a:lnTo>
                  <a:pt x="147916" y="0"/>
                </a:lnTo>
                <a:lnTo>
                  <a:pt x="144868" y="0"/>
                </a:lnTo>
                <a:lnTo>
                  <a:pt x="138874" y="11963"/>
                </a:lnTo>
                <a:lnTo>
                  <a:pt x="132295" y="24777"/>
                </a:lnTo>
                <a:lnTo>
                  <a:pt x="109080" y="64668"/>
                </a:lnTo>
                <a:lnTo>
                  <a:pt x="82296" y="105257"/>
                </a:lnTo>
                <a:lnTo>
                  <a:pt x="52933" y="145757"/>
                </a:lnTo>
                <a:lnTo>
                  <a:pt x="20764" y="184937"/>
                </a:lnTo>
                <a:lnTo>
                  <a:pt x="0" y="208991"/>
                </a:lnTo>
                <a:lnTo>
                  <a:pt x="0" y="239471"/>
                </a:lnTo>
                <a:lnTo>
                  <a:pt x="147916" y="239471"/>
                </a:lnTo>
                <a:lnTo>
                  <a:pt x="147916" y="314236"/>
                </a:lnTo>
                <a:lnTo>
                  <a:pt x="182981" y="314236"/>
                </a:lnTo>
                <a:lnTo>
                  <a:pt x="182981" y="239471"/>
                </a:lnTo>
                <a:lnTo>
                  <a:pt x="224129" y="239471"/>
                </a:lnTo>
                <a:lnTo>
                  <a:pt x="224129" y="207467"/>
                </a:lnTo>
                <a:close/>
              </a:path>
              <a:path w="313055" h="319404">
                <a:moveTo>
                  <a:pt x="312610" y="286702"/>
                </a:moveTo>
                <a:lnTo>
                  <a:pt x="311086" y="280606"/>
                </a:lnTo>
                <a:lnTo>
                  <a:pt x="304990" y="276034"/>
                </a:lnTo>
                <a:lnTo>
                  <a:pt x="300418" y="271462"/>
                </a:lnTo>
                <a:lnTo>
                  <a:pt x="294322" y="268414"/>
                </a:lnTo>
                <a:lnTo>
                  <a:pt x="280606" y="268414"/>
                </a:lnTo>
                <a:lnTo>
                  <a:pt x="276034" y="271462"/>
                </a:lnTo>
                <a:lnTo>
                  <a:pt x="271462" y="276034"/>
                </a:lnTo>
                <a:lnTo>
                  <a:pt x="266890" y="282130"/>
                </a:lnTo>
                <a:lnTo>
                  <a:pt x="263842" y="286702"/>
                </a:lnTo>
                <a:lnTo>
                  <a:pt x="263842" y="300520"/>
                </a:lnTo>
                <a:lnTo>
                  <a:pt x="266890" y="306616"/>
                </a:lnTo>
                <a:lnTo>
                  <a:pt x="276034" y="315760"/>
                </a:lnTo>
                <a:lnTo>
                  <a:pt x="282130" y="318808"/>
                </a:lnTo>
                <a:lnTo>
                  <a:pt x="288226" y="318808"/>
                </a:lnTo>
                <a:lnTo>
                  <a:pt x="294322" y="318808"/>
                </a:lnTo>
                <a:lnTo>
                  <a:pt x="300418" y="315760"/>
                </a:lnTo>
                <a:lnTo>
                  <a:pt x="304990" y="311188"/>
                </a:lnTo>
                <a:lnTo>
                  <a:pt x="311086" y="306616"/>
                </a:lnTo>
                <a:lnTo>
                  <a:pt x="312610" y="300520"/>
                </a:lnTo>
                <a:lnTo>
                  <a:pt x="312610" y="2867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45348" y="4596003"/>
            <a:ext cx="189071" cy="212026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1892808" y="4504473"/>
            <a:ext cx="408940" cy="398780"/>
          </a:xfrm>
          <a:custGeom>
            <a:avLst/>
            <a:gdLst/>
            <a:ahLst/>
            <a:cxnLst/>
            <a:rect l="l" t="t" r="r" b="b"/>
            <a:pathLst>
              <a:path w="408939" h="398779">
                <a:moveTo>
                  <a:pt x="187452" y="370801"/>
                </a:moveTo>
                <a:lnTo>
                  <a:pt x="0" y="370801"/>
                </a:lnTo>
                <a:lnTo>
                  <a:pt x="0" y="398233"/>
                </a:lnTo>
                <a:lnTo>
                  <a:pt x="187452" y="398233"/>
                </a:lnTo>
                <a:lnTo>
                  <a:pt x="187452" y="370801"/>
                </a:lnTo>
                <a:close/>
              </a:path>
              <a:path w="408939" h="398779">
                <a:moveTo>
                  <a:pt x="408330" y="193738"/>
                </a:moveTo>
                <a:lnTo>
                  <a:pt x="403720" y="153720"/>
                </a:lnTo>
                <a:lnTo>
                  <a:pt x="366458" y="107937"/>
                </a:lnTo>
                <a:lnTo>
                  <a:pt x="333552" y="102196"/>
                </a:lnTo>
                <a:lnTo>
                  <a:pt x="310959" y="104813"/>
                </a:lnTo>
                <a:lnTo>
                  <a:pt x="291071" y="112725"/>
                </a:lnTo>
                <a:lnTo>
                  <a:pt x="273761" y="126072"/>
                </a:lnTo>
                <a:lnTo>
                  <a:pt x="258876" y="144970"/>
                </a:lnTo>
                <a:lnTo>
                  <a:pt x="258876" y="0"/>
                </a:lnTo>
                <a:lnTo>
                  <a:pt x="222211" y="0"/>
                </a:lnTo>
                <a:lnTo>
                  <a:pt x="222211" y="332613"/>
                </a:lnTo>
                <a:lnTo>
                  <a:pt x="258876" y="332613"/>
                </a:lnTo>
                <a:lnTo>
                  <a:pt x="259003" y="202882"/>
                </a:lnTo>
                <a:lnTo>
                  <a:pt x="260019" y="189242"/>
                </a:lnTo>
                <a:lnTo>
                  <a:pt x="277164" y="152590"/>
                </a:lnTo>
                <a:lnTo>
                  <a:pt x="321360" y="132778"/>
                </a:lnTo>
                <a:lnTo>
                  <a:pt x="344246" y="137083"/>
                </a:lnTo>
                <a:lnTo>
                  <a:pt x="360413" y="150114"/>
                </a:lnTo>
                <a:lnTo>
                  <a:pt x="370014" y="171996"/>
                </a:lnTo>
                <a:lnTo>
                  <a:pt x="373176" y="202882"/>
                </a:lnTo>
                <a:lnTo>
                  <a:pt x="373176" y="332613"/>
                </a:lnTo>
                <a:lnTo>
                  <a:pt x="408330" y="332613"/>
                </a:lnTo>
                <a:lnTo>
                  <a:pt x="408330" y="1937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354484" y="4606671"/>
            <a:ext cx="195167" cy="234981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2604516" y="4504944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712720" y="4504944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8" name="object 6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807398" y="4606671"/>
            <a:ext cx="219646" cy="23498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07817" y="4596003"/>
            <a:ext cx="189166" cy="2120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0965" y="643699"/>
            <a:ext cx="1218565" cy="602615"/>
          </a:xfrm>
          <a:custGeom>
            <a:avLst/>
            <a:gdLst/>
            <a:ahLst/>
            <a:cxnLst/>
            <a:rect l="l" t="t" r="r" b="b"/>
            <a:pathLst>
              <a:path w="1218564" h="602615">
                <a:moveTo>
                  <a:pt x="582549" y="25908"/>
                </a:moveTo>
                <a:lnTo>
                  <a:pt x="501688" y="25908"/>
                </a:lnTo>
                <a:lnTo>
                  <a:pt x="501688" y="91541"/>
                </a:lnTo>
                <a:lnTo>
                  <a:pt x="501129" y="112153"/>
                </a:lnTo>
                <a:lnTo>
                  <a:pt x="488873" y="152908"/>
                </a:lnTo>
                <a:lnTo>
                  <a:pt x="463791" y="158686"/>
                </a:lnTo>
                <a:lnTo>
                  <a:pt x="463588" y="158686"/>
                </a:lnTo>
                <a:lnTo>
                  <a:pt x="455599" y="158673"/>
                </a:lnTo>
                <a:lnTo>
                  <a:pt x="445490" y="158496"/>
                </a:lnTo>
                <a:lnTo>
                  <a:pt x="433362" y="158051"/>
                </a:lnTo>
                <a:lnTo>
                  <a:pt x="419392" y="157162"/>
                </a:lnTo>
                <a:lnTo>
                  <a:pt x="424548" y="142633"/>
                </a:lnTo>
                <a:lnTo>
                  <a:pt x="428726" y="126644"/>
                </a:lnTo>
                <a:lnTo>
                  <a:pt x="432028" y="109512"/>
                </a:lnTo>
                <a:lnTo>
                  <a:pt x="434632" y="91541"/>
                </a:lnTo>
                <a:lnTo>
                  <a:pt x="501688" y="91541"/>
                </a:lnTo>
                <a:lnTo>
                  <a:pt x="501688" y="25908"/>
                </a:lnTo>
                <a:lnTo>
                  <a:pt x="300418" y="25908"/>
                </a:lnTo>
                <a:lnTo>
                  <a:pt x="300418" y="91541"/>
                </a:lnTo>
                <a:lnTo>
                  <a:pt x="356806" y="91541"/>
                </a:lnTo>
                <a:lnTo>
                  <a:pt x="350520" y="117589"/>
                </a:lnTo>
                <a:lnTo>
                  <a:pt x="336232" y="140931"/>
                </a:lnTo>
                <a:lnTo>
                  <a:pt x="313944" y="161696"/>
                </a:lnTo>
                <a:lnTo>
                  <a:pt x="283654" y="180022"/>
                </a:lnTo>
                <a:lnTo>
                  <a:pt x="298221" y="196049"/>
                </a:lnTo>
                <a:lnTo>
                  <a:pt x="312229" y="212229"/>
                </a:lnTo>
                <a:lnTo>
                  <a:pt x="325666" y="228714"/>
                </a:lnTo>
                <a:lnTo>
                  <a:pt x="338518" y="245656"/>
                </a:lnTo>
                <a:lnTo>
                  <a:pt x="365709" y="225831"/>
                </a:lnTo>
                <a:lnTo>
                  <a:pt x="387908" y="205181"/>
                </a:lnTo>
                <a:lnTo>
                  <a:pt x="405244" y="183413"/>
                </a:lnTo>
                <a:lnTo>
                  <a:pt x="417868" y="160210"/>
                </a:lnTo>
                <a:lnTo>
                  <a:pt x="423049" y="176504"/>
                </a:lnTo>
                <a:lnTo>
                  <a:pt x="427393" y="193357"/>
                </a:lnTo>
                <a:lnTo>
                  <a:pt x="431152" y="210794"/>
                </a:lnTo>
                <a:lnTo>
                  <a:pt x="434632" y="228790"/>
                </a:lnTo>
                <a:lnTo>
                  <a:pt x="469823" y="228206"/>
                </a:lnTo>
                <a:lnTo>
                  <a:pt x="519061" y="223012"/>
                </a:lnTo>
                <a:lnTo>
                  <a:pt x="553580" y="203073"/>
                </a:lnTo>
                <a:lnTo>
                  <a:pt x="573925" y="160210"/>
                </a:lnTo>
                <a:lnTo>
                  <a:pt x="573976" y="160032"/>
                </a:lnTo>
                <a:lnTo>
                  <a:pt x="574141" y="158686"/>
                </a:lnTo>
                <a:lnTo>
                  <a:pt x="577977" y="127584"/>
                </a:lnTo>
                <a:lnTo>
                  <a:pt x="580834" y="82829"/>
                </a:lnTo>
                <a:lnTo>
                  <a:pt x="582549" y="25908"/>
                </a:lnTo>
                <a:close/>
              </a:path>
              <a:path w="1218564" h="602615">
                <a:moveTo>
                  <a:pt x="597789" y="424053"/>
                </a:moveTo>
                <a:lnTo>
                  <a:pt x="500164" y="424053"/>
                </a:lnTo>
                <a:lnTo>
                  <a:pt x="500164" y="358521"/>
                </a:lnTo>
                <a:lnTo>
                  <a:pt x="584073" y="358521"/>
                </a:lnTo>
                <a:lnTo>
                  <a:pt x="584073" y="291376"/>
                </a:lnTo>
                <a:lnTo>
                  <a:pt x="500164" y="291376"/>
                </a:lnTo>
                <a:lnTo>
                  <a:pt x="500164" y="241084"/>
                </a:lnTo>
                <a:lnTo>
                  <a:pt x="423964" y="241084"/>
                </a:lnTo>
                <a:lnTo>
                  <a:pt x="423964" y="291376"/>
                </a:lnTo>
                <a:lnTo>
                  <a:pt x="387286" y="291376"/>
                </a:lnTo>
                <a:lnTo>
                  <a:pt x="389331" y="283083"/>
                </a:lnTo>
                <a:lnTo>
                  <a:pt x="391096" y="274231"/>
                </a:lnTo>
                <a:lnTo>
                  <a:pt x="392861" y="264795"/>
                </a:lnTo>
                <a:lnTo>
                  <a:pt x="394906" y="254800"/>
                </a:lnTo>
                <a:lnTo>
                  <a:pt x="329374" y="245656"/>
                </a:lnTo>
                <a:lnTo>
                  <a:pt x="322237" y="277355"/>
                </a:lnTo>
                <a:lnTo>
                  <a:pt x="312229" y="308343"/>
                </a:lnTo>
                <a:lnTo>
                  <a:pt x="299364" y="338493"/>
                </a:lnTo>
                <a:lnTo>
                  <a:pt x="283654" y="367665"/>
                </a:lnTo>
                <a:lnTo>
                  <a:pt x="283654" y="327952"/>
                </a:lnTo>
                <a:lnTo>
                  <a:pt x="283654" y="271564"/>
                </a:lnTo>
                <a:lnTo>
                  <a:pt x="283654" y="215074"/>
                </a:lnTo>
                <a:lnTo>
                  <a:pt x="283654" y="180022"/>
                </a:lnTo>
                <a:lnTo>
                  <a:pt x="283654" y="157162"/>
                </a:lnTo>
                <a:lnTo>
                  <a:pt x="231736" y="157162"/>
                </a:lnTo>
                <a:lnTo>
                  <a:pt x="262953" y="103733"/>
                </a:lnTo>
                <a:lnTo>
                  <a:pt x="263842" y="102209"/>
                </a:lnTo>
                <a:lnTo>
                  <a:pt x="263842" y="45821"/>
                </a:lnTo>
                <a:lnTo>
                  <a:pt x="221068" y="45821"/>
                </a:lnTo>
                <a:lnTo>
                  <a:pt x="221068" y="215074"/>
                </a:lnTo>
                <a:lnTo>
                  <a:pt x="221068" y="271564"/>
                </a:lnTo>
                <a:lnTo>
                  <a:pt x="221068" y="327952"/>
                </a:lnTo>
                <a:lnTo>
                  <a:pt x="221068" y="384429"/>
                </a:lnTo>
                <a:lnTo>
                  <a:pt x="221068" y="440829"/>
                </a:lnTo>
                <a:lnTo>
                  <a:pt x="221068" y="492734"/>
                </a:lnTo>
                <a:lnTo>
                  <a:pt x="220522" y="501281"/>
                </a:lnTo>
                <a:lnTo>
                  <a:pt x="186016" y="524738"/>
                </a:lnTo>
                <a:lnTo>
                  <a:pt x="186016" y="440829"/>
                </a:lnTo>
                <a:lnTo>
                  <a:pt x="221068" y="440829"/>
                </a:lnTo>
                <a:lnTo>
                  <a:pt x="221068" y="384429"/>
                </a:lnTo>
                <a:lnTo>
                  <a:pt x="186016" y="384429"/>
                </a:lnTo>
                <a:lnTo>
                  <a:pt x="186016" y="327952"/>
                </a:lnTo>
                <a:lnTo>
                  <a:pt x="221068" y="327952"/>
                </a:lnTo>
                <a:lnTo>
                  <a:pt x="221068" y="271564"/>
                </a:lnTo>
                <a:lnTo>
                  <a:pt x="186016" y="271564"/>
                </a:lnTo>
                <a:lnTo>
                  <a:pt x="186016" y="215074"/>
                </a:lnTo>
                <a:lnTo>
                  <a:pt x="221068" y="215074"/>
                </a:lnTo>
                <a:lnTo>
                  <a:pt x="221068" y="45821"/>
                </a:lnTo>
                <a:lnTo>
                  <a:pt x="186016" y="45821"/>
                </a:lnTo>
                <a:lnTo>
                  <a:pt x="186016" y="103733"/>
                </a:lnTo>
                <a:lnTo>
                  <a:pt x="155536" y="157162"/>
                </a:lnTo>
                <a:lnTo>
                  <a:pt x="128104" y="157162"/>
                </a:lnTo>
                <a:lnTo>
                  <a:pt x="128104" y="215074"/>
                </a:lnTo>
                <a:lnTo>
                  <a:pt x="128104" y="271564"/>
                </a:lnTo>
                <a:lnTo>
                  <a:pt x="128104" y="327952"/>
                </a:lnTo>
                <a:lnTo>
                  <a:pt x="128104" y="384429"/>
                </a:lnTo>
                <a:lnTo>
                  <a:pt x="96012" y="384429"/>
                </a:lnTo>
                <a:lnTo>
                  <a:pt x="96253" y="361251"/>
                </a:lnTo>
                <a:lnTo>
                  <a:pt x="96774" y="344195"/>
                </a:lnTo>
                <a:lnTo>
                  <a:pt x="97536" y="327952"/>
                </a:lnTo>
                <a:lnTo>
                  <a:pt x="128104" y="327952"/>
                </a:lnTo>
                <a:lnTo>
                  <a:pt x="128104" y="271564"/>
                </a:lnTo>
                <a:lnTo>
                  <a:pt x="97536" y="271564"/>
                </a:lnTo>
                <a:lnTo>
                  <a:pt x="97536" y="216598"/>
                </a:lnTo>
                <a:lnTo>
                  <a:pt x="97536" y="215074"/>
                </a:lnTo>
                <a:lnTo>
                  <a:pt x="128104" y="215074"/>
                </a:lnTo>
                <a:lnTo>
                  <a:pt x="128104" y="157162"/>
                </a:lnTo>
                <a:lnTo>
                  <a:pt x="85344" y="157162"/>
                </a:lnTo>
                <a:lnTo>
                  <a:pt x="95351" y="144322"/>
                </a:lnTo>
                <a:lnTo>
                  <a:pt x="104787" y="131025"/>
                </a:lnTo>
                <a:lnTo>
                  <a:pt x="113576" y="117589"/>
                </a:lnTo>
                <a:lnTo>
                  <a:pt x="122008" y="103733"/>
                </a:lnTo>
                <a:lnTo>
                  <a:pt x="186016" y="103733"/>
                </a:lnTo>
                <a:lnTo>
                  <a:pt x="186016" y="45821"/>
                </a:lnTo>
                <a:lnTo>
                  <a:pt x="154012" y="45821"/>
                </a:lnTo>
                <a:lnTo>
                  <a:pt x="158330" y="36664"/>
                </a:lnTo>
                <a:lnTo>
                  <a:pt x="162204" y="27482"/>
                </a:lnTo>
                <a:lnTo>
                  <a:pt x="165811" y="18313"/>
                </a:lnTo>
                <a:lnTo>
                  <a:pt x="169252" y="9144"/>
                </a:lnTo>
                <a:lnTo>
                  <a:pt x="96012" y="0"/>
                </a:lnTo>
                <a:lnTo>
                  <a:pt x="77152" y="39166"/>
                </a:lnTo>
                <a:lnTo>
                  <a:pt x="54864" y="76301"/>
                </a:lnTo>
                <a:lnTo>
                  <a:pt x="29146" y="111150"/>
                </a:lnTo>
                <a:lnTo>
                  <a:pt x="0" y="143446"/>
                </a:lnTo>
                <a:lnTo>
                  <a:pt x="7188" y="165760"/>
                </a:lnTo>
                <a:lnTo>
                  <a:pt x="12954" y="187071"/>
                </a:lnTo>
                <a:lnTo>
                  <a:pt x="17576" y="207530"/>
                </a:lnTo>
                <a:lnTo>
                  <a:pt x="21336" y="227266"/>
                </a:lnTo>
                <a:lnTo>
                  <a:pt x="25908" y="224218"/>
                </a:lnTo>
                <a:lnTo>
                  <a:pt x="28956" y="219646"/>
                </a:lnTo>
                <a:lnTo>
                  <a:pt x="33528" y="216598"/>
                </a:lnTo>
                <a:lnTo>
                  <a:pt x="33528" y="315760"/>
                </a:lnTo>
                <a:lnTo>
                  <a:pt x="32092" y="372338"/>
                </a:lnTo>
                <a:lnTo>
                  <a:pt x="27876" y="423138"/>
                </a:lnTo>
                <a:lnTo>
                  <a:pt x="21018" y="468210"/>
                </a:lnTo>
                <a:lnTo>
                  <a:pt x="11684" y="507644"/>
                </a:lnTo>
                <a:lnTo>
                  <a:pt x="0" y="541502"/>
                </a:lnTo>
                <a:lnTo>
                  <a:pt x="13093" y="554723"/>
                </a:lnTo>
                <a:lnTo>
                  <a:pt x="27051" y="569214"/>
                </a:lnTo>
                <a:lnTo>
                  <a:pt x="41579" y="585101"/>
                </a:lnTo>
                <a:lnTo>
                  <a:pt x="56388" y="602564"/>
                </a:lnTo>
                <a:lnTo>
                  <a:pt x="68961" y="570230"/>
                </a:lnTo>
                <a:lnTo>
                  <a:pt x="79248" y="532587"/>
                </a:lnTo>
                <a:lnTo>
                  <a:pt x="87249" y="489496"/>
                </a:lnTo>
                <a:lnTo>
                  <a:pt x="92964" y="440829"/>
                </a:lnTo>
                <a:lnTo>
                  <a:pt x="128104" y="440829"/>
                </a:lnTo>
                <a:lnTo>
                  <a:pt x="128104" y="555320"/>
                </a:lnTo>
                <a:lnTo>
                  <a:pt x="173824" y="555320"/>
                </a:lnTo>
                <a:lnTo>
                  <a:pt x="181444" y="593420"/>
                </a:lnTo>
                <a:lnTo>
                  <a:pt x="222808" y="590842"/>
                </a:lnTo>
                <a:lnTo>
                  <a:pt x="264236" y="575132"/>
                </a:lnTo>
                <a:lnTo>
                  <a:pt x="282816" y="528828"/>
                </a:lnTo>
                <a:lnTo>
                  <a:pt x="283654" y="440829"/>
                </a:lnTo>
                <a:lnTo>
                  <a:pt x="283654" y="384429"/>
                </a:lnTo>
                <a:lnTo>
                  <a:pt x="283654" y="382905"/>
                </a:lnTo>
                <a:lnTo>
                  <a:pt x="296773" y="389153"/>
                </a:lnTo>
                <a:lnTo>
                  <a:pt x="341566" y="411861"/>
                </a:lnTo>
                <a:lnTo>
                  <a:pt x="348399" y="399884"/>
                </a:lnTo>
                <a:lnTo>
                  <a:pt x="355092" y="386905"/>
                </a:lnTo>
                <a:lnTo>
                  <a:pt x="356946" y="382905"/>
                </a:lnTo>
                <a:lnTo>
                  <a:pt x="361492" y="373075"/>
                </a:lnTo>
                <a:lnTo>
                  <a:pt x="363715" y="367665"/>
                </a:lnTo>
                <a:lnTo>
                  <a:pt x="367474" y="358521"/>
                </a:lnTo>
                <a:lnTo>
                  <a:pt x="423964" y="358521"/>
                </a:lnTo>
                <a:lnTo>
                  <a:pt x="423964" y="424053"/>
                </a:lnTo>
                <a:lnTo>
                  <a:pt x="300418" y="424053"/>
                </a:lnTo>
                <a:lnTo>
                  <a:pt x="300418" y="491210"/>
                </a:lnTo>
                <a:lnTo>
                  <a:pt x="423964" y="491210"/>
                </a:lnTo>
                <a:lnTo>
                  <a:pt x="423964" y="596468"/>
                </a:lnTo>
                <a:lnTo>
                  <a:pt x="500164" y="596468"/>
                </a:lnTo>
                <a:lnTo>
                  <a:pt x="500164" y="491210"/>
                </a:lnTo>
                <a:lnTo>
                  <a:pt x="597789" y="491210"/>
                </a:lnTo>
                <a:lnTo>
                  <a:pt x="597789" y="424053"/>
                </a:lnTo>
                <a:close/>
              </a:path>
              <a:path w="1218564" h="602615">
                <a:moveTo>
                  <a:pt x="921067" y="50393"/>
                </a:moveTo>
                <a:lnTo>
                  <a:pt x="791425" y="50393"/>
                </a:lnTo>
                <a:lnTo>
                  <a:pt x="796886" y="38684"/>
                </a:lnTo>
                <a:lnTo>
                  <a:pt x="801903" y="26530"/>
                </a:lnTo>
                <a:lnTo>
                  <a:pt x="806653" y="14097"/>
                </a:lnTo>
                <a:lnTo>
                  <a:pt x="811237" y="1524"/>
                </a:lnTo>
                <a:lnTo>
                  <a:pt x="727417" y="1524"/>
                </a:lnTo>
                <a:lnTo>
                  <a:pt x="706856" y="44729"/>
                </a:lnTo>
                <a:lnTo>
                  <a:pt x="681850" y="85064"/>
                </a:lnTo>
                <a:lnTo>
                  <a:pt x="652551" y="122542"/>
                </a:lnTo>
                <a:lnTo>
                  <a:pt x="619125" y="157175"/>
                </a:lnTo>
                <a:lnTo>
                  <a:pt x="633412" y="173786"/>
                </a:lnTo>
                <a:lnTo>
                  <a:pt x="646557" y="189560"/>
                </a:lnTo>
                <a:lnTo>
                  <a:pt x="658558" y="204749"/>
                </a:lnTo>
                <a:lnTo>
                  <a:pt x="669417" y="219659"/>
                </a:lnTo>
                <a:lnTo>
                  <a:pt x="694880" y="195033"/>
                </a:lnTo>
                <a:lnTo>
                  <a:pt x="718464" y="168973"/>
                </a:lnTo>
                <a:lnTo>
                  <a:pt x="740016" y="141173"/>
                </a:lnTo>
                <a:lnTo>
                  <a:pt x="759421" y="111353"/>
                </a:lnTo>
                <a:lnTo>
                  <a:pt x="795997" y="111353"/>
                </a:lnTo>
                <a:lnTo>
                  <a:pt x="747229" y="148031"/>
                </a:lnTo>
                <a:lnTo>
                  <a:pt x="759574" y="163169"/>
                </a:lnTo>
                <a:lnTo>
                  <a:pt x="771613" y="178892"/>
                </a:lnTo>
                <a:lnTo>
                  <a:pt x="783564" y="195033"/>
                </a:lnTo>
                <a:lnTo>
                  <a:pt x="795997" y="212039"/>
                </a:lnTo>
                <a:lnTo>
                  <a:pt x="855535" y="166319"/>
                </a:lnTo>
                <a:lnTo>
                  <a:pt x="845553" y="154292"/>
                </a:lnTo>
                <a:lnTo>
                  <a:pt x="834047" y="141173"/>
                </a:lnTo>
                <a:lnTo>
                  <a:pt x="820991" y="126796"/>
                </a:lnTo>
                <a:lnTo>
                  <a:pt x="806665" y="111353"/>
                </a:lnTo>
                <a:lnTo>
                  <a:pt x="921067" y="111353"/>
                </a:lnTo>
                <a:lnTo>
                  <a:pt x="921067" y="50393"/>
                </a:lnTo>
                <a:close/>
              </a:path>
              <a:path w="1218564" h="602615">
                <a:moveTo>
                  <a:pt x="1130046" y="379869"/>
                </a:moveTo>
                <a:lnTo>
                  <a:pt x="1047648" y="379869"/>
                </a:lnTo>
                <a:lnTo>
                  <a:pt x="1047648" y="448538"/>
                </a:lnTo>
                <a:lnTo>
                  <a:pt x="1047648" y="501878"/>
                </a:lnTo>
                <a:lnTo>
                  <a:pt x="789901" y="501878"/>
                </a:lnTo>
                <a:lnTo>
                  <a:pt x="789901" y="448538"/>
                </a:lnTo>
                <a:lnTo>
                  <a:pt x="1047648" y="448538"/>
                </a:lnTo>
                <a:lnTo>
                  <a:pt x="1047648" y="379869"/>
                </a:lnTo>
                <a:lnTo>
                  <a:pt x="707605" y="379869"/>
                </a:lnTo>
                <a:lnTo>
                  <a:pt x="707605" y="601040"/>
                </a:lnTo>
                <a:lnTo>
                  <a:pt x="789901" y="601040"/>
                </a:lnTo>
                <a:lnTo>
                  <a:pt x="789901" y="570560"/>
                </a:lnTo>
                <a:lnTo>
                  <a:pt x="1047648" y="570560"/>
                </a:lnTo>
                <a:lnTo>
                  <a:pt x="1047648" y="599516"/>
                </a:lnTo>
                <a:lnTo>
                  <a:pt x="1130046" y="599516"/>
                </a:lnTo>
                <a:lnTo>
                  <a:pt x="1130046" y="570560"/>
                </a:lnTo>
                <a:lnTo>
                  <a:pt x="1130046" y="501878"/>
                </a:lnTo>
                <a:lnTo>
                  <a:pt x="1130046" y="448538"/>
                </a:lnTo>
                <a:lnTo>
                  <a:pt x="1130046" y="379869"/>
                </a:lnTo>
                <a:close/>
              </a:path>
              <a:path w="1218564" h="602615">
                <a:moveTo>
                  <a:pt x="1218438" y="288328"/>
                </a:moveTo>
                <a:lnTo>
                  <a:pt x="1212545" y="286804"/>
                </a:lnTo>
                <a:lnTo>
                  <a:pt x="1157528" y="272592"/>
                </a:lnTo>
                <a:lnTo>
                  <a:pt x="1102829" y="252818"/>
                </a:lnTo>
                <a:lnTo>
                  <a:pt x="1054328" y="229019"/>
                </a:lnTo>
                <a:lnTo>
                  <a:pt x="1040117" y="219659"/>
                </a:lnTo>
                <a:lnTo>
                  <a:pt x="1012063" y="201193"/>
                </a:lnTo>
                <a:lnTo>
                  <a:pt x="1006500" y="196291"/>
                </a:lnTo>
                <a:lnTo>
                  <a:pt x="1006500" y="286804"/>
                </a:lnTo>
                <a:lnTo>
                  <a:pt x="832675" y="286804"/>
                </a:lnTo>
                <a:lnTo>
                  <a:pt x="857846" y="270751"/>
                </a:lnTo>
                <a:lnTo>
                  <a:pt x="880872" y="254406"/>
                </a:lnTo>
                <a:lnTo>
                  <a:pt x="901903" y="237477"/>
                </a:lnTo>
                <a:lnTo>
                  <a:pt x="921067" y="219659"/>
                </a:lnTo>
                <a:lnTo>
                  <a:pt x="941057" y="237680"/>
                </a:lnTo>
                <a:lnTo>
                  <a:pt x="962075" y="254977"/>
                </a:lnTo>
                <a:lnTo>
                  <a:pt x="983945" y="271399"/>
                </a:lnTo>
                <a:lnTo>
                  <a:pt x="1006500" y="286804"/>
                </a:lnTo>
                <a:lnTo>
                  <a:pt x="1006500" y="196291"/>
                </a:lnTo>
                <a:lnTo>
                  <a:pt x="976020" y="169367"/>
                </a:lnTo>
                <a:lnTo>
                  <a:pt x="998499" y="140360"/>
                </a:lnTo>
                <a:lnTo>
                  <a:pt x="1009027" y="125984"/>
                </a:lnTo>
                <a:lnTo>
                  <a:pt x="1018692" y="111353"/>
                </a:lnTo>
                <a:lnTo>
                  <a:pt x="1082700" y="111353"/>
                </a:lnTo>
                <a:lnTo>
                  <a:pt x="1029360" y="152603"/>
                </a:lnTo>
                <a:lnTo>
                  <a:pt x="1045895" y="168884"/>
                </a:lnTo>
                <a:lnTo>
                  <a:pt x="1081265" y="203174"/>
                </a:lnTo>
                <a:lnTo>
                  <a:pt x="1099566" y="221183"/>
                </a:lnTo>
                <a:lnTo>
                  <a:pt x="1155954" y="172415"/>
                </a:lnTo>
                <a:lnTo>
                  <a:pt x="1139050" y="155790"/>
                </a:lnTo>
                <a:lnTo>
                  <a:pt x="1122413" y="140169"/>
                </a:lnTo>
                <a:lnTo>
                  <a:pt x="1105763" y="125399"/>
                </a:lnTo>
                <a:lnTo>
                  <a:pt x="1088796" y="111353"/>
                </a:lnTo>
                <a:lnTo>
                  <a:pt x="1207770" y="111353"/>
                </a:lnTo>
                <a:lnTo>
                  <a:pt x="1207770" y="50393"/>
                </a:lnTo>
                <a:lnTo>
                  <a:pt x="1050696" y="50393"/>
                </a:lnTo>
                <a:lnTo>
                  <a:pt x="1056132" y="38049"/>
                </a:lnTo>
                <a:lnTo>
                  <a:pt x="1060983" y="25958"/>
                </a:lnTo>
                <a:lnTo>
                  <a:pt x="1065199" y="14097"/>
                </a:lnTo>
                <a:lnTo>
                  <a:pt x="1068984" y="1524"/>
                </a:lnTo>
                <a:lnTo>
                  <a:pt x="985164" y="1524"/>
                </a:lnTo>
                <a:lnTo>
                  <a:pt x="967409" y="38989"/>
                </a:lnTo>
                <a:lnTo>
                  <a:pt x="948359" y="73431"/>
                </a:lnTo>
                <a:lnTo>
                  <a:pt x="927874" y="104711"/>
                </a:lnTo>
                <a:lnTo>
                  <a:pt x="905827" y="132689"/>
                </a:lnTo>
                <a:lnTo>
                  <a:pt x="924115" y="146507"/>
                </a:lnTo>
                <a:lnTo>
                  <a:pt x="890587" y="146507"/>
                </a:lnTo>
                <a:lnTo>
                  <a:pt x="861377" y="178003"/>
                </a:lnTo>
                <a:lnTo>
                  <a:pt x="825588" y="206921"/>
                </a:lnTo>
                <a:lnTo>
                  <a:pt x="783272" y="233222"/>
                </a:lnTo>
                <a:lnTo>
                  <a:pt x="734479" y="256870"/>
                </a:lnTo>
                <a:lnTo>
                  <a:pt x="679234" y="277787"/>
                </a:lnTo>
                <a:lnTo>
                  <a:pt x="617601" y="295948"/>
                </a:lnTo>
                <a:lnTo>
                  <a:pt x="632726" y="316560"/>
                </a:lnTo>
                <a:lnTo>
                  <a:pt x="645985" y="335051"/>
                </a:lnTo>
                <a:lnTo>
                  <a:pt x="657250" y="351536"/>
                </a:lnTo>
                <a:lnTo>
                  <a:pt x="666369" y="366153"/>
                </a:lnTo>
                <a:lnTo>
                  <a:pt x="695540" y="355561"/>
                </a:lnTo>
                <a:lnTo>
                  <a:pt x="723417" y="344385"/>
                </a:lnTo>
                <a:lnTo>
                  <a:pt x="749833" y="332638"/>
                </a:lnTo>
                <a:lnTo>
                  <a:pt x="774661" y="320332"/>
                </a:lnTo>
                <a:lnTo>
                  <a:pt x="774661" y="349389"/>
                </a:lnTo>
                <a:lnTo>
                  <a:pt x="1062888" y="349389"/>
                </a:lnTo>
                <a:lnTo>
                  <a:pt x="1062888" y="320332"/>
                </a:lnTo>
                <a:lnTo>
                  <a:pt x="1088402" y="332638"/>
                </a:lnTo>
                <a:lnTo>
                  <a:pt x="1114602" y="344385"/>
                </a:lnTo>
                <a:lnTo>
                  <a:pt x="1141641" y="355561"/>
                </a:lnTo>
                <a:lnTo>
                  <a:pt x="1169670" y="366153"/>
                </a:lnTo>
                <a:lnTo>
                  <a:pt x="1180287" y="348411"/>
                </a:lnTo>
                <a:lnTo>
                  <a:pt x="1191768" y="329526"/>
                </a:lnTo>
                <a:lnTo>
                  <a:pt x="1197559" y="320332"/>
                </a:lnTo>
                <a:lnTo>
                  <a:pt x="1204391" y="309486"/>
                </a:lnTo>
                <a:lnTo>
                  <a:pt x="1218438" y="28832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736" y="2036445"/>
            <a:ext cx="111347" cy="11134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297590" y="1928145"/>
            <a:ext cx="222885" cy="321945"/>
          </a:xfrm>
          <a:custGeom>
            <a:avLst/>
            <a:gdLst/>
            <a:ahLst/>
            <a:cxnLst/>
            <a:rect l="l" t="t" r="r" b="b"/>
            <a:pathLst>
              <a:path w="222884" h="321944">
                <a:moveTo>
                  <a:pt x="222694" y="244030"/>
                </a:moveTo>
                <a:lnTo>
                  <a:pt x="0" y="244030"/>
                </a:lnTo>
                <a:lnTo>
                  <a:pt x="0" y="207454"/>
                </a:lnTo>
                <a:lnTo>
                  <a:pt x="146399" y="0"/>
                </a:lnTo>
                <a:lnTo>
                  <a:pt x="178498" y="0"/>
                </a:lnTo>
                <a:lnTo>
                  <a:pt x="178498" y="62484"/>
                </a:lnTo>
                <a:lnTo>
                  <a:pt x="138779" y="62484"/>
                </a:lnTo>
                <a:lnTo>
                  <a:pt x="39719" y="207454"/>
                </a:lnTo>
                <a:lnTo>
                  <a:pt x="222694" y="207454"/>
                </a:lnTo>
                <a:lnTo>
                  <a:pt x="222694" y="244030"/>
                </a:lnTo>
                <a:close/>
              </a:path>
              <a:path w="222884" h="321944">
                <a:moveTo>
                  <a:pt x="178498" y="207454"/>
                </a:moveTo>
                <a:lnTo>
                  <a:pt x="138779" y="207454"/>
                </a:lnTo>
                <a:lnTo>
                  <a:pt x="138779" y="62484"/>
                </a:lnTo>
                <a:lnTo>
                  <a:pt x="178498" y="62484"/>
                </a:lnTo>
                <a:lnTo>
                  <a:pt x="178498" y="207454"/>
                </a:lnTo>
                <a:close/>
              </a:path>
              <a:path w="222884" h="321944">
                <a:moveTo>
                  <a:pt x="178498" y="321849"/>
                </a:moveTo>
                <a:lnTo>
                  <a:pt x="138779" y="321849"/>
                </a:lnTo>
                <a:lnTo>
                  <a:pt x="138779" y="244030"/>
                </a:lnTo>
                <a:lnTo>
                  <a:pt x="178498" y="244030"/>
                </a:lnTo>
                <a:lnTo>
                  <a:pt x="178498" y="3218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68195" y="1873186"/>
            <a:ext cx="1319530" cy="438150"/>
          </a:xfrm>
          <a:custGeom>
            <a:avLst/>
            <a:gdLst/>
            <a:ahLst/>
            <a:cxnLst/>
            <a:rect l="l" t="t" r="r" b="b"/>
            <a:pathLst>
              <a:path w="1319530" h="438150">
                <a:moveTo>
                  <a:pt x="370624" y="19812"/>
                </a:moveTo>
                <a:lnTo>
                  <a:pt x="337007" y="19812"/>
                </a:lnTo>
                <a:lnTo>
                  <a:pt x="337007" y="50393"/>
                </a:lnTo>
                <a:lnTo>
                  <a:pt x="337007" y="88493"/>
                </a:lnTo>
                <a:lnTo>
                  <a:pt x="337007" y="117449"/>
                </a:lnTo>
                <a:lnTo>
                  <a:pt x="337007" y="155651"/>
                </a:lnTo>
                <a:lnTo>
                  <a:pt x="106781" y="155651"/>
                </a:lnTo>
                <a:lnTo>
                  <a:pt x="106781" y="117449"/>
                </a:lnTo>
                <a:lnTo>
                  <a:pt x="337007" y="117449"/>
                </a:lnTo>
                <a:lnTo>
                  <a:pt x="337007" y="88493"/>
                </a:lnTo>
                <a:lnTo>
                  <a:pt x="106781" y="88493"/>
                </a:lnTo>
                <a:lnTo>
                  <a:pt x="106781" y="50393"/>
                </a:lnTo>
                <a:lnTo>
                  <a:pt x="337007" y="50393"/>
                </a:lnTo>
                <a:lnTo>
                  <a:pt x="337007" y="19812"/>
                </a:lnTo>
                <a:lnTo>
                  <a:pt x="73253" y="19812"/>
                </a:lnTo>
                <a:lnTo>
                  <a:pt x="73253" y="202895"/>
                </a:lnTo>
                <a:lnTo>
                  <a:pt x="106781" y="202895"/>
                </a:lnTo>
                <a:lnTo>
                  <a:pt x="106781" y="184607"/>
                </a:lnTo>
                <a:lnTo>
                  <a:pt x="337007" y="184607"/>
                </a:lnTo>
                <a:lnTo>
                  <a:pt x="337007" y="202895"/>
                </a:lnTo>
                <a:lnTo>
                  <a:pt x="370624" y="202895"/>
                </a:lnTo>
                <a:lnTo>
                  <a:pt x="370624" y="184607"/>
                </a:lnTo>
                <a:lnTo>
                  <a:pt x="370624" y="155651"/>
                </a:lnTo>
                <a:lnTo>
                  <a:pt x="370624" y="117449"/>
                </a:lnTo>
                <a:lnTo>
                  <a:pt x="370624" y="88493"/>
                </a:lnTo>
                <a:lnTo>
                  <a:pt x="370624" y="50393"/>
                </a:lnTo>
                <a:lnTo>
                  <a:pt x="370624" y="19812"/>
                </a:lnTo>
                <a:close/>
              </a:path>
              <a:path w="1319530" h="438150">
                <a:moveTo>
                  <a:pt x="442252" y="385965"/>
                </a:moveTo>
                <a:lnTo>
                  <a:pt x="387972" y="387692"/>
                </a:lnTo>
                <a:lnTo>
                  <a:pt x="342836" y="388366"/>
                </a:lnTo>
                <a:lnTo>
                  <a:pt x="290220" y="388315"/>
                </a:lnTo>
                <a:lnTo>
                  <a:pt x="247091" y="387489"/>
                </a:lnTo>
                <a:lnTo>
                  <a:pt x="247091" y="385965"/>
                </a:lnTo>
                <a:lnTo>
                  <a:pt x="247091" y="327952"/>
                </a:lnTo>
                <a:lnTo>
                  <a:pt x="402628" y="327952"/>
                </a:lnTo>
                <a:lnTo>
                  <a:pt x="402628" y="297472"/>
                </a:lnTo>
                <a:lnTo>
                  <a:pt x="247091" y="297472"/>
                </a:lnTo>
                <a:lnTo>
                  <a:pt x="247091" y="253276"/>
                </a:lnTo>
                <a:lnTo>
                  <a:pt x="433108" y="253276"/>
                </a:lnTo>
                <a:lnTo>
                  <a:pt x="433108" y="222707"/>
                </a:lnTo>
                <a:lnTo>
                  <a:pt x="12192" y="222707"/>
                </a:lnTo>
                <a:lnTo>
                  <a:pt x="12192" y="253276"/>
                </a:lnTo>
                <a:lnTo>
                  <a:pt x="212039" y="253276"/>
                </a:lnTo>
                <a:lnTo>
                  <a:pt x="212039" y="385965"/>
                </a:lnTo>
                <a:lnTo>
                  <a:pt x="180860" y="377647"/>
                </a:lnTo>
                <a:lnTo>
                  <a:pt x="153847" y="364045"/>
                </a:lnTo>
                <a:lnTo>
                  <a:pt x="138087" y="350812"/>
                </a:lnTo>
                <a:lnTo>
                  <a:pt x="131140" y="344982"/>
                </a:lnTo>
                <a:lnTo>
                  <a:pt x="112877" y="320332"/>
                </a:lnTo>
                <a:lnTo>
                  <a:pt x="117182" y="310019"/>
                </a:lnTo>
                <a:lnTo>
                  <a:pt x="121069" y="299567"/>
                </a:lnTo>
                <a:lnTo>
                  <a:pt x="124663" y="288823"/>
                </a:lnTo>
                <a:lnTo>
                  <a:pt x="128117" y="277660"/>
                </a:lnTo>
                <a:lnTo>
                  <a:pt x="94589" y="266992"/>
                </a:lnTo>
                <a:lnTo>
                  <a:pt x="80022" y="311899"/>
                </a:lnTo>
                <a:lnTo>
                  <a:pt x="59296" y="350672"/>
                </a:lnTo>
                <a:lnTo>
                  <a:pt x="32575" y="383438"/>
                </a:lnTo>
                <a:lnTo>
                  <a:pt x="0" y="410349"/>
                </a:lnTo>
                <a:lnTo>
                  <a:pt x="6337" y="418058"/>
                </a:lnTo>
                <a:lnTo>
                  <a:pt x="11811" y="425208"/>
                </a:lnTo>
                <a:lnTo>
                  <a:pt x="16725" y="431774"/>
                </a:lnTo>
                <a:lnTo>
                  <a:pt x="21336" y="437781"/>
                </a:lnTo>
                <a:lnTo>
                  <a:pt x="43307" y="420370"/>
                </a:lnTo>
                <a:lnTo>
                  <a:pt x="63487" y="400050"/>
                </a:lnTo>
                <a:lnTo>
                  <a:pt x="81648" y="376872"/>
                </a:lnTo>
                <a:lnTo>
                  <a:pt x="97637" y="350812"/>
                </a:lnTo>
                <a:lnTo>
                  <a:pt x="121373" y="380873"/>
                </a:lnTo>
                <a:lnTo>
                  <a:pt x="188328" y="415201"/>
                </a:lnTo>
                <a:lnTo>
                  <a:pt x="231851" y="419493"/>
                </a:lnTo>
                <a:lnTo>
                  <a:pt x="430060" y="421017"/>
                </a:lnTo>
                <a:lnTo>
                  <a:pt x="432612" y="412750"/>
                </a:lnTo>
                <a:lnTo>
                  <a:pt x="435584" y="404063"/>
                </a:lnTo>
                <a:lnTo>
                  <a:pt x="438848" y="395084"/>
                </a:lnTo>
                <a:lnTo>
                  <a:pt x="441325" y="388442"/>
                </a:lnTo>
                <a:lnTo>
                  <a:pt x="442252" y="385965"/>
                </a:lnTo>
                <a:close/>
              </a:path>
              <a:path w="1319530" h="438150">
                <a:moveTo>
                  <a:pt x="887552" y="372237"/>
                </a:moveTo>
                <a:lnTo>
                  <a:pt x="709142" y="372237"/>
                </a:lnTo>
                <a:lnTo>
                  <a:pt x="709142" y="222377"/>
                </a:lnTo>
                <a:lnTo>
                  <a:pt x="855548" y="222377"/>
                </a:lnTo>
                <a:lnTo>
                  <a:pt x="855548" y="189357"/>
                </a:lnTo>
                <a:lnTo>
                  <a:pt x="709142" y="189357"/>
                </a:lnTo>
                <a:lnTo>
                  <a:pt x="709142" y="137287"/>
                </a:lnTo>
                <a:lnTo>
                  <a:pt x="709142" y="73787"/>
                </a:lnTo>
                <a:lnTo>
                  <a:pt x="870788" y="73787"/>
                </a:lnTo>
                <a:lnTo>
                  <a:pt x="870788" y="39497"/>
                </a:lnTo>
                <a:lnTo>
                  <a:pt x="471208" y="39497"/>
                </a:lnTo>
                <a:lnTo>
                  <a:pt x="471208" y="73787"/>
                </a:lnTo>
                <a:lnTo>
                  <a:pt x="672477" y="73787"/>
                </a:lnTo>
                <a:lnTo>
                  <a:pt x="672477" y="137287"/>
                </a:lnTo>
                <a:lnTo>
                  <a:pt x="672477" y="189357"/>
                </a:lnTo>
                <a:lnTo>
                  <a:pt x="672477" y="222377"/>
                </a:lnTo>
                <a:lnTo>
                  <a:pt x="672477" y="372237"/>
                </a:lnTo>
                <a:lnTo>
                  <a:pt x="561124" y="372237"/>
                </a:lnTo>
                <a:lnTo>
                  <a:pt x="561124" y="222377"/>
                </a:lnTo>
                <a:lnTo>
                  <a:pt x="561124" y="189357"/>
                </a:lnTo>
                <a:lnTo>
                  <a:pt x="561124" y="137287"/>
                </a:lnTo>
                <a:lnTo>
                  <a:pt x="523024" y="137287"/>
                </a:lnTo>
                <a:lnTo>
                  <a:pt x="523024" y="189357"/>
                </a:lnTo>
                <a:lnTo>
                  <a:pt x="523024" y="222377"/>
                </a:lnTo>
                <a:lnTo>
                  <a:pt x="523024" y="372237"/>
                </a:lnTo>
                <a:lnTo>
                  <a:pt x="451396" y="372237"/>
                </a:lnTo>
                <a:lnTo>
                  <a:pt x="451396" y="405257"/>
                </a:lnTo>
                <a:lnTo>
                  <a:pt x="887552" y="405257"/>
                </a:lnTo>
                <a:lnTo>
                  <a:pt x="887552" y="372237"/>
                </a:lnTo>
                <a:close/>
              </a:path>
              <a:path w="1319530" h="438150">
                <a:moveTo>
                  <a:pt x="1067574" y="45821"/>
                </a:moveTo>
                <a:lnTo>
                  <a:pt x="910501" y="45821"/>
                </a:lnTo>
                <a:lnTo>
                  <a:pt x="910501" y="74777"/>
                </a:lnTo>
                <a:lnTo>
                  <a:pt x="968413" y="74777"/>
                </a:lnTo>
                <a:lnTo>
                  <a:pt x="955294" y="124802"/>
                </a:lnTo>
                <a:lnTo>
                  <a:pt x="938885" y="171996"/>
                </a:lnTo>
                <a:lnTo>
                  <a:pt x="919340" y="216344"/>
                </a:lnTo>
                <a:lnTo>
                  <a:pt x="896785" y="257848"/>
                </a:lnTo>
                <a:lnTo>
                  <a:pt x="903338" y="264439"/>
                </a:lnTo>
                <a:lnTo>
                  <a:pt x="909167" y="270611"/>
                </a:lnTo>
                <a:lnTo>
                  <a:pt x="914146" y="276491"/>
                </a:lnTo>
                <a:lnTo>
                  <a:pt x="918121" y="282232"/>
                </a:lnTo>
                <a:lnTo>
                  <a:pt x="925830" y="269646"/>
                </a:lnTo>
                <a:lnTo>
                  <a:pt x="932980" y="257035"/>
                </a:lnTo>
                <a:lnTo>
                  <a:pt x="939546" y="244436"/>
                </a:lnTo>
                <a:lnTo>
                  <a:pt x="945553" y="231851"/>
                </a:lnTo>
                <a:lnTo>
                  <a:pt x="945553" y="399681"/>
                </a:lnTo>
                <a:lnTo>
                  <a:pt x="974509" y="399681"/>
                </a:lnTo>
                <a:lnTo>
                  <a:pt x="974509" y="367677"/>
                </a:lnTo>
                <a:lnTo>
                  <a:pt x="1047762" y="367677"/>
                </a:lnTo>
                <a:lnTo>
                  <a:pt x="1047762" y="338620"/>
                </a:lnTo>
                <a:lnTo>
                  <a:pt x="1047762" y="195275"/>
                </a:lnTo>
                <a:lnTo>
                  <a:pt x="1047762" y="166319"/>
                </a:lnTo>
                <a:lnTo>
                  <a:pt x="1018705" y="166319"/>
                </a:lnTo>
                <a:lnTo>
                  <a:pt x="1018705" y="195275"/>
                </a:lnTo>
                <a:lnTo>
                  <a:pt x="1018705" y="338620"/>
                </a:lnTo>
                <a:lnTo>
                  <a:pt x="974509" y="338620"/>
                </a:lnTo>
                <a:lnTo>
                  <a:pt x="974509" y="231851"/>
                </a:lnTo>
                <a:lnTo>
                  <a:pt x="974509" y="195275"/>
                </a:lnTo>
                <a:lnTo>
                  <a:pt x="1018705" y="195275"/>
                </a:lnTo>
                <a:lnTo>
                  <a:pt x="1018705" y="166319"/>
                </a:lnTo>
                <a:lnTo>
                  <a:pt x="972985" y="166319"/>
                </a:lnTo>
                <a:lnTo>
                  <a:pt x="980694" y="144259"/>
                </a:lnTo>
                <a:lnTo>
                  <a:pt x="987844" y="121653"/>
                </a:lnTo>
                <a:lnTo>
                  <a:pt x="994410" y="98501"/>
                </a:lnTo>
                <a:lnTo>
                  <a:pt x="1000417" y="74777"/>
                </a:lnTo>
                <a:lnTo>
                  <a:pt x="1067574" y="74777"/>
                </a:lnTo>
                <a:lnTo>
                  <a:pt x="1067574" y="45821"/>
                </a:lnTo>
                <a:close/>
              </a:path>
              <a:path w="1319530" h="438150">
                <a:moveTo>
                  <a:pt x="1319225" y="118973"/>
                </a:moveTo>
                <a:lnTo>
                  <a:pt x="1288643" y="118973"/>
                </a:lnTo>
                <a:lnTo>
                  <a:pt x="1288643" y="149555"/>
                </a:lnTo>
                <a:lnTo>
                  <a:pt x="1288643" y="208991"/>
                </a:lnTo>
                <a:lnTo>
                  <a:pt x="1288643" y="236423"/>
                </a:lnTo>
                <a:lnTo>
                  <a:pt x="1288643" y="295948"/>
                </a:lnTo>
                <a:lnTo>
                  <a:pt x="1215491" y="295948"/>
                </a:lnTo>
                <a:lnTo>
                  <a:pt x="1215491" y="236423"/>
                </a:lnTo>
                <a:lnTo>
                  <a:pt x="1288643" y="236423"/>
                </a:lnTo>
                <a:lnTo>
                  <a:pt x="1288643" y="208991"/>
                </a:lnTo>
                <a:lnTo>
                  <a:pt x="1215491" y="208991"/>
                </a:lnTo>
                <a:lnTo>
                  <a:pt x="1215491" y="149555"/>
                </a:lnTo>
                <a:lnTo>
                  <a:pt x="1288643" y="149555"/>
                </a:lnTo>
                <a:lnTo>
                  <a:pt x="1288643" y="118973"/>
                </a:lnTo>
                <a:lnTo>
                  <a:pt x="1238351" y="118973"/>
                </a:lnTo>
                <a:lnTo>
                  <a:pt x="1274927" y="73253"/>
                </a:lnTo>
                <a:lnTo>
                  <a:pt x="1274927" y="44297"/>
                </a:lnTo>
                <a:lnTo>
                  <a:pt x="1235303" y="44297"/>
                </a:lnTo>
                <a:lnTo>
                  <a:pt x="1235303" y="73253"/>
                </a:lnTo>
                <a:lnTo>
                  <a:pt x="1201775" y="118973"/>
                </a:lnTo>
                <a:lnTo>
                  <a:pt x="1185011" y="118973"/>
                </a:lnTo>
                <a:lnTo>
                  <a:pt x="1185011" y="149555"/>
                </a:lnTo>
                <a:lnTo>
                  <a:pt x="1185011" y="208991"/>
                </a:lnTo>
                <a:lnTo>
                  <a:pt x="1185011" y="236423"/>
                </a:lnTo>
                <a:lnTo>
                  <a:pt x="1185011" y="295948"/>
                </a:lnTo>
                <a:lnTo>
                  <a:pt x="1116342" y="295948"/>
                </a:lnTo>
                <a:lnTo>
                  <a:pt x="1117219" y="274218"/>
                </a:lnTo>
                <a:lnTo>
                  <a:pt x="1117650" y="257848"/>
                </a:lnTo>
                <a:lnTo>
                  <a:pt x="1117803" y="247091"/>
                </a:lnTo>
                <a:lnTo>
                  <a:pt x="1117866" y="236423"/>
                </a:lnTo>
                <a:lnTo>
                  <a:pt x="1185011" y="236423"/>
                </a:lnTo>
                <a:lnTo>
                  <a:pt x="1185011" y="208991"/>
                </a:lnTo>
                <a:lnTo>
                  <a:pt x="1117866" y="208991"/>
                </a:lnTo>
                <a:lnTo>
                  <a:pt x="1117866" y="149555"/>
                </a:lnTo>
                <a:lnTo>
                  <a:pt x="1185011" y="149555"/>
                </a:lnTo>
                <a:lnTo>
                  <a:pt x="1185011" y="118973"/>
                </a:lnTo>
                <a:lnTo>
                  <a:pt x="1096530" y="118973"/>
                </a:lnTo>
                <a:lnTo>
                  <a:pt x="1105408" y="107543"/>
                </a:lnTo>
                <a:lnTo>
                  <a:pt x="1113866" y="96113"/>
                </a:lnTo>
                <a:lnTo>
                  <a:pt x="1122032" y="84683"/>
                </a:lnTo>
                <a:lnTo>
                  <a:pt x="1130058" y="73253"/>
                </a:lnTo>
                <a:lnTo>
                  <a:pt x="1235303" y="73253"/>
                </a:lnTo>
                <a:lnTo>
                  <a:pt x="1235303" y="44297"/>
                </a:lnTo>
                <a:lnTo>
                  <a:pt x="1148346" y="44297"/>
                </a:lnTo>
                <a:lnTo>
                  <a:pt x="1153820" y="35077"/>
                </a:lnTo>
                <a:lnTo>
                  <a:pt x="1159014" y="25730"/>
                </a:lnTo>
                <a:lnTo>
                  <a:pt x="1164196" y="16129"/>
                </a:lnTo>
                <a:lnTo>
                  <a:pt x="1169682" y="6096"/>
                </a:lnTo>
                <a:lnTo>
                  <a:pt x="1136154" y="0"/>
                </a:lnTo>
                <a:lnTo>
                  <a:pt x="1117295" y="35801"/>
                </a:lnTo>
                <a:lnTo>
                  <a:pt x="1095006" y="70002"/>
                </a:lnTo>
                <a:lnTo>
                  <a:pt x="1069289" y="102755"/>
                </a:lnTo>
                <a:lnTo>
                  <a:pt x="1040142" y="134213"/>
                </a:lnTo>
                <a:lnTo>
                  <a:pt x="1046734" y="139915"/>
                </a:lnTo>
                <a:lnTo>
                  <a:pt x="1058786" y="150799"/>
                </a:lnTo>
                <a:lnTo>
                  <a:pt x="1064526" y="155651"/>
                </a:lnTo>
                <a:lnTo>
                  <a:pt x="1070241" y="149656"/>
                </a:lnTo>
                <a:lnTo>
                  <a:pt x="1075956" y="143217"/>
                </a:lnTo>
                <a:lnTo>
                  <a:pt x="1081671" y="136486"/>
                </a:lnTo>
                <a:lnTo>
                  <a:pt x="1087386" y="129641"/>
                </a:lnTo>
                <a:lnTo>
                  <a:pt x="1087386" y="247091"/>
                </a:lnTo>
                <a:lnTo>
                  <a:pt x="1084503" y="297738"/>
                </a:lnTo>
                <a:lnTo>
                  <a:pt x="1075766" y="342087"/>
                </a:lnTo>
                <a:lnTo>
                  <a:pt x="1061021" y="380136"/>
                </a:lnTo>
                <a:lnTo>
                  <a:pt x="1040142" y="411873"/>
                </a:lnTo>
                <a:lnTo>
                  <a:pt x="1066050" y="437781"/>
                </a:lnTo>
                <a:lnTo>
                  <a:pt x="1081760" y="414362"/>
                </a:lnTo>
                <a:lnTo>
                  <a:pt x="1094625" y="387667"/>
                </a:lnTo>
                <a:lnTo>
                  <a:pt x="1104620" y="357797"/>
                </a:lnTo>
                <a:lnTo>
                  <a:pt x="1111770" y="324904"/>
                </a:lnTo>
                <a:lnTo>
                  <a:pt x="1185011" y="324904"/>
                </a:lnTo>
                <a:lnTo>
                  <a:pt x="1185011" y="422541"/>
                </a:lnTo>
                <a:lnTo>
                  <a:pt x="1215491" y="422541"/>
                </a:lnTo>
                <a:lnTo>
                  <a:pt x="1215491" y="324904"/>
                </a:lnTo>
                <a:lnTo>
                  <a:pt x="1288643" y="324904"/>
                </a:lnTo>
                <a:lnTo>
                  <a:pt x="1288643" y="375297"/>
                </a:lnTo>
                <a:lnTo>
                  <a:pt x="1287233" y="384416"/>
                </a:lnTo>
                <a:lnTo>
                  <a:pt x="1283119" y="391109"/>
                </a:lnTo>
                <a:lnTo>
                  <a:pt x="1276426" y="395224"/>
                </a:lnTo>
                <a:lnTo>
                  <a:pt x="1267307" y="396633"/>
                </a:lnTo>
                <a:lnTo>
                  <a:pt x="1260754" y="396367"/>
                </a:lnTo>
                <a:lnTo>
                  <a:pt x="1252639" y="395681"/>
                </a:lnTo>
                <a:lnTo>
                  <a:pt x="1232255" y="393585"/>
                </a:lnTo>
                <a:lnTo>
                  <a:pt x="1233639" y="402437"/>
                </a:lnTo>
                <a:lnTo>
                  <a:pt x="1235303" y="410730"/>
                </a:lnTo>
                <a:lnTo>
                  <a:pt x="1236967" y="418439"/>
                </a:lnTo>
                <a:lnTo>
                  <a:pt x="1238351" y="425589"/>
                </a:lnTo>
                <a:lnTo>
                  <a:pt x="1246898" y="426466"/>
                </a:lnTo>
                <a:lnTo>
                  <a:pt x="1256449" y="426923"/>
                </a:lnTo>
                <a:lnTo>
                  <a:pt x="1266850" y="427088"/>
                </a:lnTo>
                <a:lnTo>
                  <a:pt x="1277975" y="427113"/>
                </a:lnTo>
                <a:lnTo>
                  <a:pt x="1295996" y="424230"/>
                </a:lnTo>
                <a:lnTo>
                  <a:pt x="1308887" y="415493"/>
                </a:lnTo>
                <a:lnTo>
                  <a:pt x="1316634" y="400748"/>
                </a:lnTo>
                <a:lnTo>
                  <a:pt x="1317142" y="396633"/>
                </a:lnTo>
                <a:lnTo>
                  <a:pt x="1319187" y="380136"/>
                </a:lnTo>
                <a:lnTo>
                  <a:pt x="1319225" y="324904"/>
                </a:lnTo>
                <a:lnTo>
                  <a:pt x="1319225" y="295948"/>
                </a:lnTo>
                <a:lnTo>
                  <a:pt x="1319225" y="236423"/>
                </a:lnTo>
                <a:lnTo>
                  <a:pt x="1319225" y="208991"/>
                </a:lnTo>
                <a:lnTo>
                  <a:pt x="1319225" y="149555"/>
                </a:lnTo>
                <a:lnTo>
                  <a:pt x="1319225" y="129641"/>
                </a:lnTo>
                <a:lnTo>
                  <a:pt x="1319225" y="1189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036189" y="1876234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80">
                <a:moveTo>
                  <a:pt x="80772" y="73247"/>
                </a:moveTo>
                <a:lnTo>
                  <a:pt x="44196" y="73247"/>
                </a:lnTo>
                <a:lnTo>
                  <a:pt x="51887" y="53229"/>
                </a:lnTo>
                <a:lnTo>
                  <a:pt x="58864" y="34337"/>
                </a:lnTo>
                <a:lnTo>
                  <a:pt x="64984" y="16588"/>
                </a:lnTo>
                <a:lnTo>
                  <a:pt x="70104" y="0"/>
                </a:lnTo>
                <a:lnTo>
                  <a:pt x="108299" y="10668"/>
                </a:lnTo>
                <a:lnTo>
                  <a:pt x="101439" y="26661"/>
                </a:lnTo>
                <a:lnTo>
                  <a:pt x="94571" y="42529"/>
                </a:lnTo>
                <a:lnTo>
                  <a:pt x="87685" y="58111"/>
                </a:lnTo>
                <a:lnTo>
                  <a:pt x="80772" y="73247"/>
                </a:lnTo>
                <a:close/>
              </a:path>
              <a:path w="400050" h="424180">
                <a:moveTo>
                  <a:pt x="35052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030"/>
                </a:lnTo>
                <a:lnTo>
                  <a:pt x="35052" y="244030"/>
                </a:lnTo>
                <a:lnTo>
                  <a:pt x="35052" y="353949"/>
                </a:lnTo>
                <a:lnTo>
                  <a:pt x="167735" y="353949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4053"/>
                </a:lnTo>
                <a:close/>
              </a:path>
              <a:path w="400050" h="424180">
                <a:moveTo>
                  <a:pt x="167735" y="212026"/>
                </a:moveTo>
                <a:lnTo>
                  <a:pt x="134207" y="212026"/>
                </a:lnTo>
                <a:lnTo>
                  <a:pt x="134207" y="105251"/>
                </a:lnTo>
                <a:lnTo>
                  <a:pt x="167735" y="105251"/>
                </a:lnTo>
                <a:lnTo>
                  <a:pt x="167735" y="212026"/>
                </a:lnTo>
                <a:close/>
              </a:path>
              <a:path w="400050" h="424180">
                <a:moveTo>
                  <a:pt x="167735" y="353949"/>
                </a:moveTo>
                <a:lnTo>
                  <a:pt x="134207" y="353949"/>
                </a:lnTo>
                <a:lnTo>
                  <a:pt x="134207" y="244030"/>
                </a:lnTo>
                <a:lnTo>
                  <a:pt x="167735" y="244030"/>
                </a:lnTo>
                <a:lnTo>
                  <a:pt x="167735" y="353949"/>
                </a:lnTo>
                <a:close/>
              </a:path>
              <a:path w="400050" h="424180">
                <a:moveTo>
                  <a:pt x="167735" y="421005"/>
                </a:moveTo>
                <a:lnTo>
                  <a:pt x="134207" y="421005"/>
                </a:lnTo>
                <a:lnTo>
                  <a:pt x="134207" y="387477"/>
                </a:lnTo>
                <a:lnTo>
                  <a:pt x="167735" y="387477"/>
                </a:lnTo>
                <a:lnTo>
                  <a:pt x="167735" y="421005"/>
                </a:lnTo>
                <a:close/>
              </a:path>
              <a:path w="400050" h="424180">
                <a:moveTo>
                  <a:pt x="205835" y="178498"/>
                </a:moveTo>
                <a:lnTo>
                  <a:pt x="198929" y="174807"/>
                </a:lnTo>
                <a:lnTo>
                  <a:pt x="183975" y="166282"/>
                </a:lnTo>
                <a:lnTo>
                  <a:pt x="175355" y="161734"/>
                </a:lnTo>
                <a:lnTo>
                  <a:pt x="195086" y="127435"/>
                </a:lnTo>
                <a:lnTo>
                  <a:pt x="213121" y="88868"/>
                </a:lnTo>
                <a:lnTo>
                  <a:pt x="229442" y="46300"/>
                </a:lnTo>
                <a:lnTo>
                  <a:pt x="244030" y="0"/>
                </a:lnTo>
                <a:lnTo>
                  <a:pt x="282130" y="9144"/>
                </a:lnTo>
                <a:lnTo>
                  <a:pt x="276415" y="25137"/>
                </a:lnTo>
                <a:lnTo>
                  <a:pt x="270700" y="41005"/>
                </a:lnTo>
                <a:lnTo>
                  <a:pt x="264985" y="56587"/>
                </a:lnTo>
                <a:lnTo>
                  <a:pt x="259270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847" y="124625"/>
                </a:lnTo>
                <a:lnTo>
                  <a:pt x="225504" y="143970"/>
                </a:lnTo>
                <a:lnTo>
                  <a:pt x="215875" y="161886"/>
                </a:lnTo>
                <a:lnTo>
                  <a:pt x="205835" y="178498"/>
                </a:lnTo>
                <a:close/>
              </a:path>
              <a:path w="400050" h="424180">
                <a:moveTo>
                  <a:pt x="383730" y="387477"/>
                </a:moveTo>
                <a:lnTo>
                  <a:pt x="312610" y="387477"/>
                </a:lnTo>
                <a:lnTo>
                  <a:pt x="329993" y="384903"/>
                </a:lnTo>
                <a:lnTo>
                  <a:pt x="343090" y="377178"/>
                </a:lnTo>
                <a:lnTo>
                  <a:pt x="356941" y="315316"/>
                </a:lnTo>
                <a:lnTo>
                  <a:pt x="358312" y="275602"/>
                </a:lnTo>
                <a:lnTo>
                  <a:pt x="359493" y="225944"/>
                </a:lnTo>
                <a:lnTo>
                  <a:pt x="360500" y="169803"/>
                </a:lnTo>
                <a:lnTo>
                  <a:pt x="361473" y="103727"/>
                </a:lnTo>
                <a:lnTo>
                  <a:pt x="398878" y="103727"/>
                </a:lnTo>
                <a:lnTo>
                  <a:pt x="397997" y="143970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22" y="385476"/>
                </a:lnTo>
                <a:lnTo>
                  <a:pt x="383730" y="387477"/>
                </a:lnTo>
                <a:close/>
              </a:path>
              <a:path w="400050" h="424180">
                <a:moveTo>
                  <a:pt x="285178" y="294417"/>
                </a:moveTo>
                <a:lnTo>
                  <a:pt x="269484" y="269233"/>
                </a:lnTo>
                <a:lnTo>
                  <a:pt x="252210" y="243887"/>
                </a:lnTo>
                <a:lnTo>
                  <a:pt x="233489" y="218256"/>
                </a:lnTo>
                <a:lnTo>
                  <a:pt x="213455" y="192214"/>
                </a:lnTo>
                <a:lnTo>
                  <a:pt x="240982" y="172402"/>
                </a:lnTo>
                <a:lnTo>
                  <a:pt x="263818" y="200097"/>
                </a:lnTo>
                <a:lnTo>
                  <a:pt x="284226" y="225944"/>
                </a:lnTo>
                <a:lnTo>
                  <a:pt x="302061" y="249809"/>
                </a:lnTo>
                <a:lnTo>
                  <a:pt x="317182" y="271557"/>
                </a:lnTo>
                <a:lnTo>
                  <a:pt x="285178" y="294417"/>
                </a:lnTo>
                <a:close/>
              </a:path>
              <a:path w="400050" h="424180">
                <a:moveTo>
                  <a:pt x="318706" y="424053"/>
                </a:moveTo>
                <a:lnTo>
                  <a:pt x="299013" y="423791"/>
                </a:lnTo>
                <a:lnTo>
                  <a:pt x="278892" y="423100"/>
                </a:lnTo>
                <a:lnTo>
                  <a:pt x="237934" y="421005"/>
                </a:lnTo>
                <a:lnTo>
                  <a:pt x="236529" y="410098"/>
                </a:lnTo>
                <a:lnTo>
                  <a:pt x="234696" y="400050"/>
                </a:lnTo>
                <a:lnTo>
                  <a:pt x="232576" y="390572"/>
                </a:lnTo>
                <a:lnTo>
                  <a:pt x="230314" y="381381"/>
                </a:lnTo>
                <a:lnTo>
                  <a:pt x="231838" y="381381"/>
                </a:lnTo>
                <a:lnTo>
                  <a:pt x="253245" y="384262"/>
                </a:lnTo>
                <a:lnTo>
                  <a:pt x="273939" y="386143"/>
                </a:lnTo>
                <a:lnTo>
                  <a:pt x="293774" y="387167"/>
                </a:lnTo>
                <a:lnTo>
                  <a:pt x="312610" y="387477"/>
                </a:lnTo>
                <a:lnTo>
                  <a:pt x="383730" y="387477"/>
                </a:lnTo>
                <a:lnTo>
                  <a:pt x="371177" y="406908"/>
                </a:lnTo>
                <a:lnTo>
                  <a:pt x="349027" y="419766"/>
                </a:lnTo>
                <a:lnTo>
                  <a:pt x="318706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736" y="3326892"/>
            <a:ext cx="111347" cy="111347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297590" y="3162204"/>
            <a:ext cx="3270250" cy="439420"/>
            <a:chOff x="1297590" y="3162204"/>
            <a:chExt cx="3270250" cy="439420"/>
          </a:xfrm>
        </p:grpSpPr>
        <p:sp>
          <p:nvSpPr>
            <p:cNvPr id="9" name="object 9" descr=""/>
            <p:cNvSpPr/>
            <p:nvPr/>
          </p:nvSpPr>
          <p:spPr>
            <a:xfrm>
              <a:off x="1297584" y="3162210"/>
              <a:ext cx="3126740" cy="439420"/>
            </a:xfrm>
            <a:custGeom>
              <a:avLst/>
              <a:gdLst/>
              <a:ahLst/>
              <a:cxnLst/>
              <a:rect l="l" t="t" r="r" b="b"/>
              <a:pathLst>
                <a:path w="3126740" h="439420">
                  <a:moveTo>
                    <a:pt x="167830" y="227266"/>
                  </a:moveTo>
                  <a:lnTo>
                    <a:pt x="140360" y="199732"/>
                  </a:lnTo>
                  <a:lnTo>
                    <a:pt x="118973" y="179920"/>
                  </a:lnTo>
                  <a:lnTo>
                    <a:pt x="100685" y="199732"/>
                  </a:lnTo>
                  <a:lnTo>
                    <a:pt x="100685" y="196684"/>
                  </a:lnTo>
                  <a:lnTo>
                    <a:pt x="100685" y="122008"/>
                  </a:lnTo>
                  <a:lnTo>
                    <a:pt x="160210" y="122008"/>
                  </a:lnTo>
                  <a:lnTo>
                    <a:pt x="160210" y="92964"/>
                  </a:lnTo>
                  <a:lnTo>
                    <a:pt x="100685" y="92964"/>
                  </a:lnTo>
                  <a:lnTo>
                    <a:pt x="100685" y="6096"/>
                  </a:lnTo>
                  <a:lnTo>
                    <a:pt x="70205" y="6096"/>
                  </a:lnTo>
                  <a:lnTo>
                    <a:pt x="70205" y="92964"/>
                  </a:lnTo>
                  <a:lnTo>
                    <a:pt x="3048" y="92964"/>
                  </a:lnTo>
                  <a:lnTo>
                    <a:pt x="3048" y="122008"/>
                  </a:lnTo>
                  <a:lnTo>
                    <a:pt x="65633" y="122008"/>
                  </a:lnTo>
                  <a:lnTo>
                    <a:pt x="55384" y="162636"/>
                  </a:lnTo>
                  <a:lnTo>
                    <a:pt x="40855" y="202260"/>
                  </a:lnTo>
                  <a:lnTo>
                    <a:pt x="22301" y="241033"/>
                  </a:lnTo>
                  <a:lnTo>
                    <a:pt x="0" y="279082"/>
                  </a:lnTo>
                  <a:lnTo>
                    <a:pt x="3644" y="289102"/>
                  </a:lnTo>
                  <a:lnTo>
                    <a:pt x="7429" y="298716"/>
                  </a:lnTo>
                  <a:lnTo>
                    <a:pt x="10934" y="308051"/>
                  </a:lnTo>
                  <a:lnTo>
                    <a:pt x="13716" y="317284"/>
                  </a:lnTo>
                  <a:lnTo>
                    <a:pt x="29222" y="292620"/>
                  </a:lnTo>
                  <a:lnTo>
                    <a:pt x="43713" y="264414"/>
                  </a:lnTo>
                  <a:lnTo>
                    <a:pt x="57315" y="232486"/>
                  </a:lnTo>
                  <a:lnTo>
                    <a:pt x="70205" y="196684"/>
                  </a:lnTo>
                  <a:lnTo>
                    <a:pt x="70205" y="434721"/>
                  </a:lnTo>
                  <a:lnTo>
                    <a:pt x="100685" y="434721"/>
                  </a:lnTo>
                  <a:lnTo>
                    <a:pt x="100685" y="202780"/>
                  </a:lnTo>
                  <a:lnTo>
                    <a:pt x="112090" y="214515"/>
                  </a:lnTo>
                  <a:lnTo>
                    <a:pt x="123355" y="226491"/>
                  </a:lnTo>
                  <a:lnTo>
                    <a:pt x="134327" y="238455"/>
                  </a:lnTo>
                  <a:lnTo>
                    <a:pt x="144881" y="250126"/>
                  </a:lnTo>
                  <a:lnTo>
                    <a:pt x="167830" y="227266"/>
                  </a:lnTo>
                  <a:close/>
                </a:path>
                <a:path w="3126740" h="439420">
                  <a:moveTo>
                    <a:pt x="233362" y="247078"/>
                  </a:moveTo>
                  <a:lnTo>
                    <a:pt x="199834" y="233362"/>
                  </a:lnTo>
                  <a:lnTo>
                    <a:pt x="182435" y="273710"/>
                  </a:lnTo>
                  <a:lnTo>
                    <a:pt x="164731" y="310375"/>
                  </a:lnTo>
                  <a:lnTo>
                    <a:pt x="147027" y="343598"/>
                  </a:lnTo>
                  <a:lnTo>
                    <a:pt x="129641" y="373672"/>
                  </a:lnTo>
                  <a:lnTo>
                    <a:pt x="138493" y="377113"/>
                  </a:lnTo>
                  <a:lnTo>
                    <a:pt x="146786" y="380720"/>
                  </a:lnTo>
                  <a:lnTo>
                    <a:pt x="154533" y="384594"/>
                  </a:lnTo>
                  <a:lnTo>
                    <a:pt x="161734" y="388912"/>
                  </a:lnTo>
                  <a:lnTo>
                    <a:pt x="179146" y="356882"/>
                  </a:lnTo>
                  <a:lnTo>
                    <a:pt x="196977" y="322567"/>
                  </a:lnTo>
                  <a:lnTo>
                    <a:pt x="215099" y="285953"/>
                  </a:lnTo>
                  <a:lnTo>
                    <a:pt x="233362" y="247078"/>
                  </a:lnTo>
                  <a:close/>
                </a:path>
                <a:path w="3126740" h="439420">
                  <a:moveTo>
                    <a:pt x="411772" y="32004"/>
                  </a:moveTo>
                  <a:lnTo>
                    <a:pt x="180022" y="32004"/>
                  </a:lnTo>
                  <a:lnTo>
                    <a:pt x="180022" y="62484"/>
                  </a:lnTo>
                  <a:lnTo>
                    <a:pt x="411772" y="62484"/>
                  </a:lnTo>
                  <a:lnTo>
                    <a:pt x="411772" y="32004"/>
                  </a:lnTo>
                  <a:close/>
                </a:path>
                <a:path w="3126740" h="439420">
                  <a:moveTo>
                    <a:pt x="433108" y="161632"/>
                  </a:moveTo>
                  <a:lnTo>
                    <a:pt x="158686" y="161632"/>
                  </a:lnTo>
                  <a:lnTo>
                    <a:pt x="158686" y="192112"/>
                  </a:lnTo>
                  <a:lnTo>
                    <a:pt x="279082" y="192112"/>
                  </a:lnTo>
                  <a:lnTo>
                    <a:pt x="279082" y="364528"/>
                  </a:lnTo>
                  <a:lnTo>
                    <a:pt x="277368" y="378523"/>
                  </a:lnTo>
                  <a:lnTo>
                    <a:pt x="272224" y="388531"/>
                  </a:lnTo>
                  <a:lnTo>
                    <a:pt x="263652" y="394525"/>
                  </a:lnTo>
                  <a:lnTo>
                    <a:pt x="251650" y="396532"/>
                  </a:lnTo>
                  <a:lnTo>
                    <a:pt x="238798" y="396265"/>
                  </a:lnTo>
                  <a:lnTo>
                    <a:pt x="225361" y="395579"/>
                  </a:lnTo>
                  <a:lnTo>
                    <a:pt x="196786" y="393484"/>
                  </a:lnTo>
                  <a:lnTo>
                    <a:pt x="198805" y="403250"/>
                  </a:lnTo>
                  <a:lnTo>
                    <a:pt x="200406" y="412191"/>
                  </a:lnTo>
                  <a:lnTo>
                    <a:pt x="201714" y="420560"/>
                  </a:lnTo>
                  <a:lnTo>
                    <a:pt x="202882" y="428625"/>
                  </a:lnTo>
                  <a:lnTo>
                    <a:pt x="219430" y="429501"/>
                  </a:lnTo>
                  <a:lnTo>
                    <a:pt x="234696" y="429958"/>
                  </a:lnTo>
                  <a:lnTo>
                    <a:pt x="248526" y="430123"/>
                  </a:lnTo>
                  <a:lnTo>
                    <a:pt x="260794" y="430149"/>
                  </a:lnTo>
                  <a:lnTo>
                    <a:pt x="282816" y="426720"/>
                  </a:lnTo>
                  <a:lnTo>
                    <a:pt x="298564" y="416420"/>
                  </a:lnTo>
                  <a:lnTo>
                    <a:pt x="308025" y="399249"/>
                  </a:lnTo>
                  <a:lnTo>
                    <a:pt x="308381" y="396532"/>
                  </a:lnTo>
                  <a:lnTo>
                    <a:pt x="311188" y="375196"/>
                  </a:lnTo>
                  <a:lnTo>
                    <a:pt x="311188" y="192112"/>
                  </a:lnTo>
                  <a:lnTo>
                    <a:pt x="433108" y="192112"/>
                  </a:lnTo>
                  <a:lnTo>
                    <a:pt x="433108" y="161632"/>
                  </a:lnTo>
                  <a:close/>
                </a:path>
                <a:path w="3126740" h="439420">
                  <a:moveTo>
                    <a:pt x="440817" y="373672"/>
                  </a:moveTo>
                  <a:lnTo>
                    <a:pt x="426186" y="341884"/>
                  </a:lnTo>
                  <a:lnTo>
                    <a:pt x="409867" y="308089"/>
                  </a:lnTo>
                  <a:lnTo>
                    <a:pt x="391858" y="271995"/>
                  </a:lnTo>
                  <a:lnTo>
                    <a:pt x="372148" y="233362"/>
                  </a:lnTo>
                  <a:lnTo>
                    <a:pt x="340144" y="248602"/>
                  </a:lnTo>
                  <a:lnTo>
                    <a:pt x="358089" y="284022"/>
                  </a:lnTo>
                  <a:lnTo>
                    <a:pt x="375196" y="319328"/>
                  </a:lnTo>
                  <a:lnTo>
                    <a:pt x="391147" y="354342"/>
                  </a:lnTo>
                  <a:lnTo>
                    <a:pt x="405676" y="388912"/>
                  </a:lnTo>
                  <a:lnTo>
                    <a:pt x="440817" y="373672"/>
                  </a:lnTo>
                  <a:close/>
                </a:path>
                <a:path w="3126740" h="439420">
                  <a:moveTo>
                    <a:pt x="568833" y="85344"/>
                  </a:moveTo>
                  <a:lnTo>
                    <a:pt x="556615" y="71335"/>
                  </a:lnTo>
                  <a:lnTo>
                    <a:pt x="540829" y="54483"/>
                  </a:lnTo>
                  <a:lnTo>
                    <a:pt x="500253" y="12192"/>
                  </a:lnTo>
                  <a:lnTo>
                    <a:pt x="472821" y="35052"/>
                  </a:lnTo>
                  <a:lnTo>
                    <a:pt x="491413" y="54457"/>
                  </a:lnTo>
                  <a:lnTo>
                    <a:pt x="508444" y="73736"/>
                  </a:lnTo>
                  <a:lnTo>
                    <a:pt x="524040" y="92748"/>
                  </a:lnTo>
                  <a:lnTo>
                    <a:pt x="538353" y="111340"/>
                  </a:lnTo>
                  <a:lnTo>
                    <a:pt x="568833" y="85344"/>
                  </a:lnTo>
                  <a:close/>
                </a:path>
                <a:path w="3126740" h="439420">
                  <a:moveTo>
                    <a:pt x="600925" y="366052"/>
                  </a:moveTo>
                  <a:lnTo>
                    <a:pt x="600100" y="358432"/>
                  </a:lnTo>
                  <a:lnTo>
                    <a:pt x="599998" y="357327"/>
                  </a:lnTo>
                  <a:lnTo>
                    <a:pt x="599427" y="348907"/>
                  </a:lnTo>
                  <a:lnTo>
                    <a:pt x="598792" y="338823"/>
                  </a:lnTo>
                  <a:lnTo>
                    <a:pt x="597877" y="327952"/>
                  </a:lnTo>
                  <a:lnTo>
                    <a:pt x="583095" y="338823"/>
                  </a:lnTo>
                  <a:lnTo>
                    <a:pt x="568502" y="348907"/>
                  </a:lnTo>
                  <a:lnTo>
                    <a:pt x="554507" y="358381"/>
                  </a:lnTo>
                  <a:lnTo>
                    <a:pt x="541401" y="367576"/>
                  </a:lnTo>
                  <a:lnTo>
                    <a:pt x="541401" y="155536"/>
                  </a:lnTo>
                  <a:lnTo>
                    <a:pt x="449961" y="155536"/>
                  </a:lnTo>
                  <a:lnTo>
                    <a:pt x="449961" y="189064"/>
                  </a:lnTo>
                  <a:lnTo>
                    <a:pt x="506349" y="189064"/>
                  </a:lnTo>
                  <a:lnTo>
                    <a:pt x="506349" y="359956"/>
                  </a:lnTo>
                  <a:lnTo>
                    <a:pt x="505485" y="372783"/>
                  </a:lnTo>
                  <a:lnTo>
                    <a:pt x="502920" y="383755"/>
                  </a:lnTo>
                  <a:lnTo>
                    <a:pt x="498627" y="392734"/>
                  </a:lnTo>
                  <a:lnTo>
                    <a:pt x="492633" y="399580"/>
                  </a:lnTo>
                  <a:lnTo>
                    <a:pt x="512445" y="428625"/>
                  </a:lnTo>
                  <a:lnTo>
                    <a:pt x="529894" y="415201"/>
                  </a:lnTo>
                  <a:lnTo>
                    <a:pt x="550367" y="400189"/>
                  </a:lnTo>
                  <a:lnTo>
                    <a:pt x="573976" y="383768"/>
                  </a:lnTo>
                  <a:lnTo>
                    <a:pt x="598614" y="367576"/>
                  </a:lnTo>
                  <a:lnTo>
                    <a:pt x="600925" y="366052"/>
                  </a:lnTo>
                  <a:close/>
                </a:path>
                <a:path w="3126740" h="439420">
                  <a:moveTo>
                    <a:pt x="886117" y="301942"/>
                  </a:moveTo>
                  <a:lnTo>
                    <a:pt x="876960" y="299389"/>
                  </a:lnTo>
                  <a:lnTo>
                    <a:pt x="867816" y="296418"/>
                  </a:lnTo>
                  <a:lnTo>
                    <a:pt x="858634" y="293154"/>
                  </a:lnTo>
                  <a:lnTo>
                    <a:pt x="849439" y="289750"/>
                  </a:lnTo>
                  <a:lnTo>
                    <a:pt x="847153" y="310375"/>
                  </a:lnTo>
                  <a:lnTo>
                    <a:pt x="840295" y="358432"/>
                  </a:lnTo>
                  <a:lnTo>
                    <a:pt x="812863" y="385432"/>
                  </a:lnTo>
                  <a:lnTo>
                    <a:pt x="794575" y="387388"/>
                  </a:lnTo>
                  <a:lnTo>
                    <a:pt x="683234" y="387388"/>
                  </a:lnTo>
                  <a:lnTo>
                    <a:pt x="669226" y="385356"/>
                  </a:lnTo>
                  <a:lnTo>
                    <a:pt x="659231" y="379196"/>
                  </a:lnTo>
                  <a:lnTo>
                    <a:pt x="653224" y="368731"/>
                  </a:lnTo>
                  <a:lnTo>
                    <a:pt x="651230" y="353860"/>
                  </a:lnTo>
                  <a:lnTo>
                    <a:pt x="651230" y="205930"/>
                  </a:lnTo>
                  <a:lnTo>
                    <a:pt x="820483" y="205930"/>
                  </a:lnTo>
                  <a:lnTo>
                    <a:pt x="820483" y="225742"/>
                  </a:lnTo>
                  <a:lnTo>
                    <a:pt x="854113" y="225742"/>
                  </a:lnTo>
                  <a:lnTo>
                    <a:pt x="854113" y="205930"/>
                  </a:lnTo>
                  <a:lnTo>
                    <a:pt x="854113" y="27432"/>
                  </a:lnTo>
                  <a:lnTo>
                    <a:pt x="599401" y="27432"/>
                  </a:lnTo>
                  <a:lnTo>
                    <a:pt x="599401" y="59436"/>
                  </a:lnTo>
                  <a:lnTo>
                    <a:pt x="820483" y="59436"/>
                  </a:lnTo>
                  <a:lnTo>
                    <a:pt x="820483" y="172300"/>
                  </a:lnTo>
                  <a:lnTo>
                    <a:pt x="617689" y="172300"/>
                  </a:lnTo>
                  <a:lnTo>
                    <a:pt x="617689" y="364528"/>
                  </a:lnTo>
                  <a:lnTo>
                    <a:pt x="621106" y="388772"/>
                  </a:lnTo>
                  <a:lnTo>
                    <a:pt x="631215" y="406476"/>
                  </a:lnTo>
                  <a:lnTo>
                    <a:pt x="647915" y="417322"/>
                  </a:lnTo>
                  <a:lnTo>
                    <a:pt x="671042" y="421005"/>
                  </a:lnTo>
                  <a:lnTo>
                    <a:pt x="802195" y="421005"/>
                  </a:lnTo>
                  <a:lnTo>
                    <a:pt x="829906" y="417893"/>
                  </a:lnTo>
                  <a:lnTo>
                    <a:pt x="851204" y="408762"/>
                  </a:lnTo>
                  <a:lnTo>
                    <a:pt x="865924" y="393915"/>
                  </a:lnTo>
                  <a:lnTo>
                    <a:pt x="868502" y="387388"/>
                  </a:lnTo>
                  <a:lnTo>
                    <a:pt x="873925" y="373672"/>
                  </a:lnTo>
                  <a:lnTo>
                    <a:pt x="877100" y="358432"/>
                  </a:lnTo>
                  <a:lnTo>
                    <a:pt x="880592" y="340131"/>
                  </a:lnTo>
                  <a:lnTo>
                    <a:pt x="883564" y="321767"/>
                  </a:lnTo>
                  <a:lnTo>
                    <a:pt x="886117" y="301942"/>
                  </a:lnTo>
                  <a:close/>
                </a:path>
                <a:path w="3126740" h="439420">
                  <a:moveTo>
                    <a:pt x="1090422" y="331000"/>
                  </a:moveTo>
                  <a:lnTo>
                    <a:pt x="1076947" y="282930"/>
                  </a:lnTo>
                  <a:lnTo>
                    <a:pt x="1063752" y="237172"/>
                  </a:lnTo>
                  <a:lnTo>
                    <a:pt x="1050556" y="193700"/>
                  </a:lnTo>
                  <a:lnTo>
                    <a:pt x="1037082" y="152501"/>
                  </a:lnTo>
                  <a:lnTo>
                    <a:pt x="1003554" y="163169"/>
                  </a:lnTo>
                  <a:lnTo>
                    <a:pt x="1017600" y="208864"/>
                  </a:lnTo>
                  <a:lnTo>
                    <a:pt x="1030224" y="254127"/>
                  </a:lnTo>
                  <a:lnTo>
                    <a:pt x="1041654" y="298361"/>
                  </a:lnTo>
                  <a:lnTo>
                    <a:pt x="1052322" y="341668"/>
                  </a:lnTo>
                  <a:lnTo>
                    <a:pt x="1090422" y="331000"/>
                  </a:lnTo>
                  <a:close/>
                </a:path>
                <a:path w="3126740" h="439420">
                  <a:moveTo>
                    <a:pt x="1183487" y="308140"/>
                  </a:moveTo>
                  <a:lnTo>
                    <a:pt x="1174292" y="260959"/>
                  </a:lnTo>
                  <a:lnTo>
                    <a:pt x="1164818" y="215798"/>
                  </a:lnTo>
                  <a:lnTo>
                    <a:pt x="1154760" y="172948"/>
                  </a:lnTo>
                  <a:lnTo>
                    <a:pt x="1143863" y="132689"/>
                  </a:lnTo>
                  <a:lnTo>
                    <a:pt x="1110234" y="141833"/>
                  </a:lnTo>
                  <a:lnTo>
                    <a:pt x="1120228" y="186397"/>
                  </a:lnTo>
                  <a:lnTo>
                    <a:pt x="1129525" y="230847"/>
                  </a:lnTo>
                  <a:lnTo>
                    <a:pt x="1137958" y="275031"/>
                  </a:lnTo>
                  <a:lnTo>
                    <a:pt x="1145387" y="318808"/>
                  </a:lnTo>
                  <a:lnTo>
                    <a:pt x="1183487" y="308140"/>
                  </a:lnTo>
                  <a:close/>
                </a:path>
                <a:path w="3126740" h="439420">
                  <a:moveTo>
                    <a:pt x="1323784" y="65532"/>
                  </a:moveTo>
                  <a:lnTo>
                    <a:pt x="1146911" y="65532"/>
                  </a:lnTo>
                  <a:lnTo>
                    <a:pt x="1168247" y="53340"/>
                  </a:lnTo>
                  <a:lnTo>
                    <a:pt x="1159103" y="39674"/>
                  </a:lnTo>
                  <a:lnTo>
                    <a:pt x="1149959" y="26289"/>
                  </a:lnTo>
                  <a:lnTo>
                    <a:pt x="1140815" y="13474"/>
                  </a:lnTo>
                  <a:lnTo>
                    <a:pt x="1131671" y="1524"/>
                  </a:lnTo>
                  <a:lnTo>
                    <a:pt x="1099566" y="18288"/>
                  </a:lnTo>
                  <a:lnTo>
                    <a:pt x="1108430" y="29743"/>
                  </a:lnTo>
                  <a:lnTo>
                    <a:pt x="1116723" y="41338"/>
                  </a:lnTo>
                  <a:lnTo>
                    <a:pt x="1124470" y="53225"/>
                  </a:lnTo>
                  <a:lnTo>
                    <a:pt x="1131671" y="65532"/>
                  </a:lnTo>
                  <a:lnTo>
                    <a:pt x="945540" y="65532"/>
                  </a:lnTo>
                  <a:lnTo>
                    <a:pt x="945476" y="208864"/>
                  </a:lnTo>
                  <a:lnTo>
                    <a:pt x="942378" y="273164"/>
                  </a:lnTo>
                  <a:lnTo>
                    <a:pt x="932776" y="328472"/>
                  </a:lnTo>
                  <a:lnTo>
                    <a:pt x="916609" y="373202"/>
                  </a:lnTo>
                  <a:lnTo>
                    <a:pt x="893724" y="407200"/>
                  </a:lnTo>
                  <a:lnTo>
                    <a:pt x="913663" y="430644"/>
                  </a:lnTo>
                  <a:lnTo>
                    <a:pt x="942517" y="404266"/>
                  </a:lnTo>
                  <a:lnTo>
                    <a:pt x="960069" y="364274"/>
                  </a:lnTo>
                  <a:lnTo>
                    <a:pt x="972413" y="317830"/>
                  </a:lnTo>
                  <a:lnTo>
                    <a:pt x="979716" y="265036"/>
                  </a:lnTo>
                  <a:lnTo>
                    <a:pt x="982002" y="208864"/>
                  </a:lnTo>
                  <a:lnTo>
                    <a:pt x="982116" y="99060"/>
                  </a:lnTo>
                  <a:lnTo>
                    <a:pt x="1323784" y="99060"/>
                  </a:lnTo>
                  <a:lnTo>
                    <a:pt x="1323784" y="65532"/>
                  </a:lnTo>
                  <a:close/>
                </a:path>
                <a:path w="3126740" h="439420">
                  <a:moveTo>
                    <a:pt x="1328356" y="378244"/>
                  </a:moveTo>
                  <a:lnTo>
                    <a:pt x="1220063" y="378244"/>
                  </a:lnTo>
                  <a:lnTo>
                    <a:pt x="1233220" y="342747"/>
                  </a:lnTo>
                  <a:lnTo>
                    <a:pt x="1247127" y="302120"/>
                  </a:lnTo>
                  <a:lnTo>
                    <a:pt x="1261770" y="256362"/>
                  </a:lnTo>
                  <a:lnTo>
                    <a:pt x="1277162" y="205460"/>
                  </a:lnTo>
                  <a:lnTo>
                    <a:pt x="1293304" y="149453"/>
                  </a:lnTo>
                  <a:lnTo>
                    <a:pt x="1255115" y="138785"/>
                  </a:lnTo>
                  <a:lnTo>
                    <a:pt x="1239901" y="197370"/>
                  </a:lnTo>
                  <a:lnTo>
                    <a:pt x="1225283" y="250545"/>
                  </a:lnTo>
                  <a:lnTo>
                    <a:pt x="1211110" y="298361"/>
                  </a:lnTo>
                  <a:lnTo>
                    <a:pt x="1197216" y="340906"/>
                  </a:lnTo>
                  <a:lnTo>
                    <a:pt x="1183487" y="378244"/>
                  </a:lnTo>
                  <a:lnTo>
                    <a:pt x="980592" y="378244"/>
                  </a:lnTo>
                  <a:lnTo>
                    <a:pt x="980592" y="411861"/>
                  </a:lnTo>
                  <a:lnTo>
                    <a:pt x="1328356" y="411861"/>
                  </a:lnTo>
                  <a:lnTo>
                    <a:pt x="1328356" y="378244"/>
                  </a:lnTo>
                  <a:close/>
                </a:path>
                <a:path w="3126740" h="439420">
                  <a:moveTo>
                    <a:pt x="1456461" y="80772"/>
                  </a:moveTo>
                  <a:lnTo>
                    <a:pt x="1442173" y="65366"/>
                  </a:lnTo>
                  <a:lnTo>
                    <a:pt x="1426743" y="48958"/>
                  </a:lnTo>
                  <a:lnTo>
                    <a:pt x="1410131" y="31699"/>
                  </a:lnTo>
                  <a:lnTo>
                    <a:pt x="1392364" y="13716"/>
                  </a:lnTo>
                  <a:lnTo>
                    <a:pt x="1367980" y="35052"/>
                  </a:lnTo>
                  <a:lnTo>
                    <a:pt x="1397177" y="68973"/>
                  </a:lnTo>
                  <a:lnTo>
                    <a:pt x="1412417" y="86956"/>
                  </a:lnTo>
                  <a:lnTo>
                    <a:pt x="1427505" y="105244"/>
                  </a:lnTo>
                  <a:lnTo>
                    <a:pt x="1456461" y="80772"/>
                  </a:lnTo>
                  <a:close/>
                </a:path>
                <a:path w="3126740" h="439420">
                  <a:moveTo>
                    <a:pt x="1480845" y="361480"/>
                  </a:moveTo>
                  <a:lnTo>
                    <a:pt x="1478584" y="343192"/>
                  </a:lnTo>
                  <a:lnTo>
                    <a:pt x="1477416" y="333400"/>
                  </a:lnTo>
                  <a:lnTo>
                    <a:pt x="1476273" y="323380"/>
                  </a:lnTo>
                  <a:lnTo>
                    <a:pt x="1464843" y="333400"/>
                  </a:lnTo>
                  <a:lnTo>
                    <a:pt x="1453413" y="343001"/>
                  </a:lnTo>
                  <a:lnTo>
                    <a:pt x="1441983" y="352310"/>
                  </a:lnTo>
                  <a:lnTo>
                    <a:pt x="1430553" y="361480"/>
                  </a:lnTo>
                  <a:lnTo>
                    <a:pt x="1430553" y="152488"/>
                  </a:lnTo>
                  <a:lnTo>
                    <a:pt x="1346644" y="152488"/>
                  </a:lnTo>
                  <a:lnTo>
                    <a:pt x="1346644" y="182968"/>
                  </a:lnTo>
                  <a:lnTo>
                    <a:pt x="1395412" y="182968"/>
                  </a:lnTo>
                  <a:lnTo>
                    <a:pt x="1395412" y="355384"/>
                  </a:lnTo>
                  <a:lnTo>
                    <a:pt x="1394548" y="368236"/>
                  </a:lnTo>
                  <a:lnTo>
                    <a:pt x="1391983" y="379387"/>
                  </a:lnTo>
                  <a:lnTo>
                    <a:pt x="1387690" y="388810"/>
                  </a:lnTo>
                  <a:lnTo>
                    <a:pt x="1381696" y="396532"/>
                  </a:lnTo>
                  <a:lnTo>
                    <a:pt x="1407693" y="424053"/>
                  </a:lnTo>
                  <a:lnTo>
                    <a:pt x="1441208" y="392976"/>
                  </a:lnTo>
                  <a:lnTo>
                    <a:pt x="1468018" y="371779"/>
                  </a:lnTo>
                  <a:lnTo>
                    <a:pt x="1480845" y="361480"/>
                  </a:lnTo>
                  <a:close/>
                </a:path>
                <a:path w="3126740" h="439420">
                  <a:moveTo>
                    <a:pt x="1775180" y="399580"/>
                  </a:moveTo>
                  <a:lnTo>
                    <a:pt x="1726971" y="359956"/>
                  </a:lnTo>
                  <a:lnTo>
                    <a:pt x="1706397" y="343192"/>
                  </a:lnTo>
                  <a:lnTo>
                    <a:pt x="1702485" y="339991"/>
                  </a:lnTo>
                  <a:lnTo>
                    <a:pt x="1677543" y="320332"/>
                  </a:lnTo>
                  <a:lnTo>
                    <a:pt x="1698980" y="297980"/>
                  </a:lnTo>
                  <a:lnTo>
                    <a:pt x="1719541" y="274523"/>
                  </a:lnTo>
                  <a:lnTo>
                    <a:pt x="1738934" y="249936"/>
                  </a:lnTo>
                  <a:lnTo>
                    <a:pt x="1756892" y="224218"/>
                  </a:lnTo>
                  <a:lnTo>
                    <a:pt x="1727936" y="204304"/>
                  </a:lnTo>
                  <a:lnTo>
                    <a:pt x="1699348" y="243255"/>
                  </a:lnTo>
                  <a:lnTo>
                    <a:pt x="1668526" y="279006"/>
                  </a:lnTo>
                  <a:lnTo>
                    <a:pt x="1635467" y="311518"/>
                  </a:lnTo>
                  <a:lnTo>
                    <a:pt x="1600187" y="340766"/>
                  </a:lnTo>
                  <a:lnTo>
                    <a:pt x="1562646" y="366750"/>
                  </a:lnTo>
                  <a:lnTo>
                    <a:pt x="1522869" y="389407"/>
                  </a:lnTo>
                  <a:lnTo>
                    <a:pt x="1480845" y="408724"/>
                  </a:lnTo>
                  <a:lnTo>
                    <a:pt x="1488287" y="417372"/>
                  </a:lnTo>
                  <a:lnTo>
                    <a:pt x="1494574" y="424992"/>
                  </a:lnTo>
                  <a:lnTo>
                    <a:pt x="1499717" y="431749"/>
                  </a:lnTo>
                  <a:lnTo>
                    <a:pt x="1503718" y="437769"/>
                  </a:lnTo>
                  <a:lnTo>
                    <a:pt x="1544027" y="418058"/>
                  </a:lnTo>
                  <a:lnTo>
                    <a:pt x="1582470" y="395617"/>
                  </a:lnTo>
                  <a:lnTo>
                    <a:pt x="1618894" y="370611"/>
                  </a:lnTo>
                  <a:lnTo>
                    <a:pt x="1653159" y="343192"/>
                  </a:lnTo>
                  <a:lnTo>
                    <a:pt x="1679790" y="365734"/>
                  </a:lnTo>
                  <a:lnTo>
                    <a:pt x="1704682" y="387578"/>
                  </a:lnTo>
                  <a:lnTo>
                    <a:pt x="1727835" y="408597"/>
                  </a:lnTo>
                  <a:lnTo>
                    <a:pt x="1749272" y="428625"/>
                  </a:lnTo>
                  <a:lnTo>
                    <a:pt x="1775180" y="399580"/>
                  </a:lnTo>
                  <a:close/>
                </a:path>
                <a:path w="3126740" h="439420">
                  <a:moveTo>
                    <a:pt x="1775180" y="70104"/>
                  </a:moveTo>
                  <a:lnTo>
                    <a:pt x="1630299" y="70104"/>
                  </a:lnTo>
                  <a:lnTo>
                    <a:pt x="1656207" y="53340"/>
                  </a:lnTo>
                  <a:lnTo>
                    <a:pt x="1645970" y="39052"/>
                  </a:lnTo>
                  <a:lnTo>
                    <a:pt x="1636014" y="25908"/>
                  </a:lnTo>
                  <a:lnTo>
                    <a:pt x="1618107" y="3048"/>
                  </a:lnTo>
                  <a:lnTo>
                    <a:pt x="1589151" y="19812"/>
                  </a:lnTo>
                  <a:lnTo>
                    <a:pt x="1598079" y="31521"/>
                  </a:lnTo>
                  <a:lnTo>
                    <a:pt x="1606867" y="43815"/>
                  </a:lnTo>
                  <a:lnTo>
                    <a:pt x="1615935" y="56667"/>
                  </a:lnTo>
                  <a:lnTo>
                    <a:pt x="1625727" y="70104"/>
                  </a:lnTo>
                  <a:lnTo>
                    <a:pt x="1477797" y="70104"/>
                  </a:lnTo>
                  <a:lnTo>
                    <a:pt x="1477797" y="102196"/>
                  </a:lnTo>
                  <a:lnTo>
                    <a:pt x="1563243" y="102196"/>
                  </a:lnTo>
                  <a:lnTo>
                    <a:pt x="1549539" y="123088"/>
                  </a:lnTo>
                  <a:lnTo>
                    <a:pt x="1522653" y="160286"/>
                  </a:lnTo>
                  <a:lnTo>
                    <a:pt x="1495336" y="190588"/>
                  </a:lnTo>
                  <a:lnTo>
                    <a:pt x="1480845" y="199732"/>
                  </a:lnTo>
                  <a:lnTo>
                    <a:pt x="1496098" y="231838"/>
                  </a:lnTo>
                  <a:lnTo>
                    <a:pt x="1618107" y="216598"/>
                  </a:lnTo>
                  <a:lnTo>
                    <a:pt x="1588947" y="244297"/>
                  </a:lnTo>
                  <a:lnTo>
                    <a:pt x="1556334" y="270141"/>
                  </a:lnTo>
                  <a:lnTo>
                    <a:pt x="1520304" y="294005"/>
                  </a:lnTo>
                  <a:lnTo>
                    <a:pt x="1480845" y="315747"/>
                  </a:lnTo>
                  <a:lnTo>
                    <a:pt x="1487474" y="322618"/>
                  </a:lnTo>
                  <a:lnTo>
                    <a:pt x="1500136" y="336334"/>
                  </a:lnTo>
                  <a:lnTo>
                    <a:pt x="1506766" y="343192"/>
                  </a:lnTo>
                  <a:lnTo>
                    <a:pt x="1552663" y="315201"/>
                  </a:lnTo>
                  <a:lnTo>
                    <a:pt x="1594319" y="284632"/>
                  </a:lnTo>
                  <a:lnTo>
                    <a:pt x="1631823" y="251460"/>
                  </a:lnTo>
                  <a:lnTo>
                    <a:pt x="1664347" y="216598"/>
                  </a:lnTo>
                  <a:lnTo>
                    <a:pt x="1684375" y="190588"/>
                  </a:lnTo>
                  <a:lnTo>
                    <a:pt x="1694726" y="177050"/>
                  </a:lnTo>
                  <a:lnTo>
                    <a:pt x="1720316" y="135724"/>
                  </a:lnTo>
                  <a:lnTo>
                    <a:pt x="1688312" y="118960"/>
                  </a:lnTo>
                  <a:lnTo>
                    <a:pt x="1679727" y="135724"/>
                  </a:lnTo>
                  <a:lnTo>
                    <a:pt x="1669935" y="152107"/>
                  </a:lnTo>
                  <a:lnTo>
                    <a:pt x="1659064" y="167830"/>
                  </a:lnTo>
                  <a:lnTo>
                    <a:pt x="1647063" y="182968"/>
                  </a:lnTo>
                  <a:lnTo>
                    <a:pt x="1561299" y="189191"/>
                  </a:lnTo>
                  <a:lnTo>
                    <a:pt x="1537246" y="190588"/>
                  </a:lnTo>
                  <a:lnTo>
                    <a:pt x="1555292" y="169494"/>
                  </a:lnTo>
                  <a:lnTo>
                    <a:pt x="1572755" y="147535"/>
                  </a:lnTo>
                  <a:lnTo>
                    <a:pt x="1589620" y="125018"/>
                  </a:lnTo>
                  <a:lnTo>
                    <a:pt x="1605915" y="102196"/>
                  </a:lnTo>
                  <a:lnTo>
                    <a:pt x="1775180" y="102196"/>
                  </a:lnTo>
                  <a:lnTo>
                    <a:pt x="1775180" y="70104"/>
                  </a:lnTo>
                  <a:close/>
                </a:path>
                <a:path w="3126740" h="439420">
                  <a:moveTo>
                    <a:pt x="1994814" y="300418"/>
                  </a:moveTo>
                  <a:lnTo>
                    <a:pt x="1993696" y="292684"/>
                  </a:lnTo>
                  <a:lnTo>
                    <a:pt x="1992718" y="283083"/>
                  </a:lnTo>
                  <a:lnTo>
                    <a:pt x="1992033" y="271487"/>
                  </a:lnTo>
                  <a:lnTo>
                    <a:pt x="1991766" y="257746"/>
                  </a:lnTo>
                  <a:lnTo>
                    <a:pt x="1866709" y="335572"/>
                  </a:lnTo>
                  <a:lnTo>
                    <a:pt x="1866709" y="21336"/>
                  </a:lnTo>
                  <a:lnTo>
                    <a:pt x="1831657" y="21336"/>
                  </a:lnTo>
                  <a:lnTo>
                    <a:pt x="1831657" y="326428"/>
                  </a:lnTo>
                  <a:lnTo>
                    <a:pt x="1830247" y="338683"/>
                  </a:lnTo>
                  <a:lnTo>
                    <a:pt x="1826120" y="350240"/>
                  </a:lnTo>
                  <a:lnTo>
                    <a:pt x="1819402" y="360921"/>
                  </a:lnTo>
                  <a:lnTo>
                    <a:pt x="1810219" y="370624"/>
                  </a:lnTo>
                  <a:lnTo>
                    <a:pt x="1836229" y="405676"/>
                  </a:lnTo>
                  <a:lnTo>
                    <a:pt x="1843087" y="399313"/>
                  </a:lnTo>
                  <a:lnTo>
                    <a:pt x="1849945" y="393674"/>
                  </a:lnTo>
                  <a:lnTo>
                    <a:pt x="1856803" y="388315"/>
                  </a:lnTo>
                  <a:lnTo>
                    <a:pt x="1863661" y="382816"/>
                  </a:lnTo>
                  <a:lnTo>
                    <a:pt x="1909203" y="353656"/>
                  </a:lnTo>
                  <a:lnTo>
                    <a:pt x="1937956" y="335572"/>
                  </a:lnTo>
                  <a:lnTo>
                    <a:pt x="1947075" y="329831"/>
                  </a:lnTo>
                  <a:lnTo>
                    <a:pt x="1994814" y="300418"/>
                  </a:lnTo>
                  <a:close/>
                </a:path>
                <a:path w="3126740" h="439420">
                  <a:moveTo>
                    <a:pt x="2039010" y="117449"/>
                  </a:moveTo>
                  <a:lnTo>
                    <a:pt x="2021281" y="85648"/>
                  </a:lnTo>
                  <a:lnTo>
                    <a:pt x="2004529" y="56591"/>
                  </a:lnTo>
                  <a:lnTo>
                    <a:pt x="1988654" y="30124"/>
                  </a:lnTo>
                  <a:lnTo>
                    <a:pt x="1973478" y="6096"/>
                  </a:lnTo>
                  <a:lnTo>
                    <a:pt x="1941385" y="21336"/>
                  </a:lnTo>
                  <a:lnTo>
                    <a:pt x="1956346" y="46482"/>
                  </a:lnTo>
                  <a:lnTo>
                    <a:pt x="1971573" y="73926"/>
                  </a:lnTo>
                  <a:lnTo>
                    <a:pt x="1987346" y="103670"/>
                  </a:lnTo>
                  <a:lnTo>
                    <a:pt x="2003958" y="135737"/>
                  </a:lnTo>
                  <a:lnTo>
                    <a:pt x="2039010" y="117449"/>
                  </a:lnTo>
                  <a:close/>
                </a:path>
                <a:path w="3126740" h="439420">
                  <a:moveTo>
                    <a:pt x="2234184" y="396532"/>
                  </a:moveTo>
                  <a:lnTo>
                    <a:pt x="2184273" y="342226"/>
                  </a:lnTo>
                  <a:lnTo>
                    <a:pt x="2162416" y="318808"/>
                  </a:lnTo>
                  <a:lnTo>
                    <a:pt x="2158314" y="314401"/>
                  </a:lnTo>
                  <a:lnTo>
                    <a:pt x="2132076" y="286702"/>
                  </a:lnTo>
                  <a:lnTo>
                    <a:pt x="2145195" y="248107"/>
                  </a:lnTo>
                  <a:lnTo>
                    <a:pt x="2154745" y="203200"/>
                  </a:lnTo>
                  <a:lnTo>
                    <a:pt x="2160574" y="151993"/>
                  </a:lnTo>
                  <a:lnTo>
                    <a:pt x="2162556" y="94488"/>
                  </a:lnTo>
                  <a:lnTo>
                    <a:pt x="2162556" y="15240"/>
                  </a:lnTo>
                  <a:lnTo>
                    <a:pt x="2127504" y="15240"/>
                  </a:lnTo>
                  <a:lnTo>
                    <a:pt x="2127440" y="94488"/>
                  </a:lnTo>
                  <a:lnTo>
                    <a:pt x="2124926" y="155067"/>
                  </a:lnTo>
                  <a:lnTo>
                    <a:pt x="2117204" y="208724"/>
                  </a:lnTo>
                  <a:lnTo>
                    <a:pt x="2104313" y="254088"/>
                  </a:lnTo>
                  <a:lnTo>
                    <a:pt x="2086254" y="291274"/>
                  </a:lnTo>
                  <a:lnTo>
                    <a:pt x="2063165" y="323596"/>
                  </a:lnTo>
                  <a:lnTo>
                    <a:pt x="2030628" y="354037"/>
                  </a:lnTo>
                  <a:lnTo>
                    <a:pt x="1988921" y="382447"/>
                  </a:lnTo>
                  <a:lnTo>
                    <a:pt x="1938337" y="408724"/>
                  </a:lnTo>
                  <a:lnTo>
                    <a:pt x="1944928" y="416750"/>
                  </a:lnTo>
                  <a:lnTo>
                    <a:pt x="1957019" y="432168"/>
                  </a:lnTo>
                  <a:lnTo>
                    <a:pt x="1962810" y="439293"/>
                  </a:lnTo>
                  <a:lnTo>
                    <a:pt x="2009965" y="415493"/>
                  </a:lnTo>
                  <a:lnTo>
                    <a:pt x="2050834" y="387578"/>
                  </a:lnTo>
                  <a:lnTo>
                    <a:pt x="2085441" y="355396"/>
                  </a:lnTo>
                  <a:lnTo>
                    <a:pt x="2113788" y="318808"/>
                  </a:lnTo>
                  <a:lnTo>
                    <a:pt x="2136622" y="344233"/>
                  </a:lnTo>
                  <a:lnTo>
                    <a:pt x="2159317" y="370243"/>
                  </a:lnTo>
                  <a:lnTo>
                    <a:pt x="2181720" y="396849"/>
                  </a:lnTo>
                  <a:lnTo>
                    <a:pt x="2203704" y="424053"/>
                  </a:lnTo>
                  <a:lnTo>
                    <a:pt x="2234184" y="396532"/>
                  </a:lnTo>
                  <a:close/>
                </a:path>
                <a:path w="3126740" h="439420">
                  <a:moveTo>
                    <a:pt x="2664333" y="70104"/>
                  </a:moveTo>
                  <a:lnTo>
                    <a:pt x="2479738" y="70104"/>
                  </a:lnTo>
                  <a:lnTo>
                    <a:pt x="2501074" y="56388"/>
                  </a:lnTo>
                  <a:lnTo>
                    <a:pt x="2491359" y="43510"/>
                  </a:lnTo>
                  <a:lnTo>
                    <a:pt x="2480500" y="29908"/>
                  </a:lnTo>
                  <a:lnTo>
                    <a:pt x="2468499" y="15455"/>
                  </a:lnTo>
                  <a:lnTo>
                    <a:pt x="2455354" y="0"/>
                  </a:lnTo>
                  <a:lnTo>
                    <a:pt x="2426398" y="19812"/>
                  </a:lnTo>
                  <a:lnTo>
                    <a:pt x="2437282" y="33235"/>
                  </a:lnTo>
                  <a:lnTo>
                    <a:pt x="2447163" y="46101"/>
                  </a:lnTo>
                  <a:lnTo>
                    <a:pt x="2456192" y="58381"/>
                  </a:lnTo>
                  <a:lnTo>
                    <a:pt x="2464498" y="70104"/>
                  </a:lnTo>
                  <a:lnTo>
                    <a:pt x="2263241" y="70104"/>
                  </a:lnTo>
                  <a:lnTo>
                    <a:pt x="2263241" y="160108"/>
                  </a:lnTo>
                  <a:lnTo>
                    <a:pt x="2298293" y="160108"/>
                  </a:lnTo>
                  <a:lnTo>
                    <a:pt x="2298293" y="102196"/>
                  </a:lnTo>
                  <a:lnTo>
                    <a:pt x="2629192" y="102196"/>
                  </a:lnTo>
                  <a:lnTo>
                    <a:pt x="2629192" y="160108"/>
                  </a:lnTo>
                  <a:lnTo>
                    <a:pt x="2664333" y="160108"/>
                  </a:lnTo>
                  <a:lnTo>
                    <a:pt x="2664333" y="102196"/>
                  </a:lnTo>
                  <a:lnTo>
                    <a:pt x="2664333" y="70104"/>
                  </a:lnTo>
                  <a:close/>
                </a:path>
                <a:path w="3126740" h="439420">
                  <a:moveTo>
                    <a:pt x="2679573" y="263842"/>
                  </a:moveTo>
                  <a:lnTo>
                    <a:pt x="2487358" y="263842"/>
                  </a:lnTo>
                  <a:lnTo>
                    <a:pt x="2487358" y="251650"/>
                  </a:lnTo>
                  <a:lnTo>
                    <a:pt x="2591092" y="186016"/>
                  </a:lnTo>
                  <a:lnTo>
                    <a:pt x="2591092" y="149440"/>
                  </a:lnTo>
                  <a:lnTo>
                    <a:pt x="2325725" y="149440"/>
                  </a:lnTo>
                  <a:lnTo>
                    <a:pt x="2325725" y="181444"/>
                  </a:lnTo>
                  <a:lnTo>
                    <a:pt x="2537752" y="181444"/>
                  </a:lnTo>
                  <a:lnTo>
                    <a:pt x="2452306" y="236410"/>
                  </a:lnTo>
                  <a:lnTo>
                    <a:pt x="2452306" y="263842"/>
                  </a:lnTo>
                  <a:lnTo>
                    <a:pt x="2246477" y="263842"/>
                  </a:lnTo>
                  <a:lnTo>
                    <a:pt x="2246477" y="295846"/>
                  </a:lnTo>
                  <a:lnTo>
                    <a:pt x="2452306" y="295846"/>
                  </a:lnTo>
                  <a:lnTo>
                    <a:pt x="2452306" y="366052"/>
                  </a:lnTo>
                  <a:lnTo>
                    <a:pt x="2450350" y="380047"/>
                  </a:lnTo>
                  <a:lnTo>
                    <a:pt x="2444686" y="390055"/>
                  </a:lnTo>
                  <a:lnTo>
                    <a:pt x="2435593" y="396049"/>
                  </a:lnTo>
                  <a:lnTo>
                    <a:pt x="2423350" y="398056"/>
                  </a:lnTo>
                  <a:lnTo>
                    <a:pt x="2409329" y="397764"/>
                  </a:lnTo>
                  <a:lnTo>
                    <a:pt x="2394572" y="396913"/>
                  </a:lnTo>
                  <a:lnTo>
                    <a:pt x="2378951" y="395478"/>
                  </a:lnTo>
                  <a:lnTo>
                    <a:pt x="2362301" y="393484"/>
                  </a:lnTo>
                  <a:lnTo>
                    <a:pt x="2364587" y="413715"/>
                  </a:lnTo>
                  <a:lnTo>
                    <a:pt x="2404859" y="433006"/>
                  </a:lnTo>
                  <a:lnTo>
                    <a:pt x="2432494" y="433197"/>
                  </a:lnTo>
                  <a:lnTo>
                    <a:pt x="2456497" y="429526"/>
                  </a:lnTo>
                  <a:lnTo>
                    <a:pt x="2473642" y="418706"/>
                  </a:lnTo>
                  <a:lnTo>
                    <a:pt x="2483929" y="401015"/>
                  </a:lnTo>
                  <a:lnTo>
                    <a:pt x="2484348" y="398056"/>
                  </a:lnTo>
                  <a:lnTo>
                    <a:pt x="2487358" y="376720"/>
                  </a:lnTo>
                  <a:lnTo>
                    <a:pt x="2487358" y="295846"/>
                  </a:lnTo>
                  <a:lnTo>
                    <a:pt x="2679573" y="295846"/>
                  </a:lnTo>
                  <a:lnTo>
                    <a:pt x="2679573" y="263842"/>
                  </a:lnTo>
                  <a:close/>
                </a:path>
                <a:path w="3126740" h="439420">
                  <a:moveTo>
                    <a:pt x="2947987" y="288226"/>
                  </a:moveTo>
                  <a:lnTo>
                    <a:pt x="2931642" y="270205"/>
                  </a:lnTo>
                  <a:lnTo>
                    <a:pt x="2914751" y="252603"/>
                  </a:lnTo>
                  <a:lnTo>
                    <a:pt x="2897314" y="235292"/>
                  </a:lnTo>
                  <a:lnTo>
                    <a:pt x="2879318" y="218122"/>
                  </a:lnTo>
                  <a:lnTo>
                    <a:pt x="2854934" y="240982"/>
                  </a:lnTo>
                  <a:lnTo>
                    <a:pt x="2871813" y="258394"/>
                  </a:lnTo>
                  <a:lnTo>
                    <a:pt x="2888272" y="276237"/>
                  </a:lnTo>
                  <a:lnTo>
                    <a:pt x="2904439" y="294386"/>
                  </a:lnTo>
                  <a:lnTo>
                    <a:pt x="2920466" y="312712"/>
                  </a:lnTo>
                  <a:lnTo>
                    <a:pt x="2947987" y="288226"/>
                  </a:lnTo>
                  <a:close/>
                </a:path>
                <a:path w="3126740" h="439420">
                  <a:moveTo>
                    <a:pt x="2957131" y="140296"/>
                  </a:moveTo>
                  <a:lnTo>
                    <a:pt x="2940824" y="122288"/>
                  </a:lnTo>
                  <a:lnTo>
                    <a:pt x="2923933" y="104825"/>
                  </a:lnTo>
                  <a:lnTo>
                    <a:pt x="2906471" y="87934"/>
                  </a:lnTo>
                  <a:lnTo>
                    <a:pt x="2888462" y="71628"/>
                  </a:lnTo>
                  <a:lnTo>
                    <a:pt x="2864078" y="92964"/>
                  </a:lnTo>
                  <a:lnTo>
                    <a:pt x="2881795" y="111925"/>
                  </a:lnTo>
                  <a:lnTo>
                    <a:pt x="2898368" y="130009"/>
                  </a:lnTo>
                  <a:lnTo>
                    <a:pt x="2913799" y="147497"/>
                  </a:lnTo>
                  <a:lnTo>
                    <a:pt x="2928086" y="164680"/>
                  </a:lnTo>
                  <a:lnTo>
                    <a:pt x="2957131" y="140296"/>
                  </a:lnTo>
                  <a:close/>
                </a:path>
                <a:path w="3126740" h="439420">
                  <a:moveTo>
                    <a:pt x="3126397" y="175348"/>
                  </a:moveTo>
                  <a:lnTo>
                    <a:pt x="3066859" y="175348"/>
                  </a:lnTo>
                  <a:lnTo>
                    <a:pt x="3067812" y="148488"/>
                  </a:lnTo>
                  <a:lnTo>
                    <a:pt x="3069386" y="106921"/>
                  </a:lnTo>
                  <a:lnTo>
                    <a:pt x="3071012" y="69621"/>
                  </a:lnTo>
                  <a:lnTo>
                    <a:pt x="3071457" y="60960"/>
                  </a:lnTo>
                  <a:lnTo>
                    <a:pt x="3073057" y="30480"/>
                  </a:lnTo>
                  <a:lnTo>
                    <a:pt x="3034855" y="30480"/>
                  </a:lnTo>
                  <a:lnTo>
                    <a:pt x="3034855" y="60960"/>
                  </a:lnTo>
                  <a:lnTo>
                    <a:pt x="3033712" y="91300"/>
                  </a:lnTo>
                  <a:lnTo>
                    <a:pt x="3032569" y="120484"/>
                  </a:lnTo>
                  <a:lnTo>
                    <a:pt x="3031756" y="140296"/>
                  </a:lnTo>
                  <a:lnTo>
                    <a:pt x="3030283" y="175348"/>
                  </a:lnTo>
                  <a:lnTo>
                    <a:pt x="3028759" y="175348"/>
                  </a:lnTo>
                  <a:lnTo>
                    <a:pt x="3028759" y="207454"/>
                  </a:lnTo>
                  <a:lnTo>
                    <a:pt x="3027591" y="239483"/>
                  </a:lnTo>
                  <a:lnTo>
                    <a:pt x="3026283" y="269379"/>
                  </a:lnTo>
                  <a:lnTo>
                    <a:pt x="3024682" y="297294"/>
                  </a:lnTo>
                  <a:lnTo>
                    <a:pt x="3022663" y="323380"/>
                  </a:lnTo>
                  <a:lnTo>
                    <a:pt x="2766441" y="323380"/>
                  </a:lnTo>
                  <a:lnTo>
                    <a:pt x="2781681" y="207454"/>
                  </a:lnTo>
                  <a:lnTo>
                    <a:pt x="3028759" y="207454"/>
                  </a:lnTo>
                  <a:lnTo>
                    <a:pt x="3028759" y="175348"/>
                  </a:lnTo>
                  <a:lnTo>
                    <a:pt x="2784729" y="175348"/>
                  </a:lnTo>
                  <a:lnTo>
                    <a:pt x="2800070" y="60960"/>
                  </a:lnTo>
                  <a:lnTo>
                    <a:pt x="3034855" y="60960"/>
                  </a:lnTo>
                  <a:lnTo>
                    <a:pt x="3034855" y="30480"/>
                  </a:lnTo>
                  <a:lnTo>
                    <a:pt x="2767965" y="30480"/>
                  </a:lnTo>
                  <a:lnTo>
                    <a:pt x="2749677" y="175348"/>
                  </a:lnTo>
                  <a:lnTo>
                    <a:pt x="2694813" y="175348"/>
                  </a:lnTo>
                  <a:lnTo>
                    <a:pt x="2694813" y="207454"/>
                  </a:lnTo>
                  <a:lnTo>
                    <a:pt x="2745105" y="207454"/>
                  </a:lnTo>
                  <a:lnTo>
                    <a:pt x="2729865" y="321856"/>
                  </a:lnTo>
                  <a:lnTo>
                    <a:pt x="2729865" y="353860"/>
                  </a:lnTo>
                  <a:lnTo>
                    <a:pt x="3019615" y="353860"/>
                  </a:lnTo>
                  <a:lnTo>
                    <a:pt x="3017951" y="363283"/>
                  </a:lnTo>
                  <a:lnTo>
                    <a:pt x="2982798" y="391363"/>
                  </a:lnTo>
                  <a:lnTo>
                    <a:pt x="2969323" y="391960"/>
                  </a:lnTo>
                  <a:lnTo>
                    <a:pt x="2953588" y="391642"/>
                  </a:lnTo>
                  <a:lnTo>
                    <a:pt x="2936125" y="390626"/>
                  </a:lnTo>
                  <a:lnTo>
                    <a:pt x="2916948" y="388734"/>
                  </a:lnTo>
                  <a:lnTo>
                    <a:pt x="2896082" y="385864"/>
                  </a:lnTo>
                  <a:lnTo>
                    <a:pt x="2898343" y="395046"/>
                  </a:lnTo>
                  <a:lnTo>
                    <a:pt x="2900464" y="404533"/>
                  </a:lnTo>
                  <a:lnTo>
                    <a:pt x="2902293" y="414616"/>
                  </a:lnTo>
                  <a:lnTo>
                    <a:pt x="2903702" y="425577"/>
                  </a:lnTo>
                  <a:lnTo>
                    <a:pt x="2919971" y="426453"/>
                  </a:lnTo>
                  <a:lnTo>
                    <a:pt x="2936697" y="426910"/>
                  </a:lnTo>
                  <a:lnTo>
                    <a:pt x="2970847" y="427101"/>
                  </a:lnTo>
                  <a:lnTo>
                    <a:pt x="2993085" y="426224"/>
                  </a:lnTo>
                  <a:lnTo>
                    <a:pt x="3036379" y="411861"/>
                  </a:lnTo>
                  <a:lnTo>
                    <a:pt x="3054591" y="372973"/>
                  </a:lnTo>
                  <a:lnTo>
                    <a:pt x="3057715" y="353860"/>
                  </a:lnTo>
                  <a:lnTo>
                    <a:pt x="3109633" y="353860"/>
                  </a:lnTo>
                  <a:lnTo>
                    <a:pt x="3109633" y="323380"/>
                  </a:lnTo>
                  <a:lnTo>
                    <a:pt x="3059239" y="323380"/>
                  </a:lnTo>
                  <a:lnTo>
                    <a:pt x="3061716" y="271094"/>
                  </a:lnTo>
                  <a:lnTo>
                    <a:pt x="3063290" y="240982"/>
                  </a:lnTo>
                  <a:lnTo>
                    <a:pt x="3065335" y="207454"/>
                  </a:lnTo>
                  <a:lnTo>
                    <a:pt x="3126397" y="207454"/>
                  </a:lnTo>
                  <a:lnTo>
                    <a:pt x="3126397" y="17534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0557" y="3494722"/>
              <a:ext cx="106775" cy="100679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4892129" y="3165258"/>
            <a:ext cx="1330325" cy="431800"/>
          </a:xfrm>
          <a:custGeom>
            <a:avLst/>
            <a:gdLst/>
            <a:ahLst/>
            <a:cxnLst/>
            <a:rect l="l" t="t" r="r" b="b"/>
            <a:pathLst>
              <a:path w="1330325" h="431800">
                <a:moveTo>
                  <a:pt x="427012" y="38100"/>
                </a:moveTo>
                <a:lnTo>
                  <a:pt x="0" y="38100"/>
                </a:lnTo>
                <a:lnTo>
                  <a:pt x="0" y="74676"/>
                </a:lnTo>
                <a:lnTo>
                  <a:pt x="173926" y="74676"/>
                </a:lnTo>
                <a:lnTo>
                  <a:pt x="173926" y="431673"/>
                </a:lnTo>
                <a:lnTo>
                  <a:pt x="213550" y="431673"/>
                </a:lnTo>
                <a:lnTo>
                  <a:pt x="213550" y="173824"/>
                </a:lnTo>
                <a:lnTo>
                  <a:pt x="258953" y="202171"/>
                </a:lnTo>
                <a:lnTo>
                  <a:pt x="301231" y="229920"/>
                </a:lnTo>
                <a:lnTo>
                  <a:pt x="340080" y="257073"/>
                </a:lnTo>
                <a:lnTo>
                  <a:pt x="375196" y="283654"/>
                </a:lnTo>
                <a:lnTo>
                  <a:pt x="401104" y="248602"/>
                </a:lnTo>
                <a:lnTo>
                  <a:pt x="365671" y="223989"/>
                </a:lnTo>
                <a:lnTo>
                  <a:pt x="325805" y="198069"/>
                </a:lnTo>
                <a:lnTo>
                  <a:pt x="281647" y="170726"/>
                </a:lnTo>
                <a:lnTo>
                  <a:pt x="233362" y="141820"/>
                </a:lnTo>
                <a:lnTo>
                  <a:pt x="213550" y="169252"/>
                </a:lnTo>
                <a:lnTo>
                  <a:pt x="213550" y="74676"/>
                </a:lnTo>
                <a:lnTo>
                  <a:pt x="427012" y="74676"/>
                </a:lnTo>
                <a:lnTo>
                  <a:pt x="427012" y="38100"/>
                </a:lnTo>
                <a:close/>
              </a:path>
              <a:path w="1330325" h="431800">
                <a:moveTo>
                  <a:pt x="657326" y="64008"/>
                </a:moveTo>
                <a:lnTo>
                  <a:pt x="642467" y="51701"/>
                </a:lnTo>
                <a:lnTo>
                  <a:pt x="627608" y="39814"/>
                </a:lnTo>
                <a:lnTo>
                  <a:pt x="597890" y="16764"/>
                </a:lnTo>
                <a:lnTo>
                  <a:pt x="577977" y="38100"/>
                </a:lnTo>
                <a:lnTo>
                  <a:pt x="593483" y="51523"/>
                </a:lnTo>
                <a:lnTo>
                  <a:pt x="607974" y="64389"/>
                </a:lnTo>
                <a:lnTo>
                  <a:pt x="634466" y="88392"/>
                </a:lnTo>
                <a:lnTo>
                  <a:pt x="657326" y="64008"/>
                </a:lnTo>
                <a:close/>
              </a:path>
              <a:path w="1330325" h="431800">
                <a:moveTo>
                  <a:pt x="712190" y="320319"/>
                </a:moveTo>
                <a:lnTo>
                  <a:pt x="704989" y="318630"/>
                </a:lnTo>
                <a:lnTo>
                  <a:pt x="696950" y="315937"/>
                </a:lnTo>
                <a:lnTo>
                  <a:pt x="687755" y="312394"/>
                </a:lnTo>
                <a:lnTo>
                  <a:pt x="677138" y="308127"/>
                </a:lnTo>
                <a:lnTo>
                  <a:pt x="674852" y="326110"/>
                </a:lnTo>
                <a:lnTo>
                  <a:pt x="667994" y="375183"/>
                </a:lnTo>
                <a:lnTo>
                  <a:pt x="648055" y="393192"/>
                </a:lnTo>
                <a:lnTo>
                  <a:pt x="637514" y="388912"/>
                </a:lnTo>
                <a:lnTo>
                  <a:pt x="622122" y="376643"/>
                </a:lnTo>
                <a:lnTo>
                  <a:pt x="608177" y="360514"/>
                </a:lnTo>
                <a:lnTo>
                  <a:pt x="595934" y="340690"/>
                </a:lnTo>
                <a:lnTo>
                  <a:pt x="595693" y="340131"/>
                </a:lnTo>
                <a:lnTo>
                  <a:pt x="585698" y="317271"/>
                </a:lnTo>
                <a:lnTo>
                  <a:pt x="612787" y="288671"/>
                </a:lnTo>
                <a:lnTo>
                  <a:pt x="639038" y="257937"/>
                </a:lnTo>
                <a:lnTo>
                  <a:pt x="664133" y="225209"/>
                </a:lnTo>
                <a:lnTo>
                  <a:pt x="687806" y="190588"/>
                </a:lnTo>
                <a:lnTo>
                  <a:pt x="658850" y="172300"/>
                </a:lnTo>
                <a:lnTo>
                  <a:pt x="639076" y="202361"/>
                </a:lnTo>
                <a:lnTo>
                  <a:pt x="618451" y="230682"/>
                </a:lnTo>
                <a:lnTo>
                  <a:pt x="596658" y="257263"/>
                </a:lnTo>
                <a:lnTo>
                  <a:pt x="573405" y="282130"/>
                </a:lnTo>
                <a:lnTo>
                  <a:pt x="567118" y="257009"/>
                </a:lnTo>
                <a:lnTo>
                  <a:pt x="561975" y="227444"/>
                </a:lnTo>
                <a:lnTo>
                  <a:pt x="557974" y="193573"/>
                </a:lnTo>
                <a:lnTo>
                  <a:pt x="555574" y="161632"/>
                </a:lnTo>
                <a:lnTo>
                  <a:pt x="555117" y="155536"/>
                </a:lnTo>
                <a:lnTo>
                  <a:pt x="699998" y="129628"/>
                </a:lnTo>
                <a:lnTo>
                  <a:pt x="699084" y="123532"/>
                </a:lnTo>
                <a:lnTo>
                  <a:pt x="695426" y="99148"/>
                </a:lnTo>
                <a:lnTo>
                  <a:pt x="553593" y="123532"/>
                </a:lnTo>
                <a:lnTo>
                  <a:pt x="552691" y="96367"/>
                </a:lnTo>
                <a:lnTo>
                  <a:pt x="551446" y="37503"/>
                </a:lnTo>
                <a:lnTo>
                  <a:pt x="550545" y="6096"/>
                </a:lnTo>
                <a:lnTo>
                  <a:pt x="515493" y="6096"/>
                </a:lnTo>
                <a:lnTo>
                  <a:pt x="516572" y="37503"/>
                </a:lnTo>
                <a:lnTo>
                  <a:pt x="517512" y="64008"/>
                </a:lnTo>
                <a:lnTo>
                  <a:pt x="518731" y="96367"/>
                </a:lnTo>
                <a:lnTo>
                  <a:pt x="520065" y="129628"/>
                </a:lnTo>
                <a:lnTo>
                  <a:pt x="449961" y="141820"/>
                </a:lnTo>
                <a:lnTo>
                  <a:pt x="456057" y="172300"/>
                </a:lnTo>
                <a:lnTo>
                  <a:pt x="523113" y="161632"/>
                </a:lnTo>
                <a:lnTo>
                  <a:pt x="526262" y="205968"/>
                </a:lnTo>
                <a:lnTo>
                  <a:pt x="531114" y="244983"/>
                </a:lnTo>
                <a:lnTo>
                  <a:pt x="537692" y="278574"/>
                </a:lnTo>
                <a:lnTo>
                  <a:pt x="545973" y="306603"/>
                </a:lnTo>
                <a:lnTo>
                  <a:pt x="522274" y="326351"/>
                </a:lnTo>
                <a:lnTo>
                  <a:pt x="497001" y="344512"/>
                </a:lnTo>
                <a:lnTo>
                  <a:pt x="470281" y="361264"/>
                </a:lnTo>
                <a:lnTo>
                  <a:pt x="442252" y="376707"/>
                </a:lnTo>
                <a:lnTo>
                  <a:pt x="449986" y="384429"/>
                </a:lnTo>
                <a:lnTo>
                  <a:pt x="456996" y="391579"/>
                </a:lnTo>
                <a:lnTo>
                  <a:pt x="463130" y="398145"/>
                </a:lnTo>
                <a:lnTo>
                  <a:pt x="468249" y="404152"/>
                </a:lnTo>
                <a:lnTo>
                  <a:pt x="491947" y="389864"/>
                </a:lnTo>
                <a:lnTo>
                  <a:pt x="514921" y="374421"/>
                </a:lnTo>
                <a:lnTo>
                  <a:pt x="537044" y="357847"/>
                </a:lnTo>
                <a:lnTo>
                  <a:pt x="558165" y="340131"/>
                </a:lnTo>
                <a:lnTo>
                  <a:pt x="569277" y="362712"/>
                </a:lnTo>
                <a:lnTo>
                  <a:pt x="595541" y="399326"/>
                </a:lnTo>
                <a:lnTo>
                  <a:pt x="633133" y="425767"/>
                </a:lnTo>
                <a:lnTo>
                  <a:pt x="657326" y="430149"/>
                </a:lnTo>
                <a:lnTo>
                  <a:pt x="671652" y="428104"/>
                </a:lnTo>
                <a:lnTo>
                  <a:pt x="682853" y="421754"/>
                </a:lnTo>
                <a:lnTo>
                  <a:pt x="691184" y="410819"/>
                </a:lnTo>
                <a:lnTo>
                  <a:pt x="696950" y="395008"/>
                </a:lnTo>
                <a:lnTo>
                  <a:pt x="697420" y="393192"/>
                </a:lnTo>
                <a:lnTo>
                  <a:pt x="700608" y="380974"/>
                </a:lnTo>
                <a:lnTo>
                  <a:pt x="704570" y="363943"/>
                </a:lnTo>
                <a:lnTo>
                  <a:pt x="708520" y="343776"/>
                </a:lnTo>
                <a:lnTo>
                  <a:pt x="712190" y="320319"/>
                </a:lnTo>
                <a:close/>
              </a:path>
              <a:path w="1330325" h="431800">
                <a:moveTo>
                  <a:pt x="759523" y="47244"/>
                </a:moveTo>
                <a:lnTo>
                  <a:pt x="725995" y="47244"/>
                </a:lnTo>
                <a:lnTo>
                  <a:pt x="725995" y="315747"/>
                </a:lnTo>
                <a:lnTo>
                  <a:pt x="759523" y="315747"/>
                </a:lnTo>
                <a:lnTo>
                  <a:pt x="759523" y="47244"/>
                </a:lnTo>
                <a:close/>
              </a:path>
              <a:path w="1330325" h="431800">
                <a:moveTo>
                  <a:pt x="852487" y="6096"/>
                </a:moveTo>
                <a:lnTo>
                  <a:pt x="817435" y="6096"/>
                </a:lnTo>
                <a:lnTo>
                  <a:pt x="817435" y="362991"/>
                </a:lnTo>
                <a:lnTo>
                  <a:pt x="815721" y="375881"/>
                </a:lnTo>
                <a:lnTo>
                  <a:pt x="810577" y="384911"/>
                </a:lnTo>
                <a:lnTo>
                  <a:pt x="802005" y="390220"/>
                </a:lnTo>
                <a:lnTo>
                  <a:pt x="790003" y="391960"/>
                </a:lnTo>
                <a:lnTo>
                  <a:pt x="775766" y="391693"/>
                </a:lnTo>
                <a:lnTo>
                  <a:pt x="760666" y="391007"/>
                </a:lnTo>
                <a:lnTo>
                  <a:pt x="729043" y="388912"/>
                </a:lnTo>
                <a:lnTo>
                  <a:pt x="731304" y="397421"/>
                </a:lnTo>
                <a:lnTo>
                  <a:pt x="733425" y="406666"/>
                </a:lnTo>
                <a:lnTo>
                  <a:pt x="735253" y="416204"/>
                </a:lnTo>
                <a:lnTo>
                  <a:pt x="736663" y="425577"/>
                </a:lnTo>
                <a:lnTo>
                  <a:pt x="756119" y="426453"/>
                </a:lnTo>
                <a:lnTo>
                  <a:pt x="773430" y="426910"/>
                </a:lnTo>
                <a:lnTo>
                  <a:pt x="802195" y="427101"/>
                </a:lnTo>
                <a:lnTo>
                  <a:pt x="824204" y="422770"/>
                </a:lnTo>
                <a:lnTo>
                  <a:pt x="839914" y="412000"/>
                </a:lnTo>
                <a:lnTo>
                  <a:pt x="849350" y="394665"/>
                </a:lnTo>
                <a:lnTo>
                  <a:pt x="849693" y="391960"/>
                </a:lnTo>
                <a:lnTo>
                  <a:pt x="852487" y="370611"/>
                </a:lnTo>
                <a:lnTo>
                  <a:pt x="852487" y="6096"/>
                </a:lnTo>
                <a:close/>
              </a:path>
              <a:path w="1330325" h="431800">
                <a:moveTo>
                  <a:pt x="1049274" y="332511"/>
                </a:moveTo>
                <a:lnTo>
                  <a:pt x="1010361" y="341642"/>
                </a:lnTo>
                <a:lnTo>
                  <a:pt x="932599" y="359308"/>
                </a:lnTo>
                <a:lnTo>
                  <a:pt x="893724" y="367563"/>
                </a:lnTo>
                <a:lnTo>
                  <a:pt x="902868" y="401104"/>
                </a:lnTo>
                <a:lnTo>
                  <a:pt x="1047750" y="364515"/>
                </a:lnTo>
                <a:lnTo>
                  <a:pt x="1047991" y="357162"/>
                </a:lnTo>
                <a:lnTo>
                  <a:pt x="1049032" y="340728"/>
                </a:lnTo>
                <a:lnTo>
                  <a:pt x="1049274" y="332511"/>
                </a:lnTo>
                <a:close/>
              </a:path>
              <a:path w="1330325" h="431800">
                <a:moveTo>
                  <a:pt x="1049274" y="108292"/>
                </a:moveTo>
                <a:lnTo>
                  <a:pt x="1017270" y="92964"/>
                </a:lnTo>
                <a:lnTo>
                  <a:pt x="1009383" y="108292"/>
                </a:lnTo>
                <a:lnTo>
                  <a:pt x="993825" y="137210"/>
                </a:lnTo>
                <a:lnTo>
                  <a:pt x="946188" y="152476"/>
                </a:lnTo>
                <a:lnTo>
                  <a:pt x="933348" y="152488"/>
                </a:lnTo>
                <a:lnTo>
                  <a:pt x="950214" y="124790"/>
                </a:lnTo>
                <a:lnTo>
                  <a:pt x="968794" y="92062"/>
                </a:lnTo>
                <a:lnTo>
                  <a:pt x="989114" y="54470"/>
                </a:lnTo>
                <a:lnTo>
                  <a:pt x="1011174" y="12192"/>
                </a:lnTo>
                <a:lnTo>
                  <a:pt x="977544" y="0"/>
                </a:lnTo>
                <a:lnTo>
                  <a:pt x="956094" y="47447"/>
                </a:lnTo>
                <a:lnTo>
                  <a:pt x="935062" y="89204"/>
                </a:lnTo>
                <a:lnTo>
                  <a:pt x="914323" y="125234"/>
                </a:lnTo>
                <a:lnTo>
                  <a:pt x="893724" y="155536"/>
                </a:lnTo>
                <a:lnTo>
                  <a:pt x="902868" y="186016"/>
                </a:lnTo>
                <a:lnTo>
                  <a:pt x="918260" y="183997"/>
                </a:lnTo>
                <a:lnTo>
                  <a:pt x="934491" y="182397"/>
                </a:lnTo>
                <a:lnTo>
                  <a:pt x="968400" y="179920"/>
                </a:lnTo>
                <a:lnTo>
                  <a:pt x="950671" y="208864"/>
                </a:lnTo>
                <a:lnTo>
                  <a:pt x="933919" y="233921"/>
                </a:lnTo>
                <a:lnTo>
                  <a:pt x="918108" y="255155"/>
                </a:lnTo>
                <a:lnTo>
                  <a:pt x="902868" y="272986"/>
                </a:lnTo>
                <a:lnTo>
                  <a:pt x="908964" y="306603"/>
                </a:lnTo>
                <a:lnTo>
                  <a:pt x="1037082" y="285178"/>
                </a:lnTo>
                <a:lnTo>
                  <a:pt x="1038225" y="276936"/>
                </a:lnTo>
                <a:lnTo>
                  <a:pt x="1039571" y="266890"/>
                </a:lnTo>
                <a:lnTo>
                  <a:pt x="1040434" y="260413"/>
                </a:lnTo>
                <a:lnTo>
                  <a:pt x="1041654" y="251650"/>
                </a:lnTo>
                <a:lnTo>
                  <a:pt x="992454" y="260413"/>
                </a:lnTo>
                <a:lnTo>
                  <a:pt x="970419" y="264083"/>
                </a:lnTo>
                <a:lnTo>
                  <a:pt x="950112" y="266890"/>
                </a:lnTo>
                <a:lnTo>
                  <a:pt x="973543" y="232257"/>
                </a:lnTo>
                <a:lnTo>
                  <a:pt x="997978" y="194449"/>
                </a:lnTo>
                <a:lnTo>
                  <a:pt x="1006894" y="179920"/>
                </a:lnTo>
                <a:lnTo>
                  <a:pt x="1023277" y="153225"/>
                </a:lnTo>
                <a:lnTo>
                  <a:pt x="1023696" y="152488"/>
                </a:lnTo>
                <a:lnTo>
                  <a:pt x="1049274" y="108292"/>
                </a:lnTo>
                <a:close/>
              </a:path>
              <a:path w="1330325" h="431800">
                <a:moveTo>
                  <a:pt x="1284160" y="51816"/>
                </a:moveTo>
                <a:lnTo>
                  <a:pt x="1267002" y="38646"/>
                </a:lnTo>
                <a:lnTo>
                  <a:pt x="1250162" y="26479"/>
                </a:lnTo>
                <a:lnTo>
                  <a:pt x="1218539" y="4572"/>
                </a:lnTo>
                <a:lnTo>
                  <a:pt x="1198727" y="25908"/>
                </a:lnTo>
                <a:lnTo>
                  <a:pt x="1213891" y="36791"/>
                </a:lnTo>
                <a:lnTo>
                  <a:pt x="1229779" y="48958"/>
                </a:lnTo>
                <a:lnTo>
                  <a:pt x="1246517" y="62560"/>
                </a:lnTo>
                <a:lnTo>
                  <a:pt x="1264259" y="77724"/>
                </a:lnTo>
                <a:lnTo>
                  <a:pt x="1284160" y="51816"/>
                </a:lnTo>
                <a:close/>
              </a:path>
              <a:path w="1330325" h="431800">
                <a:moveTo>
                  <a:pt x="1329880" y="320319"/>
                </a:moveTo>
                <a:lnTo>
                  <a:pt x="1323352" y="318630"/>
                </a:lnTo>
                <a:lnTo>
                  <a:pt x="1315402" y="315937"/>
                </a:lnTo>
                <a:lnTo>
                  <a:pt x="1306309" y="312394"/>
                </a:lnTo>
                <a:lnTo>
                  <a:pt x="1296352" y="308127"/>
                </a:lnTo>
                <a:lnTo>
                  <a:pt x="1294930" y="324967"/>
                </a:lnTo>
                <a:lnTo>
                  <a:pt x="1287208" y="370611"/>
                </a:lnTo>
                <a:lnTo>
                  <a:pt x="1263980" y="393115"/>
                </a:lnTo>
                <a:lnTo>
                  <a:pt x="1250543" y="387375"/>
                </a:lnTo>
                <a:lnTo>
                  <a:pt x="1218819" y="355663"/>
                </a:lnTo>
                <a:lnTo>
                  <a:pt x="1209395" y="341655"/>
                </a:lnTo>
                <a:lnTo>
                  <a:pt x="1234846" y="321665"/>
                </a:lnTo>
                <a:lnTo>
                  <a:pt x="1246771" y="311175"/>
                </a:lnTo>
                <a:lnTo>
                  <a:pt x="1258735" y="300659"/>
                </a:lnTo>
                <a:lnTo>
                  <a:pt x="1281226" y="278790"/>
                </a:lnTo>
                <a:lnTo>
                  <a:pt x="1302448" y="256222"/>
                </a:lnTo>
                <a:lnTo>
                  <a:pt x="1273403" y="234886"/>
                </a:lnTo>
                <a:lnTo>
                  <a:pt x="1256538" y="255155"/>
                </a:lnTo>
                <a:lnTo>
                  <a:pt x="1237970" y="274713"/>
                </a:lnTo>
                <a:lnTo>
                  <a:pt x="1217726" y="293382"/>
                </a:lnTo>
                <a:lnTo>
                  <a:pt x="1195679" y="311175"/>
                </a:lnTo>
                <a:lnTo>
                  <a:pt x="1190015" y="293433"/>
                </a:lnTo>
                <a:lnTo>
                  <a:pt x="1184630" y="274332"/>
                </a:lnTo>
                <a:lnTo>
                  <a:pt x="1179817" y="253860"/>
                </a:lnTo>
                <a:lnTo>
                  <a:pt x="1176680" y="236410"/>
                </a:lnTo>
                <a:lnTo>
                  <a:pt x="1175867" y="231838"/>
                </a:lnTo>
                <a:lnTo>
                  <a:pt x="1326832" y="210502"/>
                </a:lnTo>
                <a:lnTo>
                  <a:pt x="1325448" y="201256"/>
                </a:lnTo>
                <a:lnTo>
                  <a:pt x="1322260" y="179920"/>
                </a:lnTo>
                <a:lnTo>
                  <a:pt x="1171295" y="201256"/>
                </a:lnTo>
                <a:lnTo>
                  <a:pt x="1168184" y="157187"/>
                </a:lnTo>
                <a:lnTo>
                  <a:pt x="1167028" y="140296"/>
                </a:lnTo>
                <a:lnTo>
                  <a:pt x="1166723" y="135724"/>
                </a:lnTo>
                <a:lnTo>
                  <a:pt x="1316164" y="118960"/>
                </a:lnTo>
                <a:lnTo>
                  <a:pt x="1313992" y="103720"/>
                </a:lnTo>
                <a:lnTo>
                  <a:pt x="1311592" y="86868"/>
                </a:lnTo>
                <a:lnTo>
                  <a:pt x="1165199" y="103720"/>
                </a:lnTo>
                <a:lnTo>
                  <a:pt x="1164285" y="81102"/>
                </a:lnTo>
                <a:lnTo>
                  <a:pt x="1163815" y="62560"/>
                </a:lnTo>
                <a:lnTo>
                  <a:pt x="1163078" y="31915"/>
                </a:lnTo>
                <a:lnTo>
                  <a:pt x="1162151" y="3048"/>
                </a:lnTo>
                <a:lnTo>
                  <a:pt x="1126998" y="3048"/>
                </a:lnTo>
                <a:lnTo>
                  <a:pt x="1127264" y="31915"/>
                </a:lnTo>
                <a:lnTo>
                  <a:pt x="1127950" y="59067"/>
                </a:lnTo>
                <a:lnTo>
                  <a:pt x="1128928" y="84531"/>
                </a:lnTo>
                <a:lnTo>
                  <a:pt x="1130046" y="108292"/>
                </a:lnTo>
                <a:lnTo>
                  <a:pt x="1047750" y="117436"/>
                </a:lnTo>
                <a:lnTo>
                  <a:pt x="1053846" y="149440"/>
                </a:lnTo>
                <a:lnTo>
                  <a:pt x="1133094" y="140296"/>
                </a:lnTo>
                <a:lnTo>
                  <a:pt x="1133589" y="157187"/>
                </a:lnTo>
                <a:lnTo>
                  <a:pt x="1134808" y="173647"/>
                </a:lnTo>
                <a:lnTo>
                  <a:pt x="1136307" y="189852"/>
                </a:lnTo>
                <a:lnTo>
                  <a:pt x="1137666" y="205930"/>
                </a:lnTo>
                <a:lnTo>
                  <a:pt x="1043178" y="218122"/>
                </a:lnTo>
                <a:lnTo>
                  <a:pt x="1049274" y="250126"/>
                </a:lnTo>
                <a:lnTo>
                  <a:pt x="1142339" y="236410"/>
                </a:lnTo>
                <a:lnTo>
                  <a:pt x="1147216" y="262978"/>
                </a:lnTo>
                <a:lnTo>
                  <a:pt x="1152817" y="287705"/>
                </a:lnTo>
                <a:lnTo>
                  <a:pt x="1159268" y="310426"/>
                </a:lnTo>
                <a:lnTo>
                  <a:pt x="1166723" y="330987"/>
                </a:lnTo>
                <a:lnTo>
                  <a:pt x="1135519" y="349846"/>
                </a:lnTo>
                <a:lnTo>
                  <a:pt x="1101483" y="367563"/>
                </a:lnTo>
                <a:lnTo>
                  <a:pt x="1064615" y="384136"/>
                </a:lnTo>
                <a:lnTo>
                  <a:pt x="1024890" y="399567"/>
                </a:lnTo>
                <a:lnTo>
                  <a:pt x="1031443" y="408228"/>
                </a:lnTo>
                <a:lnTo>
                  <a:pt x="1037272" y="415848"/>
                </a:lnTo>
                <a:lnTo>
                  <a:pt x="1042250" y="422605"/>
                </a:lnTo>
                <a:lnTo>
                  <a:pt x="1046226" y="428625"/>
                </a:lnTo>
                <a:lnTo>
                  <a:pt x="1082865" y="414058"/>
                </a:lnTo>
                <a:lnTo>
                  <a:pt x="1117523" y="397903"/>
                </a:lnTo>
                <a:lnTo>
                  <a:pt x="1150467" y="380326"/>
                </a:lnTo>
                <a:lnTo>
                  <a:pt x="1181963" y="361467"/>
                </a:lnTo>
                <a:lnTo>
                  <a:pt x="1189075" y="373468"/>
                </a:lnTo>
                <a:lnTo>
                  <a:pt x="1226439" y="414680"/>
                </a:lnTo>
                <a:lnTo>
                  <a:pt x="1271879" y="430149"/>
                </a:lnTo>
                <a:lnTo>
                  <a:pt x="1286548" y="427621"/>
                </a:lnTo>
                <a:lnTo>
                  <a:pt x="1298625" y="420230"/>
                </a:lnTo>
                <a:lnTo>
                  <a:pt x="1308404" y="408254"/>
                </a:lnTo>
                <a:lnTo>
                  <a:pt x="1315605" y="393115"/>
                </a:lnTo>
                <a:lnTo>
                  <a:pt x="1316164" y="391947"/>
                </a:lnTo>
                <a:lnTo>
                  <a:pt x="1319593" y="378828"/>
                </a:lnTo>
                <a:lnTo>
                  <a:pt x="1323022" y="362419"/>
                </a:lnTo>
                <a:lnTo>
                  <a:pt x="1326451" y="342874"/>
                </a:lnTo>
                <a:lnTo>
                  <a:pt x="1329880" y="3203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08718" y="3195732"/>
            <a:ext cx="138779" cy="105251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6667500" y="3601211"/>
            <a:ext cx="262255" cy="29209"/>
          </a:xfrm>
          <a:custGeom>
            <a:avLst/>
            <a:gdLst/>
            <a:ahLst/>
            <a:cxnLst/>
            <a:rect l="l" t="t" r="r" b="b"/>
            <a:pathLst>
              <a:path w="262254" h="29210">
                <a:moveTo>
                  <a:pt x="262127" y="28956"/>
                </a:moveTo>
                <a:lnTo>
                  <a:pt x="0" y="28956"/>
                </a:lnTo>
                <a:lnTo>
                  <a:pt x="0" y="0"/>
                </a:lnTo>
                <a:lnTo>
                  <a:pt x="262127" y="0"/>
                </a:lnTo>
                <a:lnTo>
                  <a:pt x="262127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6938771" y="3168300"/>
            <a:ext cx="578485" cy="431800"/>
            <a:chOff x="6938771" y="3168300"/>
            <a:chExt cx="578485" cy="431800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8771" y="3215544"/>
              <a:ext cx="114395" cy="10525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079075" y="3168300"/>
              <a:ext cx="438150" cy="431800"/>
            </a:xfrm>
            <a:custGeom>
              <a:avLst/>
              <a:gdLst/>
              <a:ahLst/>
              <a:cxnLst/>
              <a:rect l="l" t="t" r="r" b="b"/>
              <a:pathLst>
                <a:path w="438150" h="431800">
                  <a:moveTo>
                    <a:pt x="376713" y="71628"/>
                  </a:moveTo>
                  <a:lnTo>
                    <a:pt x="342185" y="46482"/>
                  </a:lnTo>
                  <a:lnTo>
                    <a:pt x="324555" y="33909"/>
                  </a:lnTo>
                  <a:lnTo>
                    <a:pt x="306514" y="21336"/>
                  </a:lnTo>
                  <a:lnTo>
                    <a:pt x="326326" y="0"/>
                  </a:lnTo>
                  <a:lnTo>
                    <a:pt x="343788" y="10572"/>
                  </a:lnTo>
                  <a:lnTo>
                    <a:pt x="361652" y="21717"/>
                  </a:lnTo>
                  <a:lnTo>
                    <a:pt x="379784" y="33432"/>
                  </a:lnTo>
                  <a:lnTo>
                    <a:pt x="398049" y="45720"/>
                  </a:lnTo>
                  <a:lnTo>
                    <a:pt x="376713" y="71628"/>
                  </a:lnTo>
                  <a:close/>
                </a:path>
                <a:path w="438150" h="431800">
                  <a:moveTo>
                    <a:pt x="274510" y="77724"/>
                  </a:moveTo>
                  <a:lnTo>
                    <a:pt x="240982" y="77724"/>
                  </a:lnTo>
                  <a:lnTo>
                    <a:pt x="240073" y="59055"/>
                  </a:lnTo>
                  <a:lnTo>
                    <a:pt x="238839" y="20931"/>
                  </a:lnTo>
                  <a:lnTo>
                    <a:pt x="237934" y="1524"/>
                  </a:lnTo>
                  <a:lnTo>
                    <a:pt x="274510" y="1524"/>
                  </a:lnTo>
                  <a:lnTo>
                    <a:pt x="274510" y="77724"/>
                  </a:lnTo>
                  <a:close/>
                </a:path>
                <a:path w="438150" h="431800">
                  <a:moveTo>
                    <a:pt x="430053" y="109823"/>
                  </a:moveTo>
                  <a:lnTo>
                    <a:pt x="6096" y="109823"/>
                  </a:lnTo>
                  <a:lnTo>
                    <a:pt x="6096" y="77724"/>
                  </a:lnTo>
                  <a:lnTo>
                    <a:pt x="430053" y="77724"/>
                  </a:lnTo>
                  <a:lnTo>
                    <a:pt x="430053" y="109823"/>
                  </a:lnTo>
                  <a:close/>
                </a:path>
                <a:path w="438150" h="431800">
                  <a:moveTo>
                    <a:pt x="205930" y="431673"/>
                  </a:moveTo>
                  <a:lnTo>
                    <a:pt x="200112" y="425696"/>
                  </a:lnTo>
                  <a:lnTo>
                    <a:pt x="194036" y="419290"/>
                  </a:lnTo>
                  <a:lnTo>
                    <a:pt x="187405" y="412599"/>
                  </a:lnTo>
                  <a:lnTo>
                    <a:pt x="179927" y="405765"/>
                  </a:lnTo>
                  <a:lnTo>
                    <a:pt x="206557" y="386588"/>
                  </a:lnTo>
                  <a:lnTo>
                    <a:pt x="231445" y="365867"/>
                  </a:lnTo>
                  <a:lnTo>
                    <a:pt x="254601" y="343734"/>
                  </a:lnTo>
                  <a:lnTo>
                    <a:pt x="276034" y="320325"/>
                  </a:lnTo>
                  <a:lnTo>
                    <a:pt x="263509" y="277964"/>
                  </a:lnTo>
                  <a:lnTo>
                    <a:pt x="253555" y="228754"/>
                  </a:lnTo>
                  <a:lnTo>
                    <a:pt x="246459" y="172704"/>
                  </a:lnTo>
                  <a:lnTo>
                    <a:pt x="242506" y="109823"/>
                  </a:lnTo>
                  <a:lnTo>
                    <a:pt x="276034" y="109823"/>
                  </a:lnTo>
                  <a:lnTo>
                    <a:pt x="278558" y="161273"/>
                  </a:lnTo>
                  <a:lnTo>
                    <a:pt x="283654" y="208168"/>
                  </a:lnTo>
                  <a:lnTo>
                    <a:pt x="291036" y="250492"/>
                  </a:lnTo>
                  <a:lnTo>
                    <a:pt x="300418" y="288226"/>
                  </a:lnTo>
                  <a:lnTo>
                    <a:pt x="340954" y="288226"/>
                  </a:lnTo>
                  <a:lnTo>
                    <a:pt x="339335" y="290908"/>
                  </a:lnTo>
                  <a:lnTo>
                    <a:pt x="314134" y="326421"/>
                  </a:lnTo>
                  <a:lnTo>
                    <a:pt x="324745" y="345567"/>
                  </a:lnTo>
                  <a:lnTo>
                    <a:pt x="331578" y="355377"/>
                  </a:lnTo>
                  <a:lnTo>
                    <a:pt x="291274" y="355377"/>
                  </a:lnTo>
                  <a:lnTo>
                    <a:pt x="271295" y="376514"/>
                  </a:lnTo>
                  <a:lnTo>
                    <a:pt x="250317" y="396382"/>
                  </a:lnTo>
                  <a:lnTo>
                    <a:pt x="228480" y="414822"/>
                  </a:lnTo>
                  <a:lnTo>
                    <a:pt x="205930" y="431673"/>
                  </a:lnTo>
                  <a:close/>
                </a:path>
                <a:path w="438150" h="431800">
                  <a:moveTo>
                    <a:pt x="68675" y="315753"/>
                  </a:moveTo>
                  <a:lnTo>
                    <a:pt x="36576" y="315753"/>
                  </a:lnTo>
                  <a:lnTo>
                    <a:pt x="36576" y="152495"/>
                  </a:lnTo>
                  <a:lnTo>
                    <a:pt x="195167" y="152495"/>
                  </a:lnTo>
                  <a:lnTo>
                    <a:pt x="195167" y="182975"/>
                  </a:lnTo>
                  <a:lnTo>
                    <a:pt x="68675" y="182975"/>
                  </a:lnTo>
                  <a:lnTo>
                    <a:pt x="68675" y="254698"/>
                  </a:lnTo>
                  <a:lnTo>
                    <a:pt x="195167" y="254698"/>
                  </a:lnTo>
                  <a:lnTo>
                    <a:pt x="195167" y="285178"/>
                  </a:lnTo>
                  <a:lnTo>
                    <a:pt x="68675" y="285178"/>
                  </a:lnTo>
                  <a:lnTo>
                    <a:pt x="68675" y="315753"/>
                  </a:lnTo>
                  <a:close/>
                </a:path>
                <a:path w="438150" h="431800">
                  <a:moveTo>
                    <a:pt x="340954" y="288226"/>
                  </a:moveTo>
                  <a:lnTo>
                    <a:pt x="300418" y="288226"/>
                  </a:lnTo>
                  <a:lnTo>
                    <a:pt x="320126" y="257649"/>
                  </a:lnTo>
                  <a:lnTo>
                    <a:pt x="337994" y="225349"/>
                  </a:lnTo>
                  <a:lnTo>
                    <a:pt x="353862" y="191317"/>
                  </a:lnTo>
                  <a:lnTo>
                    <a:pt x="367569" y="155543"/>
                  </a:lnTo>
                  <a:lnTo>
                    <a:pt x="401097" y="169259"/>
                  </a:lnTo>
                  <a:lnTo>
                    <a:pt x="382808" y="212487"/>
                  </a:lnTo>
                  <a:lnTo>
                    <a:pt x="362223" y="252984"/>
                  </a:lnTo>
                  <a:lnTo>
                    <a:pt x="340954" y="288226"/>
                  </a:lnTo>
                  <a:close/>
                </a:path>
                <a:path w="438150" h="431800">
                  <a:moveTo>
                    <a:pt x="195167" y="254698"/>
                  </a:moveTo>
                  <a:lnTo>
                    <a:pt x="163163" y="254698"/>
                  </a:lnTo>
                  <a:lnTo>
                    <a:pt x="163163" y="182975"/>
                  </a:lnTo>
                  <a:lnTo>
                    <a:pt x="195167" y="182975"/>
                  </a:lnTo>
                  <a:lnTo>
                    <a:pt x="195167" y="254698"/>
                  </a:lnTo>
                  <a:close/>
                </a:path>
                <a:path w="438150" h="431800">
                  <a:moveTo>
                    <a:pt x="195167" y="305085"/>
                  </a:moveTo>
                  <a:lnTo>
                    <a:pt x="163163" y="305085"/>
                  </a:lnTo>
                  <a:lnTo>
                    <a:pt x="163163" y="285178"/>
                  </a:lnTo>
                  <a:lnTo>
                    <a:pt x="195167" y="285178"/>
                  </a:lnTo>
                  <a:lnTo>
                    <a:pt x="195167" y="305085"/>
                  </a:lnTo>
                  <a:close/>
                </a:path>
                <a:path w="438150" h="431800">
                  <a:moveTo>
                    <a:pt x="422684" y="390977"/>
                  </a:moveTo>
                  <a:lnTo>
                    <a:pt x="373784" y="390977"/>
                  </a:lnTo>
                  <a:lnTo>
                    <a:pt x="383381" y="390239"/>
                  </a:lnTo>
                  <a:lnTo>
                    <a:pt x="390405" y="383500"/>
                  </a:lnTo>
                  <a:lnTo>
                    <a:pt x="395001" y="370617"/>
                  </a:lnTo>
                  <a:lnTo>
                    <a:pt x="397502" y="354353"/>
                  </a:lnTo>
                  <a:lnTo>
                    <a:pt x="400145" y="337661"/>
                  </a:lnTo>
                  <a:lnTo>
                    <a:pt x="402502" y="320682"/>
                  </a:lnTo>
                  <a:lnTo>
                    <a:pt x="404145" y="303561"/>
                  </a:lnTo>
                  <a:lnTo>
                    <a:pt x="421481" y="310229"/>
                  </a:lnTo>
                  <a:lnTo>
                    <a:pt x="429648" y="313205"/>
                  </a:lnTo>
                  <a:lnTo>
                    <a:pt x="437673" y="315753"/>
                  </a:lnTo>
                  <a:lnTo>
                    <a:pt x="434006" y="339447"/>
                  </a:lnTo>
                  <a:lnTo>
                    <a:pt x="430053" y="360140"/>
                  </a:lnTo>
                  <a:lnTo>
                    <a:pt x="426100" y="377690"/>
                  </a:lnTo>
                  <a:lnTo>
                    <a:pt x="422684" y="390977"/>
                  </a:lnTo>
                  <a:close/>
                </a:path>
                <a:path w="438150" h="431800">
                  <a:moveTo>
                    <a:pt x="9144" y="401097"/>
                  </a:moveTo>
                  <a:lnTo>
                    <a:pt x="0" y="366045"/>
                  </a:lnTo>
                  <a:lnTo>
                    <a:pt x="95881" y="351948"/>
                  </a:lnTo>
                  <a:lnTo>
                    <a:pt x="153782" y="342471"/>
                  </a:lnTo>
                  <a:lnTo>
                    <a:pt x="218122" y="330993"/>
                  </a:lnTo>
                  <a:lnTo>
                    <a:pt x="218215" y="343734"/>
                  </a:lnTo>
                  <a:lnTo>
                    <a:pt x="218313" y="348900"/>
                  </a:lnTo>
                  <a:lnTo>
                    <a:pt x="218765" y="357139"/>
                  </a:lnTo>
                  <a:lnTo>
                    <a:pt x="219646" y="364521"/>
                  </a:lnTo>
                  <a:lnTo>
                    <a:pt x="64350" y="391096"/>
                  </a:lnTo>
                  <a:lnTo>
                    <a:pt x="9144" y="401097"/>
                  </a:lnTo>
                  <a:close/>
                </a:path>
                <a:path w="438150" h="431800">
                  <a:moveTo>
                    <a:pt x="382809" y="427101"/>
                  </a:moveTo>
                  <a:lnTo>
                    <a:pt x="345050" y="416814"/>
                  </a:lnTo>
                  <a:lnTo>
                    <a:pt x="310134" y="384917"/>
                  </a:lnTo>
                  <a:lnTo>
                    <a:pt x="291274" y="355377"/>
                  </a:lnTo>
                  <a:lnTo>
                    <a:pt x="331578" y="355377"/>
                  </a:lnTo>
                  <a:lnTo>
                    <a:pt x="336089" y="361854"/>
                  </a:lnTo>
                  <a:lnTo>
                    <a:pt x="348290" y="375285"/>
                  </a:lnTo>
                  <a:lnTo>
                    <a:pt x="361473" y="385857"/>
                  </a:lnTo>
                  <a:lnTo>
                    <a:pt x="373784" y="390977"/>
                  </a:lnTo>
                  <a:lnTo>
                    <a:pt x="422684" y="390977"/>
                  </a:lnTo>
                  <a:lnTo>
                    <a:pt x="422433" y="391953"/>
                  </a:lnTo>
                  <a:lnTo>
                    <a:pt x="416456" y="407129"/>
                  </a:lnTo>
                  <a:lnTo>
                    <a:pt x="407765" y="418135"/>
                  </a:lnTo>
                  <a:lnTo>
                    <a:pt x="396501" y="424837"/>
                  </a:lnTo>
                  <a:lnTo>
                    <a:pt x="382809" y="42710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7588466" y="3360420"/>
            <a:ext cx="313055" cy="238125"/>
          </a:xfrm>
          <a:custGeom>
            <a:avLst/>
            <a:gdLst/>
            <a:ahLst/>
            <a:cxnLst/>
            <a:rect l="l" t="t" r="r" b="b"/>
            <a:pathLst>
              <a:path w="313054" h="238125">
                <a:moveTo>
                  <a:pt x="312610" y="0"/>
                </a:moveTo>
                <a:lnTo>
                  <a:pt x="280606" y="0"/>
                </a:lnTo>
                <a:lnTo>
                  <a:pt x="280606" y="27940"/>
                </a:lnTo>
                <a:lnTo>
                  <a:pt x="280606" y="63500"/>
                </a:lnTo>
                <a:lnTo>
                  <a:pt x="32004" y="63500"/>
                </a:lnTo>
                <a:lnTo>
                  <a:pt x="32004" y="27940"/>
                </a:lnTo>
                <a:lnTo>
                  <a:pt x="280606" y="27940"/>
                </a:lnTo>
                <a:lnTo>
                  <a:pt x="280606" y="0"/>
                </a:lnTo>
                <a:lnTo>
                  <a:pt x="0" y="0"/>
                </a:lnTo>
                <a:lnTo>
                  <a:pt x="0" y="27940"/>
                </a:lnTo>
                <a:lnTo>
                  <a:pt x="0" y="63500"/>
                </a:lnTo>
                <a:lnTo>
                  <a:pt x="0" y="237490"/>
                </a:lnTo>
                <a:lnTo>
                  <a:pt x="32004" y="237490"/>
                </a:lnTo>
                <a:lnTo>
                  <a:pt x="32004" y="217170"/>
                </a:lnTo>
                <a:lnTo>
                  <a:pt x="280606" y="217170"/>
                </a:lnTo>
                <a:lnTo>
                  <a:pt x="280606" y="238036"/>
                </a:lnTo>
                <a:lnTo>
                  <a:pt x="312610" y="238036"/>
                </a:lnTo>
                <a:lnTo>
                  <a:pt x="312610" y="152603"/>
                </a:lnTo>
                <a:lnTo>
                  <a:pt x="280606" y="152603"/>
                </a:lnTo>
                <a:lnTo>
                  <a:pt x="280606" y="190500"/>
                </a:lnTo>
                <a:lnTo>
                  <a:pt x="32004" y="190500"/>
                </a:lnTo>
                <a:lnTo>
                  <a:pt x="32004" y="152400"/>
                </a:lnTo>
                <a:lnTo>
                  <a:pt x="312610" y="152400"/>
                </a:lnTo>
                <a:lnTo>
                  <a:pt x="312610" y="127000"/>
                </a:lnTo>
                <a:lnTo>
                  <a:pt x="32004" y="127000"/>
                </a:lnTo>
                <a:lnTo>
                  <a:pt x="32004" y="90170"/>
                </a:lnTo>
                <a:lnTo>
                  <a:pt x="280606" y="90170"/>
                </a:lnTo>
                <a:lnTo>
                  <a:pt x="280606" y="126695"/>
                </a:lnTo>
                <a:lnTo>
                  <a:pt x="312610" y="126695"/>
                </a:lnTo>
                <a:lnTo>
                  <a:pt x="312610" y="27533"/>
                </a:lnTo>
                <a:lnTo>
                  <a:pt x="3126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557985" y="3186429"/>
            <a:ext cx="852805" cy="403225"/>
          </a:xfrm>
          <a:custGeom>
            <a:avLst/>
            <a:gdLst/>
            <a:ahLst/>
            <a:cxnLst/>
            <a:rect l="l" t="t" r="r" b="b"/>
            <a:pathLst>
              <a:path w="852804" h="403225">
                <a:moveTo>
                  <a:pt x="300418" y="116078"/>
                </a:moveTo>
                <a:lnTo>
                  <a:pt x="73152" y="116078"/>
                </a:lnTo>
                <a:lnTo>
                  <a:pt x="73152" y="141986"/>
                </a:lnTo>
                <a:lnTo>
                  <a:pt x="300418" y="141986"/>
                </a:lnTo>
                <a:lnTo>
                  <a:pt x="300418" y="116078"/>
                </a:lnTo>
                <a:close/>
              </a:path>
              <a:path w="852804" h="403225">
                <a:moveTo>
                  <a:pt x="300418" y="59601"/>
                </a:moveTo>
                <a:lnTo>
                  <a:pt x="73152" y="59601"/>
                </a:lnTo>
                <a:lnTo>
                  <a:pt x="73152" y="85598"/>
                </a:lnTo>
                <a:lnTo>
                  <a:pt x="300418" y="85598"/>
                </a:lnTo>
                <a:lnTo>
                  <a:pt x="300418" y="59601"/>
                </a:lnTo>
                <a:close/>
              </a:path>
              <a:path w="852804" h="403225">
                <a:moveTo>
                  <a:pt x="373570" y="0"/>
                </a:moveTo>
                <a:lnTo>
                  <a:pt x="0" y="0"/>
                </a:lnTo>
                <a:lnTo>
                  <a:pt x="0" y="29210"/>
                </a:lnTo>
                <a:lnTo>
                  <a:pt x="0" y="156210"/>
                </a:lnTo>
                <a:lnTo>
                  <a:pt x="33528" y="156210"/>
                </a:lnTo>
                <a:lnTo>
                  <a:pt x="33528" y="29210"/>
                </a:lnTo>
                <a:lnTo>
                  <a:pt x="341566" y="29210"/>
                </a:lnTo>
                <a:lnTo>
                  <a:pt x="341566" y="155702"/>
                </a:lnTo>
                <a:lnTo>
                  <a:pt x="373570" y="155702"/>
                </a:lnTo>
                <a:lnTo>
                  <a:pt x="373570" y="29210"/>
                </a:lnTo>
                <a:lnTo>
                  <a:pt x="373570" y="0"/>
                </a:lnTo>
                <a:close/>
              </a:path>
              <a:path w="852804" h="403225">
                <a:moveTo>
                  <a:pt x="783818" y="1689"/>
                </a:moveTo>
                <a:lnTo>
                  <a:pt x="748766" y="1689"/>
                </a:lnTo>
                <a:lnTo>
                  <a:pt x="748766" y="32169"/>
                </a:lnTo>
                <a:lnTo>
                  <a:pt x="748766" y="96278"/>
                </a:lnTo>
                <a:lnTo>
                  <a:pt x="519976" y="96278"/>
                </a:lnTo>
                <a:lnTo>
                  <a:pt x="519976" y="32169"/>
                </a:lnTo>
                <a:lnTo>
                  <a:pt x="748766" y="32169"/>
                </a:lnTo>
                <a:lnTo>
                  <a:pt x="748766" y="1689"/>
                </a:lnTo>
                <a:lnTo>
                  <a:pt x="486448" y="1689"/>
                </a:lnTo>
                <a:lnTo>
                  <a:pt x="486448" y="148094"/>
                </a:lnTo>
                <a:lnTo>
                  <a:pt x="519976" y="148094"/>
                </a:lnTo>
                <a:lnTo>
                  <a:pt x="519976" y="128282"/>
                </a:lnTo>
                <a:lnTo>
                  <a:pt x="748766" y="128282"/>
                </a:lnTo>
                <a:lnTo>
                  <a:pt x="748766" y="146570"/>
                </a:lnTo>
                <a:lnTo>
                  <a:pt x="783818" y="146570"/>
                </a:lnTo>
                <a:lnTo>
                  <a:pt x="783818" y="128282"/>
                </a:lnTo>
                <a:lnTo>
                  <a:pt x="783818" y="96278"/>
                </a:lnTo>
                <a:lnTo>
                  <a:pt x="783818" y="32169"/>
                </a:lnTo>
                <a:lnTo>
                  <a:pt x="783818" y="1689"/>
                </a:lnTo>
                <a:close/>
              </a:path>
              <a:path w="852804" h="403225">
                <a:moveTo>
                  <a:pt x="852487" y="170954"/>
                </a:moveTo>
                <a:lnTo>
                  <a:pt x="417855" y="170954"/>
                </a:lnTo>
                <a:lnTo>
                  <a:pt x="417855" y="203047"/>
                </a:lnTo>
                <a:lnTo>
                  <a:pt x="513880" y="203047"/>
                </a:lnTo>
                <a:lnTo>
                  <a:pt x="494068" y="248767"/>
                </a:lnTo>
                <a:lnTo>
                  <a:pt x="494068" y="279247"/>
                </a:lnTo>
                <a:lnTo>
                  <a:pt x="753338" y="279247"/>
                </a:lnTo>
                <a:lnTo>
                  <a:pt x="751954" y="293331"/>
                </a:lnTo>
                <a:lnTo>
                  <a:pt x="750290" y="305816"/>
                </a:lnTo>
                <a:lnTo>
                  <a:pt x="748614" y="316852"/>
                </a:lnTo>
                <a:lnTo>
                  <a:pt x="747242" y="326593"/>
                </a:lnTo>
                <a:lnTo>
                  <a:pt x="741476" y="344830"/>
                </a:lnTo>
                <a:lnTo>
                  <a:pt x="730859" y="358216"/>
                </a:lnTo>
                <a:lnTo>
                  <a:pt x="715086" y="366445"/>
                </a:lnTo>
                <a:lnTo>
                  <a:pt x="693902" y="369265"/>
                </a:lnTo>
                <a:lnTo>
                  <a:pt x="669836" y="368731"/>
                </a:lnTo>
                <a:lnTo>
                  <a:pt x="643521" y="367360"/>
                </a:lnTo>
                <a:lnTo>
                  <a:pt x="584073" y="363169"/>
                </a:lnTo>
                <a:lnTo>
                  <a:pt x="588454" y="384543"/>
                </a:lnTo>
                <a:lnTo>
                  <a:pt x="590283" y="393674"/>
                </a:lnTo>
                <a:lnTo>
                  <a:pt x="591693" y="401358"/>
                </a:lnTo>
                <a:lnTo>
                  <a:pt x="619963" y="402234"/>
                </a:lnTo>
                <a:lnTo>
                  <a:pt x="647522" y="402691"/>
                </a:lnTo>
                <a:lnTo>
                  <a:pt x="699998" y="402882"/>
                </a:lnTo>
                <a:lnTo>
                  <a:pt x="731710" y="398538"/>
                </a:lnTo>
                <a:lnTo>
                  <a:pt x="768096" y="369265"/>
                </a:lnTo>
                <a:lnTo>
                  <a:pt x="782294" y="331165"/>
                </a:lnTo>
                <a:lnTo>
                  <a:pt x="789152" y="272783"/>
                </a:lnTo>
                <a:lnTo>
                  <a:pt x="791438" y="248767"/>
                </a:lnTo>
                <a:lnTo>
                  <a:pt x="530644" y="248767"/>
                </a:lnTo>
                <a:lnTo>
                  <a:pt x="548932" y="203047"/>
                </a:lnTo>
                <a:lnTo>
                  <a:pt x="852487" y="203047"/>
                </a:lnTo>
                <a:lnTo>
                  <a:pt x="852487" y="1709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00230" y="3195732"/>
            <a:ext cx="140303" cy="105251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8950356" y="3293364"/>
            <a:ext cx="56515" cy="252095"/>
          </a:xfrm>
          <a:custGeom>
            <a:avLst/>
            <a:gdLst/>
            <a:ahLst/>
            <a:cxnLst/>
            <a:rect l="l" t="t" r="r" b="b"/>
            <a:pathLst>
              <a:path w="56515" h="252095">
                <a:moveTo>
                  <a:pt x="36576" y="54864"/>
                </a:moveTo>
                <a:lnTo>
                  <a:pt x="19812" y="54864"/>
                </a:lnTo>
                <a:lnTo>
                  <a:pt x="13716" y="51816"/>
                </a:lnTo>
                <a:lnTo>
                  <a:pt x="7620" y="47244"/>
                </a:lnTo>
                <a:lnTo>
                  <a:pt x="3048" y="41148"/>
                </a:lnTo>
                <a:lnTo>
                  <a:pt x="0" y="35052"/>
                </a:lnTo>
                <a:lnTo>
                  <a:pt x="0" y="19812"/>
                </a:lnTo>
                <a:lnTo>
                  <a:pt x="3048" y="12192"/>
                </a:lnTo>
                <a:lnTo>
                  <a:pt x="13716" y="1524"/>
                </a:lnTo>
                <a:lnTo>
                  <a:pt x="19812" y="0"/>
                </a:lnTo>
                <a:lnTo>
                  <a:pt x="35052" y="0"/>
                </a:lnTo>
                <a:lnTo>
                  <a:pt x="42672" y="1524"/>
                </a:lnTo>
                <a:lnTo>
                  <a:pt x="53340" y="12192"/>
                </a:lnTo>
                <a:lnTo>
                  <a:pt x="56388" y="19812"/>
                </a:lnTo>
                <a:lnTo>
                  <a:pt x="56388" y="35052"/>
                </a:lnTo>
                <a:lnTo>
                  <a:pt x="53340" y="41148"/>
                </a:lnTo>
                <a:lnTo>
                  <a:pt x="48768" y="47244"/>
                </a:lnTo>
                <a:lnTo>
                  <a:pt x="42672" y="51816"/>
                </a:lnTo>
                <a:lnTo>
                  <a:pt x="36576" y="54864"/>
                </a:lnTo>
                <a:close/>
              </a:path>
              <a:path w="56515" h="252095">
                <a:moveTo>
                  <a:pt x="36576" y="251650"/>
                </a:moveTo>
                <a:lnTo>
                  <a:pt x="19812" y="251650"/>
                </a:lnTo>
                <a:lnTo>
                  <a:pt x="13716" y="250126"/>
                </a:lnTo>
                <a:lnTo>
                  <a:pt x="3048" y="239458"/>
                </a:lnTo>
                <a:lnTo>
                  <a:pt x="0" y="231838"/>
                </a:lnTo>
                <a:lnTo>
                  <a:pt x="0" y="216598"/>
                </a:lnTo>
                <a:lnTo>
                  <a:pt x="3048" y="210502"/>
                </a:lnTo>
                <a:lnTo>
                  <a:pt x="7620" y="204406"/>
                </a:lnTo>
                <a:lnTo>
                  <a:pt x="13716" y="199834"/>
                </a:lnTo>
                <a:lnTo>
                  <a:pt x="19812" y="196786"/>
                </a:lnTo>
                <a:lnTo>
                  <a:pt x="35052" y="196786"/>
                </a:lnTo>
                <a:lnTo>
                  <a:pt x="42672" y="199834"/>
                </a:lnTo>
                <a:lnTo>
                  <a:pt x="48768" y="204406"/>
                </a:lnTo>
                <a:lnTo>
                  <a:pt x="53340" y="210502"/>
                </a:lnTo>
                <a:lnTo>
                  <a:pt x="56388" y="216598"/>
                </a:lnTo>
                <a:lnTo>
                  <a:pt x="56388" y="231838"/>
                </a:lnTo>
                <a:lnTo>
                  <a:pt x="53340" y="239458"/>
                </a:lnTo>
                <a:lnTo>
                  <a:pt x="42672" y="250126"/>
                </a:lnTo>
                <a:lnTo>
                  <a:pt x="36576" y="2516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40691" y="3195732"/>
            <a:ext cx="140303" cy="105251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300632" y="3708272"/>
            <a:ext cx="878840" cy="431800"/>
          </a:xfrm>
          <a:custGeom>
            <a:avLst/>
            <a:gdLst/>
            <a:ahLst/>
            <a:cxnLst/>
            <a:rect l="l" t="t" r="r" b="b"/>
            <a:pathLst>
              <a:path w="878839" h="431800">
                <a:moveTo>
                  <a:pt x="431584" y="190690"/>
                </a:moveTo>
                <a:lnTo>
                  <a:pt x="323380" y="190690"/>
                </a:lnTo>
                <a:lnTo>
                  <a:pt x="323380" y="64008"/>
                </a:lnTo>
                <a:lnTo>
                  <a:pt x="411772" y="64008"/>
                </a:lnTo>
                <a:lnTo>
                  <a:pt x="411772" y="28956"/>
                </a:lnTo>
                <a:lnTo>
                  <a:pt x="286702" y="28956"/>
                </a:lnTo>
                <a:lnTo>
                  <a:pt x="286702" y="64008"/>
                </a:lnTo>
                <a:lnTo>
                  <a:pt x="286702" y="190690"/>
                </a:lnTo>
                <a:lnTo>
                  <a:pt x="150977" y="190690"/>
                </a:lnTo>
                <a:lnTo>
                  <a:pt x="150977" y="64008"/>
                </a:lnTo>
                <a:lnTo>
                  <a:pt x="286702" y="64008"/>
                </a:lnTo>
                <a:lnTo>
                  <a:pt x="286702" y="28956"/>
                </a:lnTo>
                <a:lnTo>
                  <a:pt x="19913" y="28956"/>
                </a:lnTo>
                <a:lnTo>
                  <a:pt x="19913" y="64008"/>
                </a:lnTo>
                <a:lnTo>
                  <a:pt x="114401" y="64008"/>
                </a:lnTo>
                <a:lnTo>
                  <a:pt x="114401" y="190690"/>
                </a:lnTo>
                <a:lnTo>
                  <a:pt x="0" y="190690"/>
                </a:lnTo>
                <a:lnTo>
                  <a:pt x="0" y="225755"/>
                </a:lnTo>
                <a:lnTo>
                  <a:pt x="114401" y="225755"/>
                </a:lnTo>
                <a:lnTo>
                  <a:pt x="112344" y="259740"/>
                </a:lnTo>
                <a:lnTo>
                  <a:pt x="101968" y="311772"/>
                </a:lnTo>
                <a:lnTo>
                  <a:pt x="79006" y="347497"/>
                </a:lnTo>
                <a:lnTo>
                  <a:pt x="34302" y="382447"/>
                </a:lnTo>
                <a:lnTo>
                  <a:pt x="3048" y="399681"/>
                </a:lnTo>
                <a:lnTo>
                  <a:pt x="9893" y="407682"/>
                </a:lnTo>
                <a:lnTo>
                  <a:pt x="16624" y="415683"/>
                </a:lnTo>
                <a:lnTo>
                  <a:pt x="23063" y="423684"/>
                </a:lnTo>
                <a:lnTo>
                  <a:pt x="29057" y="431685"/>
                </a:lnTo>
                <a:lnTo>
                  <a:pt x="64223" y="409943"/>
                </a:lnTo>
                <a:lnTo>
                  <a:pt x="112852" y="366445"/>
                </a:lnTo>
                <a:lnTo>
                  <a:pt x="136613" y="322694"/>
                </a:lnTo>
                <a:lnTo>
                  <a:pt x="148666" y="263194"/>
                </a:lnTo>
                <a:lnTo>
                  <a:pt x="150977" y="225755"/>
                </a:lnTo>
                <a:lnTo>
                  <a:pt x="286702" y="225755"/>
                </a:lnTo>
                <a:lnTo>
                  <a:pt x="286702" y="425589"/>
                </a:lnTo>
                <a:lnTo>
                  <a:pt x="323380" y="425589"/>
                </a:lnTo>
                <a:lnTo>
                  <a:pt x="323380" y="225755"/>
                </a:lnTo>
                <a:lnTo>
                  <a:pt x="431584" y="225755"/>
                </a:lnTo>
                <a:lnTo>
                  <a:pt x="431584" y="190690"/>
                </a:lnTo>
                <a:close/>
              </a:path>
              <a:path w="878839" h="431800">
                <a:moveTo>
                  <a:pt x="608558" y="180022"/>
                </a:moveTo>
                <a:lnTo>
                  <a:pt x="581672" y="162572"/>
                </a:lnTo>
                <a:lnTo>
                  <a:pt x="553643" y="144703"/>
                </a:lnTo>
                <a:lnTo>
                  <a:pt x="524459" y="126568"/>
                </a:lnTo>
                <a:lnTo>
                  <a:pt x="494157" y="108305"/>
                </a:lnTo>
                <a:lnTo>
                  <a:pt x="474345" y="134213"/>
                </a:lnTo>
                <a:lnTo>
                  <a:pt x="504609" y="153631"/>
                </a:lnTo>
                <a:lnTo>
                  <a:pt x="533603" y="172935"/>
                </a:lnTo>
                <a:lnTo>
                  <a:pt x="561187" y="191947"/>
                </a:lnTo>
                <a:lnTo>
                  <a:pt x="587222" y="210502"/>
                </a:lnTo>
                <a:lnTo>
                  <a:pt x="608558" y="180022"/>
                </a:lnTo>
                <a:close/>
              </a:path>
              <a:path w="878839" h="431800">
                <a:moveTo>
                  <a:pt x="649706" y="85445"/>
                </a:moveTo>
                <a:lnTo>
                  <a:pt x="625678" y="68846"/>
                </a:lnTo>
                <a:lnTo>
                  <a:pt x="599211" y="51257"/>
                </a:lnTo>
                <a:lnTo>
                  <a:pt x="570153" y="32842"/>
                </a:lnTo>
                <a:lnTo>
                  <a:pt x="538353" y="13716"/>
                </a:lnTo>
                <a:lnTo>
                  <a:pt x="520065" y="39624"/>
                </a:lnTo>
                <a:lnTo>
                  <a:pt x="544893" y="55600"/>
                </a:lnTo>
                <a:lnTo>
                  <a:pt x="571169" y="73583"/>
                </a:lnTo>
                <a:lnTo>
                  <a:pt x="598589" y="93294"/>
                </a:lnTo>
                <a:lnTo>
                  <a:pt x="626846" y="114401"/>
                </a:lnTo>
                <a:lnTo>
                  <a:pt x="649706" y="85445"/>
                </a:lnTo>
                <a:close/>
              </a:path>
              <a:path w="878839" h="431800">
                <a:moveTo>
                  <a:pt x="878497" y="236410"/>
                </a:moveTo>
                <a:lnTo>
                  <a:pt x="707618" y="236410"/>
                </a:lnTo>
                <a:lnTo>
                  <a:pt x="709460" y="192493"/>
                </a:lnTo>
                <a:lnTo>
                  <a:pt x="711149" y="146824"/>
                </a:lnTo>
                <a:lnTo>
                  <a:pt x="712533" y="99479"/>
                </a:lnTo>
                <a:lnTo>
                  <a:pt x="713460" y="50520"/>
                </a:lnTo>
                <a:lnTo>
                  <a:pt x="713803" y="0"/>
                </a:lnTo>
                <a:lnTo>
                  <a:pt x="675614" y="0"/>
                </a:lnTo>
                <a:lnTo>
                  <a:pt x="675411" y="56959"/>
                </a:lnTo>
                <a:lnTo>
                  <a:pt x="674776" y="108940"/>
                </a:lnTo>
                <a:lnTo>
                  <a:pt x="673633" y="156083"/>
                </a:lnTo>
                <a:lnTo>
                  <a:pt x="671906" y="198526"/>
                </a:lnTo>
                <a:lnTo>
                  <a:pt x="669518" y="236410"/>
                </a:lnTo>
                <a:lnTo>
                  <a:pt x="451485" y="236410"/>
                </a:lnTo>
                <a:lnTo>
                  <a:pt x="451485" y="268427"/>
                </a:lnTo>
                <a:lnTo>
                  <a:pt x="660374" y="268427"/>
                </a:lnTo>
                <a:lnTo>
                  <a:pt x="643890" y="298462"/>
                </a:lnTo>
                <a:lnTo>
                  <a:pt x="614540" y="326288"/>
                </a:lnTo>
                <a:lnTo>
                  <a:pt x="572236" y="351929"/>
                </a:lnTo>
                <a:lnTo>
                  <a:pt x="516890" y="375361"/>
                </a:lnTo>
                <a:lnTo>
                  <a:pt x="448437" y="396633"/>
                </a:lnTo>
                <a:lnTo>
                  <a:pt x="462343" y="416445"/>
                </a:lnTo>
                <a:lnTo>
                  <a:pt x="467944" y="424484"/>
                </a:lnTo>
                <a:lnTo>
                  <a:pt x="472821" y="431685"/>
                </a:lnTo>
                <a:lnTo>
                  <a:pt x="527685" y="413410"/>
                </a:lnTo>
                <a:lnTo>
                  <a:pt x="575170" y="393433"/>
                </a:lnTo>
                <a:lnTo>
                  <a:pt x="615200" y="371919"/>
                </a:lnTo>
                <a:lnTo>
                  <a:pt x="647687" y="349034"/>
                </a:lnTo>
                <a:lnTo>
                  <a:pt x="672566" y="324904"/>
                </a:lnTo>
                <a:lnTo>
                  <a:pt x="715187" y="348348"/>
                </a:lnTo>
                <a:lnTo>
                  <a:pt x="758367" y="372960"/>
                </a:lnTo>
                <a:lnTo>
                  <a:pt x="802093" y="398703"/>
                </a:lnTo>
                <a:lnTo>
                  <a:pt x="846391" y="425589"/>
                </a:lnTo>
                <a:lnTo>
                  <a:pt x="869353" y="392061"/>
                </a:lnTo>
                <a:lnTo>
                  <a:pt x="778954" y="343014"/>
                </a:lnTo>
                <a:lnTo>
                  <a:pt x="744461" y="324904"/>
                </a:lnTo>
                <a:lnTo>
                  <a:pt x="734618" y="319735"/>
                </a:lnTo>
                <a:lnTo>
                  <a:pt x="690854" y="297472"/>
                </a:lnTo>
                <a:lnTo>
                  <a:pt x="693991" y="289712"/>
                </a:lnTo>
                <a:lnTo>
                  <a:pt x="696569" y="282371"/>
                </a:lnTo>
                <a:lnTo>
                  <a:pt x="698563" y="275323"/>
                </a:lnTo>
                <a:lnTo>
                  <a:pt x="699998" y="268427"/>
                </a:lnTo>
                <a:lnTo>
                  <a:pt x="878497" y="268427"/>
                </a:lnTo>
                <a:lnTo>
                  <a:pt x="878497" y="2364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256853" y="4024026"/>
            <a:ext cx="69215" cy="116205"/>
          </a:xfrm>
          <a:custGeom>
            <a:avLst/>
            <a:gdLst/>
            <a:ahLst/>
            <a:cxnLst/>
            <a:rect l="l" t="t" r="r" b="b"/>
            <a:pathLst>
              <a:path w="69214" h="116204">
                <a:moveTo>
                  <a:pt x="30575" y="115919"/>
                </a:moveTo>
                <a:lnTo>
                  <a:pt x="0" y="115919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2639663" y="3700653"/>
            <a:ext cx="2372995" cy="438150"/>
            <a:chOff x="2639663" y="3700653"/>
            <a:chExt cx="2372995" cy="438150"/>
          </a:xfrm>
        </p:grpSpPr>
        <p:sp>
          <p:nvSpPr>
            <p:cNvPr id="25" name="object 25" descr=""/>
            <p:cNvSpPr/>
            <p:nvPr/>
          </p:nvSpPr>
          <p:spPr>
            <a:xfrm>
              <a:off x="2639657" y="3700653"/>
              <a:ext cx="2230120" cy="438150"/>
            </a:xfrm>
            <a:custGeom>
              <a:avLst/>
              <a:gdLst/>
              <a:ahLst/>
              <a:cxnLst/>
              <a:rect l="l" t="t" r="r" b="b"/>
              <a:pathLst>
                <a:path w="2230120" h="438150">
                  <a:moveTo>
                    <a:pt x="395008" y="237934"/>
                  </a:moveTo>
                  <a:lnTo>
                    <a:pt x="359956" y="237934"/>
                  </a:lnTo>
                  <a:lnTo>
                    <a:pt x="359956" y="269951"/>
                  </a:lnTo>
                  <a:lnTo>
                    <a:pt x="359956" y="375196"/>
                  </a:lnTo>
                  <a:lnTo>
                    <a:pt x="163169" y="375196"/>
                  </a:lnTo>
                  <a:lnTo>
                    <a:pt x="163169" y="269951"/>
                  </a:lnTo>
                  <a:lnTo>
                    <a:pt x="359956" y="269951"/>
                  </a:lnTo>
                  <a:lnTo>
                    <a:pt x="359956" y="237934"/>
                  </a:lnTo>
                  <a:lnTo>
                    <a:pt x="128117" y="237934"/>
                  </a:lnTo>
                  <a:lnTo>
                    <a:pt x="128117" y="436257"/>
                  </a:lnTo>
                  <a:lnTo>
                    <a:pt x="163169" y="436257"/>
                  </a:lnTo>
                  <a:lnTo>
                    <a:pt x="163169" y="405777"/>
                  </a:lnTo>
                  <a:lnTo>
                    <a:pt x="359956" y="405777"/>
                  </a:lnTo>
                  <a:lnTo>
                    <a:pt x="359956" y="436257"/>
                  </a:lnTo>
                  <a:lnTo>
                    <a:pt x="395008" y="436257"/>
                  </a:lnTo>
                  <a:lnTo>
                    <a:pt x="395008" y="405777"/>
                  </a:lnTo>
                  <a:lnTo>
                    <a:pt x="395008" y="375196"/>
                  </a:lnTo>
                  <a:lnTo>
                    <a:pt x="395008" y="269951"/>
                  </a:lnTo>
                  <a:lnTo>
                    <a:pt x="395008" y="237934"/>
                  </a:lnTo>
                  <a:close/>
                </a:path>
                <a:path w="2230120" h="438150">
                  <a:moveTo>
                    <a:pt x="436156" y="134213"/>
                  </a:moveTo>
                  <a:lnTo>
                    <a:pt x="88480" y="134213"/>
                  </a:lnTo>
                  <a:lnTo>
                    <a:pt x="88480" y="77724"/>
                  </a:lnTo>
                  <a:lnTo>
                    <a:pt x="187515" y="72085"/>
                  </a:lnTo>
                  <a:lnTo>
                    <a:pt x="295402" y="64071"/>
                  </a:lnTo>
                  <a:lnTo>
                    <a:pt x="411772" y="53340"/>
                  </a:lnTo>
                  <a:lnTo>
                    <a:pt x="391960" y="16764"/>
                  </a:lnTo>
                  <a:lnTo>
                    <a:pt x="349173" y="22364"/>
                  </a:lnTo>
                  <a:lnTo>
                    <a:pt x="304533" y="27368"/>
                  </a:lnTo>
                  <a:lnTo>
                    <a:pt x="258025" y="31762"/>
                  </a:lnTo>
                  <a:lnTo>
                    <a:pt x="209651" y="35521"/>
                  </a:lnTo>
                  <a:lnTo>
                    <a:pt x="159423" y="38608"/>
                  </a:lnTo>
                  <a:lnTo>
                    <a:pt x="107315" y="41008"/>
                  </a:lnTo>
                  <a:lnTo>
                    <a:pt x="53340" y="42672"/>
                  </a:lnTo>
                  <a:lnTo>
                    <a:pt x="53340" y="190690"/>
                  </a:lnTo>
                  <a:lnTo>
                    <a:pt x="52527" y="230187"/>
                  </a:lnTo>
                  <a:lnTo>
                    <a:pt x="46913" y="293217"/>
                  </a:lnTo>
                  <a:lnTo>
                    <a:pt x="35788" y="339242"/>
                  </a:lnTo>
                  <a:lnTo>
                    <a:pt x="14592" y="383755"/>
                  </a:lnTo>
                  <a:lnTo>
                    <a:pt x="0" y="405777"/>
                  </a:lnTo>
                  <a:lnTo>
                    <a:pt x="6591" y="413753"/>
                  </a:lnTo>
                  <a:lnTo>
                    <a:pt x="12763" y="421589"/>
                  </a:lnTo>
                  <a:lnTo>
                    <a:pt x="18643" y="429133"/>
                  </a:lnTo>
                  <a:lnTo>
                    <a:pt x="24384" y="436257"/>
                  </a:lnTo>
                  <a:lnTo>
                    <a:pt x="57200" y="381342"/>
                  </a:lnTo>
                  <a:lnTo>
                    <a:pt x="76288" y="331000"/>
                  </a:lnTo>
                  <a:lnTo>
                    <a:pt x="85242" y="268833"/>
                  </a:lnTo>
                  <a:lnTo>
                    <a:pt x="87655" y="223291"/>
                  </a:lnTo>
                  <a:lnTo>
                    <a:pt x="88480" y="167741"/>
                  </a:lnTo>
                  <a:lnTo>
                    <a:pt x="436156" y="167741"/>
                  </a:lnTo>
                  <a:lnTo>
                    <a:pt x="436156" y="134213"/>
                  </a:lnTo>
                  <a:close/>
                </a:path>
                <a:path w="2230120" h="438150">
                  <a:moveTo>
                    <a:pt x="879919" y="30480"/>
                  </a:moveTo>
                  <a:lnTo>
                    <a:pt x="459003" y="30480"/>
                  </a:lnTo>
                  <a:lnTo>
                    <a:pt x="459003" y="62484"/>
                  </a:lnTo>
                  <a:lnTo>
                    <a:pt x="640562" y="62484"/>
                  </a:lnTo>
                  <a:lnTo>
                    <a:pt x="636663" y="75412"/>
                  </a:lnTo>
                  <a:lnTo>
                    <a:pt x="631799" y="89776"/>
                  </a:lnTo>
                  <a:lnTo>
                    <a:pt x="626414" y="104787"/>
                  </a:lnTo>
                  <a:lnTo>
                    <a:pt x="620750" y="120497"/>
                  </a:lnTo>
                  <a:lnTo>
                    <a:pt x="585597" y="120497"/>
                  </a:lnTo>
                  <a:lnTo>
                    <a:pt x="585597" y="149453"/>
                  </a:lnTo>
                  <a:lnTo>
                    <a:pt x="585597" y="381292"/>
                  </a:lnTo>
                  <a:lnTo>
                    <a:pt x="515493" y="381292"/>
                  </a:lnTo>
                  <a:lnTo>
                    <a:pt x="515493" y="149453"/>
                  </a:lnTo>
                  <a:lnTo>
                    <a:pt x="585597" y="149453"/>
                  </a:lnTo>
                  <a:lnTo>
                    <a:pt x="585597" y="120497"/>
                  </a:lnTo>
                  <a:lnTo>
                    <a:pt x="481965" y="120497"/>
                  </a:lnTo>
                  <a:lnTo>
                    <a:pt x="481965" y="434733"/>
                  </a:lnTo>
                  <a:lnTo>
                    <a:pt x="515493" y="434733"/>
                  </a:lnTo>
                  <a:lnTo>
                    <a:pt x="515493" y="410349"/>
                  </a:lnTo>
                  <a:lnTo>
                    <a:pt x="822007" y="410349"/>
                  </a:lnTo>
                  <a:lnTo>
                    <a:pt x="822007" y="434733"/>
                  </a:lnTo>
                  <a:lnTo>
                    <a:pt x="855535" y="434733"/>
                  </a:lnTo>
                  <a:lnTo>
                    <a:pt x="855535" y="410349"/>
                  </a:lnTo>
                  <a:lnTo>
                    <a:pt x="855535" y="381292"/>
                  </a:lnTo>
                  <a:lnTo>
                    <a:pt x="855535" y="149453"/>
                  </a:lnTo>
                  <a:lnTo>
                    <a:pt x="855535" y="120497"/>
                  </a:lnTo>
                  <a:lnTo>
                    <a:pt x="822007" y="120497"/>
                  </a:lnTo>
                  <a:lnTo>
                    <a:pt x="822007" y="149453"/>
                  </a:lnTo>
                  <a:lnTo>
                    <a:pt x="822007" y="381292"/>
                  </a:lnTo>
                  <a:lnTo>
                    <a:pt x="750290" y="381292"/>
                  </a:lnTo>
                  <a:lnTo>
                    <a:pt x="750290" y="149453"/>
                  </a:lnTo>
                  <a:lnTo>
                    <a:pt x="822007" y="149453"/>
                  </a:lnTo>
                  <a:lnTo>
                    <a:pt x="822007" y="120497"/>
                  </a:lnTo>
                  <a:lnTo>
                    <a:pt x="719810" y="120497"/>
                  </a:lnTo>
                  <a:lnTo>
                    <a:pt x="719810" y="149453"/>
                  </a:lnTo>
                  <a:lnTo>
                    <a:pt x="719810" y="207467"/>
                  </a:lnTo>
                  <a:lnTo>
                    <a:pt x="719810" y="236423"/>
                  </a:lnTo>
                  <a:lnTo>
                    <a:pt x="719810" y="294424"/>
                  </a:lnTo>
                  <a:lnTo>
                    <a:pt x="719810" y="321856"/>
                  </a:lnTo>
                  <a:lnTo>
                    <a:pt x="719810" y="381292"/>
                  </a:lnTo>
                  <a:lnTo>
                    <a:pt x="617601" y="381292"/>
                  </a:lnTo>
                  <a:lnTo>
                    <a:pt x="617601" y="321856"/>
                  </a:lnTo>
                  <a:lnTo>
                    <a:pt x="719810" y="321856"/>
                  </a:lnTo>
                  <a:lnTo>
                    <a:pt x="719810" y="294424"/>
                  </a:lnTo>
                  <a:lnTo>
                    <a:pt x="617601" y="294424"/>
                  </a:lnTo>
                  <a:lnTo>
                    <a:pt x="617601" y="236423"/>
                  </a:lnTo>
                  <a:lnTo>
                    <a:pt x="719810" y="236423"/>
                  </a:lnTo>
                  <a:lnTo>
                    <a:pt x="719810" y="207467"/>
                  </a:lnTo>
                  <a:lnTo>
                    <a:pt x="617601" y="207467"/>
                  </a:lnTo>
                  <a:lnTo>
                    <a:pt x="617601" y="149453"/>
                  </a:lnTo>
                  <a:lnTo>
                    <a:pt x="719810" y="149453"/>
                  </a:lnTo>
                  <a:lnTo>
                    <a:pt x="719810" y="120497"/>
                  </a:lnTo>
                  <a:lnTo>
                    <a:pt x="655802" y="120497"/>
                  </a:lnTo>
                  <a:lnTo>
                    <a:pt x="663244" y="104152"/>
                  </a:lnTo>
                  <a:lnTo>
                    <a:pt x="669709" y="89204"/>
                  </a:lnTo>
                  <a:lnTo>
                    <a:pt x="675208" y="75628"/>
                  </a:lnTo>
                  <a:lnTo>
                    <a:pt x="680186" y="62484"/>
                  </a:lnTo>
                  <a:lnTo>
                    <a:pt x="879919" y="62484"/>
                  </a:lnTo>
                  <a:lnTo>
                    <a:pt x="879919" y="30480"/>
                  </a:lnTo>
                  <a:close/>
                </a:path>
                <a:path w="2230120" h="438150">
                  <a:moveTo>
                    <a:pt x="1076706" y="379768"/>
                  </a:moveTo>
                  <a:lnTo>
                    <a:pt x="1075639" y="372148"/>
                  </a:lnTo>
                  <a:lnTo>
                    <a:pt x="1075093" y="367576"/>
                  </a:lnTo>
                  <a:lnTo>
                    <a:pt x="1074610" y="363575"/>
                  </a:lnTo>
                  <a:lnTo>
                    <a:pt x="1074064" y="356908"/>
                  </a:lnTo>
                  <a:lnTo>
                    <a:pt x="1073924" y="355117"/>
                  </a:lnTo>
                  <a:lnTo>
                    <a:pt x="1073658" y="346240"/>
                  </a:lnTo>
                  <a:lnTo>
                    <a:pt x="1059942" y="348767"/>
                  </a:lnTo>
                  <a:lnTo>
                    <a:pt x="1032471" y="354380"/>
                  </a:lnTo>
                  <a:lnTo>
                    <a:pt x="1018692" y="356908"/>
                  </a:lnTo>
                  <a:lnTo>
                    <a:pt x="1018692" y="265379"/>
                  </a:lnTo>
                  <a:lnTo>
                    <a:pt x="1073658" y="265379"/>
                  </a:lnTo>
                  <a:lnTo>
                    <a:pt x="1073658" y="237947"/>
                  </a:lnTo>
                  <a:lnTo>
                    <a:pt x="1018692" y="237947"/>
                  </a:lnTo>
                  <a:lnTo>
                    <a:pt x="1018692" y="163169"/>
                  </a:lnTo>
                  <a:lnTo>
                    <a:pt x="1064514" y="163169"/>
                  </a:lnTo>
                  <a:lnTo>
                    <a:pt x="1064514" y="137261"/>
                  </a:lnTo>
                  <a:lnTo>
                    <a:pt x="1064514" y="56400"/>
                  </a:lnTo>
                  <a:lnTo>
                    <a:pt x="1064514" y="28956"/>
                  </a:lnTo>
                  <a:lnTo>
                    <a:pt x="1034034" y="28956"/>
                  </a:lnTo>
                  <a:lnTo>
                    <a:pt x="1034034" y="56400"/>
                  </a:lnTo>
                  <a:lnTo>
                    <a:pt x="1034034" y="137261"/>
                  </a:lnTo>
                  <a:lnTo>
                    <a:pt x="959256" y="137261"/>
                  </a:lnTo>
                  <a:lnTo>
                    <a:pt x="959256" y="56400"/>
                  </a:lnTo>
                  <a:lnTo>
                    <a:pt x="1034034" y="56400"/>
                  </a:lnTo>
                  <a:lnTo>
                    <a:pt x="1034034" y="28956"/>
                  </a:lnTo>
                  <a:lnTo>
                    <a:pt x="930300" y="28956"/>
                  </a:lnTo>
                  <a:lnTo>
                    <a:pt x="930300" y="175361"/>
                  </a:lnTo>
                  <a:lnTo>
                    <a:pt x="959256" y="175361"/>
                  </a:lnTo>
                  <a:lnTo>
                    <a:pt x="959256" y="163169"/>
                  </a:lnTo>
                  <a:lnTo>
                    <a:pt x="988212" y="163169"/>
                  </a:lnTo>
                  <a:lnTo>
                    <a:pt x="988212" y="361480"/>
                  </a:lnTo>
                  <a:lnTo>
                    <a:pt x="979716" y="363499"/>
                  </a:lnTo>
                  <a:lnTo>
                    <a:pt x="970495" y="365099"/>
                  </a:lnTo>
                  <a:lnTo>
                    <a:pt x="960996" y="366407"/>
                  </a:lnTo>
                  <a:lnTo>
                    <a:pt x="951636" y="367576"/>
                  </a:lnTo>
                  <a:lnTo>
                    <a:pt x="951636" y="205943"/>
                  </a:lnTo>
                  <a:lnTo>
                    <a:pt x="924204" y="205943"/>
                  </a:lnTo>
                  <a:lnTo>
                    <a:pt x="924204" y="372148"/>
                  </a:lnTo>
                  <a:lnTo>
                    <a:pt x="915060" y="373672"/>
                  </a:lnTo>
                  <a:lnTo>
                    <a:pt x="907440" y="375196"/>
                  </a:lnTo>
                  <a:lnTo>
                    <a:pt x="899820" y="375196"/>
                  </a:lnTo>
                  <a:lnTo>
                    <a:pt x="910488" y="410349"/>
                  </a:lnTo>
                  <a:lnTo>
                    <a:pt x="1004455" y="392201"/>
                  </a:lnTo>
                  <a:lnTo>
                    <a:pt x="1043228" y="385191"/>
                  </a:lnTo>
                  <a:lnTo>
                    <a:pt x="1076706" y="379768"/>
                  </a:lnTo>
                  <a:close/>
                </a:path>
                <a:path w="2230120" h="438150">
                  <a:moveTo>
                    <a:pt x="1337500" y="393585"/>
                  </a:moveTo>
                  <a:lnTo>
                    <a:pt x="1310043" y="378955"/>
                  </a:lnTo>
                  <a:lnTo>
                    <a:pt x="1285024" y="362635"/>
                  </a:lnTo>
                  <a:lnTo>
                    <a:pt x="1262608" y="344627"/>
                  </a:lnTo>
                  <a:lnTo>
                    <a:pt x="1242923" y="324904"/>
                  </a:lnTo>
                  <a:lnTo>
                    <a:pt x="1263751" y="313715"/>
                  </a:lnTo>
                  <a:lnTo>
                    <a:pt x="1286510" y="302044"/>
                  </a:lnTo>
                  <a:lnTo>
                    <a:pt x="1306614" y="291858"/>
                  </a:lnTo>
                  <a:lnTo>
                    <a:pt x="1328356" y="280619"/>
                  </a:lnTo>
                  <a:lnTo>
                    <a:pt x="1305407" y="253187"/>
                  </a:lnTo>
                  <a:lnTo>
                    <a:pt x="1285709" y="266369"/>
                  </a:lnTo>
                  <a:lnTo>
                    <a:pt x="1265593" y="278714"/>
                  </a:lnTo>
                  <a:lnTo>
                    <a:pt x="1245184" y="290512"/>
                  </a:lnTo>
                  <a:lnTo>
                    <a:pt x="1224635" y="302044"/>
                  </a:lnTo>
                  <a:lnTo>
                    <a:pt x="1214894" y="286816"/>
                  </a:lnTo>
                  <a:lnTo>
                    <a:pt x="1206157" y="270903"/>
                  </a:lnTo>
                  <a:lnTo>
                    <a:pt x="1198270" y="254152"/>
                  </a:lnTo>
                  <a:lnTo>
                    <a:pt x="1191107" y="236423"/>
                  </a:lnTo>
                  <a:lnTo>
                    <a:pt x="1264259" y="236423"/>
                  </a:lnTo>
                  <a:lnTo>
                    <a:pt x="1264259" y="247091"/>
                  </a:lnTo>
                  <a:lnTo>
                    <a:pt x="1296263" y="247091"/>
                  </a:lnTo>
                  <a:lnTo>
                    <a:pt x="1296263" y="28956"/>
                  </a:lnTo>
                  <a:lnTo>
                    <a:pt x="1264259" y="28956"/>
                  </a:lnTo>
                  <a:lnTo>
                    <a:pt x="1264259" y="59448"/>
                  </a:lnTo>
                  <a:lnTo>
                    <a:pt x="1264259" y="117449"/>
                  </a:lnTo>
                  <a:lnTo>
                    <a:pt x="1264259" y="147929"/>
                  </a:lnTo>
                  <a:lnTo>
                    <a:pt x="1264259" y="205943"/>
                  </a:lnTo>
                  <a:lnTo>
                    <a:pt x="1128522" y="205943"/>
                  </a:lnTo>
                  <a:lnTo>
                    <a:pt x="1128522" y="147929"/>
                  </a:lnTo>
                  <a:lnTo>
                    <a:pt x="1264259" y="147929"/>
                  </a:lnTo>
                  <a:lnTo>
                    <a:pt x="1264259" y="117449"/>
                  </a:lnTo>
                  <a:lnTo>
                    <a:pt x="1128522" y="117449"/>
                  </a:lnTo>
                  <a:lnTo>
                    <a:pt x="1128522" y="59448"/>
                  </a:lnTo>
                  <a:lnTo>
                    <a:pt x="1264259" y="59448"/>
                  </a:lnTo>
                  <a:lnTo>
                    <a:pt x="1264259" y="28956"/>
                  </a:lnTo>
                  <a:lnTo>
                    <a:pt x="1096518" y="28956"/>
                  </a:lnTo>
                  <a:lnTo>
                    <a:pt x="1096505" y="369201"/>
                  </a:lnTo>
                  <a:lnTo>
                    <a:pt x="1095654" y="381711"/>
                  </a:lnTo>
                  <a:lnTo>
                    <a:pt x="1093089" y="392201"/>
                  </a:lnTo>
                  <a:lnTo>
                    <a:pt x="1088796" y="400685"/>
                  </a:lnTo>
                  <a:lnTo>
                    <a:pt x="1082802" y="407301"/>
                  </a:lnTo>
                  <a:lnTo>
                    <a:pt x="1105662" y="437781"/>
                  </a:lnTo>
                  <a:lnTo>
                    <a:pt x="1147533" y="409435"/>
                  </a:lnTo>
                  <a:lnTo>
                    <a:pt x="1185418" y="389877"/>
                  </a:lnTo>
                  <a:lnTo>
                    <a:pt x="1206347" y="379768"/>
                  </a:lnTo>
                  <a:lnTo>
                    <a:pt x="1204099" y="369201"/>
                  </a:lnTo>
                  <a:lnTo>
                    <a:pt x="1202156" y="360337"/>
                  </a:lnTo>
                  <a:lnTo>
                    <a:pt x="1200772" y="353199"/>
                  </a:lnTo>
                  <a:lnTo>
                    <a:pt x="1200251" y="347764"/>
                  </a:lnTo>
                  <a:lnTo>
                    <a:pt x="1180249" y="357505"/>
                  </a:lnTo>
                  <a:lnTo>
                    <a:pt x="1161529" y="366242"/>
                  </a:lnTo>
                  <a:lnTo>
                    <a:pt x="1128522" y="381292"/>
                  </a:lnTo>
                  <a:lnTo>
                    <a:pt x="1128522" y="236423"/>
                  </a:lnTo>
                  <a:lnTo>
                    <a:pt x="1160526" y="236423"/>
                  </a:lnTo>
                  <a:lnTo>
                    <a:pt x="1177569" y="282003"/>
                  </a:lnTo>
                  <a:lnTo>
                    <a:pt x="1201102" y="323545"/>
                  </a:lnTo>
                  <a:lnTo>
                    <a:pt x="1231061" y="361073"/>
                  </a:lnTo>
                  <a:lnTo>
                    <a:pt x="1267371" y="394563"/>
                  </a:lnTo>
                  <a:lnTo>
                    <a:pt x="1309979" y="424065"/>
                  </a:lnTo>
                  <a:lnTo>
                    <a:pt x="1316888" y="416077"/>
                  </a:lnTo>
                  <a:lnTo>
                    <a:pt x="1323771" y="408254"/>
                  </a:lnTo>
                  <a:lnTo>
                    <a:pt x="1330642" y="400697"/>
                  </a:lnTo>
                  <a:lnTo>
                    <a:pt x="1337500" y="393585"/>
                  </a:lnTo>
                  <a:close/>
                </a:path>
                <a:path w="2230120" h="438150">
                  <a:moveTo>
                    <a:pt x="1767560" y="70104"/>
                  </a:moveTo>
                  <a:lnTo>
                    <a:pt x="1582966" y="70104"/>
                  </a:lnTo>
                  <a:lnTo>
                    <a:pt x="1602867" y="56388"/>
                  </a:lnTo>
                  <a:lnTo>
                    <a:pt x="1594015" y="42659"/>
                  </a:lnTo>
                  <a:lnTo>
                    <a:pt x="1583575" y="28765"/>
                  </a:lnTo>
                  <a:lnTo>
                    <a:pt x="1571713" y="14605"/>
                  </a:lnTo>
                  <a:lnTo>
                    <a:pt x="1558582" y="0"/>
                  </a:lnTo>
                  <a:lnTo>
                    <a:pt x="1528102" y="19812"/>
                  </a:lnTo>
                  <a:lnTo>
                    <a:pt x="1539214" y="33248"/>
                  </a:lnTo>
                  <a:lnTo>
                    <a:pt x="1549628" y="46101"/>
                  </a:lnTo>
                  <a:lnTo>
                    <a:pt x="1559166" y="58394"/>
                  </a:lnTo>
                  <a:lnTo>
                    <a:pt x="1567726" y="70104"/>
                  </a:lnTo>
                  <a:lnTo>
                    <a:pt x="1366456" y="70104"/>
                  </a:lnTo>
                  <a:lnTo>
                    <a:pt x="1366456" y="158597"/>
                  </a:lnTo>
                  <a:lnTo>
                    <a:pt x="1401508" y="158597"/>
                  </a:lnTo>
                  <a:lnTo>
                    <a:pt x="1401508" y="102209"/>
                  </a:lnTo>
                  <a:lnTo>
                    <a:pt x="1732508" y="102209"/>
                  </a:lnTo>
                  <a:lnTo>
                    <a:pt x="1732508" y="158597"/>
                  </a:lnTo>
                  <a:lnTo>
                    <a:pt x="1767560" y="158597"/>
                  </a:lnTo>
                  <a:lnTo>
                    <a:pt x="1767560" y="102209"/>
                  </a:lnTo>
                  <a:lnTo>
                    <a:pt x="1767560" y="70104"/>
                  </a:lnTo>
                  <a:close/>
                </a:path>
                <a:path w="2230120" h="438150">
                  <a:moveTo>
                    <a:pt x="1782800" y="263842"/>
                  </a:moveTo>
                  <a:lnTo>
                    <a:pt x="1590675" y="263842"/>
                  </a:lnTo>
                  <a:lnTo>
                    <a:pt x="1590675" y="251650"/>
                  </a:lnTo>
                  <a:lnTo>
                    <a:pt x="1694307" y="184594"/>
                  </a:lnTo>
                  <a:lnTo>
                    <a:pt x="1694307" y="149453"/>
                  </a:lnTo>
                  <a:lnTo>
                    <a:pt x="1428940" y="149453"/>
                  </a:lnTo>
                  <a:lnTo>
                    <a:pt x="1428940" y="181457"/>
                  </a:lnTo>
                  <a:lnTo>
                    <a:pt x="1640967" y="181457"/>
                  </a:lnTo>
                  <a:lnTo>
                    <a:pt x="1555534" y="236410"/>
                  </a:lnTo>
                  <a:lnTo>
                    <a:pt x="1555534" y="263842"/>
                  </a:lnTo>
                  <a:lnTo>
                    <a:pt x="1349692" y="263842"/>
                  </a:lnTo>
                  <a:lnTo>
                    <a:pt x="1349692" y="295948"/>
                  </a:lnTo>
                  <a:lnTo>
                    <a:pt x="1555534" y="295948"/>
                  </a:lnTo>
                  <a:lnTo>
                    <a:pt x="1555534" y="366052"/>
                  </a:lnTo>
                  <a:lnTo>
                    <a:pt x="1553578" y="379183"/>
                  </a:lnTo>
                  <a:lnTo>
                    <a:pt x="1547914" y="388772"/>
                  </a:lnTo>
                  <a:lnTo>
                    <a:pt x="1538808" y="394639"/>
                  </a:lnTo>
                  <a:lnTo>
                    <a:pt x="1526578" y="396633"/>
                  </a:lnTo>
                  <a:lnTo>
                    <a:pt x="1512303" y="396341"/>
                  </a:lnTo>
                  <a:lnTo>
                    <a:pt x="1497050" y="395490"/>
                  </a:lnTo>
                  <a:lnTo>
                    <a:pt x="1480921" y="394055"/>
                  </a:lnTo>
                  <a:lnTo>
                    <a:pt x="1464094" y="392061"/>
                  </a:lnTo>
                  <a:lnTo>
                    <a:pt x="1466113" y="402958"/>
                  </a:lnTo>
                  <a:lnTo>
                    <a:pt x="1467713" y="413016"/>
                  </a:lnTo>
                  <a:lnTo>
                    <a:pt x="1469021" y="422490"/>
                  </a:lnTo>
                  <a:lnTo>
                    <a:pt x="1470190" y="431685"/>
                  </a:lnTo>
                  <a:lnTo>
                    <a:pt x="1535722" y="431685"/>
                  </a:lnTo>
                  <a:lnTo>
                    <a:pt x="1576908" y="417957"/>
                  </a:lnTo>
                  <a:lnTo>
                    <a:pt x="1590675" y="376720"/>
                  </a:lnTo>
                  <a:lnTo>
                    <a:pt x="1590675" y="295948"/>
                  </a:lnTo>
                  <a:lnTo>
                    <a:pt x="1782800" y="295948"/>
                  </a:lnTo>
                  <a:lnTo>
                    <a:pt x="1782800" y="263842"/>
                  </a:lnTo>
                  <a:close/>
                </a:path>
                <a:path w="2230120" h="438150">
                  <a:moveTo>
                    <a:pt x="2051215" y="288328"/>
                  </a:moveTo>
                  <a:lnTo>
                    <a:pt x="2034921" y="270027"/>
                  </a:lnTo>
                  <a:lnTo>
                    <a:pt x="2018055" y="252044"/>
                  </a:lnTo>
                  <a:lnTo>
                    <a:pt x="2000592" y="234657"/>
                  </a:lnTo>
                  <a:lnTo>
                    <a:pt x="1982533" y="218135"/>
                  </a:lnTo>
                  <a:lnTo>
                    <a:pt x="1958149" y="239471"/>
                  </a:lnTo>
                  <a:lnTo>
                    <a:pt x="1990737" y="276085"/>
                  </a:lnTo>
                  <a:lnTo>
                    <a:pt x="2006841" y="294411"/>
                  </a:lnTo>
                  <a:lnTo>
                    <a:pt x="2022259" y="312712"/>
                  </a:lnTo>
                  <a:lnTo>
                    <a:pt x="2051215" y="288328"/>
                  </a:lnTo>
                  <a:close/>
                </a:path>
                <a:path w="2230120" h="438150">
                  <a:moveTo>
                    <a:pt x="2060359" y="140309"/>
                  </a:moveTo>
                  <a:lnTo>
                    <a:pt x="2044065" y="122288"/>
                  </a:lnTo>
                  <a:lnTo>
                    <a:pt x="2027199" y="104673"/>
                  </a:lnTo>
                  <a:lnTo>
                    <a:pt x="2009736" y="87337"/>
                  </a:lnTo>
                  <a:lnTo>
                    <a:pt x="1991677" y="70104"/>
                  </a:lnTo>
                  <a:lnTo>
                    <a:pt x="1967293" y="93065"/>
                  </a:lnTo>
                  <a:lnTo>
                    <a:pt x="1985022" y="111328"/>
                  </a:lnTo>
                  <a:lnTo>
                    <a:pt x="2001634" y="129451"/>
                  </a:lnTo>
                  <a:lnTo>
                    <a:pt x="2017090" y="147281"/>
                  </a:lnTo>
                  <a:lnTo>
                    <a:pt x="2031403" y="164693"/>
                  </a:lnTo>
                  <a:lnTo>
                    <a:pt x="2060359" y="140309"/>
                  </a:lnTo>
                  <a:close/>
                </a:path>
                <a:path w="2230120" h="438150">
                  <a:moveTo>
                    <a:pt x="2229612" y="175361"/>
                  </a:moveTo>
                  <a:lnTo>
                    <a:pt x="2168652" y="175361"/>
                  </a:lnTo>
                  <a:lnTo>
                    <a:pt x="2170696" y="142214"/>
                  </a:lnTo>
                  <a:lnTo>
                    <a:pt x="2172462" y="106768"/>
                  </a:lnTo>
                  <a:lnTo>
                    <a:pt x="2174176" y="70104"/>
                  </a:lnTo>
                  <a:lnTo>
                    <a:pt x="2174633" y="60960"/>
                  </a:lnTo>
                  <a:lnTo>
                    <a:pt x="2176272" y="28956"/>
                  </a:lnTo>
                  <a:lnTo>
                    <a:pt x="2138083" y="28956"/>
                  </a:lnTo>
                  <a:lnTo>
                    <a:pt x="2138083" y="60960"/>
                  </a:lnTo>
                  <a:lnTo>
                    <a:pt x="2136940" y="91313"/>
                  </a:lnTo>
                  <a:lnTo>
                    <a:pt x="2135797" y="120484"/>
                  </a:lnTo>
                  <a:lnTo>
                    <a:pt x="2134984" y="140309"/>
                  </a:lnTo>
                  <a:lnTo>
                    <a:pt x="2133511" y="175361"/>
                  </a:lnTo>
                  <a:lnTo>
                    <a:pt x="2131987" y="175361"/>
                  </a:lnTo>
                  <a:lnTo>
                    <a:pt x="2131987" y="205943"/>
                  </a:lnTo>
                  <a:lnTo>
                    <a:pt x="2130602" y="238213"/>
                  </a:lnTo>
                  <a:lnTo>
                    <a:pt x="2128939" y="268655"/>
                  </a:lnTo>
                  <a:lnTo>
                    <a:pt x="2127262" y="297103"/>
                  </a:lnTo>
                  <a:lnTo>
                    <a:pt x="2125891" y="323380"/>
                  </a:lnTo>
                  <a:lnTo>
                    <a:pt x="1869757" y="323380"/>
                  </a:lnTo>
                  <a:lnTo>
                    <a:pt x="1883473" y="205943"/>
                  </a:lnTo>
                  <a:lnTo>
                    <a:pt x="2131987" y="205943"/>
                  </a:lnTo>
                  <a:lnTo>
                    <a:pt x="2131987" y="175361"/>
                  </a:lnTo>
                  <a:lnTo>
                    <a:pt x="1888045" y="175361"/>
                  </a:lnTo>
                  <a:lnTo>
                    <a:pt x="1903285" y="60960"/>
                  </a:lnTo>
                  <a:lnTo>
                    <a:pt x="2138083" y="60960"/>
                  </a:lnTo>
                  <a:lnTo>
                    <a:pt x="2138083" y="28956"/>
                  </a:lnTo>
                  <a:lnTo>
                    <a:pt x="1871281" y="28956"/>
                  </a:lnTo>
                  <a:lnTo>
                    <a:pt x="1852904" y="175361"/>
                  </a:lnTo>
                  <a:lnTo>
                    <a:pt x="1798027" y="175361"/>
                  </a:lnTo>
                  <a:lnTo>
                    <a:pt x="1798027" y="205943"/>
                  </a:lnTo>
                  <a:lnTo>
                    <a:pt x="1848332" y="205943"/>
                  </a:lnTo>
                  <a:lnTo>
                    <a:pt x="1833092" y="320332"/>
                  </a:lnTo>
                  <a:lnTo>
                    <a:pt x="1833092" y="353860"/>
                  </a:lnTo>
                  <a:lnTo>
                    <a:pt x="2122843" y="353860"/>
                  </a:lnTo>
                  <a:lnTo>
                    <a:pt x="2120531" y="363296"/>
                  </a:lnTo>
                  <a:lnTo>
                    <a:pt x="2086025" y="391236"/>
                  </a:lnTo>
                  <a:lnTo>
                    <a:pt x="2072551" y="392061"/>
                  </a:lnTo>
                  <a:lnTo>
                    <a:pt x="2056828" y="391515"/>
                  </a:lnTo>
                  <a:lnTo>
                    <a:pt x="2039391" y="390105"/>
                  </a:lnTo>
                  <a:lnTo>
                    <a:pt x="1999297" y="385864"/>
                  </a:lnTo>
                  <a:lnTo>
                    <a:pt x="2001316" y="394449"/>
                  </a:lnTo>
                  <a:lnTo>
                    <a:pt x="2002929" y="403860"/>
                  </a:lnTo>
                  <a:lnTo>
                    <a:pt x="2004263" y="413816"/>
                  </a:lnTo>
                  <a:lnTo>
                    <a:pt x="2005495" y="424065"/>
                  </a:lnTo>
                  <a:lnTo>
                    <a:pt x="2039785" y="426161"/>
                  </a:lnTo>
                  <a:lnTo>
                    <a:pt x="2056930" y="426847"/>
                  </a:lnTo>
                  <a:lnTo>
                    <a:pt x="2074075" y="427113"/>
                  </a:lnTo>
                  <a:lnTo>
                    <a:pt x="2096096" y="425983"/>
                  </a:lnTo>
                  <a:lnTo>
                    <a:pt x="2139607" y="410349"/>
                  </a:lnTo>
                  <a:lnTo>
                    <a:pt x="2157272" y="372973"/>
                  </a:lnTo>
                  <a:lnTo>
                    <a:pt x="2159508" y="353860"/>
                  </a:lnTo>
                  <a:lnTo>
                    <a:pt x="2212848" y="353860"/>
                  </a:lnTo>
                  <a:lnTo>
                    <a:pt x="2212848" y="323380"/>
                  </a:lnTo>
                  <a:lnTo>
                    <a:pt x="2162556" y="323380"/>
                  </a:lnTo>
                  <a:lnTo>
                    <a:pt x="2163699" y="298170"/>
                  </a:lnTo>
                  <a:lnTo>
                    <a:pt x="2164842" y="270370"/>
                  </a:lnTo>
                  <a:lnTo>
                    <a:pt x="2165985" y="239712"/>
                  </a:lnTo>
                  <a:lnTo>
                    <a:pt x="2167128" y="205943"/>
                  </a:lnTo>
                  <a:lnTo>
                    <a:pt x="2229612" y="205943"/>
                  </a:lnTo>
                  <a:lnTo>
                    <a:pt x="2229612" y="17536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5851" y="4031742"/>
              <a:ext cx="106775" cy="102203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5328284" y="3700653"/>
            <a:ext cx="1029969" cy="442595"/>
            <a:chOff x="5328284" y="3700653"/>
            <a:chExt cx="1029969" cy="442595"/>
          </a:xfrm>
        </p:grpSpPr>
        <p:sp>
          <p:nvSpPr>
            <p:cNvPr id="28" name="object 28" descr=""/>
            <p:cNvSpPr/>
            <p:nvPr/>
          </p:nvSpPr>
          <p:spPr>
            <a:xfrm>
              <a:off x="5328272" y="3700653"/>
              <a:ext cx="886460" cy="442595"/>
            </a:xfrm>
            <a:custGeom>
              <a:avLst/>
              <a:gdLst/>
              <a:ahLst/>
              <a:cxnLst/>
              <a:rect l="l" t="t" r="r" b="b"/>
              <a:pathLst>
                <a:path w="886460" h="442595">
                  <a:moveTo>
                    <a:pt x="88493" y="74688"/>
                  </a:moveTo>
                  <a:lnTo>
                    <a:pt x="78206" y="61010"/>
                  </a:lnTo>
                  <a:lnTo>
                    <a:pt x="67919" y="47637"/>
                  </a:lnTo>
                  <a:lnTo>
                    <a:pt x="57632" y="34823"/>
                  </a:lnTo>
                  <a:lnTo>
                    <a:pt x="47345" y="22872"/>
                  </a:lnTo>
                  <a:lnTo>
                    <a:pt x="22961" y="39636"/>
                  </a:lnTo>
                  <a:lnTo>
                    <a:pt x="42011" y="65735"/>
                  </a:lnTo>
                  <a:lnTo>
                    <a:pt x="51676" y="79324"/>
                  </a:lnTo>
                  <a:lnTo>
                    <a:pt x="61061" y="93065"/>
                  </a:lnTo>
                  <a:lnTo>
                    <a:pt x="88493" y="74688"/>
                  </a:lnTo>
                  <a:close/>
                </a:path>
                <a:path w="886460" h="442595">
                  <a:moveTo>
                    <a:pt x="216598" y="257759"/>
                  </a:moveTo>
                  <a:lnTo>
                    <a:pt x="183070" y="257759"/>
                  </a:lnTo>
                  <a:lnTo>
                    <a:pt x="183070" y="286715"/>
                  </a:lnTo>
                  <a:lnTo>
                    <a:pt x="174193" y="304215"/>
                  </a:lnTo>
                  <a:lnTo>
                    <a:pt x="163449" y="320128"/>
                  </a:lnTo>
                  <a:lnTo>
                    <a:pt x="150672" y="334594"/>
                  </a:lnTo>
                  <a:lnTo>
                    <a:pt x="135737" y="347764"/>
                  </a:lnTo>
                  <a:lnTo>
                    <a:pt x="119735" y="340664"/>
                  </a:lnTo>
                  <a:lnTo>
                    <a:pt x="87731" y="325907"/>
                  </a:lnTo>
                  <a:lnTo>
                    <a:pt x="71729" y="318808"/>
                  </a:lnTo>
                  <a:lnTo>
                    <a:pt x="77203" y="310807"/>
                  </a:lnTo>
                  <a:lnTo>
                    <a:pt x="87591" y="294767"/>
                  </a:lnTo>
                  <a:lnTo>
                    <a:pt x="93065" y="286715"/>
                  </a:lnTo>
                  <a:lnTo>
                    <a:pt x="183070" y="286715"/>
                  </a:lnTo>
                  <a:lnTo>
                    <a:pt x="183070" y="257759"/>
                  </a:lnTo>
                  <a:lnTo>
                    <a:pt x="109829" y="257759"/>
                  </a:lnTo>
                  <a:lnTo>
                    <a:pt x="123545" y="234899"/>
                  </a:lnTo>
                  <a:lnTo>
                    <a:pt x="91541" y="224231"/>
                  </a:lnTo>
                  <a:lnTo>
                    <a:pt x="86969" y="233108"/>
                  </a:lnTo>
                  <a:lnTo>
                    <a:pt x="82397" y="241566"/>
                  </a:lnTo>
                  <a:lnTo>
                    <a:pt x="77825" y="249732"/>
                  </a:lnTo>
                  <a:lnTo>
                    <a:pt x="73253" y="257759"/>
                  </a:lnTo>
                  <a:lnTo>
                    <a:pt x="6096" y="257759"/>
                  </a:lnTo>
                  <a:lnTo>
                    <a:pt x="6096" y="286715"/>
                  </a:lnTo>
                  <a:lnTo>
                    <a:pt x="56489" y="286715"/>
                  </a:lnTo>
                  <a:lnTo>
                    <a:pt x="49631" y="297929"/>
                  </a:lnTo>
                  <a:lnTo>
                    <a:pt x="42773" y="308698"/>
                  </a:lnTo>
                  <a:lnTo>
                    <a:pt x="35915" y="319163"/>
                  </a:lnTo>
                  <a:lnTo>
                    <a:pt x="29057" y="329476"/>
                  </a:lnTo>
                  <a:lnTo>
                    <a:pt x="69824" y="349288"/>
                  </a:lnTo>
                  <a:lnTo>
                    <a:pt x="89496" y="359054"/>
                  </a:lnTo>
                  <a:lnTo>
                    <a:pt x="108305" y="369100"/>
                  </a:lnTo>
                  <a:lnTo>
                    <a:pt x="85178" y="381330"/>
                  </a:lnTo>
                  <a:lnTo>
                    <a:pt x="59334" y="392582"/>
                  </a:lnTo>
                  <a:lnTo>
                    <a:pt x="30899" y="402399"/>
                  </a:lnTo>
                  <a:lnTo>
                    <a:pt x="0" y="410349"/>
                  </a:lnTo>
                  <a:lnTo>
                    <a:pt x="4330" y="418325"/>
                  </a:lnTo>
                  <a:lnTo>
                    <a:pt x="8242" y="426161"/>
                  </a:lnTo>
                  <a:lnTo>
                    <a:pt x="11874" y="433705"/>
                  </a:lnTo>
                  <a:lnTo>
                    <a:pt x="15341" y="440829"/>
                  </a:lnTo>
                  <a:lnTo>
                    <a:pt x="51371" y="429653"/>
                  </a:lnTo>
                  <a:lnTo>
                    <a:pt x="84112" y="416623"/>
                  </a:lnTo>
                  <a:lnTo>
                    <a:pt x="113715" y="401561"/>
                  </a:lnTo>
                  <a:lnTo>
                    <a:pt x="140309" y="384340"/>
                  </a:lnTo>
                  <a:lnTo>
                    <a:pt x="183057" y="407797"/>
                  </a:lnTo>
                  <a:lnTo>
                    <a:pt x="196786" y="414921"/>
                  </a:lnTo>
                  <a:lnTo>
                    <a:pt x="215074" y="384340"/>
                  </a:lnTo>
                  <a:lnTo>
                    <a:pt x="190690" y="373100"/>
                  </a:lnTo>
                  <a:lnTo>
                    <a:pt x="178650" y="367842"/>
                  </a:lnTo>
                  <a:lnTo>
                    <a:pt x="166306" y="363004"/>
                  </a:lnTo>
                  <a:lnTo>
                    <a:pt x="180263" y="347764"/>
                  </a:lnTo>
                  <a:lnTo>
                    <a:pt x="182308" y="345528"/>
                  </a:lnTo>
                  <a:lnTo>
                    <a:pt x="196024" y="327177"/>
                  </a:lnTo>
                  <a:lnTo>
                    <a:pt x="207454" y="307670"/>
                  </a:lnTo>
                  <a:lnTo>
                    <a:pt x="216598" y="286715"/>
                  </a:lnTo>
                  <a:lnTo>
                    <a:pt x="216598" y="257759"/>
                  </a:lnTo>
                  <a:close/>
                </a:path>
                <a:path w="886460" h="442595">
                  <a:moveTo>
                    <a:pt x="228790" y="108305"/>
                  </a:moveTo>
                  <a:lnTo>
                    <a:pt x="144881" y="108305"/>
                  </a:lnTo>
                  <a:lnTo>
                    <a:pt x="144881" y="9156"/>
                  </a:lnTo>
                  <a:lnTo>
                    <a:pt x="112877" y="9156"/>
                  </a:lnTo>
                  <a:lnTo>
                    <a:pt x="112877" y="108305"/>
                  </a:lnTo>
                  <a:lnTo>
                    <a:pt x="12293" y="108305"/>
                  </a:lnTo>
                  <a:lnTo>
                    <a:pt x="12293" y="137261"/>
                  </a:lnTo>
                  <a:lnTo>
                    <a:pt x="102209" y="137261"/>
                  </a:lnTo>
                  <a:lnTo>
                    <a:pt x="78536" y="157251"/>
                  </a:lnTo>
                  <a:lnTo>
                    <a:pt x="53428" y="175983"/>
                  </a:lnTo>
                  <a:lnTo>
                    <a:pt x="27165" y="193281"/>
                  </a:lnTo>
                  <a:lnTo>
                    <a:pt x="0" y="208991"/>
                  </a:lnTo>
                  <a:lnTo>
                    <a:pt x="5473" y="215849"/>
                  </a:lnTo>
                  <a:lnTo>
                    <a:pt x="10528" y="222707"/>
                  </a:lnTo>
                  <a:lnTo>
                    <a:pt x="15303" y="229565"/>
                  </a:lnTo>
                  <a:lnTo>
                    <a:pt x="19913" y="236423"/>
                  </a:lnTo>
                  <a:lnTo>
                    <a:pt x="45364" y="219837"/>
                  </a:lnTo>
                  <a:lnTo>
                    <a:pt x="69253" y="202120"/>
                  </a:lnTo>
                  <a:lnTo>
                    <a:pt x="91706" y="183222"/>
                  </a:lnTo>
                  <a:lnTo>
                    <a:pt x="112877" y="163169"/>
                  </a:lnTo>
                  <a:lnTo>
                    <a:pt x="112877" y="224231"/>
                  </a:lnTo>
                  <a:lnTo>
                    <a:pt x="144881" y="224231"/>
                  </a:lnTo>
                  <a:lnTo>
                    <a:pt x="144881" y="173837"/>
                  </a:lnTo>
                  <a:lnTo>
                    <a:pt x="162394" y="188201"/>
                  </a:lnTo>
                  <a:lnTo>
                    <a:pt x="178308" y="201549"/>
                  </a:lnTo>
                  <a:lnTo>
                    <a:pt x="192773" y="214007"/>
                  </a:lnTo>
                  <a:lnTo>
                    <a:pt x="205930" y="225755"/>
                  </a:lnTo>
                  <a:lnTo>
                    <a:pt x="225742" y="201371"/>
                  </a:lnTo>
                  <a:lnTo>
                    <a:pt x="194881" y="176364"/>
                  </a:lnTo>
                  <a:lnTo>
                    <a:pt x="157162" y="147929"/>
                  </a:lnTo>
                  <a:lnTo>
                    <a:pt x="144881" y="163169"/>
                  </a:lnTo>
                  <a:lnTo>
                    <a:pt x="144881" y="137261"/>
                  </a:lnTo>
                  <a:lnTo>
                    <a:pt x="228790" y="137261"/>
                  </a:lnTo>
                  <a:lnTo>
                    <a:pt x="228790" y="108305"/>
                  </a:lnTo>
                  <a:close/>
                </a:path>
                <a:path w="886460" h="442595">
                  <a:moveTo>
                    <a:pt x="236410" y="38112"/>
                  </a:moveTo>
                  <a:lnTo>
                    <a:pt x="208978" y="19824"/>
                  </a:lnTo>
                  <a:lnTo>
                    <a:pt x="197789" y="35509"/>
                  </a:lnTo>
                  <a:lnTo>
                    <a:pt x="186880" y="50495"/>
                  </a:lnTo>
                  <a:lnTo>
                    <a:pt x="175983" y="64604"/>
                  </a:lnTo>
                  <a:lnTo>
                    <a:pt x="164782" y="77736"/>
                  </a:lnTo>
                  <a:lnTo>
                    <a:pt x="171361" y="83210"/>
                  </a:lnTo>
                  <a:lnTo>
                    <a:pt x="177355" y="88099"/>
                  </a:lnTo>
                  <a:lnTo>
                    <a:pt x="182791" y="92392"/>
                  </a:lnTo>
                  <a:lnTo>
                    <a:pt x="187642" y="96113"/>
                  </a:lnTo>
                  <a:lnTo>
                    <a:pt x="199986" y="82943"/>
                  </a:lnTo>
                  <a:lnTo>
                    <a:pt x="212026" y="68783"/>
                  </a:lnTo>
                  <a:lnTo>
                    <a:pt x="224078" y="53797"/>
                  </a:lnTo>
                  <a:lnTo>
                    <a:pt x="236410" y="38112"/>
                  </a:lnTo>
                  <a:close/>
                </a:path>
                <a:path w="886460" h="442595">
                  <a:moveTo>
                    <a:pt x="442353" y="404253"/>
                  </a:moveTo>
                  <a:lnTo>
                    <a:pt x="416890" y="387311"/>
                  </a:lnTo>
                  <a:lnTo>
                    <a:pt x="393306" y="368541"/>
                  </a:lnTo>
                  <a:lnTo>
                    <a:pt x="379641" y="355384"/>
                  </a:lnTo>
                  <a:lnTo>
                    <a:pt x="371741" y="347789"/>
                  </a:lnTo>
                  <a:lnTo>
                    <a:pt x="352336" y="324904"/>
                  </a:lnTo>
                  <a:lnTo>
                    <a:pt x="369862" y="289852"/>
                  </a:lnTo>
                  <a:lnTo>
                    <a:pt x="372935" y="283718"/>
                  </a:lnTo>
                  <a:lnTo>
                    <a:pt x="389102" y="235851"/>
                  </a:lnTo>
                  <a:lnTo>
                    <a:pt x="400977" y="181457"/>
                  </a:lnTo>
                  <a:lnTo>
                    <a:pt x="408724" y="120497"/>
                  </a:lnTo>
                  <a:lnTo>
                    <a:pt x="436257" y="120497"/>
                  </a:lnTo>
                  <a:lnTo>
                    <a:pt x="436257" y="90017"/>
                  </a:lnTo>
                  <a:lnTo>
                    <a:pt x="373672" y="90017"/>
                  </a:lnTo>
                  <a:lnTo>
                    <a:pt x="373672" y="120497"/>
                  </a:lnTo>
                  <a:lnTo>
                    <a:pt x="368287" y="170561"/>
                  </a:lnTo>
                  <a:lnTo>
                    <a:pt x="359194" y="215468"/>
                  </a:lnTo>
                  <a:lnTo>
                    <a:pt x="346671" y="255219"/>
                  </a:lnTo>
                  <a:lnTo>
                    <a:pt x="331000" y="289852"/>
                  </a:lnTo>
                  <a:lnTo>
                    <a:pt x="314667" y="254952"/>
                  </a:lnTo>
                  <a:lnTo>
                    <a:pt x="302044" y="216801"/>
                  </a:lnTo>
                  <a:lnTo>
                    <a:pt x="294182" y="181457"/>
                  </a:lnTo>
                  <a:lnTo>
                    <a:pt x="292849" y="175488"/>
                  </a:lnTo>
                  <a:lnTo>
                    <a:pt x="286804" y="131165"/>
                  </a:lnTo>
                  <a:lnTo>
                    <a:pt x="288328" y="128117"/>
                  </a:lnTo>
                  <a:lnTo>
                    <a:pt x="289852" y="123545"/>
                  </a:lnTo>
                  <a:lnTo>
                    <a:pt x="291376" y="120497"/>
                  </a:lnTo>
                  <a:lnTo>
                    <a:pt x="373672" y="120497"/>
                  </a:lnTo>
                  <a:lnTo>
                    <a:pt x="373672" y="90017"/>
                  </a:lnTo>
                  <a:lnTo>
                    <a:pt x="302044" y="90017"/>
                  </a:lnTo>
                  <a:lnTo>
                    <a:pt x="308381" y="71361"/>
                  </a:lnTo>
                  <a:lnTo>
                    <a:pt x="313855" y="52019"/>
                  </a:lnTo>
                  <a:lnTo>
                    <a:pt x="318757" y="31838"/>
                  </a:lnTo>
                  <a:lnTo>
                    <a:pt x="323380" y="10680"/>
                  </a:lnTo>
                  <a:lnTo>
                    <a:pt x="288328" y="6096"/>
                  </a:lnTo>
                  <a:lnTo>
                    <a:pt x="278015" y="56692"/>
                  </a:lnTo>
                  <a:lnTo>
                    <a:pt x="263283" y="103314"/>
                  </a:lnTo>
                  <a:lnTo>
                    <a:pt x="244297" y="145948"/>
                  </a:lnTo>
                  <a:lnTo>
                    <a:pt x="221170" y="184607"/>
                  </a:lnTo>
                  <a:lnTo>
                    <a:pt x="227507" y="191465"/>
                  </a:lnTo>
                  <a:lnTo>
                    <a:pt x="232981" y="198323"/>
                  </a:lnTo>
                  <a:lnTo>
                    <a:pt x="237896" y="205181"/>
                  </a:lnTo>
                  <a:lnTo>
                    <a:pt x="242506" y="212039"/>
                  </a:lnTo>
                  <a:lnTo>
                    <a:pt x="247967" y="204914"/>
                  </a:lnTo>
                  <a:lnTo>
                    <a:pt x="252984" y="197358"/>
                  </a:lnTo>
                  <a:lnTo>
                    <a:pt x="257733" y="189484"/>
                  </a:lnTo>
                  <a:lnTo>
                    <a:pt x="262318" y="181457"/>
                  </a:lnTo>
                  <a:lnTo>
                    <a:pt x="269494" y="220370"/>
                  </a:lnTo>
                  <a:lnTo>
                    <a:pt x="279666" y="256997"/>
                  </a:lnTo>
                  <a:lnTo>
                    <a:pt x="293014" y="291325"/>
                  </a:lnTo>
                  <a:lnTo>
                    <a:pt x="309664" y="323380"/>
                  </a:lnTo>
                  <a:lnTo>
                    <a:pt x="288747" y="347954"/>
                  </a:lnTo>
                  <a:lnTo>
                    <a:pt x="264998" y="371398"/>
                  </a:lnTo>
                  <a:lnTo>
                    <a:pt x="238417" y="393712"/>
                  </a:lnTo>
                  <a:lnTo>
                    <a:pt x="208978" y="414921"/>
                  </a:lnTo>
                  <a:lnTo>
                    <a:pt x="216674" y="422630"/>
                  </a:lnTo>
                  <a:lnTo>
                    <a:pt x="223532" y="429653"/>
                  </a:lnTo>
                  <a:lnTo>
                    <a:pt x="229768" y="436346"/>
                  </a:lnTo>
                  <a:lnTo>
                    <a:pt x="234886" y="442353"/>
                  </a:lnTo>
                  <a:lnTo>
                    <a:pt x="261480" y="423189"/>
                  </a:lnTo>
                  <a:lnTo>
                    <a:pt x="286245" y="402399"/>
                  </a:lnTo>
                  <a:lnTo>
                    <a:pt x="309549" y="379691"/>
                  </a:lnTo>
                  <a:lnTo>
                    <a:pt x="331000" y="355384"/>
                  </a:lnTo>
                  <a:lnTo>
                    <a:pt x="349529" y="378548"/>
                  </a:lnTo>
                  <a:lnTo>
                    <a:pt x="370624" y="400011"/>
                  </a:lnTo>
                  <a:lnTo>
                    <a:pt x="394004" y="419760"/>
                  </a:lnTo>
                  <a:lnTo>
                    <a:pt x="419392" y="437781"/>
                  </a:lnTo>
                  <a:lnTo>
                    <a:pt x="424294" y="429780"/>
                  </a:lnTo>
                  <a:lnTo>
                    <a:pt x="429768" y="421589"/>
                  </a:lnTo>
                  <a:lnTo>
                    <a:pt x="435775" y="413131"/>
                  </a:lnTo>
                  <a:lnTo>
                    <a:pt x="442353" y="404253"/>
                  </a:lnTo>
                  <a:close/>
                </a:path>
                <a:path w="886460" h="442595">
                  <a:moveTo>
                    <a:pt x="870877" y="70104"/>
                  </a:moveTo>
                  <a:lnTo>
                    <a:pt x="686282" y="70104"/>
                  </a:lnTo>
                  <a:lnTo>
                    <a:pt x="707720" y="56388"/>
                  </a:lnTo>
                  <a:lnTo>
                    <a:pt x="697941" y="42659"/>
                  </a:lnTo>
                  <a:lnTo>
                    <a:pt x="687057" y="28765"/>
                  </a:lnTo>
                  <a:lnTo>
                    <a:pt x="675043" y="14605"/>
                  </a:lnTo>
                  <a:lnTo>
                    <a:pt x="661898" y="0"/>
                  </a:lnTo>
                  <a:lnTo>
                    <a:pt x="632942" y="19812"/>
                  </a:lnTo>
                  <a:lnTo>
                    <a:pt x="643826" y="33248"/>
                  </a:lnTo>
                  <a:lnTo>
                    <a:pt x="653707" y="46101"/>
                  </a:lnTo>
                  <a:lnTo>
                    <a:pt x="662736" y="58394"/>
                  </a:lnTo>
                  <a:lnTo>
                    <a:pt x="671042" y="70104"/>
                  </a:lnTo>
                  <a:lnTo>
                    <a:pt x="469785" y="70104"/>
                  </a:lnTo>
                  <a:lnTo>
                    <a:pt x="469785" y="158597"/>
                  </a:lnTo>
                  <a:lnTo>
                    <a:pt x="504837" y="158597"/>
                  </a:lnTo>
                  <a:lnTo>
                    <a:pt x="504837" y="102209"/>
                  </a:lnTo>
                  <a:lnTo>
                    <a:pt x="835736" y="102209"/>
                  </a:lnTo>
                  <a:lnTo>
                    <a:pt x="835736" y="158597"/>
                  </a:lnTo>
                  <a:lnTo>
                    <a:pt x="870877" y="158597"/>
                  </a:lnTo>
                  <a:lnTo>
                    <a:pt x="870877" y="102209"/>
                  </a:lnTo>
                  <a:lnTo>
                    <a:pt x="870877" y="70104"/>
                  </a:lnTo>
                  <a:close/>
                </a:path>
                <a:path w="886460" h="442595">
                  <a:moveTo>
                    <a:pt x="886117" y="263842"/>
                  </a:moveTo>
                  <a:lnTo>
                    <a:pt x="695426" y="263842"/>
                  </a:lnTo>
                  <a:lnTo>
                    <a:pt x="695426" y="251650"/>
                  </a:lnTo>
                  <a:lnTo>
                    <a:pt x="799160" y="184594"/>
                  </a:lnTo>
                  <a:lnTo>
                    <a:pt x="799160" y="149453"/>
                  </a:lnTo>
                  <a:lnTo>
                    <a:pt x="533793" y="149453"/>
                  </a:lnTo>
                  <a:lnTo>
                    <a:pt x="533793" y="181457"/>
                  </a:lnTo>
                  <a:lnTo>
                    <a:pt x="745820" y="181457"/>
                  </a:lnTo>
                  <a:lnTo>
                    <a:pt x="658850" y="236410"/>
                  </a:lnTo>
                  <a:lnTo>
                    <a:pt x="658850" y="263842"/>
                  </a:lnTo>
                  <a:lnTo>
                    <a:pt x="453021" y="263842"/>
                  </a:lnTo>
                  <a:lnTo>
                    <a:pt x="453021" y="295948"/>
                  </a:lnTo>
                  <a:lnTo>
                    <a:pt x="658850" y="295948"/>
                  </a:lnTo>
                  <a:lnTo>
                    <a:pt x="658850" y="366052"/>
                  </a:lnTo>
                  <a:lnTo>
                    <a:pt x="657110" y="379183"/>
                  </a:lnTo>
                  <a:lnTo>
                    <a:pt x="651802" y="388772"/>
                  </a:lnTo>
                  <a:lnTo>
                    <a:pt x="642772" y="394639"/>
                  </a:lnTo>
                  <a:lnTo>
                    <a:pt x="629894" y="396633"/>
                  </a:lnTo>
                  <a:lnTo>
                    <a:pt x="615873" y="396341"/>
                  </a:lnTo>
                  <a:lnTo>
                    <a:pt x="601129" y="395490"/>
                  </a:lnTo>
                  <a:lnTo>
                    <a:pt x="585533" y="394055"/>
                  </a:lnTo>
                  <a:lnTo>
                    <a:pt x="568934" y="392061"/>
                  </a:lnTo>
                  <a:lnTo>
                    <a:pt x="570941" y="402958"/>
                  </a:lnTo>
                  <a:lnTo>
                    <a:pt x="572363" y="413016"/>
                  </a:lnTo>
                  <a:lnTo>
                    <a:pt x="573227" y="422490"/>
                  </a:lnTo>
                  <a:lnTo>
                    <a:pt x="573506" y="431685"/>
                  </a:lnTo>
                  <a:lnTo>
                    <a:pt x="639038" y="431685"/>
                  </a:lnTo>
                  <a:lnTo>
                    <a:pt x="681520" y="417957"/>
                  </a:lnTo>
                  <a:lnTo>
                    <a:pt x="695426" y="376720"/>
                  </a:lnTo>
                  <a:lnTo>
                    <a:pt x="695426" y="295948"/>
                  </a:lnTo>
                  <a:lnTo>
                    <a:pt x="886117" y="295948"/>
                  </a:lnTo>
                  <a:lnTo>
                    <a:pt x="886117" y="26384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9447" y="4033170"/>
              <a:ext cx="108299" cy="100679"/>
            </a:xfrm>
            <a:prstGeom prst="rect">
              <a:avLst/>
            </a:prstGeom>
          </p:spPr>
        </p:pic>
      </p:grpSp>
      <p:sp>
        <p:nvSpPr>
          <p:cNvPr id="30" name="object 30" descr=""/>
          <p:cNvSpPr/>
          <p:nvPr/>
        </p:nvSpPr>
        <p:spPr>
          <a:xfrm>
            <a:off x="6674929" y="3703701"/>
            <a:ext cx="401320" cy="424180"/>
          </a:xfrm>
          <a:custGeom>
            <a:avLst/>
            <a:gdLst/>
            <a:ahLst/>
            <a:cxnLst/>
            <a:rect l="l" t="t" r="r" b="b"/>
            <a:pathLst>
              <a:path w="401320" h="424179">
                <a:moveTo>
                  <a:pt x="28956" y="205930"/>
                </a:moveTo>
                <a:lnTo>
                  <a:pt x="22931" y="199071"/>
                </a:lnTo>
                <a:lnTo>
                  <a:pt x="16192" y="192202"/>
                </a:lnTo>
                <a:lnTo>
                  <a:pt x="8596" y="185316"/>
                </a:lnTo>
                <a:lnTo>
                  <a:pt x="0" y="178403"/>
                </a:lnTo>
                <a:lnTo>
                  <a:pt x="34630" y="138954"/>
                </a:lnTo>
                <a:lnTo>
                  <a:pt x="65234" y="96059"/>
                </a:lnTo>
                <a:lnTo>
                  <a:pt x="91819" y="49735"/>
                </a:lnTo>
                <a:lnTo>
                  <a:pt x="114395" y="0"/>
                </a:lnTo>
                <a:lnTo>
                  <a:pt x="149447" y="10668"/>
                </a:lnTo>
                <a:lnTo>
                  <a:pt x="143708" y="24122"/>
                </a:lnTo>
                <a:lnTo>
                  <a:pt x="137826" y="37147"/>
                </a:lnTo>
                <a:lnTo>
                  <a:pt x="131659" y="49887"/>
                </a:lnTo>
                <a:lnTo>
                  <a:pt x="125063" y="62484"/>
                </a:lnTo>
                <a:lnTo>
                  <a:pt x="401097" y="62484"/>
                </a:lnTo>
                <a:lnTo>
                  <a:pt x="400459" y="96107"/>
                </a:lnTo>
                <a:lnTo>
                  <a:pt x="106775" y="96107"/>
                </a:lnTo>
                <a:lnTo>
                  <a:pt x="89057" y="125255"/>
                </a:lnTo>
                <a:lnTo>
                  <a:pt x="70187" y="153269"/>
                </a:lnTo>
                <a:lnTo>
                  <a:pt x="50156" y="180157"/>
                </a:lnTo>
                <a:lnTo>
                  <a:pt x="28956" y="205930"/>
                </a:lnTo>
                <a:close/>
              </a:path>
              <a:path w="401320" h="424179">
                <a:moveTo>
                  <a:pt x="379631" y="389001"/>
                </a:moveTo>
                <a:lnTo>
                  <a:pt x="297370" y="389001"/>
                </a:lnTo>
                <a:lnTo>
                  <a:pt x="312244" y="388105"/>
                </a:lnTo>
                <a:lnTo>
                  <a:pt x="324850" y="385333"/>
                </a:lnTo>
                <a:lnTo>
                  <a:pt x="353663" y="352901"/>
                </a:lnTo>
                <a:lnTo>
                  <a:pt x="359568" y="257176"/>
                </a:lnTo>
                <a:lnTo>
                  <a:pt x="361854" y="146725"/>
                </a:lnTo>
                <a:lnTo>
                  <a:pt x="362997" y="96107"/>
                </a:lnTo>
                <a:lnTo>
                  <a:pt x="400459" y="96107"/>
                </a:lnTo>
                <a:lnTo>
                  <a:pt x="398634" y="173886"/>
                </a:lnTo>
                <a:lnTo>
                  <a:pt x="397037" y="225382"/>
                </a:lnTo>
                <a:lnTo>
                  <a:pt x="395294" y="274170"/>
                </a:lnTo>
                <a:lnTo>
                  <a:pt x="393477" y="320325"/>
                </a:lnTo>
                <a:lnTo>
                  <a:pt x="388143" y="368343"/>
                </a:lnTo>
                <a:lnTo>
                  <a:pt x="381904" y="385516"/>
                </a:lnTo>
                <a:lnTo>
                  <a:pt x="379631" y="389001"/>
                </a:lnTo>
                <a:close/>
              </a:path>
              <a:path w="401320" h="424179">
                <a:moveTo>
                  <a:pt x="103727" y="349281"/>
                </a:moveTo>
                <a:lnTo>
                  <a:pt x="70199" y="349281"/>
                </a:lnTo>
                <a:lnTo>
                  <a:pt x="70199" y="157067"/>
                </a:lnTo>
                <a:lnTo>
                  <a:pt x="272986" y="157067"/>
                </a:lnTo>
                <a:lnTo>
                  <a:pt x="272986" y="187642"/>
                </a:lnTo>
                <a:lnTo>
                  <a:pt x="103727" y="187642"/>
                </a:lnTo>
                <a:lnTo>
                  <a:pt x="103727" y="289845"/>
                </a:lnTo>
                <a:lnTo>
                  <a:pt x="272986" y="289845"/>
                </a:lnTo>
                <a:lnTo>
                  <a:pt x="272986" y="320325"/>
                </a:lnTo>
                <a:lnTo>
                  <a:pt x="103727" y="320325"/>
                </a:lnTo>
                <a:lnTo>
                  <a:pt x="103727" y="349281"/>
                </a:lnTo>
                <a:close/>
              </a:path>
              <a:path w="401320" h="424179">
                <a:moveTo>
                  <a:pt x="272986" y="289845"/>
                </a:moveTo>
                <a:lnTo>
                  <a:pt x="240982" y="289845"/>
                </a:lnTo>
                <a:lnTo>
                  <a:pt x="240982" y="187642"/>
                </a:lnTo>
                <a:lnTo>
                  <a:pt x="272986" y="187642"/>
                </a:lnTo>
                <a:lnTo>
                  <a:pt x="272986" y="289845"/>
                </a:lnTo>
                <a:close/>
              </a:path>
              <a:path w="401320" h="424179">
                <a:moveTo>
                  <a:pt x="301942" y="424053"/>
                </a:moveTo>
                <a:lnTo>
                  <a:pt x="260985" y="423862"/>
                </a:lnTo>
                <a:lnTo>
                  <a:pt x="235719" y="423410"/>
                </a:lnTo>
                <a:lnTo>
                  <a:pt x="207454" y="422529"/>
                </a:lnTo>
                <a:lnTo>
                  <a:pt x="206287" y="414216"/>
                </a:lnTo>
                <a:lnTo>
                  <a:pt x="204978" y="405181"/>
                </a:lnTo>
                <a:lnTo>
                  <a:pt x="203382" y="395271"/>
                </a:lnTo>
                <a:lnTo>
                  <a:pt x="201358" y="384333"/>
                </a:lnTo>
                <a:lnTo>
                  <a:pt x="227933" y="386348"/>
                </a:lnTo>
                <a:lnTo>
                  <a:pt x="252793" y="387810"/>
                </a:lnTo>
                <a:lnTo>
                  <a:pt x="275939" y="388700"/>
                </a:lnTo>
                <a:lnTo>
                  <a:pt x="297370" y="389001"/>
                </a:lnTo>
                <a:lnTo>
                  <a:pt x="379631" y="389001"/>
                </a:lnTo>
                <a:lnTo>
                  <a:pt x="373665" y="398145"/>
                </a:lnTo>
                <a:lnTo>
                  <a:pt x="361400" y="409265"/>
                </a:lnTo>
                <a:lnTo>
                  <a:pt x="345269" y="417385"/>
                </a:lnTo>
                <a:lnTo>
                  <a:pt x="325405" y="422362"/>
                </a:lnTo>
                <a:lnTo>
                  <a:pt x="301942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124795" y="3725036"/>
            <a:ext cx="434975" cy="403225"/>
          </a:xfrm>
          <a:custGeom>
            <a:avLst/>
            <a:gdLst/>
            <a:ahLst/>
            <a:cxnLst/>
            <a:rect l="l" t="t" r="r" b="b"/>
            <a:pathLst>
              <a:path w="434975" h="403225">
                <a:moveTo>
                  <a:pt x="102203" y="147923"/>
                </a:moveTo>
                <a:lnTo>
                  <a:pt x="67151" y="147923"/>
                </a:lnTo>
                <a:lnTo>
                  <a:pt x="67151" y="0"/>
                </a:lnTo>
                <a:lnTo>
                  <a:pt x="364521" y="0"/>
                </a:lnTo>
                <a:lnTo>
                  <a:pt x="364521" y="32004"/>
                </a:lnTo>
                <a:lnTo>
                  <a:pt x="102203" y="32004"/>
                </a:lnTo>
                <a:lnTo>
                  <a:pt x="102203" y="96107"/>
                </a:lnTo>
                <a:lnTo>
                  <a:pt x="364521" y="96107"/>
                </a:lnTo>
                <a:lnTo>
                  <a:pt x="364521" y="126587"/>
                </a:lnTo>
                <a:lnTo>
                  <a:pt x="102203" y="126587"/>
                </a:lnTo>
                <a:lnTo>
                  <a:pt x="102203" y="147923"/>
                </a:lnTo>
                <a:close/>
              </a:path>
              <a:path w="434975" h="403225">
                <a:moveTo>
                  <a:pt x="364521" y="96107"/>
                </a:moveTo>
                <a:lnTo>
                  <a:pt x="330993" y="96107"/>
                </a:lnTo>
                <a:lnTo>
                  <a:pt x="330993" y="32004"/>
                </a:lnTo>
                <a:lnTo>
                  <a:pt x="364521" y="32004"/>
                </a:lnTo>
                <a:lnTo>
                  <a:pt x="364521" y="96107"/>
                </a:lnTo>
                <a:close/>
              </a:path>
              <a:path w="434975" h="403225">
                <a:moveTo>
                  <a:pt x="364521" y="144875"/>
                </a:moveTo>
                <a:lnTo>
                  <a:pt x="330993" y="144875"/>
                </a:lnTo>
                <a:lnTo>
                  <a:pt x="330993" y="126587"/>
                </a:lnTo>
                <a:lnTo>
                  <a:pt x="364521" y="126587"/>
                </a:lnTo>
                <a:lnTo>
                  <a:pt x="364521" y="144875"/>
                </a:lnTo>
                <a:close/>
              </a:path>
              <a:path w="434975" h="403225">
                <a:moveTo>
                  <a:pt x="434721" y="201358"/>
                </a:moveTo>
                <a:lnTo>
                  <a:pt x="0" y="201358"/>
                </a:lnTo>
                <a:lnTo>
                  <a:pt x="0" y="170878"/>
                </a:lnTo>
                <a:lnTo>
                  <a:pt x="434721" y="170878"/>
                </a:lnTo>
                <a:lnTo>
                  <a:pt x="434721" y="201358"/>
                </a:lnTo>
                <a:close/>
              </a:path>
              <a:path w="434975" h="403225">
                <a:moveTo>
                  <a:pt x="350960" y="367665"/>
                </a:moveTo>
                <a:lnTo>
                  <a:pt x="276034" y="367665"/>
                </a:lnTo>
                <a:lnTo>
                  <a:pt x="296639" y="365054"/>
                </a:lnTo>
                <a:lnTo>
                  <a:pt x="312503" y="357139"/>
                </a:lnTo>
                <a:lnTo>
                  <a:pt x="323491" y="343795"/>
                </a:lnTo>
                <a:lnTo>
                  <a:pt x="329469" y="324897"/>
                </a:lnTo>
                <a:lnTo>
                  <a:pt x="330636" y="316039"/>
                </a:lnTo>
                <a:lnTo>
                  <a:pt x="331946" y="305466"/>
                </a:lnTo>
                <a:lnTo>
                  <a:pt x="333541" y="293179"/>
                </a:lnTo>
                <a:lnTo>
                  <a:pt x="335565" y="279177"/>
                </a:lnTo>
                <a:lnTo>
                  <a:pt x="76295" y="279177"/>
                </a:lnTo>
                <a:lnTo>
                  <a:pt x="76295" y="247078"/>
                </a:lnTo>
                <a:lnTo>
                  <a:pt x="94583" y="201358"/>
                </a:lnTo>
                <a:lnTo>
                  <a:pt x="131159" y="201358"/>
                </a:lnTo>
                <a:lnTo>
                  <a:pt x="112871" y="247078"/>
                </a:lnTo>
                <a:lnTo>
                  <a:pt x="373665" y="247078"/>
                </a:lnTo>
                <a:lnTo>
                  <a:pt x="369093" y="294215"/>
                </a:lnTo>
                <a:lnTo>
                  <a:pt x="355090" y="362171"/>
                </a:lnTo>
                <a:lnTo>
                  <a:pt x="350960" y="367665"/>
                </a:lnTo>
                <a:close/>
              </a:path>
              <a:path w="434975" h="403225">
                <a:moveTo>
                  <a:pt x="282130" y="402717"/>
                </a:moveTo>
                <a:lnTo>
                  <a:pt x="256436" y="402478"/>
                </a:lnTo>
                <a:lnTo>
                  <a:pt x="202191" y="401431"/>
                </a:lnTo>
                <a:lnTo>
                  <a:pt x="173926" y="401193"/>
                </a:lnTo>
                <a:lnTo>
                  <a:pt x="172521" y="392880"/>
                </a:lnTo>
                <a:lnTo>
                  <a:pt x="170688" y="383845"/>
                </a:lnTo>
                <a:lnTo>
                  <a:pt x="168568" y="373935"/>
                </a:lnTo>
                <a:lnTo>
                  <a:pt x="166306" y="362997"/>
                </a:lnTo>
                <a:lnTo>
                  <a:pt x="196310" y="365012"/>
                </a:lnTo>
                <a:lnTo>
                  <a:pt x="224599" y="366474"/>
                </a:lnTo>
                <a:lnTo>
                  <a:pt x="251174" y="367364"/>
                </a:lnTo>
                <a:lnTo>
                  <a:pt x="276034" y="367665"/>
                </a:lnTo>
                <a:lnTo>
                  <a:pt x="350960" y="367665"/>
                </a:lnTo>
                <a:lnTo>
                  <a:pt x="338220" y="384607"/>
                </a:lnTo>
                <a:lnTo>
                  <a:pt x="313903" y="398167"/>
                </a:lnTo>
                <a:lnTo>
                  <a:pt x="282130" y="4027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49266" y="3732657"/>
            <a:ext cx="138779" cy="105251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8057388" y="403250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45720" y="45720"/>
                </a:moveTo>
                <a:lnTo>
                  <a:pt x="0" y="45720"/>
                </a:lnTo>
                <a:lnTo>
                  <a:pt x="0" y="0"/>
                </a:lnTo>
                <a:lnTo>
                  <a:pt x="45720" y="0"/>
                </a:lnTo>
                <a:lnTo>
                  <a:pt x="45720" y="457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54257" y="3753992"/>
            <a:ext cx="114395" cy="105251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14372" y="4033170"/>
            <a:ext cx="108299" cy="100679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8803945" y="3898963"/>
            <a:ext cx="313055" cy="236854"/>
          </a:xfrm>
          <a:custGeom>
            <a:avLst/>
            <a:gdLst/>
            <a:ahLst/>
            <a:cxnLst/>
            <a:rect l="l" t="t" r="r" b="b"/>
            <a:pathLst>
              <a:path w="313054" h="236854">
                <a:moveTo>
                  <a:pt x="312623" y="152501"/>
                </a:moveTo>
                <a:lnTo>
                  <a:pt x="280619" y="152501"/>
                </a:lnTo>
                <a:lnTo>
                  <a:pt x="280619" y="189077"/>
                </a:lnTo>
                <a:lnTo>
                  <a:pt x="312623" y="189077"/>
                </a:lnTo>
                <a:lnTo>
                  <a:pt x="312623" y="152501"/>
                </a:lnTo>
                <a:close/>
              </a:path>
              <a:path w="313054" h="236854">
                <a:moveTo>
                  <a:pt x="312623" y="0"/>
                </a:moveTo>
                <a:lnTo>
                  <a:pt x="280619" y="0"/>
                </a:lnTo>
                <a:lnTo>
                  <a:pt x="280619" y="27940"/>
                </a:lnTo>
                <a:lnTo>
                  <a:pt x="280619" y="62230"/>
                </a:lnTo>
                <a:lnTo>
                  <a:pt x="32016" y="62230"/>
                </a:lnTo>
                <a:lnTo>
                  <a:pt x="32016" y="27940"/>
                </a:lnTo>
                <a:lnTo>
                  <a:pt x="280619" y="27940"/>
                </a:lnTo>
                <a:lnTo>
                  <a:pt x="280619" y="0"/>
                </a:lnTo>
                <a:lnTo>
                  <a:pt x="0" y="0"/>
                </a:lnTo>
                <a:lnTo>
                  <a:pt x="0" y="27940"/>
                </a:lnTo>
                <a:lnTo>
                  <a:pt x="0" y="62230"/>
                </a:lnTo>
                <a:lnTo>
                  <a:pt x="0" y="236220"/>
                </a:lnTo>
                <a:lnTo>
                  <a:pt x="32016" y="236220"/>
                </a:lnTo>
                <a:lnTo>
                  <a:pt x="32016" y="217170"/>
                </a:lnTo>
                <a:lnTo>
                  <a:pt x="280619" y="217170"/>
                </a:lnTo>
                <a:lnTo>
                  <a:pt x="280619" y="236423"/>
                </a:lnTo>
                <a:lnTo>
                  <a:pt x="312623" y="236423"/>
                </a:lnTo>
                <a:lnTo>
                  <a:pt x="312623" y="217170"/>
                </a:lnTo>
                <a:lnTo>
                  <a:pt x="312623" y="216611"/>
                </a:lnTo>
                <a:lnTo>
                  <a:pt x="312623" y="189230"/>
                </a:lnTo>
                <a:lnTo>
                  <a:pt x="32016" y="189230"/>
                </a:lnTo>
                <a:lnTo>
                  <a:pt x="32016" y="152400"/>
                </a:lnTo>
                <a:lnTo>
                  <a:pt x="312623" y="152400"/>
                </a:lnTo>
                <a:lnTo>
                  <a:pt x="312623" y="127000"/>
                </a:lnTo>
                <a:lnTo>
                  <a:pt x="32016" y="127000"/>
                </a:lnTo>
                <a:lnTo>
                  <a:pt x="32016" y="90170"/>
                </a:lnTo>
                <a:lnTo>
                  <a:pt x="280619" y="90170"/>
                </a:lnTo>
                <a:lnTo>
                  <a:pt x="280619" y="126593"/>
                </a:lnTo>
                <a:lnTo>
                  <a:pt x="312623" y="126593"/>
                </a:lnTo>
                <a:lnTo>
                  <a:pt x="312623" y="27444"/>
                </a:lnTo>
                <a:lnTo>
                  <a:pt x="31262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8773382" y="3724973"/>
            <a:ext cx="993140" cy="408940"/>
            <a:chOff x="8773382" y="3724973"/>
            <a:chExt cx="993140" cy="408940"/>
          </a:xfrm>
        </p:grpSpPr>
        <p:sp>
          <p:nvSpPr>
            <p:cNvPr id="38" name="object 38" descr=""/>
            <p:cNvSpPr/>
            <p:nvPr/>
          </p:nvSpPr>
          <p:spPr>
            <a:xfrm>
              <a:off x="8773376" y="3724973"/>
              <a:ext cx="852805" cy="403225"/>
            </a:xfrm>
            <a:custGeom>
              <a:avLst/>
              <a:gdLst/>
              <a:ahLst/>
              <a:cxnLst/>
              <a:rect l="l" t="t" r="r" b="b"/>
              <a:pathLst>
                <a:path w="852804" h="403225">
                  <a:moveTo>
                    <a:pt x="300418" y="114465"/>
                  </a:moveTo>
                  <a:lnTo>
                    <a:pt x="73253" y="114465"/>
                  </a:lnTo>
                  <a:lnTo>
                    <a:pt x="73253" y="141897"/>
                  </a:lnTo>
                  <a:lnTo>
                    <a:pt x="300418" y="141897"/>
                  </a:lnTo>
                  <a:lnTo>
                    <a:pt x="300418" y="114465"/>
                  </a:lnTo>
                  <a:close/>
                </a:path>
                <a:path w="852804" h="403225">
                  <a:moveTo>
                    <a:pt x="300418" y="58077"/>
                  </a:moveTo>
                  <a:lnTo>
                    <a:pt x="73253" y="58077"/>
                  </a:lnTo>
                  <a:lnTo>
                    <a:pt x="73253" y="83985"/>
                  </a:lnTo>
                  <a:lnTo>
                    <a:pt x="300418" y="83985"/>
                  </a:lnTo>
                  <a:lnTo>
                    <a:pt x="300418" y="58077"/>
                  </a:lnTo>
                  <a:close/>
                </a:path>
                <a:path w="852804" h="403225">
                  <a:moveTo>
                    <a:pt x="373672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156210"/>
                  </a:lnTo>
                  <a:lnTo>
                    <a:pt x="32105" y="156210"/>
                  </a:lnTo>
                  <a:lnTo>
                    <a:pt x="32105" y="27940"/>
                  </a:lnTo>
                  <a:lnTo>
                    <a:pt x="340144" y="27940"/>
                  </a:lnTo>
                  <a:lnTo>
                    <a:pt x="340144" y="155613"/>
                  </a:lnTo>
                  <a:lnTo>
                    <a:pt x="373672" y="155613"/>
                  </a:lnTo>
                  <a:lnTo>
                    <a:pt x="373672" y="27940"/>
                  </a:lnTo>
                  <a:lnTo>
                    <a:pt x="373672" y="27495"/>
                  </a:lnTo>
                  <a:lnTo>
                    <a:pt x="373672" y="0"/>
                  </a:lnTo>
                  <a:close/>
                </a:path>
                <a:path w="852804" h="403225">
                  <a:moveTo>
                    <a:pt x="783907" y="63"/>
                  </a:moveTo>
                  <a:lnTo>
                    <a:pt x="748855" y="63"/>
                  </a:lnTo>
                  <a:lnTo>
                    <a:pt x="748855" y="32080"/>
                  </a:lnTo>
                  <a:lnTo>
                    <a:pt x="748855" y="96177"/>
                  </a:lnTo>
                  <a:lnTo>
                    <a:pt x="520065" y="96177"/>
                  </a:lnTo>
                  <a:lnTo>
                    <a:pt x="520065" y="32080"/>
                  </a:lnTo>
                  <a:lnTo>
                    <a:pt x="748855" y="32080"/>
                  </a:lnTo>
                  <a:lnTo>
                    <a:pt x="748855" y="63"/>
                  </a:lnTo>
                  <a:lnTo>
                    <a:pt x="486537" y="63"/>
                  </a:lnTo>
                  <a:lnTo>
                    <a:pt x="486537" y="147993"/>
                  </a:lnTo>
                  <a:lnTo>
                    <a:pt x="520065" y="147993"/>
                  </a:lnTo>
                  <a:lnTo>
                    <a:pt x="520065" y="126657"/>
                  </a:lnTo>
                  <a:lnTo>
                    <a:pt x="748855" y="126657"/>
                  </a:lnTo>
                  <a:lnTo>
                    <a:pt x="748855" y="144945"/>
                  </a:lnTo>
                  <a:lnTo>
                    <a:pt x="783907" y="144945"/>
                  </a:lnTo>
                  <a:lnTo>
                    <a:pt x="783907" y="126657"/>
                  </a:lnTo>
                  <a:lnTo>
                    <a:pt x="783907" y="96177"/>
                  </a:lnTo>
                  <a:lnTo>
                    <a:pt x="783907" y="32080"/>
                  </a:lnTo>
                  <a:lnTo>
                    <a:pt x="783907" y="63"/>
                  </a:lnTo>
                  <a:close/>
                </a:path>
                <a:path w="852804" h="403225">
                  <a:moveTo>
                    <a:pt x="852487" y="170954"/>
                  </a:moveTo>
                  <a:lnTo>
                    <a:pt x="417855" y="170954"/>
                  </a:lnTo>
                  <a:lnTo>
                    <a:pt x="417855" y="201434"/>
                  </a:lnTo>
                  <a:lnTo>
                    <a:pt x="512445" y="201434"/>
                  </a:lnTo>
                  <a:lnTo>
                    <a:pt x="494157" y="247154"/>
                  </a:lnTo>
                  <a:lnTo>
                    <a:pt x="494157" y="279247"/>
                  </a:lnTo>
                  <a:lnTo>
                    <a:pt x="753427" y="279247"/>
                  </a:lnTo>
                  <a:lnTo>
                    <a:pt x="751408" y="293255"/>
                  </a:lnTo>
                  <a:lnTo>
                    <a:pt x="749808" y="305536"/>
                  </a:lnTo>
                  <a:lnTo>
                    <a:pt x="748499" y="316115"/>
                  </a:lnTo>
                  <a:lnTo>
                    <a:pt x="747331" y="324967"/>
                  </a:lnTo>
                  <a:lnTo>
                    <a:pt x="741349" y="343865"/>
                  </a:lnTo>
                  <a:lnTo>
                    <a:pt x="730364" y="357212"/>
                  </a:lnTo>
                  <a:lnTo>
                    <a:pt x="714502" y="365125"/>
                  </a:lnTo>
                  <a:lnTo>
                    <a:pt x="693902" y="367741"/>
                  </a:lnTo>
                  <a:lnTo>
                    <a:pt x="669251" y="367436"/>
                  </a:lnTo>
                  <a:lnTo>
                    <a:pt x="643026" y="366547"/>
                  </a:lnTo>
                  <a:lnTo>
                    <a:pt x="614768" y="365086"/>
                  </a:lnTo>
                  <a:lnTo>
                    <a:pt x="584073" y="363067"/>
                  </a:lnTo>
                  <a:lnTo>
                    <a:pt x="586384" y="374002"/>
                  </a:lnTo>
                  <a:lnTo>
                    <a:pt x="588543" y="383921"/>
                  </a:lnTo>
                  <a:lnTo>
                    <a:pt x="590384" y="392950"/>
                  </a:lnTo>
                  <a:lnTo>
                    <a:pt x="591794" y="401269"/>
                  </a:lnTo>
                  <a:lnTo>
                    <a:pt x="620052" y="401497"/>
                  </a:lnTo>
                  <a:lnTo>
                    <a:pt x="674293" y="402551"/>
                  </a:lnTo>
                  <a:lnTo>
                    <a:pt x="699998" y="402793"/>
                  </a:lnTo>
                  <a:lnTo>
                    <a:pt x="731761" y="398233"/>
                  </a:lnTo>
                  <a:lnTo>
                    <a:pt x="768819" y="367741"/>
                  </a:lnTo>
                  <a:lnTo>
                    <a:pt x="782383" y="331063"/>
                  </a:lnTo>
                  <a:lnTo>
                    <a:pt x="789241" y="272084"/>
                  </a:lnTo>
                  <a:lnTo>
                    <a:pt x="791527" y="247154"/>
                  </a:lnTo>
                  <a:lnTo>
                    <a:pt x="530733" y="247154"/>
                  </a:lnTo>
                  <a:lnTo>
                    <a:pt x="549021" y="201434"/>
                  </a:lnTo>
                  <a:lnTo>
                    <a:pt x="852487" y="201434"/>
                  </a:lnTo>
                  <a:lnTo>
                    <a:pt x="852487" y="17095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57969" y="4033170"/>
              <a:ext cx="108203" cy="100679"/>
            </a:xfrm>
            <a:prstGeom prst="rect">
              <a:avLst/>
            </a:prstGeom>
          </p:spPr>
        </p:pic>
      </p:grpSp>
      <p:sp>
        <p:nvSpPr>
          <p:cNvPr id="40" name="object 40" descr=""/>
          <p:cNvSpPr/>
          <p:nvPr/>
        </p:nvSpPr>
        <p:spPr>
          <a:xfrm>
            <a:off x="1303680" y="4237583"/>
            <a:ext cx="3117850" cy="438150"/>
          </a:xfrm>
          <a:custGeom>
            <a:avLst/>
            <a:gdLst/>
            <a:ahLst/>
            <a:cxnLst/>
            <a:rect l="l" t="t" r="r" b="b"/>
            <a:pathLst>
              <a:path w="3117850" h="438150">
                <a:moveTo>
                  <a:pt x="425488" y="41148"/>
                </a:moveTo>
                <a:lnTo>
                  <a:pt x="0" y="41148"/>
                </a:lnTo>
                <a:lnTo>
                  <a:pt x="0" y="77812"/>
                </a:lnTo>
                <a:lnTo>
                  <a:pt x="172402" y="77812"/>
                </a:lnTo>
                <a:lnTo>
                  <a:pt x="172402" y="434721"/>
                </a:lnTo>
                <a:lnTo>
                  <a:pt x="213550" y="434721"/>
                </a:lnTo>
                <a:lnTo>
                  <a:pt x="213550" y="176974"/>
                </a:lnTo>
                <a:lnTo>
                  <a:pt x="258953" y="205270"/>
                </a:lnTo>
                <a:lnTo>
                  <a:pt x="301231" y="232994"/>
                </a:lnTo>
                <a:lnTo>
                  <a:pt x="340080" y="260172"/>
                </a:lnTo>
                <a:lnTo>
                  <a:pt x="375196" y="286791"/>
                </a:lnTo>
                <a:lnTo>
                  <a:pt x="401104" y="251650"/>
                </a:lnTo>
                <a:lnTo>
                  <a:pt x="365048" y="227050"/>
                </a:lnTo>
                <a:lnTo>
                  <a:pt x="325272" y="201155"/>
                </a:lnTo>
                <a:lnTo>
                  <a:pt x="281470" y="173812"/>
                </a:lnTo>
                <a:lnTo>
                  <a:pt x="233362" y="144868"/>
                </a:lnTo>
                <a:lnTo>
                  <a:pt x="213550" y="172402"/>
                </a:lnTo>
                <a:lnTo>
                  <a:pt x="213550" y="77812"/>
                </a:lnTo>
                <a:lnTo>
                  <a:pt x="425488" y="77812"/>
                </a:lnTo>
                <a:lnTo>
                  <a:pt x="425488" y="41148"/>
                </a:lnTo>
                <a:close/>
              </a:path>
              <a:path w="3117850" h="438150">
                <a:moveTo>
                  <a:pt x="657326" y="67144"/>
                </a:moveTo>
                <a:lnTo>
                  <a:pt x="642467" y="54787"/>
                </a:lnTo>
                <a:lnTo>
                  <a:pt x="627608" y="42875"/>
                </a:lnTo>
                <a:lnTo>
                  <a:pt x="612749" y="31267"/>
                </a:lnTo>
                <a:lnTo>
                  <a:pt x="597890" y="19812"/>
                </a:lnTo>
                <a:lnTo>
                  <a:pt x="578078" y="41148"/>
                </a:lnTo>
                <a:lnTo>
                  <a:pt x="593521" y="54597"/>
                </a:lnTo>
                <a:lnTo>
                  <a:pt x="607987" y="67487"/>
                </a:lnTo>
                <a:lnTo>
                  <a:pt x="634466" y="91528"/>
                </a:lnTo>
                <a:lnTo>
                  <a:pt x="657326" y="67144"/>
                </a:lnTo>
                <a:close/>
              </a:path>
              <a:path w="3117850" h="438150">
                <a:moveTo>
                  <a:pt x="712279" y="324891"/>
                </a:moveTo>
                <a:lnTo>
                  <a:pt x="705027" y="322326"/>
                </a:lnTo>
                <a:lnTo>
                  <a:pt x="696950" y="319176"/>
                </a:lnTo>
                <a:lnTo>
                  <a:pt x="677138" y="311175"/>
                </a:lnTo>
                <a:lnTo>
                  <a:pt x="674852" y="329158"/>
                </a:lnTo>
                <a:lnTo>
                  <a:pt x="667994" y="378333"/>
                </a:lnTo>
                <a:lnTo>
                  <a:pt x="648055" y="396341"/>
                </a:lnTo>
                <a:lnTo>
                  <a:pt x="637514" y="392049"/>
                </a:lnTo>
                <a:lnTo>
                  <a:pt x="622096" y="379768"/>
                </a:lnTo>
                <a:lnTo>
                  <a:pt x="607987" y="363613"/>
                </a:lnTo>
                <a:lnTo>
                  <a:pt x="595287" y="343750"/>
                </a:lnTo>
                <a:lnTo>
                  <a:pt x="595020" y="343179"/>
                </a:lnTo>
                <a:lnTo>
                  <a:pt x="584174" y="320319"/>
                </a:lnTo>
                <a:lnTo>
                  <a:pt x="612152" y="291757"/>
                </a:lnTo>
                <a:lnTo>
                  <a:pt x="617778" y="285267"/>
                </a:lnTo>
                <a:lnTo>
                  <a:pt x="638848" y="261035"/>
                </a:lnTo>
                <a:lnTo>
                  <a:pt x="664108" y="228307"/>
                </a:lnTo>
                <a:lnTo>
                  <a:pt x="687806" y="193738"/>
                </a:lnTo>
                <a:lnTo>
                  <a:pt x="657326" y="175450"/>
                </a:lnTo>
                <a:lnTo>
                  <a:pt x="638441" y="205460"/>
                </a:lnTo>
                <a:lnTo>
                  <a:pt x="618274" y="233756"/>
                </a:lnTo>
                <a:lnTo>
                  <a:pt x="596671" y="260362"/>
                </a:lnTo>
                <a:lnTo>
                  <a:pt x="573506" y="285267"/>
                </a:lnTo>
                <a:lnTo>
                  <a:pt x="567156" y="260096"/>
                </a:lnTo>
                <a:lnTo>
                  <a:pt x="561987" y="230505"/>
                </a:lnTo>
                <a:lnTo>
                  <a:pt x="557974" y="196634"/>
                </a:lnTo>
                <a:lnTo>
                  <a:pt x="555574" y="164680"/>
                </a:lnTo>
                <a:lnTo>
                  <a:pt x="555117" y="158584"/>
                </a:lnTo>
                <a:lnTo>
                  <a:pt x="699998" y="132676"/>
                </a:lnTo>
                <a:lnTo>
                  <a:pt x="699084" y="126580"/>
                </a:lnTo>
                <a:lnTo>
                  <a:pt x="695426" y="102196"/>
                </a:lnTo>
                <a:lnTo>
                  <a:pt x="553593" y="126580"/>
                </a:lnTo>
                <a:lnTo>
                  <a:pt x="552475" y="99453"/>
                </a:lnTo>
                <a:lnTo>
                  <a:pt x="551497" y="70726"/>
                </a:lnTo>
                <a:lnTo>
                  <a:pt x="550862" y="42875"/>
                </a:lnTo>
                <a:lnTo>
                  <a:pt x="550735" y="31267"/>
                </a:lnTo>
                <a:lnTo>
                  <a:pt x="550545" y="9144"/>
                </a:lnTo>
                <a:lnTo>
                  <a:pt x="515493" y="9144"/>
                </a:lnTo>
                <a:lnTo>
                  <a:pt x="516572" y="40563"/>
                </a:lnTo>
                <a:lnTo>
                  <a:pt x="517525" y="67144"/>
                </a:lnTo>
                <a:lnTo>
                  <a:pt x="518731" y="99453"/>
                </a:lnTo>
                <a:lnTo>
                  <a:pt x="520065" y="132676"/>
                </a:lnTo>
                <a:lnTo>
                  <a:pt x="449961" y="144868"/>
                </a:lnTo>
                <a:lnTo>
                  <a:pt x="456057" y="175450"/>
                </a:lnTo>
                <a:lnTo>
                  <a:pt x="521589" y="164680"/>
                </a:lnTo>
                <a:lnTo>
                  <a:pt x="525614" y="209029"/>
                </a:lnTo>
                <a:lnTo>
                  <a:pt x="530923" y="248069"/>
                </a:lnTo>
                <a:lnTo>
                  <a:pt x="537667" y="281660"/>
                </a:lnTo>
                <a:lnTo>
                  <a:pt x="545973" y="309651"/>
                </a:lnTo>
                <a:lnTo>
                  <a:pt x="522274" y="329399"/>
                </a:lnTo>
                <a:lnTo>
                  <a:pt x="497014" y="347573"/>
                </a:lnTo>
                <a:lnTo>
                  <a:pt x="470319" y="364350"/>
                </a:lnTo>
                <a:lnTo>
                  <a:pt x="442341" y="379857"/>
                </a:lnTo>
                <a:lnTo>
                  <a:pt x="450037" y="387578"/>
                </a:lnTo>
                <a:lnTo>
                  <a:pt x="457009" y="394716"/>
                </a:lnTo>
                <a:lnTo>
                  <a:pt x="463130" y="401294"/>
                </a:lnTo>
                <a:lnTo>
                  <a:pt x="468249" y="407289"/>
                </a:lnTo>
                <a:lnTo>
                  <a:pt x="491947" y="392988"/>
                </a:lnTo>
                <a:lnTo>
                  <a:pt x="514921" y="377520"/>
                </a:lnTo>
                <a:lnTo>
                  <a:pt x="537044" y="360921"/>
                </a:lnTo>
                <a:lnTo>
                  <a:pt x="558165" y="343179"/>
                </a:lnTo>
                <a:lnTo>
                  <a:pt x="569099" y="365810"/>
                </a:lnTo>
                <a:lnTo>
                  <a:pt x="594906" y="402424"/>
                </a:lnTo>
                <a:lnTo>
                  <a:pt x="633133" y="429387"/>
                </a:lnTo>
                <a:lnTo>
                  <a:pt x="657326" y="433197"/>
                </a:lnTo>
                <a:lnTo>
                  <a:pt x="671017" y="431152"/>
                </a:lnTo>
                <a:lnTo>
                  <a:pt x="696950" y="398145"/>
                </a:lnTo>
                <a:lnTo>
                  <a:pt x="707898" y="347573"/>
                </a:lnTo>
                <a:lnTo>
                  <a:pt x="712279" y="324891"/>
                </a:lnTo>
                <a:close/>
              </a:path>
              <a:path w="3117850" h="438150">
                <a:moveTo>
                  <a:pt x="759523" y="50292"/>
                </a:moveTo>
                <a:lnTo>
                  <a:pt x="725995" y="50292"/>
                </a:lnTo>
                <a:lnTo>
                  <a:pt x="725995" y="318795"/>
                </a:lnTo>
                <a:lnTo>
                  <a:pt x="759523" y="318795"/>
                </a:lnTo>
                <a:lnTo>
                  <a:pt x="759523" y="50292"/>
                </a:lnTo>
                <a:close/>
              </a:path>
              <a:path w="3117850" h="438150">
                <a:moveTo>
                  <a:pt x="852589" y="9144"/>
                </a:moveTo>
                <a:lnTo>
                  <a:pt x="817435" y="9144"/>
                </a:lnTo>
                <a:lnTo>
                  <a:pt x="817435" y="366039"/>
                </a:lnTo>
                <a:lnTo>
                  <a:pt x="815721" y="379196"/>
                </a:lnTo>
                <a:lnTo>
                  <a:pt x="810577" y="388607"/>
                </a:lnTo>
                <a:lnTo>
                  <a:pt x="802005" y="394004"/>
                </a:lnTo>
                <a:lnTo>
                  <a:pt x="790003" y="395097"/>
                </a:lnTo>
                <a:lnTo>
                  <a:pt x="775766" y="394830"/>
                </a:lnTo>
                <a:lnTo>
                  <a:pt x="760666" y="394144"/>
                </a:lnTo>
                <a:lnTo>
                  <a:pt x="729043" y="392049"/>
                </a:lnTo>
                <a:lnTo>
                  <a:pt x="731304" y="401218"/>
                </a:lnTo>
                <a:lnTo>
                  <a:pt x="733425" y="410527"/>
                </a:lnTo>
                <a:lnTo>
                  <a:pt x="735253" y="420128"/>
                </a:lnTo>
                <a:lnTo>
                  <a:pt x="736663" y="430149"/>
                </a:lnTo>
                <a:lnTo>
                  <a:pt x="802195" y="430149"/>
                </a:lnTo>
                <a:lnTo>
                  <a:pt x="824217" y="426720"/>
                </a:lnTo>
                <a:lnTo>
                  <a:pt x="839965" y="416433"/>
                </a:lnTo>
                <a:lnTo>
                  <a:pt x="849426" y="399288"/>
                </a:lnTo>
                <a:lnTo>
                  <a:pt x="849972" y="395097"/>
                </a:lnTo>
                <a:lnTo>
                  <a:pt x="852589" y="375285"/>
                </a:lnTo>
                <a:lnTo>
                  <a:pt x="852589" y="9144"/>
                </a:lnTo>
                <a:close/>
              </a:path>
              <a:path w="3117850" h="438150">
                <a:moveTo>
                  <a:pt x="1049274" y="335559"/>
                </a:moveTo>
                <a:lnTo>
                  <a:pt x="893724" y="372237"/>
                </a:lnTo>
                <a:lnTo>
                  <a:pt x="902868" y="404241"/>
                </a:lnTo>
                <a:lnTo>
                  <a:pt x="939469" y="395122"/>
                </a:lnTo>
                <a:lnTo>
                  <a:pt x="1012685" y="377405"/>
                </a:lnTo>
                <a:lnTo>
                  <a:pt x="1049274" y="369087"/>
                </a:lnTo>
                <a:lnTo>
                  <a:pt x="1049274" y="335559"/>
                </a:lnTo>
                <a:close/>
              </a:path>
              <a:path w="3117850" h="438150">
                <a:moveTo>
                  <a:pt x="1049274" y="111340"/>
                </a:moveTo>
                <a:lnTo>
                  <a:pt x="1017270" y="96100"/>
                </a:lnTo>
                <a:lnTo>
                  <a:pt x="1009421" y="111340"/>
                </a:lnTo>
                <a:lnTo>
                  <a:pt x="993914" y="140258"/>
                </a:lnTo>
                <a:lnTo>
                  <a:pt x="946188" y="155524"/>
                </a:lnTo>
                <a:lnTo>
                  <a:pt x="933348" y="155536"/>
                </a:lnTo>
                <a:lnTo>
                  <a:pt x="950214" y="127850"/>
                </a:lnTo>
                <a:lnTo>
                  <a:pt x="968794" y="95148"/>
                </a:lnTo>
                <a:lnTo>
                  <a:pt x="989114" y="57556"/>
                </a:lnTo>
                <a:lnTo>
                  <a:pt x="1011174" y="15240"/>
                </a:lnTo>
                <a:lnTo>
                  <a:pt x="977544" y="3048"/>
                </a:lnTo>
                <a:lnTo>
                  <a:pt x="956094" y="50533"/>
                </a:lnTo>
                <a:lnTo>
                  <a:pt x="935062" y="92290"/>
                </a:lnTo>
                <a:lnTo>
                  <a:pt x="914323" y="128295"/>
                </a:lnTo>
                <a:lnTo>
                  <a:pt x="893724" y="158584"/>
                </a:lnTo>
                <a:lnTo>
                  <a:pt x="902868" y="189166"/>
                </a:lnTo>
                <a:lnTo>
                  <a:pt x="918260" y="187147"/>
                </a:lnTo>
                <a:lnTo>
                  <a:pt x="934491" y="185547"/>
                </a:lnTo>
                <a:lnTo>
                  <a:pt x="968400" y="183070"/>
                </a:lnTo>
                <a:lnTo>
                  <a:pt x="950671" y="211950"/>
                </a:lnTo>
                <a:lnTo>
                  <a:pt x="933919" y="236994"/>
                </a:lnTo>
                <a:lnTo>
                  <a:pt x="918133" y="258216"/>
                </a:lnTo>
                <a:lnTo>
                  <a:pt x="902868" y="276123"/>
                </a:lnTo>
                <a:lnTo>
                  <a:pt x="908964" y="309651"/>
                </a:lnTo>
                <a:lnTo>
                  <a:pt x="968451" y="299745"/>
                </a:lnTo>
                <a:lnTo>
                  <a:pt x="1001636" y="294652"/>
                </a:lnTo>
                <a:lnTo>
                  <a:pt x="1037082" y="289839"/>
                </a:lnTo>
                <a:lnTo>
                  <a:pt x="1039583" y="270027"/>
                </a:lnTo>
                <a:lnTo>
                  <a:pt x="1040447" y="263474"/>
                </a:lnTo>
                <a:lnTo>
                  <a:pt x="1041654" y="254698"/>
                </a:lnTo>
                <a:lnTo>
                  <a:pt x="992454" y="263474"/>
                </a:lnTo>
                <a:lnTo>
                  <a:pt x="970419" y="267169"/>
                </a:lnTo>
                <a:lnTo>
                  <a:pt x="950112" y="270027"/>
                </a:lnTo>
                <a:lnTo>
                  <a:pt x="973543" y="235356"/>
                </a:lnTo>
                <a:lnTo>
                  <a:pt x="997978" y="197548"/>
                </a:lnTo>
                <a:lnTo>
                  <a:pt x="1006868" y="183070"/>
                </a:lnTo>
                <a:lnTo>
                  <a:pt x="1023277" y="156311"/>
                </a:lnTo>
                <a:lnTo>
                  <a:pt x="1023721" y="155536"/>
                </a:lnTo>
                <a:lnTo>
                  <a:pt x="1049274" y="111340"/>
                </a:lnTo>
                <a:close/>
              </a:path>
              <a:path w="3117850" h="438150">
                <a:moveTo>
                  <a:pt x="1285684" y="54864"/>
                </a:moveTo>
                <a:lnTo>
                  <a:pt x="1267688" y="41694"/>
                </a:lnTo>
                <a:lnTo>
                  <a:pt x="1250391" y="29527"/>
                </a:lnTo>
                <a:lnTo>
                  <a:pt x="1218539" y="7620"/>
                </a:lnTo>
                <a:lnTo>
                  <a:pt x="1198727" y="28956"/>
                </a:lnTo>
                <a:lnTo>
                  <a:pt x="1213891" y="39839"/>
                </a:lnTo>
                <a:lnTo>
                  <a:pt x="1229779" y="52019"/>
                </a:lnTo>
                <a:lnTo>
                  <a:pt x="1246555" y="65646"/>
                </a:lnTo>
                <a:lnTo>
                  <a:pt x="1264348" y="80860"/>
                </a:lnTo>
                <a:lnTo>
                  <a:pt x="1285684" y="54864"/>
                </a:lnTo>
                <a:close/>
              </a:path>
              <a:path w="3117850" h="438150">
                <a:moveTo>
                  <a:pt x="1331404" y="324891"/>
                </a:moveTo>
                <a:lnTo>
                  <a:pt x="1324025" y="322326"/>
                </a:lnTo>
                <a:lnTo>
                  <a:pt x="1315783" y="319176"/>
                </a:lnTo>
                <a:lnTo>
                  <a:pt x="1306969" y="315468"/>
                </a:lnTo>
                <a:lnTo>
                  <a:pt x="1297876" y="311175"/>
                </a:lnTo>
                <a:lnTo>
                  <a:pt x="1295590" y="328015"/>
                </a:lnTo>
                <a:lnTo>
                  <a:pt x="1288732" y="373761"/>
                </a:lnTo>
                <a:lnTo>
                  <a:pt x="1264043" y="396900"/>
                </a:lnTo>
                <a:lnTo>
                  <a:pt x="1250543" y="392049"/>
                </a:lnTo>
                <a:lnTo>
                  <a:pt x="1223873" y="364515"/>
                </a:lnTo>
                <a:lnTo>
                  <a:pt x="1210919" y="344703"/>
                </a:lnTo>
                <a:lnTo>
                  <a:pt x="1235506" y="324726"/>
                </a:lnTo>
                <a:lnTo>
                  <a:pt x="1247241" y="314223"/>
                </a:lnTo>
                <a:lnTo>
                  <a:pt x="1258963" y="303745"/>
                </a:lnTo>
                <a:lnTo>
                  <a:pt x="1281290" y="281876"/>
                </a:lnTo>
                <a:lnTo>
                  <a:pt x="1302448" y="259270"/>
                </a:lnTo>
                <a:lnTo>
                  <a:pt x="1273492" y="237934"/>
                </a:lnTo>
                <a:lnTo>
                  <a:pt x="1257439" y="258216"/>
                </a:lnTo>
                <a:lnTo>
                  <a:pt x="1239113" y="277799"/>
                </a:lnTo>
                <a:lnTo>
                  <a:pt x="1218590" y="296468"/>
                </a:lnTo>
                <a:lnTo>
                  <a:pt x="1195679" y="314223"/>
                </a:lnTo>
                <a:lnTo>
                  <a:pt x="1190015" y="296519"/>
                </a:lnTo>
                <a:lnTo>
                  <a:pt x="1184630" y="277418"/>
                </a:lnTo>
                <a:lnTo>
                  <a:pt x="1179817" y="256933"/>
                </a:lnTo>
                <a:lnTo>
                  <a:pt x="1176680" y="239458"/>
                </a:lnTo>
                <a:lnTo>
                  <a:pt x="1175867" y="234886"/>
                </a:lnTo>
                <a:lnTo>
                  <a:pt x="1326832" y="213550"/>
                </a:lnTo>
                <a:lnTo>
                  <a:pt x="1325918" y="204406"/>
                </a:lnTo>
                <a:lnTo>
                  <a:pt x="1323784" y="183070"/>
                </a:lnTo>
                <a:lnTo>
                  <a:pt x="1171295" y="204406"/>
                </a:lnTo>
                <a:lnTo>
                  <a:pt x="1170203" y="189166"/>
                </a:lnTo>
                <a:lnTo>
                  <a:pt x="1168184" y="160286"/>
                </a:lnTo>
                <a:lnTo>
                  <a:pt x="1167028" y="143344"/>
                </a:lnTo>
                <a:lnTo>
                  <a:pt x="1166723" y="138772"/>
                </a:lnTo>
                <a:lnTo>
                  <a:pt x="1316164" y="122008"/>
                </a:lnTo>
                <a:lnTo>
                  <a:pt x="1313992" y="106768"/>
                </a:lnTo>
                <a:lnTo>
                  <a:pt x="1311592" y="90004"/>
                </a:lnTo>
                <a:lnTo>
                  <a:pt x="1165199" y="106768"/>
                </a:lnTo>
                <a:lnTo>
                  <a:pt x="1164285" y="84188"/>
                </a:lnTo>
                <a:lnTo>
                  <a:pt x="1163815" y="65646"/>
                </a:lnTo>
                <a:lnTo>
                  <a:pt x="1163078" y="34975"/>
                </a:lnTo>
                <a:lnTo>
                  <a:pt x="1162151" y="6096"/>
                </a:lnTo>
                <a:lnTo>
                  <a:pt x="1127099" y="6096"/>
                </a:lnTo>
                <a:lnTo>
                  <a:pt x="1128001" y="28956"/>
                </a:lnTo>
                <a:lnTo>
                  <a:pt x="1128890" y="50533"/>
                </a:lnTo>
                <a:lnTo>
                  <a:pt x="1130528" y="87617"/>
                </a:lnTo>
                <a:lnTo>
                  <a:pt x="1131671" y="111340"/>
                </a:lnTo>
                <a:lnTo>
                  <a:pt x="1047750" y="120484"/>
                </a:lnTo>
                <a:lnTo>
                  <a:pt x="1053846" y="152488"/>
                </a:lnTo>
                <a:lnTo>
                  <a:pt x="1133195" y="143344"/>
                </a:lnTo>
                <a:lnTo>
                  <a:pt x="1135481" y="176771"/>
                </a:lnTo>
                <a:lnTo>
                  <a:pt x="1137767" y="208978"/>
                </a:lnTo>
                <a:lnTo>
                  <a:pt x="1043178" y="221170"/>
                </a:lnTo>
                <a:lnTo>
                  <a:pt x="1049274" y="253174"/>
                </a:lnTo>
                <a:lnTo>
                  <a:pt x="1142339" y="239458"/>
                </a:lnTo>
                <a:lnTo>
                  <a:pt x="1147432" y="266065"/>
                </a:lnTo>
                <a:lnTo>
                  <a:pt x="1153388" y="290791"/>
                </a:lnTo>
                <a:lnTo>
                  <a:pt x="1159903" y="313486"/>
                </a:lnTo>
                <a:lnTo>
                  <a:pt x="1166723" y="334035"/>
                </a:lnTo>
                <a:lnTo>
                  <a:pt x="1135557" y="352920"/>
                </a:lnTo>
                <a:lnTo>
                  <a:pt x="1101521" y="370662"/>
                </a:lnTo>
                <a:lnTo>
                  <a:pt x="1064628" y="387273"/>
                </a:lnTo>
                <a:lnTo>
                  <a:pt x="1024890" y="402717"/>
                </a:lnTo>
                <a:lnTo>
                  <a:pt x="1031443" y="411340"/>
                </a:lnTo>
                <a:lnTo>
                  <a:pt x="1037272" y="419100"/>
                </a:lnTo>
                <a:lnTo>
                  <a:pt x="1042250" y="426288"/>
                </a:lnTo>
                <a:lnTo>
                  <a:pt x="1046226" y="433197"/>
                </a:lnTo>
                <a:lnTo>
                  <a:pt x="1083081" y="417766"/>
                </a:lnTo>
                <a:lnTo>
                  <a:pt x="1118095" y="401180"/>
                </a:lnTo>
                <a:lnTo>
                  <a:pt x="1151102" y="383438"/>
                </a:lnTo>
                <a:lnTo>
                  <a:pt x="1181963" y="364515"/>
                </a:lnTo>
                <a:lnTo>
                  <a:pt x="1189101" y="376605"/>
                </a:lnTo>
                <a:lnTo>
                  <a:pt x="1213967" y="407289"/>
                </a:lnTo>
                <a:lnTo>
                  <a:pt x="1257084" y="431507"/>
                </a:lnTo>
                <a:lnTo>
                  <a:pt x="1271968" y="433197"/>
                </a:lnTo>
                <a:lnTo>
                  <a:pt x="1286586" y="430885"/>
                </a:lnTo>
                <a:lnTo>
                  <a:pt x="1298638" y="423862"/>
                </a:lnTo>
                <a:lnTo>
                  <a:pt x="1308404" y="411975"/>
                </a:lnTo>
                <a:lnTo>
                  <a:pt x="1315326" y="396900"/>
                </a:lnTo>
                <a:lnTo>
                  <a:pt x="1316151" y="395122"/>
                </a:lnTo>
                <a:lnTo>
                  <a:pt x="1319530" y="382295"/>
                </a:lnTo>
                <a:lnTo>
                  <a:pt x="1323213" y="365709"/>
                </a:lnTo>
                <a:lnTo>
                  <a:pt x="1327099" y="346583"/>
                </a:lnTo>
                <a:lnTo>
                  <a:pt x="1331404" y="324891"/>
                </a:lnTo>
                <a:close/>
              </a:path>
              <a:path w="3117850" h="438150">
                <a:moveTo>
                  <a:pt x="1535722" y="158584"/>
                </a:moveTo>
                <a:lnTo>
                  <a:pt x="1503705" y="158584"/>
                </a:lnTo>
                <a:lnTo>
                  <a:pt x="1503705" y="189166"/>
                </a:lnTo>
                <a:lnTo>
                  <a:pt x="1503705" y="260794"/>
                </a:lnTo>
                <a:lnTo>
                  <a:pt x="1409217" y="260794"/>
                </a:lnTo>
                <a:lnTo>
                  <a:pt x="1409217" y="189166"/>
                </a:lnTo>
                <a:lnTo>
                  <a:pt x="1503705" y="189166"/>
                </a:lnTo>
                <a:lnTo>
                  <a:pt x="1503705" y="158584"/>
                </a:lnTo>
                <a:lnTo>
                  <a:pt x="1377124" y="158584"/>
                </a:lnTo>
                <a:lnTo>
                  <a:pt x="1377124" y="321843"/>
                </a:lnTo>
                <a:lnTo>
                  <a:pt x="1409217" y="321843"/>
                </a:lnTo>
                <a:lnTo>
                  <a:pt x="1409217" y="291363"/>
                </a:lnTo>
                <a:lnTo>
                  <a:pt x="1503705" y="291363"/>
                </a:lnTo>
                <a:lnTo>
                  <a:pt x="1503705" y="311175"/>
                </a:lnTo>
                <a:lnTo>
                  <a:pt x="1535722" y="311175"/>
                </a:lnTo>
                <a:lnTo>
                  <a:pt x="1535722" y="291363"/>
                </a:lnTo>
                <a:lnTo>
                  <a:pt x="1535722" y="260794"/>
                </a:lnTo>
                <a:lnTo>
                  <a:pt x="1535722" y="189166"/>
                </a:lnTo>
                <a:lnTo>
                  <a:pt x="1535722" y="158584"/>
                </a:lnTo>
                <a:close/>
              </a:path>
              <a:path w="3117850" h="438150">
                <a:moveTo>
                  <a:pt x="1560195" y="370611"/>
                </a:moveTo>
                <a:lnTo>
                  <a:pt x="1559318" y="363448"/>
                </a:lnTo>
                <a:lnTo>
                  <a:pt x="1558861" y="355561"/>
                </a:lnTo>
                <a:lnTo>
                  <a:pt x="1558785" y="351675"/>
                </a:lnTo>
                <a:lnTo>
                  <a:pt x="1558671" y="337083"/>
                </a:lnTo>
                <a:lnTo>
                  <a:pt x="1494332" y="348564"/>
                </a:lnTo>
                <a:lnTo>
                  <a:pt x="1436433" y="358051"/>
                </a:lnTo>
                <a:lnTo>
                  <a:pt x="1340548" y="372237"/>
                </a:lnTo>
                <a:lnTo>
                  <a:pt x="1348168" y="407289"/>
                </a:lnTo>
                <a:lnTo>
                  <a:pt x="1560195" y="370611"/>
                </a:lnTo>
                <a:close/>
              </a:path>
              <a:path w="3117850" h="438150">
                <a:moveTo>
                  <a:pt x="1738604" y="51816"/>
                </a:moveTo>
                <a:lnTo>
                  <a:pt x="1720329" y="39319"/>
                </a:lnTo>
                <a:lnTo>
                  <a:pt x="1702206" y="27241"/>
                </a:lnTo>
                <a:lnTo>
                  <a:pt x="1684337" y="16027"/>
                </a:lnTo>
                <a:lnTo>
                  <a:pt x="1666875" y="6096"/>
                </a:lnTo>
                <a:lnTo>
                  <a:pt x="1648587" y="27432"/>
                </a:lnTo>
                <a:lnTo>
                  <a:pt x="1700745" y="65189"/>
                </a:lnTo>
                <a:lnTo>
                  <a:pt x="1717268" y="77812"/>
                </a:lnTo>
                <a:lnTo>
                  <a:pt x="1738604" y="51816"/>
                </a:lnTo>
                <a:close/>
              </a:path>
              <a:path w="3117850" h="438150">
                <a:moveTo>
                  <a:pt x="1778228" y="321843"/>
                </a:moveTo>
                <a:lnTo>
                  <a:pt x="1770837" y="319303"/>
                </a:lnTo>
                <a:lnTo>
                  <a:pt x="1762607" y="316318"/>
                </a:lnTo>
                <a:lnTo>
                  <a:pt x="1744700" y="309651"/>
                </a:lnTo>
                <a:lnTo>
                  <a:pt x="1743290" y="326415"/>
                </a:lnTo>
                <a:lnTo>
                  <a:pt x="1735556" y="376809"/>
                </a:lnTo>
                <a:lnTo>
                  <a:pt x="1714334" y="397167"/>
                </a:lnTo>
                <a:lnTo>
                  <a:pt x="1702028" y="392049"/>
                </a:lnTo>
                <a:lnTo>
                  <a:pt x="1688858" y="381457"/>
                </a:lnTo>
                <a:lnTo>
                  <a:pt x="1676831" y="367995"/>
                </a:lnTo>
                <a:lnTo>
                  <a:pt x="1672475" y="361467"/>
                </a:lnTo>
                <a:lnTo>
                  <a:pt x="1665935" y="351675"/>
                </a:lnTo>
                <a:lnTo>
                  <a:pt x="1656207" y="332511"/>
                </a:lnTo>
                <a:lnTo>
                  <a:pt x="1680552" y="297040"/>
                </a:lnTo>
                <a:lnTo>
                  <a:pt x="1682115" y="294411"/>
                </a:lnTo>
                <a:lnTo>
                  <a:pt x="1703158" y="259130"/>
                </a:lnTo>
                <a:lnTo>
                  <a:pt x="1724025" y="218643"/>
                </a:lnTo>
                <a:lnTo>
                  <a:pt x="1743176" y="175450"/>
                </a:lnTo>
                <a:lnTo>
                  <a:pt x="1708124" y="161632"/>
                </a:lnTo>
                <a:lnTo>
                  <a:pt x="1694624" y="197408"/>
                </a:lnTo>
                <a:lnTo>
                  <a:pt x="1679117" y="231457"/>
                </a:lnTo>
                <a:lnTo>
                  <a:pt x="1661312" y="263791"/>
                </a:lnTo>
                <a:lnTo>
                  <a:pt x="1640967" y="294411"/>
                </a:lnTo>
                <a:lnTo>
                  <a:pt x="1631581" y="257505"/>
                </a:lnTo>
                <a:lnTo>
                  <a:pt x="1624203" y="215455"/>
                </a:lnTo>
                <a:lnTo>
                  <a:pt x="1619110" y="168262"/>
                </a:lnTo>
                <a:lnTo>
                  <a:pt x="1616583" y="115912"/>
                </a:lnTo>
                <a:lnTo>
                  <a:pt x="1770608" y="115912"/>
                </a:lnTo>
                <a:lnTo>
                  <a:pt x="1770608" y="83908"/>
                </a:lnTo>
                <a:lnTo>
                  <a:pt x="1616583" y="83908"/>
                </a:lnTo>
                <a:lnTo>
                  <a:pt x="1615706" y="65316"/>
                </a:lnTo>
                <a:lnTo>
                  <a:pt x="1615249" y="46304"/>
                </a:lnTo>
                <a:lnTo>
                  <a:pt x="1615084" y="27432"/>
                </a:lnTo>
                <a:lnTo>
                  <a:pt x="1615059" y="7620"/>
                </a:lnTo>
                <a:lnTo>
                  <a:pt x="1578483" y="7620"/>
                </a:lnTo>
                <a:lnTo>
                  <a:pt x="1579384" y="27025"/>
                </a:lnTo>
                <a:lnTo>
                  <a:pt x="1580616" y="65189"/>
                </a:lnTo>
                <a:lnTo>
                  <a:pt x="1581531" y="83908"/>
                </a:lnTo>
                <a:lnTo>
                  <a:pt x="1346644" y="83908"/>
                </a:lnTo>
                <a:lnTo>
                  <a:pt x="1346644" y="115912"/>
                </a:lnTo>
                <a:lnTo>
                  <a:pt x="1583055" y="115912"/>
                </a:lnTo>
                <a:lnTo>
                  <a:pt x="1587004" y="178854"/>
                </a:lnTo>
                <a:lnTo>
                  <a:pt x="1594104" y="234924"/>
                </a:lnTo>
                <a:lnTo>
                  <a:pt x="1604060" y="284111"/>
                </a:lnTo>
                <a:lnTo>
                  <a:pt x="1616583" y="326415"/>
                </a:lnTo>
                <a:lnTo>
                  <a:pt x="1595145" y="349846"/>
                </a:lnTo>
                <a:lnTo>
                  <a:pt x="1571993" y="371995"/>
                </a:lnTo>
                <a:lnTo>
                  <a:pt x="1547101" y="392722"/>
                </a:lnTo>
                <a:lnTo>
                  <a:pt x="1520482" y="411861"/>
                </a:lnTo>
                <a:lnTo>
                  <a:pt x="1546479" y="437769"/>
                </a:lnTo>
                <a:lnTo>
                  <a:pt x="1569034" y="420928"/>
                </a:lnTo>
                <a:lnTo>
                  <a:pt x="1590865" y="402513"/>
                </a:lnTo>
                <a:lnTo>
                  <a:pt x="1611845" y="382651"/>
                </a:lnTo>
                <a:lnTo>
                  <a:pt x="1631823" y="361467"/>
                </a:lnTo>
                <a:lnTo>
                  <a:pt x="1641170" y="376809"/>
                </a:lnTo>
                <a:lnTo>
                  <a:pt x="1672971" y="414909"/>
                </a:lnTo>
                <a:lnTo>
                  <a:pt x="1710778" y="432054"/>
                </a:lnTo>
                <a:lnTo>
                  <a:pt x="1723364" y="433197"/>
                </a:lnTo>
                <a:lnTo>
                  <a:pt x="1737055" y="430936"/>
                </a:lnTo>
                <a:lnTo>
                  <a:pt x="1748320" y="424243"/>
                </a:lnTo>
                <a:lnTo>
                  <a:pt x="1757006" y="413270"/>
                </a:lnTo>
                <a:lnTo>
                  <a:pt x="1762988" y="398145"/>
                </a:lnTo>
                <a:lnTo>
                  <a:pt x="1763229" y="397167"/>
                </a:lnTo>
                <a:lnTo>
                  <a:pt x="1766646" y="383870"/>
                </a:lnTo>
                <a:lnTo>
                  <a:pt x="1770608" y="366280"/>
                </a:lnTo>
                <a:lnTo>
                  <a:pt x="1774558" y="345554"/>
                </a:lnTo>
                <a:lnTo>
                  <a:pt x="1778228" y="321843"/>
                </a:lnTo>
                <a:close/>
              </a:path>
              <a:path w="3117850" h="438150">
                <a:moveTo>
                  <a:pt x="1900237" y="91528"/>
                </a:moveTo>
                <a:lnTo>
                  <a:pt x="1886254" y="71234"/>
                </a:lnTo>
                <a:lnTo>
                  <a:pt x="1871853" y="51485"/>
                </a:lnTo>
                <a:lnTo>
                  <a:pt x="1857159" y="32308"/>
                </a:lnTo>
                <a:lnTo>
                  <a:pt x="1842325" y="13716"/>
                </a:lnTo>
                <a:lnTo>
                  <a:pt x="1813267" y="32004"/>
                </a:lnTo>
                <a:lnTo>
                  <a:pt x="1827898" y="52590"/>
                </a:lnTo>
                <a:lnTo>
                  <a:pt x="1841931" y="73202"/>
                </a:lnTo>
                <a:lnTo>
                  <a:pt x="1855368" y="93802"/>
                </a:lnTo>
                <a:lnTo>
                  <a:pt x="1868233" y="114388"/>
                </a:lnTo>
                <a:lnTo>
                  <a:pt x="1900237" y="91528"/>
                </a:lnTo>
                <a:close/>
              </a:path>
              <a:path w="3117850" h="438150">
                <a:moveTo>
                  <a:pt x="2218944" y="280695"/>
                </a:moveTo>
                <a:lnTo>
                  <a:pt x="2093976" y="280695"/>
                </a:lnTo>
                <a:lnTo>
                  <a:pt x="2093976" y="219646"/>
                </a:lnTo>
                <a:lnTo>
                  <a:pt x="2206752" y="219646"/>
                </a:lnTo>
                <a:lnTo>
                  <a:pt x="2206752" y="189166"/>
                </a:lnTo>
                <a:lnTo>
                  <a:pt x="2093976" y="189166"/>
                </a:lnTo>
                <a:lnTo>
                  <a:pt x="2093976" y="112864"/>
                </a:lnTo>
                <a:lnTo>
                  <a:pt x="2058835" y="112864"/>
                </a:lnTo>
                <a:lnTo>
                  <a:pt x="2058835" y="189166"/>
                </a:lnTo>
                <a:lnTo>
                  <a:pt x="1970443" y="189166"/>
                </a:lnTo>
                <a:lnTo>
                  <a:pt x="1981974" y="165061"/>
                </a:lnTo>
                <a:lnTo>
                  <a:pt x="1993874" y="140119"/>
                </a:lnTo>
                <a:lnTo>
                  <a:pt x="2005368" y="115138"/>
                </a:lnTo>
                <a:lnTo>
                  <a:pt x="2016163" y="90004"/>
                </a:lnTo>
                <a:lnTo>
                  <a:pt x="2208276" y="90004"/>
                </a:lnTo>
                <a:lnTo>
                  <a:pt x="2208276" y="59436"/>
                </a:lnTo>
                <a:lnTo>
                  <a:pt x="2029879" y="59436"/>
                </a:lnTo>
                <a:lnTo>
                  <a:pt x="2034451" y="46888"/>
                </a:lnTo>
                <a:lnTo>
                  <a:pt x="2039023" y="34480"/>
                </a:lnTo>
                <a:lnTo>
                  <a:pt x="2043595" y="22364"/>
                </a:lnTo>
                <a:lnTo>
                  <a:pt x="2048167" y="10668"/>
                </a:lnTo>
                <a:lnTo>
                  <a:pt x="2011591" y="1524"/>
                </a:lnTo>
                <a:lnTo>
                  <a:pt x="2006993" y="16357"/>
                </a:lnTo>
                <a:lnTo>
                  <a:pt x="2002256" y="31051"/>
                </a:lnTo>
                <a:lnTo>
                  <a:pt x="1997227" y="45453"/>
                </a:lnTo>
                <a:lnTo>
                  <a:pt x="1991779" y="59436"/>
                </a:lnTo>
                <a:lnTo>
                  <a:pt x="1917001" y="59436"/>
                </a:lnTo>
                <a:lnTo>
                  <a:pt x="1917001" y="90004"/>
                </a:lnTo>
                <a:lnTo>
                  <a:pt x="1979587" y="90004"/>
                </a:lnTo>
                <a:lnTo>
                  <a:pt x="1968728" y="115773"/>
                </a:lnTo>
                <a:lnTo>
                  <a:pt x="1956866" y="140690"/>
                </a:lnTo>
                <a:lnTo>
                  <a:pt x="1944255" y="164846"/>
                </a:lnTo>
                <a:lnTo>
                  <a:pt x="1930717" y="189166"/>
                </a:lnTo>
                <a:lnTo>
                  <a:pt x="1930717" y="219646"/>
                </a:lnTo>
                <a:lnTo>
                  <a:pt x="2058835" y="219646"/>
                </a:lnTo>
                <a:lnTo>
                  <a:pt x="2058835" y="280695"/>
                </a:lnTo>
                <a:lnTo>
                  <a:pt x="1910905" y="280695"/>
                </a:lnTo>
                <a:lnTo>
                  <a:pt x="1910905" y="311188"/>
                </a:lnTo>
                <a:lnTo>
                  <a:pt x="2058835" y="311188"/>
                </a:lnTo>
                <a:lnTo>
                  <a:pt x="2058835" y="384429"/>
                </a:lnTo>
                <a:lnTo>
                  <a:pt x="2093976" y="384429"/>
                </a:lnTo>
                <a:lnTo>
                  <a:pt x="2093976" y="311188"/>
                </a:lnTo>
                <a:lnTo>
                  <a:pt x="2218944" y="311188"/>
                </a:lnTo>
                <a:lnTo>
                  <a:pt x="2218944" y="280695"/>
                </a:lnTo>
                <a:close/>
              </a:path>
              <a:path w="3117850" h="438150">
                <a:moveTo>
                  <a:pt x="2225040" y="392049"/>
                </a:moveTo>
                <a:lnTo>
                  <a:pt x="2057311" y="395097"/>
                </a:lnTo>
                <a:lnTo>
                  <a:pt x="1967395" y="393573"/>
                </a:lnTo>
                <a:lnTo>
                  <a:pt x="1939328" y="390144"/>
                </a:lnTo>
                <a:lnTo>
                  <a:pt x="1914728" y="382130"/>
                </a:lnTo>
                <a:lnTo>
                  <a:pt x="1903234" y="375285"/>
                </a:lnTo>
                <a:lnTo>
                  <a:pt x="1893570" y="369531"/>
                </a:lnTo>
                <a:lnTo>
                  <a:pt x="1875853" y="352336"/>
                </a:lnTo>
                <a:lnTo>
                  <a:pt x="1875853" y="161632"/>
                </a:lnTo>
                <a:lnTo>
                  <a:pt x="1791931" y="161632"/>
                </a:lnTo>
                <a:lnTo>
                  <a:pt x="1791931" y="193738"/>
                </a:lnTo>
                <a:lnTo>
                  <a:pt x="1842325" y="193738"/>
                </a:lnTo>
                <a:lnTo>
                  <a:pt x="1842325" y="346240"/>
                </a:lnTo>
                <a:lnTo>
                  <a:pt x="1828596" y="357708"/>
                </a:lnTo>
                <a:lnTo>
                  <a:pt x="1814842" y="369328"/>
                </a:lnTo>
                <a:lnTo>
                  <a:pt x="1801101" y="381241"/>
                </a:lnTo>
                <a:lnTo>
                  <a:pt x="1787359" y="393573"/>
                </a:lnTo>
                <a:lnTo>
                  <a:pt x="1807171" y="431673"/>
                </a:lnTo>
                <a:lnTo>
                  <a:pt x="1824304" y="410857"/>
                </a:lnTo>
                <a:lnTo>
                  <a:pt x="1838693" y="394335"/>
                </a:lnTo>
                <a:lnTo>
                  <a:pt x="1849920" y="382384"/>
                </a:lnTo>
                <a:lnTo>
                  <a:pt x="1857565" y="375285"/>
                </a:lnTo>
                <a:lnTo>
                  <a:pt x="1877872" y="396430"/>
                </a:lnTo>
                <a:lnTo>
                  <a:pt x="1902345" y="411861"/>
                </a:lnTo>
                <a:lnTo>
                  <a:pt x="1931111" y="421576"/>
                </a:lnTo>
                <a:lnTo>
                  <a:pt x="1964347" y="425577"/>
                </a:lnTo>
                <a:lnTo>
                  <a:pt x="2058835" y="427101"/>
                </a:lnTo>
                <a:lnTo>
                  <a:pt x="2209800" y="425577"/>
                </a:lnTo>
                <a:lnTo>
                  <a:pt x="2213470" y="417334"/>
                </a:lnTo>
                <a:lnTo>
                  <a:pt x="2221369" y="400291"/>
                </a:lnTo>
                <a:lnTo>
                  <a:pt x="2223681" y="395097"/>
                </a:lnTo>
                <a:lnTo>
                  <a:pt x="2225040" y="392049"/>
                </a:lnTo>
                <a:close/>
              </a:path>
              <a:path w="3117850" h="438150">
                <a:moveTo>
                  <a:pt x="2658237" y="70192"/>
                </a:moveTo>
                <a:lnTo>
                  <a:pt x="2472118" y="70192"/>
                </a:lnTo>
                <a:lnTo>
                  <a:pt x="2493454" y="56388"/>
                </a:lnTo>
                <a:lnTo>
                  <a:pt x="2483739" y="43510"/>
                </a:lnTo>
                <a:lnTo>
                  <a:pt x="2472880" y="29908"/>
                </a:lnTo>
                <a:lnTo>
                  <a:pt x="2460879" y="15455"/>
                </a:lnTo>
                <a:lnTo>
                  <a:pt x="2447734" y="0"/>
                </a:lnTo>
                <a:lnTo>
                  <a:pt x="2418778" y="19812"/>
                </a:lnTo>
                <a:lnTo>
                  <a:pt x="2429687" y="33248"/>
                </a:lnTo>
                <a:lnTo>
                  <a:pt x="2439733" y="46113"/>
                </a:lnTo>
                <a:lnTo>
                  <a:pt x="2449207" y="58432"/>
                </a:lnTo>
                <a:lnTo>
                  <a:pt x="2458402" y="70192"/>
                </a:lnTo>
                <a:lnTo>
                  <a:pt x="2255621" y="70192"/>
                </a:lnTo>
                <a:lnTo>
                  <a:pt x="2255621" y="160108"/>
                </a:lnTo>
                <a:lnTo>
                  <a:pt x="2290673" y="160108"/>
                </a:lnTo>
                <a:lnTo>
                  <a:pt x="2290673" y="102196"/>
                </a:lnTo>
                <a:lnTo>
                  <a:pt x="2621572" y="102196"/>
                </a:lnTo>
                <a:lnTo>
                  <a:pt x="2621572" y="160108"/>
                </a:lnTo>
                <a:lnTo>
                  <a:pt x="2658237" y="160108"/>
                </a:lnTo>
                <a:lnTo>
                  <a:pt x="2658237" y="102196"/>
                </a:lnTo>
                <a:lnTo>
                  <a:pt x="2658237" y="70192"/>
                </a:lnTo>
                <a:close/>
              </a:path>
              <a:path w="3117850" h="438150">
                <a:moveTo>
                  <a:pt x="2671953" y="263842"/>
                </a:moveTo>
                <a:lnTo>
                  <a:pt x="2481262" y="263842"/>
                </a:lnTo>
                <a:lnTo>
                  <a:pt x="2481262" y="251650"/>
                </a:lnTo>
                <a:lnTo>
                  <a:pt x="2584996" y="186118"/>
                </a:lnTo>
                <a:lnTo>
                  <a:pt x="2584996" y="149440"/>
                </a:lnTo>
                <a:lnTo>
                  <a:pt x="2319629" y="149440"/>
                </a:lnTo>
                <a:lnTo>
                  <a:pt x="2319629" y="181546"/>
                </a:lnTo>
                <a:lnTo>
                  <a:pt x="2531656" y="181546"/>
                </a:lnTo>
                <a:lnTo>
                  <a:pt x="2444686" y="236410"/>
                </a:lnTo>
                <a:lnTo>
                  <a:pt x="2444686" y="263842"/>
                </a:lnTo>
                <a:lnTo>
                  <a:pt x="2238857" y="263842"/>
                </a:lnTo>
                <a:lnTo>
                  <a:pt x="2238857" y="295948"/>
                </a:lnTo>
                <a:lnTo>
                  <a:pt x="2444686" y="295948"/>
                </a:lnTo>
                <a:lnTo>
                  <a:pt x="2444686" y="366052"/>
                </a:lnTo>
                <a:lnTo>
                  <a:pt x="2442946" y="380098"/>
                </a:lnTo>
                <a:lnTo>
                  <a:pt x="2437638" y="390131"/>
                </a:lnTo>
                <a:lnTo>
                  <a:pt x="2428608" y="396138"/>
                </a:lnTo>
                <a:lnTo>
                  <a:pt x="2415730" y="398145"/>
                </a:lnTo>
                <a:lnTo>
                  <a:pt x="2402344" y="397865"/>
                </a:lnTo>
                <a:lnTo>
                  <a:pt x="2387523" y="397002"/>
                </a:lnTo>
                <a:lnTo>
                  <a:pt x="2371547" y="395579"/>
                </a:lnTo>
                <a:lnTo>
                  <a:pt x="2354681" y="393573"/>
                </a:lnTo>
                <a:lnTo>
                  <a:pt x="2356675" y="403809"/>
                </a:lnTo>
                <a:lnTo>
                  <a:pt x="2358110" y="413766"/>
                </a:lnTo>
                <a:lnTo>
                  <a:pt x="2358961" y="423151"/>
                </a:lnTo>
                <a:lnTo>
                  <a:pt x="2359253" y="431673"/>
                </a:lnTo>
                <a:lnTo>
                  <a:pt x="2379611" y="432549"/>
                </a:lnTo>
                <a:lnTo>
                  <a:pt x="2397239" y="433006"/>
                </a:lnTo>
                <a:lnTo>
                  <a:pt x="2424874" y="433197"/>
                </a:lnTo>
                <a:lnTo>
                  <a:pt x="2449753" y="429742"/>
                </a:lnTo>
                <a:lnTo>
                  <a:pt x="2467356" y="419290"/>
                </a:lnTo>
                <a:lnTo>
                  <a:pt x="2477808" y="401688"/>
                </a:lnTo>
                <a:lnTo>
                  <a:pt x="2478303" y="398145"/>
                </a:lnTo>
                <a:lnTo>
                  <a:pt x="2481262" y="376809"/>
                </a:lnTo>
                <a:lnTo>
                  <a:pt x="2481262" y="295948"/>
                </a:lnTo>
                <a:lnTo>
                  <a:pt x="2671953" y="295948"/>
                </a:lnTo>
                <a:lnTo>
                  <a:pt x="2671953" y="263842"/>
                </a:lnTo>
                <a:close/>
              </a:path>
              <a:path w="3117850" h="438150">
                <a:moveTo>
                  <a:pt x="2822930" y="149440"/>
                </a:moveTo>
                <a:lnTo>
                  <a:pt x="2790914" y="132676"/>
                </a:lnTo>
                <a:lnTo>
                  <a:pt x="2765171" y="178168"/>
                </a:lnTo>
                <a:lnTo>
                  <a:pt x="2738450" y="218503"/>
                </a:lnTo>
                <a:lnTo>
                  <a:pt x="2710891" y="253695"/>
                </a:lnTo>
                <a:lnTo>
                  <a:pt x="2682621" y="283756"/>
                </a:lnTo>
                <a:lnTo>
                  <a:pt x="2687167" y="292874"/>
                </a:lnTo>
                <a:lnTo>
                  <a:pt x="2691574" y="301853"/>
                </a:lnTo>
                <a:lnTo>
                  <a:pt x="2695689" y="310540"/>
                </a:lnTo>
                <a:lnTo>
                  <a:pt x="2699385" y="318808"/>
                </a:lnTo>
                <a:lnTo>
                  <a:pt x="2713075" y="305422"/>
                </a:lnTo>
                <a:lnTo>
                  <a:pt x="2726626" y="290601"/>
                </a:lnTo>
                <a:lnTo>
                  <a:pt x="2739885" y="274612"/>
                </a:lnTo>
                <a:lnTo>
                  <a:pt x="2752725" y="257746"/>
                </a:lnTo>
                <a:lnTo>
                  <a:pt x="2752725" y="434721"/>
                </a:lnTo>
                <a:lnTo>
                  <a:pt x="2787866" y="434721"/>
                </a:lnTo>
                <a:lnTo>
                  <a:pt x="2787866" y="257746"/>
                </a:lnTo>
                <a:lnTo>
                  <a:pt x="2787866" y="208978"/>
                </a:lnTo>
                <a:lnTo>
                  <a:pt x="2796133" y="194970"/>
                </a:lnTo>
                <a:lnTo>
                  <a:pt x="2804820" y="180390"/>
                </a:lnTo>
                <a:lnTo>
                  <a:pt x="2813799" y="165214"/>
                </a:lnTo>
                <a:lnTo>
                  <a:pt x="2822930" y="149440"/>
                </a:lnTo>
                <a:close/>
              </a:path>
              <a:path w="3117850" h="438150">
                <a:moveTo>
                  <a:pt x="2861030" y="126580"/>
                </a:moveTo>
                <a:lnTo>
                  <a:pt x="2851353" y="114896"/>
                </a:lnTo>
                <a:lnTo>
                  <a:pt x="2840837" y="102768"/>
                </a:lnTo>
                <a:lnTo>
                  <a:pt x="2829737" y="90373"/>
                </a:lnTo>
                <a:lnTo>
                  <a:pt x="2818358" y="77812"/>
                </a:lnTo>
                <a:lnTo>
                  <a:pt x="2793962" y="96100"/>
                </a:lnTo>
                <a:lnTo>
                  <a:pt x="2807665" y="113842"/>
                </a:lnTo>
                <a:lnTo>
                  <a:pt x="2818930" y="128295"/>
                </a:lnTo>
                <a:lnTo>
                  <a:pt x="2827617" y="139611"/>
                </a:lnTo>
                <a:lnTo>
                  <a:pt x="2833598" y="147916"/>
                </a:lnTo>
                <a:lnTo>
                  <a:pt x="2861030" y="126580"/>
                </a:lnTo>
                <a:close/>
              </a:path>
              <a:path w="3117850" h="438150">
                <a:moveTo>
                  <a:pt x="2914370" y="47244"/>
                </a:moveTo>
                <a:lnTo>
                  <a:pt x="2787866" y="47244"/>
                </a:lnTo>
                <a:lnTo>
                  <a:pt x="2793327" y="36690"/>
                </a:lnTo>
                <a:lnTo>
                  <a:pt x="2798343" y="25717"/>
                </a:lnTo>
                <a:lnTo>
                  <a:pt x="2803093" y="14452"/>
                </a:lnTo>
                <a:lnTo>
                  <a:pt x="2807678" y="3048"/>
                </a:lnTo>
                <a:lnTo>
                  <a:pt x="2769489" y="3048"/>
                </a:lnTo>
                <a:lnTo>
                  <a:pt x="2752267" y="40500"/>
                </a:lnTo>
                <a:lnTo>
                  <a:pt x="2732341" y="75107"/>
                </a:lnTo>
                <a:lnTo>
                  <a:pt x="2709265" y="106857"/>
                </a:lnTo>
                <a:lnTo>
                  <a:pt x="2682621" y="135724"/>
                </a:lnTo>
                <a:lnTo>
                  <a:pt x="2690291" y="143179"/>
                </a:lnTo>
                <a:lnTo>
                  <a:pt x="2697289" y="149821"/>
                </a:lnTo>
                <a:lnTo>
                  <a:pt x="2703411" y="155879"/>
                </a:lnTo>
                <a:lnTo>
                  <a:pt x="2708529" y="161632"/>
                </a:lnTo>
                <a:lnTo>
                  <a:pt x="2726004" y="141897"/>
                </a:lnTo>
                <a:lnTo>
                  <a:pt x="2742057" y="121437"/>
                </a:lnTo>
                <a:lnTo>
                  <a:pt x="2756966" y="100126"/>
                </a:lnTo>
                <a:lnTo>
                  <a:pt x="2771013" y="77812"/>
                </a:lnTo>
                <a:lnTo>
                  <a:pt x="2818358" y="77812"/>
                </a:lnTo>
                <a:lnTo>
                  <a:pt x="2914370" y="77812"/>
                </a:lnTo>
                <a:lnTo>
                  <a:pt x="2914370" y="47244"/>
                </a:lnTo>
                <a:close/>
              </a:path>
              <a:path w="3117850" h="438150">
                <a:moveTo>
                  <a:pt x="2932747" y="327952"/>
                </a:moveTo>
                <a:lnTo>
                  <a:pt x="2919831" y="308508"/>
                </a:lnTo>
                <a:lnTo>
                  <a:pt x="2906369" y="289077"/>
                </a:lnTo>
                <a:lnTo>
                  <a:pt x="2892361" y="269608"/>
                </a:lnTo>
                <a:lnTo>
                  <a:pt x="2877794" y="250126"/>
                </a:lnTo>
                <a:lnTo>
                  <a:pt x="2848838" y="268414"/>
                </a:lnTo>
                <a:lnTo>
                  <a:pt x="2863354" y="289661"/>
                </a:lnTo>
                <a:lnTo>
                  <a:pt x="2877032" y="310032"/>
                </a:lnTo>
                <a:lnTo>
                  <a:pt x="2889554" y="329806"/>
                </a:lnTo>
                <a:lnTo>
                  <a:pt x="2900654" y="349288"/>
                </a:lnTo>
                <a:lnTo>
                  <a:pt x="2932747" y="327952"/>
                </a:lnTo>
                <a:close/>
              </a:path>
              <a:path w="3117850" h="438150">
                <a:moveTo>
                  <a:pt x="3054667" y="125056"/>
                </a:moveTo>
                <a:lnTo>
                  <a:pt x="3046044" y="114465"/>
                </a:lnTo>
                <a:lnTo>
                  <a:pt x="3035998" y="103149"/>
                </a:lnTo>
                <a:lnTo>
                  <a:pt x="3024238" y="90982"/>
                </a:lnTo>
                <a:lnTo>
                  <a:pt x="3010471" y="77812"/>
                </a:lnTo>
                <a:lnTo>
                  <a:pt x="2987611" y="96100"/>
                </a:lnTo>
                <a:lnTo>
                  <a:pt x="2998520" y="108673"/>
                </a:lnTo>
                <a:lnTo>
                  <a:pt x="3008566" y="121246"/>
                </a:lnTo>
                <a:lnTo>
                  <a:pt x="3018040" y="133819"/>
                </a:lnTo>
                <a:lnTo>
                  <a:pt x="3027235" y="146392"/>
                </a:lnTo>
                <a:lnTo>
                  <a:pt x="3054667" y="125056"/>
                </a:lnTo>
                <a:close/>
              </a:path>
              <a:path w="3117850" h="438150">
                <a:moveTo>
                  <a:pt x="3117253" y="201358"/>
                </a:moveTo>
                <a:lnTo>
                  <a:pt x="3042475" y="201358"/>
                </a:lnTo>
                <a:lnTo>
                  <a:pt x="3042475" y="150964"/>
                </a:lnTo>
                <a:lnTo>
                  <a:pt x="3007423" y="150964"/>
                </a:lnTo>
                <a:lnTo>
                  <a:pt x="3007423" y="201358"/>
                </a:lnTo>
                <a:lnTo>
                  <a:pt x="2815310" y="201358"/>
                </a:lnTo>
                <a:lnTo>
                  <a:pt x="2815310" y="233362"/>
                </a:lnTo>
                <a:lnTo>
                  <a:pt x="3007423" y="233362"/>
                </a:lnTo>
                <a:lnTo>
                  <a:pt x="3007423" y="375285"/>
                </a:lnTo>
                <a:lnTo>
                  <a:pt x="3006001" y="386168"/>
                </a:lnTo>
                <a:lnTo>
                  <a:pt x="3001708" y="393763"/>
                </a:lnTo>
                <a:lnTo>
                  <a:pt x="2994571" y="398221"/>
                </a:lnTo>
                <a:lnTo>
                  <a:pt x="2984563" y="399669"/>
                </a:lnTo>
                <a:lnTo>
                  <a:pt x="2969437" y="399389"/>
                </a:lnTo>
                <a:lnTo>
                  <a:pt x="2953880" y="398526"/>
                </a:lnTo>
                <a:lnTo>
                  <a:pt x="2938018" y="397103"/>
                </a:lnTo>
                <a:lnTo>
                  <a:pt x="2921990" y="395097"/>
                </a:lnTo>
                <a:lnTo>
                  <a:pt x="2924060" y="405104"/>
                </a:lnTo>
                <a:lnTo>
                  <a:pt x="2925686" y="414528"/>
                </a:lnTo>
                <a:lnTo>
                  <a:pt x="2927007" y="423392"/>
                </a:lnTo>
                <a:lnTo>
                  <a:pt x="2928175" y="431673"/>
                </a:lnTo>
                <a:lnTo>
                  <a:pt x="2943555" y="431914"/>
                </a:lnTo>
                <a:lnTo>
                  <a:pt x="2976613" y="432955"/>
                </a:lnTo>
                <a:lnTo>
                  <a:pt x="2993707" y="433197"/>
                </a:lnTo>
                <a:lnTo>
                  <a:pt x="3014827" y="429793"/>
                </a:lnTo>
                <a:lnTo>
                  <a:pt x="3030093" y="419671"/>
                </a:lnTo>
                <a:lnTo>
                  <a:pt x="3039351" y="402983"/>
                </a:lnTo>
                <a:lnTo>
                  <a:pt x="3039808" y="399669"/>
                </a:lnTo>
                <a:lnTo>
                  <a:pt x="3042475" y="379857"/>
                </a:lnTo>
                <a:lnTo>
                  <a:pt x="3042475" y="233362"/>
                </a:lnTo>
                <a:lnTo>
                  <a:pt x="3117253" y="233362"/>
                </a:lnTo>
                <a:lnTo>
                  <a:pt x="3117253" y="201358"/>
                </a:lnTo>
                <a:close/>
              </a:path>
              <a:path w="3117850" h="438150">
                <a:moveTo>
                  <a:pt x="3117253" y="47244"/>
                </a:moveTo>
                <a:lnTo>
                  <a:pt x="2976943" y="47244"/>
                </a:lnTo>
                <a:lnTo>
                  <a:pt x="2981515" y="36690"/>
                </a:lnTo>
                <a:lnTo>
                  <a:pt x="2986087" y="25717"/>
                </a:lnTo>
                <a:lnTo>
                  <a:pt x="2990659" y="14452"/>
                </a:lnTo>
                <a:lnTo>
                  <a:pt x="2995231" y="3048"/>
                </a:lnTo>
                <a:lnTo>
                  <a:pt x="2957131" y="3048"/>
                </a:lnTo>
                <a:lnTo>
                  <a:pt x="2942806" y="37325"/>
                </a:lnTo>
                <a:lnTo>
                  <a:pt x="2924886" y="71488"/>
                </a:lnTo>
                <a:lnTo>
                  <a:pt x="2903258" y="105359"/>
                </a:lnTo>
                <a:lnTo>
                  <a:pt x="2877794" y="138772"/>
                </a:lnTo>
                <a:lnTo>
                  <a:pt x="2886367" y="145592"/>
                </a:lnTo>
                <a:lnTo>
                  <a:pt x="2893796" y="152107"/>
                </a:lnTo>
                <a:lnTo>
                  <a:pt x="2900083" y="158064"/>
                </a:lnTo>
                <a:lnTo>
                  <a:pt x="2905226" y="163156"/>
                </a:lnTo>
                <a:lnTo>
                  <a:pt x="2920708" y="143205"/>
                </a:lnTo>
                <a:lnTo>
                  <a:pt x="2935211" y="122199"/>
                </a:lnTo>
                <a:lnTo>
                  <a:pt x="2948825" y="100368"/>
                </a:lnTo>
                <a:lnTo>
                  <a:pt x="2961703" y="77812"/>
                </a:lnTo>
                <a:lnTo>
                  <a:pt x="3010471" y="77812"/>
                </a:lnTo>
                <a:lnTo>
                  <a:pt x="3117253" y="77812"/>
                </a:lnTo>
                <a:lnTo>
                  <a:pt x="3117253" y="472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13732" y="4269581"/>
            <a:ext cx="138779" cy="106775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4892040" y="4479035"/>
            <a:ext cx="121920" cy="41275"/>
          </a:xfrm>
          <a:custGeom>
            <a:avLst/>
            <a:gdLst/>
            <a:ahLst/>
            <a:cxnLst/>
            <a:rect l="l" t="t" r="r" b="b"/>
            <a:pathLst>
              <a:path w="121920" h="41275">
                <a:moveTo>
                  <a:pt x="121919" y="41148"/>
                </a:moveTo>
                <a:lnTo>
                  <a:pt x="0" y="41148"/>
                </a:lnTo>
                <a:lnTo>
                  <a:pt x="0" y="0"/>
                </a:lnTo>
                <a:lnTo>
                  <a:pt x="121919" y="0"/>
                </a:lnTo>
                <a:lnTo>
                  <a:pt x="121919" y="41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41582" y="4291012"/>
            <a:ext cx="114395" cy="105251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5242940" y="4560951"/>
            <a:ext cx="68580" cy="117475"/>
          </a:xfrm>
          <a:custGeom>
            <a:avLst/>
            <a:gdLst/>
            <a:ahLst/>
            <a:cxnLst/>
            <a:rect l="l" t="t" r="r" b="b"/>
            <a:pathLst>
              <a:path w="68579" h="117475">
                <a:moveTo>
                  <a:pt x="32003" y="117443"/>
                </a:moveTo>
                <a:lnTo>
                  <a:pt x="0" y="117443"/>
                </a:lnTo>
                <a:lnTo>
                  <a:pt x="27431" y="0"/>
                </a:lnTo>
                <a:lnTo>
                  <a:pt x="68579" y="0"/>
                </a:lnTo>
                <a:lnTo>
                  <a:pt x="32003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5628792" y="4245203"/>
            <a:ext cx="887730" cy="433705"/>
          </a:xfrm>
          <a:custGeom>
            <a:avLst/>
            <a:gdLst/>
            <a:ahLst/>
            <a:cxnLst/>
            <a:rect l="l" t="t" r="r" b="b"/>
            <a:pathLst>
              <a:path w="887729" h="433704">
                <a:moveTo>
                  <a:pt x="138772" y="12192"/>
                </a:moveTo>
                <a:lnTo>
                  <a:pt x="103632" y="0"/>
                </a:lnTo>
                <a:lnTo>
                  <a:pt x="88468" y="44132"/>
                </a:lnTo>
                <a:lnTo>
                  <a:pt x="70446" y="86868"/>
                </a:lnTo>
                <a:lnTo>
                  <a:pt x="49644" y="128270"/>
                </a:lnTo>
                <a:lnTo>
                  <a:pt x="26136" y="168440"/>
                </a:lnTo>
                <a:lnTo>
                  <a:pt x="0" y="207454"/>
                </a:lnTo>
                <a:lnTo>
                  <a:pt x="4305" y="217500"/>
                </a:lnTo>
                <a:lnTo>
                  <a:pt x="8191" y="227266"/>
                </a:lnTo>
                <a:lnTo>
                  <a:pt x="11785" y="237032"/>
                </a:lnTo>
                <a:lnTo>
                  <a:pt x="15240" y="247078"/>
                </a:lnTo>
                <a:lnTo>
                  <a:pt x="26403" y="231952"/>
                </a:lnTo>
                <a:lnTo>
                  <a:pt x="37147" y="216408"/>
                </a:lnTo>
                <a:lnTo>
                  <a:pt x="47599" y="200571"/>
                </a:lnTo>
                <a:lnTo>
                  <a:pt x="57912" y="184594"/>
                </a:lnTo>
                <a:lnTo>
                  <a:pt x="57912" y="427101"/>
                </a:lnTo>
                <a:lnTo>
                  <a:pt x="91440" y="427101"/>
                </a:lnTo>
                <a:lnTo>
                  <a:pt x="91440" y="184594"/>
                </a:lnTo>
                <a:lnTo>
                  <a:pt x="91440" y="123545"/>
                </a:lnTo>
                <a:lnTo>
                  <a:pt x="103974" y="97574"/>
                </a:lnTo>
                <a:lnTo>
                  <a:pt x="116255" y="70154"/>
                </a:lnTo>
                <a:lnTo>
                  <a:pt x="127952" y="41592"/>
                </a:lnTo>
                <a:lnTo>
                  <a:pt x="138772" y="12192"/>
                </a:lnTo>
                <a:close/>
              </a:path>
              <a:path w="887729" h="433704">
                <a:moveTo>
                  <a:pt x="401002" y="27432"/>
                </a:moveTo>
                <a:lnTo>
                  <a:pt x="365950" y="27432"/>
                </a:lnTo>
                <a:lnTo>
                  <a:pt x="365950" y="58013"/>
                </a:lnTo>
                <a:lnTo>
                  <a:pt x="365950" y="147929"/>
                </a:lnTo>
                <a:lnTo>
                  <a:pt x="365950" y="176974"/>
                </a:lnTo>
                <a:lnTo>
                  <a:pt x="365950" y="265468"/>
                </a:lnTo>
                <a:lnTo>
                  <a:pt x="198221" y="265468"/>
                </a:lnTo>
                <a:lnTo>
                  <a:pt x="198221" y="176974"/>
                </a:lnTo>
                <a:lnTo>
                  <a:pt x="365950" y="176974"/>
                </a:lnTo>
                <a:lnTo>
                  <a:pt x="365950" y="147929"/>
                </a:lnTo>
                <a:lnTo>
                  <a:pt x="198221" y="147929"/>
                </a:lnTo>
                <a:lnTo>
                  <a:pt x="198221" y="58013"/>
                </a:lnTo>
                <a:lnTo>
                  <a:pt x="365950" y="58013"/>
                </a:lnTo>
                <a:lnTo>
                  <a:pt x="365950" y="27432"/>
                </a:lnTo>
                <a:lnTo>
                  <a:pt x="164693" y="27432"/>
                </a:lnTo>
                <a:lnTo>
                  <a:pt x="164693" y="324904"/>
                </a:lnTo>
                <a:lnTo>
                  <a:pt x="198221" y="324904"/>
                </a:lnTo>
                <a:lnTo>
                  <a:pt x="198221" y="297472"/>
                </a:lnTo>
                <a:lnTo>
                  <a:pt x="365950" y="297472"/>
                </a:lnTo>
                <a:lnTo>
                  <a:pt x="365950" y="324904"/>
                </a:lnTo>
                <a:lnTo>
                  <a:pt x="401002" y="324904"/>
                </a:lnTo>
                <a:lnTo>
                  <a:pt x="401002" y="297472"/>
                </a:lnTo>
                <a:lnTo>
                  <a:pt x="401002" y="265468"/>
                </a:lnTo>
                <a:lnTo>
                  <a:pt x="401002" y="176974"/>
                </a:lnTo>
                <a:lnTo>
                  <a:pt x="401002" y="147929"/>
                </a:lnTo>
                <a:lnTo>
                  <a:pt x="401002" y="58013"/>
                </a:lnTo>
                <a:lnTo>
                  <a:pt x="401002" y="27432"/>
                </a:lnTo>
                <a:close/>
              </a:path>
              <a:path w="887729" h="433704">
                <a:moveTo>
                  <a:pt x="437680" y="369189"/>
                </a:moveTo>
                <a:lnTo>
                  <a:pt x="123444" y="369189"/>
                </a:lnTo>
                <a:lnTo>
                  <a:pt x="123444" y="399669"/>
                </a:lnTo>
                <a:lnTo>
                  <a:pt x="437680" y="399669"/>
                </a:lnTo>
                <a:lnTo>
                  <a:pt x="437680" y="369189"/>
                </a:lnTo>
                <a:close/>
              </a:path>
              <a:path w="887729" h="433704">
                <a:moveTo>
                  <a:pt x="817346" y="13716"/>
                </a:moveTo>
                <a:lnTo>
                  <a:pt x="783818" y="13716"/>
                </a:lnTo>
                <a:lnTo>
                  <a:pt x="783818" y="44196"/>
                </a:lnTo>
                <a:lnTo>
                  <a:pt x="783818" y="82397"/>
                </a:lnTo>
                <a:lnTo>
                  <a:pt x="783818" y="111353"/>
                </a:lnTo>
                <a:lnTo>
                  <a:pt x="783818" y="149453"/>
                </a:lnTo>
                <a:lnTo>
                  <a:pt x="553593" y="149453"/>
                </a:lnTo>
                <a:lnTo>
                  <a:pt x="553593" y="111353"/>
                </a:lnTo>
                <a:lnTo>
                  <a:pt x="783818" y="111353"/>
                </a:lnTo>
                <a:lnTo>
                  <a:pt x="783818" y="82397"/>
                </a:lnTo>
                <a:lnTo>
                  <a:pt x="553593" y="82397"/>
                </a:lnTo>
                <a:lnTo>
                  <a:pt x="553593" y="44196"/>
                </a:lnTo>
                <a:lnTo>
                  <a:pt x="783818" y="44196"/>
                </a:lnTo>
                <a:lnTo>
                  <a:pt x="783818" y="13716"/>
                </a:lnTo>
                <a:lnTo>
                  <a:pt x="519976" y="13716"/>
                </a:lnTo>
                <a:lnTo>
                  <a:pt x="519976" y="196786"/>
                </a:lnTo>
                <a:lnTo>
                  <a:pt x="553593" y="196786"/>
                </a:lnTo>
                <a:lnTo>
                  <a:pt x="553593" y="180022"/>
                </a:lnTo>
                <a:lnTo>
                  <a:pt x="783818" y="180022"/>
                </a:lnTo>
                <a:lnTo>
                  <a:pt x="783818" y="196786"/>
                </a:lnTo>
                <a:lnTo>
                  <a:pt x="817346" y="196786"/>
                </a:lnTo>
                <a:lnTo>
                  <a:pt x="817346" y="180022"/>
                </a:lnTo>
                <a:lnTo>
                  <a:pt x="817346" y="149453"/>
                </a:lnTo>
                <a:lnTo>
                  <a:pt x="817346" y="111353"/>
                </a:lnTo>
                <a:lnTo>
                  <a:pt x="817346" y="82397"/>
                </a:lnTo>
                <a:lnTo>
                  <a:pt x="817346" y="44196"/>
                </a:lnTo>
                <a:lnTo>
                  <a:pt x="817346" y="13716"/>
                </a:lnTo>
                <a:close/>
              </a:path>
              <a:path w="887729" h="433704">
                <a:moveTo>
                  <a:pt x="887539" y="381381"/>
                </a:moveTo>
                <a:lnTo>
                  <a:pt x="783818" y="383286"/>
                </a:lnTo>
                <a:lnTo>
                  <a:pt x="736993" y="383527"/>
                </a:lnTo>
                <a:lnTo>
                  <a:pt x="693902" y="382905"/>
                </a:lnTo>
                <a:lnTo>
                  <a:pt x="693902" y="379857"/>
                </a:lnTo>
                <a:lnTo>
                  <a:pt x="693902" y="321856"/>
                </a:lnTo>
                <a:lnTo>
                  <a:pt x="849439" y="321856"/>
                </a:lnTo>
                <a:lnTo>
                  <a:pt x="849439" y="291376"/>
                </a:lnTo>
                <a:lnTo>
                  <a:pt x="693902" y="291376"/>
                </a:lnTo>
                <a:lnTo>
                  <a:pt x="693902" y="248602"/>
                </a:lnTo>
                <a:lnTo>
                  <a:pt x="879919" y="248602"/>
                </a:lnTo>
                <a:lnTo>
                  <a:pt x="879919" y="218122"/>
                </a:lnTo>
                <a:lnTo>
                  <a:pt x="457479" y="218122"/>
                </a:lnTo>
                <a:lnTo>
                  <a:pt x="457479" y="248602"/>
                </a:lnTo>
                <a:lnTo>
                  <a:pt x="658749" y="248602"/>
                </a:lnTo>
                <a:lnTo>
                  <a:pt x="658749" y="379857"/>
                </a:lnTo>
                <a:lnTo>
                  <a:pt x="600456" y="358089"/>
                </a:lnTo>
                <a:lnTo>
                  <a:pt x="558165" y="315760"/>
                </a:lnTo>
                <a:lnTo>
                  <a:pt x="562711" y="305206"/>
                </a:lnTo>
                <a:lnTo>
                  <a:pt x="567118" y="294233"/>
                </a:lnTo>
                <a:lnTo>
                  <a:pt x="571233" y="282968"/>
                </a:lnTo>
                <a:lnTo>
                  <a:pt x="574929" y="271564"/>
                </a:lnTo>
                <a:lnTo>
                  <a:pt x="541401" y="262420"/>
                </a:lnTo>
                <a:lnTo>
                  <a:pt x="526148" y="306654"/>
                </a:lnTo>
                <a:lnTo>
                  <a:pt x="505498" y="345325"/>
                </a:lnTo>
                <a:lnTo>
                  <a:pt x="479158" y="378002"/>
                </a:lnTo>
                <a:lnTo>
                  <a:pt x="446811" y="404241"/>
                </a:lnTo>
                <a:lnTo>
                  <a:pt x="452513" y="411975"/>
                </a:lnTo>
                <a:lnTo>
                  <a:pt x="458050" y="419290"/>
                </a:lnTo>
                <a:lnTo>
                  <a:pt x="463321" y="426313"/>
                </a:lnTo>
                <a:lnTo>
                  <a:pt x="468147" y="433197"/>
                </a:lnTo>
                <a:lnTo>
                  <a:pt x="490105" y="414909"/>
                </a:lnTo>
                <a:lnTo>
                  <a:pt x="510260" y="394131"/>
                </a:lnTo>
                <a:lnTo>
                  <a:pt x="528421" y="370789"/>
                </a:lnTo>
                <a:lnTo>
                  <a:pt x="544449" y="344716"/>
                </a:lnTo>
                <a:lnTo>
                  <a:pt x="568172" y="374789"/>
                </a:lnTo>
                <a:lnTo>
                  <a:pt x="598170" y="396417"/>
                </a:lnTo>
                <a:lnTo>
                  <a:pt x="634466" y="409740"/>
                </a:lnTo>
                <a:lnTo>
                  <a:pt x="677037" y="414909"/>
                </a:lnTo>
                <a:lnTo>
                  <a:pt x="814971" y="415556"/>
                </a:lnTo>
                <a:lnTo>
                  <a:pt x="875347" y="414909"/>
                </a:lnTo>
                <a:lnTo>
                  <a:pt x="878535" y="407530"/>
                </a:lnTo>
                <a:lnTo>
                  <a:pt x="881443" y="399288"/>
                </a:lnTo>
                <a:lnTo>
                  <a:pt x="884351" y="390474"/>
                </a:lnTo>
                <a:lnTo>
                  <a:pt x="886790" y="383527"/>
                </a:lnTo>
                <a:lnTo>
                  <a:pt x="887539" y="3813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6557480" y="4242155"/>
            <a:ext cx="377190" cy="434975"/>
          </a:xfrm>
          <a:custGeom>
            <a:avLst/>
            <a:gdLst/>
            <a:ahLst/>
            <a:cxnLst/>
            <a:rect l="l" t="t" r="r" b="b"/>
            <a:pathLst>
              <a:path w="377190" h="434975">
                <a:moveTo>
                  <a:pt x="207454" y="271564"/>
                </a:moveTo>
                <a:lnTo>
                  <a:pt x="169354" y="271564"/>
                </a:lnTo>
                <a:lnTo>
                  <a:pt x="169354" y="434721"/>
                </a:lnTo>
                <a:lnTo>
                  <a:pt x="207454" y="434721"/>
                </a:lnTo>
                <a:lnTo>
                  <a:pt x="207454" y="271564"/>
                </a:lnTo>
                <a:close/>
              </a:path>
              <a:path w="377190" h="434975">
                <a:moveTo>
                  <a:pt x="376720" y="271564"/>
                </a:moveTo>
                <a:lnTo>
                  <a:pt x="341668" y="271564"/>
                </a:lnTo>
                <a:lnTo>
                  <a:pt x="341668" y="294424"/>
                </a:lnTo>
                <a:lnTo>
                  <a:pt x="376720" y="294424"/>
                </a:lnTo>
                <a:lnTo>
                  <a:pt x="376720" y="271564"/>
                </a:lnTo>
                <a:close/>
              </a:path>
              <a:path w="377190" h="434975">
                <a:moveTo>
                  <a:pt x="376720" y="94576"/>
                </a:moveTo>
                <a:lnTo>
                  <a:pt x="207454" y="94576"/>
                </a:lnTo>
                <a:lnTo>
                  <a:pt x="207454" y="0"/>
                </a:lnTo>
                <a:lnTo>
                  <a:pt x="169354" y="0"/>
                </a:lnTo>
                <a:lnTo>
                  <a:pt x="169354" y="94576"/>
                </a:lnTo>
                <a:lnTo>
                  <a:pt x="0" y="94576"/>
                </a:lnTo>
                <a:lnTo>
                  <a:pt x="0" y="127596"/>
                </a:lnTo>
                <a:lnTo>
                  <a:pt x="0" y="239356"/>
                </a:lnTo>
                <a:lnTo>
                  <a:pt x="0" y="271106"/>
                </a:lnTo>
                <a:lnTo>
                  <a:pt x="0" y="293966"/>
                </a:lnTo>
                <a:lnTo>
                  <a:pt x="36677" y="293966"/>
                </a:lnTo>
                <a:lnTo>
                  <a:pt x="36677" y="271106"/>
                </a:lnTo>
                <a:lnTo>
                  <a:pt x="376720" y="271106"/>
                </a:lnTo>
                <a:lnTo>
                  <a:pt x="376720" y="239458"/>
                </a:lnTo>
                <a:lnTo>
                  <a:pt x="376720" y="128117"/>
                </a:lnTo>
                <a:lnTo>
                  <a:pt x="341668" y="128117"/>
                </a:lnTo>
                <a:lnTo>
                  <a:pt x="341668" y="239356"/>
                </a:lnTo>
                <a:lnTo>
                  <a:pt x="207454" y="239356"/>
                </a:lnTo>
                <a:lnTo>
                  <a:pt x="207454" y="128117"/>
                </a:lnTo>
                <a:lnTo>
                  <a:pt x="169354" y="128117"/>
                </a:lnTo>
                <a:lnTo>
                  <a:pt x="169354" y="239356"/>
                </a:lnTo>
                <a:lnTo>
                  <a:pt x="36677" y="239356"/>
                </a:lnTo>
                <a:lnTo>
                  <a:pt x="36677" y="127596"/>
                </a:lnTo>
                <a:lnTo>
                  <a:pt x="376720" y="127596"/>
                </a:lnTo>
                <a:lnTo>
                  <a:pt x="376720" y="94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6996671" y="4237583"/>
            <a:ext cx="2655570" cy="439420"/>
          </a:xfrm>
          <a:custGeom>
            <a:avLst/>
            <a:gdLst/>
            <a:ahLst/>
            <a:cxnLst/>
            <a:rect l="l" t="t" r="r" b="b"/>
            <a:pathLst>
              <a:path w="2655570" h="439420">
                <a:moveTo>
                  <a:pt x="33629" y="91528"/>
                </a:moveTo>
                <a:lnTo>
                  <a:pt x="0" y="91528"/>
                </a:lnTo>
                <a:lnTo>
                  <a:pt x="0" y="436245"/>
                </a:lnTo>
                <a:lnTo>
                  <a:pt x="33629" y="436245"/>
                </a:lnTo>
                <a:lnTo>
                  <a:pt x="33629" y="91528"/>
                </a:lnTo>
                <a:close/>
              </a:path>
              <a:path w="2655570" h="439420">
                <a:moveTo>
                  <a:pt x="109829" y="65620"/>
                </a:moveTo>
                <a:lnTo>
                  <a:pt x="94919" y="50685"/>
                </a:lnTo>
                <a:lnTo>
                  <a:pt x="79730" y="35636"/>
                </a:lnTo>
                <a:lnTo>
                  <a:pt x="63969" y="20307"/>
                </a:lnTo>
                <a:lnTo>
                  <a:pt x="47345" y="4572"/>
                </a:lnTo>
                <a:lnTo>
                  <a:pt x="22961" y="27432"/>
                </a:lnTo>
                <a:lnTo>
                  <a:pt x="38658" y="43446"/>
                </a:lnTo>
                <a:lnTo>
                  <a:pt x="53632" y="59486"/>
                </a:lnTo>
                <a:lnTo>
                  <a:pt x="67754" y="75514"/>
                </a:lnTo>
                <a:lnTo>
                  <a:pt x="80873" y="91528"/>
                </a:lnTo>
                <a:lnTo>
                  <a:pt x="109829" y="65620"/>
                </a:lnTo>
                <a:close/>
              </a:path>
              <a:path w="2655570" h="439420">
                <a:moveTo>
                  <a:pt x="286804" y="122008"/>
                </a:moveTo>
                <a:lnTo>
                  <a:pt x="256235" y="122008"/>
                </a:lnTo>
                <a:lnTo>
                  <a:pt x="256235" y="154025"/>
                </a:lnTo>
                <a:lnTo>
                  <a:pt x="256235" y="215074"/>
                </a:lnTo>
                <a:lnTo>
                  <a:pt x="256235" y="245554"/>
                </a:lnTo>
                <a:lnTo>
                  <a:pt x="256235" y="308140"/>
                </a:lnTo>
                <a:lnTo>
                  <a:pt x="132689" y="308140"/>
                </a:lnTo>
                <a:lnTo>
                  <a:pt x="132689" y="245554"/>
                </a:lnTo>
                <a:lnTo>
                  <a:pt x="256235" y="245554"/>
                </a:lnTo>
                <a:lnTo>
                  <a:pt x="256235" y="215074"/>
                </a:lnTo>
                <a:lnTo>
                  <a:pt x="132689" y="215074"/>
                </a:lnTo>
                <a:lnTo>
                  <a:pt x="132689" y="154025"/>
                </a:lnTo>
                <a:lnTo>
                  <a:pt x="256235" y="154025"/>
                </a:lnTo>
                <a:lnTo>
                  <a:pt x="256235" y="122008"/>
                </a:lnTo>
                <a:lnTo>
                  <a:pt x="100685" y="122008"/>
                </a:lnTo>
                <a:lnTo>
                  <a:pt x="100685" y="366052"/>
                </a:lnTo>
                <a:lnTo>
                  <a:pt x="132689" y="366052"/>
                </a:lnTo>
                <a:lnTo>
                  <a:pt x="132689" y="340144"/>
                </a:lnTo>
                <a:lnTo>
                  <a:pt x="286804" y="340144"/>
                </a:lnTo>
                <a:lnTo>
                  <a:pt x="286804" y="308140"/>
                </a:lnTo>
                <a:lnTo>
                  <a:pt x="286804" y="245554"/>
                </a:lnTo>
                <a:lnTo>
                  <a:pt x="286804" y="215074"/>
                </a:lnTo>
                <a:lnTo>
                  <a:pt x="286804" y="154025"/>
                </a:lnTo>
                <a:lnTo>
                  <a:pt x="286804" y="122008"/>
                </a:lnTo>
                <a:close/>
              </a:path>
              <a:path w="2655570" h="439420">
                <a:moveTo>
                  <a:pt x="391960" y="33528"/>
                </a:moveTo>
                <a:lnTo>
                  <a:pt x="138785" y="33528"/>
                </a:lnTo>
                <a:lnTo>
                  <a:pt x="138785" y="65620"/>
                </a:lnTo>
                <a:lnTo>
                  <a:pt x="358432" y="65620"/>
                </a:lnTo>
                <a:lnTo>
                  <a:pt x="358432" y="369100"/>
                </a:lnTo>
                <a:lnTo>
                  <a:pt x="356412" y="383146"/>
                </a:lnTo>
                <a:lnTo>
                  <a:pt x="350240" y="393179"/>
                </a:lnTo>
                <a:lnTo>
                  <a:pt x="339788" y="399186"/>
                </a:lnTo>
                <a:lnTo>
                  <a:pt x="325818" y="401078"/>
                </a:lnTo>
                <a:lnTo>
                  <a:pt x="291706" y="401002"/>
                </a:lnTo>
                <a:lnTo>
                  <a:pt x="274243" y="400545"/>
                </a:lnTo>
                <a:lnTo>
                  <a:pt x="256235" y="399669"/>
                </a:lnTo>
                <a:lnTo>
                  <a:pt x="258470" y="409651"/>
                </a:lnTo>
                <a:lnTo>
                  <a:pt x="260426" y="418909"/>
                </a:lnTo>
                <a:lnTo>
                  <a:pt x="261797" y="427316"/>
                </a:lnTo>
                <a:lnTo>
                  <a:pt x="262331" y="434721"/>
                </a:lnTo>
                <a:lnTo>
                  <a:pt x="282714" y="434962"/>
                </a:lnTo>
                <a:lnTo>
                  <a:pt x="316001" y="436003"/>
                </a:lnTo>
                <a:lnTo>
                  <a:pt x="329476" y="436245"/>
                </a:lnTo>
                <a:lnTo>
                  <a:pt x="357238" y="432574"/>
                </a:lnTo>
                <a:lnTo>
                  <a:pt x="376720" y="421767"/>
                </a:lnTo>
                <a:lnTo>
                  <a:pt x="388200" y="404101"/>
                </a:lnTo>
                <a:lnTo>
                  <a:pt x="388645" y="401193"/>
                </a:lnTo>
                <a:lnTo>
                  <a:pt x="391960" y="379857"/>
                </a:lnTo>
                <a:lnTo>
                  <a:pt x="391960" y="33528"/>
                </a:lnTo>
                <a:close/>
              </a:path>
              <a:path w="2655570" h="439420">
                <a:moveTo>
                  <a:pt x="852589" y="44196"/>
                </a:moveTo>
                <a:lnTo>
                  <a:pt x="434733" y="44196"/>
                </a:lnTo>
                <a:lnTo>
                  <a:pt x="434733" y="77825"/>
                </a:lnTo>
                <a:lnTo>
                  <a:pt x="645134" y="77825"/>
                </a:lnTo>
                <a:lnTo>
                  <a:pt x="615416" y="122936"/>
                </a:lnTo>
                <a:lnTo>
                  <a:pt x="582688" y="165150"/>
                </a:lnTo>
                <a:lnTo>
                  <a:pt x="546976" y="204406"/>
                </a:lnTo>
                <a:lnTo>
                  <a:pt x="508355" y="240614"/>
                </a:lnTo>
                <a:lnTo>
                  <a:pt x="466864" y="273685"/>
                </a:lnTo>
                <a:lnTo>
                  <a:pt x="422529" y="303568"/>
                </a:lnTo>
                <a:lnTo>
                  <a:pt x="429133" y="311569"/>
                </a:lnTo>
                <a:lnTo>
                  <a:pt x="435305" y="319570"/>
                </a:lnTo>
                <a:lnTo>
                  <a:pt x="441185" y="327571"/>
                </a:lnTo>
                <a:lnTo>
                  <a:pt x="446925" y="335572"/>
                </a:lnTo>
                <a:lnTo>
                  <a:pt x="486232" y="308102"/>
                </a:lnTo>
                <a:lnTo>
                  <a:pt x="523659" y="278650"/>
                </a:lnTo>
                <a:lnTo>
                  <a:pt x="559117" y="247065"/>
                </a:lnTo>
                <a:lnTo>
                  <a:pt x="592531" y="213220"/>
                </a:lnTo>
                <a:lnTo>
                  <a:pt x="623798" y="176974"/>
                </a:lnTo>
                <a:lnTo>
                  <a:pt x="623798" y="439293"/>
                </a:lnTo>
                <a:lnTo>
                  <a:pt x="661898" y="439293"/>
                </a:lnTo>
                <a:lnTo>
                  <a:pt x="661898" y="176974"/>
                </a:lnTo>
                <a:lnTo>
                  <a:pt x="661898" y="164693"/>
                </a:lnTo>
                <a:lnTo>
                  <a:pt x="635990" y="164693"/>
                </a:lnTo>
                <a:lnTo>
                  <a:pt x="652297" y="140398"/>
                </a:lnTo>
                <a:lnTo>
                  <a:pt x="667042" y="117830"/>
                </a:lnTo>
                <a:lnTo>
                  <a:pt x="680351" y="96964"/>
                </a:lnTo>
                <a:lnTo>
                  <a:pt x="692378" y="77825"/>
                </a:lnTo>
                <a:lnTo>
                  <a:pt x="852589" y="77825"/>
                </a:lnTo>
                <a:lnTo>
                  <a:pt x="852589" y="44196"/>
                </a:lnTo>
                <a:close/>
              </a:path>
              <a:path w="2655570" h="439420">
                <a:moveTo>
                  <a:pt x="863257" y="279184"/>
                </a:moveTo>
                <a:lnTo>
                  <a:pt x="785634" y="228041"/>
                </a:lnTo>
                <a:lnTo>
                  <a:pt x="745502" y="202361"/>
                </a:lnTo>
                <a:lnTo>
                  <a:pt x="704672" y="176974"/>
                </a:lnTo>
                <a:lnTo>
                  <a:pt x="683234" y="207454"/>
                </a:lnTo>
                <a:lnTo>
                  <a:pt x="717003" y="228854"/>
                </a:lnTo>
                <a:lnTo>
                  <a:pt x="754202" y="253987"/>
                </a:lnTo>
                <a:lnTo>
                  <a:pt x="794816" y="282549"/>
                </a:lnTo>
                <a:lnTo>
                  <a:pt x="838873" y="314236"/>
                </a:lnTo>
                <a:lnTo>
                  <a:pt x="863257" y="279184"/>
                </a:lnTo>
                <a:close/>
              </a:path>
              <a:path w="2655570" h="439420">
                <a:moveTo>
                  <a:pt x="1079766" y="172402"/>
                </a:moveTo>
                <a:lnTo>
                  <a:pt x="1044714" y="172402"/>
                </a:lnTo>
                <a:lnTo>
                  <a:pt x="1044714" y="201358"/>
                </a:lnTo>
                <a:lnTo>
                  <a:pt x="1044714" y="242506"/>
                </a:lnTo>
                <a:lnTo>
                  <a:pt x="1044714" y="270027"/>
                </a:lnTo>
                <a:lnTo>
                  <a:pt x="1044714" y="311175"/>
                </a:lnTo>
                <a:lnTo>
                  <a:pt x="934885" y="311175"/>
                </a:lnTo>
                <a:lnTo>
                  <a:pt x="934885" y="270027"/>
                </a:lnTo>
                <a:lnTo>
                  <a:pt x="1044714" y="270027"/>
                </a:lnTo>
                <a:lnTo>
                  <a:pt x="1044714" y="242506"/>
                </a:lnTo>
                <a:lnTo>
                  <a:pt x="934885" y="242506"/>
                </a:lnTo>
                <a:lnTo>
                  <a:pt x="934885" y="201358"/>
                </a:lnTo>
                <a:lnTo>
                  <a:pt x="1044714" y="201358"/>
                </a:lnTo>
                <a:lnTo>
                  <a:pt x="1044714" y="172402"/>
                </a:lnTo>
                <a:lnTo>
                  <a:pt x="901357" y="172402"/>
                </a:lnTo>
                <a:lnTo>
                  <a:pt x="901357" y="431673"/>
                </a:lnTo>
                <a:lnTo>
                  <a:pt x="934885" y="431673"/>
                </a:lnTo>
                <a:lnTo>
                  <a:pt x="934885" y="338607"/>
                </a:lnTo>
                <a:lnTo>
                  <a:pt x="1044714" y="338607"/>
                </a:lnTo>
                <a:lnTo>
                  <a:pt x="1044714" y="375285"/>
                </a:lnTo>
                <a:lnTo>
                  <a:pt x="1043305" y="384403"/>
                </a:lnTo>
                <a:lnTo>
                  <a:pt x="1039190" y="391096"/>
                </a:lnTo>
                <a:lnTo>
                  <a:pt x="1032497" y="395211"/>
                </a:lnTo>
                <a:lnTo>
                  <a:pt x="1023518" y="396608"/>
                </a:lnTo>
                <a:lnTo>
                  <a:pt x="1014539" y="396595"/>
                </a:lnTo>
                <a:lnTo>
                  <a:pt x="1004138" y="396430"/>
                </a:lnTo>
                <a:lnTo>
                  <a:pt x="992301" y="395973"/>
                </a:lnTo>
                <a:lnTo>
                  <a:pt x="979182" y="395097"/>
                </a:lnTo>
                <a:lnTo>
                  <a:pt x="981202" y="404190"/>
                </a:lnTo>
                <a:lnTo>
                  <a:pt x="982802" y="413004"/>
                </a:lnTo>
                <a:lnTo>
                  <a:pt x="985278" y="428625"/>
                </a:lnTo>
                <a:lnTo>
                  <a:pt x="1000201" y="428599"/>
                </a:lnTo>
                <a:lnTo>
                  <a:pt x="1054684" y="424218"/>
                </a:lnTo>
                <a:lnTo>
                  <a:pt x="1077480" y="396621"/>
                </a:lnTo>
                <a:lnTo>
                  <a:pt x="1079766" y="379857"/>
                </a:lnTo>
                <a:lnTo>
                  <a:pt x="1079766" y="201358"/>
                </a:lnTo>
                <a:lnTo>
                  <a:pt x="1079766" y="172402"/>
                </a:lnTo>
                <a:close/>
              </a:path>
              <a:path w="2655570" h="439420">
                <a:moveTo>
                  <a:pt x="1110246" y="143344"/>
                </a:moveTo>
                <a:lnTo>
                  <a:pt x="1103452" y="132676"/>
                </a:lnTo>
                <a:lnTo>
                  <a:pt x="1094816" y="119087"/>
                </a:lnTo>
                <a:lnTo>
                  <a:pt x="1089621" y="111340"/>
                </a:lnTo>
                <a:lnTo>
                  <a:pt x="1078242" y="94386"/>
                </a:lnTo>
                <a:lnTo>
                  <a:pt x="1060526" y="69367"/>
                </a:lnTo>
                <a:lnTo>
                  <a:pt x="1041666" y="44196"/>
                </a:lnTo>
                <a:lnTo>
                  <a:pt x="1014234" y="60960"/>
                </a:lnTo>
                <a:lnTo>
                  <a:pt x="1021969" y="71539"/>
                </a:lnTo>
                <a:lnTo>
                  <a:pt x="1029284" y="82384"/>
                </a:lnTo>
                <a:lnTo>
                  <a:pt x="1036307" y="93205"/>
                </a:lnTo>
                <a:lnTo>
                  <a:pt x="1043190" y="103720"/>
                </a:lnTo>
                <a:lnTo>
                  <a:pt x="987132" y="108102"/>
                </a:lnTo>
                <a:lnTo>
                  <a:pt x="956525" y="109943"/>
                </a:lnTo>
                <a:lnTo>
                  <a:pt x="924217" y="111340"/>
                </a:lnTo>
                <a:lnTo>
                  <a:pt x="944283" y="87922"/>
                </a:lnTo>
                <a:lnTo>
                  <a:pt x="963510" y="63487"/>
                </a:lnTo>
                <a:lnTo>
                  <a:pt x="982167" y="38188"/>
                </a:lnTo>
                <a:lnTo>
                  <a:pt x="1000518" y="12192"/>
                </a:lnTo>
                <a:lnTo>
                  <a:pt x="966889" y="0"/>
                </a:lnTo>
                <a:lnTo>
                  <a:pt x="954582" y="18884"/>
                </a:lnTo>
                <a:lnTo>
                  <a:pt x="942695" y="36779"/>
                </a:lnTo>
                <a:lnTo>
                  <a:pt x="919645" y="70192"/>
                </a:lnTo>
                <a:lnTo>
                  <a:pt x="886421" y="103200"/>
                </a:lnTo>
                <a:lnTo>
                  <a:pt x="876973" y="109816"/>
                </a:lnTo>
                <a:lnTo>
                  <a:pt x="890689" y="146392"/>
                </a:lnTo>
                <a:lnTo>
                  <a:pt x="925512" y="142963"/>
                </a:lnTo>
                <a:lnTo>
                  <a:pt x="965796" y="139534"/>
                </a:lnTo>
                <a:lnTo>
                  <a:pt x="1061478" y="132676"/>
                </a:lnTo>
                <a:lnTo>
                  <a:pt x="1066901" y="140449"/>
                </a:lnTo>
                <a:lnTo>
                  <a:pt x="1071765" y="147916"/>
                </a:lnTo>
                <a:lnTo>
                  <a:pt x="1076045" y="155397"/>
                </a:lnTo>
                <a:lnTo>
                  <a:pt x="1079766" y="163156"/>
                </a:lnTo>
                <a:lnTo>
                  <a:pt x="1086878" y="158572"/>
                </a:lnTo>
                <a:lnTo>
                  <a:pt x="1094435" y="153822"/>
                </a:lnTo>
                <a:lnTo>
                  <a:pt x="1102258" y="148805"/>
                </a:lnTo>
                <a:lnTo>
                  <a:pt x="1110246" y="143344"/>
                </a:lnTo>
                <a:close/>
              </a:path>
              <a:path w="2655570" h="439420">
                <a:moveTo>
                  <a:pt x="1305509" y="106768"/>
                </a:moveTo>
                <a:lnTo>
                  <a:pt x="1297266" y="103581"/>
                </a:lnTo>
                <a:lnTo>
                  <a:pt x="1280210" y="97777"/>
                </a:lnTo>
                <a:lnTo>
                  <a:pt x="1271981" y="94576"/>
                </a:lnTo>
                <a:lnTo>
                  <a:pt x="1268552" y="139153"/>
                </a:lnTo>
                <a:lnTo>
                  <a:pt x="1235303" y="172402"/>
                </a:lnTo>
                <a:lnTo>
                  <a:pt x="1180439" y="172402"/>
                </a:lnTo>
                <a:lnTo>
                  <a:pt x="1169555" y="170408"/>
                </a:lnTo>
                <a:lnTo>
                  <a:pt x="1161961" y="164541"/>
                </a:lnTo>
                <a:lnTo>
                  <a:pt x="1157503" y="154965"/>
                </a:lnTo>
                <a:lnTo>
                  <a:pt x="1156055" y="141820"/>
                </a:lnTo>
                <a:lnTo>
                  <a:pt x="1156055" y="117436"/>
                </a:lnTo>
                <a:lnTo>
                  <a:pt x="1191463" y="102514"/>
                </a:lnTo>
                <a:lnTo>
                  <a:pt x="1226743" y="87147"/>
                </a:lnTo>
                <a:lnTo>
                  <a:pt x="1240269" y="80860"/>
                </a:lnTo>
                <a:lnTo>
                  <a:pt x="1261757" y="70891"/>
                </a:lnTo>
                <a:lnTo>
                  <a:pt x="1296365" y="53340"/>
                </a:lnTo>
                <a:lnTo>
                  <a:pt x="1276553" y="24384"/>
                </a:lnTo>
                <a:lnTo>
                  <a:pt x="1246746" y="40068"/>
                </a:lnTo>
                <a:lnTo>
                  <a:pt x="1216837" y="54914"/>
                </a:lnTo>
                <a:lnTo>
                  <a:pt x="1186649" y="68618"/>
                </a:lnTo>
                <a:lnTo>
                  <a:pt x="1156055" y="80860"/>
                </a:lnTo>
                <a:lnTo>
                  <a:pt x="1156055" y="6096"/>
                </a:lnTo>
                <a:lnTo>
                  <a:pt x="1122527" y="6096"/>
                </a:lnTo>
                <a:lnTo>
                  <a:pt x="1122527" y="149440"/>
                </a:lnTo>
                <a:lnTo>
                  <a:pt x="1125931" y="172618"/>
                </a:lnTo>
                <a:lnTo>
                  <a:pt x="1136053" y="189344"/>
                </a:lnTo>
                <a:lnTo>
                  <a:pt x="1152740" y="199478"/>
                </a:lnTo>
                <a:lnTo>
                  <a:pt x="1175867" y="202882"/>
                </a:lnTo>
                <a:lnTo>
                  <a:pt x="1239875" y="202882"/>
                </a:lnTo>
                <a:lnTo>
                  <a:pt x="1263357" y="200355"/>
                </a:lnTo>
                <a:lnTo>
                  <a:pt x="1281112" y="192963"/>
                </a:lnTo>
                <a:lnTo>
                  <a:pt x="1293114" y="180987"/>
                </a:lnTo>
                <a:lnTo>
                  <a:pt x="1296428" y="172402"/>
                </a:lnTo>
                <a:lnTo>
                  <a:pt x="1299413" y="164680"/>
                </a:lnTo>
                <a:lnTo>
                  <a:pt x="1300784" y="152641"/>
                </a:lnTo>
                <a:lnTo>
                  <a:pt x="1302461" y="139153"/>
                </a:lnTo>
                <a:lnTo>
                  <a:pt x="1304124" y="123964"/>
                </a:lnTo>
                <a:lnTo>
                  <a:pt x="1305509" y="106768"/>
                </a:lnTo>
                <a:close/>
              </a:path>
              <a:path w="2655570" h="439420">
                <a:moveTo>
                  <a:pt x="1307033" y="327939"/>
                </a:moveTo>
                <a:lnTo>
                  <a:pt x="1298143" y="324751"/>
                </a:lnTo>
                <a:lnTo>
                  <a:pt x="1289697" y="321843"/>
                </a:lnTo>
                <a:lnTo>
                  <a:pt x="1281518" y="318947"/>
                </a:lnTo>
                <a:lnTo>
                  <a:pt x="1273505" y="315747"/>
                </a:lnTo>
                <a:lnTo>
                  <a:pt x="1272120" y="333133"/>
                </a:lnTo>
                <a:lnTo>
                  <a:pt x="1270457" y="348526"/>
                </a:lnTo>
                <a:lnTo>
                  <a:pt x="1259586" y="389382"/>
                </a:lnTo>
                <a:lnTo>
                  <a:pt x="1241399" y="395097"/>
                </a:lnTo>
                <a:lnTo>
                  <a:pt x="1177391" y="395097"/>
                </a:lnTo>
                <a:lnTo>
                  <a:pt x="1168273" y="393141"/>
                </a:lnTo>
                <a:lnTo>
                  <a:pt x="1161580" y="387464"/>
                </a:lnTo>
                <a:lnTo>
                  <a:pt x="1157465" y="378345"/>
                </a:lnTo>
                <a:lnTo>
                  <a:pt x="1156055" y="366039"/>
                </a:lnTo>
                <a:lnTo>
                  <a:pt x="1156055" y="329463"/>
                </a:lnTo>
                <a:lnTo>
                  <a:pt x="1194625" y="314058"/>
                </a:lnTo>
                <a:lnTo>
                  <a:pt x="1232496" y="297649"/>
                </a:lnTo>
                <a:lnTo>
                  <a:pt x="1242656" y="292887"/>
                </a:lnTo>
                <a:lnTo>
                  <a:pt x="1269504" y="280352"/>
                </a:lnTo>
                <a:lnTo>
                  <a:pt x="1305509" y="262318"/>
                </a:lnTo>
                <a:lnTo>
                  <a:pt x="1285697" y="231838"/>
                </a:lnTo>
                <a:lnTo>
                  <a:pt x="1251889" y="249516"/>
                </a:lnTo>
                <a:lnTo>
                  <a:pt x="1219123" y="265798"/>
                </a:lnTo>
                <a:lnTo>
                  <a:pt x="1187234" y="280352"/>
                </a:lnTo>
                <a:lnTo>
                  <a:pt x="1156055" y="292887"/>
                </a:lnTo>
                <a:lnTo>
                  <a:pt x="1156055" y="219646"/>
                </a:lnTo>
                <a:lnTo>
                  <a:pt x="1121003" y="219646"/>
                </a:lnTo>
                <a:lnTo>
                  <a:pt x="1121003" y="373761"/>
                </a:lnTo>
                <a:lnTo>
                  <a:pt x="1124153" y="395757"/>
                </a:lnTo>
                <a:lnTo>
                  <a:pt x="1133576" y="411480"/>
                </a:lnTo>
                <a:lnTo>
                  <a:pt x="1149299" y="420903"/>
                </a:lnTo>
                <a:lnTo>
                  <a:pt x="1171295" y="424053"/>
                </a:lnTo>
                <a:lnTo>
                  <a:pt x="1244447" y="424053"/>
                </a:lnTo>
                <a:lnTo>
                  <a:pt x="1266786" y="421741"/>
                </a:lnTo>
                <a:lnTo>
                  <a:pt x="1283398" y="414718"/>
                </a:lnTo>
                <a:lnTo>
                  <a:pt x="1294257" y="402831"/>
                </a:lnTo>
                <a:lnTo>
                  <a:pt x="1296619" y="395097"/>
                </a:lnTo>
                <a:lnTo>
                  <a:pt x="1299413" y="385953"/>
                </a:lnTo>
                <a:lnTo>
                  <a:pt x="1301673" y="374751"/>
                </a:lnTo>
                <a:lnTo>
                  <a:pt x="1303769" y="361657"/>
                </a:lnTo>
                <a:lnTo>
                  <a:pt x="1305623" y="346011"/>
                </a:lnTo>
                <a:lnTo>
                  <a:pt x="1307033" y="327939"/>
                </a:lnTo>
                <a:close/>
              </a:path>
              <a:path w="2655570" h="439420">
                <a:moveTo>
                  <a:pt x="1753844" y="57912"/>
                </a:moveTo>
                <a:lnTo>
                  <a:pt x="1506766" y="57912"/>
                </a:lnTo>
                <a:lnTo>
                  <a:pt x="1511554" y="46456"/>
                </a:lnTo>
                <a:lnTo>
                  <a:pt x="1516481" y="34861"/>
                </a:lnTo>
                <a:lnTo>
                  <a:pt x="1521129" y="22974"/>
                </a:lnTo>
                <a:lnTo>
                  <a:pt x="1525054" y="10668"/>
                </a:lnTo>
                <a:lnTo>
                  <a:pt x="1490002" y="1524"/>
                </a:lnTo>
                <a:lnTo>
                  <a:pt x="1485150" y="16116"/>
                </a:lnTo>
                <a:lnTo>
                  <a:pt x="1479715" y="30289"/>
                </a:lnTo>
                <a:lnTo>
                  <a:pt x="1473720" y="44170"/>
                </a:lnTo>
                <a:lnTo>
                  <a:pt x="1467142" y="57912"/>
                </a:lnTo>
                <a:lnTo>
                  <a:pt x="1331404" y="57912"/>
                </a:lnTo>
                <a:lnTo>
                  <a:pt x="1331404" y="91528"/>
                </a:lnTo>
                <a:lnTo>
                  <a:pt x="1451902" y="91528"/>
                </a:lnTo>
                <a:lnTo>
                  <a:pt x="1425600" y="133197"/>
                </a:lnTo>
                <a:lnTo>
                  <a:pt x="1394701" y="173304"/>
                </a:lnTo>
                <a:lnTo>
                  <a:pt x="1359242" y="211416"/>
                </a:lnTo>
                <a:lnTo>
                  <a:pt x="1319212" y="247078"/>
                </a:lnTo>
                <a:lnTo>
                  <a:pt x="1324914" y="255955"/>
                </a:lnTo>
                <a:lnTo>
                  <a:pt x="1330452" y="264274"/>
                </a:lnTo>
                <a:lnTo>
                  <a:pt x="1340548" y="279171"/>
                </a:lnTo>
                <a:lnTo>
                  <a:pt x="1359433" y="262597"/>
                </a:lnTo>
                <a:lnTo>
                  <a:pt x="1377327" y="245186"/>
                </a:lnTo>
                <a:lnTo>
                  <a:pt x="1394383" y="227215"/>
                </a:lnTo>
                <a:lnTo>
                  <a:pt x="1410754" y="208978"/>
                </a:lnTo>
                <a:lnTo>
                  <a:pt x="1410754" y="436245"/>
                </a:lnTo>
                <a:lnTo>
                  <a:pt x="1445806" y="436245"/>
                </a:lnTo>
                <a:lnTo>
                  <a:pt x="1445806" y="337083"/>
                </a:lnTo>
                <a:lnTo>
                  <a:pt x="1665363" y="337083"/>
                </a:lnTo>
                <a:lnTo>
                  <a:pt x="1665363" y="367563"/>
                </a:lnTo>
                <a:lnTo>
                  <a:pt x="1663623" y="380746"/>
                </a:lnTo>
                <a:lnTo>
                  <a:pt x="1658315" y="390321"/>
                </a:lnTo>
                <a:lnTo>
                  <a:pt x="1649285" y="396163"/>
                </a:lnTo>
                <a:lnTo>
                  <a:pt x="1636407" y="398145"/>
                </a:lnTo>
                <a:lnTo>
                  <a:pt x="1622945" y="397878"/>
                </a:lnTo>
                <a:lnTo>
                  <a:pt x="1607642" y="397192"/>
                </a:lnTo>
                <a:lnTo>
                  <a:pt x="1570875" y="395097"/>
                </a:lnTo>
                <a:lnTo>
                  <a:pt x="1572895" y="405079"/>
                </a:lnTo>
                <a:lnTo>
                  <a:pt x="1574495" y="414337"/>
                </a:lnTo>
                <a:lnTo>
                  <a:pt x="1576971" y="430149"/>
                </a:lnTo>
                <a:lnTo>
                  <a:pt x="1648599" y="430149"/>
                </a:lnTo>
                <a:lnTo>
                  <a:pt x="1671535" y="426720"/>
                </a:lnTo>
                <a:lnTo>
                  <a:pt x="1687728" y="416433"/>
                </a:lnTo>
                <a:lnTo>
                  <a:pt x="1697342" y="399288"/>
                </a:lnTo>
                <a:lnTo>
                  <a:pt x="1697482" y="398145"/>
                </a:lnTo>
                <a:lnTo>
                  <a:pt x="1700504" y="375285"/>
                </a:lnTo>
                <a:lnTo>
                  <a:pt x="1700504" y="141820"/>
                </a:lnTo>
                <a:lnTo>
                  <a:pt x="1665363" y="141820"/>
                </a:lnTo>
                <a:lnTo>
                  <a:pt x="1665363" y="172402"/>
                </a:lnTo>
                <a:lnTo>
                  <a:pt x="1665363" y="224218"/>
                </a:lnTo>
                <a:lnTo>
                  <a:pt x="1665363" y="254698"/>
                </a:lnTo>
                <a:lnTo>
                  <a:pt x="1665363" y="306603"/>
                </a:lnTo>
                <a:lnTo>
                  <a:pt x="1445806" y="306603"/>
                </a:lnTo>
                <a:lnTo>
                  <a:pt x="1445806" y="254698"/>
                </a:lnTo>
                <a:lnTo>
                  <a:pt x="1665363" y="254698"/>
                </a:lnTo>
                <a:lnTo>
                  <a:pt x="1665363" y="224218"/>
                </a:lnTo>
                <a:lnTo>
                  <a:pt x="1445806" y="224218"/>
                </a:lnTo>
                <a:lnTo>
                  <a:pt x="1445806" y="208978"/>
                </a:lnTo>
                <a:lnTo>
                  <a:pt x="1445806" y="172402"/>
                </a:lnTo>
                <a:lnTo>
                  <a:pt x="1665363" y="172402"/>
                </a:lnTo>
                <a:lnTo>
                  <a:pt x="1665363" y="141820"/>
                </a:lnTo>
                <a:lnTo>
                  <a:pt x="1461046" y="141820"/>
                </a:lnTo>
                <a:lnTo>
                  <a:pt x="1468996" y="129247"/>
                </a:lnTo>
                <a:lnTo>
                  <a:pt x="1476667" y="116674"/>
                </a:lnTo>
                <a:lnTo>
                  <a:pt x="1483766" y="104101"/>
                </a:lnTo>
                <a:lnTo>
                  <a:pt x="1490002" y="91528"/>
                </a:lnTo>
                <a:lnTo>
                  <a:pt x="1753844" y="91528"/>
                </a:lnTo>
                <a:lnTo>
                  <a:pt x="1753844" y="57912"/>
                </a:lnTo>
                <a:close/>
              </a:path>
              <a:path w="2655570" h="439420">
                <a:moveTo>
                  <a:pt x="1956727" y="140296"/>
                </a:moveTo>
                <a:lnTo>
                  <a:pt x="1930730" y="115912"/>
                </a:lnTo>
                <a:lnTo>
                  <a:pt x="1892427" y="145656"/>
                </a:lnTo>
                <a:lnTo>
                  <a:pt x="1852993" y="173113"/>
                </a:lnTo>
                <a:lnTo>
                  <a:pt x="1812378" y="198297"/>
                </a:lnTo>
                <a:lnTo>
                  <a:pt x="1770608" y="221170"/>
                </a:lnTo>
                <a:lnTo>
                  <a:pt x="1776590" y="227190"/>
                </a:lnTo>
                <a:lnTo>
                  <a:pt x="1782991" y="233934"/>
                </a:lnTo>
                <a:lnTo>
                  <a:pt x="1789684" y="241528"/>
                </a:lnTo>
                <a:lnTo>
                  <a:pt x="1796516" y="250126"/>
                </a:lnTo>
                <a:lnTo>
                  <a:pt x="1834857" y="226974"/>
                </a:lnTo>
                <a:lnTo>
                  <a:pt x="1874342" y="200964"/>
                </a:lnTo>
                <a:lnTo>
                  <a:pt x="1914956" y="172072"/>
                </a:lnTo>
                <a:lnTo>
                  <a:pt x="1956727" y="140296"/>
                </a:lnTo>
                <a:close/>
              </a:path>
              <a:path w="2655570" h="439420">
                <a:moveTo>
                  <a:pt x="2186952" y="60960"/>
                </a:moveTo>
                <a:lnTo>
                  <a:pt x="2002447" y="60960"/>
                </a:lnTo>
                <a:lnTo>
                  <a:pt x="2019211" y="53340"/>
                </a:lnTo>
                <a:lnTo>
                  <a:pt x="2012073" y="40525"/>
                </a:lnTo>
                <a:lnTo>
                  <a:pt x="2004352" y="27432"/>
                </a:lnTo>
                <a:lnTo>
                  <a:pt x="1996071" y="14338"/>
                </a:lnTo>
                <a:lnTo>
                  <a:pt x="1987207" y="1524"/>
                </a:lnTo>
                <a:lnTo>
                  <a:pt x="1955203" y="18288"/>
                </a:lnTo>
                <a:lnTo>
                  <a:pt x="1962658" y="29451"/>
                </a:lnTo>
                <a:lnTo>
                  <a:pt x="1969109" y="40195"/>
                </a:lnTo>
                <a:lnTo>
                  <a:pt x="1974710" y="50647"/>
                </a:lnTo>
                <a:lnTo>
                  <a:pt x="1979587" y="60960"/>
                </a:lnTo>
                <a:lnTo>
                  <a:pt x="1790420" y="60960"/>
                </a:lnTo>
                <a:lnTo>
                  <a:pt x="1790420" y="146392"/>
                </a:lnTo>
                <a:lnTo>
                  <a:pt x="1825574" y="146392"/>
                </a:lnTo>
                <a:lnTo>
                  <a:pt x="1825574" y="94576"/>
                </a:lnTo>
                <a:lnTo>
                  <a:pt x="2151900" y="94576"/>
                </a:lnTo>
                <a:lnTo>
                  <a:pt x="2151900" y="146392"/>
                </a:lnTo>
                <a:lnTo>
                  <a:pt x="2186952" y="146392"/>
                </a:lnTo>
                <a:lnTo>
                  <a:pt x="2186952" y="94576"/>
                </a:lnTo>
                <a:lnTo>
                  <a:pt x="2186952" y="60960"/>
                </a:lnTo>
                <a:close/>
              </a:path>
              <a:path w="2655570" h="439420">
                <a:moveTo>
                  <a:pt x="2190000" y="381381"/>
                </a:moveTo>
                <a:lnTo>
                  <a:pt x="2007019" y="381381"/>
                </a:lnTo>
                <a:lnTo>
                  <a:pt x="2007019" y="265366"/>
                </a:lnTo>
                <a:lnTo>
                  <a:pt x="2144280" y="265366"/>
                </a:lnTo>
                <a:lnTo>
                  <a:pt x="2144280" y="231838"/>
                </a:lnTo>
                <a:lnTo>
                  <a:pt x="1831670" y="231838"/>
                </a:lnTo>
                <a:lnTo>
                  <a:pt x="1831670" y="265366"/>
                </a:lnTo>
                <a:lnTo>
                  <a:pt x="1968919" y="265366"/>
                </a:lnTo>
                <a:lnTo>
                  <a:pt x="1968919" y="381381"/>
                </a:lnTo>
                <a:lnTo>
                  <a:pt x="1787372" y="381381"/>
                </a:lnTo>
                <a:lnTo>
                  <a:pt x="1787372" y="413385"/>
                </a:lnTo>
                <a:lnTo>
                  <a:pt x="2190000" y="413385"/>
                </a:lnTo>
                <a:lnTo>
                  <a:pt x="2190000" y="381381"/>
                </a:lnTo>
                <a:close/>
              </a:path>
              <a:path w="2655570" h="439420">
                <a:moveTo>
                  <a:pt x="2203716" y="219646"/>
                </a:moveTo>
                <a:lnTo>
                  <a:pt x="2167991" y="195084"/>
                </a:lnTo>
                <a:lnTo>
                  <a:pt x="2129409" y="169494"/>
                </a:lnTo>
                <a:lnTo>
                  <a:pt x="2087943" y="143052"/>
                </a:lnTo>
                <a:lnTo>
                  <a:pt x="2043595" y="115912"/>
                </a:lnTo>
                <a:lnTo>
                  <a:pt x="2022259" y="141820"/>
                </a:lnTo>
                <a:lnTo>
                  <a:pt x="2065655" y="169938"/>
                </a:lnTo>
                <a:lnTo>
                  <a:pt x="2106511" y="197154"/>
                </a:lnTo>
                <a:lnTo>
                  <a:pt x="2144496" y="223786"/>
                </a:lnTo>
                <a:lnTo>
                  <a:pt x="2179332" y="250126"/>
                </a:lnTo>
                <a:lnTo>
                  <a:pt x="2203716" y="219646"/>
                </a:lnTo>
                <a:close/>
              </a:path>
              <a:path w="2655570" h="439420">
                <a:moveTo>
                  <a:pt x="2382215" y="210502"/>
                </a:moveTo>
                <a:lnTo>
                  <a:pt x="2357805" y="186118"/>
                </a:lnTo>
                <a:lnTo>
                  <a:pt x="2342540" y="170878"/>
                </a:lnTo>
                <a:lnTo>
                  <a:pt x="2330297" y="158597"/>
                </a:lnTo>
                <a:lnTo>
                  <a:pt x="2318105" y="170878"/>
                </a:lnTo>
                <a:lnTo>
                  <a:pt x="2318105" y="123532"/>
                </a:lnTo>
                <a:lnTo>
                  <a:pt x="2374595" y="123532"/>
                </a:lnTo>
                <a:lnTo>
                  <a:pt x="2374595" y="91528"/>
                </a:lnTo>
                <a:lnTo>
                  <a:pt x="2318105" y="91528"/>
                </a:lnTo>
                <a:lnTo>
                  <a:pt x="2318105" y="6096"/>
                </a:lnTo>
                <a:lnTo>
                  <a:pt x="2284577" y="6096"/>
                </a:lnTo>
                <a:lnTo>
                  <a:pt x="2284577" y="91528"/>
                </a:lnTo>
                <a:lnTo>
                  <a:pt x="2221992" y="91528"/>
                </a:lnTo>
                <a:lnTo>
                  <a:pt x="2221992" y="123532"/>
                </a:lnTo>
                <a:lnTo>
                  <a:pt x="2284577" y="123532"/>
                </a:lnTo>
                <a:lnTo>
                  <a:pt x="2273503" y="165201"/>
                </a:lnTo>
                <a:lnTo>
                  <a:pt x="2258657" y="205740"/>
                </a:lnTo>
                <a:lnTo>
                  <a:pt x="2240394" y="244754"/>
                </a:lnTo>
                <a:lnTo>
                  <a:pt x="2218944" y="282232"/>
                </a:lnTo>
                <a:lnTo>
                  <a:pt x="2223287" y="291604"/>
                </a:lnTo>
                <a:lnTo>
                  <a:pt x="2227034" y="301282"/>
                </a:lnTo>
                <a:lnTo>
                  <a:pt x="2230183" y="310946"/>
                </a:lnTo>
                <a:lnTo>
                  <a:pt x="2232761" y="320332"/>
                </a:lnTo>
                <a:lnTo>
                  <a:pt x="2247290" y="297738"/>
                </a:lnTo>
                <a:lnTo>
                  <a:pt x="2260955" y="271132"/>
                </a:lnTo>
                <a:lnTo>
                  <a:pt x="2273477" y="240525"/>
                </a:lnTo>
                <a:lnTo>
                  <a:pt x="2284577" y="205930"/>
                </a:lnTo>
                <a:lnTo>
                  <a:pt x="2284577" y="439293"/>
                </a:lnTo>
                <a:lnTo>
                  <a:pt x="2318105" y="439293"/>
                </a:lnTo>
                <a:lnTo>
                  <a:pt x="2318105" y="205930"/>
                </a:lnTo>
                <a:lnTo>
                  <a:pt x="2318105" y="186118"/>
                </a:lnTo>
                <a:lnTo>
                  <a:pt x="2327529" y="196049"/>
                </a:lnTo>
                <a:lnTo>
                  <a:pt x="2337536" y="207264"/>
                </a:lnTo>
                <a:lnTo>
                  <a:pt x="2348103" y="219341"/>
                </a:lnTo>
                <a:lnTo>
                  <a:pt x="2359253" y="231838"/>
                </a:lnTo>
                <a:lnTo>
                  <a:pt x="2382215" y="210502"/>
                </a:lnTo>
                <a:close/>
              </a:path>
              <a:path w="2655570" h="439420">
                <a:moveTo>
                  <a:pt x="2620048" y="268414"/>
                </a:moveTo>
                <a:lnTo>
                  <a:pt x="2586520" y="268414"/>
                </a:lnTo>
                <a:lnTo>
                  <a:pt x="2586520" y="300520"/>
                </a:lnTo>
                <a:lnTo>
                  <a:pt x="2586520" y="385953"/>
                </a:lnTo>
                <a:lnTo>
                  <a:pt x="2437079" y="385953"/>
                </a:lnTo>
                <a:lnTo>
                  <a:pt x="2437079" y="300520"/>
                </a:lnTo>
                <a:lnTo>
                  <a:pt x="2586520" y="300520"/>
                </a:lnTo>
                <a:lnTo>
                  <a:pt x="2586520" y="268414"/>
                </a:lnTo>
                <a:lnTo>
                  <a:pt x="2403551" y="268414"/>
                </a:lnTo>
                <a:lnTo>
                  <a:pt x="2403551" y="439293"/>
                </a:lnTo>
                <a:lnTo>
                  <a:pt x="2437079" y="439293"/>
                </a:lnTo>
                <a:lnTo>
                  <a:pt x="2437079" y="417957"/>
                </a:lnTo>
                <a:lnTo>
                  <a:pt x="2586520" y="417957"/>
                </a:lnTo>
                <a:lnTo>
                  <a:pt x="2586520" y="439293"/>
                </a:lnTo>
                <a:lnTo>
                  <a:pt x="2620048" y="439293"/>
                </a:lnTo>
                <a:lnTo>
                  <a:pt x="2620048" y="417957"/>
                </a:lnTo>
                <a:lnTo>
                  <a:pt x="2620048" y="385953"/>
                </a:lnTo>
                <a:lnTo>
                  <a:pt x="2620048" y="300520"/>
                </a:lnTo>
                <a:lnTo>
                  <a:pt x="2620048" y="268414"/>
                </a:lnTo>
                <a:close/>
              </a:path>
              <a:path w="2655570" h="439420">
                <a:moveTo>
                  <a:pt x="2655201" y="221170"/>
                </a:moveTo>
                <a:lnTo>
                  <a:pt x="2625991" y="214337"/>
                </a:lnTo>
                <a:lnTo>
                  <a:pt x="2597962" y="205359"/>
                </a:lnTo>
                <a:lnTo>
                  <a:pt x="2591905" y="202882"/>
                </a:lnTo>
                <a:lnTo>
                  <a:pt x="2571089" y="194386"/>
                </a:lnTo>
                <a:lnTo>
                  <a:pt x="2545372" y="181546"/>
                </a:lnTo>
                <a:lnTo>
                  <a:pt x="2566708" y="161645"/>
                </a:lnTo>
                <a:lnTo>
                  <a:pt x="2570238" y="158343"/>
                </a:lnTo>
                <a:lnTo>
                  <a:pt x="2592235" y="134594"/>
                </a:lnTo>
                <a:lnTo>
                  <a:pt x="2611386" y="110299"/>
                </a:lnTo>
                <a:lnTo>
                  <a:pt x="2627668" y="85432"/>
                </a:lnTo>
                <a:lnTo>
                  <a:pt x="2627668" y="83908"/>
                </a:lnTo>
                <a:lnTo>
                  <a:pt x="2627668" y="53340"/>
                </a:lnTo>
                <a:lnTo>
                  <a:pt x="2586520" y="53340"/>
                </a:lnTo>
                <a:lnTo>
                  <a:pt x="2586520" y="83908"/>
                </a:lnTo>
                <a:lnTo>
                  <a:pt x="2571686" y="105054"/>
                </a:lnTo>
                <a:lnTo>
                  <a:pt x="2554706" y="125056"/>
                </a:lnTo>
                <a:lnTo>
                  <a:pt x="2535732" y="143916"/>
                </a:lnTo>
                <a:lnTo>
                  <a:pt x="2514892" y="161645"/>
                </a:lnTo>
                <a:lnTo>
                  <a:pt x="2497150" y="146494"/>
                </a:lnTo>
                <a:lnTo>
                  <a:pt x="2480703" y="128485"/>
                </a:lnTo>
                <a:lnTo>
                  <a:pt x="2469489" y="112864"/>
                </a:lnTo>
                <a:lnTo>
                  <a:pt x="2465717" y="107632"/>
                </a:lnTo>
                <a:lnTo>
                  <a:pt x="2452319" y="83908"/>
                </a:lnTo>
                <a:lnTo>
                  <a:pt x="2586520" y="83908"/>
                </a:lnTo>
                <a:lnTo>
                  <a:pt x="2586520" y="53340"/>
                </a:lnTo>
                <a:lnTo>
                  <a:pt x="2469083" y="53340"/>
                </a:lnTo>
                <a:lnTo>
                  <a:pt x="2473655" y="43954"/>
                </a:lnTo>
                <a:lnTo>
                  <a:pt x="2482799" y="24625"/>
                </a:lnTo>
                <a:lnTo>
                  <a:pt x="2487371" y="15240"/>
                </a:lnTo>
                <a:lnTo>
                  <a:pt x="2453843" y="3048"/>
                </a:lnTo>
                <a:lnTo>
                  <a:pt x="2439022" y="39611"/>
                </a:lnTo>
                <a:lnTo>
                  <a:pt x="2419934" y="76060"/>
                </a:lnTo>
                <a:lnTo>
                  <a:pt x="2396833" y="112217"/>
                </a:lnTo>
                <a:lnTo>
                  <a:pt x="2370023" y="147916"/>
                </a:lnTo>
                <a:lnTo>
                  <a:pt x="2387244" y="165201"/>
                </a:lnTo>
                <a:lnTo>
                  <a:pt x="2424595" y="127711"/>
                </a:lnTo>
                <a:lnTo>
                  <a:pt x="2434031" y="112864"/>
                </a:lnTo>
                <a:lnTo>
                  <a:pt x="2445143" y="130873"/>
                </a:lnTo>
                <a:lnTo>
                  <a:pt x="2457843" y="148310"/>
                </a:lnTo>
                <a:lnTo>
                  <a:pt x="2471953" y="165201"/>
                </a:lnTo>
                <a:lnTo>
                  <a:pt x="2487371" y="181546"/>
                </a:lnTo>
                <a:lnTo>
                  <a:pt x="2457932" y="198983"/>
                </a:lnTo>
                <a:lnTo>
                  <a:pt x="2426779" y="214693"/>
                </a:lnTo>
                <a:lnTo>
                  <a:pt x="2393886" y="228701"/>
                </a:lnTo>
                <a:lnTo>
                  <a:pt x="2359253" y="240982"/>
                </a:lnTo>
                <a:lnTo>
                  <a:pt x="2363622" y="248107"/>
                </a:lnTo>
                <a:lnTo>
                  <a:pt x="2367534" y="255663"/>
                </a:lnTo>
                <a:lnTo>
                  <a:pt x="2371140" y="263525"/>
                </a:lnTo>
                <a:lnTo>
                  <a:pt x="2374595" y="271564"/>
                </a:lnTo>
                <a:lnTo>
                  <a:pt x="2414282" y="255219"/>
                </a:lnTo>
                <a:lnTo>
                  <a:pt x="2450985" y="238328"/>
                </a:lnTo>
                <a:lnTo>
                  <a:pt x="2484577" y="220891"/>
                </a:lnTo>
                <a:lnTo>
                  <a:pt x="2514892" y="202882"/>
                </a:lnTo>
                <a:lnTo>
                  <a:pt x="2545156" y="220052"/>
                </a:lnTo>
                <a:lnTo>
                  <a:pt x="2576436" y="235077"/>
                </a:lnTo>
                <a:lnTo>
                  <a:pt x="2608592" y="248107"/>
                </a:lnTo>
                <a:lnTo>
                  <a:pt x="2641485" y="259270"/>
                </a:lnTo>
                <a:lnTo>
                  <a:pt x="2644051" y="250101"/>
                </a:lnTo>
                <a:lnTo>
                  <a:pt x="2647124" y="240982"/>
                </a:lnTo>
                <a:lnTo>
                  <a:pt x="2650909" y="231190"/>
                </a:lnTo>
                <a:lnTo>
                  <a:pt x="2655201" y="2211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9723501" y="4560951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479" y="117443"/>
                </a:moveTo>
                <a:lnTo>
                  <a:pt x="0" y="117443"/>
                </a:lnTo>
                <a:lnTo>
                  <a:pt x="27431" y="0"/>
                </a:lnTo>
                <a:lnTo>
                  <a:pt x="67151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305204" y="4776025"/>
            <a:ext cx="4022090" cy="439420"/>
          </a:xfrm>
          <a:custGeom>
            <a:avLst/>
            <a:gdLst/>
            <a:ahLst/>
            <a:cxnLst/>
            <a:rect l="l" t="t" r="r" b="b"/>
            <a:pathLst>
              <a:path w="4022090" h="439420">
                <a:moveTo>
                  <a:pt x="420916" y="30480"/>
                </a:moveTo>
                <a:lnTo>
                  <a:pt x="0" y="30480"/>
                </a:lnTo>
                <a:lnTo>
                  <a:pt x="0" y="64109"/>
                </a:lnTo>
                <a:lnTo>
                  <a:pt x="189166" y="64109"/>
                </a:lnTo>
                <a:lnTo>
                  <a:pt x="170878" y="135737"/>
                </a:lnTo>
                <a:lnTo>
                  <a:pt x="22961" y="135737"/>
                </a:lnTo>
                <a:lnTo>
                  <a:pt x="22961" y="434721"/>
                </a:lnTo>
                <a:lnTo>
                  <a:pt x="56489" y="434721"/>
                </a:lnTo>
                <a:lnTo>
                  <a:pt x="56489" y="167830"/>
                </a:lnTo>
                <a:lnTo>
                  <a:pt x="137261" y="167830"/>
                </a:lnTo>
                <a:lnTo>
                  <a:pt x="137261" y="410337"/>
                </a:lnTo>
                <a:lnTo>
                  <a:pt x="169354" y="410337"/>
                </a:lnTo>
                <a:lnTo>
                  <a:pt x="169354" y="167830"/>
                </a:lnTo>
                <a:lnTo>
                  <a:pt x="248602" y="167830"/>
                </a:lnTo>
                <a:lnTo>
                  <a:pt x="248602" y="410337"/>
                </a:lnTo>
                <a:lnTo>
                  <a:pt x="282130" y="410337"/>
                </a:lnTo>
                <a:lnTo>
                  <a:pt x="282130" y="167830"/>
                </a:lnTo>
                <a:lnTo>
                  <a:pt x="363004" y="167830"/>
                </a:lnTo>
                <a:lnTo>
                  <a:pt x="363004" y="373761"/>
                </a:lnTo>
                <a:lnTo>
                  <a:pt x="361569" y="384644"/>
                </a:lnTo>
                <a:lnTo>
                  <a:pt x="357289" y="392239"/>
                </a:lnTo>
                <a:lnTo>
                  <a:pt x="350139" y="396697"/>
                </a:lnTo>
                <a:lnTo>
                  <a:pt x="340144" y="398145"/>
                </a:lnTo>
                <a:lnTo>
                  <a:pt x="327520" y="397891"/>
                </a:lnTo>
                <a:lnTo>
                  <a:pt x="314604" y="397192"/>
                </a:lnTo>
                <a:lnTo>
                  <a:pt x="286702" y="395097"/>
                </a:lnTo>
                <a:lnTo>
                  <a:pt x="288124" y="399097"/>
                </a:lnTo>
                <a:lnTo>
                  <a:pt x="289991" y="406527"/>
                </a:lnTo>
                <a:lnTo>
                  <a:pt x="292138" y="417385"/>
                </a:lnTo>
                <a:lnTo>
                  <a:pt x="294424" y="431673"/>
                </a:lnTo>
                <a:lnTo>
                  <a:pt x="308368" y="431914"/>
                </a:lnTo>
                <a:lnTo>
                  <a:pt x="336854" y="432968"/>
                </a:lnTo>
                <a:lnTo>
                  <a:pt x="350812" y="433197"/>
                </a:lnTo>
                <a:lnTo>
                  <a:pt x="370814" y="430060"/>
                </a:lnTo>
                <a:lnTo>
                  <a:pt x="385102" y="420624"/>
                </a:lnTo>
                <a:lnTo>
                  <a:pt x="393674" y="404914"/>
                </a:lnTo>
                <a:lnTo>
                  <a:pt x="396532" y="382905"/>
                </a:lnTo>
                <a:lnTo>
                  <a:pt x="396532" y="135737"/>
                </a:lnTo>
                <a:lnTo>
                  <a:pt x="205930" y="135737"/>
                </a:lnTo>
                <a:lnTo>
                  <a:pt x="211404" y="118325"/>
                </a:lnTo>
                <a:lnTo>
                  <a:pt x="221792" y="82372"/>
                </a:lnTo>
                <a:lnTo>
                  <a:pt x="227266" y="64109"/>
                </a:lnTo>
                <a:lnTo>
                  <a:pt x="420916" y="64109"/>
                </a:lnTo>
                <a:lnTo>
                  <a:pt x="420916" y="30480"/>
                </a:lnTo>
                <a:close/>
              </a:path>
              <a:path w="4022090" h="439420">
                <a:moveTo>
                  <a:pt x="876973" y="379857"/>
                </a:moveTo>
                <a:lnTo>
                  <a:pt x="442341" y="379857"/>
                </a:lnTo>
                <a:lnTo>
                  <a:pt x="442341" y="411873"/>
                </a:lnTo>
                <a:lnTo>
                  <a:pt x="876973" y="411873"/>
                </a:lnTo>
                <a:lnTo>
                  <a:pt x="876973" y="379857"/>
                </a:lnTo>
                <a:close/>
              </a:path>
              <a:path w="4022090" h="439420">
                <a:moveTo>
                  <a:pt x="1030986" y="19812"/>
                </a:moveTo>
                <a:lnTo>
                  <a:pt x="997458" y="7620"/>
                </a:lnTo>
                <a:lnTo>
                  <a:pt x="980008" y="53390"/>
                </a:lnTo>
                <a:lnTo>
                  <a:pt x="960615" y="97243"/>
                </a:lnTo>
                <a:lnTo>
                  <a:pt x="939101" y="139115"/>
                </a:lnTo>
                <a:lnTo>
                  <a:pt x="915339" y="178930"/>
                </a:lnTo>
                <a:lnTo>
                  <a:pt x="889152" y="216598"/>
                </a:lnTo>
                <a:lnTo>
                  <a:pt x="893470" y="226847"/>
                </a:lnTo>
                <a:lnTo>
                  <a:pt x="897343" y="236804"/>
                </a:lnTo>
                <a:lnTo>
                  <a:pt x="900950" y="246214"/>
                </a:lnTo>
                <a:lnTo>
                  <a:pt x="904392" y="254800"/>
                </a:lnTo>
                <a:lnTo>
                  <a:pt x="917206" y="237934"/>
                </a:lnTo>
                <a:lnTo>
                  <a:pt x="930300" y="219659"/>
                </a:lnTo>
                <a:lnTo>
                  <a:pt x="943406" y="200266"/>
                </a:lnTo>
                <a:lnTo>
                  <a:pt x="956208" y="180022"/>
                </a:lnTo>
                <a:lnTo>
                  <a:pt x="956208" y="437781"/>
                </a:lnTo>
                <a:lnTo>
                  <a:pt x="989838" y="437781"/>
                </a:lnTo>
                <a:lnTo>
                  <a:pt x="989838" y="180022"/>
                </a:lnTo>
                <a:lnTo>
                  <a:pt x="989838" y="115925"/>
                </a:lnTo>
                <a:lnTo>
                  <a:pt x="1000975" y="92773"/>
                </a:lnTo>
                <a:lnTo>
                  <a:pt x="1011555" y="69049"/>
                </a:lnTo>
                <a:lnTo>
                  <a:pt x="1021549" y="44729"/>
                </a:lnTo>
                <a:lnTo>
                  <a:pt x="1030986" y="19812"/>
                </a:lnTo>
                <a:close/>
              </a:path>
              <a:path w="4022090" h="439420">
                <a:moveTo>
                  <a:pt x="1326832" y="205930"/>
                </a:moveTo>
                <a:lnTo>
                  <a:pt x="1198727" y="205930"/>
                </a:lnTo>
                <a:lnTo>
                  <a:pt x="1198727" y="76301"/>
                </a:lnTo>
                <a:lnTo>
                  <a:pt x="1198727" y="73253"/>
                </a:lnTo>
                <a:lnTo>
                  <a:pt x="1308544" y="64109"/>
                </a:lnTo>
                <a:lnTo>
                  <a:pt x="1302448" y="28956"/>
                </a:lnTo>
                <a:lnTo>
                  <a:pt x="1206906" y="37947"/>
                </a:lnTo>
                <a:lnTo>
                  <a:pt x="1154760" y="42087"/>
                </a:lnTo>
                <a:lnTo>
                  <a:pt x="1099680" y="45770"/>
                </a:lnTo>
                <a:lnTo>
                  <a:pt x="1041654" y="48869"/>
                </a:lnTo>
                <a:lnTo>
                  <a:pt x="1043673" y="57962"/>
                </a:lnTo>
                <a:lnTo>
                  <a:pt x="1045210" y="66395"/>
                </a:lnTo>
                <a:lnTo>
                  <a:pt x="1047750" y="82397"/>
                </a:lnTo>
                <a:lnTo>
                  <a:pt x="1106093" y="79921"/>
                </a:lnTo>
                <a:lnTo>
                  <a:pt x="1134414" y="78320"/>
                </a:lnTo>
                <a:lnTo>
                  <a:pt x="1162151" y="76301"/>
                </a:lnTo>
                <a:lnTo>
                  <a:pt x="1162151" y="205930"/>
                </a:lnTo>
                <a:lnTo>
                  <a:pt x="1026414" y="205930"/>
                </a:lnTo>
                <a:lnTo>
                  <a:pt x="1026414" y="239458"/>
                </a:lnTo>
                <a:lnTo>
                  <a:pt x="1162151" y="239458"/>
                </a:lnTo>
                <a:lnTo>
                  <a:pt x="1162151" y="378333"/>
                </a:lnTo>
                <a:lnTo>
                  <a:pt x="1034034" y="378333"/>
                </a:lnTo>
                <a:lnTo>
                  <a:pt x="1034034" y="410349"/>
                </a:lnTo>
                <a:lnTo>
                  <a:pt x="1320736" y="410349"/>
                </a:lnTo>
                <a:lnTo>
                  <a:pt x="1320736" y="378333"/>
                </a:lnTo>
                <a:lnTo>
                  <a:pt x="1198727" y="378333"/>
                </a:lnTo>
                <a:lnTo>
                  <a:pt x="1198727" y="239458"/>
                </a:lnTo>
                <a:lnTo>
                  <a:pt x="1326832" y="239458"/>
                </a:lnTo>
                <a:lnTo>
                  <a:pt x="1326832" y="205930"/>
                </a:lnTo>
                <a:close/>
              </a:path>
              <a:path w="4022090" h="439420">
                <a:moveTo>
                  <a:pt x="1467129" y="16764"/>
                </a:moveTo>
                <a:lnTo>
                  <a:pt x="1432077" y="6096"/>
                </a:lnTo>
                <a:lnTo>
                  <a:pt x="1418005" y="52044"/>
                </a:lnTo>
                <a:lnTo>
                  <a:pt x="1401419" y="96456"/>
                </a:lnTo>
                <a:lnTo>
                  <a:pt x="1382420" y="139242"/>
                </a:lnTo>
                <a:lnTo>
                  <a:pt x="1361084" y="180340"/>
                </a:lnTo>
                <a:lnTo>
                  <a:pt x="1337500" y="219659"/>
                </a:lnTo>
                <a:lnTo>
                  <a:pt x="1341805" y="229031"/>
                </a:lnTo>
                <a:lnTo>
                  <a:pt x="1345692" y="238709"/>
                </a:lnTo>
                <a:lnTo>
                  <a:pt x="1349286" y="248412"/>
                </a:lnTo>
                <a:lnTo>
                  <a:pt x="1352740" y="257848"/>
                </a:lnTo>
                <a:lnTo>
                  <a:pt x="1365034" y="240334"/>
                </a:lnTo>
                <a:lnTo>
                  <a:pt x="1376756" y="222135"/>
                </a:lnTo>
                <a:lnTo>
                  <a:pt x="1387932" y="203098"/>
                </a:lnTo>
                <a:lnTo>
                  <a:pt x="1398549" y="183083"/>
                </a:lnTo>
                <a:lnTo>
                  <a:pt x="1398549" y="437781"/>
                </a:lnTo>
                <a:lnTo>
                  <a:pt x="1432077" y="437781"/>
                </a:lnTo>
                <a:lnTo>
                  <a:pt x="1432077" y="183083"/>
                </a:lnTo>
                <a:lnTo>
                  <a:pt x="1432077" y="111353"/>
                </a:lnTo>
                <a:lnTo>
                  <a:pt x="1441208" y="89090"/>
                </a:lnTo>
                <a:lnTo>
                  <a:pt x="1450174" y="65811"/>
                </a:lnTo>
                <a:lnTo>
                  <a:pt x="1458874" y="41656"/>
                </a:lnTo>
                <a:lnTo>
                  <a:pt x="1467129" y="16764"/>
                </a:lnTo>
                <a:close/>
              </a:path>
              <a:path w="4022090" h="439420">
                <a:moveTo>
                  <a:pt x="1640967" y="132689"/>
                </a:moveTo>
                <a:lnTo>
                  <a:pt x="1610487" y="132689"/>
                </a:lnTo>
                <a:lnTo>
                  <a:pt x="1610487" y="163271"/>
                </a:lnTo>
                <a:lnTo>
                  <a:pt x="1610487" y="274612"/>
                </a:lnTo>
                <a:lnTo>
                  <a:pt x="1525054" y="274612"/>
                </a:lnTo>
                <a:lnTo>
                  <a:pt x="1525054" y="163271"/>
                </a:lnTo>
                <a:lnTo>
                  <a:pt x="1610487" y="163271"/>
                </a:lnTo>
                <a:lnTo>
                  <a:pt x="1610487" y="132689"/>
                </a:lnTo>
                <a:lnTo>
                  <a:pt x="1493037" y="132689"/>
                </a:lnTo>
                <a:lnTo>
                  <a:pt x="1493037" y="329476"/>
                </a:lnTo>
                <a:lnTo>
                  <a:pt x="1525054" y="329476"/>
                </a:lnTo>
                <a:lnTo>
                  <a:pt x="1525054" y="306616"/>
                </a:lnTo>
                <a:lnTo>
                  <a:pt x="1640967" y="306616"/>
                </a:lnTo>
                <a:lnTo>
                  <a:pt x="1640967" y="274612"/>
                </a:lnTo>
                <a:lnTo>
                  <a:pt x="1640967" y="163271"/>
                </a:lnTo>
                <a:lnTo>
                  <a:pt x="1640967" y="132689"/>
                </a:lnTo>
                <a:close/>
              </a:path>
              <a:path w="4022090" h="439420">
                <a:moveTo>
                  <a:pt x="1775180" y="38100"/>
                </a:moveTo>
                <a:lnTo>
                  <a:pt x="1480845" y="38100"/>
                </a:lnTo>
                <a:lnTo>
                  <a:pt x="1480845" y="70205"/>
                </a:lnTo>
                <a:lnTo>
                  <a:pt x="1702028" y="70205"/>
                </a:lnTo>
                <a:lnTo>
                  <a:pt x="1702028" y="361581"/>
                </a:lnTo>
                <a:lnTo>
                  <a:pt x="1699996" y="377583"/>
                </a:lnTo>
                <a:lnTo>
                  <a:pt x="1693824" y="389013"/>
                </a:lnTo>
                <a:lnTo>
                  <a:pt x="1683334" y="395871"/>
                </a:lnTo>
                <a:lnTo>
                  <a:pt x="1668399" y="398157"/>
                </a:lnTo>
                <a:lnTo>
                  <a:pt x="1652117" y="397891"/>
                </a:lnTo>
                <a:lnTo>
                  <a:pt x="1635252" y="397205"/>
                </a:lnTo>
                <a:lnTo>
                  <a:pt x="1599819" y="395109"/>
                </a:lnTo>
                <a:lnTo>
                  <a:pt x="1604200" y="414540"/>
                </a:lnTo>
                <a:lnTo>
                  <a:pt x="1606029" y="423392"/>
                </a:lnTo>
                <a:lnTo>
                  <a:pt x="1607439" y="431685"/>
                </a:lnTo>
                <a:lnTo>
                  <a:pt x="1629727" y="432562"/>
                </a:lnTo>
                <a:lnTo>
                  <a:pt x="1648599" y="433019"/>
                </a:lnTo>
                <a:lnTo>
                  <a:pt x="1676120" y="433209"/>
                </a:lnTo>
                <a:lnTo>
                  <a:pt x="1702993" y="428320"/>
                </a:lnTo>
                <a:lnTo>
                  <a:pt x="1722031" y="415874"/>
                </a:lnTo>
                <a:lnTo>
                  <a:pt x="1731962" y="398157"/>
                </a:lnTo>
                <a:lnTo>
                  <a:pt x="1733334" y="395693"/>
                </a:lnTo>
                <a:lnTo>
                  <a:pt x="1737080" y="367677"/>
                </a:lnTo>
                <a:lnTo>
                  <a:pt x="1737080" y="70205"/>
                </a:lnTo>
                <a:lnTo>
                  <a:pt x="1775180" y="70205"/>
                </a:lnTo>
                <a:lnTo>
                  <a:pt x="1775180" y="38100"/>
                </a:lnTo>
                <a:close/>
              </a:path>
              <a:path w="4022090" h="439420">
                <a:moveTo>
                  <a:pt x="1955203" y="227266"/>
                </a:moveTo>
                <a:lnTo>
                  <a:pt x="1944306" y="215823"/>
                </a:lnTo>
                <a:lnTo>
                  <a:pt x="1932444" y="204216"/>
                </a:lnTo>
                <a:lnTo>
                  <a:pt x="1931022" y="202882"/>
                </a:lnTo>
                <a:lnTo>
                  <a:pt x="1927758" y="199834"/>
                </a:lnTo>
                <a:lnTo>
                  <a:pt x="1919744" y="192341"/>
                </a:lnTo>
                <a:lnTo>
                  <a:pt x="1906333" y="180022"/>
                </a:lnTo>
                <a:lnTo>
                  <a:pt x="1886521" y="199834"/>
                </a:lnTo>
                <a:lnTo>
                  <a:pt x="1886521" y="196786"/>
                </a:lnTo>
                <a:lnTo>
                  <a:pt x="1886521" y="122021"/>
                </a:lnTo>
                <a:lnTo>
                  <a:pt x="1945957" y="122021"/>
                </a:lnTo>
                <a:lnTo>
                  <a:pt x="1945957" y="93065"/>
                </a:lnTo>
                <a:lnTo>
                  <a:pt x="1886521" y="93065"/>
                </a:lnTo>
                <a:lnTo>
                  <a:pt x="1886521" y="6096"/>
                </a:lnTo>
                <a:lnTo>
                  <a:pt x="1856041" y="6096"/>
                </a:lnTo>
                <a:lnTo>
                  <a:pt x="1856041" y="93065"/>
                </a:lnTo>
                <a:lnTo>
                  <a:pt x="1790420" y="93065"/>
                </a:lnTo>
                <a:lnTo>
                  <a:pt x="1790420" y="122021"/>
                </a:lnTo>
                <a:lnTo>
                  <a:pt x="1852993" y="122021"/>
                </a:lnTo>
                <a:lnTo>
                  <a:pt x="1842109" y="162674"/>
                </a:lnTo>
                <a:lnTo>
                  <a:pt x="1827644" y="202311"/>
                </a:lnTo>
                <a:lnTo>
                  <a:pt x="1809445" y="241096"/>
                </a:lnTo>
                <a:lnTo>
                  <a:pt x="1787372" y="279184"/>
                </a:lnTo>
                <a:lnTo>
                  <a:pt x="1790801" y="289204"/>
                </a:lnTo>
                <a:lnTo>
                  <a:pt x="1794230" y="298805"/>
                </a:lnTo>
                <a:lnTo>
                  <a:pt x="1797659" y="308114"/>
                </a:lnTo>
                <a:lnTo>
                  <a:pt x="1801088" y="317284"/>
                </a:lnTo>
                <a:lnTo>
                  <a:pt x="1816569" y="292671"/>
                </a:lnTo>
                <a:lnTo>
                  <a:pt x="1830882" y="264464"/>
                </a:lnTo>
                <a:lnTo>
                  <a:pt x="1844040" y="232549"/>
                </a:lnTo>
                <a:lnTo>
                  <a:pt x="1856041" y="196786"/>
                </a:lnTo>
                <a:lnTo>
                  <a:pt x="1856041" y="433209"/>
                </a:lnTo>
                <a:lnTo>
                  <a:pt x="1886521" y="433209"/>
                </a:lnTo>
                <a:lnTo>
                  <a:pt x="1886521" y="202882"/>
                </a:lnTo>
                <a:lnTo>
                  <a:pt x="1898815" y="214553"/>
                </a:lnTo>
                <a:lnTo>
                  <a:pt x="1910524" y="226517"/>
                </a:lnTo>
                <a:lnTo>
                  <a:pt x="1921675" y="238506"/>
                </a:lnTo>
                <a:lnTo>
                  <a:pt x="1932241" y="250228"/>
                </a:lnTo>
                <a:lnTo>
                  <a:pt x="1955203" y="227266"/>
                </a:lnTo>
                <a:close/>
              </a:path>
              <a:path w="4022090" h="439420">
                <a:moveTo>
                  <a:pt x="2019211" y="247078"/>
                </a:moveTo>
                <a:lnTo>
                  <a:pt x="1987207" y="233362"/>
                </a:lnTo>
                <a:lnTo>
                  <a:pt x="1969160" y="273761"/>
                </a:lnTo>
                <a:lnTo>
                  <a:pt x="1951532" y="310426"/>
                </a:lnTo>
                <a:lnTo>
                  <a:pt x="1934184" y="343662"/>
                </a:lnTo>
                <a:lnTo>
                  <a:pt x="1917001" y="373773"/>
                </a:lnTo>
                <a:lnTo>
                  <a:pt x="1925866" y="377215"/>
                </a:lnTo>
                <a:lnTo>
                  <a:pt x="1934146" y="380822"/>
                </a:lnTo>
                <a:lnTo>
                  <a:pt x="1941868" y="384695"/>
                </a:lnTo>
                <a:lnTo>
                  <a:pt x="1949005" y="389013"/>
                </a:lnTo>
                <a:lnTo>
                  <a:pt x="1966442" y="356946"/>
                </a:lnTo>
                <a:lnTo>
                  <a:pt x="1984146" y="322618"/>
                </a:lnTo>
                <a:lnTo>
                  <a:pt x="2001824" y="286004"/>
                </a:lnTo>
                <a:lnTo>
                  <a:pt x="2019211" y="247078"/>
                </a:lnTo>
                <a:close/>
              </a:path>
              <a:path w="4022090" h="439420">
                <a:moveTo>
                  <a:pt x="2199132" y="32004"/>
                </a:moveTo>
                <a:lnTo>
                  <a:pt x="1965871" y="32004"/>
                </a:lnTo>
                <a:lnTo>
                  <a:pt x="1965871" y="62585"/>
                </a:lnTo>
                <a:lnTo>
                  <a:pt x="2199132" y="62585"/>
                </a:lnTo>
                <a:lnTo>
                  <a:pt x="2199132" y="32004"/>
                </a:lnTo>
                <a:close/>
              </a:path>
              <a:path w="4022090" h="439420">
                <a:moveTo>
                  <a:pt x="2218944" y="161734"/>
                </a:moveTo>
                <a:lnTo>
                  <a:pt x="1945957" y="161734"/>
                </a:lnTo>
                <a:lnTo>
                  <a:pt x="1945957" y="192214"/>
                </a:lnTo>
                <a:lnTo>
                  <a:pt x="2064931" y="192214"/>
                </a:lnTo>
                <a:lnTo>
                  <a:pt x="2064931" y="364629"/>
                </a:lnTo>
                <a:lnTo>
                  <a:pt x="2063445" y="378625"/>
                </a:lnTo>
                <a:lnTo>
                  <a:pt x="2058835" y="388632"/>
                </a:lnTo>
                <a:lnTo>
                  <a:pt x="2050783" y="394627"/>
                </a:lnTo>
                <a:lnTo>
                  <a:pt x="2039023" y="396633"/>
                </a:lnTo>
                <a:lnTo>
                  <a:pt x="2026158" y="396341"/>
                </a:lnTo>
                <a:lnTo>
                  <a:pt x="2012734" y="395490"/>
                </a:lnTo>
                <a:lnTo>
                  <a:pt x="1998726" y="394055"/>
                </a:lnTo>
                <a:lnTo>
                  <a:pt x="1984159" y="392061"/>
                </a:lnTo>
                <a:lnTo>
                  <a:pt x="1986178" y="402704"/>
                </a:lnTo>
                <a:lnTo>
                  <a:pt x="1987778" y="412064"/>
                </a:lnTo>
                <a:lnTo>
                  <a:pt x="1989086" y="420560"/>
                </a:lnTo>
                <a:lnTo>
                  <a:pt x="1990255" y="428637"/>
                </a:lnTo>
                <a:lnTo>
                  <a:pt x="2006803" y="429514"/>
                </a:lnTo>
                <a:lnTo>
                  <a:pt x="2022068" y="429971"/>
                </a:lnTo>
                <a:lnTo>
                  <a:pt x="2035898" y="430136"/>
                </a:lnTo>
                <a:lnTo>
                  <a:pt x="2048167" y="430161"/>
                </a:lnTo>
                <a:lnTo>
                  <a:pt x="2070176" y="426732"/>
                </a:lnTo>
                <a:lnTo>
                  <a:pt x="2085924" y="416445"/>
                </a:lnTo>
                <a:lnTo>
                  <a:pt x="2095385" y="399300"/>
                </a:lnTo>
                <a:lnTo>
                  <a:pt x="2095741" y="396633"/>
                </a:lnTo>
                <a:lnTo>
                  <a:pt x="2098548" y="375297"/>
                </a:lnTo>
                <a:lnTo>
                  <a:pt x="2098548" y="192214"/>
                </a:lnTo>
                <a:lnTo>
                  <a:pt x="2218944" y="192214"/>
                </a:lnTo>
                <a:lnTo>
                  <a:pt x="2218944" y="161734"/>
                </a:lnTo>
                <a:close/>
              </a:path>
              <a:path w="4022090" h="439420">
                <a:moveTo>
                  <a:pt x="2228088" y="373773"/>
                </a:moveTo>
                <a:lnTo>
                  <a:pt x="2213495" y="341947"/>
                </a:lnTo>
                <a:lnTo>
                  <a:pt x="2197036" y="308140"/>
                </a:lnTo>
                <a:lnTo>
                  <a:pt x="2178583" y="272046"/>
                </a:lnTo>
                <a:lnTo>
                  <a:pt x="2157984" y="233362"/>
                </a:lnTo>
                <a:lnTo>
                  <a:pt x="2127504" y="248704"/>
                </a:lnTo>
                <a:lnTo>
                  <a:pt x="2145246" y="284111"/>
                </a:lnTo>
                <a:lnTo>
                  <a:pt x="2161984" y="319392"/>
                </a:lnTo>
                <a:lnTo>
                  <a:pt x="2177872" y="354406"/>
                </a:lnTo>
                <a:lnTo>
                  <a:pt x="2193036" y="389013"/>
                </a:lnTo>
                <a:lnTo>
                  <a:pt x="2228088" y="373773"/>
                </a:lnTo>
                <a:close/>
              </a:path>
              <a:path w="4022090" h="439420">
                <a:moveTo>
                  <a:pt x="2356193" y="85445"/>
                </a:moveTo>
                <a:lnTo>
                  <a:pt x="2343315" y="71437"/>
                </a:lnTo>
                <a:lnTo>
                  <a:pt x="2327427" y="54571"/>
                </a:lnTo>
                <a:lnTo>
                  <a:pt x="2308402" y="34823"/>
                </a:lnTo>
                <a:lnTo>
                  <a:pt x="2286089" y="12192"/>
                </a:lnTo>
                <a:lnTo>
                  <a:pt x="2260181" y="35052"/>
                </a:lnTo>
                <a:lnTo>
                  <a:pt x="2278138" y="54495"/>
                </a:lnTo>
                <a:lnTo>
                  <a:pt x="2295233" y="73621"/>
                </a:lnTo>
                <a:lnTo>
                  <a:pt x="2311196" y="92163"/>
                </a:lnTo>
                <a:lnTo>
                  <a:pt x="2325713" y="109829"/>
                </a:lnTo>
                <a:lnTo>
                  <a:pt x="2356193" y="85445"/>
                </a:lnTo>
                <a:close/>
              </a:path>
              <a:path w="4022090" h="439420">
                <a:moveTo>
                  <a:pt x="2388298" y="366153"/>
                </a:moveTo>
                <a:lnTo>
                  <a:pt x="2387181" y="357822"/>
                </a:lnTo>
                <a:lnTo>
                  <a:pt x="2386228" y="348957"/>
                </a:lnTo>
                <a:lnTo>
                  <a:pt x="2385517" y="338848"/>
                </a:lnTo>
                <a:lnTo>
                  <a:pt x="2385250" y="327952"/>
                </a:lnTo>
                <a:lnTo>
                  <a:pt x="2369769" y="338848"/>
                </a:lnTo>
                <a:lnTo>
                  <a:pt x="2341651" y="358470"/>
                </a:lnTo>
                <a:lnTo>
                  <a:pt x="2328761" y="367677"/>
                </a:lnTo>
                <a:lnTo>
                  <a:pt x="2328761" y="155638"/>
                </a:lnTo>
                <a:lnTo>
                  <a:pt x="2237321" y="155638"/>
                </a:lnTo>
                <a:lnTo>
                  <a:pt x="2237321" y="189166"/>
                </a:lnTo>
                <a:lnTo>
                  <a:pt x="2293709" y="189166"/>
                </a:lnTo>
                <a:lnTo>
                  <a:pt x="2293709" y="360057"/>
                </a:lnTo>
                <a:lnTo>
                  <a:pt x="2292832" y="372884"/>
                </a:lnTo>
                <a:lnTo>
                  <a:pt x="2290102" y="383844"/>
                </a:lnTo>
                <a:lnTo>
                  <a:pt x="2285352" y="392836"/>
                </a:lnTo>
                <a:lnTo>
                  <a:pt x="2278469" y="399681"/>
                </a:lnTo>
                <a:lnTo>
                  <a:pt x="2299805" y="428637"/>
                </a:lnTo>
                <a:lnTo>
                  <a:pt x="2317267" y="415226"/>
                </a:lnTo>
                <a:lnTo>
                  <a:pt x="2337727" y="400253"/>
                </a:lnTo>
                <a:lnTo>
                  <a:pt x="2361323" y="383870"/>
                </a:lnTo>
                <a:lnTo>
                  <a:pt x="2385974" y="367677"/>
                </a:lnTo>
                <a:lnTo>
                  <a:pt x="2388298" y="366153"/>
                </a:lnTo>
                <a:close/>
              </a:path>
              <a:path w="4022090" h="439420">
                <a:moveTo>
                  <a:pt x="2673477" y="302044"/>
                </a:moveTo>
                <a:lnTo>
                  <a:pt x="2664333" y="299491"/>
                </a:lnTo>
                <a:lnTo>
                  <a:pt x="2655176" y="296519"/>
                </a:lnTo>
                <a:lnTo>
                  <a:pt x="2646007" y="293255"/>
                </a:lnTo>
                <a:lnTo>
                  <a:pt x="2636812" y="289852"/>
                </a:lnTo>
                <a:lnTo>
                  <a:pt x="2634526" y="310426"/>
                </a:lnTo>
                <a:lnTo>
                  <a:pt x="2627668" y="358533"/>
                </a:lnTo>
                <a:lnTo>
                  <a:pt x="2599372" y="385533"/>
                </a:lnTo>
                <a:lnTo>
                  <a:pt x="2581948" y="387489"/>
                </a:lnTo>
                <a:lnTo>
                  <a:pt x="2470594" y="387489"/>
                </a:lnTo>
                <a:lnTo>
                  <a:pt x="2456599" y="385457"/>
                </a:lnTo>
                <a:lnTo>
                  <a:pt x="2446591" y="379298"/>
                </a:lnTo>
                <a:lnTo>
                  <a:pt x="2440597" y="368833"/>
                </a:lnTo>
                <a:lnTo>
                  <a:pt x="2438590" y="353961"/>
                </a:lnTo>
                <a:lnTo>
                  <a:pt x="2438590" y="205930"/>
                </a:lnTo>
                <a:lnTo>
                  <a:pt x="2606332" y="205930"/>
                </a:lnTo>
                <a:lnTo>
                  <a:pt x="2606332" y="225755"/>
                </a:lnTo>
                <a:lnTo>
                  <a:pt x="2641384" y="225755"/>
                </a:lnTo>
                <a:lnTo>
                  <a:pt x="2641384" y="205930"/>
                </a:lnTo>
                <a:lnTo>
                  <a:pt x="2641384" y="27432"/>
                </a:lnTo>
                <a:lnTo>
                  <a:pt x="2386774" y="27432"/>
                </a:lnTo>
                <a:lnTo>
                  <a:pt x="2386774" y="59537"/>
                </a:lnTo>
                <a:lnTo>
                  <a:pt x="2606332" y="59537"/>
                </a:lnTo>
                <a:lnTo>
                  <a:pt x="2606332" y="172402"/>
                </a:lnTo>
                <a:lnTo>
                  <a:pt x="2405062" y="172402"/>
                </a:lnTo>
                <a:lnTo>
                  <a:pt x="2405062" y="364629"/>
                </a:lnTo>
                <a:lnTo>
                  <a:pt x="2408250" y="388861"/>
                </a:lnTo>
                <a:lnTo>
                  <a:pt x="2418016" y="406539"/>
                </a:lnTo>
                <a:lnTo>
                  <a:pt x="2434640" y="417347"/>
                </a:lnTo>
                <a:lnTo>
                  <a:pt x="2458402" y="421017"/>
                </a:lnTo>
                <a:lnTo>
                  <a:pt x="2589568" y="421017"/>
                </a:lnTo>
                <a:lnTo>
                  <a:pt x="2637802" y="408825"/>
                </a:lnTo>
                <a:lnTo>
                  <a:pt x="2659761" y="373773"/>
                </a:lnTo>
                <a:lnTo>
                  <a:pt x="2670048" y="321818"/>
                </a:lnTo>
                <a:lnTo>
                  <a:pt x="2673477" y="302044"/>
                </a:lnTo>
                <a:close/>
              </a:path>
              <a:path w="4022090" h="439420">
                <a:moveTo>
                  <a:pt x="3112681" y="44297"/>
                </a:moveTo>
                <a:lnTo>
                  <a:pt x="2694813" y="44297"/>
                </a:lnTo>
                <a:lnTo>
                  <a:pt x="2694813" y="77825"/>
                </a:lnTo>
                <a:lnTo>
                  <a:pt x="2903702" y="77825"/>
                </a:lnTo>
                <a:lnTo>
                  <a:pt x="2874086" y="122834"/>
                </a:lnTo>
                <a:lnTo>
                  <a:pt x="2841612" y="164795"/>
                </a:lnTo>
                <a:lnTo>
                  <a:pt x="2806115" y="203847"/>
                </a:lnTo>
                <a:lnTo>
                  <a:pt x="2767596" y="239941"/>
                </a:lnTo>
                <a:lnTo>
                  <a:pt x="2725953" y="273164"/>
                </a:lnTo>
                <a:lnTo>
                  <a:pt x="2681097" y="303568"/>
                </a:lnTo>
                <a:lnTo>
                  <a:pt x="2687904" y="311569"/>
                </a:lnTo>
                <a:lnTo>
                  <a:pt x="2694432" y="319570"/>
                </a:lnTo>
                <a:lnTo>
                  <a:pt x="2700388" y="327571"/>
                </a:lnTo>
                <a:lnTo>
                  <a:pt x="2705481" y="335572"/>
                </a:lnTo>
                <a:lnTo>
                  <a:pt x="2745384" y="308102"/>
                </a:lnTo>
                <a:lnTo>
                  <a:pt x="2782887" y="278650"/>
                </a:lnTo>
                <a:lnTo>
                  <a:pt x="2818130" y="247065"/>
                </a:lnTo>
                <a:lnTo>
                  <a:pt x="2851239" y="213220"/>
                </a:lnTo>
                <a:lnTo>
                  <a:pt x="2882366" y="176987"/>
                </a:lnTo>
                <a:lnTo>
                  <a:pt x="2882366" y="439305"/>
                </a:lnTo>
                <a:lnTo>
                  <a:pt x="2920466" y="439305"/>
                </a:lnTo>
                <a:lnTo>
                  <a:pt x="2920466" y="176987"/>
                </a:lnTo>
                <a:lnTo>
                  <a:pt x="2920466" y="164795"/>
                </a:lnTo>
                <a:lnTo>
                  <a:pt x="2894558" y="164795"/>
                </a:lnTo>
                <a:lnTo>
                  <a:pt x="2911094" y="140449"/>
                </a:lnTo>
                <a:lnTo>
                  <a:pt x="2926219" y="117843"/>
                </a:lnTo>
                <a:lnTo>
                  <a:pt x="2939643" y="96977"/>
                </a:lnTo>
                <a:lnTo>
                  <a:pt x="2951035" y="77825"/>
                </a:lnTo>
                <a:lnTo>
                  <a:pt x="3112681" y="77825"/>
                </a:lnTo>
                <a:lnTo>
                  <a:pt x="3112681" y="44297"/>
                </a:lnTo>
                <a:close/>
              </a:path>
              <a:path w="4022090" h="439420">
                <a:moveTo>
                  <a:pt x="3121825" y="279184"/>
                </a:moveTo>
                <a:lnTo>
                  <a:pt x="3083534" y="253098"/>
                </a:lnTo>
                <a:lnTo>
                  <a:pt x="3044240" y="227469"/>
                </a:lnTo>
                <a:lnTo>
                  <a:pt x="3004083" y="202145"/>
                </a:lnTo>
                <a:lnTo>
                  <a:pt x="2963227" y="176987"/>
                </a:lnTo>
                <a:lnTo>
                  <a:pt x="2941891" y="207467"/>
                </a:lnTo>
                <a:lnTo>
                  <a:pt x="2976257" y="228650"/>
                </a:lnTo>
                <a:lnTo>
                  <a:pt x="3013341" y="253415"/>
                </a:lnTo>
                <a:lnTo>
                  <a:pt x="3053588" y="281901"/>
                </a:lnTo>
                <a:lnTo>
                  <a:pt x="3097441" y="314236"/>
                </a:lnTo>
                <a:lnTo>
                  <a:pt x="3121825" y="279184"/>
                </a:lnTo>
                <a:close/>
              </a:path>
              <a:path w="4022090" h="439420">
                <a:moveTo>
                  <a:pt x="3338322" y="172402"/>
                </a:moveTo>
                <a:lnTo>
                  <a:pt x="3303270" y="172402"/>
                </a:lnTo>
                <a:lnTo>
                  <a:pt x="3303270" y="201358"/>
                </a:lnTo>
                <a:lnTo>
                  <a:pt x="3303270" y="242506"/>
                </a:lnTo>
                <a:lnTo>
                  <a:pt x="3303270" y="268516"/>
                </a:lnTo>
                <a:lnTo>
                  <a:pt x="3303270" y="311188"/>
                </a:lnTo>
                <a:lnTo>
                  <a:pt x="3193453" y="311188"/>
                </a:lnTo>
                <a:lnTo>
                  <a:pt x="3193453" y="268516"/>
                </a:lnTo>
                <a:lnTo>
                  <a:pt x="3303270" y="268516"/>
                </a:lnTo>
                <a:lnTo>
                  <a:pt x="3303270" y="242506"/>
                </a:lnTo>
                <a:lnTo>
                  <a:pt x="3193453" y="242506"/>
                </a:lnTo>
                <a:lnTo>
                  <a:pt x="3193453" y="201358"/>
                </a:lnTo>
                <a:lnTo>
                  <a:pt x="3303270" y="201358"/>
                </a:lnTo>
                <a:lnTo>
                  <a:pt x="3303270" y="172402"/>
                </a:lnTo>
                <a:lnTo>
                  <a:pt x="3159912" y="172402"/>
                </a:lnTo>
                <a:lnTo>
                  <a:pt x="3159912" y="431673"/>
                </a:lnTo>
                <a:lnTo>
                  <a:pt x="3193453" y="431673"/>
                </a:lnTo>
                <a:lnTo>
                  <a:pt x="3193453" y="338620"/>
                </a:lnTo>
                <a:lnTo>
                  <a:pt x="3303270" y="338620"/>
                </a:lnTo>
                <a:lnTo>
                  <a:pt x="3303270" y="373761"/>
                </a:lnTo>
                <a:lnTo>
                  <a:pt x="3301860" y="383768"/>
                </a:lnTo>
                <a:lnTo>
                  <a:pt x="3297745" y="390906"/>
                </a:lnTo>
                <a:lnTo>
                  <a:pt x="3291052" y="395198"/>
                </a:lnTo>
                <a:lnTo>
                  <a:pt x="3281997" y="396621"/>
                </a:lnTo>
                <a:lnTo>
                  <a:pt x="3273094" y="396608"/>
                </a:lnTo>
                <a:lnTo>
                  <a:pt x="3262693" y="396430"/>
                </a:lnTo>
                <a:lnTo>
                  <a:pt x="3250857" y="395986"/>
                </a:lnTo>
                <a:lnTo>
                  <a:pt x="3237738" y="395097"/>
                </a:lnTo>
                <a:lnTo>
                  <a:pt x="3239757" y="404177"/>
                </a:lnTo>
                <a:lnTo>
                  <a:pt x="3241357" y="412813"/>
                </a:lnTo>
                <a:lnTo>
                  <a:pt x="3242665" y="420611"/>
                </a:lnTo>
                <a:lnTo>
                  <a:pt x="3243834" y="427101"/>
                </a:lnTo>
                <a:lnTo>
                  <a:pt x="3294126" y="427101"/>
                </a:lnTo>
                <a:lnTo>
                  <a:pt x="3313252" y="424230"/>
                </a:lnTo>
                <a:lnTo>
                  <a:pt x="3327082" y="415480"/>
                </a:lnTo>
                <a:lnTo>
                  <a:pt x="3335490" y="400748"/>
                </a:lnTo>
                <a:lnTo>
                  <a:pt x="3336048" y="396621"/>
                </a:lnTo>
                <a:lnTo>
                  <a:pt x="3338322" y="379857"/>
                </a:lnTo>
                <a:lnTo>
                  <a:pt x="3338322" y="201358"/>
                </a:lnTo>
                <a:lnTo>
                  <a:pt x="3338322" y="172402"/>
                </a:lnTo>
                <a:close/>
              </a:path>
              <a:path w="4022090" h="439420">
                <a:moveTo>
                  <a:pt x="3368903" y="143357"/>
                </a:moveTo>
                <a:lnTo>
                  <a:pt x="3362109" y="132689"/>
                </a:lnTo>
                <a:lnTo>
                  <a:pt x="3353447" y="119087"/>
                </a:lnTo>
                <a:lnTo>
                  <a:pt x="3348253" y="111353"/>
                </a:lnTo>
                <a:lnTo>
                  <a:pt x="3336848" y="94399"/>
                </a:lnTo>
                <a:lnTo>
                  <a:pt x="3319094" y="69418"/>
                </a:lnTo>
                <a:lnTo>
                  <a:pt x="3300222" y="44297"/>
                </a:lnTo>
                <a:lnTo>
                  <a:pt x="3272790" y="61061"/>
                </a:lnTo>
                <a:lnTo>
                  <a:pt x="3280524" y="71589"/>
                </a:lnTo>
                <a:lnTo>
                  <a:pt x="3287839" y="82397"/>
                </a:lnTo>
                <a:lnTo>
                  <a:pt x="3295637" y="94399"/>
                </a:lnTo>
                <a:lnTo>
                  <a:pt x="3301746" y="103733"/>
                </a:lnTo>
                <a:lnTo>
                  <a:pt x="3245726" y="108115"/>
                </a:lnTo>
                <a:lnTo>
                  <a:pt x="3215119" y="109943"/>
                </a:lnTo>
                <a:lnTo>
                  <a:pt x="3182772" y="111353"/>
                </a:lnTo>
                <a:lnTo>
                  <a:pt x="3203092" y="87947"/>
                </a:lnTo>
                <a:lnTo>
                  <a:pt x="3222675" y="63525"/>
                </a:lnTo>
                <a:lnTo>
                  <a:pt x="3241383" y="38227"/>
                </a:lnTo>
                <a:lnTo>
                  <a:pt x="3259074" y="12192"/>
                </a:lnTo>
                <a:lnTo>
                  <a:pt x="3225546" y="0"/>
                </a:lnTo>
                <a:lnTo>
                  <a:pt x="3213862" y="18910"/>
                </a:lnTo>
                <a:lnTo>
                  <a:pt x="3201873" y="36817"/>
                </a:lnTo>
                <a:lnTo>
                  <a:pt x="3178200" y="70205"/>
                </a:lnTo>
                <a:lnTo>
                  <a:pt x="3144990" y="103212"/>
                </a:lnTo>
                <a:lnTo>
                  <a:pt x="3135528" y="109829"/>
                </a:lnTo>
                <a:lnTo>
                  <a:pt x="3149244" y="146494"/>
                </a:lnTo>
                <a:lnTo>
                  <a:pt x="3184080" y="143014"/>
                </a:lnTo>
                <a:lnTo>
                  <a:pt x="3224352" y="139560"/>
                </a:lnTo>
                <a:lnTo>
                  <a:pt x="3320034" y="132689"/>
                </a:lnTo>
                <a:lnTo>
                  <a:pt x="3325469" y="140462"/>
                </a:lnTo>
                <a:lnTo>
                  <a:pt x="3330321" y="147980"/>
                </a:lnTo>
                <a:lnTo>
                  <a:pt x="3334613" y="155486"/>
                </a:lnTo>
                <a:lnTo>
                  <a:pt x="3338322" y="163258"/>
                </a:lnTo>
                <a:lnTo>
                  <a:pt x="3345497" y="158673"/>
                </a:lnTo>
                <a:lnTo>
                  <a:pt x="3353079" y="153924"/>
                </a:lnTo>
                <a:lnTo>
                  <a:pt x="3360915" y="148869"/>
                </a:lnTo>
                <a:lnTo>
                  <a:pt x="3368903" y="143357"/>
                </a:lnTo>
                <a:close/>
              </a:path>
              <a:path w="4022090" h="439420">
                <a:moveTo>
                  <a:pt x="3564064" y="106781"/>
                </a:moveTo>
                <a:lnTo>
                  <a:pt x="3555822" y="103593"/>
                </a:lnTo>
                <a:lnTo>
                  <a:pt x="3538778" y="97777"/>
                </a:lnTo>
                <a:lnTo>
                  <a:pt x="3530536" y="94589"/>
                </a:lnTo>
                <a:lnTo>
                  <a:pt x="3526459" y="139204"/>
                </a:lnTo>
                <a:lnTo>
                  <a:pt x="3493960" y="172402"/>
                </a:lnTo>
                <a:lnTo>
                  <a:pt x="3439007" y="172402"/>
                </a:lnTo>
                <a:lnTo>
                  <a:pt x="3428123" y="170434"/>
                </a:lnTo>
                <a:lnTo>
                  <a:pt x="3420529" y="164592"/>
                </a:lnTo>
                <a:lnTo>
                  <a:pt x="3416071" y="155003"/>
                </a:lnTo>
                <a:lnTo>
                  <a:pt x="3414623" y="141833"/>
                </a:lnTo>
                <a:lnTo>
                  <a:pt x="3414623" y="117449"/>
                </a:lnTo>
                <a:lnTo>
                  <a:pt x="3450044" y="102514"/>
                </a:lnTo>
                <a:lnTo>
                  <a:pt x="3485337" y="87160"/>
                </a:lnTo>
                <a:lnTo>
                  <a:pt x="3498913" y="80873"/>
                </a:lnTo>
                <a:lnTo>
                  <a:pt x="3520351" y="70942"/>
                </a:lnTo>
                <a:lnTo>
                  <a:pt x="3554920" y="53441"/>
                </a:lnTo>
                <a:lnTo>
                  <a:pt x="3535108" y="24384"/>
                </a:lnTo>
                <a:lnTo>
                  <a:pt x="3505352" y="40119"/>
                </a:lnTo>
                <a:lnTo>
                  <a:pt x="3475431" y="54952"/>
                </a:lnTo>
                <a:lnTo>
                  <a:pt x="3445230" y="68630"/>
                </a:lnTo>
                <a:lnTo>
                  <a:pt x="3414623" y="80873"/>
                </a:lnTo>
                <a:lnTo>
                  <a:pt x="3414623" y="6096"/>
                </a:lnTo>
                <a:lnTo>
                  <a:pt x="3381095" y="6096"/>
                </a:lnTo>
                <a:lnTo>
                  <a:pt x="3381095" y="149542"/>
                </a:lnTo>
                <a:lnTo>
                  <a:pt x="3384499" y="172669"/>
                </a:lnTo>
                <a:lnTo>
                  <a:pt x="3394621" y="189357"/>
                </a:lnTo>
                <a:lnTo>
                  <a:pt x="3411309" y="199478"/>
                </a:lnTo>
                <a:lnTo>
                  <a:pt x="3434435" y="202882"/>
                </a:lnTo>
                <a:lnTo>
                  <a:pt x="3498532" y="202882"/>
                </a:lnTo>
                <a:lnTo>
                  <a:pt x="3521938" y="200367"/>
                </a:lnTo>
                <a:lnTo>
                  <a:pt x="3539490" y="192976"/>
                </a:lnTo>
                <a:lnTo>
                  <a:pt x="3551034" y="181025"/>
                </a:lnTo>
                <a:lnTo>
                  <a:pt x="3553904" y="172402"/>
                </a:lnTo>
                <a:lnTo>
                  <a:pt x="3556444" y="164782"/>
                </a:lnTo>
                <a:lnTo>
                  <a:pt x="3558705" y="152514"/>
                </a:lnTo>
                <a:lnTo>
                  <a:pt x="3560826" y="138645"/>
                </a:lnTo>
                <a:lnTo>
                  <a:pt x="3562654" y="123342"/>
                </a:lnTo>
                <a:lnTo>
                  <a:pt x="3564064" y="106781"/>
                </a:lnTo>
                <a:close/>
              </a:path>
              <a:path w="4022090" h="439420">
                <a:moveTo>
                  <a:pt x="3565588" y="327952"/>
                </a:moveTo>
                <a:lnTo>
                  <a:pt x="3556711" y="324764"/>
                </a:lnTo>
                <a:lnTo>
                  <a:pt x="3548253" y="321856"/>
                </a:lnTo>
                <a:lnTo>
                  <a:pt x="3540087" y="318947"/>
                </a:lnTo>
                <a:lnTo>
                  <a:pt x="3532060" y="315760"/>
                </a:lnTo>
                <a:lnTo>
                  <a:pt x="3530676" y="333159"/>
                </a:lnTo>
                <a:lnTo>
                  <a:pt x="3529012" y="348576"/>
                </a:lnTo>
                <a:lnTo>
                  <a:pt x="3517582" y="388620"/>
                </a:lnTo>
                <a:lnTo>
                  <a:pt x="3500056" y="393573"/>
                </a:lnTo>
                <a:lnTo>
                  <a:pt x="3435959" y="393573"/>
                </a:lnTo>
                <a:lnTo>
                  <a:pt x="3426193" y="391858"/>
                </a:lnTo>
                <a:lnTo>
                  <a:pt x="3419576" y="386715"/>
                </a:lnTo>
                <a:lnTo>
                  <a:pt x="3415804" y="378142"/>
                </a:lnTo>
                <a:lnTo>
                  <a:pt x="3414623" y="366141"/>
                </a:lnTo>
                <a:lnTo>
                  <a:pt x="3414623" y="327952"/>
                </a:lnTo>
                <a:lnTo>
                  <a:pt x="3453180" y="313423"/>
                </a:lnTo>
                <a:lnTo>
                  <a:pt x="3491052" y="297472"/>
                </a:lnTo>
                <a:lnTo>
                  <a:pt x="3500958" y="292900"/>
                </a:lnTo>
                <a:lnTo>
                  <a:pt x="3528072" y="280377"/>
                </a:lnTo>
                <a:lnTo>
                  <a:pt x="3564064" y="262420"/>
                </a:lnTo>
                <a:lnTo>
                  <a:pt x="3544252" y="231838"/>
                </a:lnTo>
                <a:lnTo>
                  <a:pt x="3510496" y="249567"/>
                </a:lnTo>
                <a:lnTo>
                  <a:pt x="3477717" y="265836"/>
                </a:lnTo>
                <a:lnTo>
                  <a:pt x="3445802" y="280377"/>
                </a:lnTo>
                <a:lnTo>
                  <a:pt x="3414623" y="292900"/>
                </a:lnTo>
                <a:lnTo>
                  <a:pt x="3414623" y="219646"/>
                </a:lnTo>
                <a:lnTo>
                  <a:pt x="3379571" y="219646"/>
                </a:lnTo>
                <a:lnTo>
                  <a:pt x="3379673" y="374548"/>
                </a:lnTo>
                <a:lnTo>
                  <a:pt x="3392144" y="411480"/>
                </a:lnTo>
                <a:lnTo>
                  <a:pt x="3429863" y="424053"/>
                </a:lnTo>
                <a:lnTo>
                  <a:pt x="3503104" y="424053"/>
                </a:lnTo>
                <a:lnTo>
                  <a:pt x="3525393" y="421754"/>
                </a:lnTo>
                <a:lnTo>
                  <a:pt x="3541966" y="414718"/>
                </a:lnTo>
                <a:lnTo>
                  <a:pt x="3552825" y="402844"/>
                </a:lnTo>
                <a:lnTo>
                  <a:pt x="3555644" y="393573"/>
                </a:lnTo>
                <a:lnTo>
                  <a:pt x="3557968" y="385953"/>
                </a:lnTo>
                <a:lnTo>
                  <a:pt x="3560013" y="374548"/>
                </a:lnTo>
                <a:lnTo>
                  <a:pt x="3561689" y="361708"/>
                </a:lnTo>
                <a:lnTo>
                  <a:pt x="3563543" y="345414"/>
                </a:lnTo>
                <a:lnTo>
                  <a:pt x="3565588" y="327952"/>
                </a:lnTo>
                <a:close/>
              </a:path>
              <a:path w="4022090" h="439420">
                <a:moveTo>
                  <a:pt x="3782187" y="300520"/>
                </a:moveTo>
                <a:lnTo>
                  <a:pt x="3781044" y="292785"/>
                </a:lnTo>
                <a:lnTo>
                  <a:pt x="3779901" y="283184"/>
                </a:lnTo>
                <a:lnTo>
                  <a:pt x="3778758" y="271589"/>
                </a:lnTo>
                <a:lnTo>
                  <a:pt x="3777615" y="257848"/>
                </a:lnTo>
                <a:lnTo>
                  <a:pt x="3654069" y="335572"/>
                </a:lnTo>
                <a:lnTo>
                  <a:pt x="3654069" y="21348"/>
                </a:lnTo>
                <a:lnTo>
                  <a:pt x="3617493" y="21348"/>
                </a:lnTo>
                <a:lnTo>
                  <a:pt x="3617493" y="326428"/>
                </a:lnTo>
                <a:lnTo>
                  <a:pt x="3616960" y="338709"/>
                </a:lnTo>
                <a:lnTo>
                  <a:pt x="3613264" y="350291"/>
                </a:lnTo>
                <a:lnTo>
                  <a:pt x="3606698" y="361010"/>
                </a:lnTo>
                <a:lnTo>
                  <a:pt x="3597592" y="370725"/>
                </a:lnTo>
                <a:lnTo>
                  <a:pt x="3623589" y="405777"/>
                </a:lnTo>
                <a:lnTo>
                  <a:pt x="3696563" y="353720"/>
                </a:lnTo>
                <a:lnTo>
                  <a:pt x="3725418" y="335572"/>
                </a:lnTo>
                <a:lnTo>
                  <a:pt x="3734435" y="329895"/>
                </a:lnTo>
                <a:lnTo>
                  <a:pt x="3782187" y="300520"/>
                </a:lnTo>
                <a:close/>
              </a:path>
              <a:path w="4022090" h="439420">
                <a:moveTo>
                  <a:pt x="3824859" y="117449"/>
                </a:moveTo>
                <a:lnTo>
                  <a:pt x="3807764" y="85686"/>
                </a:lnTo>
                <a:lnTo>
                  <a:pt x="3790950" y="56629"/>
                </a:lnTo>
                <a:lnTo>
                  <a:pt x="3774706" y="30149"/>
                </a:lnTo>
                <a:lnTo>
                  <a:pt x="3759327" y="6096"/>
                </a:lnTo>
                <a:lnTo>
                  <a:pt x="3728745" y="21348"/>
                </a:lnTo>
                <a:lnTo>
                  <a:pt x="3743033" y="46545"/>
                </a:lnTo>
                <a:lnTo>
                  <a:pt x="3758323" y="74002"/>
                </a:lnTo>
                <a:lnTo>
                  <a:pt x="3774478" y="103733"/>
                </a:lnTo>
                <a:lnTo>
                  <a:pt x="3791331" y="135737"/>
                </a:lnTo>
                <a:lnTo>
                  <a:pt x="3824859" y="117449"/>
                </a:lnTo>
                <a:close/>
              </a:path>
              <a:path w="4022090" h="439420">
                <a:moveTo>
                  <a:pt x="4021556" y="396633"/>
                </a:moveTo>
                <a:lnTo>
                  <a:pt x="3971455" y="342290"/>
                </a:lnTo>
                <a:lnTo>
                  <a:pt x="3945039" y="314464"/>
                </a:lnTo>
                <a:lnTo>
                  <a:pt x="3917924" y="286804"/>
                </a:lnTo>
                <a:lnTo>
                  <a:pt x="3931920" y="248170"/>
                </a:lnTo>
                <a:lnTo>
                  <a:pt x="3941927" y="203276"/>
                </a:lnTo>
                <a:lnTo>
                  <a:pt x="3947922" y="152082"/>
                </a:lnTo>
                <a:lnTo>
                  <a:pt x="3949928" y="94589"/>
                </a:lnTo>
                <a:lnTo>
                  <a:pt x="3949928" y="15240"/>
                </a:lnTo>
                <a:lnTo>
                  <a:pt x="3913340" y="15240"/>
                </a:lnTo>
                <a:lnTo>
                  <a:pt x="3913301" y="94589"/>
                </a:lnTo>
                <a:lnTo>
                  <a:pt x="3911650" y="155155"/>
                </a:lnTo>
                <a:lnTo>
                  <a:pt x="3904386" y="208800"/>
                </a:lnTo>
                <a:lnTo>
                  <a:pt x="3891661" y="254152"/>
                </a:lnTo>
                <a:lnTo>
                  <a:pt x="3873627" y="291376"/>
                </a:lnTo>
                <a:lnTo>
                  <a:pt x="3850525" y="323659"/>
                </a:lnTo>
                <a:lnTo>
                  <a:pt x="3817988" y="354101"/>
                </a:lnTo>
                <a:lnTo>
                  <a:pt x="3776294" y="382536"/>
                </a:lnTo>
                <a:lnTo>
                  <a:pt x="3725697" y="408825"/>
                </a:lnTo>
                <a:lnTo>
                  <a:pt x="3732276" y="416801"/>
                </a:lnTo>
                <a:lnTo>
                  <a:pt x="3738270" y="424637"/>
                </a:lnTo>
                <a:lnTo>
                  <a:pt x="3743706" y="432181"/>
                </a:lnTo>
                <a:lnTo>
                  <a:pt x="3748557" y="439305"/>
                </a:lnTo>
                <a:lnTo>
                  <a:pt x="3796652" y="415556"/>
                </a:lnTo>
                <a:lnTo>
                  <a:pt x="3838003" y="387667"/>
                </a:lnTo>
                <a:lnTo>
                  <a:pt x="3872788" y="355460"/>
                </a:lnTo>
                <a:lnTo>
                  <a:pt x="3901148" y="318808"/>
                </a:lnTo>
                <a:lnTo>
                  <a:pt x="3923779" y="344297"/>
                </a:lnTo>
                <a:lnTo>
                  <a:pt x="3946118" y="370332"/>
                </a:lnTo>
                <a:lnTo>
                  <a:pt x="3991076" y="424065"/>
                </a:lnTo>
                <a:lnTo>
                  <a:pt x="4021556" y="3966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0" name="object 50" descr=""/>
          <p:cNvGraphicFramePr>
            <a:graphicFrameLocks noGrp="1"/>
          </p:cNvGraphicFramePr>
          <p:nvPr/>
        </p:nvGraphicFramePr>
        <p:xfrm>
          <a:off x="1808511" y="4806632"/>
          <a:ext cx="389255" cy="347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400"/>
              </a:tblGrid>
              <a:tr h="114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16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1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1" name="object 51" descr=""/>
          <p:cNvGrpSpPr/>
          <p:nvPr/>
        </p:nvGrpSpPr>
        <p:grpSpPr>
          <a:xfrm>
            <a:off x="5613463" y="4808029"/>
            <a:ext cx="735330" cy="346710"/>
            <a:chOff x="5613463" y="4808029"/>
            <a:chExt cx="735330" cy="346710"/>
          </a:xfrm>
        </p:grpSpPr>
        <p:pic>
          <p:nvPicPr>
            <p:cNvPr id="52" name="object 5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3463" y="4808029"/>
              <a:ext cx="138779" cy="10677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82818" y="4920996"/>
              <a:ext cx="218027" cy="233362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032944" y="4916329"/>
              <a:ext cx="316230" cy="238125"/>
            </a:xfrm>
            <a:custGeom>
              <a:avLst/>
              <a:gdLst/>
              <a:ahLst/>
              <a:cxnLst/>
              <a:rect l="l" t="t" r="r" b="b"/>
              <a:pathLst>
                <a:path w="316229" h="238125">
                  <a:moveTo>
                    <a:pt x="315658" y="238029"/>
                  </a:moveTo>
                  <a:lnTo>
                    <a:pt x="276034" y="238029"/>
                  </a:lnTo>
                  <a:lnTo>
                    <a:pt x="276034" y="91535"/>
                  </a:lnTo>
                  <a:lnTo>
                    <a:pt x="275757" y="80057"/>
                  </a:lnTo>
                  <a:lnTo>
                    <a:pt x="257651" y="39719"/>
                  </a:lnTo>
                  <a:lnTo>
                    <a:pt x="243935" y="33623"/>
                  </a:lnTo>
                  <a:lnTo>
                    <a:pt x="234791" y="33623"/>
                  </a:lnTo>
                  <a:lnTo>
                    <a:pt x="193643" y="50387"/>
                  </a:lnTo>
                  <a:lnTo>
                    <a:pt x="179284" y="85963"/>
                  </a:lnTo>
                  <a:lnTo>
                    <a:pt x="178403" y="102203"/>
                  </a:lnTo>
                  <a:lnTo>
                    <a:pt x="178403" y="238029"/>
                  </a:lnTo>
                  <a:lnTo>
                    <a:pt x="138779" y="238029"/>
                  </a:lnTo>
                  <a:lnTo>
                    <a:pt x="138779" y="86963"/>
                  </a:lnTo>
                  <a:lnTo>
                    <a:pt x="138169" y="74342"/>
                  </a:lnTo>
                  <a:lnTo>
                    <a:pt x="115633" y="37052"/>
                  </a:lnTo>
                  <a:lnTo>
                    <a:pt x="97536" y="33623"/>
                  </a:lnTo>
                  <a:lnTo>
                    <a:pt x="88915" y="34194"/>
                  </a:lnTo>
                  <a:lnTo>
                    <a:pt x="54102" y="53435"/>
                  </a:lnTo>
                  <a:lnTo>
                    <a:pt x="39933" y="102362"/>
                  </a:lnTo>
                  <a:lnTo>
                    <a:pt x="39624" y="117538"/>
                  </a:lnTo>
                  <a:lnTo>
                    <a:pt x="39624" y="238029"/>
                  </a:lnTo>
                  <a:lnTo>
                    <a:pt x="0" y="238029"/>
                  </a:lnTo>
                  <a:lnTo>
                    <a:pt x="0" y="4667"/>
                  </a:lnTo>
                  <a:lnTo>
                    <a:pt x="35052" y="4667"/>
                  </a:lnTo>
                  <a:lnTo>
                    <a:pt x="35052" y="38195"/>
                  </a:lnTo>
                  <a:lnTo>
                    <a:pt x="41076" y="29622"/>
                  </a:lnTo>
                  <a:lnTo>
                    <a:pt x="73437" y="5826"/>
                  </a:lnTo>
                  <a:lnTo>
                    <a:pt x="105155" y="0"/>
                  </a:lnTo>
                  <a:lnTo>
                    <a:pt x="118053" y="596"/>
                  </a:lnTo>
                  <a:lnTo>
                    <a:pt x="155590" y="16811"/>
                  </a:lnTo>
                  <a:lnTo>
                    <a:pt x="172307" y="41243"/>
                  </a:lnTo>
                  <a:lnTo>
                    <a:pt x="186928" y="23226"/>
                  </a:lnTo>
                  <a:lnTo>
                    <a:pt x="203549" y="10334"/>
                  </a:lnTo>
                  <a:lnTo>
                    <a:pt x="222456" y="2586"/>
                  </a:lnTo>
                  <a:lnTo>
                    <a:pt x="243935" y="0"/>
                  </a:lnTo>
                  <a:lnTo>
                    <a:pt x="259999" y="1157"/>
                  </a:lnTo>
                  <a:lnTo>
                    <a:pt x="297370" y="18383"/>
                  </a:lnTo>
                  <a:lnTo>
                    <a:pt x="314515" y="59531"/>
                  </a:lnTo>
                  <a:lnTo>
                    <a:pt x="315658" y="77819"/>
                  </a:lnTo>
                  <a:lnTo>
                    <a:pt x="315658" y="2380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/>
          <p:nvPr/>
        </p:nvSpPr>
        <p:spPr>
          <a:xfrm>
            <a:off x="6405371" y="4832604"/>
            <a:ext cx="40005" cy="321945"/>
          </a:xfrm>
          <a:custGeom>
            <a:avLst/>
            <a:gdLst/>
            <a:ahLst/>
            <a:cxnLst/>
            <a:rect l="l" t="t" r="r" b="b"/>
            <a:pathLst>
              <a:path w="40004" h="321945">
                <a:moveTo>
                  <a:pt x="39624" y="321564"/>
                </a:moveTo>
                <a:lnTo>
                  <a:pt x="0" y="321564"/>
                </a:lnTo>
                <a:lnTo>
                  <a:pt x="0" y="0"/>
                </a:lnTo>
                <a:lnTo>
                  <a:pt x="39624" y="0"/>
                </a:lnTo>
                <a:lnTo>
                  <a:pt x="39624" y="3215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6490430" y="4780597"/>
            <a:ext cx="1168400" cy="433705"/>
            <a:chOff x="6490430" y="4780597"/>
            <a:chExt cx="1168400" cy="433705"/>
          </a:xfrm>
        </p:grpSpPr>
        <p:pic>
          <p:nvPicPr>
            <p:cNvPr id="57" name="object 5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90430" y="4829460"/>
              <a:ext cx="114395" cy="105251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632245" y="4780597"/>
              <a:ext cx="883285" cy="433705"/>
            </a:xfrm>
            <a:custGeom>
              <a:avLst/>
              <a:gdLst/>
              <a:ahLst/>
              <a:cxnLst/>
              <a:rect l="l" t="t" r="r" b="b"/>
              <a:pathLst>
                <a:path w="883284" h="433704">
                  <a:moveTo>
                    <a:pt x="427012" y="234886"/>
                  </a:moveTo>
                  <a:lnTo>
                    <a:pt x="408533" y="228790"/>
                  </a:lnTo>
                  <a:lnTo>
                    <a:pt x="400646" y="225894"/>
                  </a:lnTo>
                  <a:lnTo>
                    <a:pt x="393484" y="222694"/>
                  </a:lnTo>
                  <a:lnTo>
                    <a:pt x="392341" y="241020"/>
                  </a:lnTo>
                  <a:lnTo>
                    <a:pt x="388912" y="280708"/>
                  </a:lnTo>
                  <a:lnTo>
                    <a:pt x="361391" y="302044"/>
                  </a:lnTo>
                  <a:lnTo>
                    <a:pt x="285191" y="302044"/>
                  </a:lnTo>
                  <a:lnTo>
                    <a:pt x="275183" y="300609"/>
                  </a:lnTo>
                  <a:lnTo>
                    <a:pt x="268046" y="296329"/>
                  </a:lnTo>
                  <a:lnTo>
                    <a:pt x="263753" y="289179"/>
                  </a:lnTo>
                  <a:lnTo>
                    <a:pt x="262331" y="279184"/>
                  </a:lnTo>
                  <a:lnTo>
                    <a:pt x="262331" y="173926"/>
                  </a:lnTo>
                  <a:lnTo>
                    <a:pt x="365963" y="173926"/>
                  </a:lnTo>
                  <a:lnTo>
                    <a:pt x="365963" y="187642"/>
                  </a:lnTo>
                  <a:lnTo>
                    <a:pt x="398056" y="187642"/>
                  </a:lnTo>
                  <a:lnTo>
                    <a:pt x="398056" y="173926"/>
                  </a:lnTo>
                  <a:lnTo>
                    <a:pt x="398056" y="27432"/>
                  </a:lnTo>
                  <a:lnTo>
                    <a:pt x="219557" y="27432"/>
                  </a:lnTo>
                  <a:lnTo>
                    <a:pt x="219557" y="58013"/>
                  </a:lnTo>
                  <a:lnTo>
                    <a:pt x="365963" y="58013"/>
                  </a:lnTo>
                  <a:lnTo>
                    <a:pt x="365963" y="141922"/>
                  </a:lnTo>
                  <a:lnTo>
                    <a:pt x="228701" y="141922"/>
                  </a:lnTo>
                  <a:lnTo>
                    <a:pt x="228701" y="283756"/>
                  </a:lnTo>
                  <a:lnTo>
                    <a:pt x="231838" y="305752"/>
                  </a:lnTo>
                  <a:lnTo>
                    <a:pt x="241134" y="321475"/>
                  </a:lnTo>
                  <a:lnTo>
                    <a:pt x="256425" y="330898"/>
                  </a:lnTo>
                  <a:lnTo>
                    <a:pt x="277571" y="334048"/>
                  </a:lnTo>
                  <a:lnTo>
                    <a:pt x="365963" y="334048"/>
                  </a:lnTo>
                  <a:lnTo>
                    <a:pt x="413410" y="313474"/>
                  </a:lnTo>
                  <a:lnTo>
                    <a:pt x="420801" y="285991"/>
                  </a:lnTo>
                  <a:lnTo>
                    <a:pt x="422630" y="271932"/>
                  </a:lnTo>
                  <a:lnTo>
                    <a:pt x="424751" y="255003"/>
                  </a:lnTo>
                  <a:lnTo>
                    <a:pt x="427012" y="234886"/>
                  </a:lnTo>
                  <a:close/>
                </a:path>
                <a:path w="883284" h="433704">
                  <a:moveTo>
                    <a:pt x="434632" y="382905"/>
                  </a:moveTo>
                  <a:lnTo>
                    <a:pt x="318147" y="384810"/>
                  </a:lnTo>
                  <a:lnTo>
                    <a:pt x="261975" y="385051"/>
                  </a:lnTo>
                  <a:lnTo>
                    <a:pt x="207365" y="384429"/>
                  </a:lnTo>
                  <a:lnTo>
                    <a:pt x="188480" y="383603"/>
                  </a:lnTo>
                  <a:lnTo>
                    <a:pt x="170599" y="381190"/>
                  </a:lnTo>
                  <a:lnTo>
                    <a:pt x="153568" y="377367"/>
                  </a:lnTo>
                  <a:lnTo>
                    <a:pt x="137261" y="372237"/>
                  </a:lnTo>
                  <a:lnTo>
                    <a:pt x="137261" y="353949"/>
                  </a:lnTo>
                  <a:lnTo>
                    <a:pt x="137261" y="289852"/>
                  </a:lnTo>
                  <a:lnTo>
                    <a:pt x="204317" y="289852"/>
                  </a:lnTo>
                  <a:lnTo>
                    <a:pt x="204317" y="257848"/>
                  </a:lnTo>
                  <a:lnTo>
                    <a:pt x="137261" y="257848"/>
                  </a:lnTo>
                  <a:lnTo>
                    <a:pt x="137261" y="190690"/>
                  </a:lnTo>
                  <a:lnTo>
                    <a:pt x="207365" y="190690"/>
                  </a:lnTo>
                  <a:lnTo>
                    <a:pt x="207365" y="158686"/>
                  </a:lnTo>
                  <a:lnTo>
                    <a:pt x="125069" y="158686"/>
                  </a:lnTo>
                  <a:lnTo>
                    <a:pt x="125069" y="96113"/>
                  </a:lnTo>
                  <a:lnTo>
                    <a:pt x="199745" y="96113"/>
                  </a:lnTo>
                  <a:lnTo>
                    <a:pt x="199745" y="64109"/>
                  </a:lnTo>
                  <a:lnTo>
                    <a:pt x="125069" y="64109"/>
                  </a:lnTo>
                  <a:lnTo>
                    <a:pt x="125069" y="1524"/>
                  </a:lnTo>
                  <a:lnTo>
                    <a:pt x="91541" y="1524"/>
                  </a:lnTo>
                  <a:lnTo>
                    <a:pt x="91541" y="64109"/>
                  </a:lnTo>
                  <a:lnTo>
                    <a:pt x="16776" y="64109"/>
                  </a:lnTo>
                  <a:lnTo>
                    <a:pt x="16776" y="96113"/>
                  </a:lnTo>
                  <a:lnTo>
                    <a:pt x="91541" y="96113"/>
                  </a:lnTo>
                  <a:lnTo>
                    <a:pt x="91541" y="158686"/>
                  </a:lnTo>
                  <a:lnTo>
                    <a:pt x="1536" y="158686"/>
                  </a:lnTo>
                  <a:lnTo>
                    <a:pt x="1536" y="190690"/>
                  </a:lnTo>
                  <a:lnTo>
                    <a:pt x="105257" y="190690"/>
                  </a:lnTo>
                  <a:lnTo>
                    <a:pt x="105257" y="353949"/>
                  </a:lnTo>
                  <a:lnTo>
                    <a:pt x="92290" y="341871"/>
                  </a:lnTo>
                  <a:lnTo>
                    <a:pt x="90805" y="340144"/>
                  </a:lnTo>
                  <a:lnTo>
                    <a:pt x="80784" y="328536"/>
                  </a:lnTo>
                  <a:lnTo>
                    <a:pt x="70446" y="313778"/>
                  </a:lnTo>
                  <a:lnTo>
                    <a:pt x="60972" y="297472"/>
                  </a:lnTo>
                  <a:lnTo>
                    <a:pt x="63195" y="279184"/>
                  </a:lnTo>
                  <a:lnTo>
                    <a:pt x="65354" y="259549"/>
                  </a:lnTo>
                  <a:lnTo>
                    <a:pt x="67183" y="239356"/>
                  </a:lnTo>
                  <a:lnTo>
                    <a:pt x="68592" y="218122"/>
                  </a:lnTo>
                  <a:lnTo>
                    <a:pt x="35064" y="216598"/>
                  </a:lnTo>
                  <a:lnTo>
                    <a:pt x="31940" y="271487"/>
                  </a:lnTo>
                  <a:lnTo>
                    <a:pt x="24968" y="319227"/>
                  </a:lnTo>
                  <a:lnTo>
                    <a:pt x="14274" y="359511"/>
                  </a:lnTo>
                  <a:lnTo>
                    <a:pt x="0" y="392049"/>
                  </a:lnTo>
                  <a:lnTo>
                    <a:pt x="4787" y="402348"/>
                  </a:lnTo>
                  <a:lnTo>
                    <a:pt x="9728" y="412635"/>
                  </a:lnTo>
                  <a:lnTo>
                    <a:pt x="14363" y="422922"/>
                  </a:lnTo>
                  <a:lnTo>
                    <a:pt x="18300" y="433209"/>
                  </a:lnTo>
                  <a:lnTo>
                    <a:pt x="29133" y="413753"/>
                  </a:lnTo>
                  <a:lnTo>
                    <a:pt x="38684" y="391858"/>
                  </a:lnTo>
                  <a:lnTo>
                    <a:pt x="46799" y="367372"/>
                  </a:lnTo>
                  <a:lnTo>
                    <a:pt x="53352" y="340144"/>
                  </a:lnTo>
                  <a:lnTo>
                    <a:pt x="77050" y="373113"/>
                  </a:lnTo>
                  <a:lnTo>
                    <a:pt x="109207" y="396621"/>
                  </a:lnTo>
                  <a:lnTo>
                    <a:pt x="149656" y="410959"/>
                  </a:lnTo>
                  <a:lnTo>
                    <a:pt x="198221" y="416445"/>
                  </a:lnTo>
                  <a:lnTo>
                    <a:pt x="244856" y="417322"/>
                  </a:lnTo>
                  <a:lnTo>
                    <a:pt x="422440" y="417969"/>
                  </a:lnTo>
                  <a:lnTo>
                    <a:pt x="424992" y="409917"/>
                  </a:lnTo>
                  <a:lnTo>
                    <a:pt x="427964" y="401586"/>
                  </a:lnTo>
                  <a:lnTo>
                    <a:pt x="431228" y="392671"/>
                  </a:lnTo>
                  <a:lnTo>
                    <a:pt x="433882" y="385051"/>
                  </a:lnTo>
                  <a:lnTo>
                    <a:pt x="434632" y="382905"/>
                  </a:lnTo>
                  <a:close/>
                </a:path>
                <a:path w="883284" h="433704">
                  <a:moveTo>
                    <a:pt x="623697" y="358533"/>
                  </a:moveTo>
                  <a:lnTo>
                    <a:pt x="583412" y="320713"/>
                  </a:lnTo>
                  <a:lnTo>
                    <a:pt x="568833" y="308140"/>
                  </a:lnTo>
                  <a:lnTo>
                    <a:pt x="578535" y="286804"/>
                  </a:lnTo>
                  <a:lnTo>
                    <a:pt x="584530" y="273596"/>
                  </a:lnTo>
                  <a:lnTo>
                    <a:pt x="597217" y="231876"/>
                  </a:lnTo>
                  <a:lnTo>
                    <a:pt x="606767" y="183286"/>
                  </a:lnTo>
                  <a:lnTo>
                    <a:pt x="613029" y="128117"/>
                  </a:lnTo>
                  <a:lnTo>
                    <a:pt x="613029" y="96113"/>
                  </a:lnTo>
                  <a:lnTo>
                    <a:pt x="579501" y="96113"/>
                  </a:lnTo>
                  <a:lnTo>
                    <a:pt x="579501" y="128117"/>
                  </a:lnTo>
                  <a:lnTo>
                    <a:pt x="574890" y="174167"/>
                  </a:lnTo>
                  <a:lnTo>
                    <a:pt x="567690" y="216065"/>
                  </a:lnTo>
                  <a:lnTo>
                    <a:pt x="557644" y="253669"/>
                  </a:lnTo>
                  <a:lnTo>
                    <a:pt x="544449" y="286804"/>
                  </a:lnTo>
                  <a:lnTo>
                    <a:pt x="533019" y="277634"/>
                  </a:lnTo>
                  <a:lnTo>
                    <a:pt x="521589" y="268325"/>
                  </a:lnTo>
                  <a:lnTo>
                    <a:pt x="510120" y="258724"/>
                  </a:lnTo>
                  <a:lnTo>
                    <a:pt x="498640" y="248704"/>
                  </a:lnTo>
                  <a:lnTo>
                    <a:pt x="505548" y="223189"/>
                  </a:lnTo>
                  <a:lnTo>
                    <a:pt x="512445" y="194691"/>
                  </a:lnTo>
                  <a:lnTo>
                    <a:pt x="519125" y="163893"/>
                  </a:lnTo>
                  <a:lnTo>
                    <a:pt x="526161" y="128117"/>
                  </a:lnTo>
                  <a:lnTo>
                    <a:pt x="579501" y="128117"/>
                  </a:lnTo>
                  <a:lnTo>
                    <a:pt x="579501" y="96113"/>
                  </a:lnTo>
                  <a:lnTo>
                    <a:pt x="532257" y="96113"/>
                  </a:lnTo>
                  <a:lnTo>
                    <a:pt x="535673" y="75336"/>
                  </a:lnTo>
                  <a:lnTo>
                    <a:pt x="539115" y="53619"/>
                  </a:lnTo>
                  <a:lnTo>
                    <a:pt x="542544" y="31140"/>
                  </a:lnTo>
                  <a:lnTo>
                    <a:pt x="545973" y="7620"/>
                  </a:lnTo>
                  <a:lnTo>
                    <a:pt x="510921" y="1524"/>
                  </a:lnTo>
                  <a:lnTo>
                    <a:pt x="507441" y="26162"/>
                  </a:lnTo>
                  <a:lnTo>
                    <a:pt x="503986" y="49961"/>
                  </a:lnTo>
                  <a:lnTo>
                    <a:pt x="500545" y="73190"/>
                  </a:lnTo>
                  <a:lnTo>
                    <a:pt x="497116" y="96113"/>
                  </a:lnTo>
                  <a:lnTo>
                    <a:pt x="446824" y="96113"/>
                  </a:lnTo>
                  <a:lnTo>
                    <a:pt x="446824" y="128117"/>
                  </a:lnTo>
                  <a:lnTo>
                    <a:pt x="491020" y="128117"/>
                  </a:lnTo>
                  <a:lnTo>
                    <a:pt x="485013" y="163893"/>
                  </a:lnTo>
                  <a:lnTo>
                    <a:pt x="478447" y="197929"/>
                  </a:lnTo>
                  <a:lnTo>
                    <a:pt x="471297" y="230263"/>
                  </a:lnTo>
                  <a:lnTo>
                    <a:pt x="463588" y="260896"/>
                  </a:lnTo>
                  <a:lnTo>
                    <a:pt x="479348" y="274637"/>
                  </a:lnTo>
                  <a:lnTo>
                    <a:pt x="494842" y="288518"/>
                  </a:lnTo>
                  <a:lnTo>
                    <a:pt x="526161" y="317284"/>
                  </a:lnTo>
                  <a:lnTo>
                    <a:pt x="509854" y="339623"/>
                  </a:lnTo>
                  <a:lnTo>
                    <a:pt x="490842" y="360807"/>
                  </a:lnTo>
                  <a:lnTo>
                    <a:pt x="469277" y="380809"/>
                  </a:lnTo>
                  <a:lnTo>
                    <a:pt x="445300" y="399681"/>
                  </a:lnTo>
                  <a:lnTo>
                    <a:pt x="450748" y="406768"/>
                  </a:lnTo>
                  <a:lnTo>
                    <a:pt x="455777" y="414159"/>
                  </a:lnTo>
                  <a:lnTo>
                    <a:pt x="460514" y="421538"/>
                  </a:lnTo>
                  <a:lnTo>
                    <a:pt x="465112" y="428637"/>
                  </a:lnTo>
                  <a:lnTo>
                    <a:pt x="490245" y="406895"/>
                  </a:lnTo>
                  <a:lnTo>
                    <a:pt x="512978" y="385000"/>
                  </a:lnTo>
                  <a:lnTo>
                    <a:pt x="533133" y="362800"/>
                  </a:lnTo>
                  <a:lnTo>
                    <a:pt x="550545" y="340144"/>
                  </a:lnTo>
                  <a:lnTo>
                    <a:pt x="562216" y="351650"/>
                  </a:lnTo>
                  <a:lnTo>
                    <a:pt x="574167" y="363283"/>
                  </a:lnTo>
                  <a:lnTo>
                    <a:pt x="586130" y="375170"/>
                  </a:lnTo>
                  <a:lnTo>
                    <a:pt x="597789" y="387489"/>
                  </a:lnTo>
                  <a:lnTo>
                    <a:pt x="623697" y="358533"/>
                  </a:lnTo>
                  <a:close/>
                </a:path>
                <a:path w="883284" h="433704">
                  <a:moveTo>
                    <a:pt x="849452" y="234886"/>
                  </a:moveTo>
                  <a:lnTo>
                    <a:pt x="815924" y="234886"/>
                  </a:lnTo>
                  <a:lnTo>
                    <a:pt x="815924" y="265468"/>
                  </a:lnTo>
                  <a:lnTo>
                    <a:pt x="815924" y="370725"/>
                  </a:lnTo>
                  <a:lnTo>
                    <a:pt x="671042" y="370725"/>
                  </a:lnTo>
                  <a:lnTo>
                    <a:pt x="671042" y="265468"/>
                  </a:lnTo>
                  <a:lnTo>
                    <a:pt x="815924" y="265468"/>
                  </a:lnTo>
                  <a:lnTo>
                    <a:pt x="815924" y="234886"/>
                  </a:lnTo>
                  <a:lnTo>
                    <a:pt x="637425" y="234886"/>
                  </a:lnTo>
                  <a:lnTo>
                    <a:pt x="637425" y="431685"/>
                  </a:lnTo>
                  <a:lnTo>
                    <a:pt x="671042" y="431685"/>
                  </a:lnTo>
                  <a:lnTo>
                    <a:pt x="671042" y="401205"/>
                  </a:lnTo>
                  <a:lnTo>
                    <a:pt x="815924" y="401205"/>
                  </a:lnTo>
                  <a:lnTo>
                    <a:pt x="815924" y="431685"/>
                  </a:lnTo>
                  <a:lnTo>
                    <a:pt x="849452" y="431685"/>
                  </a:lnTo>
                  <a:lnTo>
                    <a:pt x="849452" y="401205"/>
                  </a:lnTo>
                  <a:lnTo>
                    <a:pt x="849452" y="370725"/>
                  </a:lnTo>
                  <a:lnTo>
                    <a:pt x="849452" y="265468"/>
                  </a:lnTo>
                  <a:lnTo>
                    <a:pt x="849452" y="234886"/>
                  </a:lnTo>
                  <a:close/>
                </a:path>
                <a:path w="883284" h="433704">
                  <a:moveTo>
                    <a:pt x="882980" y="196786"/>
                  </a:moveTo>
                  <a:lnTo>
                    <a:pt x="857973" y="149542"/>
                  </a:lnTo>
                  <a:lnTo>
                    <a:pt x="827036" y="94703"/>
                  </a:lnTo>
                  <a:lnTo>
                    <a:pt x="805256" y="59537"/>
                  </a:lnTo>
                  <a:lnTo>
                    <a:pt x="776198" y="73253"/>
                  </a:lnTo>
                  <a:lnTo>
                    <a:pt x="786282" y="90398"/>
                  </a:lnTo>
                  <a:lnTo>
                    <a:pt x="795858" y="107467"/>
                  </a:lnTo>
                  <a:lnTo>
                    <a:pt x="805230" y="124726"/>
                  </a:lnTo>
                  <a:lnTo>
                    <a:pt x="814400" y="141922"/>
                  </a:lnTo>
                  <a:lnTo>
                    <a:pt x="671042" y="149542"/>
                  </a:lnTo>
                  <a:lnTo>
                    <a:pt x="691349" y="117754"/>
                  </a:lnTo>
                  <a:lnTo>
                    <a:pt x="711238" y="84112"/>
                  </a:lnTo>
                  <a:lnTo>
                    <a:pt x="730834" y="48475"/>
                  </a:lnTo>
                  <a:lnTo>
                    <a:pt x="750290" y="10668"/>
                  </a:lnTo>
                  <a:lnTo>
                    <a:pt x="713714" y="0"/>
                  </a:lnTo>
                  <a:lnTo>
                    <a:pt x="695667" y="39471"/>
                  </a:lnTo>
                  <a:lnTo>
                    <a:pt x="677938" y="75234"/>
                  </a:lnTo>
                  <a:lnTo>
                    <a:pt x="641997" y="135737"/>
                  </a:lnTo>
                  <a:lnTo>
                    <a:pt x="616077" y="160210"/>
                  </a:lnTo>
                  <a:lnTo>
                    <a:pt x="632841" y="192214"/>
                  </a:lnTo>
                  <a:lnTo>
                    <a:pt x="752589" y="176593"/>
                  </a:lnTo>
                  <a:lnTo>
                    <a:pt x="828116" y="170878"/>
                  </a:lnTo>
                  <a:lnTo>
                    <a:pt x="833564" y="181190"/>
                  </a:lnTo>
                  <a:lnTo>
                    <a:pt x="838593" y="191643"/>
                  </a:lnTo>
                  <a:lnTo>
                    <a:pt x="843330" y="202387"/>
                  </a:lnTo>
                  <a:lnTo>
                    <a:pt x="847928" y="213550"/>
                  </a:lnTo>
                  <a:lnTo>
                    <a:pt x="882980" y="19678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48752" y="5093303"/>
              <a:ext cx="109823" cy="111347"/>
            </a:xfrm>
            <a:prstGeom prst="rect">
              <a:avLst/>
            </a:prstGeom>
          </p:spPr>
        </p:pic>
      </p:grpSp>
      <p:sp>
        <p:nvSpPr>
          <p:cNvPr id="60" name="object 60" descr=""/>
          <p:cNvSpPr/>
          <p:nvPr/>
        </p:nvSpPr>
        <p:spPr>
          <a:xfrm>
            <a:off x="7974317" y="4782121"/>
            <a:ext cx="886460" cy="433705"/>
          </a:xfrm>
          <a:custGeom>
            <a:avLst/>
            <a:gdLst/>
            <a:ahLst/>
            <a:cxnLst/>
            <a:rect l="l" t="t" r="r" b="b"/>
            <a:pathLst>
              <a:path w="886459" h="433704">
                <a:moveTo>
                  <a:pt x="381203" y="16764"/>
                </a:moveTo>
                <a:lnTo>
                  <a:pt x="346151" y="16764"/>
                </a:lnTo>
                <a:lnTo>
                  <a:pt x="346151" y="48869"/>
                </a:lnTo>
                <a:lnTo>
                  <a:pt x="346151" y="134213"/>
                </a:lnTo>
                <a:lnTo>
                  <a:pt x="92976" y="134213"/>
                </a:lnTo>
                <a:lnTo>
                  <a:pt x="92976" y="48869"/>
                </a:lnTo>
                <a:lnTo>
                  <a:pt x="346151" y="48869"/>
                </a:lnTo>
                <a:lnTo>
                  <a:pt x="346151" y="16764"/>
                </a:lnTo>
                <a:lnTo>
                  <a:pt x="57924" y="16764"/>
                </a:lnTo>
                <a:lnTo>
                  <a:pt x="57924" y="186131"/>
                </a:lnTo>
                <a:lnTo>
                  <a:pt x="92976" y="186131"/>
                </a:lnTo>
                <a:lnTo>
                  <a:pt x="92976" y="164795"/>
                </a:lnTo>
                <a:lnTo>
                  <a:pt x="346151" y="164795"/>
                </a:lnTo>
                <a:lnTo>
                  <a:pt x="346151" y="184607"/>
                </a:lnTo>
                <a:lnTo>
                  <a:pt x="381203" y="184607"/>
                </a:lnTo>
                <a:lnTo>
                  <a:pt x="381203" y="164795"/>
                </a:lnTo>
                <a:lnTo>
                  <a:pt x="381203" y="134213"/>
                </a:lnTo>
                <a:lnTo>
                  <a:pt x="381203" y="48869"/>
                </a:lnTo>
                <a:lnTo>
                  <a:pt x="381203" y="16764"/>
                </a:lnTo>
                <a:close/>
              </a:path>
              <a:path w="886459" h="433704">
                <a:moveTo>
                  <a:pt x="402539" y="231851"/>
                </a:moveTo>
                <a:lnTo>
                  <a:pt x="190601" y="231851"/>
                </a:lnTo>
                <a:lnTo>
                  <a:pt x="191744" y="220129"/>
                </a:lnTo>
                <a:lnTo>
                  <a:pt x="192887" y="207848"/>
                </a:lnTo>
                <a:lnTo>
                  <a:pt x="194030" y="194983"/>
                </a:lnTo>
                <a:lnTo>
                  <a:pt x="195173" y="181559"/>
                </a:lnTo>
                <a:lnTo>
                  <a:pt x="158597" y="181559"/>
                </a:lnTo>
                <a:lnTo>
                  <a:pt x="157454" y="194983"/>
                </a:lnTo>
                <a:lnTo>
                  <a:pt x="156311" y="207848"/>
                </a:lnTo>
                <a:lnTo>
                  <a:pt x="155168" y="220129"/>
                </a:lnTo>
                <a:lnTo>
                  <a:pt x="154025" y="231851"/>
                </a:lnTo>
                <a:lnTo>
                  <a:pt x="18288" y="231851"/>
                </a:lnTo>
                <a:lnTo>
                  <a:pt x="18288" y="263944"/>
                </a:lnTo>
                <a:lnTo>
                  <a:pt x="147929" y="263944"/>
                </a:lnTo>
                <a:lnTo>
                  <a:pt x="144208" y="279946"/>
                </a:lnTo>
                <a:lnTo>
                  <a:pt x="111023" y="341172"/>
                </a:lnTo>
                <a:lnTo>
                  <a:pt x="45961" y="385267"/>
                </a:lnTo>
                <a:lnTo>
                  <a:pt x="0" y="402729"/>
                </a:lnTo>
                <a:lnTo>
                  <a:pt x="6845" y="409841"/>
                </a:lnTo>
                <a:lnTo>
                  <a:pt x="13525" y="417398"/>
                </a:lnTo>
                <a:lnTo>
                  <a:pt x="19939" y="425221"/>
                </a:lnTo>
                <a:lnTo>
                  <a:pt x="25908" y="433209"/>
                </a:lnTo>
                <a:lnTo>
                  <a:pt x="72174" y="413461"/>
                </a:lnTo>
                <a:lnTo>
                  <a:pt x="110159" y="390715"/>
                </a:lnTo>
                <a:lnTo>
                  <a:pt x="139573" y="364807"/>
                </a:lnTo>
                <a:lnTo>
                  <a:pt x="167576" y="322453"/>
                </a:lnTo>
                <a:lnTo>
                  <a:pt x="184505" y="263944"/>
                </a:lnTo>
                <a:lnTo>
                  <a:pt x="365963" y="263944"/>
                </a:lnTo>
                <a:lnTo>
                  <a:pt x="364820" y="279095"/>
                </a:lnTo>
                <a:lnTo>
                  <a:pt x="363753" y="293662"/>
                </a:lnTo>
                <a:lnTo>
                  <a:pt x="361391" y="327952"/>
                </a:lnTo>
                <a:lnTo>
                  <a:pt x="359676" y="344601"/>
                </a:lnTo>
                <a:lnTo>
                  <a:pt x="340817" y="381050"/>
                </a:lnTo>
                <a:lnTo>
                  <a:pt x="306527" y="387489"/>
                </a:lnTo>
                <a:lnTo>
                  <a:pt x="284530" y="387197"/>
                </a:lnTo>
                <a:lnTo>
                  <a:pt x="262089" y="386346"/>
                </a:lnTo>
                <a:lnTo>
                  <a:pt x="239356" y="384911"/>
                </a:lnTo>
                <a:lnTo>
                  <a:pt x="216509" y="382917"/>
                </a:lnTo>
                <a:lnTo>
                  <a:pt x="218528" y="391223"/>
                </a:lnTo>
                <a:lnTo>
                  <a:pt x="220129" y="400253"/>
                </a:lnTo>
                <a:lnTo>
                  <a:pt x="221399" y="409841"/>
                </a:lnTo>
                <a:lnTo>
                  <a:pt x="222605" y="421017"/>
                </a:lnTo>
                <a:lnTo>
                  <a:pt x="246672" y="421894"/>
                </a:lnTo>
                <a:lnTo>
                  <a:pt x="268757" y="422351"/>
                </a:lnTo>
                <a:lnTo>
                  <a:pt x="308051" y="422541"/>
                </a:lnTo>
                <a:lnTo>
                  <a:pt x="330314" y="421373"/>
                </a:lnTo>
                <a:lnTo>
                  <a:pt x="375107" y="402729"/>
                </a:lnTo>
                <a:lnTo>
                  <a:pt x="393534" y="354672"/>
                </a:lnTo>
                <a:lnTo>
                  <a:pt x="397522" y="311099"/>
                </a:lnTo>
                <a:lnTo>
                  <a:pt x="398919" y="286981"/>
                </a:lnTo>
                <a:lnTo>
                  <a:pt x="400507" y="261073"/>
                </a:lnTo>
                <a:lnTo>
                  <a:pt x="402539" y="231851"/>
                </a:lnTo>
                <a:close/>
              </a:path>
              <a:path w="886459" h="433704">
                <a:moveTo>
                  <a:pt x="677049" y="77825"/>
                </a:moveTo>
                <a:lnTo>
                  <a:pt x="555129" y="77825"/>
                </a:lnTo>
                <a:lnTo>
                  <a:pt x="560844" y="61518"/>
                </a:lnTo>
                <a:lnTo>
                  <a:pt x="566559" y="44627"/>
                </a:lnTo>
                <a:lnTo>
                  <a:pt x="572274" y="27165"/>
                </a:lnTo>
                <a:lnTo>
                  <a:pt x="577989" y="9144"/>
                </a:lnTo>
                <a:lnTo>
                  <a:pt x="541312" y="0"/>
                </a:lnTo>
                <a:lnTo>
                  <a:pt x="527075" y="49415"/>
                </a:lnTo>
                <a:lnTo>
                  <a:pt x="510057" y="96850"/>
                </a:lnTo>
                <a:lnTo>
                  <a:pt x="490397" y="142151"/>
                </a:lnTo>
                <a:lnTo>
                  <a:pt x="468261" y="185166"/>
                </a:lnTo>
                <a:lnTo>
                  <a:pt x="443776" y="225742"/>
                </a:lnTo>
                <a:lnTo>
                  <a:pt x="449224" y="235762"/>
                </a:lnTo>
                <a:lnTo>
                  <a:pt x="458990" y="254114"/>
                </a:lnTo>
                <a:lnTo>
                  <a:pt x="463588" y="262420"/>
                </a:lnTo>
                <a:lnTo>
                  <a:pt x="486689" y="225501"/>
                </a:lnTo>
                <a:lnTo>
                  <a:pt x="507784" y="188023"/>
                </a:lnTo>
                <a:lnTo>
                  <a:pt x="526592" y="149987"/>
                </a:lnTo>
                <a:lnTo>
                  <a:pt x="542836" y="111353"/>
                </a:lnTo>
                <a:lnTo>
                  <a:pt x="640473" y="111353"/>
                </a:lnTo>
                <a:lnTo>
                  <a:pt x="635635" y="146862"/>
                </a:lnTo>
                <a:lnTo>
                  <a:pt x="628091" y="180213"/>
                </a:lnTo>
                <a:lnTo>
                  <a:pt x="617969" y="211531"/>
                </a:lnTo>
                <a:lnTo>
                  <a:pt x="605421" y="240995"/>
                </a:lnTo>
                <a:lnTo>
                  <a:pt x="592010" y="230174"/>
                </a:lnTo>
                <a:lnTo>
                  <a:pt x="577024" y="218503"/>
                </a:lnTo>
                <a:lnTo>
                  <a:pt x="560578" y="206273"/>
                </a:lnTo>
                <a:lnTo>
                  <a:pt x="542836" y="193738"/>
                </a:lnTo>
                <a:lnTo>
                  <a:pt x="519976" y="219646"/>
                </a:lnTo>
                <a:lnTo>
                  <a:pt x="538848" y="233146"/>
                </a:lnTo>
                <a:lnTo>
                  <a:pt x="556602" y="246367"/>
                </a:lnTo>
                <a:lnTo>
                  <a:pt x="573201" y="259600"/>
                </a:lnTo>
                <a:lnTo>
                  <a:pt x="588657" y="273088"/>
                </a:lnTo>
                <a:lnTo>
                  <a:pt x="563448" y="309130"/>
                </a:lnTo>
                <a:lnTo>
                  <a:pt x="533361" y="341909"/>
                </a:lnTo>
                <a:lnTo>
                  <a:pt x="498132" y="371538"/>
                </a:lnTo>
                <a:lnTo>
                  <a:pt x="457492" y="398157"/>
                </a:lnTo>
                <a:lnTo>
                  <a:pt x="470065" y="414731"/>
                </a:lnTo>
                <a:lnTo>
                  <a:pt x="475500" y="422363"/>
                </a:lnTo>
                <a:lnTo>
                  <a:pt x="480352" y="430161"/>
                </a:lnTo>
                <a:lnTo>
                  <a:pt x="521462" y="402653"/>
                </a:lnTo>
                <a:lnTo>
                  <a:pt x="557847" y="371563"/>
                </a:lnTo>
                <a:lnTo>
                  <a:pt x="589508" y="336892"/>
                </a:lnTo>
                <a:lnTo>
                  <a:pt x="616458" y="298640"/>
                </a:lnTo>
                <a:lnTo>
                  <a:pt x="638670" y="256806"/>
                </a:lnTo>
                <a:lnTo>
                  <a:pt x="656183" y="211391"/>
                </a:lnTo>
                <a:lnTo>
                  <a:pt x="668972" y="162407"/>
                </a:lnTo>
                <a:lnTo>
                  <a:pt x="676808" y="111353"/>
                </a:lnTo>
                <a:lnTo>
                  <a:pt x="677049" y="109829"/>
                </a:lnTo>
                <a:lnTo>
                  <a:pt x="677049" y="77825"/>
                </a:lnTo>
                <a:close/>
              </a:path>
              <a:path w="886459" h="433704">
                <a:moveTo>
                  <a:pt x="886028" y="222694"/>
                </a:moveTo>
                <a:lnTo>
                  <a:pt x="833780" y="180213"/>
                </a:lnTo>
                <a:lnTo>
                  <a:pt x="800290" y="154114"/>
                </a:lnTo>
                <a:lnTo>
                  <a:pt x="774674" y="134213"/>
                </a:lnTo>
                <a:lnTo>
                  <a:pt x="757910" y="154114"/>
                </a:lnTo>
                <a:lnTo>
                  <a:pt x="757910" y="3048"/>
                </a:lnTo>
                <a:lnTo>
                  <a:pt x="719810" y="3048"/>
                </a:lnTo>
                <a:lnTo>
                  <a:pt x="719810" y="431685"/>
                </a:lnTo>
                <a:lnTo>
                  <a:pt x="757910" y="431685"/>
                </a:lnTo>
                <a:lnTo>
                  <a:pt x="757910" y="163258"/>
                </a:lnTo>
                <a:lnTo>
                  <a:pt x="837933" y="233603"/>
                </a:lnTo>
                <a:lnTo>
                  <a:pt x="861644" y="254800"/>
                </a:lnTo>
                <a:lnTo>
                  <a:pt x="886028" y="22269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8931973" y="5099399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575" y="117443"/>
                </a:moveTo>
                <a:lnTo>
                  <a:pt x="0" y="117443"/>
                </a:lnTo>
                <a:lnTo>
                  <a:pt x="26003" y="0"/>
                </a:lnTo>
                <a:lnTo>
                  <a:pt x="67151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9319355" y="4800409"/>
            <a:ext cx="434975" cy="413384"/>
          </a:xfrm>
          <a:custGeom>
            <a:avLst/>
            <a:gdLst/>
            <a:ahLst/>
            <a:cxnLst/>
            <a:rect l="l" t="t" r="r" b="b"/>
            <a:pathLst>
              <a:path w="434975" h="413385">
                <a:moveTo>
                  <a:pt x="434625" y="184594"/>
                </a:moveTo>
                <a:lnTo>
                  <a:pt x="0" y="184594"/>
                </a:lnTo>
                <a:lnTo>
                  <a:pt x="0" y="158686"/>
                </a:lnTo>
                <a:lnTo>
                  <a:pt x="434625" y="158686"/>
                </a:lnTo>
                <a:lnTo>
                  <a:pt x="434625" y="184594"/>
                </a:lnTo>
                <a:close/>
              </a:path>
              <a:path w="434975" h="413385">
                <a:moveTo>
                  <a:pt x="12192" y="387477"/>
                </a:moveTo>
                <a:lnTo>
                  <a:pt x="4572" y="355473"/>
                </a:lnTo>
                <a:lnTo>
                  <a:pt x="47339" y="350901"/>
                </a:lnTo>
                <a:lnTo>
                  <a:pt x="47339" y="184594"/>
                </a:lnTo>
                <a:lnTo>
                  <a:pt x="77819" y="184594"/>
                </a:lnTo>
                <a:lnTo>
                  <a:pt x="77819" y="219646"/>
                </a:lnTo>
                <a:lnTo>
                  <a:pt x="205930" y="219646"/>
                </a:lnTo>
                <a:lnTo>
                  <a:pt x="205930" y="244125"/>
                </a:lnTo>
                <a:lnTo>
                  <a:pt x="77819" y="244125"/>
                </a:lnTo>
                <a:lnTo>
                  <a:pt x="77819" y="279177"/>
                </a:lnTo>
                <a:lnTo>
                  <a:pt x="205930" y="279177"/>
                </a:lnTo>
                <a:lnTo>
                  <a:pt x="205930" y="305085"/>
                </a:lnTo>
                <a:lnTo>
                  <a:pt x="77819" y="305085"/>
                </a:lnTo>
                <a:lnTo>
                  <a:pt x="77819" y="347853"/>
                </a:lnTo>
                <a:lnTo>
                  <a:pt x="247078" y="347853"/>
                </a:lnTo>
                <a:lnTo>
                  <a:pt x="247078" y="352425"/>
                </a:lnTo>
                <a:lnTo>
                  <a:pt x="236791" y="353591"/>
                </a:lnTo>
                <a:lnTo>
                  <a:pt x="226504" y="354901"/>
                </a:lnTo>
                <a:lnTo>
                  <a:pt x="216217" y="356496"/>
                </a:lnTo>
                <a:lnTo>
                  <a:pt x="205930" y="358521"/>
                </a:lnTo>
                <a:lnTo>
                  <a:pt x="205930" y="363093"/>
                </a:lnTo>
                <a:lnTo>
                  <a:pt x="175355" y="363093"/>
                </a:lnTo>
                <a:lnTo>
                  <a:pt x="137015" y="368188"/>
                </a:lnTo>
                <a:lnTo>
                  <a:pt x="12192" y="387477"/>
                </a:lnTo>
                <a:close/>
              </a:path>
              <a:path w="434975" h="413385">
                <a:moveTo>
                  <a:pt x="205930" y="219646"/>
                </a:moveTo>
                <a:lnTo>
                  <a:pt x="175355" y="219646"/>
                </a:lnTo>
                <a:lnTo>
                  <a:pt x="175355" y="184594"/>
                </a:lnTo>
                <a:lnTo>
                  <a:pt x="205930" y="184594"/>
                </a:lnTo>
                <a:lnTo>
                  <a:pt x="205930" y="219646"/>
                </a:lnTo>
                <a:close/>
              </a:path>
              <a:path w="434975" h="413385">
                <a:moveTo>
                  <a:pt x="359193" y="314229"/>
                </a:moveTo>
                <a:lnTo>
                  <a:pt x="320325" y="314229"/>
                </a:lnTo>
                <a:lnTo>
                  <a:pt x="334351" y="297656"/>
                </a:lnTo>
                <a:lnTo>
                  <a:pt x="346805" y="279939"/>
                </a:lnTo>
                <a:lnTo>
                  <a:pt x="357830" y="261080"/>
                </a:lnTo>
                <a:lnTo>
                  <a:pt x="367569" y="241077"/>
                </a:lnTo>
                <a:lnTo>
                  <a:pt x="227266" y="241077"/>
                </a:lnTo>
                <a:lnTo>
                  <a:pt x="227266" y="215074"/>
                </a:lnTo>
                <a:lnTo>
                  <a:pt x="401097" y="215074"/>
                </a:lnTo>
                <a:lnTo>
                  <a:pt x="401097" y="241077"/>
                </a:lnTo>
                <a:lnTo>
                  <a:pt x="388834" y="266749"/>
                </a:lnTo>
                <a:lnTo>
                  <a:pt x="374999" y="291000"/>
                </a:lnTo>
                <a:lnTo>
                  <a:pt x="359735" y="313555"/>
                </a:lnTo>
                <a:lnTo>
                  <a:pt x="359193" y="314229"/>
                </a:lnTo>
                <a:close/>
              </a:path>
              <a:path w="434975" h="413385">
                <a:moveTo>
                  <a:pt x="231838" y="411861"/>
                </a:moveTo>
                <a:lnTo>
                  <a:pt x="228099" y="405003"/>
                </a:lnTo>
                <a:lnTo>
                  <a:pt x="223647" y="398145"/>
                </a:lnTo>
                <a:lnTo>
                  <a:pt x="218336" y="391287"/>
                </a:lnTo>
                <a:lnTo>
                  <a:pt x="212026" y="384429"/>
                </a:lnTo>
                <a:lnTo>
                  <a:pt x="236291" y="373808"/>
                </a:lnTo>
                <a:lnTo>
                  <a:pt x="258699" y="362331"/>
                </a:lnTo>
                <a:lnTo>
                  <a:pt x="279106" y="349710"/>
                </a:lnTo>
                <a:lnTo>
                  <a:pt x="297370" y="335661"/>
                </a:lnTo>
                <a:lnTo>
                  <a:pt x="280487" y="315055"/>
                </a:lnTo>
                <a:lnTo>
                  <a:pt x="266319" y="292334"/>
                </a:lnTo>
                <a:lnTo>
                  <a:pt x="254722" y="267630"/>
                </a:lnTo>
                <a:lnTo>
                  <a:pt x="245554" y="241077"/>
                </a:lnTo>
                <a:lnTo>
                  <a:pt x="276034" y="241077"/>
                </a:lnTo>
                <a:lnTo>
                  <a:pt x="283798" y="261937"/>
                </a:lnTo>
                <a:lnTo>
                  <a:pt x="293572" y="281082"/>
                </a:lnTo>
                <a:lnTo>
                  <a:pt x="305649" y="298513"/>
                </a:lnTo>
                <a:lnTo>
                  <a:pt x="320325" y="314229"/>
                </a:lnTo>
                <a:lnTo>
                  <a:pt x="359193" y="314229"/>
                </a:lnTo>
                <a:lnTo>
                  <a:pt x="343185" y="334137"/>
                </a:lnTo>
                <a:lnTo>
                  <a:pt x="362616" y="346995"/>
                </a:lnTo>
                <a:lnTo>
                  <a:pt x="379136" y="355473"/>
                </a:lnTo>
                <a:lnTo>
                  <a:pt x="320325" y="355473"/>
                </a:lnTo>
                <a:lnTo>
                  <a:pt x="300887" y="371784"/>
                </a:lnTo>
                <a:lnTo>
                  <a:pt x="279475" y="386524"/>
                </a:lnTo>
                <a:lnTo>
                  <a:pt x="256366" y="399835"/>
                </a:lnTo>
                <a:lnTo>
                  <a:pt x="231838" y="411861"/>
                </a:lnTo>
                <a:close/>
              </a:path>
              <a:path w="434975" h="413385">
                <a:moveTo>
                  <a:pt x="205930" y="279177"/>
                </a:moveTo>
                <a:lnTo>
                  <a:pt x="175355" y="279177"/>
                </a:lnTo>
                <a:lnTo>
                  <a:pt x="175355" y="244125"/>
                </a:lnTo>
                <a:lnTo>
                  <a:pt x="205930" y="244125"/>
                </a:lnTo>
                <a:lnTo>
                  <a:pt x="205930" y="279177"/>
                </a:lnTo>
                <a:close/>
              </a:path>
              <a:path w="434975" h="413385">
                <a:moveTo>
                  <a:pt x="247078" y="347853"/>
                </a:moveTo>
                <a:lnTo>
                  <a:pt x="77819" y="347853"/>
                </a:lnTo>
                <a:lnTo>
                  <a:pt x="151328" y="338851"/>
                </a:lnTo>
                <a:lnTo>
                  <a:pt x="175355" y="335661"/>
                </a:lnTo>
                <a:lnTo>
                  <a:pt x="175355" y="305085"/>
                </a:lnTo>
                <a:lnTo>
                  <a:pt x="205930" y="305085"/>
                </a:lnTo>
                <a:lnTo>
                  <a:pt x="205930" y="331089"/>
                </a:lnTo>
                <a:lnTo>
                  <a:pt x="247078" y="331089"/>
                </a:lnTo>
                <a:lnTo>
                  <a:pt x="247078" y="347853"/>
                </a:lnTo>
                <a:close/>
              </a:path>
              <a:path w="434975" h="413385">
                <a:moveTo>
                  <a:pt x="247078" y="331089"/>
                </a:moveTo>
                <a:lnTo>
                  <a:pt x="205930" y="331089"/>
                </a:lnTo>
                <a:lnTo>
                  <a:pt x="216217" y="329026"/>
                </a:lnTo>
                <a:lnTo>
                  <a:pt x="236791" y="325436"/>
                </a:lnTo>
                <a:lnTo>
                  <a:pt x="247078" y="323373"/>
                </a:lnTo>
                <a:lnTo>
                  <a:pt x="247078" y="331089"/>
                </a:lnTo>
                <a:close/>
              </a:path>
              <a:path w="434975" h="413385">
                <a:moveTo>
                  <a:pt x="414813" y="405765"/>
                </a:moveTo>
                <a:lnTo>
                  <a:pt x="388262" y="395763"/>
                </a:lnTo>
                <a:lnTo>
                  <a:pt x="363569" y="384048"/>
                </a:lnTo>
                <a:lnTo>
                  <a:pt x="340875" y="370617"/>
                </a:lnTo>
                <a:lnTo>
                  <a:pt x="320325" y="355473"/>
                </a:lnTo>
                <a:lnTo>
                  <a:pt x="379136" y="355473"/>
                </a:lnTo>
                <a:lnTo>
                  <a:pt x="384333" y="358140"/>
                </a:lnTo>
                <a:lnTo>
                  <a:pt x="408336" y="367569"/>
                </a:lnTo>
                <a:lnTo>
                  <a:pt x="434625" y="375285"/>
                </a:lnTo>
                <a:lnTo>
                  <a:pt x="429080" y="384048"/>
                </a:lnTo>
                <a:lnTo>
                  <a:pt x="424148" y="391668"/>
                </a:lnTo>
                <a:lnTo>
                  <a:pt x="419409" y="398859"/>
                </a:lnTo>
                <a:lnTo>
                  <a:pt x="414813" y="405765"/>
                </a:lnTo>
                <a:close/>
              </a:path>
              <a:path w="434975" h="413385">
                <a:moveTo>
                  <a:pt x="205930" y="413385"/>
                </a:moveTo>
                <a:lnTo>
                  <a:pt x="175355" y="413385"/>
                </a:lnTo>
                <a:lnTo>
                  <a:pt x="175355" y="363093"/>
                </a:lnTo>
                <a:lnTo>
                  <a:pt x="205930" y="363093"/>
                </a:lnTo>
                <a:lnTo>
                  <a:pt x="205930" y="413385"/>
                </a:lnTo>
                <a:close/>
              </a:path>
              <a:path w="434975" h="413385">
                <a:moveTo>
                  <a:pt x="96107" y="140398"/>
                </a:moveTo>
                <a:lnTo>
                  <a:pt x="65627" y="140398"/>
                </a:lnTo>
                <a:lnTo>
                  <a:pt x="65627" y="0"/>
                </a:lnTo>
                <a:lnTo>
                  <a:pt x="369093" y="0"/>
                </a:lnTo>
                <a:lnTo>
                  <a:pt x="369093" y="24479"/>
                </a:lnTo>
                <a:lnTo>
                  <a:pt x="96107" y="24479"/>
                </a:lnTo>
                <a:lnTo>
                  <a:pt x="96107" y="53435"/>
                </a:lnTo>
                <a:lnTo>
                  <a:pt x="369093" y="53435"/>
                </a:lnTo>
                <a:lnTo>
                  <a:pt x="369093" y="76295"/>
                </a:lnTo>
                <a:lnTo>
                  <a:pt x="96107" y="76295"/>
                </a:lnTo>
                <a:lnTo>
                  <a:pt x="96107" y="105251"/>
                </a:lnTo>
                <a:lnTo>
                  <a:pt x="369093" y="105251"/>
                </a:lnTo>
                <a:lnTo>
                  <a:pt x="369093" y="129730"/>
                </a:lnTo>
                <a:lnTo>
                  <a:pt x="96107" y="129730"/>
                </a:lnTo>
                <a:lnTo>
                  <a:pt x="96107" y="140398"/>
                </a:lnTo>
                <a:close/>
              </a:path>
              <a:path w="434975" h="413385">
                <a:moveTo>
                  <a:pt x="369093" y="53435"/>
                </a:moveTo>
                <a:lnTo>
                  <a:pt x="338613" y="53435"/>
                </a:lnTo>
                <a:lnTo>
                  <a:pt x="338613" y="24479"/>
                </a:lnTo>
                <a:lnTo>
                  <a:pt x="369093" y="24479"/>
                </a:lnTo>
                <a:lnTo>
                  <a:pt x="369093" y="53435"/>
                </a:lnTo>
                <a:close/>
              </a:path>
              <a:path w="434975" h="413385">
                <a:moveTo>
                  <a:pt x="369093" y="105251"/>
                </a:moveTo>
                <a:lnTo>
                  <a:pt x="338613" y="105251"/>
                </a:lnTo>
                <a:lnTo>
                  <a:pt x="338613" y="76295"/>
                </a:lnTo>
                <a:lnTo>
                  <a:pt x="369093" y="76295"/>
                </a:lnTo>
                <a:lnTo>
                  <a:pt x="369093" y="105251"/>
                </a:lnTo>
                <a:close/>
              </a:path>
              <a:path w="434975" h="413385">
                <a:moveTo>
                  <a:pt x="369093" y="140398"/>
                </a:moveTo>
                <a:lnTo>
                  <a:pt x="338613" y="140398"/>
                </a:lnTo>
                <a:lnTo>
                  <a:pt x="338613" y="129730"/>
                </a:lnTo>
                <a:lnTo>
                  <a:pt x="369093" y="129730"/>
                </a:lnTo>
                <a:lnTo>
                  <a:pt x="369093" y="14039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300632" y="5319052"/>
            <a:ext cx="4893945" cy="436880"/>
          </a:xfrm>
          <a:custGeom>
            <a:avLst/>
            <a:gdLst/>
            <a:ahLst/>
            <a:cxnLst/>
            <a:rect l="l" t="t" r="r" b="b"/>
            <a:pathLst>
              <a:path w="4893945" h="436879">
                <a:moveTo>
                  <a:pt x="183070" y="350901"/>
                </a:moveTo>
                <a:lnTo>
                  <a:pt x="168440" y="338569"/>
                </a:lnTo>
                <a:lnTo>
                  <a:pt x="161239" y="332613"/>
                </a:lnTo>
                <a:lnTo>
                  <a:pt x="154063" y="326656"/>
                </a:lnTo>
                <a:lnTo>
                  <a:pt x="139700" y="315036"/>
                </a:lnTo>
                <a:lnTo>
                  <a:pt x="125056" y="303555"/>
                </a:lnTo>
                <a:lnTo>
                  <a:pt x="134378" y="282219"/>
                </a:lnTo>
                <a:lnTo>
                  <a:pt x="140538" y="268109"/>
                </a:lnTo>
                <a:lnTo>
                  <a:pt x="152730" y="225793"/>
                </a:lnTo>
                <a:lnTo>
                  <a:pt x="161785" y="176606"/>
                </a:lnTo>
                <a:lnTo>
                  <a:pt x="167830" y="120586"/>
                </a:lnTo>
                <a:lnTo>
                  <a:pt x="167830" y="91528"/>
                </a:lnTo>
                <a:lnTo>
                  <a:pt x="134200" y="91528"/>
                </a:lnTo>
                <a:lnTo>
                  <a:pt x="134200" y="125158"/>
                </a:lnTo>
                <a:lnTo>
                  <a:pt x="129590" y="170916"/>
                </a:lnTo>
                <a:lnTo>
                  <a:pt x="122389" y="212267"/>
                </a:lnTo>
                <a:lnTo>
                  <a:pt x="112344" y="249326"/>
                </a:lnTo>
                <a:lnTo>
                  <a:pt x="99148" y="282219"/>
                </a:lnTo>
                <a:lnTo>
                  <a:pt x="87490" y="273075"/>
                </a:lnTo>
                <a:lnTo>
                  <a:pt x="63576" y="254787"/>
                </a:lnTo>
                <a:lnTo>
                  <a:pt x="51904" y="245643"/>
                </a:lnTo>
                <a:lnTo>
                  <a:pt x="57912" y="224421"/>
                </a:lnTo>
                <a:lnTo>
                  <a:pt x="64477" y="197370"/>
                </a:lnTo>
                <a:lnTo>
                  <a:pt x="71628" y="164325"/>
                </a:lnTo>
                <a:lnTo>
                  <a:pt x="79336" y="125158"/>
                </a:lnTo>
                <a:lnTo>
                  <a:pt x="134200" y="125158"/>
                </a:lnTo>
                <a:lnTo>
                  <a:pt x="134200" y="91528"/>
                </a:lnTo>
                <a:lnTo>
                  <a:pt x="85432" y="91528"/>
                </a:lnTo>
                <a:lnTo>
                  <a:pt x="88887" y="71526"/>
                </a:lnTo>
                <a:lnTo>
                  <a:pt x="92481" y="50380"/>
                </a:lnTo>
                <a:lnTo>
                  <a:pt x="96367" y="28054"/>
                </a:lnTo>
                <a:lnTo>
                  <a:pt x="100672" y="4572"/>
                </a:lnTo>
                <a:lnTo>
                  <a:pt x="64096" y="0"/>
                </a:lnTo>
                <a:lnTo>
                  <a:pt x="61556" y="23774"/>
                </a:lnTo>
                <a:lnTo>
                  <a:pt x="58572" y="46951"/>
                </a:lnTo>
                <a:lnTo>
                  <a:pt x="55321" y="69532"/>
                </a:lnTo>
                <a:lnTo>
                  <a:pt x="51904" y="91528"/>
                </a:lnTo>
                <a:lnTo>
                  <a:pt x="0" y="91528"/>
                </a:lnTo>
                <a:lnTo>
                  <a:pt x="0" y="125158"/>
                </a:lnTo>
                <a:lnTo>
                  <a:pt x="45808" y="125158"/>
                </a:lnTo>
                <a:lnTo>
                  <a:pt x="38938" y="160832"/>
                </a:lnTo>
                <a:lnTo>
                  <a:pt x="31902" y="194513"/>
                </a:lnTo>
                <a:lnTo>
                  <a:pt x="24625" y="225793"/>
                </a:lnTo>
                <a:lnTo>
                  <a:pt x="16852" y="254787"/>
                </a:lnTo>
                <a:lnTo>
                  <a:pt x="82384" y="311175"/>
                </a:lnTo>
                <a:lnTo>
                  <a:pt x="66103" y="334429"/>
                </a:lnTo>
                <a:lnTo>
                  <a:pt x="46951" y="356222"/>
                </a:lnTo>
                <a:lnTo>
                  <a:pt x="24917" y="376859"/>
                </a:lnTo>
                <a:lnTo>
                  <a:pt x="0" y="396621"/>
                </a:lnTo>
                <a:lnTo>
                  <a:pt x="5448" y="403694"/>
                </a:lnTo>
                <a:lnTo>
                  <a:pt x="10490" y="410908"/>
                </a:lnTo>
                <a:lnTo>
                  <a:pt x="15252" y="417842"/>
                </a:lnTo>
                <a:lnTo>
                  <a:pt x="19900" y="424053"/>
                </a:lnTo>
                <a:lnTo>
                  <a:pt x="45910" y="402907"/>
                </a:lnTo>
                <a:lnTo>
                  <a:pt x="69049" y="380619"/>
                </a:lnTo>
                <a:lnTo>
                  <a:pt x="89344" y="357187"/>
                </a:lnTo>
                <a:lnTo>
                  <a:pt x="106768" y="332613"/>
                </a:lnTo>
                <a:lnTo>
                  <a:pt x="157162" y="378333"/>
                </a:lnTo>
                <a:lnTo>
                  <a:pt x="183070" y="350901"/>
                </a:lnTo>
                <a:close/>
              </a:path>
              <a:path w="4893945" h="436879">
                <a:moveTo>
                  <a:pt x="434721" y="196786"/>
                </a:moveTo>
                <a:lnTo>
                  <a:pt x="323380" y="196786"/>
                </a:lnTo>
                <a:lnTo>
                  <a:pt x="323380" y="143446"/>
                </a:lnTo>
                <a:lnTo>
                  <a:pt x="416344" y="64096"/>
                </a:lnTo>
                <a:lnTo>
                  <a:pt x="416344" y="30568"/>
                </a:lnTo>
                <a:lnTo>
                  <a:pt x="183070" y="30568"/>
                </a:lnTo>
                <a:lnTo>
                  <a:pt x="183070" y="62572"/>
                </a:lnTo>
                <a:lnTo>
                  <a:pt x="367576" y="62572"/>
                </a:lnTo>
                <a:lnTo>
                  <a:pt x="329653" y="93637"/>
                </a:lnTo>
                <a:lnTo>
                  <a:pt x="288226" y="128206"/>
                </a:lnTo>
                <a:lnTo>
                  <a:pt x="288226" y="196786"/>
                </a:lnTo>
                <a:lnTo>
                  <a:pt x="167830" y="196786"/>
                </a:lnTo>
                <a:lnTo>
                  <a:pt x="167830" y="228879"/>
                </a:lnTo>
                <a:lnTo>
                  <a:pt x="288226" y="228879"/>
                </a:lnTo>
                <a:lnTo>
                  <a:pt x="288226" y="364617"/>
                </a:lnTo>
                <a:lnTo>
                  <a:pt x="286512" y="375742"/>
                </a:lnTo>
                <a:lnTo>
                  <a:pt x="281368" y="383857"/>
                </a:lnTo>
                <a:lnTo>
                  <a:pt x="272796" y="388835"/>
                </a:lnTo>
                <a:lnTo>
                  <a:pt x="260794" y="390525"/>
                </a:lnTo>
                <a:lnTo>
                  <a:pt x="250240" y="390245"/>
                </a:lnTo>
                <a:lnTo>
                  <a:pt x="236982" y="389382"/>
                </a:lnTo>
                <a:lnTo>
                  <a:pt x="221145" y="387959"/>
                </a:lnTo>
                <a:lnTo>
                  <a:pt x="202882" y="385953"/>
                </a:lnTo>
                <a:lnTo>
                  <a:pt x="204901" y="395071"/>
                </a:lnTo>
                <a:lnTo>
                  <a:pt x="206438" y="403694"/>
                </a:lnTo>
                <a:lnTo>
                  <a:pt x="207810" y="412737"/>
                </a:lnTo>
                <a:lnTo>
                  <a:pt x="208978" y="421005"/>
                </a:lnTo>
                <a:lnTo>
                  <a:pt x="227025" y="421881"/>
                </a:lnTo>
                <a:lnTo>
                  <a:pt x="242506" y="422338"/>
                </a:lnTo>
                <a:lnTo>
                  <a:pt x="255701" y="422503"/>
                </a:lnTo>
                <a:lnTo>
                  <a:pt x="266890" y="422529"/>
                </a:lnTo>
                <a:lnTo>
                  <a:pt x="291185" y="419125"/>
                </a:lnTo>
                <a:lnTo>
                  <a:pt x="308889" y="409003"/>
                </a:lnTo>
                <a:lnTo>
                  <a:pt x="319709" y="392315"/>
                </a:lnTo>
                <a:lnTo>
                  <a:pt x="319989" y="390525"/>
                </a:lnTo>
                <a:lnTo>
                  <a:pt x="323380" y="369189"/>
                </a:lnTo>
                <a:lnTo>
                  <a:pt x="323380" y="228879"/>
                </a:lnTo>
                <a:lnTo>
                  <a:pt x="434721" y="228879"/>
                </a:lnTo>
                <a:lnTo>
                  <a:pt x="434721" y="196786"/>
                </a:lnTo>
                <a:close/>
              </a:path>
              <a:path w="4893945" h="436879">
                <a:moveTo>
                  <a:pt x="873925" y="38188"/>
                </a:moveTo>
                <a:lnTo>
                  <a:pt x="456057" y="38188"/>
                </a:lnTo>
                <a:lnTo>
                  <a:pt x="456057" y="73253"/>
                </a:lnTo>
                <a:lnTo>
                  <a:pt x="664946" y="73253"/>
                </a:lnTo>
                <a:lnTo>
                  <a:pt x="635330" y="118262"/>
                </a:lnTo>
                <a:lnTo>
                  <a:pt x="602830" y="160261"/>
                </a:lnTo>
                <a:lnTo>
                  <a:pt x="567359" y="199301"/>
                </a:lnTo>
                <a:lnTo>
                  <a:pt x="528840" y="235407"/>
                </a:lnTo>
                <a:lnTo>
                  <a:pt x="487197" y="268617"/>
                </a:lnTo>
                <a:lnTo>
                  <a:pt x="442341" y="298996"/>
                </a:lnTo>
                <a:lnTo>
                  <a:pt x="449148" y="306971"/>
                </a:lnTo>
                <a:lnTo>
                  <a:pt x="455676" y="314807"/>
                </a:lnTo>
                <a:lnTo>
                  <a:pt x="461632" y="322389"/>
                </a:lnTo>
                <a:lnTo>
                  <a:pt x="466725" y="329565"/>
                </a:lnTo>
                <a:lnTo>
                  <a:pt x="506628" y="302653"/>
                </a:lnTo>
                <a:lnTo>
                  <a:pt x="544131" y="273354"/>
                </a:lnTo>
                <a:lnTo>
                  <a:pt x="579374" y="241782"/>
                </a:lnTo>
                <a:lnTo>
                  <a:pt x="612482" y="208089"/>
                </a:lnTo>
                <a:lnTo>
                  <a:pt x="643610" y="172402"/>
                </a:lnTo>
                <a:lnTo>
                  <a:pt x="643610" y="433298"/>
                </a:lnTo>
                <a:lnTo>
                  <a:pt x="681710" y="433298"/>
                </a:lnTo>
                <a:lnTo>
                  <a:pt x="681710" y="172402"/>
                </a:lnTo>
                <a:lnTo>
                  <a:pt x="681710" y="158686"/>
                </a:lnTo>
                <a:lnTo>
                  <a:pt x="655802" y="158686"/>
                </a:lnTo>
                <a:lnTo>
                  <a:pt x="672960" y="134404"/>
                </a:lnTo>
                <a:lnTo>
                  <a:pt x="687997" y="111963"/>
                </a:lnTo>
                <a:lnTo>
                  <a:pt x="701052" y="91528"/>
                </a:lnTo>
                <a:lnTo>
                  <a:pt x="712279" y="73253"/>
                </a:lnTo>
                <a:lnTo>
                  <a:pt x="873925" y="73253"/>
                </a:lnTo>
                <a:lnTo>
                  <a:pt x="873925" y="38188"/>
                </a:lnTo>
                <a:close/>
              </a:path>
              <a:path w="4893945" h="436879">
                <a:moveTo>
                  <a:pt x="883069" y="274612"/>
                </a:moveTo>
                <a:lnTo>
                  <a:pt x="844765" y="248564"/>
                </a:lnTo>
                <a:lnTo>
                  <a:pt x="805637" y="222935"/>
                </a:lnTo>
                <a:lnTo>
                  <a:pt x="725995" y="172402"/>
                </a:lnTo>
                <a:lnTo>
                  <a:pt x="704570" y="202882"/>
                </a:lnTo>
                <a:lnTo>
                  <a:pt x="738098" y="224078"/>
                </a:lnTo>
                <a:lnTo>
                  <a:pt x="774763" y="248691"/>
                </a:lnTo>
                <a:lnTo>
                  <a:pt x="814857" y="276694"/>
                </a:lnTo>
                <a:lnTo>
                  <a:pt x="858685" y="308140"/>
                </a:lnTo>
                <a:lnTo>
                  <a:pt x="883069" y="274612"/>
                </a:lnTo>
                <a:close/>
              </a:path>
              <a:path w="4893945" h="436879">
                <a:moveTo>
                  <a:pt x="1316164" y="16852"/>
                </a:moveTo>
                <a:lnTo>
                  <a:pt x="1151483" y="16852"/>
                </a:lnTo>
                <a:lnTo>
                  <a:pt x="1151483" y="45808"/>
                </a:lnTo>
                <a:lnTo>
                  <a:pt x="1151483" y="94576"/>
                </a:lnTo>
                <a:lnTo>
                  <a:pt x="1151483" y="122110"/>
                </a:lnTo>
                <a:lnTo>
                  <a:pt x="1151483" y="180022"/>
                </a:lnTo>
                <a:lnTo>
                  <a:pt x="1073658" y="180022"/>
                </a:lnTo>
                <a:lnTo>
                  <a:pt x="1073658" y="122110"/>
                </a:lnTo>
                <a:lnTo>
                  <a:pt x="1151483" y="122110"/>
                </a:lnTo>
                <a:lnTo>
                  <a:pt x="1151483" y="94576"/>
                </a:lnTo>
                <a:lnTo>
                  <a:pt x="1073658" y="94576"/>
                </a:lnTo>
                <a:lnTo>
                  <a:pt x="1073658" y="45808"/>
                </a:lnTo>
                <a:lnTo>
                  <a:pt x="1151483" y="45808"/>
                </a:lnTo>
                <a:lnTo>
                  <a:pt x="1151483" y="16852"/>
                </a:lnTo>
                <a:lnTo>
                  <a:pt x="910488" y="16852"/>
                </a:lnTo>
                <a:lnTo>
                  <a:pt x="910488" y="45808"/>
                </a:lnTo>
                <a:lnTo>
                  <a:pt x="1041654" y="45808"/>
                </a:lnTo>
                <a:lnTo>
                  <a:pt x="1041654" y="94576"/>
                </a:lnTo>
                <a:lnTo>
                  <a:pt x="1041654" y="122110"/>
                </a:lnTo>
                <a:lnTo>
                  <a:pt x="1041654" y="180022"/>
                </a:lnTo>
                <a:lnTo>
                  <a:pt x="963841" y="180022"/>
                </a:lnTo>
                <a:lnTo>
                  <a:pt x="963841" y="122110"/>
                </a:lnTo>
                <a:lnTo>
                  <a:pt x="1041654" y="122110"/>
                </a:lnTo>
                <a:lnTo>
                  <a:pt x="1041654" y="94576"/>
                </a:lnTo>
                <a:lnTo>
                  <a:pt x="931837" y="94576"/>
                </a:lnTo>
                <a:lnTo>
                  <a:pt x="931837" y="224320"/>
                </a:lnTo>
                <a:lnTo>
                  <a:pt x="963841" y="224320"/>
                </a:lnTo>
                <a:lnTo>
                  <a:pt x="963841" y="207454"/>
                </a:lnTo>
                <a:lnTo>
                  <a:pt x="1261211" y="207454"/>
                </a:lnTo>
                <a:lnTo>
                  <a:pt x="1261211" y="224320"/>
                </a:lnTo>
                <a:lnTo>
                  <a:pt x="1293304" y="224320"/>
                </a:lnTo>
                <a:lnTo>
                  <a:pt x="1293304" y="207454"/>
                </a:lnTo>
                <a:lnTo>
                  <a:pt x="1293304" y="180022"/>
                </a:lnTo>
                <a:lnTo>
                  <a:pt x="1293304" y="122110"/>
                </a:lnTo>
                <a:lnTo>
                  <a:pt x="1293304" y="94576"/>
                </a:lnTo>
                <a:lnTo>
                  <a:pt x="1261211" y="94576"/>
                </a:lnTo>
                <a:lnTo>
                  <a:pt x="1261211" y="122110"/>
                </a:lnTo>
                <a:lnTo>
                  <a:pt x="1261211" y="180022"/>
                </a:lnTo>
                <a:lnTo>
                  <a:pt x="1183487" y="180022"/>
                </a:lnTo>
                <a:lnTo>
                  <a:pt x="1183487" y="122110"/>
                </a:lnTo>
                <a:lnTo>
                  <a:pt x="1261211" y="122110"/>
                </a:lnTo>
                <a:lnTo>
                  <a:pt x="1261211" y="94576"/>
                </a:lnTo>
                <a:lnTo>
                  <a:pt x="1183487" y="94576"/>
                </a:lnTo>
                <a:lnTo>
                  <a:pt x="1183487" y="45808"/>
                </a:lnTo>
                <a:lnTo>
                  <a:pt x="1316164" y="45808"/>
                </a:lnTo>
                <a:lnTo>
                  <a:pt x="1316164" y="16852"/>
                </a:lnTo>
                <a:close/>
              </a:path>
              <a:path w="4893945" h="436879">
                <a:moveTo>
                  <a:pt x="1329880" y="250228"/>
                </a:moveTo>
                <a:lnTo>
                  <a:pt x="1188059" y="250228"/>
                </a:lnTo>
                <a:lnTo>
                  <a:pt x="1188059" y="280708"/>
                </a:lnTo>
                <a:lnTo>
                  <a:pt x="1175245" y="298183"/>
                </a:lnTo>
                <a:lnTo>
                  <a:pt x="1159852" y="314236"/>
                </a:lnTo>
                <a:lnTo>
                  <a:pt x="1142149" y="329171"/>
                </a:lnTo>
                <a:lnTo>
                  <a:pt x="1122426" y="343281"/>
                </a:lnTo>
                <a:lnTo>
                  <a:pt x="1046137" y="319836"/>
                </a:lnTo>
                <a:lnTo>
                  <a:pt x="1021842" y="312712"/>
                </a:lnTo>
                <a:lnTo>
                  <a:pt x="1044702" y="280708"/>
                </a:lnTo>
                <a:lnTo>
                  <a:pt x="1188059" y="280708"/>
                </a:lnTo>
                <a:lnTo>
                  <a:pt x="1188059" y="250228"/>
                </a:lnTo>
                <a:lnTo>
                  <a:pt x="1066038" y="250228"/>
                </a:lnTo>
                <a:lnTo>
                  <a:pt x="1084326" y="222694"/>
                </a:lnTo>
                <a:lnTo>
                  <a:pt x="1050798" y="208978"/>
                </a:lnTo>
                <a:lnTo>
                  <a:pt x="1045057" y="219278"/>
                </a:lnTo>
                <a:lnTo>
                  <a:pt x="1039177" y="229603"/>
                </a:lnTo>
                <a:lnTo>
                  <a:pt x="1033005" y="239915"/>
                </a:lnTo>
                <a:lnTo>
                  <a:pt x="1026414" y="250228"/>
                </a:lnTo>
                <a:lnTo>
                  <a:pt x="895248" y="250228"/>
                </a:lnTo>
                <a:lnTo>
                  <a:pt x="895248" y="280708"/>
                </a:lnTo>
                <a:lnTo>
                  <a:pt x="1006602" y="280708"/>
                </a:lnTo>
                <a:lnTo>
                  <a:pt x="998321" y="292138"/>
                </a:lnTo>
                <a:lnTo>
                  <a:pt x="989596" y="303568"/>
                </a:lnTo>
                <a:lnTo>
                  <a:pt x="980592" y="314998"/>
                </a:lnTo>
                <a:lnTo>
                  <a:pt x="971461" y="326428"/>
                </a:lnTo>
                <a:lnTo>
                  <a:pt x="999794" y="336473"/>
                </a:lnTo>
                <a:lnTo>
                  <a:pt x="1027544" y="345935"/>
                </a:lnTo>
                <a:lnTo>
                  <a:pt x="1054696" y="354799"/>
                </a:lnTo>
                <a:lnTo>
                  <a:pt x="1081278" y="363093"/>
                </a:lnTo>
                <a:lnTo>
                  <a:pt x="1045781" y="375666"/>
                </a:lnTo>
                <a:lnTo>
                  <a:pt x="1005408" y="385953"/>
                </a:lnTo>
                <a:lnTo>
                  <a:pt x="959891" y="393954"/>
                </a:lnTo>
                <a:lnTo>
                  <a:pt x="908964" y="399669"/>
                </a:lnTo>
                <a:lnTo>
                  <a:pt x="917917" y="417207"/>
                </a:lnTo>
                <a:lnTo>
                  <a:pt x="922045" y="425856"/>
                </a:lnTo>
                <a:lnTo>
                  <a:pt x="925728" y="434822"/>
                </a:lnTo>
                <a:lnTo>
                  <a:pt x="984656" y="425310"/>
                </a:lnTo>
                <a:lnTo>
                  <a:pt x="1037844" y="412826"/>
                </a:lnTo>
                <a:lnTo>
                  <a:pt x="1085316" y="397217"/>
                </a:lnTo>
                <a:lnTo>
                  <a:pt x="1127099" y="378333"/>
                </a:lnTo>
                <a:lnTo>
                  <a:pt x="1281112" y="431774"/>
                </a:lnTo>
                <a:lnTo>
                  <a:pt x="1300924" y="396621"/>
                </a:lnTo>
                <a:lnTo>
                  <a:pt x="1265085" y="386334"/>
                </a:lnTo>
                <a:lnTo>
                  <a:pt x="1238224" y="378333"/>
                </a:lnTo>
                <a:lnTo>
                  <a:pt x="1163675" y="355473"/>
                </a:lnTo>
                <a:lnTo>
                  <a:pt x="1178521" y="343281"/>
                </a:lnTo>
                <a:lnTo>
                  <a:pt x="1183119" y="339509"/>
                </a:lnTo>
                <a:lnTo>
                  <a:pt x="1200442" y="321513"/>
                </a:lnTo>
                <a:lnTo>
                  <a:pt x="1215745" y="301815"/>
                </a:lnTo>
                <a:lnTo>
                  <a:pt x="1229207" y="280708"/>
                </a:lnTo>
                <a:lnTo>
                  <a:pt x="1329880" y="280708"/>
                </a:lnTo>
                <a:lnTo>
                  <a:pt x="1329880" y="250228"/>
                </a:lnTo>
                <a:close/>
              </a:path>
              <a:path w="4893945" h="436879">
                <a:moveTo>
                  <a:pt x="1776704" y="364617"/>
                </a:moveTo>
                <a:lnTo>
                  <a:pt x="1636395" y="364617"/>
                </a:lnTo>
                <a:lnTo>
                  <a:pt x="1636395" y="234988"/>
                </a:lnTo>
                <a:lnTo>
                  <a:pt x="1752320" y="234988"/>
                </a:lnTo>
                <a:lnTo>
                  <a:pt x="1752320" y="202882"/>
                </a:lnTo>
                <a:lnTo>
                  <a:pt x="1636395" y="202882"/>
                </a:lnTo>
                <a:lnTo>
                  <a:pt x="1636395" y="114401"/>
                </a:lnTo>
                <a:lnTo>
                  <a:pt x="1601343" y="114401"/>
                </a:lnTo>
                <a:lnTo>
                  <a:pt x="1601343" y="202882"/>
                </a:lnTo>
                <a:lnTo>
                  <a:pt x="1486954" y="202882"/>
                </a:lnTo>
                <a:lnTo>
                  <a:pt x="1486954" y="234988"/>
                </a:lnTo>
                <a:lnTo>
                  <a:pt x="1601343" y="234988"/>
                </a:lnTo>
                <a:lnTo>
                  <a:pt x="1601343" y="364617"/>
                </a:lnTo>
                <a:lnTo>
                  <a:pt x="1464094" y="364617"/>
                </a:lnTo>
                <a:lnTo>
                  <a:pt x="1464094" y="396621"/>
                </a:lnTo>
                <a:lnTo>
                  <a:pt x="1776704" y="396621"/>
                </a:lnTo>
                <a:lnTo>
                  <a:pt x="1776704" y="364617"/>
                </a:lnTo>
                <a:close/>
              </a:path>
              <a:path w="4893945" h="436879">
                <a:moveTo>
                  <a:pt x="1776704" y="53428"/>
                </a:moveTo>
                <a:lnTo>
                  <a:pt x="1523530" y="53428"/>
                </a:lnTo>
                <a:lnTo>
                  <a:pt x="1527187" y="42240"/>
                </a:lnTo>
                <a:lnTo>
                  <a:pt x="1535099" y="20396"/>
                </a:lnTo>
                <a:lnTo>
                  <a:pt x="1538770" y="9144"/>
                </a:lnTo>
                <a:lnTo>
                  <a:pt x="1503718" y="0"/>
                </a:lnTo>
                <a:lnTo>
                  <a:pt x="1499120" y="13741"/>
                </a:lnTo>
                <a:lnTo>
                  <a:pt x="1494383" y="27330"/>
                </a:lnTo>
                <a:lnTo>
                  <a:pt x="1489354" y="40601"/>
                </a:lnTo>
                <a:lnTo>
                  <a:pt x="1483906" y="53428"/>
                </a:lnTo>
                <a:lnTo>
                  <a:pt x="1354264" y="53428"/>
                </a:lnTo>
                <a:lnTo>
                  <a:pt x="1354264" y="85445"/>
                </a:lnTo>
                <a:lnTo>
                  <a:pt x="1470190" y="85445"/>
                </a:lnTo>
                <a:lnTo>
                  <a:pt x="1444383" y="133781"/>
                </a:lnTo>
                <a:lnTo>
                  <a:pt x="1414703" y="180403"/>
                </a:lnTo>
                <a:lnTo>
                  <a:pt x="1380731" y="225310"/>
                </a:lnTo>
                <a:lnTo>
                  <a:pt x="1342072" y="268516"/>
                </a:lnTo>
                <a:lnTo>
                  <a:pt x="1348409" y="276491"/>
                </a:lnTo>
                <a:lnTo>
                  <a:pt x="1353883" y="284327"/>
                </a:lnTo>
                <a:lnTo>
                  <a:pt x="1363408" y="298996"/>
                </a:lnTo>
                <a:lnTo>
                  <a:pt x="1376845" y="285889"/>
                </a:lnTo>
                <a:lnTo>
                  <a:pt x="1389710" y="271945"/>
                </a:lnTo>
                <a:lnTo>
                  <a:pt x="1402029" y="257416"/>
                </a:lnTo>
                <a:lnTo>
                  <a:pt x="1413802" y="242608"/>
                </a:lnTo>
                <a:lnTo>
                  <a:pt x="1413802" y="428625"/>
                </a:lnTo>
                <a:lnTo>
                  <a:pt x="1448854" y="428625"/>
                </a:lnTo>
                <a:lnTo>
                  <a:pt x="1448854" y="242608"/>
                </a:lnTo>
                <a:lnTo>
                  <a:pt x="1448854" y="196786"/>
                </a:lnTo>
                <a:lnTo>
                  <a:pt x="1465440" y="170192"/>
                </a:lnTo>
                <a:lnTo>
                  <a:pt x="1481048" y="142862"/>
                </a:lnTo>
                <a:lnTo>
                  <a:pt x="1495780" y="114668"/>
                </a:lnTo>
                <a:lnTo>
                  <a:pt x="1509814" y="85445"/>
                </a:lnTo>
                <a:lnTo>
                  <a:pt x="1776704" y="85445"/>
                </a:lnTo>
                <a:lnTo>
                  <a:pt x="1776704" y="53428"/>
                </a:lnTo>
                <a:close/>
              </a:path>
              <a:path w="4893945" h="436879">
                <a:moveTo>
                  <a:pt x="1959775" y="221170"/>
                </a:moveTo>
                <a:lnTo>
                  <a:pt x="1948878" y="209740"/>
                </a:lnTo>
                <a:lnTo>
                  <a:pt x="1937016" y="198310"/>
                </a:lnTo>
                <a:lnTo>
                  <a:pt x="1935327" y="196786"/>
                </a:lnTo>
                <a:lnTo>
                  <a:pt x="1933625" y="195262"/>
                </a:lnTo>
                <a:lnTo>
                  <a:pt x="1924316" y="186880"/>
                </a:lnTo>
                <a:lnTo>
                  <a:pt x="1910905" y="175450"/>
                </a:lnTo>
                <a:lnTo>
                  <a:pt x="1891093" y="195262"/>
                </a:lnTo>
                <a:lnTo>
                  <a:pt x="1891093" y="192214"/>
                </a:lnTo>
                <a:lnTo>
                  <a:pt x="1891093" y="117436"/>
                </a:lnTo>
                <a:lnTo>
                  <a:pt x="1950529" y="117436"/>
                </a:lnTo>
                <a:lnTo>
                  <a:pt x="1950529" y="86956"/>
                </a:lnTo>
                <a:lnTo>
                  <a:pt x="1891093" y="86956"/>
                </a:lnTo>
                <a:lnTo>
                  <a:pt x="1891093" y="1524"/>
                </a:lnTo>
                <a:lnTo>
                  <a:pt x="1860613" y="1524"/>
                </a:lnTo>
                <a:lnTo>
                  <a:pt x="1860613" y="86956"/>
                </a:lnTo>
                <a:lnTo>
                  <a:pt x="1794992" y="86956"/>
                </a:lnTo>
                <a:lnTo>
                  <a:pt x="1794992" y="117436"/>
                </a:lnTo>
                <a:lnTo>
                  <a:pt x="1857565" y="117436"/>
                </a:lnTo>
                <a:lnTo>
                  <a:pt x="1846681" y="158115"/>
                </a:lnTo>
                <a:lnTo>
                  <a:pt x="1832216" y="197777"/>
                </a:lnTo>
                <a:lnTo>
                  <a:pt x="1814017" y="236562"/>
                </a:lnTo>
                <a:lnTo>
                  <a:pt x="1791944" y="274599"/>
                </a:lnTo>
                <a:lnTo>
                  <a:pt x="1795373" y="283984"/>
                </a:lnTo>
                <a:lnTo>
                  <a:pt x="1802231" y="303326"/>
                </a:lnTo>
                <a:lnTo>
                  <a:pt x="1805660" y="312712"/>
                </a:lnTo>
                <a:lnTo>
                  <a:pt x="1821141" y="287896"/>
                </a:lnTo>
                <a:lnTo>
                  <a:pt x="1835454" y="259359"/>
                </a:lnTo>
                <a:lnTo>
                  <a:pt x="1848612" y="227368"/>
                </a:lnTo>
                <a:lnTo>
                  <a:pt x="1860613" y="192214"/>
                </a:lnTo>
                <a:lnTo>
                  <a:pt x="1860613" y="428625"/>
                </a:lnTo>
                <a:lnTo>
                  <a:pt x="1891093" y="428625"/>
                </a:lnTo>
                <a:lnTo>
                  <a:pt x="1891093" y="196786"/>
                </a:lnTo>
                <a:lnTo>
                  <a:pt x="1903387" y="209346"/>
                </a:lnTo>
                <a:lnTo>
                  <a:pt x="1915096" y="221792"/>
                </a:lnTo>
                <a:lnTo>
                  <a:pt x="1926247" y="233946"/>
                </a:lnTo>
                <a:lnTo>
                  <a:pt x="1936813" y="245643"/>
                </a:lnTo>
                <a:lnTo>
                  <a:pt x="1959775" y="221170"/>
                </a:lnTo>
                <a:close/>
              </a:path>
              <a:path w="4893945" h="436879">
                <a:moveTo>
                  <a:pt x="2023783" y="241071"/>
                </a:moveTo>
                <a:lnTo>
                  <a:pt x="1991779" y="227355"/>
                </a:lnTo>
                <a:lnTo>
                  <a:pt x="1973732" y="267931"/>
                </a:lnTo>
                <a:lnTo>
                  <a:pt x="1956104" y="304939"/>
                </a:lnTo>
                <a:lnTo>
                  <a:pt x="1938756" y="338239"/>
                </a:lnTo>
                <a:lnTo>
                  <a:pt x="1921573" y="367665"/>
                </a:lnTo>
                <a:lnTo>
                  <a:pt x="1930438" y="371970"/>
                </a:lnTo>
                <a:lnTo>
                  <a:pt x="1946440" y="379450"/>
                </a:lnTo>
                <a:lnTo>
                  <a:pt x="1953577" y="382905"/>
                </a:lnTo>
                <a:lnTo>
                  <a:pt x="1971014" y="350888"/>
                </a:lnTo>
                <a:lnTo>
                  <a:pt x="1988718" y="316560"/>
                </a:lnTo>
                <a:lnTo>
                  <a:pt x="2006396" y="279958"/>
                </a:lnTo>
                <a:lnTo>
                  <a:pt x="2023783" y="241071"/>
                </a:lnTo>
                <a:close/>
              </a:path>
              <a:path w="4893945" h="436879">
                <a:moveTo>
                  <a:pt x="2203704" y="27520"/>
                </a:moveTo>
                <a:lnTo>
                  <a:pt x="1970443" y="27520"/>
                </a:lnTo>
                <a:lnTo>
                  <a:pt x="1970443" y="58000"/>
                </a:lnTo>
                <a:lnTo>
                  <a:pt x="2203704" y="58000"/>
                </a:lnTo>
                <a:lnTo>
                  <a:pt x="2203704" y="27520"/>
                </a:lnTo>
                <a:close/>
              </a:path>
              <a:path w="4893945" h="436879">
                <a:moveTo>
                  <a:pt x="2223516" y="155638"/>
                </a:moveTo>
                <a:lnTo>
                  <a:pt x="1950529" y="155638"/>
                </a:lnTo>
                <a:lnTo>
                  <a:pt x="1950529" y="186118"/>
                </a:lnTo>
                <a:lnTo>
                  <a:pt x="2069503" y="186118"/>
                </a:lnTo>
                <a:lnTo>
                  <a:pt x="2069503" y="358521"/>
                </a:lnTo>
                <a:lnTo>
                  <a:pt x="2068017" y="372529"/>
                </a:lnTo>
                <a:lnTo>
                  <a:pt x="2063407" y="382524"/>
                </a:lnTo>
                <a:lnTo>
                  <a:pt x="2055355" y="388531"/>
                </a:lnTo>
                <a:lnTo>
                  <a:pt x="2043836" y="390486"/>
                </a:lnTo>
                <a:lnTo>
                  <a:pt x="2030730" y="390474"/>
                </a:lnTo>
                <a:lnTo>
                  <a:pt x="2017306" y="390144"/>
                </a:lnTo>
                <a:lnTo>
                  <a:pt x="2003298" y="389242"/>
                </a:lnTo>
                <a:lnTo>
                  <a:pt x="1988731" y="387477"/>
                </a:lnTo>
                <a:lnTo>
                  <a:pt x="1990750" y="397484"/>
                </a:lnTo>
                <a:lnTo>
                  <a:pt x="1992350" y="406908"/>
                </a:lnTo>
                <a:lnTo>
                  <a:pt x="1993658" y="415772"/>
                </a:lnTo>
                <a:lnTo>
                  <a:pt x="1994827" y="424053"/>
                </a:lnTo>
                <a:lnTo>
                  <a:pt x="2052739" y="424053"/>
                </a:lnTo>
                <a:lnTo>
                  <a:pt x="2090496" y="410337"/>
                </a:lnTo>
                <a:lnTo>
                  <a:pt x="2103120" y="369189"/>
                </a:lnTo>
                <a:lnTo>
                  <a:pt x="2103120" y="186118"/>
                </a:lnTo>
                <a:lnTo>
                  <a:pt x="2223516" y="186118"/>
                </a:lnTo>
                <a:lnTo>
                  <a:pt x="2223516" y="155638"/>
                </a:lnTo>
                <a:close/>
              </a:path>
              <a:path w="4893945" h="436879">
                <a:moveTo>
                  <a:pt x="2232660" y="367665"/>
                </a:moveTo>
                <a:lnTo>
                  <a:pt x="2218067" y="336524"/>
                </a:lnTo>
                <a:lnTo>
                  <a:pt x="2201608" y="302653"/>
                </a:lnTo>
                <a:lnTo>
                  <a:pt x="2183155" y="266217"/>
                </a:lnTo>
                <a:lnTo>
                  <a:pt x="2162556" y="227368"/>
                </a:lnTo>
                <a:lnTo>
                  <a:pt x="2132076" y="242595"/>
                </a:lnTo>
                <a:lnTo>
                  <a:pt x="2149818" y="278879"/>
                </a:lnTo>
                <a:lnTo>
                  <a:pt x="2166556" y="314464"/>
                </a:lnTo>
                <a:lnTo>
                  <a:pt x="2182444" y="349199"/>
                </a:lnTo>
                <a:lnTo>
                  <a:pt x="2197608" y="382905"/>
                </a:lnTo>
                <a:lnTo>
                  <a:pt x="2232660" y="367665"/>
                </a:lnTo>
                <a:close/>
              </a:path>
              <a:path w="4893945" h="436879">
                <a:moveTo>
                  <a:pt x="2360765" y="79336"/>
                </a:moveTo>
                <a:lnTo>
                  <a:pt x="2347887" y="66192"/>
                </a:lnTo>
                <a:lnTo>
                  <a:pt x="2332126" y="49745"/>
                </a:lnTo>
                <a:lnTo>
                  <a:pt x="2290661" y="6096"/>
                </a:lnTo>
                <a:lnTo>
                  <a:pt x="2264753" y="30568"/>
                </a:lnTo>
                <a:lnTo>
                  <a:pt x="2282596" y="49618"/>
                </a:lnTo>
                <a:lnTo>
                  <a:pt x="2299805" y="68478"/>
                </a:lnTo>
                <a:lnTo>
                  <a:pt x="2315768" y="86944"/>
                </a:lnTo>
                <a:lnTo>
                  <a:pt x="2330285" y="105244"/>
                </a:lnTo>
                <a:lnTo>
                  <a:pt x="2360765" y="79336"/>
                </a:lnTo>
                <a:close/>
              </a:path>
              <a:path w="4893945" h="436879">
                <a:moveTo>
                  <a:pt x="2392870" y="360045"/>
                </a:moveTo>
                <a:lnTo>
                  <a:pt x="2391753" y="352425"/>
                </a:lnTo>
                <a:lnTo>
                  <a:pt x="2390775" y="343458"/>
                </a:lnTo>
                <a:lnTo>
                  <a:pt x="2390089" y="333641"/>
                </a:lnTo>
                <a:lnTo>
                  <a:pt x="2389822" y="323380"/>
                </a:lnTo>
                <a:lnTo>
                  <a:pt x="2374379" y="333641"/>
                </a:lnTo>
                <a:lnTo>
                  <a:pt x="2359825" y="343839"/>
                </a:lnTo>
                <a:lnTo>
                  <a:pt x="2348001" y="352399"/>
                </a:lnTo>
                <a:lnTo>
                  <a:pt x="2333333" y="363093"/>
                </a:lnTo>
                <a:lnTo>
                  <a:pt x="2333333" y="151066"/>
                </a:lnTo>
                <a:lnTo>
                  <a:pt x="2241893" y="151066"/>
                </a:lnTo>
                <a:lnTo>
                  <a:pt x="2241893" y="183070"/>
                </a:lnTo>
                <a:lnTo>
                  <a:pt x="2298281" y="183070"/>
                </a:lnTo>
                <a:lnTo>
                  <a:pt x="2298281" y="355473"/>
                </a:lnTo>
                <a:lnTo>
                  <a:pt x="2297404" y="368071"/>
                </a:lnTo>
                <a:lnTo>
                  <a:pt x="2294661" y="378523"/>
                </a:lnTo>
                <a:lnTo>
                  <a:pt x="2289924" y="386981"/>
                </a:lnTo>
                <a:lnTo>
                  <a:pt x="2283041" y="393573"/>
                </a:lnTo>
                <a:lnTo>
                  <a:pt x="2304377" y="424053"/>
                </a:lnTo>
                <a:lnTo>
                  <a:pt x="2321839" y="410629"/>
                </a:lnTo>
                <a:lnTo>
                  <a:pt x="2342299" y="395478"/>
                </a:lnTo>
                <a:lnTo>
                  <a:pt x="2365933" y="378625"/>
                </a:lnTo>
                <a:lnTo>
                  <a:pt x="2388451" y="363093"/>
                </a:lnTo>
                <a:lnTo>
                  <a:pt x="2392870" y="360045"/>
                </a:lnTo>
                <a:close/>
              </a:path>
              <a:path w="4893945" h="436879">
                <a:moveTo>
                  <a:pt x="2678049" y="297472"/>
                </a:moveTo>
                <a:lnTo>
                  <a:pt x="2641384" y="283756"/>
                </a:lnTo>
                <a:lnTo>
                  <a:pt x="2639098" y="305193"/>
                </a:lnTo>
                <a:lnTo>
                  <a:pt x="2636863" y="323380"/>
                </a:lnTo>
                <a:lnTo>
                  <a:pt x="2626804" y="365302"/>
                </a:lnTo>
                <a:lnTo>
                  <a:pt x="2586520" y="381381"/>
                </a:lnTo>
                <a:lnTo>
                  <a:pt x="2475166" y="381381"/>
                </a:lnTo>
                <a:lnTo>
                  <a:pt x="2461171" y="379387"/>
                </a:lnTo>
                <a:lnTo>
                  <a:pt x="2451163" y="373380"/>
                </a:lnTo>
                <a:lnTo>
                  <a:pt x="2445169" y="363385"/>
                </a:lnTo>
                <a:lnTo>
                  <a:pt x="2443162" y="349377"/>
                </a:lnTo>
                <a:lnTo>
                  <a:pt x="2443162" y="199834"/>
                </a:lnTo>
                <a:lnTo>
                  <a:pt x="2610904" y="199834"/>
                </a:lnTo>
                <a:lnTo>
                  <a:pt x="2610904" y="221170"/>
                </a:lnTo>
                <a:lnTo>
                  <a:pt x="2645956" y="221170"/>
                </a:lnTo>
                <a:lnTo>
                  <a:pt x="2645956" y="199834"/>
                </a:lnTo>
                <a:lnTo>
                  <a:pt x="2645956" y="22948"/>
                </a:lnTo>
                <a:lnTo>
                  <a:pt x="2391346" y="22948"/>
                </a:lnTo>
                <a:lnTo>
                  <a:pt x="2391346" y="54952"/>
                </a:lnTo>
                <a:lnTo>
                  <a:pt x="2610904" y="54952"/>
                </a:lnTo>
                <a:lnTo>
                  <a:pt x="2610904" y="167830"/>
                </a:lnTo>
                <a:lnTo>
                  <a:pt x="2409634" y="167830"/>
                </a:lnTo>
                <a:lnTo>
                  <a:pt x="2409634" y="358521"/>
                </a:lnTo>
                <a:lnTo>
                  <a:pt x="2412822" y="383400"/>
                </a:lnTo>
                <a:lnTo>
                  <a:pt x="2422588" y="401002"/>
                </a:lnTo>
                <a:lnTo>
                  <a:pt x="2439212" y="411454"/>
                </a:lnTo>
                <a:lnTo>
                  <a:pt x="2462974" y="414909"/>
                </a:lnTo>
                <a:lnTo>
                  <a:pt x="2594140" y="414909"/>
                </a:lnTo>
                <a:lnTo>
                  <a:pt x="2642374" y="403288"/>
                </a:lnTo>
                <a:lnTo>
                  <a:pt x="2664333" y="367665"/>
                </a:lnTo>
                <a:lnTo>
                  <a:pt x="2674620" y="316572"/>
                </a:lnTo>
                <a:lnTo>
                  <a:pt x="2678049" y="297472"/>
                </a:lnTo>
                <a:close/>
              </a:path>
              <a:path w="4893945" h="436879">
                <a:moveTo>
                  <a:pt x="2876270" y="73240"/>
                </a:moveTo>
                <a:lnTo>
                  <a:pt x="2841218" y="73240"/>
                </a:lnTo>
                <a:lnTo>
                  <a:pt x="2841218" y="105257"/>
                </a:lnTo>
                <a:lnTo>
                  <a:pt x="2841218" y="212026"/>
                </a:lnTo>
                <a:lnTo>
                  <a:pt x="2841218" y="244132"/>
                </a:lnTo>
                <a:lnTo>
                  <a:pt x="2841218" y="353949"/>
                </a:lnTo>
                <a:lnTo>
                  <a:pt x="2743581" y="353949"/>
                </a:lnTo>
                <a:lnTo>
                  <a:pt x="2743581" y="244132"/>
                </a:lnTo>
                <a:lnTo>
                  <a:pt x="2841218" y="244132"/>
                </a:lnTo>
                <a:lnTo>
                  <a:pt x="2841218" y="212026"/>
                </a:lnTo>
                <a:lnTo>
                  <a:pt x="2743581" y="212026"/>
                </a:lnTo>
                <a:lnTo>
                  <a:pt x="2743581" y="105257"/>
                </a:lnTo>
                <a:lnTo>
                  <a:pt x="2841218" y="105257"/>
                </a:lnTo>
                <a:lnTo>
                  <a:pt x="2841218" y="73240"/>
                </a:lnTo>
                <a:lnTo>
                  <a:pt x="2789402" y="73240"/>
                </a:lnTo>
                <a:lnTo>
                  <a:pt x="2796044" y="58127"/>
                </a:lnTo>
                <a:lnTo>
                  <a:pt x="2802547" y="42570"/>
                </a:lnTo>
                <a:lnTo>
                  <a:pt x="2809329" y="26695"/>
                </a:lnTo>
                <a:lnTo>
                  <a:pt x="2816834" y="10668"/>
                </a:lnTo>
                <a:lnTo>
                  <a:pt x="2778633" y="0"/>
                </a:lnTo>
                <a:lnTo>
                  <a:pt x="2773515" y="16624"/>
                </a:lnTo>
                <a:lnTo>
                  <a:pt x="2767393" y="34378"/>
                </a:lnTo>
                <a:lnTo>
                  <a:pt x="2760421" y="53238"/>
                </a:lnTo>
                <a:lnTo>
                  <a:pt x="2752725" y="73240"/>
                </a:lnTo>
                <a:lnTo>
                  <a:pt x="2708529" y="73240"/>
                </a:lnTo>
                <a:lnTo>
                  <a:pt x="2708529" y="424053"/>
                </a:lnTo>
                <a:lnTo>
                  <a:pt x="2743581" y="424053"/>
                </a:lnTo>
                <a:lnTo>
                  <a:pt x="2743581" y="387477"/>
                </a:lnTo>
                <a:lnTo>
                  <a:pt x="2841218" y="387477"/>
                </a:lnTo>
                <a:lnTo>
                  <a:pt x="2841218" y="421005"/>
                </a:lnTo>
                <a:lnTo>
                  <a:pt x="2876270" y="421005"/>
                </a:lnTo>
                <a:lnTo>
                  <a:pt x="2876270" y="387477"/>
                </a:lnTo>
                <a:lnTo>
                  <a:pt x="2876270" y="353949"/>
                </a:lnTo>
                <a:lnTo>
                  <a:pt x="2876270" y="244132"/>
                </a:lnTo>
                <a:lnTo>
                  <a:pt x="2876270" y="212026"/>
                </a:lnTo>
                <a:lnTo>
                  <a:pt x="2876270" y="105257"/>
                </a:lnTo>
                <a:lnTo>
                  <a:pt x="2876270" y="73240"/>
                </a:lnTo>
                <a:close/>
              </a:path>
              <a:path w="4893945" h="436879">
                <a:moveTo>
                  <a:pt x="3025711" y="271564"/>
                </a:moveTo>
                <a:lnTo>
                  <a:pt x="3010585" y="249847"/>
                </a:lnTo>
                <a:lnTo>
                  <a:pt x="2992755" y="225983"/>
                </a:lnTo>
                <a:lnTo>
                  <a:pt x="2972346" y="200113"/>
                </a:lnTo>
                <a:lnTo>
                  <a:pt x="2949511" y="172402"/>
                </a:lnTo>
                <a:lnTo>
                  <a:pt x="2921990" y="192214"/>
                </a:lnTo>
                <a:lnTo>
                  <a:pt x="2942018" y="218300"/>
                </a:lnTo>
                <a:lnTo>
                  <a:pt x="2960738" y="243928"/>
                </a:lnTo>
                <a:lnTo>
                  <a:pt x="2978010" y="269252"/>
                </a:lnTo>
                <a:lnTo>
                  <a:pt x="2993707" y="294424"/>
                </a:lnTo>
                <a:lnTo>
                  <a:pt x="3025711" y="271564"/>
                </a:lnTo>
                <a:close/>
              </a:path>
              <a:path w="4893945" h="436879">
                <a:moveTo>
                  <a:pt x="3108109" y="71716"/>
                </a:moveTo>
                <a:lnTo>
                  <a:pt x="2967799" y="71716"/>
                </a:lnTo>
                <a:lnTo>
                  <a:pt x="2973514" y="56603"/>
                </a:lnTo>
                <a:lnTo>
                  <a:pt x="2979229" y="41046"/>
                </a:lnTo>
                <a:lnTo>
                  <a:pt x="2984944" y="25171"/>
                </a:lnTo>
                <a:lnTo>
                  <a:pt x="2990659" y="9144"/>
                </a:lnTo>
                <a:lnTo>
                  <a:pt x="2952559" y="0"/>
                </a:lnTo>
                <a:lnTo>
                  <a:pt x="2937967" y="46304"/>
                </a:lnTo>
                <a:lnTo>
                  <a:pt x="2921647" y="88874"/>
                </a:lnTo>
                <a:lnTo>
                  <a:pt x="2903613" y="127431"/>
                </a:lnTo>
                <a:lnTo>
                  <a:pt x="2883890" y="161734"/>
                </a:lnTo>
                <a:lnTo>
                  <a:pt x="2892501" y="166065"/>
                </a:lnTo>
                <a:lnTo>
                  <a:pt x="2900273" y="170116"/>
                </a:lnTo>
                <a:lnTo>
                  <a:pt x="2907461" y="174167"/>
                </a:lnTo>
                <a:lnTo>
                  <a:pt x="2914370" y="178498"/>
                </a:lnTo>
                <a:lnTo>
                  <a:pt x="2923756" y="161899"/>
                </a:lnTo>
                <a:lnTo>
                  <a:pt x="2933458" y="144005"/>
                </a:lnTo>
                <a:lnTo>
                  <a:pt x="2943161" y="124663"/>
                </a:lnTo>
                <a:lnTo>
                  <a:pt x="2952559" y="103733"/>
                </a:lnTo>
                <a:lnTo>
                  <a:pt x="3070009" y="103733"/>
                </a:lnTo>
                <a:lnTo>
                  <a:pt x="3069069" y="170116"/>
                </a:lnTo>
                <a:lnTo>
                  <a:pt x="3068091" y="225983"/>
                </a:lnTo>
                <a:lnTo>
                  <a:pt x="3066910" y="275628"/>
                </a:lnTo>
                <a:lnTo>
                  <a:pt x="3065513" y="315366"/>
                </a:lnTo>
                <a:lnTo>
                  <a:pt x="3059506" y="364337"/>
                </a:lnTo>
                <a:lnTo>
                  <a:pt x="3021139" y="387477"/>
                </a:lnTo>
                <a:lnTo>
                  <a:pt x="3002305" y="387172"/>
                </a:lnTo>
                <a:lnTo>
                  <a:pt x="2982468" y="386143"/>
                </a:lnTo>
                <a:lnTo>
                  <a:pt x="2961779" y="384263"/>
                </a:lnTo>
                <a:lnTo>
                  <a:pt x="2940367" y="381381"/>
                </a:lnTo>
                <a:lnTo>
                  <a:pt x="2938843" y="381381"/>
                </a:lnTo>
                <a:lnTo>
                  <a:pt x="2941104" y="390575"/>
                </a:lnTo>
                <a:lnTo>
                  <a:pt x="2943225" y="400050"/>
                </a:lnTo>
                <a:lnTo>
                  <a:pt x="2945053" y="410095"/>
                </a:lnTo>
                <a:lnTo>
                  <a:pt x="2946463" y="421005"/>
                </a:lnTo>
                <a:lnTo>
                  <a:pt x="2987421" y="423100"/>
                </a:lnTo>
                <a:lnTo>
                  <a:pt x="3007537" y="423786"/>
                </a:lnTo>
                <a:lnTo>
                  <a:pt x="3027235" y="424053"/>
                </a:lnTo>
                <a:lnTo>
                  <a:pt x="3057550" y="419773"/>
                </a:lnTo>
                <a:lnTo>
                  <a:pt x="3079712" y="406908"/>
                </a:lnTo>
                <a:lnTo>
                  <a:pt x="3092259" y="387477"/>
                </a:lnTo>
                <a:lnTo>
                  <a:pt x="3093555" y="385483"/>
                </a:lnTo>
                <a:lnTo>
                  <a:pt x="3100489" y="331038"/>
                </a:lnTo>
                <a:lnTo>
                  <a:pt x="3103537" y="254749"/>
                </a:lnTo>
                <a:lnTo>
                  <a:pt x="3105061" y="202882"/>
                </a:lnTo>
                <a:lnTo>
                  <a:pt x="3106521" y="144005"/>
                </a:lnTo>
                <a:lnTo>
                  <a:pt x="3107410" y="103733"/>
                </a:lnTo>
                <a:lnTo>
                  <a:pt x="3108109" y="71716"/>
                </a:lnTo>
                <a:close/>
              </a:path>
              <a:path w="4893945" h="436879">
                <a:moveTo>
                  <a:pt x="3571684" y="193738"/>
                </a:moveTo>
                <a:lnTo>
                  <a:pt x="3463391" y="193738"/>
                </a:lnTo>
                <a:lnTo>
                  <a:pt x="3463391" y="65620"/>
                </a:lnTo>
                <a:lnTo>
                  <a:pt x="3553396" y="65620"/>
                </a:lnTo>
                <a:lnTo>
                  <a:pt x="3553396" y="32092"/>
                </a:lnTo>
                <a:lnTo>
                  <a:pt x="3428339" y="32092"/>
                </a:lnTo>
                <a:lnTo>
                  <a:pt x="3428339" y="65620"/>
                </a:lnTo>
                <a:lnTo>
                  <a:pt x="3428339" y="193738"/>
                </a:lnTo>
                <a:lnTo>
                  <a:pt x="3291078" y="193738"/>
                </a:lnTo>
                <a:lnTo>
                  <a:pt x="3291078" y="65620"/>
                </a:lnTo>
                <a:lnTo>
                  <a:pt x="3428339" y="65620"/>
                </a:lnTo>
                <a:lnTo>
                  <a:pt x="3428339" y="32092"/>
                </a:lnTo>
                <a:lnTo>
                  <a:pt x="3159925" y="32092"/>
                </a:lnTo>
                <a:lnTo>
                  <a:pt x="3159925" y="65620"/>
                </a:lnTo>
                <a:lnTo>
                  <a:pt x="3254502" y="65620"/>
                </a:lnTo>
                <a:lnTo>
                  <a:pt x="3254502" y="193738"/>
                </a:lnTo>
                <a:lnTo>
                  <a:pt x="3140113" y="193738"/>
                </a:lnTo>
                <a:lnTo>
                  <a:pt x="3140113" y="228892"/>
                </a:lnTo>
                <a:lnTo>
                  <a:pt x="3254502" y="228892"/>
                </a:lnTo>
                <a:lnTo>
                  <a:pt x="3253092" y="262864"/>
                </a:lnTo>
                <a:lnTo>
                  <a:pt x="3242284" y="314871"/>
                </a:lnTo>
                <a:lnTo>
                  <a:pt x="3219767" y="350634"/>
                </a:lnTo>
                <a:lnTo>
                  <a:pt x="3175216" y="385546"/>
                </a:lnTo>
                <a:lnTo>
                  <a:pt x="3144685" y="402717"/>
                </a:lnTo>
                <a:lnTo>
                  <a:pt x="3151276" y="410718"/>
                </a:lnTo>
                <a:lnTo>
                  <a:pt x="3157448" y="418731"/>
                </a:lnTo>
                <a:lnTo>
                  <a:pt x="3163328" y="426758"/>
                </a:lnTo>
                <a:lnTo>
                  <a:pt x="3169069" y="434822"/>
                </a:lnTo>
                <a:lnTo>
                  <a:pt x="3204311" y="413042"/>
                </a:lnTo>
                <a:lnTo>
                  <a:pt x="3253600" y="369570"/>
                </a:lnTo>
                <a:lnTo>
                  <a:pt x="3277362" y="325793"/>
                </a:lnTo>
                <a:lnTo>
                  <a:pt x="3288792" y="266319"/>
                </a:lnTo>
                <a:lnTo>
                  <a:pt x="3291078" y="228892"/>
                </a:lnTo>
                <a:lnTo>
                  <a:pt x="3428339" y="228892"/>
                </a:lnTo>
                <a:lnTo>
                  <a:pt x="3428339" y="428625"/>
                </a:lnTo>
                <a:lnTo>
                  <a:pt x="3463391" y="428625"/>
                </a:lnTo>
                <a:lnTo>
                  <a:pt x="3463391" y="228892"/>
                </a:lnTo>
                <a:lnTo>
                  <a:pt x="3571684" y="228892"/>
                </a:lnTo>
                <a:lnTo>
                  <a:pt x="3571684" y="193738"/>
                </a:lnTo>
                <a:close/>
              </a:path>
              <a:path w="4893945" h="436879">
                <a:moveTo>
                  <a:pt x="3748570" y="183070"/>
                </a:moveTo>
                <a:lnTo>
                  <a:pt x="3694277" y="147624"/>
                </a:lnTo>
                <a:lnTo>
                  <a:pt x="3665194" y="129019"/>
                </a:lnTo>
                <a:lnTo>
                  <a:pt x="3634270" y="109816"/>
                </a:lnTo>
                <a:lnTo>
                  <a:pt x="3615880" y="137350"/>
                </a:lnTo>
                <a:lnTo>
                  <a:pt x="3645319" y="156756"/>
                </a:lnTo>
                <a:lnTo>
                  <a:pt x="3673881" y="176022"/>
                </a:lnTo>
                <a:lnTo>
                  <a:pt x="3701275" y="194995"/>
                </a:lnTo>
                <a:lnTo>
                  <a:pt x="3727234" y="213550"/>
                </a:lnTo>
                <a:lnTo>
                  <a:pt x="3748570" y="183070"/>
                </a:lnTo>
                <a:close/>
              </a:path>
              <a:path w="4893945" h="436879">
                <a:moveTo>
                  <a:pt x="3789807" y="88480"/>
                </a:moveTo>
                <a:lnTo>
                  <a:pt x="3765727" y="71932"/>
                </a:lnTo>
                <a:lnTo>
                  <a:pt x="3739235" y="54381"/>
                </a:lnTo>
                <a:lnTo>
                  <a:pt x="3710203" y="35979"/>
                </a:lnTo>
                <a:lnTo>
                  <a:pt x="3678466" y="16852"/>
                </a:lnTo>
                <a:lnTo>
                  <a:pt x="3660178" y="42760"/>
                </a:lnTo>
                <a:lnTo>
                  <a:pt x="3684981" y="58724"/>
                </a:lnTo>
                <a:lnTo>
                  <a:pt x="3711232" y="76669"/>
                </a:lnTo>
                <a:lnTo>
                  <a:pt x="3738651" y="96342"/>
                </a:lnTo>
                <a:lnTo>
                  <a:pt x="3766947" y="117436"/>
                </a:lnTo>
                <a:lnTo>
                  <a:pt x="3789807" y="88480"/>
                </a:lnTo>
                <a:close/>
              </a:path>
              <a:path w="4893945" h="436879">
                <a:moveTo>
                  <a:pt x="4018508" y="239547"/>
                </a:moveTo>
                <a:lnTo>
                  <a:pt x="3847719" y="239547"/>
                </a:lnTo>
                <a:lnTo>
                  <a:pt x="3850106" y="195618"/>
                </a:lnTo>
                <a:lnTo>
                  <a:pt x="3851833" y="149923"/>
                </a:lnTo>
                <a:lnTo>
                  <a:pt x="3852989" y="102552"/>
                </a:lnTo>
                <a:lnTo>
                  <a:pt x="3853535" y="60007"/>
                </a:lnTo>
                <a:lnTo>
                  <a:pt x="3853662" y="42760"/>
                </a:lnTo>
                <a:lnTo>
                  <a:pt x="3853815" y="3048"/>
                </a:lnTo>
                <a:lnTo>
                  <a:pt x="3815715" y="3048"/>
                </a:lnTo>
                <a:lnTo>
                  <a:pt x="3815524" y="60007"/>
                </a:lnTo>
                <a:lnTo>
                  <a:pt x="3814889" y="111988"/>
                </a:lnTo>
                <a:lnTo>
                  <a:pt x="3813733" y="159143"/>
                </a:lnTo>
                <a:lnTo>
                  <a:pt x="3812006" y="201612"/>
                </a:lnTo>
                <a:lnTo>
                  <a:pt x="3809619" y="239547"/>
                </a:lnTo>
                <a:lnTo>
                  <a:pt x="3591496" y="239547"/>
                </a:lnTo>
                <a:lnTo>
                  <a:pt x="3591496" y="271564"/>
                </a:lnTo>
                <a:lnTo>
                  <a:pt x="3801999" y="271564"/>
                </a:lnTo>
                <a:lnTo>
                  <a:pt x="3784777" y="301561"/>
                </a:lnTo>
                <a:lnTo>
                  <a:pt x="3754945" y="329387"/>
                </a:lnTo>
                <a:lnTo>
                  <a:pt x="3712375" y="355015"/>
                </a:lnTo>
                <a:lnTo>
                  <a:pt x="3656927" y="378447"/>
                </a:lnTo>
                <a:lnTo>
                  <a:pt x="3588448" y="399669"/>
                </a:lnTo>
                <a:lnTo>
                  <a:pt x="3602355" y="419493"/>
                </a:lnTo>
                <a:lnTo>
                  <a:pt x="3607955" y="427570"/>
                </a:lnTo>
                <a:lnTo>
                  <a:pt x="3612832" y="434822"/>
                </a:lnTo>
                <a:lnTo>
                  <a:pt x="3667734" y="416509"/>
                </a:lnTo>
                <a:lnTo>
                  <a:pt x="3715258" y="396532"/>
                </a:lnTo>
                <a:lnTo>
                  <a:pt x="3755301" y="375031"/>
                </a:lnTo>
                <a:lnTo>
                  <a:pt x="3787800" y="352158"/>
                </a:lnTo>
                <a:lnTo>
                  <a:pt x="3812667" y="328041"/>
                </a:lnTo>
                <a:lnTo>
                  <a:pt x="3855288" y="351472"/>
                </a:lnTo>
                <a:lnTo>
                  <a:pt x="3898633" y="376047"/>
                </a:lnTo>
                <a:lnTo>
                  <a:pt x="3942829" y="401764"/>
                </a:lnTo>
                <a:lnTo>
                  <a:pt x="3988028" y="428625"/>
                </a:lnTo>
                <a:lnTo>
                  <a:pt x="4009364" y="395097"/>
                </a:lnTo>
                <a:lnTo>
                  <a:pt x="3964762" y="370255"/>
                </a:lnTo>
                <a:lnTo>
                  <a:pt x="3920159" y="346125"/>
                </a:lnTo>
                <a:lnTo>
                  <a:pt x="3885514" y="328041"/>
                </a:lnTo>
                <a:lnTo>
                  <a:pt x="3875544" y="322834"/>
                </a:lnTo>
                <a:lnTo>
                  <a:pt x="3830955" y="300520"/>
                </a:lnTo>
                <a:lnTo>
                  <a:pt x="3834117" y="292773"/>
                </a:lnTo>
                <a:lnTo>
                  <a:pt x="3836860" y="285470"/>
                </a:lnTo>
                <a:lnTo>
                  <a:pt x="3839311" y="278434"/>
                </a:lnTo>
                <a:lnTo>
                  <a:pt x="3841623" y="271564"/>
                </a:lnTo>
                <a:lnTo>
                  <a:pt x="4018508" y="271564"/>
                </a:lnTo>
                <a:lnTo>
                  <a:pt x="4018508" y="239547"/>
                </a:lnTo>
                <a:close/>
              </a:path>
              <a:path w="4893945" h="436879">
                <a:moveTo>
                  <a:pt x="4158805" y="9144"/>
                </a:moveTo>
                <a:lnTo>
                  <a:pt x="4126801" y="0"/>
                </a:lnTo>
                <a:lnTo>
                  <a:pt x="4112907" y="48133"/>
                </a:lnTo>
                <a:lnTo>
                  <a:pt x="4096804" y="93548"/>
                </a:lnTo>
                <a:lnTo>
                  <a:pt x="4078503" y="136105"/>
                </a:lnTo>
                <a:lnTo>
                  <a:pt x="4057993" y="175641"/>
                </a:lnTo>
                <a:lnTo>
                  <a:pt x="4035260" y="212026"/>
                </a:lnTo>
                <a:lnTo>
                  <a:pt x="4038752" y="220992"/>
                </a:lnTo>
                <a:lnTo>
                  <a:pt x="4045648" y="238264"/>
                </a:lnTo>
                <a:lnTo>
                  <a:pt x="4049077" y="247167"/>
                </a:lnTo>
                <a:lnTo>
                  <a:pt x="4059339" y="232867"/>
                </a:lnTo>
                <a:lnTo>
                  <a:pt x="4069461" y="217411"/>
                </a:lnTo>
                <a:lnTo>
                  <a:pt x="4079290" y="200799"/>
                </a:lnTo>
                <a:lnTo>
                  <a:pt x="4088701" y="183070"/>
                </a:lnTo>
                <a:lnTo>
                  <a:pt x="4088701" y="431774"/>
                </a:lnTo>
                <a:lnTo>
                  <a:pt x="4119181" y="431774"/>
                </a:lnTo>
                <a:lnTo>
                  <a:pt x="4119181" y="183070"/>
                </a:lnTo>
                <a:lnTo>
                  <a:pt x="4119181" y="118960"/>
                </a:lnTo>
                <a:lnTo>
                  <a:pt x="4130090" y="93243"/>
                </a:lnTo>
                <a:lnTo>
                  <a:pt x="4140136" y="66382"/>
                </a:lnTo>
                <a:lnTo>
                  <a:pt x="4149610" y="38341"/>
                </a:lnTo>
                <a:lnTo>
                  <a:pt x="4158805" y="9144"/>
                </a:lnTo>
                <a:close/>
              </a:path>
              <a:path w="4893945" h="436879">
                <a:moveTo>
                  <a:pt x="4473041" y="393573"/>
                </a:moveTo>
                <a:lnTo>
                  <a:pt x="4421594" y="388150"/>
                </a:lnTo>
                <a:lnTo>
                  <a:pt x="4375023" y="378714"/>
                </a:lnTo>
                <a:lnTo>
                  <a:pt x="4359745" y="373761"/>
                </a:lnTo>
                <a:lnTo>
                  <a:pt x="4333595" y="365290"/>
                </a:lnTo>
                <a:lnTo>
                  <a:pt x="4297591" y="347853"/>
                </a:lnTo>
                <a:lnTo>
                  <a:pt x="4297591" y="346329"/>
                </a:lnTo>
                <a:lnTo>
                  <a:pt x="4306151" y="329412"/>
                </a:lnTo>
                <a:lnTo>
                  <a:pt x="4306633" y="328041"/>
                </a:lnTo>
                <a:lnTo>
                  <a:pt x="4313440" y="308521"/>
                </a:lnTo>
                <a:lnTo>
                  <a:pt x="4319308" y="283654"/>
                </a:lnTo>
                <a:lnTo>
                  <a:pt x="4323588" y="254787"/>
                </a:lnTo>
                <a:lnTo>
                  <a:pt x="4411980" y="254787"/>
                </a:lnTo>
                <a:lnTo>
                  <a:pt x="4411980" y="273075"/>
                </a:lnTo>
                <a:lnTo>
                  <a:pt x="4445508" y="273075"/>
                </a:lnTo>
                <a:lnTo>
                  <a:pt x="4445508" y="225831"/>
                </a:lnTo>
                <a:lnTo>
                  <a:pt x="4445508" y="163258"/>
                </a:lnTo>
                <a:lnTo>
                  <a:pt x="4445508" y="134302"/>
                </a:lnTo>
                <a:lnTo>
                  <a:pt x="4411980" y="134302"/>
                </a:lnTo>
                <a:lnTo>
                  <a:pt x="4411980" y="163258"/>
                </a:lnTo>
                <a:lnTo>
                  <a:pt x="4411980" y="225831"/>
                </a:lnTo>
                <a:lnTo>
                  <a:pt x="4326636" y="225831"/>
                </a:lnTo>
                <a:lnTo>
                  <a:pt x="4326877" y="204876"/>
                </a:lnTo>
                <a:lnTo>
                  <a:pt x="4327398" y="187655"/>
                </a:lnTo>
                <a:lnTo>
                  <a:pt x="4327918" y="173875"/>
                </a:lnTo>
                <a:lnTo>
                  <a:pt x="4328160" y="163258"/>
                </a:lnTo>
                <a:lnTo>
                  <a:pt x="4411980" y="163258"/>
                </a:lnTo>
                <a:lnTo>
                  <a:pt x="4411980" y="134302"/>
                </a:lnTo>
                <a:lnTo>
                  <a:pt x="4328160" y="134302"/>
                </a:lnTo>
                <a:lnTo>
                  <a:pt x="4328160" y="91528"/>
                </a:lnTo>
                <a:lnTo>
                  <a:pt x="4468469" y="91528"/>
                </a:lnTo>
                <a:lnTo>
                  <a:pt x="4468469" y="61048"/>
                </a:lnTo>
                <a:lnTo>
                  <a:pt x="4328160" y="61048"/>
                </a:lnTo>
                <a:lnTo>
                  <a:pt x="4328160" y="1524"/>
                </a:lnTo>
                <a:lnTo>
                  <a:pt x="4294543" y="1524"/>
                </a:lnTo>
                <a:lnTo>
                  <a:pt x="4294543" y="61048"/>
                </a:lnTo>
                <a:lnTo>
                  <a:pt x="4154233" y="61048"/>
                </a:lnTo>
                <a:lnTo>
                  <a:pt x="4154233" y="91528"/>
                </a:lnTo>
                <a:lnTo>
                  <a:pt x="4294543" y="91528"/>
                </a:lnTo>
                <a:lnTo>
                  <a:pt x="4294543" y="134302"/>
                </a:lnTo>
                <a:lnTo>
                  <a:pt x="4294543" y="163258"/>
                </a:lnTo>
                <a:lnTo>
                  <a:pt x="4294289" y="183070"/>
                </a:lnTo>
                <a:lnTo>
                  <a:pt x="4293781" y="199656"/>
                </a:lnTo>
                <a:lnTo>
                  <a:pt x="4293247" y="214096"/>
                </a:lnTo>
                <a:lnTo>
                  <a:pt x="4293019" y="225831"/>
                </a:lnTo>
                <a:lnTo>
                  <a:pt x="4209199" y="225831"/>
                </a:lnTo>
                <a:lnTo>
                  <a:pt x="4209199" y="163258"/>
                </a:lnTo>
                <a:lnTo>
                  <a:pt x="4294543" y="163258"/>
                </a:lnTo>
                <a:lnTo>
                  <a:pt x="4294543" y="134302"/>
                </a:lnTo>
                <a:lnTo>
                  <a:pt x="4175658" y="134302"/>
                </a:lnTo>
                <a:lnTo>
                  <a:pt x="4175658" y="254787"/>
                </a:lnTo>
                <a:lnTo>
                  <a:pt x="4289971" y="254787"/>
                </a:lnTo>
                <a:lnTo>
                  <a:pt x="4286199" y="278231"/>
                </a:lnTo>
                <a:lnTo>
                  <a:pt x="4281589" y="298234"/>
                </a:lnTo>
                <a:lnTo>
                  <a:pt x="4275823" y="314845"/>
                </a:lnTo>
                <a:lnTo>
                  <a:pt x="4268635" y="328041"/>
                </a:lnTo>
                <a:lnTo>
                  <a:pt x="4253484" y="314845"/>
                </a:lnTo>
                <a:lnTo>
                  <a:pt x="4240060" y="300520"/>
                </a:lnTo>
                <a:lnTo>
                  <a:pt x="4228338" y="285089"/>
                </a:lnTo>
                <a:lnTo>
                  <a:pt x="4218343" y="268503"/>
                </a:lnTo>
                <a:lnTo>
                  <a:pt x="4187863" y="285267"/>
                </a:lnTo>
                <a:lnTo>
                  <a:pt x="4200118" y="304126"/>
                </a:lnTo>
                <a:lnTo>
                  <a:pt x="4213961" y="321703"/>
                </a:lnTo>
                <a:lnTo>
                  <a:pt x="4229214" y="337858"/>
                </a:lnTo>
                <a:lnTo>
                  <a:pt x="4245775" y="352425"/>
                </a:lnTo>
                <a:lnTo>
                  <a:pt x="4225455" y="366737"/>
                </a:lnTo>
                <a:lnTo>
                  <a:pt x="4200995" y="380047"/>
                </a:lnTo>
                <a:lnTo>
                  <a:pt x="4172216" y="392506"/>
                </a:lnTo>
                <a:lnTo>
                  <a:pt x="4138993" y="404241"/>
                </a:lnTo>
                <a:lnTo>
                  <a:pt x="4144594" y="411861"/>
                </a:lnTo>
                <a:lnTo>
                  <a:pt x="4150233" y="419303"/>
                </a:lnTo>
                <a:lnTo>
                  <a:pt x="4155490" y="426351"/>
                </a:lnTo>
                <a:lnTo>
                  <a:pt x="4160329" y="433298"/>
                </a:lnTo>
                <a:lnTo>
                  <a:pt x="4195788" y="419874"/>
                </a:lnTo>
                <a:lnTo>
                  <a:pt x="4226522" y="405206"/>
                </a:lnTo>
                <a:lnTo>
                  <a:pt x="4252366" y="389686"/>
                </a:lnTo>
                <a:lnTo>
                  <a:pt x="4273207" y="373761"/>
                </a:lnTo>
                <a:lnTo>
                  <a:pt x="4310075" y="393496"/>
                </a:lnTo>
                <a:lnTo>
                  <a:pt x="4351769" y="409384"/>
                </a:lnTo>
                <a:lnTo>
                  <a:pt x="4398022" y="421551"/>
                </a:lnTo>
                <a:lnTo>
                  <a:pt x="4448556" y="430149"/>
                </a:lnTo>
                <a:lnTo>
                  <a:pt x="4454347" y="421005"/>
                </a:lnTo>
                <a:lnTo>
                  <a:pt x="4460176" y="411975"/>
                </a:lnTo>
                <a:lnTo>
                  <a:pt x="4466437" y="402717"/>
                </a:lnTo>
                <a:lnTo>
                  <a:pt x="4473041" y="393573"/>
                </a:lnTo>
                <a:close/>
              </a:path>
              <a:path w="4893945" h="436879">
                <a:moveTo>
                  <a:pt x="4893945" y="25996"/>
                </a:moveTo>
                <a:lnTo>
                  <a:pt x="4858804" y="25996"/>
                </a:lnTo>
                <a:lnTo>
                  <a:pt x="4858804" y="58000"/>
                </a:lnTo>
                <a:lnTo>
                  <a:pt x="4858804" y="140398"/>
                </a:lnTo>
                <a:lnTo>
                  <a:pt x="4858804" y="170878"/>
                </a:lnTo>
                <a:lnTo>
                  <a:pt x="4858804" y="253263"/>
                </a:lnTo>
                <a:lnTo>
                  <a:pt x="4729162" y="253263"/>
                </a:lnTo>
                <a:lnTo>
                  <a:pt x="4729162" y="170878"/>
                </a:lnTo>
                <a:lnTo>
                  <a:pt x="4858804" y="170878"/>
                </a:lnTo>
                <a:lnTo>
                  <a:pt x="4858804" y="140398"/>
                </a:lnTo>
                <a:lnTo>
                  <a:pt x="4729162" y="140398"/>
                </a:lnTo>
                <a:lnTo>
                  <a:pt x="4729162" y="58000"/>
                </a:lnTo>
                <a:lnTo>
                  <a:pt x="4858804" y="58000"/>
                </a:lnTo>
                <a:lnTo>
                  <a:pt x="4858804" y="25996"/>
                </a:lnTo>
                <a:lnTo>
                  <a:pt x="4694110" y="25996"/>
                </a:lnTo>
                <a:lnTo>
                  <a:pt x="4694110" y="58000"/>
                </a:lnTo>
                <a:lnTo>
                  <a:pt x="4694110" y="140398"/>
                </a:lnTo>
                <a:lnTo>
                  <a:pt x="4694110" y="170878"/>
                </a:lnTo>
                <a:lnTo>
                  <a:pt x="4694110" y="253263"/>
                </a:lnTo>
                <a:lnTo>
                  <a:pt x="4569041" y="253263"/>
                </a:lnTo>
                <a:lnTo>
                  <a:pt x="4570781" y="233540"/>
                </a:lnTo>
                <a:lnTo>
                  <a:pt x="4571517" y="213220"/>
                </a:lnTo>
                <a:lnTo>
                  <a:pt x="4571403" y="192328"/>
                </a:lnTo>
                <a:lnTo>
                  <a:pt x="4570565" y="170878"/>
                </a:lnTo>
                <a:lnTo>
                  <a:pt x="4694110" y="170878"/>
                </a:lnTo>
                <a:lnTo>
                  <a:pt x="4694110" y="140398"/>
                </a:lnTo>
                <a:lnTo>
                  <a:pt x="4570565" y="140398"/>
                </a:lnTo>
                <a:lnTo>
                  <a:pt x="4570565" y="58000"/>
                </a:lnTo>
                <a:lnTo>
                  <a:pt x="4694110" y="58000"/>
                </a:lnTo>
                <a:lnTo>
                  <a:pt x="4694110" y="25996"/>
                </a:lnTo>
                <a:lnTo>
                  <a:pt x="4535513" y="25996"/>
                </a:lnTo>
                <a:lnTo>
                  <a:pt x="4535513" y="183070"/>
                </a:lnTo>
                <a:lnTo>
                  <a:pt x="4534941" y="224015"/>
                </a:lnTo>
                <a:lnTo>
                  <a:pt x="4530369" y="290969"/>
                </a:lnTo>
                <a:lnTo>
                  <a:pt x="4520425" y="341007"/>
                </a:lnTo>
                <a:lnTo>
                  <a:pt x="4501083" y="385521"/>
                </a:lnTo>
                <a:lnTo>
                  <a:pt x="4488269" y="405765"/>
                </a:lnTo>
                <a:lnTo>
                  <a:pt x="4501794" y="421589"/>
                </a:lnTo>
                <a:lnTo>
                  <a:pt x="4508208" y="429171"/>
                </a:lnTo>
                <a:lnTo>
                  <a:pt x="4514177" y="436346"/>
                </a:lnTo>
                <a:lnTo>
                  <a:pt x="4534497" y="404571"/>
                </a:lnTo>
                <a:lnTo>
                  <a:pt x="4549800" y="368808"/>
                </a:lnTo>
                <a:lnTo>
                  <a:pt x="4560265" y="329044"/>
                </a:lnTo>
                <a:lnTo>
                  <a:pt x="4565993" y="285267"/>
                </a:lnTo>
                <a:lnTo>
                  <a:pt x="4694110" y="285267"/>
                </a:lnTo>
                <a:lnTo>
                  <a:pt x="4694110" y="424053"/>
                </a:lnTo>
                <a:lnTo>
                  <a:pt x="4729162" y="424053"/>
                </a:lnTo>
                <a:lnTo>
                  <a:pt x="4729162" y="285267"/>
                </a:lnTo>
                <a:lnTo>
                  <a:pt x="4858804" y="285267"/>
                </a:lnTo>
                <a:lnTo>
                  <a:pt x="4858804" y="366141"/>
                </a:lnTo>
                <a:lnTo>
                  <a:pt x="4857089" y="377266"/>
                </a:lnTo>
                <a:lnTo>
                  <a:pt x="4851946" y="385381"/>
                </a:lnTo>
                <a:lnTo>
                  <a:pt x="4843373" y="390359"/>
                </a:lnTo>
                <a:lnTo>
                  <a:pt x="4831372" y="392049"/>
                </a:lnTo>
                <a:lnTo>
                  <a:pt x="4818177" y="391782"/>
                </a:lnTo>
                <a:lnTo>
                  <a:pt x="4803559" y="391096"/>
                </a:lnTo>
                <a:lnTo>
                  <a:pt x="4768888" y="389001"/>
                </a:lnTo>
                <a:lnTo>
                  <a:pt x="4771148" y="399643"/>
                </a:lnTo>
                <a:lnTo>
                  <a:pt x="4773269" y="409003"/>
                </a:lnTo>
                <a:lnTo>
                  <a:pt x="4775098" y="417499"/>
                </a:lnTo>
                <a:lnTo>
                  <a:pt x="4776508" y="425577"/>
                </a:lnTo>
                <a:lnTo>
                  <a:pt x="4794478" y="425818"/>
                </a:lnTo>
                <a:lnTo>
                  <a:pt x="4828146" y="426859"/>
                </a:lnTo>
                <a:lnTo>
                  <a:pt x="4843564" y="427101"/>
                </a:lnTo>
                <a:lnTo>
                  <a:pt x="4865611" y="423697"/>
                </a:lnTo>
                <a:lnTo>
                  <a:pt x="4881359" y="413575"/>
                </a:lnTo>
                <a:lnTo>
                  <a:pt x="4890795" y="396887"/>
                </a:lnTo>
                <a:lnTo>
                  <a:pt x="4891456" y="392049"/>
                </a:lnTo>
                <a:lnTo>
                  <a:pt x="4893945" y="373761"/>
                </a:lnTo>
                <a:lnTo>
                  <a:pt x="4893945" y="285267"/>
                </a:lnTo>
                <a:lnTo>
                  <a:pt x="4893945" y="253263"/>
                </a:lnTo>
                <a:lnTo>
                  <a:pt x="4893945" y="170878"/>
                </a:lnTo>
                <a:lnTo>
                  <a:pt x="4893945" y="140398"/>
                </a:lnTo>
                <a:lnTo>
                  <a:pt x="4893945" y="58000"/>
                </a:lnTo>
                <a:lnTo>
                  <a:pt x="4893945" y="2599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293637" y="5512790"/>
            <a:ext cx="313055" cy="236854"/>
          </a:xfrm>
          <a:custGeom>
            <a:avLst/>
            <a:gdLst/>
            <a:ahLst/>
            <a:cxnLst/>
            <a:rect l="l" t="t" r="r" b="b"/>
            <a:pathLst>
              <a:path w="313054" h="236854">
                <a:moveTo>
                  <a:pt x="312712" y="152590"/>
                </a:moveTo>
                <a:lnTo>
                  <a:pt x="280606" y="152590"/>
                </a:lnTo>
                <a:lnTo>
                  <a:pt x="280606" y="189166"/>
                </a:lnTo>
                <a:lnTo>
                  <a:pt x="312712" y="189166"/>
                </a:lnTo>
                <a:lnTo>
                  <a:pt x="312712" y="152590"/>
                </a:lnTo>
                <a:close/>
              </a:path>
              <a:path w="313054" h="236854">
                <a:moveTo>
                  <a:pt x="312712" y="0"/>
                </a:moveTo>
                <a:lnTo>
                  <a:pt x="280606" y="0"/>
                </a:lnTo>
                <a:lnTo>
                  <a:pt x="280606" y="27940"/>
                </a:lnTo>
                <a:lnTo>
                  <a:pt x="280606" y="62230"/>
                </a:lnTo>
                <a:lnTo>
                  <a:pt x="33629" y="62230"/>
                </a:lnTo>
                <a:lnTo>
                  <a:pt x="33629" y="27940"/>
                </a:lnTo>
                <a:lnTo>
                  <a:pt x="280606" y="27940"/>
                </a:lnTo>
                <a:lnTo>
                  <a:pt x="280606" y="0"/>
                </a:lnTo>
                <a:lnTo>
                  <a:pt x="0" y="0"/>
                </a:lnTo>
                <a:lnTo>
                  <a:pt x="0" y="27940"/>
                </a:lnTo>
                <a:lnTo>
                  <a:pt x="0" y="62230"/>
                </a:lnTo>
                <a:lnTo>
                  <a:pt x="0" y="236220"/>
                </a:lnTo>
                <a:lnTo>
                  <a:pt x="33629" y="236220"/>
                </a:lnTo>
                <a:lnTo>
                  <a:pt x="33629" y="217170"/>
                </a:lnTo>
                <a:lnTo>
                  <a:pt x="280606" y="217170"/>
                </a:lnTo>
                <a:lnTo>
                  <a:pt x="280606" y="236410"/>
                </a:lnTo>
                <a:lnTo>
                  <a:pt x="312712" y="236410"/>
                </a:lnTo>
                <a:lnTo>
                  <a:pt x="312712" y="217170"/>
                </a:lnTo>
                <a:lnTo>
                  <a:pt x="312712" y="216598"/>
                </a:lnTo>
                <a:lnTo>
                  <a:pt x="312712" y="189230"/>
                </a:lnTo>
                <a:lnTo>
                  <a:pt x="33629" y="189230"/>
                </a:lnTo>
                <a:lnTo>
                  <a:pt x="33629" y="152400"/>
                </a:lnTo>
                <a:lnTo>
                  <a:pt x="312712" y="152400"/>
                </a:lnTo>
                <a:lnTo>
                  <a:pt x="312712" y="127000"/>
                </a:lnTo>
                <a:lnTo>
                  <a:pt x="33629" y="127000"/>
                </a:lnTo>
                <a:lnTo>
                  <a:pt x="33629" y="90170"/>
                </a:lnTo>
                <a:lnTo>
                  <a:pt x="280606" y="90170"/>
                </a:lnTo>
                <a:lnTo>
                  <a:pt x="280606" y="126593"/>
                </a:lnTo>
                <a:lnTo>
                  <a:pt x="312712" y="126593"/>
                </a:lnTo>
                <a:lnTo>
                  <a:pt x="312712" y="27432"/>
                </a:lnTo>
                <a:lnTo>
                  <a:pt x="31271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6263157" y="5338800"/>
            <a:ext cx="852805" cy="403225"/>
          </a:xfrm>
          <a:custGeom>
            <a:avLst/>
            <a:gdLst/>
            <a:ahLst/>
            <a:cxnLst/>
            <a:rect l="l" t="t" r="r" b="b"/>
            <a:pathLst>
              <a:path w="852804" h="403225">
                <a:moveTo>
                  <a:pt x="300418" y="114554"/>
                </a:moveTo>
                <a:lnTo>
                  <a:pt x="73253" y="114554"/>
                </a:lnTo>
                <a:lnTo>
                  <a:pt x="73253" y="141986"/>
                </a:lnTo>
                <a:lnTo>
                  <a:pt x="300418" y="141986"/>
                </a:lnTo>
                <a:lnTo>
                  <a:pt x="300418" y="114554"/>
                </a:lnTo>
                <a:close/>
              </a:path>
              <a:path w="852804" h="403225">
                <a:moveTo>
                  <a:pt x="300418" y="58064"/>
                </a:moveTo>
                <a:lnTo>
                  <a:pt x="73253" y="58064"/>
                </a:lnTo>
                <a:lnTo>
                  <a:pt x="73253" y="83972"/>
                </a:lnTo>
                <a:lnTo>
                  <a:pt x="300418" y="83972"/>
                </a:lnTo>
                <a:lnTo>
                  <a:pt x="300418" y="58064"/>
                </a:lnTo>
                <a:close/>
              </a:path>
              <a:path w="852804" h="403225">
                <a:moveTo>
                  <a:pt x="373672" y="0"/>
                </a:moveTo>
                <a:lnTo>
                  <a:pt x="0" y="0"/>
                </a:lnTo>
                <a:lnTo>
                  <a:pt x="0" y="27940"/>
                </a:lnTo>
                <a:lnTo>
                  <a:pt x="0" y="156210"/>
                </a:lnTo>
                <a:lnTo>
                  <a:pt x="33528" y="156210"/>
                </a:lnTo>
                <a:lnTo>
                  <a:pt x="33528" y="27940"/>
                </a:lnTo>
                <a:lnTo>
                  <a:pt x="341668" y="27940"/>
                </a:lnTo>
                <a:lnTo>
                  <a:pt x="341668" y="155702"/>
                </a:lnTo>
                <a:lnTo>
                  <a:pt x="373672" y="155702"/>
                </a:lnTo>
                <a:lnTo>
                  <a:pt x="373672" y="27940"/>
                </a:lnTo>
                <a:lnTo>
                  <a:pt x="373672" y="27584"/>
                </a:lnTo>
                <a:lnTo>
                  <a:pt x="373672" y="0"/>
                </a:lnTo>
                <a:close/>
              </a:path>
              <a:path w="852804" h="403225">
                <a:moveTo>
                  <a:pt x="783907" y="152"/>
                </a:moveTo>
                <a:lnTo>
                  <a:pt x="748855" y="152"/>
                </a:lnTo>
                <a:lnTo>
                  <a:pt x="748855" y="32169"/>
                </a:lnTo>
                <a:lnTo>
                  <a:pt x="748855" y="96177"/>
                </a:lnTo>
                <a:lnTo>
                  <a:pt x="520065" y="96177"/>
                </a:lnTo>
                <a:lnTo>
                  <a:pt x="520065" y="32169"/>
                </a:lnTo>
                <a:lnTo>
                  <a:pt x="748855" y="32169"/>
                </a:lnTo>
                <a:lnTo>
                  <a:pt x="748855" y="152"/>
                </a:lnTo>
                <a:lnTo>
                  <a:pt x="486537" y="152"/>
                </a:lnTo>
                <a:lnTo>
                  <a:pt x="486537" y="148082"/>
                </a:lnTo>
                <a:lnTo>
                  <a:pt x="520065" y="148082"/>
                </a:lnTo>
                <a:lnTo>
                  <a:pt x="520065" y="126746"/>
                </a:lnTo>
                <a:lnTo>
                  <a:pt x="748855" y="126746"/>
                </a:lnTo>
                <a:lnTo>
                  <a:pt x="748855" y="145034"/>
                </a:lnTo>
                <a:lnTo>
                  <a:pt x="783907" y="145034"/>
                </a:lnTo>
                <a:lnTo>
                  <a:pt x="783907" y="126746"/>
                </a:lnTo>
                <a:lnTo>
                  <a:pt x="783907" y="96177"/>
                </a:lnTo>
                <a:lnTo>
                  <a:pt x="783907" y="32169"/>
                </a:lnTo>
                <a:lnTo>
                  <a:pt x="783907" y="152"/>
                </a:lnTo>
                <a:close/>
              </a:path>
              <a:path w="852804" h="403225">
                <a:moveTo>
                  <a:pt x="852487" y="169418"/>
                </a:moveTo>
                <a:lnTo>
                  <a:pt x="417855" y="169418"/>
                </a:lnTo>
                <a:lnTo>
                  <a:pt x="417855" y="201422"/>
                </a:lnTo>
                <a:lnTo>
                  <a:pt x="513969" y="201422"/>
                </a:lnTo>
                <a:lnTo>
                  <a:pt x="494157" y="247243"/>
                </a:lnTo>
                <a:lnTo>
                  <a:pt x="494157" y="279247"/>
                </a:lnTo>
                <a:lnTo>
                  <a:pt x="753427" y="279247"/>
                </a:lnTo>
                <a:lnTo>
                  <a:pt x="752043" y="293255"/>
                </a:lnTo>
                <a:lnTo>
                  <a:pt x="741553" y="343941"/>
                </a:lnTo>
                <a:lnTo>
                  <a:pt x="693902" y="367728"/>
                </a:lnTo>
                <a:lnTo>
                  <a:pt x="669886" y="367449"/>
                </a:lnTo>
                <a:lnTo>
                  <a:pt x="643597" y="366585"/>
                </a:lnTo>
                <a:lnTo>
                  <a:pt x="614984" y="365163"/>
                </a:lnTo>
                <a:lnTo>
                  <a:pt x="584073" y="363156"/>
                </a:lnTo>
                <a:lnTo>
                  <a:pt x="586981" y="374040"/>
                </a:lnTo>
                <a:lnTo>
                  <a:pt x="589026" y="383921"/>
                </a:lnTo>
                <a:lnTo>
                  <a:pt x="590499" y="392950"/>
                </a:lnTo>
                <a:lnTo>
                  <a:pt x="591693" y="401256"/>
                </a:lnTo>
                <a:lnTo>
                  <a:pt x="620014" y="401497"/>
                </a:lnTo>
                <a:lnTo>
                  <a:pt x="674293" y="402539"/>
                </a:lnTo>
                <a:lnTo>
                  <a:pt x="699998" y="402780"/>
                </a:lnTo>
                <a:lnTo>
                  <a:pt x="731761" y="398233"/>
                </a:lnTo>
                <a:lnTo>
                  <a:pt x="756081" y="384683"/>
                </a:lnTo>
                <a:lnTo>
                  <a:pt x="768845" y="367728"/>
                </a:lnTo>
                <a:lnTo>
                  <a:pt x="772947" y="362280"/>
                </a:lnTo>
                <a:lnTo>
                  <a:pt x="782383" y="331152"/>
                </a:lnTo>
                <a:lnTo>
                  <a:pt x="784694" y="313969"/>
                </a:lnTo>
                <a:lnTo>
                  <a:pt x="787146" y="294335"/>
                </a:lnTo>
                <a:lnTo>
                  <a:pt x="789889" y="272135"/>
                </a:lnTo>
                <a:lnTo>
                  <a:pt x="793051" y="247243"/>
                </a:lnTo>
                <a:lnTo>
                  <a:pt x="530733" y="247243"/>
                </a:lnTo>
                <a:lnTo>
                  <a:pt x="549021" y="201422"/>
                </a:lnTo>
                <a:lnTo>
                  <a:pt x="852487" y="201422"/>
                </a:lnTo>
                <a:lnTo>
                  <a:pt x="852487" y="16941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7190422" y="5637847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09" h="116204">
                <a:moveTo>
                  <a:pt x="30480" y="116014"/>
                </a:moveTo>
                <a:lnTo>
                  <a:pt x="0" y="116014"/>
                </a:lnTo>
                <a:lnTo>
                  <a:pt x="27432" y="0"/>
                </a:lnTo>
                <a:lnTo>
                  <a:pt x="67056" y="0"/>
                </a:lnTo>
                <a:lnTo>
                  <a:pt x="30480" y="1160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7573226" y="5314480"/>
            <a:ext cx="1786255" cy="439420"/>
          </a:xfrm>
          <a:custGeom>
            <a:avLst/>
            <a:gdLst/>
            <a:ahLst/>
            <a:cxnLst/>
            <a:rect l="l" t="t" r="r" b="b"/>
            <a:pathLst>
              <a:path w="1786254" h="439420">
                <a:moveTo>
                  <a:pt x="291274" y="282219"/>
                </a:moveTo>
                <a:lnTo>
                  <a:pt x="258927" y="268528"/>
                </a:lnTo>
                <a:lnTo>
                  <a:pt x="226034" y="254977"/>
                </a:lnTo>
                <a:lnTo>
                  <a:pt x="192595" y="241719"/>
                </a:lnTo>
                <a:lnTo>
                  <a:pt x="158597" y="228879"/>
                </a:lnTo>
                <a:lnTo>
                  <a:pt x="143357" y="259359"/>
                </a:lnTo>
                <a:lnTo>
                  <a:pt x="176237" y="273367"/>
                </a:lnTo>
                <a:lnTo>
                  <a:pt x="208699" y="287934"/>
                </a:lnTo>
                <a:lnTo>
                  <a:pt x="240906" y="303085"/>
                </a:lnTo>
                <a:lnTo>
                  <a:pt x="272986" y="318795"/>
                </a:lnTo>
                <a:lnTo>
                  <a:pt x="291274" y="282219"/>
                </a:lnTo>
                <a:close/>
              </a:path>
              <a:path w="1786254" h="439420">
                <a:moveTo>
                  <a:pt x="324802" y="396621"/>
                </a:moveTo>
                <a:lnTo>
                  <a:pt x="216319" y="360032"/>
                </a:lnTo>
                <a:lnTo>
                  <a:pt x="115824" y="327939"/>
                </a:lnTo>
                <a:lnTo>
                  <a:pt x="100584" y="358521"/>
                </a:lnTo>
                <a:lnTo>
                  <a:pt x="151218" y="374446"/>
                </a:lnTo>
                <a:lnTo>
                  <a:pt x="202412" y="392239"/>
                </a:lnTo>
                <a:lnTo>
                  <a:pt x="254165" y="411454"/>
                </a:lnTo>
                <a:lnTo>
                  <a:pt x="306514" y="431673"/>
                </a:lnTo>
                <a:lnTo>
                  <a:pt x="324802" y="396621"/>
                </a:lnTo>
                <a:close/>
              </a:path>
              <a:path w="1786254" h="439420">
                <a:moveTo>
                  <a:pt x="440728" y="305079"/>
                </a:moveTo>
                <a:lnTo>
                  <a:pt x="388683" y="282790"/>
                </a:lnTo>
                <a:lnTo>
                  <a:pt x="344817" y="252501"/>
                </a:lnTo>
                <a:lnTo>
                  <a:pt x="309257" y="214172"/>
                </a:lnTo>
                <a:lnTo>
                  <a:pt x="282130" y="167830"/>
                </a:lnTo>
                <a:lnTo>
                  <a:pt x="356806" y="167830"/>
                </a:lnTo>
                <a:lnTo>
                  <a:pt x="356806" y="184594"/>
                </a:lnTo>
                <a:lnTo>
                  <a:pt x="390334" y="184594"/>
                </a:lnTo>
                <a:lnTo>
                  <a:pt x="390334" y="167830"/>
                </a:lnTo>
                <a:lnTo>
                  <a:pt x="390334" y="137350"/>
                </a:lnTo>
                <a:lnTo>
                  <a:pt x="390334" y="58000"/>
                </a:lnTo>
                <a:lnTo>
                  <a:pt x="390334" y="27520"/>
                </a:lnTo>
                <a:lnTo>
                  <a:pt x="356806" y="27520"/>
                </a:lnTo>
                <a:lnTo>
                  <a:pt x="356806" y="58000"/>
                </a:lnTo>
                <a:lnTo>
                  <a:pt x="356806" y="137350"/>
                </a:lnTo>
                <a:lnTo>
                  <a:pt x="99060" y="137350"/>
                </a:lnTo>
                <a:lnTo>
                  <a:pt x="99060" y="58000"/>
                </a:lnTo>
                <a:lnTo>
                  <a:pt x="356806" y="58000"/>
                </a:lnTo>
                <a:lnTo>
                  <a:pt x="356806" y="27520"/>
                </a:lnTo>
                <a:lnTo>
                  <a:pt x="64008" y="27520"/>
                </a:lnTo>
                <a:lnTo>
                  <a:pt x="64008" y="138874"/>
                </a:lnTo>
                <a:lnTo>
                  <a:pt x="61442" y="188277"/>
                </a:lnTo>
                <a:lnTo>
                  <a:pt x="53771" y="234111"/>
                </a:lnTo>
                <a:lnTo>
                  <a:pt x="40970" y="276440"/>
                </a:lnTo>
                <a:lnTo>
                  <a:pt x="23037" y="315353"/>
                </a:lnTo>
                <a:lnTo>
                  <a:pt x="0" y="350901"/>
                </a:lnTo>
                <a:lnTo>
                  <a:pt x="6515" y="358521"/>
                </a:lnTo>
                <a:lnTo>
                  <a:pt x="12954" y="365950"/>
                </a:lnTo>
                <a:lnTo>
                  <a:pt x="19291" y="372973"/>
                </a:lnTo>
                <a:lnTo>
                  <a:pt x="25908" y="379857"/>
                </a:lnTo>
                <a:lnTo>
                  <a:pt x="50038" y="342861"/>
                </a:lnTo>
                <a:lnTo>
                  <a:pt x="69342" y="303237"/>
                </a:lnTo>
                <a:lnTo>
                  <a:pt x="83731" y="260908"/>
                </a:lnTo>
                <a:lnTo>
                  <a:pt x="93154" y="215798"/>
                </a:lnTo>
                <a:lnTo>
                  <a:pt x="97536" y="167830"/>
                </a:lnTo>
                <a:lnTo>
                  <a:pt x="245465" y="167830"/>
                </a:lnTo>
                <a:lnTo>
                  <a:pt x="266903" y="212140"/>
                </a:lnTo>
                <a:lnTo>
                  <a:pt x="294551" y="251764"/>
                </a:lnTo>
                <a:lnTo>
                  <a:pt x="328409" y="286778"/>
                </a:lnTo>
                <a:lnTo>
                  <a:pt x="368503" y="317258"/>
                </a:lnTo>
                <a:lnTo>
                  <a:pt x="414820" y="343281"/>
                </a:lnTo>
                <a:lnTo>
                  <a:pt x="420789" y="333844"/>
                </a:lnTo>
                <a:lnTo>
                  <a:pt x="427202" y="324142"/>
                </a:lnTo>
                <a:lnTo>
                  <a:pt x="433882" y="314464"/>
                </a:lnTo>
                <a:lnTo>
                  <a:pt x="440728" y="305079"/>
                </a:lnTo>
                <a:close/>
              </a:path>
              <a:path w="1786254" h="439420">
                <a:moveTo>
                  <a:pt x="678662" y="44284"/>
                </a:moveTo>
                <a:lnTo>
                  <a:pt x="549021" y="44284"/>
                </a:lnTo>
                <a:lnTo>
                  <a:pt x="555612" y="33985"/>
                </a:lnTo>
                <a:lnTo>
                  <a:pt x="561784" y="23672"/>
                </a:lnTo>
                <a:lnTo>
                  <a:pt x="567664" y="13347"/>
                </a:lnTo>
                <a:lnTo>
                  <a:pt x="573405" y="3048"/>
                </a:lnTo>
                <a:lnTo>
                  <a:pt x="535216" y="3048"/>
                </a:lnTo>
                <a:lnTo>
                  <a:pt x="518045" y="31648"/>
                </a:lnTo>
                <a:lnTo>
                  <a:pt x="498436" y="57810"/>
                </a:lnTo>
                <a:lnTo>
                  <a:pt x="476275" y="81368"/>
                </a:lnTo>
                <a:lnTo>
                  <a:pt x="451383" y="102196"/>
                </a:lnTo>
                <a:lnTo>
                  <a:pt x="457593" y="109258"/>
                </a:lnTo>
                <a:lnTo>
                  <a:pt x="463956" y="116306"/>
                </a:lnTo>
                <a:lnTo>
                  <a:pt x="469392" y="122389"/>
                </a:lnTo>
                <a:lnTo>
                  <a:pt x="474243" y="128206"/>
                </a:lnTo>
                <a:lnTo>
                  <a:pt x="488823" y="115036"/>
                </a:lnTo>
                <a:lnTo>
                  <a:pt x="502818" y="100876"/>
                </a:lnTo>
                <a:lnTo>
                  <a:pt x="516255" y="85890"/>
                </a:lnTo>
                <a:lnTo>
                  <a:pt x="529120" y="70192"/>
                </a:lnTo>
                <a:lnTo>
                  <a:pt x="567309" y="70192"/>
                </a:lnTo>
                <a:lnTo>
                  <a:pt x="547497" y="85432"/>
                </a:lnTo>
                <a:lnTo>
                  <a:pt x="557504" y="96634"/>
                </a:lnTo>
                <a:lnTo>
                  <a:pt x="566928" y="107543"/>
                </a:lnTo>
                <a:lnTo>
                  <a:pt x="575792" y="118478"/>
                </a:lnTo>
                <a:lnTo>
                  <a:pt x="584073" y="129730"/>
                </a:lnTo>
                <a:lnTo>
                  <a:pt x="609981" y="109816"/>
                </a:lnTo>
                <a:lnTo>
                  <a:pt x="600837" y="99771"/>
                </a:lnTo>
                <a:lnTo>
                  <a:pt x="582549" y="80251"/>
                </a:lnTo>
                <a:lnTo>
                  <a:pt x="573405" y="70192"/>
                </a:lnTo>
                <a:lnTo>
                  <a:pt x="678662" y="70192"/>
                </a:lnTo>
                <a:lnTo>
                  <a:pt x="678662" y="44284"/>
                </a:lnTo>
                <a:close/>
              </a:path>
              <a:path w="1786254" h="439420">
                <a:moveTo>
                  <a:pt x="826579" y="320332"/>
                </a:moveTo>
                <a:lnTo>
                  <a:pt x="792962" y="320332"/>
                </a:lnTo>
                <a:lnTo>
                  <a:pt x="792962" y="346329"/>
                </a:lnTo>
                <a:lnTo>
                  <a:pt x="792962" y="390525"/>
                </a:lnTo>
                <a:lnTo>
                  <a:pt x="553593" y="390525"/>
                </a:lnTo>
                <a:lnTo>
                  <a:pt x="553593" y="346329"/>
                </a:lnTo>
                <a:lnTo>
                  <a:pt x="792962" y="346329"/>
                </a:lnTo>
                <a:lnTo>
                  <a:pt x="792962" y="320332"/>
                </a:lnTo>
                <a:lnTo>
                  <a:pt x="553593" y="320332"/>
                </a:lnTo>
                <a:lnTo>
                  <a:pt x="553593" y="286804"/>
                </a:lnTo>
                <a:lnTo>
                  <a:pt x="756386" y="286804"/>
                </a:lnTo>
                <a:lnTo>
                  <a:pt x="756386" y="298996"/>
                </a:lnTo>
                <a:lnTo>
                  <a:pt x="789914" y="298996"/>
                </a:lnTo>
                <a:lnTo>
                  <a:pt x="789914" y="286804"/>
                </a:lnTo>
                <a:lnTo>
                  <a:pt x="789914" y="260896"/>
                </a:lnTo>
                <a:lnTo>
                  <a:pt x="789914" y="219646"/>
                </a:lnTo>
                <a:lnTo>
                  <a:pt x="789914" y="192214"/>
                </a:lnTo>
                <a:lnTo>
                  <a:pt x="756386" y="192214"/>
                </a:lnTo>
                <a:lnTo>
                  <a:pt x="756386" y="219646"/>
                </a:lnTo>
                <a:lnTo>
                  <a:pt x="756386" y="260896"/>
                </a:lnTo>
                <a:lnTo>
                  <a:pt x="553593" y="260896"/>
                </a:lnTo>
                <a:lnTo>
                  <a:pt x="553593" y="219646"/>
                </a:lnTo>
                <a:lnTo>
                  <a:pt x="756386" y="219646"/>
                </a:lnTo>
                <a:lnTo>
                  <a:pt x="756386" y="192214"/>
                </a:lnTo>
                <a:lnTo>
                  <a:pt x="519976" y="192214"/>
                </a:lnTo>
                <a:lnTo>
                  <a:pt x="519976" y="436346"/>
                </a:lnTo>
                <a:lnTo>
                  <a:pt x="553593" y="436346"/>
                </a:lnTo>
                <a:lnTo>
                  <a:pt x="553593" y="417957"/>
                </a:lnTo>
                <a:lnTo>
                  <a:pt x="792962" y="417957"/>
                </a:lnTo>
                <a:lnTo>
                  <a:pt x="792962" y="434721"/>
                </a:lnTo>
                <a:lnTo>
                  <a:pt x="826579" y="434721"/>
                </a:lnTo>
                <a:lnTo>
                  <a:pt x="826579" y="417957"/>
                </a:lnTo>
                <a:lnTo>
                  <a:pt x="826579" y="390525"/>
                </a:lnTo>
                <a:lnTo>
                  <a:pt x="826579" y="346329"/>
                </a:lnTo>
                <a:lnTo>
                  <a:pt x="826579" y="320332"/>
                </a:lnTo>
                <a:close/>
              </a:path>
              <a:path w="1786254" h="439420">
                <a:moveTo>
                  <a:pt x="867727" y="131254"/>
                </a:moveTo>
                <a:lnTo>
                  <a:pt x="695426" y="131254"/>
                </a:lnTo>
                <a:lnTo>
                  <a:pt x="689444" y="120027"/>
                </a:lnTo>
                <a:lnTo>
                  <a:pt x="683044" y="109296"/>
                </a:lnTo>
                <a:lnTo>
                  <a:pt x="676300" y="98793"/>
                </a:lnTo>
                <a:lnTo>
                  <a:pt x="669417" y="88480"/>
                </a:lnTo>
                <a:lnTo>
                  <a:pt x="638937" y="100672"/>
                </a:lnTo>
                <a:lnTo>
                  <a:pt x="644347" y="109258"/>
                </a:lnTo>
                <a:lnTo>
                  <a:pt x="649224" y="117068"/>
                </a:lnTo>
                <a:lnTo>
                  <a:pt x="653516" y="124294"/>
                </a:lnTo>
                <a:lnTo>
                  <a:pt x="657225" y="131254"/>
                </a:lnTo>
                <a:lnTo>
                  <a:pt x="469671" y="131254"/>
                </a:lnTo>
                <a:lnTo>
                  <a:pt x="469671" y="199834"/>
                </a:lnTo>
                <a:lnTo>
                  <a:pt x="503199" y="199834"/>
                </a:lnTo>
                <a:lnTo>
                  <a:pt x="503199" y="160210"/>
                </a:lnTo>
                <a:lnTo>
                  <a:pt x="834199" y="160210"/>
                </a:lnTo>
                <a:lnTo>
                  <a:pt x="834199" y="199834"/>
                </a:lnTo>
                <a:lnTo>
                  <a:pt x="867727" y="199834"/>
                </a:lnTo>
                <a:lnTo>
                  <a:pt x="867727" y="160210"/>
                </a:lnTo>
                <a:lnTo>
                  <a:pt x="867727" y="131254"/>
                </a:lnTo>
                <a:close/>
              </a:path>
              <a:path w="1786254" h="439420">
                <a:moveTo>
                  <a:pt x="886015" y="44284"/>
                </a:moveTo>
                <a:lnTo>
                  <a:pt x="747242" y="44284"/>
                </a:lnTo>
                <a:lnTo>
                  <a:pt x="752043" y="33985"/>
                </a:lnTo>
                <a:lnTo>
                  <a:pt x="762241" y="13347"/>
                </a:lnTo>
                <a:lnTo>
                  <a:pt x="767054" y="3048"/>
                </a:lnTo>
                <a:lnTo>
                  <a:pt x="728954" y="3048"/>
                </a:lnTo>
                <a:lnTo>
                  <a:pt x="718070" y="27127"/>
                </a:lnTo>
                <a:lnTo>
                  <a:pt x="705904" y="49047"/>
                </a:lnTo>
                <a:lnTo>
                  <a:pt x="692302" y="68935"/>
                </a:lnTo>
                <a:lnTo>
                  <a:pt x="677138" y="86956"/>
                </a:lnTo>
                <a:lnTo>
                  <a:pt x="685711" y="92659"/>
                </a:lnTo>
                <a:lnTo>
                  <a:pt x="693140" y="98196"/>
                </a:lnTo>
                <a:lnTo>
                  <a:pt x="699427" y="103466"/>
                </a:lnTo>
                <a:lnTo>
                  <a:pt x="704570" y="108292"/>
                </a:lnTo>
                <a:lnTo>
                  <a:pt x="711403" y="99771"/>
                </a:lnTo>
                <a:lnTo>
                  <a:pt x="718096" y="90385"/>
                </a:lnTo>
                <a:lnTo>
                  <a:pt x="724496" y="80441"/>
                </a:lnTo>
                <a:lnTo>
                  <a:pt x="730478" y="70192"/>
                </a:lnTo>
                <a:lnTo>
                  <a:pt x="768578" y="70192"/>
                </a:lnTo>
                <a:lnTo>
                  <a:pt x="748766" y="83908"/>
                </a:lnTo>
                <a:lnTo>
                  <a:pt x="758736" y="96202"/>
                </a:lnTo>
                <a:lnTo>
                  <a:pt x="768007" y="107924"/>
                </a:lnTo>
                <a:lnTo>
                  <a:pt x="776401" y="119100"/>
                </a:lnTo>
                <a:lnTo>
                  <a:pt x="783818" y="129730"/>
                </a:lnTo>
                <a:lnTo>
                  <a:pt x="809726" y="109816"/>
                </a:lnTo>
                <a:lnTo>
                  <a:pt x="801458" y="99771"/>
                </a:lnTo>
                <a:lnTo>
                  <a:pt x="792772" y="90004"/>
                </a:lnTo>
                <a:lnTo>
                  <a:pt x="783793" y="80251"/>
                </a:lnTo>
                <a:lnTo>
                  <a:pt x="774674" y="70192"/>
                </a:lnTo>
                <a:lnTo>
                  <a:pt x="886015" y="70192"/>
                </a:lnTo>
                <a:lnTo>
                  <a:pt x="886015" y="44284"/>
                </a:lnTo>
                <a:close/>
              </a:path>
              <a:path w="1786254" h="439420">
                <a:moveTo>
                  <a:pt x="1316075" y="308140"/>
                </a:moveTo>
                <a:lnTo>
                  <a:pt x="1306690" y="305587"/>
                </a:lnTo>
                <a:lnTo>
                  <a:pt x="1297025" y="302615"/>
                </a:lnTo>
                <a:lnTo>
                  <a:pt x="1287348" y="299351"/>
                </a:lnTo>
                <a:lnTo>
                  <a:pt x="1277975" y="295948"/>
                </a:lnTo>
                <a:lnTo>
                  <a:pt x="1276565" y="315417"/>
                </a:lnTo>
                <a:lnTo>
                  <a:pt x="1270355" y="361569"/>
                </a:lnTo>
                <a:lnTo>
                  <a:pt x="1236827" y="387477"/>
                </a:lnTo>
                <a:lnTo>
                  <a:pt x="1044613" y="387477"/>
                </a:lnTo>
                <a:lnTo>
                  <a:pt x="1033487" y="385762"/>
                </a:lnTo>
                <a:lnTo>
                  <a:pt x="1025372" y="380619"/>
                </a:lnTo>
                <a:lnTo>
                  <a:pt x="1020394" y="372046"/>
                </a:lnTo>
                <a:lnTo>
                  <a:pt x="1018705" y="360045"/>
                </a:lnTo>
                <a:lnTo>
                  <a:pt x="1018705" y="294424"/>
                </a:lnTo>
                <a:lnTo>
                  <a:pt x="1062418" y="280682"/>
                </a:lnTo>
                <a:lnTo>
                  <a:pt x="1106538" y="265341"/>
                </a:lnTo>
                <a:lnTo>
                  <a:pt x="1151001" y="248310"/>
                </a:lnTo>
                <a:lnTo>
                  <a:pt x="1195717" y="229476"/>
                </a:lnTo>
                <a:lnTo>
                  <a:pt x="1240599" y="208775"/>
                </a:lnTo>
                <a:lnTo>
                  <a:pt x="1285595" y="186118"/>
                </a:lnTo>
                <a:lnTo>
                  <a:pt x="1264259" y="155638"/>
                </a:lnTo>
                <a:lnTo>
                  <a:pt x="1217041" y="180898"/>
                </a:lnTo>
                <a:lnTo>
                  <a:pt x="1168806" y="203682"/>
                </a:lnTo>
                <a:lnTo>
                  <a:pt x="1119632" y="224066"/>
                </a:lnTo>
                <a:lnTo>
                  <a:pt x="1069568" y="242087"/>
                </a:lnTo>
                <a:lnTo>
                  <a:pt x="1018705" y="257848"/>
                </a:lnTo>
                <a:lnTo>
                  <a:pt x="1018705" y="143446"/>
                </a:lnTo>
                <a:lnTo>
                  <a:pt x="983653" y="143446"/>
                </a:lnTo>
                <a:lnTo>
                  <a:pt x="983653" y="364617"/>
                </a:lnTo>
                <a:lnTo>
                  <a:pt x="987056" y="388620"/>
                </a:lnTo>
                <a:lnTo>
                  <a:pt x="997178" y="405765"/>
                </a:lnTo>
                <a:lnTo>
                  <a:pt x="1013866" y="416052"/>
                </a:lnTo>
                <a:lnTo>
                  <a:pt x="1036993" y="419481"/>
                </a:lnTo>
                <a:lnTo>
                  <a:pt x="1244447" y="419481"/>
                </a:lnTo>
                <a:lnTo>
                  <a:pt x="1268107" y="416623"/>
                </a:lnTo>
                <a:lnTo>
                  <a:pt x="1286357" y="408051"/>
                </a:lnTo>
                <a:lnTo>
                  <a:pt x="1298879" y="393763"/>
                </a:lnTo>
                <a:lnTo>
                  <a:pt x="1300924" y="387477"/>
                </a:lnTo>
                <a:lnTo>
                  <a:pt x="1305407" y="373761"/>
                </a:lnTo>
                <a:lnTo>
                  <a:pt x="1307706" y="362026"/>
                </a:lnTo>
                <a:lnTo>
                  <a:pt x="1310170" y="347268"/>
                </a:lnTo>
                <a:lnTo>
                  <a:pt x="1312900" y="329361"/>
                </a:lnTo>
                <a:lnTo>
                  <a:pt x="1316075" y="308140"/>
                </a:lnTo>
                <a:close/>
              </a:path>
              <a:path w="1786254" h="439420">
                <a:moveTo>
                  <a:pt x="1319123" y="64096"/>
                </a:moveTo>
                <a:lnTo>
                  <a:pt x="1130046" y="64096"/>
                </a:lnTo>
                <a:lnTo>
                  <a:pt x="1152906" y="51904"/>
                </a:lnTo>
                <a:lnTo>
                  <a:pt x="1144003" y="37579"/>
                </a:lnTo>
                <a:lnTo>
                  <a:pt x="1135380" y="24244"/>
                </a:lnTo>
                <a:lnTo>
                  <a:pt x="1126756" y="11760"/>
                </a:lnTo>
                <a:lnTo>
                  <a:pt x="1117854" y="0"/>
                </a:lnTo>
                <a:lnTo>
                  <a:pt x="1087285" y="19812"/>
                </a:lnTo>
                <a:lnTo>
                  <a:pt x="1101839" y="41427"/>
                </a:lnTo>
                <a:lnTo>
                  <a:pt x="1109230" y="52692"/>
                </a:lnTo>
                <a:lnTo>
                  <a:pt x="1116330" y="64096"/>
                </a:lnTo>
                <a:lnTo>
                  <a:pt x="918019" y="64096"/>
                </a:lnTo>
                <a:lnTo>
                  <a:pt x="918019" y="146494"/>
                </a:lnTo>
                <a:lnTo>
                  <a:pt x="954684" y="146494"/>
                </a:lnTo>
                <a:lnTo>
                  <a:pt x="954684" y="97624"/>
                </a:lnTo>
                <a:lnTo>
                  <a:pt x="1282547" y="97624"/>
                </a:lnTo>
                <a:lnTo>
                  <a:pt x="1282547" y="146494"/>
                </a:lnTo>
                <a:lnTo>
                  <a:pt x="1319123" y="146494"/>
                </a:lnTo>
                <a:lnTo>
                  <a:pt x="1319123" y="97624"/>
                </a:lnTo>
                <a:lnTo>
                  <a:pt x="1319123" y="64096"/>
                </a:lnTo>
                <a:close/>
              </a:path>
              <a:path w="1786254" h="439420">
                <a:moveTo>
                  <a:pt x="1714119" y="21424"/>
                </a:moveTo>
                <a:lnTo>
                  <a:pt x="1680591" y="21424"/>
                </a:lnTo>
                <a:lnTo>
                  <a:pt x="1680591" y="51917"/>
                </a:lnTo>
                <a:lnTo>
                  <a:pt x="1680591" y="90017"/>
                </a:lnTo>
                <a:lnTo>
                  <a:pt x="1680591" y="118973"/>
                </a:lnTo>
                <a:lnTo>
                  <a:pt x="1680591" y="157162"/>
                </a:lnTo>
                <a:lnTo>
                  <a:pt x="1450276" y="157162"/>
                </a:lnTo>
                <a:lnTo>
                  <a:pt x="1450276" y="118973"/>
                </a:lnTo>
                <a:lnTo>
                  <a:pt x="1680591" y="118973"/>
                </a:lnTo>
                <a:lnTo>
                  <a:pt x="1680591" y="90017"/>
                </a:lnTo>
                <a:lnTo>
                  <a:pt x="1450276" y="90017"/>
                </a:lnTo>
                <a:lnTo>
                  <a:pt x="1450276" y="51917"/>
                </a:lnTo>
                <a:lnTo>
                  <a:pt x="1680591" y="51917"/>
                </a:lnTo>
                <a:lnTo>
                  <a:pt x="1680591" y="21424"/>
                </a:lnTo>
                <a:lnTo>
                  <a:pt x="1416748" y="21424"/>
                </a:lnTo>
                <a:lnTo>
                  <a:pt x="1416748" y="204406"/>
                </a:lnTo>
                <a:lnTo>
                  <a:pt x="1450276" y="204406"/>
                </a:lnTo>
                <a:lnTo>
                  <a:pt x="1450276" y="186118"/>
                </a:lnTo>
                <a:lnTo>
                  <a:pt x="1680591" y="186118"/>
                </a:lnTo>
                <a:lnTo>
                  <a:pt x="1680591" y="204406"/>
                </a:lnTo>
                <a:lnTo>
                  <a:pt x="1714119" y="204406"/>
                </a:lnTo>
                <a:lnTo>
                  <a:pt x="1714119" y="186118"/>
                </a:lnTo>
                <a:lnTo>
                  <a:pt x="1714119" y="157162"/>
                </a:lnTo>
                <a:lnTo>
                  <a:pt x="1714119" y="118973"/>
                </a:lnTo>
                <a:lnTo>
                  <a:pt x="1714119" y="90017"/>
                </a:lnTo>
                <a:lnTo>
                  <a:pt x="1714119" y="51917"/>
                </a:lnTo>
                <a:lnTo>
                  <a:pt x="1714119" y="21424"/>
                </a:lnTo>
                <a:close/>
              </a:path>
              <a:path w="1786254" h="439420">
                <a:moveTo>
                  <a:pt x="1785848" y="387477"/>
                </a:moveTo>
                <a:lnTo>
                  <a:pt x="1731505" y="389216"/>
                </a:lnTo>
                <a:lnTo>
                  <a:pt x="1685886" y="389890"/>
                </a:lnTo>
                <a:lnTo>
                  <a:pt x="1633715" y="389839"/>
                </a:lnTo>
                <a:lnTo>
                  <a:pt x="1590586" y="389001"/>
                </a:lnTo>
                <a:lnTo>
                  <a:pt x="1590586" y="387477"/>
                </a:lnTo>
                <a:lnTo>
                  <a:pt x="1590586" y="327952"/>
                </a:lnTo>
                <a:lnTo>
                  <a:pt x="1746123" y="327952"/>
                </a:lnTo>
                <a:lnTo>
                  <a:pt x="1746123" y="298996"/>
                </a:lnTo>
                <a:lnTo>
                  <a:pt x="1590586" y="298996"/>
                </a:lnTo>
                <a:lnTo>
                  <a:pt x="1590586" y="254800"/>
                </a:lnTo>
                <a:lnTo>
                  <a:pt x="1776603" y="254800"/>
                </a:lnTo>
                <a:lnTo>
                  <a:pt x="1776603" y="224218"/>
                </a:lnTo>
                <a:lnTo>
                  <a:pt x="1355686" y="224218"/>
                </a:lnTo>
                <a:lnTo>
                  <a:pt x="1355686" y="254800"/>
                </a:lnTo>
                <a:lnTo>
                  <a:pt x="1555534" y="254800"/>
                </a:lnTo>
                <a:lnTo>
                  <a:pt x="1555534" y="387477"/>
                </a:lnTo>
                <a:lnTo>
                  <a:pt x="1497380" y="365556"/>
                </a:lnTo>
                <a:lnTo>
                  <a:pt x="1456372" y="321856"/>
                </a:lnTo>
                <a:lnTo>
                  <a:pt x="1460677" y="311543"/>
                </a:lnTo>
                <a:lnTo>
                  <a:pt x="1464564" y="301091"/>
                </a:lnTo>
                <a:lnTo>
                  <a:pt x="1468158" y="290347"/>
                </a:lnTo>
                <a:lnTo>
                  <a:pt x="1471612" y="279184"/>
                </a:lnTo>
                <a:lnTo>
                  <a:pt x="1438084" y="268516"/>
                </a:lnTo>
                <a:lnTo>
                  <a:pt x="1422895" y="313448"/>
                </a:lnTo>
                <a:lnTo>
                  <a:pt x="1402257" y="352221"/>
                </a:lnTo>
                <a:lnTo>
                  <a:pt x="1375892" y="384975"/>
                </a:lnTo>
                <a:lnTo>
                  <a:pt x="1343494" y="411861"/>
                </a:lnTo>
                <a:lnTo>
                  <a:pt x="1349832" y="418934"/>
                </a:lnTo>
                <a:lnTo>
                  <a:pt x="1355305" y="426161"/>
                </a:lnTo>
                <a:lnTo>
                  <a:pt x="1360220" y="433120"/>
                </a:lnTo>
                <a:lnTo>
                  <a:pt x="1364830" y="439394"/>
                </a:lnTo>
                <a:lnTo>
                  <a:pt x="1386865" y="421906"/>
                </a:lnTo>
                <a:lnTo>
                  <a:pt x="1407020" y="401586"/>
                </a:lnTo>
                <a:lnTo>
                  <a:pt x="1425155" y="378434"/>
                </a:lnTo>
                <a:lnTo>
                  <a:pt x="1441132" y="352425"/>
                </a:lnTo>
                <a:lnTo>
                  <a:pt x="1464894" y="382435"/>
                </a:lnTo>
                <a:lnTo>
                  <a:pt x="1531861" y="416725"/>
                </a:lnTo>
                <a:lnTo>
                  <a:pt x="1575346" y="421005"/>
                </a:lnTo>
                <a:lnTo>
                  <a:pt x="1772031" y="422529"/>
                </a:lnTo>
                <a:lnTo>
                  <a:pt x="1775244" y="414261"/>
                </a:lnTo>
                <a:lnTo>
                  <a:pt x="1778330" y="405574"/>
                </a:lnTo>
                <a:lnTo>
                  <a:pt x="1781721" y="396595"/>
                </a:lnTo>
                <a:lnTo>
                  <a:pt x="1784718" y="389953"/>
                </a:lnTo>
                <a:lnTo>
                  <a:pt x="1785848" y="3874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297584" y="5857595"/>
            <a:ext cx="1316355" cy="434975"/>
          </a:xfrm>
          <a:custGeom>
            <a:avLst/>
            <a:gdLst/>
            <a:ahLst/>
            <a:cxnLst/>
            <a:rect l="l" t="t" r="r" b="b"/>
            <a:pathLst>
              <a:path w="1316355" h="434975">
                <a:moveTo>
                  <a:pt x="372148" y="237934"/>
                </a:moveTo>
                <a:lnTo>
                  <a:pt x="337096" y="237934"/>
                </a:lnTo>
                <a:lnTo>
                  <a:pt x="337096" y="269938"/>
                </a:lnTo>
                <a:lnTo>
                  <a:pt x="337096" y="372148"/>
                </a:lnTo>
                <a:lnTo>
                  <a:pt x="100685" y="372148"/>
                </a:lnTo>
                <a:lnTo>
                  <a:pt x="100685" y="269938"/>
                </a:lnTo>
                <a:lnTo>
                  <a:pt x="337096" y="269938"/>
                </a:lnTo>
                <a:lnTo>
                  <a:pt x="337096" y="237934"/>
                </a:lnTo>
                <a:lnTo>
                  <a:pt x="65633" y="237934"/>
                </a:lnTo>
                <a:lnTo>
                  <a:pt x="65633" y="434721"/>
                </a:lnTo>
                <a:lnTo>
                  <a:pt x="100685" y="434721"/>
                </a:lnTo>
                <a:lnTo>
                  <a:pt x="100685" y="404152"/>
                </a:lnTo>
                <a:lnTo>
                  <a:pt x="337096" y="404152"/>
                </a:lnTo>
                <a:lnTo>
                  <a:pt x="337096" y="433197"/>
                </a:lnTo>
                <a:lnTo>
                  <a:pt x="372148" y="433197"/>
                </a:lnTo>
                <a:lnTo>
                  <a:pt x="372148" y="404152"/>
                </a:lnTo>
                <a:lnTo>
                  <a:pt x="372148" y="372148"/>
                </a:lnTo>
                <a:lnTo>
                  <a:pt x="372148" y="269938"/>
                </a:lnTo>
                <a:lnTo>
                  <a:pt x="372148" y="237934"/>
                </a:lnTo>
                <a:close/>
              </a:path>
              <a:path w="1316355" h="434975">
                <a:moveTo>
                  <a:pt x="437769" y="161632"/>
                </a:moveTo>
                <a:lnTo>
                  <a:pt x="431076" y="158584"/>
                </a:lnTo>
                <a:lnTo>
                  <a:pt x="417703" y="152488"/>
                </a:lnTo>
                <a:lnTo>
                  <a:pt x="391248" y="140436"/>
                </a:lnTo>
                <a:lnTo>
                  <a:pt x="348678" y="115354"/>
                </a:lnTo>
                <a:lnTo>
                  <a:pt x="337096" y="106730"/>
                </a:lnTo>
                <a:lnTo>
                  <a:pt x="337096" y="152488"/>
                </a:lnTo>
                <a:lnTo>
                  <a:pt x="103733" y="152488"/>
                </a:lnTo>
                <a:lnTo>
                  <a:pt x="137693" y="126149"/>
                </a:lnTo>
                <a:lnTo>
                  <a:pt x="168541" y="99491"/>
                </a:lnTo>
                <a:lnTo>
                  <a:pt x="195961" y="72263"/>
                </a:lnTo>
                <a:lnTo>
                  <a:pt x="219646" y="44196"/>
                </a:lnTo>
                <a:lnTo>
                  <a:pt x="246557" y="74193"/>
                </a:lnTo>
                <a:lnTo>
                  <a:pt x="274904" y="102349"/>
                </a:lnTo>
                <a:lnTo>
                  <a:pt x="304977" y="128498"/>
                </a:lnTo>
                <a:lnTo>
                  <a:pt x="337096" y="152488"/>
                </a:lnTo>
                <a:lnTo>
                  <a:pt x="337096" y="106730"/>
                </a:lnTo>
                <a:lnTo>
                  <a:pt x="310007" y="86525"/>
                </a:lnTo>
                <a:lnTo>
                  <a:pt x="275145" y="54114"/>
                </a:lnTo>
                <a:lnTo>
                  <a:pt x="266522" y="44196"/>
                </a:lnTo>
                <a:lnTo>
                  <a:pt x="244030" y="18288"/>
                </a:lnTo>
                <a:lnTo>
                  <a:pt x="253174" y="6096"/>
                </a:lnTo>
                <a:lnTo>
                  <a:pt x="204406" y="6096"/>
                </a:lnTo>
                <a:lnTo>
                  <a:pt x="174231" y="43256"/>
                </a:lnTo>
                <a:lnTo>
                  <a:pt x="138633" y="78016"/>
                </a:lnTo>
                <a:lnTo>
                  <a:pt x="97663" y="110502"/>
                </a:lnTo>
                <a:lnTo>
                  <a:pt x="51435" y="140881"/>
                </a:lnTo>
                <a:lnTo>
                  <a:pt x="0" y="169252"/>
                </a:lnTo>
                <a:lnTo>
                  <a:pt x="6553" y="178142"/>
                </a:lnTo>
                <a:lnTo>
                  <a:pt x="12395" y="186601"/>
                </a:lnTo>
                <a:lnTo>
                  <a:pt x="17399" y="194805"/>
                </a:lnTo>
                <a:lnTo>
                  <a:pt x="21424" y="202882"/>
                </a:lnTo>
                <a:lnTo>
                  <a:pt x="39433" y="192544"/>
                </a:lnTo>
                <a:lnTo>
                  <a:pt x="56857" y="182219"/>
                </a:lnTo>
                <a:lnTo>
                  <a:pt x="73723" y="171932"/>
                </a:lnTo>
                <a:lnTo>
                  <a:pt x="90017" y="161632"/>
                </a:lnTo>
                <a:lnTo>
                  <a:pt x="90017" y="182968"/>
                </a:lnTo>
                <a:lnTo>
                  <a:pt x="346240" y="182968"/>
                </a:lnTo>
                <a:lnTo>
                  <a:pt x="346240" y="161632"/>
                </a:lnTo>
                <a:lnTo>
                  <a:pt x="346240" y="158584"/>
                </a:lnTo>
                <a:lnTo>
                  <a:pt x="362521" y="168617"/>
                </a:lnTo>
                <a:lnTo>
                  <a:pt x="379260" y="178142"/>
                </a:lnTo>
                <a:lnTo>
                  <a:pt x="396811" y="187528"/>
                </a:lnTo>
                <a:lnTo>
                  <a:pt x="414820" y="196684"/>
                </a:lnTo>
                <a:lnTo>
                  <a:pt x="419671" y="188429"/>
                </a:lnTo>
                <a:lnTo>
                  <a:pt x="425107" y="179730"/>
                </a:lnTo>
                <a:lnTo>
                  <a:pt x="431139" y="170764"/>
                </a:lnTo>
                <a:lnTo>
                  <a:pt x="437769" y="161632"/>
                </a:lnTo>
                <a:close/>
              </a:path>
              <a:path w="1316355" h="434975">
                <a:moveTo>
                  <a:pt x="549021" y="259270"/>
                </a:moveTo>
                <a:lnTo>
                  <a:pt x="539902" y="254965"/>
                </a:lnTo>
                <a:lnTo>
                  <a:pt x="530923" y="251079"/>
                </a:lnTo>
                <a:lnTo>
                  <a:pt x="513969" y="244030"/>
                </a:lnTo>
                <a:lnTo>
                  <a:pt x="499986" y="289826"/>
                </a:lnTo>
                <a:lnTo>
                  <a:pt x="485584" y="333476"/>
                </a:lnTo>
                <a:lnTo>
                  <a:pt x="470890" y="375107"/>
                </a:lnTo>
                <a:lnTo>
                  <a:pt x="456057" y="414909"/>
                </a:lnTo>
                <a:lnTo>
                  <a:pt x="494157" y="427101"/>
                </a:lnTo>
                <a:lnTo>
                  <a:pt x="506158" y="388200"/>
                </a:lnTo>
                <a:lnTo>
                  <a:pt x="519303" y="347192"/>
                </a:lnTo>
                <a:lnTo>
                  <a:pt x="533590" y="304165"/>
                </a:lnTo>
                <a:lnTo>
                  <a:pt x="549021" y="259270"/>
                </a:lnTo>
                <a:close/>
              </a:path>
              <a:path w="1316355" h="434975">
                <a:moveTo>
                  <a:pt x="549021" y="178396"/>
                </a:moveTo>
                <a:lnTo>
                  <a:pt x="527011" y="160972"/>
                </a:lnTo>
                <a:lnTo>
                  <a:pt x="506730" y="145249"/>
                </a:lnTo>
                <a:lnTo>
                  <a:pt x="488149" y="131254"/>
                </a:lnTo>
                <a:lnTo>
                  <a:pt x="471297" y="118960"/>
                </a:lnTo>
                <a:lnTo>
                  <a:pt x="449961" y="143344"/>
                </a:lnTo>
                <a:lnTo>
                  <a:pt x="463105" y="154190"/>
                </a:lnTo>
                <a:lnTo>
                  <a:pt x="479679" y="168313"/>
                </a:lnTo>
                <a:lnTo>
                  <a:pt x="523113" y="205930"/>
                </a:lnTo>
                <a:lnTo>
                  <a:pt x="528015" y="200736"/>
                </a:lnTo>
                <a:lnTo>
                  <a:pt x="533781" y="194411"/>
                </a:lnTo>
                <a:lnTo>
                  <a:pt x="540689" y="186982"/>
                </a:lnTo>
                <a:lnTo>
                  <a:pt x="549021" y="178396"/>
                </a:lnTo>
                <a:close/>
              </a:path>
              <a:path w="1316355" h="434975">
                <a:moveTo>
                  <a:pt x="564261" y="68580"/>
                </a:moveTo>
                <a:lnTo>
                  <a:pt x="505752" y="19710"/>
                </a:lnTo>
                <a:lnTo>
                  <a:pt x="488061" y="4572"/>
                </a:lnTo>
                <a:lnTo>
                  <a:pt x="465201" y="28956"/>
                </a:lnTo>
                <a:lnTo>
                  <a:pt x="481774" y="43510"/>
                </a:lnTo>
                <a:lnTo>
                  <a:pt x="499491" y="59626"/>
                </a:lnTo>
                <a:lnTo>
                  <a:pt x="518350" y="77177"/>
                </a:lnTo>
                <a:lnTo>
                  <a:pt x="538353" y="96012"/>
                </a:lnTo>
                <a:lnTo>
                  <a:pt x="543471" y="90004"/>
                </a:lnTo>
                <a:lnTo>
                  <a:pt x="549592" y="83439"/>
                </a:lnTo>
                <a:lnTo>
                  <a:pt x="556564" y="76288"/>
                </a:lnTo>
                <a:lnTo>
                  <a:pt x="564261" y="68580"/>
                </a:lnTo>
                <a:close/>
              </a:path>
              <a:path w="1316355" h="434975">
                <a:moveTo>
                  <a:pt x="884593" y="204406"/>
                </a:moveTo>
                <a:lnTo>
                  <a:pt x="741235" y="204406"/>
                </a:lnTo>
                <a:lnTo>
                  <a:pt x="741235" y="111340"/>
                </a:lnTo>
                <a:lnTo>
                  <a:pt x="863257" y="111340"/>
                </a:lnTo>
                <a:lnTo>
                  <a:pt x="863257" y="79248"/>
                </a:lnTo>
                <a:lnTo>
                  <a:pt x="741235" y="79248"/>
                </a:lnTo>
                <a:lnTo>
                  <a:pt x="741235" y="0"/>
                </a:lnTo>
                <a:lnTo>
                  <a:pt x="707605" y="0"/>
                </a:lnTo>
                <a:lnTo>
                  <a:pt x="707605" y="79248"/>
                </a:lnTo>
                <a:lnTo>
                  <a:pt x="590257" y="79248"/>
                </a:lnTo>
                <a:lnTo>
                  <a:pt x="590257" y="111340"/>
                </a:lnTo>
                <a:lnTo>
                  <a:pt x="707605" y="111340"/>
                </a:lnTo>
                <a:lnTo>
                  <a:pt x="707605" y="204406"/>
                </a:lnTo>
                <a:lnTo>
                  <a:pt x="568833" y="204406"/>
                </a:lnTo>
                <a:lnTo>
                  <a:pt x="568833" y="234886"/>
                </a:lnTo>
                <a:lnTo>
                  <a:pt x="684745" y="234886"/>
                </a:lnTo>
                <a:lnTo>
                  <a:pt x="671918" y="257467"/>
                </a:lnTo>
                <a:lnTo>
                  <a:pt x="645109" y="300939"/>
                </a:lnTo>
                <a:lnTo>
                  <a:pt x="617689" y="339801"/>
                </a:lnTo>
                <a:lnTo>
                  <a:pt x="576541" y="373672"/>
                </a:lnTo>
                <a:lnTo>
                  <a:pt x="593305" y="411861"/>
                </a:lnTo>
                <a:lnTo>
                  <a:pt x="637552" y="407212"/>
                </a:lnTo>
                <a:lnTo>
                  <a:pt x="817435" y="391960"/>
                </a:lnTo>
                <a:lnTo>
                  <a:pt x="824026" y="401370"/>
                </a:lnTo>
                <a:lnTo>
                  <a:pt x="830199" y="411238"/>
                </a:lnTo>
                <a:lnTo>
                  <a:pt x="835964" y="421195"/>
                </a:lnTo>
                <a:lnTo>
                  <a:pt x="841819" y="431673"/>
                </a:lnTo>
                <a:lnTo>
                  <a:pt x="850785" y="426224"/>
                </a:lnTo>
                <a:lnTo>
                  <a:pt x="859434" y="421195"/>
                </a:lnTo>
                <a:lnTo>
                  <a:pt x="868057" y="416458"/>
                </a:lnTo>
                <a:lnTo>
                  <a:pt x="876973" y="411861"/>
                </a:lnTo>
                <a:lnTo>
                  <a:pt x="863701" y="391960"/>
                </a:lnTo>
                <a:lnTo>
                  <a:pt x="851496" y="373672"/>
                </a:lnTo>
                <a:lnTo>
                  <a:pt x="829449" y="340906"/>
                </a:lnTo>
                <a:lnTo>
                  <a:pt x="807224" y="308851"/>
                </a:lnTo>
                <a:lnTo>
                  <a:pt x="785431" y="279082"/>
                </a:lnTo>
                <a:lnTo>
                  <a:pt x="756475" y="297370"/>
                </a:lnTo>
                <a:lnTo>
                  <a:pt x="767003" y="312597"/>
                </a:lnTo>
                <a:lnTo>
                  <a:pt x="777811" y="328510"/>
                </a:lnTo>
                <a:lnTo>
                  <a:pt x="788619" y="345262"/>
                </a:lnTo>
                <a:lnTo>
                  <a:pt x="799147" y="363004"/>
                </a:lnTo>
                <a:lnTo>
                  <a:pt x="716038" y="369481"/>
                </a:lnTo>
                <a:lnTo>
                  <a:pt x="674331" y="371995"/>
                </a:lnTo>
                <a:lnTo>
                  <a:pt x="632929" y="373672"/>
                </a:lnTo>
                <a:lnTo>
                  <a:pt x="656082" y="343623"/>
                </a:lnTo>
                <a:lnTo>
                  <a:pt x="679805" y="310565"/>
                </a:lnTo>
                <a:lnTo>
                  <a:pt x="704126" y="274358"/>
                </a:lnTo>
                <a:lnTo>
                  <a:pt x="729043" y="234886"/>
                </a:lnTo>
                <a:lnTo>
                  <a:pt x="884593" y="234886"/>
                </a:lnTo>
                <a:lnTo>
                  <a:pt x="884593" y="204406"/>
                </a:lnTo>
                <a:close/>
              </a:path>
              <a:path w="1316355" h="434975">
                <a:moveTo>
                  <a:pt x="1085850" y="71628"/>
                </a:moveTo>
                <a:lnTo>
                  <a:pt x="1050798" y="71628"/>
                </a:lnTo>
                <a:lnTo>
                  <a:pt x="1050798" y="105257"/>
                </a:lnTo>
                <a:lnTo>
                  <a:pt x="1050798" y="212026"/>
                </a:lnTo>
                <a:lnTo>
                  <a:pt x="1050798" y="242506"/>
                </a:lnTo>
                <a:lnTo>
                  <a:pt x="1050798" y="353860"/>
                </a:lnTo>
                <a:lnTo>
                  <a:pt x="951649" y="353860"/>
                </a:lnTo>
                <a:lnTo>
                  <a:pt x="951649" y="242506"/>
                </a:lnTo>
                <a:lnTo>
                  <a:pt x="1050798" y="242506"/>
                </a:lnTo>
                <a:lnTo>
                  <a:pt x="1050798" y="212026"/>
                </a:lnTo>
                <a:lnTo>
                  <a:pt x="951649" y="212026"/>
                </a:lnTo>
                <a:lnTo>
                  <a:pt x="951649" y="105257"/>
                </a:lnTo>
                <a:lnTo>
                  <a:pt x="1050798" y="105257"/>
                </a:lnTo>
                <a:lnTo>
                  <a:pt x="1050798" y="71628"/>
                </a:lnTo>
                <a:lnTo>
                  <a:pt x="997458" y="71628"/>
                </a:lnTo>
                <a:lnTo>
                  <a:pt x="1004316" y="57365"/>
                </a:lnTo>
                <a:lnTo>
                  <a:pt x="1011174" y="42100"/>
                </a:lnTo>
                <a:lnTo>
                  <a:pt x="1018032" y="25984"/>
                </a:lnTo>
                <a:lnTo>
                  <a:pt x="1024890" y="9144"/>
                </a:lnTo>
                <a:lnTo>
                  <a:pt x="988225" y="0"/>
                </a:lnTo>
                <a:lnTo>
                  <a:pt x="982218" y="16548"/>
                </a:lnTo>
                <a:lnTo>
                  <a:pt x="975652" y="34099"/>
                </a:lnTo>
                <a:lnTo>
                  <a:pt x="968502" y="52501"/>
                </a:lnTo>
                <a:lnTo>
                  <a:pt x="960793" y="71628"/>
                </a:lnTo>
                <a:lnTo>
                  <a:pt x="916597" y="71628"/>
                </a:lnTo>
                <a:lnTo>
                  <a:pt x="916597" y="424053"/>
                </a:lnTo>
                <a:lnTo>
                  <a:pt x="951649" y="424053"/>
                </a:lnTo>
                <a:lnTo>
                  <a:pt x="951649" y="387388"/>
                </a:lnTo>
                <a:lnTo>
                  <a:pt x="1050798" y="387388"/>
                </a:lnTo>
                <a:lnTo>
                  <a:pt x="1050798" y="421005"/>
                </a:lnTo>
                <a:lnTo>
                  <a:pt x="1085850" y="421005"/>
                </a:lnTo>
                <a:lnTo>
                  <a:pt x="1085850" y="387388"/>
                </a:lnTo>
                <a:lnTo>
                  <a:pt x="1085850" y="353860"/>
                </a:lnTo>
                <a:lnTo>
                  <a:pt x="1085850" y="242506"/>
                </a:lnTo>
                <a:lnTo>
                  <a:pt x="1085850" y="212026"/>
                </a:lnTo>
                <a:lnTo>
                  <a:pt x="1085850" y="105257"/>
                </a:lnTo>
                <a:lnTo>
                  <a:pt x="1085850" y="71628"/>
                </a:lnTo>
                <a:close/>
              </a:path>
              <a:path w="1316355" h="434975">
                <a:moveTo>
                  <a:pt x="1235303" y="271462"/>
                </a:moveTo>
                <a:lnTo>
                  <a:pt x="1219301" y="249770"/>
                </a:lnTo>
                <a:lnTo>
                  <a:pt x="1201013" y="225920"/>
                </a:lnTo>
                <a:lnTo>
                  <a:pt x="1180439" y="200050"/>
                </a:lnTo>
                <a:lnTo>
                  <a:pt x="1157579" y="172313"/>
                </a:lnTo>
                <a:lnTo>
                  <a:pt x="1130147" y="192125"/>
                </a:lnTo>
                <a:lnTo>
                  <a:pt x="1150124" y="217563"/>
                </a:lnTo>
                <a:lnTo>
                  <a:pt x="1168819" y="243255"/>
                </a:lnTo>
                <a:lnTo>
                  <a:pt x="1186078" y="268935"/>
                </a:lnTo>
                <a:lnTo>
                  <a:pt x="1201775" y="294322"/>
                </a:lnTo>
                <a:lnTo>
                  <a:pt x="1235303" y="271462"/>
                </a:lnTo>
                <a:close/>
              </a:path>
              <a:path w="1316355" h="434975">
                <a:moveTo>
                  <a:pt x="1316164" y="70104"/>
                </a:moveTo>
                <a:lnTo>
                  <a:pt x="1175867" y="70104"/>
                </a:lnTo>
                <a:lnTo>
                  <a:pt x="1181582" y="55867"/>
                </a:lnTo>
                <a:lnTo>
                  <a:pt x="1187297" y="40767"/>
                </a:lnTo>
                <a:lnTo>
                  <a:pt x="1193012" y="25095"/>
                </a:lnTo>
                <a:lnTo>
                  <a:pt x="1198727" y="9144"/>
                </a:lnTo>
                <a:lnTo>
                  <a:pt x="1162151" y="0"/>
                </a:lnTo>
                <a:lnTo>
                  <a:pt x="1146670" y="46253"/>
                </a:lnTo>
                <a:lnTo>
                  <a:pt x="1129906" y="88823"/>
                </a:lnTo>
                <a:lnTo>
                  <a:pt x="1111707" y="127381"/>
                </a:lnTo>
                <a:lnTo>
                  <a:pt x="1091946" y="161645"/>
                </a:lnTo>
                <a:lnTo>
                  <a:pt x="1108900" y="170027"/>
                </a:lnTo>
                <a:lnTo>
                  <a:pt x="1116164" y="174066"/>
                </a:lnTo>
                <a:lnTo>
                  <a:pt x="1122426" y="178409"/>
                </a:lnTo>
                <a:lnTo>
                  <a:pt x="1132497" y="161645"/>
                </a:lnTo>
                <a:lnTo>
                  <a:pt x="1142326" y="143357"/>
                </a:lnTo>
                <a:lnTo>
                  <a:pt x="1152093" y="123964"/>
                </a:lnTo>
                <a:lnTo>
                  <a:pt x="1162151" y="103733"/>
                </a:lnTo>
                <a:lnTo>
                  <a:pt x="1279588" y="103733"/>
                </a:lnTo>
                <a:lnTo>
                  <a:pt x="1278445" y="172313"/>
                </a:lnTo>
                <a:lnTo>
                  <a:pt x="1277150" y="225920"/>
                </a:lnTo>
                <a:lnTo>
                  <a:pt x="1275524" y="275564"/>
                </a:lnTo>
                <a:lnTo>
                  <a:pt x="1273784" y="315277"/>
                </a:lnTo>
                <a:lnTo>
                  <a:pt x="1268285" y="364236"/>
                </a:lnTo>
                <a:lnTo>
                  <a:pt x="1229207" y="387388"/>
                </a:lnTo>
                <a:lnTo>
                  <a:pt x="1210360" y="387070"/>
                </a:lnTo>
                <a:lnTo>
                  <a:pt x="1190536" y="386054"/>
                </a:lnTo>
                <a:lnTo>
                  <a:pt x="1169835" y="384162"/>
                </a:lnTo>
                <a:lnTo>
                  <a:pt x="1148435" y="381292"/>
                </a:lnTo>
                <a:lnTo>
                  <a:pt x="1149807" y="390474"/>
                </a:lnTo>
                <a:lnTo>
                  <a:pt x="1151483" y="399961"/>
                </a:lnTo>
                <a:lnTo>
                  <a:pt x="1153147" y="410044"/>
                </a:lnTo>
                <a:lnTo>
                  <a:pt x="1154531" y="421005"/>
                </a:lnTo>
                <a:lnTo>
                  <a:pt x="1175080" y="421881"/>
                </a:lnTo>
                <a:lnTo>
                  <a:pt x="1195489" y="422338"/>
                </a:lnTo>
                <a:lnTo>
                  <a:pt x="1235303" y="422529"/>
                </a:lnTo>
                <a:lnTo>
                  <a:pt x="1266278" y="418223"/>
                </a:lnTo>
                <a:lnTo>
                  <a:pt x="1288529" y="405333"/>
                </a:lnTo>
                <a:lnTo>
                  <a:pt x="1300187" y="387388"/>
                </a:lnTo>
                <a:lnTo>
                  <a:pt x="1302473" y="383870"/>
                </a:lnTo>
                <a:lnTo>
                  <a:pt x="1309420" y="330098"/>
                </a:lnTo>
                <a:lnTo>
                  <a:pt x="1311783" y="254342"/>
                </a:lnTo>
                <a:lnTo>
                  <a:pt x="1313167" y="202349"/>
                </a:lnTo>
                <a:lnTo>
                  <a:pt x="1314589" y="143357"/>
                </a:lnTo>
                <a:lnTo>
                  <a:pt x="1315440" y="103733"/>
                </a:lnTo>
                <a:lnTo>
                  <a:pt x="1316164" y="7010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705290" y="6176391"/>
            <a:ext cx="68580" cy="116205"/>
          </a:xfrm>
          <a:custGeom>
            <a:avLst/>
            <a:gdLst/>
            <a:ahLst/>
            <a:cxnLst/>
            <a:rect l="l" t="t" r="r" b="b"/>
            <a:pathLst>
              <a:path w="68580" h="116204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8580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92576" y="5851398"/>
            <a:ext cx="3719607" cy="4424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9260" y="721518"/>
            <a:ext cx="287020" cy="439420"/>
          </a:xfrm>
          <a:custGeom>
            <a:avLst/>
            <a:gdLst/>
            <a:ahLst/>
            <a:cxnLst/>
            <a:rect l="l" t="t" r="r" b="b"/>
            <a:pathLst>
              <a:path w="287019" h="439419">
                <a:moveTo>
                  <a:pt x="286702" y="439292"/>
                </a:moveTo>
                <a:lnTo>
                  <a:pt x="0" y="439292"/>
                </a:lnTo>
                <a:lnTo>
                  <a:pt x="0" y="405764"/>
                </a:lnTo>
                <a:lnTo>
                  <a:pt x="5786" y="360250"/>
                </a:lnTo>
                <a:lnTo>
                  <a:pt x="23241" y="321468"/>
                </a:lnTo>
                <a:lnTo>
                  <a:pt x="47244" y="288987"/>
                </a:lnTo>
                <a:lnTo>
                  <a:pt x="74676" y="262318"/>
                </a:lnTo>
                <a:lnTo>
                  <a:pt x="104331" y="240244"/>
                </a:lnTo>
                <a:lnTo>
                  <a:pt x="112871" y="233362"/>
                </a:lnTo>
                <a:lnTo>
                  <a:pt x="153852" y="201501"/>
                </a:lnTo>
                <a:lnTo>
                  <a:pt x="178974" y="170866"/>
                </a:lnTo>
                <a:lnTo>
                  <a:pt x="190595" y="131159"/>
                </a:lnTo>
                <a:lnTo>
                  <a:pt x="189499" y="118300"/>
                </a:lnTo>
                <a:lnTo>
                  <a:pt x="166235" y="83772"/>
                </a:lnTo>
                <a:lnTo>
                  <a:pt x="126587" y="74771"/>
                </a:lnTo>
                <a:lnTo>
                  <a:pt x="99362" y="77604"/>
                </a:lnTo>
                <a:lnTo>
                  <a:pt x="72592" y="86010"/>
                </a:lnTo>
                <a:lnTo>
                  <a:pt x="46126" y="99845"/>
                </a:lnTo>
                <a:lnTo>
                  <a:pt x="19812" y="118967"/>
                </a:lnTo>
                <a:lnTo>
                  <a:pt x="19812" y="36575"/>
                </a:lnTo>
                <a:lnTo>
                  <a:pt x="49259" y="20573"/>
                </a:lnTo>
                <a:lnTo>
                  <a:pt x="80438" y="9143"/>
                </a:lnTo>
                <a:lnTo>
                  <a:pt x="113332" y="2285"/>
                </a:lnTo>
                <a:lnTo>
                  <a:pt x="147923" y="0"/>
                </a:lnTo>
                <a:lnTo>
                  <a:pt x="163615" y="547"/>
                </a:lnTo>
                <a:lnTo>
                  <a:pt x="205835" y="7619"/>
                </a:lnTo>
                <a:lnTo>
                  <a:pt x="240594" y="24550"/>
                </a:lnTo>
                <a:lnTo>
                  <a:pt x="272415" y="60587"/>
                </a:lnTo>
                <a:lnTo>
                  <a:pt x="286131" y="108584"/>
                </a:lnTo>
                <a:lnTo>
                  <a:pt x="286702" y="122015"/>
                </a:lnTo>
                <a:lnTo>
                  <a:pt x="286131" y="136579"/>
                </a:lnTo>
                <a:lnTo>
                  <a:pt x="277558" y="175450"/>
                </a:lnTo>
                <a:lnTo>
                  <a:pt x="253174" y="216598"/>
                </a:lnTo>
                <a:lnTo>
                  <a:pt x="245753" y="226361"/>
                </a:lnTo>
                <a:lnTo>
                  <a:pt x="237315" y="235267"/>
                </a:lnTo>
                <a:lnTo>
                  <a:pt x="228019" y="243601"/>
                </a:lnTo>
                <a:lnTo>
                  <a:pt x="218027" y="251650"/>
                </a:lnTo>
                <a:lnTo>
                  <a:pt x="208597" y="259642"/>
                </a:lnTo>
                <a:lnTo>
                  <a:pt x="198596" y="267509"/>
                </a:lnTo>
                <a:lnTo>
                  <a:pt x="188023" y="275090"/>
                </a:lnTo>
                <a:lnTo>
                  <a:pt x="176879" y="282225"/>
                </a:lnTo>
                <a:lnTo>
                  <a:pt x="170021" y="287702"/>
                </a:lnTo>
                <a:lnTo>
                  <a:pt x="156305" y="298084"/>
                </a:lnTo>
                <a:lnTo>
                  <a:pt x="149447" y="303561"/>
                </a:lnTo>
                <a:lnTo>
                  <a:pt x="142875" y="308157"/>
                </a:lnTo>
                <a:lnTo>
                  <a:pt x="136874" y="312896"/>
                </a:lnTo>
                <a:lnTo>
                  <a:pt x="131445" y="317920"/>
                </a:lnTo>
                <a:lnTo>
                  <a:pt x="126587" y="323373"/>
                </a:lnTo>
                <a:lnTo>
                  <a:pt x="118967" y="329469"/>
                </a:lnTo>
                <a:lnTo>
                  <a:pt x="105251" y="347757"/>
                </a:lnTo>
                <a:lnTo>
                  <a:pt x="103727" y="353853"/>
                </a:lnTo>
                <a:lnTo>
                  <a:pt x="103727" y="359949"/>
                </a:lnTo>
                <a:lnTo>
                  <a:pt x="286702" y="359949"/>
                </a:lnTo>
                <a:lnTo>
                  <a:pt x="286702" y="43929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066" y="1067752"/>
            <a:ext cx="111347" cy="10067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16392" y="646747"/>
            <a:ext cx="570865" cy="602615"/>
          </a:xfrm>
          <a:custGeom>
            <a:avLst/>
            <a:gdLst/>
            <a:ahLst/>
            <a:cxnLst/>
            <a:rect l="l" t="t" r="r" b="b"/>
            <a:pathLst>
              <a:path w="570864" h="602615">
                <a:moveTo>
                  <a:pt x="64008" y="198310"/>
                </a:moveTo>
                <a:lnTo>
                  <a:pt x="52887" y="182046"/>
                </a:lnTo>
                <a:lnTo>
                  <a:pt x="40195" y="165354"/>
                </a:lnTo>
                <a:lnTo>
                  <a:pt x="26074" y="148375"/>
                </a:lnTo>
                <a:lnTo>
                  <a:pt x="10668" y="131254"/>
                </a:lnTo>
                <a:lnTo>
                  <a:pt x="57860" y="111285"/>
                </a:lnTo>
                <a:lnTo>
                  <a:pt x="102507" y="88111"/>
                </a:lnTo>
                <a:lnTo>
                  <a:pt x="144597" y="61796"/>
                </a:lnTo>
                <a:lnTo>
                  <a:pt x="184123" y="32404"/>
                </a:lnTo>
                <a:lnTo>
                  <a:pt x="221075" y="0"/>
                </a:lnTo>
                <a:lnTo>
                  <a:pt x="320230" y="0"/>
                </a:lnTo>
                <a:lnTo>
                  <a:pt x="311324" y="9407"/>
                </a:lnTo>
                <a:lnTo>
                  <a:pt x="302704" y="19252"/>
                </a:lnTo>
                <a:lnTo>
                  <a:pt x="294084" y="29400"/>
                </a:lnTo>
                <a:lnTo>
                  <a:pt x="285178" y="39719"/>
                </a:lnTo>
                <a:lnTo>
                  <a:pt x="530637" y="39719"/>
                </a:lnTo>
                <a:lnTo>
                  <a:pt x="530637" y="100679"/>
                </a:lnTo>
                <a:lnTo>
                  <a:pt x="523921" y="106775"/>
                </a:lnTo>
                <a:lnTo>
                  <a:pt x="210407" y="106775"/>
                </a:lnTo>
                <a:lnTo>
                  <a:pt x="205835" y="109823"/>
                </a:lnTo>
                <a:lnTo>
                  <a:pt x="201263" y="114395"/>
                </a:lnTo>
                <a:lnTo>
                  <a:pt x="196691" y="117443"/>
                </a:lnTo>
                <a:lnTo>
                  <a:pt x="215599" y="134643"/>
                </a:lnTo>
                <a:lnTo>
                  <a:pt x="233660" y="151816"/>
                </a:lnTo>
                <a:lnTo>
                  <a:pt x="239115" y="157162"/>
                </a:lnTo>
                <a:lnTo>
                  <a:pt x="138779" y="157162"/>
                </a:lnTo>
                <a:lnTo>
                  <a:pt x="101929" y="178308"/>
                </a:lnTo>
                <a:lnTo>
                  <a:pt x="83178" y="188666"/>
                </a:lnTo>
                <a:lnTo>
                  <a:pt x="64008" y="198310"/>
                </a:lnTo>
                <a:close/>
              </a:path>
              <a:path w="570864" h="602615">
                <a:moveTo>
                  <a:pt x="422551" y="186118"/>
                </a:moveTo>
                <a:lnTo>
                  <a:pt x="268414" y="186118"/>
                </a:lnTo>
                <a:lnTo>
                  <a:pt x="304134" y="170091"/>
                </a:lnTo>
                <a:lnTo>
                  <a:pt x="340435" y="151626"/>
                </a:lnTo>
                <a:lnTo>
                  <a:pt x="377325" y="130571"/>
                </a:lnTo>
                <a:lnTo>
                  <a:pt x="414813" y="106775"/>
                </a:lnTo>
                <a:lnTo>
                  <a:pt x="523921" y="106775"/>
                </a:lnTo>
                <a:lnTo>
                  <a:pt x="496948" y="131254"/>
                </a:lnTo>
                <a:lnTo>
                  <a:pt x="459844" y="160549"/>
                </a:lnTo>
                <a:lnTo>
                  <a:pt x="422551" y="186118"/>
                </a:lnTo>
                <a:close/>
              </a:path>
              <a:path w="570864" h="602615">
                <a:moveTo>
                  <a:pt x="38100" y="338709"/>
                </a:moveTo>
                <a:lnTo>
                  <a:pt x="28932" y="317508"/>
                </a:lnTo>
                <a:lnTo>
                  <a:pt x="19621" y="297477"/>
                </a:lnTo>
                <a:lnTo>
                  <a:pt x="10025" y="278607"/>
                </a:lnTo>
                <a:lnTo>
                  <a:pt x="0" y="260889"/>
                </a:lnTo>
                <a:lnTo>
                  <a:pt x="50592" y="251159"/>
                </a:lnTo>
                <a:lnTo>
                  <a:pt x="99488" y="240268"/>
                </a:lnTo>
                <a:lnTo>
                  <a:pt x="146670" y="228233"/>
                </a:lnTo>
                <a:lnTo>
                  <a:pt x="192119" y="215074"/>
                </a:lnTo>
                <a:lnTo>
                  <a:pt x="180141" y="200453"/>
                </a:lnTo>
                <a:lnTo>
                  <a:pt x="167163" y="186118"/>
                </a:lnTo>
                <a:lnTo>
                  <a:pt x="153328" y="171783"/>
                </a:lnTo>
                <a:lnTo>
                  <a:pt x="138779" y="157162"/>
                </a:lnTo>
                <a:lnTo>
                  <a:pt x="239115" y="157162"/>
                </a:lnTo>
                <a:lnTo>
                  <a:pt x="251166" y="168972"/>
                </a:lnTo>
                <a:lnTo>
                  <a:pt x="268414" y="186118"/>
                </a:lnTo>
                <a:lnTo>
                  <a:pt x="422551" y="186118"/>
                </a:lnTo>
                <a:lnTo>
                  <a:pt x="374677" y="214842"/>
                </a:lnTo>
                <a:lnTo>
                  <a:pt x="326326" y="239553"/>
                </a:lnTo>
                <a:lnTo>
                  <a:pt x="283994" y="258851"/>
                </a:lnTo>
                <a:lnTo>
                  <a:pt x="239387" y="277092"/>
                </a:lnTo>
                <a:lnTo>
                  <a:pt x="192500" y="294239"/>
                </a:lnTo>
                <a:lnTo>
                  <a:pt x="143326" y="310250"/>
                </a:lnTo>
                <a:lnTo>
                  <a:pt x="91861" y="325086"/>
                </a:lnTo>
                <a:lnTo>
                  <a:pt x="38100" y="338709"/>
                </a:lnTo>
                <a:close/>
              </a:path>
              <a:path w="570864" h="602615">
                <a:moveTo>
                  <a:pt x="68580" y="466820"/>
                </a:moveTo>
                <a:lnTo>
                  <a:pt x="57769" y="447596"/>
                </a:lnTo>
                <a:lnTo>
                  <a:pt x="46101" y="428827"/>
                </a:lnTo>
                <a:lnTo>
                  <a:pt x="33861" y="410362"/>
                </a:lnTo>
                <a:lnTo>
                  <a:pt x="21336" y="392049"/>
                </a:lnTo>
                <a:lnTo>
                  <a:pt x="73525" y="376643"/>
                </a:lnTo>
                <a:lnTo>
                  <a:pt x="122880" y="359150"/>
                </a:lnTo>
                <a:lnTo>
                  <a:pt x="169377" y="339546"/>
                </a:lnTo>
                <a:lnTo>
                  <a:pt x="212994" y="317808"/>
                </a:lnTo>
                <a:lnTo>
                  <a:pt x="253707" y="293912"/>
                </a:lnTo>
                <a:lnTo>
                  <a:pt x="291492" y="267835"/>
                </a:lnTo>
                <a:lnTo>
                  <a:pt x="326326" y="239553"/>
                </a:lnTo>
                <a:lnTo>
                  <a:pt x="425481" y="239553"/>
                </a:lnTo>
                <a:lnTo>
                  <a:pt x="414907" y="250959"/>
                </a:lnTo>
                <a:lnTo>
                  <a:pt x="403752" y="262223"/>
                </a:lnTo>
                <a:lnTo>
                  <a:pt x="392008" y="273200"/>
                </a:lnTo>
                <a:lnTo>
                  <a:pt x="379666" y="283749"/>
                </a:lnTo>
                <a:lnTo>
                  <a:pt x="570357" y="283749"/>
                </a:lnTo>
                <a:lnTo>
                  <a:pt x="570357" y="344805"/>
                </a:lnTo>
                <a:lnTo>
                  <a:pt x="563716" y="352425"/>
                </a:lnTo>
                <a:lnTo>
                  <a:pt x="295846" y="352425"/>
                </a:lnTo>
                <a:lnTo>
                  <a:pt x="269736" y="369189"/>
                </a:lnTo>
                <a:lnTo>
                  <a:pt x="256158" y="377713"/>
                </a:lnTo>
                <a:lnTo>
                  <a:pt x="242411" y="385953"/>
                </a:lnTo>
                <a:lnTo>
                  <a:pt x="259968" y="402194"/>
                </a:lnTo>
                <a:lnTo>
                  <a:pt x="276213" y="418730"/>
                </a:lnTo>
                <a:lnTo>
                  <a:pt x="276909" y="419481"/>
                </a:lnTo>
                <a:lnTo>
                  <a:pt x="179927" y="419481"/>
                </a:lnTo>
                <a:lnTo>
                  <a:pt x="153313" y="432021"/>
                </a:lnTo>
                <a:lnTo>
                  <a:pt x="125968" y="444293"/>
                </a:lnTo>
                <a:lnTo>
                  <a:pt x="97765" y="455994"/>
                </a:lnTo>
                <a:lnTo>
                  <a:pt x="68580" y="466820"/>
                </a:lnTo>
                <a:close/>
              </a:path>
              <a:path w="570864" h="602615">
                <a:moveTo>
                  <a:pt x="458090" y="451580"/>
                </a:moveTo>
                <a:lnTo>
                  <a:pt x="306514" y="451580"/>
                </a:lnTo>
                <a:lnTo>
                  <a:pt x="349677" y="429832"/>
                </a:lnTo>
                <a:lnTo>
                  <a:pt x="390001" y="405967"/>
                </a:lnTo>
                <a:lnTo>
                  <a:pt x="427467" y="380120"/>
                </a:lnTo>
                <a:lnTo>
                  <a:pt x="462057" y="352425"/>
                </a:lnTo>
                <a:lnTo>
                  <a:pt x="563716" y="352425"/>
                </a:lnTo>
                <a:lnTo>
                  <a:pt x="540457" y="379117"/>
                </a:lnTo>
                <a:lnTo>
                  <a:pt x="507959" y="411132"/>
                </a:lnTo>
                <a:lnTo>
                  <a:pt x="472867" y="440839"/>
                </a:lnTo>
                <a:lnTo>
                  <a:pt x="458090" y="451580"/>
                </a:lnTo>
                <a:close/>
              </a:path>
              <a:path w="570864" h="602615">
                <a:moveTo>
                  <a:pt x="41148" y="602551"/>
                </a:moveTo>
                <a:lnTo>
                  <a:pt x="32861" y="581404"/>
                </a:lnTo>
                <a:lnTo>
                  <a:pt x="24003" y="561391"/>
                </a:lnTo>
                <a:lnTo>
                  <a:pt x="14573" y="542503"/>
                </a:lnTo>
                <a:lnTo>
                  <a:pt x="4572" y="524732"/>
                </a:lnTo>
                <a:lnTo>
                  <a:pt x="53227" y="519258"/>
                </a:lnTo>
                <a:lnTo>
                  <a:pt x="100434" y="512028"/>
                </a:lnTo>
                <a:lnTo>
                  <a:pt x="146182" y="503115"/>
                </a:lnTo>
                <a:lnTo>
                  <a:pt x="190463" y="492594"/>
                </a:lnTo>
                <a:lnTo>
                  <a:pt x="233267" y="480536"/>
                </a:lnTo>
                <a:lnTo>
                  <a:pt x="221503" y="466281"/>
                </a:lnTo>
                <a:lnTo>
                  <a:pt x="208883" y="451151"/>
                </a:lnTo>
                <a:lnTo>
                  <a:pt x="195119" y="435450"/>
                </a:lnTo>
                <a:lnTo>
                  <a:pt x="179927" y="419481"/>
                </a:lnTo>
                <a:lnTo>
                  <a:pt x="276909" y="419481"/>
                </a:lnTo>
                <a:lnTo>
                  <a:pt x="291582" y="435285"/>
                </a:lnTo>
                <a:lnTo>
                  <a:pt x="306514" y="451580"/>
                </a:lnTo>
                <a:lnTo>
                  <a:pt x="458090" y="451580"/>
                </a:lnTo>
                <a:lnTo>
                  <a:pt x="394922" y="493286"/>
                </a:lnTo>
                <a:lnTo>
                  <a:pt x="352079" y="516004"/>
                </a:lnTo>
                <a:lnTo>
                  <a:pt x="306663" y="536371"/>
                </a:lnTo>
                <a:lnTo>
                  <a:pt x="258677" y="554376"/>
                </a:lnTo>
                <a:lnTo>
                  <a:pt x="208128" y="570007"/>
                </a:lnTo>
                <a:lnTo>
                  <a:pt x="155020" y="583254"/>
                </a:lnTo>
                <a:lnTo>
                  <a:pt x="99358" y="594105"/>
                </a:lnTo>
                <a:lnTo>
                  <a:pt x="41148" y="60255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233980" y="648271"/>
            <a:ext cx="1210945" cy="600075"/>
          </a:xfrm>
          <a:custGeom>
            <a:avLst/>
            <a:gdLst/>
            <a:ahLst/>
            <a:cxnLst/>
            <a:rect l="l" t="t" r="r" b="b"/>
            <a:pathLst>
              <a:path w="1210945" h="600075">
                <a:moveTo>
                  <a:pt x="166217" y="118973"/>
                </a:moveTo>
                <a:lnTo>
                  <a:pt x="147358" y="92379"/>
                </a:lnTo>
                <a:lnTo>
                  <a:pt x="127355" y="65049"/>
                </a:lnTo>
                <a:lnTo>
                  <a:pt x="106210" y="36855"/>
                </a:lnTo>
                <a:lnTo>
                  <a:pt x="83921" y="7620"/>
                </a:lnTo>
                <a:lnTo>
                  <a:pt x="19812" y="47345"/>
                </a:lnTo>
                <a:lnTo>
                  <a:pt x="39001" y="76212"/>
                </a:lnTo>
                <a:lnTo>
                  <a:pt x="57772" y="105651"/>
                </a:lnTo>
                <a:lnTo>
                  <a:pt x="76263" y="135686"/>
                </a:lnTo>
                <a:lnTo>
                  <a:pt x="94589" y="166306"/>
                </a:lnTo>
                <a:lnTo>
                  <a:pt x="166217" y="118973"/>
                </a:lnTo>
                <a:close/>
              </a:path>
              <a:path w="1210945" h="600075">
                <a:moveTo>
                  <a:pt x="582561" y="227266"/>
                </a:moveTo>
                <a:lnTo>
                  <a:pt x="420916" y="227266"/>
                </a:lnTo>
                <a:lnTo>
                  <a:pt x="420916" y="160210"/>
                </a:lnTo>
                <a:lnTo>
                  <a:pt x="559701" y="160210"/>
                </a:lnTo>
                <a:lnTo>
                  <a:pt x="559701" y="90017"/>
                </a:lnTo>
                <a:lnTo>
                  <a:pt x="420916" y="90017"/>
                </a:lnTo>
                <a:lnTo>
                  <a:pt x="420916" y="0"/>
                </a:lnTo>
                <a:lnTo>
                  <a:pt x="341668" y="0"/>
                </a:lnTo>
                <a:lnTo>
                  <a:pt x="341668" y="90017"/>
                </a:lnTo>
                <a:lnTo>
                  <a:pt x="285178" y="90017"/>
                </a:lnTo>
                <a:lnTo>
                  <a:pt x="301942" y="38201"/>
                </a:lnTo>
                <a:lnTo>
                  <a:pt x="231838" y="15240"/>
                </a:lnTo>
                <a:lnTo>
                  <a:pt x="217576" y="61633"/>
                </a:lnTo>
                <a:lnTo>
                  <a:pt x="202311" y="104724"/>
                </a:lnTo>
                <a:lnTo>
                  <a:pt x="186156" y="144653"/>
                </a:lnTo>
                <a:lnTo>
                  <a:pt x="169265" y="181546"/>
                </a:lnTo>
                <a:lnTo>
                  <a:pt x="187947" y="189547"/>
                </a:lnTo>
                <a:lnTo>
                  <a:pt x="205168" y="197548"/>
                </a:lnTo>
                <a:lnTo>
                  <a:pt x="221221" y="205549"/>
                </a:lnTo>
                <a:lnTo>
                  <a:pt x="236410" y="213550"/>
                </a:lnTo>
                <a:lnTo>
                  <a:pt x="242125" y="200939"/>
                </a:lnTo>
                <a:lnTo>
                  <a:pt x="247840" y="188023"/>
                </a:lnTo>
                <a:lnTo>
                  <a:pt x="253555" y="174548"/>
                </a:lnTo>
                <a:lnTo>
                  <a:pt x="259270" y="160210"/>
                </a:lnTo>
                <a:lnTo>
                  <a:pt x="341668" y="160210"/>
                </a:lnTo>
                <a:lnTo>
                  <a:pt x="341668" y="227266"/>
                </a:lnTo>
                <a:lnTo>
                  <a:pt x="166217" y="227266"/>
                </a:lnTo>
                <a:lnTo>
                  <a:pt x="166217" y="298996"/>
                </a:lnTo>
                <a:lnTo>
                  <a:pt x="251650" y="298996"/>
                </a:lnTo>
                <a:lnTo>
                  <a:pt x="248208" y="324700"/>
                </a:lnTo>
                <a:lnTo>
                  <a:pt x="233870" y="365302"/>
                </a:lnTo>
                <a:lnTo>
                  <a:pt x="197891" y="404825"/>
                </a:lnTo>
                <a:lnTo>
                  <a:pt x="170789" y="424065"/>
                </a:lnTo>
                <a:lnTo>
                  <a:pt x="186245" y="439826"/>
                </a:lnTo>
                <a:lnTo>
                  <a:pt x="200406" y="455002"/>
                </a:lnTo>
                <a:lnTo>
                  <a:pt x="213080" y="469569"/>
                </a:lnTo>
                <a:lnTo>
                  <a:pt x="224218" y="483590"/>
                </a:lnTo>
                <a:lnTo>
                  <a:pt x="247916" y="468160"/>
                </a:lnTo>
                <a:lnTo>
                  <a:pt x="286156" y="433832"/>
                </a:lnTo>
                <a:lnTo>
                  <a:pt x="311594" y="393179"/>
                </a:lnTo>
                <a:lnTo>
                  <a:pt x="325932" y="335368"/>
                </a:lnTo>
                <a:lnTo>
                  <a:pt x="329374" y="298996"/>
                </a:lnTo>
                <a:lnTo>
                  <a:pt x="375196" y="298996"/>
                </a:lnTo>
                <a:lnTo>
                  <a:pt x="375196" y="395109"/>
                </a:lnTo>
                <a:lnTo>
                  <a:pt x="379526" y="430047"/>
                </a:lnTo>
                <a:lnTo>
                  <a:pt x="392722" y="454812"/>
                </a:lnTo>
                <a:lnTo>
                  <a:pt x="415061" y="469569"/>
                </a:lnTo>
                <a:lnTo>
                  <a:pt x="446824" y="474446"/>
                </a:lnTo>
                <a:lnTo>
                  <a:pt x="488061" y="474446"/>
                </a:lnTo>
                <a:lnTo>
                  <a:pt x="535317" y="465302"/>
                </a:lnTo>
                <a:lnTo>
                  <a:pt x="561225" y="436257"/>
                </a:lnTo>
                <a:lnTo>
                  <a:pt x="570852" y="402729"/>
                </a:lnTo>
                <a:lnTo>
                  <a:pt x="574941" y="380530"/>
                </a:lnTo>
                <a:lnTo>
                  <a:pt x="579513" y="349389"/>
                </a:lnTo>
                <a:lnTo>
                  <a:pt x="561238" y="342252"/>
                </a:lnTo>
                <a:lnTo>
                  <a:pt x="543128" y="334670"/>
                </a:lnTo>
                <a:lnTo>
                  <a:pt x="525284" y="326796"/>
                </a:lnTo>
                <a:lnTo>
                  <a:pt x="507885" y="318808"/>
                </a:lnTo>
                <a:lnTo>
                  <a:pt x="505587" y="345694"/>
                </a:lnTo>
                <a:lnTo>
                  <a:pt x="498729" y="390537"/>
                </a:lnTo>
                <a:lnTo>
                  <a:pt x="488061" y="402729"/>
                </a:lnTo>
                <a:lnTo>
                  <a:pt x="469773" y="402729"/>
                </a:lnTo>
                <a:lnTo>
                  <a:pt x="462610" y="401053"/>
                </a:lnTo>
                <a:lnTo>
                  <a:pt x="457314" y="396252"/>
                </a:lnTo>
                <a:lnTo>
                  <a:pt x="454037" y="388581"/>
                </a:lnTo>
                <a:lnTo>
                  <a:pt x="452920" y="378345"/>
                </a:lnTo>
                <a:lnTo>
                  <a:pt x="452920" y="298996"/>
                </a:lnTo>
                <a:lnTo>
                  <a:pt x="582561" y="298996"/>
                </a:lnTo>
                <a:lnTo>
                  <a:pt x="582561" y="227266"/>
                </a:lnTo>
                <a:close/>
              </a:path>
              <a:path w="1210945" h="600075">
                <a:moveTo>
                  <a:pt x="591705" y="500354"/>
                </a:moveTo>
                <a:lnTo>
                  <a:pt x="448246" y="503135"/>
                </a:lnTo>
                <a:lnTo>
                  <a:pt x="410248" y="503402"/>
                </a:lnTo>
                <a:lnTo>
                  <a:pt x="286702" y="501878"/>
                </a:lnTo>
                <a:lnTo>
                  <a:pt x="239826" y="498716"/>
                </a:lnTo>
                <a:lnTo>
                  <a:pt x="199796" y="489115"/>
                </a:lnTo>
                <a:lnTo>
                  <a:pt x="166611" y="472948"/>
                </a:lnTo>
                <a:lnTo>
                  <a:pt x="140309" y="450062"/>
                </a:lnTo>
                <a:lnTo>
                  <a:pt x="140309" y="221170"/>
                </a:lnTo>
                <a:lnTo>
                  <a:pt x="4572" y="221170"/>
                </a:lnTo>
                <a:lnTo>
                  <a:pt x="4572" y="297472"/>
                </a:lnTo>
                <a:lnTo>
                  <a:pt x="61061" y="297472"/>
                </a:lnTo>
                <a:lnTo>
                  <a:pt x="61061" y="450062"/>
                </a:lnTo>
                <a:lnTo>
                  <a:pt x="46977" y="462661"/>
                </a:lnTo>
                <a:lnTo>
                  <a:pt x="32207" y="475399"/>
                </a:lnTo>
                <a:lnTo>
                  <a:pt x="16598" y="488429"/>
                </a:lnTo>
                <a:lnTo>
                  <a:pt x="0" y="501878"/>
                </a:lnTo>
                <a:lnTo>
                  <a:pt x="35052" y="593420"/>
                </a:lnTo>
                <a:lnTo>
                  <a:pt x="105257" y="521690"/>
                </a:lnTo>
                <a:lnTo>
                  <a:pt x="138417" y="546862"/>
                </a:lnTo>
                <a:lnTo>
                  <a:pt x="180746" y="565023"/>
                </a:lnTo>
                <a:lnTo>
                  <a:pt x="232206" y="576008"/>
                </a:lnTo>
                <a:lnTo>
                  <a:pt x="292798" y="579704"/>
                </a:lnTo>
                <a:lnTo>
                  <a:pt x="567321" y="581228"/>
                </a:lnTo>
                <a:lnTo>
                  <a:pt x="572198" y="564083"/>
                </a:lnTo>
                <a:lnTo>
                  <a:pt x="577799" y="544791"/>
                </a:lnTo>
                <a:lnTo>
                  <a:pt x="584250" y="523494"/>
                </a:lnTo>
                <a:lnTo>
                  <a:pt x="584822" y="521690"/>
                </a:lnTo>
                <a:lnTo>
                  <a:pt x="590715" y="503402"/>
                </a:lnTo>
                <a:lnTo>
                  <a:pt x="591705" y="500354"/>
                </a:lnTo>
                <a:close/>
              </a:path>
              <a:path w="1210945" h="600075">
                <a:moveTo>
                  <a:pt x="876884" y="21336"/>
                </a:moveTo>
                <a:lnTo>
                  <a:pt x="808304" y="21336"/>
                </a:lnTo>
                <a:lnTo>
                  <a:pt x="808304" y="77825"/>
                </a:lnTo>
                <a:lnTo>
                  <a:pt x="808304" y="112877"/>
                </a:lnTo>
                <a:lnTo>
                  <a:pt x="808304" y="163271"/>
                </a:lnTo>
                <a:lnTo>
                  <a:pt x="808304" y="198323"/>
                </a:lnTo>
                <a:lnTo>
                  <a:pt x="710666" y="198323"/>
                </a:lnTo>
                <a:lnTo>
                  <a:pt x="710666" y="163271"/>
                </a:lnTo>
                <a:lnTo>
                  <a:pt x="808304" y="163271"/>
                </a:lnTo>
                <a:lnTo>
                  <a:pt x="808304" y="112877"/>
                </a:lnTo>
                <a:lnTo>
                  <a:pt x="710666" y="112877"/>
                </a:lnTo>
                <a:lnTo>
                  <a:pt x="710666" y="77825"/>
                </a:lnTo>
                <a:lnTo>
                  <a:pt x="808304" y="77825"/>
                </a:lnTo>
                <a:lnTo>
                  <a:pt x="808304" y="21336"/>
                </a:lnTo>
                <a:lnTo>
                  <a:pt x="642086" y="21336"/>
                </a:lnTo>
                <a:lnTo>
                  <a:pt x="642086" y="254800"/>
                </a:lnTo>
                <a:lnTo>
                  <a:pt x="876884" y="254800"/>
                </a:lnTo>
                <a:lnTo>
                  <a:pt x="876884" y="198323"/>
                </a:lnTo>
                <a:lnTo>
                  <a:pt x="876884" y="163271"/>
                </a:lnTo>
                <a:lnTo>
                  <a:pt x="876884" y="112877"/>
                </a:lnTo>
                <a:lnTo>
                  <a:pt x="876884" y="77825"/>
                </a:lnTo>
                <a:lnTo>
                  <a:pt x="876884" y="21336"/>
                </a:lnTo>
                <a:close/>
              </a:path>
              <a:path w="1210945" h="600075">
                <a:moveTo>
                  <a:pt x="1197203" y="22872"/>
                </a:moveTo>
                <a:lnTo>
                  <a:pt x="901357" y="22872"/>
                </a:lnTo>
                <a:lnTo>
                  <a:pt x="901357" y="82397"/>
                </a:lnTo>
                <a:lnTo>
                  <a:pt x="998893" y="82397"/>
                </a:lnTo>
                <a:lnTo>
                  <a:pt x="997483" y="93853"/>
                </a:lnTo>
                <a:lnTo>
                  <a:pt x="995654" y="105460"/>
                </a:lnTo>
                <a:lnTo>
                  <a:pt x="993533" y="117373"/>
                </a:lnTo>
                <a:lnTo>
                  <a:pt x="991273" y="129743"/>
                </a:lnTo>
                <a:lnTo>
                  <a:pt x="912025" y="129743"/>
                </a:lnTo>
                <a:lnTo>
                  <a:pt x="912025" y="381393"/>
                </a:lnTo>
                <a:lnTo>
                  <a:pt x="980605" y="381393"/>
                </a:lnTo>
                <a:lnTo>
                  <a:pt x="980605" y="190703"/>
                </a:lnTo>
                <a:lnTo>
                  <a:pt x="1110246" y="190703"/>
                </a:lnTo>
                <a:lnTo>
                  <a:pt x="1110246" y="382917"/>
                </a:lnTo>
                <a:lnTo>
                  <a:pt x="1178915" y="382917"/>
                </a:lnTo>
                <a:lnTo>
                  <a:pt x="1178915" y="190703"/>
                </a:lnTo>
                <a:lnTo>
                  <a:pt x="1178915" y="129743"/>
                </a:lnTo>
                <a:lnTo>
                  <a:pt x="1066050" y="129743"/>
                </a:lnTo>
                <a:lnTo>
                  <a:pt x="1070622" y="106603"/>
                </a:lnTo>
                <a:lnTo>
                  <a:pt x="1072908" y="94703"/>
                </a:lnTo>
                <a:lnTo>
                  <a:pt x="1075194" y="82397"/>
                </a:lnTo>
                <a:lnTo>
                  <a:pt x="1197203" y="82397"/>
                </a:lnTo>
                <a:lnTo>
                  <a:pt x="1197203" y="22872"/>
                </a:lnTo>
                <a:close/>
              </a:path>
              <a:path w="1210945" h="600075">
                <a:moveTo>
                  <a:pt x="1210919" y="507974"/>
                </a:moveTo>
                <a:lnTo>
                  <a:pt x="1163675" y="509498"/>
                </a:lnTo>
                <a:lnTo>
                  <a:pt x="1209395" y="454634"/>
                </a:lnTo>
                <a:lnTo>
                  <a:pt x="1177378" y="432574"/>
                </a:lnTo>
                <a:lnTo>
                  <a:pt x="1164437" y="424065"/>
                </a:lnTo>
                <a:lnTo>
                  <a:pt x="1155966" y="418490"/>
                </a:lnTo>
                <a:lnTo>
                  <a:pt x="1155966" y="509498"/>
                </a:lnTo>
                <a:lnTo>
                  <a:pt x="933361" y="511022"/>
                </a:lnTo>
                <a:lnTo>
                  <a:pt x="936129" y="509498"/>
                </a:lnTo>
                <a:lnTo>
                  <a:pt x="966533" y="492734"/>
                </a:lnTo>
                <a:lnTo>
                  <a:pt x="995286" y="472147"/>
                </a:lnTo>
                <a:lnTo>
                  <a:pt x="1019771" y="449262"/>
                </a:lnTo>
                <a:lnTo>
                  <a:pt x="1040142" y="424065"/>
                </a:lnTo>
                <a:lnTo>
                  <a:pt x="1069594" y="444093"/>
                </a:lnTo>
                <a:lnTo>
                  <a:pt x="1098626" y="465099"/>
                </a:lnTo>
                <a:lnTo>
                  <a:pt x="1127366" y="486943"/>
                </a:lnTo>
                <a:lnTo>
                  <a:pt x="1155966" y="509498"/>
                </a:lnTo>
                <a:lnTo>
                  <a:pt x="1155966" y="418490"/>
                </a:lnTo>
                <a:lnTo>
                  <a:pt x="1143050" y="409968"/>
                </a:lnTo>
                <a:lnTo>
                  <a:pt x="1106449" y="386816"/>
                </a:lnTo>
                <a:lnTo>
                  <a:pt x="1067574" y="363105"/>
                </a:lnTo>
                <a:lnTo>
                  <a:pt x="1072451" y="342823"/>
                </a:lnTo>
                <a:lnTo>
                  <a:pt x="1075766" y="320954"/>
                </a:lnTo>
                <a:lnTo>
                  <a:pt x="1077645" y="297649"/>
                </a:lnTo>
                <a:lnTo>
                  <a:pt x="1078242" y="273088"/>
                </a:lnTo>
                <a:lnTo>
                  <a:pt x="1078242" y="216611"/>
                </a:lnTo>
                <a:lnTo>
                  <a:pt x="1012609" y="216611"/>
                </a:lnTo>
                <a:lnTo>
                  <a:pt x="1012609" y="270040"/>
                </a:lnTo>
                <a:lnTo>
                  <a:pt x="1010043" y="309727"/>
                </a:lnTo>
                <a:lnTo>
                  <a:pt x="989469" y="372567"/>
                </a:lnTo>
                <a:lnTo>
                  <a:pt x="949198" y="414020"/>
                </a:lnTo>
                <a:lnTo>
                  <a:pt x="894905" y="442760"/>
                </a:lnTo>
                <a:lnTo>
                  <a:pt x="863168" y="453110"/>
                </a:lnTo>
                <a:lnTo>
                  <a:pt x="874585" y="466204"/>
                </a:lnTo>
                <a:lnTo>
                  <a:pt x="885875" y="480161"/>
                </a:lnTo>
                <a:lnTo>
                  <a:pt x="896886" y="494690"/>
                </a:lnTo>
                <a:lnTo>
                  <a:pt x="907453" y="509498"/>
                </a:lnTo>
                <a:lnTo>
                  <a:pt x="880821" y="508622"/>
                </a:lnTo>
                <a:lnTo>
                  <a:pt x="855929" y="505879"/>
                </a:lnTo>
                <a:lnTo>
                  <a:pt x="851281" y="504926"/>
                </a:lnTo>
                <a:lnTo>
                  <a:pt x="832777" y="501142"/>
                </a:lnTo>
                <a:lnTo>
                  <a:pt x="811352" y="494258"/>
                </a:lnTo>
                <a:lnTo>
                  <a:pt x="811352" y="456158"/>
                </a:lnTo>
                <a:lnTo>
                  <a:pt x="811352" y="440918"/>
                </a:lnTo>
                <a:lnTo>
                  <a:pt x="882980" y="440918"/>
                </a:lnTo>
                <a:lnTo>
                  <a:pt x="882980" y="381393"/>
                </a:lnTo>
                <a:lnTo>
                  <a:pt x="811352" y="381393"/>
                </a:lnTo>
                <a:lnTo>
                  <a:pt x="811352" y="343293"/>
                </a:lnTo>
                <a:lnTo>
                  <a:pt x="890689" y="343293"/>
                </a:lnTo>
                <a:lnTo>
                  <a:pt x="890689" y="282232"/>
                </a:lnTo>
                <a:lnTo>
                  <a:pt x="616178" y="282232"/>
                </a:lnTo>
                <a:lnTo>
                  <a:pt x="616178" y="343293"/>
                </a:lnTo>
                <a:lnTo>
                  <a:pt x="736574" y="343293"/>
                </a:lnTo>
                <a:lnTo>
                  <a:pt x="736574" y="456158"/>
                </a:lnTo>
                <a:lnTo>
                  <a:pt x="728840" y="451091"/>
                </a:lnTo>
                <a:lnTo>
                  <a:pt x="721525" y="445287"/>
                </a:lnTo>
                <a:lnTo>
                  <a:pt x="707618" y="433209"/>
                </a:lnTo>
                <a:lnTo>
                  <a:pt x="708494" y="417182"/>
                </a:lnTo>
                <a:lnTo>
                  <a:pt x="708952" y="401015"/>
                </a:lnTo>
                <a:lnTo>
                  <a:pt x="709091" y="386816"/>
                </a:lnTo>
                <a:lnTo>
                  <a:pt x="709142" y="367677"/>
                </a:lnTo>
                <a:lnTo>
                  <a:pt x="643610" y="367677"/>
                </a:lnTo>
                <a:lnTo>
                  <a:pt x="641591" y="422656"/>
                </a:lnTo>
                <a:lnTo>
                  <a:pt x="635419" y="468909"/>
                </a:lnTo>
                <a:lnTo>
                  <a:pt x="624967" y="506857"/>
                </a:lnTo>
                <a:lnTo>
                  <a:pt x="610082" y="536930"/>
                </a:lnTo>
                <a:lnTo>
                  <a:pt x="627494" y="554469"/>
                </a:lnTo>
                <a:lnTo>
                  <a:pt x="643039" y="570547"/>
                </a:lnTo>
                <a:lnTo>
                  <a:pt x="656590" y="585457"/>
                </a:lnTo>
                <a:lnTo>
                  <a:pt x="667994" y="599516"/>
                </a:lnTo>
                <a:lnTo>
                  <a:pt x="678573" y="580669"/>
                </a:lnTo>
                <a:lnTo>
                  <a:pt x="687425" y="558546"/>
                </a:lnTo>
                <a:lnTo>
                  <a:pt x="694575" y="533247"/>
                </a:lnTo>
                <a:lnTo>
                  <a:pt x="699998" y="504926"/>
                </a:lnTo>
                <a:lnTo>
                  <a:pt x="714883" y="516928"/>
                </a:lnTo>
                <a:lnTo>
                  <a:pt x="761060" y="546176"/>
                </a:lnTo>
                <a:lnTo>
                  <a:pt x="810564" y="565035"/>
                </a:lnTo>
                <a:lnTo>
                  <a:pt x="876160" y="574751"/>
                </a:lnTo>
                <a:lnTo>
                  <a:pt x="957745" y="578180"/>
                </a:lnTo>
                <a:lnTo>
                  <a:pt x="1189583" y="578180"/>
                </a:lnTo>
                <a:lnTo>
                  <a:pt x="1193558" y="560133"/>
                </a:lnTo>
                <a:lnTo>
                  <a:pt x="1198537" y="542505"/>
                </a:lnTo>
                <a:lnTo>
                  <a:pt x="1204366" y="525157"/>
                </a:lnTo>
                <a:lnTo>
                  <a:pt x="1209763" y="511022"/>
                </a:lnTo>
                <a:lnTo>
                  <a:pt x="1210335" y="509498"/>
                </a:lnTo>
                <a:lnTo>
                  <a:pt x="1210919" y="50797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630917" y="649795"/>
            <a:ext cx="1216025" cy="598170"/>
          </a:xfrm>
          <a:custGeom>
            <a:avLst/>
            <a:gdLst/>
            <a:ahLst/>
            <a:cxnLst/>
            <a:rect l="l" t="t" r="r" b="b"/>
            <a:pathLst>
              <a:path w="1216025" h="598169">
                <a:moveTo>
                  <a:pt x="160121" y="13728"/>
                </a:moveTo>
                <a:lnTo>
                  <a:pt x="88493" y="0"/>
                </a:lnTo>
                <a:lnTo>
                  <a:pt x="78447" y="46278"/>
                </a:lnTo>
                <a:lnTo>
                  <a:pt x="66573" y="92049"/>
                </a:lnTo>
                <a:lnTo>
                  <a:pt x="52819" y="137312"/>
                </a:lnTo>
                <a:lnTo>
                  <a:pt x="37172" y="182067"/>
                </a:lnTo>
                <a:lnTo>
                  <a:pt x="19583" y="226301"/>
                </a:lnTo>
                <a:lnTo>
                  <a:pt x="0" y="270040"/>
                </a:lnTo>
                <a:lnTo>
                  <a:pt x="6337" y="304165"/>
                </a:lnTo>
                <a:lnTo>
                  <a:pt x="12192" y="335432"/>
                </a:lnTo>
                <a:lnTo>
                  <a:pt x="16713" y="360692"/>
                </a:lnTo>
                <a:lnTo>
                  <a:pt x="19812" y="381393"/>
                </a:lnTo>
                <a:lnTo>
                  <a:pt x="29857" y="363080"/>
                </a:lnTo>
                <a:lnTo>
                  <a:pt x="39484" y="344766"/>
                </a:lnTo>
                <a:lnTo>
                  <a:pt x="48831" y="326440"/>
                </a:lnTo>
                <a:lnTo>
                  <a:pt x="58013" y="308140"/>
                </a:lnTo>
                <a:lnTo>
                  <a:pt x="58013" y="587324"/>
                </a:lnTo>
                <a:lnTo>
                  <a:pt x="128117" y="587324"/>
                </a:lnTo>
                <a:lnTo>
                  <a:pt x="128117" y="308140"/>
                </a:lnTo>
                <a:lnTo>
                  <a:pt x="128117" y="129743"/>
                </a:lnTo>
                <a:lnTo>
                  <a:pt x="136982" y="100863"/>
                </a:lnTo>
                <a:lnTo>
                  <a:pt x="145262" y="71729"/>
                </a:lnTo>
                <a:lnTo>
                  <a:pt x="152984" y="42595"/>
                </a:lnTo>
                <a:lnTo>
                  <a:pt x="160121" y="13728"/>
                </a:lnTo>
                <a:close/>
              </a:path>
              <a:path w="1216025" h="598169">
                <a:moveTo>
                  <a:pt x="373672" y="26009"/>
                </a:moveTo>
                <a:lnTo>
                  <a:pt x="163169" y="26009"/>
                </a:lnTo>
                <a:lnTo>
                  <a:pt x="163169" y="99161"/>
                </a:lnTo>
                <a:lnTo>
                  <a:pt x="198323" y="99161"/>
                </a:lnTo>
                <a:lnTo>
                  <a:pt x="188899" y="158051"/>
                </a:lnTo>
                <a:lnTo>
                  <a:pt x="174459" y="213207"/>
                </a:lnTo>
                <a:lnTo>
                  <a:pt x="155155" y="264350"/>
                </a:lnTo>
                <a:lnTo>
                  <a:pt x="131165" y="311188"/>
                </a:lnTo>
                <a:lnTo>
                  <a:pt x="142049" y="332130"/>
                </a:lnTo>
                <a:lnTo>
                  <a:pt x="151930" y="351472"/>
                </a:lnTo>
                <a:lnTo>
                  <a:pt x="160959" y="369366"/>
                </a:lnTo>
                <a:lnTo>
                  <a:pt x="169265" y="385965"/>
                </a:lnTo>
                <a:lnTo>
                  <a:pt x="175882" y="376796"/>
                </a:lnTo>
                <a:lnTo>
                  <a:pt x="182079" y="367487"/>
                </a:lnTo>
                <a:lnTo>
                  <a:pt x="187985" y="357886"/>
                </a:lnTo>
                <a:lnTo>
                  <a:pt x="193751" y="347865"/>
                </a:lnTo>
                <a:lnTo>
                  <a:pt x="208559" y="360692"/>
                </a:lnTo>
                <a:lnTo>
                  <a:pt x="223088" y="373964"/>
                </a:lnTo>
                <a:lnTo>
                  <a:pt x="237032" y="387502"/>
                </a:lnTo>
                <a:lnTo>
                  <a:pt x="250139" y="401205"/>
                </a:lnTo>
                <a:lnTo>
                  <a:pt x="228434" y="438404"/>
                </a:lnTo>
                <a:lnTo>
                  <a:pt x="202311" y="472147"/>
                </a:lnTo>
                <a:lnTo>
                  <a:pt x="171869" y="502450"/>
                </a:lnTo>
                <a:lnTo>
                  <a:pt x="137261" y="529310"/>
                </a:lnTo>
                <a:lnTo>
                  <a:pt x="153809" y="545109"/>
                </a:lnTo>
                <a:lnTo>
                  <a:pt x="169087" y="560451"/>
                </a:lnTo>
                <a:lnTo>
                  <a:pt x="182956" y="575487"/>
                </a:lnTo>
                <a:lnTo>
                  <a:pt x="195275" y="590372"/>
                </a:lnTo>
                <a:lnTo>
                  <a:pt x="228282" y="564235"/>
                </a:lnTo>
                <a:lnTo>
                  <a:pt x="257822" y="534339"/>
                </a:lnTo>
                <a:lnTo>
                  <a:pt x="283895" y="500672"/>
                </a:lnTo>
                <a:lnTo>
                  <a:pt x="306489" y="463232"/>
                </a:lnTo>
                <a:lnTo>
                  <a:pt x="325615" y="421995"/>
                </a:lnTo>
                <a:lnTo>
                  <a:pt x="341274" y="376974"/>
                </a:lnTo>
                <a:lnTo>
                  <a:pt x="348526" y="347865"/>
                </a:lnTo>
                <a:lnTo>
                  <a:pt x="353441" y="328142"/>
                </a:lnTo>
                <a:lnTo>
                  <a:pt x="353720" y="326428"/>
                </a:lnTo>
                <a:lnTo>
                  <a:pt x="362140" y="275488"/>
                </a:lnTo>
                <a:lnTo>
                  <a:pt x="366166" y="231940"/>
                </a:lnTo>
                <a:lnTo>
                  <a:pt x="367360" y="219011"/>
                </a:lnTo>
                <a:lnTo>
                  <a:pt x="369100" y="158699"/>
                </a:lnTo>
                <a:lnTo>
                  <a:pt x="294335" y="158699"/>
                </a:lnTo>
                <a:lnTo>
                  <a:pt x="294335" y="231940"/>
                </a:lnTo>
                <a:lnTo>
                  <a:pt x="292595" y="256781"/>
                </a:lnTo>
                <a:lnTo>
                  <a:pt x="289572" y="280898"/>
                </a:lnTo>
                <a:lnTo>
                  <a:pt x="285115" y="304165"/>
                </a:lnTo>
                <a:lnTo>
                  <a:pt x="279095" y="326428"/>
                </a:lnTo>
                <a:lnTo>
                  <a:pt x="266014" y="315264"/>
                </a:lnTo>
                <a:lnTo>
                  <a:pt x="252234" y="304520"/>
                </a:lnTo>
                <a:lnTo>
                  <a:pt x="224231" y="283756"/>
                </a:lnTo>
                <a:lnTo>
                  <a:pt x="229654" y="271157"/>
                </a:lnTo>
                <a:lnTo>
                  <a:pt x="234518" y="258419"/>
                </a:lnTo>
                <a:lnTo>
                  <a:pt x="238798" y="245389"/>
                </a:lnTo>
                <a:lnTo>
                  <a:pt x="242519" y="231940"/>
                </a:lnTo>
                <a:lnTo>
                  <a:pt x="294335" y="231940"/>
                </a:lnTo>
                <a:lnTo>
                  <a:pt x="294335" y="158699"/>
                </a:lnTo>
                <a:lnTo>
                  <a:pt x="260807" y="158699"/>
                </a:lnTo>
                <a:lnTo>
                  <a:pt x="264185" y="144678"/>
                </a:lnTo>
                <a:lnTo>
                  <a:pt x="267284" y="130073"/>
                </a:lnTo>
                <a:lnTo>
                  <a:pt x="269798" y="114896"/>
                </a:lnTo>
                <a:lnTo>
                  <a:pt x="271475" y="99161"/>
                </a:lnTo>
                <a:lnTo>
                  <a:pt x="373672" y="99161"/>
                </a:lnTo>
                <a:lnTo>
                  <a:pt x="373672" y="26009"/>
                </a:lnTo>
                <a:close/>
              </a:path>
              <a:path w="1216025" h="598169">
                <a:moveTo>
                  <a:pt x="462165" y="50393"/>
                </a:moveTo>
                <a:lnTo>
                  <a:pt x="395008" y="50393"/>
                </a:lnTo>
                <a:lnTo>
                  <a:pt x="395008" y="454634"/>
                </a:lnTo>
                <a:lnTo>
                  <a:pt x="462165" y="454634"/>
                </a:lnTo>
                <a:lnTo>
                  <a:pt x="462165" y="50393"/>
                </a:lnTo>
                <a:close/>
              </a:path>
              <a:path w="1216025" h="598169">
                <a:moveTo>
                  <a:pt x="573417" y="6108"/>
                </a:moveTo>
                <a:lnTo>
                  <a:pt x="498741" y="6108"/>
                </a:lnTo>
                <a:lnTo>
                  <a:pt x="498741" y="463778"/>
                </a:lnTo>
                <a:lnTo>
                  <a:pt x="496760" y="480656"/>
                </a:lnTo>
                <a:lnTo>
                  <a:pt x="490931" y="492544"/>
                </a:lnTo>
                <a:lnTo>
                  <a:pt x="481380" y="499567"/>
                </a:lnTo>
                <a:lnTo>
                  <a:pt x="468515" y="501840"/>
                </a:lnTo>
                <a:lnTo>
                  <a:pt x="454456" y="501827"/>
                </a:lnTo>
                <a:lnTo>
                  <a:pt x="438264" y="501497"/>
                </a:lnTo>
                <a:lnTo>
                  <a:pt x="419506" y="500595"/>
                </a:lnTo>
                <a:lnTo>
                  <a:pt x="398056" y="498830"/>
                </a:lnTo>
                <a:lnTo>
                  <a:pt x="402577" y="522871"/>
                </a:lnTo>
                <a:lnTo>
                  <a:pt x="406819" y="544791"/>
                </a:lnTo>
                <a:lnTo>
                  <a:pt x="410489" y="564705"/>
                </a:lnTo>
                <a:lnTo>
                  <a:pt x="413296" y="582752"/>
                </a:lnTo>
                <a:lnTo>
                  <a:pt x="465924" y="582561"/>
                </a:lnTo>
                <a:lnTo>
                  <a:pt x="504837" y="581228"/>
                </a:lnTo>
                <a:lnTo>
                  <a:pt x="546620" y="565365"/>
                </a:lnTo>
                <a:lnTo>
                  <a:pt x="569036" y="529170"/>
                </a:lnTo>
                <a:lnTo>
                  <a:pt x="572884" y="501878"/>
                </a:lnTo>
                <a:lnTo>
                  <a:pt x="573417" y="492734"/>
                </a:lnTo>
                <a:lnTo>
                  <a:pt x="573417" y="6108"/>
                </a:lnTo>
                <a:close/>
              </a:path>
              <a:path w="1216025" h="598169">
                <a:moveTo>
                  <a:pt x="883069" y="19812"/>
                </a:moveTo>
                <a:lnTo>
                  <a:pt x="812876" y="19812"/>
                </a:lnTo>
                <a:lnTo>
                  <a:pt x="812876" y="76301"/>
                </a:lnTo>
                <a:lnTo>
                  <a:pt x="812876" y="111353"/>
                </a:lnTo>
                <a:lnTo>
                  <a:pt x="812876" y="161747"/>
                </a:lnTo>
                <a:lnTo>
                  <a:pt x="812876" y="196799"/>
                </a:lnTo>
                <a:lnTo>
                  <a:pt x="716762" y="196799"/>
                </a:lnTo>
                <a:lnTo>
                  <a:pt x="716762" y="161747"/>
                </a:lnTo>
                <a:lnTo>
                  <a:pt x="812876" y="161747"/>
                </a:lnTo>
                <a:lnTo>
                  <a:pt x="812876" y="111353"/>
                </a:lnTo>
                <a:lnTo>
                  <a:pt x="716762" y="111353"/>
                </a:lnTo>
                <a:lnTo>
                  <a:pt x="716762" y="76301"/>
                </a:lnTo>
                <a:lnTo>
                  <a:pt x="812876" y="76301"/>
                </a:lnTo>
                <a:lnTo>
                  <a:pt x="812876" y="19812"/>
                </a:lnTo>
                <a:lnTo>
                  <a:pt x="646658" y="19812"/>
                </a:lnTo>
                <a:lnTo>
                  <a:pt x="646658" y="253276"/>
                </a:lnTo>
                <a:lnTo>
                  <a:pt x="883069" y="253276"/>
                </a:lnTo>
                <a:lnTo>
                  <a:pt x="883069" y="196799"/>
                </a:lnTo>
                <a:lnTo>
                  <a:pt x="883069" y="161747"/>
                </a:lnTo>
                <a:lnTo>
                  <a:pt x="883069" y="111353"/>
                </a:lnTo>
                <a:lnTo>
                  <a:pt x="883069" y="76301"/>
                </a:lnTo>
                <a:lnTo>
                  <a:pt x="883069" y="19812"/>
                </a:lnTo>
                <a:close/>
              </a:path>
              <a:path w="1216025" h="598169">
                <a:moveTo>
                  <a:pt x="1201775" y="21348"/>
                </a:moveTo>
                <a:lnTo>
                  <a:pt x="905929" y="21348"/>
                </a:lnTo>
                <a:lnTo>
                  <a:pt x="905929" y="80873"/>
                </a:lnTo>
                <a:lnTo>
                  <a:pt x="1003465" y="80873"/>
                </a:lnTo>
                <a:lnTo>
                  <a:pt x="1002055" y="92329"/>
                </a:lnTo>
                <a:lnTo>
                  <a:pt x="1000226" y="103936"/>
                </a:lnTo>
                <a:lnTo>
                  <a:pt x="998105" y="115849"/>
                </a:lnTo>
                <a:lnTo>
                  <a:pt x="995845" y="128219"/>
                </a:lnTo>
                <a:lnTo>
                  <a:pt x="916597" y="128219"/>
                </a:lnTo>
                <a:lnTo>
                  <a:pt x="916597" y="379869"/>
                </a:lnTo>
                <a:lnTo>
                  <a:pt x="985177" y="379869"/>
                </a:lnTo>
                <a:lnTo>
                  <a:pt x="985177" y="189179"/>
                </a:lnTo>
                <a:lnTo>
                  <a:pt x="1114818" y="189179"/>
                </a:lnTo>
                <a:lnTo>
                  <a:pt x="1114818" y="381393"/>
                </a:lnTo>
                <a:lnTo>
                  <a:pt x="1183487" y="381393"/>
                </a:lnTo>
                <a:lnTo>
                  <a:pt x="1183487" y="189179"/>
                </a:lnTo>
                <a:lnTo>
                  <a:pt x="1183487" y="128219"/>
                </a:lnTo>
                <a:lnTo>
                  <a:pt x="1072146" y="128219"/>
                </a:lnTo>
                <a:lnTo>
                  <a:pt x="1073543" y="116700"/>
                </a:lnTo>
                <a:lnTo>
                  <a:pt x="1075385" y="105079"/>
                </a:lnTo>
                <a:lnTo>
                  <a:pt x="1077493" y="93179"/>
                </a:lnTo>
                <a:lnTo>
                  <a:pt x="1079766" y="80873"/>
                </a:lnTo>
                <a:lnTo>
                  <a:pt x="1201775" y="80873"/>
                </a:lnTo>
                <a:lnTo>
                  <a:pt x="1201775" y="21348"/>
                </a:lnTo>
                <a:close/>
              </a:path>
              <a:path w="1216025" h="598169">
                <a:moveTo>
                  <a:pt x="1215491" y="453110"/>
                </a:moveTo>
                <a:lnTo>
                  <a:pt x="1182585" y="431050"/>
                </a:lnTo>
                <a:lnTo>
                  <a:pt x="1169492" y="422541"/>
                </a:lnTo>
                <a:lnTo>
                  <a:pt x="1160627" y="416788"/>
                </a:lnTo>
                <a:lnTo>
                  <a:pt x="1160627" y="507974"/>
                </a:lnTo>
                <a:lnTo>
                  <a:pt x="937933" y="509498"/>
                </a:lnTo>
                <a:lnTo>
                  <a:pt x="999896" y="470623"/>
                </a:lnTo>
                <a:lnTo>
                  <a:pt x="1044714" y="422541"/>
                </a:lnTo>
                <a:lnTo>
                  <a:pt x="1074166" y="442569"/>
                </a:lnTo>
                <a:lnTo>
                  <a:pt x="1103198" y="463575"/>
                </a:lnTo>
                <a:lnTo>
                  <a:pt x="1131976" y="485419"/>
                </a:lnTo>
                <a:lnTo>
                  <a:pt x="1160627" y="507974"/>
                </a:lnTo>
                <a:lnTo>
                  <a:pt x="1160627" y="416788"/>
                </a:lnTo>
                <a:lnTo>
                  <a:pt x="1147813" y="408444"/>
                </a:lnTo>
                <a:lnTo>
                  <a:pt x="1111046" y="385292"/>
                </a:lnTo>
                <a:lnTo>
                  <a:pt x="1072146" y="361581"/>
                </a:lnTo>
                <a:lnTo>
                  <a:pt x="1077023" y="341299"/>
                </a:lnTo>
                <a:lnTo>
                  <a:pt x="1080338" y="319430"/>
                </a:lnTo>
                <a:lnTo>
                  <a:pt x="1082217" y="296125"/>
                </a:lnTo>
                <a:lnTo>
                  <a:pt x="1082814" y="271564"/>
                </a:lnTo>
                <a:lnTo>
                  <a:pt x="1082814" y="215087"/>
                </a:lnTo>
                <a:lnTo>
                  <a:pt x="1017282" y="215087"/>
                </a:lnTo>
                <a:lnTo>
                  <a:pt x="1017282" y="268516"/>
                </a:lnTo>
                <a:lnTo>
                  <a:pt x="1014691" y="308203"/>
                </a:lnTo>
                <a:lnTo>
                  <a:pt x="994054" y="371043"/>
                </a:lnTo>
                <a:lnTo>
                  <a:pt x="953770" y="412496"/>
                </a:lnTo>
                <a:lnTo>
                  <a:pt x="899477" y="441236"/>
                </a:lnTo>
                <a:lnTo>
                  <a:pt x="867740" y="451586"/>
                </a:lnTo>
                <a:lnTo>
                  <a:pt x="879843" y="464680"/>
                </a:lnTo>
                <a:lnTo>
                  <a:pt x="891057" y="478637"/>
                </a:lnTo>
                <a:lnTo>
                  <a:pt x="901687" y="493166"/>
                </a:lnTo>
                <a:lnTo>
                  <a:pt x="912025" y="507974"/>
                </a:lnTo>
                <a:lnTo>
                  <a:pt x="885431" y="507098"/>
                </a:lnTo>
                <a:lnTo>
                  <a:pt x="860539" y="504355"/>
                </a:lnTo>
                <a:lnTo>
                  <a:pt x="855878" y="503402"/>
                </a:lnTo>
                <a:lnTo>
                  <a:pt x="837361" y="499618"/>
                </a:lnTo>
                <a:lnTo>
                  <a:pt x="815924" y="492734"/>
                </a:lnTo>
                <a:lnTo>
                  <a:pt x="815924" y="454634"/>
                </a:lnTo>
                <a:lnTo>
                  <a:pt x="815924" y="439394"/>
                </a:lnTo>
                <a:lnTo>
                  <a:pt x="887641" y="439394"/>
                </a:lnTo>
                <a:lnTo>
                  <a:pt x="887641" y="379869"/>
                </a:lnTo>
                <a:lnTo>
                  <a:pt x="815924" y="379869"/>
                </a:lnTo>
                <a:lnTo>
                  <a:pt x="815924" y="341769"/>
                </a:lnTo>
                <a:lnTo>
                  <a:pt x="896785" y="341769"/>
                </a:lnTo>
                <a:lnTo>
                  <a:pt x="896785" y="280708"/>
                </a:lnTo>
                <a:lnTo>
                  <a:pt x="620750" y="280708"/>
                </a:lnTo>
                <a:lnTo>
                  <a:pt x="620750" y="341769"/>
                </a:lnTo>
                <a:lnTo>
                  <a:pt x="741248" y="341769"/>
                </a:lnTo>
                <a:lnTo>
                  <a:pt x="741248" y="454634"/>
                </a:lnTo>
                <a:lnTo>
                  <a:pt x="734085" y="449567"/>
                </a:lnTo>
                <a:lnTo>
                  <a:pt x="726681" y="443763"/>
                </a:lnTo>
                <a:lnTo>
                  <a:pt x="719289" y="437667"/>
                </a:lnTo>
                <a:lnTo>
                  <a:pt x="712190" y="431685"/>
                </a:lnTo>
                <a:lnTo>
                  <a:pt x="713066" y="415658"/>
                </a:lnTo>
                <a:lnTo>
                  <a:pt x="713524" y="399491"/>
                </a:lnTo>
                <a:lnTo>
                  <a:pt x="713663" y="385292"/>
                </a:lnTo>
                <a:lnTo>
                  <a:pt x="713714" y="366153"/>
                </a:lnTo>
                <a:lnTo>
                  <a:pt x="648182" y="366153"/>
                </a:lnTo>
                <a:lnTo>
                  <a:pt x="646163" y="421132"/>
                </a:lnTo>
                <a:lnTo>
                  <a:pt x="639991" y="467385"/>
                </a:lnTo>
                <a:lnTo>
                  <a:pt x="629539" y="505333"/>
                </a:lnTo>
                <a:lnTo>
                  <a:pt x="614654" y="535406"/>
                </a:lnTo>
                <a:lnTo>
                  <a:pt x="632079" y="552945"/>
                </a:lnTo>
                <a:lnTo>
                  <a:pt x="647801" y="569023"/>
                </a:lnTo>
                <a:lnTo>
                  <a:pt x="661809" y="583933"/>
                </a:lnTo>
                <a:lnTo>
                  <a:pt x="674090" y="597992"/>
                </a:lnTo>
                <a:lnTo>
                  <a:pt x="683780" y="579145"/>
                </a:lnTo>
                <a:lnTo>
                  <a:pt x="692188" y="557022"/>
                </a:lnTo>
                <a:lnTo>
                  <a:pt x="699160" y="531723"/>
                </a:lnTo>
                <a:lnTo>
                  <a:pt x="704570" y="503402"/>
                </a:lnTo>
                <a:lnTo>
                  <a:pt x="719493" y="515404"/>
                </a:lnTo>
                <a:lnTo>
                  <a:pt x="767156" y="544652"/>
                </a:lnTo>
                <a:lnTo>
                  <a:pt x="815162" y="563511"/>
                </a:lnTo>
                <a:lnTo>
                  <a:pt x="880732" y="573227"/>
                </a:lnTo>
                <a:lnTo>
                  <a:pt x="962317" y="576656"/>
                </a:lnTo>
                <a:lnTo>
                  <a:pt x="1194155" y="576656"/>
                </a:lnTo>
                <a:lnTo>
                  <a:pt x="1198778" y="558609"/>
                </a:lnTo>
                <a:lnTo>
                  <a:pt x="1203680" y="540981"/>
                </a:lnTo>
                <a:lnTo>
                  <a:pt x="1209154" y="523633"/>
                </a:lnTo>
                <a:lnTo>
                  <a:pt x="1214374" y="509498"/>
                </a:lnTo>
                <a:lnTo>
                  <a:pt x="1214932" y="507974"/>
                </a:lnTo>
                <a:lnTo>
                  <a:pt x="1215491" y="506450"/>
                </a:lnTo>
                <a:lnTo>
                  <a:pt x="1168247" y="507974"/>
                </a:lnTo>
                <a:lnTo>
                  <a:pt x="1215491" y="45311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303680" y="1876234"/>
            <a:ext cx="2036445" cy="431800"/>
          </a:xfrm>
          <a:custGeom>
            <a:avLst/>
            <a:gdLst/>
            <a:ahLst/>
            <a:cxnLst/>
            <a:rect l="l" t="t" r="r" b="b"/>
            <a:pathLst>
              <a:path w="2036445" h="431800">
                <a:moveTo>
                  <a:pt x="425488" y="36576"/>
                </a:moveTo>
                <a:lnTo>
                  <a:pt x="0" y="36576"/>
                </a:lnTo>
                <a:lnTo>
                  <a:pt x="0" y="71729"/>
                </a:lnTo>
                <a:lnTo>
                  <a:pt x="172402" y="71729"/>
                </a:lnTo>
                <a:lnTo>
                  <a:pt x="172402" y="428625"/>
                </a:lnTo>
                <a:lnTo>
                  <a:pt x="212026" y="428625"/>
                </a:lnTo>
                <a:lnTo>
                  <a:pt x="212026" y="172402"/>
                </a:lnTo>
                <a:lnTo>
                  <a:pt x="258089" y="200698"/>
                </a:lnTo>
                <a:lnTo>
                  <a:pt x="300469" y="228422"/>
                </a:lnTo>
                <a:lnTo>
                  <a:pt x="339407" y="255600"/>
                </a:lnTo>
                <a:lnTo>
                  <a:pt x="375196" y="282232"/>
                </a:lnTo>
                <a:lnTo>
                  <a:pt x="401104" y="245554"/>
                </a:lnTo>
                <a:lnTo>
                  <a:pt x="364832" y="221627"/>
                </a:lnTo>
                <a:lnTo>
                  <a:pt x="324700" y="195834"/>
                </a:lnTo>
                <a:lnTo>
                  <a:pt x="280822" y="168579"/>
                </a:lnTo>
                <a:lnTo>
                  <a:pt x="233362" y="140309"/>
                </a:lnTo>
                <a:lnTo>
                  <a:pt x="212026" y="167830"/>
                </a:lnTo>
                <a:lnTo>
                  <a:pt x="212026" y="71729"/>
                </a:lnTo>
                <a:lnTo>
                  <a:pt x="425488" y="71729"/>
                </a:lnTo>
                <a:lnTo>
                  <a:pt x="425488" y="36576"/>
                </a:lnTo>
                <a:close/>
              </a:path>
              <a:path w="2036445" h="431800">
                <a:moveTo>
                  <a:pt x="872401" y="25908"/>
                </a:moveTo>
                <a:lnTo>
                  <a:pt x="449961" y="25908"/>
                </a:lnTo>
                <a:lnTo>
                  <a:pt x="449961" y="58013"/>
                </a:lnTo>
                <a:lnTo>
                  <a:pt x="632942" y="58013"/>
                </a:lnTo>
                <a:lnTo>
                  <a:pt x="629018" y="70916"/>
                </a:lnTo>
                <a:lnTo>
                  <a:pt x="623989" y="85255"/>
                </a:lnTo>
                <a:lnTo>
                  <a:pt x="618147" y="100228"/>
                </a:lnTo>
                <a:lnTo>
                  <a:pt x="611606" y="115925"/>
                </a:lnTo>
                <a:lnTo>
                  <a:pt x="578078" y="115925"/>
                </a:lnTo>
                <a:lnTo>
                  <a:pt x="578078" y="144983"/>
                </a:lnTo>
                <a:lnTo>
                  <a:pt x="578078" y="376821"/>
                </a:lnTo>
                <a:lnTo>
                  <a:pt x="507873" y="376821"/>
                </a:lnTo>
                <a:lnTo>
                  <a:pt x="507873" y="144983"/>
                </a:lnTo>
                <a:lnTo>
                  <a:pt x="578078" y="144983"/>
                </a:lnTo>
                <a:lnTo>
                  <a:pt x="578078" y="115925"/>
                </a:lnTo>
                <a:lnTo>
                  <a:pt x="472821" y="115925"/>
                </a:lnTo>
                <a:lnTo>
                  <a:pt x="472821" y="430161"/>
                </a:lnTo>
                <a:lnTo>
                  <a:pt x="507873" y="430161"/>
                </a:lnTo>
                <a:lnTo>
                  <a:pt x="507873" y="405777"/>
                </a:lnTo>
                <a:lnTo>
                  <a:pt x="812863" y="405777"/>
                </a:lnTo>
                <a:lnTo>
                  <a:pt x="812863" y="430161"/>
                </a:lnTo>
                <a:lnTo>
                  <a:pt x="846493" y="430161"/>
                </a:lnTo>
                <a:lnTo>
                  <a:pt x="846493" y="405777"/>
                </a:lnTo>
                <a:lnTo>
                  <a:pt x="846493" y="376821"/>
                </a:lnTo>
                <a:lnTo>
                  <a:pt x="846493" y="144983"/>
                </a:lnTo>
                <a:lnTo>
                  <a:pt x="846493" y="115925"/>
                </a:lnTo>
                <a:lnTo>
                  <a:pt x="812863" y="115925"/>
                </a:lnTo>
                <a:lnTo>
                  <a:pt x="812863" y="144983"/>
                </a:lnTo>
                <a:lnTo>
                  <a:pt x="812863" y="376821"/>
                </a:lnTo>
                <a:lnTo>
                  <a:pt x="742759" y="376821"/>
                </a:lnTo>
                <a:lnTo>
                  <a:pt x="742759" y="144983"/>
                </a:lnTo>
                <a:lnTo>
                  <a:pt x="812863" y="144983"/>
                </a:lnTo>
                <a:lnTo>
                  <a:pt x="812863" y="115925"/>
                </a:lnTo>
                <a:lnTo>
                  <a:pt x="710755" y="115925"/>
                </a:lnTo>
                <a:lnTo>
                  <a:pt x="710755" y="144983"/>
                </a:lnTo>
                <a:lnTo>
                  <a:pt x="710755" y="204419"/>
                </a:lnTo>
                <a:lnTo>
                  <a:pt x="710755" y="231851"/>
                </a:lnTo>
                <a:lnTo>
                  <a:pt x="710755" y="289852"/>
                </a:lnTo>
                <a:lnTo>
                  <a:pt x="710755" y="317284"/>
                </a:lnTo>
                <a:lnTo>
                  <a:pt x="710755" y="376821"/>
                </a:lnTo>
                <a:lnTo>
                  <a:pt x="608558" y="376821"/>
                </a:lnTo>
                <a:lnTo>
                  <a:pt x="608558" y="317284"/>
                </a:lnTo>
                <a:lnTo>
                  <a:pt x="710755" y="317284"/>
                </a:lnTo>
                <a:lnTo>
                  <a:pt x="710755" y="289852"/>
                </a:lnTo>
                <a:lnTo>
                  <a:pt x="608558" y="289852"/>
                </a:lnTo>
                <a:lnTo>
                  <a:pt x="608558" y="231851"/>
                </a:lnTo>
                <a:lnTo>
                  <a:pt x="710755" y="231851"/>
                </a:lnTo>
                <a:lnTo>
                  <a:pt x="710755" y="204419"/>
                </a:lnTo>
                <a:lnTo>
                  <a:pt x="608558" y="204419"/>
                </a:lnTo>
                <a:lnTo>
                  <a:pt x="608558" y="144983"/>
                </a:lnTo>
                <a:lnTo>
                  <a:pt x="710755" y="144983"/>
                </a:lnTo>
                <a:lnTo>
                  <a:pt x="710755" y="115925"/>
                </a:lnTo>
                <a:lnTo>
                  <a:pt x="648182" y="115925"/>
                </a:lnTo>
                <a:lnTo>
                  <a:pt x="654989" y="99593"/>
                </a:lnTo>
                <a:lnTo>
                  <a:pt x="661517" y="84683"/>
                </a:lnTo>
                <a:lnTo>
                  <a:pt x="667372" y="71132"/>
                </a:lnTo>
                <a:lnTo>
                  <a:pt x="672566" y="58013"/>
                </a:lnTo>
                <a:lnTo>
                  <a:pt x="872401" y="58013"/>
                </a:lnTo>
                <a:lnTo>
                  <a:pt x="872401" y="25908"/>
                </a:lnTo>
                <a:close/>
              </a:path>
              <a:path w="2036445" h="431800">
                <a:moveTo>
                  <a:pt x="1325308" y="390525"/>
                </a:moveTo>
                <a:lnTo>
                  <a:pt x="1272209" y="371906"/>
                </a:lnTo>
                <a:lnTo>
                  <a:pt x="1226375" y="347256"/>
                </a:lnTo>
                <a:lnTo>
                  <a:pt x="1187729" y="316826"/>
                </a:lnTo>
                <a:lnTo>
                  <a:pt x="1156182" y="280809"/>
                </a:lnTo>
                <a:lnTo>
                  <a:pt x="1131671" y="239458"/>
                </a:lnTo>
                <a:lnTo>
                  <a:pt x="1317688" y="239458"/>
                </a:lnTo>
                <a:lnTo>
                  <a:pt x="1317688" y="207454"/>
                </a:lnTo>
                <a:lnTo>
                  <a:pt x="1125575" y="207454"/>
                </a:lnTo>
                <a:lnTo>
                  <a:pt x="1126451" y="194576"/>
                </a:lnTo>
                <a:lnTo>
                  <a:pt x="1126909" y="176403"/>
                </a:lnTo>
                <a:lnTo>
                  <a:pt x="1127099" y="123545"/>
                </a:lnTo>
                <a:lnTo>
                  <a:pt x="1291780" y="123545"/>
                </a:lnTo>
                <a:lnTo>
                  <a:pt x="1291780" y="90017"/>
                </a:lnTo>
                <a:lnTo>
                  <a:pt x="1181963" y="90017"/>
                </a:lnTo>
                <a:lnTo>
                  <a:pt x="1208252" y="56667"/>
                </a:lnTo>
                <a:lnTo>
                  <a:pt x="1236827" y="19812"/>
                </a:lnTo>
                <a:lnTo>
                  <a:pt x="1200251" y="0"/>
                </a:lnTo>
                <a:lnTo>
                  <a:pt x="1187107" y="21145"/>
                </a:lnTo>
                <a:lnTo>
                  <a:pt x="1172819" y="43294"/>
                </a:lnTo>
                <a:lnTo>
                  <a:pt x="1157389" y="66306"/>
                </a:lnTo>
                <a:lnTo>
                  <a:pt x="1140815" y="90017"/>
                </a:lnTo>
                <a:lnTo>
                  <a:pt x="1037082" y="90017"/>
                </a:lnTo>
                <a:lnTo>
                  <a:pt x="1064514" y="64109"/>
                </a:lnTo>
                <a:lnTo>
                  <a:pt x="995934" y="0"/>
                </a:lnTo>
                <a:lnTo>
                  <a:pt x="969937" y="22860"/>
                </a:lnTo>
                <a:lnTo>
                  <a:pt x="984275" y="36576"/>
                </a:lnTo>
                <a:lnTo>
                  <a:pt x="999731" y="52438"/>
                </a:lnTo>
                <a:lnTo>
                  <a:pt x="1016317" y="70307"/>
                </a:lnTo>
                <a:lnTo>
                  <a:pt x="1034034" y="90017"/>
                </a:lnTo>
                <a:lnTo>
                  <a:pt x="928789" y="90017"/>
                </a:lnTo>
                <a:lnTo>
                  <a:pt x="928789" y="123545"/>
                </a:lnTo>
                <a:lnTo>
                  <a:pt x="1088898" y="123545"/>
                </a:lnTo>
                <a:lnTo>
                  <a:pt x="1088898" y="207454"/>
                </a:lnTo>
                <a:lnTo>
                  <a:pt x="904405" y="207454"/>
                </a:lnTo>
                <a:lnTo>
                  <a:pt x="904405" y="239458"/>
                </a:lnTo>
                <a:lnTo>
                  <a:pt x="1082802" y="239458"/>
                </a:lnTo>
                <a:lnTo>
                  <a:pt x="1065060" y="279577"/>
                </a:lnTo>
                <a:lnTo>
                  <a:pt x="1037437" y="315747"/>
                </a:lnTo>
                <a:lnTo>
                  <a:pt x="999934" y="348030"/>
                </a:lnTo>
                <a:lnTo>
                  <a:pt x="952538" y="376491"/>
                </a:lnTo>
                <a:lnTo>
                  <a:pt x="895261" y="401193"/>
                </a:lnTo>
                <a:lnTo>
                  <a:pt x="901852" y="409181"/>
                </a:lnTo>
                <a:lnTo>
                  <a:pt x="976947" y="406082"/>
                </a:lnTo>
                <a:lnTo>
                  <a:pt x="1024521" y="376885"/>
                </a:lnTo>
                <a:lnTo>
                  <a:pt x="1062482" y="344170"/>
                </a:lnTo>
                <a:lnTo>
                  <a:pt x="1091006" y="308013"/>
                </a:lnTo>
                <a:lnTo>
                  <a:pt x="1110234" y="268516"/>
                </a:lnTo>
                <a:lnTo>
                  <a:pt x="1132954" y="308559"/>
                </a:lnTo>
                <a:lnTo>
                  <a:pt x="1162621" y="344525"/>
                </a:lnTo>
                <a:lnTo>
                  <a:pt x="1199222" y="376326"/>
                </a:lnTo>
                <a:lnTo>
                  <a:pt x="1242783" y="403885"/>
                </a:lnTo>
                <a:lnTo>
                  <a:pt x="1293304" y="427101"/>
                </a:lnTo>
                <a:lnTo>
                  <a:pt x="1309306" y="409384"/>
                </a:lnTo>
                <a:lnTo>
                  <a:pt x="1317307" y="400316"/>
                </a:lnTo>
                <a:lnTo>
                  <a:pt x="1325308" y="390525"/>
                </a:lnTo>
                <a:close/>
              </a:path>
              <a:path w="2036445" h="431800">
                <a:moveTo>
                  <a:pt x="1772132" y="180022"/>
                </a:moveTo>
                <a:lnTo>
                  <a:pt x="1581531" y="180022"/>
                </a:lnTo>
                <a:lnTo>
                  <a:pt x="1581531" y="67157"/>
                </a:lnTo>
                <a:lnTo>
                  <a:pt x="1738604" y="67157"/>
                </a:lnTo>
                <a:lnTo>
                  <a:pt x="1738604" y="32004"/>
                </a:lnTo>
                <a:lnTo>
                  <a:pt x="1375600" y="32004"/>
                </a:lnTo>
                <a:lnTo>
                  <a:pt x="1375600" y="67157"/>
                </a:lnTo>
                <a:lnTo>
                  <a:pt x="1544955" y="67157"/>
                </a:lnTo>
                <a:lnTo>
                  <a:pt x="1544955" y="180022"/>
                </a:lnTo>
                <a:lnTo>
                  <a:pt x="1340548" y="180022"/>
                </a:lnTo>
                <a:lnTo>
                  <a:pt x="1340548" y="213550"/>
                </a:lnTo>
                <a:lnTo>
                  <a:pt x="1544955" y="213550"/>
                </a:lnTo>
                <a:lnTo>
                  <a:pt x="1544955" y="352425"/>
                </a:lnTo>
                <a:lnTo>
                  <a:pt x="1521409" y="386930"/>
                </a:lnTo>
                <a:lnTo>
                  <a:pt x="1512862" y="387477"/>
                </a:lnTo>
                <a:lnTo>
                  <a:pt x="1500860" y="387197"/>
                </a:lnTo>
                <a:lnTo>
                  <a:pt x="1485430" y="386334"/>
                </a:lnTo>
                <a:lnTo>
                  <a:pt x="1466570" y="384911"/>
                </a:lnTo>
                <a:lnTo>
                  <a:pt x="1444282" y="382905"/>
                </a:lnTo>
                <a:lnTo>
                  <a:pt x="1446301" y="393179"/>
                </a:lnTo>
                <a:lnTo>
                  <a:pt x="1447901" y="403288"/>
                </a:lnTo>
                <a:lnTo>
                  <a:pt x="1450378" y="422529"/>
                </a:lnTo>
                <a:lnTo>
                  <a:pt x="1475536" y="423418"/>
                </a:lnTo>
                <a:lnTo>
                  <a:pt x="1496288" y="423862"/>
                </a:lnTo>
                <a:lnTo>
                  <a:pt x="1525054" y="424053"/>
                </a:lnTo>
                <a:lnTo>
                  <a:pt x="1540814" y="422300"/>
                </a:lnTo>
                <a:lnTo>
                  <a:pt x="1575739" y="399554"/>
                </a:lnTo>
                <a:lnTo>
                  <a:pt x="1581531" y="364617"/>
                </a:lnTo>
                <a:lnTo>
                  <a:pt x="1581531" y="213550"/>
                </a:lnTo>
                <a:lnTo>
                  <a:pt x="1772132" y="213550"/>
                </a:lnTo>
                <a:lnTo>
                  <a:pt x="1772132" y="180022"/>
                </a:lnTo>
                <a:close/>
              </a:path>
              <a:path w="2036445" h="431800">
                <a:moveTo>
                  <a:pt x="2035975" y="67157"/>
                </a:moveTo>
                <a:lnTo>
                  <a:pt x="2020252" y="61150"/>
                </a:lnTo>
                <a:lnTo>
                  <a:pt x="2002828" y="56870"/>
                </a:lnTo>
                <a:lnTo>
                  <a:pt x="1983676" y="54292"/>
                </a:lnTo>
                <a:lnTo>
                  <a:pt x="1962823" y="53441"/>
                </a:lnTo>
                <a:lnTo>
                  <a:pt x="1929015" y="56324"/>
                </a:lnTo>
                <a:lnTo>
                  <a:pt x="1871205" y="79806"/>
                </a:lnTo>
                <a:lnTo>
                  <a:pt x="1826882" y="125514"/>
                </a:lnTo>
                <a:lnTo>
                  <a:pt x="1803958" y="186067"/>
                </a:lnTo>
                <a:lnTo>
                  <a:pt x="1801088" y="221170"/>
                </a:lnTo>
                <a:lnTo>
                  <a:pt x="1803654" y="254952"/>
                </a:lnTo>
                <a:lnTo>
                  <a:pt x="1824266" y="312140"/>
                </a:lnTo>
                <a:lnTo>
                  <a:pt x="1864347" y="354507"/>
                </a:lnTo>
                <a:lnTo>
                  <a:pt x="1917547" y="375742"/>
                </a:lnTo>
                <a:lnTo>
                  <a:pt x="1949005" y="378333"/>
                </a:lnTo>
                <a:lnTo>
                  <a:pt x="1974202" y="377190"/>
                </a:lnTo>
                <a:lnTo>
                  <a:pt x="1997100" y="373761"/>
                </a:lnTo>
                <a:lnTo>
                  <a:pt x="2017674" y="368046"/>
                </a:lnTo>
                <a:lnTo>
                  <a:pt x="2035975" y="360045"/>
                </a:lnTo>
                <a:lnTo>
                  <a:pt x="2035975" y="324904"/>
                </a:lnTo>
                <a:lnTo>
                  <a:pt x="2017966" y="333781"/>
                </a:lnTo>
                <a:lnTo>
                  <a:pt x="1998243" y="339953"/>
                </a:lnTo>
                <a:lnTo>
                  <a:pt x="1976780" y="343547"/>
                </a:lnTo>
                <a:lnTo>
                  <a:pt x="1953577" y="344716"/>
                </a:lnTo>
                <a:lnTo>
                  <a:pt x="1929574" y="342696"/>
                </a:lnTo>
                <a:lnTo>
                  <a:pt x="1888426" y="326072"/>
                </a:lnTo>
                <a:lnTo>
                  <a:pt x="1858162" y="292608"/>
                </a:lnTo>
                <a:lnTo>
                  <a:pt x="1842782" y="246849"/>
                </a:lnTo>
                <a:lnTo>
                  <a:pt x="1840801" y="219646"/>
                </a:lnTo>
                <a:lnTo>
                  <a:pt x="1842820" y="191147"/>
                </a:lnTo>
                <a:lnTo>
                  <a:pt x="1859445" y="142671"/>
                </a:lnTo>
                <a:lnTo>
                  <a:pt x="1892617" y="107543"/>
                </a:lnTo>
                <a:lnTo>
                  <a:pt x="1936089" y="89255"/>
                </a:lnTo>
                <a:lnTo>
                  <a:pt x="1961299" y="86969"/>
                </a:lnTo>
                <a:lnTo>
                  <a:pt x="1981314" y="88112"/>
                </a:lnTo>
                <a:lnTo>
                  <a:pt x="2000351" y="91541"/>
                </a:lnTo>
                <a:lnTo>
                  <a:pt x="2018512" y="97256"/>
                </a:lnTo>
                <a:lnTo>
                  <a:pt x="2035975" y="105257"/>
                </a:lnTo>
                <a:lnTo>
                  <a:pt x="2035975" y="671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88423" y="1929669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68675" y="324897"/>
                </a:moveTo>
                <a:lnTo>
                  <a:pt x="61055" y="323373"/>
                </a:lnTo>
                <a:lnTo>
                  <a:pt x="53435" y="323373"/>
                </a:lnTo>
                <a:lnTo>
                  <a:pt x="30575" y="318801"/>
                </a:lnTo>
                <a:lnTo>
                  <a:pt x="24479" y="317277"/>
                </a:lnTo>
                <a:lnTo>
                  <a:pt x="16859" y="314229"/>
                </a:lnTo>
                <a:lnTo>
                  <a:pt x="10763" y="312705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3842"/>
                </a:lnTo>
                <a:lnTo>
                  <a:pt x="6096" y="268414"/>
                </a:lnTo>
                <a:lnTo>
                  <a:pt x="12287" y="271462"/>
                </a:lnTo>
                <a:lnTo>
                  <a:pt x="18383" y="276034"/>
                </a:lnTo>
                <a:lnTo>
                  <a:pt x="26003" y="279082"/>
                </a:lnTo>
                <a:lnTo>
                  <a:pt x="32099" y="282130"/>
                </a:lnTo>
                <a:lnTo>
                  <a:pt x="41243" y="283654"/>
                </a:lnTo>
                <a:lnTo>
                  <a:pt x="48863" y="286702"/>
                </a:lnTo>
                <a:lnTo>
                  <a:pt x="71723" y="291274"/>
                </a:lnTo>
                <a:lnTo>
                  <a:pt x="85439" y="291274"/>
                </a:lnTo>
                <a:lnTo>
                  <a:pt x="101441" y="290655"/>
                </a:lnTo>
                <a:lnTo>
                  <a:pt x="142866" y="272510"/>
                </a:lnTo>
                <a:lnTo>
                  <a:pt x="152590" y="242506"/>
                </a:lnTo>
                <a:lnTo>
                  <a:pt x="152590" y="234886"/>
                </a:lnTo>
                <a:lnTo>
                  <a:pt x="151066" y="227266"/>
                </a:lnTo>
                <a:lnTo>
                  <a:pt x="146399" y="221170"/>
                </a:lnTo>
                <a:lnTo>
                  <a:pt x="143351" y="215074"/>
                </a:lnTo>
                <a:lnTo>
                  <a:pt x="101417" y="185404"/>
                </a:lnTo>
                <a:lnTo>
                  <a:pt x="87082" y="177498"/>
                </a:lnTo>
                <a:lnTo>
                  <a:pt x="48863" y="157067"/>
                </a:lnTo>
                <a:lnTo>
                  <a:pt x="24479" y="137255"/>
                </a:lnTo>
                <a:lnTo>
                  <a:pt x="19072" y="132397"/>
                </a:lnTo>
                <a:lnTo>
                  <a:pt x="1833" y="92495"/>
                </a:lnTo>
                <a:lnTo>
                  <a:pt x="1524" y="83819"/>
                </a:lnTo>
                <a:lnTo>
                  <a:pt x="2096" y="73818"/>
                </a:lnTo>
                <a:lnTo>
                  <a:pt x="21240" y="32384"/>
                </a:lnTo>
                <a:lnTo>
                  <a:pt x="60436" y="8024"/>
                </a:lnTo>
                <a:lnTo>
                  <a:pt x="99774" y="285"/>
                </a:lnTo>
                <a:lnTo>
                  <a:pt x="109823" y="0"/>
                </a:lnTo>
                <a:lnTo>
                  <a:pt x="131912" y="809"/>
                </a:lnTo>
                <a:lnTo>
                  <a:pt x="150447" y="3047"/>
                </a:lnTo>
                <a:lnTo>
                  <a:pt x="165839" y="6429"/>
                </a:lnTo>
                <a:lnTo>
                  <a:pt x="178498" y="10667"/>
                </a:lnTo>
                <a:lnTo>
                  <a:pt x="178498" y="53339"/>
                </a:lnTo>
                <a:lnTo>
                  <a:pt x="163648" y="44457"/>
                </a:lnTo>
                <a:lnTo>
                  <a:pt x="146637" y="38290"/>
                </a:lnTo>
                <a:lnTo>
                  <a:pt x="127626" y="34694"/>
                </a:lnTo>
                <a:lnTo>
                  <a:pt x="106775" y="33527"/>
                </a:lnTo>
                <a:lnTo>
                  <a:pt x="90011" y="33527"/>
                </a:lnTo>
                <a:lnTo>
                  <a:pt x="82391" y="36575"/>
                </a:lnTo>
                <a:lnTo>
                  <a:pt x="67151" y="39623"/>
                </a:lnTo>
                <a:lnTo>
                  <a:pt x="61055" y="44195"/>
                </a:lnTo>
                <a:lnTo>
                  <a:pt x="54959" y="47243"/>
                </a:lnTo>
                <a:lnTo>
                  <a:pt x="48863" y="53339"/>
                </a:lnTo>
                <a:lnTo>
                  <a:pt x="45815" y="59435"/>
                </a:lnTo>
                <a:lnTo>
                  <a:pt x="41243" y="64007"/>
                </a:lnTo>
                <a:lnTo>
                  <a:pt x="39719" y="71627"/>
                </a:lnTo>
                <a:lnTo>
                  <a:pt x="39719" y="88391"/>
                </a:lnTo>
                <a:lnTo>
                  <a:pt x="41243" y="96107"/>
                </a:lnTo>
                <a:lnTo>
                  <a:pt x="44291" y="102203"/>
                </a:lnTo>
                <a:lnTo>
                  <a:pt x="47339" y="106775"/>
                </a:lnTo>
                <a:lnTo>
                  <a:pt x="51911" y="112871"/>
                </a:lnTo>
                <a:lnTo>
                  <a:pt x="58007" y="117443"/>
                </a:lnTo>
                <a:lnTo>
                  <a:pt x="62579" y="122015"/>
                </a:lnTo>
                <a:lnTo>
                  <a:pt x="70199" y="126587"/>
                </a:lnTo>
                <a:lnTo>
                  <a:pt x="79343" y="131159"/>
                </a:lnTo>
                <a:lnTo>
                  <a:pt x="85367" y="134612"/>
                </a:lnTo>
                <a:lnTo>
                  <a:pt x="99702" y="142089"/>
                </a:lnTo>
                <a:lnTo>
                  <a:pt x="108299" y="146399"/>
                </a:lnTo>
                <a:lnTo>
                  <a:pt x="140303" y="164687"/>
                </a:lnTo>
                <a:lnTo>
                  <a:pt x="171735" y="190252"/>
                </a:lnTo>
                <a:lnTo>
                  <a:pt x="190380" y="232124"/>
                </a:lnTo>
                <a:lnTo>
                  <a:pt x="190690" y="240982"/>
                </a:lnTo>
                <a:lnTo>
                  <a:pt x="190119" y="251864"/>
                </a:lnTo>
                <a:lnTo>
                  <a:pt x="171069" y="293798"/>
                </a:lnTo>
                <a:lnTo>
                  <a:pt x="131779" y="317730"/>
                </a:lnTo>
                <a:lnTo>
                  <a:pt x="90511" y="324611"/>
                </a:lnTo>
                <a:lnTo>
                  <a:pt x="68675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627869" y="1876234"/>
            <a:ext cx="2001520" cy="434975"/>
          </a:xfrm>
          <a:custGeom>
            <a:avLst/>
            <a:gdLst/>
            <a:ahLst/>
            <a:cxnLst/>
            <a:rect l="l" t="t" r="r" b="b"/>
            <a:pathLst>
              <a:path w="2001520" h="434975">
                <a:moveTo>
                  <a:pt x="189166" y="294424"/>
                </a:moveTo>
                <a:lnTo>
                  <a:pt x="179260" y="255803"/>
                </a:lnTo>
                <a:lnTo>
                  <a:pt x="152311" y="227457"/>
                </a:lnTo>
                <a:lnTo>
                  <a:pt x="106781" y="199834"/>
                </a:lnTo>
                <a:lnTo>
                  <a:pt x="84061" y="188048"/>
                </a:lnTo>
                <a:lnTo>
                  <a:pt x="77825" y="184594"/>
                </a:lnTo>
                <a:lnTo>
                  <a:pt x="45821" y="160210"/>
                </a:lnTo>
                <a:lnTo>
                  <a:pt x="38100" y="141833"/>
                </a:lnTo>
                <a:lnTo>
                  <a:pt x="38100" y="125069"/>
                </a:lnTo>
                <a:lnTo>
                  <a:pt x="41148" y="117449"/>
                </a:lnTo>
                <a:lnTo>
                  <a:pt x="44196" y="112877"/>
                </a:lnTo>
                <a:lnTo>
                  <a:pt x="53441" y="100685"/>
                </a:lnTo>
                <a:lnTo>
                  <a:pt x="59537" y="97637"/>
                </a:lnTo>
                <a:lnTo>
                  <a:pt x="65633" y="93065"/>
                </a:lnTo>
                <a:lnTo>
                  <a:pt x="80873" y="90017"/>
                </a:lnTo>
                <a:lnTo>
                  <a:pt x="90017" y="86969"/>
                </a:lnTo>
                <a:lnTo>
                  <a:pt x="105257" y="86969"/>
                </a:lnTo>
                <a:lnTo>
                  <a:pt x="126098" y="88138"/>
                </a:lnTo>
                <a:lnTo>
                  <a:pt x="145072" y="91732"/>
                </a:lnTo>
                <a:lnTo>
                  <a:pt x="162052" y="97904"/>
                </a:lnTo>
                <a:lnTo>
                  <a:pt x="176885" y="106781"/>
                </a:lnTo>
                <a:lnTo>
                  <a:pt x="176885" y="64109"/>
                </a:lnTo>
                <a:lnTo>
                  <a:pt x="164884" y="59867"/>
                </a:lnTo>
                <a:lnTo>
                  <a:pt x="149453" y="56489"/>
                </a:lnTo>
                <a:lnTo>
                  <a:pt x="130594" y="54254"/>
                </a:lnTo>
                <a:lnTo>
                  <a:pt x="108305" y="53441"/>
                </a:lnTo>
                <a:lnTo>
                  <a:pt x="98894" y="53721"/>
                </a:lnTo>
                <a:lnTo>
                  <a:pt x="50533" y="65062"/>
                </a:lnTo>
                <a:lnTo>
                  <a:pt x="14249" y="92964"/>
                </a:lnTo>
                <a:lnTo>
                  <a:pt x="0" y="137261"/>
                </a:lnTo>
                <a:lnTo>
                  <a:pt x="317" y="145935"/>
                </a:lnTo>
                <a:lnTo>
                  <a:pt x="17678" y="185839"/>
                </a:lnTo>
                <a:lnTo>
                  <a:pt x="22860" y="190690"/>
                </a:lnTo>
                <a:lnTo>
                  <a:pt x="27965" y="196151"/>
                </a:lnTo>
                <a:lnTo>
                  <a:pt x="77825" y="227266"/>
                </a:lnTo>
                <a:lnTo>
                  <a:pt x="85559" y="230936"/>
                </a:lnTo>
                <a:lnTo>
                  <a:pt x="99898" y="238848"/>
                </a:lnTo>
                <a:lnTo>
                  <a:pt x="137261" y="262420"/>
                </a:lnTo>
                <a:lnTo>
                  <a:pt x="150977" y="288328"/>
                </a:lnTo>
                <a:lnTo>
                  <a:pt x="150977" y="295948"/>
                </a:lnTo>
                <a:lnTo>
                  <a:pt x="134213" y="332524"/>
                </a:lnTo>
                <a:lnTo>
                  <a:pt x="83921" y="344716"/>
                </a:lnTo>
                <a:lnTo>
                  <a:pt x="70205" y="344716"/>
                </a:lnTo>
                <a:lnTo>
                  <a:pt x="47345" y="340144"/>
                </a:lnTo>
                <a:lnTo>
                  <a:pt x="39624" y="337096"/>
                </a:lnTo>
                <a:lnTo>
                  <a:pt x="32004" y="335572"/>
                </a:lnTo>
                <a:lnTo>
                  <a:pt x="16764" y="329476"/>
                </a:lnTo>
                <a:lnTo>
                  <a:pt x="10668" y="324904"/>
                </a:lnTo>
                <a:lnTo>
                  <a:pt x="4572" y="321856"/>
                </a:lnTo>
                <a:lnTo>
                  <a:pt x="0" y="317284"/>
                </a:lnTo>
                <a:lnTo>
                  <a:pt x="0" y="360045"/>
                </a:lnTo>
                <a:lnTo>
                  <a:pt x="3048" y="363093"/>
                </a:lnTo>
                <a:lnTo>
                  <a:pt x="9144" y="366141"/>
                </a:lnTo>
                <a:lnTo>
                  <a:pt x="15240" y="367665"/>
                </a:lnTo>
                <a:lnTo>
                  <a:pt x="22860" y="370713"/>
                </a:lnTo>
                <a:lnTo>
                  <a:pt x="30480" y="372237"/>
                </a:lnTo>
                <a:lnTo>
                  <a:pt x="36576" y="373761"/>
                </a:lnTo>
                <a:lnTo>
                  <a:pt x="45821" y="375285"/>
                </a:lnTo>
                <a:lnTo>
                  <a:pt x="51917" y="376809"/>
                </a:lnTo>
                <a:lnTo>
                  <a:pt x="59537" y="376809"/>
                </a:lnTo>
                <a:lnTo>
                  <a:pt x="67157" y="378333"/>
                </a:lnTo>
                <a:lnTo>
                  <a:pt x="110185" y="375767"/>
                </a:lnTo>
                <a:lnTo>
                  <a:pt x="148145" y="363689"/>
                </a:lnTo>
                <a:lnTo>
                  <a:pt x="181457" y="332524"/>
                </a:lnTo>
                <a:lnTo>
                  <a:pt x="188836" y="305308"/>
                </a:lnTo>
                <a:lnTo>
                  <a:pt x="189166" y="294424"/>
                </a:lnTo>
                <a:close/>
              </a:path>
              <a:path w="2001520" h="434975">
                <a:moveTo>
                  <a:pt x="629894" y="21336"/>
                </a:moveTo>
                <a:lnTo>
                  <a:pt x="599325" y="21336"/>
                </a:lnTo>
                <a:lnTo>
                  <a:pt x="599325" y="45821"/>
                </a:lnTo>
                <a:lnTo>
                  <a:pt x="599325" y="79349"/>
                </a:lnTo>
                <a:lnTo>
                  <a:pt x="298894" y="79349"/>
                </a:lnTo>
                <a:lnTo>
                  <a:pt x="298894" y="45821"/>
                </a:lnTo>
                <a:lnTo>
                  <a:pt x="599325" y="45821"/>
                </a:lnTo>
                <a:lnTo>
                  <a:pt x="599325" y="21336"/>
                </a:lnTo>
                <a:lnTo>
                  <a:pt x="269938" y="21336"/>
                </a:lnTo>
                <a:lnTo>
                  <a:pt x="269938" y="204419"/>
                </a:lnTo>
                <a:lnTo>
                  <a:pt x="266534" y="269354"/>
                </a:lnTo>
                <a:lnTo>
                  <a:pt x="256413" y="324561"/>
                </a:lnTo>
                <a:lnTo>
                  <a:pt x="239725" y="370039"/>
                </a:lnTo>
                <a:lnTo>
                  <a:pt x="216598" y="405777"/>
                </a:lnTo>
                <a:lnTo>
                  <a:pt x="222300" y="412648"/>
                </a:lnTo>
                <a:lnTo>
                  <a:pt x="227838" y="419684"/>
                </a:lnTo>
                <a:lnTo>
                  <a:pt x="233108" y="426986"/>
                </a:lnTo>
                <a:lnTo>
                  <a:pt x="237934" y="434733"/>
                </a:lnTo>
                <a:lnTo>
                  <a:pt x="260083" y="401612"/>
                </a:lnTo>
                <a:lnTo>
                  <a:pt x="277177" y="362635"/>
                </a:lnTo>
                <a:lnTo>
                  <a:pt x="289293" y="317779"/>
                </a:lnTo>
                <a:lnTo>
                  <a:pt x="296506" y="267081"/>
                </a:lnTo>
                <a:lnTo>
                  <a:pt x="298894" y="210515"/>
                </a:lnTo>
                <a:lnTo>
                  <a:pt x="298894" y="105257"/>
                </a:lnTo>
                <a:lnTo>
                  <a:pt x="599325" y="105257"/>
                </a:lnTo>
                <a:lnTo>
                  <a:pt x="599325" y="114401"/>
                </a:lnTo>
                <a:lnTo>
                  <a:pt x="629894" y="114401"/>
                </a:lnTo>
                <a:lnTo>
                  <a:pt x="629894" y="105257"/>
                </a:lnTo>
                <a:lnTo>
                  <a:pt x="629894" y="79349"/>
                </a:lnTo>
                <a:lnTo>
                  <a:pt x="629894" y="45821"/>
                </a:lnTo>
                <a:lnTo>
                  <a:pt x="629894" y="21336"/>
                </a:lnTo>
                <a:close/>
              </a:path>
              <a:path w="2001520" h="434975">
                <a:moveTo>
                  <a:pt x="637514" y="291376"/>
                </a:moveTo>
                <a:lnTo>
                  <a:pt x="489597" y="291376"/>
                </a:lnTo>
                <a:lnTo>
                  <a:pt x="489597" y="262420"/>
                </a:lnTo>
                <a:lnTo>
                  <a:pt x="581037" y="262420"/>
                </a:lnTo>
                <a:lnTo>
                  <a:pt x="581037" y="271564"/>
                </a:lnTo>
                <a:lnTo>
                  <a:pt x="610082" y="271564"/>
                </a:lnTo>
                <a:lnTo>
                  <a:pt x="610082" y="262420"/>
                </a:lnTo>
                <a:lnTo>
                  <a:pt x="610082" y="239471"/>
                </a:lnTo>
                <a:lnTo>
                  <a:pt x="610082" y="207467"/>
                </a:lnTo>
                <a:lnTo>
                  <a:pt x="610082" y="183070"/>
                </a:lnTo>
                <a:lnTo>
                  <a:pt x="581037" y="183070"/>
                </a:lnTo>
                <a:lnTo>
                  <a:pt x="581037" y="207467"/>
                </a:lnTo>
                <a:lnTo>
                  <a:pt x="581037" y="239471"/>
                </a:lnTo>
                <a:lnTo>
                  <a:pt x="489597" y="239471"/>
                </a:lnTo>
                <a:lnTo>
                  <a:pt x="489597" y="207467"/>
                </a:lnTo>
                <a:lnTo>
                  <a:pt x="581037" y="207467"/>
                </a:lnTo>
                <a:lnTo>
                  <a:pt x="581037" y="183070"/>
                </a:lnTo>
                <a:lnTo>
                  <a:pt x="489597" y="183070"/>
                </a:lnTo>
                <a:lnTo>
                  <a:pt x="489597" y="155638"/>
                </a:lnTo>
                <a:lnTo>
                  <a:pt x="489597" y="154114"/>
                </a:lnTo>
                <a:lnTo>
                  <a:pt x="565797" y="151638"/>
                </a:lnTo>
                <a:lnTo>
                  <a:pt x="598932" y="150050"/>
                </a:lnTo>
                <a:lnTo>
                  <a:pt x="628370" y="148018"/>
                </a:lnTo>
                <a:lnTo>
                  <a:pt x="622274" y="123545"/>
                </a:lnTo>
                <a:lnTo>
                  <a:pt x="315658" y="134213"/>
                </a:lnTo>
                <a:lnTo>
                  <a:pt x="317042" y="141058"/>
                </a:lnTo>
                <a:lnTo>
                  <a:pt x="318706" y="147789"/>
                </a:lnTo>
                <a:lnTo>
                  <a:pt x="320357" y="154114"/>
                </a:lnTo>
                <a:lnTo>
                  <a:pt x="321754" y="160210"/>
                </a:lnTo>
                <a:lnTo>
                  <a:pt x="460540" y="155638"/>
                </a:lnTo>
                <a:lnTo>
                  <a:pt x="460540" y="183070"/>
                </a:lnTo>
                <a:lnTo>
                  <a:pt x="460540" y="207467"/>
                </a:lnTo>
                <a:lnTo>
                  <a:pt x="460540" y="239471"/>
                </a:lnTo>
                <a:lnTo>
                  <a:pt x="372148" y="239471"/>
                </a:lnTo>
                <a:lnTo>
                  <a:pt x="372148" y="207467"/>
                </a:lnTo>
                <a:lnTo>
                  <a:pt x="460540" y="207467"/>
                </a:lnTo>
                <a:lnTo>
                  <a:pt x="460540" y="183070"/>
                </a:lnTo>
                <a:lnTo>
                  <a:pt x="343192" y="183070"/>
                </a:lnTo>
                <a:lnTo>
                  <a:pt x="343192" y="271564"/>
                </a:lnTo>
                <a:lnTo>
                  <a:pt x="372148" y="271564"/>
                </a:lnTo>
                <a:lnTo>
                  <a:pt x="372148" y="262420"/>
                </a:lnTo>
                <a:lnTo>
                  <a:pt x="460540" y="262420"/>
                </a:lnTo>
                <a:lnTo>
                  <a:pt x="460540" y="291376"/>
                </a:lnTo>
                <a:lnTo>
                  <a:pt x="321754" y="291376"/>
                </a:lnTo>
                <a:lnTo>
                  <a:pt x="321754" y="433209"/>
                </a:lnTo>
                <a:lnTo>
                  <a:pt x="352336" y="433209"/>
                </a:lnTo>
                <a:lnTo>
                  <a:pt x="352336" y="314236"/>
                </a:lnTo>
                <a:lnTo>
                  <a:pt x="460540" y="314236"/>
                </a:lnTo>
                <a:lnTo>
                  <a:pt x="460540" y="355485"/>
                </a:lnTo>
                <a:lnTo>
                  <a:pt x="440867" y="356387"/>
                </a:lnTo>
                <a:lnTo>
                  <a:pt x="400964" y="357619"/>
                </a:lnTo>
                <a:lnTo>
                  <a:pt x="381292" y="358533"/>
                </a:lnTo>
                <a:lnTo>
                  <a:pt x="385864" y="385965"/>
                </a:lnTo>
                <a:lnTo>
                  <a:pt x="430453" y="381939"/>
                </a:lnTo>
                <a:lnTo>
                  <a:pt x="472782" y="378917"/>
                </a:lnTo>
                <a:lnTo>
                  <a:pt x="512813" y="376745"/>
                </a:lnTo>
                <a:lnTo>
                  <a:pt x="550557" y="375297"/>
                </a:lnTo>
                <a:lnTo>
                  <a:pt x="553605" y="379869"/>
                </a:lnTo>
                <a:lnTo>
                  <a:pt x="556653" y="385965"/>
                </a:lnTo>
                <a:lnTo>
                  <a:pt x="558177" y="392061"/>
                </a:lnTo>
                <a:lnTo>
                  <a:pt x="584085" y="381393"/>
                </a:lnTo>
                <a:lnTo>
                  <a:pt x="581469" y="375297"/>
                </a:lnTo>
                <a:lnTo>
                  <a:pt x="576961" y="364756"/>
                </a:lnTo>
                <a:lnTo>
                  <a:pt x="571804" y="353961"/>
                </a:lnTo>
                <a:lnTo>
                  <a:pt x="569417" y="348957"/>
                </a:lnTo>
                <a:lnTo>
                  <a:pt x="561581" y="333730"/>
                </a:lnTo>
                <a:lnTo>
                  <a:pt x="553605" y="318808"/>
                </a:lnTo>
                <a:lnTo>
                  <a:pt x="529221" y="331000"/>
                </a:lnTo>
                <a:lnTo>
                  <a:pt x="533793" y="337096"/>
                </a:lnTo>
                <a:lnTo>
                  <a:pt x="536841" y="343192"/>
                </a:lnTo>
                <a:lnTo>
                  <a:pt x="539889" y="350812"/>
                </a:lnTo>
                <a:lnTo>
                  <a:pt x="527316" y="351777"/>
                </a:lnTo>
                <a:lnTo>
                  <a:pt x="502170" y="353047"/>
                </a:lnTo>
                <a:lnTo>
                  <a:pt x="489597" y="353961"/>
                </a:lnTo>
                <a:lnTo>
                  <a:pt x="489597" y="314236"/>
                </a:lnTo>
                <a:lnTo>
                  <a:pt x="607034" y="314236"/>
                </a:lnTo>
                <a:lnTo>
                  <a:pt x="607034" y="379869"/>
                </a:lnTo>
                <a:lnTo>
                  <a:pt x="605586" y="389864"/>
                </a:lnTo>
                <a:lnTo>
                  <a:pt x="601268" y="397014"/>
                </a:lnTo>
                <a:lnTo>
                  <a:pt x="594093" y="401294"/>
                </a:lnTo>
                <a:lnTo>
                  <a:pt x="584085" y="402729"/>
                </a:lnTo>
                <a:lnTo>
                  <a:pt x="572312" y="402463"/>
                </a:lnTo>
                <a:lnTo>
                  <a:pt x="559701" y="401777"/>
                </a:lnTo>
                <a:lnTo>
                  <a:pt x="530745" y="399681"/>
                </a:lnTo>
                <a:lnTo>
                  <a:pt x="533006" y="408292"/>
                </a:lnTo>
                <a:lnTo>
                  <a:pt x="535127" y="416064"/>
                </a:lnTo>
                <a:lnTo>
                  <a:pt x="536956" y="423252"/>
                </a:lnTo>
                <a:lnTo>
                  <a:pt x="538365" y="430161"/>
                </a:lnTo>
                <a:lnTo>
                  <a:pt x="593229" y="430161"/>
                </a:lnTo>
                <a:lnTo>
                  <a:pt x="634682" y="405726"/>
                </a:lnTo>
                <a:lnTo>
                  <a:pt x="637514" y="385965"/>
                </a:lnTo>
                <a:lnTo>
                  <a:pt x="637514" y="314236"/>
                </a:lnTo>
                <a:lnTo>
                  <a:pt x="637514" y="291376"/>
                </a:lnTo>
                <a:close/>
              </a:path>
              <a:path w="2001520" h="434975">
                <a:moveTo>
                  <a:pt x="716762" y="108305"/>
                </a:moveTo>
                <a:lnTo>
                  <a:pt x="687806" y="100685"/>
                </a:lnTo>
                <a:lnTo>
                  <a:pt x="682066" y="131584"/>
                </a:lnTo>
                <a:lnTo>
                  <a:pt x="676186" y="160362"/>
                </a:lnTo>
                <a:lnTo>
                  <a:pt x="670013" y="187134"/>
                </a:lnTo>
                <a:lnTo>
                  <a:pt x="663422" y="212026"/>
                </a:lnTo>
                <a:lnTo>
                  <a:pt x="687641" y="218249"/>
                </a:lnTo>
                <a:lnTo>
                  <a:pt x="693902" y="219646"/>
                </a:lnTo>
                <a:lnTo>
                  <a:pt x="700468" y="190461"/>
                </a:lnTo>
                <a:lnTo>
                  <a:pt x="706475" y="162267"/>
                </a:lnTo>
                <a:lnTo>
                  <a:pt x="711898" y="134924"/>
                </a:lnTo>
                <a:lnTo>
                  <a:pt x="716762" y="108305"/>
                </a:lnTo>
                <a:close/>
              </a:path>
              <a:path w="2001520" h="434975">
                <a:moveTo>
                  <a:pt x="818972" y="141833"/>
                </a:moveTo>
                <a:lnTo>
                  <a:pt x="810653" y="126453"/>
                </a:lnTo>
                <a:lnTo>
                  <a:pt x="801636" y="110210"/>
                </a:lnTo>
                <a:lnTo>
                  <a:pt x="796925" y="102209"/>
                </a:lnTo>
                <a:lnTo>
                  <a:pt x="791743" y="93395"/>
                </a:lnTo>
                <a:lnTo>
                  <a:pt x="787654" y="86969"/>
                </a:lnTo>
                <a:lnTo>
                  <a:pt x="780859" y="76301"/>
                </a:lnTo>
                <a:lnTo>
                  <a:pt x="761047" y="86969"/>
                </a:lnTo>
                <a:lnTo>
                  <a:pt x="761047" y="1524"/>
                </a:lnTo>
                <a:lnTo>
                  <a:pt x="727430" y="1524"/>
                </a:lnTo>
                <a:lnTo>
                  <a:pt x="727430" y="434733"/>
                </a:lnTo>
                <a:lnTo>
                  <a:pt x="761047" y="434733"/>
                </a:lnTo>
                <a:lnTo>
                  <a:pt x="761047" y="102209"/>
                </a:lnTo>
                <a:lnTo>
                  <a:pt x="769048" y="115328"/>
                </a:lnTo>
                <a:lnTo>
                  <a:pt x="777049" y="129463"/>
                </a:lnTo>
                <a:lnTo>
                  <a:pt x="785050" y="144475"/>
                </a:lnTo>
                <a:lnTo>
                  <a:pt x="793051" y="160210"/>
                </a:lnTo>
                <a:lnTo>
                  <a:pt x="818972" y="141833"/>
                </a:lnTo>
                <a:close/>
              </a:path>
              <a:path w="2001520" h="434975">
                <a:moveTo>
                  <a:pt x="1101102" y="384429"/>
                </a:moveTo>
                <a:lnTo>
                  <a:pt x="972985" y="384429"/>
                </a:lnTo>
                <a:lnTo>
                  <a:pt x="972985" y="266992"/>
                </a:lnTo>
                <a:lnTo>
                  <a:pt x="1079766" y="266992"/>
                </a:lnTo>
                <a:lnTo>
                  <a:pt x="1079766" y="234886"/>
                </a:lnTo>
                <a:lnTo>
                  <a:pt x="972985" y="234886"/>
                </a:lnTo>
                <a:lnTo>
                  <a:pt x="972985" y="129641"/>
                </a:lnTo>
                <a:lnTo>
                  <a:pt x="1087386" y="129641"/>
                </a:lnTo>
                <a:lnTo>
                  <a:pt x="1087386" y="99161"/>
                </a:lnTo>
                <a:lnTo>
                  <a:pt x="972985" y="99161"/>
                </a:lnTo>
                <a:lnTo>
                  <a:pt x="972985" y="3048"/>
                </a:lnTo>
                <a:lnTo>
                  <a:pt x="937933" y="3048"/>
                </a:lnTo>
                <a:lnTo>
                  <a:pt x="937933" y="99161"/>
                </a:lnTo>
                <a:lnTo>
                  <a:pt x="878497" y="99161"/>
                </a:lnTo>
                <a:lnTo>
                  <a:pt x="883716" y="84302"/>
                </a:lnTo>
                <a:lnTo>
                  <a:pt x="888212" y="69430"/>
                </a:lnTo>
                <a:lnTo>
                  <a:pt x="892429" y="54546"/>
                </a:lnTo>
                <a:lnTo>
                  <a:pt x="896785" y="39624"/>
                </a:lnTo>
                <a:lnTo>
                  <a:pt x="861644" y="30480"/>
                </a:lnTo>
                <a:lnTo>
                  <a:pt x="851039" y="71424"/>
                </a:lnTo>
                <a:lnTo>
                  <a:pt x="837450" y="111925"/>
                </a:lnTo>
                <a:lnTo>
                  <a:pt x="820699" y="152133"/>
                </a:lnTo>
                <a:lnTo>
                  <a:pt x="800684" y="192214"/>
                </a:lnTo>
                <a:lnTo>
                  <a:pt x="806056" y="195313"/>
                </a:lnTo>
                <a:lnTo>
                  <a:pt x="812876" y="199834"/>
                </a:lnTo>
                <a:lnTo>
                  <a:pt x="820826" y="205511"/>
                </a:lnTo>
                <a:lnTo>
                  <a:pt x="829640" y="212026"/>
                </a:lnTo>
                <a:lnTo>
                  <a:pt x="839876" y="191452"/>
                </a:lnTo>
                <a:lnTo>
                  <a:pt x="849833" y="170878"/>
                </a:lnTo>
                <a:lnTo>
                  <a:pt x="859205" y="150266"/>
                </a:lnTo>
                <a:lnTo>
                  <a:pt x="867740" y="129641"/>
                </a:lnTo>
                <a:lnTo>
                  <a:pt x="937933" y="129641"/>
                </a:lnTo>
                <a:lnTo>
                  <a:pt x="937933" y="234886"/>
                </a:lnTo>
                <a:lnTo>
                  <a:pt x="825068" y="234886"/>
                </a:lnTo>
                <a:lnTo>
                  <a:pt x="825068" y="266992"/>
                </a:lnTo>
                <a:lnTo>
                  <a:pt x="937933" y="266992"/>
                </a:lnTo>
                <a:lnTo>
                  <a:pt x="937933" y="384429"/>
                </a:lnTo>
                <a:lnTo>
                  <a:pt x="796099" y="384429"/>
                </a:lnTo>
                <a:lnTo>
                  <a:pt x="796099" y="414921"/>
                </a:lnTo>
                <a:lnTo>
                  <a:pt x="1101102" y="414921"/>
                </a:lnTo>
                <a:lnTo>
                  <a:pt x="1101102" y="384429"/>
                </a:lnTo>
                <a:close/>
              </a:path>
              <a:path w="2001520" h="434975">
                <a:moveTo>
                  <a:pt x="1300937" y="73253"/>
                </a:moveTo>
                <a:lnTo>
                  <a:pt x="1265783" y="73253"/>
                </a:lnTo>
                <a:lnTo>
                  <a:pt x="1265783" y="105257"/>
                </a:lnTo>
                <a:lnTo>
                  <a:pt x="1265783" y="212039"/>
                </a:lnTo>
                <a:lnTo>
                  <a:pt x="1265783" y="244043"/>
                </a:lnTo>
                <a:lnTo>
                  <a:pt x="1265783" y="353961"/>
                </a:lnTo>
                <a:lnTo>
                  <a:pt x="1166723" y="353961"/>
                </a:lnTo>
                <a:lnTo>
                  <a:pt x="1166723" y="244043"/>
                </a:lnTo>
                <a:lnTo>
                  <a:pt x="1265783" y="244043"/>
                </a:lnTo>
                <a:lnTo>
                  <a:pt x="1265783" y="212039"/>
                </a:lnTo>
                <a:lnTo>
                  <a:pt x="1166723" y="212039"/>
                </a:lnTo>
                <a:lnTo>
                  <a:pt x="1166723" y="105257"/>
                </a:lnTo>
                <a:lnTo>
                  <a:pt x="1265783" y="105257"/>
                </a:lnTo>
                <a:lnTo>
                  <a:pt x="1265783" y="73253"/>
                </a:lnTo>
                <a:lnTo>
                  <a:pt x="1213967" y="73253"/>
                </a:lnTo>
                <a:lnTo>
                  <a:pt x="1219949" y="58115"/>
                </a:lnTo>
                <a:lnTo>
                  <a:pt x="1226350" y="42532"/>
                </a:lnTo>
                <a:lnTo>
                  <a:pt x="1233043" y="26670"/>
                </a:lnTo>
                <a:lnTo>
                  <a:pt x="1239875" y="10668"/>
                </a:lnTo>
                <a:lnTo>
                  <a:pt x="1203299" y="0"/>
                </a:lnTo>
                <a:lnTo>
                  <a:pt x="1197533" y="16598"/>
                </a:lnTo>
                <a:lnTo>
                  <a:pt x="1191488" y="34340"/>
                </a:lnTo>
                <a:lnTo>
                  <a:pt x="1184871" y="53238"/>
                </a:lnTo>
                <a:lnTo>
                  <a:pt x="1177391" y="73253"/>
                </a:lnTo>
                <a:lnTo>
                  <a:pt x="1133106" y="73253"/>
                </a:lnTo>
                <a:lnTo>
                  <a:pt x="1133106" y="424065"/>
                </a:lnTo>
                <a:lnTo>
                  <a:pt x="1166723" y="424065"/>
                </a:lnTo>
                <a:lnTo>
                  <a:pt x="1166723" y="387489"/>
                </a:lnTo>
                <a:lnTo>
                  <a:pt x="1265783" y="387489"/>
                </a:lnTo>
                <a:lnTo>
                  <a:pt x="1265783" y="421017"/>
                </a:lnTo>
                <a:lnTo>
                  <a:pt x="1300937" y="421017"/>
                </a:lnTo>
                <a:lnTo>
                  <a:pt x="1300937" y="387489"/>
                </a:lnTo>
                <a:lnTo>
                  <a:pt x="1300937" y="353961"/>
                </a:lnTo>
                <a:lnTo>
                  <a:pt x="1300937" y="244043"/>
                </a:lnTo>
                <a:lnTo>
                  <a:pt x="1300937" y="212039"/>
                </a:lnTo>
                <a:lnTo>
                  <a:pt x="1300937" y="105257"/>
                </a:lnTo>
                <a:lnTo>
                  <a:pt x="1300937" y="73253"/>
                </a:lnTo>
                <a:close/>
              </a:path>
              <a:path w="2001520" h="434975">
                <a:moveTo>
                  <a:pt x="1450378" y="271564"/>
                </a:moveTo>
                <a:lnTo>
                  <a:pt x="1434325" y="249821"/>
                </a:lnTo>
                <a:lnTo>
                  <a:pt x="1415999" y="225945"/>
                </a:lnTo>
                <a:lnTo>
                  <a:pt x="1395425" y="200101"/>
                </a:lnTo>
                <a:lnTo>
                  <a:pt x="1372565" y="172415"/>
                </a:lnTo>
                <a:lnTo>
                  <a:pt x="1346657" y="192227"/>
                </a:lnTo>
                <a:lnTo>
                  <a:pt x="1366418" y="218262"/>
                </a:lnTo>
                <a:lnTo>
                  <a:pt x="1384757" y="243890"/>
                </a:lnTo>
                <a:lnTo>
                  <a:pt x="1401940" y="269240"/>
                </a:lnTo>
                <a:lnTo>
                  <a:pt x="1418285" y="294424"/>
                </a:lnTo>
                <a:lnTo>
                  <a:pt x="1450378" y="271564"/>
                </a:lnTo>
                <a:close/>
              </a:path>
              <a:path w="2001520" h="434975">
                <a:moveTo>
                  <a:pt x="1532674" y="71729"/>
                </a:moveTo>
                <a:lnTo>
                  <a:pt x="1390853" y="71729"/>
                </a:lnTo>
                <a:lnTo>
                  <a:pt x="1396568" y="56591"/>
                </a:lnTo>
                <a:lnTo>
                  <a:pt x="1402283" y="41008"/>
                </a:lnTo>
                <a:lnTo>
                  <a:pt x="1407998" y="25146"/>
                </a:lnTo>
                <a:lnTo>
                  <a:pt x="1413713" y="9144"/>
                </a:lnTo>
                <a:lnTo>
                  <a:pt x="1377137" y="0"/>
                </a:lnTo>
                <a:lnTo>
                  <a:pt x="1362316" y="46304"/>
                </a:lnTo>
                <a:lnTo>
                  <a:pt x="1345514" y="88874"/>
                </a:lnTo>
                <a:lnTo>
                  <a:pt x="1326984" y="127444"/>
                </a:lnTo>
                <a:lnTo>
                  <a:pt x="1307033" y="161747"/>
                </a:lnTo>
                <a:lnTo>
                  <a:pt x="1315859" y="166293"/>
                </a:lnTo>
                <a:lnTo>
                  <a:pt x="1323987" y="170700"/>
                </a:lnTo>
                <a:lnTo>
                  <a:pt x="1331239" y="174815"/>
                </a:lnTo>
                <a:lnTo>
                  <a:pt x="1337513" y="178511"/>
                </a:lnTo>
                <a:lnTo>
                  <a:pt x="1347774" y="161886"/>
                </a:lnTo>
                <a:lnTo>
                  <a:pt x="1357896" y="143979"/>
                </a:lnTo>
                <a:lnTo>
                  <a:pt x="1367726" y="124637"/>
                </a:lnTo>
                <a:lnTo>
                  <a:pt x="1377137" y="103733"/>
                </a:lnTo>
                <a:lnTo>
                  <a:pt x="1494574" y="103733"/>
                </a:lnTo>
                <a:lnTo>
                  <a:pt x="1493634" y="169811"/>
                </a:lnTo>
                <a:lnTo>
                  <a:pt x="1492567" y="225945"/>
                </a:lnTo>
                <a:lnTo>
                  <a:pt x="1491170" y="275602"/>
                </a:lnTo>
                <a:lnTo>
                  <a:pt x="1489354" y="315328"/>
                </a:lnTo>
                <a:lnTo>
                  <a:pt x="1483499" y="364299"/>
                </a:lnTo>
                <a:lnTo>
                  <a:pt x="1444282" y="387489"/>
                </a:lnTo>
                <a:lnTo>
                  <a:pt x="1425625" y="387172"/>
                </a:lnTo>
                <a:lnTo>
                  <a:pt x="1406283" y="386156"/>
                </a:lnTo>
                <a:lnTo>
                  <a:pt x="1386103" y="384263"/>
                </a:lnTo>
                <a:lnTo>
                  <a:pt x="1364945" y="381393"/>
                </a:lnTo>
                <a:lnTo>
                  <a:pt x="1363421" y="381393"/>
                </a:lnTo>
                <a:lnTo>
                  <a:pt x="1365440" y="390575"/>
                </a:lnTo>
                <a:lnTo>
                  <a:pt x="1367040" y="400062"/>
                </a:lnTo>
                <a:lnTo>
                  <a:pt x="1368348" y="410108"/>
                </a:lnTo>
                <a:lnTo>
                  <a:pt x="1369517" y="421017"/>
                </a:lnTo>
                <a:lnTo>
                  <a:pt x="1411236" y="423113"/>
                </a:lnTo>
                <a:lnTo>
                  <a:pt x="1431493" y="423799"/>
                </a:lnTo>
                <a:lnTo>
                  <a:pt x="1451902" y="424065"/>
                </a:lnTo>
                <a:lnTo>
                  <a:pt x="1482166" y="419773"/>
                </a:lnTo>
                <a:lnTo>
                  <a:pt x="1516837" y="387489"/>
                </a:lnTo>
                <a:lnTo>
                  <a:pt x="1524952" y="331050"/>
                </a:lnTo>
                <a:lnTo>
                  <a:pt x="1527530" y="254749"/>
                </a:lnTo>
                <a:lnTo>
                  <a:pt x="1530565" y="143979"/>
                </a:lnTo>
                <a:lnTo>
                  <a:pt x="1531734" y="103733"/>
                </a:lnTo>
                <a:lnTo>
                  <a:pt x="1532674" y="71729"/>
                </a:lnTo>
                <a:close/>
              </a:path>
              <a:path w="2001520" h="434975">
                <a:moveTo>
                  <a:pt x="1689735" y="80873"/>
                </a:moveTo>
                <a:lnTo>
                  <a:pt x="1657731" y="46723"/>
                </a:lnTo>
                <a:lnTo>
                  <a:pt x="1641729" y="29997"/>
                </a:lnTo>
                <a:lnTo>
                  <a:pt x="1625727" y="13716"/>
                </a:lnTo>
                <a:lnTo>
                  <a:pt x="1598295" y="36576"/>
                </a:lnTo>
                <a:lnTo>
                  <a:pt x="1613179" y="51447"/>
                </a:lnTo>
                <a:lnTo>
                  <a:pt x="1628203" y="68287"/>
                </a:lnTo>
                <a:lnTo>
                  <a:pt x="1643519" y="86829"/>
                </a:lnTo>
                <a:lnTo>
                  <a:pt x="1659255" y="106781"/>
                </a:lnTo>
                <a:lnTo>
                  <a:pt x="1689735" y="80873"/>
                </a:lnTo>
                <a:close/>
              </a:path>
              <a:path w="2001520" h="434975">
                <a:moveTo>
                  <a:pt x="1717268" y="340144"/>
                </a:moveTo>
                <a:lnTo>
                  <a:pt x="1716151" y="330733"/>
                </a:lnTo>
                <a:lnTo>
                  <a:pt x="1715173" y="320903"/>
                </a:lnTo>
                <a:lnTo>
                  <a:pt x="1714487" y="310781"/>
                </a:lnTo>
                <a:lnTo>
                  <a:pt x="1714220" y="300520"/>
                </a:lnTo>
                <a:lnTo>
                  <a:pt x="1683270" y="322237"/>
                </a:lnTo>
                <a:lnTo>
                  <a:pt x="1668691" y="332244"/>
                </a:lnTo>
                <a:lnTo>
                  <a:pt x="1654683" y="341668"/>
                </a:lnTo>
                <a:lnTo>
                  <a:pt x="1654683" y="146494"/>
                </a:lnTo>
                <a:lnTo>
                  <a:pt x="1566202" y="146494"/>
                </a:lnTo>
                <a:lnTo>
                  <a:pt x="1566202" y="178498"/>
                </a:lnTo>
                <a:lnTo>
                  <a:pt x="1621155" y="178498"/>
                </a:lnTo>
                <a:lnTo>
                  <a:pt x="1621155" y="334048"/>
                </a:lnTo>
                <a:lnTo>
                  <a:pt x="1620278" y="346036"/>
                </a:lnTo>
                <a:lnTo>
                  <a:pt x="1617535" y="356768"/>
                </a:lnTo>
                <a:lnTo>
                  <a:pt x="1612798" y="366064"/>
                </a:lnTo>
                <a:lnTo>
                  <a:pt x="1605915" y="373773"/>
                </a:lnTo>
                <a:lnTo>
                  <a:pt x="1627251" y="402729"/>
                </a:lnTo>
                <a:lnTo>
                  <a:pt x="1644091" y="390169"/>
                </a:lnTo>
                <a:lnTo>
                  <a:pt x="1664792" y="375475"/>
                </a:lnTo>
                <a:lnTo>
                  <a:pt x="1689239" y="358749"/>
                </a:lnTo>
                <a:lnTo>
                  <a:pt x="1714969" y="341668"/>
                </a:lnTo>
                <a:lnTo>
                  <a:pt x="1717268" y="340144"/>
                </a:lnTo>
                <a:close/>
              </a:path>
              <a:path w="2001520" h="434975">
                <a:moveTo>
                  <a:pt x="1999399" y="131165"/>
                </a:moveTo>
                <a:lnTo>
                  <a:pt x="1950542" y="131165"/>
                </a:lnTo>
                <a:lnTo>
                  <a:pt x="1941652" y="129781"/>
                </a:lnTo>
                <a:lnTo>
                  <a:pt x="1935492" y="125831"/>
                </a:lnTo>
                <a:lnTo>
                  <a:pt x="1931885" y="119595"/>
                </a:lnTo>
                <a:lnTo>
                  <a:pt x="1930730" y="111353"/>
                </a:lnTo>
                <a:lnTo>
                  <a:pt x="1930730" y="53441"/>
                </a:lnTo>
                <a:lnTo>
                  <a:pt x="1930730" y="21336"/>
                </a:lnTo>
                <a:lnTo>
                  <a:pt x="1752320" y="21336"/>
                </a:lnTo>
                <a:lnTo>
                  <a:pt x="1752320" y="67157"/>
                </a:lnTo>
                <a:lnTo>
                  <a:pt x="1748320" y="95161"/>
                </a:lnTo>
                <a:lnTo>
                  <a:pt x="1736305" y="119748"/>
                </a:lnTo>
                <a:lnTo>
                  <a:pt x="1716278" y="140919"/>
                </a:lnTo>
                <a:lnTo>
                  <a:pt x="1688211" y="158686"/>
                </a:lnTo>
                <a:lnTo>
                  <a:pt x="1694815" y="165544"/>
                </a:lnTo>
                <a:lnTo>
                  <a:pt x="1700987" y="172402"/>
                </a:lnTo>
                <a:lnTo>
                  <a:pt x="1706905" y="179260"/>
                </a:lnTo>
                <a:lnTo>
                  <a:pt x="1712696" y="186118"/>
                </a:lnTo>
                <a:lnTo>
                  <a:pt x="1745576" y="164109"/>
                </a:lnTo>
                <a:lnTo>
                  <a:pt x="1768894" y="136931"/>
                </a:lnTo>
                <a:lnTo>
                  <a:pt x="1782775" y="104609"/>
                </a:lnTo>
                <a:lnTo>
                  <a:pt x="1787372" y="67157"/>
                </a:lnTo>
                <a:lnTo>
                  <a:pt x="1787372" y="53441"/>
                </a:lnTo>
                <a:lnTo>
                  <a:pt x="1897202" y="53441"/>
                </a:lnTo>
                <a:lnTo>
                  <a:pt x="1897202" y="117449"/>
                </a:lnTo>
                <a:lnTo>
                  <a:pt x="1899767" y="137502"/>
                </a:lnTo>
                <a:lnTo>
                  <a:pt x="1907489" y="151828"/>
                </a:lnTo>
                <a:lnTo>
                  <a:pt x="1920341" y="160401"/>
                </a:lnTo>
                <a:lnTo>
                  <a:pt x="1938350" y="163258"/>
                </a:lnTo>
                <a:lnTo>
                  <a:pt x="1994827" y="163258"/>
                </a:lnTo>
                <a:lnTo>
                  <a:pt x="1999399" y="131165"/>
                </a:lnTo>
                <a:close/>
              </a:path>
              <a:path w="2001520" h="434975">
                <a:moveTo>
                  <a:pt x="2000923" y="395109"/>
                </a:moveTo>
                <a:lnTo>
                  <a:pt x="1962531" y="386791"/>
                </a:lnTo>
                <a:lnTo>
                  <a:pt x="1903082" y="364629"/>
                </a:lnTo>
                <a:lnTo>
                  <a:pt x="1865198" y="343192"/>
                </a:lnTo>
                <a:lnTo>
                  <a:pt x="1886572" y="323380"/>
                </a:lnTo>
                <a:lnTo>
                  <a:pt x="1890102" y="320116"/>
                </a:lnTo>
                <a:lnTo>
                  <a:pt x="1912442" y="292315"/>
                </a:lnTo>
                <a:lnTo>
                  <a:pt x="1932482" y="260210"/>
                </a:lnTo>
                <a:lnTo>
                  <a:pt x="1950542" y="224218"/>
                </a:lnTo>
                <a:lnTo>
                  <a:pt x="1950542" y="193738"/>
                </a:lnTo>
                <a:lnTo>
                  <a:pt x="1912442" y="193738"/>
                </a:lnTo>
                <a:lnTo>
                  <a:pt x="1912442" y="224218"/>
                </a:lnTo>
                <a:lnTo>
                  <a:pt x="1897341" y="254330"/>
                </a:lnTo>
                <a:lnTo>
                  <a:pt x="1879663" y="280695"/>
                </a:lnTo>
                <a:lnTo>
                  <a:pt x="1859673" y="303618"/>
                </a:lnTo>
                <a:lnTo>
                  <a:pt x="1837664" y="323380"/>
                </a:lnTo>
                <a:lnTo>
                  <a:pt x="1815376" y="301040"/>
                </a:lnTo>
                <a:lnTo>
                  <a:pt x="1796516" y="277266"/>
                </a:lnTo>
                <a:lnTo>
                  <a:pt x="1781086" y="251764"/>
                </a:lnTo>
                <a:lnTo>
                  <a:pt x="1769084" y="224218"/>
                </a:lnTo>
                <a:lnTo>
                  <a:pt x="1912442" y="224218"/>
                </a:lnTo>
                <a:lnTo>
                  <a:pt x="1912442" y="193738"/>
                </a:lnTo>
                <a:lnTo>
                  <a:pt x="1712696" y="193738"/>
                </a:lnTo>
                <a:lnTo>
                  <a:pt x="1712696" y="224218"/>
                </a:lnTo>
                <a:lnTo>
                  <a:pt x="1735556" y="224218"/>
                </a:lnTo>
                <a:lnTo>
                  <a:pt x="1748701" y="257429"/>
                </a:lnTo>
                <a:lnTo>
                  <a:pt x="1765274" y="288315"/>
                </a:lnTo>
                <a:lnTo>
                  <a:pt x="1785277" y="316903"/>
                </a:lnTo>
                <a:lnTo>
                  <a:pt x="1808708" y="343192"/>
                </a:lnTo>
                <a:lnTo>
                  <a:pt x="1778152" y="360680"/>
                </a:lnTo>
                <a:lnTo>
                  <a:pt x="1743735" y="376428"/>
                </a:lnTo>
                <a:lnTo>
                  <a:pt x="1705584" y="390436"/>
                </a:lnTo>
                <a:lnTo>
                  <a:pt x="1663827" y="402729"/>
                </a:lnTo>
                <a:lnTo>
                  <a:pt x="1686687" y="434733"/>
                </a:lnTo>
                <a:lnTo>
                  <a:pt x="1730463" y="419277"/>
                </a:lnTo>
                <a:lnTo>
                  <a:pt x="1770214" y="402539"/>
                </a:lnTo>
                <a:lnTo>
                  <a:pt x="1805940" y="384365"/>
                </a:lnTo>
                <a:lnTo>
                  <a:pt x="1837664" y="364629"/>
                </a:lnTo>
                <a:lnTo>
                  <a:pt x="1867700" y="384937"/>
                </a:lnTo>
                <a:lnTo>
                  <a:pt x="1900428" y="402539"/>
                </a:lnTo>
                <a:lnTo>
                  <a:pt x="1935695" y="417563"/>
                </a:lnTo>
                <a:lnTo>
                  <a:pt x="1973402" y="430161"/>
                </a:lnTo>
                <a:lnTo>
                  <a:pt x="1979409" y="422109"/>
                </a:lnTo>
                <a:lnTo>
                  <a:pt x="1986013" y="413778"/>
                </a:lnTo>
                <a:lnTo>
                  <a:pt x="1993188" y="404863"/>
                </a:lnTo>
                <a:lnTo>
                  <a:pt x="2000923" y="3951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637936" y="1896427"/>
            <a:ext cx="434975" cy="398145"/>
          </a:xfrm>
          <a:custGeom>
            <a:avLst/>
            <a:gdLst/>
            <a:ahLst/>
            <a:cxnLst/>
            <a:rect l="l" t="t" r="r" b="b"/>
            <a:pathLst>
              <a:path w="434975" h="398144">
                <a:moveTo>
                  <a:pt x="373570" y="193357"/>
                </a:moveTo>
                <a:lnTo>
                  <a:pt x="343090" y="193357"/>
                </a:lnTo>
                <a:lnTo>
                  <a:pt x="343090" y="220789"/>
                </a:lnTo>
                <a:lnTo>
                  <a:pt x="373570" y="220789"/>
                </a:lnTo>
                <a:lnTo>
                  <a:pt x="373570" y="193357"/>
                </a:lnTo>
                <a:close/>
              </a:path>
              <a:path w="434975" h="398144">
                <a:moveTo>
                  <a:pt x="396532" y="88112"/>
                </a:moveTo>
                <a:lnTo>
                  <a:pt x="365950" y="88112"/>
                </a:lnTo>
                <a:lnTo>
                  <a:pt x="365950" y="97256"/>
                </a:lnTo>
                <a:lnTo>
                  <a:pt x="396532" y="97256"/>
                </a:lnTo>
                <a:lnTo>
                  <a:pt x="396532" y="88112"/>
                </a:lnTo>
                <a:close/>
              </a:path>
              <a:path w="434975" h="398144">
                <a:moveTo>
                  <a:pt x="396532" y="0"/>
                </a:moveTo>
                <a:lnTo>
                  <a:pt x="365950" y="0"/>
                </a:lnTo>
                <a:lnTo>
                  <a:pt x="365950" y="24130"/>
                </a:lnTo>
                <a:lnTo>
                  <a:pt x="365950" y="63500"/>
                </a:lnTo>
                <a:lnTo>
                  <a:pt x="286702" y="63500"/>
                </a:lnTo>
                <a:lnTo>
                  <a:pt x="286702" y="24130"/>
                </a:lnTo>
                <a:lnTo>
                  <a:pt x="365950" y="24130"/>
                </a:lnTo>
                <a:lnTo>
                  <a:pt x="365950" y="0"/>
                </a:lnTo>
                <a:lnTo>
                  <a:pt x="257746" y="0"/>
                </a:lnTo>
                <a:lnTo>
                  <a:pt x="257746" y="24130"/>
                </a:lnTo>
                <a:lnTo>
                  <a:pt x="257746" y="63500"/>
                </a:lnTo>
                <a:lnTo>
                  <a:pt x="176885" y="63500"/>
                </a:lnTo>
                <a:lnTo>
                  <a:pt x="176885" y="24130"/>
                </a:lnTo>
                <a:lnTo>
                  <a:pt x="257746" y="24130"/>
                </a:lnTo>
                <a:lnTo>
                  <a:pt x="257746" y="0"/>
                </a:lnTo>
                <a:lnTo>
                  <a:pt x="147929" y="0"/>
                </a:lnTo>
                <a:lnTo>
                  <a:pt x="147929" y="24130"/>
                </a:lnTo>
                <a:lnTo>
                  <a:pt x="147929" y="63500"/>
                </a:lnTo>
                <a:lnTo>
                  <a:pt x="67056" y="63500"/>
                </a:lnTo>
                <a:lnTo>
                  <a:pt x="67056" y="24130"/>
                </a:lnTo>
                <a:lnTo>
                  <a:pt x="147929" y="24130"/>
                </a:lnTo>
                <a:lnTo>
                  <a:pt x="147929" y="0"/>
                </a:lnTo>
                <a:lnTo>
                  <a:pt x="38100" y="0"/>
                </a:lnTo>
                <a:lnTo>
                  <a:pt x="38100" y="24130"/>
                </a:lnTo>
                <a:lnTo>
                  <a:pt x="38100" y="63500"/>
                </a:lnTo>
                <a:lnTo>
                  <a:pt x="38100" y="87630"/>
                </a:lnTo>
                <a:lnTo>
                  <a:pt x="38100" y="97790"/>
                </a:lnTo>
                <a:lnTo>
                  <a:pt x="67056" y="97790"/>
                </a:lnTo>
                <a:lnTo>
                  <a:pt x="67056" y="87630"/>
                </a:lnTo>
                <a:lnTo>
                  <a:pt x="396532" y="87630"/>
                </a:lnTo>
                <a:lnTo>
                  <a:pt x="396532" y="63728"/>
                </a:lnTo>
                <a:lnTo>
                  <a:pt x="396532" y="63500"/>
                </a:lnTo>
                <a:lnTo>
                  <a:pt x="396532" y="24130"/>
                </a:lnTo>
                <a:lnTo>
                  <a:pt x="396532" y="0"/>
                </a:lnTo>
                <a:close/>
              </a:path>
              <a:path w="434975" h="398144">
                <a:moveTo>
                  <a:pt x="434632" y="373380"/>
                </a:moveTo>
                <a:lnTo>
                  <a:pt x="373570" y="373380"/>
                </a:lnTo>
                <a:lnTo>
                  <a:pt x="373570" y="344424"/>
                </a:lnTo>
                <a:lnTo>
                  <a:pt x="343090" y="344424"/>
                </a:lnTo>
                <a:lnTo>
                  <a:pt x="343090" y="373380"/>
                </a:lnTo>
                <a:lnTo>
                  <a:pt x="96012" y="373380"/>
                </a:lnTo>
                <a:lnTo>
                  <a:pt x="96012" y="344170"/>
                </a:lnTo>
                <a:lnTo>
                  <a:pt x="373570" y="344170"/>
                </a:lnTo>
                <a:lnTo>
                  <a:pt x="373570" y="321475"/>
                </a:lnTo>
                <a:lnTo>
                  <a:pt x="373570" y="321310"/>
                </a:lnTo>
                <a:lnTo>
                  <a:pt x="373570" y="294640"/>
                </a:lnTo>
                <a:lnTo>
                  <a:pt x="373570" y="294043"/>
                </a:lnTo>
                <a:lnTo>
                  <a:pt x="373570" y="271780"/>
                </a:lnTo>
                <a:lnTo>
                  <a:pt x="343090" y="271780"/>
                </a:lnTo>
                <a:lnTo>
                  <a:pt x="343090" y="294640"/>
                </a:lnTo>
                <a:lnTo>
                  <a:pt x="343090" y="321310"/>
                </a:lnTo>
                <a:lnTo>
                  <a:pt x="96012" y="321310"/>
                </a:lnTo>
                <a:lnTo>
                  <a:pt x="96012" y="294640"/>
                </a:lnTo>
                <a:lnTo>
                  <a:pt x="343090" y="294640"/>
                </a:lnTo>
                <a:lnTo>
                  <a:pt x="343090" y="271780"/>
                </a:lnTo>
                <a:lnTo>
                  <a:pt x="96012" y="271780"/>
                </a:lnTo>
                <a:lnTo>
                  <a:pt x="96012" y="243840"/>
                </a:lnTo>
                <a:lnTo>
                  <a:pt x="343090" y="243840"/>
                </a:lnTo>
                <a:lnTo>
                  <a:pt x="343090" y="271183"/>
                </a:lnTo>
                <a:lnTo>
                  <a:pt x="373570" y="271183"/>
                </a:lnTo>
                <a:lnTo>
                  <a:pt x="373570" y="243840"/>
                </a:lnTo>
                <a:lnTo>
                  <a:pt x="373570" y="220980"/>
                </a:lnTo>
                <a:lnTo>
                  <a:pt x="96012" y="220980"/>
                </a:lnTo>
                <a:lnTo>
                  <a:pt x="96012" y="193040"/>
                </a:lnTo>
                <a:lnTo>
                  <a:pt x="373570" y="193040"/>
                </a:lnTo>
                <a:lnTo>
                  <a:pt x="373570" y="170180"/>
                </a:lnTo>
                <a:lnTo>
                  <a:pt x="230225" y="170180"/>
                </a:lnTo>
                <a:lnTo>
                  <a:pt x="230225" y="141541"/>
                </a:lnTo>
                <a:lnTo>
                  <a:pt x="423964" y="141541"/>
                </a:lnTo>
                <a:lnTo>
                  <a:pt x="423964" y="117068"/>
                </a:lnTo>
                <a:lnTo>
                  <a:pt x="230225" y="117068"/>
                </a:lnTo>
                <a:lnTo>
                  <a:pt x="230225" y="94208"/>
                </a:lnTo>
                <a:lnTo>
                  <a:pt x="198221" y="94208"/>
                </a:lnTo>
                <a:lnTo>
                  <a:pt x="198221" y="117068"/>
                </a:lnTo>
                <a:lnTo>
                  <a:pt x="10668" y="117068"/>
                </a:lnTo>
                <a:lnTo>
                  <a:pt x="10668" y="141541"/>
                </a:lnTo>
                <a:lnTo>
                  <a:pt x="198221" y="141541"/>
                </a:lnTo>
                <a:lnTo>
                  <a:pt x="198221" y="170180"/>
                </a:lnTo>
                <a:lnTo>
                  <a:pt x="64008" y="170180"/>
                </a:lnTo>
                <a:lnTo>
                  <a:pt x="64008" y="193040"/>
                </a:lnTo>
                <a:lnTo>
                  <a:pt x="64008" y="373380"/>
                </a:lnTo>
                <a:lnTo>
                  <a:pt x="0" y="373380"/>
                </a:lnTo>
                <a:lnTo>
                  <a:pt x="0" y="397776"/>
                </a:lnTo>
                <a:lnTo>
                  <a:pt x="434632" y="397776"/>
                </a:lnTo>
                <a:lnTo>
                  <a:pt x="434632" y="37338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147244" y="2195036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5">
                <a:moveTo>
                  <a:pt x="30575" y="115919"/>
                </a:moveTo>
                <a:lnTo>
                  <a:pt x="0" y="115919"/>
                </a:lnTo>
                <a:lnTo>
                  <a:pt x="27527" y="0"/>
                </a:lnTo>
                <a:lnTo>
                  <a:pt x="67151" y="0"/>
                </a:lnTo>
                <a:lnTo>
                  <a:pt x="30575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534620" y="1873186"/>
            <a:ext cx="1763395" cy="438150"/>
          </a:xfrm>
          <a:custGeom>
            <a:avLst/>
            <a:gdLst/>
            <a:ahLst/>
            <a:cxnLst/>
            <a:rect l="l" t="t" r="r" b="b"/>
            <a:pathLst>
              <a:path w="1763395" h="438150">
                <a:moveTo>
                  <a:pt x="134200" y="86969"/>
                </a:moveTo>
                <a:lnTo>
                  <a:pt x="88480" y="86969"/>
                </a:lnTo>
                <a:lnTo>
                  <a:pt x="88480" y="6096"/>
                </a:lnTo>
                <a:lnTo>
                  <a:pt x="54952" y="6096"/>
                </a:lnTo>
                <a:lnTo>
                  <a:pt x="54952" y="86969"/>
                </a:lnTo>
                <a:lnTo>
                  <a:pt x="3048" y="86969"/>
                </a:lnTo>
                <a:lnTo>
                  <a:pt x="3048" y="117449"/>
                </a:lnTo>
                <a:lnTo>
                  <a:pt x="54952" y="117449"/>
                </a:lnTo>
                <a:lnTo>
                  <a:pt x="54952" y="218135"/>
                </a:lnTo>
                <a:lnTo>
                  <a:pt x="12865" y="231203"/>
                </a:lnTo>
                <a:lnTo>
                  <a:pt x="0" y="234899"/>
                </a:lnTo>
                <a:lnTo>
                  <a:pt x="4572" y="273088"/>
                </a:lnTo>
                <a:lnTo>
                  <a:pt x="17145" y="267639"/>
                </a:lnTo>
                <a:lnTo>
                  <a:pt x="29730" y="262610"/>
                </a:lnTo>
                <a:lnTo>
                  <a:pt x="42329" y="257873"/>
                </a:lnTo>
                <a:lnTo>
                  <a:pt x="54952" y="253276"/>
                </a:lnTo>
                <a:lnTo>
                  <a:pt x="54952" y="390537"/>
                </a:lnTo>
                <a:lnTo>
                  <a:pt x="50380" y="396633"/>
                </a:lnTo>
                <a:lnTo>
                  <a:pt x="38100" y="396633"/>
                </a:lnTo>
                <a:lnTo>
                  <a:pt x="30429" y="396367"/>
                </a:lnTo>
                <a:lnTo>
                  <a:pt x="21336" y="395681"/>
                </a:lnTo>
                <a:lnTo>
                  <a:pt x="0" y="393585"/>
                </a:lnTo>
                <a:lnTo>
                  <a:pt x="4572" y="430161"/>
                </a:lnTo>
                <a:lnTo>
                  <a:pt x="45720" y="430161"/>
                </a:lnTo>
                <a:lnTo>
                  <a:pt x="64655" y="426440"/>
                </a:lnTo>
                <a:lnTo>
                  <a:pt x="78003" y="417588"/>
                </a:lnTo>
                <a:lnTo>
                  <a:pt x="85890" y="403580"/>
                </a:lnTo>
                <a:lnTo>
                  <a:pt x="86829" y="396633"/>
                </a:lnTo>
                <a:lnTo>
                  <a:pt x="88480" y="384441"/>
                </a:lnTo>
                <a:lnTo>
                  <a:pt x="88480" y="253276"/>
                </a:lnTo>
                <a:lnTo>
                  <a:pt x="88480" y="240995"/>
                </a:lnTo>
                <a:lnTo>
                  <a:pt x="99682" y="236651"/>
                </a:lnTo>
                <a:lnTo>
                  <a:pt x="121488" y="228561"/>
                </a:lnTo>
                <a:lnTo>
                  <a:pt x="132676" y="224231"/>
                </a:lnTo>
                <a:lnTo>
                  <a:pt x="132461" y="218135"/>
                </a:lnTo>
                <a:lnTo>
                  <a:pt x="131914" y="209753"/>
                </a:lnTo>
                <a:lnTo>
                  <a:pt x="131699" y="205943"/>
                </a:lnTo>
                <a:lnTo>
                  <a:pt x="131394" y="200647"/>
                </a:lnTo>
                <a:lnTo>
                  <a:pt x="131152" y="190703"/>
                </a:lnTo>
                <a:lnTo>
                  <a:pt x="120637" y="194360"/>
                </a:lnTo>
                <a:lnTo>
                  <a:pt x="99009" y="202272"/>
                </a:lnTo>
                <a:lnTo>
                  <a:pt x="88480" y="205943"/>
                </a:lnTo>
                <a:lnTo>
                  <a:pt x="88480" y="117449"/>
                </a:lnTo>
                <a:lnTo>
                  <a:pt x="134200" y="117449"/>
                </a:lnTo>
                <a:lnTo>
                  <a:pt x="134200" y="86969"/>
                </a:lnTo>
                <a:close/>
              </a:path>
              <a:path w="1763395" h="438150">
                <a:moveTo>
                  <a:pt x="413296" y="163258"/>
                </a:moveTo>
                <a:lnTo>
                  <a:pt x="379768" y="163258"/>
                </a:lnTo>
                <a:lnTo>
                  <a:pt x="379768" y="192227"/>
                </a:lnTo>
                <a:lnTo>
                  <a:pt x="379768" y="270040"/>
                </a:lnTo>
                <a:lnTo>
                  <a:pt x="379768" y="298996"/>
                </a:lnTo>
                <a:lnTo>
                  <a:pt x="379768" y="376821"/>
                </a:lnTo>
                <a:lnTo>
                  <a:pt x="297370" y="376821"/>
                </a:lnTo>
                <a:lnTo>
                  <a:pt x="297370" y="298996"/>
                </a:lnTo>
                <a:lnTo>
                  <a:pt x="379768" y="298996"/>
                </a:lnTo>
                <a:lnTo>
                  <a:pt x="379768" y="270040"/>
                </a:lnTo>
                <a:lnTo>
                  <a:pt x="297370" y="270040"/>
                </a:lnTo>
                <a:lnTo>
                  <a:pt x="297370" y="192227"/>
                </a:lnTo>
                <a:lnTo>
                  <a:pt x="379768" y="192227"/>
                </a:lnTo>
                <a:lnTo>
                  <a:pt x="379768" y="163258"/>
                </a:lnTo>
                <a:lnTo>
                  <a:pt x="265366" y="163258"/>
                </a:lnTo>
                <a:lnTo>
                  <a:pt x="265366" y="192227"/>
                </a:lnTo>
                <a:lnTo>
                  <a:pt x="265366" y="270040"/>
                </a:lnTo>
                <a:lnTo>
                  <a:pt x="265366" y="298996"/>
                </a:lnTo>
                <a:lnTo>
                  <a:pt x="265366" y="376821"/>
                </a:lnTo>
                <a:lnTo>
                  <a:pt x="184505" y="376821"/>
                </a:lnTo>
                <a:lnTo>
                  <a:pt x="184505" y="298996"/>
                </a:lnTo>
                <a:lnTo>
                  <a:pt x="265366" y="298996"/>
                </a:lnTo>
                <a:lnTo>
                  <a:pt x="265366" y="270040"/>
                </a:lnTo>
                <a:lnTo>
                  <a:pt x="184505" y="270040"/>
                </a:lnTo>
                <a:lnTo>
                  <a:pt x="184505" y="192227"/>
                </a:lnTo>
                <a:lnTo>
                  <a:pt x="265366" y="192227"/>
                </a:lnTo>
                <a:lnTo>
                  <a:pt x="265366" y="163258"/>
                </a:lnTo>
                <a:lnTo>
                  <a:pt x="150977" y="163258"/>
                </a:lnTo>
                <a:lnTo>
                  <a:pt x="150977" y="433209"/>
                </a:lnTo>
                <a:lnTo>
                  <a:pt x="184505" y="433209"/>
                </a:lnTo>
                <a:lnTo>
                  <a:pt x="184505" y="405777"/>
                </a:lnTo>
                <a:lnTo>
                  <a:pt x="379768" y="405777"/>
                </a:lnTo>
                <a:lnTo>
                  <a:pt x="379768" y="433209"/>
                </a:lnTo>
                <a:lnTo>
                  <a:pt x="413296" y="433209"/>
                </a:lnTo>
                <a:lnTo>
                  <a:pt x="413296" y="405777"/>
                </a:lnTo>
                <a:lnTo>
                  <a:pt x="413296" y="376821"/>
                </a:lnTo>
                <a:lnTo>
                  <a:pt x="413296" y="298996"/>
                </a:lnTo>
                <a:lnTo>
                  <a:pt x="413296" y="270040"/>
                </a:lnTo>
                <a:lnTo>
                  <a:pt x="413296" y="192227"/>
                </a:lnTo>
                <a:lnTo>
                  <a:pt x="413296" y="163258"/>
                </a:lnTo>
                <a:close/>
              </a:path>
              <a:path w="1763395" h="438150">
                <a:moveTo>
                  <a:pt x="434632" y="61061"/>
                </a:moveTo>
                <a:lnTo>
                  <a:pt x="355384" y="61061"/>
                </a:lnTo>
                <a:lnTo>
                  <a:pt x="355384" y="4572"/>
                </a:lnTo>
                <a:lnTo>
                  <a:pt x="323278" y="4572"/>
                </a:lnTo>
                <a:lnTo>
                  <a:pt x="323278" y="61061"/>
                </a:lnTo>
                <a:lnTo>
                  <a:pt x="240982" y="61061"/>
                </a:lnTo>
                <a:lnTo>
                  <a:pt x="240982" y="6096"/>
                </a:lnTo>
                <a:lnTo>
                  <a:pt x="208978" y="6096"/>
                </a:lnTo>
                <a:lnTo>
                  <a:pt x="208978" y="61061"/>
                </a:lnTo>
                <a:lnTo>
                  <a:pt x="138772" y="61061"/>
                </a:lnTo>
                <a:lnTo>
                  <a:pt x="138772" y="91541"/>
                </a:lnTo>
                <a:lnTo>
                  <a:pt x="208978" y="91541"/>
                </a:lnTo>
                <a:lnTo>
                  <a:pt x="208978" y="144881"/>
                </a:lnTo>
                <a:lnTo>
                  <a:pt x="240982" y="144881"/>
                </a:lnTo>
                <a:lnTo>
                  <a:pt x="240982" y="91541"/>
                </a:lnTo>
                <a:lnTo>
                  <a:pt x="323278" y="91541"/>
                </a:lnTo>
                <a:lnTo>
                  <a:pt x="323278" y="144881"/>
                </a:lnTo>
                <a:lnTo>
                  <a:pt x="355384" y="144881"/>
                </a:lnTo>
                <a:lnTo>
                  <a:pt x="355384" y="91541"/>
                </a:lnTo>
                <a:lnTo>
                  <a:pt x="434632" y="91541"/>
                </a:lnTo>
                <a:lnTo>
                  <a:pt x="434632" y="61061"/>
                </a:lnTo>
                <a:close/>
              </a:path>
              <a:path w="1763395" h="438150">
                <a:moveTo>
                  <a:pt x="556641" y="91541"/>
                </a:moveTo>
                <a:lnTo>
                  <a:pt x="538899" y="68376"/>
                </a:lnTo>
                <a:lnTo>
                  <a:pt x="522198" y="46977"/>
                </a:lnTo>
                <a:lnTo>
                  <a:pt x="506272" y="27165"/>
                </a:lnTo>
                <a:lnTo>
                  <a:pt x="491109" y="9144"/>
                </a:lnTo>
                <a:lnTo>
                  <a:pt x="463575" y="28956"/>
                </a:lnTo>
                <a:lnTo>
                  <a:pt x="480263" y="48996"/>
                </a:lnTo>
                <a:lnTo>
                  <a:pt x="496049" y="70002"/>
                </a:lnTo>
                <a:lnTo>
                  <a:pt x="511251" y="91846"/>
                </a:lnTo>
                <a:lnTo>
                  <a:pt x="526161" y="114401"/>
                </a:lnTo>
                <a:lnTo>
                  <a:pt x="556641" y="91541"/>
                </a:lnTo>
                <a:close/>
              </a:path>
              <a:path w="1763395" h="438150">
                <a:moveTo>
                  <a:pt x="846391" y="54965"/>
                </a:moveTo>
                <a:lnTo>
                  <a:pt x="835533" y="46977"/>
                </a:lnTo>
                <a:lnTo>
                  <a:pt x="821245" y="36817"/>
                </a:lnTo>
                <a:lnTo>
                  <a:pt x="803529" y="24663"/>
                </a:lnTo>
                <a:lnTo>
                  <a:pt x="782383" y="10668"/>
                </a:lnTo>
                <a:lnTo>
                  <a:pt x="762571" y="35052"/>
                </a:lnTo>
                <a:lnTo>
                  <a:pt x="780021" y="48310"/>
                </a:lnTo>
                <a:lnTo>
                  <a:pt x="795909" y="60667"/>
                </a:lnTo>
                <a:lnTo>
                  <a:pt x="810361" y="72440"/>
                </a:lnTo>
                <a:lnTo>
                  <a:pt x="823531" y="83921"/>
                </a:lnTo>
                <a:lnTo>
                  <a:pt x="846391" y="54965"/>
                </a:lnTo>
                <a:close/>
              </a:path>
              <a:path w="1763395" h="438150">
                <a:moveTo>
                  <a:pt x="879919" y="283756"/>
                </a:moveTo>
                <a:lnTo>
                  <a:pt x="813625" y="226898"/>
                </a:lnTo>
                <a:lnTo>
                  <a:pt x="783043" y="201371"/>
                </a:lnTo>
                <a:lnTo>
                  <a:pt x="780478" y="199224"/>
                </a:lnTo>
                <a:lnTo>
                  <a:pt x="768057" y="189179"/>
                </a:lnTo>
                <a:lnTo>
                  <a:pt x="747331" y="172415"/>
                </a:lnTo>
                <a:lnTo>
                  <a:pt x="733526" y="189179"/>
                </a:lnTo>
                <a:lnTo>
                  <a:pt x="733526" y="175463"/>
                </a:lnTo>
                <a:lnTo>
                  <a:pt x="733526" y="131165"/>
                </a:lnTo>
                <a:lnTo>
                  <a:pt x="864679" y="131165"/>
                </a:lnTo>
                <a:lnTo>
                  <a:pt x="864679" y="100685"/>
                </a:lnTo>
                <a:lnTo>
                  <a:pt x="733526" y="100685"/>
                </a:lnTo>
                <a:lnTo>
                  <a:pt x="733526" y="4572"/>
                </a:lnTo>
                <a:lnTo>
                  <a:pt x="698474" y="4572"/>
                </a:lnTo>
                <a:lnTo>
                  <a:pt x="698474" y="100685"/>
                </a:lnTo>
                <a:lnTo>
                  <a:pt x="577977" y="100685"/>
                </a:lnTo>
                <a:lnTo>
                  <a:pt x="577977" y="131165"/>
                </a:lnTo>
                <a:lnTo>
                  <a:pt x="689330" y="131165"/>
                </a:lnTo>
                <a:lnTo>
                  <a:pt x="660412" y="177838"/>
                </a:lnTo>
                <a:lnTo>
                  <a:pt x="628357" y="221780"/>
                </a:lnTo>
                <a:lnTo>
                  <a:pt x="592848" y="263144"/>
                </a:lnTo>
                <a:lnTo>
                  <a:pt x="553593" y="302044"/>
                </a:lnTo>
                <a:lnTo>
                  <a:pt x="560666" y="308000"/>
                </a:lnTo>
                <a:lnTo>
                  <a:pt x="567880" y="314236"/>
                </a:lnTo>
                <a:lnTo>
                  <a:pt x="574814" y="320471"/>
                </a:lnTo>
                <a:lnTo>
                  <a:pt x="581025" y="326428"/>
                </a:lnTo>
                <a:lnTo>
                  <a:pt x="614197" y="292125"/>
                </a:lnTo>
                <a:lnTo>
                  <a:pt x="644931" y="255511"/>
                </a:lnTo>
                <a:lnTo>
                  <a:pt x="673061" y="216623"/>
                </a:lnTo>
                <a:lnTo>
                  <a:pt x="698474" y="175463"/>
                </a:lnTo>
                <a:lnTo>
                  <a:pt x="698474" y="373773"/>
                </a:lnTo>
                <a:lnTo>
                  <a:pt x="733526" y="373773"/>
                </a:lnTo>
                <a:lnTo>
                  <a:pt x="733526" y="201371"/>
                </a:lnTo>
                <a:lnTo>
                  <a:pt x="765886" y="229692"/>
                </a:lnTo>
                <a:lnTo>
                  <a:pt x="796658" y="257606"/>
                </a:lnTo>
                <a:lnTo>
                  <a:pt x="825982" y="285242"/>
                </a:lnTo>
                <a:lnTo>
                  <a:pt x="854011" y="312712"/>
                </a:lnTo>
                <a:lnTo>
                  <a:pt x="879919" y="283756"/>
                </a:lnTo>
                <a:close/>
              </a:path>
              <a:path w="1763395" h="438150">
                <a:moveTo>
                  <a:pt x="883069" y="390537"/>
                </a:moveTo>
                <a:lnTo>
                  <a:pt x="766914" y="393357"/>
                </a:lnTo>
                <a:lnTo>
                  <a:pt x="716343" y="394042"/>
                </a:lnTo>
                <a:lnTo>
                  <a:pt x="670699" y="394144"/>
                </a:lnTo>
                <a:lnTo>
                  <a:pt x="629894" y="393585"/>
                </a:lnTo>
                <a:lnTo>
                  <a:pt x="574598" y="382155"/>
                </a:lnTo>
                <a:lnTo>
                  <a:pt x="535305" y="352336"/>
                </a:lnTo>
                <a:lnTo>
                  <a:pt x="535305" y="160223"/>
                </a:lnTo>
                <a:lnTo>
                  <a:pt x="451383" y="160223"/>
                </a:lnTo>
                <a:lnTo>
                  <a:pt x="451383" y="192227"/>
                </a:lnTo>
                <a:lnTo>
                  <a:pt x="500253" y="192227"/>
                </a:lnTo>
                <a:lnTo>
                  <a:pt x="500253" y="346240"/>
                </a:lnTo>
                <a:lnTo>
                  <a:pt x="489127" y="356031"/>
                </a:lnTo>
                <a:lnTo>
                  <a:pt x="476427" y="367093"/>
                </a:lnTo>
                <a:lnTo>
                  <a:pt x="462280" y="379552"/>
                </a:lnTo>
                <a:lnTo>
                  <a:pt x="446811" y="393585"/>
                </a:lnTo>
                <a:lnTo>
                  <a:pt x="465099" y="430161"/>
                </a:lnTo>
                <a:lnTo>
                  <a:pt x="482904" y="409587"/>
                </a:lnTo>
                <a:lnTo>
                  <a:pt x="497382" y="393585"/>
                </a:lnTo>
                <a:lnTo>
                  <a:pt x="508711" y="382155"/>
                </a:lnTo>
                <a:lnTo>
                  <a:pt x="517017" y="375297"/>
                </a:lnTo>
                <a:lnTo>
                  <a:pt x="535851" y="396417"/>
                </a:lnTo>
                <a:lnTo>
                  <a:pt x="560273" y="411683"/>
                </a:lnTo>
                <a:lnTo>
                  <a:pt x="590143" y="420941"/>
                </a:lnTo>
                <a:lnTo>
                  <a:pt x="625322" y="424065"/>
                </a:lnTo>
                <a:lnTo>
                  <a:pt x="760120" y="426148"/>
                </a:lnTo>
                <a:lnTo>
                  <a:pt x="812723" y="426161"/>
                </a:lnTo>
                <a:lnTo>
                  <a:pt x="869251" y="425589"/>
                </a:lnTo>
                <a:lnTo>
                  <a:pt x="872680" y="416674"/>
                </a:lnTo>
                <a:lnTo>
                  <a:pt x="879576" y="399440"/>
                </a:lnTo>
                <a:lnTo>
                  <a:pt x="881646" y="394144"/>
                </a:lnTo>
                <a:lnTo>
                  <a:pt x="883069" y="390537"/>
                </a:lnTo>
                <a:close/>
              </a:path>
              <a:path w="1763395" h="438150">
                <a:moveTo>
                  <a:pt x="1331404" y="372237"/>
                </a:moveTo>
                <a:lnTo>
                  <a:pt x="1152906" y="372237"/>
                </a:lnTo>
                <a:lnTo>
                  <a:pt x="1152906" y="222377"/>
                </a:lnTo>
                <a:lnTo>
                  <a:pt x="1299400" y="222377"/>
                </a:lnTo>
                <a:lnTo>
                  <a:pt x="1299400" y="189357"/>
                </a:lnTo>
                <a:lnTo>
                  <a:pt x="1152906" y="189357"/>
                </a:lnTo>
                <a:lnTo>
                  <a:pt x="1152906" y="137287"/>
                </a:lnTo>
                <a:lnTo>
                  <a:pt x="1152906" y="73787"/>
                </a:lnTo>
                <a:lnTo>
                  <a:pt x="1314640" y="73787"/>
                </a:lnTo>
                <a:lnTo>
                  <a:pt x="1314640" y="39497"/>
                </a:lnTo>
                <a:lnTo>
                  <a:pt x="915073" y="39497"/>
                </a:lnTo>
                <a:lnTo>
                  <a:pt x="915073" y="73787"/>
                </a:lnTo>
                <a:lnTo>
                  <a:pt x="1114806" y="73787"/>
                </a:lnTo>
                <a:lnTo>
                  <a:pt x="1114806" y="137287"/>
                </a:lnTo>
                <a:lnTo>
                  <a:pt x="1114806" y="189357"/>
                </a:lnTo>
                <a:lnTo>
                  <a:pt x="1114806" y="222377"/>
                </a:lnTo>
                <a:lnTo>
                  <a:pt x="1114806" y="372237"/>
                </a:lnTo>
                <a:lnTo>
                  <a:pt x="1003465" y="372237"/>
                </a:lnTo>
                <a:lnTo>
                  <a:pt x="1003465" y="222377"/>
                </a:lnTo>
                <a:lnTo>
                  <a:pt x="1003465" y="189357"/>
                </a:lnTo>
                <a:lnTo>
                  <a:pt x="1003465" y="137287"/>
                </a:lnTo>
                <a:lnTo>
                  <a:pt x="966889" y="137287"/>
                </a:lnTo>
                <a:lnTo>
                  <a:pt x="966889" y="189357"/>
                </a:lnTo>
                <a:lnTo>
                  <a:pt x="966889" y="222377"/>
                </a:lnTo>
                <a:lnTo>
                  <a:pt x="966889" y="372237"/>
                </a:lnTo>
                <a:lnTo>
                  <a:pt x="895261" y="372237"/>
                </a:lnTo>
                <a:lnTo>
                  <a:pt x="895261" y="405257"/>
                </a:lnTo>
                <a:lnTo>
                  <a:pt x="1331404" y="405257"/>
                </a:lnTo>
                <a:lnTo>
                  <a:pt x="1331404" y="372237"/>
                </a:lnTo>
                <a:close/>
              </a:path>
              <a:path w="1763395" h="438150">
                <a:moveTo>
                  <a:pt x="1511338" y="45821"/>
                </a:moveTo>
                <a:lnTo>
                  <a:pt x="1354264" y="45821"/>
                </a:lnTo>
                <a:lnTo>
                  <a:pt x="1354264" y="74777"/>
                </a:lnTo>
                <a:lnTo>
                  <a:pt x="1412176" y="74777"/>
                </a:lnTo>
                <a:lnTo>
                  <a:pt x="1399032" y="124802"/>
                </a:lnTo>
                <a:lnTo>
                  <a:pt x="1382458" y="171996"/>
                </a:lnTo>
                <a:lnTo>
                  <a:pt x="1362456" y="216344"/>
                </a:lnTo>
                <a:lnTo>
                  <a:pt x="1339024" y="257848"/>
                </a:lnTo>
                <a:lnTo>
                  <a:pt x="1345590" y="264439"/>
                </a:lnTo>
                <a:lnTo>
                  <a:pt x="1351597" y="270611"/>
                </a:lnTo>
                <a:lnTo>
                  <a:pt x="1357020" y="276491"/>
                </a:lnTo>
                <a:lnTo>
                  <a:pt x="1361884" y="282232"/>
                </a:lnTo>
                <a:lnTo>
                  <a:pt x="1369390" y="269646"/>
                </a:lnTo>
                <a:lnTo>
                  <a:pt x="1376172" y="257035"/>
                </a:lnTo>
                <a:lnTo>
                  <a:pt x="1382674" y="244436"/>
                </a:lnTo>
                <a:lnTo>
                  <a:pt x="1389316" y="231851"/>
                </a:lnTo>
                <a:lnTo>
                  <a:pt x="1389316" y="399681"/>
                </a:lnTo>
                <a:lnTo>
                  <a:pt x="1418272" y="399681"/>
                </a:lnTo>
                <a:lnTo>
                  <a:pt x="1418272" y="367677"/>
                </a:lnTo>
                <a:lnTo>
                  <a:pt x="1491526" y="367677"/>
                </a:lnTo>
                <a:lnTo>
                  <a:pt x="1491526" y="338620"/>
                </a:lnTo>
                <a:lnTo>
                  <a:pt x="1491526" y="195275"/>
                </a:lnTo>
                <a:lnTo>
                  <a:pt x="1491526" y="166319"/>
                </a:lnTo>
                <a:lnTo>
                  <a:pt x="1462557" y="166319"/>
                </a:lnTo>
                <a:lnTo>
                  <a:pt x="1462557" y="195275"/>
                </a:lnTo>
                <a:lnTo>
                  <a:pt x="1462557" y="338620"/>
                </a:lnTo>
                <a:lnTo>
                  <a:pt x="1418272" y="338620"/>
                </a:lnTo>
                <a:lnTo>
                  <a:pt x="1418272" y="231851"/>
                </a:lnTo>
                <a:lnTo>
                  <a:pt x="1418272" y="195275"/>
                </a:lnTo>
                <a:lnTo>
                  <a:pt x="1462557" y="195275"/>
                </a:lnTo>
                <a:lnTo>
                  <a:pt x="1462557" y="166319"/>
                </a:lnTo>
                <a:lnTo>
                  <a:pt x="1416748" y="166319"/>
                </a:lnTo>
                <a:lnTo>
                  <a:pt x="1424444" y="144259"/>
                </a:lnTo>
                <a:lnTo>
                  <a:pt x="1431429" y="121653"/>
                </a:lnTo>
                <a:lnTo>
                  <a:pt x="1437576" y="98501"/>
                </a:lnTo>
                <a:lnTo>
                  <a:pt x="1442745" y="74777"/>
                </a:lnTo>
                <a:lnTo>
                  <a:pt x="1511338" y="74777"/>
                </a:lnTo>
                <a:lnTo>
                  <a:pt x="1511338" y="45821"/>
                </a:lnTo>
                <a:close/>
              </a:path>
              <a:path w="1763395" h="438150">
                <a:moveTo>
                  <a:pt x="1762988" y="118973"/>
                </a:moveTo>
                <a:lnTo>
                  <a:pt x="1730984" y="118973"/>
                </a:lnTo>
                <a:lnTo>
                  <a:pt x="1730984" y="149555"/>
                </a:lnTo>
                <a:lnTo>
                  <a:pt x="1730984" y="208991"/>
                </a:lnTo>
                <a:lnTo>
                  <a:pt x="1730984" y="236423"/>
                </a:lnTo>
                <a:lnTo>
                  <a:pt x="1730984" y="295948"/>
                </a:lnTo>
                <a:lnTo>
                  <a:pt x="1659255" y="295948"/>
                </a:lnTo>
                <a:lnTo>
                  <a:pt x="1659255" y="236423"/>
                </a:lnTo>
                <a:lnTo>
                  <a:pt x="1730984" y="236423"/>
                </a:lnTo>
                <a:lnTo>
                  <a:pt x="1730984" y="208991"/>
                </a:lnTo>
                <a:lnTo>
                  <a:pt x="1659255" y="208991"/>
                </a:lnTo>
                <a:lnTo>
                  <a:pt x="1659255" y="149555"/>
                </a:lnTo>
                <a:lnTo>
                  <a:pt x="1730984" y="149555"/>
                </a:lnTo>
                <a:lnTo>
                  <a:pt x="1730984" y="118973"/>
                </a:lnTo>
                <a:lnTo>
                  <a:pt x="1682115" y="118973"/>
                </a:lnTo>
                <a:lnTo>
                  <a:pt x="1718792" y="73253"/>
                </a:lnTo>
                <a:lnTo>
                  <a:pt x="1718792" y="44297"/>
                </a:lnTo>
                <a:lnTo>
                  <a:pt x="1679067" y="44297"/>
                </a:lnTo>
                <a:lnTo>
                  <a:pt x="1679067" y="73253"/>
                </a:lnTo>
                <a:lnTo>
                  <a:pt x="1645539" y="118973"/>
                </a:lnTo>
                <a:lnTo>
                  <a:pt x="1628775" y="118973"/>
                </a:lnTo>
                <a:lnTo>
                  <a:pt x="1628775" y="149555"/>
                </a:lnTo>
                <a:lnTo>
                  <a:pt x="1628775" y="208991"/>
                </a:lnTo>
                <a:lnTo>
                  <a:pt x="1628775" y="236423"/>
                </a:lnTo>
                <a:lnTo>
                  <a:pt x="1628775" y="295948"/>
                </a:lnTo>
                <a:lnTo>
                  <a:pt x="1560106" y="295948"/>
                </a:lnTo>
                <a:lnTo>
                  <a:pt x="1560982" y="274218"/>
                </a:lnTo>
                <a:lnTo>
                  <a:pt x="1561414" y="257848"/>
                </a:lnTo>
                <a:lnTo>
                  <a:pt x="1561566" y="247091"/>
                </a:lnTo>
                <a:lnTo>
                  <a:pt x="1561630" y="236423"/>
                </a:lnTo>
                <a:lnTo>
                  <a:pt x="1628775" y="236423"/>
                </a:lnTo>
                <a:lnTo>
                  <a:pt x="1628775" y="208991"/>
                </a:lnTo>
                <a:lnTo>
                  <a:pt x="1561630" y="208991"/>
                </a:lnTo>
                <a:lnTo>
                  <a:pt x="1561630" y="149555"/>
                </a:lnTo>
                <a:lnTo>
                  <a:pt x="1628775" y="149555"/>
                </a:lnTo>
                <a:lnTo>
                  <a:pt x="1628775" y="118973"/>
                </a:lnTo>
                <a:lnTo>
                  <a:pt x="1540294" y="118973"/>
                </a:lnTo>
                <a:lnTo>
                  <a:pt x="1548523" y="107543"/>
                </a:lnTo>
                <a:lnTo>
                  <a:pt x="1565579" y="84683"/>
                </a:lnTo>
                <a:lnTo>
                  <a:pt x="1573822" y="73253"/>
                </a:lnTo>
                <a:lnTo>
                  <a:pt x="1679067" y="73253"/>
                </a:lnTo>
                <a:lnTo>
                  <a:pt x="1679067" y="44297"/>
                </a:lnTo>
                <a:lnTo>
                  <a:pt x="1590675" y="44297"/>
                </a:lnTo>
                <a:lnTo>
                  <a:pt x="1596390" y="35077"/>
                </a:lnTo>
                <a:lnTo>
                  <a:pt x="1602105" y="25730"/>
                </a:lnTo>
                <a:lnTo>
                  <a:pt x="1607820" y="16129"/>
                </a:lnTo>
                <a:lnTo>
                  <a:pt x="1613535" y="6096"/>
                </a:lnTo>
                <a:lnTo>
                  <a:pt x="1580007" y="0"/>
                </a:lnTo>
                <a:lnTo>
                  <a:pt x="1560855" y="35801"/>
                </a:lnTo>
                <a:lnTo>
                  <a:pt x="1538008" y="70002"/>
                </a:lnTo>
                <a:lnTo>
                  <a:pt x="1511757" y="102755"/>
                </a:lnTo>
                <a:lnTo>
                  <a:pt x="1482382" y="134213"/>
                </a:lnTo>
                <a:lnTo>
                  <a:pt x="1489849" y="139915"/>
                </a:lnTo>
                <a:lnTo>
                  <a:pt x="1496479" y="145503"/>
                </a:lnTo>
                <a:lnTo>
                  <a:pt x="1502524" y="150799"/>
                </a:lnTo>
                <a:lnTo>
                  <a:pt x="1508290" y="155651"/>
                </a:lnTo>
                <a:lnTo>
                  <a:pt x="1514005" y="149656"/>
                </a:lnTo>
                <a:lnTo>
                  <a:pt x="1519720" y="143217"/>
                </a:lnTo>
                <a:lnTo>
                  <a:pt x="1525435" y="136486"/>
                </a:lnTo>
                <a:lnTo>
                  <a:pt x="1531150" y="129641"/>
                </a:lnTo>
                <a:lnTo>
                  <a:pt x="1531150" y="247091"/>
                </a:lnTo>
                <a:lnTo>
                  <a:pt x="1528051" y="297738"/>
                </a:lnTo>
                <a:lnTo>
                  <a:pt x="1518958" y="342087"/>
                </a:lnTo>
                <a:lnTo>
                  <a:pt x="1504137" y="380136"/>
                </a:lnTo>
                <a:lnTo>
                  <a:pt x="1483906" y="411873"/>
                </a:lnTo>
                <a:lnTo>
                  <a:pt x="1490713" y="418706"/>
                </a:lnTo>
                <a:lnTo>
                  <a:pt x="1497241" y="425399"/>
                </a:lnTo>
                <a:lnTo>
                  <a:pt x="1503184" y="431800"/>
                </a:lnTo>
                <a:lnTo>
                  <a:pt x="1508290" y="437781"/>
                </a:lnTo>
                <a:lnTo>
                  <a:pt x="1524876" y="414362"/>
                </a:lnTo>
                <a:lnTo>
                  <a:pt x="1538198" y="387667"/>
                </a:lnTo>
                <a:lnTo>
                  <a:pt x="1548358" y="357797"/>
                </a:lnTo>
                <a:lnTo>
                  <a:pt x="1555534" y="324904"/>
                </a:lnTo>
                <a:lnTo>
                  <a:pt x="1628775" y="324904"/>
                </a:lnTo>
                <a:lnTo>
                  <a:pt x="1628775" y="422541"/>
                </a:lnTo>
                <a:lnTo>
                  <a:pt x="1659255" y="422541"/>
                </a:lnTo>
                <a:lnTo>
                  <a:pt x="1659255" y="324904"/>
                </a:lnTo>
                <a:lnTo>
                  <a:pt x="1730984" y="324904"/>
                </a:lnTo>
                <a:lnTo>
                  <a:pt x="1730984" y="375297"/>
                </a:lnTo>
                <a:lnTo>
                  <a:pt x="1729816" y="384416"/>
                </a:lnTo>
                <a:lnTo>
                  <a:pt x="1726209" y="391109"/>
                </a:lnTo>
                <a:lnTo>
                  <a:pt x="1720011" y="395224"/>
                </a:lnTo>
                <a:lnTo>
                  <a:pt x="1711071" y="396633"/>
                </a:lnTo>
                <a:lnTo>
                  <a:pt x="1704505" y="396367"/>
                </a:lnTo>
                <a:lnTo>
                  <a:pt x="1696212" y="395681"/>
                </a:lnTo>
                <a:lnTo>
                  <a:pt x="1674495" y="393585"/>
                </a:lnTo>
                <a:lnTo>
                  <a:pt x="1676539" y="402437"/>
                </a:lnTo>
                <a:lnTo>
                  <a:pt x="1710664" y="427088"/>
                </a:lnTo>
                <a:lnTo>
                  <a:pt x="1721840" y="427113"/>
                </a:lnTo>
                <a:lnTo>
                  <a:pt x="1739836" y="424230"/>
                </a:lnTo>
                <a:lnTo>
                  <a:pt x="1762950" y="380136"/>
                </a:lnTo>
                <a:lnTo>
                  <a:pt x="1762988" y="324904"/>
                </a:lnTo>
                <a:lnTo>
                  <a:pt x="1762988" y="295948"/>
                </a:lnTo>
                <a:lnTo>
                  <a:pt x="1762988" y="236423"/>
                </a:lnTo>
                <a:lnTo>
                  <a:pt x="1762988" y="208991"/>
                </a:lnTo>
                <a:lnTo>
                  <a:pt x="1762988" y="149555"/>
                </a:lnTo>
                <a:lnTo>
                  <a:pt x="1762988" y="129641"/>
                </a:lnTo>
                <a:lnTo>
                  <a:pt x="1762988" y="1189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343328" y="1876234"/>
            <a:ext cx="869315" cy="434975"/>
          </a:xfrm>
          <a:custGeom>
            <a:avLst/>
            <a:gdLst/>
            <a:ahLst/>
            <a:cxnLst/>
            <a:rect l="l" t="t" r="r" b="b"/>
            <a:pathLst>
              <a:path w="869315" h="434975">
                <a:moveTo>
                  <a:pt x="169252" y="73253"/>
                </a:moveTo>
                <a:lnTo>
                  <a:pt x="134200" y="73253"/>
                </a:lnTo>
                <a:lnTo>
                  <a:pt x="134200" y="105257"/>
                </a:lnTo>
                <a:lnTo>
                  <a:pt x="134200" y="212039"/>
                </a:lnTo>
                <a:lnTo>
                  <a:pt x="134200" y="244043"/>
                </a:lnTo>
                <a:lnTo>
                  <a:pt x="134200" y="353961"/>
                </a:lnTo>
                <a:lnTo>
                  <a:pt x="35052" y="353961"/>
                </a:lnTo>
                <a:lnTo>
                  <a:pt x="35052" y="244043"/>
                </a:lnTo>
                <a:lnTo>
                  <a:pt x="134200" y="244043"/>
                </a:lnTo>
                <a:lnTo>
                  <a:pt x="134200" y="212039"/>
                </a:lnTo>
                <a:lnTo>
                  <a:pt x="35052" y="212039"/>
                </a:lnTo>
                <a:lnTo>
                  <a:pt x="35052" y="105257"/>
                </a:lnTo>
                <a:lnTo>
                  <a:pt x="134200" y="105257"/>
                </a:lnTo>
                <a:lnTo>
                  <a:pt x="134200" y="73253"/>
                </a:lnTo>
                <a:lnTo>
                  <a:pt x="82384" y="73253"/>
                </a:lnTo>
                <a:lnTo>
                  <a:pt x="88366" y="58115"/>
                </a:lnTo>
                <a:lnTo>
                  <a:pt x="94767" y="42532"/>
                </a:lnTo>
                <a:lnTo>
                  <a:pt x="101460" y="26670"/>
                </a:lnTo>
                <a:lnTo>
                  <a:pt x="108292" y="10668"/>
                </a:lnTo>
                <a:lnTo>
                  <a:pt x="71716" y="0"/>
                </a:lnTo>
                <a:lnTo>
                  <a:pt x="65722" y="16598"/>
                </a:lnTo>
                <a:lnTo>
                  <a:pt x="59143" y="34340"/>
                </a:lnTo>
                <a:lnTo>
                  <a:pt x="52006" y="53238"/>
                </a:lnTo>
                <a:lnTo>
                  <a:pt x="44284" y="73253"/>
                </a:lnTo>
                <a:lnTo>
                  <a:pt x="0" y="73253"/>
                </a:lnTo>
                <a:lnTo>
                  <a:pt x="0" y="424065"/>
                </a:lnTo>
                <a:lnTo>
                  <a:pt x="35052" y="424065"/>
                </a:lnTo>
                <a:lnTo>
                  <a:pt x="35052" y="387489"/>
                </a:lnTo>
                <a:lnTo>
                  <a:pt x="134200" y="387489"/>
                </a:lnTo>
                <a:lnTo>
                  <a:pt x="134200" y="421017"/>
                </a:lnTo>
                <a:lnTo>
                  <a:pt x="169252" y="421017"/>
                </a:lnTo>
                <a:lnTo>
                  <a:pt x="169252" y="387489"/>
                </a:lnTo>
                <a:lnTo>
                  <a:pt x="169252" y="353961"/>
                </a:lnTo>
                <a:lnTo>
                  <a:pt x="169252" y="244043"/>
                </a:lnTo>
                <a:lnTo>
                  <a:pt x="169252" y="212039"/>
                </a:lnTo>
                <a:lnTo>
                  <a:pt x="169252" y="105257"/>
                </a:lnTo>
                <a:lnTo>
                  <a:pt x="169252" y="73253"/>
                </a:lnTo>
                <a:close/>
              </a:path>
              <a:path w="869315" h="434975">
                <a:moveTo>
                  <a:pt x="318706" y="271564"/>
                </a:moveTo>
                <a:lnTo>
                  <a:pt x="302704" y="249821"/>
                </a:lnTo>
                <a:lnTo>
                  <a:pt x="284416" y="225945"/>
                </a:lnTo>
                <a:lnTo>
                  <a:pt x="263842" y="200101"/>
                </a:lnTo>
                <a:lnTo>
                  <a:pt x="240982" y="172415"/>
                </a:lnTo>
                <a:lnTo>
                  <a:pt x="215074" y="192227"/>
                </a:lnTo>
                <a:lnTo>
                  <a:pt x="234188" y="218262"/>
                </a:lnTo>
                <a:lnTo>
                  <a:pt x="252603" y="243890"/>
                </a:lnTo>
                <a:lnTo>
                  <a:pt x="270141" y="269240"/>
                </a:lnTo>
                <a:lnTo>
                  <a:pt x="286702" y="294424"/>
                </a:lnTo>
                <a:lnTo>
                  <a:pt x="318706" y="271564"/>
                </a:lnTo>
                <a:close/>
              </a:path>
              <a:path w="869315" h="434975">
                <a:moveTo>
                  <a:pt x="401091" y="71729"/>
                </a:moveTo>
                <a:lnTo>
                  <a:pt x="259270" y="71729"/>
                </a:lnTo>
                <a:lnTo>
                  <a:pt x="264985" y="56591"/>
                </a:lnTo>
                <a:lnTo>
                  <a:pt x="270700" y="41008"/>
                </a:lnTo>
                <a:lnTo>
                  <a:pt x="276415" y="25146"/>
                </a:lnTo>
                <a:lnTo>
                  <a:pt x="282130" y="9144"/>
                </a:lnTo>
                <a:lnTo>
                  <a:pt x="245554" y="0"/>
                </a:lnTo>
                <a:lnTo>
                  <a:pt x="230733" y="46304"/>
                </a:lnTo>
                <a:lnTo>
                  <a:pt x="213918" y="88874"/>
                </a:lnTo>
                <a:lnTo>
                  <a:pt x="195364" y="127444"/>
                </a:lnTo>
                <a:lnTo>
                  <a:pt x="175348" y="161747"/>
                </a:lnTo>
                <a:lnTo>
                  <a:pt x="184238" y="166293"/>
                </a:lnTo>
                <a:lnTo>
                  <a:pt x="192392" y="170700"/>
                </a:lnTo>
                <a:lnTo>
                  <a:pt x="199656" y="174815"/>
                </a:lnTo>
                <a:lnTo>
                  <a:pt x="205930" y="178511"/>
                </a:lnTo>
                <a:lnTo>
                  <a:pt x="216192" y="161886"/>
                </a:lnTo>
                <a:lnTo>
                  <a:pt x="226314" y="143979"/>
                </a:lnTo>
                <a:lnTo>
                  <a:pt x="236143" y="124637"/>
                </a:lnTo>
                <a:lnTo>
                  <a:pt x="245554" y="103733"/>
                </a:lnTo>
                <a:lnTo>
                  <a:pt x="362991" y="103733"/>
                </a:lnTo>
                <a:lnTo>
                  <a:pt x="361848" y="172415"/>
                </a:lnTo>
                <a:lnTo>
                  <a:pt x="360553" y="225945"/>
                </a:lnTo>
                <a:lnTo>
                  <a:pt x="358927" y="275602"/>
                </a:lnTo>
                <a:lnTo>
                  <a:pt x="357187" y="315328"/>
                </a:lnTo>
                <a:lnTo>
                  <a:pt x="351917" y="364299"/>
                </a:lnTo>
                <a:lnTo>
                  <a:pt x="312610" y="387489"/>
                </a:lnTo>
                <a:lnTo>
                  <a:pt x="294005" y="387172"/>
                </a:lnTo>
                <a:lnTo>
                  <a:pt x="274701" y="386156"/>
                </a:lnTo>
                <a:lnTo>
                  <a:pt x="254520" y="384263"/>
                </a:lnTo>
                <a:lnTo>
                  <a:pt x="233362" y="381393"/>
                </a:lnTo>
                <a:lnTo>
                  <a:pt x="231838" y="381393"/>
                </a:lnTo>
                <a:lnTo>
                  <a:pt x="233857" y="390575"/>
                </a:lnTo>
                <a:lnTo>
                  <a:pt x="235458" y="400062"/>
                </a:lnTo>
                <a:lnTo>
                  <a:pt x="236766" y="410108"/>
                </a:lnTo>
                <a:lnTo>
                  <a:pt x="237934" y="421017"/>
                </a:lnTo>
                <a:lnTo>
                  <a:pt x="279082" y="423113"/>
                </a:lnTo>
                <a:lnTo>
                  <a:pt x="299656" y="423799"/>
                </a:lnTo>
                <a:lnTo>
                  <a:pt x="320230" y="424065"/>
                </a:lnTo>
                <a:lnTo>
                  <a:pt x="350545" y="419773"/>
                </a:lnTo>
                <a:lnTo>
                  <a:pt x="385254" y="387489"/>
                </a:lnTo>
                <a:lnTo>
                  <a:pt x="393369" y="331050"/>
                </a:lnTo>
                <a:lnTo>
                  <a:pt x="395947" y="254749"/>
                </a:lnTo>
                <a:lnTo>
                  <a:pt x="398983" y="143979"/>
                </a:lnTo>
                <a:lnTo>
                  <a:pt x="400151" y="103733"/>
                </a:lnTo>
                <a:lnTo>
                  <a:pt x="401091" y="71729"/>
                </a:lnTo>
                <a:close/>
              </a:path>
              <a:path w="869315" h="434975">
                <a:moveTo>
                  <a:pt x="799147" y="16764"/>
                </a:moveTo>
                <a:lnTo>
                  <a:pt x="765619" y="16764"/>
                </a:lnTo>
                <a:lnTo>
                  <a:pt x="765619" y="47345"/>
                </a:lnTo>
                <a:lnTo>
                  <a:pt x="765619" y="85445"/>
                </a:lnTo>
                <a:lnTo>
                  <a:pt x="765619" y="114401"/>
                </a:lnTo>
                <a:lnTo>
                  <a:pt x="765619" y="152603"/>
                </a:lnTo>
                <a:lnTo>
                  <a:pt x="533781" y="152603"/>
                </a:lnTo>
                <a:lnTo>
                  <a:pt x="533781" y="114401"/>
                </a:lnTo>
                <a:lnTo>
                  <a:pt x="765619" y="114401"/>
                </a:lnTo>
                <a:lnTo>
                  <a:pt x="765619" y="85445"/>
                </a:lnTo>
                <a:lnTo>
                  <a:pt x="533781" y="85445"/>
                </a:lnTo>
                <a:lnTo>
                  <a:pt x="533781" y="47345"/>
                </a:lnTo>
                <a:lnTo>
                  <a:pt x="765619" y="47345"/>
                </a:lnTo>
                <a:lnTo>
                  <a:pt x="765619" y="16764"/>
                </a:lnTo>
                <a:lnTo>
                  <a:pt x="500253" y="16764"/>
                </a:lnTo>
                <a:lnTo>
                  <a:pt x="500253" y="199847"/>
                </a:lnTo>
                <a:lnTo>
                  <a:pt x="533781" y="199847"/>
                </a:lnTo>
                <a:lnTo>
                  <a:pt x="533781" y="181559"/>
                </a:lnTo>
                <a:lnTo>
                  <a:pt x="765619" y="181559"/>
                </a:lnTo>
                <a:lnTo>
                  <a:pt x="765619" y="199847"/>
                </a:lnTo>
                <a:lnTo>
                  <a:pt x="799147" y="199847"/>
                </a:lnTo>
                <a:lnTo>
                  <a:pt x="799147" y="181559"/>
                </a:lnTo>
                <a:lnTo>
                  <a:pt x="799147" y="152603"/>
                </a:lnTo>
                <a:lnTo>
                  <a:pt x="799147" y="114401"/>
                </a:lnTo>
                <a:lnTo>
                  <a:pt x="799147" y="85445"/>
                </a:lnTo>
                <a:lnTo>
                  <a:pt x="799147" y="47345"/>
                </a:lnTo>
                <a:lnTo>
                  <a:pt x="799147" y="16764"/>
                </a:lnTo>
                <a:close/>
              </a:path>
              <a:path w="869315" h="434975">
                <a:moveTo>
                  <a:pt x="869251" y="382917"/>
                </a:moveTo>
                <a:lnTo>
                  <a:pt x="815174" y="384644"/>
                </a:lnTo>
                <a:lnTo>
                  <a:pt x="770356" y="385318"/>
                </a:lnTo>
                <a:lnTo>
                  <a:pt x="717854" y="385267"/>
                </a:lnTo>
                <a:lnTo>
                  <a:pt x="674077" y="384441"/>
                </a:lnTo>
                <a:lnTo>
                  <a:pt x="674077" y="382917"/>
                </a:lnTo>
                <a:lnTo>
                  <a:pt x="674077" y="324904"/>
                </a:lnTo>
                <a:lnTo>
                  <a:pt x="829627" y="324904"/>
                </a:lnTo>
                <a:lnTo>
                  <a:pt x="829627" y="294424"/>
                </a:lnTo>
                <a:lnTo>
                  <a:pt x="674077" y="294424"/>
                </a:lnTo>
                <a:lnTo>
                  <a:pt x="674077" y="250228"/>
                </a:lnTo>
                <a:lnTo>
                  <a:pt x="860107" y="250228"/>
                </a:lnTo>
                <a:lnTo>
                  <a:pt x="860107" y="219659"/>
                </a:lnTo>
                <a:lnTo>
                  <a:pt x="439191" y="219659"/>
                </a:lnTo>
                <a:lnTo>
                  <a:pt x="439191" y="250228"/>
                </a:lnTo>
                <a:lnTo>
                  <a:pt x="639025" y="250228"/>
                </a:lnTo>
                <a:lnTo>
                  <a:pt x="639025" y="382917"/>
                </a:lnTo>
                <a:lnTo>
                  <a:pt x="580834" y="360997"/>
                </a:lnTo>
                <a:lnTo>
                  <a:pt x="539877" y="317284"/>
                </a:lnTo>
                <a:lnTo>
                  <a:pt x="544182" y="306971"/>
                </a:lnTo>
                <a:lnTo>
                  <a:pt x="548068" y="296519"/>
                </a:lnTo>
                <a:lnTo>
                  <a:pt x="551662" y="285775"/>
                </a:lnTo>
                <a:lnTo>
                  <a:pt x="555117" y="274612"/>
                </a:lnTo>
                <a:lnTo>
                  <a:pt x="523113" y="263944"/>
                </a:lnTo>
                <a:lnTo>
                  <a:pt x="507669" y="308851"/>
                </a:lnTo>
                <a:lnTo>
                  <a:pt x="486524" y="347624"/>
                </a:lnTo>
                <a:lnTo>
                  <a:pt x="459625" y="380390"/>
                </a:lnTo>
                <a:lnTo>
                  <a:pt x="426999" y="407301"/>
                </a:lnTo>
                <a:lnTo>
                  <a:pt x="433552" y="415010"/>
                </a:lnTo>
                <a:lnTo>
                  <a:pt x="439381" y="422160"/>
                </a:lnTo>
                <a:lnTo>
                  <a:pt x="444360" y="428726"/>
                </a:lnTo>
                <a:lnTo>
                  <a:pt x="448335" y="434733"/>
                </a:lnTo>
                <a:lnTo>
                  <a:pt x="470331" y="417322"/>
                </a:lnTo>
                <a:lnTo>
                  <a:pt x="490524" y="397002"/>
                </a:lnTo>
                <a:lnTo>
                  <a:pt x="508647" y="373824"/>
                </a:lnTo>
                <a:lnTo>
                  <a:pt x="524637" y="347764"/>
                </a:lnTo>
                <a:lnTo>
                  <a:pt x="548373" y="377825"/>
                </a:lnTo>
                <a:lnTo>
                  <a:pt x="615327" y="412153"/>
                </a:lnTo>
                <a:lnTo>
                  <a:pt x="658837" y="416445"/>
                </a:lnTo>
                <a:lnTo>
                  <a:pt x="857059" y="417969"/>
                </a:lnTo>
                <a:lnTo>
                  <a:pt x="859599" y="409702"/>
                </a:lnTo>
                <a:lnTo>
                  <a:pt x="862584" y="401015"/>
                </a:lnTo>
                <a:lnTo>
                  <a:pt x="865835" y="392036"/>
                </a:lnTo>
                <a:lnTo>
                  <a:pt x="868324" y="385394"/>
                </a:lnTo>
                <a:lnTo>
                  <a:pt x="869251" y="3829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9508426" y="1909762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3"/>
                </a:moveTo>
                <a:lnTo>
                  <a:pt x="77819" y="416433"/>
                </a:lnTo>
                <a:lnTo>
                  <a:pt x="49792" y="381126"/>
                </a:lnTo>
                <a:lnTo>
                  <a:pt x="28001" y="342875"/>
                </a:lnTo>
                <a:lnTo>
                  <a:pt x="12441" y="301684"/>
                </a:lnTo>
                <a:lnTo>
                  <a:pt x="3109" y="257559"/>
                </a:lnTo>
                <a:lnTo>
                  <a:pt x="0" y="210502"/>
                </a:lnTo>
                <a:lnTo>
                  <a:pt x="3109" y="162577"/>
                </a:lnTo>
                <a:lnTo>
                  <a:pt x="12441" y="117559"/>
                </a:lnTo>
                <a:lnTo>
                  <a:pt x="28001" y="75454"/>
                </a:lnTo>
                <a:lnTo>
                  <a:pt x="49792" y="36266"/>
                </a:lnTo>
                <a:lnTo>
                  <a:pt x="77819" y="0"/>
                </a:lnTo>
                <a:lnTo>
                  <a:pt x="115919" y="0"/>
                </a:lnTo>
                <a:lnTo>
                  <a:pt x="87892" y="36985"/>
                </a:lnTo>
                <a:lnTo>
                  <a:pt x="66101" y="76454"/>
                </a:lnTo>
                <a:lnTo>
                  <a:pt x="50541" y="118327"/>
                </a:lnTo>
                <a:lnTo>
                  <a:pt x="41209" y="162528"/>
                </a:lnTo>
                <a:lnTo>
                  <a:pt x="38100" y="208978"/>
                </a:lnTo>
                <a:lnTo>
                  <a:pt x="41209" y="255315"/>
                </a:lnTo>
                <a:lnTo>
                  <a:pt x="50541" y="299161"/>
                </a:lnTo>
                <a:lnTo>
                  <a:pt x="66101" y="340583"/>
                </a:lnTo>
                <a:lnTo>
                  <a:pt x="87892" y="379651"/>
                </a:lnTo>
                <a:lnTo>
                  <a:pt x="115919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703689" y="1909762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38100" y="416433"/>
                </a:moveTo>
                <a:lnTo>
                  <a:pt x="0" y="416433"/>
                </a:lnTo>
                <a:lnTo>
                  <a:pt x="27990" y="379639"/>
                </a:lnTo>
                <a:lnTo>
                  <a:pt x="49776" y="340485"/>
                </a:lnTo>
                <a:lnTo>
                  <a:pt x="65349" y="298832"/>
                </a:lnTo>
                <a:lnTo>
                  <a:pt x="74700" y="254535"/>
                </a:lnTo>
                <a:lnTo>
                  <a:pt x="77819" y="207454"/>
                </a:lnTo>
                <a:lnTo>
                  <a:pt x="74700" y="161163"/>
                </a:lnTo>
                <a:lnTo>
                  <a:pt x="65349" y="117340"/>
                </a:lnTo>
                <a:lnTo>
                  <a:pt x="49776" y="75918"/>
                </a:lnTo>
                <a:lnTo>
                  <a:pt x="27990" y="36827"/>
                </a:lnTo>
                <a:lnTo>
                  <a:pt x="0" y="0"/>
                </a:lnTo>
                <a:lnTo>
                  <a:pt x="38100" y="0"/>
                </a:lnTo>
                <a:lnTo>
                  <a:pt x="66127" y="35364"/>
                </a:lnTo>
                <a:lnTo>
                  <a:pt x="87918" y="73723"/>
                </a:lnTo>
                <a:lnTo>
                  <a:pt x="103477" y="115145"/>
                </a:lnTo>
                <a:lnTo>
                  <a:pt x="112809" y="159699"/>
                </a:lnTo>
                <a:lnTo>
                  <a:pt x="115919" y="207454"/>
                </a:lnTo>
                <a:lnTo>
                  <a:pt x="112809" y="255266"/>
                </a:lnTo>
                <a:lnTo>
                  <a:pt x="103477" y="299929"/>
                </a:lnTo>
                <a:lnTo>
                  <a:pt x="87918" y="341583"/>
                </a:lnTo>
                <a:lnTo>
                  <a:pt x="66127" y="380370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297584" y="3226218"/>
            <a:ext cx="357505" cy="319405"/>
          </a:xfrm>
          <a:custGeom>
            <a:avLst/>
            <a:gdLst/>
            <a:ahLst/>
            <a:cxnLst/>
            <a:rect l="l" t="t" r="r" b="b"/>
            <a:pathLst>
              <a:path w="357505" h="319404">
                <a:moveTo>
                  <a:pt x="279082" y="314223"/>
                </a:moveTo>
                <a:lnTo>
                  <a:pt x="245173" y="225742"/>
                </a:lnTo>
                <a:lnTo>
                  <a:pt x="232333" y="192214"/>
                </a:lnTo>
                <a:lnTo>
                  <a:pt x="192214" y="87515"/>
                </a:lnTo>
                <a:lnTo>
                  <a:pt x="192214" y="192214"/>
                </a:lnTo>
                <a:lnTo>
                  <a:pt x="83908" y="192214"/>
                </a:lnTo>
                <a:lnTo>
                  <a:pt x="132676" y="59524"/>
                </a:lnTo>
                <a:lnTo>
                  <a:pt x="135724" y="47332"/>
                </a:lnTo>
                <a:lnTo>
                  <a:pt x="137248" y="38188"/>
                </a:lnTo>
                <a:lnTo>
                  <a:pt x="138772" y="38188"/>
                </a:lnTo>
                <a:lnTo>
                  <a:pt x="140296" y="47332"/>
                </a:lnTo>
                <a:lnTo>
                  <a:pt x="141820" y="54952"/>
                </a:lnTo>
                <a:lnTo>
                  <a:pt x="143344" y="59524"/>
                </a:lnTo>
                <a:lnTo>
                  <a:pt x="192214" y="192214"/>
                </a:lnTo>
                <a:lnTo>
                  <a:pt x="192214" y="87515"/>
                </a:lnTo>
                <a:lnTo>
                  <a:pt x="173316" y="38188"/>
                </a:lnTo>
                <a:lnTo>
                  <a:pt x="158686" y="0"/>
                </a:lnTo>
                <a:lnTo>
                  <a:pt x="120484" y="0"/>
                </a:lnTo>
                <a:lnTo>
                  <a:pt x="0" y="314223"/>
                </a:lnTo>
                <a:lnTo>
                  <a:pt x="39712" y="314223"/>
                </a:lnTo>
                <a:lnTo>
                  <a:pt x="71716" y="225742"/>
                </a:lnTo>
                <a:lnTo>
                  <a:pt x="204406" y="225742"/>
                </a:lnTo>
                <a:lnTo>
                  <a:pt x="237934" y="314223"/>
                </a:lnTo>
                <a:lnTo>
                  <a:pt x="279082" y="314223"/>
                </a:lnTo>
                <a:close/>
              </a:path>
              <a:path w="357505" h="319404">
                <a:moveTo>
                  <a:pt x="356895" y="288315"/>
                </a:moveTo>
                <a:lnTo>
                  <a:pt x="355371" y="282219"/>
                </a:lnTo>
                <a:lnTo>
                  <a:pt x="344703" y="271551"/>
                </a:lnTo>
                <a:lnTo>
                  <a:pt x="340131" y="270027"/>
                </a:lnTo>
                <a:lnTo>
                  <a:pt x="326415" y="270027"/>
                </a:lnTo>
                <a:lnTo>
                  <a:pt x="320319" y="271551"/>
                </a:lnTo>
                <a:lnTo>
                  <a:pt x="315747" y="277647"/>
                </a:lnTo>
                <a:lnTo>
                  <a:pt x="311175" y="282219"/>
                </a:lnTo>
                <a:lnTo>
                  <a:pt x="308127" y="288315"/>
                </a:lnTo>
                <a:lnTo>
                  <a:pt x="308127" y="300507"/>
                </a:lnTo>
                <a:lnTo>
                  <a:pt x="311175" y="306603"/>
                </a:lnTo>
                <a:lnTo>
                  <a:pt x="320319" y="315747"/>
                </a:lnTo>
                <a:lnTo>
                  <a:pt x="326415" y="318795"/>
                </a:lnTo>
                <a:lnTo>
                  <a:pt x="332511" y="318795"/>
                </a:lnTo>
                <a:lnTo>
                  <a:pt x="340131" y="318795"/>
                </a:lnTo>
                <a:lnTo>
                  <a:pt x="344703" y="315747"/>
                </a:lnTo>
                <a:lnTo>
                  <a:pt x="350799" y="311175"/>
                </a:lnTo>
                <a:lnTo>
                  <a:pt x="355371" y="306603"/>
                </a:lnTo>
                <a:lnTo>
                  <a:pt x="356895" y="300507"/>
                </a:lnTo>
                <a:lnTo>
                  <a:pt x="356895" y="28831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08505" y="3166783"/>
            <a:ext cx="3573779" cy="436245"/>
          </a:xfrm>
          <a:custGeom>
            <a:avLst/>
            <a:gdLst/>
            <a:ahLst/>
            <a:cxnLst/>
            <a:rect l="l" t="t" r="r" b="b"/>
            <a:pathLst>
              <a:path w="3573779" h="436245">
                <a:moveTo>
                  <a:pt x="384340" y="186016"/>
                </a:moveTo>
                <a:lnTo>
                  <a:pt x="349288" y="186016"/>
                </a:lnTo>
                <a:lnTo>
                  <a:pt x="349288" y="216598"/>
                </a:lnTo>
                <a:lnTo>
                  <a:pt x="349288" y="280606"/>
                </a:lnTo>
                <a:lnTo>
                  <a:pt x="239458" y="280606"/>
                </a:lnTo>
                <a:lnTo>
                  <a:pt x="239458" y="216598"/>
                </a:lnTo>
                <a:lnTo>
                  <a:pt x="349288" y="216598"/>
                </a:lnTo>
                <a:lnTo>
                  <a:pt x="349288" y="186016"/>
                </a:lnTo>
                <a:lnTo>
                  <a:pt x="204406" y="186016"/>
                </a:lnTo>
                <a:lnTo>
                  <a:pt x="204406" y="216598"/>
                </a:lnTo>
                <a:lnTo>
                  <a:pt x="204406" y="280606"/>
                </a:lnTo>
                <a:lnTo>
                  <a:pt x="94589" y="280606"/>
                </a:lnTo>
                <a:lnTo>
                  <a:pt x="94589" y="216598"/>
                </a:lnTo>
                <a:lnTo>
                  <a:pt x="204406" y="216598"/>
                </a:lnTo>
                <a:lnTo>
                  <a:pt x="204406" y="186016"/>
                </a:lnTo>
                <a:lnTo>
                  <a:pt x="59436" y="186016"/>
                </a:lnTo>
                <a:lnTo>
                  <a:pt x="59436" y="260794"/>
                </a:lnTo>
                <a:lnTo>
                  <a:pt x="55714" y="305739"/>
                </a:lnTo>
                <a:lnTo>
                  <a:pt x="44577" y="344512"/>
                </a:lnTo>
                <a:lnTo>
                  <a:pt x="25996" y="377266"/>
                </a:lnTo>
                <a:lnTo>
                  <a:pt x="0" y="404152"/>
                </a:lnTo>
                <a:lnTo>
                  <a:pt x="5715" y="411302"/>
                </a:lnTo>
                <a:lnTo>
                  <a:pt x="17145" y="426097"/>
                </a:lnTo>
                <a:lnTo>
                  <a:pt x="22860" y="433197"/>
                </a:lnTo>
                <a:lnTo>
                  <a:pt x="49453" y="405498"/>
                </a:lnTo>
                <a:lnTo>
                  <a:pt x="69773" y="375386"/>
                </a:lnTo>
                <a:lnTo>
                  <a:pt x="83807" y="343306"/>
                </a:lnTo>
                <a:lnTo>
                  <a:pt x="91541" y="309664"/>
                </a:lnTo>
                <a:lnTo>
                  <a:pt x="349288" y="309664"/>
                </a:lnTo>
                <a:lnTo>
                  <a:pt x="349288" y="329476"/>
                </a:lnTo>
                <a:lnTo>
                  <a:pt x="384340" y="329476"/>
                </a:lnTo>
                <a:lnTo>
                  <a:pt x="384340" y="309664"/>
                </a:lnTo>
                <a:lnTo>
                  <a:pt x="384340" y="280606"/>
                </a:lnTo>
                <a:lnTo>
                  <a:pt x="384340" y="216598"/>
                </a:lnTo>
                <a:lnTo>
                  <a:pt x="384340" y="186016"/>
                </a:lnTo>
                <a:close/>
              </a:path>
              <a:path w="3573779" h="436245">
                <a:moveTo>
                  <a:pt x="433108" y="47244"/>
                </a:moveTo>
                <a:lnTo>
                  <a:pt x="239458" y="47244"/>
                </a:lnTo>
                <a:lnTo>
                  <a:pt x="239458" y="1524"/>
                </a:lnTo>
                <a:lnTo>
                  <a:pt x="204406" y="1524"/>
                </a:lnTo>
                <a:lnTo>
                  <a:pt x="204406" y="47244"/>
                </a:lnTo>
                <a:lnTo>
                  <a:pt x="9144" y="47244"/>
                </a:lnTo>
                <a:lnTo>
                  <a:pt x="9144" y="77724"/>
                </a:lnTo>
                <a:lnTo>
                  <a:pt x="204406" y="77724"/>
                </a:lnTo>
                <a:lnTo>
                  <a:pt x="204406" y="120484"/>
                </a:lnTo>
                <a:lnTo>
                  <a:pt x="45720" y="120484"/>
                </a:lnTo>
                <a:lnTo>
                  <a:pt x="45720" y="150964"/>
                </a:lnTo>
                <a:lnTo>
                  <a:pt x="398056" y="150964"/>
                </a:lnTo>
                <a:lnTo>
                  <a:pt x="398056" y="120484"/>
                </a:lnTo>
                <a:lnTo>
                  <a:pt x="239458" y="120484"/>
                </a:lnTo>
                <a:lnTo>
                  <a:pt x="239458" y="77724"/>
                </a:lnTo>
                <a:lnTo>
                  <a:pt x="433108" y="77724"/>
                </a:lnTo>
                <a:lnTo>
                  <a:pt x="433108" y="47244"/>
                </a:lnTo>
                <a:close/>
              </a:path>
              <a:path w="3573779" h="436245">
                <a:moveTo>
                  <a:pt x="611505" y="36576"/>
                </a:moveTo>
                <a:lnTo>
                  <a:pt x="579501" y="36576"/>
                </a:lnTo>
                <a:lnTo>
                  <a:pt x="579501" y="68580"/>
                </a:lnTo>
                <a:lnTo>
                  <a:pt x="579501" y="167728"/>
                </a:lnTo>
                <a:lnTo>
                  <a:pt x="579501" y="198208"/>
                </a:lnTo>
                <a:lnTo>
                  <a:pt x="579501" y="301942"/>
                </a:lnTo>
                <a:lnTo>
                  <a:pt x="507873" y="301942"/>
                </a:lnTo>
                <a:lnTo>
                  <a:pt x="507873" y="198208"/>
                </a:lnTo>
                <a:lnTo>
                  <a:pt x="579501" y="198208"/>
                </a:lnTo>
                <a:lnTo>
                  <a:pt x="579501" y="167728"/>
                </a:lnTo>
                <a:lnTo>
                  <a:pt x="507873" y="167728"/>
                </a:lnTo>
                <a:lnTo>
                  <a:pt x="507873" y="68580"/>
                </a:lnTo>
                <a:lnTo>
                  <a:pt x="579501" y="68580"/>
                </a:lnTo>
                <a:lnTo>
                  <a:pt x="579501" y="36576"/>
                </a:lnTo>
                <a:lnTo>
                  <a:pt x="474243" y="36576"/>
                </a:lnTo>
                <a:lnTo>
                  <a:pt x="474243" y="366039"/>
                </a:lnTo>
                <a:lnTo>
                  <a:pt x="507873" y="366039"/>
                </a:lnTo>
                <a:lnTo>
                  <a:pt x="507873" y="334035"/>
                </a:lnTo>
                <a:lnTo>
                  <a:pt x="611505" y="334035"/>
                </a:lnTo>
                <a:lnTo>
                  <a:pt x="611505" y="301942"/>
                </a:lnTo>
                <a:lnTo>
                  <a:pt x="611505" y="198208"/>
                </a:lnTo>
                <a:lnTo>
                  <a:pt x="611505" y="167728"/>
                </a:lnTo>
                <a:lnTo>
                  <a:pt x="611505" y="68580"/>
                </a:lnTo>
                <a:lnTo>
                  <a:pt x="611505" y="36576"/>
                </a:lnTo>
                <a:close/>
              </a:path>
              <a:path w="3573779" h="436245">
                <a:moveTo>
                  <a:pt x="857059" y="21336"/>
                </a:moveTo>
                <a:lnTo>
                  <a:pt x="822007" y="21336"/>
                </a:lnTo>
                <a:lnTo>
                  <a:pt x="822007" y="54864"/>
                </a:lnTo>
                <a:lnTo>
                  <a:pt x="822007" y="137248"/>
                </a:lnTo>
                <a:lnTo>
                  <a:pt x="822007" y="169252"/>
                </a:lnTo>
                <a:lnTo>
                  <a:pt x="822007" y="251650"/>
                </a:lnTo>
                <a:lnTo>
                  <a:pt x="695426" y="251650"/>
                </a:lnTo>
                <a:lnTo>
                  <a:pt x="697420" y="232562"/>
                </a:lnTo>
                <a:lnTo>
                  <a:pt x="698855" y="212166"/>
                </a:lnTo>
                <a:lnTo>
                  <a:pt x="699706" y="190919"/>
                </a:lnTo>
                <a:lnTo>
                  <a:pt x="699998" y="169252"/>
                </a:lnTo>
                <a:lnTo>
                  <a:pt x="822007" y="169252"/>
                </a:lnTo>
                <a:lnTo>
                  <a:pt x="822007" y="137248"/>
                </a:lnTo>
                <a:lnTo>
                  <a:pt x="699998" y="137248"/>
                </a:lnTo>
                <a:lnTo>
                  <a:pt x="699998" y="54864"/>
                </a:lnTo>
                <a:lnTo>
                  <a:pt x="822007" y="54864"/>
                </a:lnTo>
                <a:lnTo>
                  <a:pt x="822007" y="21336"/>
                </a:lnTo>
                <a:lnTo>
                  <a:pt x="664946" y="21336"/>
                </a:lnTo>
                <a:lnTo>
                  <a:pt x="664946" y="175348"/>
                </a:lnTo>
                <a:lnTo>
                  <a:pt x="663816" y="220014"/>
                </a:lnTo>
                <a:lnTo>
                  <a:pt x="655294" y="289293"/>
                </a:lnTo>
                <a:lnTo>
                  <a:pt x="636993" y="337108"/>
                </a:lnTo>
                <a:lnTo>
                  <a:pt x="602018" y="383489"/>
                </a:lnTo>
                <a:lnTo>
                  <a:pt x="577977" y="407289"/>
                </a:lnTo>
                <a:lnTo>
                  <a:pt x="585685" y="414794"/>
                </a:lnTo>
                <a:lnTo>
                  <a:pt x="592836" y="421576"/>
                </a:lnTo>
                <a:lnTo>
                  <a:pt x="599313" y="427977"/>
                </a:lnTo>
                <a:lnTo>
                  <a:pt x="605409" y="434721"/>
                </a:lnTo>
                <a:lnTo>
                  <a:pt x="638962" y="399516"/>
                </a:lnTo>
                <a:lnTo>
                  <a:pt x="664362" y="362610"/>
                </a:lnTo>
                <a:lnTo>
                  <a:pt x="682015" y="324002"/>
                </a:lnTo>
                <a:lnTo>
                  <a:pt x="692378" y="283654"/>
                </a:lnTo>
                <a:lnTo>
                  <a:pt x="822007" y="283654"/>
                </a:lnTo>
                <a:lnTo>
                  <a:pt x="822007" y="369087"/>
                </a:lnTo>
                <a:lnTo>
                  <a:pt x="820318" y="380212"/>
                </a:lnTo>
                <a:lnTo>
                  <a:pt x="815340" y="388327"/>
                </a:lnTo>
                <a:lnTo>
                  <a:pt x="807224" y="393306"/>
                </a:lnTo>
                <a:lnTo>
                  <a:pt x="796099" y="394995"/>
                </a:lnTo>
                <a:lnTo>
                  <a:pt x="781481" y="394741"/>
                </a:lnTo>
                <a:lnTo>
                  <a:pt x="764997" y="394042"/>
                </a:lnTo>
                <a:lnTo>
                  <a:pt x="725906" y="391947"/>
                </a:lnTo>
                <a:lnTo>
                  <a:pt x="727925" y="401091"/>
                </a:lnTo>
                <a:lnTo>
                  <a:pt x="729526" y="410095"/>
                </a:lnTo>
                <a:lnTo>
                  <a:pt x="730834" y="418820"/>
                </a:lnTo>
                <a:lnTo>
                  <a:pt x="732002" y="427101"/>
                </a:lnTo>
                <a:lnTo>
                  <a:pt x="752932" y="427977"/>
                </a:lnTo>
                <a:lnTo>
                  <a:pt x="772274" y="428434"/>
                </a:lnTo>
                <a:lnTo>
                  <a:pt x="806767" y="428625"/>
                </a:lnTo>
                <a:lnTo>
                  <a:pt x="828776" y="425462"/>
                </a:lnTo>
                <a:lnTo>
                  <a:pt x="844486" y="415848"/>
                </a:lnTo>
                <a:lnTo>
                  <a:pt x="853922" y="399656"/>
                </a:lnTo>
                <a:lnTo>
                  <a:pt x="854557" y="394995"/>
                </a:lnTo>
                <a:lnTo>
                  <a:pt x="857059" y="376707"/>
                </a:lnTo>
                <a:lnTo>
                  <a:pt x="857059" y="54864"/>
                </a:lnTo>
                <a:lnTo>
                  <a:pt x="857059" y="21336"/>
                </a:lnTo>
                <a:close/>
              </a:path>
              <a:path w="3573779" h="436245">
                <a:moveTo>
                  <a:pt x="982129" y="134200"/>
                </a:moveTo>
                <a:lnTo>
                  <a:pt x="947077" y="123532"/>
                </a:lnTo>
                <a:lnTo>
                  <a:pt x="936256" y="166649"/>
                </a:lnTo>
                <a:lnTo>
                  <a:pt x="924598" y="206641"/>
                </a:lnTo>
                <a:lnTo>
                  <a:pt x="912355" y="243205"/>
                </a:lnTo>
                <a:lnTo>
                  <a:pt x="899833" y="276034"/>
                </a:lnTo>
                <a:lnTo>
                  <a:pt x="908926" y="279463"/>
                </a:lnTo>
                <a:lnTo>
                  <a:pt x="917740" y="282892"/>
                </a:lnTo>
                <a:lnTo>
                  <a:pt x="925969" y="286321"/>
                </a:lnTo>
                <a:lnTo>
                  <a:pt x="933361" y="289750"/>
                </a:lnTo>
                <a:lnTo>
                  <a:pt x="944829" y="260311"/>
                </a:lnTo>
                <a:lnTo>
                  <a:pt x="956602" y="224586"/>
                </a:lnTo>
                <a:lnTo>
                  <a:pt x="968933" y="182549"/>
                </a:lnTo>
                <a:lnTo>
                  <a:pt x="982129" y="134200"/>
                </a:lnTo>
                <a:close/>
              </a:path>
              <a:path w="3573779" h="436245">
                <a:moveTo>
                  <a:pt x="1163574" y="76200"/>
                </a:moveTo>
                <a:lnTo>
                  <a:pt x="1144117" y="56146"/>
                </a:lnTo>
                <a:lnTo>
                  <a:pt x="1124521" y="36957"/>
                </a:lnTo>
                <a:lnTo>
                  <a:pt x="1104633" y="18338"/>
                </a:lnTo>
                <a:lnTo>
                  <a:pt x="1084326" y="0"/>
                </a:lnTo>
                <a:lnTo>
                  <a:pt x="1059942" y="22860"/>
                </a:lnTo>
                <a:lnTo>
                  <a:pt x="1082776" y="44869"/>
                </a:lnTo>
                <a:lnTo>
                  <a:pt x="1103185" y="65163"/>
                </a:lnTo>
                <a:lnTo>
                  <a:pt x="1121016" y="83769"/>
                </a:lnTo>
                <a:lnTo>
                  <a:pt x="1136142" y="100672"/>
                </a:lnTo>
                <a:lnTo>
                  <a:pt x="1163574" y="76200"/>
                </a:lnTo>
                <a:close/>
              </a:path>
              <a:path w="3573779" h="436245">
                <a:moveTo>
                  <a:pt x="1276451" y="51816"/>
                </a:moveTo>
                <a:lnTo>
                  <a:pt x="1242923" y="35052"/>
                </a:lnTo>
                <a:lnTo>
                  <a:pt x="1216494" y="80441"/>
                </a:lnTo>
                <a:lnTo>
                  <a:pt x="1187526" y="123532"/>
                </a:lnTo>
                <a:lnTo>
                  <a:pt x="1156004" y="164338"/>
                </a:lnTo>
                <a:lnTo>
                  <a:pt x="1121943" y="202857"/>
                </a:lnTo>
                <a:lnTo>
                  <a:pt x="1085354" y="239064"/>
                </a:lnTo>
                <a:lnTo>
                  <a:pt x="1046226" y="272986"/>
                </a:lnTo>
                <a:lnTo>
                  <a:pt x="1046226" y="74676"/>
                </a:lnTo>
                <a:lnTo>
                  <a:pt x="1012609" y="74676"/>
                </a:lnTo>
                <a:lnTo>
                  <a:pt x="1012609" y="298894"/>
                </a:lnTo>
                <a:lnTo>
                  <a:pt x="985748" y="318719"/>
                </a:lnTo>
                <a:lnTo>
                  <a:pt x="957745" y="337083"/>
                </a:lnTo>
                <a:lnTo>
                  <a:pt x="928598" y="354279"/>
                </a:lnTo>
                <a:lnTo>
                  <a:pt x="898309" y="370611"/>
                </a:lnTo>
                <a:lnTo>
                  <a:pt x="905751" y="378574"/>
                </a:lnTo>
                <a:lnTo>
                  <a:pt x="912215" y="386245"/>
                </a:lnTo>
                <a:lnTo>
                  <a:pt x="922693" y="399580"/>
                </a:lnTo>
                <a:lnTo>
                  <a:pt x="946162" y="386715"/>
                </a:lnTo>
                <a:lnTo>
                  <a:pt x="968794" y="373291"/>
                </a:lnTo>
                <a:lnTo>
                  <a:pt x="990727" y="359359"/>
                </a:lnTo>
                <a:lnTo>
                  <a:pt x="1012609" y="344703"/>
                </a:lnTo>
                <a:lnTo>
                  <a:pt x="1012609" y="352323"/>
                </a:lnTo>
                <a:lnTo>
                  <a:pt x="1016012" y="377228"/>
                </a:lnTo>
                <a:lnTo>
                  <a:pt x="1026134" y="394855"/>
                </a:lnTo>
                <a:lnTo>
                  <a:pt x="1042860" y="405345"/>
                </a:lnTo>
                <a:lnTo>
                  <a:pt x="1066038" y="408813"/>
                </a:lnTo>
                <a:lnTo>
                  <a:pt x="1191107" y="408813"/>
                </a:lnTo>
                <a:lnTo>
                  <a:pt x="1213027" y="405968"/>
                </a:lnTo>
                <a:lnTo>
                  <a:pt x="1230541" y="397522"/>
                </a:lnTo>
                <a:lnTo>
                  <a:pt x="1243177" y="383654"/>
                </a:lnTo>
                <a:lnTo>
                  <a:pt x="1245844" y="376720"/>
                </a:lnTo>
                <a:lnTo>
                  <a:pt x="1250543" y="364515"/>
                </a:lnTo>
                <a:lnTo>
                  <a:pt x="1253058" y="354787"/>
                </a:lnTo>
                <a:lnTo>
                  <a:pt x="1255877" y="341464"/>
                </a:lnTo>
                <a:lnTo>
                  <a:pt x="1258671" y="324510"/>
                </a:lnTo>
                <a:lnTo>
                  <a:pt x="1261211" y="303555"/>
                </a:lnTo>
                <a:lnTo>
                  <a:pt x="1253794" y="300939"/>
                </a:lnTo>
                <a:lnTo>
                  <a:pt x="1245400" y="297764"/>
                </a:lnTo>
                <a:lnTo>
                  <a:pt x="1236129" y="294043"/>
                </a:lnTo>
                <a:lnTo>
                  <a:pt x="1226159" y="289750"/>
                </a:lnTo>
                <a:lnTo>
                  <a:pt x="1224775" y="308711"/>
                </a:lnTo>
                <a:lnTo>
                  <a:pt x="1220063" y="347751"/>
                </a:lnTo>
                <a:lnTo>
                  <a:pt x="1185011" y="376720"/>
                </a:lnTo>
                <a:lnTo>
                  <a:pt x="1075182" y="376720"/>
                </a:lnTo>
                <a:lnTo>
                  <a:pt x="1062304" y="374738"/>
                </a:lnTo>
                <a:lnTo>
                  <a:pt x="1053274" y="368896"/>
                </a:lnTo>
                <a:lnTo>
                  <a:pt x="1047965" y="359359"/>
                </a:lnTo>
                <a:lnTo>
                  <a:pt x="1046226" y="346227"/>
                </a:lnTo>
                <a:lnTo>
                  <a:pt x="1046226" y="344703"/>
                </a:lnTo>
                <a:lnTo>
                  <a:pt x="1046226" y="320319"/>
                </a:lnTo>
                <a:lnTo>
                  <a:pt x="1085049" y="287997"/>
                </a:lnTo>
                <a:lnTo>
                  <a:pt x="1121854" y="253733"/>
                </a:lnTo>
                <a:lnTo>
                  <a:pt x="1156665" y="217512"/>
                </a:lnTo>
                <a:lnTo>
                  <a:pt x="1189507" y="179260"/>
                </a:lnTo>
                <a:lnTo>
                  <a:pt x="1220406" y="138925"/>
                </a:lnTo>
                <a:lnTo>
                  <a:pt x="1249375" y="96469"/>
                </a:lnTo>
                <a:lnTo>
                  <a:pt x="1276451" y="51816"/>
                </a:lnTo>
                <a:close/>
              </a:path>
              <a:path w="3573779" h="436245">
                <a:moveTo>
                  <a:pt x="1329880" y="277558"/>
                </a:moveTo>
                <a:lnTo>
                  <a:pt x="1314653" y="246443"/>
                </a:lnTo>
                <a:lnTo>
                  <a:pt x="1298740" y="215023"/>
                </a:lnTo>
                <a:lnTo>
                  <a:pt x="1281988" y="183603"/>
                </a:lnTo>
                <a:lnTo>
                  <a:pt x="1264259" y="152488"/>
                </a:lnTo>
                <a:lnTo>
                  <a:pt x="1233779" y="167728"/>
                </a:lnTo>
                <a:lnTo>
                  <a:pt x="1252080" y="202387"/>
                </a:lnTo>
                <a:lnTo>
                  <a:pt x="1268260" y="235445"/>
                </a:lnTo>
                <a:lnTo>
                  <a:pt x="1282420" y="267055"/>
                </a:lnTo>
                <a:lnTo>
                  <a:pt x="1294739" y="297370"/>
                </a:lnTo>
                <a:lnTo>
                  <a:pt x="1329880" y="277558"/>
                </a:lnTo>
                <a:close/>
              </a:path>
              <a:path w="3573779" h="436245">
                <a:moveTo>
                  <a:pt x="1491513" y="22860"/>
                </a:moveTo>
                <a:lnTo>
                  <a:pt x="1464081" y="1524"/>
                </a:lnTo>
                <a:lnTo>
                  <a:pt x="1439481" y="35814"/>
                </a:lnTo>
                <a:lnTo>
                  <a:pt x="1411617" y="67830"/>
                </a:lnTo>
                <a:lnTo>
                  <a:pt x="1380629" y="97574"/>
                </a:lnTo>
                <a:lnTo>
                  <a:pt x="1346644" y="125069"/>
                </a:lnTo>
                <a:lnTo>
                  <a:pt x="1352067" y="133972"/>
                </a:lnTo>
                <a:lnTo>
                  <a:pt x="1356931" y="142595"/>
                </a:lnTo>
                <a:lnTo>
                  <a:pt x="1361211" y="151206"/>
                </a:lnTo>
                <a:lnTo>
                  <a:pt x="1364932" y="160121"/>
                </a:lnTo>
                <a:lnTo>
                  <a:pt x="1402067" y="126885"/>
                </a:lnTo>
                <a:lnTo>
                  <a:pt x="1435658" y="93205"/>
                </a:lnTo>
                <a:lnTo>
                  <a:pt x="1465529" y="58661"/>
                </a:lnTo>
                <a:lnTo>
                  <a:pt x="1491513" y="22860"/>
                </a:lnTo>
                <a:close/>
              </a:path>
              <a:path w="3573779" h="436245">
                <a:moveTo>
                  <a:pt x="1493037" y="149453"/>
                </a:moveTo>
                <a:lnTo>
                  <a:pt x="1464081" y="126593"/>
                </a:lnTo>
                <a:lnTo>
                  <a:pt x="1437741" y="164871"/>
                </a:lnTo>
                <a:lnTo>
                  <a:pt x="1409141" y="199593"/>
                </a:lnTo>
                <a:lnTo>
                  <a:pt x="1378267" y="230606"/>
                </a:lnTo>
                <a:lnTo>
                  <a:pt x="1345120" y="257746"/>
                </a:lnTo>
                <a:lnTo>
                  <a:pt x="1349425" y="266649"/>
                </a:lnTo>
                <a:lnTo>
                  <a:pt x="1353312" y="275272"/>
                </a:lnTo>
                <a:lnTo>
                  <a:pt x="1356906" y="283895"/>
                </a:lnTo>
                <a:lnTo>
                  <a:pt x="1360360" y="292798"/>
                </a:lnTo>
                <a:lnTo>
                  <a:pt x="1396098" y="262483"/>
                </a:lnTo>
                <a:lnTo>
                  <a:pt x="1430134" y="228587"/>
                </a:lnTo>
                <a:lnTo>
                  <a:pt x="1462455" y="190957"/>
                </a:lnTo>
                <a:lnTo>
                  <a:pt x="1493037" y="149453"/>
                </a:lnTo>
                <a:close/>
              </a:path>
              <a:path w="3573779" h="436245">
                <a:moveTo>
                  <a:pt x="1503705" y="277558"/>
                </a:moveTo>
                <a:lnTo>
                  <a:pt x="1476273" y="253174"/>
                </a:lnTo>
                <a:lnTo>
                  <a:pt x="1446771" y="295541"/>
                </a:lnTo>
                <a:lnTo>
                  <a:pt x="1415427" y="333463"/>
                </a:lnTo>
                <a:lnTo>
                  <a:pt x="1382102" y="367068"/>
                </a:lnTo>
                <a:lnTo>
                  <a:pt x="1346644" y="396532"/>
                </a:lnTo>
                <a:lnTo>
                  <a:pt x="1351800" y="405676"/>
                </a:lnTo>
                <a:lnTo>
                  <a:pt x="1356169" y="414896"/>
                </a:lnTo>
                <a:lnTo>
                  <a:pt x="1359928" y="424053"/>
                </a:lnTo>
                <a:lnTo>
                  <a:pt x="1363408" y="433197"/>
                </a:lnTo>
                <a:lnTo>
                  <a:pt x="1402041" y="400062"/>
                </a:lnTo>
                <a:lnTo>
                  <a:pt x="1438135" y="362813"/>
                </a:lnTo>
                <a:lnTo>
                  <a:pt x="1471930" y="321830"/>
                </a:lnTo>
                <a:lnTo>
                  <a:pt x="1503705" y="277558"/>
                </a:lnTo>
                <a:close/>
              </a:path>
              <a:path w="3573779" h="436245">
                <a:moveTo>
                  <a:pt x="1776704" y="25908"/>
                </a:moveTo>
                <a:lnTo>
                  <a:pt x="1506753" y="25908"/>
                </a:lnTo>
                <a:lnTo>
                  <a:pt x="1506753" y="57912"/>
                </a:lnTo>
                <a:lnTo>
                  <a:pt x="1615059" y="57912"/>
                </a:lnTo>
                <a:lnTo>
                  <a:pt x="1612531" y="72783"/>
                </a:lnTo>
                <a:lnTo>
                  <a:pt x="1606918" y="102565"/>
                </a:lnTo>
                <a:lnTo>
                  <a:pt x="1604391" y="117436"/>
                </a:lnTo>
                <a:lnTo>
                  <a:pt x="1518958" y="117436"/>
                </a:lnTo>
                <a:lnTo>
                  <a:pt x="1518958" y="329476"/>
                </a:lnTo>
                <a:lnTo>
                  <a:pt x="1552486" y="329476"/>
                </a:lnTo>
                <a:lnTo>
                  <a:pt x="1552486" y="149453"/>
                </a:lnTo>
                <a:lnTo>
                  <a:pt x="1721739" y="149453"/>
                </a:lnTo>
                <a:lnTo>
                  <a:pt x="1721739" y="327952"/>
                </a:lnTo>
                <a:lnTo>
                  <a:pt x="1756892" y="327952"/>
                </a:lnTo>
                <a:lnTo>
                  <a:pt x="1756892" y="149453"/>
                </a:lnTo>
                <a:lnTo>
                  <a:pt x="1756892" y="117436"/>
                </a:lnTo>
                <a:lnTo>
                  <a:pt x="1637919" y="117436"/>
                </a:lnTo>
                <a:lnTo>
                  <a:pt x="1641348" y="103428"/>
                </a:lnTo>
                <a:lnTo>
                  <a:pt x="1644777" y="88823"/>
                </a:lnTo>
                <a:lnTo>
                  <a:pt x="1648206" y="73647"/>
                </a:lnTo>
                <a:lnTo>
                  <a:pt x="1651635" y="57912"/>
                </a:lnTo>
                <a:lnTo>
                  <a:pt x="1776704" y="57912"/>
                </a:lnTo>
                <a:lnTo>
                  <a:pt x="1776704" y="25908"/>
                </a:lnTo>
                <a:close/>
              </a:path>
              <a:path w="3573779" h="436245">
                <a:moveTo>
                  <a:pt x="1779752" y="404152"/>
                </a:moveTo>
                <a:lnTo>
                  <a:pt x="1748269" y="381304"/>
                </a:lnTo>
                <a:lnTo>
                  <a:pt x="1715312" y="358432"/>
                </a:lnTo>
                <a:lnTo>
                  <a:pt x="1680654" y="335572"/>
                </a:lnTo>
                <a:lnTo>
                  <a:pt x="1644015" y="312712"/>
                </a:lnTo>
                <a:lnTo>
                  <a:pt x="1648891" y="292938"/>
                </a:lnTo>
                <a:lnTo>
                  <a:pt x="1652206" y="270332"/>
                </a:lnTo>
                <a:lnTo>
                  <a:pt x="1654086" y="244894"/>
                </a:lnTo>
                <a:lnTo>
                  <a:pt x="1654644" y="218122"/>
                </a:lnTo>
                <a:lnTo>
                  <a:pt x="1654683" y="170789"/>
                </a:lnTo>
                <a:lnTo>
                  <a:pt x="1621155" y="170789"/>
                </a:lnTo>
                <a:lnTo>
                  <a:pt x="1621155" y="218122"/>
                </a:lnTo>
                <a:lnTo>
                  <a:pt x="1619173" y="257543"/>
                </a:lnTo>
                <a:lnTo>
                  <a:pt x="1603794" y="318719"/>
                </a:lnTo>
                <a:lnTo>
                  <a:pt x="1570570" y="359803"/>
                </a:lnTo>
                <a:lnTo>
                  <a:pt x="1512138" y="392861"/>
                </a:lnTo>
                <a:lnTo>
                  <a:pt x="1473225" y="405676"/>
                </a:lnTo>
                <a:lnTo>
                  <a:pt x="1479778" y="413702"/>
                </a:lnTo>
                <a:lnTo>
                  <a:pt x="1485607" y="421563"/>
                </a:lnTo>
                <a:lnTo>
                  <a:pt x="1490586" y="429120"/>
                </a:lnTo>
                <a:lnTo>
                  <a:pt x="1494561" y="436245"/>
                </a:lnTo>
                <a:lnTo>
                  <a:pt x="1537487" y="420230"/>
                </a:lnTo>
                <a:lnTo>
                  <a:pt x="1572717" y="401904"/>
                </a:lnTo>
                <a:lnTo>
                  <a:pt x="1600517" y="381304"/>
                </a:lnTo>
                <a:lnTo>
                  <a:pt x="1621155" y="358432"/>
                </a:lnTo>
                <a:lnTo>
                  <a:pt x="1625727" y="353860"/>
                </a:lnTo>
                <a:lnTo>
                  <a:pt x="1628775" y="349288"/>
                </a:lnTo>
                <a:lnTo>
                  <a:pt x="1631823" y="343192"/>
                </a:lnTo>
                <a:lnTo>
                  <a:pt x="1663547" y="364337"/>
                </a:lnTo>
                <a:lnTo>
                  <a:pt x="1694700" y="386626"/>
                </a:lnTo>
                <a:lnTo>
                  <a:pt x="1725307" y="410095"/>
                </a:lnTo>
                <a:lnTo>
                  <a:pt x="1755368" y="434721"/>
                </a:lnTo>
                <a:lnTo>
                  <a:pt x="1779752" y="404152"/>
                </a:lnTo>
                <a:close/>
              </a:path>
              <a:path w="3573779" h="436245">
                <a:moveTo>
                  <a:pt x="2214372" y="16764"/>
                </a:moveTo>
                <a:lnTo>
                  <a:pt x="2049691" y="16764"/>
                </a:lnTo>
                <a:lnTo>
                  <a:pt x="2049691" y="47244"/>
                </a:lnTo>
                <a:lnTo>
                  <a:pt x="2049691" y="94488"/>
                </a:lnTo>
                <a:lnTo>
                  <a:pt x="2049691" y="122021"/>
                </a:lnTo>
                <a:lnTo>
                  <a:pt x="2049691" y="179933"/>
                </a:lnTo>
                <a:lnTo>
                  <a:pt x="1971865" y="179933"/>
                </a:lnTo>
                <a:lnTo>
                  <a:pt x="1971865" y="122021"/>
                </a:lnTo>
                <a:lnTo>
                  <a:pt x="2049691" y="122021"/>
                </a:lnTo>
                <a:lnTo>
                  <a:pt x="2049691" y="94488"/>
                </a:lnTo>
                <a:lnTo>
                  <a:pt x="1971865" y="94488"/>
                </a:lnTo>
                <a:lnTo>
                  <a:pt x="1971865" y="47244"/>
                </a:lnTo>
                <a:lnTo>
                  <a:pt x="2049691" y="47244"/>
                </a:lnTo>
                <a:lnTo>
                  <a:pt x="2049691" y="16764"/>
                </a:lnTo>
                <a:lnTo>
                  <a:pt x="1808695" y="16764"/>
                </a:lnTo>
                <a:lnTo>
                  <a:pt x="1808695" y="47244"/>
                </a:lnTo>
                <a:lnTo>
                  <a:pt x="1939861" y="47244"/>
                </a:lnTo>
                <a:lnTo>
                  <a:pt x="1939861" y="94488"/>
                </a:lnTo>
                <a:lnTo>
                  <a:pt x="1939861" y="122021"/>
                </a:lnTo>
                <a:lnTo>
                  <a:pt x="1939861" y="179933"/>
                </a:lnTo>
                <a:lnTo>
                  <a:pt x="1862048" y="179933"/>
                </a:lnTo>
                <a:lnTo>
                  <a:pt x="1862048" y="122021"/>
                </a:lnTo>
                <a:lnTo>
                  <a:pt x="1939861" y="122021"/>
                </a:lnTo>
                <a:lnTo>
                  <a:pt x="1939861" y="94488"/>
                </a:lnTo>
                <a:lnTo>
                  <a:pt x="1830044" y="94488"/>
                </a:lnTo>
                <a:lnTo>
                  <a:pt x="1830044" y="225742"/>
                </a:lnTo>
                <a:lnTo>
                  <a:pt x="1862048" y="225742"/>
                </a:lnTo>
                <a:lnTo>
                  <a:pt x="1862048" y="208978"/>
                </a:lnTo>
                <a:lnTo>
                  <a:pt x="1949005" y="208978"/>
                </a:lnTo>
                <a:lnTo>
                  <a:pt x="2159508" y="208978"/>
                </a:lnTo>
                <a:lnTo>
                  <a:pt x="2159508" y="225742"/>
                </a:lnTo>
                <a:lnTo>
                  <a:pt x="2193036" y="225742"/>
                </a:lnTo>
                <a:lnTo>
                  <a:pt x="2193036" y="208978"/>
                </a:lnTo>
                <a:lnTo>
                  <a:pt x="2193036" y="179933"/>
                </a:lnTo>
                <a:lnTo>
                  <a:pt x="2193036" y="122021"/>
                </a:lnTo>
                <a:lnTo>
                  <a:pt x="2193036" y="94488"/>
                </a:lnTo>
                <a:lnTo>
                  <a:pt x="2159508" y="94488"/>
                </a:lnTo>
                <a:lnTo>
                  <a:pt x="2159508" y="122021"/>
                </a:lnTo>
                <a:lnTo>
                  <a:pt x="2159508" y="179933"/>
                </a:lnTo>
                <a:lnTo>
                  <a:pt x="2083219" y="179933"/>
                </a:lnTo>
                <a:lnTo>
                  <a:pt x="2083219" y="122021"/>
                </a:lnTo>
                <a:lnTo>
                  <a:pt x="2159508" y="122021"/>
                </a:lnTo>
                <a:lnTo>
                  <a:pt x="2159508" y="94488"/>
                </a:lnTo>
                <a:lnTo>
                  <a:pt x="2083219" y="94488"/>
                </a:lnTo>
                <a:lnTo>
                  <a:pt x="2083219" y="47244"/>
                </a:lnTo>
                <a:lnTo>
                  <a:pt x="2214372" y="47244"/>
                </a:lnTo>
                <a:lnTo>
                  <a:pt x="2214372" y="16764"/>
                </a:lnTo>
                <a:close/>
              </a:path>
              <a:path w="3573779" h="436245">
                <a:moveTo>
                  <a:pt x="2228088" y="251650"/>
                </a:moveTo>
                <a:lnTo>
                  <a:pt x="2086267" y="251650"/>
                </a:lnTo>
                <a:lnTo>
                  <a:pt x="2086267" y="280606"/>
                </a:lnTo>
                <a:lnTo>
                  <a:pt x="2073668" y="298348"/>
                </a:lnTo>
                <a:lnTo>
                  <a:pt x="2058644" y="314794"/>
                </a:lnTo>
                <a:lnTo>
                  <a:pt x="2041042" y="329780"/>
                </a:lnTo>
                <a:lnTo>
                  <a:pt x="2020735" y="343192"/>
                </a:lnTo>
                <a:lnTo>
                  <a:pt x="1994674" y="335445"/>
                </a:lnTo>
                <a:lnTo>
                  <a:pt x="1920049" y="314236"/>
                </a:lnTo>
                <a:lnTo>
                  <a:pt x="1925764" y="306184"/>
                </a:lnTo>
                <a:lnTo>
                  <a:pt x="1931479" y="297992"/>
                </a:lnTo>
                <a:lnTo>
                  <a:pt x="1937194" y="289509"/>
                </a:lnTo>
                <a:lnTo>
                  <a:pt x="1942909" y="280606"/>
                </a:lnTo>
                <a:lnTo>
                  <a:pt x="2086267" y="280606"/>
                </a:lnTo>
                <a:lnTo>
                  <a:pt x="2086267" y="251650"/>
                </a:lnTo>
                <a:lnTo>
                  <a:pt x="1964245" y="251650"/>
                </a:lnTo>
                <a:lnTo>
                  <a:pt x="1968842" y="244767"/>
                </a:lnTo>
                <a:lnTo>
                  <a:pt x="1973580" y="237744"/>
                </a:lnTo>
                <a:lnTo>
                  <a:pt x="1978609" y="230428"/>
                </a:lnTo>
                <a:lnTo>
                  <a:pt x="1984057" y="222694"/>
                </a:lnTo>
                <a:lnTo>
                  <a:pt x="1949005" y="208978"/>
                </a:lnTo>
                <a:lnTo>
                  <a:pt x="1943265" y="220141"/>
                </a:lnTo>
                <a:lnTo>
                  <a:pt x="1937385" y="230886"/>
                </a:lnTo>
                <a:lnTo>
                  <a:pt x="1931212" y="241338"/>
                </a:lnTo>
                <a:lnTo>
                  <a:pt x="1924621" y="251650"/>
                </a:lnTo>
                <a:lnTo>
                  <a:pt x="1793455" y="251650"/>
                </a:lnTo>
                <a:lnTo>
                  <a:pt x="1793455" y="280606"/>
                </a:lnTo>
                <a:lnTo>
                  <a:pt x="1904809" y="280606"/>
                </a:lnTo>
                <a:lnTo>
                  <a:pt x="1896541" y="292938"/>
                </a:lnTo>
                <a:lnTo>
                  <a:pt x="1887855" y="304850"/>
                </a:lnTo>
                <a:lnTo>
                  <a:pt x="1878876" y="316471"/>
                </a:lnTo>
                <a:lnTo>
                  <a:pt x="1869757" y="327952"/>
                </a:lnTo>
                <a:lnTo>
                  <a:pt x="1925764" y="346240"/>
                </a:lnTo>
                <a:lnTo>
                  <a:pt x="1979485" y="364528"/>
                </a:lnTo>
                <a:lnTo>
                  <a:pt x="1944001" y="377101"/>
                </a:lnTo>
                <a:lnTo>
                  <a:pt x="1903653" y="387388"/>
                </a:lnTo>
                <a:lnTo>
                  <a:pt x="1858149" y="395389"/>
                </a:lnTo>
                <a:lnTo>
                  <a:pt x="1807171" y="401104"/>
                </a:lnTo>
                <a:lnTo>
                  <a:pt x="1811731" y="410032"/>
                </a:lnTo>
                <a:lnTo>
                  <a:pt x="1816125" y="418515"/>
                </a:lnTo>
                <a:lnTo>
                  <a:pt x="1820252" y="426694"/>
                </a:lnTo>
                <a:lnTo>
                  <a:pt x="1823935" y="434721"/>
                </a:lnTo>
                <a:lnTo>
                  <a:pt x="1883511" y="425272"/>
                </a:lnTo>
                <a:lnTo>
                  <a:pt x="1936623" y="412953"/>
                </a:lnTo>
                <a:lnTo>
                  <a:pt x="1983740" y="397776"/>
                </a:lnTo>
                <a:lnTo>
                  <a:pt x="2025307" y="379768"/>
                </a:lnTo>
                <a:lnTo>
                  <a:pt x="2179320" y="431673"/>
                </a:lnTo>
                <a:lnTo>
                  <a:pt x="2199132" y="398056"/>
                </a:lnTo>
                <a:lnTo>
                  <a:pt x="2163965" y="386905"/>
                </a:lnTo>
                <a:lnTo>
                  <a:pt x="2140585" y="379768"/>
                </a:lnTo>
                <a:lnTo>
                  <a:pt x="2129358" y="376339"/>
                </a:lnTo>
                <a:lnTo>
                  <a:pt x="2095322" y="366331"/>
                </a:lnTo>
                <a:lnTo>
                  <a:pt x="2061883" y="356908"/>
                </a:lnTo>
                <a:lnTo>
                  <a:pt x="2077935" y="343192"/>
                </a:lnTo>
                <a:lnTo>
                  <a:pt x="2081326" y="340283"/>
                </a:lnTo>
                <a:lnTo>
                  <a:pt x="2098649" y="322224"/>
                </a:lnTo>
                <a:lnTo>
                  <a:pt x="2113953" y="302425"/>
                </a:lnTo>
                <a:lnTo>
                  <a:pt x="2127415" y="280606"/>
                </a:lnTo>
                <a:lnTo>
                  <a:pt x="2228088" y="280606"/>
                </a:lnTo>
                <a:lnTo>
                  <a:pt x="2228088" y="251650"/>
                </a:lnTo>
                <a:close/>
              </a:path>
              <a:path w="3573779" h="436245">
                <a:moveTo>
                  <a:pt x="2677960" y="305092"/>
                </a:moveTo>
                <a:lnTo>
                  <a:pt x="2669692" y="302488"/>
                </a:lnTo>
                <a:lnTo>
                  <a:pt x="2661005" y="299478"/>
                </a:lnTo>
                <a:lnTo>
                  <a:pt x="2642908" y="292798"/>
                </a:lnTo>
                <a:lnTo>
                  <a:pt x="2640596" y="312280"/>
                </a:lnTo>
                <a:lnTo>
                  <a:pt x="2632240" y="356908"/>
                </a:lnTo>
                <a:lnTo>
                  <a:pt x="2602014" y="382625"/>
                </a:lnTo>
                <a:lnTo>
                  <a:pt x="2583472" y="384340"/>
                </a:lnTo>
                <a:lnTo>
                  <a:pt x="2379065" y="384340"/>
                </a:lnTo>
                <a:lnTo>
                  <a:pt x="2363063" y="382066"/>
                </a:lnTo>
                <a:lnTo>
                  <a:pt x="2351621" y="375386"/>
                </a:lnTo>
                <a:lnTo>
                  <a:pt x="2344763" y="364401"/>
                </a:lnTo>
                <a:lnTo>
                  <a:pt x="2342477" y="349288"/>
                </a:lnTo>
                <a:lnTo>
                  <a:pt x="2342477" y="266890"/>
                </a:lnTo>
                <a:lnTo>
                  <a:pt x="2501074" y="266890"/>
                </a:lnTo>
                <a:lnTo>
                  <a:pt x="2501074" y="236410"/>
                </a:lnTo>
                <a:lnTo>
                  <a:pt x="2501074" y="169265"/>
                </a:lnTo>
                <a:lnTo>
                  <a:pt x="2501074" y="155549"/>
                </a:lnTo>
                <a:lnTo>
                  <a:pt x="2501074" y="138785"/>
                </a:lnTo>
                <a:lnTo>
                  <a:pt x="2467546" y="138785"/>
                </a:lnTo>
                <a:lnTo>
                  <a:pt x="2467546" y="169265"/>
                </a:lnTo>
                <a:lnTo>
                  <a:pt x="2467546" y="236410"/>
                </a:lnTo>
                <a:lnTo>
                  <a:pt x="2342477" y="236410"/>
                </a:lnTo>
                <a:lnTo>
                  <a:pt x="2342477" y="169265"/>
                </a:lnTo>
                <a:lnTo>
                  <a:pt x="2467546" y="169265"/>
                </a:lnTo>
                <a:lnTo>
                  <a:pt x="2467546" y="138785"/>
                </a:lnTo>
                <a:lnTo>
                  <a:pt x="2319617" y="138785"/>
                </a:lnTo>
                <a:lnTo>
                  <a:pt x="2327833" y="125945"/>
                </a:lnTo>
                <a:lnTo>
                  <a:pt x="2336190" y="112674"/>
                </a:lnTo>
                <a:lnTo>
                  <a:pt x="2344267" y="99085"/>
                </a:lnTo>
                <a:lnTo>
                  <a:pt x="2351621" y="85344"/>
                </a:lnTo>
                <a:lnTo>
                  <a:pt x="2584996" y="85344"/>
                </a:lnTo>
                <a:lnTo>
                  <a:pt x="2584462" y="143090"/>
                </a:lnTo>
                <a:lnTo>
                  <a:pt x="2583091" y="192532"/>
                </a:lnTo>
                <a:lnTo>
                  <a:pt x="2581135" y="233387"/>
                </a:lnTo>
                <a:lnTo>
                  <a:pt x="2575445" y="284264"/>
                </a:lnTo>
                <a:lnTo>
                  <a:pt x="2536126" y="308140"/>
                </a:lnTo>
                <a:lnTo>
                  <a:pt x="2521839" y="307848"/>
                </a:lnTo>
                <a:lnTo>
                  <a:pt x="2506408" y="306997"/>
                </a:lnTo>
                <a:lnTo>
                  <a:pt x="2489835" y="305562"/>
                </a:lnTo>
                <a:lnTo>
                  <a:pt x="2472118" y="303568"/>
                </a:lnTo>
                <a:lnTo>
                  <a:pt x="2474163" y="313563"/>
                </a:lnTo>
                <a:lnTo>
                  <a:pt x="2517076" y="341477"/>
                </a:lnTo>
                <a:lnTo>
                  <a:pt x="2540698" y="341668"/>
                </a:lnTo>
                <a:lnTo>
                  <a:pt x="2570823" y="337972"/>
                </a:lnTo>
                <a:lnTo>
                  <a:pt x="2603157" y="308140"/>
                </a:lnTo>
                <a:lnTo>
                  <a:pt x="2613952" y="269938"/>
                </a:lnTo>
                <a:lnTo>
                  <a:pt x="2618143" y="185674"/>
                </a:lnTo>
                <a:lnTo>
                  <a:pt x="2619502" y="125945"/>
                </a:lnTo>
                <a:lnTo>
                  <a:pt x="2619806" y="85344"/>
                </a:lnTo>
                <a:lnTo>
                  <a:pt x="2620048" y="53340"/>
                </a:lnTo>
                <a:lnTo>
                  <a:pt x="2368397" y="53340"/>
                </a:lnTo>
                <a:lnTo>
                  <a:pt x="2373198" y="42786"/>
                </a:lnTo>
                <a:lnTo>
                  <a:pt x="2378303" y="31813"/>
                </a:lnTo>
                <a:lnTo>
                  <a:pt x="2383396" y="20548"/>
                </a:lnTo>
                <a:lnTo>
                  <a:pt x="2388209" y="9144"/>
                </a:lnTo>
                <a:lnTo>
                  <a:pt x="2353157" y="0"/>
                </a:lnTo>
                <a:lnTo>
                  <a:pt x="2332317" y="48069"/>
                </a:lnTo>
                <a:lnTo>
                  <a:pt x="2306472" y="94157"/>
                </a:lnTo>
                <a:lnTo>
                  <a:pt x="2275738" y="138531"/>
                </a:lnTo>
                <a:lnTo>
                  <a:pt x="2240280" y="181457"/>
                </a:lnTo>
                <a:lnTo>
                  <a:pt x="2245969" y="187718"/>
                </a:lnTo>
                <a:lnTo>
                  <a:pt x="2251519" y="194983"/>
                </a:lnTo>
                <a:lnTo>
                  <a:pt x="2256777" y="203136"/>
                </a:lnTo>
                <a:lnTo>
                  <a:pt x="2261616" y="212026"/>
                </a:lnTo>
                <a:lnTo>
                  <a:pt x="2273922" y="198234"/>
                </a:lnTo>
                <a:lnTo>
                  <a:pt x="2285669" y="184315"/>
                </a:lnTo>
                <a:lnTo>
                  <a:pt x="2296845" y="170141"/>
                </a:lnTo>
                <a:lnTo>
                  <a:pt x="2307425" y="155549"/>
                </a:lnTo>
                <a:lnTo>
                  <a:pt x="2307475" y="355663"/>
                </a:lnTo>
                <a:lnTo>
                  <a:pt x="2311425" y="382511"/>
                </a:lnTo>
                <a:lnTo>
                  <a:pt x="2323427" y="402094"/>
                </a:lnTo>
                <a:lnTo>
                  <a:pt x="2343429" y="413969"/>
                </a:lnTo>
                <a:lnTo>
                  <a:pt x="2371445" y="417957"/>
                </a:lnTo>
                <a:lnTo>
                  <a:pt x="2591092" y="417957"/>
                </a:lnTo>
                <a:lnTo>
                  <a:pt x="2619679" y="414820"/>
                </a:lnTo>
                <a:lnTo>
                  <a:pt x="2641574" y="405523"/>
                </a:lnTo>
                <a:lnTo>
                  <a:pt x="2656878" y="390232"/>
                </a:lnTo>
                <a:lnTo>
                  <a:pt x="2659354" y="384340"/>
                </a:lnTo>
                <a:lnTo>
                  <a:pt x="2665768" y="369100"/>
                </a:lnTo>
                <a:lnTo>
                  <a:pt x="2668955" y="355663"/>
                </a:lnTo>
                <a:lnTo>
                  <a:pt x="2671635" y="341668"/>
                </a:lnTo>
                <a:lnTo>
                  <a:pt x="2677960" y="305092"/>
                </a:lnTo>
                <a:close/>
              </a:path>
              <a:path w="3573779" h="436245">
                <a:moveTo>
                  <a:pt x="2938754" y="134200"/>
                </a:moveTo>
                <a:lnTo>
                  <a:pt x="2926677" y="120777"/>
                </a:lnTo>
                <a:lnTo>
                  <a:pt x="2915323" y="107911"/>
                </a:lnTo>
                <a:lnTo>
                  <a:pt x="2904248" y="95592"/>
                </a:lnTo>
                <a:lnTo>
                  <a:pt x="2893034" y="83820"/>
                </a:lnTo>
                <a:lnTo>
                  <a:pt x="2868650" y="102196"/>
                </a:lnTo>
                <a:lnTo>
                  <a:pt x="2880664" y="115658"/>
                </a:lnTo>
                <a:lnTo>
                  <a:pt x="2891701" y="128676"/>
                </a:lnTo>
                <a:lnTo>
                  <a:pt x="2901861" y="141427"/>
                </a:lnTo>
                <a:lnTo>
                  <a:pt x="2911322" y="154012"/>
                </a:lnTo>
                <a:lnTo>
                  <a:pt x="2938754" y="134200"/>
                </a:lnTo>
                <a:close/>
              </a:path>
              <a:path w="3573779" h="436245">
                <a:moveTo>
                  <a:pt x="3031807" y="160108"/>
                </a:moveTo>
                <a:lnTo>
                  <a:pt x="2767965" y="160108"/>
                </a:lnTo>
                <a:lnTo>
                  <a:pt x="2767965" y="189064"/>
                </a:lnTo>
                <a:lnTo>
                  <a:pt x="2989135" y="189064"/>
                </a:lnTo>
                <a:lnTo>
                  <a:pt x="2976245" y="202552"/>
                </a:lnTo>
                <a:lnTo>
                  <a:pt x="2962948" y="215442"/>
                </a:lnTo>
                <a:lnTo>
                  <a:pt x="2949397" y="227736"/>
                </a:lnTo>
                <a:lnTo>
                  <a:pt x="2935706" y="239458"/>
                </a:lnTo>
                <a:lnTo>
                  <a:pt x="2943415" y="244055"/>
                </a:lnTo>
                <a:lnTo>
                  <a:pt x="2950565" y="248793"/>
                </a:lnTo>
                <a:lnTo>
                  <a:pt x="2957131" y="253822"/>
                </a:lnTo>
                <a:lnTo>
                  <a:pt x="2963138" y="259270"/>
                </a:lnTo>
                <a:lnTo>
                  <a:pt x="2982899" y="241249"/>
                </a:lnTo>
                <a:lnTo>
                  <a:pt x="3000933" y="223634"/>
                </a:lnTo>
                <a:lnTo>
                  <a:pt x="3017228" y="206298"/>
                </a:lnTo>
                <a:lnTo>
                  <a:pt x="3031807" y="189064"/>
                </a:lnTo>
                <a:lnTo>
                  <a:pt x="3031807" y="160108"/>
                </a:lnTo>
                <a:close/>
              </a:path>
              <a:path w="3573779" h="436245">
                <a:moveTo>
                  <a:pt x="3065335" y="263842"/>
                </a:moveTo>
                <a:lnTo>
                  <a:pt x="3031807" y="263842"/>
                </a:lnTo>
                <a:lnTo>
                  <a:pt x="3031807" y="294322"/>
                </a:lnTo>
                <a:lnTo>
                  <a:pt x="3031807" y="375196"/>
                </a:lnTo>
                <a:lnTo>
                  <a:pt x="2786253" y="375196"/>
                </a:lnTo>
                <a:lnTo>
                  <a:pt x="2786253" y="294322"/>
                </a:lnTo>
                <a:lnTo>
                  <a:pt x="3031807" y="294322"/>
                </a:lnTo>
                <a:lnTo>
                  <a:pt x="3031807" y="263842"/>
                </a:lnTo>
                <a:lnTo>
                  <a:pt x="2752725" y="263842"/>
                </a:lnTo>
                <a:lnTo>
                  <a:pt x="2752725" y="431673"/>
                </a:lnTo>
                <a:lnTo>
                  <a:pt x="2786253" y="431673"/>
                </a:lnTo>
                <a:lnTo>
                  <a:pt x="2786253" y="407289"/>
                </a:lnTo>
                <a:lnTo>
                  <a:pt x="3031807" y="407289"/>
                </a:lnTo>
                <a:lnTo>
                  <a:pt x="3031807" y="431673"/>
                </a:lnTo>
                <a:lnTo>
                  <a:pt x="3065335" y="431673"/>
                </a:lnTo>
                <a:lnTo>
                  <a:pt x="3065335" y="407289"/>
                </a:lnTo>
                <a:lnTo>
                  <a:pt x="3065335" y="375196"/>
                </a:lnTo>
                <a:lnTo>
                  <a:pt x="3065335" y="294322"/>
                </a:lnTo>
                <a:lnTo>
                  <a:pt x="3065335" y="263842"/>
                </a:lnTo>
                <a:close/>
              </a:path>
              <a:path w="3573779" h="436245">
                <a:moveTo>
                  <a:pt x="3126397" y="144868"/>
                </a:moveTo>
                <a:lnTo>
                  <a:pt x="3078988" y="124942"/>
                </a:lnTo>
                <a:lnTo>
                  <a:pt x="3035693" y="101777"/>
                </a:lnTo>
                <a:lnTo>
                  <a:pt x="2996577" y="75463"/>
                </a:lnTo>
                <a:lnTo>
                  <a:pt x="2961703" y="46088"/>
                </a:lnTo>
                <a:lnTo>
                  <a:pt x="2951289" y="35052"/>
                </a:lnTo>
                <a:lnTo>
                  <a:pt x="2931134" y="13716"/>
                </a:lnTo>
                <a:lnTo>
                  <a:pt x="2941802" y="3048"/>
                </a:lnTo>
                <a:lnTo>
                  <a:pt x="2893034" y="3048"/>
                </a:lnTo>
                <a:lnTo>
                  <a:pt x="2859354" y="39243"/>
                </a:lnTo>
                <a:lnTo>
                  <a:pt x="2822295" y="72745"/>
                </a:lnTo>
                <a:lnTo>
                  <a:pt x="2781795" y="103403"/>
                </a:lnTo>
                <a:lnTo>
                  <a:pt x="2737764" y="131051"/>
                </a:lnTo>
                <a:lnTo>
                  <a:pt x="2690139" y="155536"/>
                </a:lnTo>
                <a:lnTo>
                  <a:pt x="2695651" y="162661"/>
                </a:lnTo>
                <a:lnTo>
                  <a:pt x="2700705" y="170205"/>
                </a:lnTo>
                <a:lnTo>
                  <a:pt x="2705455" y="178041"/>
                </a:lnTo>
                <a:lnTo>
                  <a:pt x="2710053" y="186016"/>
                </a:lnTo>
                <a:lnTo>
                  <a:pt x="2755989" y="160959"/>
                </a:lnTo>
                <a:lnTo>
                  <a:pt x="2798800" y="133324"/>
                </a:lnTo>
                <a:lnTo>
                  <a:pt x="2838602" y="103111"/>
                </a:lnTo>
                <a:lnTo>
                  <a:pt x="2875559" y="70358"/>
                </a:lnTo>
                <a:lnTo>
                  <a:pt x="2909798" y="35052"/>
                </a:lnTo>
                <a:lnTo>
                  <a:pt x="2937243" y="67805"/>
                </a:lnTo>
                <a:lnTo>
                  <a:pt x="2970276" y="98463"/>
                </a:lnTo>
                <a:lnTo>
                  <a:pt x="3008934" y="127063"/>
                </a:lnTo>
                <a:lnTo>
                  <a:pt x="3053308" y="153695"/>
                </a:lnTo>
                <a:lnTo>
                  <a:pt x="3103435" y="178396"/>
                </a:lnTo>
                <a:lnTo>
                  <a:pt x="3113773" y="162775"/>
                </a:lnTo>
                <a:lnTo>
                  <a:pt x="3119767" y="154012"/>
                </a:lnTo>
                <a:lnTo>
                  <a:pt x="3126397" y="144868"/>
                </a:lnTo>
                <a:close/>
              </a:path>
              <a:path w="3573779" h="436245">
                <a:moveTo>
                  <a:pt x="3573208" y="366052"/>
                </a:moveTo>
                <a:lnTo>
                  <a:pt x="3432911" y="366052"/>
                </a:lnTo>
                <a:lnTo>
                  <a:pt x="3432911" y="234886"/>
                </a:lnTo>
                <a:lnTo>
                  <a:pt x="3548824" y="234886"/>
                </a:lnTo>
                <a:lnTo>
                  <a:pt x="3548824" y="202882"/>
                </a:lnTo>
                <a:lnTo>
                  <a:pt x="3432911" y="202882"/>
                </a:lnTo>
                <a:lnTo>
                  <a:pt x="3432911" y="115925"/>
                </a:lnTo>
                <a:lnTo>
                  <a:pt x="3396335" y="115925"/>
                </a:lnTo>
                <a:lnTo>
                  <a:pt x="3396335" y="202882"/>
                </a:lnTo>
                <a:lnTo>
                  <a:pt x="3281934" y="202882"/>
                </a:lnTo>
                <a:lnTo>
                  <a:pt x="3281934" y="234886"/>
                </a:lnTo>
                <a:lnTo>
                  <a:pt x="3396335" y="234886"/>
                </a:lnTo>
                <a:lnTo>
                  <a:pt x="3396335" y="366052"/>
                </a:lnTo>
                <a:lnTo>
                  <a:pt x="3259074" y="366052"/>
                </a:lnTo>
                <a:lnTo>
                  <a:pt x="3259074" y="396532"/>
                </a:lnTo>
                <a:lnTo>
                  <a:pt x="3573208" y="396532"/>
                </a:lnTo>
                <a:lnTo>
                  <a:pt x="3573208" y="366052"/>
                </a:lnTo>
                <a:close/>
              </a:path>
              <a:path w="3573779" h="436245">
                <a:moveTo>
                  <a:pt x="3573208" y="54864"/>
                </a:moveTo>
                <a:lnTo>
                  <a:pt x="3318510" y="54864"/>
                </a:lnTo>
                <a:lnTo>
                  <a:pt x="3323056" y="43434"/>
                </a:lnTo>
                <a:lnTo>
                  <a:pt x="3327463" y="32004"/>
                </a:lnTo>
                <a:lnTo>
                  <a:pt x="3331578" y="20574"/>
                </a:lnTo>
                <a:lnTo>
                  <a:pt x="3335274" y="9144"/>
                </a:lnTo>
                <a:lnTo>
                  <a:pt x="3298698" y="0"/>
                </a:lnTo>
                <a:lnTo>
                  <a:pt x="3294100" y="13716"/>
                </a:lnTo>
                <a:lnTo>
                  <a:pt x="3289363" y="27432"/>
                </a:lnTo>
                <a:lnTo>
                  <a:pt x="3284334" y="41148"/>
                </a:lnTo>
                <a:lnTo>
                  <a:pt x="3278886" y="54864"/>
                </a:lnTo>
                <a:lnTo>
                  <a:pt x="3150781" y="54864"/>
                </a:lnTo>
                <a:lnTo>
                  <a:pt x="3150781" y="86868"/>
                </a:lnTo>
                <a:lnTo>
                  <a:pt x="3265170" y="86868"/>
                </a:lnTo>
                <a:lnTo>
                  <a:pt x="3239998" y="135204"/>
                </a:lnTo>
                <a:lnTo>
                  <a:pt x="3210407" y="181673"/>
                </a:lnTo>
                <a:lnTo>
                  <a:pt x="3176562" y="226136"/>
                </a:lnTo>
                <a:lnTo>
                  <a:pt x="3138576" y="268414"/>
                </a:lnTo>
                <a:lnTo>
                  <a:pt x="3144278" y="276415"/>
                </a:lnTo>
                <a:lnTo>
                  <a:pt x="3149816" y="284416"/>
                </a:lnTo>
                <a:lnTo>
                  <a:pt x="3155086" y="292417"/>
                </a:lnTo>
                <a:lnTo>
                  <a:pt x="3159925" y="300418"/>
                </a:lnTo>
                <a:lnTo>
                  <a:pt x="3172498" y="286677"/>
                </a:lnTo>
                <a:lnTo>
                  <a:pt x="3185071" y="272796"/>
                </a:lnTo>
                <a:lnTo>
                  <a:pt x="3197644" y="258622"/>
                </a:lnTo>
                <a:lnTo>
                  <a:pt x="3210217" y="244030"/>
                </a:lnTo>
                <a:lnTo>
                  <a:pt x="3210217" y="428625"/>
                </a:lnTo>
                <a:lnTo>
                  <a:pt x="3243745" y="428625"/>
                </a:lnTo>
                <a:lnTo>
                  <a:pt x="3243745" y="244030"/>
                </a:lnTo>
                <a:lnTo>
                  <a:pt x="3243745" y="196697"/>
                </a:lnTo>
                <a:lnTo>
                  <a:pt x="3260610" y="170116"/>
                </a:lnTo>
                <a:lnTo>
                  <a:pt x="3276587" y="142963"/>
                </a:lnTo>
                <a:lnTo>
                  <a:pt x="3291408" y="115214"/>
                </a:lnTo>
                <a:lnTo>
                  <a:pt x="3304794" y="86868"/>
                </a:lnTo>
                <a:lnTo>
                  <a:pt x="3573208" y="86868"/>
                </a:lnTo>
                <a:lnTo>
                  <a:pt x="3573208" y="548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2994" y="3195732"/>
            <a:ext cx="140303" cy="105251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5859017" y="3188112"/>
            <a:ext cx="863600" cy="424180"/>
            <a:chOff x="5859017" y="3188112"/>
            <a:chExt cx="863600" cy="424180"/>
          </a:xfrm>
        </p:grpSpPr>
        <p:sp>
          <p:nvSpPr>
            <p:cNvPr id="22" name="object 22" descr=""/>
            <p:cNvSpPr/>
            <p:nvPr/>
          </p:nvSpPr>
          <p:spPr>
            <a:xfrm>
              <a:off x="5859005" y="3226218"/>
              <a:ext cx="232410" cy="386080"/>
            </a:xfrm>
            <a:custGeom>
              <a:avLst/>
              <a:gdLst/>
              <a:ahLst/>
              <a:cxnLst/>
              <a:rect l="l" t="t" r="r" b="b"/>
              <a:pathLst>
                <a:path w="232410" h="386079">
                  <a:moveTo>
                    <a:pt x="102209" y="0"/>
                  </a:moveTo>
                  <a:lnTo>
                    <a:pt x="73088" y="4292"/>
                  </a:lnTo>
                  <a:lnTo>
                    <a:pt x="52108" y="17157"/>
                  </a:lnTo>
                  <a:lnTo>
                    <a:pt x="39420" y="38620"/>
                  </a:lnTo>
                  <a:lnTo>
                    <a:pt x="35153" y="68668"/>
                  </a:lnTo>
                  <a:lnTo>
                    <a:pt x="35153" y="132676"/>
                  </a:lnTo>
                  <a:lnTo>
                    <a:pt x="32880" y="152768"/>
                  </a:lnTo>
                  <a:lnTo>
                    <a:pt x="26149" y="167246"/>
                  </a:lnTo>
                  <a:lnTo>
                    <a:pt x="15138" y="176288"/>
                  </a:lnTo>
                  <a:lnTo>
                    <a:pt x="0" y="180022"/>
                  </a:lnTo>
                  <a:lnTo>
                    <a:pt x="0" y="205930"/>
                  </a:lnTo>
                  <a:lnTo>
                    <a:pt x="15138" y="209651"/>
                  </a:lnTo>
                  <a:lnTo>
                    <a:pt x="26149" y="218516"/>
                  </a:lnTo>
                  <a:lnTo>
                    <a:pt x="32880" y="232549"/>
                  </a:lnTo>
                  <a:lnTo>
                    <a:pt x="35153" y="251739"/>
                  </a:lnTo>
                  <a:lnTo>
                    <a:pt x="35153" y="317271"/>
                  </a:lnTo>
                  <a:lnTo>
                    <a:pt x="39420" y="346481"/>
                  </a:lnTo>
                  <a:lnTo>
                    <a:pt x="52108" y="367652"/>
                  </a:lnTo>
                  <a:lnTo>
                    <a:pt x="73088" y="380809"/>
                  </a:lnTo>
                  <a:lnTo>
                    <a:pt x="102209" y="385953"/>
                  </a:lnTo>
                  <a:lnTo>
                    <a:pt x="102209" y="358521"/>
                  </a:lnTo>
                  <a:lnTo>
                    <a:pt x="93637" y="357073"/>
                  </a:lnTo>
                  <a:lnTo>
                    <a:pt x="86207" y="354901"/>
                  </a:lnTo>
                  <a:lnTo>
                    <a:pt x="67157" y="312699"/>
                  </a:lnTo>
                  <a:lnTo>
                    <a:pt x="67157" y="248691"/>
                  </a:lnTo>
                  <a:lnTo>
                    <a:pt x="65151" y="228041"/>
                  </a:lnTo>
                  <a:lnTo>
                    <a:pt x="59156" y="211848"/>
                  </a:lnTo>
                  <a:lnTo>
                    <a:pt x="49149" y="199948"/>
                  </a:lnTo>
                  <a:lnTo>
                    <a:pt x="35153" y="192214"/>
                  </a:lnTo>
                  <a:lnTo>
                    <a:pt x="49149" y="184480"/>
                  </a:lnTo>
                  <a:lnTo>
                    <a:pt x="59156" y="172580"/>
                  </a:lnTo>
                  <a:lnTo>
                    <a:pt x="65151" y="156387"/>
                  </a:lnTo>
                  <a:lnTo>
                    <a:pt x="67157" y="135724"/>
                  </a:lnTo>
                  <a:lnTo>
                    <a:pt x="67157" y="71716"/>
                  </a:lnTo>
                  <a:lnTo>
                    <a:pt x="69418" y="52806"/>
                  </a:lnTo>
                  <a:lnTo>
                    <a:pt x="76111" y="39293"/>
                  </a:lnTo>
                  <a:lnTo>
                    <a:pt x="87083" y="30924"/>
                  </a:lnTo>
                  <a:lnTo>
                    <a:pt x="102209" y="27432"/>
                  </a:lnTo>
                  <a:lnTo>
                    <a:pt x="102209" y="0"/>
                  </a:lnTo>
                  <a:close/>
                </a:path>
                <a:path w="232410" h="386079">
                  <a:moveTo>
                    <a:pt x="231851" y="180022"/>
                  </a:moveTo>
                  <a:lnTo>
                    <a:pt x="216966" y="176288"/>
                  </a:lnTo>
                  <a:lnTo>
                    <a:pt x="206502" y="167246"/>
                  </a:lnTo>
                  <a:lnTo>
                    <a:pt x="200342" y="152768"/>
                  </a:lnTo>
                  <a:lnTo>
                    <a:pt x="198310" y="132676"/>
                  </a:lnTo>
                  <a:lnTo>
                    <a:pt x="198310" y="68668"/>
                  </a:lnTo>
                  <a:lnTo>
                    <a:pt x="194056" y="38620"/>
                  </a:lnTo>
                  <a:lnTo>
                    <a:pt x="181356" y="17157"/>
                  </a:lnTo>
                  <a:lnTo>
                    <a:pt x="160337" y="4292"/>
                  </a:lnTo>
                  <a:lnTo>
                    <a:pt x="131165" y="0"/>
                  </a:lnTo>
                  <a:lnTo>
                    <a:pt x="131165" y="27432"/>
                  </a:lnTo>
                  <a:lnTo>
                    <a:pt x="146291" y="30924"/>
                  </a:lnTo>
                  <a:lnTo>
                    <a:pt x="157264" y="39293"/>
                  </a:lnTo>
                  <a:lnTo>
                    <a:pt x="163957" y="52806"/>
                  </a:lnTo>
                  <a:lnTo>
                    <a:pt x="166217" y="71716"/>
                  </a:lnTo>
                  <a:lnTo>
                    <a:pt x="166217" y="135724"/>
                  </a:lnTo>
                  <a:lnTo>
                    <a:pt x="168236" y="156387"/>
                  </a:lnTo>
                  <a:lnTo>
                    <a:pt x="174269" y="172580"/>
                  </a:lnTo>
                  <a:lnTo>
                    <a:pt x="184302" y="184480"/>
                  </a:lnTo>
                  <a:lnTo>
                    <a:pt x="198310" y="192214"/>
                  </a:lnTo>
                  <a:lnTo>
                    <a:pt x="184302" y="199948"/>
                  </a:lnTo>
                  <a:lnTo>
                    <a:pt x="174269" y="211848"/>
                  </a:lnTo>
                  <a:lnTo>
                    <a:pt x="168236" y="228041"/>
                  </a:lnTo>
                  <a:lnTo>
                    <a:pt x="166217" y="248704"/>
                  </a:lnTo>
                  <a:lnTo>
                    <a:pt x="166217" y="312712"/>
                  </a:lnTo>
                  <a:lnTo>
                    <a:pt x="165646" y="323519"/>
                  </a:lnTo>
                  <a:lnTo>
                    <a:pt x="139712" y="357047"/>
                  </a:lnTo>
                  <a:lnTo>
                    <a:pt x="131165" y="358521"/>
                  </a:lnTo>
                  <a:lnTo>
                    <a:pt x="131165" y="385953"/>
                  </a:lnTo>
                  <a:lnTo>
                    <a:pt x="160337" y="380809"/>
                  </a:lnTo>
                  <a:lnTo>
                    <a:pt x="181356" y="367652"/>
                  </a:lnTo>
                  <a:lnTo>
                    <a:pt x="194056" y="346481"/>
                  </a:lnTo>
                  <a:lnTo>
                    <a:pt x="198310" y="317284"/>
                  </a:lnTo>
                  <a:lnTo>
                    <a:pt x="198310" y="251752"/>
                  </a:lnTo>
                  <a:lnTo>
                    <a:pt x="200342" y="232549"/>
                  </a:lnTo>
                  <a:lnTo>
                    <a:pt x="206502" y="218516"/>
                  </a:lnTo>
                  <a:lnTo>
                    <a:pt x="216966" y="209651"/>
                  </a:lnTo>
                  <a:lnTo>
                    <a:pt x="231851" y="205930"/>
                  </a:lnTo>
                  <a:lnTo>
                    <a:pt x="231851" y="18002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5052" y="3220116"/>
              <a:ext cx="122015" cy="99155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287547" y="3188112"/>
              <a:ext cx="434975" cy="401320"/>
            </a:xfrm>
            <a:custGeom>
              <a:avLst/>
              <a:gdLst/>
              <a:ahLst/>
              <a:cxnLst/>
              <a:rect l="l" t="t" r="r" b="b"/>
              <a:pathLst>
                <a:path w="434975" h="401320">
                  <a:moveTo>
                    <a:pt x="102203" y="146399"/>
                  </a:moveTo>
                  <a:lnTo>
                    <a:pt x="67151" y="146399"/>
                  </a:lnTo>
                  <a:lnTo>
                    <a:pt x="67151" y="0"/>
                  </a:lnTo>
                  <a:lnTo>
                    <a:pt x="364521" y="0"/>
                  </a:lnTo>
                  <a:lnTo>
                    <a:pt x="364521" y="30480"/>
                  </a:lnTo>
                  <a:lnTo>
                    <a:pt x="102203" y="30480"/>
                  </a:lnTo>
                  <a:lnTo>
                    <a:pt x="102203" y="94583"/>
                  </a:lnTo>
                  <a:lnTo>
                    <a:pt x="364521" y="94583"/>
                  </a:lnTo>
                  <a:lnTo>
                    <a:pt x="364521" y="126587"/>
                  </a:lnTo>
                  <a:lnTo>
                    <a:pt x="102203" y="126587"/>
                  </a:lnTo>
                  <a:lnTo>
                    <a:pt x="102203" y="146399"/>
                  </a:lnTo>
                  <a:close/>
                </a:path>
                <a:path w="434975" h="401320">
                  <a:moveTo>
                    <a:pt x="364521" y="94583"/>
                  </a:moveTo>
                  <a:lnTo>
                    <a:pt x="330993" y="94583"/>
                  </a:lnTo>
                  <a:lnTo>
                    <a:pt x="330993" y="30480"/>
                  </a:lnTo>
                  <a:lnTo>
                    <a:pt x="364521" y="30480"/>
                  </a:lnTo>
                  <a:lnTo>
                    <a:pt x="364521" y="94583"/>
                  </a:lnTo>
                  <a:close/>
                </a:path>
                <a:path w="434975" h="401320">
                  <a:moveTo>
                    <a:pt x="364521" y="144875"/>
                  </a:moveTo>
                  <a:lnTo>
                    <a:pt x="330993" y="144875"/>
                  </a:lnTo>
                  <a:lnTo>
                    <a:pt x="330993" y="126587"/>
                  </a:lnTo>
                  <a:lnTo>
                    <a:pt x="364521" y="126587"/>
                  </a:lnTo>
                  <a:lnTo>
                    <a:pt x="364521" y="144875"/>
                  </a:lnTo>
                  <a:close/>
                </a:path>
                <a:path w="434975" h="401320">
                  <a:moveTo>
                    <a:pt x="434625" y="201358"/>
                  </a:moveTo>
                  <a:lnTo>
                    <a:pt x="0" y="201358"/>
                  </a:lnTo>
                  <a:lnTo>
                    <a:pt x="0" y="169259"/>
                  </a:lnTo>
                  <a:lnTo>
                    <a:pt x="434625" y="169259"/>
                  </a:lnTo>
                  <a:lnTo>
                    <a:pt x="434625" y="201358"/>
                  </a:lnTo>
                  <a:close/>
                </a:path>
                <a:path w="434975" h="401320">
                  <a:moveTo>
                    <a:pt x="350324" y="367569"/>
                  </a:moveTo>
                  <a:lnTo>
                    <a:pt x="276034" y="367569"/>
                  </a:lnTo>
                  <a:lnTo>
                    <a:pt x="296639" y="364759"/>
                  </a:lnTo>
                  <a:lnTo>
                    <a:pt x="312503" y="356520"/>
                  </a:lnTo>
                  <a:lnTo>
                    <a:pt x="323491" y="343138"/>
                  </a:lnTo>
                  <a:lnTo>
                    <a:pt x="329469" y="324897"/>
                  </a:lnTo>
                  <a:lnTo>
                    <a:pt x="331946" y="304121"/>
                  </a:lnTo>
                  <a:lnTo>
                    <a:pt x="333541" y="291639"/>
                  </a:lnTo>
                  <a:lnTo>
                    <a:pt x="335565" y="277558"/>
                  </a:lnTo>
                  <a:lnTo>
                    <a:pt x="76295" y="277558"/>
                  </a:lnTo>
                  <a:lnTo>
                    <a:pt x="76295" y="247078"/>
                  </a:lnTo>
                  <a:lnTo>
                    <a:pt x="94583" y="201358"/>
                  </a:lnTo>
                  <a:lnTo>
                    <a:pt x="131159" y="201358"/>
                  </a:lnTo>
                  <a:lnTo>
                    <a:pt x="112871" y="247078"/>
                  </a:lnTo>
                  <a:lnTo>
                    <a:pt x="373665" y="247078"/>
                  </a:lnTo>
                  <a:lnTo>
                    <a:pt x="369093" y="292846"/>
                  </a:lnTo>
                  <a:lnTo>
                    <a:pt x="355090" y="361250"/>
                  </a:lnTo>
                  <a:lnTo>
                    <a:pt x="350324" y="367569"/>
                  </a:lnTo>
                  <a:close/>
                </a:path>
                <a:path w="434975" h="401320">
                  <a:moveTo>
                    <a:pt x="282130" y="401193"/>
                  </a:moveTo>
                  <a:lnTo>
                    <a:pt x="229743" y="401002"/>
                  </a:lnTo>
                  <a:lnTo>
                    <a:pt x="202191" y="400550"/>
                  </a:lnTo>
                  <a:lnTo>
                    <a:pt x="173926" y="399669"/>
                  </a:lnTo>
                  <a:lnTo>
                    <a:pt x="172521" y="391986"/>
                  </a:lnTo>
                  <a:lnTo>
                    <a:pt x="170688" y="382857"/>
                  </a:lnTo>
                  <a:lnTo>
                    <a:pt x="166306" y="361473"/>
                  </a:lnTo>
                  <a:lnTo>
                    <a:pt x="224599" y="365664"/>
                  </a:lnTo>
                  <a:lnTo>
                    <a:pt x="251174" y="367045"/>
                  </a:lnTo>
                  <a:lnTo>
                    <a:pt x="276034" y="367569"/>
                  </a:lnTo>
                  <a:lnTo>
                    <a:pt x="350324" y="367569"/>
                  </a:lnTo>
                  <a:lnTo>
                    <a:pt x="338220" y="383619"/>
                  </a:lnTo>
                  <a:lnTo>
                    <a:pt x="313903" y="396844"/>
                  </a:lnTo>
                  <a:lnTo>
                    <a:pt x="282130" y="401193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6763410" y="3166783"/>
            <a:ext cx="377190" cy="434975"/>
          </a:xfrm>
          <a:custGeom>
            <a:avLst/>
            <a:gdLst/>
            <a:ahLst/>
            <a:cxnLst/>
            <a:rect l="l" t="t" r="r" b="b"/>
            <a:pathLst>
              <a:path w="377190" h="434975">
                <a:moveTo>
                  <a:pt x="205841" y="271462"/>
                </a:moveTo>
                <a:lnTo>
                  <a:pt x="169265" y="271462"/>
                </a:lnTo>
                <a:lnTo>
                  <a:pt x="169265" y="434721"/>
                </a:lnTo>
                <a:lnTo>
                  <a:pt x="205841" y="434721"/>
                </a:lnTo>
                <a:lnTo>
                  <a:pt x="205841" y="271462"/>
                </a:lnTo>
                <a:close/>
              </a:path>
              <a:path w="377190" h="434975">
                <a:moveTo>
                  <a:pt x="376720" y="271462"/>
                </a:moveTo>
                <a:lnTo>
                  <a:pt x="341566" y="271462"/>
                </a:lnTo>
                <a:lnTo>
                  <a:pt x="341566" y="294322"/>
                </a:lnTo>
                <a:lnTo>
                  <a:pt x="376720" y="294322"/>
                </a:lnTo>
                <a:lnTo>
                  <a:pt x="376720" y="271462"/>
                </a:lnTo>
                <a:close/>
              </a:path>
              <a:path w="377190" h="434975">
                <a:moveTo>
                  <a:pt x="376720" y="94488"/>
                </a:moveTo>
                <a:lnTo>
                  <a:pt x="205841" y="94488"/>
                </a:lnTo>
                <a:lnTo>
                  <a:pt x="205841" y="0"/>
                </a:lnTo>
                <a:lnTo>
                  <a:pt x="169265" y="0"/>
                </a:lnTo>
                <a:lnTo>
                  <a:pt x="169265" y="94488"/>
                </a:lnTo>
                <a:lnTo>
                  <a:pt x="0" y="94488"/>
                </a:lnTo>
                <a:lnTo>
                  <a:pt x="0" y="127508"/>
                </a:lnTo>
                <a:lnTo>
                  <a:pt x="0" y="239268"/>
                </a:lnTo>
                <a:lnTo>
                  <a:pt x="0" y="271018"/>
                </a:lnTo>
                <a:lnTo>
                  <a:pt x="0" y="293878"/>
                </a:lnTo>
                <a:lnTo>
                  <a:pt x="36576" y="293878"/>
                </a:lnTo>
                <a:lnTo>
                  <a:pt x="36576" y="271018"/>
                </a:lnTo>
                <a:lnTo>
                  <a:pt x="376720" y="271018"/>
                </a:lnTo>
                <a:lnTo>
                  <a:pt x="376720" y="239458"/>
                </a:lnTo>
                <a:lnTo>
                  <a:pt x="376720" y="239268"/>
                </a:lnTo>
                <a:lnTo>
                  <a:pt x="376720" y="128117"/>
                </a:lnTo>
                <a:lnTo>
                  <a:pt x="341566" y="128117"/>
                </a:lnTo>
                <a:lnTo>
                  <a:pt x="341566" y="239268"/>
                </a:lnTo>
                <a:lnTo>
                  <a:pt x="205841" y="239268"/>
                </a:lnTo>
                <a:lnTo>
                  <a:pt x="205841" y="128117"/>
                </a:lnTo>
                <a:lnTo>
                  <a:pt x="169265" y="128117"/>
                </a:lnTo>
                <a:lnTo>
                  <a:pt x="169265" y="239268"/>
                </a:lnTo>
                <a:lnTo>
                  <a:pt x="36576" y="239268"/>
                </a:lnTo>
                <a:lnTo>
                  <a:pt x="36576" y="127508"/>
                </a:lnTo>
                <a:lnTo>
                  <a:pt x="376720" y="127508"/>
                </a:lnTo>
                <a:lnTo>
                  <a:pt x="376720" y="944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4138" y="3479482"/>
            <a:ext cx="109823" cy="11134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28" y="3985926"/>
            <a:ext cx="109823" cy="109823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1332738" y="3871436"/>
            <a:ext cx="193675" cy="314325"/>
          </a:xfrm>
          <a:custGeom>
            <a:avLst/>
            <a:gdLst/>
            <a:ahLst/>
            <a:cxnLst/>
            <a:rect l="l" t="t" r="r" b="b"/>
            <a:pathLst>
              <a:path w="193675" h="314325">
                <a:moveTo>
                  <a:pt x="9144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9916" y="0"/>
                </a:lnTo>
                <a:lnTo>
                  <a:pt x="109361" y="1168"/>
                </a:lnTo>
                <a:lnTo>
                  <a:pt x="154019" y="19907"/>
                </a:lnTo>
                <a:lnTo>
                  <a:pt x="166670" y="33623"/>
                </a:lnTo>
                <a:lnTo>
                  <a:pt x="38100" y="33623"/>
                </a:lnTo>
                <a:lnTo>
                  <a:pt x="38100" y="134302"/>
                </a:lnTo>
                <a:lnTo>
                  <a:pt x="147930" y="134302"/>
                </a:lnTo>
                <a:lnTo>
                  <a:pt x="146970" y="135064"/>
                </a:lnTo>
                <a:lnTo>
                  <a:pt x="136183" y="141351"/>
                </a:lnTo>
                <a:lnTo>
                  <a:pt x="123539" y="146494"/>
                </a:lnTo>
                <a:lnTo>
                  <a:pt x="123539" y="148018"/>
                </a:lnTo>
                <a:lnTo>
                  <a:pt x="138707" y="150304"/>
                </a:lnTo>
                <a:lnTo>
                  <a:pt x="152304" y="154876"/>
                </a:lnTo>
                <a:lnTo>
                  <a:pt x="164472" y="161734"/>
                </a:lnTo>
                <a:lnTo>
                  <a:pt x="171727" y="167830"/>
                </a:lnTo>
                <a:lnTo>
                  <a:pt x="38100" y="167830"/>
                </a:lnTo>
                <a:lnTo>
                  <a:pt x="38100" y="280701"/>
                </a:lnTo>
                <a:lnTo>
                  <a:pt x="173305" y="280701"/>
                </a:lnTo>
                <a:lnTo>
                  <a:pt x="164687" y="289845"/>
                </a:lnTo>
                <a:lnTo>
                  <a:pt x="149813" y="300728"/>
                </a:lnTo>
                <a:lnTo>
                  <a:pt x="132635" y="308324"/>
                </a:lnTo>
                <a:lnTo>
                  <a:pt x="113171" y="312777"/>
                </a:lnTo>
                <a:lnTo>
                  <a:pt x="91440" y="314229"/>
                </a:lnTo>
                <a:close/>
              </a:path>
              <a:path w="193675" h="314325">
                <a:moveTo>
                  <a:pt x="147930" y="134302"/>
                </a:moveTo>
                <a:lnTo>
                  <a:pt x="74676" y="134302"/>
                </a:lnTo>
                <a:lnTo>
                  <a:pt x="88915" y="133445"/>
                </a:lnTo>
                <a:lnTo>
                  <a:pt x="101727" y="130873"/>
                </a:lnTo>
                <a:lnTo>
                  <a:pt x="135719" y="102215"/>
                </a:lnTo>
                <a:lnTo>
                  <a:pt x="140303" y="79343"/>
                </a:lnTo>
                <a:lnTo>
                  <a:pt x="136549" y="59340"/>
                </a:lnTo>
                <a:lnTo>
                  <a:pt x="125206" y="45053"/>
                </a:lnTo>
                <a:lnTo>
                  <a:pt x="106147" y="36480"/>
                </a:lnTo>
                <a:lnTo>
                  <a:pt x="79248" y="33623"/>
                </a:lnTo>
                <a:lnTo>
                  <a:pt x="166670" y="33623"/>
                </a:lnTo>
                <a:lnTo>
                  <a:pt x="172497" y="42957"/>
                </a:lnTo>
                <a:lnTo>
                  <a:pt x="176950" y="56554"/>
                </a:lnTo>
                <a:lnTo>
                  <a:pt x="178403" y="71723"/>
                </a:lnTo>
                <a:lnTo>
                  <a:pt x="177546" y="84893"/>
                </a:lnTo>
                <a:lnTo>
                  <a:pt x="174974" y="97071"/>
                </a:lnTo>
                <a:lnTo>
                  <a:pt x="170688" y="108410"/>
                </a:lnTo>
                <a:lnTo>
                  <a:pt x="164687" y="119062"/>
                </a:lnTo>
                <a:lnTo>
                  <a:pt x="156329" y="127635"/>
                </a:lnTo>
                <a:lnTo>
                  <a:pt x="147930" y="134302"/>
                </a:lnTo>
                <a:close/>
              </a:path>
              <a:path w="193675" h="314325">
                <a:moveTo>
                  <a:pt x="173305" y="280701"/>
                </a:moveTo>
                <a:lnTo>
                  <a:pt x="86868" y="280701"/>
                </a:lnTo>
                <a:lnTo>
                  <a:pt x="102027" y="279820"/>
                </a:lnTo>
                <a:lnTo>
                  <a:pt x="115490" y="277082"/>
                </a:lnTo>
                <a:lnTo>
                  <a:pt x="150971" y="247173"/>
                </a:lnTo>
                <a:lnTo>
                  <a:pt x="155543" y="224313"/>
                </a:lnTo>
                <a:lnTo>
                  <a:pt x="150707" y="199374"/>
                </a:lnTo>
                <a:lnTo>
                  <a:pt x="136290" y="181748"/>
                </a:lnTo>
                <a:lnTo>
                  <a:pt x="112426" y="171284"/>
                </a:lnTo>
                <a:lnTo>
                  <a:pt x="79248" y="167830"/>
                </a:lnTo>
                <a:lnTo>
                  <a:pt x="171727" y="167830"/>
                </a:lnTo>
                <a:lnTo>
                  <a:pt x="192500" y="208852"/>
                </a:lnTo>
                <a:lnTo>
                  <a:pt x="193643" y="224313"/>
                </a:lnTo>
                <a:lnTo>
                  <a:pt x="191904" y="243125"/>
                </a:lnTo>
                <a:lnTo>
                  <a:pt x="186594" y="260508"/>
                </a:lnTo>
                <a:lnTo>
                  <a:pt x="177569" y="276177"/>
                </a:lnTo>
                <a:lnTo>
                  <a:pt x="173305" y="2807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573625" y="4141470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32099" y="48767"/>
                </a:moveTo>
                <a:lnTo>
                  <a:pt x="24479" y="48767"/>
                </a:lnTo>
                <a:lnTo>
                  <a:pt x="18287" y="48767"/>
                </a:lnTo>
                <a:lnTo>
                  <a:pt x="12191" y="47243"/>
                </a:lnTo>
                <a:lnTo>
                  <a:pt x="7619" y="41147"/>
                </a:lnTo>
                <a:lnTo>
                  <a:pt x="3047" y="36575"/>
                </a:lnTo>
                <a:lnTo>
                  <a:pt x="0" y="30479"/>
                </a:lnTo>
                <a:lnTo>
                  <a:pt x="0" y="18287"/>
                </a:lnTo>
                <a:lnTo>
                  <a:pt x="3047" y="12191"/>
                </a:lnTo>
                <a:lnTo>
                  <a:pt x="7619" y="7619"/>
                </a:lnTo>
                <a:lnTo>
                  <a:pt x="12191" y="1523"/>
                </a:lnTo>
                <a:lnTo>
                  <a:pt x="18287" y="0"/>
                </a:lnTo>
                <a:lnTo>
                  <a:pt x="30575" y="0"/>
                </a:lnTo>
                <a:lnTo>
                  <a:pt x="36671" y="1523"/>
                </a:lnTo>
                <a:lnTo>
                  <a:pt x="41243" y="7619"/>
                </a:lnTo>
                <a:lnTo>
                  <a:pt x="47339" y="12191"/>
                </a:lnTo>
                <a:lnTo>
                  <a:pt x="48863" y="18287"/>
                </a:lnTo>
                <a:lnTo>
                  <a:pt x="48863" y="30479"/>
                </a:lnTo>
                <a:lnTo>
                  <a:pt x="47339" y="36575"/>
                </a:lnTo>
                <a:lnTo>
                  <a:pt x="41243" y="41147"/>
                </a:lnTo>
                <a:lnTo>
                  <a:pt x="36671" y="47243"/>
                </a:lnTo>
                <a:lnTo>
                  <a:pt x="32099" y="487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773453" y="3810482"/>
            <a:ext cx="4000500" cy="438150"/>
          </a:xfrm>
          <a:custGeom>
            <a:avLst/>
            <a:gdLst/>
            <a:ahLst/>
            <a:cxnLst/>
            <a:rect l="l" t="t" r="r" b="b"/>
            <a:pathLst>
              <a:path w="4000500" h="438150">
                <a:moveTo>
                  <a:pt x="413296" y="22860"/>
                </a:moveTo>
                <a:lnTo>
                  <a:pt x="384340" y="22860"/>
                </a:lnTo>
                <a:lnTo>
                  <a:pt x="384340" y="48768"/>
                </a:lnTo>
                <a:lnTo>
                  <a:pt x="384340" y="82384"/>
                </a:lnTo>
                <a:lnTo>
                  <a:pt x="83820" y="82384"/>
                </a:lnTo>
                <a:lnTo>
                  <a:pt x="83820" y="48768"/>
                </a:lnTo>
                <a:lnTo>
                  <a:pt x="384340" y="48768"/>
                </a:lnTo>
                <a:lnTo>
                  <a:pt x="384340" y="22860"/>
                </a:lnTo>
                <a:lnTo>
                  <a:pt x="53340" y="22860"/>
                </a:lnTo>
                <a:lnTo>
                  <a:pt x="53340" y="205930"/>
                </a:lnTo>
                <a:lnTo>
                  <a:pt x="49936" y="270852"/>
                </a:lnTo>
                <a:lnTo>
                  <a:pt x="39814" y="326047"/>
                </a:lnTo>
                <a:lnTo>
                  <a:pt x="23126" y="371513"/>
                </a:lnTo>
                <a:lnTo>
                  <a:pt x="0" y="407289"/>
                </a:lnTo>
                <a:lnTo>
                  <a:pt x="5689" y="414388"/>
                </a:lnTo>
                <a:lnTo>
                  <a:pt x="11239" y="421767"/>
                </a:lnTo>
                <a:lnTo>
                  <a:pt x="16497" y="429145"/>
                </a:lnTo>
                <a:lnTo>
                  <a:pt x="21336" y="436245"/>
                </a:lnTo>
                <a:lnTo>
                  <a:pt x="43637" y="403136"/>
                </a:lnTo>
                <a:lnTo>
                  <a:pt x="61112" y="364147"/>
                </a:lnTo>
                <a:lnTo>
                  <a:pt x="73672" y="319303"/>
                </a:lnTo>
                <a:lnTo>
                  <a:pt x="81267" y="268592"/>
                </a:lnTo>
                <a:lnTo>
                  <a:pt x="83820" y="212026"/>
                </a:lnTo>
                <a:lnTo>
                  <a:pt x="83820" y="108292"/>
                </a:lnTo>
                <a:lnTo>
                  <a:pt x="384340" y="108292"/>
                </a:lnTo>
                <a:lnTo>
                  <a:pt x="384340" y="115912"/>
                </a:lnTo>
                <a:lnTo>
                  <a:pt x="413296" y="115912"/>
                </a:lnTo>
                <a:lnTo>
                  <a:pt x="413296" y="108292"/>
                </a:lnTo>
                <a:lnTo>
                  <a:pt x="413296" y="82384"/>
                </a:lnTo>
                <a:lnTo>
                  <a:pt x="413296" y="48768"/>
                </a:lnTo>
                <a:lnTo>
                  <a:pt x="413296" y="22860"/>
                </a:lnTo>
                <a:close/>
              </a:path>
              <a:path w="4000500" h="438150">
                <a:moveTo>
                  <a:pt x="420916" y="292900"/>
                </a:moveTo>
                <a:lnTo>
                  <a:pt x="272986" y="292900"/>
                </a:lnTo>
                <a:lnTo>
                  <a:pt x="272986" y="265366"/>
                </a:lnTo>
                <a:lnTo>
                  <a:pt x="364426" y="265366"/>
                </a:lnTo>
                <a:lnTo>
                  <a:pt x="364426" y="272986"/>
                </a:lnTo>
                <a:lnTo>
                  <a:pt x="393484" y="272986"/>
                </a:lnTo>
                <a:lnTo>
                  <a:pt x="393484" y="265366"/>
                </a:lnTo>
                <a:lnTo>
                  <a:pt x="393484" y="240982"/>
                </a:lnTo>
                <a:lnTo>
                  <a:pt x="393484" y="208978"/>
                </a:lnTo>
                <a:lnTo>
                  <a:pt x="393484" y="184594"/>
                </a:lnTo>
                <a:lnTo>
                  <a:pt x="364426" y="184594"/>
                </a:lnTo>
                <a:lnTo>
                  <a:pt x="364426" y="208978"/>
                </a:lnTo>
                <a:lnTo>
                  <a:pt x="364426" y="240982"/>
                </a:lnTo>
                <a:lnTo>
                  <a:pt x="272986" y="240982"/>
                </a:lnTo>
                <a:lnTo>
                  <a:pt x="272986" y="208978"/>
                </a:lnTo>
                <a:lnTo>
                  <a:pt x="364426" y="208978"/>
                </a:lnTo>
                <a:lnTo>
                  <a:pt x="364426" y="184594"/>
                </a:lnTo>
                <a:lnTo>
                  <a:pt x="272986" y="184594"/>
                </a:lnTo>
                <a:lnTo>
                  <a:pt x="272986" y="157060"/>
                </a:lnTo>
                <a:lnTo>
                  <a:pt x="312686" y="155041"/>
                </a:lnTo>
                <a:lnTo>
                  <a:pt x="413296" y="150964"/>
                </a:lnTo>
                <a:lnTo>
                  <a:pt x="405676" y="125056"/>
                </a:lnTo>
                <a:lnTo>
                  <a:pt x="369811" y="127228"/>
                </a:lnTo>
                <a:lnTo>
                  <a:pt x="279844" y="130962"/>
                </a:lnTo>
                <a:lnTo>
                  <a:pt x="99148" y="135724"/>
                </a:lnTo>
                <a:lnTo>
                  <a:pt x="101180" y="142570"/>
                </a:lnTo>
                <a:lnTo>
                  <a:pt x="102768" y="149250"/>
                </a:lnTo>
                <a:lnTo>
                  <a:pt x="103962" y="155041"/>
                </a:lnTo>
                <a:lnTo>
                  <a:pt x="105244" y="161632"/>
                </a:lnTo>
                <a:lnTo>
                  <a:pt x="244030" y="157060"/>
                </a:lnTo>
                <a:lnTo>
                  <a:pt x="244030" y="184594"/>
                </a:lnTo>
                <a:lnTo>
                  <a:pt x="244030" y="208978"/>
                </a:lnTo>
                <a:lnTo>
                  <a:pt x="244030" y="240982"/>
                </a:lnTo>
                <a:lnTo>
                  <a:pt x="155549" y="240982"/>
                </a:lnTo>
                <a:lnTo>
                  <a:pt x="155549" y="208978"/>
                </a:lnTo>
                <a:lnTo>
                  <a:pt x="244030" y="208978"/>
                </a:lnTo>
                <a:lnTo>
                  <a:pt x="244030" y="184594"/>
                </a:lnTo>
                <a:lnTo>
                  <a:pt x="126580" y="184594"/>
                </a:lnTo>
                <a:lnTo>
                  <a:pt x="126580" y="272986"/>
                </a:lnTo>
                <a:lnTo>
                  <a:pt x="155549" y="272986"/>
                </a:lnTo>
                <a:lnTo>
                  <a:pt x="155549" y="265366"/>
                </a:lnTo>
                <a:lnTo>
                  <a:pt x="244030" y="265366"/>
                </a:lnTo>
                <a:lnTo>
                  <a:pt x="244030" y="292900"/>
                </a:lnTo>
                <a:lnTo>
                  <a:pt x="106768" y="292900"/>
                </a:lnTo>
                <a:lnTo>
                  <a:pt x="106768" y="434721"/>
                </a:lnTo>
                <a:lnTo>
                  <a:pt x="135737" y="434721"/>
                </a:lnTo>
                <a:lnTo>
                  <a:pt x="135737" y="317284"/>
                </a:lnTo>
                <a:lnTo>
                  <a:pt x="244030" y="317284"/>
                </a:lnTo>
                <a:lnTo>
                  <a:pt x="244030" y="356908"/>
                </a:lnTo>
                <a:lnTo>
                  <a:pt x="204889" y="359003"/>
                </a:lnTo>
                <a:lnTo>
                  <a:pt x="185000" y="359689"/>
                </a:lnTo>
                <a:lnTo>
                  <a:pt x="164693" y="359956"/>
                </a:lnTo>
                <a:lnTo>
                  <a:pt x="170789" y="389001"/>
                </a:lnTo>
                <a:lnTo>
                  <a:pt x="214515" y="384683"/>
                </a:lnTo>
                <a:lnTo>
                  <a:pt x="256552" y="381101"/>
                </a:lnTo>
                <a:lnTo>
                  <a:pt x="296875" y="378409"/>
                </a:lnTo>
                <a:lnTo>
                  <a:pt x="335470" y="376720"/>
                </a:lnTo>
                <a:lnTo>
                  <a:pt x="336994" y="382816"/>
                </a:lnTo>
                <a:lnTo>
                  <a:pt x="340042" y="389001"/>
                </a:lnTo>
                <a:lnTo>
                  <a:pt x="343090" y="395097"/>
                </a:lnTo>
                <a:lnTo>
                  <a:pt x="368998" y="382816"/>
                </a:lnTo>
                <a:lnTo>
                  <a:pt x="365937" y="376720"/>
                </a:lnTo>
                <a:lnTo>
                  <a:pt x="360997" y="366852"/>
                </a:lnTo>
                <a:lnTo>
                  <a:pt x="355142" y="355384"/>
                </a:lnTo>
                <a:lnTo>
                  <a:pt x="352996" y="351193"/>
                </a:lnTo>
                <a:lnTo>
                  <a:pt x="344995" y="336092"/>
                </a:lnTo>
                <a:lnTo>
                  <a:pt x="336994" y="321856"/>
                </a:lnTo>
                <a:lnTo>
                  <a:pt x="314134" y="332524"/>
                </a:lnTo>
                <a:lnTo>
                  <a:pt x="317182" y="338620"/>
                </a:lnTo>
                <a:lnTo>
                  <a:pt x="320230" y="346240"/>
                </a:lnTo>
                <a:lnTo>
                  <a:pt x="272986" y="355384"/>
                </a:lnTo>
                <a:lnTo>
                  <a:pt x="272986" y="317284"/>
                </a:lnTo>
                <a:lnTo>
                  <a:pt x="390436" y="317284"/>
                </a:lnTo>
                <a:lnTo>
                  <a:pt x="390436" y="381292"/>
                </a:lnTo>
                <a:lnTo>
                  <a:pt x="389001" y="391337"/>
                </a:lnTo>
                <a:lnTo>
                  <a:pt x="384708" y="398513"/>
                </a:lnTo>
                <a:lnTo>
                  <a:pt x="377532" y="402805"/>
                </a:lnTo>
                <a:lnTo>
                  <a:pt x="367474" y="404241"/>
                </a:lnTo>
                <a:lnTo>
                  <a:pt x="355739" y="403974"/>
                </a:lnTo>
                <a:lnTo>
                  <a:pt x="343281" y="403288"/>
                </a:lnTo>
                <a:lnTo>
                  <a:pt x="315658" y="401193"/>
                </a:lnTo>
                <a:lnTo>
                  <a:pt x="317677" y="410032"/>
                </a:lnTo>
                <a:lnTo>
                  <a:pt x="319278" y="418147"/>
                </a:lnTo>
                <a:lnTo>
                  <a:pt x="320586" y="425411"/>
                </a:lnTo>
                <a:lnTo>
                  <a:pt x="321754" y="431673"/>
                </a:lnTo>
                <a:lnTo>
                  <a:pt x="337185" y="432549"/>
                </a:lnTo>
                <a:lnTo>
                  <a:pt x="351485" y="433006"/>
                </a:lnTo>
                <a:lnTo>
                  <a:pt x="364655" y="433171"/>
                </a:lnTo>
                <a:lnTo>
                  <a:pt x="376720" y="433197"/>
                </a:lnTo>
                <a:lnTo>
                  <a:pt x="395833" y="430339"/>
                </a:lnTo>
                <a:lnTo>
                  <a:pt x="409676" y="421767"/>
                </a:lnTo>
                <a:lnTo>
                  <a:pt x="418071" y="407479"/>
                </a:lnTo>
                <a:lnTo>
                  <a:pt x="418541" y="404241"/>
                </a:lnTo>
                <a:lnTo>
                  <a:pt x="420916" y="387477"/>
                </a:lnTo>
                <a:lnTo>
                  <a:pt x="420916" y="317284"/>
                </a:lnTo>
                <a:lnTo>
                  <a:pt x="420916" y="292900"/>
                </a:lnTo>
                <a:close/>
              </a:path>
              <a:path w="4000500" h="438150">
                <a:moveTo>
                  <a:pt x="501675" y="109816"/>
                </a:moveTo>
                <a:lnTo>
                  <a:pt x="472719" y="103720"/>
                </a:lnTo>
                <a:lnTo>
                  <a:pt x="467868" y="133959"/>
                </a:lnTo>
                <a:lnTo>
                  <a:pt x="462432" y="162636"/>
                </a:lnTo>
                <a:lnTo>
                  <a:pt x="456438" y="189318"/>
                </a:lnTo>
                <a:lnTo>
                  <a:pt x="449859" y="213550"/>
                </a:lnTo>
                <a:lnTo>
                  <a:pt x="458698" y="215836"/>
                </a:lnTo>
                <a:lnTo>
                  <a:pt x="466813" y="218122"/>
                </a:lnTo>
                <a:lnTo>
                  <a:pt x="474078" y="220408"/>
                </a:lnTo>
                <a:lnTo>
                  <a:pt x="480339" y="222694"/>
                </a:lnTo>
                <a:lnTo>
                  <a:pt x="486892" y="193268"/>
                </a:lnTo>
                <a:lnTo>
                  <a:pt x="492721" y="164541"/>
                </a:lnTo>
                <a:lnTo>
                  <a:pt x="497700" y="136677"/>
                </a:lnTo>
                <a:lnTo>
                  <a:pt x="501675" y="109816"/>
                </a:lnTo>
                <a:close/>
              </a:path>
              <a:path w="4000500" h="438150">
                <a:moveTo>
                  <a:pt x="605409" y="144868"/>
                </a:moveTo>
                <a:lnTo>
                  <a:pt x="596861" y="128828"/>
                </a:lnTo>
                <a:lnTo>
                  <a:pt x="587311" y="112483"/>
                </a:lnTo>
                <a:lnTo>
                  <a:pt x="582853" y="105244"/>
                </a:lnTo>
                <a:lnTo>
                  <a:pt x="576910" y="95580"/>
                </a:lnTo>
                <a:lnTo>
                  <a:pt x="572465" y="88480"/>
                </a:lnTo>
                <a:lnTo>
                  <a:pt x="565785" y="77812"/>
                </a:lnTo>
                <a:lnTo>
                  <a:pt x="547497" y="88480"/>
                </a:lnTo>
                <a:lnTo>
                  <a:pt x="547497" y="4572"/>
                </a:lnTo>
                <a:lnTo>
                  <a:pt x="513969" y="4572"/>
                </a:lnTo>
                <a:lnTo>
                  <a:pt x="513969" y="436245"/>
                </a:lnTo>
                <a:lnTo>
                  <a:pt x="547497" y="436245"/>
                </a:lnTo>
                <a:lnTo>
                  <a:pt x="547497" y="105244"/>
                </a:lnTo>
                <a:lnTo>
                  <a:pt x="555256" y="117487"/>
                </a:lnTo>
                <a:lnTo>
                  <a:pt x="562737" y="131152"/>
                </a:lnTo>
                <a:lnTo>
                  <a:pt x="570217" y="145973"/>
                </a:lnTo>
                <a:lnTo>
                  <a:pt x="577977" y="161632"/>
                </a:lnTo>
                <a:lnTo>
                  <a:pt x="605409" y="144868"/>
                </a:lnTo>
                <a:close/>
              </a:path>
              <a:path w="4000500" h="438150">
                <a:moveTo>
                  <a:pt x="887539" y="385953"/>
                </a:moveTo>
                <a:lnTo>
                  <a:pt x="757910" y="385953"/>
                </a:lnTo>
                <a:lnTo>
                  <a:pt x="757910" y="268414"/>
                </a:lnTo>
                <a:lnTo>
                  <a:pt x="864679" y="268414"/>
                </a:lnTo>
                <a:lnTo>
                  <a:pt x="864679" y="237934"/>
                </a:lnTo>
                <a:lnTo>
                  <a:pt x="757910" y="237934"/>
                </a:lnTo>
                <a:lnTo>
                  <a:pt x="757910" y="131152"/>
                </a:lnTo>
                <a:lnTo>
                  <a:pt x="873823" y="131152"/>
                </a:lnTo>
                <a:lnTo>
                  <a:pt x="873823" y="100672"/>
                </a:lnTo>
                <a:lnTo>
                  <a:pt x="757910" y="100672"/>
                </a:lnTo>
                <a:lnTo>
                  <a:pt x="757910" y="4572"/>
                </a:lnTo>
                <a:lnTo>
                  <a:pt x="724382" y="4572"/>
                </a:lnTo>
                <a:lnTo>
                  <a:pt x="724382" y="100672"/>
                </a:lnTo>
                <a:lnTo>
                  <a:pt x="664946" y="100672"/>
                </a:lnTo>
                <a:lnTo>
                  <a:pt x="669493" y="85801"/>
                </a:lnTo>
                <a:lnTo>
                  <a:pt x="673900" y="70916"/>
                </a:lnTo>
                <a:lnTo>
                  <a:pt x="678014" y="56019"/>
                </a:lnTo>
                <a:lnTo>
                  <a:pt x="681710" y="41148"/>
                </a:lnTo>
                <a:lnTo>
                  <a:pt x="646557" y="32004"/>
                </a:lnTo>
                <a:lnTo>
                  <a:pt x="636600" y="73164"/>
                </a:lnTo>
                <a:lnTo>
                  <a:pt x="622935" y="114007"/>
                </a:lnTo>
                <a:lnTo>
                  <a:pt x="605840" y="154292"/>
                </a:lnTo>
                <a:lnTo>
                  <a:pt x="585597" y="193738"/>
                </a:lnTo>
                <a:lnTo>
                  <a:pt x="591616" y="197497"/>
                </a:lnTo>
                <a:lnTo>
                  <a:pt x="598360" y="202120"/>
                </a:lnTo>
                <a:lnTo>
                  <a:pt x="605955" y="207886"/>
                </a:lnTo>
                <a:lnTo>
                  <a:pt x="614553" y="215074"/>
                </a:lnTo>
                <a:lnTo>
                  <a:pt x="625436" y="194462"/>
                </a:lnTo>
                <a:lnTo>
                  <a:pt x="635330" y="173685"/>
                </a:lnTo>
                <a:lnTo>
                  <a:pt x="644385" y="152628"/>
                </a:lnTo>
                <a:lnTo>
                  <a:pt x="652754" y="131152"/>
                </a:lnTo>
                <a:lnTo>
                  <a:pt x="724382" y="131152"/>
                </a:lnTo>
                <a:lnTo>
                  <a:pt x="724382" y="237934"/>
                </a:lnTo>
                <a:lnTo>
                  <a:pt x="611505" y="237934"/>
                </a:lnTo>
                <a:lnTo>
                  <a:pt x="611505" y="268414"/>
                </a:lnTo>
                <a:lnTo>
                  <a:pt x="724382" y="268414"/>
                </a:lnTo>
                <a:lnTo>
                  <a:pt x="724382" y="385953"/>
                </a:lnTo>
                <a:lnTo>
                  <a:pt x="582549" y="385953"/>
                </a:lnTo>
                <a:lnTo>
                  <a:pt x="582549" y="416433"/>
                </a:lnTo>
                <a:lnTo>
                  <a:pt x="887539" y="416433"/>
                </a:lnTo>
                <a:lnTo>
                  <a:pt x="887539" y="385953"/>
                </a:lnTo>
                <a:close/>
              </a:path>
              <a:path w="4000500" h="438150">
                <a:moveTo>
                  <a:pt x="1101090" y="268414"/>
                </a:moveTo>
                <a:lnTo>
                  <a:pt x="1068082" y="236601"/>
                </a:lnTo>
                <a:lnTo>
                  <a:pt x="1033932" y="205930"/>
                </a:lnTo>
                <a:lnTo>
                  <a:pt x="1017168" y="221170"/>
                </a:lnTo>
                <a:lnTo>
                  <a:pt x="1017168" y="164693"/>
                </a:lnTo>
                <a:lnTo>
                  <a:pt x="1099566" y="164693"/>
                </a:lnTo>
                <a:lnTo>
                  <a:pt x="1099566" y="135737"/>
                </a:lnTo>
                <a:lnTo>
                  <a:pt x="1017168" y="135737"/>
                </a:lnTo>
                <a:lnTo>
                  <a:pt x="1017168" y="65532"/>
                </a:lnTo>
                <a:lnTo>
                  <a:pt x="1017168" y="60960"/>
                </a:lnTo>
                <a:lnTo>
                  <a:pt x="1036345" y="57505"/>
                </a:lnTo>
                <a:lnTo>
                  <a:pt x="1055090" y="53911"/>
                </a:lnTo>
                <a:lnTo>
                  <a:pt x="1073581" y="50025"/>
                </a:lnTo>
                <a:lnTo>
                  <a:pt x="1091946" y="45720"/>
                </a:lnTo>
                <a:lnTo>
                  <a:pt x="1082802" y="15240"/>
                </a:lnTo>
                <a:lnTo>
                  <a:pt x="1039266" y="24714"/>
                </a:lnTo>
                <a:lnTo>
                  <a:pt x="995451" y="32766"/>
                </a:lnTo>
                <a:lnTo>
                  <a:pt x="951077" y="39674"/>
                </a:lnTo>
                <a:lnTo>
                  <a:pt x="905827" y="45720"/>
                </a:lnTo>
                <a:lnTo>
                  <a:pt x="908329" y="53479"/>
                </a:lnTo>
                <a:lnTo>
                  <a:pt x="910971" y="60960"/>
                </a:lnTo>
                <a:lnTo>
                  <a:pt x="913333" y="68478"/>
                </a:lnTo>
                <a:lnTo>
                  <a:pt x="914971" y="76301"/>
                </a:lnTo>
                <a:lnTo>
                  <a:pt x="950683" y="71450"/>
                </a:lnTo>
                <a:lnTo>
                  <a:pt x="968006" y="68694"/>
                </a:lnTo>
                <a:lnTo>
                  <a:pt x="985164" y="65532"/>
                </a:lnTo>
                <a:lnTo>
                  <a:pt x="985164" y="135737"/>
                </a:lnTo>
                <a:lnTo>
                  <a:pt x="901255" y="135737"/>
                </a:lnTo>
                <a:lnTo>
                  <a:pt x="901255" y="164693"/>
                </a:lnTo>
                <a:lnTo>
                  <a:pt x="977544" y="164693"/>
                </a:lnTo>
                <a:lnTo>
                  <a:pt x="961529" y="204774"/>
                </a:lnTo>
                <a:lnTo>
                  <a:pt x="943063" y="242697"/>
                </a:lnTo>
                <a:lnTo>
                  <a:pt x="922007" y="278625"/>
                </a:lnTo>
                <a:lnTo>
                  <a:pt x="898207" y="312712"/>
                </a:lnTo>
                <a:lnTo>
                  <a:pt x="902754" y="322707"/>
                </a:lnTo>
                <a:lnTo>
                  <a:pt x="911275" y="340995"/>
                </a:lnTo>
                <a:lnTo>
                  <a:pt x="914971" y="349288"/>
                </a:lnTo>
                <a:lnTo>
                  <a:pt x="935621" y="319900"/>
                </a:lnTo>
                <a:lnTo>
                  <a:pt x="954112" y="289229"/>
                </a:lnTo>
                <a:lnTo>
                  <a:pt x="970572" y="257695"/>
                </a:lnTo>
                <a:lnTo>
                  <a:pt x="985164" y="225742"/>
                </a:lnTo>
                <a:lnTo>
                  <a:pt x="985164" y="436245"/>
                </a:lnTo>
                <a:lnTo>
                  <a:pt x="1017168" y="436245"/>
                </a:lnTo>
                <a:lnTo>
                  <a:pt x="1017168" y="231838"/>
                </a:lnTo>
                <a:lnTo>
                  <a:pt x="1033538" y="247815"/>
                </a:lnTo>
                <a:lnTo>
                  <a:pt x="1048613" y="263664"/>
                </a:lnTo>
                <a:lnTo>
                  <a:pt x="1076706" y="294424"/>
                </a:lnTo>
                <a:lnTo>
                  <a:pt x="1101090" y="268414"/>
                </a:lnTo>
                <a:close/>
              </a:path>
              <a:path w="4000500" h="438150">
                <a:moveTo>
                  <a:pt x="1316075" y="56388"/>
                </a:moveTo>
                <a:lnTo>
                  <a:pt x="1281023" y="56388"/>
                </a:lnTo>
                <a:lnTo>
                  <a:pt x="1281023" y="88493"/>
                </a:lnTo>
                <a:lnTo>
                  <a:pt x="1281023" y="347764"/>
                </a:lnTo>
                <a:lnTo>
                  <a:pt x="1157478" y="347764"/>
                </a:lnTo>
                <a:lnTo>
                  <a:pt x="1157478" y="88493"/>
                </a:lnTo>
                <a:lnTo>
                  <a:pt x="1281023" y="88493"/>
                </a:lnTo>
                <a:lnTo>
                  <a:pt x="1281023" y="56388"/>
                </a:lnTo>
                <a:lnTo>
                  <a:pt x="1122426" y="56388"/>
                </a:lnTo>
                <a:lnTo>
                  <a:pt x="1122426" y="422529"/>
                </a:lnTo>
                <a:lnTo>
                  <a:pt x="1157478" y="422529"/>
                </a:lnTo>
                <a:lnTo>
                  <a:pt x="1157478" y="379768"/>
                </a:lnTo>
                <a:lnTo>
                  <a:pt x="1281023" y="379768"/>
                </a:lnTo>
                <a:lnTo>
                  <a:pt x="1281023" y="422529"/>
                </a:lnTo>
                <a:lnTo>
                  <a:pt x="1316075" y="422529"/>
                </a:lnTo>
                <a:lnTo>
                  <a:pt x="1316075" y="379768"/>
                </a:lnTo>
                <a:lnTo>
                  <a:pt x="1316075" y="347764"/>
                </a:lnTo>
                <a:lnTo>
                  <a:pt x="1316075" y="88493"/>
                </a:lnTo>
                <a:lnTo>
                  <a:pt x="1316075" y="56388"/>
                </a:lnTo>
                <a:close/>
              </a:path>
              <a:path w="4000500" h="438150">
                <a:moveTo>
                  <a:pt x="1759839" y="22860"/>
                </a:moveTo>
                <a:lnTo>
                  <a:pt x="1729359" y="22860"/>
                </a:lnTo>
                <a:lnTo>
                  <a:pt x="1729359" y="48768"/>
                </a:lnTo>
                <a:lnTo>
                  <a:pt x="1729359" y="82384"/>
                </a:lnTo>
                <a:lnTo>
                  <a:pt x="1428940" y="82384"/>
                </a:lnTo>
                <a:lnTo>
                  <a:pt x="1428940" y="48768"/>
                </a:lnTo>
                <a:lnTo>
                  <a:pt x="1729359" y="48768"/>
                </a:lnTo>
                <a:lnTo>
                  <a:pt x="1729359" y="22860"/>
                </a:lnTo>
                <a:lnTo>
                  <a:pt x="1398460" y="22860"/>
                </a:lnTo>
                <a:lnTo>
                  <a:pt x="1398346" y="208978"/>
                </a:lnTo>
                <a:lnTo>
                  <a:pt x="1395933" y="270852"/>
                </a:lnTo>
                <a:lnTo>
                  <a:pt x="1386268" y="326047"/>
                </a:lnTo>
                <a:lnTo>
                  <a:pt x="1369745" y="371513"/>
                </a:lnTo>
                <a:lnTo>
                  <a:pt x="1346644" y="407289"/>
                </a:lnTo>
                <a:lnTo>
                  <a:pt x="1352334" y="414388"/>
                </a:lnTo>
                <a:lnTo>
                  <a:pt x="1357884" y="421767"/>
                </a:lnTo>
                <a:lnTo>
                  <a:pt x="1363141" y="429145"/>
                </a:lnTo>
                <a:lnTo>
                  <a:pt x="1367980" y="436245"/>
                </a:lnTo>
                <a:lnTo>
                  <a:pt x="1390116" y="403136"/>
                </a:lnTo>
                <a:lnTo>
                  <a:pt x="1407210" y="364147"/>
                </a:lnTo>
                <a:lnTo>
                  <a:pt x="1419339" y="319303"/>
                </a:lnTo>
                <a:lnTo>
                  <a:pt x="1426552" y="268592"/>
                </a:lnTo>
                <a:lnTo>
                  <a:pt x="1428940" y="212026"/>
                </a:lnTo>
                <a:lnTo>
                  <a:pt x="1428940" y="108292"/>
                </a:lnTo>
                <a:lnTo>
                  <a:pt x="1729359" y="108292"/>
                </a:lnTo>
                <a:lnTo>
                  <a:pt x="1729359" y="115912"/>
                </a:lnTo>
                <a:lnTo>
                  <a:pt x="1759839" y="115912"/>
                </a:lnTo>
                <a:lnTo>
                  <a:pt x="1759839" y="108292"/>
                </a:lnTo>
                <a:lnTo>
                  <a:pt x="1759839" y="82384"/>
                </a:lnTo>
                <a:lnTo>
                  <a:pt x="1759839" y="48768"/>
                </a:lnTo>
                <a:lnTo>
                  <a:pt x="1759839" y="22860"/>
                </a:lnTo>
                <a:close/>
              </a:path>
              <a:path w="4000500" h="438150">
                <a:moveTo>
                  <a:pt x="1766036" y="292900"/>
                </a:moveTo>
                <a:lnTo>
                  <a:pt x="1619542" y="292900"/>
                </a:lnTo>
                <a:lnTo>
                  <a:pt x="1619542" y="265366"/>
                </a:lnTo>
                <a:lnTo>
                  <a:pt x="1709547" y="265366"/>
                </a:lnTo>
                <a:lnTo>
                  <a:pt x="1709547" y="272986"/>
                </a:lnTo>
                <a:lnTo>
                  <a:pt x="1738503" y="272986"/>
                </a:lnTo>
                <a:lnTo>
                  <a:pt x="1738503" y="265366"/>
                </a:lnTo>
                <a:lnTo>
                  <a:pt x="1738503" y="240982"/>
                </a:lnTo>
                <a:lnTo>
                  <a:pt x="1738503" y="208978"/>
                </a:lnTo>
                <a:lnTo>
                  <a:pt x="1738503" y="184594"/>
                </a:lnTo>
                <a:lnTo>
                  <a:pt x="1709547" y="184594"/>
                </a:lnTo>
                <a:lnTo>
                  <a:pt x="1709547" y="208978"/>
                </a:lnTo>
                <a:lnTo>
                  <a:pt x="1709547" y="240982"/>
                </a:lnTo>
                <a:lnTo>
                  <a:pt x="1619542" y="240982"/>
                </a:lnTo>
                <a:lnTo>
                  <a:pt x="1619542" y="208978"/>
                </a:lnTo>
                <a:lnTo>
                  <a:pt x="1709547" y="208978"/>
                </a:lnTo>
                <a:lnTo>
                  <a:pt x="1709547" y="184594"/>
                </a:lnTo>
                <a:lnTo>
                  <a:pt x="1619542" y="184594"/>
                </a:lnTo>
                <a:lnTo>
                  <a:pt x="1619542" y="157060"/>
                </a:lnTo>
                <a:lnTo>
                  <a:pt x="1659051" y="155041"/>
                </a:lnTo>
                <a:lnTo>
                  <a:pt x="1758315" y="150964"/>
                </a:lnTo>
                <a:lnTo>
                  <a:pt x="1752219" y="125056"/>
                </a:lnTo>
                <a:lnTo>
                  <a:pt x="1716392" y="127228"/>
                </a:lnTo>
                <a:lnTo>
                  <a:pt x="1626425" y="130962"/>
                </a:lnTo>
                <a:lnTo>
                  <a:pt x="1445704" y="135724"/>
                </a:lnTo>
                <a:lnTo>
                  <a:pt x="1447088" y="142570"/>
                </a:lnTo>
                <a:lnTo>
                  <a:pt x="1448752" y="149250"/>
                </a:lnTo>
                <a:lnTo>
                  <a:pt x="1450416" y="155663"/>
                </a:lnTo>
                <a:lnTo>
                  <a:pt x="1451800" y="161632"/>
                </a:lnTo>
                <a:lnTo>
                  <a:pt x="1590586" y="157060"/>
                </a:lnTo>
                <a:lnTo>
                  <a:pt x="1590586" y="184594"/>
                </a:lnTo>
                <a:lnTo>
                  <a:pt x="1590586" y="208978"/>
                </a:lnTo>
                <a:lnTo>
                  <a:pt x="1590586" y="240982"/>
                </a:lnTo>
                <a:lnTo>
                  <a:pt x="1502194" y="240982"/>
                </a:lnTo>
                <a:lnTo>
                  <a:pt x="1502194" y="208978"/>
                </a:lnTo>
                <a:lnTo>
                  <a:pt x="1590586" y="208978"/>
                </a:lnTo>
                <a:lnTo>
                  <a:pt x="1590586" y="184594"/>
                </a:lnTo>
                <a:lnTo>
                  <a:pt x="1473136" y="184594"/>
                </a:lnTo>
                <a:lnTo>
                  <a:pt x="1473136" y="272986"/>
                </a:lnTo>
                <a:lnTo>
                  <a:pt x="1502194" y="272986"/>
                </a:lnTo>
                <a:lnTo>
                  <a:pt x="1502194" y="265366"/>
                </a:lnTo>
                <a:lnTo>
                  <a:pt x="1590586" y="265366"/>
                </a:lnTo>
                <a:lnTo>
                  <a:pt x="1590586" y="292900"/>
                </a:lnTo>
                <a:lnTo>
                  <a:pt x="1451800" y="292900"/>
                </a:lnTo>
                <a:lnTo>
                  <a:pt x="1451800" y="434721"/>
                </a:lnTo>
                <a:lnTo>
                  <a:pt x="1482280" y="434721"/>
                </a:lnTo>
                <a:lnTo>
                  <a:pt x="1482280" y="317284"/>
                </a:lnTo>
                <a:lnTo>
                  <a:pt x="1590586" y="317284"/>
                </a:lnTo>
                <a:lnTo>
                  <a:pt x="1590586" y="356908"/>
                </a:lnTo>
                <a:lnTo>
                  <a:pt x="1550962" y="359003"/>
                </a:lnTo>
                <a:lnTo>
                  <a:pt x="1530997" y="359689"/>
                </a:lnTo>
                <a:lnTo>
                  <a:pt x="1511338" y="359956"/>
                </a:lnTo>
                <a:lnTo>
                  <a:pt x="1515910" y="389001"/>
                </a:lnTo>
                <a:lnTo>
                  <a:pt x="1560499" y="384683"/>
                </a:lnTo>
                <a:lnTo>
                  <a:pt x="1602816" y="381101"/>
                </a:lnTo>
                <a:lnTo>
                  <a:pt x="1642859" y="378409"/>
                </a:lnTo>
                <a:lnTo>
                  <a:pt x="1680591" y="376720"/>
                </a:lnTo>
                <a:lnTo>
                  <a:pt x="1682788" y="381101"/>
                </a:lnTo>
                <a:lnTo>
                  <a:pt x="1686687" y="389001"/>
                </a:lnTo>
                <a:lnTo>
                  <a:pt x="1688211" y="395097"/>
                </a:lnTo>
                <a:lnTo>
                  <a:pt x="1714119" y="382816"/>
                </a:lnTo>
                <a:lnTo>
                  <a:pt x="1711071" y="376720"/>
                </a:lnTo>
                <a:lnTo>
                  <a:pt x="1700403" y="355384"/>
                </a:lnTo>
                <a:lnTo>
                  <a:pt x="1683639" y="321856"/>
                </a:lnTo>
                <a:lnTo>
                  <a:pt x="1659255" y="332524"/>
                </a:lnTo>
                <a:lnTo>
                  <a:pt x="1662303" y="338620"/>
                </a:lnTo>
                <a:lnTo>
                  <a:pt x="1666875" y="346240"/>
                </a:lnTo>
                <a:lnTo>
                  <a:pt x="1669923" y="352336"/>
                </a:lnTo>
                <a:lnTo>
                  <a:pt x="1657350" y="353453"/>
                </a:lnTo>
                <a:lnTo>
                  <a:pt x="1644764" y="354431"/>
                </a:lnTo>
                <a:lnTo>
                  <a:pt x="1632165" y="355117"/>
                </a:lnTo>
                <a:lnTo>
                  <a:pt x="1619542" y="355384"/>
                </a:lnTo>
                <a:lnTo>
                  <a:pt x="1619542" y="317284"/>
                </a:lnTo>
                <a:lnTo>
                  <a:pt x="1736979" y="317284"/>
                </a:lnTo>
                <a:lnTo>
                  <a:pt x="1736979" y="381292"/>
                </a:lnTo>
                <a:lnTo>
                  <a:pt x="1735531" y="391337"/>
                </a:lnTo>
                <a:lnTo>
                  <a:pt x="1731073" y="398513"/>
                </a:lnTo>
                <a:lnTo>
                  <a:pt x="1723478" y="402805"/>
                </a:lnTo>
                <a:lnTo>
                  <a:pt x="1712595" y="404241"/>
                </a:lnTo>
                <a:lnTo>
                  <a:pt x="1701711" y="403974"/>
                </a:lnTo>
                <a:lnTo>
                  <a:pt x="1689544" y="403288"/>
                </a:lnTo>
                <a:lnTo>
                  <a:pt x="1660779" y="401193"/>
                </a:lnTo>
                <a:lnTo>
                  <a:pt x="1665160" y="418147"/>
                </a:lnTo>
                <a:lnTo>
                  <a:pt x="1666989" y="425411"/>
                </a:lnTo>
                <a:lnTo>
                  <a:pt x="1668399" y="431673"/>
                </a:lnTo>
                <a:lnTo>
                  <a:pt x="1683804" y="432549"/>
                </a:lnTo>
                <a:lnTo>
                  <a:pt x="1697926" y="433006"/>
                </a:lnTo>
                <a:lnTo>
                  <a:pt x="1710613" y="433171"/>
                </a:lnTo>
                <a:lnTo>
                  <a:pt x="1721739" y="433197"/>
                </a:lnTo>
                <a:lnTo>
                  <a:pt x="1741512" y="430339"/>
                </a:lnTo>
                <a:lnTo>
                  <a:pt x="1755317" y="421767"/>
                </a:lnTo>
                <a:lnTo>
                  <a:pt x="1763395" y="407479"/>
                </a:lnTo>
                <a:lnTo>
                  <a:pt x="1763826" y="404241"/>
                </a:lnTo>
                <a:lnTo>
                  <a:pt x="1766036" y="387477"/>
                </a:lnTo>
                <a:lnTo>
                  <a:pt x="1766036" y="317284"/>
                </a:lnTo>
                <a:lnTo>
                  <a:pt x="1766036" y="292900"/>
                </a:lnTo>
                <a:close/>
              </a:path>
              <a:path w="4000500" h="438150">
                <a:moveTo>
                  <a:pt x="1848319" y="109816"/>
                </a:moveTo>
                <a:lnTo>
                  <a:pt x="1819363" y="103720"/>
                </a:lnTo>
                <a:lnTo>
                  <a:pt x="1813636" y="133959"/>
                </a:lnTo>
                <a:lnTo>
                  <a:pt x="1807743" y="162636"/>
                </a:lnTo>
                <a:lnTo>
                  <a:pt x="1801583" y="189318"/>
                </a:lnTo>
                <a:lnTo>
                  <a:pt x="1794979" y="213550"/>
                </a:lnTo>
                <a:lnTo>
                  <a:pt x="1803819" y="215836"/>
                </a:lnTo>
                <a:lnTo>
                  <a:pt x="1811934" y="218122"/>
                </a:lnTo>
                <a:lnTo>
                  <a:pt x="1819198" y="220408"/>
                </a:lnTo>
                <a:lnTo>
                  <a:pt x="1825459" y="222694"/>
                </a:lnTo>
                <a:lnTo>
                  <a:pt x="1832038" y="193268"/>
                </a:lnTo>
                <a:lnTo>
                  <a:pt x="1838032" y="164541"/>
                </a:lnTo>
                <a:lnTo>
                  <a:pt x="1843468" y="136677"/>
                </a:lnTo>
                <a:lnTo>
                  <a:pt x="1848319" y="109816"/>
                </a:lnTo>
                <a:close/>
              </a:path>
              <a:path w="4000500" h="438150">
                <a:moveTo>
                  <a:pt x="1950529" y="144868"/>
                </a:moveTo>
                <a:lnTo>
                  <a:pt x="1928964" y="105244"/>
                </a:lnTo>
                <a:lnTo>
                  <a:pt x="1912429" y="77812"/>
                </a:lnTo>
                <a:lnTo>
                  <a:pt x="1892515" y="88480"/>
                </a:lnTo>
                <a:lnTo>
                  <a:pt x="1892515" y="4572"/>
                </a:lnTo>
                <a:lnTo>
                  <a:pt x="1858987" y="4572"/>
                </a:lnTo>
                <a:lnTo>
                  <a:pt x="1858987" y="436245"/>
                </a:lnTo>
                <a:lnTo>
                  <a:pt x="1892515" y="436245"/>
                </a:lnTo>
                <a:lnTo>
                  <a:pt x="1892515" y="105244"/>
                </a:lnTo>
                <a:lnTo>
                  <a:pt x="1900580" y="117487"/>
                </a:lnTo>
                <a:lnTo>
                  <a:pt x="1908606" y="131152"/>
                </a:lnTo>
                <a:lnTo>
                  <a:pt x="1916620" y="145973"/>
                </a:lnTo>
                <a:lnTo>
                  <a:pt x="1924621" y="161632"/>
                </a:lnTo>
                <a:lnTo>
                  <a:pt x="1950529" y="144868"/>
                </a:lnTo>
                <a:close/>
              </a:path>
              <a:path w="4000500" h="438150">
                <a:moveTo>
                  <a:pt x="2232660" y="385953"/>
                </a:moveTo>
                <a:lnTo>
                  <a:pt x="2104555" y="385953"/>
                </a:lnTo>
                <a:lnTo>
                  <a:pt x="2104555" y="268414"/>
                </a:lnTo>
                <a:lnTo>
                  <a:pt x="2211324" y="268414"/>
                </a:lnTo>
                <a:lnTo>
                  <a:pt x="2211324" y="237934"/>
                </a:lnTo>
                <a:lnTo>
                  <a:pt x="2104555" y="237934"/>
                </a:lnTo>
                <a:lnTo>
                  <a:pt x="2104555" y="131152"/>
                </a:lnTo>
                <a:lnTo>
                  <a:pt x="2220468" y="131152"/>
                </a:lnTo>
                <a:lnTo>
                  <a:pt x="2220468" y="100672"/>
                </a:lnTo>
                <a:lnTo>
                  <a:pt x="2104555" y="100672"/>
                </a:lnTo>
                <a:lnTo>
                  <a:pt x="2104555" y="4572"/>
                </a:lnTo>
                <a:lnTo>
                  <a:pt x="2069503" y="4572"/>
                </a:lnTo>
                <a:lnTo>
                  <a:pt x="2069503" y="100672"/>
                </a:lnTo>
                <a:lnTo>
                  <a:pt x="2009965" y="100672"/>
                </a:lnTo>
                <a:lnTo>
                  <a:pt x="2015185" y="85801"/>
                </a:lnTo>
                <a:lnTo>
                  <a:pt x="2019681" y="70916"/>
                </a:lnTo>
                <a:lnTo>
                  <a:pt x="2023897" y="56019"/>
                </a:lnTo>
                <a:lnTo>
                  <a:pt x="2028253" y="41148"/>
                </a:lnTo>
                <a:lnTo>
                  <a:pt x="1993201" y="32004"/>
                </a:lnTo>
                <a:lnTo>
                  <a:pt x="1982609" y="73164"/>
                </a:lnTo>
                <a:lnTo>
                  <a:pt x="1969008" y="114007"/>
                </a:lnTo>
                <a:lnTo>
                  <a:pt x="1952269" y="154292"/>
                </a:lnTo>
                <a:lnTo>
                  <a:pt x="1932241" y="193738"/>
                </a:lnTo>
                <a:lnTo>
                  <a:pt x="1937626" y="197497"/>
                </a:lnTo>
                <a:lnTo>
                  <a:pt x="1944433" y="202120"/>
                </a:lnTo>
                <a:lnTo>
                  <a:pt x="1952383" y="207886"/>
                </a:lnTo>
                <a:lnTo>
                  <a:pt x="1961197" y="215074"/>
                </a:lnTo>
                <a:lnTo>
                  <a:pt x="1971433" y="194462"/>
                </a:lnTo>
                <a:lnTo>
                  <a:pt x="1981390" y="173685"/>
                </a:lnTo>
                <a:lnTo>
                  <a:pt x="1990775" y="152628"/>
                </a:lnTo>
                <a:lnTo>
                  <a:pt x="1999297" y="131152"/>
                </a:lnTo>
                <a:lnTo>
                  <a:pt x="2069503" y="131152"/>
                </a:lnTo>
                <a:lnTo>
                  <a:pt x="2069503" y="237934"/>
                </a:lnTo>
                <a:lnTo>
                  <a:pt x="1956625" y="237934"/>
                </a:lnTo>
                <a:lnTo>
                  <a:pt x="1956625" y="268414"/>
                </a:lnTo>
                <a:lnTo>
                  <a:pt x="2069503" y="268414"/>
                </a:lnTo>
                <a:lnTo>
                  <a:pt x="2069503" y="385953"/>
                </a:lnTo>
                <a:lnTo>
                  <a:pt x="1927669" y="385953"/>
                </a:lnTo>
                <a:lnTo>
                  <a:pt x="1927669" y="416433"/>
                </a:lnTo>
                <a:lnTo>
                  <a:pt x="2232660" y="416433"/>
                </a:lnTo>
                <a:lnTo>
                  <a:pt x="2232660" y="385953"/>
                </a:lnTo>
                <a:close/>
              </a:path>
              <a:path w="4000500" h="438150">
                <a:moveTo>
                  <a:pt x="2366873" y="15240"/>
                </a:moveTo>
                <a:lnTo>
                  <a:pt x="2334857" y="4572"/>
                </a:lnTo>
                <a:lnTo>
                  <a:pt x="2320912" y="53289"/>
                </a:lnTo>
                <a:lnTo>
                  <a:pt x="2304796" y="98844"/>
                </a:lnTo>
                <a:lnTo>
                  <a:pt x="2286495" y="141401"/>
                </a:lnTo>
                <a:lnTo>
                  <a:pt x="2266010" y="181114"/>
                </a:lnTo>
                <a:lnTo>
                  <a:pt x="2243328" y="218122"/>
                </a:lnTo>
                <a:lnTo>
                  <a:pt x="2247608" y="226390"/>
                </a:lnTo>
                <a:lnTo>
                  <a:pt x="2251329" y="235077"/>
                </a:lnTo>
                <a:lnTo>
                  <a:pt x="2254466" y="244055"/>
                </a:lnTo>
                <a:lnTo>
                  <a:pt x="2257044" y="253174"/>
                </a:lnTo>
                <a:lnTo>
                  <a:pt x="2267305" y="238010"/>
                </a:lnTo>
                <a:lnTo>
                  <a:pt x="2277427" y="222123"/>
                </a:lnTo>
                <a:lnTo>
                  <a:pt x="2287257" y="205384"/>
                </a:lnTo>
                <a:lnTo>
                  <a:pt x="2296668" y="187642"/>
                </a:lnTo>
                <a:lnTo>
                  <a:pt x="2296668" y="431673"/>
                </a:lnTo>
                <a:lnTo>
                  <a:pt x="2328761" y="431673"/>
                </a:lnTo>
                <a:lnTo>
                  <a:pt x="2328761" y="187642"/>
                </a:lnTo>
                <a:lnTo>
                  <a:pt x="2328761" y="120484"/>
                </a:lnTo>
                <a:lnTo>
                  <a:pt x="2339009" y="95681"/>
                </a:lnTo>
                <a:lnTo>
                  <a:pt x="2348954" y="69583"/>
                </a:lnTo>
                <a:lnTo>
                  <a:pt x="2358339" y="42621"/>
                </a:lnTo>
                <a:lnTo>
                  <a:pt x="2366873" y="15240"/>
                </a:lnTo>
                <a:close/>
              </a:path>
              <a:path w="4000500" h="438150">
                <a:moveTo>
                  <a:pt x="2681008" y="390525"/>
                </a:moveTo>
                <a:lnTo>
                  <a:pt x="2639860" y="390525"/>
                </a:lnTo>
                <a:lnTo>
                  <a:pt x="2639860" y="350799"/>
                </a:lnTo>
                <a:lnTo>
                  <a:pt x="2639860" y="321843"/>
                </a:lnTo>
                <a:lnTo>
                  <a:pt x="2639860" y="118960"/>
                </a:lnTo>
                <a:lnTo>
                  <a:pt x="2606332" y="118960"/>
                </a:lnTo>
                <a:lnTo>
                  <a:pt x="2606332" y="390525"/>
                </a:lnTo>
                <a:lnTo>
                  <a:pt x="2429357" y="390525"/>
                </a:lnTo>
                <a:lnTo>
                  <a:pt x="2429357" y="350799"/>
                </a:lnTo>
                <a:lnTo>
                  <a:pt x="2606332" y="350799"/>
                </a:lnTo>
                <a:lnTo>
                  <a:pt x="2606332" y="321843"/>
                </a:lnTo>
                <a:lnTo>
                  <a:pt x="2429357" y="321843"/>
                </a:lnTo>
                <a:lnTo>
                  <a:pt x="2429357" y="282219"/>
                </a:lnTo>
                <a:lnTo>
                  <a:pt x="2606332" y="282219"/>
                </a:lnTo>
                <a:lnTo>
                  <a:pt x="2606332" y="254698"/>
                </a:lnTo>
                <a:lnTo>
                  <a:pt x="2429357" y="254698"/>
                </a:lnTo>
                <a:lnTo>
                  <a:pt x="2429357" y="215074"/>
                </a:lnTo>
                <a:lnTo>
                  <a:pt x="2606332" y="215074"/>
                </a:lnTo>
                <a:lnTo>
                  <a:pt x="2606332" y="187642"/>
                </a:lnTo>
                <a:lnTo>
                  <a:pt x="2429357" y="187642"/>
                </a:lnTo>
                <a:lnTo>
                  <a:pt x="2429357" y="147916"/>
                </a:lnTo>
                <a:lnTo>
                  <a:pt x="2606332" y="147916"/>
                </a:lnTo>
                <a:lnTo>
                  <a:pt x="2606332" y="118960"/>
                </a:lnTo>
                <a:lnTo>
                  <a:pt x="2533078" y="118960"/>
                </a:lnTo>
                <a:lnTo>
                  <a:pt x="2533078" y="79336"/>
                </a:lnTo>
                <a:lnTo>
                  <a:pt x="2671864" y="79336"/>
                </a:lnTo>
                <a:lnTo>
                  <a:pt x="2671864" y="48768"/>
                </a:lnTo>
                <a:lnTo>
                  <a:pt x="2533078" y="48768"/>
                </a:lnTo>
                <a:lnTo>
                  <a:pt x="2533078" y="3048"/>
                </a:lnTo>
                <a:lnTo>
                  <a:pt x="2499550" y="3048"/>
                </a:lnTo>
                <a:lnTo>
                  <a:pt x="2499550" y="48768"/>
                </a:lnTo>
                <a:lnTo>
                  <a:pt x="2372969" y="48768"/>
                </a:lnTo>
                <a:lnTo>
                  <a:pt x="2372969" y="79336"/>
                </a:lnTo>
                <a:lnTo>
                  <a:pt x="2499550" y="79336"/>
                </a:lnTo>
                <a:lnTo>
                  <a:pt x="2499550" y="118960"/>
                </a:lnTo>
                <a:lnTo>
                  <a:pt x="2397353" y="118960"/>
                </a:lnTo>
                <a:lnTo>
                  <a:pt x="2397353" y="390525"/>
                </a:lnTo>
                <a:lnTo>
                  <a:pt x="2353157" y="390525"/>
                </a:lnTo>
                <a:lnTo>
                  <a:pt x="2353157" y="419481"/>
                </a:lnTo>
                <a:lnTo>
                  <a:pt x="2681008" y="419481"/>
                </a:lnTo>
                <a:lnTo>
                  <a:pt x="2681008" y="390525"/>
                </a:lnTo>
                <a:close/>
              </a:path>
              <a:path w="4000500" h="438150">
                <a:moveTo>
                  <a:pt x="2946374" y="64008"/>
                </a:moveTo>
                <a:lnTo>
                  <a:pt x="2935224" y="46291"/>
                </a:lnTo>
                <a:lnTo>
                  <a:pt x="2924657" y="29718"/>
                </a:lnTo>
                <a:lnTo>
                  <a:pt x="2914650" y="14287"/>
                </a:lnTo>
                <a:lnTo>
                  <a:pt x="2905226" y="0"/>
                </a:lnTo>
                <a:lnTo>
                  <a:pt x="2873222" y="16764"/>
                </a:lnTo>
                <a:lnTo>
                  <a:pt x="2883243" y="32791"/>
                </a:lnTo>
                <a:lnTo>
                  <a:pt x="2892844" y="48971"/>
                </a:lnTo>
                <a:lnTo>
                  <a:pt x="2902153" y="65455"/>
                </a:lnTo>
                <a:lnTo>
                  <a:pt x="2911322" y="82384"/>
                </a:lnTo>
                <a:lnTo>
                  <a:pt x="2946374" y="64008"/>
                </a:lnTo>
                <a:close/>
              </a:path>
              <a:path w="4000500" h="438150">
                <a:moveTo>
                  <a:pt x="3129343" y="381292"/>
                </a:moveTo>
                <a:lnTo>
                  <a:pt x="3083864" y="383044"/>
                </a:lnTo>
                <a:lnTo>
                  <a:pt x="3036519" y="383959"/>
                </a:lnTo>
                <a:lnTo>
                  <a:pt x="2935706" y="384340"/>
                </a:lnTo>
                <a:lnTo>
                  <a:pt x="2896844" y="379742"/>
                </a:lnTo>
                <a:lnTo>
                  <a:pt x="2862694" y="370433"/>
                </a:lnTo>
                <a:lnTo>
                  <a:pt x="2833395" y="356260"/>
                </a:lnTo>
                <a:lnTo>
                  <a:pt x="2824556" y="349288"/>
                </a:lnTo>
                <a:lnTo>
                  <a:pt x="2809113" y="337096"/>
                </a:lnTo>
                <a:lnTo>
                  <a:pt x="2840405" y="317284"/>
                </a:lnTo>
                <a:lnTo>
                  <a:pt x="2853385" y="309067"/>
                </a:lnTo>
                <a:lnTo>
                  <a:pt x="2895981" y="279920"/>
                </a:lnTo>
                <a:lnTo>
                  <a:pt x="2936964" y="249669"/>
                </a:lnTo>
                <a:lnTo>
                  <a:pt x="2976334" y="218300"/>
                </a:lnTo>
                <a:lnTo>
                  <a:pt x="3014141" y="185801"/>
                </a:lnTo>
                <a:lnTo>
                  <a:pt x="3050400" y="152184"/>
                </a:lnTo>
                <a:lnTo>
                  <a:pt x="3085147" y="117449"/>
                </a:lnTo>
                <a:lnTo>
                  <a:pt x="3085147" y="85432"/>
                </a:lnTo>
                <a:lnTo>
                  <a:pt x="2725204" y="85432"/>
                </a:lnTo>
                <a:lnTo>
                  <a:pt x="2725204" y="117449"/>
                </a:lnTo>
                <a:lnTo>
                  <a:pt x="3033331" y="117449"/>
                </a:lnTo>
                <a:lnTo>
                  <a:pt x="2996323" y="152806"/>
                </a:lnTo>
                <a:lnTo>
                  <a:pt x="2957004" y="187223"/>
                </a:lnTo>
                <a:lnTo>
                  <a:pt x="2915323" y="220789"/>
                </a:lnTo>
                <a:lnTo>
                  <a:pt x="2871216" y="253593"/>
                </a:lnTo>
                <a:lnTo>
                  <a:pt x="2824657" y="285724"/>
                </a:lnTo>
                <a:lnTo>
                  <a:pt x="2775585" y="317284"/>
                </a:lnTo>
                <a:lnTo>
                  <a:pt x="2768701" y="316992"/>
                </a:lnTo>
                <a:lnTo>
                  <a:pt x="2761678" y="318427"/>
                </a:lnTo>
                <a:lnTo>
                  <a:pt x="2721394" y="346240"/>
                </a:lnTo>
                <a:lnTo>
                  <a:pt x="2691663" y="375196"/>
                </a:lnTo>
                <a:lnTo>
                  <a:pt x="2709951" y="411861"/>
                </a:lnTo>
                <a:lnTo>
                  <a:pt x="2722829" y="396341"/>
                </a:lnTo>
                <a:lnTo>
                  <a:pt x="2736291" y="381520"/>
                </a:lnTo>
                <a:lnTo>
                  <a:pt x="2750324" y="366991"/>
                </a:lnTo>
                <a:lnTo>
                  <a:pt x="2764917" y="352336"/>
                </a:lnTo>
                <a:lnTo>
                  <a:pt x="2769489" y="349288"/>
                </a:lnTo>
                <a:lnTo>
                  <a:pt x="2772537" y="349288"/>
                </a:lnTo>
                <a:lnTo>
                  <a:pt x="2775585" y="353860"/>
                </a:lnTo>
                <a:lnTo>
                  <a:pt x="2804452" y="380174"/>
                </a:lnTo>
                <a:lnTo>
                  <a:pt x="2838462" y="399465"/>
                </a:lnTo>
                <a:lnTo>
                  <a:pt x="2877642" y="411594"/>
                </a:lnTo>
                <a:lnTo>
                  <a:pt x="2921990" y="416433"/>
                </a:lnTo>
                <a:lnTo>
                  <a:pt x="3115627" y="419481"/>
                </a:lnTo>
                <a:lnTo>
                  <a:pt x="3118205" y="412026"/>
                </a:lnTo>
                <a:lnTo>
                  <a:pt x="3121342" y="403275"/>
                </a:lnTo>
                <a:lnTo>
                  <a:pt x="3128238" y="384340"/>
                </a:lnTo>
                <a:lnTo>
                  <a:pt x="3129343" y="381292"/>
                </a:lnTo>
                <a:close/>
              </a:path>
              <a:path w="4000500" h="438150">
                <a:moveTo>
                  <a:pt x="3199536" y="88480"/>
                </a:moveTo>
                <a:lnTo>
                  <a:pt x="3166008" y="88480"/>
                </a:lnTo>
                <a:lnTo>
                  <a:pt x="3166008" y="431673"/>
                </a:lnTo>
                <a:lnTo>
                  <a:pt x="3199536" y="431673"/>
                </a:lnTo>
                <a:lnTo>
                  <a:pt x="3199536" y="88480"/>
                </a:lnTo>
                <a:close/>
              </a:path>
              <a:path w="4000500" h="438150">
                <a:moveTo>
                  <a:pt x="3275749" y="64008"/>
                </a:moveTo>
                <a:lnTo>
                  <a:pt x="3260839" y="48247"/>
                </a:lnTo>
                <a:lnTo>
                  <a:pt x="3245637" y="32766"/>
                </a:lnTo>
                <a:lnTo>
                  <a:pt x="3229876" y="17284"/>
                </a:lnTo>
                <a:lnTo>
                  <a:pt x="3213252" y="1524"/>
                </a:lnTo>
                <a:lnTo>
                  <a:pt x="3188868" y="24384"/>
                </a:lnTo>
                <a:lnTo>
                  <a:pt x="3203714" y="40386"/>
                </a:lnTo>
                <a:lnTo>
                  <a:pt x="3218396" y="56400"/>
                </a:lnTo>
                <a:lnTo>
                  <a:pt x="3232810" y="72428"/>
                </a:lnTo>
                <a:lnTo>
                  <a:pt x="3246780" y="88480"/>
                </a:lnTo>
                <a:lnTo>
                  <a:pt x="3275749" y="64008"/>
                </a:lnTo>
                <a:close/>
              </a:path>
              <a:path w="4000500" h="438150">
                <a:moveTo>
                  <a:pt x="3452723" y="118960"/>
                </a:moveTo>
                <a:lnTo>
                  <a:pt x="3420618" y="118960"/>
                </a:lnTo>
                <a:lnTo>
                  <a:pt x="3420618" y="150977"/>
                </a:lnTo>
                <a:lnTo>
                  <a:pt x="3420618" y="212026"/>
                </a:lnTo>
                <a:lnTo>
                  <a:pt x="3420618" y="242506"/>
                </a:lnTo>
                <a:lnTo>
                  <a:pt x="3420618" y="305092"/>
                </a:lnTo>
                <a:lnTo>
                  <a:pt x="3298698" y="305092"/>
                </a:lnTo>
                <a:lnTo>
                  <a:pt x="3298698" y="242506"/>
                </a:lnTo>
                <a:lnTo>
                  <a:pt x="3420618" y="242506"/>
                </a:lnTo>
                <a:lnTo>
                  <a:pt x="3420618" y="212026"/>
                </a:lnTo>
                <a:lnTo>
                  <a:pt x="3298698" y="212026"/>
                </a:lnTo>
                <a:lnTo>
                  <a:pt x="3298698" y="150977"/>
                </a:lnTo>
                <a:lnTo>
                  <a:pt x="3420618" y="150977"/>
                </a:lnTo>
                <a:lnTo>
                  <a:pt x="3420618" y="118960"/>
                </a:lnTo>
                <a:lnTo>
                  <a:pt x="3266605" y="118960"/>
                </a:lnTo>
                <a:lnTo>
                  <a:pt x="3266605" y="363004"/>
                </a:lnTo>
                <a:lnTo>
                  <a:pt x="3298698" y="363004"/>
                </a:lnTo>
                <a:lnTo>
                  <a:pt x="3298698" y="337096"/>
                </a:lnTo>
                <a:lnTo>
                  <a:pt x="3452723" y="337096"/>
                </a:lnTo>
                <a:lnTo>
                  <a:pt x="3452723" y="305092"/>
                </a:lnTo>
                <a:lnTo>
                  <a:pt x="3452723" y="242506"/>
                </a:lnTo>
                <a:lnTo>
                  <a:pt x="3452723" y="212026"/>
                </a:lnTo>
                <a:lnTo>
                  <a:pt x="3452723" y="150977"/>
                </a:lnTo>
                <a:lnTo>
                  <a:pt x="3452723" y="118960"/>
                </a:lnTo>
                <a:close/>
              </a:path>
              <a:path w="4000500" h="438150">
                <a:moveTo>
                  <a:pt x="3557879" y="30480"/>
                </a:moveTo>
                <a:lnTo>
                  <a:pt x="3303270" y="30480"/>
                </a:lnTo>
                <a:lnTo>
                  <a:pt x="3303270" y="62484"/>
                </a:lnTo>
                <a:lnTo>
                  <a:pt x="3522827" y="62484"/>
                </a:lnTo>
                <a:lnTo>
                  <a:pt x="3522827" y="366052"/>
                </a:lnTo>
                <a:lnTo>
                  <a:pt x="3520821" y="380098"/>
                </a:lnTo>
                <a:lnTo>
                  <a:pt x="3514826" y="390131"/>
                </a:lnTo>
                <a:lnTo>
                  <a:pt x="3504819" y="396138"/>
                </a:lnTo>
                <a:lnTo>
                  <a:pt x="3491674" y="398030"/>
                </a:lnTo>
                <a:lnTo>
                  <a:pt x="3457092" y="397954"/>
                </a:lnTo>
                <a:lnTo>
                  <a:pt x="3439553" y="397497"/>
                </a:lnTo>
                <a:lnTo>
                  <a:pt x="3422142" y="396621"/>
                </a:lnTo>
                <a:lnTo>
                  <a:pt x="3424186" y="406603"/>
                </a:lnTo>
                <a:lnTo>
                  <a:pt x="3425812" y="415861"/>
                </a:lnTo>
                <a:lnTo>
                  <a:pt x="3428339" y="431673"/>
                </a:lnTo>
                <a:lnTo>
                  <a:pt x="3495395" y="431673"/>
                </a:lnTo>
                <a:lnTo>
                  <a:pt x="3542068" y="417944"/>
                </a:lnTo>
                <a:lnTo>
                  <a:pt x="3557879" y="376720"/>
                </a:lnTo>
                <a:lnTo>
                  <a:pt x="3557879" y="30480"/>
                </a:lnTo>
                <a:close/>
              </a:path>
              <a:path w="4000500" h="438150">
                <a:moveTo>
                  <a:pt x="4000220" y="28956"/>
                </a:moveTo>
                <a:lnTo>
                  <a:pt x="3965067" y="28956"/>
                </a:lnTo>
                <a:lnTo>
                  <a:pt x="3965067" y="60960"/>
                </a:lnTo>
                <a:lnTo>
                  <a:pt x="3965067" y="141820"/>
                </a:lnTo>
                <a:lnTo>
                  <a:pt x="3965067" y="173824"/>
                </a:lnTo>
                <a:lnTo>
                  <a:pt x="3965067" y="256222"/>
                </a:lnTo>
                <a:lnTo>
                  <a:pt x="3836962" y="256222"/>
                </a:lnTo>
                <a:lnTo>
                  <a:pt x="3836962" y="173824"/>
                </a:lnTo>
                <a:lnTo>
                  <a:pt x="3965067" y="173824"/>
                </a:lnTo>
                <a:lnTo>
                  <a:pt x="3965067" y="141820"/>
                </a:lnTo>
                <a:lnTo>
                  <a:pt x="3836962" y="141820"/>
                </a:lnTo>
                <a:lnTo>
                  <a:pt x="3836962" y="60960"/>
                </a:lnTo>
                <a:lnTo>
                  <a:pt x="3965067" y="60960"/>
                </a:lnTo>
                <a:lnTo>
                  <a:pt x="3965067" y="28956"/>
                </a:lnTo>
                <a:lnTo>
                  <a:pt x="3801910" y="28956"/>
                </a:lnTo>
                <a:lnTo>
                  <a:pt x="3801910" y="60960"/>
                </a:lnTo>
                <a:lnTo>
                  <a:pt x="3801910" y="141820"/>
                </a:lnTo>
                <a:lnTo>
                  <a:pt x="3801910" y="173824"/>
                </a:lnTo>
                <a:lnTo>
                  <a:pt x="3801910" y="256222"/>
                </a:lnTo>
                <a:lnTo>
                  <a:pt x="3676840" y="256222"/>
                </a:lnTo>
                <a:lnTo>
                  <a:pt x="3677716" y="235648"/>
                </a:lnTo>
                <a:lnTo>
                  <a:pt x="3678174" y="215061"/>
                </a:lnTo>
                <a:lnTo>
                  <a:pt x="3678339" y="194462"/>
                </a:lnTo>
                <a:lnTo>
                  <a:pt x="3678364" y="173824"/>
                </a:lnTo>
                <a:lnTo>
                  <a:pt x="3801910" y="173824"/>
                </a:lnTo>
                <a:lnTo>
                  <a:pt x="3801910" y="141820"/>
                </a:lnTo>
                <a:lnTo>
                  <a:pt x="3678364" y="141820"/>
                </a:lnTo>
                <a:lnTo>
                  <a:pt x="3678364" y="60960"/>
                </a:lnTo>
                <a:lnTo>
                  <a:pt x="3801910" y="60960"/>
                </a:lnTo>
                <a:lnTo>
                  <a:pt x="3801910" y="28956"/>
                </a:lnTo>
                <a:lnTo>
                  <a:pt x="3643312" y="28956"/>
                </a:lnTo>
                <a:lnTo>
                  <a:pt x="3643312" y="184594"/>
                </a:lnTo>
                <a:lnTo>
                  <a:pt x="3642741" y="225501"/>
                </a:lnTo>
                <a:lnTo>
                  <a:pt x="3638169" y="292468"/>
                </a:lnTo>
                <a:lnTo>
                  <a:pt x="3627551" y="343141"/>
                </a:lnTo>
                <a:lnTo>
                  <a:pt x="3608019" y="387845"/>
                </a:lnTo>
                <a:lnTo>
                  <a:pt x="3594544" y="408813"/>
                </a:lnTo>
                <a:lnTo>
                  <a:pt x="3602024" y="416547"/>
                </a:lnTo>
                <a:lnTo>
                  <a:pt x="3608641" y="423862"/>
                </a:lnTo>
                <a:lnTo>
                  <a:pt x="3614686" y="430885"/>
                </a:lnTo>
                <a:lnTo>
                  <a:pt x="3620452" y="437769"/>
                </a:lnTo>
                <a:lnTo>
                  <a:pt x="3641001" y="406031"/>
                </a:lnTo>
                <a:lnTo>
                  <a:pt x="3656838" y="370281"/>
                </a:lnTo>
                <a:lnTo>
                  <a:pt x="3667810" y="330530"/>
                </a:lnTo>
                <a:lnTo>
                  <a:pt x="3673792" y="286791"/>
                </a:lnTo>
                <a:lnTo>
                  <a:pt x="3801910" y="286791"/>
                </a:lnTo>
                <a:lnTo>
                  <a:pt x="3801910" y="427101"/>
                </a:lnTo>
                <a:lnTo>
                  <a:pt x="3836962" y="427101"/>
                </a:lnTo>
                <a:lnTo>
                  <a:pt x="3836962" y="286791"/>
                </a:lnTo>
                <a:lnTo>
                  <a:pt x="3965067" y="286791"/>
                </a:lnTo>
                <a:lnTo>
                  <a:pt x="3965067" y="367563"/>
                </a:lnTo>
                <a:lnTo>
                  <a:pt x="3963352" y="379387"/>
                </a:lnTo>
                <a:lnTo>
                  <a:pt x="3958209" y="387464"/>
                </a:lnTo>
                <a:lnTo>
                  <a:pt x="3949636" y="392099"/>
                </a:lnTo>
                <a:lnTo>
                  <a:pt x="3937965" y="393534"/>
                </a:lnTo>
                <a:lnTo>
                  <a:pt x="3925112" y="393522"/>
                </a:lnTo>
                <a:lnTo>
                  <a:pt x="3910584" y="393192"/>
                </a:lnTo>
                <a:lnTo>
                  <a:pt x="3894340" y="392290"/>
                </a:lnTo>
                <a:lnTo>
                  <a:pt x="3876675" y="390525"/>
                </a:lnTo>
                <a:lnTo>
                  <a:pt x="3878694" y="401383"/>
                </a:lnTo>
                <a:lnTo>
                  <a:pt x="3880294" y="411099"/>
                </a:lnTo>
                <a:lnTo>
                  <a:pt x="3882771" y="427101"/>
                </a:lnTo>
                <a:lnTo>
                  <a:pt x="3901414" y="427977"/>
                </a:lnTo>
                <a:lnTo>
                  <a:pt x="3918775" y="428434"/>
                </a:lnTo>
                <a:lnTo>
                  <a:pt x="3951351" y="428625"/>
                </a:lnTo>
                <a:lnTo>
                  <a:pt x="3972522" y="425462"/>
                </a:lnTo>
                <a:lnTo>
                  <a:pt x="3987825" y="415848"/>
                </a:lnTo>
                <a:lnTo>
                  <a:pt x="3997096" y="399656"/>
                </a:lnTo>
                <a:lnTo>
                  <a:pt x="3997922" y="393573"/>
                </a:lnTo>
                <a:lnTo>
                  <a:pt x="4000220" y="376707"/>
                </a:lnTo>
                <a:lnTo>
                  <a:pt x="4000220" y="60960"/>
                </a:lnTo>
                <a:lnTo>
                  <a:pt x="4000220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90856" y="3840956"/>
            <a:ext cx="138779" cy="105251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6264687" y="4135373"/>
            <a:ext cx="61594" cy="108585"/>
          </a:xfrm>
          <a:custGeom>
            <a:avLst/>
            <a:gdLst/>
            <a:ahLst/>
            <a:cxnLst/>
            <a:rect l="l" t="t" r="r" b="b"/>
            <a:pathLst>
              <a:path w="61595" h="108585">
                <a:moveTo>
                  <a:pt x="25907" y="108299"/>
                </a:moveTo>
                <a:lnTo>
                  <a:pt x="0" y="108299"/>
                </a:lnTo>
                <a:lnTo>
                  <a:pt x="25907" y="0"/>
                </a:lnTo>
                <a:lnTo>
                  <a:pt x="61055" y="0"/>
                </a:lnTo>
                <a:lnTo>
                  <a:pt x="25907" y="10829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77559" y="3866864"/>
            <a:ext cx="123539" cy="97631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6644437" y="3810482"/>
            <a:ext cx="876935" cy="436245"/>
          </a:xfrm>
          <a:custGeom>
            <a:avLst/>
            <a:gdLst/>
            <a:ahLst/>
            <a:cxnLst/>
            <a:rect l="l" t="t" r="r" b="b"/>
            <a:pathLst>
              <a:path w="876934" h="436245">
                <a:moveTo>
                  <a:pt x="186029" y="24384"/>
                </a:moveTo>
                <a:lnTo>
                  <a:pt x="154025" y="7620"/>
                </a:lnTo>
                <a:lnTo>
                  <a:pt x="127469" y="49733"/>
                </a:lnTo>
                <a:lnTo>
                  <a:pt x="98933" y="88163"/>
                </a:lnTo>
                <a:lnTo>
                  <a:pt x="68262" y="122948"/>
                </a:lnTo>
                <a:lnTo>
                  <a:pt x="35331" y="154063"/>
                </a:lnTo>
                <a:lnTo>
                  <a:pt x="0" y="181546"/>
                </a:lnTo>
                <a:lnTo>
                  <a:pt x="7696" y="189280"/>
                </a:lnTo>
                <a:lnTo>
                  <a:pt x="14668" y="196596"/>
                </a:lnTo>
                <a:lnTo>
                  <a:pt x="20789" y="203619"/>
                </a:lnTo>
                <a:lnTo>
                  <a:pt x="25908" y="210502"/>
                </a:lnTo>
                <a:lnTo>
                  <a:pt x="62357" y="180441"/>
                </a:lnTo>
                <a:lnTo>
                  <a:pt x="96583" y="146951"/>
                </a:lnTo>
                <a:lnTo>
                  <a:pt x="128600" y="109880"/>
                </a:lnTo>
                <a:lnTo>
                  <a:pt x="158419" y="69075"/>
                </a:lnTo>
                <a:lnTo>
                  <a:pt x="186029" y="24384"/>
                </a:lnTo>
                <a:close/>
              </a:path>
              <a:path w="876934" h="436245">
                <a:moveTo>
                  <a:pt x="350723" y="195262"/>
                </a:moveTo>
                <a:lnTo>
                  <a:pt x="59448" y="195262"/>
                </a:lnTo>
                <a:lnTo>
                  <a:pt x="59448" y="228790"/>
                </a:lnTo>
                <a:lnTo>
                  <a:pt x="143357" y="228790"/>
                </a:lnTo>
                <a:lnTo>
                  <a:pt x="140804" y="257352"/>
                </a:lnTo>
                <a:lnTo>
                  <a:pt x="127711" y="307098"/>
                </a:lnTo>
                <a:lnTo>
                  <a:pt x="98856" y="352564"/>
                </a:lnTo>
                <a:lnTo>
                  <a:pt x="46215" y="392099"/>
                </a:lnTo>
                <a:lnTo>
                  <a:pt x="12192" y="407289"/>
                </a:lnTo>
                <a:lnTo>
                  <a:pt x="19037" y="414388"/>
                </a:lnTo>
                <a:lnTo>
                  <a:pt x="25717" y="421767"/>
                </a:lnTo>
                <a:lnTo>
                  <a:pt x="32131" y="429145"/>
                </a:lnTo>
                <a:lnTo>
                  <a:pt x="38100" y="436245"/>
                </a:lnTo>
                <a:lnTo>
                  <a:pt x="74409" y="418769"/>
                </a:lnTo>
                <a:lnTo>
                  <a:pt x="130352" y="374053"/>
                </a:lnTo>
                <a:lnTo>
                  <a:pt x="160858" y="321881"/>
                </a:lnTo>
                <a:lnTo>
                  <a:pt x="176237" y="263423"/>
                </a:lnTo>
                <a:lnTo>
                  <a:pt x="179933" y="228790"/>
                </a:lnTo>
                <a:lnTo>
                  <a:pt x="314147" y="228790"/>
                </a:lnTo>
                <a:lnTo>
                  <a:pt x="313639" y="258572"/>
                </a:lnTo>
                <a:lnTo>
                  <a:pt x="312432" y="286372"/>
                </a:lnTo>
                <a:lnTo>
                  <a:pt x="311302" y="305930"/>
                </a:lnTo>
                <a:lnTo>
                  <a:pt x="309575" y="337096"/>
                </a:lnTo>
                <a:lnTo>
                  <a:pt x="304736" y="359994"/>
                </a:lnTo>
                <a:lnTo>
                  <a:pt x="294906" y="376186"/>
                </a:lnTo>
                <a:lnTo>
                  <a:pt x="280212" y="385813"/>
                </a:lnTo>
                <a:lnTo>
                  <a:pt x="260807" y="389001"/>
                </a:lnTo>
                <a:lnTo>
                  <a:pt x="240753" y="388480"/>
                </a:lnTo>
                <a:lnTo>
                  <a:pt x="221703" y="387083"/>
                </a:lnTo>
                <a:lnTo>
                  <a:pt x="203504" y="385102"/>
                </a:lnTo>
                <a:lnTo>
                  <a:pt x="186029" y="382816"/>
                </a:lnTo>
                <a:lnTo>
                  <a:pt x="188048" y="392887"/>
                </a:lnTo>
                <a:lnTo>
                  <a:pt x="189585" y="402132"/>
                </a:lnTo>
                <a:lnTo>
                  <a:pt x="190957" y="411835"/>
                </a:lnTo>
                <a:lnTo>
                  <a:pt x="192125" y="421005"/>
                </a:lnTo>
                <a:lnTo>
                  <a:pt x="211569" y="421881"/>
                </a:lnTo>
                <a:lnTo>
                  <a:pt x="230695" y="422338"/>
                </a:lnTo>
                <a:lnTo>
                  <a:pt x="266903" y="422529"/>
                </a:lnTo>
                <a:lnTo>
                  <a:pt x="299186" y="417410"/>
                </a:lnTo>
                <a:lnTo>
                  <a:pt x="330771" y="389001"/>
                </a:lnTo>
                <a:lnTo>
                  <a:pt x="344627" y="341668"/>
                </a:lnTo>
                <a:lnTo>
                  <a:pt x="348246" y="269608"/>
                </a:lnTo>
                <a:lnTo>
                  <a:pt x="349554" y="232714"/>
                </a:lnTo>
                <a:lnTo>
                  <a:pt x="350723" y="195262"/>
                </a:lnTo>
                <a:close/>
              </a:path>
              <a:path w="876934" h="436245">
                <a:moveTo>
                  <a:pt x="442252" y="175348"/>
                </a:moveTo>
                <a:lnTo>
                  <a:pt x="396709" y="149961"/>
                </a:lnTo>
                <a:lnTo>
                  <a:pt x="356997" y="119583"/>
                </a:lnTo>
                <a:lnTo>
                  <a:pt x="323138" y="84366"/>
                </a:lnTo>
                <a:lnTo>
                  <a:pt x="295135" y="44462"/>
                </a:lnTo>
                <a:lnTo>
                  <a:pt x="272999" y="0"/>
                </a:lnTo>
                <a:lnTo>
                  <a:pt x="240995" y="13716"/>
                </a:lnTo>
                <a:lnTo>
                  <a:pt x="264604" y="61696"/>
                </a:lnTo>
                <a:lnTo>
                  <a:pt x="293497" y="105067"/>
                </a:lnTo>
                <a:lnTo>
                  <a:pt x="327799" y="143967"/>
                </a:lnTo>
                <a:lnTo>
                  <a:pt x="367690" y="178549"/>
                </a:lnTo>
                <a:lnTo>
                  <a:pt x="413296" y="208978"/>
                </a:lnTo>
                <a:lnTo>
                  <a:pt x="418465" y="201815"/>
                </a:lnTo>
                <a:lnTo>
                  <a:pt x="424916" y="193916"/>
                </a:lnTo>
                <a:lnTo>
                  <a:pt x="432803" y="185153"/>
                </a:lnTo>
                <a:lnTo>
                  <a:pt x="442252" y="175348"/>
                </a:lnTo>
                <a:close/>
              </a:path>
              <a:path w="876934" h="436245">
                <a:moveTo>
                  <a:pt x="594321" y="283730"/>
                </a:moveTo>
                <a:lnTo>
                  <a:pt x="589216" y="228485"/>
                </a:lnTo>
                <a:lnTo>
                  <a:pt x="570928" y="188963"/>
                </a:lnTo>
                <a:lnTo>
                  <a:pt x="563270" y="177584"/>
                </a:lnTo>
                <a:lnTo>
                  <a:pt x="563270" y="273799"/>
                </a:lnTo>
                <a:lnTo>
                  <a:pt x="560451" y="292125"/>
                </a:lnTo>
                <a:lnTo>
                  <a:pt x="553072" y="303555"/>
                </a:lnTo>
                <a:lnTo>
                  <a:pt x="541401" y="308140"/>
                </a:lnTo>
                <a:lnTo>
                  <a:pt x="533120" y="308724"/>
                </a:lnTo>
                <a:lnTo>
                  <a:pt x="524256" y="308330"/>
                </a:lnTo>
                <a:lnTo>
                  <a:pt x="514832" y="307060"/>
                </a:lnTo>
                <a:lnTo>
                  <a:pt x="512546" y="306616"/>
                </a:lnTo>
                <a:lnTo>
                  <a:pt x="504825" y="305092"/>
                </a:lnTo>
                <a:lnTo>
                  <a:pt x="504825" y="51816"/>
                </a:lnTo>
                <a:lnTo>
                  <a:pt x="561213" y="51816"/>
                </a:lnTo>
                <a:lnTo>
                  <a:pt x="552069" y="84213"/>
                </a:lnTo>
                <a:lnTo>
                  <a:pt x="542925" y="115150"/>
                </a:lnTo>
                <a:lnTo>
                  <a:pt x="533781" y="144919"/>
                </a:lnTo>
                <a:lnTo>
                  <a:pt x="524637" y="173824"/>
                </a:lnTo>
                <a:lnTo>
                  <a:pt x="538073" y="192417"/>
                </a:lnTo>
                <a:lnTo>
                  <a:pt x="548640" y="211251"/>
                </a:lnTo>
                <a:lnTo>
                  <a:pt x="556361" y="230073"/>
                </a:lnTo>
                <a:lnTo>
                  <a:pt x="561213" y="248602"/>
                </a:lnTo>
                <a:lnTo>
                  <a:pt x="563270" y="273799"/>
                </a:lnTo>
                <a:lnTo>
                  <a:pt x="563270" y="177584"/>
                </a:lnTo>
                <a:lnTo>
                  <a:pt x="556641" y="167728"/>
                </a:lnTo>
                <a:lnTo>
                  <a:pt x="572643" y="117246"/>
                </a:lnTo>
                <a:lnTo>
                  <a:pt x="582358" y="86474"/>
                </a:lnTo>
                <a:lnTo>
                  <a:pt x="593229" y="51816"/>
                </a:lnTo>
                <a:lnTo>
                  <a:pt x="593229" y="22860"/>
                </a:lnTo>
                <a:lnTo>
                  <a:pt x="472732" y="22860"/>
                </a:lnTo>
                <a:lnTo>
                  <a:pt x="472732" y="433197"/>
                </a:lnTo>
                <a:lnTo>
                  <a:pt x="504825" y="433197"/>
                </a:lnTo>
                <a:lnTo>
                  <a:pt x="504825" y="306616"/>
                </a:lnTo>
                <a:lnTo>
                  <a:pt x="507974" y="314629"/>
                </a:lnTo>
                <a:lnTo>
                  <a:pt x="510540" y="322808"/>
                </a:lnTo>
                <a:lnTo>
                  <a:pt x="512546" y="331254"/>
                </a:lnTo>
                <a:lnTo>
                  <a:pt x="513969" y="340144"/>
                </a:lnTo>
                <a:lnTo>
                  <a:pt x="525094" y="340995"/>
                </a:lnTo>
                <a:lnTo>
                  <a:pt x="535495" y="341287"/>
                </a:lnTo>
                <a:lnTo>
                  <a:pt x="545045" y="340995"/>
                </a:lnTo>
                <a:lnTo>
                  <a:pt x="553593" y="340144"/>
                </a:lnTo>
                <a:lnTo>
                  <a:pt x="574789" y="330111"/>
                </a:lnTo>
                <a:lnTo>
                  <a:pt x="588264" y="311365"/>
                </a:lnTo>
                <a:lnTo>
                  <a:pt x="588848" y="308724"/>
                </a:lnTo>
                <a:lnTo>
                  <a:pt x="594321" y="283730"/>
                </a:lnTo>
                <a:close/>
              </a:path>
              <a:path w="876934" h="436245">
                <a:moveTo>
                  <a:pt x="727430" y="288328"/>
                </a:moveTo>
                <a:lnTo>
                  <a:pt x="720293" y="275691"/>
                </a:lnTo>
                <a:lnTo>
                  <a:pt x="712571" y="263093"/>
                </a:lnTo>
                <a:lnTo>
                  <a:pt x="704291" y="250507"/>
                </a:lnTo>
                <a:lnTo>
                  <a:pt x="695426" y="237934"/>
                </a:lnTo>
                <a:lnTo>
                  <a:pt x="671042" y="253174"/>
                </a:lnTo>
                <a:lnTo>
                  <a:pt x="679665" y="266623"/>
                </a:lnTo>
                <a:lnTo>
                  <a:pt x="687425" y="279514"/>
                </a:lnTo>
                <a:lnTo>
                  <a:pt x="694613" y="291833"/>
                </a:lnTo>
                <a:lnTo>
                  <a:pt x="701522" y="303568"/>
                </a:lnTo>
                <a:lnTo>
                  <a:pt x="727430" y="288328"/>
                </a:lnTo>
                <a:close/>
              </a:path>
              <a:path w="876934" h="436245">
                <a:moveTo>
                  <a:pt x="823544" y="306616"/>
                </a:moveTo>
                <a:lnTo>
                  <a:pt x="779348" y="306616"/>
                </a:lnTo>
                <a:lnTo>
                  <a:pt x="787349" y="293789"/>
                </a:lnTo>
                <a:lnTo>
                  <a:pt x="803351" y="267525"/>
                </a:lnTo>
                <a:lnTo>
                  <a:pt x="811352" y="254698"/>
                </a:lnTo>
                <a:lnTo>
                  <a:pt x="783920" y="237934"/>
                </a:lnTo>
                <a:lnTo>
                  <a:pt x="776490" y="253149"/>
                </a:lnTo>
                <a:lnTo>
                  <a:pt x="768057" y="269379"/>
                </a:lnTo>
                <a:lnTo>
                  <a:pt x="758761" y="287058"/>
                </a:lnTo>
                <a:lnTo>
                  <a:pt x="748766" y="306616"/>
                </a:lnTo>
                <a:lnTo>
                  <a:pt x="660374" y="306616"/>
                </a:lnTo>
                <a:lnTo>
                  <a:pt x="660374" y="332524"/>
                </a:lnTo>
                <a:lnTo>
                  <a:pt x="725906" y="332524"/>
                </a:lnTo>
                <a:lnTo>
                  <a:pt x="725906" y="427101"/>
                </a:lnTo>
                <a:lnTo>
                  <a:pt x="756386" y="427101"/>
                </a:lnTo>
                <a:lnTo>
                  <a:pt x="756386" y="332524"/>
                </a:lnTo>
                <a:lnTo>
                  <a:pt x="823544" y="332524"/>
                </a:lnTo>
                <a:lnTo>
                  <a:pt x="823544" y="306616"/>
                </a:lnTo>
                <a:close/>
              </a:path>
              <a:path w="876934" h="436245">
                <a:moveTo>
                  <a:pt x="841832" y="79336"/>
                </a:moveTo>
                <a:lnTo>
                  <a:pt x="811352" y="79336"/>
                </a:lnTo>
                <a:lnTo>
                  <a:pt x="811352" y="106768"/>
                </a:lnTo>
                <a:lnTo>
                  <a:pt x="811352" y="149440"/>
                </a:lnTo>
                <a:lnTo>
                  <a:pt x="671042" y="149440"/>
                </a:lnTo>
                <a:lnTo>
                  <a:pt x="671042" y="106768"/>
                </a:lnTo>
                <a:lnTo>
                  <a:pt x="811352" y="106768"/>
                </a:lnTo>
                <a:lnTo>
                  <a:pt x="811352" y="79336"/>
                </a:lnTo>
                <a:lnTo>
                  <a:pt x="640562" y="79336"/>
                </a:lnTo>
                <a:lnTo>
                  <a:pt x="640562" y="187642"/>
                </a:lnTo>
                <a:lnTo>
                  <a:pt x="671042" y="187642"/>
                </a:lnTo>
                <a:lnTo>
                  <a:pt x="671042" y="176872"/>
                </a:lnTo>
                <a:lnTo>
                  <a:pt x="811352" y="176872"/>
                </a:lnTo>
                <a:lnTo>
                  <a:pt x="811352" y="187642"/>
                </a:lnTo>
                <a:lnTo>
                  <a:pt x="841832" y="187642"/>
                </a:lnTo>
                <a:lnTo>
                  <a:pt x="841832" y="176872"/>
                </a:lnTo>
                <a:lnTo>
                  <a:pt x="841832" y="149440"/>
                </a:lnTo>
                <a:lnTo>
                  <a:pt x="841832" y="106768"/>
                </a:lnTo>
                <a:lnTo>
                  <a:pt x="841832" y="79336"/>
                </a:lnTo>
                <a:close/>
              </a:path>
              <a:path w="876934" h="436245">
                <a:moveTo>
                  <a:pt x="869264" y="207454"/>
                </a:moveTo>
                <a:lnTo>
                  <a:pt x="614565" y="207454"/>
                </a:lnTo>
                <a:lnTo>
                  <a:pt x="614565" y="434721"/>
                </a:lnTo>
                <a:lnTo>
                  <a:pt x="645134" y="434721"/>
                </a:lnTo>
                <a:lnTo>
                  <a:pt x="645134" y="234886"/>
                </a:lnTo>
                <a:lnTo>
                  <a:pt x="837260" y="234886"/>
                </a:lnTo>
                <a:lnTo>
                  <a:pt x="837260" y="395097"/>
                </a:lnTo>
                <a:lnTo>
                  <a:pt x="831176" y="401180"/>
                </a:lnTo>
                <a:lnTo>
                  <a:pt x="809891" y="401167"/>
                </a:lnTo>
                <a:lnTo>
                  <a:pt x="798588" y="401002"/>
                </a:lnTo>
                <a:lnTo>
                  <a:pt x="786409" y="400545"/>
                </a:lnTo>
                <a:lnTo>
                  <a:pt x="773252" y="399669"/>
                </a:lnTo>
                <a:lnTo>
                  <a:pt x="775449" y="410057"/>
                </a:lnTo>
                <a:lnTo>
                  <a:pt x="777443" y="419100"/>
                </a:lnTo>
                <a:lnTo>
                  <a:pt x="778814" y="426250"/>
                </a:lnTo>
                <a:lnTo>
                  <a:pt x="779348" y="431673"/>
                </a:lnTo>
                <a:lnTo>
                  <a:pt x="793394" y="432549"/>
                </a:lnTo>
                <a:lnTo>
                  <a:pt x="806018" y="433006"/>
                </a:lnTo>
                <a:lnTo>
                  <a:pt x="817486" y="433171"/>
                </a:lnTo>
                <a:lnTo>
                  <a:pt x="828116" y="433197"/>
                </a:lnTo>
                <a:lnTo>
                  <a:pt x="846112" y="430631"/>
                </a:lnTo>
                <a:lnTo>
                  <a:pt x="858977" y="422910"/>
                </a:lnTo>
                <a:lnTo>
                  <a:pt x="866686" y="410057"/>
                </a:lnTo>
                <a:lnTo>
                  <a:pt x="867956" y="401193"/>
                </a:lnTo>
                <a:lnTo>
                  <a:pt x="869264" y="392049"/>
                </a:lnTo>
                <a:lnTo>
                  <a:pt x="869264" y="234886"/>
                </a:lnTo>
                <a:lnTo>
                  <a:pt x="869264" y="207454"/>
                </a:lnTo>
                <a:close/>
              </a:path>
              <a:path w="876934" h="436245">
                <a:moveTo>
                  <a:pt x="876884" y="21336"/>
                </a:moveTo>
                <a:lnTo>
                  <a:pt x="611517" y="21336"/>
                </a:lnTo>
                <a:lnTo>
                  <a:pt x="611517" y="50292"/>
                </a:lnTo>
                <a:lnTo>
                  <a:pt x="876884" y="50292"/>
                </a:lnTo>
                <a:lnTo>
                  <a:pt x="876884" y="2133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67136" y="4124705"/>
            <a:ext cx="109728" cy="112871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9928" y="4631150"/>
            <a:ext cx="109823" cy="111347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312830" y="4512183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20">
                <a:moveTo>
                  <a:pt x="148018" y="324897"/>
                </a:moveTo>
                <a:lnTo>
                  <a:pt x="86975" y="313646"/>
                </a:lnTo>
                <a:lnTo>
                  <a:pt x="39719" y="280606"/>
                </a:lnTo>
                <a:lnTo>
                  <a:pt x="10144" y="231636"/>
                </a:lnTo>
                <a:lnTo>
                  <a:pt x="0" y="167735"/>
                </a:lnTo>
                <a:lnTo>
                  <a:pt x="2872" y="131953"/>
                </a:lnTo>
                <a:lnTo>
                  <a:pt x="25797" y="71214"/>
                </a:lnTo>
                <a:lnTo>
                  <a:pt x="69462" y="25717"/>
                </a:lnTo>
                <a:lnTo>
                  <a:pt x="127079" y="2857"/>
                </a:lnTo>
                <a:lnTo>
                  <a:pt x="160210" y="0"/>
                </a:lnTo>
                <a:lnTo>
                  <a:pt x="181951" y="833"/>
                </a:lnTo>
                <a:lnTo>
                  <a:pt x="201549" y="3238"/>
                </a:lnTo>
                <a:lnTo>
                  <a:pt x="219146" y="7072"/>
                </a:lnTo>
                <a:lnTo>
                  <a:pt x="234886" y="12191"/>
                </a:lnTo>
                <a:lnTo>
                  <a:pt x="234886" y="51815"/>
                </a:lnTo>
                <a:lnTo>
                  <a:pt x="217431" y="43814"/>
                </a:lnTo>
                <a:lnTo>
                  <a:pt x="199263" y="38099"/>
                </a:lnTo>
                <a:lnTo>
                  <a:pt x="180236" y="34670"/>
                </a:lnTo>
                <a:lnTo>
                  <a:pt x="160210" y="33527"/>
                </a:lnTo>
                <a:lnTo>
                  <a:pt x="134128" y="35790"/>
                </a:lnTo>
                <a:lnTo>
                  <a:pt x="90036" y="53459"/>
                </a:lnTo>
                <a:lnTo>
                  <a:pt x="57483" y="88335"/>
                </a:lnTo>
                <a:lnTo>
                  <a:pt x="40433" y="137026"/>
                </a:lnTo>
                <a:lnTo>
                  <a:pt x="38195" y="166211"/>
                </a:lnTo>
                <a:lnTo>
                  <a:pt x="40195" y="193412"/>
                </a:lnTo>
                <a:lnTo>
                  <a:pt x="56197" y="239171"/>
                </a:lnTo>
                <a:lnTo>
                  <a:pt x="86702" y="272629"/>
                </a:lnTo>
                <a:lnTo>
                  <a:pt x="128318" y="289250"/>
                </a:lnTo>
                <a:lnTo>
                  <a:pt x="152590" y="291274"/>
                </a:lnTo>
                <a:lnTo>
                  <a:pt x="175521" y="289869"/>
                </a:lnTo>
                <a:lnTo>
                  <a:pt x="196596" y="285749"/>
                </a:lnTo>
                <a:lnTo>
                  <a:pt x="216241" y="279058"/>
                </a:lnTo>
                <a:lnTo>
                  <a:pt x="234886" y="269938"/>
                </a:lnTo>
                <a:lnTo>
                  <a:pt x="234886" y="306609"/>
                </a:lnTo>
                <a:lnTo>
                  <a:pt x="215741" y="314610"/>
                </a:lnTo>
                <a:lnTo>
                  <a:pt x="194881" y="320325"/>
                </a:lnTo>
                <a:lnTo>
                  <a:pt x="172307" y="323754"/>
                </a:lnTo>
                <a:lnTo>
                  <a:pt x="14801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595056" y="4786693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30480" y="48863"/>
                </a:moveTo>
                <a:lnTo>
                  <a:pt x="24384" y="48863"/>
                </a:lnTo>
                <a:lnTo>
                  <a:pt x="16764" y="48863"/>
                </a:lnTo>
                <a:lnTo>
                  <a:pt x="10668" y="47339"/>
                </a:lnTo>
                <a:lnTo>
                  <a:pt x="1524" y="38195"/>
                </a:lnTo>
                <a:lnTo>
                  <a:pt x="0" y="32099"/>
                </a:lnTo>
                <a:lnTo>
                  <a:pt x="0" y="18288"/>
                </a:lnTo>
                <a:lnTo>
                  <a:pt x="1524" y="12192"/>
                </a:lnTo>
                <a:lnTo>
                  <a:pt x="10668" y="3048"/>
                </a:lnTo>
                <a:lnTo>
                  <a:pt x="16764" y="0"/>
                </a:lnTo>
                <a:lnTo>
                  <a:pt x="30480" y="0"/>
                </a:lnTo>
                <a:lnTo>
                  <a:pt x="36576" y="3048"/>
                </a:lnTo>
                <a:lnTo>
                  <a:pt x="45720" y="12192"/>
                </a:lnTo>
                <a:lnTo>
                  <a:pt x="48768" y="18288"/>
                </a:lnTo>
                <a:lnTo>
                  <a:pt x="48768" y="32099"/>
                </a:lnTo>
                <a:lnTo>
                  <a:pt x="45720" y="38195"/>
                </a:lnTo>
                <a:lnTo>
                  <a:pt x="36576" y="47339"/>
                </a:lnTo>
                <a:lnTo>
                  <a:pt x="30480" y="488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814607" y="4460271"/>
            <a:ext cx="384810" cy="431800"/>
          </a:xfrm>
          <a:custGeom>
            <a:avLst/>
            <a:gdLst/>
            <a:ahLst/>
            <a:cxnLst/>
            <a:rect l="l" t="t" r="r" b="b"/>
            <a:pathLst>
              <a:path w="384810" h="431800">
                <a:moveTo>
                  <a:pt x="219646" y="161734"/>
                </a:moveTo>
                <a:lnTo>
                  <a:pt x="182975" y="161734"/>
                </a:lnTo>
                <a:lnTo>
                  <a:pt x="182975" y="0"/>
                </a:lnTo>
                <a:lnTo>
                  <a:pt x="219646" y="0"/>
                </a:lnTo>
                <a:lnTo>
                  <a:pt x="219646" y="161734"/>
                </a:lnTo>
                <a:close/>
              </a:path>
              <a:path w="384810" h="431800">
                <a:moveTo>
                  <a:pt x="109823" y="138779"/>
                </a:moveTo>
                <a:lnTo>
                  <a:pt x="90962" y="114774"/>
                </a:lnTo>
                <a:lnTo>
                  <a:pt x="70949" y="90761"/>
                </a:lnTo>
                <a:lnTo>
                  <a:pt x="49775" y="66730"/>
                </a:lnTo>
                <a:lnTo>
                  <a:pt x="27432" y="42672"/>
                </a:lnTo>
                <a:lnTo>
                  <a:pt x="51816" y="21336"/>
                </a:lnTo>
                <a:lnTo>
                  <a:pt x="75326" y="43417"/>
                </a:lnTo>
                <a:lnTo>
                  <a:pt x="97809" y="66186"/>
                </a:lnTo>
                <a:lnTo>
                  <a:pt x="119418" y="89795"/>
                </a:lnTo>
                <a:lnTo>
                  <a:pt x="140303" y="114395"/>
                </a:lnTo>
                <a:lnTo>
                  <a:pt x="109823" y="138779"/>
                </a:lnTo>
                <a:close/>
              </a:path>
              <a:path w="384810" h="431800">
                <a:moveTo>
                  <a:pt x="285178" y="140303"/>
                </a:moveTo>
                <a:lnTo>
                  <a:pt x="257746" y="117443"/>
                </a:lnTo>
                <a:lnTo>
                  <a:pt x="280369" y="96010"/>
                </a:lnTo>
                <a:lnTo>
                  <a:pt x="302716" y="72854"/>
                </a:lnTo>
                <a:lnTo>
                  <a:pt x="325080" y="47965"/>
                </a:lnTo>
                <a:lnTo>
                  <a:pt x="347757" y="21336"/>
                </a:lnTo>
                <a:lnTo>
                  <a:pt x="378237" y="44196"/>
                </a:lnTo>
                <a:lnTo>
                  <a:pt x="354481" y="70611"/>
                </a:lnTo>
                <a:lnTo>
                  <a:pt x="331136" y="95142"/>
                </a:lnTo>
                <a:lnTo>
                  <a:pt x="308077" y="118227"/>
                </a:lnTo>
                <a:lnTo>
                  <a:pt x="285178" y="140303"/>
                </a:lnTo>
                <a:close/>
              </a:path>
              <a:path w="384810" h="431800">
                <a:moveTo>
                  <a:pt x="384333" y="431673"/>
                </a:moveTo>
                <a:lnTo>
                  <a:pt x="347757" y="431673"/>
                </a:lnTo>
                <a:lnTo>
                  <a:pt x="347757" y="405765"/>
                </a:lnTo>
                <a:lnTo>
                  <a:pt x="0" y="405765"/>
                </a:lnTo>
                <a:lnTo>
                  <a:pt x="0" y="373761"/>
                </a:lnTo>
                <a:lnTo>
                  <a:pt x="347757" y="373761"/>
                </a:lnTo>
                <a:lnTo>
                  <a:pt x="347757" y="298989"/>
                </a:lnTo>
                <a:lnTo>
                  <a:pt x="27432" y="298989"/>
                </a:lnTo>
                <a:lnTo>
                  <a:pt x="27432" y="266985"/>
                </a:lnTo>
                <a:lnTo>
                  <a:pt x="347757" y="266985"/>
                </a:lnTo>
                <a:lnTo>
                  <a:pt x="347757" y="193738"/>
                </a:lnTo>
                <a:lnTo>
                  <a:pt x="13716" y="193738"/>
                </a:lnTo>
                <a:lnTo>
                  <a:pt x="13716" y="161734"/>
                </a:lnTo>
                <a:lnTo>
                  <a:pt x="384333" y="161734"/>
                </a:lnTo>
                <a:lnTo>
                  <a:pt x="384333" y="4316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244648" y="4455705"/>
            <a:ext cx="887730" cy="436245"/>
          </a:xfrm>
          <a:custGeom>
            <a:avLst/>
            <a:gdLst/>
            <a:ahLst/>
            <a:cxnLst/>
            <a:rect l="l" t="t" r="r" b="b"/>
            <a:pathLst>
              <a:path w="887730" h="436245">
                <a:moveTo>
                  <a:pt x="434632" y="56476"/>
                </a:moveTo>
                <a:lnTo>
                  <a:pt x="186131" y="56476"/>
                </a:lnTo>
                <a:lnTo>
                  <a:pt x="191579" y="44094"/>
                </a:lnTo>
                <a:lnTo>
                  <a:pt x="196608" y="32016"/>
                </a:lnTo>
                <a:lnTo>
                  <a:pt x="201345" y="19951"/>
                </a:lnTo>
                <a:lnTo>
                  <a:pt x="205943" y="7620"/>
                </a:lnTo>
                <a:lnTo>
                  <a:pt x="169265" y="0"/>
                </a:lnTo>
                <a:lnTo>
                  <a:pt x="164426" y="14592"/>
                </a:lnTo>
                <a:lnTo>
                  <a:pt x="159169" y="28778"/>
                </a:lnTo>
                <a:lnTo>
                  <a:pt x="153619" y="42684"/>
                </a:lnTo>
                <a:lnTo>
                  <a:pt x="147929" y="56476"/>
                </a:lnTo>
                <a:lnTo>
                  <a:pt x="12192" y="56476"/>
                </a:lnTo>
                <a:lnTo>
                  <a:pt x="12192" y="88480"/>
                </a:lnTo>
                <a:lnTo>
                  <a:pt x="131165" y="88480"/>
                </a:lnTo>
                <a:lnTo>
                  <a:pt x="105117" y="130822"/>
                </a:lnTo>
                <a:lnTo>
                  <a:pt x="74764" y="171018"/>
                </a:lnTo>
                <a:lnTo>
                  <a:pt x="39827" y="209219"/>
                </a:lnTo>
                <a:lnTo>
                  <a:pt x="0" y="245554"/>
                </a:lnTo>
                <a:lnTo>
                  <a:pt x="5461" y="253568"/>
                </a:lnTo>
                <a:lnTo>
                  <a:pt x="10477" y="261607"/>
                </a:lnTo>
                <a:lnTo>
                  <a:pt x="15227" y="269633"/>
                </a:lnTo>
                <a:lnTo>
                  <a:pt x="19812" y="277647"/>
                </a:lnTo>
                <a:lnTo>
                  <a:pt x="38976" y="260197"/>
                </a:lnTo>
                <a:lnTo>
                  <a:pt x="57238" y="242328"/>
                </a:lnTo>
                <a:lnTo>
                  <a:pt x="74345" y="224193"/>
                </a:lnTo>
                <a:lnTo>
                  <a:pt x="90017" y="205930"/>
                </a:lnTo>
                <a:lnTo>
                  <a:pt x="90017" y="433197"/>
                </a:lnTo>
                <a:lnTo>
                  <a:pt x="125069" y="433197"/>
                </a:lnTo>
                <a:lnTo>
                  <a:pt x="125069" y="334035"/>
                </a:lnTo>
                <a:lnTo>
                  <a:pt x="346240" y="334035"/>
                </a:lnTo>
                <a:lnTo>
                  <a:pt x="346240" y="364617"/>
                </a:lnTo>
                <a:lnTo>
                  <a:pt x="344258" y="377736"/>
                </a:lnTo>
                <a:lnTo>
                  <a:pt x="338416" y="387286"/>
                </a:lnTo>
                <a:lnTo>
                  <a:pt x="328841" y="393115"/>
                </a:lnTo>
                <a:lnTo>
                  <a:pt x="315671" y="395097"/>
                </a:lnTo>
                <a:lnTo>
                  <a:pt x="302234" y="394830"/>
                </a:lnTo>
                <a:lnTo>
                  <a:pt x="287096" y="394144"/>
                </a:lnTo>
                <a:lnTo>
                  <a:pt x="251663" y="392049"/>
                </a:lnTo>
                <a:lnTo>
                  <a:pt x="253034" y="402031"/>
                </a:lnTo>
                <a:lnTo>
                  <a:pt x="254711" y="411289"/>
                </a:lnTo>
                <a:lnTo>
                  <a:pt x="256374" y="419696"/>
                </a:lnTo>
                <a:lnTo>
                  <a:pt x="257759" y="427101"/>
                </a:lnTo>
                <a:lnTo>
                  <a:pt x="327952" y="427101"/>
                </a:lnTo>
                <a:lnTo>
                  <a:pt x="351078" y="423672"/>
                </a:lnTo>
                <a:lnTo>
                  <a:pt x="367766" y="413385"/>
                </a:lnTo>
                <a:lnTo>
                  <a:pt x="377888" y="396240"/>
                </a:lnTo>
                <a:lnTo>
                  <a:pt x="378053" y="395097"/>
                </a:lnTo>
                <a:lnTo>
                  <a:pt x="381292" y="372237"/>
                </a:lnTo>
                <a:lnTo>
                  <a:pt x="381292" y="334035"/>
                </a:lnTo>
                <a:lnTo>
                  <a:pt x="381292" y="303555"/>
                </a:lnTo>
                <a:lnTo>
                  <a:pt x="381292" y="251650"/>
                </a:lnTo>
                <a:lnTo>
                  <a:pt x="381292" y="221170"/>
                </a:lnTo>
                <a:lnTo>
                  <a:pt x="381292" y="169354"/>
                </a:lnTo>
                <a:lnTo>
                  <a:pt x="381292" y="138772"/>
                </a:lnTo>
                <a:lnTo>
                  <a:pt x="346240" y="138772"/>
                </a:lnTo>
                <a:lnTo>
                  <a:pt x="346240" y="169354"/>
                </a:lnTo>
                <a:lnTo>
                  <a:pt x="346240" y="221170"/>
                </a:lnTo>
                <a:lnTo>
                  <a:pt x="346240" y="251650"/>
                </a:lnTo>
                <a:lnTo>
                  <a:pt x="346240" y="303555"/>
                </a:lnTo>
                <a:lnTo>
                  <a:pt x="125069" y="303555"/>
                </a:lnTo>
                <a:lnTo>
                  <a:pt x="125069" y="251650"/>
                </a:lnTo>
                <a:lnTo>
                  <a:pt x="346240" y="251650"/>
                </a:lnTo>
                <a:lnTo>
                  <a:pt x="346240" y="221170"/>
                </a:lnTo>
                <a:lnTo>
                  <a:pt x="125069" y="221170"/>
                </a:lnTo>
                <a:lnTo>
                  <a:pt x="125069" y="205930"/>
                </a:lnTo>
                <a:lnTo>
                  <a:pt x="125069" y="169354"/>
                </a:lnTo>
                <a:lnTo>
                  <a:pt x="346240" y="169354"/>
                </a:lnTo>
                <a:lnTo>
                  <a:pt x="346240" y="138772"/>
                </a:lnTo>
                <a:lnTo>
                  <a:pt x="140309" y="138772"/>
                </a:lnTo>
                <a:lnTo>
                  <a:pt x="148932" y="126199"/>
                </a:lnTo>
                <a:lnTo>
                  <a:pt x="156692" y="113626"/>
                </a:lnTo>
                <a:lnTo>
                  <a:pt x="163880" y="101053"/>
                </a:lnTo>
                <a:lnTo>
                  <a:pt x="170789" y="88480"/>
                </a:lnTo>
                <a:lnTo>
                  <a:pt x="434632" y="88480"/>
                </a:lnTo>
                <a:lnTo>
                  <a:pt x="434632" y="56476"/>
                </a:lnTo>
                <a:close/>
              </a:path>
              <a:path w="887730" h="436245">
                <a:moveTo>
                  <a:pt x="577977" y="83908"/>
                </a:moveTo>
                <a:lnTo>
                  <a:pt x="561962" y="66776"/>
                </a:lnTo>
                <a:lnTo>
                  <a:pt x="545782" y="49771"/>
                </a:lnTo>
                <a:lnTo>
                  <a:pt x="529336" y="33045"/>
                </a:lnTo>
                <a:lnTo>
                  <a:pt x="512445" y="16764"/>
                </a:lnTo>
                <a:lnTo>
                  <a:pt x="486537" y="39624"/>
                </a:lnTo>
                <a:lnTo>
                  <a:pt x="500761" y="54495"/>
                </a:lnTo>
                <a:lnTo>
                  <a:pt x="515683" y="71335"/>
                </a:lnTo>
                <a:lnTo>
                  <a:pt x="530910" y="89865"/>
                </a:lnTo>
                <a:lnTo>
                  <a:pt x="545973" y="109816"/>
                </a:lnTo>
                <a:lnTo>
                  <a:pt x="577977" y="83908"/>
                </a:lnTo>
                <a:close/>
              </a:path>
              <a:path w="887730" h="436245">
                <a:moveTo>
                  <a:pt x="603986" y="343192"/>
                </a:moveTo>
                <a:lnTo>
                  <a:pt x="603084" y="333781"/>
                </a:lnTo>
                <a:lnTo>
                  <a:pt x="601840" y="313829"/>
                </a:lnTo>
                <a:lnTo>
                  <a:pt x="600938" y="303568"/>
                </a:lnTo>
                <a:lnTo>
                  <a:pt x="556907" y="333781"/>
                </a:lnTo>
                <a:lnTo>
                  <a:pt x="542925" y="343192"/>
                </a:lnTo>
                <a:lnTo>
                  <a:pt x="542925" y="149440"/>
                </a:lnTo>
                <a:lnTo>
                  <a:pt x="452920" y="149440"/>
                </a:lnTo>
                <a:lnTo>
                  <a:pt x="452920" y="181546"/>
                </a:lnTo>
                <a:lnTo>
                  <a:pt x="509397" y="181546"/>
                </a:lnTo>
                <a:lnTo>
                  <a:pt x="509397" y="337096"/>
                </a:lnTo>
                <a:lnTo>
                  <a:pt x="508304" y="348869"/>
                </a:lnTo>
                <a:lnTo>
                  <a:pt x="505206" y="359232"/>
                </a:lnTo>
                <a:lnTo>
                  <a:pt x="500405" y="368465"/>
                </a:lnTo>
                <a:lnTo>
                  <a:pt x="494157" y="376809"/>
                </a:lnTo>
                <a:lnTo>
                  <a:pt x="515493" y="405765"/>
                </a:lnTo>
                <a:lnTo>
                  <a:pt x="532091" y="392569"/>
                </a:lnTo>
                <a:lnTo>
                  <a:pt x="552272" y="377939"/>
                </a:lnTo>
                <a:lnTo>
                  <a:pt x="576186" y="361581"/>
                </a:lnTo>
                <a:lnTo>
                  <a:pt x="603986" y="343192"/>
                </a:lnTo>
                <a:close/>
              </a:path>
              <a:path w="887730" h="436245">
                <a:moveTo>
                  <a:pt x="886117" y="132676"/>
                </a:moveTo>
                <a:lnTo>
                  <a:pt x="838784" y="132676"/>
                </a:lnTo>
                <a:lnTo>
                  <a:pt x="829894" y="131521"/>
                </a:lnTo>
                <a:lnTo>
                  <a:pt x="823734" y="127914"/>
                </a:lnTo>
                <a:lnTo>
                  <a:pt x="820127" y="121754"/>
                </a:lnTo>
                <a:lnTo>
                  <a:pt x="818972" y="112864"/>
                </a:lnTo>
                <a:lnTo>
                  <a:pt x="818972" y="56476"/>
                </a:lnTo>
                <a:lnTo>
                  <a:pt x="818972" y="24384"/>
                </a:lnTo>
                <a:lnTo>
                  <a:pt x="640562" y="24384"/>
                </a:lnTo>
                <a:lnTo>
                  <a:pt x="640562" y="70192"/>
                </a:lnTo>
                <a:lnTo>
                  <a:pt x="636536" y="98209"/>
                </a:lnTo>
                <a:lnTo>
                  <a:pt x="624357" y="122783"/>
                </a:lnTo>
                <a:lnTo>
                  <a:pt x="603872" y="143967"/>
                </a:lnTo>
                <a:lnTo>
                  <a:pt x="574929" y="161734"/>
                </a:lnTo>
                <a:lnTo>
                  <a:pt x="581774" y="168592"/>
                </a:lnTo>
                <a:lnTo>
                  <a:pt x="588467" y="175450"/>
                </a:lnTo>
                <a:lnTo>
                  <a:pt x="594906" y="182308"/>
                </a:lnTo>
                <a:lnTo>
                  <a:pt x="600938" y="189166"/>
                </a:lnTo>
                <a:lnTo>
                  <a:pt x="632942" y="167119"/>
                </a:lnTo>
                <a:lnTo>
                  <a:pt x="655802" y="139776"/>
                </a:lnTo>
                <a:lnTo>
                  <a:pt x="669518" y="107010"/>
                </a:lnTo>
                <a:lnTo>
                  <a:pt x="674090" y="68668"/>
                </a:lnTo>
                <a:lnTo>
                  <a:pt x="674090" y="56476"/>
                </a:lnTo>
                <a:lnTo>
                  <a:pt x="783920" y="56476"/>
                </a:lnTo>
                <a:lnTo>
                  <a:pt x="783920" y="120484"/>
                </a:lnTo>
                <a:lnTo>
                  <a:pt x="786485" y="140512"/>
                </a:lnTo>
                <a:lnTo>
                  <a:pt x="794207" y="154825"/>
                </a:lnTo>
                <a:lnTo>
                  <a:pt x="807059" y="163436"/>
                </a:lnTo>
                <a:lnTo>
                  <a:pt x="825068" y="166306"/>
                </a:lnTo>
                <a:lnTo>
                  <a:pt x="883069" y="166306"/>
                </a:lnTo>
                <a:lnTo>
                  <a:pt x="883970" y="158267"/>
                </a:lnTo>
                <a:lnTo>
                  <a:pt x="885215" y="141579"/>
                </a:lnTo>
                <a:lnTo>
                  <a:pt x="886117" y="132676"/>
                </a:lnTo>
                <a:close/>
              </a:path>
              <a:path w="887730" h="436245">
                <a:moveTo>
                  <a:pt x="887641" y="398145"/>
                </a:moveTo>
                <a:lnTo>
                  <a:pt x="849909" y="389623"/>
                </a:lnTo>
                <a:lnTo>
                  <a:pt x="792010" y="367665"/>
                </a:lnTo>
                <a:lnTo>
                  <a:pt x="753440" y="346240"/>
                </a:lnTo>
                <a:lnTo>
                  <a:pt x="773696" y="326428"/>
                </a:lnTo>
                <a:lnTo>
                  <a:pt x="777697" y="322516"/>
                </a:lnTo>
                <a:lnTo>
                  <a:pt x="800112" y="294792"/>
                </a:lnTo>
                <a:lnTo>
                  <a:pt x="820508" y="263042"/>
                </a:lnTo>
                <a:lnTo>
                  <a:pt x="838784" y="227266"/>
                </a:lnTo>
                <a:lnTo>
                  <a:pt x="838784" y="196786"/>
                </a:lnTo>
                <a:lnTo>
                  <a:pt x="799160" y="196786"/>
                </a:lnTo>
                <a:lnTo>
                  <a:pt x="799160" y="227266"/>
                </a:lnTo>
                <a:lnTo>
                  <a:pt x="784288" y="256730"/>
                </a:lnTo>
                <a:lnTo>
                  <a:pt x="767143" y="283171"/>
                </a:lnTo>
                <a:lnTo>
                  <a:pt x="747674" y="306438"/>
                </a:lnTo>
                <a:lnTo>
                  <a:pt x="725906" y="326428"/>
                </a:lnTo>
                <a:lnTo>
                  <a:pt x="703592" y="304088"/>
                </a:lnTo>
                <a:lnTo>
                  <a:pt x="684568" y="280314"/>
                </a:lnTo>
                <a:lnTo>
                  <a:pt x="668680" y="254800"/>
                </a:lnTo>
                <a:lnTo>
                  <a:pt x="655802" y="227266"/>
                </a:lnTo>
                <a:lnTo>
                  <a:pt x="799160" y="227266"/>
                </a:lnTo>
                <a:lnTo>
                  <a:pt x="799160" y="196786"/>
                </a:lnTo>
                <a:lnTo>
                  <a:pt x="599414" y="196786"/>
                </a:lnTo>
                <a:lnTo>
                  <a:pt x="599414" y="227266"/>
                </a:lnTo>
                <a:lnTo>
                  <a:pt x="623798" y="227266"/>
                </a:lnTo>
                <a:lnTo>
                  <a:pt x="636943" y="260464"/>
                </a:lnTo>
                <a:lnTo>
                  <a:pt x="653516" y="291363"/>
                </a:lnTo>
                <a:lnTo>
                  <a:pt x="673519" y="319938"/>
                </a:lnTo>
                <a:lnTo>
                  <a:pt x="696950" y="346240"/>
                </a:lnTo>
                <a:lnTo>
                  <a:pt x="665759" y="363080"/>
                </a:lnTo>
                <a:lnTo>
                  <a:pt x="631405" y="378891"/>
                </a:lnTo>
                <a:lnTo>
                  <a:pt x="593610" y="393268"/>
                </a:lnTo>
                <a:lnTo>
                  <a:pt x="552069" y="405765"/>
                </a:lnTo>
                <a:lnTo>
                  <a:pt x="557784" y="412889"/>
                </a:lnTo>
                <a:lnTo>
                  <a:pt x="563499" y="420433"/>
                </a:lnTo>
                <a:lnTo>
                  <a:pt x="569214" y="428269"/>
                </a:lnTo>
                <a:lnTo>
                  <a:pt x="574929" y="436245"/>
                </a:lnTo>
                <a:lnTo>
                  <a:pt x="617829" y="421678"/>
                </a:lnTo>
                <a:lnTo>
                  <a:pt x="657123" y="405384"/>
                </a:lnTo>
                <a:lnTo>
                  <a:pt x="692683" y="387388"/>
                </a:lnTo>
                <a:lnTo>
                  <a:pt x="724382" y="367665"/>
                </a:lnTo>
                <a:lnTo>
                  <a:pt x="755294" y="387972"/>
                </a:lnTo>
                <a:lnTo>
                  <a:pt x="788479" y="405574"/>
                </a:lnTo>
                <a:lnTo>
                  <a:pt x="823912" y="420598"/>
                </a:lnTo>
                <a:lnTo>
                  <a:pt x="861644" y="433197"/>
                </a:lnTo>
                <a:lnTo>
                  <a:pt x="867625" y="424929"/>
                </a:lnTo>
                <a:lnTo>
                  <a:pt x="874064" y="416242"/>
                </a:lnTo>
                <a:lnTo>
                  <a:pt x="887641" y="3981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3142957" y="4458754"/>
            <a:ext cx="2679700" cy="434975"/>
          </a:xfrm>
          <a:custGeom>
            <a:avLst/>
            <a:gdLst/>
            <a:ahLst/>
            <a:cxnLst/>
            <a:rect l="l" t="t" r="r" b="b"/>
            <a:pathLst>
              <a:path w="2679700" h="434975">
                <a:moveTo>
                  <a:pt x="375094" y="263931"/>
                </a:moveTo>
                <a:lnTo>
                  <a:pt x="344614" y="263931"/>
                </a:lnTo>
                <a:lnTo>
                  <a:pt x="344614" y="291363"/>
                </a:lnTo>
                <a:lnTo>
                  <a:pt x="375094" y="291363"/>
                </a:lnTo>
                <a:lnTo>
                  <a:pt x="375094" y="263931"/>
                </a:lnTo>
                <a:close/>
              </a:path>
              <a:path w="2679700" h="434975">
                <a:moveTo>
                  <a:pt x="398056" y="106768"/>
                </a:moveTo>
                <a:lnTo>
                  <a:pt x="367474" y="106768"/>
                </a:lnTo>
                <a:lnTo>
                  <a:pt x="367474" y="117436"/>
                </a:lnTo>
                <a:lnTo>
                  <a:pt x="398056" y="117436"/>
                </a:lnTo>
                <a:lnTo>
                  <a:pt x="398056" y="106768"/>
                </a:lnTo>
                <a:close/>
              </a:path>
              <a:path w="2679700" h="434975">
                <a:moveTo>
                  <a:pt x="398056" y="19939"/>
                </a:moveTo>
                <a:lnTo>
                  <a:pt x="367474" y="19939"/>
                </a:lnTo>
                <a:lnTo>
                  <a:pt x="367474" y="42799"/>
                </a:lnTo>
                <a:lnTo>
                  <a:pt x="367474" y="83439"/>
                </a:lnTo>
                <a:lnTo>
                  <a:pt x="286702" y="83439"/>
                </a:lnTo>
                <a:lnTo>
                  <a:pt x="286702" y="42799"/>
                </a:lnTo>
                <a:lnTo>
                  <a:pt x="367474" y="42799"/>
                </a:lnTo>
                <a:lnTo>
                  <a:pt x="367474" y="19939"/>
                </a:lnTo>
                <a:lnTo>
                  <a:pt x="257746" y="19939"/>
                </a:lnTo>
                <a:lnTo>
                  <a:pt x="257746" y="42799"/>
                </a:lnTo>
                <a:lnTo>
                  <a:pt x="257746" y="83439"/>
                </a:lnTo>
                <a:lnTo>
                  <a:pt x="178409" y="83439"/>
                </a:lnTo>
                <a:lnTo>
                  <a:pt x="178409" y="42799"/>
                </a:lnTo>
                <a:lnTo>
                  <a:pt x="257746" y="42799"/>
                </a:lnTo>
                <a:lnTo>
                  <a:pt x="257746" y="19939"/>
                </a:lnTo>
                <a:lnTo>
                  <a:pt x="149453" y="19939"/>
                </a:lnTo>
                <a:lnTo>
                  <a:pt x="149453" y="42799"/>
                </a:lnTo>
                <a:lnTo>
                  <a:pt x="149453" y="83439"/>
                </a:lnTo>
                <a:lnTo>
                  <a:pt x="68580" y="83439"/>
                </a:lnTo>
                <a:lnTo>
                  <a:pt x="68580" y="42799"/>
                </a:lnTo>
                <a:lnTo>
                  <a:pt x="149453" y="42799"/>
                </a:lnTo>
                <a:lnTo>
                  <a:pt x="149453" y="19939"/>
                </a:lnTo>
                <a:lnTo>
                  <a:pt x="38100" y="19939"/>
                </a:lnTo>
                <a:lnTo>
                  <a:pt x="38100" y="42799"/>
                </a:lnTo>
                <a:lnTo>
                  <a:pt x="38100" y="83439"/>
                </a:lnTo>
                <a:lnTo>
                  <a:pt x="38100" y="106299"/>
                </a:lnTo>
                <a:lnTo>
                  <a:pt x="38100" y="117729"/>
                </a:lnTo>
                <a:lnTo>
                  <a:pt x="68580" y="117729"/>
                </a:lnTo>
                <a:lnTo>
                  <a:pt x="68580" y="106299"/>
                </a:lnTo>
                <a:lnTo>
                  <a:pt x="398056" y="106299"/>
                </a:lnTo>
                <a:lnTo>
                  <a:pt x="398056" y="83908"/>
                </a:lnTo>
                <a:lnTo>
                  <a:pt x="398056" y="83439"/>
                </a:lnTo>
                <a:lnTo>
                  <a:pt x="398056" y="42799"/>
                </a:lnTo>
                <a:lnTo>
                  <a:pt x="398056" y="42672"/>
                </a:lnTo>
                <a:lnTo>
                  <a:pt x="398056" y="19939"/>
                </a:lnTo>
                <a:close/>
              </a:path>
              <a:path w="2679700" h="434975">
                <a:moveTo>
                  <a:pt x="434632" y="392049"/>
                </a:moveTo>
                <a:lnTo>
                  <a:pt x="375094" y="392049"/>
                </a:lnTo>
                <a:lnTo>
                  <a:pt x="375094" y="364617"/>
                </a:lnTo>
                <a:lnTo>
                  <a:pt x="344614" y="364617"/>
                </a:lnTo>
                <a:lnTo>
                  <a:pt x="344614" y="392049"/>
                </a:lnTo>
                <a:lnTo>
                  <a:pt x="96012" y="392049"/>
                </a:lnTo>
                <a:lnTo>
                  <a:pt x="96012" y="364109"/>
                </a:lnTo>
                <a:lnTo>
                  <a:pt x="375094" y="364109"/>
                </a:lnTo>
                <a:lnTo>
                  <a:pt x="375094" y="341655"/>
                </a:lnTo>
                <a:lnTo>
                  <a:pt x="375094" y="341249"/>
                </a:lnTo>
                <a:lnTo>
                  <a:pt x="375094" y="314579"/>
                </a:lnTo>
                <a:lnTo>
                  <a:pt x="375094" y="314223"/>
                </a:lnTo>
                <a:lnTo>
                  <a:pt x="375094" y="291719"/>
                </a:lnTo>
                <a:lnTo>
                  <a:pt x="344614" y="291719"/>
                </a:lnTo>
                <a:lnTo>
                  <a:pt x="344614" y="314579"/>
                </a:lnTo>
                <a:lnTo>
                  <a:pt x="344614" y="341249"/>
                </a:lnTo>
                <a:lnTo>
                  <a:pt x="96012" y="341249"/>
                </a:lnTo>
                <a:lnTo>
                  <a:pt x="96012" y="314579"/>
                </a:lnTo>
                <a:lnTo>
                  <a:pt x="344614" y="314579"/>
                </a:lnTo>
                <a:lnTo>
                  <a:pt x="344614" y="291719"/>
                </a:lnTo>
                <a:lnTo>
                  <a:pt x="96012" y="291719"/>
                </a:lnTo>
                <a:lnTo>
                  <a:pt x="96012" y="263779"/>
                </a:lnTo>
                <a:lnTo>
                  <a:pt x="375094" y="263779"/>
                </a:lnTo>
                <a:lnTo>
                  <a:pt x="375094" y="240982"/>
                </a:lnTo>
                <a:lnTo>
                  <a:pt x="375094" y="213550"/>
                </a:lnTo>
                <a:lnTo>
                  <a:pt x="344614" y="213550"/>
                </a:lnTo>
                <a:lnTo>
                  <a:pt x="344614" y="240919"/>
                </a:lnTo>
                <a:lnTo>
                  <a:pt x="96012" y="240919"/>
                </a:lnTo>
                <a:lnTo>
                  <a:pt x="96012" y="212979"/>
                </a:lnTo>
                <a:lnTo>
                  <a:pt x="375094" y="212979"/>
                </a:lnTo>
                <a:lnTo>
                  <a:pt x="375094" y="188849"/>
                </a:lnTo>
                <a:lnTo>
                  <a:pt x="231749" y="188849"/>
                </a:lnTo>
                <a:lnTo>
                  <a:pt x="231749" y="161734"/>
                </a:lnTo>
                <a:lnTo>
                  <a:pt x="425488" y="161734"/>
                </a:lnTo>
                <a:lnTo>
                  <a:pt x="425488" y="137248"/>
                </a:lnTo>
                <a:lnTo>
                  <a:pt x="231749" y="137248"/>
                </a:lnTo>
                <a:lnTo>
                  <a:pt x="231749" y="112864"/>
                </a:lnTo>
                <a:lnTo>
                  <a:pt x="199745" y="112864"/>
                </a:lnTo>
                <a:lnTo>
                  <a:pt x="199745" y="137248"/>
                </a:lnTo>
                <a:lnTo>
                  <a:pt x="10668" y="137248"/>
                </a:lnTo>
                <a:lnTo>
                  <a:pt x="10668" y="161734"/>
                </a:lnTo>
                <a:lnTo>
                  <a:pt x="199745" y="161734"/>
                </a:lnTo>
                <a:lnTo>
                  <a:pt x="199745" y="188849"/>
                </a:lnTo>
                <a:lnTo>
                  <a:pt x="65532" y="188849"/>
                </a:lnTo>
                <a:lnTo>
                  <a:pt x="65532" y="212979"/>
                </a:lnTo>
                <a:lnTo>
                  <a:pt x="65532" y="392049"/>
                </a:lnTo>
                <a:lnTo>
                  <a:pt x="0" y="392049"/>
                </a:lnTo>
                <a:lnTo>
                  <a:pt x="0" y="417957"/>
                </a:lnTo>
                <a:lnTo>
                  <a:pt x="434632" y="417957"/>
                </a:lnTo>
                <a:lnTo>
                  <a:pt x="434632" y="392049"/>
                </a:lnTo>
                <a:close/>
              </a:path>
              <a:path w="2679700" h="434975">
                <a:moveTo>
                  <a:pt x="841819" y="45720"/>
                </a:moveTo>
                <a:lnTo>
                  <a:pt x="635889" y="45720"/>
                </a:lnTo>
                <a:lnTo>
                  <a:pt x="681697" y="0"/>
                </a:lnTo>
                <a:lnTo>
                  <a:pt x="637413" y="0"/>
                </a:lnTo>
                <a:lnTo>
                  <a:pt x="601116" y="33426"/>
                </a:lnTo>
                <a:lnTo>
                  <a:pt x="560819" y="65011"/>
                </a:lnTo>
                <a:lnTo>
                  <a:pt x="516496" y="94589"/>
                </a:lnTo>
                <a:lnTo>
                  <a:pt x="468147" y="122008"/>
                </a:lnTo>
                <a:lnTo>
                  <a:pt x="475602" y="129755"/>
                </a:lnTo>
                <a:lnTo>
                  <a:pt x="482053" y="137071"/>
                </a:lnTo>
                <a:lnTo>
                  <a:pt x="487654" y="144132"/>
                </a:lnTo>
                <a:lnTo>
                  <a:pt x="492531" y="151066"/>
                </a:lnTo>
                <a:lnTo>
                  <a:pt x="522566" y="132702"/>
                </a:lnTo>
                <a:lnTo>
                  <a:pt x="550722" y="114211"/>
                </a:lnTo>
                <a:lnTo>
                  <a:pt x="576859" y="95465"/>
                </a:lnTo>
                <a:lnTo>
                  <a:pt x="600837" y="76288"/>
                </a:lnTo>
                <a:lnTo>
                  <a:pt x="789914" y="76288"/>
                </a:lnTo>
                <a:lnTo>
                  <a:pt x="758139" y="98564"/>
                </a:lnTo>
                <a:lnTo>
                  <a:pt x="724369" y="119545"/>
                </a:lnTo>
                <a:lnTo>
                  <a:pt x="688289" y="139128"/>
                </a:lnTo>
                <a:lnTo>
                  <a:pt x="649605" y="157162"/>
                </a:lnTo>
                <a:lnTo>
                  <a:pt x="626364" y="133451"/>
                </a:lnTo>
                <a:lnTo>
                  <a:pt x="614032" y="121488"/>
                </a:lnTo>
                <a:lnTo>
                  <a:pt x="600837" y="109816"/>
                </a:lnTo>
                <a:lnTo>
                  <a:pt x="576453" y="128104"/>
                </a:lnTo>
                <a:lnTo>
                  <a:pt x="589305" y="140360"/>
                </a:lnTo>
                <a:lnTo>
                  <a:pt x="600456" y="151777"/>
                </a:lnTo>
                <a:lnTo>
                  <a:pt x="609879" y="162052"/>
                </a:lnTo>
                <a:lnTo>
                  <a:pt x="617601" y="170878"/>
                </a:lnTo>
                <a:lnTo>
                  <a:pt x="580986" y="186093"/>
                </a:lnTo>
                <a:lnTo>
                  <a:pt x="541921" y="200025"/>
                </a:lnTo>
                <a:lnTo>
                  <a:pt x="500291" y="213093"/>
                </a:lnTo>
                <a:lnTo>
                  <a:pt x="455955" y="225742"/>
                </a:lnTo>
                <a:lnTo>
                  <a:pt x="461416" y="232003"/>
                </a:lnTo>
                <a:lnTo>
                  <a:pt x="466432" y="239280"/>
                </a:lnTo>
                <a:lnTo>
                  <a:pt x="471182" y="247434"/>
                </a:lnTo>
                <a:lnTo>
                  <a:pt x="475767" y="256324"/>
                </a:lnTo>
                <a:lnTo>
                  <a:pt x="528967" y="240423"/>
                </a:lnTo>
                <a:lnTo>
                  <a:pt x="579932" y="222567"/>
                </a:lnTo>
                <a:lnTo>
                  <a:pt x="628713" y="202742"/>
                </a:lnTo>
                <a:lnTo>
                  <a:pt x="675373" y="180975"/>
                </a:lnTo>
                <a:lnTo>
                  <a:pt x="720153" y="157162"/>
                </a:lnTo>
                <a:lnTo>
                  <a:pt x="762520" y="131673"/>
                </a:lnTo>
                <a:lnTo>
                  <a:pt x="803122" y="104165"/>
                </a:lnTo>
                <a:lnTo>
                  <a:pt x="839812" y="76288"/>
                </a:lnTo>
                <a:lnTo>
                  <a:pt x="841819" y="74764"/>
                </a:lnTo>
                <a:lnTo>
                  <a:pt x="841819" y="45720"/>
                </a:lnTo>
                <a:close/>
              </a:path>
              <a:path w="2679700" h="434975">
                <a:moveTo>
                  <a:pt x="864679" y="213550"/>
                </a:moveTo>
                <a:lnTo>
                  <a:pt x="704570" y="213550"/>
                </a:lnTo>
                <a:lnTo>
                  <a:pt x="715733" y="204381"/>
                </a:lnTo>
                <a:lnTo>
                  <a:pt x="726478" y="195072"/>
                </a:lnTo>
                <a:lnTo>
                  <a:pt x="736930" y="185470"/>
                </a:lnTo>
                <a:lnTo>
                  <a:pt x="747242" y="175450"/>
                </a:lnTo>
                <a:lnTo>
                  <a:pt x="703046" y="175450"/>
                </a:lnTo>
                <a:lnTo>
                  <a:pt x="662762" y="207848"/>
                </a:lnTo>
                <a:lnTo>
                  <a:pt x="620661" y="237401"/>
                </a:lnTo>
                <a:lnTo>
                  <a:pt x="576745" y="264172"/>
                </a:lnTo>
                <a:lnTo>
                  <a:pt x="530987" y="288239"/>
                </a:lnTo>
                <a:lnTo>
                  <a:pt x="483387" y="309664"/>
                </a:lnTo>
                <a:lnTo>
                  <a:pt x="489724" y="317614"/>
                </a:lnTo>
                <a:lnTo>
                  <a:pt x="495198" y="325285"/>
                </a:lnTo>
                <a:lnTo>
                  <a:pt x="500113" y="332371"/>
                </a:lnTo>
                <a:lnTo>
                  <a:pt x="504723" y="338620"/>
                </a:lnTo>
                <a:lnTo>
                  <a:pt x="546747" y="318922"/>
                </a:lnTo>
                <a:lnTo>
                  <a:pt x="587870" y="296506"/>
                </a:lnTo>
                <a:lnTo>
                  <a:pt x="627837" y="271487"/>
                </a:lnTo>
                <a:lnTo>
                  <a:pt x="666369" y="244030"/>
                </a:lnTo>
                <a:lnTo>
                  <a:pt x="817435" y="244030"/>
                </a:lnTo>
                <a:lnTo>
                  <a:pt x="789686" y="270370"/>
                </a:lnTo>
                <a:lnTo>
                  <a:pt x="759244" y="294411"/>
                </a:lnTo>
                <a:lnTo>
                  <a:pt x="726262" y="316128"/>
                </a:lnTo>
                <a:lnTo>
                  <a:pt x="690841" y="335572"/>
                </a:lnTo>
                <a:lnTo>
                  <a:pt x="681405" y="324142"/>
                </a:lnTo>
                <a:lnTo>
                  <a:pt x="671372" y="312712"/>
                </a:lnTo>
                <a:lnTo>
                  <a:pt x="660768" y="301282"/>
                </a:lnTo>
                <a:lnTo>
                  <a:pt x="649605" y="289852"/>
                </a:lnTo>
                <a:lnTo>
                  <a:pt x="623697" y="309664"/>
                </a:lnTo>
                <a:lnTo>
                  <a:pt x="634555" y="320802"/>
                </a:lnTo>
                <a:lnTo>
                  <a:pt x="644271" y="331381"/>
                </a:lnTo>
                <a:lnTo>
                  <a:pt x="652843" y="341376"/>
                </a:lnTo>
                <a:lnTo>
                  <a:pt x="660273" y="350812"/>
                </a:lnTo>
                <a:lnTo>
                  <a:pt x="616546" y="367741"/>
                </a:lnTo>
                <a:lnTo>
                  <a:pt x="569963" y="381939"/>
                </a:lnTo>
                <a:lnTo>
                  <a:pt x="520496" y="393547"/>
                </a:lnTo>
                <a:lnTo>
                  <a:pt x="468147" y="402717"/>
                </a:lnTo>
                <a:lnTo>
                  <a:pt x="473824" y="410718"/>
                </a:lnTo>
                <a:lnTo>
                  <a:pt x="479196" y="418719"/>
                </a:lnTo>
                <a:lnTo>
                  <a:pt x="484009" y="426720"/>
                </a:lnTo>
                <a:lnTo>
                  <a:pt x="487959" y="434721"/>
                </a:lnTo>
                <a:lnTo>
                  <a:pt x="539140" y="425170"/>
                </a:lnTo>
                <a:lnTo>
                  <a:pt x="587946" y="412788"/>
                </a:lnTo>
                <a:lnTo>
                  <a:pt x="634415" y="397548"/>
                </a:lnTo>
                <a:lnTo>
                  <a:pt x="678561" y="379450"/>
                </a:lnTo>
                <a:lnTo>
                  <a:pt x="720369" y="358470"/>
                </a:lnTo>
                <a:lnTo>
                  <a:pt x="758291" y="335572"/>
                </a:lnTo>
                <a:lnTo>
                  <a:pt x="797090" y="307835"/>
                </a:lnTo>
                <a:lnTo>
                  <a:pt x="832015" y="278155"/>
                </a:lnTo>
                <a:lnTo>
                  <a:pt x="864679" y="245554"/>
                </a:lnTo>
                <a:lnTo>
                  <a:pt x="864679" y="244030"/>
                </a:lnTo>
                <a:lnTo>
                  <a:pt x="864679" y="213550"/>
                </a:lnTo>
                <a:close/>
              </a:path>
              <a:path w="2679700" h="434975">
                <a:moveTo>
                  <a:pt x="1134618" y="160210"/>
                </a:moveTo>
                <a:lnTo>
                  <a:pt x="1094994" y="160210"/>
                </a:lnTo>
                <a:lnTo>
                  <a:pt x="1094994" y="431673"/>
                </a:lnTo>
                <a:lnTo>
                  <a:pt x="1134618" y="431673"/>
                </a:lnTo>
                <a:lnTo>
                  <a:pt x="1134618" y="160210"/>
                </a:lnTo>
                <a:close/>
              </a:path>
              <a:path w="2679700" h="434975">
                <a:moveTo>
                  <a:pt x="1334363" y="187642"/>
                </a:moveTo>
                <a:lnTo>
                  <a:pt x="1286256" y="164782"/>
                </a:lnTo>
                <a:lnTo>
                  <a:pt x="1242517" y="136499"/>
                </a:lnTo>
                <a:lnTo>
                  <a:pt x="1203172" y="102844"/>
                </a:lnTo>
                <a:lnTo>
                  <a:pt x="1168222" y="63931"/>
                </a:lnTo>
                <a:lnTo>
                  <a:pt x="1137666" y="19812"/>
                </a:lnTo>
                <a:lnTo>
                  <a:pt x="1143762" y="9144"/>
                </a:lnTo>
                <a:lnTo>
                  <a:pt x="1101090" y="9144"/>
                </a:lnTo>
                <a:lnTo>
                  <a:pt x="1076401" y="46151"/>
                </a:lnTo>
                <a:lnTo>
                  <a:pt x="1048080" y="80899"/>
                </a:lnTo>
                <a:lnTo>
                  <a:pt x="1016025" y="113436"/>
                </a:lnTo>
                <a:lnTo>
                  <a:pt x="980173" y="143827"/>
                </a:lnTo>
                <a:lnTo>
                  <a:pt x="940422" y="172097"/>
                </a:lnTo>
                <a:lnTo>
                  <a:pt x="896683" y="198310"/>
                </a:lnTo>
                <a:lnTo>
                  <a:pt x="903249" y="207429"/>
                </a:lnTo>
                <a:lnTo>
                  <a:pt x="909256" y="216408"/>
                </a:lnTo>
                <a:lnTo>
                  <a:pt x="914679" y="225094"/>
                </a:lnTo>
                <a:lnTo>
                  <a:pt x="919543" y="233362"/>
                </a:lnTo>
                <a:lnTo>
                  <a:pt x="969886" y="200596"/>
                </a:lnTo>
                <a:lnTo>
                  <a:pt x="1014717" y="166204"/>
                </a:lnTo>
                <a:lnTo>
                  <a:pt x="1054074" y="130048"/>
                </a:lnTo>
                <a:lnTo>
                  <a:pt x="1087932" y="91998"/>
                </a:lnTo>
                <a:lnTo>
                  <a:pt x="1116330" y="51904"/>
                </a:lnTo>
                <a:lnTo>
                  <a:pt x="1145260" y="93268"/>
                </a:lnTo>
                <a:lnTo>
                  <a:pt x="1179106" y="131406"/>
                </a:lnTo>
                <a:lnTo>
                  <a:pt x="1218006" y="166420"/>
                </a:lnTo>
                <a:lnTo>
                  <a:pt x="1262037" y="198310"/>
                </a:lnTo>
                <a:lnTo>
                  <a:pt x="1311503" y="227266"/>
                </a:lnTo>
                <a:lnTo>
                  <a:pt x="1316355" y="217855"/>
                </a:lnTo>
                <a:lnTo>
                  <a:pt x="1321790" y="208026"/>
                </a:lnTo>
                <a:lnTo>
                  <a:pt x="1327785" y="197904"/>
                </a:lnTo>
                <a:lnTo>
                  <a:pt x="1334363" y="187642"/>
                </a:lnTo>
                <a:close/>
              </a:path>
              <a:path w="2679700" h="434975">
                <a:moveTo>
                  <a:pt x="1758315" y="19812"/>
                </a:moveTo>
                <a:lnTo>
                  <a:pt x="1727835" y="19812"/>
                </a:lnTo>
                <a:lnTo>
                  <a:pt x="1727835" y="45720"/>
                </a:lnTo>
                <a:lnTo>
                  <a:pt x="1727835" y="79336"/>
                </a:lnTo>
                <a:lnTo>
                  <a:pt x="1427416" y="79336"/>
                </a:lnTo>
                <a:lnTo>
                  <a:pt x="1427416" y="45720"/>
                </a:lnTo>
                <a:lnTo>
                  <a:pt x="1727835" y="45720"/>
                </a:lnTo>
                <a:lnTo>
                  <a:pt x="1727835" y="19812"/>
                </a:lnTo>
                <a:lnTo>
                  <a:pt x="1396936" y="19812"/>
                </a:lnTo>
                <a:lnTo>
                  <a:pt x="1396822" y="205930"/>
                </a:lnTo>
                <a:lnTo>
                  <a:pt x="1394409" y="268681"/>
                </a:lnTo>
                <a:lnTo>
                  <a:pt x="1384731" y="324167"/>
                </a:lnTo>
                <a:lnTo>
                  <a:pt x="1368183" y="369366"/>
                </a:lnTo>
                <a:lnTo>
                  <a:pt x="1345018" y="404241"/>
                </a:lnTo>
                <a:lnTo>
                  <a:pt x="1350721" y="412000"/>
                </a:lnTo>
                <a:lnTo>
                  <a:pt x="1356271" y="419481"/>
                </a:lnTo>
                <a:lnTo>
                  <a:pt x="1361567" y="426961"/>
                </a:lnTo>
                <a:lnTo>
                  <a:pt x="1366456" y="434721"/>
                </a:lnTo>
                <a:lnTo>
                  <a:pt x="1388592" y="401447"/>
                </a:lnTo>
                <a:lnTo>
                  <a:pt x="1405686" y="362089"/>
                </a:lnTo>
                <a:lnTo>
                  <a:pt x="1417815" y="316788"/>
                </a:lnTo>
                <a:lnTo>
                  <a:pt x="1425028" y="265709"/>
                </a:lnTo>
                <a:lnTo>
                  <a:pt x="1427416" y="208978"/>
                </a:lnTo>
                <a:lnTo>
                  <a:pt x="1427416" y="105244"/>
                </a:lnTo>
                <a:lnTo>
                  <a:pt x="1727835" y="105244"/>
                </a:lnTo>
                <a:lnTo>
                  <a:pt x="1727835" y="114388"/>
                </a:lnTo>
                <a:lnTo>
                  <a:pt x="1758315" y="114388"/>
                </a:lnTo>
                <a:lnTo>
                  <a:pt x="1758315" y="105244"/>
                </a:lnTo>
                <a:lnTo>
                  <a:pt x="1758315" y="79336"/>
                </a:lnTo>
                <a:lnTo>
                  <a:pt x="1758315" y="45720"/>
                </a:lnTo>
                <a:lnTo>
                  <a:pt x="1758315" y="19812"/>
                </a:lnTo>
                <a:close/>
              </a:path>
              <a:path w="2679700" h="434975">
                <a:moveTo>
                  <a:pt x="1764411" y="289852"/>
                </a:moveTo>
                <a:lnTo>
                  <a:pt x="1618018" y="289852"/>
                </a:lnTo>
                <a:lnTo>
                  <a:pt x="1618018" y="262420"/>
                </a:lnTo>
                <a:lnTo>
                  <a:pt x="1708023" y="262420"/>
                </a:lnTo>
                <a:lnTo>
                  <a:pt x="1708023" y="271564"/>
                </a:lnTo>
                <a:lnTo>
                  <a:pt x="1736979" y="271564"/>
                </a:lnTo>
                <a:lnTo>
                  <a:pt x="1736979" y="262420"/>
                </a:lnTo>
                <a:lnTo>
                  <a:pt x="1736979" y="239458"/>
                </a:lnTo>
                <a:lnTo>
                  <a:pt x="1736979" y="205930"/>
                </a:lnTo>
                <a:lnTo>
                  <a:pt x="1736979" y="183070"/>
                </a:lnTo>
                <a:lnTo>
                  <a:pt x="1708023" y="183070"/>
                </a:lnTo>
                <a:lnTo>
                  <a:pt x="1708023" y="205930"/>
                </a:lnTo>
                <a:lnTo>
                  <a:pt x="1708023" y="239458"/>
                </a:lnTo>
                <a:lnTo>
                  <a:pt x="1618018" y="239458"/>
                </a:lnTo>
                <a:lnTo>
                  <a:pt x="1618018" y="205930"/>
                </a:lnTo>
                <a:lnTo>
                  <a:pt x="1708023" y="205930"/>
                </a:lnTo>
                <a:lnTo>
                  <a:pt x="1708023" y="183070"/>
                </a:lnTo>
                <a:lnTo>
                  <a:pt x="1618018" y="183070"/>
                </a:lnTo>
                <a:lnTo>
                  <a:pt x="1618018" y="155638"/>
                </a:lnTo>
                <a:lnTo>
                  <a:pt x="1618018" y="154114"/>
                </a:lnTo>
                <a:lnTo>
                  <a:pt x="1657527" y="152717"/>
                </a:lnTo>
                <a:lnTo>
                  <a:pt x="1756791" y="147916"/>
                </a:lnTo>
                <a:lnTo>
                  <a:pt x="1750695" y="122008"/>
                </a:lnTo>
                <a:lnTo>
                  <a:pt x="1714868" y="124180"/>
                </a:lnTo>
                <a:lnTo>
                  <a:pt x="1624711" y="127914"/>
                </a:lnTo>
                <a:lnTo>
                  <a:pt x="1442656" y="132676"/>
                </a:lnTo>
                <a:lnTo>
                  <a:pt x="1444891" y="140195"/>
                </a:lnTo>
                <a:lnTo>
                  <a:pt x="1446847" y="147015"/>
                </a:lnTo>
                <a:lnTo>
                  <a:pt x="1448231" y="153555"/>
                </a:lnTo>
                <a:lnTo>
                  <a:pt x="1448752" y="160210"/>
                </a:lnTo>
                <a:lnTo>
                  <a:pt x="1589062" y="155638"/>
                </a:lnTo>
                <a:lnTo>
                  <a:pt x="1589062" y="183070"/>
                </a:lnTo>
                <a:lnTo>
                  <a:pt x="1589062" y="205930"/>
                </a:lnTo>
                <a:lnTo>
                  <a:pt x="1589062" y="239458"/>
                </a:lnTo>
                <a:lnTo>
                  <a:pt x="1500568" y="239458"/>
                </a:lnTo>
                <a:lnTo>
                  <a:pt x="1500568" y="205930"/>
                </a:lnTo>
                <a:lnTo>
                  <a:pt x="1589062" y="205930"/>
                </a:lnTo>
                <a:lnTo>
                  <a:pt x="1589062" y="183070"/>
                </a:lnTo>
                <a:lnTo>
                  <a:pt x="1471612" y="183070"/>
                </a:lnTo>
                <a:lnTo>
                  <a:pt x="1471612" y="271564"/>
                </a:lnTo>
                <a:lnTo>
                  <a:pt x="1500568" y="271564"/>
                </a:lnTo>
                <a:lnTo>
                  <a:pt x="1500568" y="262420"/>
                </a:lnTo>
                <a:lnTo>
                  <a:pt x="1589062" y="262420"/>
                </a:lnTo>
                <a:lnTo>
                  <a:pt x="1589062" y="289852"/>
                </a:lnTo>
                <a:lnTo>
                  <a:pt x="1450276" y="289852"/>
                </a:lnTo>
                <a:lnTo>
                  <a:pt x="1450276" y="433197"/>
                </a:lnTo>
                <a:lnTo>
                  <a:pt x="1480756" y="433197"/>
                </a:lnTo>
                <a:lnTo>
                  <a:pt x="1480756" y="314236"/>
                </a:lnTo>
                <a:lnTo>
                  <a:pt x="1589062" y="314236"/>
                </a:lnTo>
                <a:lnTo>
                  <a:pt x="1589062" y="353860"/>
                </a:lnTo>
                <a:lnTo>
                  <a:pt x="1509814" y="358521"/>
                </a:lnTo>
                <a:lnTo>
                  <a:pt x="1514386" y="385953"/>
                </a:lnTo>
                <a:lnTo>
                  <a:pt x="1558963" y="381901"/>
                </a:lnTo>
                <a:lnTo>
                  <a:pt x="1601254" y="378714"/>
                </a:lnTo>
                <a:lnTo>
                  <a:pt x="1679067" y="373761"/>
                </a:lnTo>
                <a:lnTo>
                  <a:pt x="1682115" y="379857"/>
                </a:lnTo>
                <a:lnTo>
                  <a:pt x="1683639" y="385953"/>
                </a:lnTo>
                <a:lnTo>
                  <a:pt x="1686687" y="392049"/>
                </a:lnTo>
                <a:lnTo>
                  <a:pt x="1712595" y="379857"/>
                </a:lnTo>
                <a:lnTo>
                  <a:pt x="1709496" y="373761"/>
                </a:lnTo>
                <a:lnTo>
                  <a:pt x="1704594" y="364096"/>
                </a:lnTo>
                <a:lnTo>
                  <a:pt x="1699247" y="353860"/>
                </a:lnTo>
                <a:lnTo>
                  <a:pt x="1696593" y="348754"/>
                </a:lnTo>
                <a:lnTo>
                  <a:pt x="1688592" y="333705"/>
                </a:lnTo>
                <a:lnTo>
                  <a:pt x="1680591" y="318808"/>
                </a:lnTo>
                <a:lnTo>
                  <a:pt x="1657731" y="329476"/>
                </a:lnTo>
                <a:lnTo>
                  <a:pt x="1660779" y="337096"/>
                </a:lnTo>
                <a:lnTo>
                  <a:pt x="1663827" y="343192"/>
                </a:lnTo>
                <a:lnTo>
                  <a:pt x="1668399" y="350812"/>
                </a:lnTo>
                <a:lnTo>
                  <a:pt x="1655813" y="351066"/>
                </a:lnTo>
                <a:lnTo>
                  <a:pt x="1643202" y="351764"/>
                </a:lnTo>
                <a:lnTo>
                  <a:pt x="1630603" y="352729"/>
                </a:lnTo>
                <a:lnTo>
                  <a:pt x="1618018" y="353860"/>
                </a:lnTo>
                <a:lnTo>
                  <a:pt x="1618018" y="314236"/>
                </a:lnTo>
                <a:lnTo>
                  <a:pt x="1735455" y="314236"/>
                </a:lnTo>
                <a:lnTo>
                  <a:pt x="1735455" y="379857"/>
                </a:lnTo>
                <a:lnTo>
                  <a:pt x="1734007" y="389623"/>
                </a:lnTo>
                <a:lnTo>
                  <a:pt x="1729549" y="396240"/>
                </a:lnTo>
                <a:lnTo>
                  <a:pt x="1721954" y="399999"/>
                </a:lnTo>
                <a:lnTo>
                  <a:pt x="1711248" y="401180"/>
                </a:lnTo>
                <a:lnTo>
                  <a:pt x="1699971" y="401167"/>
                </a:lnTo>
                <a:lnTo>
                  <a:pt x="1687449" y="401002"/>
                </a:lnTo>
                <a:lnTo>
                  <a:pt x="1673783" y="400545"/>
                </a:lnTo>
                <a:lnTo>
                  <a:pt x="1659255" y="399669"/>
                </a:lnTo>
                <a:lnTo>
                  <a:pt x="1661274" y="408292"/>
                </a:lnTo>
                <a:lnTo>
                  <a:pt x="1662874" y="416052"/>
                </a:lnTo>
                <a:lnTo>
                  <a:pt x="1664182" y="423240"/>
                </a:lnTo>
                <a:lnTo>
                  <a:pt x="1665351" y="430149"/>
                </a:lnTo>
                <a:lnTo>
                  <a:pt x="1720215" y="430149"/>
                </a:lnTo>
                <a:lnTo>
                  <a:pt x="1761794" y="405079"/>
                </a:lnTo>
                <a:lnTo>
                  <a:pt x="1764411" y="385953"/>
                </a:lnTo>
                <a:lnTo>
                  <a:pt x="1764411" y="314236"/>
                </a:lnTo>
                <a:lnTo>
                  <a:pt x="1764411" y="289852"/>
                </a:lnTo>
                <a:close/>
              </a:path>
              <a:path w="2679700" h="434975">
                <a:moveTo>
                  <a:pt x="1845271" y="106768"/>
                </a:moveTo>
                <a:lnTo>
                  <a:pt x="1817839" y="100672"/>
                </a:lnTo>
                <a:lnTo>
                  <a:pt x="1812112" y="131584"/>
                </a:lnTo>
                <a:lnTo>
                  <a:pt x="1806219" y="160350"/>
                </a:lnTo>
                <a:lnTo>
                  <a:pt x="1800059" y="187121"/>
                </a:lnTo>
                <a:lnTo>
                  <a:pt x="1793455" y="212026"/>
                </a:lnTo>
                <a:lnTo>
                  <a:pt x="1802295" y="213436"/>
                </a:lnTo>
                <a:lnTo>
                  <a:pt x="1810410" y="215265"/>
                </a:lnTo>
                <a:lnTo>
                  <a:pt x="1817674" y="217385"/>
                </a:lnTo>
                <a:lnTo>
                  <a:pt x="1823935" y="219646"/>
                </a:lnTo>
                <a:lnTo>
                  <a:pt x="1830489" y="190436"/>
                </a:lnTo>
                <a:lnTo>
                  <a:pt x="1836318" y="162064"/>
                </a:lnTo>
                <a:lnTo>
                  <a:pt x="1841296" y="134264"/>
                </a:lnTo>
                <a:lnTo>
                  <a:pt x="1845271" y="106768"/>
                </a:lnTo>
                <a:close/>
              </a:path>
              <a:path w="2679700" h="434975">
                <a:moveTo>
                  <a:pt x="1949005" y="141820"/>
                </a:moveTo>
                <a:lnTo>
                  <a:pt x="1927415" y="102196"/>
                </a:lnTo>
                <a:lnTo>
                  <a:pt x="1910803" y="74764"/>
                </a:lnTo>
                <a:lnTo>
                  <a:pt x="1890991" y="85432"/>
                </a:lnTo>
                <a:lnTo>
                  <a:pt x="1890991" y="1524"/>
                </a:lnTo>
                <a:lnTo>
                  <a:pt x="1857463" y="1524"/>
                </a:lnTo>
                <a:lnTo>
                  <a:pt x="1857463" y="433197"/>
                </a:lnTo>
                <a:lnTo>
                  <a:pt x="1890991" y="433197"/>
                </a:lnTo>
                <a:lnTo>
                  <a:pt x="1890991" y="102196"/>
                </a:lnTo>
                <a:lnTo>
                  <a:pt x="1898980" y="115112"/>
                </a:lnTo>
                <a:lnTo>
                  <a:pt x="1906816" y="128879"/>
                </a:lnTo>
                <a:lnTo>
                  <a:pt x="1914398" y="143814"/>
                </a:lnTo>
                <a:lnTo>
                  <a:pt x="1921573" y="160210"/>
                </a:lnTo>
                <a:lnTo>
                  <a:pt x="1949005" y="141820"/>
                </a:lnTo>
                <a:close/>
              </a:path>
              <a:path w="2679700" h="434975">
                <a:moveTo>
                  <a:pt x="2231136" y="382905"/>
                </a:moveTo>
                <a:lnTo>
                  <a:pt x="2103031" y="382905"/>
                </a:lnTo>
                <a:lnTo>
                  <a:pt x="2103031" y="265455"/>
                </a:lnTo>
                <a:lnTo>
                  <a:pt x="2209800" y="265455"/>
                </a:lnTo>
                <a:lnTo>
                  <a:pt x="2209800" y="234886"/>
                </a:lnTo>
                <a:lnTo>
                  <a:pt x="2103031" y="234886"/>
                </a:lnTo>
                <a:lnTo>
                  <a:pt x="2103031" y="129628"/>
                </a:lnTo>
                <a:lnTo>
                  <a:pt x="2217420" y="129628"/>
                </a:lnTo>
                <a:lnTo>
                  <a:pt x="2217420" y="99148"/>
                </a:lnTo>
                <a:lnTo>
                  <a:pt x="2103031" y="99148"/>
                </a:lnTo>
                <a:lnTo>
                  <a:pt x="2103031" y="1524"/>
                </a:lnTo>
                <a:lnTo>
                  <a:pt x="2067979" y="1524"/>
                </a:lnTo>
                <a:lnTo>
                  <a:pt x="2067979" y="99148"/>
                </a:lnTo>
                <a:lnTo>
                  <a:pt x="2008441" y="99148"/>
                </a:lnTo>
                <a:lnTo>
                  <a:pt x="2013661" y="84289"/>
                </a:lnTo>
                <a:lnTo>
                  <a:pt x="2018157" y="69430"/>
                </a:lnTo>
                <a:lnTo>
                  <a:pt x="2022373" y="54533"/>
                </a:lnTo>
                <a:lnTo>
                  <a:pt x="2026729" y="39624"/>
                </a:lnTo>
                <a:lnTo>
                  <a:pt x="1991677" y="30480"/>
                </a:lnTo>
                <a:lnTo>
                  <a:pt x="1981085" y="71424"/>
                </a:lnTo>
                <a:lnTo>
                  <a:pt x="1967484" y="111912"/>
                </a:lnTo>
                <a:lnTo>
                  <a:pt x="1950745" y="152133"/>
                </a:lnTo>
                <a:lnTo>
                  <a:pt x="1930717" y="192214"/>
                </a:lnTo>
                <a:lnTo>
                  <a:pt x="1936102" y="195097"/>
                </a:lnTo>
                <a:lnTo>
                  <a:pt x="1942909" y="199263"/>
                </a:lnTo>
                <a:lnTo>
                  <a:pt x="1950859" y="204863"/>
                </a:lnTo>
                <a:lnTo>
                  <a:pt x="1959673" y="212026"/>
                </a:lnTo>
                <a:lnTo>
                  <a:pt x="1969909" y="191452"/>
                </a:lnTo>
                <a:lnTo>
                  <a:pt x="1979866" y="170865"/>
                </a:lnTo>
                <a:lnTo>
                  <a:pt x="1989251" y="150266"/>
                </a:lnTo>
                <a:lnTo>
                  <a:pt x="1997773" y="129628"/>
                </a:lnTo>
                <a:lnTo>
                  <a:pt x="2067979" y="129628"/>
                </a:lnTo>
                <a:lnTo>
                  <a:pt x="2067979" y="234886"/>
                </a:lnTo>
                <a:lnTo>
                  <a:pt x="1955101" y="234886"/>
                </a:lnTo>
                <a:lnTo>
                  <a:pt x="1955101" y="265455"/>
                </a:lnTo>
                <a:lnTo>
                  <a:pt x="2067979" y="265455"/>
                </a:lnTo>
                <a:lnTo>
                  <a:pt x="2067979" y="382905"/>
                </a:lnTo>
                <a:lnTo>
                  <a:pt x="1926145" y="382905"/>
                </a:lnTo>
                <a:lnTo>
                  <a:pt x="1926145" y="413385"/>
                </a:lnTo>
                <a:lnTo>
                  <a:pt x="2231136" y="413385"/>
                </a:lnTo>
                <a:lnTo>
                  <a:pt x="2231136" y="382905"/>
                </a:lnTo>
                <a:close/>
              </a:path>
              <a:path w="2679700" h="434975">
                <a:moveTo>
                  <a:pt x="2412593" y="41148"/>
                </a:moveTo>
                <a:lnTo>
                  <a:pt x="2377541" y="41148"/>
                </a:lnTo>
                <a:lnTo>
                  <a:pt x="2377541" y="73253"/>
                </a:lnTo>
                <a:lnTo>
                  <a:pt x="2377541" y="184594"/>
                </a:lnTo>
                <a:lnTo>
                  <a:pt x="2377541" y="216598"/>
                </a:lnTo>
                <a:lnTo>
                  <a:pt x="2377541" y="329476"/>
                </a:lnTo>
                <a:lnTo>
                  <a:pt x="2296668" y="329476"/>
                </a:lnTo>
                <a:lnTo>
                  <a:pt x="2296668" y="216598"/>
                </a:lnTo>
                <a:lnTo>
                  <a:pt x="2377541" y="216598"/>
                </a:lnTo>
                <a:lnTo>
                  <a:pt x="2377541" y="184594"/>
                </a:lnTo>
                <a:lnTo>
                  <a:pt x="2296668" y="184594"/>
                </a:lnTo>
                <a:lnTo>
                  <a:pt x="2296668" y="73253"/>
                </a:lnTo>
                <a:lnTo>
                  <a:pt x="2377541" y="73253"/>
                </a:lnTo>
                <a:lnTo>
                  <a:pt x="2377541" y="41148"/>
                </a:lnTo>
                <a:lnTo>
                  <a:pt x="2261616" y="41148"/>
                </a:lnTo>
                <a:lnTo>
                  <a:pt x="2261616" y="404241"/>
                </a:lnTo>
                <a:lnTo>
                  <a:pt x="2296668" y="404241"/>
                </a:lnTo>
                <a:lnTo>
                  <a:pt x="2296668" y="361569"/>
                </a:lnTo>
                <a:lnTo>
                  <a:pt x="2377541" y="361569"/>
                </a:lnTo>
                <a:lnTo>
                  <a:pt x="2377541" y="398145"/>
                </a:lnTo>
                <a:lnTo>
                  <a:pt x="2412593" y="398145"/>
                </a:lnTo>
                <a:lnTo>
                  <a:pt x="2412593" y="361569"/>
                </a:lnTo>
                <a:lnTo>
                  <a:pt x="2412593" y="329476"/>
                </a:lnTo>
                <a:lnTo>
                  <a:pt x="2412593" y="216598"/>
                </a:lnTo>
                <a:lnTo>
                  <a:pt x="2412593" y="184594"/>
                </a:lnTo>
                <a:lnTo>
                  <a:pt x="2412593" y="73253"/>
                </a:lnTo>
                <a:lnTo>
                  <a:pt x="2412593" y="41148"/>
                </a:lnTo>
                <a:close/>
              </a:path>
              <a:path w="2679700" h="434975">
                <a:moveTo>
                  <a:pt x="2528506" y="273088"/>
                </a:moveTo>
                <a:lnTo>
                  <a:pt x="2518486" y="252145"/>
                </a:lnTo>
                <a:lnTo>
                  <a:pt x="2506599" y="228231"/>
                </a:lnTo>
                <a:lnTo>
                  <a:pt x="2492718" y="201193"/>
                </a:lnTo>
                <a:lnTo>
                  <a:pt x="2476690" y="170878"/>
                </a:lnTo>
                <a:lnTo>
                  <a:pt x="2444597" y="186118"/>
                </a:lnTo>
                <a:lnTo>
                  <a:pt x="2459723" y="216471"/>
                </a:lnTo>
                <a:lnTo>
                  <a:pt x="2473020" y="243700"/>
                </a:lnTo>
                <a:lnTo>
                  <a:pt x="2484323" y="268071"/>
                </a:lnTo>
                <a:lnTo>
                  <a:pt x="2493454" y="289852"/>
                </a:lnTo>
                <a:lnTo>
                  <a:pt x="2504935" y="284441"/>
                </a:lnTo>
                <a:lnTo>
                  <a:pt x="2522169" y="275920"/>
                </a:lnTo>
                <a:lnTo>
                  <a:pt x="2528506" y="273088"/>
                </a:lnTo>
                <a:close/>
              </a:path>
              <a:path w="2679700" h="434975">
                <a:moveTo>
                  <a:pt x="2679484" y="96113"/>
                </a:moveTo>
                <a:lnTo>
                  <a:pt x="2617000" y="96113"/>
                </a:lnTo>
                <a:lnTo>
                  <a:pt x="2617000" y="0"/>
                </a:lnTo>
                <a:lnTo>
                  <a:pt x="2581846" y="0"/>
                </a:lnTo>
                <a:lnTo>
                  <a:pt x="2581846" y="96113"/>
                </a:lnTo>
                <a:lnTo>
                  <a:pt x="2426309" y="96113"/>
                </a:lnTo>
                <a:lnTo>
                  <a:pt x="2426309" y="128117"/>
                </a:lnTo>
                <a:lnTo>
                  <a:pt x="2581846" y="128117"/>
                </a:lnTo>
                <a:lnTo>
                  <a:pt x="2581846" y="356908"/>
                </a:lnTo>
                <a:lnTo>
                  <a:pt x="2580081" y="370954"/>
                </a:lnTo>
                <a:lnTo>
                  <a:pt x="2574607" y="380987"/>
                </a:lnTo>
                <a:lnTo>
                  <a:pt x="2565133" y="386994"/>
                </a:lnTo>
                <a:lnTo>
                  <a:pt x="2551366" y="389001"/>
                </a:lnTo>
                <a:lnTo>
                  <a:pt x="2537383" y="388734"/>
                </a:lnTo>
                <a:lnTo>
                  <a:pt x="2479738" y="385953"/>
                </a:lnTo>
                <a:lnTo>
                  <a:pt x="2484120" y="405384"/>
                </a:lnTo>
                <a:lnTo>
                  <a:pt x="2485948" y="414248"/>
                </a:lnTo>
                <a:lnTo>
                  <a:pt x="2487358" y="422529"/>
                </a:lnTo>
                <a:lnTo>
                  <a:pt x="2510167" y="422770"/>
                </a:lnTo>
                <a:lnTo>
                  <a:pt x="2547797" y="423811"/>
                </a:lnTo>
                <a:lnTo>
                  <a:pt x="2562034" y="424053"/>
                </a:lnTo>
                <a:lnTo>
                  <a:pt x="2586050" y="420344"/>
                </a:lnTo>
                <a:lnTo>
                  <a:pt x="2603233" y="409194"/>
                </a:lnTo>
                <a:lnTo>
                  <a:pt x="2613545" y="390626"/>
                </a:lnTo>
                <a:lnTo>
                  <a:pt x="2613761" y="389001"/>
                </a:lnTo>
                <a:lnTo>
                  <a:pt x="2617000" y="364617"/>
                </a:lnTo>
                <a:lnTo>
                  <a:pt x="2617000" y="128117"/>
                </a:lnTo>
                <a:lnTo>
                  <a:pt x="2679484" y="128117"/>
                </a:lnTo>
                <a:lnTo>
                  <a:pt x="2679484" y="961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5897213" y="4777549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30480" y="115919"/>
                </a:moveTo>
                <a:lnTo>
                  <a:pt x="0" y="115919"/>
                </a:lnTo>
                <a:lnTo>
                  <a:pt x="25908" y="0"/>
                </a:lnTo>
                <a:lnTo>
                  <a:pt x="67055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6287547" y="4484655"/>
            <a:ext cx="405765" cy="410845"/>
          </a:xfrm>
          <a:custGeom>
            <a:avLst/>
            <a:gdLst/>
            <a:ahLst/>
            <a:cxnLst/>
            <a:rect l="l" t="t" r="r" b="b"/>
            <a:pathLst>
              <a:path w="405765" h="410845">
                <a:moveTo>
                  <a:pt x="26003" y="410337"/>
                </a:moveTo>
                <a:lnTo>
                  <a:pt x="19971" y="403217"/>
                </a:lnTo>
                <a:lnTo>
                  <a:pt x="0" y="379857"/>
                </a:lnTo>
                <a:lnTo>
                  <a:pt x="12826" y="358934"/>
                </a:lnTo>
                <a:lnTo>
                  <a:pt x="32227" y="314197"/>
                </a:lnTo>
                <a:lnTo>
                  <a:pt x="42433" y="264184"/>
                </a:lnTo>
                <a:lnTo>
                  <a:pt x="48053" y="197396"/>
                </a:lnTo>
                <a:lnTo>
                  <a:pt x="48863" y="157162"/>
                </a:lnTo>
                <a:lnTo>
                  <a:pt x="48863" y="0"/>
                </a:lnTo>
                <a:lnTo>
                  <a:pt x="405669" y="0"/>
                </a:lnTo>
                <a:lnTo>
                  <a:pt x="405669" y="32099"/>
                </a:lnTo>
                <a:lnTo>
                  <a:pt x="83915" y="32099"/>
                </a:lnTo>
                <a:lnTo>
                  <a:pt x="83915" y="114395"/>
                </a:lnTo>
                <a:lnTo>
                  <a:pt x="405669" y="114395"/>
                </a:lnTo>
                <a:lnTo>
                  <a:pt x="405669" y="144970"/>
                </a:lnTo>
                <a:lnTo>
                  <a:pt x="83915" y="144970"/>
                </a:lnTo>
                <a:lnTo>
                  <a:pt x="83867" y="166401"/>
                </a:lnTo>
                <a:lnTo>
                  <a:pt x="83534" y="187261"/>
                </a:lnTo>
                <a:lnTo>
                  <a:pt x="82629" y="207549"/>
                </a:lnTo>
                <a:lnTo>
                  <a:pt x="80867" y="227266"/>
                </a:lnTo>
                <a:lnTo>
                  <a:pt x="405669" y="227266"/>
                </a:lnTo>
                <a:lnTo>
                  <a:pt x="405669" y="259365"/>
                </a:lnTo>
                <a:lnTo>
                  <a:pt x="79343" y="259365"/>
                </a:lnTo>
                <a:lnTo>
                  <a:pt x="72723" y="303100"/>
                </a:lnTo>
                <a:lnTo>
                  <a:pt x="61817" y="342852"/>
                </a:lnTo>
                <a:lnTo>
                  <a:pt x="46339" y="378603"/>
                </a:lnTo>
                <a:lnTo>
                  <a:pt x="26003" y="410337"/>
                </a:lnTo>
                <a:close/>
              </a:path>
              <a:path w="405765" h="410845">
                <a:moveTo>
                  <a:pt x="240982" y="114395"/>
                </a:moveTo>
                <a:lnTo>
                  <a:pt x="205930" y="114395"/>
                </a:lnTo>
                <a:lnTo>
                  <a:pt x="205930" y="32099"/>
                </a:lnTo>
                <a:lnTo>
                  <a:pt x="240982" y="32099"/>
                </a:lnTo>
                <a:lnTo>
                  <a:pt x="240982" y="114395"/>
                </a:lnTo>
                <a:close/>
              </a:path>
              <a:path w="405765" h="410845">
                <a:moveTo>
                  <a:pt x="405669" y="114395"/>
                </a:moveTo>
                <a:lnTo>
                  <a:pt x="370617" y="114395"/>
                </a:lnTo>
                <a:lnTo>
                  <a:pt x="370617" y="32099"/>
                </a:lnTo>
                <a:lnTo>
                  <a:pt x="405669" y="32099"/>
                </a:lnTo>
                <a:lnTo>
                  <a:pt x="405669" y="114395"/>
                </a:lnTo>
                <a:close/>
              </a:path>
              <a:path w="405765" h="410845">
                <a:moveTo>
                  <a:pt x="240982" y="227266"/>
                </a:moveTo>
                <a:lnTo>
                  <a:pt x="205930" y="227266"/>
                </a:lnTo>
                <a:lnTo>
                  <a:pt x="205930" y="144970"/>
                </a:lnTo>
                <a:lnTo>
                  <a:pt x="240982" y="144970"/>
                </a:lnTo>
                <a:lnTo>
                  <a:pt x="240982" y="227266"/>
                </a:lnTo>
                <a:close/>
              </a:path>
              <a:path w="405765" h="410845">
                <a:moveTo>
                  <a:pt x="405669" y="227266"/>
                </a:moveTo>
                <a:lnTo>
                  <a:pt x="370617" y="227266"/>
                </a:lnTo>
                <a:lnTo>
                  <a:pt x="370617" y="144970"/>
                </a:lnTo>
                <a:lnTo>
                  <a:pt x="405669" y="144970"/>
                </a:lnTo>
                <a:lnTo>
                  <a:pt x="405669" y="227266"/>
                </a:lnTo>
                <a:close/>
              </a:path>
              <a:path w="405765" h="410845">
                <a:moveTo>
                  <a:pt x="240982" y="398145"/>
                </a:moveTo>
                <a:lnTo>
                  <a:pt x="205930" y="398145"/>
                </a:lnTo>
                <a:lnTo>
                  <a:pt x="205930" y="259365"/>
                </a:lnTo>
                <a:lnTo>
                  <a:pt x="240982" y="259365"/>
                </a:lnTo>
                <a:lnTo>
                  <a:pt x="240982" y="398145"/>
                </a:lnTo>
                <a:close/>
              </a:path>
              <a:path w="405765" h="410845">
                <a:moveTo>
                  <a:pt x="403183" y="366141"/>
                </a:moveTo>
                <a:lnTo>
                  <a:pt x="343185" y="366141"/>
                </a:lnTo>
                <a:lnTo>
                  <a:pt x="355187" y="364450"/>
                </a:lnTo>
                <a:lnTo>
                  <a:pt x="363759" y="359473"/>
                </a:lnTo>
                <a:lnTo>
                  <a:pt x="368903" y="351353"/>
                </a:lnTo>
                <a:lnTo>
                  <a:pt x="370617" y="340233"/>
                </a:lnTo>
                <a:lnTo>
                  <a:pt x="370617" y="259365"/>
                </a:lnTo>
                <a:lnTo>
                  <a:pt x="405669" y="259365"/>
                </a:lnTo>
                <a:lnTo>
                  <a:pt x="405669" y="347853"/>
                </a:lnTo>
                <a:lnTo>
                  <a:pt x="403183" y="366141"/>
                </a:lnTo>
                <a:close/>
              </a:path>
              <a:path w="405765" h="410845">
                <a:moveTo>
                  <a:pt x="355377" y="401193"/>
                </a:moveTo>
                <a:lnTo>
                  <a:pt x="339969" y="400954"/>
                </a:lnTo>
                <a:lnTo>
                  <a:pt x="306260" y="399907"/>
                </a:lnTo>
                <a:lnTo>
                  <a:pt x="288226" y="399669"/>
                </a:lnTo>
                <a:lnTo>
                  <a:pt x="286821" y="391382"/>
                </a:lnTo>
                <a:lnTo>
                  <a:pt x="284988" y="382524"/>
                </a:lnTo>
                <a:lnTo>
                  <a:pt x="280606" y="363093"/>
                </a:lnTo>
                <a:lnTo>
                  <a:pt x="315932" y="365188"/>
                </a:lnTo>
                <a:lnTo>
                  <a:pt x="330635" y="365879"/>
                </a:lnTo>
                <a:lnTo>
                  <a:pt x="343185" y="366141"/>
                </a:lnTo>
                <a:lnTo>
                  <a:pt x="403183" y="366141"/>
                </a:lnTo>
                <a:lnTo>
                  <a:pt x="402526" y="370974"/>
                </a:lnTo>
                <a:lnTo>
                  <a:pt x="393096" y="387667"/>
                </a:lnTo>
                <a:lnTo>
                  <a:pt x="377380" y="397787"/>
                </a:lnTo>
                <a:lnTo>
                  <a:pt x="355377" y="4011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07447" y="4486179"/>
            <a:ext cx="138779" cy="105251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7240714" y="4583810"/>
            <a:ext cx="73660" cy="309880"/>
          </a:xfrm>
          <a:custGeom>
            <a:avLst/>
            <a:gdLst/>
            <a:ahLst/>
            <a:cxnLst/>
            <a:rect l="l" t="t" r="r" b="b"/>
            <a:pathLst>
              <a:path w="73659" h="309879">
                <a:moveTo>
                  <a:pt x="53435" y="54959"/>
                </a:moveTo>
                <a:lnTo>
                  <a:pt x="36576" y="54959"/>
                </a:lnTo>
                <a:lnTo>
                  <a:pt x="30480" y="53435"/>
                </a:lnTo>
                <a:lnTo>
                  <a:pt x="24384" y="47339"/>
                </a:lnTo>
                <a:lnTo>
                  <a:pt x="19812" y="41243"/>
                </a:lnTo>
                <a:lnTo>
                  <a:pt x="16764" y="35147"/>
                </a:lnTo>
                <a:lnTo>
                  <a:pt x="16764" y="19812"/>
                </a:lnTo>
                <a:lnTo>
                  <a:pt x="19812" y="13716"/>
                </a:lnTo>
                <a:lnTo>
                  <a:pt x="24384" y="7620"/>
                </a:lnTo>
                <a:lnTo>
                  <a:pt x="30480" y="3048"/>
                </a:lnTo>
                <a:lnTo>
                  <a:pt x="36576" y="0"/>
                </a:lnTo>
                <a:lnTo>
                  <a:pt x="51911" y="0"/>
                </a:lnTo>
                <a:lnTo>
                  <a:pt x="59531" y="3048"/>
                </a:lnTo>
                <a:lnTo>
                  <a:pt x="70199" y="13716"/>
                </a:lnTo>
                <a:lnTo>
                  <a:pt x="73247" y="19812"/>
                </a:lnTo>
                <a:lnTo>
                  <a:pt x="73247" y="35147"/>
                </a:lnTo>
                <a:lnTo>
                  <a:pt x="70199" y="41243"/>
                </a:lnTo>
                <a:lnTo>
                  <a:pt x="65627" y="47339"/>
                </a:lnTo>
                <a:lnTo>
                  <a:pt x="59531" y="53435"/>
                </a:lnTo>
                <a:lnTo>
                  <a:pt x="53435" y="54959"/>
                </a:lnTo>
                <a:close/>
              </a:path>
              <a:path w="73659" h="309879">
                <a:moveTo>
                  <a:pt x="30480" y="309657"/>
                </a:moveTo>
                <a:lnTo>
                  <a:pt x="0" y="309657"/>
                </a:lnTo>
                <a:lnTo>
                  <a:pt x="27432" y="193738"/>
                </a:lnTo>
                <a:lnTo>
                  <a:pt x="67151" y="193738"/>
                </a:lnTo>
                <a:lnTo>
                  <a:pt x="30480" y="3096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47908" y="4486179"/>
            <a:ext cx="138779" cy="105251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8073377" y="4457229"/>
            <a:ext cx="886460" cy="431800"/>
          </a:xfrm>
          <a:custGeom>
            <a:avLst/>
            <a:gdLst/>
            <a:ahLst/>
            <a:cxnLst/>
            <a:rect l="l" t="t" r="r" b="b"/>
            <a:pathLst>
              <a:path w="886459" h="431800">
                <a:moveTo>
                  <a:pt x="112877" y="91528"/>
                </a:moveTo>
                <a:lnTo>
                  <a:pt x="98856" y="70942"/>
                </a:lnTo>
                <a:lnTo>
                  <a:pt x="84112" y="50342"/>
                </a:lnTo>
                <a:lnTo>
                  <a:pt x="68516" y="29730"/>
                </a:lnTo>
                <a:lnTo>
                  <a:pt x="51917" y="9144"/>
                </a:lnTo>
                <a:lnTo>
                  <a:pt x="24384" y="27432"/>
                </a:lnTo>
                <a:lnTo>
                  <a:pt x="40119" y="49174"/>
                </a:lnTo>
                <a:lnTo>
                  <a:pt x="54952" y="70764"/>
                </a:lnTo>
                <a:lnTo>
                  <a:pt x="68630" y="92036"/>
                </a:lnTo>
                <a:lnTo>
                  <a:pt x="80873" y="112864"/>
                </a:lnTo>
                <a:lnTo>
                  <a:pt x="95732" y="102768"/>
                </a:lnTo>
                <a:lnTo>
                  <a:pt x="104013" y="97231"/>
                </a:lnTo>
                <a:lnTo>
                  <a:pt x="112877" y="91528"/>
                </a:lnTo>
                <a:close/>
              </a:path>
              <a:path w="886459" h="431800">
                <a:moveTo>
                  <a:pt x="433108" y="204406"/>
                </a:moveTo>
                <a:lnTo>
                  <a:pt x="350812" y="204406"/>
                </a:lnTo>
                <a:lnTo>
                  <a:pt x="350812" y="111340"/>
                </a:lnTo>
                <a:lnTo>
                  <a:pt x="416344" y="111340"/>
                </a:lnTo>
                <a:lnTo>
                  <a:pt x="416344" y="80860"/>
                </a:lnTo>
                <a:lnTo>
                  <a:pt x="350812" y="80860"/>
                </a:lnTo>
                <a:lnTo>
                  <a:pt x="350812" y="3048"/>
                </a:lnTo>
                <a:lnTo>
                  <a:pt x="315760" y="3048"/>
                </a:lnTo>
                <a:lnTo>
                  <a:pt x="315760" y="80860"/>
                </a:lnTo>
                <a:lnTo>
                  <a:pt x="315760" y="111340"/>
                </a:lnTo>
                <a:lnTo>
                  <a:pt x="315760" y="204406"/>
                </a:lnTo>
                <a:lnTo>
                  <a:pt x="228803" y="204406"/>
                </a:lnTo>
                <a:lnTo>
                  <a:pt x="228803" y="111340"/>
                </a:lnTo>
                <a:lnTo>
                  <a:pt x="315760" y="111340"/>
                </a:lnTo>
                <a:lnTo>
                  <a:pt x="315760" y="80860"/>
                </a:lnTo>
                <a:lnTo>
                  <a:pt x="228803" y="80860"/>
                </a:lnTo>
                <a:lnTo>
                  <a:pt x="228803" y="3048"/>
                </a:lnTo>
                <a:lnTo>
                  <a:pt x="193751" y="3048"/>
                </a:lnTo>
                <a:lnTo>
                  <a:pt x="193751" y="80860"/>
                </a:lnTo>
                <a:lnTo>
                  <a:pt x="138785" y="80860"/>
                </a:lnTo>
                <a:lnTo>
                  <a:pt x="138785" y="111340"/>
                </a:lnTo>
                <a:lnTo>
                  <a:pt x="193751" y="111340"/>
                </a:lnTo>
                <a:lnTo>
                  <a:pt x="193751" y="204406"/>
                </a:lnTo>
                <a:lnTo>
                  <a:pt x="117449" y="204406"/>
                </a:lnTo>
                <a:lnTo>
                  <a:pt x="117449" y="236410"/>
                </a:lnTo>
                <a:lnTo>
                  <a:pt x="189179" y="236410"/>
                </a:lnTo>
                <a:lnTo>
                  <a:pt x="180632" y="270497"/>
                </a:lnTo>
                <a:lnTo>
                  <a:pt x="166649" y="299554"/>
                </a:lnTo>
                <a:lnTo>
                  <a:pt x="147510" y="323735"/>
                </a:lnTo>
                <a:lnTo>
                  <a:pt x="123545" y="343192"/>
                </a:lnTo>
                <a:lnTo>
                  <a:pt x="131025" y="350037"/>
                </a:lnTo>
                <a:lnTo>
                  <a:pt x="137642" y="356755"/>
                </a:lnTo>
                <a:lnTo>
                  <a:pt x="143687" y="363194"/>
                </a:lnTo>
                <a:lnTo>
                  <a:pt x="149453" y="369189"/>
                </a:lnTo>
                <a:lnTo>
                  <a:pt x="178130" y="344563"/>
                </a:lnTo>
                <a:lnTo>
                  <a:pt x="200215" y="314236"/>
                </a:lnTo>
                <a:lnTo>
                  <a:pt x="215988" y="278180"/>
                </a:lnTo>
                <a:lnTo>
                  <a:pt x="225755" y="236410"/>
                </a:lnTo>
                <a:lnTo>
                  <a:pt x="315760" y="236410"/>
                </a:lnTo>
                <a:lnTo>
                  <a:pt x="315760" y="369189"/>
                </a:lnTo>
                <a:lnTo>
                  <a:pt x="350812" y="369189"/>
                </a:lnTo>
                <a:lnTo>
                  <a:pt x="350812" y="236410"/>
                </a:lnTo>
                <a:lnTo>
                  <a:pt x="433108" y="236410"/>
                </a:lnTo>
                <a:lnTo>
                  <a:pt x="433108" y="204406"/>
                </a:lnTo>
                <a:close/>
              </a:path>
              <a:path w="886459" h="431800">
                <a:moveTo>
                  <a:pt x="436156" y="385953"/>
                </a:moveTo>
                <a:lnTo>
                  <a:pt x="282143" y="390525"/>
                </a:lnTo>
                <a:lnTo>
                  <a:pt x="178511" y="387477"/>
                </a:lnTo>
                <a:lnTo>
                  <a:pt x="149847" y="384644"/>
                </a:lnTo>
                <a:lnTo>
                  <a:pt x="125653" y="376224"/>
                </a:lnTo>
                <a:lnTo>
                  <a:pt x="113372" y="367665"/>
                </a:lnTo>
                <a:lnTo>
                  <a:pt x="105752" y="362356"/>
                </a:lnTo>
                <a:lnTo>
                  <a:pt x="90017" y="343192"/>
                </a:lnTo>
                <a:lnTo>
                  <a:pt x="90017" y="157162"/>
                </a:lnTo>
                <a:lnTo>
                  <a:pt x="4572" y="157162"/>
                </a:lnTo>
                <a:lnTo>
                  <a:pt x="4572" y="189166"/>
                </a:lnTo>
                <a:lnTo>
                  <a:pt x="56489" y="189166"/>
                </a:lnTo>
                <a:lnTo>
                  <a:pt x="56489" y="337096"/>
                </a:lnTo>
                <a:lnTo>
                  <a:pt x="46164" y="346290"/>
                </a:lnTo>
                <a:lnTo>
                  <a:pt x="33388" y="358089"/>
                </a:lnTo>
                <a:lnTo>
                  <a:pt x="18046" y="372745"/>
                </a:lnTo>
                <a:lnTo>
                  <a:pt x="0" y="390525"/>
                </a:lnTo>
                <a:lnTo>
                  <a:pt x="18288" y="427101"/>
                </a:lnTo>
                <a:lnTo>
                  <a:pt x="34594" y="407098"/>
                </a:lnTo>
                <a:lnTo>
                  <a:pt x="48856" y="390525"/>
                </a:lnTo>
                <a:lnTo>
                  <a:pt x="60820" y="377380"/>
                </a:lnTo>
                <a:lnTo>
                  <a:pt x="70205" y="367665"/>
                </a:lnTo>
                <a:lnTo>
                  <a:pt x="88544" y="389674"/>
                </a:lnTo>
                <a:lnTo>
                  <a:pt x="111734" y="405384"/>
                </a:lnTo>
                <a:lnTo>
                  <a:pt x="140068" y="414820"/>
                </a:lnTo>
                <a:lnTo>
                  <a:pt x="173837" y="417957"/>
                </a:lnTo>
                <a:lnTo>
                  <a:pt x="279095" y="421005"/>
                </a:lnTo>
                <a:lnTo>
                  <a:pt x="423964" y="421005"/>
                </a:lnTo>
                <a:lnTo>
                  <a:pt x="428015" y="411022"/>
                </a:lnTo>
                <a:lnTo>
                  <a:pt x="431203" y="401764"/>
                </a:lnTo>
                <a:lnTo>
                  <a:pt x="434721" y="390525"/>
                </a:lnTo>
                <a:lnTo>
                  <a:pt x="436156" y="385953"/>
                </a:lnTo>
                <a:close/>
              </a:path>
              <a:path w="886459" h="431800">
                <a:moveTo>
                  <a:pt x="596366" y="18288"/>
                </a:moveTo>
                <a:lnTo>
                  <a:pt x="565785" y="0"/>
                </a:lnTo>
                <a:lnTo>
                  <a:pt x="542378" y="34328"/>
                </a:lnTo>
                <a:lnTo>
                  <a:pt x="515683" y="66535"/>
                </a:lnTo>
                <a:lnTo>
                  <a:pt x="485851" y="96735"/>
                </a:lnTo>
                <a:lnTo>
                  <a:pt x="453009" y="125056"/>
                </a:lnTo>
                <a:lnTo>
                  <a:pt x="457568" y="133299"/>
                </a:lnTo>
                <a:lnTo>
                  <a:pt x="461962" y="141833"/>
                </a:lnTo>
                <a:lnTo>
                  <a:pt x="466090" y="150393"/>
                </a:lnTo>
                <a:lnTo>
                  <a:pt x="469773" y="158686"/>
                </a:lnTo>
                <a:lnTo>
                  <a:pt x="506044" y="126644"/>
                </a:lnTo>
                <a:lnTo>
                  <a:pt x="539318" y="92481"/>
                </a:lnTo>
                <a:lnTo>
                  <a:pt x="569480" y="56324"/>
                </a:lnTo>
                <a:lnTo>
                  <a:pt x="596366" y="18288"/>
                </a:lnTo>
                <a:close/>
              </a:path>
              <a:path w="886459" h="431800">
                <a:moveTo>
                  <a:pt x="605510" y="126580"/>
                </a:moveTo>
                <a:lnTo>
                  <a:pt x="574929" y="106768"/>
                </a:lnTo>
                <a:lnTo>
                  <a:pt x="545782" y="154508"/>
                </a:lnTo>
                <a:lnTo>
                  <a:pt x="515493" y="196786"/>
                </a:lnTo>
                <a:lnTo>
                  <a:pt x="484022" y="233349"/>
                </a:lnTo>
                <a:lnTo>
                  <a:pt x="451396" y="263944"/>
                </a:lnTo>
                <a:lnTo>
                  <a:pt x="455117" y="272199"/>
                </a:lnTo>
                <a:lnTo>
                  <a:pt x="459105" y="280898"/>
                </a:lnTo>
                <a:lnTo>
                  <a:pt x="463067" y="289864"/>
                </a:lnTo>
                <a:lnTo>
                  <a:pt x="466725" y="298996"/>
                </a:lnTo>
                <a:lnTo>
                  <a:pt x="480428" y="286131"/>
                </a:lnTo>
                <a:lnTo>
                  <a:pt x="493966" y="272694"/>
                </a:lnTo>
                <a:lnTo>
                  <a:pt x="507238" y="258660"/>
                </a:lnTo>
                <a:lnTo>
                  <a:pt x="520065" y="244030"/>
                </a:lnTo>
                <a:lnTo>
                  <a:pt x="520065" y="431673"/>
                </a:lnTo>
                <a:lnTo>
                  <a:pt x="556641" y="431673"/>
                </a:lnTo>
                <a:lnTo>
                  <a:pt x="556641" y="244030"/>
                </a:lnTo>
                <a:lnTo>
                  <a:pt x="556641" y="198310"/>
                </a:lnTo>
                <a:lnTo>
                  <a:pt x="569201" y="181762"/>
                </a:lnTo>
                <a:lnTo>
                  <a:pt x="581609" y="164198"/>
                </a:lnTo>
                <a:lnTo>
                  <a:pt x="593763" y="145757"/>
                </a:lnTo>
                <a:lnTo>
                  <a:pt x="605510" y="126580"/>
                </a:lnTo>
                <a:close/>
              </a:path>
              <a:path w="886459" h="431800">
                <a:moveTo>
                  <a:pt x="861644" y="33528"/>
                </a:moveTo>
                <a:lnTo>
                  <a:pt x="634466" y="33528"/>
                </a:lnTo>
                <a:lnTo>
                  <a:pt x="634466" y="65620"/>
                </a:lnTo>
                <a:lnTo>
                  <a:pt x="861644" y="65620"/>
                </a:lnTo>
                <a:lnTo>
                  <a:pt x="861644" y="33528"/>
                </a:lnTo>
                <a:close/>
              </a:path>
              <a:path w="886459" h="431800">
                <a:moveTo>
                  <a:pt x="886117" y="164782"/>
                </a:moveTo>
                <a:lnTo>
                  <a:pt x="610082" y="164782"/>
                </a:lnTo>
                <a:lnTo>
                  <a:pt x="610082" y="198310"/>
                </a:lnTo>
                <a:lnTo>
                  <a:pt x="764108" y="198310"/>
                </a:lnTo>
                <a:lnTo>
                  <a:pt x="764108" y="358432"/>
                </a:lnTo>
                <a:lnTo>
                  <a:pt x="762342" y="371360"/>
                </a:lnTo>
                <a:lnTo>
                  <a:pt x="756869" y="380415"/>
                </a:lnTo>
                <a:lnTo>
                  <a:pt x="747382" y="385737"/>
                </a:lnTo>
                <a:lnTo>
                  <a:pt x="733628" y="387477"/>
                </a:lnTo>
                <a:lnTo>
                  <a:pt x="716419" y="387210"/>
                </a:lnTo>
                <a:lnTo>
                  <a:pt x="699249" y="386524"/>
                </a:lnTo>
                <a:lnTo>
                  <a:pt x="664946" y="384429"/>
                </a:lnTo>
                <a:lnTo>
                  <a:pt x="666991" y="394690"/>
                </a:lnTo>
                <a:lnTo>
                  <a:pt x="668756" y="404812"/>
                </a:lnTo>
                <a:lnTo>
                  <a:pt x="670521" y="414642"/>
                </a:lnTo>
                <a:lnTo>
                  <a:pt x="672566" y="424053"/>
                </a:lnTo>
                <a:lnTo>
                  <a:pt x="747344" y="424053"/>
                </a:lnTo>
                <a:lnTo>
                  <a:pt x="771347" y="420624"/>
                </a:lnTo>
                <a:lnTo>
                  <a:pt x="788492" y="410337"/>
                </a:lnTo>
                <a:lnTo>
                  <a:pt x="798779" y="393192"/>
                </a:lnTo>
                <a:lnTo>
                  <a:pt x="799592" y="387477"/>
                </a:lnTo>
                <a:lnTo>
                  <a:pt x="802208" y="369189"/>
                </a:lnTo>
                <a:lnTo>
                  <a:pt x="802208" y="198310"/>
                </a:lnTo>
                <a:lnTo>
                  <a:pt x="886117" y="198310"/>
                </a:lnTo>
                <a:lnTo>
                  <a:pt x="886117" y="1647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9008268" y="4489227"/>
            <a:ext cx="382905" cy="374015"/>
          </a:xfrm>
          <a:custGeom>
            <a:avLst/>
            <a:gdLst/>
            <a:ahLst/>
            <a:cxnLst/>
            <a:rect l="l" t="t" r="r" b="b"/>
            <a:pathLst>
              <a:path w="382904" h="374014">
                <a:moveTo>
                  <a:pt x="382809" y="373761"/>
                </a:moveTo>
                <a:lnTo>
                  <a:pt x="0" y="373761"/>
                </a:lnTo>
                <a:lnTo>
                  <a:pt x="0" y="0"/>
                </a:lnTo>
                <a:lnTo>
                  <a:pt x="376713" y="0"/>
                </a:lnTo>
                <a:lnTo>
                  <a:pt x="376713" y="35147"/>
                </a:lnTo>
                <a:lnTo>
                  <a:pt x="36576" y="35147"/>
                </a:lnTo>
                <a:lnTo>
                  <a:pt x="36576" y="340233"/>
                </a:lnTo>
                <a:lnTo>
                  <a:pt x="382809" y="340233"/>
                </a:lnTo>
                <a:lnTo>
                  <a:pt x="382809" y="373761"/>
                </a:lnTo>
                <a:close/>
              </a:path>
              <a:path w="382904" h="374014">
                <a:moveTo>
                  <a:pt x="258907" y="158686"/>
                </a:moveTo>
                <a:lnTo>
                  <a:pt x="208883" y="158686"/>
                </a:lnTo>
                <a:lnTo>
                  <a:pt x="231750" y="133192"/>
                </a:lnTo>
                <a:lnTo>
                  <a:pt x="254305" y="106822"/>
                </a:lnTo>
                <a:lnTo>
                  <a:pt x="276271" y="79310"/>
                </a:lnTo>
                <a:lnTo>
                  <a:pt x="297370" y="50387"/>
                </a:lnTo>
                <a:lnTo>
                  <a:pt x="329374" y="73247"/>
                </a:lnTo>
                <a:lnTo>
                  <a:pt x="306490" y="102408"/>
                </a:lnTo>
                <a:lnTo>
                  <a:pt x="283464" y="130444"/>
                </a:lnTo>
                <a:lnTo>
                  <a:pt x="260151" y="157338"/>
                </a:lnTo>
                <a:lnTo>
                  <a:pt x="258907" y="158686"/>
                </a:lnTo>
                <a:close/>
              </a:path>
              <a:path w="382904" h="374014">
                <a:moveTo>
                  <a:pt x="80867" y="323373"/>
                </a:moveTo>
                <a:lnTo>
                  <a:pt x="75494" y="316491"/>
                </a:lnTo>
                <a:lnTo>
                  <a:pt x="68818" y="309467"/>
                </a:lnTo>
                <a:lnTo>
                  <a:pt x="53340" y="294417"/>
                </a:lnTo>
                <a:lnTo>
                  <a:pt x="87137" y="270437"/>
                </a:lnTo>
                <a:lnTo>
                  <a:pt x="119907" y="244304"/>
                </a:lnTo>
                <a:lnTo>
                  <a:pt x="151803" y="216153"/>
                </a:lnTo>
                <a:lnTo>
                  <a:pt x="182975" y="186118"/>
                </a:lnTo>
                <a:lnTo>
                  <a:pt x="156137" y="160052"/>
                </a:lnTo>
                <a:lnTo>
                  <a:pt x="128289" y="134254"/>
                </a:lnTo>
                <a:lnTo>
                  <a:pt x="99567" y="108457"/>
                </a:lnTo>
                <a:lnTo>
                  <a:pt x="70104" y="82391"/>
                </a:lnTo>
                <a:lnTo>
                  <a:pt x="94583" y="59531"/>
                </a:lnTo>
                <a:lnTo>
                  <a:pt x="122301" y="82953"/>
                </a:lnTo>
                <a:lnTo>
                  <a:pt x="150590" y="107394"/>
                </a:lnTo>
                <a:lnTo>
                  <a:pt x="208883" y="158686"/>
                </a:lnTo>
                <a:lnTo>
                  <a:pt x="258907" y="158686"/>
                </a:lnTo>
                <a:lnTo>
                  <a:pt x="236410" y="183070"/>
                </a:lnTo>
                <a:lnTo>
                  <a:pt x="263890" y="208540"/>
                </a:lnTo>
                <a:lnTo>
                  <a:pt x="265968" y="210502"/>
                </a:lnTo>
                <a:lnTo>
                  <a:pt x="210407" y="210502"/>
                </a:lnTo>
                <a:lnTo>
                  <a:pt x="178379" y="241680"/>
                </a:lnTo>
                <a:lnTo>
                  <a:pt x="146208" y="270974"/>
                </a:lnTo>
                <a:lnTo>
                  <a:pt x="113752" y="298250"/>
                </a:lnTo>
                <a:lnTo>
                  <a:pt x="80867" y="323373"/>
                </a:lnTo>
                <a:close/>
              </a:path>
              <a:path w="382904" h="374014">
                <a:moveTo>
                  <a:pt x="318706" y="320325"/>
                </a:moveTo>
                <a:lnTo>
                  <a:pt x="292154" y="292892"/>
                </a:lnTo>
                <a:lnTo>
                  <a:pt x="265164" y="265449"/>
                </a:lnTo>
                <a:lnTo>
                  <a:pt x="210407" y="210502"/>
                </a:lnTo>
                <a:lnTo>
                  <a:pt x="265968" y="210502"/>
                </a:lnTo>
                <a:lnTo>
                  <a:pt x="291655" y="234743"/>
                </a:lnTo>
                <a:lnTo>
                  <a:pt x="349186" y="289845"/>
                </a:lnTo>
                <a:lnTo>
                  <a:pt x="318706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296066" y="4994148"/>
            <a:ext cx="582930" cy="436245"/>
            <a:chOff x="1296066" y="4994148"/>
            <a:chExt cx="582930" cy="436245"/>
          </a:xfrm>
        </p:grpSpPr>
        <p:sp>
          <p:nvSpPr>
            <p:cNvPr id="50" name="object 50" descr=""/>
            <p:cNvSpPr/>
            <p:nvPr/>
          </p:nvSpPr>
          <p:spPr>
            <a:xfrm>
              <a:off x="1296066" y="4994148"/>
              <a:ext cx="441325" cy="436245"/>
            </a:xfrm>
            <a:custGeom>
              <a:avLst/>
              <a:gdLst/>
              <a:ahLst/>
              <a:cxnLst/>
              <a:rect l="l" t="t" r="r" b="b"/>
              <a:pathLst>
                <a:path w="441325" h="436245">
                  <a:moveTo>
                    <a:pt x="413289" y="208978"/>
                  </a:moveTo>
                  <a:lnTo>
                    <a:pt x="367572" y="178585"/>
                  </a:lnTo>
                  <a:lnTo>
                    <a:pt x="327400" y="144004"/>
                  </a:lnTo>
                  <a:lnTo>
                    <a:pt x="292856" y="105093"/>
                  </a:lnTo>
                  <a:lnTo>
                    <a:pt x="264023" y="61711"/>
                  </a:lnTo>
                  <a:lnTo>
                    <a:pt x="240982" y="13716"/>
                  </a:lnTo>
                  <a:lnTo>
                    <a:pt x="271462" y="0"/>
                  </a:lnTo>
                  <a:lnTo>
                    <a:pt x="293638" y="44471"/>
                  </a:lnTo>
                  <a:lnTo>
                    <a:pt x="321652" y="84403"/>
                  </a:lnTo>
                  <a:lnTo>
                    <a:pt x="355514" y="119644"/>
                  </a:lnTo>
                  <a:lnTo>
                    <a:pt x="395232" y="150043"/>
                  </a:lnTo>
                  <a:lnTo>
                    <a:pt x="440817" y="175450"/>
                  </a:lnTo>
                  <a:lnTo>
                    <a:pt x="431975" y="185189"/>
                  </a:lnTo>
                  <a:lnTo>
                    <a:pt x="424160" y="193929"/>
                  </a:lnTo>
                  <a:lnTo>
                    <a:pt x="417791" y="201810"/>
                  </a:lnTo>
                  <a:lnTo>
                    <a:pt x="413289" y="208978"/>
                  </a:lnTo>
                  <a:close/>
                </a:path>
                <a:path w="441325" h="436245">
                  <a:moveTo>
                    <a:pt x="24479" y="210502"/>
                  </a:moveTo>
                  <a:lnTo>
                    <a:pt x="19542" y="203620"/>
                  </a:lnTo>
                  <a:lnTo>
                    <a:pt x="13918" y="196596"/>
                  </a:lnTo>
                  <a:lnTo>
                    <a:pt x="7454" y="189285"/>
                  </a:lnTo>
                  <a:lnTo>
                    <a:pt x="0" y="181546"/>
                  </a:lnTo>
                  <a:lnTo>
                    <a:pt x="34781" y="154091"/>
                  </a:lnTo>
                  <a:lnTo>
                    <a:pt x="67642" y="122887"/>
                  </a:lnTo>
                  <a:lnTo>
                    <a:pt x="98515" y="87866"/>
                  </a:lnTo>
                  <a:lnTo>
                    <a:pt x="127330" y="48958"/>
                  </a:lnTo>
                  <a:lnTo>
                    <a:pt x="154019" y="6096"/>
                  </a:lnTo>
                  <a:lnTo>
                    <a:pt x="184594" y="24384"/>
                  </a:lnTo>
                  <a:lnTo>
                    <a:pt x="156933" y="69087"/>
                  </a:lnTo>
                  <a:lnTo>
                    <a:pt x="127095" y="109909"/>
                  </a:lnTo>
                  <a:lnTo>
                    <a:pt x="95077" y="146991"/>
                  </a:lnTo>
                  <a:lnTo>
                    <a:pt x="60873" y="180475"/>
                  </a:lnTo>
                  <a:lnTo>
                    <a:pt x="24479" y="210502"/>
                  </a:lnTo>
                  <a:close/>
                </a:path>
                <a:path w="441325" h="436245">
                  <a:moveTo>
                    <a:pt x="329445" y="389001"/>
                  </a:moveTo>
                  <a:lnTo>
                    <a:pt x="260794" y="389001"/>
                  </a:lnTo>
                  <a:lnTo>
                    <a:pt x="280192" y="385832"/>
                  </a:lnTo>
                  <a:lnTo>
                    <a:pt x="294751" y="376225"/>
                  </a:lnTo>
                  <a:lnTo>
                    <a:pt x="308133" y="337089"/>
                  </a:lnTo>
                  <a:lnTo>
                    <a:pt x="311753" y="286404"/>
                  </a:lnTo>
                  <a:lnTo>
                    <a:pt x="314229" y="228790"/>
                  </a:lnTo>
                  <a:lnTo>
                    <a:pt x="59531" y="228790"/>
                  </a:lnTo>
                  <a:lnTo>
                    <a:pt x="59531" y="195262"/>
                  </a:lnTo>
                  <a:lnTo>
                    <a:pt x="350805" y="195262"/>
                  </a:lnTo>
                  <a:lnTo>
                    <a:pt x="349400" y="232752"/>
                  </a:lnTo>
                  <a:lnTo>
                    <a:pt x="347567" y="269652"/>
                  </a:lnTo>
                  <a:lnTo>
                    <a:pt x="345376" y="307108"/>
                  </a:lnTo>
                  <a:lnTo>
                    <a:pt x="343185" y="341757"/>
                  </a:lnTo>
                  <a:lnTo>
                    <a:pt x="336635" y="376880"/>
                  </a:lnTo>
                  <a:lnTo>
                    <a:pt x="329445" y="389001"/>
                  </a:lnTo>
                  <a:close/>
                </a:path>
                <a:path w="441325" h="436245">
                  <a:moveTo>
                    <a:pt x="36671" y="436245"/>
                  </a:moveTo>
                  <a:lnTo>
                    <a:pt x="30930" y="429148"/>
                  </a:lnTo>
                  <a:lnTo>
                    <a:pt x="25038" y="421767"/>
                  </a:lnTo>
                  <a:lnTo>
                    <a:pt x="18843" y="414385"/>
                  </a:lnTo>
                  <a:lnTo>
                    <a:pt x="12192" y="407289"/>
                  </a:lnTo>
                  <a:lnTo>
                    <a:pt x="46251" y="392118"/>
                  </a:lnTo>
                  <a:lnTo>
                    <a:pt x="75140" y="373939"/>
                  </a:lnTo>
                  <a:lnTo>
                    <a:pt x="117443" y="327945"/>
                  </a:lnTo>
                  <a:lnTo>
                    <a:pt x="134969" y="283547"/>
                  </a:lnTo>
                  <a:lnTo>
                    <a:pt x="143351" y="228790"/>
                  </a:lnTo>
                  <a:lnTo>
                    <a:pt x="180022" y="228790"/>
                  </a:lnTo>
                  <a:lnTo>
                    <a:pt x="169342" y="293846"/>
                  </a:lnTo>
                  <a:lnTo>
                    <a:pt x="149447" y="346329"/>
                  </a:lnTo>
                  <a:lnTo>
                    <a:pt x="104489" y="397573"/>
                  </a:lnTo>
                  <a:lnTo>
                    <a:pt x="73580" y="418552"/>
                  </a:lnTo>
                  <a:lnTo>
                    <a:pt x="36671" y="436245"/>
                  </a:lnTo>
                  <a:close/>
                </a:path>
                <a:path w="441325" h="436245">
                  <a:moveTo>
                    <a:pt x="266890" y="422529"/>
                  </a:moveTo>
                  <a:lnTo>
                    <a:pt x="211383" y="421886"/>
                  </a:lnTo>
                  <a:lnTo>
                    <a:pt x="186605" y="392118"/>
                  </a:lnTo>
                  <a:lnTo>
                    <a:pt x="184594" y="382905"/>
                  </a:lnTo>
                  <a:lnTo>
                    <a:pt x="202287" y="384929"/>
                  </a:lnTo>
                  <a:lnTo>
                    <a:pt x="220980" y="386524"/>
                  </a:lnTo>
                  <a:lnTo>
                    <a:pt x="260794" y="389001"/>
                  </a:lnTo>
                  <a:lnTo>
                    <a:pt x="329445" y="389001"/>
                  </a:lnTo>
                  <a:lnTo>
                    <a:pt x="321647" y="402145"/>
                  </a:lnTo>
                  <a:lnTo>
                    <a:pt x="298354" y="417409"/>
                  </a:lnTo>
                  <a:lnTo>
                    <a:pt x="266890" y="42252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68887" y="5308378"/>
              <a:ext cx="109823" cy="112871"/>
            </a:xfrm>
            <a:prstGeom prst="rect">
              <a:avLst/>
            </a:prstGeom>
          </p:spPr>
        </p:pic>
      </p:grpSp>
      <p:pic>
        <p:nvPicPr>
          <p:cNvPr id="52" name="object 5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5814822"/>
            <a:ext cx="109823" cy="109823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1332738" y="5700426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8382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37842" y="4205"/>
                </a:lnTo>
                <a:lnTo>
                  <a:pt x="179447" y="16848"/>
                </a:lnTo>
                <a:lnTo>
                  <a:pt x="204940" y="33528"/>
                </a:lnTo>
                <a:lnTo>
                  <a:pt x="38100" y="33528"/>
                </a:lnTo>
                <a:lnTo>
                  <a:pt x="38100" y="280701"/>
                </a:lnTo>
                <a:lnTo>
                  <a:pt x="193488" y="280701"/>
                </a:lnTo>
                <a:lnTo>
                  <a:pt x="182497" y="289155"/>
                </a:lnTo>
                <a:lnTo>
                  <a:pt x="153626" y="302990"/>
                </a:lnTo>
                <a:lnTo>
                  <a:pt x="120736" y="311396"/>
                </a:lnTo>
                <a:lnTo>
                  <a:pt x="83820" y="314229"/>
                </a:lnTo>
                <a:close/>
              </a:path>
              <a:path w="253365" h="314325">
                <a:moveTo>
                  <a:pt x="193488" y="280701"/>
                </a:moveTo>
                <a:lnTo>
                  <a:pt x="83820" y="280701"/>
                </a:lnTo>
                <a:lnTo>
                  <a:pt x="113021" y="278676"/>
                </a:lnTo>
                <a:lnTo>
                  <a:pt x="138767" y="272498"/>
                </a:lnTo>
                <a:lnTo>
                  <a:pt x="179927" y="247078"/>
                </a:lnTo>
                <a:lnTo>
                  <a:pt x="206025" y="207454"/>
                </a:lnTo>
                <a:lnTo>
                  <a:pt x="214979" y="154114"/>
                </a:lnTo>
                <a:lnTo>
                  <a:pt x="206976" y="101156"/>
                </a:lnTo>
                <a:lnTo>
                  <a:pt x="182963" y="63496"/>
                </a:lnTo>
                <a:lnTo>
                  <a:pt x="142930" y="40997"/>
                </a:lnTo>
                <a:lnTo>
                  <a:pt x="86868" y="33528"/>
                </a:lnTo>
                <a:lnTo>
                  <a:pt x="204940" y="33528"/>
                </a:lnTo>
                <a:lnTo>
                  <a:pt x="211728" y="37969"/>
                </a:lnTo>
                <a:lnTo>
                  <a:pt x="234731" y="67606"/>
                </a:lnTo>
                <a:lnTo>
                  <a:pt x="248499" y="105800"/>
                </a:lnTo>
                <a:lnTo>
                  <a:pt x="253079" y="152590"/>
                </a:lnTo>
                <a:lnTo>
                  <a:pt x="250221" y="187429"/>
                </a:lnTo>
                <a:lnTo>
                  <a:pt x="241649" y="218705"/>
                </a:lnTo>
                <a:lnTo>
                  <a:pt x="227361" y="246285"/>
                </a:lnTo>
                <a:lnTo>
                  <a:pt x="207359" y="270033"/>
                </a:lnTo>
                <a:lnTo>
                  <a:pt x="193488" y="2807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631632" y="5970460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30479" y="48768"/>
                </a:moveTo>
                <a:lnTo>
                  <a:pt x="24383" y="48768"/>
                </a:lnTo>
                <a:lnTo>
                  <a:pt x="16763" y="48768"/>
                </a:lnTo>
                <a:lnTo>
                  <a:pt x="12191" y="47244"/>
                </a:lnTo>
                <a:lnTo>
                  <a:pt x="7619" y="41148"/>
                </a:lnTo>
                <a:lnTo>
                  <a:pt x="1523" y="36576"/>
                </a:lnTo>
                <a:lnTo>
                  <a:pt x="0" y="30480"/>
                </a:lnTo>
                <a:lnTo>
                  <a:pt x="0" y="18288"/>
                </a:lnTo>
                <a:lnTo>
                  <a:pt x="1523" y="12192"/>
                </a:lnTo>
                <a:lnTo>
                  <a:pt x="7619" y="7620"/>
                </a:lnTo>
                <a:lnTo>
                  <a:pt x="12191" y="1524"/>
                </a:lnTo>
                <a:lnTo>
                  <a:pt x="16763" y="0"/>
                </a:lnTo>
                <a:lnTo>
                  <a:pt x="30479" y="0"/>
                </a:lnTo>
                <a:lnTo>
                  <a:pt x="36575" y="1524"/>
                </a:lnTo>
                <a:lnTo>
                  <a:pt x="41147" y="7620"/>
                </a:lnTo>
                <a:lnTo>
                  <a:pt x="45719" y="12192"/>
                </a:lnTo>
                <a:lnTo>
                  <a:pt x="48767" y="18288"/>
                </a:lnTo>
                <a:lnTo>
                  <a:pt x="48767" y="30480"/>
                </a:lnTo>
                <a:lnTo>
                  <a:pt x="45719" y="36576"/>
                </a:lnTo>
                <a:lnTo>
                  <a:pt x="41147" y="41148"/>
                </a:lnTo>
                <a:lnTo>
                  <a:pt x="36575" y="47244"/>
                </a:lnTo>
                <a:lnTo>
                  <a:pt x="30479" y="4876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834413" y="5637847"/>
            <a:ext cx="5345430" cy="439420"/>
          </a:xfrm>
          <a:custGeom>
            <a:avLst/>
            <a:gdLst/>
            <a:ahLst/>
            <a:cxnLst/>
            <a:rect l="l" t="t" r="r" b="b"/>
            <a:pathLst>
              <a:path w="5345430" h="439420">
                <a:moveTo>
                  <a:pt x="216598" y="370725"/>
                </a:moveTo>
                <a:lnTo>
                  <a:pt x="180060" y="340245"/>
                </a:lnTo>
                <a:lnTo>
                  <a:pt x="162077" y="325247"/>
                </a:lnTo>
                <a:lnTo>
                  <a:pt x="144868" y="311188"/>
                </a:lnTo>
                <a:lnTo>
                  <a:pt x="155752" y="288328"/>
                </a:lnTo>
                <a:lnTo>
                  <a:pt x="161747" y="275742"/>
                </a:lnTo>
                <a:lnTo>
                  <a:pt x="175780" y="233413"/>
                </a:lnTo>
                <a:lnTo>
                  <a:pt x="186956" y="184238"/>
                </a:lnTo>
                <a:lnTo>
                  <a:pt x="195262" y="128219"/>
                </a:lnTo>
                <a:lnTo>
                  <a:pt x="195262" y="94589"/>
                </a:lnTo>
                <a:lnTo>
                  <a:pt x="160108" y="94589"/>
                </a:lnTo>
                <a:lnTo>
                  <a:pt x="160108" y="128219"/>
                </a:lnTo>
                <a:lnTo>
                  <a:pt x="154089" y="175945"/>
                </a:lnTo>
                <a:lnTo>
                  <a:pt x="145059" y="218554"/>
                </a:lnTo>
                <a:lnTo>
                  <a:pt x="132892" y="256019"/>
                </a:lnTo>
                <a:lnTo>
                  <a:pt x="117436" y="288328"/>
                </a:lnTo>
                <a:lnTo>
                  <a:pt x="88099" y="265658"/>
                </a:lnTo>
                <a:lnTo>
                  <a:pt x="74155" y="254685"/>
                </a:lnTo>
                <a:lnTo>
                  <a:pt x="61048" y="244132"/>
                </a:lnTo>
                <a:lnTo>
                  <a:pt x="69037" y="216979"/>
                </a:lnTo>
                <a:lnTo>
                  <a:pt x="76860" y="188417"/>
                </a:lnTo>
                <a:lnTo>
                  <a:pt x="84416" y="158737"/>
                </a:lnTo>
                <a:lnTo>
                  <a:pt x="91528" y="128219"/>
                </a:lnTo>
                <a:lnTo>
                  <a:pt x="160108" y="128219"/>
                </a:lnTo>
                <a:lnTo>
                  <a:pt x="160108" y="94589"/>
                </a:lnTo>
                <a:lnTo>
                  <a:pt x="99148" y="94589"/>
                </a:lnTo>
                <a:lnTo>
                  <a:pt x="102819" y="73964"/>
                </a:lnTo>
                <a:lnTo>
                  <a:pt x="106768" y="53060"/>
                </a:lnTo>
                <a:lnTo>
                  <a:pt x="110731" y="31584"/>
                </a:lnTo>
                <a:lnTo>
                  <a:pt x="114388" y="9245"/>
                </a:lnTo>
                <a:lnTo>
                  <a:pt x="77812" y="4572"/>
                </a:lnTo>
                <a:lnTo>
                  <a:pt x="74155" y="27470"/>
                </a:lnTo>
                <a:lnTo>
                  <a:pt x="70192" y="50190"/>
                </a:lnTo>
                <a:lnTo>
                  <a:pt x="66243" y="72605"/>
                </a:lnTo>
                <a:lnTo>
                  <a:pt x="62572" y="94589"/>
                </a:lnTo>
                <a:lnTo>
                  <a:pt x="1524" y="94589"/>
                </a:lnTo>
                <a:lnTo>
                  <a:pt x="1524" y="128219"/>
                </a:lnTo>
                <a:lnTo>
                  <a:pt x="54952" y="128219"/>
                </a:lnTo>
                <a:lnTo>
                  <a:pt x="47802" y="161061"/>
                </a:lnTo>
                <a:lnTo>
                  <a:pt x="40055" y="193217"/>
                </a:lnTo>
                <a:lnTo>
                  <a:pt x="31737" y="224523"/>
                </a:lnTo>
                <a:lnTo>
                  <a:pt x="22860" y="254800"/>
                </a:lnTo>
                <a:lnTo>
                  <a:pt x="41224" y="269709"/>
                </a:lnTo>
                <a:lnTo>
                  <a:pt x="59715" y="284899"/>
                </a:lnTo>
                <a:lnTo>
                  <a:pt x="78460" y="300659"/>
                </a:lnTo>
                <a:lnTo>
                  <a:pt x="97624" y="317284"/>
                </a:lnTo>
                <a:lnTo>
                  <a:pt x="77038" y="341630"/>
                </a:lnTo>
                <a:lnTo>
                  <a:pt x="54000" y="364236"/>
                </a:lnTo>
                <a:lnTo>
                  <a:pt x="28371" y="385102"/>
                </a:lnTo>
                <a:lnTo>
                  <a:pt x="0" y="404253"/>
                </a:lnTo>
                <a:lnTo>
                  <a:pt x="5664" y="412242"/>
                </a:lnTo>
                <a:lnTo>
                  <a:pt x="11049" y="420103"/>
                </a:lnTo>
                <a:lnTo>
                  <a:pt x="15862" y="427685"/>
                </a:lnTo>
                <a:lnTo>
                  <a:pt x="19812" y="434822"/>
                </a:lnTo>
                <a:lnTo>
                  <a:pt x="49555" y="414223"/>
                </a:lnTo>
                <a:lnTo>
                  <a:pt x="76860" y="391490"/>
                </a:lnTo>
                <a:lnTo>
                  <a:pt x="101561" y="366788"/>
                </a:lnTo>
                <a:lnTo>
                  <a:pt x="123532" y="340245"/>
                </a:lnTo>
                <a:lnTo>
                  <a:pt x="139776" y="354241"/>
                </a:lnTo>
                <a:lnTo>
                  <a:pt x="156311" y="368820"/>
                </a:lnTo>
                <a:lnTo>
                  <a:pt x="172872" y="383959"/>
                </a:lnTo>
                <a:lnTo>
                  <a:pt x="189166" y="399681"/>
                </a:lnTo>
                <a:lnTo>
                  <a:pt x="216598" y="370725"/>
                </a:lnTo>
                <a:close/>
              </a:path>
              <a:path w="5345430" h="439420">
                <a:moveTo>
                  <a:pt x="408724" y="56489"/>
                </a:moveTo>
                <a:lnTo>
                  <a:pt x="373672" y="56489"/>
                </a:lnTo>
                <a:lnTo>
                  <a:pt x="373672" y="88493"/>
                </a:lnTo>
                <a:lnTo>
                  <a:pt x="373672" y="349389"/>
                </a:lnTo>
                <a:lnTo>
                  <a:pt x="269938" y="349389"/>
                </a:lnTo>
                <a:lnTo>
                  <a:pt x="269938" y="88493"/>
                </a:lnTo>
                <a:lnTo>
                  <a:pt x="373672" y="88493"/>
                </a:lnTo>
                <a:lnTo>
                  <a:pt x="373672" y="56489"/>
                </a:lnTo>
                <a:lnTo>
                  <a:pt x="236410" y="56489"/>
                </a:lnTo>
                <a:lnTo>
                  <a:pt x="236410" y="419493"/>
                </a:lnTo>
                <a:lnTo>
                  <a:pt x="269938" y="419493"/>
                </a:lnTo>
                <a:lnTo>
                  <a:pt x="269938" y="381393"/>
                </a:lnTo>
                <a:lnTo>
                  <a:pt x="373672" y="381393"/>
                </a:lnTo>
                <a:lnTo>
                  <a:pt x="373672" y="414921"/>
                </a:lnTo>
                <a:lnTo>
                  <a:pt x="408724" y="414921"/>
                </a:lnTo>
                <a:lnTo>
                  <a:pt x="408724" y="381393"/>
                </a:lnTo>
                <a:lnTo>
                  <a:pt x="408724" y="349389"/>
                </a:lnTo>
                <a:lnTo>
                  <a:pt x="408724" y="88493"/>
                </a:lnTo>
                <a:lnTo>
                  <a:pt x="408724" y="56489"/>
                </a:lnTo>
                <a:close/>
              </a:path>
              <a:path w="5345430" h="439420">
                <a:moveTo>
                  <a:pt x="887628" y="379857"/>
                </a:moveTo>
                <a:lnTo>
                  <a:pt x="834694" y="365569"/>
                </a:lnTo>
                <a:lnTo>
                  <a:pt x="787908" y="345567"/>
                </a:lnTo>
                <a:lnTo>
                  <a:pt x="747128" y="319811"/>
                </a:lnTo>
                <a:lnTo>
                  <a:pt x="717257" y="292900"/>
                </a:lnTo>
                <a:lnTo>
                  <a:pt x="712177" y="288328"/>
                </a:lnTo>
                <a:lnTo>
                  <a:pt x="876960" y="288328"/>
                </a:lnTo>
                <a:lnTo>
                  <a:pt x="876960" y="256324"/>
                </a:lnTo>
                <a:lnTo>
                  <a:pt x="683221" y="256324"/>
                </a:lnTo>
                <a:lnTo>
                  <a:pt x="683221" y="208978"/>
                </a:lnTo>
                <a:lnTo>
                  <a:pt x="799147" y="208978"/>
                </a:lnTo>
                <a:lnTo>
                  <a:pt x="799147" y="227368"/>
                </a:lnTo>
                <a:lnTo>
                  <a:pt x="832675" y="227368"/>
                </a:lnTo>
                <a:lnTo>
                  <a:pt x="832675" y="24485"/>
                </a:lnTo>
                <a:lnTo>
                  <a:pt x="799147" y="24485"/>
                </a:lnTo>
                <a:lnTo>
                  <a:pt x="799147" y="54965"/>
                </a:lnTo>
                <a:lnTo>
                  <a:pt x="799147" y="102209"/>
                </a:lnTo>
                <a:lnTo>
                  <a:pt x="799147" y="131254"/>
                </a:lnTo>
                <a:lnTo>
                  <a:pt x="799147" y="180022"/>
                </a:lnTo>
                <a:lnTo>
                  <a:pt x="683221" y="180022"/>
                </a:lnTo>
                <a:lnTo>
                  <a:pt x="683221" y="131254"/>
                </a:lnTo>
                <a:lnTo>
                  <a:pt x="799147" y="131254"/>
                </a:lnTo>
                <a:lnTo>
                  <a:pt x="799147" y="102209"/>
                </a:lnTo>
                <a:lnTo>
                  <a:pt x="683221" y="102209"/>
                </a:lnTo>
                <a:lnTo>
                  <a:pt x="683221" y="54965"/>
                </a:lnTo>
                <a:lnTo>
                  <a:pt x="799147" y="54965"/>
                </a:lnTo>
                <a:lnTo>
                  <a:pt x="799147" y="24485"/>
                </a:lnTo>
                <a:lnTo>
                  <a:pt x="649693" y="24485"/>
                </a:lnTo>
                <a:lnTo>
                  <a:pt x="649693" y="54965"/>
                </a:lnTo>
                <a:lnTo>
                  <a:pt x="649693" y="102209"/>
                </a:lnTo>
                <a:lnTo>
                  <a:pt x="649693" y="131254"/>
                </a:lnTo>
                <a:lnTo>
                  <a:pt x="649693" y="180022"/>
                </a:lnTo>
                <a:lnTo>
                  <a:pt x="533781" y="180022"/>
                </a:lnTo>
                <a:lnTo>
                  <a:pt x="533781" y="131254"/>
                </a:lnTo>
                <a:lnTo>
                  <a:pt x="649693" y="131254"/>
                </a:lnTo>
                <a:lnTo>
                  <a:pt x="649693" y="102209"/>
                </a:lnTo>
                <a:lnTo>
                  <a:pt x="533781" y="102209"/>
                </a:lnTo>
                <a:lnTo>
                  <a:pt x="533781" y="54965"/>
                </a:lnTo>
                <a:lnTo>
                  <a:pt x="649693" y="54965"/>
                </a:lnTo>
                <a:lnTo>
                  <a:pt x="649693" y="24485"/>
                </a:lnTo>
                <a:lnTo>
                  <a:pt x="500253" y="24485"/>
                </a:lnTo>
                <a:lnTo>
                  <a:pt x="500253" y="227368"/>
                </a:lnTo>
                <a:lnTo>
                  <a:pt x="533781" y="227368"/>
                </a:lnTo>
                <a:lnTo>
                  <a:pt x="533781" y="208978"/>
                </a:lnTo>
                <a:lnTo>
                  <a:pt x="649693" y="208978"/>
                </a:lnTo>
                <a:lnTo>
                  <a:pt x="649693" y="256324"/>
                </a:lnTo>
                <a:lnTo>
                  <a:pt x="457581" y="256324"/>
                </a:lnTo>
                <a:lnTo>
                  <a:pt x="457581" y="288328"/>
                </a:lnTo>
                <a:lnTo>
                  <a:pt x="616165" y="288328"/>
                </a:lnTo>
                <a:lnTo>
                  <a:pt x="580898" y="318693"/>
                </a:lnTo>
                <a:lnTo>
                  <a:pt x="541210" y="345757"/>
                </a:lnTo>
                <a:lnTo>
                  <a:pt x="496671" y="369646"/>
                </a:lnTo>
                <a:lnTo>
                  <a:pt x="446811" y="390537"/>
                </a:lnTo>
                <a:lnTo>
                  <a:pt x="454583" y="398272"/>
                </a:lnTo>
                <a:lnTo>
                  <a:pt x="461759" y="405587"/>
                </a:lnTo>
                <a:lnTo>
                  <a:pt x="468337" y="412610"/>
                </a:lnTo>
                <a:lnTo>
                  <a:pt x="474345" y="419493"/>
                </a:lnTo>
                <a:lnTo>
                  <a:pt x="528104" y="390931"/>
                </a:lnTo>
                <a:lnTo>
                  <a:pt x="575170" y="360235"/>
                </a:lnTo>
                <a:lnTo>
                  <a:pt x="615657" y="327507"/>
                </a:lnTo>
                <a:lnTo>
                  <a:pt x="649693" y="292900"/>
                </a:lnTo>
                <a:lnTo>
                  <a:pt x="649693" y="436346"/>
                </a:lnTo>
                <a:lnTo>
                  <a:pt x="683221" y="436346"/>
                </a:lnTo>
                <a:lnTo>
                  <a:pt x="683221" y="294424"/>
                </a:lnTo>
                <a:lnTo>
                  <a:pt x="720051" y="333629"/>
                </a:lnTo>
                <a:lnTo>
                  <a:pt x="761758" y="366522"/>
                </a:lnTo>
                <a:lnTo>
                  <a:pt x="808037" y="393103"/>
                </a:lnTo>
                <a:lnTo>
                  <a:pt x="858583" y="413397"/>
                </a:lnTo>
                <a:lnTo>
                  <a:pt x="864628" y="405371"/>
                </a:lnTo>
                <a:lnTo>
                  <a:pt x="871397" y="397205"/>
                </a:lnTo>
                <a:lnTo>
                  <a:pt x="879017" y="388747"/>
                </a:lnTo>
                <a:lnTo>
                  <a:pt x="887628" y="379857"/>
                </a:lnTo>
                <a:close/>
              </a:path>
              <a:path w="5345430" h="439420">
                <a:moveTo>
                  <a:pt x="1333982" y="186880"/>
                </a:moveTo>
                <a:lnTo>
                  <a:pt x="898118" y="186880"/>
                </a:lnTo>
                <a:lnTo>
                  <a:pt x="898118" y="226504"/>
                </a:lnTo>
                <a:lnTo>
                  <a:pt x="1333982" y="226504"/>
                </a:lnTo>
                <a:lnTo>
                  <a:pt x="1333982" y="186880"/>
                </a:lnTo>
                <a:close/>
              </a:path>
              <a:path w="5345430" h="439420">
                <a:moveTo>
                  <a:pt x="1583055" y="164782"/>
                </a:moveTo>
                <a:lnTo>
                  <a:pt x="1543342" y="164782"/>
                </a:lnTo>
                <a:lnTo>
                  <a:pt x="1543342" y="436346"/>
                </a:lnTo>
                <a:lnTo>
                  <a:pt x="1583055" y="436346"/>
                </a:lnTo>
                <a:lnTo>
                  <a:pt x="1583055" y="164782"/>
                </a:lnTo>
                <a:close/>
              </a:path>
              <a:path w="5345430" h="439420">
                <a:moveTo>
                  <a:pt x="1782800" y="190703"/>
                </a:moveTo>
                <a:lnTo>
                  <a:pt x="1734654" y="167982"/>
                </a:lnTo>
                <a:lnTo>
                  <a:pt x="1690916" y="139992"/>
                </a:lnTo>
                <a:lnTo>
                  <a:pt x="1651584" y="106578"/>
                </a:lnTo>
                <a:lnTo>
                  <a:pt x="1616646" y="67614"/>
                </a:lnTo>
                <a:lnTo>
                  <a:pt x="1609039" y="56489"/>
                </a:lnTo>
                <a:lnTo>
                  <a:pt x="1586103" y="22961"/>
                </a:lnTo>
                <a:lnTo>
                  <a:pt x="1592199" y="13817"/>
                </a:lnTo>
                <a:lnTo>
                  <a:pt x="1547914" y="13817"/>
                </a:lnTo>
                <a:lnTo>
                  <a:pt x="1523898" y="50152"/>
                </a:lnTo>
                <a:lnTo>
                  <a:pt x="1496034" y="84455"/>
                </a:lnTo>
                <a:lnTo>
                  <a:pt x="1464271" y="116738"/>
                </a:lnTo>
                <a:lnTo>
                  <a:pt x="1428559" y="146989"/>
                </a:lnTo>
                <a:lnTo>
                  <a:pt x="1388859" y="175196"/>
                </a:lnTo>
                <a:lnTo>
                  <a:pt x="1345120" y="201371"/>
                </a:lnTo>
                <a:lnTo>
                  <a:pt x="1357693" y="220116"/>
                </a:lnTo>
                <a:lnTo>
                  <a:pt x="1363116" y="228460"/>
                </a:lnTo>
                <a:lnTo>
                  <a:pt x="1367980" y="236512"/>
                </a:lnTo>
                <a:lnTo>
                  <a:pt x="1417739" y="204304"/>
                </a:lnTo>
                <a:lnTo>
                  <a:pt x="1462506" y="170053"/>
                </a:lnTo>
                <a:lnTo>
                  <a:pt x="1502067" y="133921"/>
                </a:lnTo>
                <a:lnTo>
                  <a:pt x="1536230" y="96012"/>
                </a:lnTo>
                <a:lnTo>
                  <a:pt x="1564767" y="56489"/>
                </a:lnTo>
                <a:lnTo>
                  <a:pt x="1593684" y="97866"/>
                </a:lnTo>
                <a:lnTo>
                  <a:pt x="1627517" y="135940"/>
                </a:lnTo>
                <a:lnTo>
                  <a:pt x="1666392" y="170713"/>
                </a:lnTo>
                <a:lnTo>
                  <a:pt x="1710486" y="202209"/>
                </a:lnTo>
                <a:lnTo>
                  <a:pt x="1759940" y="230416"/>
                </a:lnTo>
                <a:lnTo>
                  <a:pt x="1764792" y="221208"/>
                </a:lnTo>
                <a:lnTo>
                  <a:pt x="1770227" y="211696"/>
                </a:lnTo>
                <a:lnTo>
                  <a:pt x="1776222" y="201612"/>
                </a:lnTo>
                <a:lnTo>
                  <a:pt x="1782800" y="190703"/>
                </a:lnTo>
                <a:close/>
              </a:path>
              <a:path w="5345430" h="439420">
                <a:moveTo>
                  <a:pt x="2206752" y="24485"/>
                </a:moveTo>
                <a:lnTo>
                  <a:pt x="2176272" y="24485"/>
                </a:lnTo>
                <a:lnTo>
                  <a:pt x="2176272" y="50393"/>
                </a:lnTo>
                <a:lnTo>
                  <a:pt x="2176272" y="83921"/>
                </a:lnTo>
                <a:lnTo>
                  <a:pt x="1875853" y="83921"/>
                </a:lnTo>
                <a:lnTo>
                  <a:pt x="1875853" y="50393"/>
                </a:lnTo>
                <a:lnTo>
                  <a:pt x="2176272" y="50393"/>
                </a:lnTo>
                <a:lnTo>
                  <a:pt x="2176272" y="24485"/>
                </a:lnTo>
                <a:lnTo>
                  <a:pt x="1845373" y="24485"/>
                </a:lnTo>
                <a:lnTo>
                  <a:pt x="1845373" y="207467"/>
                </a:lnTo>
                <a:lnTo>
                  <a:pt x="1842173" y="272402"/>
                </a:lnTo>
                <a:lnTo>
                  <a:pt x="1832368" y="327609"/>
                </a:lnTo>
                <a:lnTo>
                  <a:pt x="1815719" y="373087"/>
                </a:lnTo>
                <a:lnTo>
                  <a:pt x="1791931" y="408825"/>
                </a:lnTo>
                <a:lnTo>
                  <a:pt x="1798294" y="415925"/>
                </a:lnTo>
                <a:lnTo>
                  <a:pt x="1803933" y="423341"/>
                </a:lnTo>
                <a:lnTo>
                  <a:pt x="1809292" y="430758"/>
                </a:lnTo>
                <a:lnTo>
                  <a:pt x="1814791" y="437870"/>
                </a:lnTo>
                <a:lnTo>
                  <a:pt x="1836991" y="404710"/>
                </a:lnTo>
                <a:lnTo>
                  <a:pt x="1854111" y="365696"/>
                </a:lnTo>
                <a:lnTo>
                  <a:pt x="1866239" y="320840"/>
                </a:lnTo>
                <a:lnTo>
                  <a:pt x="1873465" y="270129"/>
                </a:lnTo>
                <a:lnTo>
                  <a:pt x="1875853" y="213563"/>
                </a:lnTo>
                <a:lnTo>
                  <a:pt x="1875853" y="108305"/>
                </a:lnTo>
                <a:lnTo>
                  <a:pt x="2176272" y="108305"/>
                </a:lnTo>
                <a:lnTo>
                  <a:pt x="2176272" y="117538"/>
                </a:lnTo>
                <a:lnTo>
                  <a:pt x="2206752" y="117538"/>
                </a:lnTo>
                <a:lnTo>
                  <a:pt x="2206752" y="108305"/>
                </a:lnTo>
                <a:lnTo>
                  <a:pt x="2206752" y="83921"/>
                </a:lnTo>
                <a:lnTo>
                  <a:pt x="2206752" y="50393"/>
                </a:lnTo>
                <a:lnTo>
                  <a:pt x="2206752" y="24485"/>
                </a:lnTo>
                <a:close/>
              </a:path>
              <a:path w="5345430" h="439420">
                <a:moveTo>
                  <a:pt x="2212848" y="294424"/>
                </a:moveTo>
                <a:lnTo>
                  <a:pt x="2066455" y="294424"/>
                </a:lnTo>
                <a:lnTo>
                  <a:pt x="2066455" y="266992"/>
                </a:lnTo>
                <a:lnTo>
                  <a:pt x="2156460" y="266992"/>
                </a:lnTo>
                <a:lnTo>
                  <a:pt x="2156460" y="274612"/>
                </a:lnTo>
                <a:lnTo>
                  <a:pt x="2185416" y="274612"/>
                </a:lnTo>
                <a:lnTo>
                  <a:pt x="2185416" y="266992"/>
                </a:lnTo>
                <a:lnTo>
                  <a:pt x="2185416" y="242608"/>
                </a:lnTo>
                <a:lnTo>
                  <a:pt x="2185416" y="210515"/>
                </a:lnTo>
                <a:lnTo>
                  <a:pt x="2185416" y="186118"/>
                </a:lnTo>
                <a:lnTo>
                  <a:pt x="2156460" y="186118"/>
                </a:lnTo>
                <a:lnTo>
                  <a:pt x="2156460" y="210515"/>
                </a:lnTo>
                <a:lnTo>
                  <a:pt x="2156460" y="242608"/>
                </a:lnTo>
                <a:lnTo>
                  <a:pt x="2066455" y="242608"/>
                </a:lnTo>
                <a:lnTo>
                  <a:pt x="2066455" y="210515"/>
                </a:lnTo>
                <a:lnTo>
                  <a:pt x="2156460" y="210515"/>
                </a:lnTo>
                <a:lnTo>
                  <a:pt x="2156460" y="186118"/>
                </a:lnTo>
                <a:lnTo>
                  <a:pt x="2066455" y="186118"/>
                </a:lnTo>
                <a:lnTo>
                  <a:pt x="2066455" y="158686"/>
                </a:lnTo>
                <a:lnTo>
                  <a:pt x="2105964" y="156667"/>
                </a:lnTo>
                <a:lnTo>
                  <a:pt x="2205228" y="152590"/>
                </a:lnTo>
                <a:lnTo>
                  <a:pt x="2199132" y="126682"/>
                </a:lnTo>
                <a:lnTo>
                  <a:pt x="2018753" y="133908"/>
                </a:lnTo>
                <a:lnTo>
                  <a:pt x="1891093" y="137350"/>
                </a:lnTo>
                <a:lnTo>
                  <a:pt x="1893112" y="144195"/>
                </a:lnTo>
                <a:lnTo>
                  <a:pt x="1894713" y="150876"/>
                </a:lnTo>
                <a:lnTo>
                  <a:pt x="1895894" y="156667"/>
                </a:lnTo>
                <a:lnTo>
                  <a:pt x="1897189" y="163258"/>
                </a:lnTo>
                <a:lnTo>
                  <a:pt x="2037499" y="158686"/>
                </a:lnTo>
                <a:lnTo>
                  <a:pt x="2037499" y="186118"/>
                </a:lnTo>
                <a:lnTo>
                  <a:pt x="2037499" y="210515"/>
                </a:lnTo>
                <a:lnTo>
                  <a:pt x="2037499" y="242608"/>
                </a:lnTo>
                <a:lnTo>
                  <a:pt x="1947481" y="242608"/>
                </a:lnTo>
                <a:lnTo>
                  <a:pt x="1947481" y="210515"/>
                </a:lnTo>
                <a:lnTo>
                  <a:pt x="2037499" y="210515"/>
                </a:lnTo>
                <a:lnTo>
                  <a:pt x="2037499" y="186118"/>
                </a:lnTo>
                <a:lnTo>
                  <a:pt x="1918525" y="186118"/>
                </a:lnTo>
                <a:lnTo>
                  <a:pt x="1918525" y="274612"/>
                </a:lnTo>
                <a:lnTo>
                  <a:pt x="1947481" y="274612"/>
                </a:lnTo>
                <a:lnTo>
                  <a:pt x="1947481" y="266992"/>
                </a:lnTo>
                <a:lnTo>
                  <a:pt x="2037499" y="266992"/>
                </a:lnTo>
                <a:lnTo>
                  <a:pt x="2037499" y="294424"/>
                </a:lnTo>
                <a:lnTo>
                  <a:pt x="1898713" y="294424"/>
                </a:lnTo>
                <a:lnTo>
                  <a:pt x="1898713" y="436346"/>
                </a:lnTo>
                <a:lnTo>
                  <a:pt x="1929193" y="436346"/>
                </a:lnTo>
                <a:lnTo>
                  <a:pt x="1929193" y="318909"/>
                </a:lnTo>
                <a:lnTo>
                  <a:pt x="2037499" y="318909"/>
                </a:lnTo>
                <a:lnTo>
                  <a:pt x="2037499" y="358533"/>
                </a:lnTo>
                <a:lnTo>
                  <a:pt x="1997862" y="360629"/>
                </a:lnTo>
                <a:lnTo>
                  <a:pt x="1977872" y="361315"/>
                </a:lnTo>
                <a:lnTo>
                  <a:pt x="1958149" y="361581"/>
                </a:lnTo>
                <a:lnTo>
                  <a:pt x="1962721" y="390537"/>
                </a:lnTo>
                <a:lnTo>
                  <a:pt x="2007349" y="386270"/>
                </a:lnTo>
                <a:lnTo>
                  <a:pt x="2049691" y="382727"/>
                </a:lnTo>
                <a:lnTo>
                  <a:pt x="2089734" y="380034"/>
                </a:lnTo>
                <a:lnTo>
                  <a:pt x="2127504" y="378345"/>
                </a:lnTo>
                <a:lnTo>
                  <a:pt x="2133600" y="390537"/>
                </a:lnTo>
                <a:lnTo>
                  <a:pt x="2135124" y="396633"/>
                </a:lnTo>
                <a:lnTo>
                  <a:pt x="2161032" y="384441"/>
                </a:lnTo>
                <a:lnTo>
                  <a:pt x="2157971" y="378345"/>
                </a:lnTo>
                <a:lnTo>
                  <a:pt x="2153031" y="368477"/>
                </a:lnTo>
                <a:lnTo>
                  <a:pt x="2147176" y="357009"/>
                </a:lnTo>
                <a:lnTo>
                  <a:pt x="2145030" y="352818"/>
                </a:lnTo>
                <a:lnTo>
                  <a:pt x="2137029" y="337718"/>
                </a:lnTo>
                <a:lnTo>
                  <a:pt x="2129028" y="323481"/>
                </a:lnTo>
                <a:lnTo>
                  <a:pt x="2106079" y="334149"/>
                </a:lnTo>
                <a:lnTo>
                  <a:pt x="2109127" y="340245"/>
                </a:lnTo>
                <a:lnTo>
                  <a:pt x="2113699" y="347865"/>
                </a:lnTo>
                <a:lnTo>
                  <a:pt x="2116836" y="353961"/>
                </a:lnTo>
                <a:lnTo>
                  <a:pt x="2104212" y="355079"/>
                </a:lnTo>
                <a:lnTo>
                  <a:pt x="2091601" y="356057"/>
                </a:lnTo>
                <a:lnTo>
                  <a:pt x="2079028" y="356743"/>
                </a:lnTo>
                <a:lnTo>
                  <a:pt x="2066455" y="357009"/>
                </a:lnTo>
                <a:lnTo>
                  <a:pt x="2066455" y="318909"/>
                </a:lnTo>
                <a:lnTo>
                  <a:pt x="2183892" y="318909"/>
                </a:lnTo>
                <a:lnTo>
                  <a:pt x="2183892" y="382917"/>
                </a:lnTo>
                <a:lnTo>
                  <a:pt x="2182444" y="392912"/>
                </a:lnTo>
                <a:lnTo>
                  <a:pt x="2177986" y="400062"/>
                </a:lnTo>
                <a:lnTo>
                  <a:pt x="2170392" y="404342"/>
                </a:lnTo>
                <a:lnTo>
                  <a:pt x="2159812" y="405739"/>
                </a:lnTo>
                <a:lnTo>
                  <a:pt x="2148408" y="405726"/>
                </a:lnTo>
                <a:lnTo>
                  <a:pt x="2135873" y="405396"/>
                </a:lnTo>
                <a:lnTo>
                  <a:pt x="2122182" y="404482"/>
                </a:lnTo>
                <a:lnTo>
                  <a:pt x="2107603" y="402729"/>
                </a:lnTo>
                <a:lnTo>
                  <a:pt x="2109838" y="411568"/>
                </a:lnTo>
                <a:lnTo>
                  <a:pt x="2111794" y="419722"/>
                </a:lnTo>
                <a:lnTo>
                  <a:pt x="2113165" y="427024"/>
                </a:lnTo>
                <a:lnTo>
                  <a:pt x="2113699" y="433298"/>
                </a:lnTo>
                <a:lnTo>
                  <a:pt x="2130031" y="434174"/>
                </a:lnTo>
                <a:lnTo>
                  <a:pt x="2144636" y="434632"/>
                </a:lnTo>
                <a:lnTo>
                  <a:pt x="2157501" y="434797"/>
                </a:lnTo>
                <a:lnTo>
                  <a:pt x="2168652" y="434822"/>
                </a:lnTo>
                <a:lnTo>
                  <a:pt x="2188413" y="431952"/>
                </a:lnTo>
                <a:lnTo>
                  <a:pt x="2202180" y="423341"/>
                </a:lnTo>
                <a:lnTo>
                  <a:pt x="2210231" y="409028"/>
                </a:lnTo>
                <a:lnTo>
                  <a:pt x="2210651" y="405777"/>
                </a:lnTo>
                <a:lnTo>
                  <a:pt x="2212848" y="389013"/>
                </a:lnTo>
                <a:lnTo>
                  <a:pt x="2212848" y="318909"/>
                </a:lnTo>
                <a:lnTo>
                  <a:pt x="2212848" y="294424"/>
                </a:lnTo>
                <a:close/>
              </a:path>
              <a:path w="5345430" h="439420">
                <a:moveTo>
                  <a:pt x="2293709" y="111353"/>
                </a:moveTo>
                <a:lnTo>
                  <a:pt x="2264753" y="105257"/>
                </a:lnTo>
                <a:lnTo>
                  <a:pt x="2259888" y="135318"/>
                </a:lnTo>
                <a:lnTo>
                  <a:pt x="2254427" y="163639"/>
                </a:lnTo>
                <a:lnTo>
                  <a:pt x="2248395" y="190258"/>
                </a:lnTo>
                <a:lnTo>
                  <a:pt x="2241804" y="215176"/>
                </a:lnTo>
                <a:lnTo>
                  <a:pt x="2250656" y="217462"/>
                </a:lnTo>
                <a:lnTo>
                  <a:pt x="2258809" y="219748"/>
                </a:lnTo>
                <a:lnTo>
                  <a:pt x="2266099" y="222034"/>
                </a:lnTo>
                <a:lnTo>
                  <a:pt x="2272373" y="224320"/>
                </a:lnTo>
                <a:lnTo>
                  <a:pt x="2278926" y="194856"/>
                </a:lnTo>
                <a:lnTo>
                  <a:pt x="2284755" y="166116"/>
                </a:lnTo>
                <a:lnTo>
                  <a:pt x="2289733" y="138252"/>
                </a:lnTo>
                <a:lnTo>
                  <a:pt x="2293709" y="111353"/>
                </a:lnTo>
                <a:close/>
              </a:path>
              <a:path w="5345430" h="439420">
                <a:moveTo>
                  <a:pt x="2397442" y="146494"/>
                </a:moveTo>
                <a:lnTo>
                  <a:pt x="2375230" y="105257"/>
                </a:lnTo>
                <a:lnTo>
                  <a:pt x="2359241" y="79349"/>
                </a:lnTo>
                <a:lnTo>
                  <a:pt x="2339429" y="90017"/>
                </a:lnTo>
                <a:lnTo>
                  <a:pt x="2339429" y="6096"/>
                </a:lnTo>
                <a:lnTo>
                  <a:pt x="2305901" y="6096"/>
                </a:lnTo>
                <a:lnTo>
                  <a:pt x="2305901" y="437870"/>
                </a:lnTo>
                <a:lnTo>
                  <a:pt x="2339429" y="437870"/>
                </a:lnTo>
                <a:lnTo>
                  <a:pt x="2339429" y="105257"/>
                </a:lnTo>
                <a:lnTo>
                  <a:pt x="2347417" y="118427"/>
                </a:lnTo>
                <a:lnTo>
                  <a:pt x="2355240" y="132588"/>
                </a:lnTo>
                <a:lnTo>
                  <a:pt x="2362797" y="147574"/>
                </a:lnTo>
                <a:lnTo>
                  <a:pt x="2369909" y="163258"/>
                </a:lnTo>
                <a:lnTo>
                  <a:pt x="2397442" y="146494"/>
                </a:lnTo>
                <a:close/>
              </a:path>
              <a:path w="5345430" h="439420">
                <a:moveTo>
                  <a:pt x="2679573" y="387489"/>
                </a:moveTo>
                <a:lnTo>
                  <a:pt x="2551468" y="387489"/>
                </a:lnTo>
                <a:lnTo>
                  <a:pt x="2551468" y="270040"/>
                </a:lnTo>
                <a:lnTo>
                  <a:pt x="2658148" y="270040"/>
                </a:lnTo>
                <a:lnTo>
                  <a:pt x="2658148" y="239560"/>
                </a:lnTo>
                <a:lnTo>
                  <a:pt x="2551468" y="239560"/>
                </a:lnTo>
                <a:lnTo>
                  <a:pt x="2551468" y="132778"/>
                </a:lnTo>
                <a:lnTo>
                  <a:pt x="2665768" y="132778"/>
                </a:lnTo>
                <a:lnTo>
                  <a:pt x="2665768" y="102209"/>
                </a:lnTo>
                <a:lnTo>
                  <a:pt x="2551468" y="102209"/>
                </a:lnTo>
                <a:lnTo>
                  <a:pt x="2551468" y="6096"/>
                </a:lnTo>
                <a:lnTo>
                  <a:pt x="2516314" y="6096"/>
                </a:lnTo>
                <a:lnTo>
                  <a:pt x="2516314" y="102209"/>
                </a:lnTo>
                <a:lnTo>
                  <a:pt x="2456878" y="102209"/>
                </a:lnTo>
                <a:lnTo>
                  <a:pt x="2475166" y="42773"/>
                </a:lnTo>
                <a:lnTo>
                  <a:pt x="2440114" y="33629"/>
                </a:lnTo>
                <a:lnTo>
                  <a:pt x="2429522" y="74739"/>
                </a:lnTo>
                <a:lnTo>
                  <a:pt x="2415908" y="115595"/>
                </a:lnTo>
                <a:lnTo>
                  <a:pt x="2399144" y="155867"/>
                </a:lnTo>
                <a:lnTo>
                  <a:pt x="2379065" y="195262"/>
                </a:lnTo>
                <a:lnTo>
                  <a:pt x="2384450" y="199034"/>
                </a:lnTo>
                <a:lnTo>
                  <a:pt x="2391295" y="203657"/>
                </a:lnTo>
                <a:lnTo>
                  <a:pt x="2399284" y="209448"/>
                </a:lnTo>
                <a:lnTo>
                  <a:pt x="2408110" y="216700"/>
                </a:lnTo>
                <a:lnTo>
                  <a:pt x="2418346" y="195834"/>
                </a:lnTo>
                <a:lnTo>
                  <a:pt x="2428303" y="174701"/>
                </a:lnTo>
                <a:lnTo>
                  <a:pt x="2437688" y="153593"/>
                </a:lnTo>
                <a:lnTo>
                  <a:pt x="2446210" y="132778"/>
                </a:lnTo>
                <a:lnTo>
                  <a:pt x="2516314" y="132778"/>
                </a:lnTo>
                <a:lnTo>
                  <a:pt x="2516314" y="239560"/>
                </a:lnTo>
                <a:lnTo>
                  <a:pt x="2403538" y="239560"/>
                </a:lnTo>
                <a:lnTo>
                  <a:pt x="2403538" y="270040"/>
                </a:lnTo>
                <a:lnTo>
                  <a:pt x="2516314" y="270040"/>
                </a:lnTo>
                <a:lnTo>
                  <a:pt x="2516314" y="387489"/>
                </a:lnTo>
                <a:lnTo>
                  <a:pt x="2374481" y="387489"/>
                </a:lnTo>
                <a:lnTo>
                  <a:pt x="2374481" y="417969"/>
                </a:lnTo>
                <a:lnTo>
                  <a:pt x="2679573" y="417969"/>
                </a:lnTo>
                <a:lnTo>
                  <a:pt x="2679573" y="387489"/>
                </a:lnTo>
                <a:close/>
              </a:path>
              <a:path w="5345430" h="439420">
                <a:moveTo>
                  <a:pt x="2813786" y="16865"/>
                </a:moveTo>
                <a:lnTo>
                  <a:pt x="2781681" y="6096"/>
                </a:lnTo>
                <a:lnTo>
                  <a:pt x="2767787" y="54825"/>
                </a:lnTo>
                <a:lnTo>
                  <a:pt x="2751683" y="100406"/>
                </a:lnTo>
                <a:lnTo>
                  <a:pt x="2733395" y="142989"/>
                </a:lnTo>
                <a:lnTo>
                  <a:pt x="2712923" y="182727"/>
                </a:lnTo>
                <a:lnTo>
                  <a:pt x="2690241" y="219748"/>
                </a:lnTo>
                <a:lnTo>
                  <a:pt x="2693670" y="228015"/>
                </a:lnTo>
                <a:lnTo>
                  <a:pt x="2697099" y="236702"/>
                </a:lnTo>
                <a:lnTo>
                  <a:pt x="2700528" y="245681"/>
                </a:lnTo>
                <a:lnTo>
                  <a:pt x="2703957" y="254800"/>
                </a:lnTo>
                <a:lnTo>
                  <a:pt x="2714218" y="239610"/>
                </a:lnTo>
                <a:lnTo>
                  <a:pt x="2724340" y="223697"/>
                </a:lnTo>
                <a:lnTo>
                  <a:pt x="2734170" y="206933"/>
                </a:lnTo>
                <a:lnTo>
                  <a:pt x="2743581" y="189166"/>
                </a:lnTo>
                <a:lnTo>
                  <a:pt x="2743581" y="433298"/>
                </a:lnTo>
                <a:lnTo>
                  <a:pt x="2775585" y="433298"/>
                </a:lnTo>
                <a:lnTo>
                  <a:pt x="2775585" y="189166"/>
                </a:lnTo>
                <a:lnTo>
                  <a:pt x="2775585" y="122110"/>
                </a:lnTo>
                <a:lnTo>
                  <a:pt x="2785821" y="96634"/>
                </a:lnTo>
                <a:lnTo>
                  <a:pt x="2795790" y="70599"/>
                </a:lnTo>
                <a:lnTo>
                  <a:pt x="2805201" y="44018"/>
                </a:lnTo>
                <a:lnTo>
                  <a:pt x="2813786" y="16865"/>
                </a:lnTo>
                <a:close/>
              </a:path>
              <a:path w="5345430" h="439420">
                <a:moveTo>
                  <a:pt x="3127921" y="392049"/>
                </a:moveTo>
                <a:lnTo>
                  <a:pt x="3086671" y="392049"/>
                </a:lnTo>
                <a:lnTo>
                  <a:pt x="3086671" y="352425"/>
                </a:lnTo>
                <a:lnTo>
                  <a:pt x="3086671" y="323469"/>
                </a:lnTo>
                <a:lnTo>
                  <a:pt x="3086671" y="120586"/>
                </a:lnTo>
                <a:lnTo>
                  <a:pt x="3053143" y="120586"/>
                </a:lnTo>
                <a:lnTo>
                  <a:pt x="3053143" y="392049"/>
                </a:lnTo>
                <a:lnTo>
                  <a:pt x="2876270" y="392049"/>
                </a:lnTo>
                <a:lnTo>
                  <a:pt x="2876270" y="352425"/>
                </a:lnTo>
                <a:lnTo>
                  <a:pt x="3053143" y="352425"/>
                </a:lnTo>
                <a:lnTo>
                  <a:pt x="3053143" y="323469"/>
                </a:lnTo>
                <a:lnTo>
                  <a:pt x="2876270" y="323469"/>
                </a:lnTo>
                <a:lnTo>
                  <a:pt x="2876270" y="283756"/>
                </a:lnTo>
                <a:lnTo>
                  <a:pt x="3053143" y="283756"/>
                </a:lnTo>
                <a:lnTo>
                  <a:pt x="3053143" y="256324"/>
                </a:lnTo>
                <a:lnTo>
                  <a:pt x="2876270" y="256324"/>
                </a:lnTo>
                <a:lnTo>
                  <a:pt x="2876270" y="216700"/>
                </a:lnTo>
                <a:lnTo>
                  <a:pt x="3053143" y="216700"/>
                </a:lnTo>
                <a:lnTo>
                  <a:pt x="3053143" y="189166"/>
                </a:lnTo>
                <a:lnTo>
                  <a:pt x="2876270" y="189166"/>
                </a:lnTo>
                <a:lnTo>
                  <a:pt x="2876270" y="149542"/>
                </a:lnTo>
                <a:lnTo>
                  <a:pt x="3053143" y="149542"/>
                </a:lnTo>
                <a:lnTo>
                  <a:pt x="3053143" y="120586"/>
                </a:lnTo>
                <a:lnTo>
                  <a:pt x="2979991" y="120586"/>
                </a:lnTo>
                <a:lnTo>
                  <a:pt x="2979991" y="80873"/>
                </a:lnTo>
                <a:lnTo>
                  <a:pt x="3118777" y="80873"/>
                </a:lnTo>
                <a:lnTo>
                  <a:pt x="3118777" y="50393"/>
                </a:lnTo>
                <a:lnTo>
                  <a:pt x="2979991" y="50393"/>
                </a:lnTo>
                <a:lnTo>
                  <a:pt x="2979991" y="4572"/>
                </a:lnTo>
                <a:lnTo>
                  <a:pt x="2946374" y="4572"/>
                </a:lnTo>
                <a:lnTo>
                  <a:pt x="2946374" y="50393"/>
                </a:lnTo>
                <a:lnTo>
                  <a:pt x="2819882" y="50393"/>
                </a:lnTo>
                <a:lnTo>
                  <a:pt x="2819882" y="80873"/>
                </a:lnTo>
                <a:lnTo>
                  <a:pt x="2946374" y="80873"/>
                </a:lnTo>
                <a:lnTo>
                  <a:pt x="2946374" y="120586"/>
                </a:lnTo>
                <a:lnTo>
                  <a:pt x="2842742" y="120586"/>
                </a:lnTo>
                <a:lnTo>
                  <a:pt x="2842742" y="392049"/>
                </a:lnTo>
                <a:lnTo>
                  <a:pt x="2798445" y="392049"/>
                </a:lnTo>
                <a:lnTo>
                  <a:pt x="2798445" y="421017"/>
                </a:lnTo>
                <a:lnTo>
                  <a:pt x="3127921" y="421017"/>
                </a:lnTo>
                <a:lnTo>
                  <a:pt x="3127921" y="392049"/>
                </a:lnTo>
                <a:close/>
              </a:path>
              <a:path w="5345430" h="439420">
                <a:moveTo>
                  <a:pt x="3573208" y="56489"/>
                </a:moveTo>
                <a:lnTo>
                  <a:pt x="3326130" y="56489"/>
                </a:lnTo>
                <a:lnTo>
                  <a:pt x="3330918" y="45034"/>
                </a:lnTo>
                <a:lnTo>
                  <a:pt x="3335845" y="33439"/>
                </a:lnTo>
                <a:lnTo>
                  <a:pt x="3340493" y="21551"/>
                </a:lnTo>
                <a:lnTo>
                  <a:pt x="3344418" y="9245"/>
                </a:lnTo>
                <a:lnTo>
                  <a:pt x="3309366" y="0"/>
                </a:lnTo>
                <a:lnTo>
                  <a:pt x="3304514" y="14655"/>
                </a:lnTo>
                <a:lnTo>
                  <a:pt x="3299079" y="28854"/>
                </a:lnTo>
                <a:lnTo>
                  <a:pt x="3293084" y="42748"/>
                </a:lnTo>
                <a:lnTo>
                  <a:pt x="3286506" y="56489"/>
                </a:lnTo>
                <a:lnTo>
                  <a:pt x="3150768" y="56489"/>
                </a:lnTo>
                <a:lnTo>
                  <a:pt x="3150768" y="90017"/>
                </a:lnTo>
                <a:lnTo>
                  <a:pt x="3271266" y="90017"/>
                </a:lnTo>
                <a:lnTo>
                  <a:pt x="3244964" y="131724"/>
                </a:lnTo>
                <a:lnTo>
                  <a:pt x="3214065" y="171831"/>
                </a:lnTo>
                <a:lnTo>
                  <a:pt x="3178606" y="209956"/>
                </a:lnTo>
                <a:lnTo>
                  <a:pt x="3138576" y="245656"/>
                </a:lnTo>
                <a:lnTo>
                  <a:pt x="3144278" y="254508"/>
                </a:lnTo>
                <a:lnTo>
                  <a:pt x="3149816" y="262801"/>
                </a:lnTo>
                <a:lnTo>
                  <a:pt x="3155086" y="270510"/>
                </a:lnTo>
                <a:lnTo>
                  <a:pt x="3159912" y="277660"/>
                </a:lnTo>
                <a:lnTo>
                  <a:pt x="3178797" y="260489"/>
                </a:lnTo>
                <a:lnTo>
                  <a:pt x="3196691" y="243166"/>
                </a:lnTo>
                <a:lnTo>
                  <a:pt x="3213747" y="225539"/>
                </a:lnTo>
                <a:lnTo>
                  <a:pt x="3230118" y="207454"/>
                </a:lnTo>
                <a:lnTo>
                  <a:pt x="3230118" y="433298"/>
                </a:lnTo>
                <a:lnTo>
                  <a:pt x="3263646" y="433298"/>
                </a:lnTo>
                <a:lnTo>
                  <a:pt x="3263646" y="335661"/>
                </a:lnTo>
                <a:lnTo>
                  <a:pt x="3484727" y="335661"/>
                </a:lnTo>
                <a:lnTo>
                  <a:pt x="3484727" y="366141"/>
                </a:lnTo>
                <a:lnTo>
                  <a:pt x="3482987" y="379031"/>
                </a:lnTo>
                <a:lnTo>
                  <a:pt x="3477679" y="388048"/>
                </a:lnTo>
                <a:lnTo>
                  <a:pt x="3468649" y="393369"/>
                </a:lnTo>
                <a:lnTo>
                  <a:pt x="3456000" y="395071"/>
                </a:lnTo>
                <a:lnTo>
                  <a:pt x="3442309" y="395058"/>
                </a:lnTo>
                <a:lnTo>
                  <a:pt x="3427006" y="394716"/>
                </a:lnTo>
                <a:lnTo>
                  <a:pt x="3409683" y="393814"/>
                </a:lnTo>
                <a:lnTo>
                  <a:pt x="3390239" y="392049"/>
                </a:lnTo>
                <a:lnTo>
                  <a:pt x="3392259" y="402920"/>
                </a:lnTo>
                <a:lnTo>
                  <a:pt x="3393859" y="412635"/>
                </a:lnTo>
                <a:lnTo>
                  <a:pt x="3395167" y="421246"/>
                </a:lnTo>
                <a:lnTo>
                  <a:pt x="3396335" y="428726"/>
                </a:lnTo>
                <a:lnTo>
                  <a:pt x="3467963" y="428726"/>
                </a:lnTo>
                <a:lnTo>
                  <a:pt x="3490899" y="425284"/>
                </a:lnTo>
                <a:lnTo>
                  <a:pt x="3507092" y="414959"/>
                </a:lnTo>
                <a:lnTo>
                  <a:pt x="3516706" y="397789"/>
                </a:lnTo>
                <a:lnTo>
                  <a:pt x="3517049" y="395097"/>
                </a:lnTo>
                <a:lnTo>
                  <a:pt x="3519868" y="373761"/>
                </a:lnTo>
                <a:lnTo>
                  <a:pt x="3519868" y="140398"/>
                </a:lnTo>
                <a:lnTo>
                  <a:pt x="3484727" y="140398"/>
                </a:lnTo>
                <a:lnTo>
                  <a:pt x="3484727" y="170878"/>
                </a:lnTo>
                <a:lnTo>
                  <a:pt x="3484727" y="222796"/>
                </a:lnTo>
                <a:lnTo>
                  <a:pt x="3484727" y="251752"/>
                </a:lnTo>
                <a:lnTo>
                  <a:pt x="3484727" y="305092"/>
                </a:lnTo>
                <a:lnTo>
                  <a:pt x="3263646" y="305092"/>
                </a:lnTo>
                <a:lnTo>
                  <a:pt x="3263646" y="251752"/>
                </a:lnTo>
                <a:lnTo>
                  <a:pt x="3484727" y="251752"/>
                </a:lnTo>
                <a:lnTo>
                  <a:pt x="3484727" y="222796"/>
                </a:lnTo>
                <a:lnTo>
                  <a:pt x="3263646" y="222796"/>
                </a:lnTo>
                <a:lnTo>
                  <a:pt x="3263646" y="207454"/>
                </a:lnTo>
                <a:lnTo>
                  <a:pt x="3263646" y="170878"/>
                </a:lnTo>
                <a:lnTo>
                  <a:pt x="3484727" y="170878"/>
                </a:lnTo>
                <a:lnTo>
                  <a:pt x="3484727" y="140398"/>
                </a:lnTo>
                <a:lnTo>
                  <a:pt x="3280410" y="140398"/>
                </a:lnTo>
                <a:lnTo>
                  <a:pt x="3288144" y="127812"/>
                </a:lnTo>
                <a:lnTo>
                  <a:pt x="3295459" y="115214"/>
                </a:lnTo>
                <a:lnTo>
                  <a:pt x="3302482" y="102603"/>
                </a:lnTo>
                <a:lnTo>
                  <a:pt x="3309366" y="90017"/>
                </a:lnTo>
                <a:lnTo>
                  <a:pt x="3573208" y="90017"/>
                </a:lnTo>
                <a:lnTo>
                  <a:pt x="3573208" y="56489"/>
                </a:lnTo>
                <a:close/>
              </a:path>
              <a:path w="5345430" h="439420">
                <a:moveTo>
                  <a:pt x="3981932" y="48869"/>
                </a:moveTo>
                <a:lnTo>
                  <a:pt x="3775989" y="48869"/>
                </a:lnTo>
                <a:lnTo>
                  <a:pt x="3787483" y="38290"/>
                </a:lnTo>
                <a:lnTo>
                  <a:pt x="3798938" y="27139"/>
                </a:lnTo>
                <a:lnTo>
                  <a:pt x="3810381" y="15392"/>
                </a:lnTo>
                <a:lnTo>
                  <a:pt x="3821811" y="3048"/>
                </a:lnTo>
                <a:lnTo>
                  <a:pt x="3777513" y="3048"/>
                </a:lnTo>
                <a:lnTo>
                  <a:pt x="3741229" y="37401"/>
                </a:lnTo>
                <a:lnTo>
                  <a:pt x="3700932" y="69443"/>
                </a:lnTo>
                <a:lnTo>
                  <a:pt x="3656609" y="99199"/>
                </a:lnTo>
                <a:lnTo>
                  <a:pt x="3608260" y="126682"/>
                </a:lnTo>
                <a:lnTo>
                  <a:pt x="3615715" y="133540"/>
                </a:lnTo>
                <a:lnTo>
                  <a:pt x="3622167" y="140398"/>
                </a:lnTo>
                <a:lnTo>
                  <a:pt x="3627767" y="147256"/>
                </a:lnTo>
                <a:lnTo>
                  <a:pt x="3632644" y="154114"/>
                </a:lnTo>
                <a:lnTo>
                  <a:pt x="3662680" y="136436"/>
                </a:lnTo>
                <a:lnTo>
                  <a:pt x="3690836" y="117881"/>
                </a:lnTo>
                <a:lnTo>
                  <a:pt x="3716959" y="98742"/>
                </a:lnTo>
                <a:lnTo>
                  <a:pt x="3740937" y="79349"/>
                </a:lnTo>
                <a:lnTo>
                  <a:pt x="3930116" y="79349"/>
                </a:lnTo>
                <a:lnTo>
                  <a:pt x="3898938" y="101650"/>
                </a:lnTo>
                <a:lnTo>
                  <a:pt x="3865067" y="122834"/>
                </a:lnTo>
                <a:lnTo>
                  <a:pt x="3828643" y="142862"/>
                </a:lnTo>
                <a:lnTo>
                  <a:pt x="3789807" y="161734"/>
                </a:lnTo>
                <a:lnTo>
                  <a:pt x="3778275" y="150050"/>
                </a:lnTo>
                <a:lnTo>
                  <a:pt x="3766477" y="137922"/>
                </a:lnTo>
                <a:lnTo>
                  <a:pt x="3754132" y="125526"/>
                </a:lnTo>
                <a:lnTo>
                  <a:pt x="3740937" y="112966"/>
                </a:lnTo>
                <a:lnTo>
                  <a:pt x="3716553" y="132778"/>
                </a:lnTo>
                <a:lnTo>
                  <a:pt x="3729444" y="144805"/>
                </a:lnTo>
                <a:lnTo>
                  <a:pt x="3740747" y="155829"/>
                </a:lnTo>
                <a:lnTo>
                  <a:pt x="3750640" y="166001"/>
                </a:lnTo>
                <a:lnTo>
                  <a:pt x="3759225" y="175450"/>
                </a:lnTo>
                <a:lnTo>
                  <a:pt x="3721747" y="190004"/>
                </a:lnTo>
                <a:lnTo>
                  <a:pt x="3682263" y="203847"/>
                </a:lnTo>
                <a:lnTo>
                  <a:pt x="3640467" y="216865"/>
                </a:lnTo>
                <a:lnTo>
                  <a:pt x="3596068" y="228892"/>
                </a:lnTo>
                <a:lnTo>
                  <a:pt x="3601516" y="236016"/>
                </a:lnTo>
                <a:lnTo>
                  <a:pt x="3606546" y="243560"/>
                </a:lnTo>
                <a:lnTo>
                  <a:pt x="3611283" y="251396"/>
                </a:lnTo>
                <a:lnTo>
                  <a:pt x="3615880" y="259372"/>
                </a:lnTo>
                <a:lnTo>
                  <a:pt x="3669131" y="243573"/>
                </a:lnTo>
                <a:lnTo>
                  <a:pt x="3720249" y="225894"/>
                </a:lnTo>
                <a:lnTo>
                  <a:pt x="3769220" y="206324"/>
                </a:lnTo>
                <a:lnTo>
                  <a:pt x="3816045" y="184823"/>
                </a:lnTo>
                <a:lnTo>
                  <a:pt x="3860076" y="161734"/>
                </a:lnTo>
                <a:lnTo>
                  <a:pt x="3860736" y="161404"/>
                </a:lnTo>
                <a:lnTo>
                  <a:pt x="3903268" y="136017"/>
                </a:lnTo>
                <a:lnTo>
                  <a:pt x="3943667" y="108673"/>
                </a:lnTo>
                <a:lnTo>
                  <a:pt x="3981932" y="79349"/>
                </a:lnTo>
                <a:lnTo>
                  <a:pt x="3981932" y="48869"/>
                </a:lnTo>
                <a:close/>
              </a:path>
              <a:path w="5345430" h="439420">
                <a:moveTo>
                  <a:pt x="4004792" y="216700"/>
                </a:moveTo>
                <a:lnTo>
                  <a:pt x="3844671" y="216700"/>
                </a:lnTo>
                <a:lnTo>
                  <a:pt x="3855834" y="208356"/>
                </a:lnTo>
                <a:lnTo>
                  <a:pt x="3866578" y="199466"/>
                </a:lnTo>
                <a:lnTo>
                  <a:pt x="3877030" y="190030"/>
                </a:lnTo>
                <a:lnTo>
                  <a:pt x="3887343" y="180022"/>
                </a:lnTo>
                <a:lnTo>
                  <a:pt x="3843147" y="180022"/>
                </a:lnTo>
                <a:lnTo>
                  <a:pt x="3802862" y="212445"/>
                </a:lnTo>
                <a:lnTo>
                  <a:pt x="3760774" y="241922"/>
                </a:lnTo>
                <a:lnTo>
                  <a:pt x="3716845" y="268452"/>
                </a:lnTo>
                <a:lnTo>
                  <a:pt x="3671100" y="292049"/>
                </a:lnTo>
                <a:lnTo>
                  <a:pt x="3623500" y="312712"/>
                </a:lnTo>
                <a:lnTo>
                  <a:pt x="3629837" y="321386"/>
                </a:lnTo>
                <a:lnTo>
                  <a:pt x="3635324" y="329184"/>
                </a:lnTo>
                <a:lnTo>
                  <a:pt x="3640251" y="336384"/>
                </a:lnTo>
                <a:lnTo>
                  <a:pt x="3644925" y="343293"/>
                </a:lnTo>
                <a:lnTo>
                  <a:pt x="3686886" y="323583"/>
                </a:lnTo>
                <a:lnTo>
                  <a:pt x="3727996" y="301142"/>
                </a:lnTo>
                <a:lnTo>
                  <a:pt x="3767988" y="276123"/>
                </a:lnTo>
                <a:lnTo>
                  <a:pt x="3806571" y="248704"/>
                </a:lnTo>
                <a:lnTo>
                  <a:pt x="3957548" y="248704"/>
                </a:lnTo>
                <a:lnTo>
                  <a:pt x="3929837" y="274345"/>
                </a:lnTo>
                <a:lnTo>
                  <a:pt x="3899395" y="298437"/>
                </a:lnTo>
                <a:lnTo>
                  <a:pt x="3866375" y="320535"/>
                </a:lnTo>
                <a:lnTo>
                  <a:pt x="3830955" y="340245"/>
                </a:lnTo>
                <a:lnTo>
                  <a:pt x="3821519" y="328790"/>
                </a:lnTo>
                <a:lnTo>
                  <a:pt x="3811524" y="317334"/>
                </a:lnTo>
                <a:lnTo>
                  <a:pt x="3800945" y="305866"/>
                </a:lnTo>
                <a:lnTo>
                  <a:pt x="3789807" y="294424"/>
                </a:lnTo>
                <a:lnTo>
                  <a:pt x="3763797" y="312712"/>
                </a:lnTo>
                <a:lnTo>
                  <a:pt x="3784422" y="335661"/>
                </a:lnTo>
                <a:lnTo>
                  <a:pt x="3793032" y="345376"/>
                </a:lnTo>
                <a:lnTo>
                  <a:pt x="3756698" y="371055"/>
                </a:lnTo>
                <a:lnTo>
                  <a:pt x="3710076" y="385584"/>
                </a:lnTo>
                <a:lnTo>
                  <a:pt x="3660610" y="397243"/>
                </a:lnTo>
                <a:lnTo>
                  <a:pt x="3608260" y="405777"/>
                </a:lnTo>
                <a:lnTo>
                  <a:pt x="3619309" y="423151"/>
                </a:lnTo>
                <a:lnTo>
                  <a:pt x="3624122" y="431355"/>
                </a:lnTo>
                <a:lnTo>
                  <a:pt x="3628072" y="439394"/>
                </a:lnTo>
                <a:lnTo>
                  <a:pt x="3679266" y="429768"/>
                </a:lnTo>
                <a:lnTo>
                  <a:pt x="3728097" y="417233"/>
                </a:lnTo>
                <a:lnTo>
                  <a:pt x="3774567" y="401789"/>
                </a:lnTo>
                <a:lnTo>
                  <a:pt x="3818699" y="383451"/>
                </a:lnTo>
                <a:lnTo>
                  <a:pt x="3860508" y="362229"/>
                </a:lnTo>
                <a:lnTo>
                  <a:pt x="3896550" y="340245"/>
                </a:lnTo>
                <a:lnTo>
                  <a:pt x="3937203" y="311162"/>
                </a:lnTo>
                <a:lnTo>
                  <a:pt x="3972128" y="281355"/>
                </a:lnTo>
                <a:lnTo>
                  <a:pt x="4004792" y="248704"/>
                </a:lnTo>
                <a:lnTo>
                  <a:pt x="4004792" y="216700"/>
                </a:lnTo>
                <a:close/>
              </a:path>
              <a:path w="5345430" h="439420">
                <a:moveTo>
                  <a:pt x="4276255" y="164782"/>
                </a:moveTo>
                <a:lnTo>
                  <a:pt x="4235107" y="164782"/>
                </a:lnTo>
                <a:lnTo>
                  <a:pt x="4235107" y="436346"/>
                </a:lnTo>
                <a:lnTo>
                  <a:pt x="4276255" y="436346"/>
                </a:lnTo>
                <a:lnTo>
                  <a:pt x="4276255" y="164782"/>
                </a:lnTo>
                <a:close/>
              </a:path>
              <a:path w="5345430" h="439420">
                <a:moveTo>
                  <a:pt x="4474565" y="190703"/>
                </a:moveTo>
                <a:lnTo>
                  <a:pt x="4426407" y="167982"/>
                </a:lnTo>
                <a:lnTo>
                  <a:pt x="4382643" y="139992"/>
                </a:lnTo>
                <a:lnTo>
                  <a:pt x="4343285" y="106578"/>
                </a:lnTo>
                <a:lnTo>
                  <a:pt x="4308322" y="67614"/>
                </a:lnTo>
                <a:lnTo>
                  <a:pt x="4300715" y="56489"/>
                </a:lnTo>
                <a:lnTo>
                  <a:pt x="4277779" y="22961"/>
                </a:lnTo>
                <a:lnTo>
                  <a:pt x="4283875" y="13817"/>
                </a:lnTo>
                <a:lnTo>
                  <a:pt x="4241203" y="13817"/>
                </a:lnTo>
                <a:lnTo>
                  <a:pt x="4216501" y="50152"/>
                </a:lnTo>
                <a:lnTo>
                  <a:pt x="4188180" y="84455"/>
                </a:lnTo>
                <a:lnTo>
                  <a:pt x="4156138" y="116738"/>
                </a:lnTo>
                <a:lnTo>
                  <a:pt x="4120286" y="146989"/>
                </a:lnTo>
                <a:lnTo>
                  <a:pt x="4080535" y="175196"/>
                </a:lnTo>
                <a:lnTo>
                  <a:pt x="4036784" y="201371"/>
                </a:lnTo>
                <a:lnTo>
                  <a:pt x="4049369" y="220116"/>
                </a:lnTo>
                <a:lnTo>
                  <a:pt x="4054830" y="228460"/>
                </a:lnTo>
                <a:lnTo>
                  <a:pt x="4059745" y="236512"/>
                </a:lnTo>
                <a:lnTo>
                  <a:pt x="4110050" y="204304"/>
                </a:lnTo>
                <a:lnTo>
                  <a:pt x="4154881" y="170053"/>
                </a:lnTo>
                <a:lnTo>
                  <a:pt x="4194225" y="133921"/>
                </a:lnTo>
                <a:lnTo>
                  <a:pt x="4228084" y="96012"/>
                </a:lnTo>
                <a:lnTo>
                  <a:pt x="4256443" y="56489"/>
                </a:lnTo>
                <a:lnTo>
                  <a:pt x="4285513" y="97866"/>
                </a:lnTo>
                <a:lnTo>
                  <a:pt x="4319651" y="135940"/>
                </a:lnTo>
                <a:lnTo>
                  <a:pt x="4358767" y="170713"/>
                </a:lnTo>
                <a:lnTo>
                  <a:pt x="4402772" y="202209"/>
                </a:lnTo>
                <a:lnTo>
                  <a:pt x="4451604" y="230416"/>
                </a:lnTo>
                <a:lnTo>
                  <a:pt x="4456468" y="221208"/>
                </a:lnTo>
                <a:lnTo>
                  <a:pt x="4461903" y="211696"/>
                </a:lnTo>
                <a:lnTo>
                  <a:pt x="4467936" y="201612"/>
                </a:lnTo>
                <a:lnTo>
                  <a:pt x="4474565" y="190703"/>
                </a:lnTo>
                <a:close/>
              </a:path>
              <a:path w="5345430" h="439420">
                <a:moveTo>
                  <a:pt x="4918329" y="312712"/>
                </a:moveTo>
                <a:lnTo>
                  <a:pt x="4720018" y="312712"/>
                </a:lnTo>
                <a:lnTo>
                  <a:pt x="4720018" y="263944"/>
                </a:lnTo>
                <a:lnTo>
                  <a:pt x="4842040" y="263944"/>
                </a:lnTo>
                <a:lnTo>
                  <a:pt x="4842040" y="283756"/>
                </a:lnTo>
                <a:lnTo>
                  <a:pt x="4875568" y="283756"/>
                </a:lnTo>
                <a:lnTo>
                  <a:pt x="4875568" y="71729"/>
                </a:lnTo>
                <a:lnTo>
                  <a:pt x="4842040" y="71729"/>
                </a:lnTo>
                <a:lnTo>
                  <a:pt x="4842040" y="102209"/>
                </a:lnTo>
                <a:lnTo>
                  <a:pt x="4842040" y="152590"/>
                </a:lnTo>
                <a:lnTo>
                  <a:pt x="4842040" y="181546"/>
                </a:lnTo>
                <a:lnTo>
                  <a:pt x="4842040" y="233464"/>
                </a:lnTo>
                <a:lnTo>
                  <a:pt x="4720018" y="233464"/>
                </a:lnTo>
                <a:lnTo>
                  <a:pt x="4720018" y="181546"/>
                </a:lnTo>
                <a:lnTo>
                  <a:pt x="4842040" y="181546"/>
                </a:lnTo>
                <a:lnTo>
                  <a:pt x="4842040" y="152590"/>
                </a:lnTo>
                <a:lnTo>
                  <a:pt x="4720018" y="152590"/>
                </a:lnTo>
                <a:lnTo>
                  <a:pt x="4720018" y="102209"/>
                </a:lnTo>
                <a:lnTo>
                  <a:pt x="4842040" y="102209"/>
                </a:lnTo>
                <a:lnTo>
                  <a:pt x="4842040" y="71729"/>
                </a:lnTo>
                <a:lnTo>
                  <a:pt x="4785652" y="71729"/>
                </a:lnTo>
                <a:lnTo>
                  <a:pt x="4796167" y="59131"/>
                </a:lnTo>
                <a:lnTo>
                  <a:pt x="4806988" y="46393"/>
                </a:lnTo>
                <a:lnTo>
                  <a:pt x="4817796" y="33362"/>
                </a:lnTo>
                <a:lnTo>
                  <a:pt x="4828324" y="19913"/>
                </a:lnTo>
                <a:lnTo>
                  <a:pt x="4793272" y="1524"/>
                </a:lnTo>
                <a:lnTo>
                  <a:pt x="4781575" y="20472"/>
                </a:lnTo>
                <a:lnTo>
                  <a:pt x="4769447" y="38379"/>
                </a:lnTo>
                <a:lnTo>
                  <a:pt x="4757001" y="55422"/>
                </a:lnTo>
                <a:lnTo>
                  <a:pt x="4744402" y="71729"/>
                </a:lnTo>
                <a:lnTo>
                  <a:pt x="4684966" y="71729"/>
                </a:lnTo>
                <a:lnTo>
                  <a:pt x="4684966" y="102209"/>
                </a:lnTo>
                <a:lnTo>
                  <a:pt x="4684966" y="152590"/>
                </a:lnTo>
                <a:lnTo>
                  <a:pt x="4684966" y="181546"/>
                </a:lnTo>
                <a:lnTo>
                  <a:pt x="4684966" y="233464"/>
                </a:lnTo>
                <a:lnTo>
                  <a:pt x="4564481" y="233464"/>
                </a:lnTo>
                <a:lnTo>
                  <a:pt x="4564481" y="181546"/>
                </a:lnTo>
                <a:lnTo>
                  <a:pt x="4684966" y="181546"/>
                </a:lnTo>
                <a:lnTo>
                  <a:pt x="4684966" y="152590"/>
                </a:lnTo>
                <a:lnTo>
                  <a:pt x="4564481" y="152590"/>
                </a:lnTo>
                <a:lnTo>
                  <a:pt x="4564481" y="102209"/>
                </a:lnTo>
                <a:lnTo>
                  <a:pt x="4684966" y="102209"/>
                </a:lnTo>
                <a:lnTo>
                  <a:pt x="4684966" y="71729"/>
                </a:lnTo>
                <a:lnTo>
                  <a:pt x="4642294" y="71729"/>
                </a:lnTo>
                <a:lnTo>
                  <a:pt x="4659058" y="58013"/>
                </a:lnTo>
                <a:lnTo>
                  <a:pt x="4645939" y="44246"/>
                </a:lnTo>
                <a:lnTo>
                  <a:pt x="4631804" y="30187"/>
                </a:lnTo>
                <a:lnTo>
                  <a:pt x="4616793" y="15544"/>
                </a:lnTo>
                <a:lnTo>
                  <a:pt x="4601057" y="0"/>
                </a:lnTo>
                <a:lnTo>
                  <a:pt x="4576673" y="21437"/>
                </a:lnTo>
                <a:lnTo>
                  <a:pt x="4622482" y="71729"/>
                </a:lnTo>
                <a:lnTo>
                  <a:pt x="4530953" y="71729"/>
                </a:lnTo>
                <a:lnTo>
                  <a:pt x="4530953" y="283756"/>
                </a:lnTo>
                <a:lnTo>
                  <a:pt x="4564481" y="283756"/>
                </a:lnTo>
                <a:lnTo>
                  <a:pt x="4564481" y="263944"/>
                </a:lnTo>
                <a:lnTo>
                  <a:pt x="4684966" y="263944"/>
                </a:lnTo>
                <a:lnTo>
                  <a:pt x="4684966" y="312712"/>
                </a:lnTo>
                <a:lnTo>
                  <a:pt x="4486757" y="312712"/>
                </a:lnTo>
                <a:lnTo>
                  <a:pt x="4486757" y="344817"/>
                </a:lnTo>
                <a:lnTo>
                  <a:pt x="4684966" y="344817"/>
                </a:lnTo>
                <a:lnTo>
                  <a:pt x="4684966" y="437870"/>
                </a:lnTo>
                <a:lnTo>
                  <a:pt x="4720018" y="437870"/>
                </a:lnTo>
                <a:lnTo>
                  <a:pt x="4720018" y="344817"/>
                </a:lnTo>
                <a:lnTo>
                  <a:pt x="4918329" y="344817"/>
                </a:lnTo>
                <a:lnTo>
                  <a:pt x="4918329" y="312712"/>
                </a:lnTo>
                <a:close/>
              </a:path>
              <a:path w="5345430" h="439420">
                <a:moveTo>
                  <a:pt x="5047958" y="85445"/>
                </a:moveTo>
                <a:lnTo>
                  <a:pt x="5035728" y="71437"/>
                </a:lnTo>
                <a:lnTo>
                  <a:pt x="5019916" y="54584"/>
                </a:lnTo>
                <a:lnTo>
                  <a:pt x="4979289" y="12293"/>
                </a:lnTo>
                <a:lnTo>
                  <a:pt x="4951857" y="35153"/>
                </a:lnTo>
                <a:lnTo>
                  <a:pt x="4970450" y="54559"/>
                </a:lnTo>
                <a:lnTo>
                  <a:pt x="4987480" y="73825"/>
                </a:lnTo>
                <a:lnTo>
                  <a:pt x="5003076" y="92798"/>
                </a:lnTo>
                <a:lnTo>
                  <a:pt x="5017389" y="111353"/>
                </a:lnTo>
                <a:lnTo>
                  <a:pt x="5047958" y="85445"/>
                </a:lnTo>
                <a:close/>
              </a:path>
              <a:path w="5345430" h="439420">
                <a:moveTo>
                  <a:pt x="5070818" y="370725"/>
                </a:moveTo>
                <a:lnTo>
                  <a:pt x="5067770" y="332625"/>
                </a:lnTo>
                <a:lnTo>
                  <a:pt x="5056911" y="340664"/>
                </a:lnTo>
                <a:lnTo>
                  <a:pt x="5044910" y="349008"/>
                </a:lnTo>
                <a:lnTo>
                  <a:pt x="5017389" y="367677"/>
                </a:lnTo>
                <a:lnTo>
                  <a:pt x="5017389" y="157162"/>
                </a:lnTo>
                <a:lnTo>
                  <a:pt x="4933569" y="157162"/>
                </a:lnTo>
                <a:lnTo>
                  <a:pt x="4933569" y="187642"/>
                </a:lnTo>
                <a:lnTo>
                  <a:pt x="4983861" y="187642"/>
                </a:lnTo>
                <a:lnTo>
                  <a:pt x="4983861" y="360057"/>
                </a:lnTo>
                <a:lnTo>
                  <a:pt x="4982769" y="372884"/>
                </a:lnTo>
                <a:lnTo>
                  <a:pt x="4979670" y="383870"/>
                </a:lnTo>
                <a:lnTo>
                  <a:pt x="4974856" y="392836"/>
                </a:lnTo>
                <a:lnTo>
                  <a:pt x="4968621" y="399681"/>
                </a:lnTo>
                <a:lnTo>
                  <a:pt x="4988433" y="428726"/>
                </a:lnTo>
                <a:lnTo>
                  <a:pt x="5003876" y="417271"/>
                </a:lnTo>
                <a:lnTo>
                  <a:pt x="5022774" y="403682"/>
                </a:lnTo>
                <a:lnTo>
                  <a:pt x="5045087" y="388124"/>
                </a:lnTo>
                <a:lnTo>
                  <a:pt x="5070818" y="370725"/>
                </a:lnTo>
                <a:close/>
              </a:path>
              <a:path w="5345430" h="439420">
                <a:moveTo>
                  <a:pt x="5253799" y="201358"/>
                </a:moveTo>
                <a:lnTo>
                  <a:pt x="5221795" y="201358"/>
                </a:lnTo>
                <a:lnTo>
                  <a:pt x="5221795" y="231940"/>
                </a:lnTo>
                <a:lnTo>
                  <a:pt x="5221795" y="315760"/>
                </a:lnTo>
                <a:lnTo>
                  <a:pt x="5121122" y="315760"/>
                </a:lnTo>
                <a:lnTo>
                  <a:pt x="5121122" y="231940"/>
                </a:lnTo>
                <a:lnTo>
                  <a:pt x="5221795" y="231940"/>
                </a:lnTo>
                <a:lnTo>
                  <a:pt x="5221795" y="201358"/>
                </a:lnTo>
                <a:lnTo>
                  <a:pt x="5089118" y="201358"/>
                </a:lnTo>
                <a:lnTo>
                  <a:pt x="5089118" y="373773"/>
                </a:lnTo>
                <a:lnTo>
                  <a:pt x="5121122" y="373773"/>
                </a:lnTo>
                <a:lnTo>
                  <a:pt x="5121122" y="346341"/>
                </a:lnTo>
                <a:lnTo>
                  <a:pt x="5253799" y="346341"/>
                </a:lnTo>
                <a:lnTo>
                  <a:pt x="5253799" y="315760"/>
                </a:lnTo>
                <a:lnTo>
                  <a:pt x="5253799" y="231940"/>
                </a:lnTo>
                <a:lnTo>
                  <a:pt x="5253799" y="201358"/>
                </a:lnTo>
                <a:close/>
              </a:path>
              <a:path w="5345430" h="439420">
                <a:moveTo>
                  <a:pt x="5287327" y="116014"/>
                </a:moveTo>
                <a:lnTo>
                  <a:pt x="5061674" y="116014"/>
                </a:lnTo>
                <a:lnTo>
                  <a:pt x="5061674" y="148018"/>
                </a:lnTo>
                <a:lnTo>
                  <a:pt x="5287327" y="148018"/>
                </a:lnTo>
                <a:lnTo>
                  <a:pt x="5287327" y="116014"/>
                </a:lnTo>
                <a:close/>
              </a:path>
              <a:path w="5345430" h="439420">
                <a:moveTo>
                  <a:pt x="5345341" y="27533"/>
                </a:moveTo>
                <a:lnTo>
                  <a:pt x="5075390" y="27533"/>
                </a:lnTo>
                <a:lnTo>
                  <a:pt x="5075390" y="61061"/>
                </a:lnTo>
                <a:lnTo>
                  <a:pt x="5310289" y="61061"/>
                </a:lnTo>
                <a:lnTo>
                  <a:pt x="5310289" y="373773"/>
                </a:lnTo>
                <a:lnTo>
                  <a:pt x="5308866" y="384009"/>
                </a:lnTo>
                <a:lnTo>
                  <a:pt x="5304714" y="391680"/>
                </a:lnTo>
                <a:lnTo>
                  <a:pt x="5297983" y="396481"/>
                </a:lnTo>
                <a:lnTo>
                  <a:pt x="5288851" y="398157"/>
                </a:lnTo>
                <a:lnTo>
                  <a:pt x="5272036" y="397891"/>
                </a:lnTo>
                <a:lnTo>
                  <a:pt x="5253799" y="397205"/>
                </a:lnTo>
                <a:lnTo>
                  <a:pt x="5214175" y="395109"/>
                </a:lnTo>
                <a:lnTo>
                  <a:pt x="5216410" y="405079"/>
                </a:lnTo>
                <a:lnTo>
                  <a:pt x="5218366" y="414350"/>
                </a:lnTo>
                <a:lnTo>
                  <a:pt x="5219751" y="422795"/>
                </a:lnTo>
                <a:lnTo>
                  <a:pt x="5220271" y="430250"/>
                </a:lnTo>
                <a:lnTo>
                  <a:pt x="5299519" y="430250"/>
                </a:lnTo>
                <a:lnTo>
                  <a:pt x="5342471" y="401878"/>
                </a:lnTo>
                <a:lnTo>
                  <a:pt x="5345341" y="379869"/>
                </a:lnTo>
                <a:lnTo>
                  <a:pt x="5345341" y="275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7277290" y="5959792"/>
            <a:ext cx="69215" cy="117475"/>
          </a:xfrm>
          <a:custGeom>
            <a:avLst/>
            <a:gdLst/>
            <a:ahLst/>
            <a:cxnLst/>
            <a:rect l="l" t="t" r="r" b="b"/>
            <a:pathLst>
              <a:path w="69215" h="117475">
                <a:moveTo>
                  <a:pt x="30575" y="117443"/>
                </a:moveTo>
                <a:lnTo>
                  <a:pt x="0" y="117443"/>
                </a:lnTo>
                <a:lnTo>
                  <a:pt x="27527" y="0"/>
                </a:lnTo>
                <a:lnTo>
                  <a:pt x="68675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7663142" y="5637847"/>
            <a:ext cx="1779905" cy="438150"/>
          </a:xfrm>
          <a:custGeom>
            <a:avLst/>
            <a:gdLst/>
            <a:ahLst/>
            <a:cxnLst/>
            <a:rect l="l" t="t" r="r" b="b"/>
            <a:pathLst>
              <a:path w="1779904" h="438150">
                <a:moveTo>
                  <a:pt x="109816" y="79349"/>
                </a:moveTo>
                <a:lnTo>
                  <a:pt x="95529" y="63944"/>
                </a:lnTo>
                <a:lnTo>
                  <a:pt x="80098" y="47536"/>
                </a:lnTo>
                <a:lnTo>
                  <a:pt x="63525" y="30276"/>
                </a:lnTo>
                <a:lnTo>
                  <a:pt x="45808" y="12293"/>
                </a:lnTo>
                <a:lnTo>
                  <a:pt x="21336" y="33629"/>
                </a:lnTo>
                <a:lnTo>
                  <a:pt x="50571" y="66967"/>
                </a:lnTo>
                <a:lnTo>
                  <a:pt x="65798" y="84848"/>
                </a:lnTo>
                <a:lnTo>
                  <a:pt x="80860" y="103733"/>
                </a:lnTo>
                <a:lnTo>
                  <a:pt x="109816" y="79349"/>
                </a:lnTo>
                <a:close/>
              </a:path>
              <a:path w="1779904" h="438150">
                <a:moveTo>
                  <a:pt x="134213" y="360057"/>
                </a:moveTo>
                <a:lnTo>
                  <a:pt x="131940" y="341769"/>
                </a:lnTo>
                <a:lnTo>
                  <a:pt x="130771" y="331978"/>
                </a:lnTo>
                <a:lnTo>
                  <a:pt x="129628" y="321957"/>
                </a:lnTo>
                <a:lnTo>
                  <a:pt x="118198" y="331978"/>
                </a:lnTo>
                <a:lnTo>
                  <a:pt x="106768" y="341579"/>
                </a:lnTo>
                <a:lnTo>
                  <a:pt x="95338" y="350888"/>
                </a:lnTo>
                <a:lnTo>
                  <a:pt x="83908" y="360057"/>
                </a:lnTo>
                <a:lnTo>
                  <a:pt x="83908" y="149542"/>
                </a:lnTo>
                <a:lnTo>
                  <a:pt x="0" y="149542"/>
                </a:lnTo>
                <a:lnTo>
                  <a:pt x="0" y="181546"/>
                </a:lnTo>
                <a:lnTo>
                  <a:pt x="48856" y="181546"/>
                </a:lnTo>
                <a:lnTo>
                  <a:pt x="48856" y="353961"/>
                </a:lnTo>
                <a:lnTo>
                  <a:pt x="48006" y="366814"/>
                </a:lnTo>
                <a:lnTo>
                  <a:pt x="45427" y="377964"/>
                </a:lnTo>
                <a:lnTo>
                  <a:pt x="41148" y="387388"/>
                </a:lnTo>
                <a:lnTo>
                  <a:pt x="35140" y="395109"/>
                </a:lnTo>
                <a:lnTo>
                  <a:pt x="61048" y="422630"/>
                </a:lnTo>
                <a:lnTo>
                  <a:pt x="65646" y="417766"/>
                </a:lnTo>
                <a:lnTo>
                  <a:pt x="70383" y="412635"/>
                </a:lnTo>
                <a:lnTo>
                  <a:pt x="75412" y="407530"/>
                </a:lnTo>
                <a:lnTo>
                  <a:pt x="80860" y="402729"/>
                </a:lnTo>
                <a:lnTo>
                  <a:pt x="94564" y="391553"/>
                </a:lnTo>
                <a:lnTo>
                  <a:pt x="121373" y="370357"/>
                </a:lnTo>
                <a:lnTo>
                  <a:pt x="134213" y="360057"/>
                </a:lnTo>
                <a:close/>
              </a:path>
              <a:path w="1779904" h="438150">
                <a:moveTo>
                  <a:pt x="428536" y="398157"/>
                </a:moveTo>
                <a:lnTo>
                  <a:pt x="359791" y="341769"/>
                </a:lnTo>
                <a:lnTo>
                  <a:pt x="355879" y="338569"/>
                </a:lnTo>
                <a:lnTo>
                  <a:pt x="331000" y="318909"/>
                </a:lnTo>
                <a:lnTo>
                  <a:pt x="352399" y="296557"/>
                </a:lnTo>
                <a:lnTo>
                  <a:pt x="373100" y="273100"/>
                </a:lnTo>
                <a:lnTo>
                  <a:pt x="392925" y="248513"/>
                </a:lnTo>
                <a:lnTo>
                  <a:pt x="411772" y="222796"/>
                </a:lnTo>
                <a:lnTo>
                  <a:pt x="381292" y="202882"/>
                </a:lnTo>
                <a:lnTo>
                  <a:pt x="352729" y="241833"/>
                </a:lnTo>
                <a:lnTo>
                  <a:pt x="321919" y="277609"/>
                </a:lnTo>
                <a:lnTo>
                  <a:pt x="288861" y="310210"/>
                </a:lnTo>
                <a:lnTo>
                  <a:pt x="253568" y="339636"/>
                </a:lnTo>
                <a:lnTo>
                  <a:pt x="216027" y="365874"/>
                </a:lnTo>
                <a:lnTo>
                  <a:pt x="176237" y="388937"/>
                </a:lnTo>
                <a:lnTo>
                  <a:pt x="134213" y="408825"/>
                </a:lnTo>
                <a:lnTo>
                  <a:pt x="141643" y="416572"/>
                </a:lnTo>
                <a:lnTo>
                  <a:pt x="147929" y="423913"/>
                </a:lnTo>
                <a:lnTo>
                  <a:pt x="153073" y="430974"/>
                </a:lnTo>
                <a:lnTo>
                  <a:pt x="157073" y="437870"/>
                </a:lnTo>
                <a:lnTo>
                  <a:pt x="197383" y="417245"/>
                </a:lnTo>
                <a:lnTo>
                  <a:pt x="235826" y="394347"/>
                </a:lnTo>
                <a:lnTo>
                  <a:pt x="272249" y="369201"/>
                </a:lnTo>
                <a:lnTo>
                  <a:pt x="306514" y="341769"/>
                </a:lnTo>
                <a:lnTo>
                  <a:pt x="333146" y="364312"/>
                </a:lnTo>
                <a:lnTo>
                  <a:pt x="358038" y="386156"/>
                </a:lnTo>
                <a:lnTo>
                  <a:pt x="381190" y="407174"/>
                </a:lnTo>
                <a:lnTo>
                  <a:pt x="402628" y="427202"/>
                </a:lnTo>
                <a:lnTo>
                  <a:pt x="428536" y="398157"/>
                </a:lnTo>
                <a:close/>
              </a:path>
              <a:path w="1779904" h="438150">
                <a:moveTo>
                  <a:pt x="430060" y="68681"/>
                </a:moveTo>
                <a:lnTo>
                  <a:pt x="283654" y="68681"/>
                </a:lnTo>
                <a:lnTo>
                  <a:pt x="309664" y="51917"/>
                </a:lnTo>
                <a:lnTo>
                  <a:pt x="299364" y="36753"/>
                </a:lnTo>
                <a:lnTo>
                  <a:pt x="289382" y="23139"/>
                </a:lnTo>
                <a:lnTo>
                  <a:pt x="279984" y="10947"/>
                </a:lnTo>
                <a:lnTo>
                  <a:pt x="271462" y="0"/>
                </a:lnTo>
                <a:lnTo>
                  <a:pt x="242506" y="18389"/>
                </a:lnTo>
                <a:lnTo>
                  <a:pt x="251434" y="30099"/>
                </a:lnTo>
                <a:lnTo>
                  <a:pt x="260223" y="42392"/>
                </a:lnTo>
                <a:lnTo>
                  <a:pt x="269290" y="55245"/>
                </a:lnTo>
                <a:lnTo>
                  <a:pt x="279082" y="68681"/>
                </a:lnTo>
                <a:lnTo>
                  <a:pt x="131152" y="68681"/>
                </a:lnTo>
                <a:lnTo>
                  <a:pt x="131152" y="100685"/>
                </a:lnTo>
                <a:lnTo>
                  <a:pt x="216598" y="100685"/>
                </a:lnTo>
                <a:lnTo>
                  <a:pt x="202882" y="121627"/>
                </a:lnTo>
                <a:lnTo>
                  <a:pt x="175412" y="158864"/>
                </a:lnTo>
                <a:lnTo>
                  <a:pt x="148501" y="189166"/>
                </a:lnTo>
                <a:lnTo>
                  <a:pt x="134213" y="198310"/>
                </a:lnTo>
                <a:lnTo>
                  <a:pt x="149453" y="230416"/>
                </a:lnTo>
                <a:lnTo>
                  <a:pt x="271462" y="215176"/>
                </a:lnTo>
                <a:lnTo>
                  <a:pt x="242316" y="242874"/>
                </a:lnTo>
                <a:lnTo>
                  <a:pt x="209727" y="268706"/>
                </a:lnTo>
                <a:lnTo>
                  <a:pt x="173697" y="292544"/>
                </a:lnTo>
                <a:lnTo>
                  <a:pt x="134213" y="314236"/>
                </a:lnTo>
                <a:lnTo>
                  <a:pt x="140804" y="321144"/>
                </a:lnTo>
                <a:lnTo>
                  <a:pt x="146977" y="328041"/>
                </a:lnTo>
                <a:lnTo>
                  <a:pt x="152857" y="334899"/>
                </a:lnTo>
                <a:lnTo>
                  <a:pt x="158597" y="341769"/>
                </a:lnTo>
                <a:lnTo>
                  <a:pt x="205244" y="313778"/>
                </a:lnTo>
                <a:lnTo>
                  <a:pt x="247586" y="283210"/>
                </a:lnTo>
                <a:lnTo>
                  <a:pt x="285597" y="250037"/>
                </a:lnTo>
                <a:lnTo>
                  <a:pt x="318350" y="215176"/>
                </a:lnTo>
                <a:lnTo>
                  <a:pt x="338328" y="189166"/>
                </a:lnTo>
                <a:lnTo>
                  <a:pt x="348640" y="175628"/>
                </a:lnTo>
                <a:lnTo>
                  <a:pt x="373672" y="134302"/>
                </a:lnTo>
                <a:lnTo>
                  <a:pt x="341668" y="117538"/>
                </a:lnTo>
                <a:lnTo>
                  <a:pt x="333133" y="134302"/>
                </a:lnTo>
                <a:lnTo>
                  <a:pt x="323367" y="150685"/>
                </a:lnTo>
                <a:lnTo>
                  <a:pt x="312470" y="166408"/>
                </a:lnTo>
                <a:lnTo>
                  <a:pt x="300418" y="181546"/>
                </a:lnTo>
                <a:lnTo>
                  <a:pt x="214693" y="187769"/>
                </a:lnTo>
                <a:lnTo>
                  <a:pt x="190690" y="189166"/>
                </a:lnTo>
                <a:lnTo>
                  <a:pt x="208699" y="168071"/>
                </a:lnTo>
                <a:lnTo>
                  <a:pt x="226123" y="146113"/>
                </a:lnTo>
                <a:lnTo>
                  <a:pt x="242989" y="123558"/>
                </a:lnTo>
                <a:lnTo>
                  <a:pt x="259270" y="100685"/>
                </a:lnTo>
                <a:lnTo>
                  <a:pt x="430060" y="100685"/>
                </a:lnTo>
                <a:lnTo>
                  <a:pt x="430060" y="68681"/>
                </a:lnTo>
                <a:close/>
              </a:path>
              <a:path w="1779904" h="438150">
                <a:moveTo>
                  <a:pt x="860107" y="24485"/>
                </a:moveTo>
                <a:lnTo>
                  <a:pt x="831151" y="24485"/>
                </a:lnTo>
                <a:lnTo>
                  <a:pt x="831151" y="50393"/>
                </a:lnTo>
                <a:lnTo>
                  <a:pt x="831151" y="83921"/>
                </a:lnTo>
                <a:lnTo>
                  <a:pt x="529209" y="83921"/>
                </a:lnTo>
                <a:lnTo>
                  <a:pt x="529209" y="50393"/>
                </a:lnTo>
                <a:lnTo>
                  <a:pt x="831151" y="50393"/>
                </a:lnTo>
                <a:lnTo>
                  <a:pt x="831151" y="24485"/>
                </a:lnTo>
                <a:lnTo>
                  <a:pt x="500253" y="24485"/>
                </a:lnTo>
                <a:lnTo>
                  <a:pt x="500253" y="207467"/>
                </a:lnTo>
                <a:lnTo>
                  <a:pt x="496849" y="272402"/>
                </a:lnTo>
                <a:lnTo>
                  <a:pt x="486727" y="327609"/>
                </a:lnTo>
                <a:lnTo>
                  <a:pt x="470039" y="373087"/>
                </a:lnTo>
                <a:lnTo>
                  <a:pt x="446913" y="408825"/>
                </a:lnTo>
                <a:lnTo>
                  <a:pt x="452602" y="415925"/>
                </a:lnTo>
                <a:lnTo>
                  <a:pt x="458152" y="423341"/>
                </a:lnTo>
                <a:lnTo>
                  <a:pt x="463410" y="430758"/>
                </a:lnTo>
                <a:lnTo>
                  <a:pt x="468249" y="437870"/>
                </a:lnTo>
                <a:lnTo>
                  <a:pt x="490385" y="404710"/>
                </a:lnTo>
                <a:lnTo>
                  <a:pt x="507479" y="365696"/>
                </a:lnTo>
                <a:lnTo>
                  <a:pt x="519607" y="320840"/>
                </a:lnTo>
                <a:lnTo>
                  <a:pt x="526821" y="270129"/>
                </a:lnTo>
                <a:lnTo>
                  <a:pt x="529209" y="213563"/>
                </a:lnTo>
                <a:lnTo>
                  <a:pt x="529209" y="108305"/>
                </a:lnTo>
                <a:lnTo>
                  <a:pt x="831151" y="108305"/>
                </a:lnTo>
                <a:lnTo>
                  <a:pt x="831151" y="117538"/>
                </a:lnTo>
                <a:lnTo>
                  <a:pt x="860107" y="117538"/>
                </a:lnTo>
                <a:lnTo>
                  <a:pt x="860107" y="108305"/>
                </a:lnTo>
                <a:lnTo>
                  <a:pt x="860107" y="83921"/>
                </a:lnTo>
                <a:lnTo>
                  <a:pt x="860107" y="50393"/>
                </a:lnTo>
                <a:lnTo>
                  <a:pt x="860107" y="24485"/>
                </a:lnTo>
                <a:close/>
              </a:path>
              <a:path w="1779904" h="438150">
                <a:moveTo>
                  <a:pt x="867829" y="294424"/>
                </a:moveTo>
                <a:lnTo>
                  <a:pt x="719810" y="294424"/>
                </a:lnTo>
                <a:lnTo>
                  <a:pt x="719810" y="266992"/>
                </a:lnTo>
                <a:lnTo>
                  <a:pt x="811339" y="266992"/>
                </a:lnTo>
                <a:lnTo>
                  <a:pt x="811339" y="274612"/>
                </a:lnTo>
                <a:lnTo>
                  <a:pt x="840295" y="274612"/>
                </a:lnTo>
                <a:lnTo>
                  <a:pt x="840295" y="266992"/>
                </a:lnTo>
                <a:lnTo>
                  <a:pt x="840295" y="242608"/>
                </a:lnTo>
                <a:lnTo>
                  <a:pt x="840295" y="210515"/>
                </a:lnTo>
                <a:lnTo>
                  <a:pt x="840295" y="186118"/>
                </a:lnTo>
                <a:lnTo>
                  <a:pt x="811339" y="186118"/>
                </a:lnTo>
                <a:lnTo>
                  <a:pt x="811339" y="210515"/>
                </a:lnTo>
                <a:lnTo>
                  <a:pt x="811339" y="242608"/>
                </a:lnTo>
                <a:lnTo>
                  <a:pt x="719810" y="242608"/>
                </a:lnTo>
                <a:lnTo>
                  <a:pt x="719810" y="210515"/>
                </a:lnTo>
                <a:lnTo>
                  <a:pt x="811339" y="210515"/>
                </a:lnTo>
                <a:lnTo>
                  <a:pt x="811339" y="186118"/>
                </a:lnTo>
                <a:lnTo>
                  <a:pt x="719810" y="186118"/>
                </a:lnTo>
                <a:lnTo>
                  <a:pt x="719810" y="158686"/>
                </a:lnTo>
                <a:lnTo>
                  <a:pt x="759548" y="156667"/>
                </a:lnTo>
                <a:lnTo>
                  <a:pt x="860107" y="152590"/>
                </a:lnTo>
                <a:lnTo>
                  <a:pt x="852487" y="126682"/>
                </a:lnTo>
                <a:lnTo>
                  <a:pt x="672553" y="133908"/>
                </a:lnTo>
                <a:lnTo>
                  <a:pt x="545973" y="137350"/>
                </a:lnTo>
                <a:lnTo>
                  <a:pt x="547992" y="144195"/>
                </a:lnTo>
                <a:lnTo>
                  <a:pt x="549592" y="150876"/>
                </a:lnTo>
                <a:lnTo>
                  <a:pt x="550773" y="156667"/>
                </a:lnTo>
                <a:lnTo>
                  <a:pt x="552069" y="163258"/>
                </a:lnTo>
                <a:lnTo>
                  <a:pt x="690854" y="158686"/>
                </a:lnTo>
                <a:lnTo>
                  <a:pt x="690854" y="186118"/>
                </a:lnTo>
                <a:lnTo>
                  <a:pt x="690854" y="210515"/>
                </a:lnTo>
                <a:lnTo>
                  <a:pt x="690854" y="242608"/>
                </a:lnTo>
                <a:lnTo>
                  <a:pt x="602462" y="242608"/>
                </a:lnTo>
                <a:lnTo>
                  <a:pt x="602462" y="210515"/>
                </a:lnTo>
                <a:lnTo>
                  <a:pt x="690854" y="210515"/>
                </a:lnTo>
                <a:lnTo>
                  <a:pt x="690854" y="186118"/>
                </a:lnTo>
                <a:lnTo>
                  <a:pt x="573405" y="186118"/>
                </a:lnTo>
                <a:lnTo>
                  <a:pt x="573405" y="274612"/>
                </a:lnTo>
                <a:lnTo>
                  <a:pt x="602462" y="274612"/>
                </a:lnTo>
                <a:lnTo>
                  <a:pt x="602462" y="266992"/>
                </a:lnTo>
                <a:lnTo>
                  <a:pt x="690854" y="266992"/>
                </a:lnTo>
                <a:lnTo>
                  <a:pt x="690854" y="294424"/>
                </a:lnTo>
                <a:lnTo>
                  <a:pt x="552069" y="294424"/>
                </a:lnTo>
                <a:lnTo>
                  <a:pt x="552069" y="436346"/>
                </a:lnTo>
                <a:lnTo>
                  <a:pt x="582549" y="436346"/>
                </a:lnTo>
                <a:lnTo>
                  <a:pt x="582549" y="318909"/>
                </a:lnTo>
                <a:lnTo>
                  <a:pt x="690854" y="318909"/>
                </a:lnTo>
                <a:lnTo>
                  <a:pt x="690854" y="358533"/>
                </a:lnTo>
                <a:lnTo>
                  <a:pt x="651802" y="360629"/>
                </a:lnTo>
                <a:lnTo>
                  <a:pt x="631913" y="361315"/>
                </a:lnTo>
                <a:lnTo>
                  <a:pt x="611606" y="361581"/>
                </a:lnTo>
                <a:lnTo>
                  <a:pt x="616178" y="390537"/>
                </a:lnTo>
                <a:lnTo>
                  <a:pt x="660793" y="386270"/>
                </a:lnTo>
                <a:lnTo>
                  <a:pt x="703275" y="382727"/>
                </a:lnTo>
                <a:lnTo>
                  <a:pt x="743762" y="380034"/>
                </a:lnTo>
                <a:lnTo>
                  <a:pt x="782383" y="378345"/>
                </a:lnTo>
                <a:lnTo>
                  <a:pt x="783907" y="384441"/>
                </a:lnTo>
                <a:lnTo>
                  <a:pt x="790003" y="396633"/>
                </a:lnTo>
                <a:lnTo>
                  <a:pt x="815911" y="384441"/>
                </a:lnTo>
                <a:lnTo>
                  <a:pt x="812850" y="378345"/>
                </a:lnTo>
                <a:lnTo>
                  <a:pt x="807910" y="368477"/>
                </a:lnTo>
                <a:lnTo>
                  <a:pt x="802055" y="357009"/>
                </a:lnTo>
                <a:lnTo>
                  <a:pt x="799909" y="352818"/>
                </a:lnTo>
                <a:lnTo>
                  <a:pt x="791908" y="337718"/>
                </a:lnTo>
                <a:lnTo>
                  <a:pt x="783907" y="323481"/>
                </a:lnTo>
                <a:lnTo>
                  <a:pt x="759523" y="334149"/>
                </a:lnTo>
                <a:lnTo>
                  <a:pt x="764095" y="340245"/>
                </a:lnTo>
                <a:lnTo>
                  <a:pt x="767143" y="347865"/>
                </a:lnTo>
                <a:lnTo>
                  <a:pt x="719810" y="357009"/>
                </a:lnTo>
                <a:lnTo>
                  <a:pt x="719810" y="318909"/>
                </a:lnTo>
                <a:lnTo>
                  <a:pt x="837247" y="318909"/>
                </a:lnTo>
                <a:lnTo>
                  <a:pt x="837247" y="382917"/>
                </a:lnTo>
                <a:lnTo>
                  <a:pt x="835825" y="392912"/>
                </a:lnTo>
                <a:lnTo>
                  <a:pt x="831532" y="400062"/>
                </a:lnTo>
                <a:lnTo>
                  <a:pt x="824395" y="404342"/>
                </a:lnTo>
                <a:lnTo>
                  <a:pt x="814666" y="405739"/>
                </a:lnTo>
                <a:lnTo>
                  <a:pt x="802652" y="405726"/>
                </a:lnTo>
                <a:lnTo>
                  <a:pt x="790194" y="405396"/>
                </a:lnTo>
                <a:lnTo>
                  <a:pt x="776884" y="404482"/>
                </a:lnTo>
                <a:lnTo>
                  <a:pt x="762571" y="402729"/>
                </a:lnTo>
                <a:lnTo>
                  <a:pt x="764590" y="411568"/>
                </a:lnTo>
                <a:lnTo>
                  <a:pt x="766191" y="419722"/>
                </a:lnTo>
                <a:lnTo>
                  <a:pt x="767499" y="427024"/>
                </a:lnTo>
                <a:lnTo>
                  <a:pt x="768667" y="433298"/>
                </a:lnTo>
                <a:lnTo>
                  <a:pt x="784098" y="434174"/>
                </a:lnTo>
                <a:lnTo>
                  <a:pt x="798385" y="434632"/>
                </a:lnTo>
                <a:lnTo>
                  <a:pt x="811530" y="434797"/>
                </a:lnTo>
                <a:lnTo>
                  <a:pt x="823531" y="434822"/>
                </a:lnTo>
                <a:lnTo>
                  <a:pt x="842670" y="431952"/>
                </a:lnTo>
                <a:lnTo>
                  <a:pt x="856538" y="423341"/>
                </a:lnTo>
                <a:lnTo>
                  <a:pt x="864971" y="409028"/>
                </a:lnTo>
                <a:lnTo>
                  <a:pt x="865441" y="405777"/>
                </a:lnTo>
                <a:lnTo>
                  <a:pt x="867829" y="389013"/>
                </a:lnTo>
                <a:lnTo>
                  <a:pt x="867829" y="318909"/>
                </a:lnTo>
                <a:lnTo>
                  <a:pt x="867829" y="294424"/>
                </a:lnTo>
                <a:close/>
              </a:path>
              <a:path w="1779904" h="438150">
                <a:moveTo>
                  <a:pt x="948588" y="111353"/>
                </a:moveTo>
                <a:lnTo>
                  <a:pt x="919632" y="105257"/>
                </a:lnTo>
                <a:lnTo>
                  <a:pt x="913917" y="135318"/>
                </a:lnTo>
                <a:lnTo>
                  <a:pt x="908202" y="163639"/>
                </a:lnTo>
                <a:lnTo>
                  <a:pt x="902487" y="190258"/>
                </a:lnTo>
                <a:lnTo>
                  <a:pt x="896772" y="215176"/>
                </a:lnTo>
                <a:lnTo>
                  <a:pt x="905370" y="217462"/>
                </a:lnTo>
                <a:lnTo>
                  <a:pt x="912964" y="219748"/>
                </a:lnTo>
                <a:lnTo>
                  <a:pt x="919708" y="222034"/>
                </a:lnTo>
                <a:lnTo>
                  <a:pt x="925728" y="224320"/>
                </a:lnTo>
                <a:lnTo>
                  <a:pt x="932954" y="194856"/>
                </a:lnTo>
                <a:lnTo>
                  <a:pt x="938872" y="166116"/>
                </a:lnTo>
                <a:lnTo>
                  <a:pt x="943952" y="138252"/>
                </a:lnTo>
                <a:lnTo>
                  <a:pt x="948588" y="111353"/>
                </a:lnTo>
                <a:close/>
              </a:path>
              <a:path w="1779904" h="438150">
                <a:moveTo>
                  <a:pt x="1052322" y="146494"/>
                </a:moveTo>
                <a:lnTo>
                  <a:pt x="1043774" y="130225"/>
                </a:lnTo>
                <a:lnTo>
                  <a:pt x="1034224" y="113499"/>
                </a:lnTo>
                <a:lnTo>
                  <a:pt x="1029182" y="105257"/>
                </a:lnTo>
                <a:lnTo>
                  <a:pt x="1023823" y="96481"/>
                </a:lnTo>
                <a:lnTo>
                  <a:pt x="1019619" y="90017"/>
                </a:lnTo>
                <a:lnTo>
                  <a:pt x="1012698" y="79349"/>
                </a:lnTo>
                <a:lnTo>
                  <a:pt x="994308" y="90017"/>
                </a:lnTo>
                <a:lnTo>
                  <a:pt x="994308" y="6096"/>
                </a:lnTo>
                <a:lnTo>
                  <a:pt x="960780" y="6096"/>
                </a:lnTo>
                <a:lnTo>
                  <a:pt x="960780" y="437870"/>
                </a:lnTo>
                <a:lnTo>
                  <a:pt x="994308" y="437870"/>
                </a:lnTo>
                <a:lnTo>
                  <a:pt x="994308" y="105257"/>
                </a:lnTo>
                <a:lnTo>
                  <a:pt x="1001483" y="118427"/>
                </a:lnTo>
                <a:lnTo>
                  <a:pt x="1009065" y="132588"/>
                </a:lnTo>
                <a:lnTo>
                  <a:pt x="1016914" y="147574"/>
                </a:lnTo>
                <a:lnTo>
                  <a:pt x="1024890" y="163258"/>
                </a:lnTo>
                <a:lnTo>
                  <a:pt x="1052322" y="146494"/>
                </a:lnTo>
                <a:close/>
              </a:path>
              <a:path w="1779904" h="438150">
                <a:moveTo>
                  <a:pt x="1334452" y="387489"/>
                </a:moveTo>
                <a:lnTo>
                  <a:pt x="1204823" y="387489"/>
                </a:lnTo>
                <a:lnTo>
                  <a:pt x="1204823" y="270040"/>
                </a:lnTo>
                <a:lnTo>
                  <a:pt x="1311592" y="270040"/>
                </a:lnTo>
                <a:lnTo>
                  <a:pt x="1311592" y="239560"/>
                </a:lnTo>
                <a:lnTo>
                  <a:pt x="1204823" y="239560"/>
                </a:lnTo>
                <a:lnTo>
                  <a:pt x="1204823" y="132778"/>
                </a:lnTo>
                <a:lnTo>
                  <a:pt x="1320736" y="132778"/>
                </a:lnTo>
                <a:lnTo>
                  <a:pt x="1320736" y="102209"/>
                </a:lnTo>
                <a:lnTo>
                  <a:pt x="1204823" y="102209"/>
                </a:lnTo>
                <a:lnTo>
                  <a:pt x="1204823" y="6096"/>
                </a:lnTo>
                <a:lnTo>
                  <a:pt x="1171295" y="6096"/>
                </a:lnTo>
                <a:lnTo>
                  <a:pt x="1171295" y="102209"/>
                </a:lnTo>
                <a:lnTo>
                  <a:pt x="1110234" y="102209"/>
                </a:lnTo>
                <a:lnTo>
                  <a:pt x="1115669" y="87350"/>
                </a:lnTo>
                <a:lnTo>
                  <a:pt x="1120521" y="72491"/>
                </a:lnTo>
                <a:lnTo>
                  <a:pt x="1124813" y="57632"/>
                </a:lnTo>
                <a:lnTo>
                  <a:pt x="1128522" y="42773"/>
                </a:lnTo>
                <a:lnTo>
                  <a:pt x="1093470" y="33629"/>
                </a:lnTo>
                <a:lnTo>
                  <a:pt x="1083513" y="74739"/>
                </a:lnTo>
                <a:lnTo>
                  <a:pt x="1069848" y="115595"/>
                </a:lnTo>
                <a:lnTo>
                  <a:pt x="1052753" y="155867"/>
                </a:lnTo>
                <a:lnTo>
                  <a:pt x="1032510" y="195262"/>
                </a:lnTo>
                <a:lnTo>
                  <a:pt x="1038529" y="199034"/>
                </a:lnTo>
                <a:lnTo>
                  <a:pt x="1045273" y="203657"/>
                </a:lnTo>
                <a:lnTo>
                  <a:pt x="1052868" y="209448"/>
                </a:lnTo>
                <a:lnTo>
                  <a:pt x="1061466" y="216700"/>
                </a:lnTo>
                <a:lnTo>
                  <a:pt x="1072349" y="195834"/>
                </a:lnTo>
                <a:lnTo>
                  <a:pt x="1082230" y="174701"/>
                </a:lnTo>
                <a:lnTo>
                  <a:pt x="1091260" y="153593"/>
                </a:lnTo>
                <a:lnTo>
                  <a:pt x="1099566" y="132778"/>
                </a:lnTo>
                <a:lnTo>
                  <a:pt x="1171295" y="132778"/>
                </a:lnTo>
                <a:lnTo>
                  <a:pt x="1171295" y="239560"/>
                </a:lnTo>
                <a:lnTo>
                  <a:pt x="1056894" y="239560"/>
                </a:lnTo>
                <a:lnTo>
                  <a:pt x="1056894" y="270040"/>
                </a:lnTo>
                <a:lnTo>
                  <a:pt x="1171295" y="270040"/>
                </a:lnTo>
                <a:lnTo>
                  <a:pt x="1171295" y="387489"/>
                </a:lnTo>
                <a:lnTo>
                  <a:pt x="1027938" y="387489"/>
                </a:lnTo>
                <a:lnTo>
                  <a:pt x="1027938" y="417969"/>
                </a:lnTo>
                <a:lnTo>
                  <a:pt x="1334452" y="417969"/>
                </a:lnTo>
                <a:lnTo>
                  <a:pt x="1334452" y="387489"/>
                </a:lnTo>
                <a:close/>
              </a:path>
              <a:path w="1779904" h="438150">
                <a:moveTo>
                  <a:pt x="1465618" y="16865"/>
                </a:moveTo>
                <a:lnTo>
                  <a:pt x="1433601" y="6096"/>
                </a:lnTo>
                <a:lnTo>
                  <a:pt x="1419656" y="54825"/>
                </a:lnTo>
                <a:lnTo>
                  <a:pt x="1403540" y="100406"/>
                </a:lnTo>
                <a:lnTo>
                  <a:pt x="1385239" y="142989"/>
                </a:lnTo>
                <a:lnTo>
                  <a:pt x="1364754" y="182727"/>
                </a:lnTo>
                <a:lnTo>
                  <a:pt x="1342072" y="219748"/>
                </a:lnTo>
                <a:lnTo>
                  <a:pt x="1346352" y="228015"/>
                </a:lnTo>
                <a:lnTo>
                  <a:pt x="1350073" y="236702"/>
                </a:lnTo>
                <a:lnTo>
                  <a:pt x="1353210" y="245681"/>
                </a:lnTo>
                <a:lnTo>
                  <a:pt x="1355788" y="254800"/>
                </a:lnTo>
                <a:lnTo>
                  <a:pt x="1366050" y="239610"/>
                </a:lnTo>
                <a:lnTo>
                  <a:pt x="1376172" y="223697"/>
                </a:lnTo>
                <a:lnTo>
                  <a:pt x="1386001" y="206933"/>
                </a:lnTo>
                <a:lnTo>
                  <a:pt x="1395412" y="189166"/>
                </a:lnTo>
                <a:lnTo>
                  <a:pt x="1395412" y="433298"/>
                </a:lnTo>
                <a:lnTo>
                  <a:pt x="1427505" y="433298"/>
                </a:lnTo>
                <a:lnTo>
                  <a:pt x="1427505" y="189166"/>
                </a:lnTo>
                <a:lnTo>
                  <a:pt x="1427505" y="122110"/>
                </a:lnTo>
                <a:lnTo>
                  <a:pt x="1437754" y="96634"/>
                </a:lnTo>
                <a:lnTo>
                  <a:pt x="1447698" y="70599"/>
                </a:lnTo>
                <a:lnTo>
                  <a:pt x="1457083" y="44018"/>
                </a:lnTo>
                <a:lnTo>
                  <a:pt x="1465618" y="16865"/>
                </a:lnTo>
                <a:close/>
              </a:path>
              <a:path w="1779904" h="438150">
                <a:moveTo>
                  <a:pt x="1779752" y="392049"/>
                </a:moveTo>
                <a:lnTo>
                  <a:pt x="1738604" y="392049"/>
                </a:lnTo>
                <a:lnTo>
                  <a:pt x="1738604" y="352425"/>
                </a:lnTo>
                <a:lnTo>
                  <a:pt x="1738604" y="323469"/>
                </a:lnTo>
                <a:lnTo>
                  <a:pt x="1738604" y="120586"/>
                </a:lnTo>
                <a:lnTo>
                  <a:pt x="1706600" y="120586"/>
                </a:lnTo>
                <a:lnTo>
                  <a:pt x="1706600" y="392049"/>
                </a:lnTo>
                <a:lnTo>
                  <a:pt x="1528102" y="392049"/>
                </a:lnTo>
                <a:lnTo>
                  <a:pt x="1528102" y="352425"/>
                </a:lnTo>
                <a:lnTo>
                  <a:pt x="1706600" y="352425"/>
                </a:lnTo>
                <a:lnTo>
                  <a:pt x="1706600" y="323469"/>
                </a:lnTo>
                <a:lnTo>
                  <a:pt x="1528102" y="323469"/>
                </a:lnTo>
                <a:lnTo>
                  <a:pt x="1528102" y="283756"/>
                </a:lnTo>
                <a:lnTo>
                  <a:pt x="1706600" y="283756"/>
                </a:lnTo>
                <a:lnTo>
                  <a:pt x="1706600" y="256324"/>
                </a:lnTo>
                <a:lnTo>
                  <a:pt x="1528102" y="256324"/>
                </a:lnTo>
                <a:lnTo>
                  <a:pt x="1528102" y="216700"/>
                </a:lnTo>
                <a:lnTo>
                  <a:pt x="1706600" y="216700"/>
                </a:lnTo>
                <a:lnTo>
                  <a:pt x="1706600" y="189166"/>
                </a:lnTo>
                <a:lnTo>
                  <a:pt x="1528102" y="189166"/>
                </a:lnTo>
                <a:lnTo>
                  <a:pt x="1528102" y="149542"/>
                </a:lnTo>
                <a:lnTo>
                  <a:pt x="1706600" y="149542"/>
                </a:lnTo>
                <a:lnTo>
                  <a:pt x="1706600" y="120586"/>
                </a:lnTo>
                <a:lnTo>
                  <a:pt x="1631823" y="120586"/>
                </a:lnTo>
                <a:lnTo>
                  <a:pt x="1631823" y="80873"/>
                </a:lnTo>
                <a:lnTo>
                  <a:pt x="1770608" y="80873"/>
                </a:lnTo>
                <a:lnTo>
                  <a:pt x="1770608" y="50393"/>
                </a:lnTo>
                <a:lnTo>
                  <a:pt x="1631823" y="50393"/>
                </a:lnTo>
                <a:lnTo>
                  <a:pt x="1631823" y="4572"/>
                </a:lnTo>
                <a:lnTo>
                  <a:pt x="1599819" y="4572"/>
                </a:lnTo>
                <a:lnTo>
                  <a:pt x="1599819" y="50393"/>
                </a:lnTo>
                <a:lnTo>
                  <a:pt x="1471714" y="50393"/>
                </a:lnTo>
                <a:lnTo>
                  <a:pt x="1471714" y="80873"/>
                </a:lnTo>
                <a:lnTo>
                  <a:pt x="1599819" y="80873"/>
                </a:lnTo>
                <a:lnTo>
                  <a:pt x="1599819" y="120586"/>
                </a:lnTo>
                <a:lnTo>
                  <a:pt x="1496098" y="120586"/>
                </a:lnTo>
                <a:lnTo>
                  <a:pt x="1496098" y="392049"/>
                </a:lnTo>
                <a:lnTo>
                  <a:pt x="1451902" y="392049"/>
                </a:lnTo>
                <a:lnTo>
                  <a:pt x="1451902" y="421017"/>
                </a:lnTo>
                <a:lnTo>
                  <a:pt x="1779752" y="421017"/>
                </a:lnTo>
                <a:lnTo>
                  <a:pt x="1779752" y="3920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299108" y="6196203"/>
            <a:ext cx="857250" cy="419734"/>
          </a:xfrm>
          <a:custGeom>
            <a:avLst/>
            <a:gdLst/>
            <a:ahLst/>
            <a:cxnLst/>
            <a:rect l="l" t="t" r="r" b="b"/>
            <a:pathLst>
              <a:path w="857250" h="419734">
                <a:moveTo>
                  <a:pt x="419392" y="0"/>
                </a:moveTo>
                <a:lnTo>
                  <a:pt x="256222" y="0"/>
                </a:lnTo>
                <a:lnTo>
                  <a:pt x="256222" y="30480"/>
                </a:lnTo>
                <a:lnTo>
                  <a:pt x="256222" y="77825"/>
                </a:lnTo>
                <a:lnTo>
                  <a:pt x="256222" y="105257"/>
                </a:lnTo>
                <a:lnTo>
                  <a:pt x="256222" y="163169"/>
                </a:lnTo>
                <a:lnTo>
                  <a:pt x="178498" y="163169"/>
                </a:lnTo>
                <a:lnTo>
                  <a:pt x="178498" y="105257"/>
                </a:lnTo>
                <a:lnTo>
                  <a:pt x="256222" y="105257"/>
                </a:lnTo>
                <a:lnTo>
                  <a:pt x="256222" y="77825"/>
                </a:lnTo>
                <a:lnTo>
                  <a:pt x="178498" y="77825"/>
                </a:lnTo>
                <a:lnTo>
                  <a:pt x="178498" y="30480"/>
                </a:lnTo>
                <a:lnTo>
                  <a:pt x="256222" y="30480"/>
                </a:lnTo>
                <a:lnTo>
                  <a:pt x="256222" y="0"/>
                </a:lnTo>
                <a:lnTo>
                  <a:pt x="15240" y="0"/>
                </a:lnTo>
                <a:lnTo>
                  <a:pt x="15240" y="30480"/>
                </a:lnTo>
                <a:lnTo>
                  <a:pt x="146405" y="30480"/>
                </a:lnTo>
                <a:lnTo>
                  <a:pt x="146405" y="77825"/>
                </a:lnTo>
                <a:lnTo>
                  <a:pt x="146405" y="105257"/>
                </a:lnTo>
                <a:lnTo>
                  <a:pt x="146405" y="163169"/>
                </a:lnTo>
                <a:lnTo>
                  <a:pt x="68681" y="163169"/>
                </a:lnTo>
                <a:lnTo>
                  <a:pt x="68681" y="105257"/>
                </a:lnTo>
                <a:lnTo>
                  <a:pt x="146405" y="105257"/>
                </a:lnTo>
                <a:lnTo>
                  <a:pt x="146405" y="77825"/>
                </a:lnTo>
                <a:lnTo>
                  <a:pt x="36677" y="77825"/>
                </a:lnTo>
                <a:lnTo>
                  <a:pt x="36677" y="207467"/>
                </a:lnTo>
                <a:lnTo>
                  <a:pt x="68681" y="207467"/>
                </a:lnTo>
                <a:lnTo>
                  <a:pt x="68681" y="192227"/>
                </a:lnTo>
                <a:lnTo>
                  <a:pt x="155549" y="192227"/>
                </a:lnTo>
                <a:lnTo>
                  <a:pt x="366052" y="192227"/>
                </a:lnTo>
                <a:lnTo>
                  <a:pt x="366052" y="207467"/>
                </a:lnTo>
                <a:lnTo>
                  <a:pt x="398056" y="207467"/>
                </a:lnTo>
                <a:lnTo>
                  <a:pt x="398056" y="192227"/>
                </a:lnTo>
                <a:lnTo>
                  <a:pt x="398056" y="163169"/>
                </a:lnTo>
                <a:lnTo>
                  <a:pt x="398056" y="105257"/>
                </a:lnTo>
                <a:lnTo>
                  <a:pt x="398056" y="77825"/>
                </a:lnTo>
                <a:lnTo>
                  <a:pt x="366052" y="77825"/>
                </a:lnTo>
                <a:lnTo>
                  <a:pt x="366052" y="105257"/>
                </a:lnTo>
                <a:lnTo>
                  <a:pt x="366052" y="163169"/>
                </a:lnTo>
                <a:lnTo>
                  <a:pt x="288226" y="163169"/>
                </a:lnTo>
                <a:lnTo>
                  <a:pt x="288226" y="105257"/>
                </a:lnTo>
                <a:lnTo>
                  <a:pt x="366052" y="105257"/>
                </a:lnTo>
                <a:lnTo>
                  <a:pt x="366052" y="77825"/>
                </a:lnTo>
                <a:lnTo>
                  <a:pt x="288226" y="77825"/>
                </a:lnTo>
                <a:lnTo>
                  <a:pt x="288226" y="30480"/>
                </a:lnTo>
                <a:lnTo>
                  <a:pt x="419392" y="30480"/>
                </a:lnTo>
                <a:lnTo>
                  <a:pt x="419392" y="0"/>
                </a:lnTo>
                <a:close/>
              </a:path>
              <a:path w="857250" h="419734">
                <a:moveTo>
                  <a:pt x="434721" y="234899"/>
                </a:moveTo>
                <a:lnTo>
                  <a:pt x="292798" y="234899"/>
                </a:lnTo>
                <a:lnTo>
                  <a:pt x="292798" y="263855"/>
                </a:lnTo>
                <a:lnTo>
                  <a:pt x="279323" y="281597"/>
                </a:lnTo>
                <a:lnTo>
                  <a:pt x="263842" y="298030"/>
                </a:lnTo>
                <a:lnTo>
                  <a:pt x="246075" y="313016"/>
                </a:lnTo>
                <a:lnTo>
                  <a:pt x="225742" y="326428"/>
                </a:lnTo>
                <a:lnTo>
                  <a:pt x="200621" y="318693"/>
                </a:lnTo>
                <a:lnTo>
                  <a:pt x="126593" y="297472"/>
                </a:lnTo>
                <a:lnTo>
                  <a:pt x="132308" y="289433"/>
                </a:lnTo>
                <a:lnTo>
                  <a:pt x="138023" y="281228"/>
                </a:lnTo>
                <a:lnTo>
                  <a:pt x="143738" y="272745"/>
                </a:lnTo>
                <a:lnTo>
                  <a:pt x="149453" y="263855"/>
                </a:lnTo>
                <a:lnTo>
                  <a:pt x="292798" y="263855"/>
                </a:lnTo>
                <a:lnTo>
                  <a:pt x="292798" y="234899"/>
                </a:lnTo>
                <a:lnTo>
                  <a:pt x="170878" y="234899"/>
                </a:lnTo>
                <a:lnTo>
                  <a:pt x="175450" y="227799"/>
                </a:lnTo>
                <a:lnTo>
                  <a:pt x="184594" y="213029"/>
                </a:lnTo>
                <a:lnTo>
                  <a:pt x="189166" y="205943"/>
                </a:lnTo>
                <a:lnTo>
                  <a:pt x="155549" y="192227"/>
                </a:lnTo>
                <a:lnTo>
                  <a:pt x="149567" y="202742"/>
                </a:lnTo>
                <a:lnTo>
                  <a:pt x="143167" y="213563"/>
                </a:lnTo>
                <a:lnTo>
                  <a:pt x="136474" y="224370"/>
                </a:lnTo>
                <a:lnTo>
                  <a:pt x="129641" y="234899"/>
                </a:lnTo>
                <a:lnTo>
                  <a:pt x="0" y="234899"/>
                </a:lnTo>
                <a:lnTo>
                  <a:pt x="0" y="263855"/>
                </a:lnTo>
                <a:lnTo>
                  <a:pt x="109829" y="263855"/>
                </a:lnTo>
                <a:lnTo>
                  <a:pt x="101803" y="276212"/>
                </a:lnTo>
                <a:lnTo>
                  <a:pt x="93637" y="288124"/>
                </a:lnTo>
                <a:lnTo>
                  <a:pt x="85178" y="299732"/>
                </a:lnTo>
                <a:lnTo>
                  <a:pt x="76301" y="311188"/>
                </a:lnTo>
                <a:lnTo>
                  <a:pt x="132308" y="329476"/>
                </a:lnTo>
                <a:lnTo>
                  <a:pt x="186118" y="347764"/>
                </a:lnTo>
                <a:lnTo>
                  <a:pt x="150368" y="359689"/>
                </a:lnTo>
                <a:lnTo>
                  <a:pt x="109639" y="370065"/>
                </a:lnTo>
                <a:lnTo>
                  <a:pt x="64046" y="378447"/>
                </a:lnTo>
                <a:lnTo>
                  <a:pt x="13716" y="384441"/>
                </a:lnTo>
                <a:lnTo>
                  <a:pt x="18110" y="392671"/>
                </a:lnTo>
                <a:lnTo>
                  <a:pt x="26238" y="409727"/>
                </a:lnTo>
                <a:lnTo>
                  <a:pt x="30568" y="417969"/>
                </a:lnTo>
                <a:lnTo>
                  <a:pt x="89433" y="408508"/>
                </a:lnTo>
                <a:lnTo>
                  <a:pt x="142443" y="396049"/>
                </a:lnTo>
                <a:lnTo>
                  <a:pt x="189458" y="380415"/>
                </a:lnTo>
                <a:lnTo>
                  <a:pt x="230314" y="361480"/>
                </a:lnTo>
                <a:lnTo>
                  <a:pt x="385864" y="414921"/>
                </a:lnTo>
                <a:lnTo>
                  <a:pt x="404152" y="381292"/>
                </a:lnTo>
                <a:lnTo>
                  <a:pt x="341287" y="361480"/>
                </a:lnTo>
                <a:lnTo>
                  <a:pt x="268414" y="338620"/>
                </a:lnTo>
                <a:lnTo>
                  <a:pt x="282994" y="326428"/>
                </a:lnTo>
                <a:lnTo>
                  <a:pt x="287235" y="322884"/>
                </a:lnTo>
                <a:lnTo>
                  <a:pt x="304660" y="305269"/>
                </a:lnTo>
                <a:lnTo>
                  <a:pt x="320357" y="285648"/>
                </a:lnTo>
                <a:lnTo>
                  <a:pt x="334048" y="263855"/>
                </a:lnTo>
                <a:lnTo>
                  <a:pt x="434721" y="263855"/>
                </a:lnTo>
                <a:lnTo>
                  <a:pt x="434721" y="234899"/>
                </a:lnTo>
                <a:close/>
              </a:path>
              <a:path w="857250" h="419734">
                <a:moveTo>
                  <a:pt x="857161" y="9144"/>
                </a:moveTo>
                <a:lnTo>
                  <a:pt x="822007" y="9144"/>
                </a:lnTo>
                <a:lnTo>
                  <a:pt x="822007" y="42672"/>
                </a:lnTo>
                <a:lnTo>
                  <a:pt x="822007" y="123545"/>
                </a:lnTo>
                <a:lnTo>
                  <a:pt x="822007" y="155549"/>
                </a:lnTo>
                <a:lnTo>
                  <a:pt x="822007" y="236410"/>
                </a:lnTo>
                <a:lnTo>
                  <a:pt x="692378" y="236410"/>
                </a:lnTo>
                <a:lnTo>
                  <a:pt x="692378" y="155549"/>
                </a:lnTo>
                <a:lnTo>
                  <a:pt x="822007" y="155549"/>
                </a:lnTo>
                <a:lnTo>
                  <a:pt x="822007" y="123545"/>
                </a:lnTo>
                <a:lnTo>
                  <a:pt x="692378" y="123545"/>
                </a:lnTo>
                <a:lnTo>
                  <a:pt x="692378" y="42672"/>
                </a:lnTo>
                <a:lnTo>
                  <a:pt x="822007" y="42672"/>
                </a:lnTo>
                <a:lnTo>
                  <a:pt x="822007" y="9144"/>
                </a:lnTo>
                <a:lnTo>
                  <a:pt x="657326" y="9144"/>
                </a:lnTo>
                <a:lnTo>
                  <a:pt x="657326" y="42672"/>
                </a:lnTo>
                <a:lnTo>
                  <a:pt x="657326" y="123545"/>
                </a:lnTo>
                <a:lnTo>
                  <a:pt x="657326" y="155549"/>
                </a:lnTo>
                <a:lnTo>
                  <a:pt x="657326" y="236410"/>
                </a:lnTo>
                <a:lnTo>
                  <a:pt x="532257" y="236410"/>
                </a:lnTo>
                <a:lnTo>
                  <a:pt x="534022" y="216725"/>
                </a:lnTo>
                <a:lnTo>
                  <a:pt x="534924" y="196596"/>
                </a:lnTo>
                <a:lnTo>
                  <a:pt x="535254" y="176149"/>
                </a:lnTo>
                <a:lnTo>
                  <a:pt x="535305" y="155549"/>
                </a:lnTo>
                <a:lnTo>
                  <a:pt x="657326" y="155549"/>
                </a:lnTo>
                <a:lnTo>
                  <a:pt x="657326" y="123545"/>
                </a:lnTo>
                <a:lnTo>
                  <a:pt x="535305" y="123545"/>
                </a:lnTo>
                <a:lnTo>
                  <a:pt x="535305" y="42672"/>
                </a:lnTo>
                <a:lnTo>
                  <a:pt x="657326" y="42672"/>
                </a:lnTo>
                <a:lnTo>
                  <a:pt x="657326" y="9144"/>
                </a:lnTo>
                <a:lnTo>
                  <a:pt x="500253" y="9144"/>
                </a:lnTo>
                <a:lnTo>
                  <a:pt x="500253" y="166217"/>
                </a:lnTo>
                <a:lnTo>
                  <a:pt x="499656" y="207162"/>
                </a:lnTo>
                <a:lnTo>
                  <a:pt x="494461" y="274154"/>
                </a:lnTo>
                <a:lnTo>
                  <a:pt x="483844" y="324192"/>
                </a:lnTo>
                <a:lnTo>
                  <a:pt x="464934" y="368706"/>
                </a:lnTo>
                <a:lnTo>
                  <a:pt x="451485" y="389001"/>
                </a:lnTo>
                <a:lnTo>
                  <a:pt x="467004" y="407174"/>
                </a:lnTo>
                <a:lnTo>
                  <a:pt x="513778" y="351955"/>
                </a:lnTo>
                <a:lnTo>
                  <a:pt x="524751" y="312191"/>
                </a:lnTo>
                <a:lnTo>
                  <a:pt x="530733" y="268414"/>
                </a:lnTo>
                <a:lnTo>
                  <a:pt x="657326" y="268414"/>
                </a:lnTo>
                <a:lnTo>
                  <a:pt x="657326" y="407289"/>
                </a:lnTo>
                <a:lnTo>
                  <a:pt x="692378" y="407289"/>
                </a:lnTo>
                <a:lnTo>
                  <a:pt x="692378" y="268414"/>
                </a:lnTo>
                <a:lnTo>
                  <a:pt x="822007" y="268414"/>
                </a:lnTo>
                <a:lnTo>
                  <a:pt x="822007" y="349288"/>
                </a:lnTo>
                <a:lnTo>
                  <a:pt x="820293" y="360413"/>
                </a:lnTo>
                <a:lnTo>
                  <a:pt x="815149" y="368528"/>
                </a:lnTo>
                <a:lnTo>
                  <a:pt x="806577" y="373507"/>
                </a:lnTo>
                <a:lnTo>
                  <a:pt x="794575" y="375196"/>
                </a:lnTo>
                <a:lnTo>
                  <a:pt x="782053" y="374929"/>
                </a:lnTo>
                <a:lnTo>
                  <a:pt x="767524" y="374243"/>
                </a:lnTo>
                <a:lnTo>
                  <a:pt x="733615" y="372148"/>
                </a:lnTo>
                <a:lnTo>
                  <a:pt x="735634" y="383057"/>
                </a:lnTo>
                <a:lnTo>
                  <a:pt x="737235" y="392811"/>
                </a:lnTo>
                <a:lnTo>
                  <a:pt x="738543" y="401383"/>
                </a:lnTo>
                <a:lnTo>
                  <a:pt x="739711" y="408825"/>
                </a:lnTo>
                <a:lnTo>
                  <a:pt x="757694" y="409702"/>
                </a:lnTo>
                <a:lnTo>
                  <a:pt x="774954" y="410159"/>
                </a:lnTo>
                <a:lnTo>
                  <a:pt x="806767" y="410349"/>
                </a:lnTo>
                <a:lnTo>
                  <a:pt x="828789" y="407174"/>
                </a:lnTo>
                <a:lnTo>
                  <a:pt x="844537" y="397573"/>
                </a:lnTo>
                <a:lnTo>
                  <a:pt x="853998" y="381368"/>
                </a:lnTo>
                <a:lnTo>
                  <a:pt x="854849" y="375196"/>
                </a:lnTo>
                <a:lnTo>
                  <a:pt x="857161" y="358432"/>
                </a:lnTo>
                <a:lnTo>
                  <a:pt x="857161" y="42672"/>
                </a:lnTo>
                <a:lnTo>
                  <a:pt x="857161" y="91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221801" y="6182486"/>
            <a:ext cx="367665" cy="428625"/>
          </a:xfrm>
          <a:custGeom>
            <a:avLst/>
            <a:gdLst/>
            <a:ahLst/>
            <a:cxnLst/>
            <a:rect l="l" t="t" r="r" b="b"/>
            <a:pathLst>
              <a:path w="367664" h="428625">
                <a:moveTo>
                  <a:pt x="206078" y="382809"/>
                </a:moveTo>
                <a:lnTo>
                  <a:pt x="131159" y="382809"/>
                </a:lnTo>
                <a:lnTo>
                  <a:pt x="150542" y="379976"/>
                </a:lnTo>
                <a:lnTo>
                  <a:pt x="165068" y="371570"/>
                </a:lnTo>
                <a:lnTo>
                  <a:pt x="174450" y="357735"/>
                </a:lnTo>
                <a:lnTo>
                  <a:pt x="178403" y="338613"/>
                </a:lnTo>
                <a:lnTo>
                  <a:pt x="179808" y="324062"/>
                </a:lnTo>
                <a:lnTo>
                  <a:pt x="181641" y="305645"/>
                </a:lnTo>
                <a:lnTo>
                  <a:pt x="183761" y="283495"/>
                </a:lnTo>
                <a:lnTo>
                  <a:pt x="186023" y="257746"/>
                </a:lnTo>
                <a:lnTo>
                  <a:pt x="0" y="257746"/>
                </a:lnTo>
                <a:lnTo>
                  <a:pt x="25908" y="123539"/>
                </a:lnTo>
                <a:lnTo>
                  <a:pt x="182975" y="123539"/>
                </a:lnTo>
                <a:lnTo>
                  <a:pt x="182975" y="50292"/>
                </a:lnTo>
                <a:lnTo>
                  <a:pt x="0" y="50292"/>
                </a:lnTo>
                <a:lnTo>
                  <a:pt x="0" y="18288"/>
                </a:lnTo>
                <a:lnTo>
                  <a:pt x="219646" y="18288"/>
                </a:lnTo>
                <a:lnTo>
                  <a:pt x="219646" y="155543"/>
                </a:lnTo>
                <a:lnTo>
                  <a:pt x="54864" y="155543"/>
                </a:lnTo>
                <a:lnTo>
                  <a:pt x="42672" y="224218"/>
                </a:lnTo>
                <a:lnTo>
                  <a:pt x="224218" y="224218"/>
                </a:lnTo>
                <a:lnTo>
                  <a:pt x="218313" y="300275"/>
                </a:lnTo>
                <a:lnTo>
                  <a:pt x="215860" y="329526"/>
                </a:lnTo>
                <a:lnTo>
                  <a:pt x="213550" y="352329"/>
                </a:lnTo>
                <a:lnTo>
                  <a:pt x="206368" y="382388"/>
                </a:lnTo>
                <a:lnTo>
                  <a:pt x="206078" y="382809"/>
                </a:lnTo>
                <a:close/>
              </a:path>
              <a:path w="367664" h="428625">
                <a:moveTo>
                  <a:pt x="219646" y="172307"/>
                </a:moveTo>
                <a:lnTo>
                  <a:pt x="182975" y="172307"/>
                </a:lnTo>
                <a:lnTo>
                  <a:pt x="182975" y="155543"/>
                </a:lnTo>
                <a:lnTo>
                  <a:pt x="219646" y="155543"/>
                </a:lnTo>
                <a:lnTo>
                  <a:pt x="219646" y="172307"/>
                </a:lnTo>
                <a:close/>
              </a:path>
              <a:path w="367664" h="428625">
                <a:moveTo>
                  <a:pt x="138779" y="421005"/>
                </a:moveTo>
                <a:lnTo>
                  <a:pt x="117632" y="420743"/>
                </a:lnTo>
                <a:lnTo>
                  <a:pt x="95333" y="420052"/>
                </a:lnTo>
                <a:lnTo>
                  <a:pt x="47244" y="417957"/>
                </a:lnTo>
                <a:lnTo>
                  <a:pt x="45815" y="408536"/>
                </a:lnTo>
                <a:lnTo>
                  <a:pt x="43815" y="398668"/>
                </a:lnTo>
                <a:lnTo>
                  <a:pt x="41243" y="388515"/>
                </a:lnTo>
                <a:lnTo>
                  <a:pt x="38100" y="378237"/>
                </a:lnTo>
                <a:lnTo>
                  <a:pt x="61896" y="380238"/>
                </a:lnTo>
                <a:lnTo>
                  <a:pt x="85236" y="381666"/>
                </a:lnTo>
                <a:lnTo>
                  <a:pt x="108273" y="382524"/>
                </a:lnTo>
                <a:lnTo>
                  <a:pt x="131159" y="382809"/>
                </a:lnTo>
                <a:lnTo>
                  <a:pt x="206078" y="382809"/>
                </a:lnTo>
                <a:lnTo>
                  <a:pt x="191595" y="403848"/>
                </a:lnTo>
                <a:lnTo>
                  <a:pt x="169107" y="416717"/>
                </a:lnTo>
                <a:lnTo>
                  <a:pt x="138779" y="421005"/>
                </a:lnTo>
                <a:close/>
              </a:path>
              <a:path w="367664" h="428625">
                <a:moveTo>
                  <a:pt x="367569" y="428625"/>
                </a:moveTo>
                <a:lnTo>
                  <a:pt x="330898" y="428625"/>
                </a:lnTo>
                <a:lnTo>
                  <a:pt x="330898" y="0"/>
                </a:lnTo>
                <a:lnTo>
                  <a:pt x="367569" y="0"/>
                </a:lnTo>
                <a:lnTo>
                  <a:pt x="367569" y="4286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645753" y="6182486"/>
            <a:ext cx="840740" cy="429259"/>
          </a:xfrm>
          <a:custGeom>
            <a:avLst/>
            <a:gdLst/>
            <a:ahLst/>
            <a:cxnLst/>
            <a:rect l="l" t="t" r="r" b="b"/>
            <a:pathLst>
              <a:path w="840739" h="429259">
                <a:moveTo>
                  <a:pt x="364528" y="18288"/>
                </a:moveTo>
                <a:lnTo>
                  <a:pt x="330898" y="18288"/>
                </a:lnTo>
                <a:lnTo>
                  <a:pt x="330898" y="48780"/>
                </a:lnTo>
                <a:lnTo>
                  <a:pt x="330898" y="112877"/>
                </a:lnTo>
                <a:lnTo>
                  <a:pt x="102209" y="112877"/>
                </a:lnTo>
                <a:lnTo>
                  <a:pt x="102209" y="48780"/>
                </a:lnTo>
                <a:lnTo>
                  <a:pt x="330898" y="48780"/>
                </a:lnTo>
                <a:lnTo>
                  <a:pt x="330898" y="18288"/>
                </a:lnTo>
                <a:lnTo>
                  <a:pt x="67157" y="18288"/>
                </a:lnTo>
                <a:lnTo>
                  <a:pt x="67157" y="164693"/>
                </a:lnTo>
                <a:lnTo>
                  <a:pt x="102209" y="164693"/>
                </a:lnTo>
                <a:lnTo>
                  <a:pt x="102209" y="144881"/>
                </a:lnTo>
                <a:lnTo>
                  <a:pt x="330898" y="144881"/>
                </a:lnTo>
                <a:lnTo>
                  <a:pt x="330898" y="161645"/>
                </a:lnTo>
                <a:lnTo>
                  <a:pt x="364528" y="161645"/>
                </a:lnTo>
                <a:lnTo>
                  <a:pt x="364528" y="144881"/>
                </a:lnTo>
                <a:lnTo>
                  <a:pt x="364528" y="112877"/>
                </a:lnTo>
                <a:lnTo>
                  <a:pt x="364528" y="48780"/>
                </a:lnTo>
                <a:lnTo>
                  <a:pt x="364528" y="18288"/>
                </a:lnTo>
                <a:close/>
              </a:path>
              <a:path w="840739" h="429259">
                <a:moveTo>
                  <a:pt x="433108" y="187553"/>
                </a:moveTo>
                <a:lnTo>
                  <a:pt x="0" y="187553"/>
                </a:lnTo>
                <a:lnTo>
                  <a:pt x="0" y="219659"/>
                </a:lnTo>
                <a:lnTo>
                  <a:pt x="94589" y="219659"/>
                </a:lnTo>
                <a:lnTo>
                  <a:pt x="76301" y="263855"/>
                </a:lnTo>
                <a:lnTo>
                  <a:pt x="76301" y="295948"/>
                </a:lnTo>
                <a:lnTo>
                  <a:pt x="335572" y="295948"/>
                </a:lnTo>
                <a:lnTo>
                  <a:pt x="333489" y="309956"/>
                </a:lnTo>
                <a:lnTo>
                  <a:pt x="331863" y="322237"/>
                </a:lnTo>
                <a:lnTo>
                  <a:pt x="330542" y="332816"/>
                </a:lnTo>
                <a:lnTo>
                  <a:pt x="329374" y="341668"/>
                </a:lnTo>
                <a:lnTo>
                  <a:pt x="323392" y="360553"/>
                </a:lnTo>
                <a:lnTo>
                  <a:pt x="312420" y="373862"/>
                </a:lnTo>
                <a:lnTo>
                  <a:pt x="296583" y="381749"/>
                </a:lnTo>
                <a:lnTo>
                  <a:pt x="276034" y="384340"/>
                </a:lnTo>
                <a:lnTo>
                  <a:pt x="251167" y="384060"/>
                </a:lnTo>
                <a:lnTo>
                  <a:pt x="224586" y="383197"/>
                </a:lnTo>
                <a:lnTo>
                  <a:pt x="196265" y="381774"/>
                </a:lnTo>
                <a:lnTo>
                  <a:pt x="166217" y="379768"/>
                </a:lnTo>
                <a:lnTo>
                  <a:pt x="168478" y="390664"/>
                </a:lnTo>
                <a:lnTo>
                  <a:pt x="170599" y="400583"/>
                </a:lnTo>
                <a:lnTo>
                  <a:pt x="172427" y="409638"/>
                </a:lnTo>
                <a:lnTo>
                  <a:pt x="173837" y="417969"/>
                </a:lnTo>
                <a:lnTo>
                  <a:pt x="202145" y="418846"/>
                </a:lnTo>
                <a:lnTo>
                  <a:pt x="229730" y="419303"/>
                </a:lnTo>
                <a:lnTo>
                  <a:pt x="282130" y="419493"/>
                </a:lnTo>
                <a:lnTo>
                  <a:pt x="313867" y="414921"/>
                </a:lnTo>
                <a:lnTo>
                  <a:pt x="338188" y="401345"/>
                </a:lnTo>
                <a:lnTo>
                  <a:pt x="350977" y="384340"/>
                </a:lnTo>
                <a:lnTo>
                  <a:pt x="355079" y="378904"/>
                </a:lnTo>
                <a:lnTo>
                  <a:pt x="366814" y="330619"/>
                </a:lnTo>
                <a:lnTo>
                  <a:pt x="371386" y="289433"/>
                </a:lnTo>
                <a:lnTo>
                  <a:pt x="373672" y="265379"/>
                </a:lnTo>
                <a:lnTo>
                  <a:pt x="112877" y="265379"/>
                </a:lnTo>
                <a:lnTo>
                  <a:pt x="131165" y="219659"/>
                </a:lnTo>
                <a:lnTo>
                  <a:pt x="433108" y="219659"/>
                </a:lnTo>
                <a:lnTo>
                  <a:pt x="433108" y="187553"/>
                </a:lnTo>
                <a:close/>
              </a:path>
              <a:path w="840739" h="429259">
                <a:moveTo>
                  <a:pt x="696950" y="224218"/>
                </a:moveTo>
                <a:lnTo>
                  <a:pt x="517017" y="224218"/>
                </a:lnTo>
                <a:lnTo>
                  <a:pt x="529209" y="155549"/>
                </a:lnTo>
                <a:lnTo>
                  <a:pt x="657326" y="155549"/>
                </a:lnTo>
                <a:lnTo>
                  <a:pt x="657326" y="172313"/>
                </a:lnTo>
                <a:lnTo>
                  <a:pt x="692378" y="172313"/>
                </a:lnTo>
                <a:lnTo>
                  <a:pt x="692378" y="155549"/>
                </a:lnTo>
                <a:lnTo>
                  <a:pt x="692378" y="18288"/>
                </a:lnTo>
                <a:lnTo>
                  <a:pt x="472719" y="18288"/>
                </a:lnTo>
                <a:lnTo>
                  <a:pt x="472719" y="50292"/>
                </a:lnTo>
                <a:lnTo>
                  <a:pt x="657326" y="50292"/>
                </a:lnTo>
                <a:lnTo>
                  <a:pt x="657326" y="123545"/>
                </a:lnTo>
                <a:lnTo>
                  <a:pt x="498729" y="123545"/>
                </a:lnTo>
                <a:lnTo>
                  <a:pt x="472719" y="257759"/>
                </a:lnTo>
                <a:lnTo>
                  <a:pt x="658850" y="257759"/>
                </a:lnTo>
                <a:lnTo>
                  <a:pt x="655040" y="305650"/>
                </a:lnTo>
                <a:lnTo>
                  <a:pt x="647509" y="357746"/>
                </a:lnTo>
                <a:lnTo>
                  <a:pt x="605409" y="382816"/>
                </a:lnTo>
                <a:lnTo>
                  <a:pt x="582307" y="382536"/>
                </a:lnTo>
                <a:lnTo>
                  <a:pt x="558927" y="381673"/>
                </a:lnTo>
                <a:lnTo>
                  <a:pt x="535546" y="380250"/>
                </a:lnTo>
                <a:lnTo>
                  <a:pt x="512445" y="378244"/>
                </a:lnTo>
                <a:lnTo>
                  <a:pt x="517017" y="398678"/>
                </a:lnTo>
                <a:lnTo>
                  <a:pt x="569404" y="420065"/>
                </a:lnTo>
                <a:lnTo>
                  <a:pt x="611505" y="421017"/>
                </a:lnTo>
                <a:lnTo>
                  <a:pt x="641870" y="416725"/>
                </a:lnTo>
                <a:lnTo>
                  <a:pt x="664362" y="403860"/>
                </a:lnTo>
                <a:lnTo>
                  <a:pt x="678815" y="382816"/>
                </a:lnTo>
                <a:lnTo>
                  <a:pt x="679107" y="382397"/>
                </a:lnTo>
                <a:lnTo>
                  <a:pt x="686282" y="352336"/>
                </a:lnTo>
                <a:lnTo>
                  <a:pt x="688797" y="329526"/>
                </a:lnTo>
                <a:lnTo>
                  <a:pt x="691616" y="300278"/>
                </a:lnTo>
                <a:lnTo>
                  <a:pt x="694423" y="265036"/>
                </a:lnTo>
                <a:lnTo>
                  <a:pt x="696950" y="224218"/>
                </a:lnTo>
                <a:close/>
              </a:path>
              <a:path w="840739" h="429259">
                <a:moveTo>
                  <a:pt x="840295" y="0"/>
                </a:moveTo>
                <a:lnTo>
                  <a:pt x="803719" y="0"/>
                </a:lnTo>
                <a:lnTo>
                  <a:pt x="803719" y="428637"/>
                </a:lnTo>
                <a:lnTo>
                  <a:pt x="840295" y="428637"/>
                </a:lnTo>
                <a:lnTo>
                  <a:pt x="840295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3542538" y="6177915"/>
            <a:ext cx="1028065" cy="434975"/>
            <a:chOff x="3542538" y="6177915"/>
            <a:chExt cx="1028065" cy="434975"/>
          </a:xfrm>
        </p:grpSpPr>
        <p:sp>
          <p:nvSpPr>
            <p:cNvPr id="62" name="object 62" descr=""/>
            <p:cNvSpPr/>
            <p:nvPr/>
          </p:nvSpPr>
          <p:spPr>
            <a:xfrm>
              <a:off x="3542538" y="6177915"/>
              <a:ext cx="884555" cy="434975"/>
            </a:xfrm>
            <a:custGeom>
              <a:avLst/>
              <a:gdLst/>
              <a:ahLst/>
              <a:cxnLst/>
              <a:rect l="l" t="t" r="r" b="b"/>
              <a:pathLst>
                <a:path w="884554" h="434975">
                  <a:moveTo>
                    <a:pt x="426999" y="236410"/>
                  </a:moveTo>
                  <a:lnTo>
                    <a:pt x="400773" y="226771"/>
                  </a:lnTo>
                  <a:lnTo>
                    <a:pt x="393382" y="224218"/>
                  </a:lnTo>
                  <a:lnTo>
                    <a:pt x="392239" y="242493"/>
                  </a:lnTo>
                  <a:lnTo>
                    <a:pt x="391096" y="258318"/>
                  </a:lnTo>
                  <a:lnTo>
                    <a:pt x="380809" y="298602"/>
                  </a:lnTo>
                  <a:lnTo>
                    <a:pt x="361378" y="303568"/>
                  </a:lnTo>
                  <a:lnTo>
                    <a:pt x="286702" y="303568"/>
                  </a:lnTo>
                  <a:lnTo>
                    <a:pt x="275793" y="302120"/>
                  </a:lnTo>
                  <a:lnTo>
                    <a:pt x="268173" y="297802"/>
                  </a:lnTo>
                  <a:lnTo>
                    <a:pt x="263690" y="290626"/>
                  </a:lnTo>
                  <a:lnTo>
                    <a:pt x="262216" y="280606"/>
                  </a:lnTo>
                  <a:lnTo>
                    <a:pt x="262216" y="175361"/>
                  </a:lnTo>
                  <a:lnTo>
                    <a:pt x="365950" y="175361"/>
                  </a:lnTo>
                  <a:lnTo>
                    <a:pt x="365950" y="189077"/>
                  </a:lnTo>
                  <a:lnTo>
                    <a:pt x="399478" y="189077"/>
                  </a:lnTo>
                  <a:lnTo>
                    <a:pt x="399478" y="175361"/>
                  </a:lnTo>
                  <a:lnTo>
                    <a:pt x="399478" y="28956"/>
                  </a:lnTo>
                  <a:lnTo>
                    <a:pt x="221068" y="28956"/>
                  </a:lnTo>
                  <a:lnTo>
                    <a:pt x="221068" y="59436"/>
                  </a:lnTo>
                  <a:lnTo>
                    <a:pt x="365950" y="59436"/>
                  </a:lnTo>
                  <a:lnTo>
                    <a:pt x="365950" y="143357"/>
                  </a:lnTo>
                  <a:lnTo>
                    <a:pt x="228688" y="143357"/>
                  </a:lnTo>
                  <a:lnTo>
                    <a:pt x="228688" y="285178"/>
                  </a:lnTo>
                  <a:lnTo>
                    <a:pt x="231813" y="307238"/>
                  </a:lnTo>
                  <a:lnTo>
                    <a:pt x="241084" y="322986"/>
                  </a:lnTo>
                  <a:lnTo>
                    <a:pt x="256374" y="332422"/>
                  </a:lnTo>
                  <a:lnTo>
                    <a:pt x="277558" y="335572"/>
                  </a:lnTo>
                  <a:lnTo>
                    <a:pt x="365950" y="335572"/>
                  </a:lnTo>
                  <a:lnTo>
                    <a:pt x="387146" y="333286"/>
                  </a:lnTo>
                  <a:lnTo>
                    <a:pt x="402945" y="326428"/>
                  </a:lnTo>
                  <a:lnTo>
                    <a:pt x="413600" y="314998"/>
                  </a:lnTo>
                  <a:lnTo>
                    <a:pt x="417728" y="303568"/>
                  </a:lnTo>
                  <a:lnTo>
                    <a:pt x="419379" y="298996"/>
                  </a:lnTo>
                  <a:lnTo>
                    <a:pt x="421640" y="287464"/>
                  </a:lnTo>
                  <a:lnTo>
                    <a:pt x="423760" y="273380"/>
                  </a:lnTo>
                  <a:lnTo>
                    <a:pt x="425589" y="256463"/>
                  </a:lnTo>
                  <a:lnTo>
                    <a:pt x="426999" y="236410"/>
                  </a:lnTo>
                  <a:close/>
                </a:path>
                <a:path w="884554" h="434975">
                  <a:moveTo>
                    <a:pt x="434619" y="384340"/>
                  </a:moveTo>
                  <a:lnTo>
                    <a:pt x="318897" y="386245"/>
                  </a:lnTo>
                  <a:lnTo>
                    <a:pt x="263245" y="386486"/>
                  </a:lnTo>
                  <a:lnTo>
                    <a:pt x="208876" y="385864"/>
                  </a:lnTo>
                  <a:lnTo>
                    <a:pt x="189776" y="385025"/>
                  </a:lnTo>
                  <a:lnTo>
                    <a:pt x="171538" y="382625"/>
                  </a:lnTo>
                  <a:lnTo>
                    <a:pt x="154444" y="378790"/>
                  </a:lnTo>
                  <a:lnTo>
                    <a:pt x="138772" y="373672"/>
                  </a:lnTo>
                  <a:lnTo>
                    <a:pt x="138772" y="355384"/>
                  </a:lnTo>
                  <a:lnTo>
                    <a:pt x="138772" y="291274"/>
                  </a:lnTo>
                  <a:lnTo>
                    <a:pt x="205828" y="291274"/>
                  </a:lnTo>
                  <a:lnTo>
                    <a:pt x="205828" y="259270"/>
                  </a:lnTo>
                  <a:lnTo>
                    <a:pt x="138772" y="259270"/>
                  </a:lnTo>
                  <a:lnTo>
                    <a:pt x="138772" y="192125"/>
                  </a:lnTo>
                  <a:lnTo>
                    <a:pt x="208876" y="192125"/>
                  </a:lnTo>
                  <a:lnTo>
                    <a:pt x="208876" y="160121"/>
                  </a:lnTo>
                  <a:lnTo>
                    <a:pt x="126492" y="160121"/>
                  </a:lnTo>
                  <a:lnTo>
                    <a:pt x="126492" y="96113"/>
                  </a:lnTo>
                  <a:lnTo>
                    <a:pt x="199732" y="96113"/>
                  </a:lnTo>
                  <a:lnTo>
                    <a:pt x="199732" y="64008"/>
                  </a:lnTo>
                  <a:lnTo>
                    <a:pt x="126492" y="64008"/>
                  </a:lnTo>
                  <a:lnTo>
                    <a:pt x="126492" y="3048"/>
                  </a:lnTo>
                  <a:lnTo>
                    <a:pt x="91440" y="3048"/>
                  </a:lnTo>
                  <a:lnTo>
                    <a:pt x="91440" y="64008"/>
                  </a:lnTo>
                  <a:lnTo>
                    <a:pt x="18288" y="64008"/>
                  </a:lnTo>
                  <a:lnTo>
                    <a:pt x="18288" y="96113"/>
                  </a:lnTo>
                  <a:lnTo>
                    <a:pt x="91440" y="96113"/>
                  </a:lnTo>
                  <a:lnTo>
                    <a:pt x="91440" y="160121"/>
                  </a:lnTo>
                  <a:lnTo>
                    <a:pt x="3048" y="160121"/>
                  </a:lnTo>
                  <a:lnTo>
                    <a:pt x="3048" y="192125"/>
                  </a:lnTo>
                  <a:lnTo>
                    <a:pt x="105156" y="192125"/>
                  </a:lnTo>
                  <a:lnTo>
                    <a:pt x="105156" y="355384"/>
                  </a:lnTo>
                  <a:lnTo>
                    <a:pt x="71069" y="315302"/>
                  </a:lnTo>
                  <a:lnTo>
                    <a:pt x="62484" y="298996"/>
                  </a:lnTo>
                  <a:lnTo>
                    <a:pt x="64477" y="280606"/>
                  </a:lnTo>
                  <a:lnTo>
                    <a:pt x="66103" y="260997"/>
                  </a:lnTo>
                  <a:lnTo>
                    <a:pt x="67411" y="240817"/>
                  </a:lnTo>
                  <a:lnTo>
                    <a:pt x="68580" y="219646"/>
                  </a:lnTo>
                  <a:lnTo>
                    <a:pt x="36576" y="218122"/>
                  </a:lnTo>
                  <a:lnTo>
                    <a:pt x="33426" y="272961"/>
                  </a:lnTo>
                  <a:lnTo>
                    <a:pt x="26289" y="320662"/>
                  </a:lnTo>
                  <a:lnTo>
                    <a:pt x="15138" y="360946"/>
                  </a:lnTo>
                  <a:lnTo>
                    <a:pt x="0" y="393484"/>
                  </a:lnTo>
                  <a:lnTo>
                    <a:pt x="5448" y="403821"/>
                  </a:lnTo>
                  <a:lnTo>
                    <a:pt x="10477" y="414147"/>
                  </a:lnTo>
                  <a:lnTo>
                    <a:pt x="15214" y="424434"/>
                  </a:lnTo>
                  <a:lnTo>
                    <a:pt x="19812" y="434733"/>
                  </a:lnTo>
                  <a:lnTo>
                    <a:pt x="30645" y="415251"/>
                  </a:lnTo>
                  <a:lnTo>
                    <a:pt x="40195" y="393344"/>
                  </a:lnTo>
                  <a:lnTo>
                    <a:pt x="48310" y="368858"/>
                  </a:lnTo>
                  <a:lnTo>
                    <a:pt x="54864" y="341668"/>
                  </a:lnTo>
                  <a:lnTo>
                    <a:pt x="78549" y="373951"/>
                  </a:lnTo>
                  <a:lnTo>
                    <a:pt x="110680" y="397535"/>
                  </a:lnTo>
                  <a:lnTo>
                    <a:pt x="151130" y="412254"/>
                  </a:lnTo>
                  <a:lnTo>
                    <a:pt x="199732" y="417969"/>
                  </a:lnTo>
                  <a:lnTo>
                    <a:pt x="245440" y="418846"/>
                  </a:lnTo>
                  <a:lnTo>
                    <a:pt x="422427" y="419493"/>
                  </a:lnTo>
                  <a:lnTo>
                    <a:pt x="424980" y="411429"/>
                  </a:lnTo>
                  <a:lnTo>
                    <a:pt x="427951" y="403059"/>
                  </a:lnTo>
                  <a:lnTo>
                    <a:pt x="431215" y="394119"/>
                  </a:lnTo>
                  <a:lnTo>
                    <a:pt x="433870" y="386486"/>
                  </a:lnTo>
                  <a:lnTo>
                    <a:pt x="434619" y="384340"/>
                  </a:lnTo>
                  <a:close/>
                </a:path>
                <a:path w="884554" h="434975">
                  <a:moveTo>
                    <a:pt x="603872" y="176885"/>
                  </a:moveTo>
                  <a:lnTo>
                    <a:pt x="589000" y="158877"/>
                  </a:lnTo>
                  <a:lnTo>
                    <a:pt x="573963" y="141452"/>
                  </a:lnTo>
                  <a:lnTo>
                    <a:pt x="558622" y="124587"/>
                  </a:lnTo>
                  <a:lnTo>
                    <a:pt x="542823" y="108305"/>
                  </a:lnTo>
                  <a:lnTo>
                    <a:pt x="516915" y="128117"/>
                  </a:lnTo>
                  <a:lnTo>
                    <a:pt x="533476" y="148120"/>
                  </a:lnTo>
                  <a:lnTo>
                    <a:pt x="548779" y="166992"/>
                  </a:lnTo>
                  <a:lnTo>
                    <a:pt x="562648" y="184734"/>
                  </a:lnTo>
                  <a:lnTo>
                    <a:pt x="574916" y="201358"/>
                  </a:lnTo>
                  <a:lnTo>
                    <a:pt x="603872" y="176885"/>
                  </a:lnTo>
                  <a:close/>
                </a:path>
                <a:path w="884554" h="434975">
                  <a:moveTo>
                    <a:pt x="818857" y="129641"/>
                  </a:moveTo>
                  <a:lnTo>
                    <a:pt x="788377" y="106781"/>
                  </a:lnTo>
                  <a:lnTo>
                    <a:pt x="776046" y="123380"/>
                  </a:lnTo>
                  <a:lnTo>
                    <a:pt x="761707" y="141262"/>
                  </a:lnTo>
                  <a:lnTo>
                    <a:pt x="745083" y="160578"/>
                  </a:lnTo>
                  <a:lnTo>
                    <a:pt x="725893" y="181457"/>
                  </a:lnTo>
                  <a:lnTo>
                    <a:pt x="751801" y="202882"/>
                  </a:lnTo>
                  <a:lnTo>
                    <a:pt x="768705" y="185407"/>
                  </a:lnTo>
                  <a:lnTo>
                    <a:pt x="785329" y="167373"/>
                  </a:lnTo>
                  <a:lnTo>
                    <a:pt x="801954" y="148793"/>
                  </a:lnTo>
                  <a:lnTo>
                    <a:pt x="818857" y="129641"/>
                  </a:lnTo>
                  <a:close/>
                </a:path>
                <a:path w="884554" h="434975">
                  <a:moveTo>
                    <a:pt x="884491" y="364528"/>
                  </a:moveTo>
                  <a:lnTo>
                    <a:pt x="837971" y="345528"/>
                  </a:lnTo>
                  <a:lnTo>
                    <a:pt x="795439" y="323354"/>
                  </a:lnTo>
                  <a:lnTo>
                    <a:pt x="756780" y="298196"/>
                  </a:lnTo>
                  <a:lnTo>
                    <a:pt x="721944" y="270179"/>
                  </a:lnTo>
                  <a:lnTo>
                    <a:pt x="715543" y="263842"/>
                  </a:lnTo>
                  <a:lnTo>
                    <a:pt x="690841" y="239458"/>
                  </a:lnTo>
                  <a:lnTo>
                    <a:pt x="878382" y="239458"/>
                  </a:lnTo>
                  <a:lnTo>
                    <a:pt x="878382" y="208978"/>
                  </a:lnTo>
                  <a:lnTo>
                    <a:pt x="681596" y="208978"/>
                  </a:lnTo>
                  <a:lnTo>
                    <a:pt x="681596" y="94589"/>
                  </a:lnTo>
                  <a:lnTo>
                    <a:pt x="855522" y="94589"/>
                  </a:lnTo>
                  <a:lnTo>
                    <a:pt x="855522" y="64008"/>
                  </a:lnTo>
                  <a:lnTo>
                    <a:pt x="681596" y="64008"/>
                  </a:lnTo>
                  <a:lnTo>
                    <a:pt x="681596" y="0"/>
                  </a:lnTo>
                  <a:lnTo>
                    <a:pt x="649592" y="0"/>
                  </a:lnTo>
                  <a:lnTo>
                    <a:pt x="649592" y="64008"/>
                  </a:lnTo>
                  <a:lnTo>
                    <a:pt x="480339" y="64008"/>
                  </a:lnTo>
                  <a:lnTo>
                    <a:pt x="480339" y="94589"/>
                  </a:lnTo>
                  <a:lnTo>
                    <a:pt x="649592" y="94589"/>
                  </a:lnTo>
                  <a:lnTo>
                    <a:pt x="649592" y="208978"/>
                  </a:lnTo>
                  <a:lnTo>
                    <a:pt x="454431" y="208978"/>
                  </a:lnTo>
                  <a:lnTo>
                    <a:pt x="454431" y="239458"/>
                  </a:lnTo>
                  <a:lnTo>
                    <a:pt x="637400" y="239458"/>
                  </a:lnTo>
                  <a:lnTo>
                    <a:pt x="605586" y="269659"/>
                  </a:lnTo>
                  <a:lnTo>
                    <a:pt x="570534" y="298119"/>
                  </a:lnTo>
                  <a:lnTo>
                    <a:pt x="532333" y="324891"/>
                  </a:lnTo>
                  <a:lnTo>
                    <a:pt x="491070" y="350062"/>
                  </a:lnTo>
                  <a:lnTo>
                    <a:pt x="446811" y="373672"/>
                  </a:lnTo>
                  <a:lnTo>
                    <a:pt x="453377" y="381647"/>
                  </a:lnTo>
                  <a:lnTo>
                    <a:pt x="459384" y="389496"/>
                  </a:lnTo>
                  <a:lnTo>
                    <a:pt x="464807" y="397078"/>
                  </a:lnTo>
                  <a:lnTo>
                    <a:pt x="469671" y="404253"/>
                  </a:lnTo>
                  <a:lnTo>
                    <a:pt x="514172" y="377469"/>
                  </a:lnTo>
                  <a:lnTo>
                    <a:pt x="554329" y="350202"/>
                  </a:lnTo>
                  <a:lnTo>
                    <a:pt x="590245" y="322275"/>
                  </a:lnTo>
                  <a:lnTo>
                    <a:pt x="621969" y="293547"/>
                  </a:lnTo>
                  <a:lnTo>
                    <a:pt x="649592" y="263842"/>
                  </a:lnTo>
                  <a:lnTo>
                    <a:pt x="649592" y="433209"/>
                  </a:lnTo>
                  <a:lnTo>
                    <a:pt x="681596" y="433209"/>
                  </a:lnTo>
                  <a:lnTo>
                    <a:pt x="681596" y="265366"/>
                  </a:lnTo>
                  <a:lnTo>
                    <a:pt x="716800" y="304571"/>
                  </a:lnTo>
                  <a:lnTo>
                    <a:pt x="758278" y="339750"/>
                  </a:lnTo>
                  <a:lnTo>
                    <a:pt x="806043" y="370903"/>
                  </a:lnTo>
                  <a:lnTo>
                    <a:pt x="860094" y="398056"/>
                  </a:lnTo>
                  <a:lnTo>
                    <a:pt x="865835" y="390677"/>
                  </a:lnTo>
                  <a:lnTo>
                    <a:pt x="871715" y="382435"/>
                  </a:lnTo>
                  <a:lnTo>
                    <a:pt x="877849" y="373672"/>
                  </a:lnTo>
                  <a:lnTo>
                    <a:pt x="884491" y="36452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60557" y="6492144"/>
              <a:ext cx="109823" cy="1113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0965" y="643699"/>
            <a:ext cx="1218565" cy="602615"/>
          </a:xfrm>
          <a:custGeom>
            <a:avLst/>
            <a:gdLst/>
            <a:ahLst/>
            <a:cxnLst/>
            <a:rect l="l" t="t" r="r" b="b"/>
            <a:pathLst>
              <a:path w="1218564" h="602615">
                <a:moveTo>
                  <a:pt x="582549" y="25908"/>
                </a:moveTo>
                <a:lnTo>
                  <a:pt x="501688" y="25908"/>
                </a:lnTo>
                <a:lnTo>
                  <a:pt x="501688" y="91541"/>
                </a:lnTo>
                <a:lnTo>
                  <a:pt x="501129" y="112153"/>
                </a:lnTo>
                <a:lnTo>
                  <a:pt x="488873" y="152908"/>
                </a:lnTo>
                <a:lnTo>
                  <a:pt x="463791" y="158686"/>
                </a:lnTo>
                <a:lnTo>
                  <a:pt x="463588" y="158686"/>
                </a:lnTo>
                <a:lnTo>
                  <a:pt x="455599" y="158673"/>
                </a:lnTo>
                <a:lnTo>
                  <a:pt x="445490" y="158496"/>
                </a:lnTo>
                <a:lnTo>
                  <a:pt x="433362" y="158051"/>
                </a:lnTo>
                <a:lnTo>
                  <a:pt x="419392" y="157162"/>
                </a:lnTo>
                <a:lnTo>
                  <a:pt x="424548" y="142633"/>
                </a:lnTo>
                <a:lnTo>
                  <a:pt x="428726" y="126644"/>
                </a:lnTo>
                <a:lnTo>
                  <a:pt x="432028" y="109512"/>
                </a:lnTo>
                <a:lnTo>
                  <a:pt x="434632" y="91541"/>
                </a:lnTo>
                <a:lnTo>
                  <a:pt x="501688" y="91541"/>
                </a:lnTo>
                <a:lnTo>
                  <a:pt x="501688" y="25908"/>
                </a:lnTo>
                <a:lnTo>
                  <a:pt x="300418" y="25908"/>
                </a:lnTo>
                <a:lnTo>
                  <a:pt x="300418" y="91541"/>
                </a:lnTo>
                <a:lnTo>
                  <a:pt x="356806" y="91541"/>
                </a:lnTo>
                <a:lnTo>
                  <a:pt x="350520" y="117589"/>
                </a:lnTo>
                <a:lnTo>
                  <a:pt x="336232" y="140931"/>
                </a:lnTo>
                <a:lnTo>
                  <a:pt x="313944" y="161696"/>
                </a:lnTo>
                <a:lnTo>
                  <a:pt x="283654" y="180022"/>
                </a:lnTo>
                <a:lnTo>
                  <a:pt x="298221" y="196049"/>
                </a:lnTo>
                <a:lnTo>
                  <a:pt x="312229" y="212229"/>
                </a:lnTo>
                <a:lnTo>
                  <a:pt x="325666" y="228714"/>
                </a:lnTo>
                <a:lnTo>
                  <a:pt x="338518" y="245656"/>
                </a:lnTo>
                <a:lnTo>
                  <a:pt x="365709" y="225831"/>
                </a:lnTo>
                <a:lnTo>
                  <a:pt x="387908" y="205181"/>
                </a:lnTo>
                <a:lnTo>
                  <a:pt x="405244" y="183413"/>
                </a:lnTo>
                <a:lnTo>
                  <a:pt x="417868" y="160210"/>
                </a:lnTo>
                <a:lnTo>
                  <a:pt x="423049" y="176504"/>
                </a:lnTo>
                <a:lnTo>
                  <a:pt x="427393" y="193357"/>
                </a:lnTo>
                <a:lnTo>
                  <a:pt x="431152" y="210794"/>
                </a:lnTo>
                <a:lnTo>
                  <a:pt x="434632" y="228790"/>
                </a:lnTo>
                <a:lnTo>
                  <a:pt x="469823" y="228206"/>
                </a:lnTo>
                <a:lnTo>
                  <a:pt x="519061" y="223012"/>
                </a:lnTo>
                <a:lnTo>
                  <a:pt x="553580" y="203073"/>
                </a:lnTo>
                <a:lnTo>
                  <a:pt x="573925" y="160210"/>
                </a:lnTo>
                <a:lnTo>
                  <a:pt x="573976" y="160032"/>
                </a:lnTo>
                <a:lnTo>
                  <a:pt x="574141" y="158686"/>
                </a:lnTo>
                <a:lnTo>
                  <a:pt x="577977" y="127584"/>
                </a:lnTo>
                <a:lnTo>
                  <a:pt x="580834" y="82829"/>
                </a:lnTo>
                <a:lnTo>
                  <a:pt x="582549" y="25908"/>
                </a:lnTo>
                <a:close/>
              </a:path>
              <a:path w="1218564" h="602615">
                <a:moveTo>
                  <a:pt x="597789" y="424053"/>
                </a:moveTo>
                <a:lnTo>
                  <a:pt x="500164" y="424053"/>
                </a:lnTo>
                <a:lnTo>
                  <a:pt x="500164" y="358521"/>
                </a:lnTo>
                <a:lnTo>
                  <a:pt x="584073" y="358521"/>
                </a:lnTo>
                <a:lnTo>
                  <a:pt x="584073" y="291376"/>
                </a:lnTo>
                <a:lnTo>
                  <a:pt x="500164" y="291376"/>
                </a:lnTo>
                <a:lnTo>
                  <a:pt x="500164" y="241084"/>
                </a:lnTo>
                <a:lnTo>
                  <a:pt x="423964" y="241084"/>
                </a:lnTo>
                <a:lnTo>
                  <a:pt x="423964" y="291376"/>
                </a:lnTo>
                <a:lnTo>
                  <a:pt x="387286" y="291376"/>
                </a:lnTo>
                <a:lnTo>
                  <a:pt x="389331" y="283083"/>
                </a:lnTo>
                <a:lnTo>
                  <a:pt x="391096" y="274231"/>
                </a:lnTo>
                <a:lnTo>
                  <a:pt x="392861" y="264795"/>
                </a:lnTo>
                <a:lnTo>
                  <a:pt x="394906" y="254800"/>
                </a:lnTo>
                <a:lnTo>
                  <a:pt x="329374" y="245656"/>
                </a:lnTo>
                <a:lnTo>
                  <a:pt x="322237" y="277355"/>
                </a:lnTo>
                <a:lnTo>
                  <a:pt x="312229" y="308343"/>
                </a:lnTo>
                <a:lnTo>
                  <a:pt x="299364" y="338493"/>
                </a:lnTo>
                <a:lnTo>
                  <a:pt x="283654" y="367665"/>
                </a:lnTo>
                <a:lnTo>
                  <a:pt x="283654" y="327952"/>
                </a:lnTo>
                <a:lnTo>
                  <a:pt x="283654" y="271564"/>
                </a:lnTo>
                <a:lnTo>
                  <a:pt x="283654" y="215074"/>
                </a:lnTo>
                <a:lnTo>
                  <a:pt x="283654" y="180022"/>
                </a:lnTo>
                <a:lnTo>
                  <a:pt x="283654" y="157162"/>
                </a:lnTo>
                <a:lnTo>
                  <a:pt x="231736" y="157162"/>
                </a:lnTo>
                <a:lnTo>
                  <a:pt x="262953" y="103733"/>
                </a:lnTo>
                <a:lnTo>
                  <a:pt x="263842" y="102209"/>
                </a:lnTo>
                <a:lnTo>
                  <a:pt x="263842" y="45821"/>
                </a:lnTo>
                <a:lnTo>
                  <a:pt x="221068" y="45821"/>
                </a:lnTo>
                <a:lnTo>
                  <a:pt x="221068" y="215074"/>
                </a:lnTo>
                <a:lnTo>
                  <a:pt x="221068" y="271564"/>
                </a:lnTo>
                <a:lnTo>
                  <a:pt x="221068" y="327952"/>
                </a:lnTo>
                <a:lnTo>
                  <a:pt x="221068" y="384429"/>
                </a:lnTo>
                <a:lnTo>
                  <a:pt x="221068" y="440829"/>
                </a:lnTo>
                <a:lnTo>
                  <a:pt x="221068" y="492734"/>
                </a:lnTo>
                <a:lnTo>
                  <a:pt x="220522" y="501281"/>
                </a:lnTo>
                <a:lnTo>
                  <a:pt x="186016" y="524738"/>
                </a:lnTo>
                <a:lnTo>
                  <a:pt x="186016" y="440829"/>
                </a:lnTo>
                <a:lnTo>
                  <a:pt x="221068" y="440829"/>
                </a:lnTo>
                <a:lnTo>
                  <a:pt x="221068" y="384429"/>
                </a:lnTo>
                <a:lnTo>
                  <a:pt x="186016" y="384429"/>
                </a:lnTo>
                <a:lnTo>
                  <a:pt x="186016" y="327952"/>
                </a:lnTo>
                <a:lnTo>
                  <a:pt x="221068" y="327952"/>
                </a:lnTo>
                <a:lnTo>
                  <a:pt x="221068" y="271564"/>
                </a:lnTo>
                <a:lnTo>
                  <a:pt x="186016" y="271564"/>
                </a:lnTo>
                <a:lnTo>
                  <a:pt x="186016" y="215074"/>
                </a:lnTo>
                <a:lnTo>
                  <a:pt x="221068" y="215074"/>
                </a:lnTo>
                <a:lnTo>
                  <a:pt x="221068" y="45821"/>
                </a:lnTo>
                <a:lnTo>
                  <a:pt x="186016" y="45821"/>
                </a:lnTo>
                <a:lnTo>
                  <a:pt x="186016" y="103733"/>
                </a:lnTo>
                <a:lnTo>
                  <a:pt x="155536" y="157162"/>
                </a:lnTo>
                <a:lnTo>
                  <a:pt x="128104" y="157162"/>
                </a:lnTo>
                <a:lnTo>
                  <a:pt x="128104" y="215074"/>
                </a:lnTo>
                <a:lnTo>
                  <a:pt x="128104" y="271564"/>
                </a:lnTo>
                <a:lnTo>
                  <a:pt x="128104" y="327952"/>
                </a:lnTo>
                <a:lnTo>
                  <a:pt x="128104" y="384429"/>
                </a:lnTo>
                <a:lnTo>
                  <a:pt x="96012" y="384429"/>
                </a:lnTo>
                <a:lnTo>
                  <a:pt x="96253" y="361251"/>
                </a:lnTo>
                <a:lnTo>
                  <a:pt x="96774" y="344195"/>
                </a:lnTo>
                <a:lnTo>
                  <a:pt x="97536" y="327952"/>
                </a:lnTo>
                <a:lnTo>
                  <a:pt x="128104" y="327952"/>
                </a:lnTo>
                <a:lnTo>
                  <a:pt x="128104" y="271564"/>
                </a:lnTo>
                <a:lnTo>
                  <a:pt x="97536" y="271564"/>
                </a:lnTo>
                <a:lnTo>
                  <a:pt x="97536" y="216598"/>
                </a:lnTo>
                <a:lnTo>
                  <a:pt x="97536" y="215074"/>
                </a:lnTo>
                <a:lnTo>
                  <a:pt x="128104" y="215074"/>
                </a:lnTo>
                <a:lnTo>
                  <a:pt x="128104" y="157162"/>
                </a:lnTo>
                <a:lnTo>
                  <a:pt x="85344" y="157162"/>
                </a:lnTo>
                <a:lnTo>
                  <a:pt x="95351" y="144322"/>
                </a:lnTo>
                <a:lnTo>
                  <a:pt x="104787" y="131025"/>
                </a:lnTo>
                <a:lnTo>
                  <a:pt x="113576" y="117589"/>
                </a:lnTo>
                <a:lnTo>
                  <a:pt x="122008" y="103733"/>
                </a:lnTo>
                <a:lnTo>
                  <a:pt x="186016" y="103733"/>
                </a:lnTo>
                <a:lnTo>
                  <a:pt x="186016" y="45821"/>
                </a:lnTo>
                <a:lnTo>
                  <a:pt x="154012" y="45821"/>
                </a:lnTo>
                <a:lnTo>
                  <a:pt x="158330" y="36664"/>
                </a:lnTo>
                <a:lnTo>
                  <a:pt x="162204" y="27482"/>
                </a:lnTo>
                <a:lnTo>
                  <a:pt x="165811" y="18313"/>
                </a:lnTo>
                <a:lnTo>
                  <a:pt x="169252" y="9144"/>
                </a:lnTo>
                <a:lnTo>
                  <a:pt x="96012" y="0"/>
                </a:lnTo>
                <a:lnTo>
                  <a:pt x="77152" y="39166"/>
                </a:lnTo>
                <a:lnTo>
                  <a:pt x="54864" y="76301"/>
                </a:lnTo>
                <a:lnTo>
                  <a:pt x="29146" y="111150"/>
                </a:lnTo>
                <a:lnTo>
                  <a:pt x="0" y="143446"/>
                </a:lnTo>
                <a:lnTo>
                  <a:pt x="7188" y="165760"/>
                </a:lnTo>
                <a:lnTo>
                  <a:pt x="12954" y="187071"/>
                </a:lnTo>
                <a:lnTo>
                  <a:pt x="17576" y="207530"/>
                </a:lnTo>
                <a:lnTo>
                  <a:pt x="21336" y="227266"/>
                </a:lnTo>
                <a:lnTo>
                  <a:pt x="25908" y="224218"/>
                </a:lnTo>
                <a:lnTo>
                  <a:pt x="28956" y="219646"/>
                </a:lnTo>
                <a:lnTo>
                  <a:pt x="33528" y="216598"/>
                </a:lnTo>
                <a:lnTo>
                  <a:pt x="33528" y="315760"/>
                </a:lnTo>
                <a:lnTo>
                  <a:pt x="32092" y="372338"/>
                </a:lnTo>
                <a:lnTo>
                  <a:pt x="27876" y="423138"/>
                </a:lnTo>
                <a:lnTo>
                  <a:pt x="21018" y="468210"/>
                </a:lnTo>
                <a:lnTo>
                  <a:pt x="11684" y="507644"/>
                </a:lnTo>
                <a:lnTo>
                  <a:pt x="0" y="541502"/>
                </a:lnTo>
                <a:lnTo>
                  <a:pt x="13093" y="554723"/>
                </a:lnTo>
                <a:lnTo>
                  <a:pt x="27051" y="569214"/>
                </a:lnTo>
                <a:lnTo>
                  <a:pt x="41579" y="585101"/>
                </a:lnTo>
                <a:lnTo>
                  <a:pt x="56388" y="602564"/>
                </a:lnTo>
                <a:lnTo>
                  <a:pt x="68961" y="570230"/>
                </a:lnTo>
                <a:lnTo>
                  <a:pt x="79248" y="532587"/>
                </a:lnTo>
                <a:lnTo>
                  <a:pt x="87249" y="489496"/>
                </a:lnTo>
                <a:lnTo>
                  <a:pt x="92964" y="440829"/>
                </a:lnTo>
                <a:lnTo>
                  <a:pt x="128104" y="440829"/>
                </a:lnTo>
                <a:lnTo>
                  <a:pt x="128104" y="555320"/>
                </a:lnTo>
                <a:lnTo>
                  <a:pt x="173824" y="555320"/>
                </a:lnTo>
                <a:lnTo>
                  <a:pt x="181444" y="593420"/>
                </a:lnTo>
                <a:lnTo>
                  <a:pt x="222808" y="590842"/>
                </a:lnTo>
                <a:lnTo>
                  <a:pt x="264236" y="575132"/>
                </a:lnTo>
                <a:lnTo>
                  <a:pt x="282816" y="528828"/>
                </a:lnTo>
                <a:lnTo>
                  <a:pt x="283654" y="440829"/>
                </a:lnTo>
                <a:lnTo>
                  <a:pt x="283654" y="384429"/>
                </a:lnTo>
                <a:lnTo>
                  <a:pt x="283654" y="382905"/>
                </a:lnTo>
                <a:lnTo>
                  <a:pt x="296773" y="389153"/>
                </a:lnTo>
                <a:lnTo>
                  <a:pt x="341566" y="411861"/>
                </a:lnTo>
                <a:lnTo>
                  <a:pt x="348399" y="399884"/>
                </a:lnTo>
                <a:lnTo>
                  <a:pt x="355092" y="386905"/>
                </a:lnTo>
                <a:lnTo>
                  <a:pt x="356946" y="382905"/>
                </a:lnTo>
                <a:lnTo>
                  <a:pt x="361492" y="373075"/>
                </a:lnTo>
                <a:lnTo>
                  <a:pt x="363715" y="367665"/>
                </a:lnTo>
                <a:lnTo>
                  <a:pt x="367474" y="358521"/>
                </a:lnTo>
                <a:lnTo>
                  <a:pt x="423964" y="358521"/>
                </a:lnTo>
                <a:lnTo>
                  <a:pt x="423964" y="424053"/>
                </a:lnTo>
                <a:lnTo>
                  <a:pt x="300418" y="424053"/>
                </a:lnTo>
                <a:lnTo>
                  <a:pt x="300418" y="491210"/>
                </a:lnTo>
                <a:lnTo>
                  <a:pt x="423964" y="491210"/>
                </a:lnTo>
                <a:lnTo>
                  <a:pt x="423964" y="596468"/>
                </a:lnTo>
                <a:lnTo>
                  <a:pt x="500164" y="596468"/>
                </a:lnTo>
                <a:lnTo>
                  <a:pt x="500164" y="491210"/>
                </a:lnTo>
                <a:lnTo>
                  <a:pt x="597789" y="491210"/>
                </a:lnTo>
                <a:lnTo>
                  <a:pt x="597789" y="424053"/>
                </a:lnTo>
                <a:close/>
              </a:path>
              <a:path w="1218564" h="602615">
                <a:moveTo>
                  <a:pt x="921067" y="50393"/>
                </a:moveTo>
                <a:lnTo>
                  <a:pt x="791425" y="50393"/>
                </a:lnTo>
                <a:lnTo>
                  <a:pt x="796886" y="38684"/>
                </a:lnTo>
                <a:lnTo>
                  <a:pt x="801903" y="26530"/>
                </a:lnTo>
                <a:lnTo>
                  <a:pt x="806653" y="14097"/>
                </a:lnTo>
                <a:lnTo>
                  <a:pt x="811237" y="1524"/>
                </a:lnTo>
                <a:lnTo>
                  <a:pt x="727417" y="1524"/>
                </a:lnTo>
                <a:lnTo>
                  <a:pt x="706856" y="44729"/>
                </a:lnTo>
                <a:lnTo>
                  <a:pt x="681850" y="85064"/>
                </a:lnTo>
                <a:lnTo>
                  <a:pt x="652551" y="122542"/>
                </a:lnTo>
                <a:lnTo>
                  <a:pt x="619125" y="157175"/>
                </a:lnTo>
                <a:lnTo>
                  <a:pt x="633412" y="173786"/>
                </a:lnTo>
                <a:lnTo>
                  <a:pt x="646557" y="189560"/>
                </a:lnTo>
                <a:lnTo>
                  <a:pt x="658558" y="204749"/>
                </a:lnTo>
                <a:lnTo>
                  <a:pt x="669417" y="219659"/>
                </a:lnTo>
                <a:lnTo>
                  <a:pt x="694880" y="195033"/>
                </a:lnTo>
                <a:lnTo>
                  <a:pt x="718464" y="168973"/>
                </a:lnTo>
                <a:lnTo>
                  <a:pt x="740016" y="141173"/>
                </a:lnTo>
                <a:lnTo>
                  <a:pt x="759421" y="111353"/>
                </a:lnTo>
                <a:lnTo>
                  <a:pt x="795997" y="111353"/>
                </a:lnTo>
                <a:lnTo>
                  <a:pt x="747229" y="148031"/>
                </a:lnTo>
                <a:lnTo>
                  <a:pt x="759574" y="163169"/>
                </a:lnTo>
                <a:lnTo>
                  <a:pt x="771613" y="178892"/>
                </a:lnTo>
                <a:lnTo>
                  <a:pt x="783564" y="195033"/>
                </a:lnTo>
                <a:lnTo>
                  <a:pt x="795997" y="212039"/>
                </a:lnTo>
                <a:lnTo>
                  <a:pt x="855535" y="166319"/>
                </a:lnTo>
                <a:lnTo>
                  <a:pt x="845553" y="154292"/>
                </a:lnTo>
                <a:lnTo>
                  <a:pt x="834047" y="141173"/>
                </a:lnTo>
                <a:lnTo>
                  <a:pt x="820991" y="126796"/>
                </a:lnTo>
                <a:lnTo>
                  <a:pt x="806665" y="111353"/>
                </a:lnTo>
                <a:lnTo>
                  <a:pt x="921067" y="111353"/>
                </a:lnTo>
                <a:lnTo>
                  <a:pt x="921067" y="50393"/>
                </a:lnTo>
                <a:close/>
              </a:path>
              <a:path w="1218564" h="602615">
                <a:moveTo>
                  <a:pt x="1130046" y="379869"/>
                </a:moveTo>
                <a:lnTo>
                  <a:pt x="1047648" y="379869"/>
                </a:lnTo>
                <a:lnTo>
                  <a:pt x="1047648" y="448538"/>
                </a:lnTo>
                <a:lnTo>
                  <a:pt x="1047648" y="501878"/>
                </a:lnTo>
                <a:lnTo>
                  <a:pt x="789901" y="501878"/>
                </a:lnTo>
                <a:lnTo>
                  <a:pt x="789901" y="448538"/>
                </a:lnTo>
                <a:lnTo>
                  <a:pt x="1047648" y="448538"/>
                </a:lnTo>
                <a:lnTo>
                  <a:pt x="1047648" y="379869"/>
                </a:lnTo>
                <a:lnTo>
                  <a:pt x="707605" y="379869"/>
                </a:lnTo>
                <a:lnTo>
                  <a:pt x="707605" y="601040"/>
                </a:lnTo>
                <a:lnTo>
                  <a:pt x="789901" y="601040"/>
                </a:lnTo>
                <a:lnTo>
                  <a:pt x="789901" y="570560"/>
                </a:lnTo>
                <a:lnTo>
                  <a:pt x="1047648" y="570560"/>
                </a:lnTo>
                <a:lnTo>
                  <a:pt x="1047648" y="599516"/>
                </a:lnTo>
                <a:lnTo>
                  <a:pt x="1130046" y="599516"/>
                </a:lnTo>
                <a:lnTo>
                  <a:pt x="1130046" y="570560"/>
                </a:lnTo>
                <a:lnTo>
                  <a:pt x="1130046" y="501878"/>
                </a:lnTo>
                <a:lnTo>
                  <a:pt x="1130046" y="448538"/>
                </a:lnTo>
                <a:lnTo>
                  <a:pt x="1130046" y="379869"/>
                </a:lnTo>
                <a:close/>
              </a:path>
              <a:path w="1218564" h="602615">
                <a:moveTo>
                  <a:pt x="1218438" y="288328"/>
                </a:moveTo>
                <a:lnTo>
                  <a:pt x="1212545" y="286804"/>
                </a:lnTo>
                <a:lnTo>
                  <a:pt x="1157528" y="272592"/>
                </a:lnTo>
                <a:lnTo>
                  <a:pt x="1102829" y="252818"/>
                </a:lnTo>
                <a:lnTo>
                  <a:pt x="1054328" y="229019"/>
                </a:lnTo>
                <a:lnTo>
                  <a:pt x="1040117" y="219659"/>
                </a:lnTo>
                <a:lnTo>
                  <a:pt x="1012063" y="201193"/>
                </a:lnTo>
                <a:lnTo>
                  <a:pt x="1006500" y="196291"/>
                </a:lnTo>
                <a:lnTo>
                  <a:pt x="1006500" y="286804"/>
                </a:lnTo>
                <a:lnTo>
                  <a:pt x="832675" y="286804"/>
                </a:lnTo>
                <a:lnTo>
                  <a:pt x="857846" y="270751"/>
                </a:lnTo>
                <a:lnTo>
                  <a:pt x="880872" y="254406"/>
                </a:lnTo>
                <a:lnTo>
                  <a:pt x="901903" y="237477"/>
                </a:lnTo>
                <a:lnTo>
                  <a:pt x="921067" y="219659"/>
                </a:lnTo>
                <a:lnTo>
                  <a:pt x="941057" y="237680"/>
                </a:lnTo>
                <a:lnTo>
                  <a:pt x="962075" y="254977"/>
                </a:lnTo>
                <a:lnTo>
                  <a:pt x="983945" y="271399"/>
                </a:lnTo>
                <a:lnTo>
                  <a:pt x="1006500" y="286804"/>
                </a:lnTo>
                <a:lnTo>
                  <a:pt x="1006500" y="196291"/>
                </a:lnTo>
                <a:lnTo>
                  <a:pt x="976020" y="169367"/>
                </a:lnTo>
                <a:lnTo>
                  <a:pt x="998499" y="140360"/>
                </a:lnTo>
                <a:lnTo>
                  <a:pt x="1009027" y="125984"/>
                </a:lnTo>
                <a:lnTo>
                  <a:pt x="1018692" y="111353"/>
                </a:lnTo>
                <a:lnTo>
                  <a:pt x="1082700" y="111353"/>
                </a:lnTo>
                <a:lnTo>
                  <a:pt x="1029360" y="152603"/>
                </a:lnTo>
                <a:lnTo>
                  <a:pt x="1045895" y="168884"/>
                </a:lnTo>
                <a:lnTo>
                  <a:pt x="1081265" y="203174"/>
                </a:lnTo>
                <a:lnTo>
                  <a:pt x="1099566" y="221183"/>
                </a:lnTo>
                <a:lnTo>
                  <a:pt x="1155954" y="172415"/>
                </a:lnTo>
                <a:lnTo>
                  <a:pt x="1139050" y="155790"/>
                </a:lnTo>
                <a:lnTo>
                  <a:pt x="1122413" y="140169"/>
                </a:lnTo>
                <a:lnTo>
                  <a:pt x="1105763" y="125399"/>
                </a:lnTo>
                <a:lnTo>
                  <a:pt x="1088796" y="111353"/>
                </a:lnTo>
                <a:lnTo>
                  <a:pt x="1207770" y="111353"/>
                </a:lnTo>
                <a:lnTo>
                  <a:pt x="1207770" y="50393"/>
                </a:lnTo>
                <a:lnTo>
                  <a:pt x="1050696" y="50393"/>
                </a:lnTo>
                <a:lnTo>
                  <a:pt x="1056132" y="38049"/>
                </a:lnTo>
                <a:lnTo>
                  <a:pt x="1060983" y="25958"/>
                </a:lnTo>
                <a:lnTo>
                  <a:pt x="1065199" y="14097"/>
                </a:lnTo>
                <a:lnTo>
                  <a:pt x="1068984" y="1524"/>
                </a:lnTo>
                <a:lnTo>
                  <a:pt x="985164" y="1524"/>
                </a:lnTo>
                <a:lnTo>
                  <a:pt x="967409" y="38989"/>
                </a:lnTo>
                <a:lnTo>
                  <a:pt x="948359" y="73431"/>
                </a:lnTo>
                <a:lnTo>
                  <a:pt x="927874" y="104711"/>
                </a:lnTo>
                <a:lnTo>
                  <a:pt x="905827" y="132689"/>
                </a:lnTo>
                <a:lnTo>
                  <a:pt x="924115" y="146507"/>
                </a:lnTo>
                <a:lnTo>
                  <a:pt x="890587" y="146507"/>
                </a:lnTo>
                <a:lnTo>
                  <a:pt x="861377" y="178003"/>
                </a:lnTo>
                <a:lnTo>
                  <a:pt x="825588" y="206921"/>
                </a:lnTo>
                <a:lnTo>
                  <a:pt x="783272" y="233222"/>
                </a:lnTo>
                <a:lnTo>
                  <a:pt x="734479" y="256870"/>
                </a:lnTo>
                <a:lnTo>
                  <a:pt x="679234" y="277787"/>
                </a:lnTo>
                <a:lnTo>
                  <a:pt x="617601" y="295948"/>
                </a:lnTo>
                <a:lnTo>
                  <a:pt x="632726" y="316560"/>
                </a:lnTo>
                <a:lnTo>
                  <a:pt x="645985" y="335051"/>
                </a:lnTo>
                <a:lnTo>
                  <a:pt x="657250" y="351536"/>
                </a:lnTo>
                <a:lnTo>
                  <a:pt x="666369" y="366153"/>
                </a:lnTo>
                <a:lnTo>
                  <a:pt x="695540" y="355561"/>
                </a:lnTo>
                <a:lnTo>
                  <a:pt x="723417" y="344385"/>
                </a:lnTo>
                <a:lnTo>
                  <a:pt x="749833" y="332638"/>
                </a:lnTo>
                <a:lnTo>
                  <a:pt x="774661" y="320332"/>
                </a:lnTo>
                <a:lnTo>
                  <a:pt x="774661" y="349389"/>
                </a:lnTo>
                <a:lnTo>
                  <a:pt x="1062888" y="349389"/>
                </a:lnTo>
                <a:lnTo>
                  <a:pt x="1062888" y="320332"/>
                </a:lnTo>
                <a:lnTo>
                  <a:pt x="1088402" y="332638"/>
                </a:lnTo>
                <a:lnTo>
                  <a:pt x="1114602" y="344385"/>
                </a:lnTo>
                <a:lnTo>
                  <a:pt x="1141641" y="355561"/>
                </a:lnTo>
                <a:lnTo>
                  <a:pt x="1169670" y="366153"/>
                </a:lnTo>
                <a:lnTo>
                  <a:pt x="1180287" y="348411"/>
                </a:lnTo>
                <a:lnTo>
                  <a:pt x="1191768" y="329526"/>
                </a:lnTo>
                <a:lnTo>
                  <a:pt x="1197559" y="320332"/>
                </a:lnTo>
                <a:lnTo>
                  <a:pt x="1204391" y="309486"/>
                </a:lnTo>
                <a:lnTo>
                  <a:pt x="1218438" y="28832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736" y="2036445"/>
            <a:ext cx="111347" cy="11134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291488" y="1922055"/>
            <a:ext cx="605790" cy="332740"/>
          </a:xfrm>
          <a:custGeom>
            <a:avLst/>
            <a:gdLst/>
            <a:ahLst/>
            <a:cxnLst/>
            <a:rect l="l" t="t" r="r" b="b"/>
            <a:pathLst>
              <a:path w="605789" h="332739">
                <a:moveTo>
                  <a:pt x="300418" y="327939"/>
                </a:moveTo>
                <a:lnTo>
                  <a:pt x="260654" y="230314"/>
                </a:lnTo>
                <a:lnTo>
                  <a:pt x="246354" y="195160"/>
                </a:lnTo>
                <a:lnTo>
                  <a:pt x="201358" y="84683"/>
                </a:lnTo>
                <a:lnTo>
                  <a:pt x="201358" y="195160"/>
                </a:lnTo>
                <a:lnTo>
                  <a:pt x="93065" y="195160"/>
                </a:lnTo>
                <a:lnTo>
                  <a:pt x="128117" y="100672"/>
                </a:lnTo>
                <a:lnTo>
                  <a:pt x="133515" y="85737"/>
                </a:lnTo>
                <a:lnTo>
                  <a:pt x="138214" y="70688"/>
                </a:lnTo>
                <a:lnTo>
                  <a:pt x="142036" y="55359"/>
                </a:lnTo>
                <a:lnTo>
                  <a:pt x="144881" y="39624"/>
                </a:lnTo>
                <a:lnTo>
                  <a:pt x="148882" y="53314"/>
                </a:lnTo>
                <a:lnTo>
                  <a:pt x="154025" y="69164"/>
                </a:lnTo>
                <a:lnTo>
                  <a:pt x="160350" y="87033"/>
                </a:lnTo>
                <a:lnTo>
                  <a:pt x="201358" y="195160"/>
                </a:lnTo>
                <a:lnTo>
                  <a:pt x="201358" y="84683"/>
                </a:lnTo>
                <a:lnTo>
                  <a:pt x="183007" y="39624"/>
                </a:lnTo>
                <a:lnTo>
                  <a:pt x="169354" y="6096"/>
                </a:lnTo>
                <a:lnTo>
                  <a:pt x="123545" y="6096"/>
                </a:lnTo>
                <a:lnTo>
                  <a:pt x="0" y="327939"/>
                </a:lnTo>
                <a:lnTo>
                  <a:pt x="45821" y="327939"/>
                </a:lnTo>
                <a:lnTo>
                  <a:pt x="80873" y="230314"/>
                </a:lnTo>
                <a:lnTo>
                  <a:pt x="215074" y="230314"/>
                </a:lnTo>
                <a:lnTo>
                  <a:pt x="251650" y="327939"/>
                </a:lnTo>
                <a:lnTo>
                  <a:pt x="300418" y="327939"/>
                </a:lnTo>
                <a:close/>
              </a:path>
              <a:path w="605789" h="332739">
                <a:moveTo>
                  <a:pt x="605510" y="225742"/>
                </a:moveTo>
                <a:lnTo>
                  <a:pt x="564261" y="215074"/>
                </a:lnTo>
                <a:lnTo>
                  <a:pt x="558596" y="233603"/>
                </a:lnTo>
                <a:lnTo>
                  <a:pt x="550926" y="250126"/>
                </a:lnTo>
                <a:lnTo>
                  <a:pt x="517563" y="284911"/>
                </a:lnTo>
                <a:lnTo>
                  <a:pt x="469773" y="295846"/>
                </a:lnTo>
                <a:lnTo>
                  <a:pt x="455180" y="294970"/>
                </a:lnTo>
                <a:lnTo>
                  <a:pt x="414820" y="280606"/>
                </a:lnTo>
                <a:lnTo>
                  <a:pt x="384810" y="249745"/>
                </a:lnTo>
                <a:lnTo>
                  <a:pt x="369290" y="202069"/>
                </a:lnTo>
                <a:lnTo>
                  <a:pt x="366052" y="164680"/>
                </a:lnTo>
                <a:lnTo>
                  <a:pt x="366636" y="148704"/>
                </a:lnTo>
                <a:lnTo>
                  <a:pt x="376720" y="102196"/>
                </a:lnTo>
                <a:lnTo>
                  <a:pt x="399427" y="64604"/>
                </a:lnTo>
                <a:lnTo>
                  <a:pt x="438670" y="41148"/>
                </a:lnTo>
                <a:lnTo>
                  <a:pt x="472821" y="36576"/>
                </a:lnTo>
                <a:lnTo>
                  <a:pt x="488226" y="37693"/>
                </a:lnTo>
                <a:lnTo>
                  <a:pt x="526161" y="53340"/>
                </a:lnTo>
                <a:lnTo>
                  <a:pt x="551878" y="87668"/>
                </a:lnTo>
                <a:lnTo>
                  <a:pt x="558165" y="103720"/>
                </a:lnTo>
                <a:lnTo>
                  <a:pt x="600938" y="94488"/>
                </a:lnTo>
                <a:lnTo>
                  <a:pt x="582599" y="54292"/>
                </a:lnTo>
                <a:lnTo>
                  <a:pt x="555117" y="24384"/>
                </a:lnTo>
                <a:lnTo>
                  <a:pt x="518160" y="6477"/>
                </a:lnTo>
                <a:lnTo>
                  <a:pt x="474345" y="0"/>
                </a:lnTo>
                <a:lnTo>
                  <a:pt x="453186" y="1384"/>
                </a:lnTo>
                <a:lnTo>
                  <a:pt x="414261" y="11569"/>
                </a:lnTo>
                <a:lnTo>
                  <a:pt x="379387" y="30975"/>
                </a:lnTo>
                <a:lnTo>
                  <a:pt x="351955" y="59029"/>
                </a:lnTo>
                <a:lnTo>
                  <a:pt x="332778" y="96278"/>
                </a:lnTo>
                <a:lnTo>
                  <a:pt x="323011" y="140373"/>
                </a:lnTo>
                <a:lnTo>
                  <a:pt x="321856" y="164680"/>
                </a:lnTo>
                <a:lnTo>
                  <a:pt x="322973" y="187248"/>
                </a:lnTo>
                <a:lnTo>
                  <a:pt x="331495" y="230136"/>
                </a:lnTo>
                <a:lnTo>
                  <a:pt x="348615" y="269290"/>
                </a:lnTo>
                <a:lnTo>
                  <a:pt x="373761" y="299669"/>
                </a:lnTo>
                <a:lnTo>
                  <a:pt x="406285" y="320941"/>
                </a:lnTo>
                <a:lnTo>
                  <a:pt x="448525" y="331330"/>
                </a:lnTo>
                <a:lnTo>
                  <a:pt x="472821" y="332511"/>
                </a:lnTo>
                <a:lnTo>
                  <a:pt x="497090" y="330796"/>
                </a:lnTo>
                <a:lnTo>
                  <a:pt x="539902" y="317042"/>
                </a:lnTo>
                <a:lnTo>
                  <a:pt x="574179" y="289826"/>
                </a:lnTo>
                <a:lnTo>
                  <a:pt x="598119" y="250342"/>
                </a:lnTo>
                <a:lnTo>
                  <a:pt x="605510" y="22574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50339" y="1928145"/>
            <a:ext cx="265430" cy="321945"/>
          </a:xfrm>
          <a:custGeom>
            <a:avLst/>
            <a:gdLst/>
            <a:ahLst/>
            <a:cxnLst/>
            <a:rect l="l" t="t" r="r" b="b"/>
            <a:pathLst>
              <a:path w="265430" h="321944">
                <a:moveTo>
                  <a:pt x="115919" y="321849"/>
                </a:moveTo>
                <a:lnTo>
                  <a:pt x="0" y="321849"/>
                </a:lnTo>
                <a:lnTo>
                  <a:pt x="0" y="0"/>
                </a:lnTo>
                <a:lnTo>
                  <a:pt x="109823" y="0"/>
                </a:lnTo>
                <a:lnTo>
                  <a:pt x="127873" y="285"/>
                </a:lnTo>
                <a:lnTo>
                  <a:pt x="167735" y="4572"/>
                </a:lnTo>
                <a:lnTo>
                  <a:pt x="204463" y="20002"/>
                </a:lnTo>
                <a:lnTo>
                  <a:pt x="226312" y="38100"/>
                </a:lnTo>
                <a:lnTo>
                  <a:pt x="42672" y="38100"/>
                </a:lnTo>
                <a:lnTo>
                  <a:pt x="42672" y="283654"/>
                </a:lnTo>
                <a:lnTo>
                  <a:pt x="223672" y="283654"/>
                </a:lnTo>
                <a:lnTo>
                  <a:pt x="220980" y="286702"/>
                </a:lnTo>
                <a:lnTo>
                  <a:pt x="187940" y="309074"/>
                </a:lnTo>
                <a:lnTo>
                  <a:pt x="142970" y="319944"/>
                </a:lnTo>
                <a:lnTo>
                  <a:pt x="129587" y="321325"/>
                </a:lnTo>
                <a:lnTo>
                  <a:pt x="115919" y="321849"/>
                </a:lnTo>
                <a:close/>
              </a:path>
              <a:path w="265430" h="321944">
                <a:moveTo>
                  <a:pt x="223672" y="283654"/>
                </a:moveTo>
                <a:lnTo>
                  <a:pt x="111347" y="283654"/>
                </a:lnTo>
                <a:lnTo>
                  <a:pt x="125610" y="283130"/>
                </a:lnTo>
                <a:lnTo>
                  <a:pt x="138588" y="281749"/>
                </a:lnTo>
                <a:lnTo>
                  <a:pt x="176307" y="270319"/>
                </a:lnTo>
                <a:lnTo>
                  <a:pt x="203061" y="242506"/>
                </a:lnTo>
                <a:lnTo>
                  <a:pt x="216669" y="206463"/>
                </a:lnTo>
                <a:lnTo>
                  <a:pt x="221170" y="158591"/>
                </a:lnTo>
                <a:lnTo>
                  <a:pt x="220051" y="134872"/>
                </a:lnTo>
                <a:lnTo>
                  <a:pt x="211526" y="95971"/>
                </a:lnTo>
                <a:lnTo>
                  <a:pt x="186225" y="57912"/>
                </a:lnTo>
                <a:lnTo>
                  <a:pt x="141827" y="39433"/>
                </a:lnTo>
                <a:lnTo>
                  <a:pt x="109823" y="38100"/>
                </a:lnTo>
                <a:lnTo>
                  <a:pt x="226312" y="38100"/>
                </a:lnTo>
                <a:lnTo>
                  <a:pt x="253174" y="82296"/>
                </a:lnTo>
                <a:lnTo>
                  <a:pt x="264533" y="137682"/>
                </a:lnTo>
                <a:lnTo>
                  <a:pt x="265366" y="158591"/>
                </a:lnTo>
                <a:lnTo>
                  <a:pt x="264795" y="176346"/>
                </a:lnTo>
                <a:lnTo>
                  <a:pt x="256222" y="224218"/>
                </a:lnTo>
                <a:lnTo>
                  <a:pt x="241220" y="260223"/>
                </a:lnTo>
                <a:lnTo>
                  <a:pt x="228004" y="278749"/>
                </a:lnTo>
                <a:lnTo>
                  <a:pt x="223672" y="2836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490203" y="1873186"/>
            <a:ext cx="1319530" cy="438150"/>
          </a:xfrm>
          <a:custGeom>
            <a:avLst/>
            <a:gdLst/>
            <a:ahLst/>
            <a:cxnLst/>
            <a:rect l="l" t="t" r="r" b="b"/>
            <a:pathLst>
              <a:path w="1319529" h="438150">
                <a:moveTo>
                  <a:pt x="370624" y="19812"/>
                </a:moveTo>
                <a:lnTo>
                  <a:pt x="337007" y="19812"/>
                </a:lnTo>
                <a:lnTo>
                  <a:pt x="337007" y="50393"/>
                </a:lnTo>
                <a:lnTo>
                  <a:pt x="337007" y="88493"/>
                </a:lnTo>
                <a:lnTo>
                  <a:pt x="337007" y="117449"/>
                </a:lnTo>
                <a:lnTo>
                  <a:pt x="337007" y="155651"/>
                </a:lnTo>
                <a:lnTo>
                  <a:pt x="106781" y="155651"/>
                </a:lnTo>
                <a:lnTo>
                  <a:pt x="106781" y="117449"/>
                </a:lnTo>
                <a:lnTo>
                  <a:pt x="337007" y="117449"/>
                </a:lnTo>
                <a:lnTo>
                  <a:pt x="337007" y="88493"/>
                </a:lnTo>
                <a:lnTo>
                  <a:pt x="106781" y="88493"/>
                </a:lnTo>
                <a:lnTo>
                  <a:pt x="106781" y="50393"/>
                </a:lnTo>
                <a:lnTo>
                  <a:pt x="337007" y="50393"/>
                </a:lnTo>
                <a:lnTo>
                  <a:pt x="337007" y="19812"/>
                </a:lnTo>
                <a:lnTo>
                  <a:pt x="73164" y="19812"/>
                </a:lnTo>
                <a:lnTo>
                  <a:pt x="73164" y="202895"/>
                </a:lnTo>
                <a:lnTo>
                  <a:pt x="106781" y="202895"/>
                </a:lnTo>
                <a:lnTo>
                  <a:pt x="106781" y="184607"/>
                </a:lnTo>
                <a:lnTo>
                  <a:pt x="337007" y="184607"/>
                </a:lnTo>
                <a:lnTo>
                  <a:pt x="337007" y="202895"/>
                </a:lnTo>
                <a:lnTo>
                  <a:pt x="370624" y="202895"/>
                </a:lnTo>
                <a:lnTo>
                  <a:pt x="370624" y="184607"/>
                </a:lnTo>
                <a:lnTo>
                  <a:pt x="370624" y="155651"/>
                </a:lnTo>
                <a:lnTo>
                  <a:pt x="370624" y="117449"/>
                </a:lnTo>
                <a:lnTo>
                  <a:pt x="370624" y="88493"/>
                </a:lnTo>
                <a:lnTo>
                  <a:pt x="370624" y="50393"/>
                </a:lnTo>
                <a:lnTo>
                  <a:pt x="370624" y="19812"/>
                </a:lnTo>
                <a:close/>
              </a:path>
              <a:path w="1319529" h="438150">
                <a:moveTo>
                  <a:pt x="440728" y="385965"/>
                </a:moveTo>
                <a:lnTo>
                  <a:pt x="387299" y="387692"/>
                </a:lnTo>
                <a:lnTo>
                  <a:pt x="342392" y="388366"/>
                </a:lnTo>
                <a:lnTo>
                  <a:pt x="289560" y="388315"/>
                </a:lnTo>
                <a:lnTo>
                  <a:pt x="245567" y="387489"/>
                </a:lnTo>
                <a:lnTo>
                  <a:pt x="245567" y="385965"/>
                </a:lnTo>
                <a:lnTo>
                  <a:pt x="245567" y="327952"/>
                </a:lnTo>
                <a:lnTo>
                  <a:pt x="402628" y="327952"/>
                </a:lnTo>
                <a:lnTo>
                  <a:pt x="402628" y="297472"/>
                </a:lnTo>
                <a:lnTo>
                  <a:pt x="245567" y="297472"/>
                </a:lnTo>
                <a:lnTo>
                  <a:pt x="245567" y="253276"/>
                </a:lnTo>
                <a:lnTo>
                  <a:pt x="433108" y="253276"/>
                </a:lnTo>
                <a:lnTo>
                  <a:pt x="433108" y="222707"/>
                </a:lnTo>
                <a:lnTo>
                  <a:pt x="10668" y="222707"/>
                </a:lnTo>
                <a:lnTo>
                  <a:pt x="10668" y="253276"/>
                </a:lnTo>
                <a:lnTo>
                  <a:pt x="210413" y="253276"/>
                </a:lnTo>
                <a:lnTo>
                  <a:pt x="210413" y="385965"/>
                </a:lnTo>
                <a:lnTo>
                  <a:pt x="153454" y="364045"/>
                </a:lnTo>
                <a:lnTo>
                  <a:pt x="111353" y="320332"/>
                </a:lnTo>
                <a:lnTo>
                  <a:pt x="115900" y="310019"/>
                </a:lnTo>
                <a:lnTo>
                  <a:pt x="120307" y="299567"/>
                </a:lnTo>
                <a:lnTo>
                  <a:pt x="124421" y="288823"/>
                </a:lnTo>
                <a:lnTo>
                  <a:pt x="128117" y="277660"/>
                </a:lnTo>
                <a:lnTo>
                  <a:pt x="94589" y="266992"/>
                </a:lnTo>
                <a:lnTo>
                  <a:pt x="79387" y="311899"/>
                </a:lnTo>
                <a:lnTo>
                  <a:pt x="58724" y="350672"/>
                </a:lnTo>
                <a:lnTo>
                  <a:pt x="32359" y="383438"/>
                </a:lnTo>
                <a:lnTo>
                  <a:pt x="0" y="410349"/>
                </a:lnTo>
                <a:lnTo>
                  <a:pt x="5702" y="418058"/>
                </a:lnTo>
                <a:lnTo>
                  <a:pt x="11239" y="425208"/>
                </a:lnTo>
                <a:lnTo>
                  <a:pt x="21336" y="437781"/>
                </a:lnTo>
                <a:lnTo>
                  <a:pt x="43307" y="420370"/>
                </a:lnTo>
                <a:lnTo>
                  <a:pt x="63487" y="400050"/>
                </a:lnTo>
                <a:lnTo>
                  <a:pt x="81648" y="376872"/>
                </a:lnTo>
                <a:lnTo>
                  <a:pt x="97637" y="350812"/>
                </a:lnTo>
                <a:lnTo>
                  <a:pt x="121361" y="380873"/>
                </a:lnTo>
                <a:lnTo>
                  <a:pt x="187693" y="415201"/>
                </a:lnTo>
                <a:lnTo>
                  <a:pt x="230327" y="419493"/>
                </a:lnTo>
                <a:lnTo>
                  <a:pt x="269201" y="420370"/>
                </a:lnTo>
                <a:lnTo>
                  <a:pt x="428536" y="421017"/>
                </a:lnTo>
                <a:lnTo>
                  <a:pt x="431723" y="412750"/>
                </a:lnTo>
                <a:lnTo>
                  <a:pt x="434632" y="404063"/>
                </a:lnTo>
                <a:lnTo>
                  <a:pt x="437540" y="395084"/>
                </a:lnTo>
                <a:lnTo>
                  <a:pt x="439864" y="388442"/>
                </a:lnTo>
                <a:lnTo>
                  <a:pt x="440728" y="385965"/>
                </a:lnTo>
                <a:close/>
              </a:path>
              <a:path w="1319529" h="438150">
                <a:moveTo>
                  <a:pt x="887552" y="372237"/>
                </a:moveTo>
                <a:lnTo>
                  <a:pt x="709142" y="372237"/>
                </a:lnTo>
                <a:lnTo>
                  <a:pt x="709142" y="222377"/>
                </a:lnTo>
                <a:lnTo>
                  <a:pt x="855548" y="222377"/>
                </a:lnTo>
                <a:lnTo>
                  <a:pt x="855548" y="189357"/>
                </a:lnTo>
                <a:lnTo>
                  <a:pt x="709142" y="189357"/>
                </a:lnTo>
                <a:lnTo>
                  <a:pt x="709142" y="137287"/>
                </a:lnTo>
                <a:lnTo>
                  <a:pt x="709142" y="73787"/>
                </a:lnTo>
                <a:lnTo>
                  <a:pt x="870788" y="73787"/>
                </a:lnTo>
                <a:lnTo>
                  <a:pt x="870788" y="39497"/>
                </a:lnTo>
                <a:lnTo>
                  <a:pt x="471208" y="39497"/>
                </a:lnTo>
                <a:lnTo>
                  <a:pt x="471208" y="73787"/>
                </a:lnTo>
                <a:lnTo>
                  <a:pt x="672477" y="73787"/>
                </a:lnTo>
                <a:lnTo>
                  <a:pt x="672477" y="137287"/>
                </a:lnTo>
                <a:lnTo>
                  <a:pt x="672477" y="189357"/>
                </a:lnTo>
                <a:lnTo>
                  <a:pt x="672477" y="222377"/>
                </a:lnTo>
                <a:lnTo>
                  <a:pt x="672477" y="372237"/>
                </a:lnTo>
                <a:lnTo>
                  <a:pt x="561124" y="372237"/>
                </a:lnTo>
                <a:lnTo>
                  <a:pt x="561124" y="222377"/>
                </a:lnTo>
                <a:lnTo>
                  <a:pt x="561124" y="189357"/>
                </a:lnTo>
                <a:lnTo>
                  <a:pt x="561124" y="137287"/>
                </a:lnTo>
                <a:lnTo>
                  <a:pt x="523024" y="137287"/>
                </a:lnTo>
                <a:lnTo>
                  <a:pt x="523024" y="189357"/>
                </a:lnTo>
                <a:lnTo>
                  <a:pt x="523024" y="222377"/>
                </a:lnTo>
                <a:lnTo>
                  <a:pt x="523024" y="372237"/>
                </a:lnTo>
                <a:lnTo>
                  <a:pt x="451396" y="372237"/>
                </a:lnTo>
                <a:lnTo>
                  <a:pt x="451396" y="405257"/>
                </a:lnTo>
                <a:lnTo>
                  <a:pt x="887552" y="405257"/>
                </a:lnTo>
                <a:lnTo>
                  <a:pt x="887552" y="372237"/>
                </a:lnTo>
                <a:close/>
              </a:path>
              <a:path w="1319529" h="438150">
                <a:moveTo>
                  <a:pt x="1067574" y="45821"/>
                </a:moveTo>
                <a:lnTo>
                  <a:pt x="910501" y="45821"/>
                </a:lnTo>
                <a:lnTo>
                  <a:pt x="910501" y="74777"/>
                </a:lnTo>
                <a:lnTo>
                  <a:pt x="968413" y="74777"/>
                </a:lnTo>
                <a:lnTo>
                  <a:pt x="955294" y="124802"/>
                </a:lnTo>
                <a:lnTo>
                  <a:pt x="938872" y="171996"/>
                </a:lnTo>
                <a:lnTo>
                  <a:pt x="919289" y="216344"/>
                </a:lnTo>
                <a:lnTo>
                  <a:pt x="896683" y="257848"/>
                </a:lnTo>
                <a:lnTo>
                  <a:pt x="902398" y="264439"/>
                </a:lnTo>
                <a:lnTo>
                  <a:pt x="913269" y="276491"/>
                </a:lnTo>
                <a:lnTo>
                  <a:pt x="918121" y="282232"/>
                </a:lnTo>
                <a:lnTo>
                  <a:pt x="925830" y="269646"/>
                </a:lnTo>
                <a:lnTo>
                  <a:pt x="932980" y="257035"/>
                </a:lnTo>
                <a:lnTo>
                  <a:pt x="939546" y="244436"/>
                </a:lnTo>
                <a:lnTo>
                  <a:pt x="945553" y="231851"/>
                </a:lnTo>
                <a:lnTo>
                  <a:pt x="945553" y="399681"/>
                </a:lnTo>
                <a:lnTo>
                  <a:pt x="974509" y="399681"/>
                </a:lnTo>
                <a:lnTo>
                  <a:pt x="974509" y="367677"/>
                </a:lnTo>
                <a:lnTo>
                  <a:pt x="1047762" y="367677"/>
                </a:lnTo>
                <a:lnTo>
                  <a:pt x="1047762" y="338620"/>
                </a:lnTo>
                <a:lnTo>
                  <a:pt x="1047762" y="195275"/>
                </a:lnTo>
                <a:lnTo>
                  <a:pt x="1047762" y="166319"/>
                </a:lnTo>
                <a:lnTo>
                  <a:pt x="1018705" y="166319"/>
                </a:lnTo>
                <a:lnTo>
                  <a:pt x="1018705" y="195275"/>
                </a:lnTo>
                <a:lnTo>
                  <a:pt x="1018705" y="338620"/>
                </a:lnTo>
                <a:lnTo>
                  <a:pt x="974509" y="338620"/>
                </a:lnTo>
                <a:lnTo>
                  <a:pt x="974509" y="231851"/>
                </a:lnTo>
                <a:lnTo>
                  <a:pt x="974509" y="195275"/>
                </a:lnTo>
                <a:lnTo>
                  <a:pt x="1018705" y="195275"/>
                </a:lnTo>
                <a:lnTo>
                  <a:pt x="1018705" y="166319"/>
                </a:lnTo>
                <a:lnTo>
                  <a:pt x="972985" y="166319"/>
                </a:lnTo>
                <a:lnTo>
                  <a:pt x="980681" y="144259"/>
                </a:lnTo>
                <a:lnTo>
                  <a:pt x="987653" y="121653"/>
                </a:lnTo>
                <a:lnTo>
                  <a:pt x="993775" y="98501"/>
                </a:lnTo>
                <a:lnTo>
                  <a:pt x="998893" y="74777"/>
                </a:lnTo>
                <a:lnTo>
                  <a:pt x="1067574" y="74777"/>
                </a:lnTo>
                <a:lnTo>
                  <a:pt x="1067574" y="45821"/>
                </a:lnTo>
                <a:close/>
              </a:path>
              <a:path w="1319529" h="438150">
                <a:moveTo>
                  <a:pt x="1319123" y="118973"/>
                </a:moveTo>
                <a:lnTo>
                  <a:pt x="1287119" y="118973"/>
                </a:lnTo>
                <a:lnTo>
                  <a:pt x="1287119" y="149555"/>
                </a:lnTo>
                <a:lnTo>
                  <a:pt x="1287119" y="208991"/>
                </a:lnTo>
                <a:lnTo>
                  <a:pt x="1287119" y="236423"/>
                </a:lnTo>
                <a:lnTo>
                  <a:pt x="1287119" y="295948"/>
                </a:lnTo>
                <a:lnTo>
                  <a:pt x="1215491" y="295948"/>
                </a:lnTo>
                <a:lnTo>
                  <a:pt x="1215491" y="236423"/>
                </a:lnTo>
                <a:lnTo>
                  <a:pt x="1287119" y="236423"/>
                </a:lnTo>
                <a:lnTo>
                  <a:pt x="1287119" y="208991"/>
                </a:lnTo>
                <a:lnTo>
                  <a:pt x="1215491" y="208991"/>
                </a:lnTo>
                <a:lnTo>
                  <a:pt x="1215491" y="149555"/>
                </a:lnTo>
                <a:lnTo>
                  <a:pt x="1287119" y="149555"/>
                </a:lnTo>
                <a:lnTo>
                  <a:pt x="1287119" y="118973"/>
                </a:lnTo>
                <a:lnTo>
                  <a:pt x="1238351" y="118973"/>
                </a:lnTo>
                <a:lnTo>
                  <a:pt x="1274927" y="73253"/>
                </a:lnTo>
                <a:lnTo>
                  <a:pt x="1274927" y="44297"/>
                </a:lnTo>
                <a:lnTo>
                  <a:pt x="1235303" y="44297"/>
                </a:lnTo>
                <a:lnTo>
                  <a:pt x="1235303" y="73253"/>
                </a:lnTo>
                <a:lnTo>
                  <a:pt x="1201775" y="118973"/>
                </a:lnTo>
                <a:lnTo>
                  <a:pt x="1185011" y="118973"/>
                </a:lnTo>
                <a:lnTo>
                  <a:pt x="1185011" y="149555"/>
                </a:lnTo>
                <a:lnTo>
                  <a:pt x="1185011" y="208991"/>
                </a:lnTo>
                <a:lnTo>
                  <a:pt x="1185011" y="236423"/>
                </a:lnTo>
                <a:lnTo>
                  <a:pt x="1185011" y="295948"/>
                </a:lnTo>
                <a:lnTo>
                  <a:pt x="1116342" y="295948"/>
                </a:lnTo>
                <a:lnTo>
                  <a:pt x="1117219" y="274218"/>
                </a:lnTo>
                <a:lnTo>
                  <a:pt x="1117650" y="257848"/>
                </a:lnTo>
                <a:lnTo>
                  <a:pt x="1117803" y="247091"/>
                </a:lnTo>
                <a:lnTo>
                  <a:pt x="1117866" y="236423"/>
                </a:lnTo>
                <a:lnTo>
                  <a:pt x="1185011" y="236423"/>
                </a:lnTo>
                <a:lnTo>
                  <a:pt x="1185011" y="208991"/>
                </a:lnTo>
                <a:lnTo>
                  <a:pt x="1117866" y="208991"/>
                </a:lnTo>
                <a:lnTo>
                  <a:pt x="1117866" y="149555"/>
                </a:lnTo>
                <a:lnTo>
                  <a:pt x="1185011" y="149555"/>
                </a:lnTo>
                <a:lnTo>
                  <a:pt x="1185011" y="118973"/>
                </a:lnTo>
                <a:lnTo>
                  <a:pt x="1096530" y="118973"/>
                </a:lnTo>
                <a:lnTo>
                  <a:pt x="1104760" y="107543"/>
                </a:lnTo>
                <a:lnTo>
                  <a:pt x="1121816" y="84683"/>
                </a:lnTo>
                <a:lnTo>
                  <a:pt x="1130058" y="73253"/>
                </a:lnTo>
                <a:lnTo>
                  <a:pt x="1235303" y="73253"/>
                </a:lnTo>
                <a:lnTo>
                  <a:pt x="1235303" y="44297"/>
                </a:lnTo>
                <a:lnTo>
                  <a:pt x="1146822" y="44297"/>
                </a:lnTo>
                <a:lnTo>
                  <a:pt x="1152537" y="35077"/>
                </a:lnTo>
                <a:lnTo>
                  <a:pt x="1158252" y="25730"/>
                </a:lnTo>
                <a:lnTo>
                  <a:pt x="1163967" y="16129"/>
                </a:lnTo>
                <a:lnTo>
                  <a:pt x="1169682" y="6096"/>
                </a:lnTo>
                <a:lnTo>
                  <a:pt x="1136154" y="0"/>
                </a:lnTo>
                <a:lnTo>
                  <a:pt x="1117053" y="35801"/>
                </a:lnTo>
                <a:lnTo>
                  <a:pt x="1094232" y="70002"/>
                </a:lnTo>
                <a:lnTo>
                  <a:pt x="1067955" y="102755"/>
                </a:lnTo>
                <a:lnTo>
                  <a:pt x="1038517" y="134213"/>
                </a:lnTo>
                <a:lnTo>
                  <a:pt x="1046048" y="139915"/>
                </a:lnTo>
                <a:lnTo>
                  <a:pt x="1052703" y="145503"/>
                </a:lnTo>
                <a:lnTo>
                  <a:pt x="1058760" y="150799"/>
                </a:lnTo>
                <a:lnTo>
                  <a:pt x="1064526" y="155651"/>
                </a:lnTo>
                <a:lnTo>
                  <a:pt x="1070241" y="149656"/>
                </a:lnTo>
                <a:lnTo>
                  <a:pt x="1075956" y="143217"/>
                </a:lnTo>
                <a:lnTo>
                  <a:pt x="1081671" y="136486"/>
                </a:lnTo>
                <a:lnTo>
                  <a:pt x="1087386" y="129641"/>
                </a:lnTo>
                <a:lnTo>
                  <a:pt x="1087386" y="247091"/>
                </a:lnTo>
                <a:lnTo>
                  <a:pt x="1084287" y="297738"/>
                </a:lnTo>
                <a:lnTo>
                  <a:pt x="1075182" y="342087"/>
                </a:lnTo>
                <a:lnTo>
                  <a:pt x="1060335" y="380136"/>
                </a:lnTo>
                <a:lnTo>
                  <a:pt x="1040041" y="411873"/>
                </a:lnTo>
                <a:lnTo>
                  <a:pt x="1046911" y="418706"/>
                </a:lnTo>
                <a:lnTo>
                  <a:pt x="1053465" y="425399"/>
                </a:lnTo>
                <a:lnTo>
                  <a:pt x="1059421" y="431800"/>
                </a:lnTo>
                <a:lnTo>
                  <a:pt x="1064526" y="437781"/>
                </a:lnTo>
                <a:lnTo>
                  <a:pt x="1081112" y="414362"/>
                </a:lnTo>
                <a:lnTo>
                  <a:pt x="1094435" y="387667"/>
                </a:lnTo>
                <a:lnTo>
                  <a:pt x="1104595" y="357797"/>
                </a:lnTo>
                <a:lnTo>
                  <a:pt x="1111770" y="324904"/>
                </a:lnTo>
                <a:lnTo>
                  <a:pt x="1185011" y="324904"/>
                </a:lnTo>
                <a:lnTo>
                  <a:pt x="1185011" y="422541"/>
                </a:lnTo>
                <a:lnTo>
                  <a:pt x="1215491" y="422541"/>
                </a:lnTo>
                <a:lnTo>
                  <a:pt x="1215491" y="324904"/>
                </a:lnTo>
                <a:lnTo>
                  <a:pt x="1287119" y="324904"/>
                </a:lnTo>
                <a:lnTo>
                  <a:pt x="1287119" y="375297"/>
                </a:lnTo>
                <a:lnTo>
                  <a:pt x="1285951" y="384416"/>
                </a:lnTo>
                <a:lnTo>
                  <a:pt x="1282357" y="391109"/>
                </a:lnTo>
                <a:lnTo>
                  <a:pt x="1276184" y="395224"/>
                </a:lnTo>
                <a:lnTo>
                  <a:pt x="1267307" y="396633"/>
                </a:lnTo>
                <a:lnTo>
                  <a:pt x="1260741" y="396367"/>
                </a:lnTo>
                <a:lnTo>
                  <a:pt x="1252448" y="395681"/>
                </a:lnTo>
                <a:lnTo>
                  <a:pt x="1230731" y="393585"/>
                </a:lnTo>
                <a:lnTo>
                  <a:pt x="1232776" y="402437"/>
                </a:lnTo>
                <a:lnTo>
                  <a:pt x="1266850" y="427088"/>
                </a:lnTo>
                <a:lnTo>
                  <a:pt x="1277975" y="427113"/>
                </a:lnTo>
                <a:lnTo>
                  <a:pt x="1295984" y="424230"/>
                </a:lnTo>
                <a:lnTo>
                  <a:pt x="1308836" y="415493"/>
                </a:lnTo>
                <a:lnTo>
                  <a:pt x="1316558" y="400748"/>
                </a:lnTo>
                <a:lnTo>
                  <a:pt x="1317053" y="396633"/>
                </a:lnTo>
                <a:lnTo>
                  <a:pt x="1319085" y="380136"/>
                </a:lnTo>
                <a:lnTo>
                  <a:pt x="1319123" y="324904"/>
                </a:lnTo>
                <a:lnTo>
                  <a:pt x="1319123" y="295948"/>
                </a:lnTo>
                <a:lnTo>
                  <a:pt x="1319123" y="236423"/>
                </a:lnTo>
                <a:lnTo>
                  <a:pt x="1319123" y="208991"/>
                </a:lnTo>
                <a:lnTo>
                  <a:pt x="1319123" y="149555"/>
                </a:lnTo>
                <a:lnTo>
                  <a:pt x="1319123" y="129641"/>
                </a:lnTo>
                <a:lnTo>
                  <a:pt x="1319123" y="1189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858196" y="1876234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80">
                <a:moveTo>
                  <a:pt x="80772" y="73247"/>
                </a:moveTo>
                <a:lnTo>
                  <a:pt x="44196" y="73247"/>
                </a:lnTo>
                <a:lnTo>
                  <a:pt x="51887" y="53229"/>
                </a:lnTo>
                <a:lnTo>
                  <a:pt x="58864" y="34337"/>
                </a:lnTo>
                <a:lnTo>
                  <a:pt x="64984" y="16588"/>
                </a:lnTo>
                <a:lnTo>
                  <a:pt x="70104" y="0"/>
                </a:lnTo>
                <a:lnTo>
                  <a:pt x="106775" y="10668"/>
                </a:lnTo>
                <a:lnTo>
                  <a:pt x="99926" y="26661"/>
                </a:lnTo>
                <a:lnTo>
                  <a:pt x="93202" y="42529"/>
                </a:lnTo>
                <a:lnTo>
                  <a:pt x="86763" y="58111"/>
                </a:lnTo>
                <a:lnTo>
                  <a:pt x="80772" y="73247"/>
                </a:lnTo>
                <a:close/>
              </a:path>
              <a:path w="400050" h="424180">
                <a:moveTo>
                  <a:pt x="35052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030"/>
                </a:lnTo>
                <a:lnTo>
                  <a:pt x="35052" y="244030"/>
                </a:lnTo>
                <a:lnTo>
                  <a:pt x="35052" y="353949"/>
                </a:lnTo>
                <a:lnTo>
                  <a:pt x="167735" y="353949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4053"/>
                </a:lnTo>
                <a:close/>
              </a:path>
              <a:path w="400050" h="424180">
                <a:moveTo>
                  <a:pt x="167735" y="212026"/>
                </a:moveTo>
                <a:lnTo>
                  <a:pt x="132683" y="212026"/>
                </a:lnTo>
                <a:lnTo>
                  <a:pt x="132683" y="105251"/>
                </a:lnTo>
                <a:lnTo>
                  <a:pt x="167735" y="105251"/>
                </a:lnTo>
                <a:lnTo>
                  <a:pt x="167735" y="212026"/>
                </a:lnTo>
                <a:close/>
              </a:path>
              <a:path w="400050" h="424180">
                <a:moveTo>
                  <a:pt x="167735" y="353949"/>
                </a:moveTo>
                <a:lnTo>
                  <a:pt x="132683" y="353949"/>
                </a:lnTo>
                <a:lnTo>
                  <a:pt x="132683" y="244030"/>
                </a:lnTo>
                <a:lnTo>
                  <a:pt x="167735" y="244030"/>
                </a:lnTo>
                <a:lnTo>
                  <a:pt x="167735" y="353949"/>
                </a:lnTo>
                <a:close/>
              </a:path>
              <a:path w="400050" h="424180">
                <a:moveTo>
                  <a:pt x="167735" y="421005"/>
                </a:moveTo>
                <a:lnTo>
                  <a:pt x="132683" y="421005"/>
                </a:lnTo>
                <a:lnTo>
                  <a:pt x="132683" y="387477"/>
                </a:lnTo>
                <a:lnTo>
                  <a:pt x="167735" y="387477"/>
                </a:lnTo>
                <a:lnTo>
                  <a:pt x="167735" y="421005"/>
                </a:lnTo>
                <a:close/>
              </a:path>
              <a:path w="400050" h="424180">
                <a:moveTo>
                  <a:pt x="204311" y="178498"/>
                </a:moveTo>
                <a:lnTo>
                  <a:pt x="191547" y="170688"/>
                </a:lnTo>
                <a:lnTo>
                  <a:pt x="183951" y="166282"/>
                </a:lnTo>
                <a:lnTo>
                  <a:pt x="175355" y="161734"/>
                </a:lnTo>
                <a:lnTo>
                  <a:pt x="195073" y="127435"/>
                </a:lnTo>
                <a:lnTo>
                  <a:pt x="213086" y="88868"/>
                </a:lnTo>
                <a:lnTo>
                  <a:pt x="229402" y="46300"/>
                </a:lnTo>
                <a:lnTo>
                  <a:pt x="244030" y="0"/>
                </a:lnTo>
                <a:lnTo>
                  <a:pt x="280606" y="9144"/>
                </a:lnTo>
                <a:lnTo>
                  <a:pt x="275105" y="25137"/>
                </a:lnTo>
                <a:lnTo>
                  <a:pt x="269748" y="41005"/>
                </a:lnTo>
                <a:lnTo>
                  <a:pt x="264104" y="56587"/>
                </a:lnTo>
                <a:lnTo>
                  <a:pt x="257746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609" y="124625"/>
                </a:lnTo>
                <a:lnTo>
                  <a:pt x="224742" y="143970"/>
                </a:lnTo>
                <a:lnTo>
                  <a:pt x="214589" y="161886"/>
                </a:lnTo>
                <a:lnTo>
                  <a:pt x="204311" y="178498"/>
                </a:lnTo>
                <a:close/>
              </a:path>
              <a:path w="400050" h="424180">
                <a:moveTo>
                  <a:pt x="383715" y="387477"/>
                </a:moveTo>
                <a:lnTo>
                  <a:pt x="311086" y="387477"/>
                </a:lnTo>
                <a:lnTo>
                  <a:pt x="329136" y="384903"/>
                </a:lnTo>
                <a:lnTo>
                  <a:pt x="342328" y="377178"/>
                </a:lnTo>
                <a:lnTo>
                  <a:pt x="356940" y="315316"/>
                </a:lnTo>
                <a:lnTo>
                  <a:pt x="358306" y="275602"/>
                </a:lnTo>
                <a:lnTo>
                  <a:pt x="359472" y="225944"/>
                </a:lnTo>
                <a:lnTo>
                  <a:pt x="360451" y="169803"/>
                </a:lnTo>
                <a:lnTo>
                  <a:pt x="361378" y="103727"/>
                </a:lnTo>
                <a:lnTo>
                  <a:pt x="398878" y="103727"/>
                </a:lnTo>
                <a:lnTo>
                  <a:pt x="397997" y="143970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09" y="385476"/>
                </a:lnTo>
                <a:lnTo>
                  <a:pt x="383715" y="387477"/>
                </a:lnTo>
                <a:close/>
              </a:path>
              <a:path w="400050" h="424180">
                <a:moveTo>
                  <a:pt x="285178" y="294417"/>
                </a:moveTo>
                <a:lnTo>
                  <a:pt x="268841" y="269233"/>
                </a:lnTo>
                <a:lnTo>
                  <a:pt x="251638" y="243887"/>
                </a:lnTo>
                <a:lnTo>
                  <a:pt x="233274" y="218256"/>
                </a:lnTo>
                <a:lnTo>
                  <a:pt x="213455" y="192214"/>
                </a:lnTo>
                <a:lnTo>
                  <a:pt x="239458" y="172402"/>
                </a:lnTo>
                <a:lnTo>
                  <a:pt x="263175" y="200097"/>
                </a:lnTo>
                <a:lnTo>
                  <a:pt x="284035" y="225944"/>
                </a:lnTo>
                <a:lnTo>
                  <a:pt x="302037" y="249809"/>
                </a:lnTo>
                <a:lnTo>
                  <a:pt x="317182" y="271557"/>
                </a:lnTo>
                <a:lnTo>
                  <a:pt x="285178" y="294417"/>
                </a:lnTo>
                <a:close/>
              </a:path>
              <a:path w="400050" h="424180">
                <a:moveTo>
                  <a:pt x="318706" y="424053"/>
                </a:moveTo>
                <a:lnTo>
                  <a:pt x="278320" y="423100"/>
                </a:lnTo>
                <a:lnTo>
                  <a:pt x="237934" y="421005"/>
                </a:lnTo>
                <a:lnTo>
                  <a:pt x="234112" y="400050"/>
                </a:lnTo>
                <a:lnTo>
                  <a:pt x="232322" y="390572"/>
                </a:lnTo>
                <a:lnTo>
                  <a:pt x="230219" y="381381"/>
                </a:lnTo>
                <a:lnTo>
                  <a:pt x="231838" y="381381"/>
                </a:lnTo>
                <a:lnTo>
                  <a:pt x="253222" y="384262"/>
                </a:lnTo>
                <a:lnTo>
                  <a:pt x="273748" y="386143"/>
                </a:lnTo>
                <a:lnTo>
                  <a:pt x="293131" y="387167"/>
                </a:lnTo>
                <a:lnTo>
                  <a:pt x="311086" y="387477"/>
                </a:lnTo>
                <a:lnTo>
                  <a:pt x="383715" y="387477"/>
                </a:lnTo>
                <a:lnTo>
                  <a:pt x="371141" y="406908"/>
                </a:lnTo>
                <a:lnTo>
                  <a:pt x="348987" y="419766"/>
                </a:lnTo>
                <a:lnTo>
                  <a:pt x="318706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347" y="2962912"/>
            <a:ext cx="9963808" cy="39259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48404" y="721518"/>
            <a:ext cx="276225" cy="447040"/>
          </a:xfrm>
          <a:custGeom>
            <a:avLst/>
            <a:gdLst/>
            <a:ahLst/>
            <a:cxnLst/>
            <a:rect l="l" t="t" r="r" b="b"/>
            <a:pathLst>
              <a:path w="276225" h="447040">
                <a:moveTo>
                  <a:pt x="109823" y="446912"/>
                </a:moveTo>
                <a:lnTo>
                  <a:pt x="77406" y="445484"/>
                </a:lnTo>
                <a:lnTo>
                  <a:pt x="48589" y="441197"/>
                </a:lnTo>
                <a:lnTo>
                  <a:pt x="22932" y="434054"/>
                </a:lnTo>
                <a:lnTo>
                  <a:pt x="0" y="424052"/>
                </a:lnTo>
                <a:lnTo>
                  <a:pt x="0" y="341661"/>
                </a:lnTo>
                <a:lnTo>
                  <a:pt x="22599" y="355678"/>
                </a:lnTo>
                <a:lnTo>
                  <a:pt x="47065" y="365712"/>
                </a:lnTo>
                <a:lnTo>
                  <a:pt x="73549" y="371745"/>
                </a:lnTo>
                <a:lnTo>
                  <a:pt x="102203" y="373760"/>
                </a:lnTo>
                <a:lnTo>
                  <a:pt x="119372" y="372640"/>
                </a:lnTo>
                <a:lnTo>
                  <a:pt x="158591" y="356901"/>
                </a:lnTo>
                <a:lnTo>
                  <a:pt x="178403" y="314229"/>
                </a:lnTo>
                <a:lnTo>
                  <a:pt x="176950" y="300466"/>
                </a:lnTo>
                <a:lnTo>
                  <a:pt x="154019" y="270033"/>
                </a:lnTo>
                <a:lnTo>
                  <a:pt x="105370" y="254295"/>
                </a:lnTo>
                <a:lnTo>
                  <a:pt x="83915" y="253174"/>
                </a:lnTo>
                <a:lnTo>
                  <a:pt x="44195" y="253174"/>
                </a:lnTo>
                <a:lnTo>
                  <a:pt x="44195" y="181546"/>
                </a:lnTo>
                <a:lnTo>
                  <a:pt x="80867" y="181546"/>
                </a:lnTo>
                <a:lnTo>
                  <a:pt x="117990" y="177877"/>
                </a:lnTo>
                <a:lnTo>
                  <a:pt x="144684" y="167056"/>
                </a:lnTo>
                <a:lnTo>
                  <a:pt x="160805" y="149359"/>
                </a:lnTo>
                <a:lnTo>
                  <a:pt x="166211" y="125063"/>
                </a:lnTo>
                <a:lnTo>
                  <a:pt x="162186" y="101941"/>
                </a:lnTo>
                <a:lnTo>
                  <a:pt x="150018" y="85248"/>
                </a:lnTo>
                <a:lnTo>
                  <a:pt x="129563" y="75128"/>
                </a:lnTo>
                <a:lnTo>
                  <a:pt x="100679" y="71723"/>
                </a:lnTo>
                <a:lnTo>
                  <a:pt x="79209" y="73461"/>
                </a:lnTo>
                <a:lnTo>
                  <a:pt x="58150" y="78771"/>
                </a:lnTo>
                <a:lnTo>
                  <a:pt x="37376" y="87796"/>
                </a:lnTo>
                <a:lnTo>
                  <a:pt x="16764" y="100679"/>
                </a:lnTo>
                <a:lnTo>
                  <a:pt x="16764" y="22859"/>
                </a:lnTo>
                <a:lnTo>
                  <a:pt x="40519" y="12858"/>
                </a:lnTo>
                <a:lnTo>
                  <a:pt x="66151" y="5714"/>
                </a:lnTo>
                <a:lnTo>
                  <a:pt x="93782" y="1428"/>
                </a:lnTo>
                <a:lnTo>
                  <a:pt x="123539" y="0"/>
                </a:lnTo>
                <a:lnTo>
                  <a:pt x="154068" y="1738"/>
                </a:lnTo>
                <a:lnTo>
                  <a:pt x="205446" y="16073"/>
                </a:lnTo>
                <a:lnTo>
                  <a:pt x="241744" y="44972"/>
                </a:lnTo>
                <a:lnTo>
                  <a:pt x="260032" y="83900"/>
                </a:lnTo>
                <a:lnTo>
                  <a:pt x="262318" y="106775"/>
                </a:lnTo>
                <a:lnTo>
                  <a:pt x="257125" y="145144"/>
                </a:lnTo>
                <a:lnTo>
                  <a:pt x="241351" y="175629"/>
                </a:lnTo>
                <a:lnTo>
                  <a:pt x="214700" y="198380"/>
                </a:lnTo>
                <a:lnTo>
                  <a:pt x="176879" y="213550"/>
                </a:lnTo>
                <a:lnTo>
                  <a:pt x="198627" y="218146"/>
                </a:lnTo>
                <a:lnTo>
                  <a:pt x="234623" y="234767"/>
                </a:lnTo>
                <a:lnTo>
                  <a:pt x="269176" y="278022"/>
                </a:lnTo>
                <a:lnTo>
                  <a:pt x="276034" y="315753"/>
                </a:lnTo>
                <a:lnTo>
                  <a:pt x="273200" y="344034"/>
                </a:lnTo>
                <a:lnTo>
                  <a:pt x="250959" y="391486"/>
                </a:lnTo>
                <a:lnTo>
                  <a:pt x="207161" y="426338"/>
                </a:lnTo>
                <a:lnTo>
                  <a:pt x="146448" y="444626"/>
                </a:lnTo>
                <a:lnTo>
                  <a:pt x="10982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066" y="1067752"/>
            <a:ext cx="111347" cy="10067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10283" y="643699"/>
            <a:ext cx="1835150" cy="604520"/>
          </a:xfrm>
          <a:custGeom>
            <a:avLst/>
            <a:gdLst/>
            <a:ahLst/>
            <a:cxnLst/>
            <a:rect l="l" t="t" r="r" b="b"/>
            <a:pathLst>
              <a:path w="1835150" h="604519">
                <a:moveTo>
                  <a:pt x="579513" y="263944"/>
                </a:moveTo>
                <a:lnTo>
                  <a:pt x="515404" y="263944"/>
                </a:lnTo>
                <a:lnTo>
                  <a:pt x="515404" y="326428"/>
                </a:lnTo>
                <a:lnTo>
                  <a:pt x="515404" y="396621"/>
                </a:lnTo>
                <a:lnTo>
                  <a:pt x="515404" y="456158"/>
                </a:lnTo>
                <a:lnTo>
                  <a:pt x="515404" y="515594"/>
                </a:lnTo>
                <a:lnTo>
                  <a:pt x="513880" y="520166"/>
                </a:lnTo>
                <a:lnTo>
                  <a:pt x="510832" y="524738"/>
                </a:lnTo>
                <a:lnTo>
                  <a:pt x="506476" y="526719"/>
                </a:lnTo>
                <a:lnTo>
                  <a:pt x="499973" y="527977"/>
                </a:lnTo>
                <a:lnTo>
                  <a:pt x="490905" y="528383"/>
                </a:lnTo>
                <a:lnTo>
                  <a:pt x="478828" y="527786"/>
                </a:lnTo>
                <a:lnTo>
                  <a:pt x="478828" y="456158"/>
                </a:lnTo>
                <a:lnTo>
                  <a:pt x="515404" y="456158"/>
                </a:lnTo>
                <a:lnTo>
                  <a:pt x="515404" y="396621"/>
                </a:lnTo>
                <a:lnTo>
                  <a:pt x="478828" y="396621"/>
                </a:lnTo>
                <a:lnTo>
                  <a:pt x="478828" y="326428"/>
                </a:lnTo>
                <a:lnTo>
                  <a:pt x="515404" y="326428"/>
                </a:lnTo>
                <a:lnTo>
                  <a:pt x="515404" y="263944"/>
                </a:lnTo>
                <a:lnTo>
                  <a:pt x="427012" y="263944"/>
                </a:lnTo>
                <a:lnTo>
                  <a:pt x="427012" y="326428"/>
                </a:lnTo>
                <a:lnTo>
                  <a:pt x="427012" y="396621"/>
                </a:lnTo>
                <a:lnTo>
                  <a:pt x="390347" y="396621"/>
                </a:lnTo>
                <a:lnTo>
                  <a:pt x="390347" y="326428"/>
                </a:lnTo>
                <a:lnTo>
                  <a:pt x="427012" y="326428"/>
                </a:lnTo>
                <a:lnTo>
                  <a:pt x="427012" y="263944"/>
                </a:lnTo>
                <a:lnTo>
                  <a:pt x="338531" y="263944"/>
                </a:lnTo>
                <a:lnTo>
                  <a:pt x="338531" y="326428"/>
                </a:lnTo>
                <a:lnTo>
                  <a:pt x="338531" y="396621"/>
                </a:lnTo>
                <a:lnTo>
                  <a:pt x="301955" y="396621"/>
                </a:lnTo>
                <a:lnTo>
                  <a:pt x="301955" y="353949"/>
                </a:lnTo>
                <a:lnTo>
                  <a:pt x="301955" y="326428"/>
                </a:lnTo>
                <a:lnTo>
                  <a:pt x="338531" y="326428"/>
                </a:lnTo>
                <a:lnTo>
                  <a:pt x="338531" y="263944"/>
                </a:lnTo>
                <a:lnTo>
                  <a:pt x="256133" y="263944"/>
                </a:lnTo>
                <a:lnTo>
                  <a:pt x="256133" y="227266"/>
                </a:lnTo>
                <a:lnTo>
                  <a:pt x="571893" y="227266"/>
                </a:lnTo>
                <a:lnTo>
                  <a:pt x="571893" y="212026"/>
                </a:lnTo>
                <a:lnTo>
                  <a:pt x="571893" y="187642"/>
                </a:lnTo>
                <a:lnTo>
                  <a:pt x="571893" y="163258"/>
                </a:lnTo>
                <a:lnTo>
                  <a:pt x="571893" y="123545"/>
                </a:lnTo>
                <a:lnTo>
                  <a:pt x="571893" y="59537"/>
                </a:lnTo>
                <a:lnTo>
                  <a:pt x="500164" y="59537"/>
                </a:lnTo>
                <a:lnTo>
                  <a:pt x="500164" y="123545"/>
                </a:lnTo>
                <a:lnTo>
                  <a:pt x="500164" y="163258"/>
                </a:lnTo>
                <a:lnTo>
                  <a:pt x="256133" y="163258"/>
                </a:lnTo>
                <a:lnTo>
                  <a:pt x="256133" y="123545"/>
                </a:lnTo>
                <a:lnTo>
                  <a:pt x="500164" y="123545"/>
                </a:lnTo>
                <a:lnTo>
                  <a:pt x="500164" y="59537"/>
                </a:lnTo>
                <a:lnTo>
                  <a:pt x="431584" y="59537"/>
                </a:lnTo>
                <a:lnTo>
                  <a:pt x="425564" y="46380"/>
                </a:lnTo>
                <a:lnTo>
                  <a:pt x="418820" y="32067"/>
                </a:lnTo>
                <a:lnTo>
                  <a:pt x="411226" y="16598"/>
                </a:lnTo>
                <a:lnTo>
                  <a:pt x="402628" y="0"/>
                </a:lnTo>
                <a:lnTo>
                  <a:pt x="320243" y="22860"/>
                </a:lnTo>
                <a:lnTo>
                  <a:pt x="325666" y="32054"/>
                </a:lnTo>
                <a:lnTo>
                  <a:pt x="330530" y="41236"/>
                </a:lnTo>
                <a:lnTo>
                  <a:pt x="334810" y="50393"/>
                </a:lnTo>
                <a:lnTo>
                  <a:pt x="338531" y="59537"/>
                </a:lnTo>
                <a:lnTo>
                  <a:pt x="186029" y="59537"/>
                </a:lnTo>
                <a:lnTo>
                  <a:pt x="186029" y="163258"/>
                </a:lnTo>
                <a:lnTo>
                  <a:pt x="143357" y="146494"/>
                </a:lnTo>
                <a:lnTo>
                  <a:pt x="138518" y="156768"/>
                </a:lnTo>
                <a:lnTo>
                  <a:pt x="133248" y="166878"/>
                </a:lnTo>
                <a:lnTo>
                  <a:pt x="127673" y="176720"/>
                </a:lnTo>
                <a:lnTo>
                  <a:pt x="121932" y="186118"/>
                </a:lnTo>
                <a:lnTo>
                  <a:pt x="110807" y="186359"/>
                </a:lnTo>
                <a:lnTo>
                  <a:pt x="90855" y="187413"/>
                </a:lnTo>
                <a:lnTo>
                  <a:pt x="82308" y="187642"/>
                </a:lnTo>
                <a:lnTo>
                  <a:pt x="98933" y="162509"/>
                </a:lnTo>
                <a:lnTo>
                  <a:pt x="119303" y="128358"/>
                </a:lnTo>
                <a:lnTo>
                  <a:pt x="143675" y="85344"/>
                </a:lnTo>
                <a:lnTo>
                  <a:pt x="172313" y="33629"/>
                </a:lnTo>
                <a:lnTo>
                  <a:pt x="99072" y="3048"/>
                </a:lnTo>
                <a:lnTo>
                  <a:pt x="68186" y="70586"/>
                </a:lnTo>
                <a:lnTo>
                  <a:pt x="41732" y="124536"/>
                </a:lnTo>
                <a:lnTo>
                  <a:pt x="19558" y="165036"/>
                </a:lnTo>
                <a:lnTo>
                  <a:pt x="1524" y="192214"/>
                </a:lnTo>
                <a:lnTo>
                  <a:pt x="19824" y="257848"/>
                </a:lnTo>
                <a:lnTo>
                  <a:pt x="34937" y="255828"/>
                </a:lnTo>
                <a:lnTo>
                  <a:pt x="50495" y="254228"/>
                </a:lnTo>
                <a:lnTo>
                  <a:pt x="82308" y="251752"/>
                </a:lnTo>
                <a:lnTo>
                  <a:pt x="64249" y="280593"/>
                </a:lnTo>
                <a:lnTo>
                  <a:pt x="46494" y="307581"/>
                </a:lnTo>
                <a:lnTo>
                  <a:pt x="28727" y="332587"/>
                </a:lnTo>
                <a:lnTo>
                  <a:pt x="10668" y="355473"/>
                </a:lnTo>
                <a:lnTo>
                  <a:pt x="32016" y="421005"/>
                </a:lnTo>
                <a:lnTo>
                  <a:pt x="58585" y="416725"/>
                </a:lnTo>
                <a:lnTo>
                  <a:pt x="90309" y="413004"/>
                </a:lnTo>
                <a:lnTo>
                  <a:pt x="127203" y="409867"/>
                </a:lnTo>
                <a:lnTo>
                  <a:pt x="169265" y="407289"/>
                </a:lnTo>
                <a:lnTo>
                  <a:pt x="169532" y="393319"/>
                </a:lnTo>
                <a:lnTo>
                  <a:pt x="170218" y="376618"/>
                </a:lnTo>
                <a:lnTo>
                  <a:pt x="171996" y="341757"/>
                </a:lnTo>
                <a:lnTo>
                  <a:pt x="172313" y="335572"/>
                </a:lnTo>
                <a:lnTo>
                  <a:pt x="108216" y="341757"/>
                </a:lnTo>
                <a:lnTo>
                  <a:pt x="142582" y="288328"/>
                </a:lnTo>
                <a:lnTo>
                  <a:pt x="163156" y="252920"/>
                </a:lnTo>
                <a:lnTo>
                  <a:pt x="186029" y="212026"/>
                </a:lnTo>
                <a:lnTo>
                  <a:pt x="186029" y="268516"/>
                </a:lnTo>
                <a:lnTo>
                  <a:pt x="184619" y="318249"/>
                </a:lnTo>
                <a:lnTo>
                  <a:pt x="180505" y="364591"/>
                </a:lnTo>
                <a:lnTo>
                  <a:pt x="173812" y="407504"/>
                </a:lnTo>
                <a:lnTo>
                  <a:pt x="164693" y="447014"/>
                </a:lnTo>
                <a:lnTo>
                  <a:pt x="0" y="469874"/>
                </a:lnTo>
                <a:lnTo>
                  <a:pt x="15252" y="543026"/>
                </a:lnTo>
                <a:lnTo>
                  <a:pt x="137261" y="523214"/>
                </a:lnTo>
                <a:lnTo>
                  <a:pt x="131533" y="533260"/>
                </a:lnTo>
                <a:lnTo>
                  <a:pt x="125780" y="542886"/>
                </a:lnTo>
                <a:lnTo>
                  <a:pt x="120040" y="552221"/>
                </a:lnTo>
                <a:lnTo>
                  <a:pt x="114312" y="561416"/>
                </a:lnTo>
                <a:lnTo>
                  <a:pt x="131813" y="569671"/>
                </a:lnTo>
                <a:lnTo>
                  <a:pt x="147726" y="578370"/>
                </a:lnTo>
                <a:lnTo>
                  <a:pt x="162191" y="587336"/>
                </a:lnTo>
                <a:lnTo>
                  <a:pt x="175361" y="596468"/>
                </a:lnTo>
                <a:lnTo>
                  <a:pt x="194183" y="563346"/>
                </a:lnTo>
                <a:lnTo>
                  <a:pt x="210108" y="523214"/>
                </a:lnTo>
                <a:lnTo>
                  <a:pt x="223862" y="474027"/>
                </a:lnTo>
                <a:lnTo>
                  <a:pt x="234569" y="417842"/>
                </a:lnTo>
                <a:lnTo>
                  <a:pt x="242417" y="353949"/>
                </a:lnTo>
                <a:lnTo>
                  <a:pt x="242417" y="593420"/>
                </a:lnTo>
                <a:lnTo>
                  <a:pt x="301955" y="593420"/>
                </a:lnTo>
                <a:lnTo>
                  <a:pt x="301955" y="456158"/>
                </a:lnTo>
                <a:lnTo>
                  <a:pt x="338531" y="456158"/>
                </a:lnTo>
                <a:lnTo>
                  <a:pt x="338531" y="575132"/>
                </a:lnTo>
                <a:lnTo>
                  <a:pt x="390347" y="575132"/>
                </a:lnTo>
                <a:lnTo>
                  <a:pt x="390347" y="456158"/>
                </a:lnTo>
                <a:lnTo>
                  <a:pt x="427012" y="456158"/>
                </a:lnTo>
                <a:lnTo>
                  <a:pt x="427012" y="567512"/>
                </a:lnTo>
                <a:lnTo>
                  <a:pt x="462064" y="567512"/>
                </a:lnTo>
                <a:lnTo>
                  <a:pt x="463423" y="575132"/>
                </a:lnTo>
                <a:lnTo>
                  <a:pt x="466775" y="590219"/>
                </a:lnTo>
                <a:lnTo>
                  <a:pt x="468160" y="597992"/>
                </a:lnTo>
                <a:lnTo>
                  <a:pt x="496163" y="596582"/>
                </a:lnTo>
                <a:lnTo>
                  <a:pt x="535063" y="592632"/>
                </a:lnTo>
                <a:lnTo>
                  <a:pt x="570369" y="570560"/>
                </a:lnTo>
                <a:lnTo>
                  <a:pt x="579513" y="529310"/>
                </a:lnTo>
                <a:lnTo>
                  <a:pt x="579513" y="528383"/>
                </a:lnTo>
                <a:lnTo>
                  <a:pt x="579513" y="456158"/>
                </a:lnTo>
                <a:lnTo>
                  <a:pt x="579513" y="396621"/>
                </a:lnTo>
                <a:lnTo>
                  <a:pt x="579513" y="326428"/>
                </a:lnTo>
                <a:lnTo>
                  <a:pt x="579513" y="263944"/>
                </a:lnTo>
                <a:close/>
              </a:path>
              <a:path w="1835150" h="604519">
                <a:moveTo>
                  <a:pt x="873836" y="372249"/>
                </a:moveTo>
                <a:lnTo>
                  <a:pt x="868959" y="367677"/>
                </a:lnTo>
                <a:lnTo>
                  <a:pt x="850963" y="350774"/>
                </a:lnTo>
                <a:lnTo>
                  <a:pt x="830389" y="332003"/>
                </a:lnTo>
                <a:lnTo>
                  <a:pt x="815467" y="318808"/>
                </a:lnTo>
                <a:lnTo>
                  <a:pt x="812063" y="315798"/>
                </a:lnTo>
                <a:lnTo>
                  <a:pt x="796010" y="302044"/>
                </a:lnTo>
                <a:lnTo>
                  <a:pt x="779246" y="318808"/>
                </a:lnTo>
                <a:lnTo>
                  <a:pt x="779246" y="251752"/>
                </a:lnTo>
                <a:lnTo>
                  <a:pt x="847928" y="251752"/>
                </a:lnTo>
                <a:lnTo>
                  <a:pt x="847928" y="180022"/>
                </a:lnTo>
                <a:lnTo>
                  <a:pt x="779246" y="180022"/>
                </a:lnTo>
                <a:lnTo>
                  <a:pt x="779246" y="114401"/>
                </a:lnTo>
                <a:lnTo>
                  <a:pt x="779246" y="105257"/>
                </a:lnTo>
                <a:lnTo>
                  <a:pt x="797547" y="102704"/>
                </a:lnTo>
                <a:lnTo>
                  <a:pt x="815873" y="99733"/>
                </a:lnTo>
                <a:lnTo>
                  <a:pt x="852500" y="93065"/>
                </a:lnTo>
                <a:lnTo>
                  <a:pt x="832688" y="18288"/>
                </a:lnTo>
                <a:lnTo>
                  <a:pt x="774636" y="27520"/>
                </a:lnTo>
                <a:lnTo>
                  <a:pt x="719620" y="34569"/>
                </a:lnTo>
                <a:lnTo>
                  <a:pt x="667740" y="39611"/>
                </a:lnTo>
                <a:lnTo>
                  <a:pt x="619125" y="42773"/>
                </a:lnTo>
                <a:lnTo>
                  <a:pt x="622300" y="59626"/>
                </a:lnTo>
                <a:lnTo>
                  <a:pt x="625043" y="78206"/>
                </a:lnTo>
                <a:lnTo>
                  <a:pt x="627494" y="98488"/>
                </a:lnTo>
                <a:lnTo>
                  <a:pt x="629805" y="120497"/>
                </a:lnTo>
                <a:lnTo>
                  <a:pt x="665657" y="118021"/>
                </a:lnTo>
                <a:lnTo>
                  <a:pt x="683463" y="116420"/>
                </a:lnTo>
                <a:lnTo>
                  <a:pt x="701522" y="114401"/>
                </a:lnTo>
                <a:lnTo>
                  <a:pt x="701522" y="180022"/>
                </a:lnTo>
                <a:lnTo>
                  <a:pt x="620661" y="180022"/>
                </a:lnTo>
                <a:lnTo>
                  <a:pt x="620661" y="251752"/>
                </a:lnTo>
                <a:lnTo>
                  <a:pt x="689330" y="251752"/>
                </a:lnTo>
                <a:lnTo>
                  <a:pt x="672731" y="294081"/>
                </a:lnTo>
                <a:lnTo>
                  <a:pt x="655142" y="332003"/>
                </a:lnTo>
                <a:lnTo>
                  <a:pt x="636727" y="365633"/>
                </a:lnTo>
                <a:lnTo>
                  <a:pt x="617601" y="395109"/>
                </a:lnTo>
                <a:lnTo>
                  <a:pt x="626198" y="420293"/>
                </a:lnTo>
                <a:lnTo>
                  <a:pt x="633806" y="445630"/>
                </a:lnTo>
                <a:lnTo>
                  <a:pt x="640537" y="471258"/>
                </a:lnTo>
                <a:lnTo>
                  <a:pt x="646569" y="497306"/>
                </a:lnTo>
                <a:lnTo>
                  <a:pt x="662012" y="466115"/>
                </a:lnTo>
                <a:lnTo>
                  <a:pt x="676325" y="434200"/>
                </a:lnTo>
                <a:lnTo>
                  <a:pt x="689508" y="401434"/>
                </a:lnTo>
                <a:lnTo>
                  <a:pt x="701522" y="367677"/>
                </a:lnTo>
                <a:lnTo>
                  <a:pt x="701522" y="599516"/>
                </a:lnTo>
                <a:lnTo>
                  <a:pt x="779246" y="599516"/>
                </a:lnTo>
                <a:lnTo>
                  <a:pt x="779246" y="375297"/>
                </a:lnTo>
                <a:lnTo>
                  <a:pt x="788682" y="386981"/>
                </a:lnTo>
                <a:lnTo>
                  <a:pt x="798690" y="399110"/>
                </a:lnTo>
                <a:lnTo>
                  <a:pt x="809294" y="411505"/>
                </a:lnTo>
                <a:lnTo>
                  <a:pt x="820496" y="424065"/>
                </a:lnTo>
                <a:lnTo>
                  <a:pt x="870686" y="375297"/>
                </a:lnTo>
                <a:lnTo>
                  <a:pt x="873836" y="372249"/>
                </a:lnTo>
                <a:close/>
              </a:path>
              <a:path w="1835150" h="604519">
                <a:moveTo>
                  <a:pt x="1181874" y="28956"/>
                </a:moveTo>
                <a:lnTo>
                  <a:pt x="1102626" y="28956"/>
                </a:lnTo>
                <a:lnTo>
                  <a:pt x="1102626" y="97637"/>
                </a:lnTo>
                <a:lnTo>
                  <a:pt x="1102626" y="160210"/>
                </a:lnTo>
                <a:lnTo>
                  <a:pt x="948512" y="160210"/>
                </a:lnTo>
                <a:lnTo>
                  <a:pt x="948512" y="97637"/>
                </a:lnTo>
                <a:lnTo>
                  <a:pt x="1102626" y="97637"/>
                </a:lnTo>
                <a:lnTo>
                  <a:pt x="1102626" y="28956"/>
                </a:lnTo>
                <a:lnTo>
                  <a:pt x="867740" y="28956"/>
                </a:lnTo>
                <a:lnTo>
                  <a:pt x="867740" y="230327"/>
                </a:lnTo>
                <a:lnTo>
                  <a:pt x="1181874" y="230327"/>
                </a:lnTo>
                <a:lnTo>
                  <a:pt x="1181874" y="160210"/>
                </a:lnTo>
                <a:lnTo>
                  <a:pt x="1181874" y="97637"/>
                </a:lnTo>
                <a:lnTo>
                  <a:pt x="1181874" y="28956"/>
                </a:lnTo>
                <a:close/>
              </a:path>
              <a:path w="1835150" h="604519">
                <a:moveTo>
                  <a:pt x="1216926" y="511022"/>
                </a:moveTo>
                <a:lnTo>
                  <a:pt x="1065949" y="511022"/>
                </a:lnTo>
                <a:lnTo>
                  <a:pt x="1065949" y="459206"/>
                </a:lnTo>
                <a:lnTo>
                  <a:pt x="1184922" y="459206"/>
                </a:lnTo>
                <a:lnTo>
                  <a:pt x="1184922" y="392061"/>
                </a:lnTo>
                <a:lnTo>
                  <a:pt x="1065949" y="392061"/>
                </a:lnTo>
                <a:lnTo>
                  <a:pt x="1065949" y="341769"/>
                </a:lnTo>
                <a:lnTo>
                  <a:pt x="1201686" y="341769"/>
                </a:lnTo>
                <a:lnTo>
                  <a:pt x="1201686" y="271564"/>
                </a:lnTo>
                <a:lnTo>
                  <a:pt x="855548" y="271564"/>
                </a:lnTo>
                <a:lnTo>
                  <a:pt x="855548" y="341769"/>
                </a:lnTo>
                <a:lnTo>
                  <a:pt x="983653" y="341769"/>
                </a:lnTo>
                <a:lnTo>
                  <a:pt x="983653" y="392061"/>
                </a:lnTo>
                <a:lnTo>
                  <a:pt x="866216" y="392061"/>
                </a:lnTo>
                <a:lnTo>
                  <a:pt x="866216" y="459206"/>
                </a:lnTo>
                <a:lnTo>
                  <a:pt x="983653" y="459206"/>
                </a:lnTo>
                <a:lnTo>
                  <a:pt x="983653" y="511022"/>
                </a:lnTo>
                <a:lnTo>
                  <a:pt x="825068" y="511022"/>
                </a:lnTo>
                <a:lnTo>
                  <a:pt x="825068" y="581228"/>
                </a:lnTo>
                <a:lnTo>
                  <a:pt x="1216926" y="581228"/>
                </a:lnTo>
                <a:lnTo>
                  <a:pt x="1216926" y="511022"/>
                </a:lnTo>
                <a:close/>
              </a:path>
              <a:path w="1835150" h="604519">
                <a:moveTo>
                  <a:pt x="1500581" y="25908"/>
                </a:moveTo>
                <a:lnTo>
                  <a:pt x="1432001" y="25908"/>
                </a:lnTo>
                <a:lnTo>
                  <a:pt x="1432001" y="82397"/>
                </a:lnTo>
                <a:lnTo>
                  <a:pt x="1432001" y="117449"/>
                </a:lnTo>
                <a:lnTo>
                  <a:pt x="1432001" y="167843"/>
                </a:lnTo>
                <a:lnTo>
                  <a:pt x="1432001" y="202895"/>
                </a:lnTo>
                <a:lnTo>
                  <a:pt x="1334363" y="202895"/>
                </a:lnTo>
                <a:lnTo>
                  <a:pt x="1334363" y="167843"/>
                </a:lnTo>
                <a:lnTo>
                  <a:pt x="1432001" y="167843"/>
                </a:lnTo>
                <a:lnTo>
                  <a:pt x="1432001" y="117449"/>
                </a:lnTo>
                <a:lnTo>
                  <a:pt x="1334363" y="117449"/>
                </a:lnTo>
                <a:lnTo>
                  <a:pt x="1334363" y="82397"/>
                </a:lnTo>
                <a:lnTo>
                  <a:pt x="1432001" y="82397"/>
                </a:lnTo>
                <a:lnTo>
                  <a:pt x="1432001" y="25908"/>
                </a:lnTo>
                <a:lnTo>
                  <a:pt x="1265783" y="25908"/>
                </a:lnTo>
                <a:lnTo>
                  <a:pt x="1265783" y="259372"/>
                </a:lnTo>
                <a:lnTo>
                  <a:pt x="1500581" y="259372"/>
                </a:lnTo>
                <a:lnTo>
                  <a:pt x="1500581" y="202895"/>
                </a:lnTo>
                <a:lnTo>
                  <a:pt x="1500581" y="167843"/>
                </a:lnTo>
                <a:lnTo>
                  <a:pt x="1500581" y="117449"/>
                </a:lnTo>
                <a:lnTo>
                  <a:pt x="1500581" y="82397"/>
                </a:lnTo>
                <a:lnTo>
                  <a:pt x="1500581" y="25908"/>
                </a:lnTo>
                <a:close/>
              </a:path>
              <a:path w="1835150" h="604519">
                <a:moveTo>
                  <a:pt x="1820900" y="27444"/>
                </a:moveTo>
                <a:lnTo>
                  <a:pt x="1525054" y="27444"/>
                </a:lnTo>
                <a:lnTo>
                  <a:pt x="1525054" y="86969"/>
                </a:lnTo>
                <a:lnTo>
                  <a:pt x="1622590" y="86969"/>
                </a:lnTo>
                <a:lnTo>
                  <a:pt x="1621180" y="98425"/>
                </a:lnTo>
                <a:lnTo>
                  <a:pt x="1619351" y="110032"/>
                </a:lnTo>
                <a:lnTo>
                  <a:pt x="1617230" y="121945"/>
                </a:lnTo>
                <a:lnTo>
                  <a:pt x="1614970" y="134315"/>
                </a:lnTo>
                <a:lnTo>
                  <a:pt x="1535722" y="134315"/>
                </a:lnTo>
                <a:lnTo>
                  <a:pt x="1535722" y="385965"/>
                </a:lnTo>
                <a:lnTo>
                  <a:pt x="1604302" y="385965"/>
                </a:lnTo>
                <a:lnTo>
                  <a:pt x="1604302" y="195275"/>
                </a:lnTo>
                <a:lnTo>
                  <a:pt x="1733943" y="195275"/>
                </a:lnTo>
                <a:lnTo>
                  <a:pt x="1733943" y="387489"/>
                </a:lnTo>
                <a:lnTo>
                  <a:pt x="1802612" y="387489"/>
                </a:lnTo>
                <a:lnTo>
                  <a:pt x="1802612" y="195275"/>
                </a:lnTo>
                <a:lnTo>
                  <a:pt x="1802612" y="134315"/>
                </a:lnTo>
                <a:lnTo>
                  <a:pt x="1689747" y="134315"/>
                </a:lnTo>
                <a:lnTo>
                  <a:pt x="1694319" y="111175"/>
                </a:lnTo>
                <a:lnTo>
                  <a:pt x="1696605" y="99275"/>
                </a:lnTo>
                <a:lnTo>
                  <a:pt x="1698891" y="86969"/>
                </a:lnTo>
                <a:lnTo>
                  <a:pt x="1820900" y="86969"/>
                </a:lnTo>
                <a:lnTo>
                  <a:pt x="1820900" y="27444"/>
                </a:lnTo>
                <a:close/>
              </a:path>
              <a:path w="1835150" h="604519">
                <a:moveTo>
                  <a:pt x="1834616" y="512546"/>
                </a:moveTo>
                <a:lnTo>
                  <a:pt x="1787372" y="514070"/>
                </a:lnTo>
                <a:lnTo>
                  <a:pt x="1833092" y="459206"/>
                </a:lnTo>
                <a:lnTo>
                  <a:pt x="1801075" y="437146"/>
                </a:lnTo>
                <a:lnTo>
                  <a:pt x="1788134" y="428637"/>
                </a:lnTo>
                <a:lnTo>
                  <a:pt x="1779663" y="423062"/>
                </a:lnTo>
                <a:lnTo>
                  <a:pt x="1779663" y="514070"/>
                </a:lnTo>
                <a:lnTo>
                  <a:pt x="1555534" y="515594"/>
                </a:lnTo>
                <a:lnTo>
                  <a:pt x="1558366" y="514070"/>
                </a:lnTo>
                <a:lnTo>
                  <a:pt x="1589582" y="497306"/>
                </a:lnTo>
                <a:lnTo>
                  <a:pt x="1618792" y="476719"/>
                </a:lnTo>
                <a:lnTo>
                  <a:pt x="1643443" y="453834"/>
                </a:lnTo>
                <a:lnTo>
                  <a:pt x="1663839" y="428637"/>
                </a:lnTo>
                <a:lnTo>
                  <a:pt x="1693291" y="448665"/>
                </a:lnTo>
                <a:lnTo>
                  <a:pt x="1722323" y="469671"/>
                </a:lnTo>
                <a:lnTo>
                  <a:pt x="1751063" y="491515"/>
                </a:lnTo>
                <a:lnTo>
                  <a:pt x="1779663" y="514070"/>
                </a:lnTo>
                <a:lnTo>
                  <a:pt x="1779663" y="423062"/>
                </a:lnTo>
                <a:lnTo>
                  <a:pt x="1766747" y="414540"/>
                </a:lnTo>
                <a:lnTo>
                  <a:pt x="1730146" y="391388"/>
                </a:lnTo>
                <a:lnTo>
                  <a:pt x="1691271" y="367677"/>
                </a:lnTo>
                <a:lnTo>
                  <a:pt x="1695500" y="347395"/>
                </a:lnTo>
                <a:lnTo>
                  <a:pt x="1698891" y="325526"/>
                </a:lnTo>
                <a:lnTo>
                  <a:pt x="1701126" y="302221"/>
                </a:lnTo>
                <a:lnTo>
                  <a:pt x="1701939" y="277660"/>
                </a:lnTo>
                <a:lnTo>
                  <a:pt x="1701939" y="221183"/>
                </a:lnTo>
                <a:lnTo>
                  <a:pt x="1636306" y="221183"/>
                </a:lnTo>
                <a:lnTo>
                  <a:pt x="1636306" y="274612"/>
                </a:lnTo>
                <a:lnTo>
                  <a:pt x="1633740" y="314299"/>
                </a:lnTo>
                <a:lnTo>
                  <a:pt x="1613166" y="377139"/>
                </a:lnTo>
                <a:lnTo>
                  <a:pt x="1572895" y="418592"/>
                </a:lnTo>
                <a:lnTo>
                  <a:pt x="1518602" y="447332"/>
                </a:lnTo>
                <a:lnTo>
                  <a:pt x="1486865" y="457682"/>
                </a:lnTo>
                <a:lnTo>
                  <a:pt x="1498282" y="470776"/>
                </a:lnTo>
                <a:lnTo>
                  <a:pt x="1509572" y="484733"/>
                </a:lnTo>
                <a:lnTo>
                  <a:pt x="1520583" y="499262"/>
                </a:lnTo>
                <a:lnTo>
                  <a:pt x="1531150" y="514070"/>
                </a:lnTo>
                <a:lnTo>
                  <a:pt x="1504518" y="513194"/>
                </a:lnTo>
                <a:lnTo>
                  <a:pt x="1479626" y="510451"/>
                </a:lnTo>
                <a:lnTo>
                  <a:pt x="1474978" y="509498"/>
                </a:lnTo>
                <a:lnTo>
                  <a:pt x="1456474" y="505714"/>
                </a:lnTo>
                <a:lnTo>
                  <a:pt x="1435049" y="498830"/>
                </a:lnTo>
                <a:lnTo>
                  <a:pt x="1435049" y="460730"/>
                </a:lnTo>
                <a:lnTo>
                  <a:pt x="1435049" y="445490"/>
                </a:lnTo>
                <a:lnTo>
                  <a:pt x="1506677" y="445490"/>
                </a:lnTo>
                <a:lnTo>
                  <a:pt x="1506677" y="385965"/>
                </a:lnTo>
                <a:lnTo>
                  <a:pt x="1435049" y="385965"/>
                </a:lnTo>
                <a:lnTo>
                  <a:pt x="1435049" y="347865"/>
                </a:lnTo>
                <a:lnTo>
                  <a:pt x="1514386" y="347865"/>
                </a:lnTo>
                <a:lnTo>
                  <a:pt x="1514386" y="286804"/>
                </a:lnTo>
                <a:lnTo>
                  <a:pt x="1239875" y="286804"/>
                </a:lnTo>
                <a:lnTo>
                  <a:pt x="1239875" y="347865"/>
                </a:lnTo>
                <a:lnTo>
                  <a:pt x="1360271" y="347865"/>
                </a:lnTo>
                <a:lnTo>
                  <a:pt x="1360271" y="460730"/>
                </a:lnTo>
                <a:lnTo>
                  <a:pt x="1352537" y="455663"/>
                </a:lnTo>
                <a:lnTo>
                  <a:pt x="1345222" y="449859"/>
                </a:lnTo>
                <a:lnTo>
                  <a:pt x="1331315" y="437781"/>
                </a:lnTo>
                <a:lnTo>
                  <a:pt x="1332191" y="421754"/>
                </a:lnTo>
                <a:lnTo>
                  <a:pt x="1332649" y="405587"/>
                </a:lnTo>
                <a:lnTo>
                  <a:pt x="1332788" y="391388"/>
                </a:lnTo>
                <a:lnTo>
                  <a:pt x="1332839" y="372249"/>
                </a:lnTo>
                <a:lnTo>
                  <a:pt x="1267307" y="372249"/>
                </a:lnTo>
                <a:lnTo>
                  <a:pt x="1265288" y="427228"/>
                </a:lnTo>
                <a:lnTo>
                  <a:pt x="1259116" y="473481"/>
                </a:lnTo>
                <a:lnTo>
                  <a:pt x="1248664" y="511429"/>
                </a:lnTo>
                <a:lnTo>
                  <a:pt x="1233779" y="541502"/>
                </a:lnTo>
                <a:lnTo>
                  <a:pt x="1251191" y="559041"/>
                </a:lnTo>
                <a:lnTo>
                  <a:pt x="1266736" y="575119"/>
                </a:lnTo>
                <a:lnTo>
                  <a:pt x="1280287" y="590029"/>
                </a:lnTo>
                <a:lnTo>
                  <a:pt x="1291691" y="604088"/>
                </a:lnTo>
                <a:lnTo>
                  <a:pt x="1302270" y="585241"/>
                </a:lnTo>
                <a:lnTo>
                  <a:pt x="1311122" y="563118"/>
                </a:lnTo>
                <a:lnTo>
                  <a:pt x="1318272" y="537819"/>
                </a:lnTo>
                <a:lnTo>
                  <a:pt x="1323695" y="509498"/>
                </a:lnTo>
                <a:lnTo>
                  <a:pt x="1338580" y="521500"/>
                </a:lnTo>
                <a:lnTo>
                  <a:pt x="1384757" y="550748"/>
                </a:lnTo>
                <a:lnTo>
                  <a:pt x="1434261" y="569607"/>
                </a:lnTo>
                <a:lnTo>
                  <a:pt x="1499857" y="579323"/>
                </a:lnTo>
                <a:lnTo>
                  <a:pt x="1581442" y="582752"/>
                </a:lnTo>
                <a:lnTo>
                  <a:pt x="1813280" y="582752"/>
                </a:lnTo>
                <a:lnTo>
                  <a:pt x="1817255" y="564705"/>
                </a:lnTo>
                <a:lnTo>
                  <a:pt x="1822234" y="547077"/>
                </a:lnTo>
                <a:lnTo>
                  <a:pt x="1828063" y="529729"/>
                </a:lnTo>
                <a:lnTo>
                  <a:pt x="1833460" y="515594"/>
                </a:lnTo>
                <a:lnTo>
                  <a:pt x="1834032" y="514070"/>
                </a:lnTo>
                <a:lnTo>
                  <a:pt x="1834616" y="51254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630917" y="645223"/>
            <a:ext cx="1807210" cy="604520"/>
          </a:xfrm>
          <a:custGeom>
            <a:avLst/>
            <a:gdLst/>
            <a:ahLst/>
            <a:cxnLst/>
            <a:rect l="l" t="t" r="r" b="b"/>
            <a:pathLst>
              <a:path w="1807210" h="604519">
                <a:moveTo>
                  <a:pt x="144881" y="241084"/>
                </a:moveTo>
                <a:lnTo>
                  <a:pt x="96304" y="201180"/>
                </a:lnTo>
                <a:lnTo>
                  <a:pt x="72656" y="182486"/>
                </a:lnTo>
                <a:lnTo>
                  <a:pt x="48869" y="164782"/>
                </a:lnTo>
                <a:lnTo>
                  <a:pt x="0" y="221170"/>
                </a:lnTo>
                <a:lnTo>
                  <a:pt x="20281" y="240118"/>
                </a:lnTo>
                <a:lnTo>
                  <a:pt x="65455" y="281927"/>
                </a:lnTo>
                <a:lnTo>
                  <a:pt x="90017" y="305092"/>
                </a:lnTo>
                <a:lnTo>
                  <a:pt x="144881" y="241084"/>
                </a:lnTo>
                <a:close/>
              </a:path>
              <a:path w="1807210" h="604519">
                <a:moveTo>
                  <a:pt x="146405" y="367677"/>
                </a:moveTo>
                <a:lnTo>
                  <a:pt x="126974" y="361645"/>
                </a:lnTo>
                <a:lnTo>
                  <a:pt x="107543" y="354901"/>
                </a:lnTo>
                <a:lnTo>
                  <a:pt x="88112" y="347268"/>
                </a:lnTo>
                <a:lnTo>
                  <a:pt x="68681" y="338620"/>
                </a:lnTo>
                <a:lnTo>
                  <a:pt x="58267" y="389356"/>
                </a:lnTo>
                <a:lnTo>
                  <a:pt x="47269" y="437324"/>
                </a:lnTo>
                <a:lnTo>
                  <a:pt x="35814" y="482650"/>
                </a:lnTo>
                <a:lnTo>
                  <a:pt x="24066" y="525487"/>
                </a:lnTo>
                <a:lnTo>
                  <a:pt x="12192" y="565988"/>
                </a:lnTo>
                <a:lnTo>
                  <a:pt x="30162" y="571080"/>
                </a:lnTo>
                <a:lnTo>
                  <a:pt x="49580" y="577037"/>
                </a:lnTo>
                <a:lnTo>
                  <a:pt x="91541" y="590372"/>
                </a:lnTo>
                <a:lnTo>
                  <a:pt x="102514" y="542594"/>
                </a:lnTo>
                <a:lnTo>
                  <a:pt x="113487" y="496354"/>
                </a:lnTo>
                <a:lnTo>
                  <a:pt x="124460" y="451739"/>
                </a:lnTo>
                <a:lnTo>
                  <a:pt x="135432" y="408813"/>
                </a:lnTo>
                <a:lnTo>
                  <a:pt x="146405" y="367677"/>
                </a:lnTo>
                <a:close/>
              </a:path>
              <a:path w="1807210" h="604519">
                <a:moveTo>
                  <a:pt x="170789" y="85445"/>
                </a:moveTo>
                <a:lnTo>
                  <a:pt x="145376" y="64300"/>
                </a:lnTo>
                <a:lnTo>
                  <a:pt x="119545" y="44284"/>
                </a:lnTo>
                <a:lnTo>
                  <a:pt x="93421" y="25400"/>
                </a:lnTo>
                <a:lnTo>
                  <a:pt x="67157" y="7620"/>
                </a:lnTo>
                <a:lnTo>
                  <a:pt x="13716" y="61061"/>
                </a:lnTo>
                <a:lnTo>
                  <a:pt x="38658" y="81927"/>
                </a:lnTo>
                <a:lnTo>
                  <a:pt x="63144" y="103365"/>
                </a:lnTo>
                <a:lnTo>
                  <a:pt x="87325" y="125399"/>
                </a:lnTo>
                <a:lnTo>
                  <a:pt x="111353" y="148018"/>
                </a:lnTo>
                <a:lnTo>
                  <a:pt x="170789" y="85445"/>
                </a:lnTo>
                <a:close/>
              </a:path>
              <a:path w="1807210" h="604519">
                <a:moveTo>
                  <a:pt x="304990" y="343293"/>
                </a:moveTo>
                <a:lnTo>
                  <a:pt x="239458" y="303568"/>
                </a:lnTo>
                <a:lnTo>
                  <a:pt x="219773" y="333362"/>
                </a:lnTo>
                <a:lnTo>
                  <a:pt x="197358" y="363283"/>
                </a:lnTo>
                <a:lnTo>
                  <a:pt x="172339" y="393458"/>
                </a:lnTo>
                <a:lnTo>
                  <a:pt x="144881" y="424065"/>
                </a:lnTo>
                <a:lnTo>
                  <a:pt x="160896" y="434936"/>
                </a:lnTo>
                <a:lnTo>
                  <a:pt x="176936" y="446963"/>
                </a:lnTo>
                <a:lnTo>
                  <a:pt x="192963" y="460146"/>
                </a:lnTo>
                <a:lnTo>
                  <a:pt x="208978" y="474446"/>
                </a:lnTo>
                <a:lnTo>
                  <a:pt x="237274" y="440410"/>
                </a:lnTo>
                <a:lnTo>
                  <a:pt x="262699" y="407111"/>
                </a:lnTo>
                <a:lnTo>
                  <a:pt x="285280" y="374700"/>
                </a:lnTo>
                <a:lnTo>
                  <a:pt x="304990" y="343293"/>
                </a:lnTo>
                <a:close/>
              </a:path>
              <a:path w="1807210" h="604519">
                <a:moveTo>
                  <a:pt x="590181" y="350913"/>
                </a:moveTo>
                <a:lnTo>
                  <a:pt x="520077" y="309664"/>
                </a:lnTo>
                <a:lnTo>
                  <a:pt x="501230" y="338823"/>
                </a:lnTo>
                <a:lnTo>
                  <a:pt x="479107" y="366522"/>
                </a:lnTo>
                <a:lnTo>
                  <a:pt x="453809" y="392480"/>
                </a:lnTo>
                <a:lnTo>
                  <a:pt x="425488" y="416445"/>
                </a:lnTo>
                <a:lnTo>
                  <a:pt x="425488" y="291376"/>
                </a:lnTo>
                <a:lnTo>
                  <a:pt x="341668" y="291376"/>
                </a:lnTo>
                <a:lnTo>
                  <a:pt x="341668" y="431685"/>
                </a:lnTo>
                <a:lnTo>
                  <a:pt x="404152" y="431685"/>
                </a:lnTo>
                <a:lnTo>
                  <a:pt x="367931" y="452551"/>
                </a:lnTo>
                <a:lnTo>
                  <a:pt x="327748" y="470916"/>
                </a:lnTo>
                <a:lnTo>
                  <a:pt x="283502" y="486816"/>
                </a:lnTo>
                <a:lnTo>
                  <a:pt x="235064" y="500291"/>
                </a:lnTo>
                <a:lnTo>
                  <a:pt x="182283" y="511390"/>
                </a:lnTo>
                <a:lnTo>
                  <a:pt x="125069" y="520166"/>
                </a:lnTo>
                <a:lnTo>
                  <a:pt x="141617" y="540766"/>
                </a:lnTo>
                <a:lnTo>
                  <a:pt x="156895" y="561213"/>
                </a:lnTo>
                <a:lnTo>
                  <a:pt x="170764" y="581342"/>
                </a:lnTo>
                <a:lnTo>
                  <a:pt x="183070" y="601040"/>
                </a:lnTo>
                <a:lnTo>
                  <a:pt x="239242" y="589127"/>
                </a:lnTo>
                <a:lnTo>
                  <a:pt x="290741" y="575322"/>
                </a:lnTo>
                <a:lnTo>
                  <a:pt x="337629" y="559536"/>
                </a:lnTo>
                <a:lnTo>
                  <a:pt x="379984" y="541680"/>
                </a:lnTo>
                <a:lnTo>
                  <a:pt x="417868" y="521690"/>
                </a:lnTo>
                <a:lnTo>
                  <a:pt x="459092" y="495007"/>
                </a:lnTo>
                <a:lnTo>
                  <a:pt x="496773" y="464426"/>
                </a:lnTo>
                <a:lnTo>
                  <a:pt x="531088" y="430110"/>
                </a:lnTo>
                <a:lnTo>
                  <a:pt x="562165" y="392226"/>
                </a:lnTo>
                <a:lnTo>
                  <a:pt x="590181" y="350913"/>
                </a:lnTo>
                <a:close/>
              </a:path>
              <a:path w="1807210" h="604519">
                <a:moveTo>
                  <a:pt x="596277" y="199834"/>
                </a:moveTo>
                <a:lnTo>
                  <a:pt x="430060" y="199834"/>
                </a:lnTo>
                <a:lnTo>
                  <a:pt x="430060" y="144970"/>
                </a:lnTo>
                <a:lnTo>
                  <a:pt x="576465" y="144970"/>
                </a:lnTo>
                <a:lnTo>
                  <a:pt x="576465" y="73253"/>
                </a:lnTo>
                <a:lnTo>
                  <a:pt x="430060" y="73253"/>
                </a:lnTo>
                <a:lnTo>
                  <a:pt x="430060" y="7620"/>
                </a:lnTo>
                <a:lnTo>
                  <a:pt x="346240" y="7620"/>
                </a:lnTo>
                <a:lnTo>
                  <a:pt x="346240" y="199834"/>
                </a:lnTo>
                <a:lnTo>
                  <a:pt x="286702" y="199834"/>
                </a:lnTo>
                <a:lnTo>
                  <a:pt x="286702" y="64109"/>
                </a:lnTo>
                <a:lnTo>
                  <a:pt x="205930" y="64109"/>
                </a:lnTo>
                <a:lnTo>
                  <a:pt x="205930" y="199834"/>
                </a:lnTo>
                <a:lnTo>
                  <a:pt x="154025" y="199834"/>
                </a:lnTo>
                <a:lnTo>
                  <a:pt x="154025" y="270040"/>
                </a:lnTo>
                <a:lnTo>
                  <a:pt x="596277" y="270040"/>
                </a:lnTo>
                <a:lnTo>
                  <a:pt x="596277" y="199834"/>
                </a:lnTo>
                <a:close/>
              </a:path>
              <a:path w="1807210" h="604519">
                <a:moveTo>
                  <a:pt x="1213967" y="511022"/>
                </a:moveTo>
                <a:lnTo>
                  <a:pt x="1166456" y="498398"/>
                </a:lnTo>
                <a:lnTo>
                  <a:pt x="1122248" y="483209"/>
                </a:lnTo>
                <a:lnTo>
                  <a:pt x="1081214" y="465162"/>
                </a:lnTo>
                <a:lnTo>
                  <a:pt x="1043190" y="443966"/>
                </a:lnTo>
                <a:lnTo>
                  <a:pt x="1078877" y="403301"/>
                </a:lnTo>
                <a:lnTo>
                  <a:pt x="1087983" y="390537"/>
                </a:lnTo>
                <a:lnTo>
                  <a:pt x="1110437" y="359067"/>
                </a:lnTo>
                <a:lnTo>
                  <a:pt x="1137742" y="311137"/>
                </a:lnTo>
                <a:lnTo>
                  <a:pt x="1160627" y="259372"/>
                </a:lnTo>
                <a:lnTo>
                  <a:pt x="1160627" y="199847"/>
                </a:lnTo>
                <a:lnTo>
                  <a:pt x="1056906" y="199847"/>
                </a:lnTo>
                <a:lnTo>
                  <a:pt x="1056906" y="277660"/>
                </a:lnTo>
                <a:lnTo>
                  <a:pt x="1041234" y="307936"/>
                </a:lnTo>
                <a:lnTo>
                  <a:pt x="1021994" y="336956"/>
                </a:lnTo>
                <a:lnTo>
                  <a:pt x="999604" y="364540"/>
                </a:lnTo>
                <a:lnTo>
                  <a:pt x="974509" y="390537"/>
                </a:lnTo>
                <a:lnTo>
                  <a:pt x="942314" y="354825"/>
                </a:lnTo>
                <a:lnTo>
                  <a:pt x="911567" y="313639"/>
                </a:lnTo>
                <a:lnTo>
                  <a:pt x="909066" y="309664"/>
                </a:lnTo>
                <a:lnTo>
                  <a:pt x="904405" y="302247"/>
                </a:lnTo>
                <a:lnTo>
                  <a:pt x="904405" y="443966"/>
                </a:lnTo>
                <a:lnTo>
                  <a:pt x="867435" y="466229"/>
                </a:lnTo>
                <a:lnTo>
                  <a:pt x="827354" y="487210"/>
                </a:lnTo>
                <a:lnTo>
                  <a:pt x="783869" y="506755"/>
                </a:lnTo>
                <a:lnTo>
                  <a:pt x="736676" y="524738"/>
                </a:lnTo>
                <a:lnTo>
                  <a:pt x="757326" y="484682"/>
                </a:lnTo>
                <a:lnTo>
                  <a:pt x="775347" y="443128"/>
                </a:lnTo>
                <a:lnTo>
                  <a:pt x="790651" y="400113"/>
                </a:lnTo>
                <a:lnTo>
                  <a:pt x="803186" y="355625"/>
                </a:lnTo>
                <a:lnTo>
                  <a:pt x="812876" y="309664"/>
                </a:lnTo>
                <a:lnTo>
                  <a:pt x="832307" y="347179"/>
                </a:lnTo>
                <a:lnTo>
                  <a:pt x="854024" y="381965"/>
                </a:lnTo>
                <a:lnTo>
                  <a:pt x="878065" y="414172"/>
                </a:lnTo>
                <a:lnTo>
                  <a:pt x="904405" y="443966"/>
                </a:lnTo>
                <a:lnTo>
                  <a:pt x="904405" y="302247"/>
                </a:lnTo>
                <a:lnTo>
                  <a:pt x="882281" y="266979"/>
                </a:lnTo>
                <a:lnTo>
                  <a:pt x="854456" y="214820"/>
                </a:lnTo>
                <a:lnTo>
                  <a:pt x="828116" y="157175"/>
                </a:lnTo>
                <a:lnTo>
                  <a:pt x="828116" y="115925"/>
                </a:lnTo>
                <a:lnTo>
                  <a:pt x="1000417" y="115925"/>
                </a:lnTo>
                <a:lnTo>
                  <a:pt x="948601" y="199847"/>
                </a:lnTo>
                <a:lnTo>
                  <a:pt x="948601" y="277660"/>
                </a:lnTo>
                <a:lnTo>
                  <a:pt x="1056906" y="277660"/>
                </a:lnTo>
                <a:lnTo>
                  <a:pt x="1056906" y="199847"/>
                </a:lnTo>
                <a:lnTo>
                  <a:pt x="1043190" y="199847"/>
                </a:lnTo>
                <a:lnTo>
                  <a:pt x="1101102" y="99161"/>
                </a:lnTo>
                <a:lnTo>
                  <a:pt x="1101102" y="36677"/>
                </a:lnTo>
                <a:lnTo>
                  <a:pt x="645134" y="36677"/>
                </a:lnTo>
                <a:lnTo>
                  <a:pt x="645134" y="115925"/>
                </a:lnTo>
                <a:lnTo>
                  <a:pt x="744296" y="115925"/>
                </a:lnTo>
                <a:lnTo>
                  <a:pt x="744296" y="132791"/>
                </a:lnTo>
                <a:lnTo>
                  <a:pt x="742645" y="187960"/>
                </a:lnTo>
                <a:lnTo>
                  <a:pt x="737730" y="240652"/>
                </a:lnTo>
                <a:lnTo>
                  <a:pt x="729538" y="290868"/>
                </a:lnTo>
                <a:lnTo>
                  <a:pt x="718058" y="338594"/>
                </a:lnTo>
                <a:lnTo>
                  <a:pt x="703313" y="383844"/>
                </a:lnTo>
                <a:lnTo>
                  <a:pt x="685292" y="426605"/>
                </a:lnTo>
                <a:lnTo>
                  <a:pt x="663994" y="466877"/>
                </a:lnTo>
                <a:lnTo>
                  <a:pt x="639432" y="504672"/>
                </a:lnTo>
                <a:lnTo>
                  <a:pt x="611606" y="539978"/>
                </a:lnTo>
                <a:lnTo>
                  <a:pt x="629272" y="554316"/>
                </a:lnTo>
                <a:lnTo>
                  <a:pt x="647801" y="569785"/>
                </a:lnTo>
                <a:lnTo>
                  <a:pt x="666902" y="586359"/>
                </a:lnTo>
                <a:lnTo>
                  <a:pt x="686282" y="604088"/>
                </a:lnTo>
                <a:lnTo>
                  <a:pt x="699719" y="585508"/>
                </a:lnTo>
                <a:lnTo>
                  <a:pt x="712584" y="566356"/>
                </a:lnTo>
                <a:lnTo>
                  <a:pt x="724903" y="546608"/>
                </a:lnTo>
                <a:lnTo>
                  <a:pt x="736676" y="526262"/>
                </a:lnTo>
                <a:lnTo>
                  <a:pt x="755789" y="550608"/>
                </a:lnTo>
                <a:lnTo>
                  <a:pt x="794588" y="599516"/>
                </a:lnTo>
                <a:lnTo>
                  <a:pt x="844346" y="580021"/>
                </a:lnTo>
                <a:lnTo>
                  <a:pt x="890828" y="557936"/>
                </a:lnTo>
                <a:lnTo>
                  <a:pt x="934173" y="532993"/>
                </a:lnTo>
                <a:lnTo>
                  <a:pt x="943851" y="526262"/>
                </a:lnTo>
                <a:lnTo>
                  <a:pt x="946035" y="524738"/>
                </a:lnTo>
                <a:lnTo>
                  <a:pt x="974509" y="504926"/>
                </a:lnTo>
                <a:lnTo>
                  <a:pt x="1016546" y="532942"/>
                </a:lnTo>
                <a:lnTo>
                  <a:pt x="1062431" y="557555"/>
                </a:lnTo>
                <a:lnTo>
                  <a:pt x="1112012" y="578726"/>
                </a:lnTo>
                <a:lnTo>
                  <a:pt x="1165199" y="596468"/>
                </a:lnTo>
                <a:lnTo>
                  <a:pt x="1176896" y="574967"/>
                </a:lnTo>
                <a:lnTo>
                  <a:pt x="1189012" y="553745"/>
                </a:lnTo>
                <a:lnTo>
                  <a:pt x="1213967" y="511022"/>
                </a:lnTo>
                <a:close/>
              </a:path>
              <a:path w="1807210" h="604519">
                <a:moveTo>
                  <a:pt x="1544866" y="485114"/>
                </a:moveTo>
                <a:lnTo>
                  <a:pt x="1515148" y="452462"/>
                </a:lnTo>
                <a:lnTo>
                  <a:pt x="1504213" y="440829"/>
                </a:lnTo>
                <a:lnTo>
                  <a:pt x="1485417" y="420827"/>
                </a:lnTo>
                <a:lnTo>
                  <a:pt x="1455674" y="390080"/>
                </a:lnTo>
                <a:lnTo>
                  <a:pt x="1425905" y="360057"/>
                </a:lnTo>
                <a:lnTo>
                  <a:pt x="1429372" y="335965"/>
                </a:lnTo>
                <a:lnTo>
                  <a:pt x="1430566" y="327952"/>
                </a:lnTo>
                <a:lnTo>
                  <a:pt x="1532674" y="327952"/>
                </a:lnTo>
                <a:lnTo>
                  <a:pt x="1532674" y="253276"/>
                </a:lnTo>
                <a:lnTo>
                  <a:pt x="1438186" y="253276"/>
                </a:lnTo>
                <a:lnTo>
                  <a:pt x="1438186" y="155638"/>
                </a:lnTo>
                <a:lnTo>
                  <a:pt x="1515910" y="155638"/>
                </a:lnTo>
                <a:lnTo>
                  <a:pt x="1515910" y="79349"/>
                </a:lnTo>
                <a:lnTo>
                  <a:pt x="1361897" y="79349"/>
                </a:lnTo>
                <a:lnTo>
                  <a:pt x="1367345" y="63322"/>
                </a:lnTo>
                <a:lnTo>
                  <a:pt x="1372374" y="47142"/>
                </a:lnTo>
                <a:lnTo>
                  <a:pt x="1377111" y="30657"/>
                </a:lnTo>
                <a:lnTo>
                  <a:pt x="1381709" y="13716"/>
                </a:lnTo>
                <a:lnTo>
                  <a:pt x="1300937" y="0"/>
                </a:lnTo>
                <a:lnTo>
                  <a:pt x="1287754" y="49809"/>
                </a:lnTo>
                <a:lnTo>
                  <a:pt x="1271320" y="96304"/>
                </a:lnTo>
                <a:lnTo>
                  <a:pt x="1251762" y="139661"/>
                </a:lnTo>
                <a:lnTo>
                  <a:pt x="1229207" y="180022"/>
                </a:lnTo>
                <a:lnTo>
                  <a:pt x="1242047" y="196075"/>
                </a:lnTo>
                <a:lnTo>
                  <a:pt x="1255306" y="212420"/>
                </a:lnTo>
                <a:lnTo>
                  <a:pt x="1268857" y="229362"/>
                </a:lnTo>
                <a:lnTo>
                  <a:pt x="1282547" y="247180"/>
                </a:lnTo>
                <a:lnTo>
                  <a:pt x="1296035" y="225983"/>
                </a:lnTo>
                <a:lnTo>
                  <a:pt x="1308925" y="203657"/>
                </a:lnTo>
                <a:lnTo>
                  <a:pt x="1321219" y="180225"/>
                </a:lnTo>
                <a:lnTo>
                  <a:pt x="1332941" y="155638"/>
                </a:lnTo>
                <a:lnTo>
                  <a:pt x="1357325" y="155638"/>
                </a:lnTo>
                <a:lnTo>
                  <a:pt x="1357198" y="212420"/>
                </a:lnTo>
                <a:lnTo>
                  <a:pt x="1357096" y="225983"/>
                </a:lnTo>
                <a:lnTo>
                  <a:pt x="1356677" y="243801"/>
                </a:lnTo>
                <a:lnTo>
                  <a:pt x="1355801" y="253276"/>
                </a:lnTo>
                <a:lnTo>
                  <a:pt x="1236827" y="253276"/>
                </a:lnTo>
                <a:lnTo>
                  <a:pt x="1236827" y="327952"/>
                </a:lnTo>
                <a:lnTo>
                  <a:pt x="1348181" y="327952"/>
                </a:lnTo>
                <a:lnTo>
                  <a:pt x="1334617" y="374472"/>
                </a:lnTo>
                <a:lnTo>
                  <a:pt x="1315859" y="417042"/>
                </a:lnTo>
                <a:lnTo>
                  <a:pt x="1291818" y="455714"/>
                </a:lnTo>
                <a:lnTo>
                  <a:pt x="1262456" y="490575"/>
                </a:lnTo>
                <a:lnTo>
                  <a:pt x="1227683" y="521690"/>
                </a:lnTo>
                <a:lnTo>
                  <a:pt x="1239405" y="537679"/>
                </a:lnTo>
                <a:lnTo>
                  <a:pt x="1251686" y="555840"/>
                </a:lnTo>
                <a:lnTo>
                  <a:pt x="1264551" y="575995"/>
                </a:lnTo>
                <a:lnTo>
                  <a:pt x="1277975" y="597992"/>
                </a:lnTo>
                <a:lnTo>
                  <a:pt x="1315491" y="563156"/>
                </a:lnTo>
                <a:lnTo>
                  <a:pt x="1347978" y="525157"/>
                </a:lnTo>
                <a:lnTo>
                  <a:pt x="1375587" y="484276"/>
                </a:lnTo>
                <a:lnTo>
                  <a:pt x="1398473" y="440829"/>
                </a:lnTo>
                <a:lnTo>
                  <a:pt x="1419034" y="466051"/>
                </a:lnTo>
                <a:lnTo>
                  <a:pt x="1439468" y="491388"/>
                </a:lnTo>
                <a:lnTo>
                  <a:pt x="1459623" y="517004"/>
                </a:lnTo>
                <a:lnTo>
                  <a:pt x="1479334" y="543026"/>
                </a:lnTo>
                <a:lnTo>
                  <a:pt x="1544866" y="485114"/>
                </a:lnTo>
                <a:close/>
              </a:path>
              <a:path w="1807210" h="604519">
                <a:moveTo>
                  <a:pt x="1807184" y="51917"/>
                </a:moveTo>
                <a:lnTo>
                  <a:pt x="1724888" y="51917"/>
                </a:lnTo>
                <a:lnTo>
                  <a:pt x="1724888" y="131165"/>
                </a:lnTo>
                <a:lnTo>
                  <a:pt x="1724888" y="451586"/>
                </a:lnTo>
                <a:lnTo>
                  <a:pt x="1630311" y="451586"/>
                </a:lnTo>
                <a:lnTo>
                  <a:pt x="1630311" y="131165"/>
                </a:lnTo>
                <a:lnTo>
                  <a:pt x="1724888" y="131165"/>
                </a:lnTo>
                <a:lnTo>
                  <a:pt x="1724888" y="51917"/>
                </a:lnTo>
                <a:lnTo>
                  <a:pt x="1546390" y="51917"/>
                </a:lnTo>
                <a:lnTo>
                  <a:pt x="1546390" y="585800"/>
                </a:lnTo>
                <a:lnTo>
                  <a:pt x="1630311" y="585800"/>
                </a:lnTo>
                <a:lnTo>
                  <a:pt x="1630311" y="530834"/>
                </a:lnTo>
                <a:lnTo>
                  <a:pt x="1724888" y="530834"/>
                </a:lnTo>
                <a:lnTo>
                  <a:pt x="1724888" y="581228"/>
                </a:lnTo>
                <a:lnTo>
                  <a:pt x="1807184" y="581228"/>
                </a:lnTo>
                <a:lnTo>
                  <a:pt x="1807184" y="530834"/>
                </a:lnTo>
                <a:lnTo>
                  <a:pt x="1807184" y="451586"/>
                </a:lnTo>
                <a:lnTo>
                  <a:pt x="1807184" y="131165"/>
                </a:lnTo>
                <a:lnTo>
                  <a:pt x="1807184" y="5191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83911" y="648271"/>
            <a:ext cx="1209675" cy="600075"/>
          </a:xfrm>
          <a:custGeom>
            <a:avLst/>
            <a:gdLst/>
            <a:ahLst/>
            <a:cxnLst/>
            <a:rect l="l" t="t" r="r" b="b"/>
            <a:pathLst>
              <a:path w="1209675" h="600075">
                <a:moveTo>
                  <a:pt x="178409" y="114401"/>
                </a:moveTo>
                <a:lnTo>
                  <a:pt x="158076" y="84378"/>
                </a:lnTo>
                <a:lnTo>
                  <a:pt x="138163" y="55905"/>
                </a:lnTo>
                <a:lnTo>
                  <a:pt x="118541" y="28854"/>
                </a:lnTo>
                <a:lnTo>
                  <a:pt x="99072" y="3048"/>
                </a:lnTo>
                <a:lnTo>
                  <a:pt x="28956" y="44297"/>
                </a:lnTo>
                <a:lnTo>
                  <a:pt x="47244" y="72275"/>
                </a:lnTo>
                <a:lnTo>
                  <a:pt x="65532" y="101269"/>
                </a:lnTo>
                <a:lnTo>
                  <a:pt x="83820" y="131140"/>
                </a:lnTo>
                <a:lnTo>
                  <a:pt x="102120" y="161747"/>
                </a:lnTo>
                <a:lnTo>
                  <a:pt x="178409" y="114401"/>
                </a:lnTo>
                <a:close/>
              </a:path>
              <a:path w="1209675" h="600075">
                <a:moveTo>
                  <a:pt x="216509" y="457682"/>
                </a:moveTo>
                <a:lnTo>
                  <a:pt x="208508" y="419112"/>
                </a:lnTo>
                <a:lnTo>
                  <a:pt x="202793" y="369201"/>
                </a:lnTo>
                <a:lnTo>
                  <a:pt x="141833" y="417969"/>
                </a:lnTo>
                <a:lnTo>
                  <a:pt x="141833" y="184607"/>
                </a:lnTo>
                <a:lnTo>
                  <a:pt x="0" y="184607"/>
                </a:lnTo>
                <a:lnTo>
                  <a:pt x="0" y="265468"/>
                </a:lnTo>
                <a:lnTo>
                  <a:pt x="59436" y="265468"/>
                </a:lnTo>
                <a:lnTo>
                  <a:pt x="59436" y="459206"/>
                </a:lnTo>
                <a:lnTo>
                  <a:pt x="57937" y="474141"/>
                </a:lnTo>
                <a:lnTo>
                  <a:pt x="55435" y="487210"/>
                </a:lnTo>
                <a:lnTo>
                  <a:pt x="51511" y="498856"/>
                </a:lnTo>
                <a:lnTo>
                  <a:pt x="45720" y="509498"/>
                </a:lnTo>
                <a:lnTo>
                  <a:pt x="88392" y="564464"/>
                </a:lnTo>
                <a:lnTo>
                  <a:pt x="112699" y="541515"/>
                </a:lnTo>
                <a:lnTo>
                  <a:pt x="142163" y="516178"/>
                </a:lnTo>
                <a:lnTo>
                  <a:pt x="176771" y="488276"/>
                </a:lnTo>
                <a:lnTo>
                  <a:pt x="216509" y="457682"/>
                </a:lnTo>
                <a:close/>
              </a:path>
              <a:path w="1209675" h="600075">
                <a:moveTo>
                  <a:pt x="361391" y="424065"/>
                </a:moveTo>
                <a:lnTo>
                  <a:pt x="289763" y="376821"/>
                </a:lnTo>
                <a:lnTo>
                  <a:pt x="257149" y="423138"/>
                </a:lnTo>
                <a:lnTo>
                  <a:pt x="223570" y="465861"/>
                </a:lnTo>
                <a:lnTo>
                  <a:pt x="189153" y="504850"/>
                </a:lnTo>
                <a:lnTo>
                  <a:pt x="154025" y="539978"/>
                </a:lnTo>
                <a:lnTo>
                  <a:pt x="172885" y="554863"/>
                </a:lnTo>
                <a:lnTo>
                  <a:pt x="190601" y="569595"/>
                </a:lnTo>
                <a:lnTo>
                  <a:pt x="207175" y="584009"/>
                </a:lnTo>
                <a:lnTo>
                  <a:pt x="222605" y="597992"/>
                </a:lnTo>
                <a:lnTo>
                  <a:pt x="257149" y="557110"/>
                </a:lnTo>
                <a:lnTo>
                  <a:pt x="291998" y="514489"/>
                </a:lnTo>
                <a:lnTo>
                  <a:pt x="326847" y="470141"/>
                </a:lnTo>
                <a:lnTo>
                  <a:pt x="361391" y="424065"/>
                </a:lnTo>
                <a:close/>
              </a:path>
              <a:path w="1209675" h="600075">
                <a:moveTo>
                  <a:pt x="552081" y="32105"/>
                </a:moveTo>
                <a:lnTo>
                  <a:pt x="469684" y="32105"/>
                </a:lnTo>
                <a:lnTo>
                  <a:pt x="469684" y="105257"/>
                </a:lnTo>
                <a:lnTo>
                  <a:pt x="469684" y="285280"/>
                </a:lnTo>
                <a:lnTo>
                  <a:pt x="295859" y="285280"/>
                </a:lnTo>
                <a:lnTo>
                  <a:pt x="295859" y="105257"/>
                </a:lnTo>
                <a:lnTo>
                  <a:pt x="469684" y="105257"/>
                </a:lnTo>
                <a:lnTo>
                  <a:pt x="469684" y="32105"/>
                </a:lnTo>
                <a:lnTo>
                  <a:pt x="211937" y="32105"/>
                </a:lnTo>
                <a:lnTo>
                  <a:pt x="211937" y="358533"/>
                </a:lnTo>
                <a:lnTo>
                  <a:pt x="552081" y="358533"/>
                </a:lnTo>
                <a:lnTo>
                  <a:pt x="552081" y="285280"/>
                </a:lnTo>
                <a:lnTo>
                  <a:pt x="552081" y="105257"/>
                </a:lnTo>
                <a:lnTo>
                  <a:pt x="552081" y="32105"/>
                </a:lnTo>
                <a:close/>
              </a:path>
              <a:path w="1209675" h="600075">
                <a:moveTo>
                  <a:pt x="602373" y="541502"/>
                </a:moveTo>
                <a:lnTo>
                  <a:pt x="568947" y="498868"/>
                </a:lnTo>
                <a:lnTo>
                  <a:pt x="535114" y="457682"/>
                </a:lnTo>
                <a:lnTo>
                  <a:pt x="500913" y="417550"/>
                </a:lnTo>
                <a:lnTo>
                  <a:pt x="466636" y="378345"/>
                </a:lnTo>
                <a:lnTo>
                  <a:pt x="399491" y="421017"/>
                </a:lnTo>
                <a:lnTo>
                  <a:pt x="432396" y="463626"/>
                </a:lnTo>
                <a:lnTo>
                  <a:pt x="464718" y="506641"/>
                </a:lnTo>
                <a:lnTo>
                  <a:pt x="496443" y="549948"/>
                </a:lnTo>
                <a:lnTo>
                  <a:pt x="527596" y="593420"/>
                </a:lnTo>
                <a:lnTo>
                  <a:pt x="602373" y="541502"/>
                </a:lnTo>
                <a:close/>
              </a:path>
              <a:path w="1209675" h="600075">
                <a:moveTo>
                  <a:pt x="760958" y="453110"/>
                </a:moveTo>
                <a:lnTo>
                  <a:pt x="686282" y="421017"/>
                </a:lnTo>
                <a:lnTo>
                  <a:pt x="670775" y="454761"/>
                </a:lnTo>
                <a:lnTo>
                  <a:pt x="653999" y="489496"/>
                </a:lnTo>
                <a:lnTo>
                  <a:pt x="635825" y="525081"/>
                </a:lnTo>
                <a:lnTo>
                  <a:pt x="616077" y="561416"/>
                </a:lnTo>
                <a:lnTo>
                  <a:pt x="686282" y="599516"/>
                </a:lnTo>
                <a:lnTo>
                  <a:pt x="708025" y="558634"/>
                </a:lnTo>
                <a:lnTo>
                  <a:pt x="727621" y="520598"/>
                </a:lnTo>
                <a:lnTo>
                  <a:pt x="745223" y="485419"/>
                </a:lnTo>
                <a:lnTo>
                  <a:pt x="760958" y="453110"/>
                </a:lnTo>
                <a:close/>
              </a:path>
              <a:path w="1209675" h="600075">
                <a:moveTo>
                  <a:pt x="904316" y="561416"/>
                </a:moveTo>
                <a:lnTo>
                  <a:pt x="894600" y="532536"/>
                </a:lnTo>
                <a:lnTo>
                  <a:pt x="883742" y="501116"/>
                </a:lnTo>
                <a:lnTo>
                  <a:pt x="871740" y="467410"/>
                </a:lnTo>
                <a:lnTo>
                  <a:pt x="858596" y="431685"/>
                </a:lnTo>
                <a:lnTo>
                  <a:pt x="783818" y="451586"/>
                </a:lnTo>
                <a:lnTo>
                  <a:pt x="793267" y="478472"/>
                </a:lnTo>
                <a:lnTo>
                  <a:pt x="803452" y="508939"/>
                </a:lnTo>
                <a:lnTo>
                  <a:pt x="814501" y="543140"/>
                </a:lnTo>
                <a:lnTo>
                  <a:pt x="826592" y="581228"/>
                </a:lnTo>
                <a:lnTo>
                  <a:pt x="904316" y="561416"/>
                </a:lnTo>
                <a:close/>
              </a:path>
              <a:path w="1209675" h="600075">
                <a:moveTo>
                  <a:pt x="1053757" y="552272"/>
                </a:moveTo>
                <a:lnTo>
                  <a:pt x="1040282" y="518515"/>
                </a:lnTo>
                <a:lnTo>
                  <a:pt x="1027087" y="486067"/>
                </a:lnTo>
                <a:lnTo>
                  <a:pt x="1013891" y="455053"/>
                </a:lnTo>
                <a:lnTo>
                  <a:pt x="1000417" y="425589"/>
                </a:lnTo>
                <a:lnTo>
                  <a:pt x="927176" y="448538"/>
                </a:lnTo>
                <a:lnTo>
                  <a:pt x="939698" y="479691"/>
                </a:lnTo>
                <a:lnTo>
                  <a:pt x="951941" y="511416"/>
                </a:lnTo>
                <a:lnTo>
                  <a:pt x="963637" y="543737"/>
                </a:lnTo>
                <a:lnTo>
                  <a:pt x="974509" y="576656"/>
                </a:lnTo>
                <a:lnTo>
                  <a:pt x="1053757" y="552272"/>
                </a:lnTo>
                <a:close/>
              </a:path>
              <a:path w="1209675" h="600075">
                <a:moveTo>
                  <a:pt x="1200162" y="50393"/>
                </a:moveTo>
                <a:lnTo>
                  <a:pt x="946988" y="50393"/>
                </a:lnTo>
                <a:lnTo>
                  <a:pt x="946988" y="0"/>
                </a:lnTo>
                <a:lnTo>
                  <a:pt x="861644" y="0"/>
                </a:lnTo>
                <a:lnTo>
                  <a:pt x="861644" y="173926"/>
                </a:lnTo>
                <a:lnTo>
                  <a:pt x="683145" y="173926"/>
                </a:lnTo>
                <a:lnTo>
                  <a:pt x="683145" y="402729"/>
                </a:lnTo>
                <a:lnTo>
                  <a:pt x="1151394" y="402729"/>
                </a:lnTo>
                <a:lnTo>
                  <a:pt x="1151394" y="329476"/>
                </a:lnTo>
                <a:lnTo>
                  <a:pt x="1151394" y="247180"/>
                </a:lnTo>
                <a:lnTo>
                  <a:pt x="1151394" y="173926"/>
                </a:lnTo>
                <a:lnTo>
                  <a:pt x="1062901" y="173926"/>
                </a:lnTo>
                <a:lnTo>
                  <a:pt x="1062901" y="247180"/>
                </a:lnTo>
                <a:lnTo>
                  <a:pt x="1062901" y="329476"/>
                </a:lnTo>
                <a:lnTo>
                  <a:pt x="771626" y="329476"/>
                </a:lnTo>
                <a:lnTo>
                  <a:pt x="771626" y="247180"/>
                </a:lnTo>
                <a:lnTo>
                  <a:pt x="1062901" y="247180"/>
                </a:lnTo>
                <a:lnTo>
                  <a:pt x="1062901" y="173926"/>
                </a:lnTo>
                <a:lnTo>
                  <a:pt x="946988" y="173926"/>
                </a:lnTo>
                <a:lnTo>
                  <a:pt x="946988" y="126593"/>
                </a:lnTo>
                <a:lnTo>
                  <a:pt x="1200162" y="126593"/>
                </a:lnTo>
                <a:lnTo>
                  <a:pt x="1200162" y="50393"/>
                </a:lnTo>
                <a:close/>
              </a:path>
              <a:path w="1209675" h="600075">
                <a:moveTo>
                  <a:pt x="1209306" y="561416"/>
                </a:moveTo>
                <a:lnTo>
                  <a:pt x="1192987" y="524802"/>
                </a:lnTo>
                <a:lnTo>
                  <a:pt x="1175969" y="488353"/>
                </a:lnTo>
                <a:lnTo>
                  <a:pt x="1158074" y="452196"/>
                </a:lnTo>
                <a:lnTo>
                  <a:pt x="1139202" y="416445"/>
                </a:lnTo>
                <a:lnTo>
                  <a:pt x="1067473" y="447014"/>
                </a:lnTo>
                <a:lnTo>
                  <a:pt x="1082865" y="479044"/>
                </a:lnTo>
                <a:lnTo>
                  <a:pt x="1099146" y="513511"/>
                </a:lnTo>
                <a:lnTo>
                  <a:pt x="1115987" y="550570"/>
                </a:lnTo>
                <a:lnTo>
                  <a:pt x="1133106" y="590372"/>
                </a:lnTo>
                <a:lnTo>
                  <a:pt x="1209306" y="56141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332738" y="1936305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32725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19440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886330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8" y="41148"/>
                </a:lnTo>
                <a:lnTo>
                  <a:pt x="35052" y="41148"/>
                </a:lnTo>
                <a:lnTo>
                  <a:pt x="35290" y="51984"/>
                </a:lnTo>
                <a:lnTo>
                  <a:pt x="35862" y="67722"/>
                </a:lnTo>
                <a:lnTo>
                  <a:pt x="36337" y="83407"/>
                </a:lnTo>
                <a:lnTo>
                  <a:pt x="36558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8" y="41148"/>
                </a:lnTo>
                <a:lnTo>
                  <a:pt x="144875" y="218122"/>
                </a:lnTo>
                <a:lnTo>
                  <a:pt x="150256" y="229862"/>
                </a:lnTo>
                <a:lnTo>
                  <a:pt x="154781" y="240030"/>
                </a:lnTo>
                <a:lnTo>
                  <a:pt x="158162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90470" y="1935479"/>
            <a:ext cx="161925" cy="314960"/>
          </a:xfrm>
          <a:custGeom>
            <a:avLst/>
            <a:gdLst/>
            <a:ahLst/>
            <a:cxnLst/>
            <a:rect l="l" t="t" r="r" b="b"/>
            <a:pathLst>
              <a:path w="161925" h="314960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587841" y="1873186"/>
            <a:ext cx="866775" cy="434975"/>
          </a:xfrm>
          <a:custGeom>
            <a:avLst/>
            <a:gdLst/>
            <a:ahLst/>
            <a:cxnLst/>
            <a:rect l="l" t="t" r="r" b="b"/>
            <a:pathLst>
              <a:path w="866775" h="434975">
                <a:moveTo>
                  <a:pt x="135724" y="115925"/>
                </a:moveTo>
                <a:lnTo>
                  <a:pt x="105156" y="102209"/>
                </a:lnTo>
                <a:lnTo>
                  <a:pt x="98564" y="115620"/>
                </a:lnTo>
                <a:lnTo>
                  <a:pt x="92392" y="128320"/>
                </a:lnTo>
                <a:lnTo>
                  <a:pt x="86512" y="140182"/>
                </a:lnTo>
                <a:lnTo>
                  <a:pt x="45834" y="152577"/>
                </a:lnTo>
                <a:lnTo>
                  <a:pt x="38100" y="152590"/>
                </a:lnTo>
                <a:lnTo>
                  <a:pt x="55270" y="122555"/>
                </a:lnTo>
                <a:lnTo>
                  <a:pt x="72580" y="89827"/>
                </a:lnTo>
                <a:lnTo>
                  <a:pt x="90182" y="54521"/>
                </a:lnTo>
                <a:lnTo>
                  <a:pt x="108204" y="16764"/>
                </a:lnTo>
                <a:lnTo>
                  <a:pt x="74676" y="4572"/>
                </a:lnTo>
                <a:lnTo>
                  <a:pt x="58077" y="44919"/>
                </a:lnTo>
                <a:lnTo>
                  <a:pt x="40195" y="83540"/>
                </a:lnTo>
                <a:lnTo>
                  <a:pt x="20878" y="120446"/>
                </a:lnTo>
                <a:lnTo>
                  <a:pt x="0" y="155638"/>
                </a:lnTo>
                <a:lnTo>
                  <a:pt x="9144" y="183070"/>
                </a:lnTo>
                <a:lnTo>
                  <a:pt x="35814" y="180594"/>
                </a:lnTo>
                <a:lnTo>
                  <a:pt x="50723" y="179006"/>
                </a:lnTo>
                <a:lnTo>
                  <a:pt x="67056" y="176974"/>
                </a:lnTo>
                <a:lnTo>
                  <a:pt x="49644" y="208191"/>
                </a:lnTo>
                <a:lnTo>
                  <a:pt x="34099" y="233413"/>
                </a:lnTo>
                <a:lnTo>
                  <a:pt x="20548" y="252933"/>
                </a:lnTo>
                <a:lnTo>
                  <a:pt x="9144" y="266992"/>
                </a:lnTo>
                <a:lnTo>
                  <a:pt x="15240" y="294424"/>
                </a:lnTo>
                <a:lnTo>
                  <a:pt x="84937" y="287134"/>
                </a:lnTo>
                <a:lnTo>
                  <a:pt x="123532" y="283756"/>
                </a:lnTo>
                <a:lnTo>
                  <a:pt x="124675" y="278371"/>
                </a:lnTo>
                <a:lnTo>
                  <a:pt x="125818" y="271564"/>
                </a:lnTo>
                <a:lnTo>
                  <a:pt x="126961" y="263613"/>
                </a:lnTo>
                <a:lnTo>
                  <a:pt x="127317" y="260896"/>
                </a:lnTo>
                <a:lnTo>
                  <a:pt x="128104" y="254800"/>
                </a:lnTo>
                <a:lnTo>
                  <a:pt x="102006" y="257683"/>
                </a:lnTo>
                <a:lnTo>
                  <a:pt x="80784" y="259562"/>
                </a:lnTo>
                <a:lnTo>
                  <a:pt x="64147" y="260591"/>
                </a:lnTo>
                <a:lnTo>
                  <a:pt x="51816" y="260896"/>
                </a:lnTo>
                <a:lnTo>
                  <a:pt x="67487" y="235648"/>
                </a:lnTo>
                <a:lnTo>
                  <a:pt x="86880" y="203263"/>
                </a:lnTo>
                <a:lnTo>
                  <a:pt x="101968" y="176974"/>
                </a:lnTo>
                <a:lnTo>
                  <a:pt x="109715" y="163461"/>
                </a:lnTo>
                <a:lnTo>
                  <a:pt x="115671" y="152590"/>
                </a:lnTo>
                <a:lnTo>
                  <a:pt x="135724" y="115925"/>
                </a:lnTo>
                <a:close/>
              </a:path>
              <a:path w="866775" h="434975">
                <a:moveTo>
                  <a:pt x="411772" y="47345"/>
                </a:moveTo>
                <a:lnTo>
                  <a:pt x="382714" y="47345"/>
                </a:lnTo>
                <a:lnTo>
                  <a:pt x="382714" y="76301"/>
                </a:lnTo>
                <a:lnTo>
                  <a:pt x="382714" y="125069"/>
                </a:lnTo>
                <a:lnTo>
                  <a:pt x="173824" y="125069"/>
                </a:lnTo>
                <a:lnTo>
                  <a:pt x="173824" y="76301"/>
                </a:lnTo>
                <a:lnTo>
                  <a:pt x="382714" y="76301"/>
                </a:lnTo>
                <a:lnTo>
                  <a:pt x="382714" y="47345"/>
                </a:lnTo>
                <a:lnTo>
                  <a:pt x="309562" y="47345"/>
                </a:lnTo>
                <a:lnTo>
                  <a:pt x="301828" y="34124"/>
                </a:lnTo>
                <a:lnTo>
                  <a:pt x="294513" y="21920"/>
                </a:lnTo>
                <a:lnTo>
                  <a:pt x="287489" y="10604"/>
                </a:lnTo>
                <a:lnTo>
                  <a:pt x="280606" y="0"/>
                </a:lnTo>
                <a:lnTo>
                  <a:pt x="246989" y="15240"/>
                </a:lnTo>
                <a:lnTo>
                  <a:pt x="251802" y="22390"/>
                </a:lnTo>
                <a:lnTo>
                  <a:pt x="256933" y="30111"/>
                </a:lnTo>
                <a:lnTo>
                  <a:pt x="262064" y="38430"/>
                </a:lnTo>
                <a:lnTo>
                  <a:pt x="266890" y="47345"/>
                </a:lnTo>
                <a:lnTo>
                  <a:pt x="143344" y="47345"/>
                </a:lnTo>
                <a:lnTo>
                  <a:pt x="143306" y="190690"/>
                </a:lnTo>
                <a:lnTo>
                  <a:pt x="142227" y="230644"/>
                </a:lnTo>
                <a:lnTo>
                  <a:pt x="133705" y="302196"/>
                </a:lnTo>
                <a:lnTo>
                  <a:pt x="27698" y="347091"/>
                </a:lnTo>
                <a:lnTo>
                  <a:pt x="0" y="350812"/>
                </a:lnTo>
                <a:lnTo>
                  <a:pt x="7620" y="384429"/>
                </a:lnTo>
                <a:lnTo>
                  <a:pt x="29667" y="379577"/>
                </a:lnTo>
                <a:lnTo>
                  <a:pt x="115912" y="361569"/>
                </a:lnTo>
                <a:lnTo>
                  <a:pt x="108978" y="374713"/>
                </a:lnTo>
                <a:lnTo>
                  <a:pt x="101930" y="386715"/>
                </a:lnTo>
                <a:lnTo>
                  <a:pt x="94602" y="397573"/>
                </a:lnTo>
                <a:lnTo>
                  <a:pt x="86868" y="407289"/>
                </a:lnTo>
                <a:lnTo>
                  <a:pt x="93230" y="414147"/>
                </a:lnTo>
                <a:lnTo>
                  <a:pt x="98869" y="421005"/>
                </a:lnTo>
                <a:lnTo>
                  <a:pt x="104203" y="427850"/>
                </a:lnTo>
                <a:lnTo>
                  <a:pt x="109728" y="434733"/>
                </a:lnTo>
                <a:lnTo>
                  <a:pt x="132816" y="400723"/>
                </a:lnTo>
                <a:lnTo>
                  <a:pt x="149733" y="361569"/>
                </a:lnTo>
                <a:lnTo>
                  <a:pt x="163588" y="310210"/>
                </a:lnTo>
                <a:lnTo>
                  <a:pt x="171272" y="254000"/>
                </a:lnTo>
                <a:lnTo>
                  <a:pt x="173824" y="190690"/>
                </a:lnTo>
                <a:lnTo>
                  <a:pt x="173824" y="154114"/>
                </a:lnTo>
                <a:lnTo>
                  <a:pt x="382714" y="154114"/>
                </a:lnTo>
                <a:lnTo>
                  <a:pt x="382714" y="167830"/>
                </a:lnTo>
                <a:lnTo>
                  <a:pt x="411772" y="167830"/>
                </a:lnTo>
                <a:lnTo>
                  <a:pt x="411772" y="154114"/>
                </a:lnTo>
                <a:lnTo>
                  <a:pt x="411772" y="125069"/>
                </a:lnTo>
                <a:lnTo>
                  <a:pt x="411772" y="76301"/>
                </a:lnTo>
                <a:lnTo>
                  <a:pt x="411772" y="47345"/>
                </a:lnTo>
                <a:close/>
              </a:path>
              <a:path w="866775" h="434975">
                <a:moveTo>
                  <a:pt x="419392" y="198310"/>
                </a:moveTo>
                <a:lnTo>
                  <a:pt x="388810" y="198310"/>
                </a:lnTo>
                <a:lnTo>
                  <a:pt x="388810" y="225742"/>
                </a:lnTo>
                <a:lnTo>
                  <a:pt x="388810" y="292900"/>
                </a:lnTo>
                <a:lnTo>
                  <a:pt x="388810" y="320332"/>
                </a:lnTo>
                <a:lnTo>
                  <a:pt x="388810" y="396621"/>
                </a:lnTo>
                <a:lnTo>
                  <a:pt x="384238" y="402717"/>
                </a:lnTo>
                <a:lnTo>
                  <a:pt x="355282" y="402717"/>
                </a:lnTo>
                <a:lnTo>
                  <a:pt x="347662" y="401193"/>
                </a:lnTo>
                <a:lnTo>
                  <a:pt x="347662" y="320332"/>
                </a:lnTo>
                <a:lnTo>
                  <a:pt x="388810" y="320332"/>
                </a:lnTo>
                <a:lnTo>
                  <a:pt x="388810" y="292900"/>
                </a:lnTo>
                <a:lnTo>
                  <a:pt x="347662" y="292900"/>
                </a:lnTo>
                <a:lnTo>
                  <a:pt x="347662" y="225742"/>
                </a:lnTo>
                <a:lnTo>
                  <a:pt x="388810" y="225742"/>
                </a:lnTo>
                <a:lnTo>
                  <a:pt x="388810" y="198310"/>
                </a:lnTo>
                <a:lnTo>
                  <a:pt x="321754" y="198310"/>
                </a:lnTo>
                <a:lnTo>
                  <a:pt x="321754" y="225742"/>
                </a:lnTo>
                <a:lnTo>
                  <a:pt x="321754" y="292900"/>
                </a:lnTo>
                <a:lnTo>
                  <a:pt x="282130" y="292900"/>
                </a:lnTo>
                <a:lnTo>
                  <a:pt x="282130" y="225742"/>
                </a:lnTo>
                <a:lnTo>
                  <a:pt x="321754" y="225742"/>
                </a:lnTo>
                <a:lnTo>
                  <a:pt x="321754" y="198310"/>
                </a:lnTo>
                <a:lnTo>
                  <a:pt x="254698" y="198310"/>
                </a:lnTo>
                <a:lnTo>
                  <a:pt x="254698" y="225742"/>
                </a:lnTo>
                <a:lnTo>
                  <a:pt x="254698" y="292900"/>
                </a:lnTo>
                <a:lnTo>
                  <a:pt x="214985" y="292900"/>
                </a:lnTo>
                <a:lnTo>
                  <a:pt x="214985" y="225742"/>
                </a:lnTo>
                <a:lnTo>
                  <a:pt x="254698" y="225742"/>
                </a:lnTo>
                <a:lnTo>
                  <a:pt x="254698" y="198310"/>
                </a:lnTo>
                <a:lnTo>
                  <a:pt x="187540" y="198310"/>
                </a:lnTo>
                <a:lnTo>
                  <a:pt x="187540" y="431673"/>
                </a:lnTo>
                <a:lnTo>
                  <a:pt x="214985" y="431673"/>
                </a:lnTo>
                <a:lnTo>
                  <a:pt x="214985" y="320332"/>
                </a:lnTo>
                <a:lnTo>
                  <a:pt x="254698" y="320332"/>
                </a:lnTo>
                <a:lnTo>
                  <a:pt x="254698" y="410337"/>
                </a:lnTo>
                <a:lnTo>
                  <a:pt x="282130" y="410337"/>
                </a:lnTo>
                <a:lnTo>
                  <a:pt x="282130" y="320332"/>
                </a:lnTo>
                <a:lnTo>
                  <a:pt x="321754" y="320332"/>
                </a:lnTo>
                <a:lnTo>
                  <a:pt x="321754" y="408813"/>
                </a:lnTo>
                <a:lnTo>
                  <a:pt x="341566" y="408813"/>
                </a:lnTo>
                <a:lnTo>
                  <a:pt x="343090" y="414909"/>
                </a:lnTo>
                <a:lnTo>
                  <a:pt x="344614" y="422529"/>
                </a:lnTo>
                <a:lnTo>
                  <a:pt x="346138" y="431673"/>
                </a:lnTo>
                <a:lnTo>
                  <a:pt x="353809" y="431444"/>
                </a:lnTo>
                <a:lnTo>
                  <a:pt x="373138" y="430390"/>
                </a:lnTo>
                <a:lnTo>
                  <a:pt x="384238" y="430149"/>
                </a:lnTo>
                <a:lnTo>
                  <a:pt x="399415" y="427850"/>
                </a:lnTo>
                <a:lnTo>
                  <a:pt x="410425" y="420814"/>
                </a:lnTo>
                <a:lnTo>
                  <a:pt x="417118" y="408940"/>
                </a:lnTo>
                <a:lnTo>
                  <a:pt x="417957" y="402717"/>
                </a:lnTo>
                <a:lnTo>
                  <a:pt x="419392" y="392049"/>
                </a:lnTo>
                <a:lnTo>
                  <a:pt x="419392" y="320332"/>
                </a:lnTo>
                <a:lnTo>
                  <a:pt x="419392" y="292900"/>
                </a:lnTo>
                <a:lnTo>
                  <a:pt x="419392" y="225742"/>
                </a:lnTo>
                <a:lnTo>
                  <a:pt x="419392" y="198310"/>
                </a:lnTo>
                <a:close/>
              </a:path>
              <a:path w="866775" h="434975">
                <a:moveTo>
                  <a:pt x="774674" y="300520"/>
                </a:moveTo>
                <a:lnTo>
                  <a:pt x="451383" y="300520"/>
                </a:lnTo>
                <a:lnTo>
                  <a:pt x="451383" y="334048"/>
                </a:lnTo>
                <a:lnTo>
                  <a:pt x="774674" y="334048"/>
                </a:lnTo>
                <a:lnTo>
                  <a:pt x="774674" y="300520"/>
                </a:lnTo>
                <a:close/>
              </a:path>
              <a:path w="866775" h="434975">
                <a:moveTo>
                  <a:pt x="846391" y="213550"/>
                </a:moveTo>
                <a:lnTo>
                  <a:pt x="559689" y="213550"/>
                </a:lnTo>
                <a:lnTo>
                  <a:pt x="571881" y="158686"/>
                </a:lnTo>
                <a:lnTo>
                  <a:pt x="835723" y="158686"/>
                </a:lnTo>
                <a:lnTo>
                  <a:pt x="835723" y="126593"/>
                </a:lnTo>
                <a:lnTo>
                  <a:pt x="577977" y="126593"/>
                </a:lnTo>
                <a:lnTo>
                  <a:pt x="588645" y="74777"/>
                </a:lnTo>
                <a:lnTo>
                  <a:pt x="552069" y="74777"/>
                </a:lnTo>
                <a:lnTo>
                  <a:pt x="521487" y="215074"/>
                </a:lnTo>
                <a:lnTo>
                  <a:pt x="521487" y="245554"/>
                </a:lnTo>
                <a:lnTo>
                  <a:pt x="808202" y="245554"/>
                </a:lnTo>
                <a:lnTo>
                  <a:pt x="806792" y="278434"/>
                </a:lnTo>
                <a:lnTo>
                  <a:pt x="802843" y="334416"/>
                </a:lnTo>
                <a:lnTo>
                  <a:pt x="796023" y="372122"/>
                </a:lnTo>
                <a:lnTo>
                  <a:pt x="756386" y="392061"/>
                </a:lnTo>
                <a:lnTo>
                  <a:pt x="732370" y="391769"/>
                </a:lnTo>
                <a:lnTo>
                  <a:pt x="708367" y="390918"/>
                </a:lnTo>
                <a:lnTo>
                  <a:pt x="684326" y="389483"/>
                </a:lnTo>
                <a:lnTo>
                  <a:pt x="660273" y="387489"/>
                </a:lnTo>
                <a:lnTo>
                  <a:pt x="662533" y="397510"/>
                </a:lnTo>
                <a:lnTo>
                  <a:pt x="664654" y="407111"/>
                </a:lnTo>
                <a:lnTo>
                  <a:pt x="666483" y="416420"/>
                </a:lnTo>
                <a:lnTo>
                  <a:pt x="667893" y="425589"/>
                </a:lnTo>
                <a:lnTo>
                  <a:pt x="693635" y="426466"/>
                </a:lnTo>
                <a:lnTo>
                  <a:pt x="718083" y="426923"/>
                </a:lnTo>
                <a:lnTo>
                  <a:pt x="762482" y="427113"/>
                </a:lnTo>
                <a:lnTo>
                  <a:pt x="791921" y="423125"/>
                </a:lnTo>
                <a:lnTo>
                  <a:pt x="828332" y="392061"/>
                </a:lnTo>
                <a:lnTo>
                  <a:pt x="838885" y="332854"/>
                </a:lnTo>
                <a:lnTo>
                  <a:pt x="844080" y="257327"/>
                </a:lnTo>
                <a:lnTo>
                  <a:pt x="846391" y="213550"/>
                </a:lnTo>
                <a:close/>
              </a:path>
              <a:path w="866775" h="434975">
                <a:moveTo>
                  <a:pt x="866203" y="28956"/>
                </a:moveTo>
                <a:lnTo>
                  <a:pt x="469671" y="28956"/>
                </a:lnTo>
                <a:lnTo>
                  <a:pt x="469671" y="111353"/>
                </a:lnTo>
                <a:lnTo>
                  <a:pt x="504723" y="111353"/>
                </a:lnTo>
                <a:lnTo>
                  <a:pt x="504723" y="61061"/>
                </a:lnTo>
                <a:lnTo>
                  <a:pt x="831151" y="61061"/>
                </a:lnTo>
                <a:lnTo>
                  <a:pt x="831151" y="111353"/>
                </a:lnTo>
                <a:lnTo>
                  <a:pt x="866203" y="111353"/>
                </a:lnTo>
                <a:lnTo>
                  <a:pt x="866203" y="61061"/>
                </a:lnTo>
                <a:lnTo>
                  <a:pt x="866203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547109" y="2195036"/>
            <a:ext cx="68580" cy="116205"/>
          </a:xfrm>
          <a:custGeom>
            <a:avLst/>
            <a:gdLst/>
            <a:ahLst/>
            <a:cxnLst/>
            <a:rect l="l" t="t" r="r" b="b"/>
            <a:pathLst>
              <a:path w="68579" h="116205">
                <a:moveTo>
                  <a:pt x="30480" y="115919"/>
                </a:moveTo>
                <a:lnTo>
                  <a:pt x="0" y="115919"/>
                </a:lnTo>
                <a:lnTo>
                  <a:pt x="27432" y="0"/>
                </a:lnTo>
                <a:lnTo>
                  <a:pt x="68580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969543" y="1936305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969537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256240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33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17" y="313690"/>
                </a:lnTo>
                <a:lnTo>
                  <a:pt x="128117" y="31750"/>
                </a:lnTo>
                <a:lnTo>
                  <a:pt x="218033" y="31750"/>
                </a:lnTo>
                <a:lnTo>
                  <a:pt x="21803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523136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7" y="41148"/>
                </a:lnTo>
                <a:lnTo>
                  <a:pt x="33528" y="41148"/>
                </a:lnTo>
                <a:lnTo>
                  <a:pt x="34647" y="51984"/>
                </a:lnTo>
                <a:lnTo>
                  <a:pt x="35623" y="66115"/>
                </a:lnTo>
                <a:lnTo>
                  <a:pt x="36314" y="83407"/>
                </a:lnTo>
                <a:lnTo>
                  <a:pt x="36556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7" y="41148"/>
                </a:lnTo>
                <a:lnTo>
                  <a:pt x="150042" y="229862"/>
                </a:lnTo>
                <a:lnTo>
                  <a:pt x="154209" y="240030"/>
                </a:lnTo>
                <a:lnTo>
                  <a:pt x="157519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927270" y="1935479"/>
            <a:ext cx="396875" cy="314960"/>
          </a:xfrm>
          <a:custGeom>
            <a:avLst/>
            <a:gdLst/>
            <a:ahLst/>
            <a:cxnLst/>
            <a:rect l="l" t="t" r="r" b="b"/>
            <a:pathLst>
              <a:path w="396875" h="314960">
                <a:moveTo>
                  <a:pt x="161645" y="280670"/>
                </a:moveTo>
                <a:lnTo>
                  <a:pt x="36588" y="280670"/>
                </a:lnTo>
                <a:lnTo>
                  <a:pt x="36588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  <a:path w="396875" h="314960">
                <a:moveTo>
                  <a:pt x="396443" y="207746"/>
                </a:moveTo>
                <a:lnTo>
                  <a:pt x="356819" y="207746"/>
                </a:lnTo>
                <a:lnTo>
                  <a:pt x="356819" y="53632"/>
                </a:lnTo>
                <a:lnTo>
                  <a:pt x="356819" y="292"/>
                </a:lnTo>
                <a:lnTo>
                  <a:pt x="321754" y="292"/>
                </a:lnTo>
                <a:lnTo>
                  <a:pt x="321754" y="53632"/>
                </a:lnTo>
                <a:lnTo>
                  <a:pt x="321754" y="207746"/>
                </a:lnTo>
                <a:lnTo>
                  <a:pt x="214985" y="207746"/>
                </a:lnTo>
                <a:lnTo>
                  <a:pt x="219824" y="200863"/>
                </a:lnTo>
                <a:lnTo>
                  <a:pt x="225082" y="193827"/>
                </a:lnTo>
                <a:lnTo>
                  <a:pt x="230632" y="186486"/>
                </a:lnTo>
                <a:lnTo>
                  <a:pt x="236321" y="178701"/>
                </a:lnTo>
                <a:lnTo>
                  <a:pt x="242938" y="171310"/>
                </a:lnTo>
                <a:lnTo>
                  <a:pt x="249275" y="163080"/>
                </a:lnTo>
                <a:lnTo>
                  <a:pt x="255612" y="154266"/>
                </a:lnTo>
                <a:lnTo>
                  <a:pt x="269100" y="135737"/>
                </a:lnTo>
                <a:lnTo>
                  <a:pt x="275996" y="125742"/>
                </a:lnTo>
                <a:lnTo>
                  <a:pt x="282879" y="115163"/>
                </a:lnTo>
                <a:lnTo>
                  <a:pt x="289750" y="104025"/>
                </a:lnTo>
                <a:lnTo>
                  <a:pt x="297751" y="92290"/>
                </a:lnTo>
                <a:lnTo>
                  <a:pt x="305752" y="79971"/>
                </a:lnTo>
                <a:lnTo>
                  <a:pt x="313753" y="67081"/>
                </a:lnTo>
                <a:lnTo>
                  <a:pt x="321754" y="53632"/>
                </a:lnTo>
                <a:lnTo>
                  <a:pt x="321754" y="292"/>
                </a:lnTo>
                <a:lnTo>
                  <a:pt x="318706" y="292"/>
                </a:lnTo>
                <a:lnTo>
                  <a:pt x="312712" y="12242"/>
                </a:lnTo>
                <a:lnTo>
                  <a:pt x="306133" y="25057"/>
                </a:lnTo>
                <a:lnTo>
                  <a:pt x="283006" y="64960"/>
                </a:lnTo>
                <a:lnTo>
                  <a:pt x="256133" y="105549"/>
                </a:lnTo>
                <a:lnTo>
                  <a:pt x="225272" y="146050"/>
                </a:lnTo>
                <a:lnTo>
                  <a:pt x="214985" y="158889"/>
                </a:lnTo>
                <a:lnTo>
                  <a:pt x="204698" y="172326"/>
                </a:lnTo>
                <a:lnTo>
                  <a:pt x="194411" y="185216"/>
                </a:lnTo>
                <a:lnTo>
                  <a:pt x="184124" y="197535"/>
                </a:lnTo>
                <a:lnTo>
                  <a:pt x="173837" y="209270"/>
                </a:lnTo>
                <a:lnTo>
                  <a:pt x="173837" y="239750"/>
                </a:lnTo>
                <a:lnTo>
                  <a:pt x="321754" y="239750"/>
                </a:lnTo>
                <a:lnTo>
                  <a:pt x="321754" y="314528"/>
                </a:lnTo>
                <a:lnTo>
                  <a:pt x="356819" y="314528"/>
                </a:lnTo>
                <a:lnTo>
                  <a:pt x="356819" y="239750"/>
                </a:lnTo>
                <a:lnTo>
                  <a:pt x="396443" y="239750"/>
                </a:lnTo>
                <a:lnTo>
                  <a:pt x="396443" y="20774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5489447" y="2109216"/>
            <a:ext cx="120650" cy="29209"/>
          </a:xfrm>
          <a:custGeom>
            <a:avLst/>
            <a:gdLst/>
            <a:ahLst/>
            <a:cxnLst/>
            <a:rect l="l" t="t" r="r" b="b"/>
            <a:pathLst>
              <a:path w="120650" h="29210">
                <a:moveTo>
                  <a:pt x="120396" y="28956"/>
                </a:moveTo>
                <a:lnTo>
                  <a:pt x="0" y="28956"/>
                </a:lnTo>
                <a:lnTo>
                  <a:pt x="0" y="0"/>
                </a:lnTo>
                <a:lnTo>
                  <a:pt x="120396" y="0"/>
                </a:lnTo>
                <a:lnTo>
                  <a:pt x="120396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8807" y="2007489"/>
            <a:ext cx="187642" cy="213550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6074092" y="1935765"/>
            <a:ext cx="252095" cy="314325"/>
          </a:xfrm>
          <a:custGeom>
            <a:avLst/>
            <a:gdLst/>
            <a:ahLst/>
            <a:cxnLst/>
            <a:rect l="l" t="t" r="r" b="b"/>
            <a:pathLst>
              <a:path w="252095" h="314325">
                <a:moveTo>
                  <a:pt x="44196" y="314229"/>
                </a:moveTo>
                <a:lnTo>
                  <a:pt x="0" y="314229"/>
                </a:lnTo>
                <a:lnTo>
                  <a:pt x="105251" y="155543"/>
                </a:lnTo>
                <a:lnTo>
                  <a:pt x="7620" y="0"/>
                </a:lnTo>
                <a:lnTo>
                  <a:pt x="53340" y="0"/>
                </a:lnTo>
                <a:lnTo>
                  <a:pt x="117443" y="109823"/>
                </a:lnTo>
                <a:lnTo>
                  <a:pt x="120491" y="117443"/>
                </a:lnTo>
                <a:lnTo>
                  <a:pt x="125063" y="125063"/>
                </a:lnTo>
                <a:lnTo>
                  <a:pt x="128111" y="131159"/>
                </a:lnTo>
                <a:lnTo>
                  <a:pt x="166515" y="131159"/>
                </a:lnTo>
                <a:lnTo>
                  <a:pt x="150971" y="155543"/>
                </a:lnTo>
                <a:lnTo>
                  <a:pt x="164507" y="176879"/>
                </a:lnTo>
                <a:lnTo>
                  <a:pt x="126587" y="176879"/>
                </a:lnTo>
                <a:lnTo>
                  <a:pt x="125063" y="181451"/>
                </a:lnTo>
                <a:lnTo>
                  <a:pt x="122015" y="186023"/>
                </a:lnTo>
                <a:lnTo>
                  <a:pt x="118967" y="193738"/>
                </a:lnTo>
                <a:lnTo>
                  <a:pt x="44196" y="314229"/>
                </a:lnTo>
                <a:close/>
              </a:path>
              <a:path w="252095" h="314325">
                <a:moveTo>
                  <a:pt x="166515" y="131159"/>
                </a:moveTo>
                <a:lnTo>
                  <a:pt x="129635" y="131159"/>
                </a:lnTo>
                <a:lnTo>
                  <a:pt x="135731" y="118586"/>
                </a:lnTo>
                <a:lnTo>
                  <a:pt x="138636" y="113157"/>
                </a:lnTo>
                <a:lnTo>
                  <a:pt x="141827" y="108299"/>
                </a:lnTo>
                <a:lnTo>
                  <a:pt x="208883" y="0"/>
                </a:lnTo>
                <a:lnTo>
                  <a:pt x="250126" y="0"/>
                </a:lnTo>
                <a:lnTo>
                  <a:pt x="166515" y="131159"/>
                </a:lnTo>
                <a:close/>
              </a:path>
              <a:path w="252095" h="314325">
                <a:moveTo>
                  <a:pt x="251650" y="314229"/>
                </a:moveTo>
                <a:lnTo>
                  <a:pt x="207359" y="314229"/>
                </a:lnTo>
                <a:lnTo>
                  <a:pt x="134207" y="193738"/>
                </a:lnTo>
                <a:lnTo>
                  <a:pt x="132683" y="189166"/>
                </a:lnTo>
                <a:lnTo>
                  <a:pt x="129635" y="184499"/>
                </a:lnTo>
                <a:lnTo>
                  <a:pt x="126587" y="176879"/>
                </a:lnTo>
                <a:lnTo>
                  <a:pt x="164507" y="176879"/>
                </a:lnTo>
                <a:lnTo>
                  <a:pt x="25165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371558" y="1936305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371552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6658153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40" h="313689">
                <a:moveTo>
                  <a:pt x="218122" y="0"/>
                </a:moveTo>
                <a:lnTo>
                  <a:pt x="0" y="0"/>
                </a:lnTo>
                <a:lnTo>
                  <a:pt x="0" y="31750"/>
                </a:lnTo>
                <a:lnTo>
                  <a:pt x="90017" y="31750"/>
                </a:lnTo>
                <a:lnTo>
                  <a:pt x="90017" y="313690"/>
                </a:lnTo>
                <a:lnTo>
                  <a:pt x="126593" y="313690"/>
                </a:lnTo>
                <a:lnTo>
                  <a:pt x="126593" y="31750"/>
                </a:lnTo>
                <a:lnTo>
                  <a:pt x="218122" y="31750"/>
                </a:lnTo>
                <a:lnTo>
                  <a:pt x="21812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6925056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7" y="41148"/>
                </a:lnTo>
                <a:lnTo>
                  <a:pt x="33528" y="41148"/>
                </a:lnTo>
                <a:lnTo>
                  <a:pt x="34409" y="51984"/>
                </a:lnTo>
                <a:lnTo>
                  <a:pt x="34861" y="66115"/>
                </a:lnTo>
                <a:lnTo>
                  <a:pt x="34942" y="74533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790" y="256222"/>
                </a:moveTo>
                <a:lnTo>
                  <a:pt x="160115" y="256222"/>
                </a:lnTo>
                <a:lnTo>
                  <a:pt x="165282" y="244268"/>
                </a:lnTo>
                <a:lnTo>
                  <a:pt x="169449" y="233743"/>
                </a:lnTo>
                <a:lnTo>
                  <a:pt x="172759" y="224932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5178" y="41148"/>
                </a:lnTo>
                <a:lnTo>
                  <a:pt x="282827" y="51720"/>
                </a:lnTo>
                <a:lnTo>
                  <a:pt x="280606" y="59817"/>
                </a:lnTo>
                <a:lnTo>
                  <a:pt x="278320" y="66436"/>
                </a:lnTo>
                <a:lnTo>
                  <a:pt x="194790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7" y="41148"/>
                </a:lnTo>
                <a:lnTo>
                  <a:pt x="150042" y="229862"/>
                </a:lnTo>
                <a:lnTo>
                  <a:pt x="154209" y="240030"/>
                </a:lnTo>
                <a:lnTo>
                  <a:pt x="157519" y="248769"/>
                </a:lnTo>
                <a:lnTo>
                  <a:pt x="160115" y="256222"/>
                </a:lnTo>
                <a:lnTo>
                  <a:pt x="194790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327672" y="1935479"/>
            <a:ext cx="424180" cy="366395"/>
          </a:xfrm>
          <a:custGeom>
            <a:avLst/>
            <a:gdLst/>
            <a:ahLst/>
            <a:cxnLst/>
            <a:rect l="l" t="t" r="r" b="b"/>
            <a:pathLst>
              <a:path w="424179" h="366394">
                <a:moveTo>
                  <a:pt x="163169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169" y="314960"/>
                </a:lnTo>
                <a:lnTo>
                  <a:pt x="163169" y="280670"/>
                </a:lnTo>
                <a:close/>
              </a:path>
              <a:path w="424179" h="366394">
                <a:moveTo>
                  <a:pt x="349186" y="292"/>
                </a:moveTo>
                <a:lnTo>
                  <a:pt x="315658" y="292"/>
                </a:lnTo>
                <a:lnTo>
                  <a:pt x="166217" y="366331"/>
                </a:lnTo>
                <a:lnTo>
                  <a:pt x="199745" y="366331"/>
                </a:lnTo>
                <a:lnTo>
                  <a:pt x="349186" y="292"/>
                </a:lnTo>
                <a:close/>
              </a:path>
              <a:path w="424179" h="366394">
                <a:moveTo>
                  <a:pt x="423964" y="825"/>
                </a:moveTo>
                <a:lnTo>
                  <a:pt x="387388" y="825"/>
                </a:lnTo>
                <a:lnTo>
                  <a:pt x="387388" y="137985"/>
                </a:lnTo>
                <a:lnTo>
                  <a:pt x="423964" y="137985"/>
                </a:lnTo>
                <a:lnTo>
                  <a:pt x="423964" y="8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715060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308" y="0"/>
                </a:moveTo>
                <a:lnTo>
                  <a:pt x="199732" y="0"/>
                </a:lnTo>
                <a:lnTo>
                  <a:pt x="199732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716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8001762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40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8268652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6897" y="41148"/>
                </a:lnTo>
                <a:lnTo>
                  <a:pt x="33528" y="41148"/>
                </a:lnTo>
                <a:lnTo>
                  <a:pt x="34647" y="51984"/>
                </a:lnTo>
                <a:lnTo>
                  <a:pt x="35623" y="66115"/>
                </a:lnTo>
                <a:lnTo>
                  <a:pt x="36314" y="83407"/>
                </a:lnTo>
                <a:lnTo>
                  <a:pt x="36556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897" y="41148"/>
                </a:lnTo>
                <a:lnTo>
                  <a:pt x="150042" y="229862"/>
                </a:lnTo>
                <a:lnTo>
                  <a:pt x="154209" y="240030"/>
                </a:lnTo>
                <a:lnTo>
                  <a:pt x="157519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8672792" y="1935479"/>
            <a:ext cx="382905" cy="319405"/>
          </a:xfrm>
          <a:custGeom>
            <a:avLst/>
            <a:gdLst/>
            <a:ahLst/>
            <a:cxnLst/>
            <a:rect l="l" t="t" r="r" b="b"/>
            <a:pathLst>
              <a:path w="382904" h="319405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  <a:path w="382904" h="319405">
                <a:moveTo>
                  <a:pt x="382714" y="218414"/>
                </a:moveTo>
                <a:lnTo>
                  <a:pt x="375094" y="178689"/>
                </a:lnTo>
                <a:lnTo>
                  <a:pt x="347903" y="142786"/>
                </a:lnTo>
                <a:lnTo>
                  <a:pt x="311188" y="127050"/>
                </a:lnTo>
                <a:lnTo>
                  <a:pt x="276034" y="123825"/>
                </a:lnTo>
                <a:lnTo>
                  <a:pt x="246989" y="123825"/>
                </a:lnTo>
                <a:lnTo>
                  <a:pt x="254609" y="32296"/>
                </a:lnTo>
                <a:lnTo>
                  <a:pt x="367474" y="32296"/>
                </a:lnTo>
                <a:lnTo>
                  <a:pt x="367474" y="292"/>
                </a:lnTo>
                <a:lnTo>
                  <a:pt x="222605" y="292"/>
                </a:lnTo>
                <a:lnTo>
                  <a:pt x="211937" y="157353"/>
                </a:lnTo>
                <a:lnTo>
                  <a:pt x="216509" y="157353"/>
                </a:lnTo>
                <a:lnTo>
                  <a:pt x="219557" y="155829"/>
                </a:lnTo>
                <a:lnTo>
                  <a:pt x="237845" y="155829"/>
                </a:lnTo>
                <a:lnTo>
                  <a:pt x="242417" y="154305"/>
                </a:lnTo>
                <a:lnTo>
                  <a:pt x="265277" y="154305"/>
                </a:lnTo>
                <a:lnTo>
                  <a:pt x="313372" y="164592"/>
                </a:lnTo>
                <a:lnTo>
                  <a:pt x="340614" y="192836"/>
                </a:lnTo>
                <a:lnTo>
                  <a:pt x="346138" y="219938"/>
                </a:lnTo>
                <a:lnTo>
                  <a:pt x="345833" y="227647"/>
                </a:lnTo>
                <a:lnTo>
                  <a:pt x="344805" y="234797"/>
                </a:lnTo>
                <a:lnTo>
                  <a:pt x="342925" y="241363"/>
                </a:lnTo>
                <a:lnTo>
                  <a:pt x="340042" y="247370"/>
                </a:lnTo>
                <a:lnTo>
                  <a:pt x="337477" y="253936"/>
                </a:lnTo>
                <a:lnTo>
                  <a:pt x="308533" y="281165"/>
                </a:lnTo>
                <a:lnTo>
                  <a:pt x="271462" y="288518"/>
                </a:lnTo>
                <a:lnTo>
                  <a:pt x="255168" y="287134"/>
                </a:lnTo>
                <a:lnTo>
                  <a:pt x="238607" y="283184"/>
                </a:lnTo>
                <a:lnTo>
                  <a:pt x="222072" y="276948"/>
                </a:lnTo>
                <a:lnTo>
                  <a:pt x="205841" y="268706"/>
                </a:lnTo>
                <a:lnTo>
                  <a:pt x="205841" y="306895"/>
                </a:lnTo>
                <a:lnTo>
                  <a:pt x="218427" y="312026"/>
                </a:lnTo>
                <a:lnTo>
                  <a:pt x="233464" y="315849"/>
                </a:lnTo>
                <a:lnTo>
                  <a:pt x="251091" y="318262"/>
                </a:lnTo>
                <a:lnTo>
                  <a:pt x="271462" y="319087"/>
                </a:lnTo>
                <a:lnTo>
                  <a:pt x="283756" y="318757"/>
                </a:lnTo>
                <a:lnTo>
                  <a:pt x="327164" y="307733"/>
                </a:lnTo>
                <a:lnTo>
                  <a:pt x="358813" y="284416"/>
                </a:lnTo>
                <a:lnTo>
                  <a:pt x="378218" y="250126"/>
                </a:lnTo>
                <a:lnTo>
                  <a:pt x="382168" y="229552"/>
                </a:lnTo>
                <a:lnTo>
                  <a:pt x="382714" y="2184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1312830" y="2574893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19">
                <a:moveTo>
                  <a:pt x="148018" y="324897"/>
                </a:moveTo>
                <a:lnTo>
                  <a:pt x="86975" y="314420"/>
                </a:lnTo>
                <a:lnTo>
                  <a:pt x="39719" y="282225"/>
                </a:lnTo>
                <a:lnTo>
                  <a:pt x="10144" y="232028"/>
                </a:lnTo>
                <a:lnTo>
                  <a:pt x="0" y="169259"/>
                </a:lnTo>
                <a:lnTo>
                  <a:pt x="2872" y="133277"/>
                </a:lnTo>
                <a:lnTo>
                  <a:pt x="25797" y="72135"/>
                </a:lnTo>
                <a:lnTo>
                  <a:pt x="69462" y="26360"/>
                </a:lnTo>
                <a:lnTo>
                  <a:pt x="127079" y="2881"/>
                </a:lnTo>
                <a:lnTo>
                  <a:pt x="160210" y="0"/>
                </a:lnTo>
                <a:lnTo>
                  <a:pt x="181951" y="857"/>
                </a:lnTo>
                <a:lnTo>
                  <a:pt x="201549" y="3428"/>
                </a:lnTo>
                <a:lnTo>
                  <a:pt x="219146" y="7715"/>
                </a:lnTo>
                <a:lnTo>
                  <a:pt x="234886" y="13715"/>
                </a:lnTo>
                <a:lnTo>
                  <a:pt x="234886" y="51815"/>
                </a:lnTo>
                <a:lnTo>
                  <a:pt x="217431" y="43814"/>
                </a:lnTo>
                <a:lnTo>
                  <a:pt x="199263" y="38099"/>
                </a:lnTo>
                <a:lnTo>
                  <a:pt x="180236" y="34670"/>
                </a:lnTo>
                <a:lnTo>
                  <a:pt x="160210" y="33527"/>
                </a:lnTo>
                <a:lnTo>
                  <a:pt x="134128" y="35815"/>
                </a:lnTo>
                <a:lnTo>
                  <a:pt x="90036" y="54142"/>
                </a:lnTo>
                <a:lnTo>
                  <a:pt x="57483" y="89915"/>
                </a:lnTo>
                <a:lnTo>
                  <a:pt x="40433" y="137921"/>
                </a:lnTo>
                <a:lnTo>
                  <a:pt x="38195" y="166211"/>
                </a:lnTo>
                <a:lnTo>
                  <a:pt x="40195" y="193412"/>
                </a:lnTo>
                <a:lnTo>
                  <a:pt x="56197" y="239171"/>
                </a:lnTo>
                <a:lnTo>
                  <a:pt x="86702" y="272684"/>
                </a:lnTo>
                <a:lnTo>
                  <a:pt x="128318" y="289344"/>
                </a:lnTo>
                <a:lnTo>
                  <a:pt x="152590" y="291369"/>
                </a:lnTo>
                <a:lnTo>
                  <a:pt x="175521" y="290201"/>
                </a:lnTo>
                <a:lnTo>
                  <a:pt x="196596" y="286595"/>
                </a:lnTo>
                <a:lnTo>
                  <a:pt x="216241" y="280399"/>
                </a:lnTo>
                <a:lnTo>
                  <a:pt x="234886" y="271462"/>
                </a:lnTo>
                <a:lnTo>
                  <a:pt x="234886" y="306609"/>
                </a:lnTo>
                <a:lnTo>
                  <a:pt x="215741" y="314610"/>
                </a:lnTo>
                <a:lnTo>
                  <a:pt x="194881" y="320325"/>
                </a:lnTo>
                <a:lnTo>
                  <a:pt x="172307" y="323754"/>
                </a:lnTo>
                <a:lnTo>
                  <a:pt x="14801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596580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67056" y="324897"/>
                </a:moveTo>
                <a:lnTo>
                  <a:pt x="59436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129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124968" y="284940"/>
                </a:lnTo>
                <a:lnTo>
                  <a:pt x="150064" y="254223"/>
                </a:lnTo>
                <a:lnTo>
                  <a:pt x="150971" y="242506"/>
                </a:lnTo>
                <a:lnTo>
                  <a:pt x="150971" y="234886"/>
                </a:lnTo>
                <a:lnTo>
                  <a:pt x="125325" y="200096"/>
                </a:lnTo>
                <a:lnTo>
                  <a:pt x="99798" y="185499"/>
                </a:lnTo>
                <a:lnTo>
                  <a:pt x="85463" y="177593"/>
                </a:lnTo>
                <a:lnTo>
                  <a:pt x="77724" y="173926"/>
                </a:lnTo>
                <a:lnTo>
                  <a:pt x="69746" y="169537"/>
                </a:lnTo>
                <a:lnTo>
                  <a:pt x="54363" y="161402"/>
                </a:lnTo>
                <a:lnTo>
                  <a:pt x="22859" y="138779"/>
                </a:lnTo>
                <a:lnTo>
                  <a:pt x="1904" y="100869"/>
                </a:lnTo>
                <a:lnTo>
                  <a:pt x="0" y="83915"/>
                </a:lnTo>
                <a:lnTo>
                  <a:pt x="571" y="73899"/>
                </a:lnTo>
                <a:lnTo>
                  <a:pt x="20383" y="32575"/>
                </a:lnTo>
                <a:lnTo>
                  <a:pt x="35052" y="21335"/>
                </a:lnTo>
                <a:lnTo>
                  <a:pt x="42433" y="16144"/>
                </a:lnTo>
                <a:lnTo>
                  <a:pt x="78867" y="2571"/>
                </a:lnTo>
                <a:lnTo>
                  <a:pt x="109728" y="0"/>
                </a:lnTo>
                <a:lnTo>
                  <a:pt x="131190" y="833"/>
                </a:lnTo>
                <a:lnTo>
                  <a:pt x="149625" y="3238"/>
                </a:lnTo>
                <a:lnTo>
                  <a:pt x="164900" y="7072"/>
                </a:lnTo>
                <a:lnTo>
                  <a:pt x="176879" y="12191"/>
                </a:lnTo>
                <a:lnTo>
                  <a:pt x="176879" y="53339"/>
                </a:lnTo>
                <a:lnTo>
                  <a:pt x="162029" y="44457"/>
                </a:lnTo>
                <a:lnTo>
                  <a:pt x="145018" y="38290"/>
                </a:lnTo>
                <a:lnTo>
                  <a:pt x="126006" y="34694"/>
                </a:lnTo>
                <a:lnTo>
                  <a:pt x="105155" y="33527"/>
                </a:lnTo>
                <a:lnTo>
                  <a:pt x="97536" y="33527"/>
                </a:lnTo>
                <a:lnTo>
                  <a:pt x="89916" y="35051"/>
                </a:lnTo>
                <a:lnTo>
                  <a:pt x="80772" y="36575"/>
                </a:lnTo>
                <a:lnTo>
                  <a:pt x="73152" y="38099"/>
                </a:lnTo>
                <a:lnTo>
                  <a:pt x="67056" y="41147"/>
                </a:lnTo>
                <a:lnTo>
                  <a:pt x="59436" y="44195"/>
                </a:lnTo>
                <a:lnTo>
                  <a:pt x="53339" y="48767"/>
                </a:lnTo>
                <a:lnTo>
                  <a:pt x="48768" y="53339"/>
                </a:lnTo>
                <a:lnTo>
                  <a:pt x="44195" y="59435"/>
                </a:lnTo>
                <a:lnTo>
                  <a:pt x="38100" y="71723"/>
                </a:lnTo>
                <a:lnTo>
                  <a:pt x="38100" y="88487"/>
                </a:lnTo>
                <a:lnTo>
                  <a:pt x="62484" y="122015"/>
                </a:lnTo>
                <a:lnTo>
                  <a:pt x="98940" y="142732"/>
                </a:lnTo>
                <a:lnTo>
                  <a:pt x="106679" y="146399"/>
                </a:lnTo>
                <a:lnTo>
                  <a:pt x="138779" y="164687"/>
                </a:lnTo>
                <a:lnTo>
                  <a:pt x="170116" y="190333"/>
                </a:lnTo>
                <a:lnTo>
                  <a:pt x="188499" y="223837"/>
                </a:lnTo>
                <a:lnTo>
                  <a:pt x="190595" y="240982"/>
                </a:lnTo>
                <a:lnTo>
                  <a:pt x="190023" y="251866"/>
                </a:lnTo>
                <a:lnTo>
                  <a:pt x="170402" y="294036"/>
                </a:lnTo>
                <a:lnTo>
                  <a:pt x="130412" y="317753"/>
                </a:lnTo>
                <a:lnTo>
                  <a:pt x="89106" y="324611"/>
                </a:lnTo>
                <a:lnTo>
                  <a:pt x="67056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834419" y="2574893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79343" y="324897"/>
                </a:moveTo>
                <a:lnTo>
                  <a:pt x="67151" y="324897"/>
                </a:lnTo>
                <a:lnTo>
                  <a:pt x="61055" y="323373"/>
                </a:lnTo>
                <a:lnTo>
                  <a:pt x="53435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129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719" y="283749"/>
                </a:lnTo>
                <a:lnTo>
                  <a:pt x="47339" y="286797"/>
                </a:lnTo>
                <a:lnTo>
                  <a:pt x="70199" y="291369"/>
                </a:lnTo>
                <a:lnTo>
                  <a:pt x="83915" y="291369"/>
                </a:lnTo>
                <a:lnTo>
                  <a:pt x="125706" y="284940"/>
                </a:lnTo>
                <a:lnTo>
                  <a:pt x="151376" y="254223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49447" y="227266"/>
                </a:lnTo>
                <a:lnTo>
                  <a:pt x="143351" y="215074"/>
                </a:lnTo>
                <a:lnTo>
                  <a:pt x="137255" y="208978"/>
                </a:lnTo>
                <a:lnTo>
                  <a:pt x="131159" y="204406"/>
                </a:lnTo>
                <a:lnTo>
                  <a:pt x="126087" y="200096"/>
                </a:lnTo>
                <a:lnTo>
                  <a:pt x="120300" y="196214"/>
                </a:lnTo>
                <a:lnTo>
                  <a:pt x="108299" y="189166"/>
                </a:lnTo>
                <a:lnTo>
                  <a:pt x="85796" y="177593"/>
                </a:lnTo>
                <a:lnTo>
                  <a:pt x="77819" y="173926"/>
                </a:lnTo>
                <a:lnTo>
                  <a:pt x="47339" y="157067"/>
                </a:lnTo>
                <a:lnTo>
                  <a:pt x="13906" y="127158"/>
                </a:lnTo>
                <a:lnTo>
                  <a:pt x="0" y="83915"/>
                </a:lnTo>
                <a:lnTo>
                  <a:pt x="595" y="73899"/>
                </a:lnTo>
                <a:lnTo>
                  <a:pt x="21145" y="32575"/>
                </a:lnTo>
                <a:lnTo>
                  <a:pt x="60220" y="8048"/>
                </a:lnTo>
                <a:lnTo>
                  <a:pt x="99560" y="285"/>
                </a:lnTo>
                <a:lnTo>
                  <a:pt x="109823" y="0"/>
                </a:lnTo>
                <a:lnTo>
                  <a:pt x="131232" y="833"/>
                </a:lnTo>
                <a:lnTo>
                  <a:pt x="149649" y="3238"/>
                </a:lnTo>
                <a:lnTo>
                  <a:pt x="164941" y="7072"/>
                </a:lnTo>
                <a:lnTo>
                  <a:pt x="176974" y="12191"/>
                </a:lnTo>
                <a:lnTo>
                  <a:pt x="176974" y="53339"/>
                </a:lnTo>
                <a:lnTo>
                  <a:pt x="162298" y="44457"/>
                </a:lnTo>
                <a:lnTo>
                  <a:pt x="145649" y="38290"/>
                </a:lnTo>
                <a:lnTo>
                  <a:pt x="126731" y="34694"/>
                </a:lnTo>
                <a:lnTo>
                  <a:pt x="105251" y="33527"/>
                </a:lnTo>
                <a:lnTo>
                  <a:pt x="97631" y="33527"/>
                </a:lnTo>
                <a:lnTo>
                  <a:pt x="82391" y="36575"/>
                </a:lnTo>
                <a:lnTo>
                  <a:pt x="73247" y="38099"/>
                </a:lnTo>
                <a:lnTo>
                  <a:pt x="61055" y="44195"/>
                </a:lnTo>
                <a:lnTo>
                  <a:pt x="53435" y="48767"/>
                </a:lnTo>
                <a:lnTo>
                  <a:pt x="48863" y="53339"/>
                </a:lnTo>
                <a:lnTo>
                  <a:pt x="45815" y="59435"/>
                </a:lnTo>
                <a:lnTo>
                  <a:pt x="41243" y="65531"/>
                </a:lnTo>
                <a:lnTo>
                  <a:pt x="39719" y="71723"/>
                </a:lnTo>
                <a:lnTo>
                  <a:pt x="39719" y="88487"/>
                </a:lnTo>
                <a:lnTo>
                  <a:pt x="62579" y="122015"/>
                </a:lnTo>
                <a:lnTo>
                  <a:pt x="99036" y="142732"/>
                </a:lnTo>
                <a:lnTo>
                  <a:pt x="106775" y="146399"/>
                </a:lnTo>
                <a:lnTo>
                  <a:pt x="115633" y="150971"/>
                </a:lnTo>
                <a:lnTo>
                  <a:pt x="123920" y="155543"/>
                </a:lnTo>
                <a:lnTo>
                  <a:pt x="131635" y="160115"/>
                </a:lnTo>
                <a:lnTo>
                  <a:pt x="138779" y="164687"/>
                </a:lnTo>
                <a:lnTo>
                  <a:pt x="146494" y="169338"/>
                </a:lnTo>
                <a:lnTo>
                  <a:pt x="176545" y="196214"/>
                </a:lnTo>
                <a:lnTo>
                  <a:pt x="190166" y="232124"/>
                </a:lnTo>
                <a:lnTo>
                  <a:pt x="190690" y="240982"/>
                </a:lnTo>
                <a:lnTo>
                  <a:pt x="190119" y="251866"/>
                </a:lnTo>
                <a:lnTo>
                  <a:pt x="170985" y="294036"/>
                </a:lnTo>
                <a:lnTo>
                  <a:pt x="130492" y="317753"/>
                </a:lnTo>
                <a:lnTo>
                  <a:pt x="89844" y="324611"/>
                </a:lnTo>
                <a:lnTo>
                  <a:pt x="7934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2176081" y="2519933"/>
            <a:ext cx="860425" cy="433705"/>
          </a:xfrm>
          <a:custGeom>
            <a:avLst/>
            <a:gdLst/>
            <a:ahLst/>
            <a:cxnLst/>
            <a:rect l="l" t="t" r="r" b="b"/>
            <a:pathLst>
              <a:path w="860425" h="433705">
                <a:moveTo>
                  <a:pt x="431571" y="64109"/>
                </a:moveTo>
                <a:lnTo>
                  <a:pt x="187540" y="64109"/>
                </a:lnTo>
                <a:lnTo>
                  <a:pt x="198780" y="38950"/>
                </a:lnTo>
                <a:lnTo>
                  <a:pt x="204038" y="26352"/>
                </a:lnTo>
                <a:lnTo>
                  <a:pt x="208876" y="13716"/>
                </a:lnTo>
                <a:lnTo>
                  <a:pt x="175348" y="0"/>
                </a:lnTo>
                <a:lnTo>
                  <a:pt x="147916" y="64109"/>
                </a:lnTo>
                <a:lnTo>
                  <a:pt x="7620" y="64109"/>
                </a:lnTo>
                <a:lnTo>
                  <a:pt x="7620" y="94589"/>
                </a:lnTo>
                <a:lnTo>
                  <a:pt x="131152" y="94589"/>
                </a:lnTo>
                <a:lnTo>
                  <a:pt x="103974" y="140931"/>
                </a:lnTo>
                <a:lnTo>
                  <a:pt x="72961" y="186118"/>
                </a:lnTo>
                <a:lnTo>
                  <a:pt x="38265" y="230174"/>
                </a:lnTo>
                <a:lnTo>
                  <a:pt x="0" y="273088"/>
                </a:lnTo>
                <a:lnTo>
                  <a:pt x="6591" y="279971"/>
                </a:lnTo>
                <a:lnTo>
                  <a:pt x="12763" y="286994"/>
                </a:lnTo>
                <a:lnTo>
                  <a:pt x="18643" y="294309"/>
                </a:lnTo>
                <a:lnTo>
                  <a:pt x="24384" y="302044"/>
                </a:lnTo>
                <a:lnTo>
                  <a:pt x="41236" y="283730"/>
                </a:lnTo>
                <a:lnTo>
                  <a:pt x="57531" y="265277"/>
                </a:lnTo>
                <a:lnTo>
                  <a:pt x="73240" y="246532"/>
                </a:lnTo>
                <a:lnTo>
                  <a:pt x="88392" y="227368"/>
                </a:lnTo>
                <a:lnTo>
                  <a:pt x="88392" y="399669"/>
                </a:lnTo>
                <a:lnTo>
                  <a:pt x="122008" y="399669"/>
                </a:lnTo>
                <a:lnTo>
                  <a:pt x="122008" y="216598"/>
                </a:lnTo>
                <a:lnTo>
                  <a:pt x="221068" y="216598"/>
                </a:lnTo>
                <a:lnTo>
                  <a:pt x="221068" y="433298"/>
                </a:lnTo>
                <a:lnTo>
                  <a:pt x="256222" y="433298"/>
                </a:lnTo>
                <a:lnTo>
                  <a:pt x="256222" y="216598"/>
                </a:lnTo>
                <a:lnTo>
                  <a:pt x="356806" y="216598"/>
                </a:lnTo>
                <a:lnTo>
                  <a:pt x="356806" y="327952"/>
                </a:lnTo>
                <a:lnTo>
                  <a:pt x="354850" y="340004"/>
                </a:lnTo>
                <a:lnTo>
                  <a:pt x="349186" y="348615"/>
                </a:lnTo>
                <a:lnTo>
                  <a:pt x="340080" y="353758"/>
                </a:lnTo>
                <a:lnTo>
                  <a:pt x="327850" y="355473"/>
                </a:lnTo>
                <a:lnTo>
                  <a:pt x="321005" y="355219"/>
                </a:lnTo>
                <a:lnTo>
                  <a:pt x="274510" y="352425"/>
                </a:lnTo>
                <a:lnTo>
                  <a:pt x="280720" y="380072"/>
                </a:lnTo>
                <a:lnTo>
                  <a:pt x="282130" y="387477"/>
                </a:lnTo>
                <a:lnTo>
                  <a:pt x="306082" y="388366"/>
                </a:lnTo>
                <a:lnTo>
                  <a:pt x="325183" y="388810"/>
                </a:lnTo>
                <a:lnTo>
                  <a:pt x="347662" y="389001"/>
                </a:lnTo>
                <a:lnTo>
                  <a:pt x="366788" y="385622"/>
                </a:lnTo>
                <a:lnTo>
                  <a:pt x="380657" y="375666"/>
                </a:lnTo>
                <a:lnTo>
                  <a:pt x="389102" y="359435"/>
                </a:lnTo>
                <a:lnTo>
                  <a:pt x="391947" y="337185"/>
                </a:lnTo>
                <a:lnTo>
                  <a:pt x="391947" y="184594"/>
                </a:lnTo>
                <a:lnTo>
                  <a:pt x="256222" y="184594"/>
                </a:lnTo>
                <a:lnTo>
                  <a:pt x="256222" y="117449"/>
                </a:lnTo>
                <a:lnTo>
                  <a:pt x="221068" y="117449"/>
                </a:lnTo>
                <a:lnTo>
                  <a:pt x="221068" y="184594"/>
                </a:lnTo>
                <a:lnTo>
                  <a:pt x="117436" y="184594"/>
                </a:lnTo>
                <a:lnTo>
                  <a:pt x="131775" y="162839"/>
                </a:lnTo>
                <a:lnTo>
                  <a:pt x="145249" y="140779"/>
                </a:lnTo>
                <a:lnTo>
                  <a:pt x="158153" y="118122"/>
                </a:lnTo>
                <a:lnTo>
                  <a:pt x="170776" y="94589"/>
                </a:lnTo>
                <a:lnTo>
                  <a:pt x="431571" y="94589"/>
                </a:lnTo>
                <a:lnTo>
                  <a:pt x="431571" y="64109"/>
                </a:lnTo>
                <a:close/>
              </a:path>
              <a:path w="860425" h="433705">
                <a:moveTo>
                  <a:pt x="767041" y="241084"/>
                </a:moveTo>
                <a:lnTo>
                  <a:pt x="733513" y="241084"/>
                </a:lnTo>
                <a:lnTo>
                  <a:pt x="733513" y="270040"/>
                </a:lnTo>
                <a:lnTo>
                  <a:pt x="733513" y="324904"/>
                </a:lnTo>
                <a:lnTo>
                  <a:pt x="608457" y="324904"/>
                </a:lnTo>
                <a:lnTo>
                  <a:pt x="608457" y="270040"/>
                </a:lnTo>
                <a:lnTo>
                  <a:pt x="733513" y="270040"/>
                </a:lnTo>
                <a:lnTo>
                  <a:pt x="733513" y="241084"/>
                </a:lnTo>
                <a:lnTo>
                  <a:pt x="574929" y="241084"/>
                </a:lnTo>
                <a:lnTo>
                  <a:pt x="574929" y="370725"/>
                </a:lnTo>
                <a:lnTo>
                  <a:pt x="608457" y="370725"/>
                </a:lnTo>
                <a:lnTo>
                  <a:pt x="608457" y="352437"/>
                </a:lnTo>
                <a:lnTo>
                  <a:pt x="767041" y="352437"/>
                </a:lnTo>
                <a:lnTo>
                  <a:pt x="767041" y="324904"/>
                </a:lnTo>
                <a:lnTo>
                  <a:pt x="767041" y="270040"/>
                </a:lnTo>
                <a:lnTo>
                  <a:pt x="767041" y="241084"/>
                </a:lnTo>
                <a:close/>
              </a:path>
              <a:path w="860425" h="433705">
                <a:moveTo>
                  <a:pt x="860107" y="172402"/>
                </a:moveTo>
                <a:lnTo>
                  <a:pt x="533781" y="172402"/>
                </a:lnTo>
                <a:lnTo>
                  <a:pt x="533781" y="134302"/>
                </a:lnTo>
                <a:lnTo>
                  <a:pt x="805243" y="134302"/>
                </a:lnTo>
                <a:lnTo>
                  <a:pt x="805243" y="148018"/>
                </a:lnTo>
                <a:lnTo>
                  <a:pt x="838771" y="148018"/>
                </a:lnTo>
                <a:lnTo>
                  <a:pt x="838771" y="134302"/>
                </a:lnTo>
                <a:lnTo>
                  <a:pt x="838771" y="105257"/>
                </a:lnTo>
                <a:lnTo>
                  <a:pt x="838771" y="53441"/>
                </a:lnTo>
                <a:lnTo>
                  <a:pt x="838771" y="22961"/>
                </a:lnTo>
                <a:lnTo>
                  <a:pt x="805243" y="22961"/>
                </a:lnTo>
                <a:lnTo>
                  <a:pt x="805243" y="53441"/>
                </a:lnTo>
                <a:lnTo>
                  <a:pt x="805243" y="105257"/>
                </a:lnTo>
                <a:lnTo>
                  <a:pt x="533781" y="105257"/>
                </a:lnTo>
                <a:lnTo>
                  <a:pt x="533781" y="53441"/>
                </a:lnTo>
                <a:lnTo>
                  <a:pt x="805243" y="53441"/>
                </a:lnTo>
                <a:lnTo>
                  <a:pt x="805243" y="22961"/>
                </a:lnTo>
                <a:lnTo>
                  <a:pt x="498627" y="22961"/>
                </a:lnTo>
                <a:lnTo>
                  <a:pt x="498627" y="204419"/>
                </a:lnTo>
                <a:lnTo>
                  <a:pt x="495477" y="260794"/>
                </a:lnTo>
                <a:lnTo>
                  <a:pt x="486054" y="311035"/>
                </a:lnTo>
                <a:lnTo>
                  <a:pt x="470331" y="355244"/>
                </a:lnTo>
                <a:lnTo>
                  <a:pt x="448335" y="393585"/>
                </a:lnTo>
                <a:lnTo>
                  <a:pt x="455790" y="401561"/>
                </a:lnTo>
                <a:lnTo>
                  <a:pt x="462241" y="409397"/>
                </a:lnTo>
                <a:lnTo>
                  <a:pt x="467842" y="416941"/>
                </a:lnTo>
                <a:lnTo>
                  <a:pt x="472719" y="424065"/>
                </a:lnTo>
                <a:lnTo>
                  <a:pt x="494868" y="389661"/>
                </a:lnTo>
                <a:lnTo>
                  <a:pt x="511987" y="350405"/>
                </a:lnTo>
                <a:lnTo>
                  <a:pt x="524129" y="306235"/>
                </a:lnTo>
                <a:lnTo>
                  <a:pt x="531380" y="257086"/>
                </a:lnTo>
                <a:lnTo>
                  <a:pt x="533781" y="202882"/>
                </a:lnTo>
                <a:lnTo>
                  <a:pt x="823531" y="202882"/>
                </a:lnTo>
                <a:lnTo>
                  <a:pt x="822401" y="246075"/>
                </a:lnTo>
                <a:lnTo>
                  <a:pt x="821436" y="281660"/>
                </a:lnTo>
                <a:lnTo>
                  <a:pt x="820826" y="306235"/>
                </a:lnTo>
                <a:lnTo>
                  <a:pt x="820724" y="311035"/>
                </a:lnTo>
                <a:lnTo>
                  <a:pt x="820483" y="329577"/>
                </a:lnTo>
                <a:lnTo>
                  <a:pt x="818146" y="346405"/>
                </a:lnTo>
                <a:lnTo>
                  <a:pt x="802538" y="384098"/>
                </a:lnTo>
                <a:lnTo>
                  <a:pt x="773137" y="390537"/>
                </a:lnTo>
                <a:lnTo>
                  <a:pt x="755154" y="390245"/>
                </a:lnTo>
                <a:lnTo>
                  <a:pt x="735609" y="389394"/>
                </a:lnTo>
                <a:lnTo>
                  <a:pt x="714629" y="387959"/>
                </a:lnTo>
                <a:lnTo>
                  <a:pt x="692365" y="385965"/>
                </a:lnTo>
                <a:lnTo>
                  <a:pt x="694385" y="394246"/>
                </a:lnTo>
                <a:lnTo>
                  <a:pt x="695985" y="403110"/>
                </a:lnTo>
                <a:lnTo>
                  <a:pt x="697293" y="412534"/>
                </a:lnTo>
                <a:lnTo>
                  <a:pt x="698461" y="422541"/>
                </a:lnTo>
                <a:lnTo>
                  <a:pt x="717943" y="424294"/>
                </a:lnTo>
                <a:lnTo>
                  <a:pt x="735418" y="425208"/>
                </a:lnTo>
                <a:lnTo>
                  <a:pt x="751179" y="425538"/>
                </a:lnTo>
                <a:lnTo>
                  <a:pt x="765517" y="425589"/>
                </a:lnTo>
                <a:lnTo>
                  <a:pt x="790397" y="424180"/>
                </a:lnTo>
                <a:lnTo>
                  <a:pt x="834199" y="404253"/>
                </a:lnTo>
                <a:lnTo>
                  <a:pt x="842429" y="390537"/>
                </a:lnTo>
                <a:lnTo>
                  <a:pt x="847534" y="376821"/>
                </a:lnTo>
                <a:lnTo>
                  <a:pt x="854011" y="331101"/>
                </a:lnTo>
                <a:lnTo>
                  <a:pt x="857059" y="273469"/>
                </a:lnTo>
                <a:lnTo>
                  <a:pt x="858723" y="228523"/>
                </a:lnTo>
                <a:lnTo>
                  <a:pt x="859345" y="202882"/>
                </a:lnTo>
                <a:lnTo>
                  <a:pt x="860107" y="17240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1296066" y="3226212"/>
            <a:ext cx="117475" cy="319405"/>
          </a:xfrm>
          <a:custGeom>
            <a:avLst/>
            <a:gdLst/>
            <a:ahLst/>
            <a:cxnLst/>
            <a:rect l="l" t="t" r="r" b="b"/>
            <a:pathLst>
              <a:path w="117475" h="319404">
                <a:moveTo>
                  <a:pt x="30575" y="318801"/>
                </a:moveTo>
                <a:lnTo>
                  <a:pt x="21685" y="318516"/>
                </a:lnTo>
                <a:lnTo>
                  <a:pt x="13537" y="317658"/>
                </a:lnTo>
                <a:lnTo>
                  <a:pt x="6264" y="316230"/>
                </a:lnTo>
                <a:lnTo>
                  <a:pt x="0" y="314229"/>
                </a:lnTo>
                <a:lnTo>
                  <a:pt x="0" y="277653"/>
                </a:lnTo>
                <a:lnTo>
                  <a:pt x="6264" y="281654"/>
                </a:lnTo>
                <a:lnTo>
                  <a:pt x="13537" y="284511"/>
                </a:lnTo>
                <a:lnTo>
                  <a:pt x="21685" y="286226"/>
                </a:lnTo>
                <a:lnTo>
                  <a:pt x="30575" y="286797"/>
                </a:lnTo>
                <a:lnTo>
                  <a:pt x="52578" y="281390"/>
                </a:lnTo>
                <a:lnTo>
                  <a:pt x="68294" y="265259"/>
                </a:lnTo>
                <a:lnTo>
                  <a:pt x="77724" y="238537"/>
                </a:lnTo>
                <a:lnTo>
                  <a:pt x="80867" y="201358"/>
                </a:lnTo>
                <a:lnTo>
                  <a:pt x="80867" y="0"/>
                </a:lnTo>
                <a:lnTo>
                  <a:pt x="117443" y="0"/>
                </a:lnTo>
                <a:lnTo>
                  <a:pt x="117443" y="201358"/>
                </a:lnTo>
                <a:lnTo>
                  <a:pt x="116014" y="227376"/>
                </a:lnTo>
                <a:lnTo>
                  <a:pt x="104584" y="270876"/>
                </a:lnTo>
                <a:lnTo>
                  <a:pt x="81153" y="302085"/>
                </a:lnTo>
                <a:lnTo>
                  <a:pt x="49149" y="317039"/>
                </a:lnTo>
                <a:lnTo>
                  <a:pt x="30575" y="3188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1471517" y="3310128"/>
            <a:ext cx="621030" cy="234950"/>
            <a:chOff x="1471517" y="3310128"/>
            <a:chExt cx="621030" cy="234950"/>
          </a:xfrm>
        </p:grpSpPr>
        <p:pic>
          <p:nvPicPr>
            <p:cNvPr id="40" name="object 4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1517" y="3310128"/>
              <a:ext cx="178403" cy="23488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3448" y="3316224"/>
              <a:ext cx="210502" cy="224218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15287" y="3310128"/>
              <a:ext cx="176879" cy="234886"/>
            </a:xfrm>
            <a:prstGeom prst="rect">
              <a:avLst/>
            </a:prstGeom>
          </p:spPr>
        </p:pic>
      </p:grpSp>
      <p:grpSp>
        <p:nvGrpSpPr>
          <p:cNvPr id="43" name="object 43" descr=""/>
          <p:cNvGrpSpPr/>
          <p:nvPr/>
        </p:nvGrpSpPr>
        <p:grpSpPr>
          <a:xfrm>
            <a:off x="2150173" y="3220116"/>
            <a:ext cx="401320" cy="325120"/>
            <a:chOff x="2150173" y="3220116"/>
            <a:chExt cx="401320" cy="325120"/>
          </a:xfrm>
        </p:grpSpPr>
        <p:sp>
          <p:nvSpPr>
            <p:cNvPr id="44" name="object 44" descr=""/>
            <p:cNvSpPr/>
            <p:nvPr/>
          </p:nvSpPr>
          <p:spPr>
            <a:xfrm>
              <a:off x="2150173" y="3220116"/>
              <a:ext cx="191135" cy="325120"/>
            </a:xfrm>
            <a:custGeom>
              <a:avLst/>
              <a:gdLst/>
              <a:ahLst/>
              <a:cxnLst/>
              <a:rect l="l" t="t" r="r" b="b"/>
              <a:pathLst>
                <a:path w="191135" h="325120">
                  <a:moveTo>
                    <a:pt x="60960" y="324897"/>
                  </a:moveTo>
                  <a:lnTo>
                    <a:pt x="22859" y="317277"/>
                  </a:lnTo>
                  <a:lnTo>
                    <a:pt x="16764" y="315753"/>
                  </a:lnTo>
                  <a:lnTo>
                    <a:pt x="9144" y="312705"/>
                  </a:lnTo>
                  <a:lnTo>
                    <a:pt x="4572" y="309657"/>
                  </a:lnTo>
                  <a:lnTo>
                    <a:pt x="0" y="308133"/>
                  </a:lnTo>
                  <a:lnTo>
                    <a:pt x="0" y="263937"/>
                  </a:lnTo>
                  <a:lnTo>
                    <a:pt x="4572" y="268509"/>
                  </a:lnTo>
                  <a:lnTo>
                    <a:pt x="10668" y="273081"/>
                  </a:lnTo>
                  <a:lnTo>
                    <a:pt x="18288" y="276129"/>
                  </a:lnTo>
                  <a:lnTo>
                    <a:pt x="24384" y="279177"/>
                  </a:lnTo>
                  <a:lnTo>
                    <a:pt x="39624" y="285273"/>
                  </a:lnTo>
                  <a:lnTo>
                    <a:pt x="77724" y="292893"/>
                  </a:lnTo>
                  <a:lnTo>
                    <a:pt x="83820" y="292893"/>
                  </a:lnTo>
                  <a:lnTo>
                    <a:pt x="125610" y="285178"/>
                  </a:lnTo>
                  <a:lnTo>
                    <a:pt x="151374" y="254920"/>
                  </a:lnTo>
                  <a:lnTo>
                    <a:pt x="152495" y="244030"/>
                  </a:lnTo>
                  <a:lnTo>
                    <a:pt x="152495" y="234886"/>
                  </a:lnTo>
                  <a:lnTo>
                    <a:pt x="149447" y="227266"/>
                  </a:lnTo>
                  <a:lnTo>
                    <a:pt x="143351" y="215074"/>
                  </a:lnTo>
                  <a:lnTo>
                    <a:pt x="137255" y="208978"/>
                  </a:lnTo>
                  <a:lnTo>
                    <a:pt x="131064" y="204406"/>
                  </a:lnTo>
                  <a:lnTo>
                    <a:pt x="126206" y="200096"/>
                  </a:lnTo>
                  <a:lnTo>
                    <a:pt x="120777" y="196214"/>
                  </a:lnTo>
                  <a:lnTo>
                    <a:pt x="114776" y="192619"/>
                  </a:lnTo>
                  <a:lnTo>
                    <a:pt x="108204" y="189166"/>
                  </a:lnTo>
                  <a:lnTo>
                    <a:pt x="93726" y="182117"/>
                  </a:lnTo>
                  <a:lnTo>
                    <a:pt x="86344" y="178236"/>
                  </a:lnTo>
                  <a:lnTo>
                    <a:pt x="79248" y="173926"/>
                  </a:lnTo>
                  <a:lnTo>
                    <a:pt x="70604" y="170235"/>
                  </a:lnTo>
                  <a:lnTo>
                    <a:pt x="62674" y="166115"/>
                  </a:lnTo>
                  <a:lnTo>
                    <a:pt x="28598" y="143366"/>
                  </a:lnTo>
                  <a:lnTo>
                    <a:pt x="3857" y="108775"/>
                  </a:lnTo>
                  <a:lnTo>
                    <a:pt x="0" y="83915"/>
                  </a:lnTo>
                  <a:lnTo>
                    <a:pt x="595" y="73913"/>
                  </a:lnTo>
                  <a:lnTo>
                    <a:pt x="21145" y="32587"/>
                  </a:lnTo>
                  <a:lnTo>
                    <a:pt x="60340" y="8691"/>
                  </a:lnTo>
                  <a:lnTo>
                    <a:pt x="99464" y="523"/>
                  </a:lnTo>
                  <a:lnTo>
                    <a:pt x="109728" y="0"/>
                  </a:lnTo>
                  <a:lnTo>
                    <a:pt x="131190" y="833"/>
                  </a:lnTo>
                  <a:lnTo>
                    <a:pt x="149625" y="3238"/>
                  </a:lnTo>
                  <a:lnTo>
                    <a:pt x="164900" y="7072"/>
                  </a:lnTo>
                  <a:lnTo>
                    <a:pt x="176879" y="12191"/>
                  </a:lnTo>
                  <a:lnTo>
                    <a:pt x="176879" y="53435"/>
                  </a:lnTo>
                  <a:lnTo>
                    <a:pt x="162267" y="45141"/>
                  </a:lnTo>
                  <a:lnTo>
                    <a:pt x="145780" y="38873"/>
                  </a:lnTo>
                  <a:lnTo>
                    <a:pt x="127292" y="34910"/>
                  </a:lnTo>
                  <a:lnTo>
                    <a:pt x="106679" y="33527"/>
                  </a:lnTo>
                  <a:lnTo>
                    <a:pt x="97536" y="33527"/>
                  </a:lnTo>
                  <a:lnTo>
                    <a:pt x="60960" y="44291"/>
                  </a:lnTo>
                  <a:lnTo>
                    <a:pt x="45719" y="59531"/>
                  </a:lnTo>
                  <a:lnTo>
                    <a:pt x="41148" y="65627"/>
                  </a:lnTo>
                  <a:lnTo>
                    <a:pt x="39624" y="73247"/>
                  </a:lnTo>
                  <a:lnTo>
                    <a:pt x="39624" y="90011"/>
                  </a:lnTo>
                  <a:lnTo>
                    <a:pt x="41148" y="96107"/>
                  </a:lnTo>
                  <a:lnTo>
                    <a:pt x="47244" y="108299"/>
                  </a:lnTo>
                  <a:lnTo>
                    <a:pt x="50292" y="112871"/>
                  </a:lnTo>
                  <a:lnTo>
                    <a:pt x="56387" y="117443"/>
                  </a:lnTo>
                  <a:lnTo>
                    <a:pt x="61221" y="121753"/>
                  </a:lnTo>
                  <a:lnTo>
                    <a:pt x="106679" y="146399"/>
                  </a:lnTo>
                  <a:lnTo>
                    <a:pt x="115539" y="151026"/>
                  </a:lnTo>
                  <a:lnTo>
                    <a:pt x="123836" y="155626"/>
                  </a:lnTo>
                  <a:lnTo>
                    <a:pt x="131580" y="160209"/>
                  </a:lnTo>
                  <a:lnTo>
                    <a:pt x="138779" y="164782"/>
                  </a:lnTo>
                  <a:lnTo>
                    <a:pt x="146494" y="169378"/>
                  </a:lnTo>
                  <a:lnTo>
                    <a:pt x="176498" y="196786"/>
                  </a:lnTo>
                  <a:lnTo>
                    <a:pt x="190595" y="240982"/>
                  </a:lnTo>
                  <a:lnTo>
                    <a:pt x="190023" y="252158"/>
                  </a:lnTo>
                  <a:lnTo>
                    <a:pt x="176569" y="288178"/>
                  </a:lnTo>
                  <a:lnTo>
                    <a:pt x="140065" y="314610"/>
                  </a:lnTo>
                  <a:lnTo>
                    <a:pt x="101155" y="323754"/>
                  </a:lnTo>
                  <a:lnTo>
                    <a:pt x="90416" y="324611"/>
                  </a:lnTo>
                  <a:lnTo>
                    <a:pt x="60960" y="32489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83440" y="3310128"/>
              <a:ext cx="167735" cy="234886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2606135" y="3212496"/>
            <a:ext cx="198755" cy="328295"/>
            <a:chOff x="2606135" y="3212496"/>
            <a:chExt cx="198755" cy="328295"/>
          </a:xfrm>
        </p:grpSpPr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06135" y="3311652"/>
              <a:ext cx="115919" cy="228790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757106" y="3212496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5">
                  <a:moveTo>
                    <a:pt x="30480" y="45720"/>
                  </a:moveTo>
                  <a:lnTo>
                    <a:pt x="16764" y="45720"/>
                  </a:lnTo>
                  <a:lnTo>
                    <a:pt x="10668" y="44196"/>
                  </a:lnTo>
                  <a:lnTo>
                    <a:pt x="1524" y="35052"/>
                  </a:lnTo>
                  <a:lnTo>
                    <a:pt x="0" y="30480"/>
                  </a:lnTo>
                  <a:lnTo>
                    <a:pt x="0" y="16764"/>
                  </a:lnTo>
                  <a:lnTo>
                    <a:pt x="1524" y="10668"/>
                  </a:lnTo>
                  <a:lnTo>
                    <a:pt x="10668" y="1524"/>
                  </a:lnTo>
                  <a:lnTo>
                    <a:pt x="16764" y="0"/>
                  </a:lnTo>
                  <a:lnTo>
                    <a:pt x="30480" y="0"/>
                  </a:lnTo>
                  <a:lnTo>
                    <a:pt x="35052" y="1524"/>
                  </a:lnTo>
                  <a:lnTo>
                    <a:pt x="44196" y="10668"/>
                  </a:lnTo>
                  <a:lnTo>
                    <a:pt x="47244" y="16764"/>
                  </a:lnTo>
                  <a:lnTo>
                    <a:pt x="47244" y="28956"/>
                  </a:lnTo>
                  <a:lnTo>
                    <a:pt x="44196" y="35052"/>
                  </a:lnTo>
                  <a:lnTo>
                    <a:pt x="35052" y="44196"/>
                  </a:lnTo>
                  <a:lnTo>
                    <a:pt x="30480" y="45720"/>
                  </a:lnTo>
                  <a:close/>
                </a:path>
                <a:path w="47625" h="328295">
                  <a:moveTo>
                    <a:pt x="41148" y="327945"/>
                  </a:moveTo>
                  <a:lnTo>
                    <a:pt x="4572" y="327945"/>
                  </a:lnTo>
                  <a:lnTo>
                    <a:pt x="4572" y="103727"/>
                  </a:lnTo>
                  <a:lnTo>
                    <a:pt x="41148" y="103727"/>
                  </a:lnTo>
                  <a:lnTo>
                    <a:pt x="41148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2869971" y="3249079"/>
            <a:ext cx="369570" cy="395605"/>
          </a:xfrm>
          <a:custGeom>
            <a:avLst/>
            <a:gdLst/>
            <a:ahLst/>
            <a:cxnLst/>
            <a:rect l="l" t="t" r="r" b="b"/>
            <a:pathLst>
              <a:path w="369569" h="395604">
                <a:moveTo>
                  <a:pt x="207365" y="172402"/>
                </a:moveTo>
                <a:lnTo>
                  <a:pt x="200888" y="126822"/>
                </a:lnTo>
                <a:lnTo>
                  <a:pt x="182981" y="91528"/>
                </a:lnTo>
                <a:lnTo>
                  <a:pt x="169265" y="78409"/>
                </a:lnTo>
                <a:lnTo>
                  <a:pt x="169265" y="172402"/>
                </a:lnTo>
                <a:lnTo>
                  <a:pt x="168122" y="192989"/>
                </a:lnTo>
                <a:lnTo>
                  <a:pt x="150977" y="241071"/>
                </a:lnTo>
                <a:lnTo>
                  <a:pt x="115785" y="265290"/>
                </a:lnTo>
                <a:lnTo>
                  <a:pt x="100584" y="266992"/>
                </a:lnTo>
                <a:lnTo>
                  <a:pt x="87439" y="265607"/>
                </a:lnTo>
                <a:lnTo>
                  <a:pt x="75438" y="261658"/>
                </a:lnTo>
                <a:lnTo>
                  <a:pt x="71462" y="259359"/>
                </a:lnTo>
                <a:lnTo>
                  <a:pt x="64579" y="255409"/>
                </a:lnTo>
                <a:lnTo>
                  <a:pt x="41148" y="225221"/>
                </a:lnTo>
                <a:lnTo>
                  <a:pt x="36576" y="199834"/>
                </a:lnTo>
                <a:lnTo>
                  <a:pt x="36576" y="167830"/>
                </a:lnTo>
                <a:lnTo>
                  <a:pt x="46863" y="124929"/>
                </a:lnTo>
                <a:lnTo>
                  <a:pt x="77724" y="97053"/>
                </a:lnTo>
                <a:lnTo>
                  <a:pt x="105156" y="91528"/>
                </a:lnTo>
                <a:lnTo>
                  <a:pt x="119456" y="92938"/>
                </a:lnTo>
                <a:lnTo>
                  <a:pt x="152501" y="112864"/>
                </a:lnTo>
                <a:lnTo>
                  <a:pt x="168351" y="154114"/>
                </a:lnTo>
                <a:lnTo>
                  <a:pt x="169265" y="172402"/>
                </a:lnTo>
                <a:lnTo>
                  <a:pt x="169265" y="78409"/>
                </a:lnTo>
                <a:lnTo>
                  <a:pt x="153263" y="68859"/>
                </a:lnTo>
                <a:lnTo>
                  <a:pt x="134975" y="63030"/>
                </a:lnTo>
                <a:lnTo>
                  <a:pt x="114401" y="61048"/>
                </a:lnTo>
                <a:lnTo>
                  <a:pt x="90627" y="63906"/>
                </a:lnTo>
                <a:lnTo>
                  <a:pt x="69735" y="72478"/>
                </a:lnTo>
                <a:lnTo>
                  <a:pt x="51727" y="86766"/>
                </a:lnTo>
                <a:lnTo>
                  <a:pt x="36576" y="106768"/>
                </a:lnTo>
                <a:lnTo>
                  <a:pt x="36576" y="67144"/>
                </a:lnTo>
                <a:lnTo>
                  <a:pt x="0" y="67144"/>
                </a:lnTo>
                <a:lnTo>
                  <a:pt x="0" y="395097"/>
                </a:lnTo>
                <a:lnTo>
                  <a:pt x="36576" y="395097"/>
                </a:lnTo>
                <a:lnTo>
                  <a:pt x="36576" y="259359"/>
                </a:lnTo>
                <a:lnTo>
                  <a:pt x="50292" y="275374"/>
                </a:lnTo>
                <a:lnTo>
                  <a:pt x="66294" y="286804"/>
                </a:lnTo>
                <a:lnTo>
                  <a:pt x="84582" y="293662"/>
                </a:lnTo>
                <a:lnTo>
                  <a:pt x="105156" y="295948"/>
                </a:lnTo>
                <a:lnTo>
                  <a:pt x="127165" y="293916"/>
                </a:lnTo>
                <a:lnTo>
                  <a:pt x="147154" y="287756"/>
                </a:lnTo>
                <a:lnTo>
                  <a:pt x="164833" y="277291"/>
                </a:lnTo>
                <a:lnTo>
                  <a:pt x="175285" y="266992"/>
                </a:lnTo>
                <a:lnTo>
                  <a:pt x="179933" y="262420"/>
                </a:lnTo>
                <a:lnTo>
                  <a:pt x="191935" y="244068"/>
                </a:lnTo>
                <a:lnTo>
                  <a:pt x="200507" y="223126"/>
                </a:lnTo>
                <a:lnTo>
                  <a:pt x="205651" y="199326"/>
                </a:lnTo>
                <a:lnTo>
                  <a:pt x="207365" y="172402"/>
                </a:lnTo>
                <a:close/>
              </a:path>
              <a:path w="369569" h="395604">
                <a:moveTo>
                  <a:pt x="368998" y="67144"/>
                </a:moveTo>
                <a:lnTo>
                  <a:pt x="311086" y="67144"/>
                </a:lnTo>
                <a:lnTo>
                  <a:pt x="311086" y="0"/>
                </a:lnTo>
                <a:lnTo>
                  <a:pt x="276034" y="12192"/>
                </a:lnTo>
                <a:lnTo>
                  <a:pt x="276034" y="67144"/>
                </a:lnTo>
                <a:lnTo>
                  <a:pt x="237845" y="67144"/>
                </a:lnTo>
                <a:lnTo>
                  <a:pt x="237845" y="97624"/>
                </a:lnTo>
                <a:lnTo>
                  <a:pt x="276034" y="97624"/>
                </a:lnTo>
                <a:lnTo>
                  <a:pt x="276034" y="230403"/>
                </a:lnTo>
                <a:lnTo>
                  <a:pt x="279755" y="259295"/>
                </a:lnTo>
                <a:lnTo>
                  <a:pt x="290893" y="279742"/>
                </a:lnTo>
                <a:lnTo>
                  <a:pt x="309473" y="291922"/>
                </a:lnTo>
                <a:lnTo>
                  <a:pt x="335470" y="295935"/>
                </a:lnTo>
                <a:lnTo>
                  <a:pt x="345211" y="295389"/>
                </a:lnTo>
                <a:lnTo>
                  <a:pt x="353949" y="293839"/>
                </a:lnTo>
                <a:lnTo>
                  <a:pt x="361835" y="291439"/>
                </a:lnTo>
                <a:lnTo>
                  <a:pt x="368998" y="288315"/>
                </a:lnTo>
                <a:lnTo>
                  <a:pt x="368998" y="257835"/>
                </a:lnTo>
                <a:lnTo>
                  <a:pt x="363258" y="261607"/>
                </a:lnTo>
                <a:lnTo>
                  <a:pt x="357378" y="263931"/>
                </a:lnTo>
                <a:lnTo>
                  <a:pt x="351205" y="265125"/>
                </a:lnTo>
                <a:lnTo>
                  <a:pt x="344614" y="265455"/>
                </a:lnTo>
                <a:lnTo>
                  <a:pt x="336283" y="264883"/>
                </a:lnTo>
                <a:lnTo>
                  <a:pt x="311632" y="234886"/>
                </a:lnTo>
                <a:lnTo>
                  <a:pt x="311086" y="224307"/>
                </a:lnTo>
                <a:lnTo>
                  <a:pt x="311086" y="97624"/>
                </a:lnTo>
                <a:lnTo>
                  <a:pt x="368998" y="97624"/>
                </a:lnTo>
                <a:lnTo>
                  <a:pt x="368998" y="671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3371646" y="3162211"/>
            <a:ext cx="885190" cy="439420"/>
          </a:xfrm>
          <a:custGeom>
            <a:avLst/>
            <a:gdLst/>
            <a:ahLst/>
            <a:cxnLst/>
            <a:rect l="l" t="t" r="r" b="b"/>
            <a:pathLst>
              <a:path w="885189" h="439420">
                <a:moveTo>
                  <a:pt x="173926" y="265366"/>
                </a:moveTo>
                <a:lnTo>
                  <a:pt x="157873" y="247103"/>
                </a:lnTo>
                <a:lnTo>
                  <a:pt x="147269" y="234886"/>
                </a:lnTo>
                <a:lnTo>
                  <a:pt x="140677" y="227266"/>
                </a:lnTo>
                <a:lnTo>
                  <a:pt x="136740" y="222694"/>
                </a:lnTo>
                <a:lnTo>
                  <a:pt x="123545" y="207454"/>
                </a:lnTo>
                <a:lnTo>
                  <a:pt x="105257" y="222694"/>
                </a:lnTo>
                <a:lnTo>
                  <a:pt x="105257" y="164693"/>
                </a:lnTo>
                <a:lnTo>
                  <a:pt x="166306" y="164693"/>
                </a:lnTo>
                <a:lnTo>
                  <a:pt x="166306" y="135737"/>
                </a:lnTo>
                <a:lnTo>
                  <a:pt x="105257" y="135737"/>
                </a:lnTo>
                <a:lnTo>
                  <a:pt x="105257" y="67056"/>
                </a:lnTo>
                <a:lnTo>
                  <a:pt x="105257" y="62484"/>
                </a:lnTo>
                <a:lnTo>
                  <a:pt x="121234" y="59956"/>
                </a:lnTo>
                <a:lnTo>
                  <a:pt x="152666" y="54343"/>
                </a:lnTo>
                <a:lnTo>
                  <a:pt x="167830" y="51816"/>
                </a:lnTo>
                <a:lnTo>
                  <a:pt x="158597" y="21336"/>
                </a:lnTo>
                <a:lnTo>
                  <a:pt x="120904" y="28765"/>
                </a:lnTo>
                <a:lnTo>
                  <a:pt x="83337" y="35052"/>
                </a:lnTo>
                <a:lnTo>
                  <a:pt x="46037" y="40195"/>
                </a:lnTo>
                <a:lnTo>
                  <a:pt x="9144" y="44196"/>
                </a:lnTo>
                <a:lnTo>
                  <a:pt x="11391" y="51816"/>
                </a:lnTo>
                <a:lnTo>
                  <a:pt x="16002" y="66916"/>
                </a:lnTo>
                <a:lnTo>
                  <a:pt x="18288" y="74676"/>
                </a:lnTo>
                <a:lnTo>
                  <a:pt x="32308" y="73266"/>
                </a:lnTo>
                <a:lnTo>
                  <a:pt x="46570" y="71437"/>
                </a:lnTo>
                <a:lnTo>
                  <a:pt x="60820" y="69316"/>
                </a:lnTo>
                <a:lnTo>
                  <a:pt x="74777" y="67056"/>
                </a:lnTo>
                <a:lnTo>
                  <a:pt x="74777" y="135737"/>
                </a:lnTo>
                <a:lnTo>
                  <a:pt x="6096" y="135737"/>
                </a:lnTo>
                <a:lnTo>
                  <a:pt x="6096" y="164693"/>
                </a:lnTo>
                <a:lnTo>
                  <a:pt x="67157" y="164693"/>
                </a:lnTo>
                <a:lnTo>
                  <a:pt x="54317" y="206730"/>
                </a:lnTo>
                <a:lnTo>
                  <a:pt x="38760" y="245745"/>
                </a:lnTo>
                <a:lnTo>
                  <a:pt x="20612" y="281622"/>
                </a:lnTo>
                <a:lnTo>
                  <a:pt x="0" y="314236"/>
                </a:lnTo>
                <a:lnTo>
                  <a:pt x="4318" y="324256"/>
                </a:lnTo>
                <a:lnTo>
                  <a:pt x="8191" y="333857"/>
                </a:lnTo>
                <a:lnTo>
                  <a:pt x="11798" y="343166"/>
                </a:lnTo>
                <a:lnTo>
                  <a:pt x="15240" y="352336"/>
                </a:lnTo>
                <a:lnTo>
                  <a:pt x="32727" y="325716"/>
                </a:lnTo>
                <a:lnTo>
                  <a:pt x="48475" y="296087"/>
                </a:lnTo>
                <a:lnTo>
                  <a:pt x="62484" y="263309"/>
                </a:lnTo>
                <a:lnTo>
                  <a:pt x="74777" y="227266"/>
                </a:lnTo>
                <a:lnTo>
                  <a:pt x="74777" y="437769"/>
                </a:lnTo>
                <a:lnTo>
                  <a:pt x="105257" y="437769"/>
                </a:lnTo>
                <a:lnTo>
                  <a:pt x="105257" y="234886"/>
                </a:lnTo>
                <a:lnTo>
                  <a:pt x="114706" y="245122"/>
                </a:lnTo>
                <a:lnTo>
                  <a:pt x="124879" y="257365"/>
                </a:lnTo>
                <a:lnTo>
                  <a:pt x="135902" y="271322"/>
                </a:lnTo>
                <a:lnTo>
                  <a:pt x="147929" y="286702"/>
                </a:lnTo>
                <a:lnTo>
                  <a:pt x="173926" y="265366"/>
                </a:lnTo>
                <a:close/>
              </a:path>
              <a:path w="885189" h="439420">
                <a:moveTo>
                  <a:pt x="407200" y="25908"/>
                </a:moveTo>
                <a:lnTo>
                  <a:pt x="375196" y="25908"/>
                </a:lnTo>
                <a:lnTo>
                  <a:pt x="375196" y="54864"/>
                </a:lnTo>
                <a:lnTo>
                  <a:pt x="375196" y="128117"/>
                </a:lnTo>
                <a:lnTo>
                  <a:pt x="224231" y="128117"/>
                </a:lnTo>
                <a:lnTo>
                  <a:pt x="224231" y="54864"/>
                </a:lnTo>
                <a:lnTo>
                  <a:pt x="375196" y="54864"/>
                </a:lnTo>
                <a:lnTo>
                  <a:pt x="375196" y="25908"/>
                </a:lnTo>
                <a:lnTo>
                  <a:pt x="190703" y="25908"/>
                </a:lnTo>
                <a:lnTo>
                  <a:pt x="190703" y="175361"/>
                </a:lnTo>
                <a:lnTo>
                  <a:pt x="224231" y="175361"/>
                </a:lnTo>
                <a:lnTo>
                  <a:pt x="224231" y="158597"/>
                </a:lnTo>
                <a:lnTo>
                  <a:pt x="375196" y="158597"/>
                </a:lnTo>
                <a:lnTo>
                  <a:pt x="375196" y="175361"/>
                </a:lnTo>
                <a:lnTo>
                  <a:pt x="407200" y="175361"/>
                </a:lnTo>
                <a:lnTo>
                  <a:pt x="407200" y="158597"/>
                </a:lnTo>
                <a:lnTo>
                  <a:pt x="407200" y="128117"/>
                </a:lnTo>
                <a:lnTo>
                  <a:pt x="407200" y="54864"/>
                </a:lnTo>
                <a:lnTo>
                  <a:pt x="407200" y="25908"/>
                </a:lnTo>
                <a:close/>
              </a:path>
              <a:path w="885189" h="439420">
                <a:moveTo>
                  <a:pt x="440829" y="384340"/>
                </a:moveTo>
                <a:lnTo>
                  <a:pt x="315760" y="384340"/>
                </a:lnTo>
                <a:lnTo>
                  <a:pt x="315760" y="318808"/>
                </a:lnTo>
                <a:lnTo>
                  <a:pt x="414820" y="318808"/>
                </a:lnTo>
                <a:lnTo>
                  <a:pt x="414820" y="289750"/>
                </a:lnTo>
                <a:lnTo>
                  <a:pt x="315760" y="289750"/>
                </a:lnTo>
                <a:lnTo>
                  <a:pt x="315760" y="230314"/>
                </a:lnTo>
                <a:lnTo>
                  <a:pt x="425488" y="230314"/>
                </a:lnTo>
                <a:lnTo>
                  <a:pt x="425488" y="201269"/>
                </a:lnTo>
                <a:lnTo>
                  <a:pt x="170878" y="201269"/>
                </a:lnTo>
                <a:lnTo>
                  <a:pt x="170878" y="230314"/>
                </a:lnTo>
                <a:lnTo>
                  <a:pt x="280619" y="230314"/>
                </a:lnTo>
                <a:lnTo>
                  <a:pt x="280619" y="289750"/>
                </a:lnTo>
                <a:lnTo>
                  <a:pt x="181546" y="289750"/>
                </a:lnTo>
                <a:lnTo>
                  <a:pt x="181546" y="318808"/>
                </a:lnTo>
                <a:lnTo>
                  <a:pt x="280619" y="318808"/>
                </a:lnTo>
                <a:lnTo>
                  <a:pt x="280619" y="384340"/>
                </a:lnTo>
                <a:lnTo>
                  <a:pt x="155549" y="384340"/>
                </a:lnTo>
                <a:lnTo>
                  <a:pt x="155549" y="413385"/>
                </a:lnTo>
                <a:lnTo>
                  <a:pt x="440829" y="413385"/>
                </a:lnTo>
                <a:lnTo>
                  <a:pt x="440829" y="384340"/>
                </a:lnTo>
                <a:close/>
              </a:path>
              <a:path w="885189" h="439420">
                <a:moveTo>
                  <a:pt x="880021" y="240982"/>
                </a:moveTo>
                <a:lnTo>
                  <a:pt x="735152" y="240982"/>
                </a:lnTo>
                <a:lnTo>
                  <a:pt x="747344" y="231838"/>
                </a:lnTo>
                <a:lnTo>
                  <a:pt x="744296" y="228790"/>
                </a:lnTo>
                <a:lnTo>
                  <a:pt x="739724" y="227266"/>
                </a:lnTo>
                <a:lnTo>
                  <a:pt x="736676" y="224218"/>
                </a:lnTo>
                <a:lnTo>
                  <a:pt x="770877" y="204304"/>
                </a:lnTo>
                <a:lnTo>
                  <a:pt x="849452" y="158584"/>
                </a:lnTo>
                <a:lnTo>
                  <a:pt x="849452" y="126580"/>
                </a:lnTo>
                <a:lnTo>
                  <a:pt x="573417" y="126580"/>
                </a:lnTo>
                <a:lnTo>
                  <a:pt x="573417" y="157060"/>
                </a:lnTo>
                <a:lnTo>
                  <a:pt x="786968" y="157060"/>
                </a:lnTo>
                <a:lnTo>
                  <a:pt x="707618" y="204304"/>
                </a:lnTo>
                <a:lnTo>
                  <a:pt x="691832" y="194259"/>
                </a:lnTo>
                <a:lnTo>
                  <a:pt x="676186" y="184492"/>
                </a:lnTo>
                <a:lnTo>
                  <a:pt x="643610" y="164680"/>
                </a:lnTo>
                <a:lnTo>
                  <a:pt x="623798" y="187540"/>
                </a:lnTo>
                <a:lnTo>
                  <a:pt x="642378" y="199326"/>
                </a:lnTo>
                <a:lnTo>
                  <a:pt x="661517" y="211975"/>
                </a:lnTo>
                <a:lnTo>
                  <a:pt x="681240" y="225780"/>
                </a:lnTo>
                <a:lnTo>
                  <a:pt x="701522" y="240982"/>
                </a:lnTo>
                <a:lnTo>
                  <a:pt x="547497" y="240982"/>
                </a:lnTo>
                <a:lnTo>
                  <a:pt x="547497" y="272986"/>
                </a:lnTo>
                <a:lnTo>
                  <a:pt x="698474" y="272986"/>
                </a:lnTo>
                <a:lnTo>
                  <a:pt x="698474" y="370624"/>
                </a:lnTo>
                <a:lnTo>
                  <a:pt x="697026" y="381736"/>
                </a:lnTo>
                <a:lnTo>
                  <a:pt x="692569" y="389864"/>
                </a:lnTo>
                <a:lnTo>
                  <a:pt x="684974" y="394830"/>
                </a:lnTo>
                <a:lnTo>
                  <a:pt x="674090" y="396532"/>
                </a:lnTo>
                <a:lnTo>
                  <a:pt x="660704" y="395998"/>
                </a:lnTo>
                <a:lnTo>
                  <a:pt x="645896" y="394627"/>
                </a:lnTo>
                <a:lnTo>
                  <a:pt x="629945" y="392671"/>
                </a:lnTo>
                <a:lnTo>
                  <a:pt x="613130" y="390436"/>
                </a:lnTo>
                <a:lnTo>
                  <a:pt x="615149" y="401535"/>
                </a:lnTo>
                <a:lnTo>
                  <a:pt x="616750" y="411810"/>
                </a:lnTo>
                <a:lnTo>
                  <a:pt x="618058" y="420941"/>
                </a:lnTo>
                <a:lnTo>
                  <a:pt x="619226" y="428625"/>
                </a:lnTo>
                <a:lnTo>
                  <a:pt x="637819" y="428866"/>
                </a:lnTo>
                <a:lnTo>
                  <a:pt x="670445" y="429907"/>
                </a:lnTo>
                <a:lnTo>
                  <a:pt x="684758" y="430149"/>
                </a:lnTo>
                <a:lnTo>
                  <a:pt x="722566" y="416610"/>
                </a:lnTo>
                <a:lnTo>
                  <a:pt x="735152" y="376720"/>
                </a:lnTo>
                <a:lnTo>
                  <a:pt x="735152" y="272986"/>
                </a:lnTo>
                <a:lnTo>
                  <a:pt x="840308" y="272986"/>
                </a:lnTo>
                <a:lnTo>
                  <a:pt x="808304" y="335572"/>
                </a:lnTo>
                <a:lnTo>
                  <a:pt x="826782" y="343763"/>
                </a:lnTo>
                <a:lnTo>
                  <a:pt x="834656" y="347357"/>
                </a:lnTo>
                <a:lnTo>
                  <a:pt x="841832" y="350812"/>
                </a:lnTo>
                <a:lnTo>
                  <a:pt x="880021" y="272986"/>
                </a:lnTo>
                <a:lnTo>
                  <a:pt x="880021" y="240982"/>
                </a:lnTo>
                <a:close/>
              </a:path>
              <a:path w="885189" h="439420">
                <a:moveTo>
                  <a:pt x="884593" y="57912"/>
                </a:moveTo>
                <a:lnTo>
                  <a:pt x="696950" y="57912"/>
                </a:lnTo>
                <a:lnTo>
                  <a:pt x="718388" y="45720"/>
                </a:lnTo>
                <a:lnTo>
                  <a:pt x="711187" y="33642"/>
                </a:lnTo>
                <a:lnTo>
                  <a:pt x="703440" y="22288"/>
                </a:lnTo>
                <a:lnTo>
                  <a:pt x="695147" y="11214"/>
                </a:lnTo>
                <a:lnTo>
                  <a:pt x="686282" y="0"/>
                </a:lnTo>
                <a:lnTo>
                  <a:pt x="655802" y="16764"/>
                </a:lnTo>
                <a:lnTo>
                  <a:pt x="662635" y="26187"/>
                </a:lnTo>
                <a:lnTo>
                  <a:pt x="669328" y="36195"/>
                </a:lnTo>
                <a:lnTo>
                  <a:pt x="675728" y="46761"/>
                </a:lnTo>
                <a:lnTo>
                  <a:pt x="681710" y="57912"/>
                </a:lnTo>
                <a:lnTo>
                  <a:pt x="498729" y="57912"/>
                </a:lnTo>
                <a:lnTo>
                  <a:pt x="498729" y="218122"/>
                </a:lnTo>
                <a:lnTo>
                  <a:pt x="495617" y="280733"/>
                </a:lnTo>
                <a:lnTo>
                  <a:pt x="486346" y="333463"/>
                </a:lnTo>
                <a:lnTo>
                  <a:pt x="471093" y="376161"/>
                </a:lnTo>
                <a:lnTo>
                  <a:pt x="449961" y="408724"/>
                </a:lnTo>
                <a:lnTo>
                  <a:pt x="456666" y="416610"/>
                </a:lnTo>
                <a:lnTo>
                  <a:pt x="463296" y="424611"/>
                </a:lnTo>
                <a:lnTo>
                  <a:pt x="469252" y="432168"/>
                </a:lnTo>
                <a:lnTo>
                  <a:pt x="474345" y="439293"/>
                </a:lnTo>
                <a:lnTo>
                  <a:pt x="496493" y="405955"/>
                </a:lnTo>
                <a:lnTo>
                  <a:pt x="513588" y="366331"/>
                </a:lnTo>
                <a:lnTo>
                  <a:pt x="525703" y="320344"/>
                </a:lnTo>
                <a:lnTo>
                  <a:pt x="532917" y="267919"/>
                </a:lnTo>
                <a:lnTo>
                  <a:pt x="535190" y="211975"/>
                </a:lnTo>
                <a:lnTo>
                  <a:pt x="535305" y="89916"/>
                </a:lnTo>
                <a:lnTo>
                  <a:pt x="884593" y="89916"/>
                </a:lnTo>
                <a:lnTo>
                  <a:pt x="884593" y="579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9928" y="3985926"/>
            <a:ext cx="109823" cy="109823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1332738" y="3871436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810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10600" y="1454"/>
                </a:lnTo>
                <a:lnTo>
                  <a:pt x="131492" y="5917"/>
                </a:lnTo>
                <a:lnTo>
                  <a:pt x="149527" y="13541"/>
                </a:lnTo>
                <a:lnTo>
                  <a:pt x="164687" y="24479"/>
                </a:lnTo>
                <a:lnTo>
                  <a:pt x="172688" y="33623"/>
                </a:lnTo>
                <a:lnTo>
                  <a:pt x="38100" y="33623"/>
                </a:lnTo>
                <a:lnTo>
                  <a:pt x="38100" y="161734"/>
                </a:lnTo>
                <a:lnTo>
                  <a:pt x="165873" y="161734"/>
                </a:lnTo>
                <a:lnTo>
                  <a:pt x="161639" y="166306"/>
                </a:lnTo>
                <a:lnTo>
                  <a:pt x="145336" y="179189"/>
                </a:lnTo>
                <a:lnTo>
                  <a:pt x="126158" y="188214"/>
                </a:lnTo>
                <a:lnTo>
                  <a:pt x="104123" y="193524"/>
                </a:lnTo>
                <a:lnTo>
                  <a:pt x="79248" y="195262"/>
                </a:lnTo>
                <a:lnTo>
                  <a:pt x="38100" y="195262"/>
                </a:lnTo>
                <a:lnTo>
                  <a:pt x="38100" y="314229"/>
                </a:lnTo>
                <a:close/>
              </a:path>
              <a:path w="192405" h="314325">
                <a:moveTo>
                  <a:pt x="165873" y="161734"/>
                </a:moveTo>
                <a:lnTo>
                  <a:pt x="76200" y="161734"/>
                </a:lnTo>
                <a:lnTo>
                  <a:pt x="93608" y="160615"/>
                </a:lnTo>
                <a:lnTo>
                  <a:pt x="109168" y="157353"/>
                </a:lnTo>
                <a:lnTo>
                  <a:pt x="143089" y="135205"/>
                </a:lnTo>
                <a:lnTo>
                  <a:pt x="154019" y="96107"/>
                </a:lnTo>
                <a:lnTo>
                  <a:pt x="149445" y="68341"/>
                </a:lnTo>
                <a:lnTo>
                  <a:pt x="135719" y="48863"/>
                </a:lnTo>
                <a:lnTo>
                  <a:pt x="112831" y="37385"/>
                </a:lnTo>
                <a:lnTo>
                  <a:pt x="80772" y="33623"/>
                </a:lnTo>
                <a:lnTo>
                  <a:pt x="172688" y="33623"/>
                </a:lnTo>
                <a:lnTo>
                  <a:pt x="176688" y="38195"/>
                </a:lnTo>
                <a:lnTo>
                  <a:pt x="185261" y="54197"/>
                </a:lnTo>
                <a:lnTo>
                  <a:pt x="190404" y="72485"/>
                </a:lnTo>
                <a:lnTo>
                  <a:pt x="192119" y="93059"/>
                </a:lnTo>
                <a:lnTo>
                  <a:pt x="190357" y="114831"/>
                </a:lnTo>
                <a:lnTo>
                  <a:pt x="184880" y="134290"/>
                </a:lnTo>
                <a:lnTo>
                  <a:pt x="175402" y="151446"/>
                </a:lnTo>
                <a:lnTo>
                  <a:pt x="165873" y="1617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584388" y="3871976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584388" y="3871976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08" y="0"/>
                </a:moveTo>
                <a:lnTo>
                  <a:pt x="199732" y="0"/>
                </a:lnTo>
                <a:lnTo>
                  <a:pt x="199732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716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904619" y="3871436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10640" y="1454"/>
                </a:lnTo>
                <a:lnTo>
                  <a:pt x="131528" y="5917"/>
                </a:lnTo>
                <a:lnTo>
                  <a:pt x="149541" y="13541"/>
                </a:lnTo>
                <a:lnTo>
                  <a:pt x="164687" y="24479"/>
                </a:lnTo>
                <a:lnTo>
                  <a:pt x="172688" y="33623"/>
                </a:lnTo>
                <a:lnTo>
                  <a:pt x="36576" y="33623"/>
                </a:lnTo>
                <a:lnTo>
                  <a:pt x="36576" y="161734"/>
                </a:lnTo>
                <a:lnTo>
                  <a:pt x="165675" y="161734"/>
                </a:lnTo>
                <a:lnTo>
                  <a:pt x="161639" y="166306"/>
                </a:lnTo>
                <a:lnTo>
                  <a:pt x="144468" y="179189"/>
                </a:lnTo>
                <a:lnTo>
                  <a:pt x="124860" y="188214"/>
                </a:lnTo>
                <a:lnTo>
                  <a:pt x="102663" y="193524"/>
                </a:lnTo>
                <a:lnTo>
                  <a:pt x="77724" y="195262"/>
                </a:lnTo>
                <a:lnTo>
                  <a:pt x="36576" y="195262"/>
                </a:lnTo>
                <a:lnTo>
                  <a:pt x="36576" y="314229"/>
                </a:lnTo>
                <a:close/>
              </a:path>
              <a:path w="192405" h="314325">
                <a:moveTo>
                  <a:pt x="165675" y="161734"/>
                </a:moveTo>
                <a:lnTo>
                  <a:pt x="74676" y="161734"/>
                </a:lnTo>
                <a:lnTo>
                  <a:pt x="92978" y="160615"/>
                </a:lnTo>
                <a:lnTo>
                  <a:pt x="109013" y="157353"/>
                </a:lnTo>
                <a:lnTo>
                  <a:pt x="142446" y="135205"/>
                </a:lnTo>
                <a:lnTo>
                  <a:pt x="154019" y="96107"/>
                </a:lnTo>
                <a:lnTo>
                  <a:pt x="149421" y="68341"/>
                </a:lnTo>
                <a:lnTo>
                  <a:pt x="135528" y="48863"/>
                </a:lnTo>
                <a:lnTo>
                  <a:pt x="112188" y="37385"/>
                </a:lnTo>
                <a:lnTo>
                  <a:pt x="79248" y="33623"/>
                </a:lnTo>
                <a:lnTo>
                  <a:pt x="172688" y="33623"/>
                </a:lnTo>
                <a:lnTo>
                  <a:pt x="176688" y="38195"/>
                </a:lnTo>
                <a:lnTo>
                  <a:pt x="185261" y="54197"/>
                </a:lnTo>
                <a:lnTo>
                  <a:pt x="190404" y="72485"/>
                </a:lnTo>
                <a:lnTo>
                  <a:pt x="192119" y="93059"/>
                </a:lnTo>
                <a:lnTo>
                  <a:pt x="190142" y="114831"/>
                </a:lnTo>
                <a:lnTo>
                  <a:pt x="184308" y="134290"/>
                </a:lnTo>
                <a:lnTo>
                  <a:pt x="174759" y="151446"/>
                </a:lnTo>
                <a:lnTo>
                  <a:pt x="165675" y="1617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241613" y="3807434"/>
            <a:ext cx="880110" cy="434975"/>
          </a:xfrm>
          <a:custGeom>
            <a:avLst/>
            <a:gdLst/>
            <a:ahLst/>
            <a:cxnLst/>
            <a:rect l="l" t="t" r="r" b="b"/>
            <a:pathLst>
              <a:path w="880110" h="434975">
                <a:moveTo>
                  <a:pt x="417855" y="70104"/>
                </a:moveTo>
                <a:lnTo>
                  <a:pt x="233362" y="70104"/>
                </a:lnTo>
                <a:lnTo>
                  <a:pt x="254698" y="56388"/>
                </a:lnTo>
                <a:lnTo>
                  <a:pt x="244983" y="43510"/>
                </a:lnTo>
                <a:lnTo>
                  <a:pt x="234124" y="29908"/>
                </a:lnTo>
                <a:lnTo>
                  <a:pt x="222123" y="15455"/>
                </a:lnTo>
                <a:lnTo>
                  <a:pt x="208978" y="0"/>
                </a:lnTo>
                <a:lnTo>
                  <a:pt x="179920" y="19812"/>
                </a:lnTo>
                <a:lnTo>
                  <a:pt x="190855" y="33235"/>
                </a:lnTo>
                <a:lnTo>
                  <a:pt x="200774" y="46101"/>
                </a:lnTo>
                <a:lnTo>
                  <a:pt x="209804" y="58381"/>
                </a:lnTo>
                <a:lnTo>
                  <a:pt x="218122" y="70104"/>
                </a:lnTo>
                <a:lnTo>
                  <a:pt x="16764" y="70104"/>
                </a:lnTo>
                <a:lnTo>
                  <a:pt x="16764" y="160108"/>
                </a:lnTo>
                <a:lnTo>
                  <a:pt x="51904" y="160108"/>
                </a:lnTo>
                <a:lnTo>
                  <a:pt x="51904" y="102196"/>
                </a:lnTo>
                <a:lnTo>
                  <a:pt x="382803" y="102196"/>
                </a:lnTo>
                <a:lnTo>
                  <a:pt x="382803" y="160108"/>
                </a:lnTo>
                <a:lnTo>
                  <a:pt x="417855" y="160108"/>
                </a:lnTo>
                <a:lnTo>
                  <a:pt x="417855" y="102196"/>
                </a:lnTo>
                <a:lnTo>
                  <a:pt x="417855" y="70104"/>
                </a:lnTo>
                <a:close/>
              </a:path>
              <a:path w="880110" h="434975">
                <a:moveTo>
                  <a:pt x="433095" y="263842"/>
                </a:moveTo>
                <a:lnTo>
                  <a:pt x="240982" y="263842"/>
                </a:lnTo>
                <a:lnTo>
                  <a:pt x="240982" y="251650"/>
                </a:lnTo>
                <a:lnTo>
                  <a:pt x="344703" y="186118"/>
                </a:lnTo>
                <a:lnTo>
                  <a:pt x="344703" y="149440"/>
                </a:lnTo>
                <a:lnTo>
                  <a:pt x="79336" y="149440"/>
                </a:lnTo>
                <a:lnTo>
                  <a:pt x="79336" y="181546"/>
                </a:lnTo>
                <a:lnTo>
                  <a:pt x="291274" y="181546"/>
                </a:lnTo>
                <a:lnTo>
                  <a:pt x="205930" y="236410"/>
                </a:lnTo>
                <a:lnTo>
                  <a:pt x="205930" y="263842"/>
                </a:lnTo>
                <a:lnTo>
                  <a:pt x="0" y="263842"/>
                </a:lnTo>
                <a:lnTo>
                  <a:pt x="0" y="295948"/>
                </a:lnTo>
                <a:lnTo>
                  <a:pt x="205930" y="295948"/>
                </a:lnTo>
                <a:lnTo>
                  <a:pt x="205930" y="366052"/>
                </a:lnTo>
                <a:lnTo>
                  <a:pt x="204190" y="380060"/>
                </a:lnTo>
                <a:lnTo>
                  <a:pt x="198869" y="390093"/>
                </a:lnTo>
                <a:lnTo>
                  <a:pt x="189814" y="396125"/>
                </a:lnTo>
                <a:lnTo>
                  <a:pt x="176872" y="398145"/>
                </a:lnTo>
                <a:lnTo>
                  <a:pt x="162852" y="397865"/>
                </a:lnTo>
                <a:lnTo>
                  <a:pt x="148107" y="397002"/>
                </a:lnTo>
                <a:lnTo>
                  <a:pt x="132511" y="395579"/>
                </a:lnTo>
                <a:lnTo>
                  <a:pt x="115912" y="393573"/>
                </a:lnTo>
                <a:lnTo>
                  <a:pt x="118198" y="413766"/>
                </a:lnTo>
                <a:lnTo>
                  <a:pt x="158407" y="433006"/>
                </a:lnTo>
                <a:lnTo>
                  <a:pt x="186118" y="433197"/>
                </a:lnTo>
                <a:lnTo>
                  <a:pt x="210121" y="429742"/>
                </a:lnTo>
                <a:lnTo>
                  <a:pt x="227266" y="419277"/>
                </a:lnTo>
                <a:lnTo>
                  <a:pt x="237553" y="401650"/>
                </a:lnTo>
                <a:lnTo>
                  <a:pt x="238023" y="398145"/>
                </a:lnTo>
                <a:lnTo>
                  <a:pt x="240982" y="376720"/>
                </a:lnTo>
                <a:lnTo>
                  <a:pt x="240982" y="295948"/>
                </a:lnTo>
                <a:lnTo>
                  <a:pt x="433095" y="295948"/>
                </a:lnTo>
                <a:lnTo>
                  <a:pt x="433095" y="263842"/>
                </a:lnTo>
                <a:close/>
              </a:path>
              <a:path w="880110" h="434975">
                <a:moveTo>
                  <a:pt x="585597" y="149440"/>
                </a:moveTo>
                <a:lnTo>
                  <a:pt x="553580" y="132676"/>
                </a:lnTo>
                <a:lnTo>
                  <a:pt x="527888" y="178168"/>
                </a:lnTo>
                <a:lnTo>
                  <a:pt x="501192" y="218490"/>
                </a:lnTo>
                <a:lnTo>
                  <a:pt x="473608" y="253644"/>
                </a:lnTo>
                <a:lnTo>
                  <a:pt x="445287" y="283654"/>
                </a:lnTo>
                <a:lnTo>
                  <a:pt x="449859" y="292823"/>
                </a:lnTo>
                <a:lnTo>
                  <a:pt x="454444" y="301840"/>
                </a:lnTo>
                <a:lnTo>
                  <a:pt x="459041" y="310540"/>
                </a:lnTo>
                <a:lnTo>
                  <a:pt x="463664" y="318808"/>
                </a:lnTo>
                <a:lnTo>
                  <a:pt x="476478" y="305409"/>
                </a:lnTo>
                <a:lnTo>
                  <a:pt x="489572" y="290563"/>
                </a:lnTo>
                <a:lnTo>
                  <a:pt x="502678" y="274574"/>
                </a:lnTo>
                <a:lnTo>
                  <a:pt x="515480" y="257746"/>
                </a:lnTo>
                <a:lnTo>
                  <a:pt x="515480" y="434721"/>
                </a:lnTo>
                <a:lnTo>
                  <a:pt x="550532" y="434721"/>
                </a:lnTo>
                <a:lnTo>
                  <a:pt x="550532" y="257746"/>
                </a:lnTo>
                <a:lnTo>
                  <a:pt x="550532" y="208978"/>
                </a:lnTo>
                <a:lnTo>
                  <a:pt x="559447" y="194957"/>
                </a:lnTo>
                <a:lnTo>
                  <a:pt x="568058" y="180352"/>
                </a:lnTo>
                <a:lnTo>
                  <a:pt x="585597" y="149440"/>
                </a:lnTo>
                <a:close/>
              </a:path>
              <a:path w="880110" h="434975">
                <a:moveTo>
                  <a:pt x="623785" y="128104"/>
                </a:moveTo>
                <a:lnTo>
                  <a:pt x="614337" y="115531"/>
                </a:lnTo>
                <a:lnTo>
                  <a:pt x="604304" y="102958"/>
                </a:lnTo>
                <a:lnTo>
                  <a:pt x="593699" y="90385"/>
                </a:lnTo>
                <a:lnTo>
                  <a:pt x="582549" y="77812"/>
                </a:lnTo>
                <a:lnTo>
                  <a:pt x="556628" y="96100"/>
                </a:lnTo>
                <a:lnTo>
                  <a:pt x="570966" y="113842"/>
                </a:lnTo>
                <a:lnTo>
                  <a:pt x="582168" y="128295"/>
                </a:lnTo>
                <a:lnTo>
                  <a:pt x="590499" y="139611"/>
                </a:lnTo>
                <a:lnTo>
                  <a:pt x="596265" y="147916"/>
                </a:lnTo>
                <a:lnTo>
                  <a:pt x="623785" y="128104"/>
                </a:lnTo>
                <a:close/>
              </a:path>
              <a:path w="880110" h="434975">
                <a:moveTo>
                  <a:pt x="678649" y="47244"/>
                </a:moveTo>
                <a:lnTo>
                  <a:pt x="550532" y="47244"/>
                </a:lnTo>
                <a:lnTo>
                  <a:pt x="555993" y="36690"/>
                </a:lnTo>
                <a:lnTo>
                  <a:pt x="561009" y="25717"/>
                </a:lnTo>
                <a:lnTo>
                  <a:pt x="565759" y="14452"/>
                </a:lnTo>
                <a:lnTo>
                  <a:pt x="570344" y="3048"/>
                </a:lnTo>
                <a:lnTo>
                  <a:pt x="532244" y="3048"/>
                </a:lnTo>
                <a:lnTo>
                  <a:pt x="515696" y="40500"/>
                </a:lnTo>
                <a:lnTo>
                  <a:pt x="495858" y="75107"/>
                </a:lnTo>
                <a:lnTo>
                  <a:pt x="472846" y="106857"/>
                </a:lnTo>
                <a:lnTo>
                  <a:pt x="446811" y="135724"/>
                </a:lnTo>
                <a:lnTo>
                  <a:pt x="453618" y="143179"/>
                </a:lnTo>
                <a:lnTo>
                  <a:pt x="466178" y="155879"/>
                </a:lnTo>
                <a:lnTo>
                  <a:pt x="471284" y="161632"/>
                </a:lnTo>
                <a:lnTo>
                  <a:pt x="489000" y="142544"/>
                </a:lnTo>
                <a:lnTo>
                  <a:pt x="505574" y="122008"/>
                </a:lnTo>
                <a:lnTo>
                  <a:pt x="520992" y="100368"/>
                </a:lnTo>
                <a:lnTo>
                  <a:pt x="535292" y="77812"/>
                </a:lnTo>
                <a:lnTo>
                  <a:pt x="582549" y="77812"/>
                </a:lnTo>
                <a:lnTo>
                  <a:pt x="678649" y="77812"/>
                </a:lnTo>
                <a:lnTo>
                  <a:pt x="678649" y="47244"/>
                </a:lnTo>
                <a:close/>
              </a:path>
              <a:path w="880110" h="434975">
                <a:moveTo>
                  <a:pt x="695413" y="327952"/>
                </a:moveTo>
                <a:lnTo>
                  <a:pt x="683412" y="308495"/>
                </a:lnTo>
                <a:lnTo>
                  <a:pt x="670267" y="289039"/>
                </a:lnTo>
                <a:lnTo>
                  <a:pt x="655980" y="269570"/>
                </a:lnTo>
                <a:lnTo>
                  <a:pt x="640549" y="250126"/>
                </a:lnTo>
                <a:lnTo>
                  <a:pt x="611593" y="268414"/>
                </a:lnTo>
                <a:lnTo>
                  <a:pt x="626783" y="289661"/>
                </a:lnTo>
                <a:lnTo>
                  <a:pt x="640549" y="310032"/>
                </a:lnTo>
                <a:lnTo>
                  <a:pt x="653173" y="329806"/>
                </a:lnTo>
                <a:lnTo>
                  <a:pt x="664933" y="349288"/>
                </a:lnTo>
                <a:lnTo>
                  <a:pt x="695413" y="327952"/>
                </a:lnTo>
                <a:close/>
              </a:path>
              <a:path w="880110" h="434975">
                <a:moveTo>
                  <a:pt x="817435" y="125056"/>
                </a:moveTo>
                <a:lnTo>
                  <a:pt x="809447" y="114465"/>
                </a:lnTo>
                <a:lnTo>
                  <a:pt x="799338" y="103149"/>
                </a:lnTo>
                <a:lnTo>
                  <a:pt x="787209" y="90982"/>
                </a:lnTo>
                <a:lnTo>
                  <a:pt x="773239" y="77812"/>
                </a:lnTo>
                <a:lnTo>
                  <a:pt x="750379" y="96100"/>
                </a:lnTo>
                <a:lnTo>
                  <a:pt x="761492" y="108673"/>
                </a:lnTo>
                <a:lnTo>
                  <a:pt x="771906" y="121246"/>
                </a:lnTo>
                <a:lnTo>
                  <a:pt x="781443" y="133819"/>
                </a:lnTo>
                <a:lnTo>
                  <a:pt x="790003" y="146392"/>
                </a:lnTo>
                <a:lnTo>
                  <a:pt x="817435" y="125056"/>
                </a:lnTo>
                <a:close/>
              </a:path>
              <a:path w="880110" h="434975">
                <a:moveTo>
                  <a:pt x="880008" y="201358"/>
                </a:moveTo>
                <a:lnTo>
                  <a:pt x="805243" y="201358"/>
                </a:lnTo>
                <a:lnTo>
                  <a:pt x="805243" y="150964"/>
                </a:lnTo>
                <a:lnTo>
                  <a:pt x="770191" y="150964"/>
                </a:lnTo>
                <a:lnTo>
                  <a:pt x="770191" y="201358"/>
                </a:lnTo>
                <a:lnTo>
                  <a:pt x="577977" y="201358"/>
                </a:lnTo>
                <a:lnTo>
                  <a:pt x="577977" y="233362"/>
                </a:lnTo>
                <a:lnTo>
                  <a:pt x="770191" y="233362"/>
                </a:lnTo>
                <a:lnTo>
                  <a:pt x="770191" y="375196"/>
                </a:lnTo>
                <a:lnTo>
                  <a:pt x="768756" y="385483"/>
                </a:lnTo>
                <a:lnTo>
                  <a:pt x="764476" y="393179"/>
                </a:lnTo>
                <a:lnTo>
                  <a:pt x="757326" y="398005"/>
                </a:lnTo>
                <a:lnTo>
                  <a:pt x="747331" y="399669"/>
                </a:lnTo>
                <a:lnTo>
                  <a:pt x="732358" y="399389"/>
                </a:lnTo>
                <a:lnTo>
                  <a:pt x="717143" y="398526"/>
                </a:lnTo>
                <a:lnTo>
                  <a:pt x="701370" y="397103"/>
                </a:lnTo>
                <a:lnTo>
                  <a:pt x="684745" y="395097"/>
                </a:lnTo>
                <a:lnTo>
                  <a:pt x="686765" y="405104"/>
                </a:lnTo>
                <a:lnTo>
                  <a:pt x="688365" y="414528"/>
                </a:lnTo>
                <a:lnTo>
                  <a:pt x="689673" y="423392"/>
                </a:lnTo>
                <a:lnTo>
                  <a:pt x="690841" y="431673"/>
                </a:lnTo>
                <a:lnTo>
                  <a:pt x="756475" y="431673"/>
                </a:lnTo>
                <a:lnTo>
                  <a:pt x="777595" y="428510"/>
                </a:lnTo>
                <a:lnTo>
                  <a:pt x="792861" y="418896"/>
                </a:lnTo>
                <a:lnTo>
                  <a:pt x="802119" y="402704"/>
                </a:lnTo>
                <a:lnTo>
                  <a:pt x="802525" y="399669"/>
                </a:lnTo>
                <a:lnTo>
                  <a:pt x="805243" y="379768"/>
                </a:lnTo>
                <a:lnTo>
                  <a:pt x="805243" y="233362"/>
                </a:lnTo>
                <a:lnTo>
                  <a:pt x="880008" y="233362"/>
                </a:lnTo>
                <a:lnTo>
                  <a:pt x="880008" y="201358"/>
                </a:lnTo>
                <a:close/>
              </a:path>
              <a:path w="880110" h="434975">
                <a:moveTo>
                  <a:pt x="880008" y="47244"/>
                </a:moveTo>
                <a:lnTo>
                  <a:pt x="739711" y="47244"/>
                </a:lnTo>
                <a:lnTo>
                  <a:pt x="744486" y="36690"/>
                </a:lnTo>
                <a:lnTo>
                  <a:pt x="749427" y="25717"/>
                </a:lnTo>
                <a:lnTo>
                  <a:pt x="754062" y="14452"/>
                </a:lnTo>
                <a:lnTo>
                  <a:pt x="757999" y="3048"/>
                </a:lnTo>
                <a:lnTo>
                  <a:pt x="719797" y="3048"/>
                </a:lnTo>
                <a:lnTo>
                  <a:pt x="705510" y="37350"/>
                </a:lnTo>
                <a:lnTo>
                  <a:pt x="687793" y="71678"/>
                </a:lnTo>
                <a:lnTo>
                  <a:pt x="666648" y="105994"/>
                </a:lnTo>
                <a:lnTo>
                  <a:pt x="642073" y="140296"/>
                </a:lnTo>
                <a:lnTo>
                  <a:pt x="656742" y="152869"/>
                </a:lnTo>
                <a:lnTo>
                  <a:pt x="662863" y="158305"/>
                </a:lnTo>
                <a:lnTo>
                  <a:pt x="667981" y="163156"/>
                </a:lnTo>
                <a:lnTo>
                  <a:pt x="683412" y="143205"/>
                </a:lnTo>
                <a:lnTo>
                  <a:pt x="697890" y="122199"/>
                </a:lnTo>
                <a:lnTo>
                  <a:pt x="711492" y="100368"/>
                </a:lnTo>
                <a:lnTo>
                  <a:pt x="724369" y="77812"/>
                </a:lnTo>
                <a:lnTo>
                  <a:pt x="773239" y="77812"/>
                </a:lnTo>
                <a:lnTo>
                  <a:pt x="880008" y="77812"/>
                </a:lnTo>
                <a:lnTo>
                  <a:pt x="880008" y="472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3167342" y="3813530"/>
            <a:ext cx="1304290" cy="434975"/>
          </a:xfrm>
          <a:custGeom>
            <a:avLst/>
            <a:gdLst/>
            <a:ahLst/>
            <a:cxnLst/>
            <a:rect l="l" t="t" r="r" b="b"/>
            <a:pathLst>
              <a:path w="1304289" h="434975">
                <a:moveTo>
                  <a:pt x="204406" y="346329"/>
                </a:moveTo>
                <a:lnTo>
                  <a:pt x="169265" y="346329"/>
                </a:lnTo>
                <a:lnTo>
                  <a:pt x="169265" y="430149"/>
                </a:lnTo>
                <a:lnTo>
                  <a:pt x="204406" y="430149"/>
                </a:lnTo>
                <a:lnTo>
                  <a:pt x="204406" y="346329"/>
                </a:lnTo>
                <a:close/>
              </a:path>
              <a:path w="1304289" h="434975">
                <a:moveTo>
                  <a:pt x="373672" y="346329"/>
                </a:moveTo>
                <a:lnTo>
                  <a:pt x="340144" y="346329"/>
                </a:lnTo>
                <a:lnTo>
                  <a:pt x="340144" y="363093"/>
                </a:lnTo>
                <a:lnTo>
                  <a:pt x="373672" y="363093"/>
                </a:lnTo>
                <a:lnTo>
                  <a:pt x="373672" y="346329"/>
                </a:lnTo>
                <a:close/>
              </a:path>
              <a:path w="1304289" h="434975">
                <a:moveTo>
                  <a:pt x="373672" y="216598"/>
                </a:moveTo>
                <a:lnTo>
                  <a:pt x="204406" y="216598"/>
                </a:lnTo>
                <a:lnTo>
                  <a:pt x="204406" y="170878"/>
                </a:lnTo>
                <a:lnTo>
                  <a:pt x="320230" y="170878"/>
                </a:lnTo>
                <a:lnTo>
                  <a:pt x="320230" y="184594"/>
                </a:lnTo>
                <a:lnTo>
                  <a:pt x="355384" y="184594"/>
                </a:lnTo>
                <a:lnTo>
                  <a:pt x="355384" y="170878"/>
                </a:lnTo>
                <a:lnTo>
                  <a:pt x="355384" y="140398"/>
                </a:lnTo>
                <a:lnTo>
                  <a:pt x="355384" y="82384"/>
                </a:lnTo>
                <a:lnTo>
                  <a:pt x="320230" y="82384"/>
                </a:lnTo>
                <a:lnTo>
                  <a:pt x="320230" y="140398"/>
                </a:lnTo>
                <a:lnTo>
                  <a:pt x="204406" y="140398"/>
                </a:lnTo>
                <a:lnTo>
                  <a:pt x="204406" y="82384"/>
                </a:lnTo>
                <a:lnTo>
                  <a:pt x="169265" y="82384"/>
                </a:lnTo>
                <a:lnTo>
                  <a:pt x="169265" y="140398"/>
                </a:lnTo>
                <a:lnTo>
                  <a:pt x="53340" y="140398"/>
                </a:lnTo>
                <a:lnTo>
                  <a:pt x="53340" y="81978"/>
                </a:lnTo>
                <a:lnTo>
                  <a:pt x="355384" y="81978"/>
                </a:lnTo>
                <a:lnTo>
                  <a:pt x="355384" y="50228"/>
                </a:lnTo>
                <a:lnTo>
                  <a:pt x="204406" y="50228"/>
                </a:lnTo>
                <a:lnTo>
                  <a:pt x="204406" y="0"/>
                </a:lnTo>
                <a:lnTo>
                  <a:pt x="169265" y="0"/>
                </a:lnTo>
                <a:lnTo>
                  <a:pt x="169265" y="50228"/>
                </a:lnTo>
                <a:lnTo>
                  <a:pt x="19812" y="50228"/>
                </a:lnTo>
                <a:lnTo>
                  <a:pt x="19812" y="81978"/>
                </a:lnTo>
                <a:lnTo>
                  <a:pt x="19812" y="140398"/>
                </a:lnTo>
                <a:lnTo>
                  <a:pt x="19812" y="170878"/>
                </a:lnTo>
                <a:lnTo>
                  <a:pt x="19812" y="184848"/>
                </a:lnTo>
                <a:lnTo>
                  <a:pt x="53340" y="184848"/>
                </a:lnTo>
                <a:lnTo>
                  <a:pt x="53340" y="170878"/>
                </a:lnTo>
                <a:lnTo>
                  <a:pt x="169265" y="170878"/>
                </a:lnTo>
                <a:lnTo>
                  <a:pt x="169265" y="216598"/>
                </a:lnTo>
                <a:lnTo>
                  <a:pt x="0" y="216598"/>
                </a:lnTo>
                <a:lnTo>
                  <a:pt x="0" y="247078"/>
                </a:lnTo>
                <a:lnTo>
                  <a:pt x="0" y="315658"/>
                </a:lnTo>
                <a:lnTo>
                  <a:pt x="0" y="346138"/>
                </a:lnTo>
                <a:lnTo>
                  <a:pt x="0" y="362648"/>
                </a:lnTo>
                <a:lnTo>
                  <a:pt x="35052" y="362648"/>
                </a:lnTo>
                <a:lnTo>
                  <a:pt x="35052" y="346138"/>
                </a:lnTo>
                <a:lnTo>
                  <a:pt x="373672" y="346138"/>
                </a:lnTo>
                <a:lnTo>
                  <a:pt x="373672" y="315760"/>
                </a:lnTo>
                <a:lnTo>
                  <a:pt x="373672" y="247180"/>
                </a:lnTo>
                <a:lnTo>
                  <a:pt x="340144" y="247180"/>
                </a:lnTo>
                <a:lnTo>
                  <a:pt x="340144" y="315658"/>
                </a:lnTo>
                <a:lnTo>
                  <a:pt x="204406" y="315658"/>
                </a:lnTo>
                <a:lnTo>
                  <a:pt x="204406" y="247180"/>
                </a:lnTo>
                <a:lnTo>
                  <a:pt x="169265" y="247180"/>
                </a:lnTo>
                <a:lnTo>
                  <a:pt x="169265" y="315658"/>
                </a:lnTo>
                <a:lnTo>
                  <a:pt x="35052" y="315658"/>
                </a:lnTo>
                <a:lnTo>
                  <a:pt x="35052" y="247078"/>
                </a:lnTo>
                <a:lnTo>
                  <a:pt x="373672" y="247078"/>
                </a:lnTo>
                <a:lnTo>
                  <a:pt x="373672" y="216598"/>
                </a:lnTo>
                <a:close/>
              </a:path>
              <a:path w="1304289" h="434975">
                <a:moveTo>
                  <a:pt x="849439" y="210502"/>
                </a:moveTo>
                <a:lnTo>
                  <a:pt x="823442" y="190550"/>
                </a:lnTo>
                <a:lnTo>
                  <a:pt x="795858" y="169875"/>
                </a:lnTo>
                <a:lnTo>
                  <a:pt x="776020" y="155549"/>
                </a:lnTo>
                <a:lnTo>
                  <a:pt x="769696" y="150977"/>
                </a:lnTo>
                <a:lnTo>
                  <a:pt x="766851" y="148920"/>
                </a:lnTo>
                <a:lnTo>
                  <a:pt x="736574" y="128117"/>
                </a:lnTo>
                <a:lnTo>
                  <a:pt x="718286" y="150977"/>
                </a:lnTo>
                <a:lnTo>
                  <a:pt x="718286" y="4572"/>
                </a:lnTo>
                <a:lnTo>
                  <a:pt x="681710" y="4572"/>
                </a:lnTo>
                <a:lnTo>
                  <a:pt x="681710" y="361480"/>
                </a:lnTo>
                <a:lnTo>
                  <a:pt x="718286" y="361480"/>
                </a:lnTo>
                <a:lnTo>
                  <a:pt x="718286" y="155549"/>
                </a:lnTo>
                <a:lnTo>
                  <a:pt x="748042" y="177939"/>
                </a:lnTo>
                <a:lnTo>
                  <a:pt x="775665" y="199440"/>
                </a:lnTo>
                <a:lnTo>
                  <a:pt x="801293" y="220357"/>
                </a:lnTo>
                <a:lnTo>
                  <a:pt x="825055" y="240982"/>
                </a:lnTo>
                <a:lnTo>
                  <a:pt x="849439" y="210502"/>
                </a:lnTo>
                <a:close/>
              </a:path>
              <a:path w="1304289" h="434975">
                <a:moveTo>
                  <a:pt x="854011" y="379768"/>
                </a:moveTo>
                <a:lnTo>
                  <a:pt x="802589" y="381000"/>
                </a:lnTo>
                <a:lnTo>
                  <a:pt x="741527" y="380746"/>
                </a:lnTo>
                <a:lnTo>
                  <a:pt x="696607" y="378269"/>
                </a:lnTo>
                <a:lnTo>
                  <a:pt x="631355" y="365925"/>
                </a:lnTo>
                <a:lnTo>
                  <a:pt x="595134" y="346240"/>
                </a:lnTo>
                <a:lnTo>
                  <a:pt x="562737" y="317284"/>
                </a:lnTo>
                <a:lnTo>
                  <a:pt x="578662" y="288328"/>
                </a:lnTo>
                <a:lnTo>
                  <a:pt x="586473" y="274091"/>
                </a:lnTo>
                <a:lnTo>
                  <a:pt x="605218" y="227076"/>
                </a:lnTo>
                <a:lnTo>
                  <a:pt x="619099" y="176339"/>
                </a:lnTo>
                <a:lnTo>
                  <a:pt x="628269" y="122021"/>
                </a:lnTo>
                <a:lnTo>
                  <a:pt x="628269" y="90017"/>
                </a:lnTo>
                <a:lnTo>
                  <a:pt x="591693" y="90017"/>
                </a:lnTo>
                <a:lnTo>
                  <a:pt x="591693" y="122021"/>
                </a:lnTo>
                <a:lnTo>
                  <a:pt x="585736" y="167525"/>
                </a:lnTo>
                <a:lnTo>
                  <a:pt x="574929" y="210312"/>
                </a:lnTo>
                <a:lnTo>
                  <a:pt x="559549" y="250520"/>
                </a:lnTo>
                <a:lnTo>
                  <a:pt x="539877" y="288328"/>
                </a:lnTo>
                <a:lnTo>
                  <a:pt x="524713" y="260210"/>
                </a:lnTo>
                <a:lnTo>
                  <a:pt x="511251" y="228409"/>
                </a:lnTo>
                <a:lnTo>
                  <a:pt x="502373" y="201358"/>
                </a:lnTo>
                <a:lnTo>
                  <a:pt x="499503" y="192608"/>
                </a:lnTo>
                <a:lnTo>
                  <a:pt x="489483" y="152501"/>
                </a:lnTo>
                <a:lnTo>
                  <a:pt x="492010" y="145376"/>
                </a:lnTo>
                <a:lnTo>
                  <a:pt x="494817" y="137833"/>
                </a:lnTo>
                <a:lnTo>
                  <a:pt x="497636" y="129997"/>
                </a:lnTo>
                <a:lnTo>
                  <a:pt x="500151" y="122021"/>
                </a:lnTo>
                <a:lnTo>
                  <a:pt x="591693" y="122021"/>
                </a:lnTo>
                <a:lnTo>
                  <a:pt x="591693" y="90017"/>
                </a:lnTo>
                <a:lnTo>
                  <a:pt x="510921" y="90017"/>
                </a:lnTo>
                <a:lnTo>
                  <a:pt x="516369" y="69596"/>
                </a:lnTo>
                <a:lnTo>
                  <a:pt x="521398" y="49352"/>
                </a:lnTo>
                <a:lnTo>
                  <a:pt x="526135" y="28841"/>
                </a:lnTo>
                <a:lnTo>
                  <a:pt x="530733" y="7620"/>
                </a:lnTo>
                <a:lnTo>
                  <a:pt x="494055" y="1524"/>
                </a:lnTo>
                <a:lnTo>
                  <a:pt x="482892" y="52984"/>
                </a:lnTo>
                <a:lnTo>
                  <a:pt x="469455" y="101282"/>
                </a:lnTo>
                <a:lnTo>
                  <a:pt x="453682" y="146583"/>
                </a:lnTo>
                <a:lnTo>
                  <a:pt x="435495" y="189039"/>
                </a:lnTo>
                <a:lnTo>
                  <a:pt x="414807" y="228790"/>
                </a:lnTo>
                <a:lnTo>
                  <a:pt x="422503" y="237629"/>
                </a:lnTo>
                <a:lnTo>
                  <a:pt x="429475" y="245745"/>
                </a:lnTo>
                <a:lnTo>
                  <a:pt x="435597" y="253009"/>
                </a:lnTo>
                <a:lnTo>
                  <a:pt x="440715" y="259270"/>
                </a:lnTo>
                <a:lnTo>
                  <a:pt x="448462" y="245287"/>
                </a:lnTo>
                <a:lnTo>
                  <a:pt x="455764" y="230886"/>
                </a:lnTo>
                <a:lnTo>
                  <a:pt x="462800" y="216192"/>
                </a:lnTo>
                <a:lnTo>
                  <a:pt x="469671" y="201358"/>
                </a:lnTo>
                <a:lnTo>
                  <a:pt x="479679" y="235140"/>
                </a:lnTo>
                <a:lnTo>
                  <a:pt x="491401" y="265798"/>
                </a:lnTo>
                <a:lnTo>
                  <a:pt x="504863" y="293598"/>
                </a:lnTo>
                <a:lnTo>
                  <a:pt x="520065" y="318808"/>
                </a:lnTo>
                <a:lnTo>
                  <a:pt x="498525" y="343395"/>
                </a:lnTo>
                <a:lnTo>
                  <a:pt x="475018" y="366852"/>
                </a:lnTo>
                <a:lnTo>
                  <a:pt x="449249" y="389178"/>
                </a:lnTo>
                <a:lnTo>
                  <a:pt x="420903" y="410337"/>
                </a:lnTo>
                <a:lnTo>
                  <a:pt x="428650" y="416293"/>
                </a:lnTo>
                <a:lnTo>
                  <a:pt x="435952" y="422529"/>
                </a:lnTo>
                <a:lnTo>
                  <a:pt x="442988" y="428764"/>
                </a:lnTo>
                <a:lnTo>
                  <a:pt x="449859" y="434721"/>
                </a:lnTo>
                <a:lnTo>
                  <a:pt x="476199" y="415328"/>
                </a:lnTo>
                <a:lnTo>
                  <a:pt x="500392" y="393903"/>
                </a:lnTo>
                <a:lnTo>
                  <a:pt x="522592" y="370776"/>
                </a:lnTo>
                <a:lnTo>
                  <a:pt x="542925" y="346240"/>
                </a:lnTo>
                <a:lnTo>
                  <a:pt x="566978" y="368846"/>
                </a:lnTo>
                <a:lnTo>
                  <a:pt x="623112" y="399249"/>
                </a:lnTo>
                <a:lnTo>
                  <a:pt x="692353" y="412788"/>
                </a:lnTo>
                <a:lnTo>
                  <a:pt x="735622" y="415861"/>
                </a:lnTo>
                <a:lnTo>
                  <a:pt x="785495" y="416928"/>
                </a:lnTo>
                <a:lnTo>
                  <a:pt x="841819" y="416433"/>
                </a:lnTo>
                <a:lnTo>
                  <a:pt x="844372" y="406425"/>
                </a:lnTo>
                <a:lnTo>
                  <a:pt x="847344" y="396989"/>
                </a:lnTo>
                <a:lnTo>
                  <a:pt x="850607" y="388099"/>
                </a:lnTo>
                <a:lnTo>
                  <a:pt x="853427" y="381203"/>
                </a:lnTo>
                <a:lnTo>
                  <a:pt x="854011" y="379768"/>
                </a:lnTo>
                <a:close/>
              </a:path>
              <a:path w="1304289" h="434975">
                <a:moveTo>
                  <a:pt x="1021753" y="350799"/>
                </a:moveTo>
                <a:lnTo>
                  <a:pt x="1017181" y="317271"/>
                </a:lnTo>
                <a:lnTo>
                  <a:pt x="1003439" y="320941"/>
                </a:lnTo>
                <a:lnTo>
                  <a:pt x="975385" y="328853"/>
                </a:lnTo>
                <a:lnTo>
                  <a:pt x="960780" y="332511"/>
                </a:lnTo>
                <a:lnTo>
                  <a:pt x="960780" y="208978"/>
                </a:lnTo>
                <a:lnTo>
                  <a:pt x="1017181" y="208978"/>
                </a:lnTo>
                <a:lnTo>
                  <a:pt x="1017181" y="178498"/>
                </a:lnTo>
                <a:lnTo>
                  <a:pt x="960780" y="178498"/>
                </a:lnTo>
                <a:lnTo>
                  <a:pt x="960780" y="68580"/>
                </a:lnTo>
                <a:lnTo>
                  <a:pt x="1020229" y="68580"/>
                </a:lnTo>
                <a:lnTo>
                  <a:pt x="1020229" y="38100"/>
                </a:lnTo>
                <a:lnTo>
                  <a:pt x="869251" y="38100"/>
                </a:lnTo>
                <a:lnTo>
                  <a:pt x="869251" y="68580"/>
                </a:lnTo>
                <a:lnTo>
                  <a:pt x="928776" y="68580"/>
                </a:lnTo>
                <a:lnTo>
                  <a:pt x="928776" y="178498"/>
                </a:lnTo>
                <a:lnTo>
                  <a:pt x="873823" y="178498"/>
                </a:lnTo>
                <a:lnTo>
                  <a:pt x="873823" y="208978"/>
                </a:lnTo>
                <a:lnTo>
                  <a:pt x="928776" y="208978"/>
                </a:lnTo>
                <a:lnTo>
                  <a:pt x="928776" y="341655"/>
                </a:lnTo>
                <a:lnTo>
                  <a:pt x="912698" y="345998"/>
                </a:lnTo>
                <a:lnTo>
                  <a:pt x="863155" y="358419"/>
                </a:lnTo>
                <a:lnTo>
                  <a:pt x="875347" y="393573"/>
                </a:lnTo>
                <a:lnTo>
                  <a:pt x="911123" y="382346"/>
                </a:lnTo>
                <a:lnTo>
                  <a:pt x="947445" y="371576"/>
                </a:lnTo>
                <a:lnTo>
                  <a:pt x="1021753" y="350799"/>
                </a:lnTo>
                <a:close/>
              </a:path>
              <a:path w="1304289" h="434975">
                <a:moveTo>
                  <a:pt x="1303883" y="384429"/>
                </a:moveTo>
                <a:lnTo>
                  <a:pt x="1172718" y="384429"/>
                </a:lnTo>
                <a:lnTo>
                  <a:pt x="1172718" y="320319"/>
                </a:lnTo>
                <a:lnTo>
                  <a:pt x="1284071" y="320319"/>
                </a:lnTo>
                <a:lnTo>
                  <a:pt x="1284071" y="289839"/>
                </a:lnTo>
                <a:lnTo>
                  <a:pt x="1172718" y="289839"/>
                </a:lnTo>
                <a:lnTo>
                  <a:pt x="1172718" y="231838"/>
                </a:lnTo>
                <a:lnTo>
                  <a:pt x="1242923" y="231838"/>
                </a:lnTo>
                <a:lnTo>
                  <a:pt x="1242923" y="248602"/>
                </a:lnTo>
                <a:lnTo>
                  <a:pt x="1274927" y="248602"/>
                </a:lnTo>
                <a:lnTo>
                  <a:pt x="1274927" y="22860"/>
                </a:lnTo>
                <a:lnTo>
                  <a:pt x="1242923" y="22860"/>
                </a:lnTo>
                <a:lnTo>
                  <a:pt x="1242923" y="51816"/>
                </a:lnTo>
                <a:lnTo>
                  <a:pt x="1242923" y="112864"/>
                </a:lnTo>
                <a:lnTo>
                  <a:pt x="1242923" y="141820"/>
                </a:lnTo>
                <a:lnTo>
                  <a:pt x="1242923" y="202882"/>
                </a:lnTo>
                <a:lnTo>
                  <a:pt x="1172718" y="202882"/>
                </a:lnTo>
                <a:lnTo>
                  <a:pt x="1172718" y="141820"/>
                </a:lnTo>
                <a:lnTo>
                  <a:pt x="1242923" y="141820"/>
                </a:lnTo>
                <a:lnTo>
                  <a:pt x="1242923" y="112864"/>
                </a:lnTo>
                <a:lnTo>
                  <a:pt x="1172718" y="112864"/>
                </a:lnTo>
                <a:lnTo>
                  <a:pt x="1172718" y="51816"/>
                </a:lnTo>
                <a:lnTo>
                  <a:pt x="1242923" y="51816"/>
                </a:lnTo>
                <a:lnTo>
                  <a:pt x="1242923" y="22860"/>
                </a:lnTo>
                <a:lnTo>
                  <a:pt x="1139190" y="22860"/>
                </a:lnTo>
                <a:lnTo>
                  <a:pt x="1139190" y="51816"/>
                </a:lnTo>
                <a:lnTo>
                  <a:pt x="1139190" y="112864"/>
                </a:lnTo>
                <a:lnTo>
                  <a:pt x="1139190" y="141820"/>
                </a:lnTo>
                <a:lnTo>
                  <a:pt x="1139190" y="202882"/>
                </a:lnTo>
                <a:lnTo>
                  <a:pt x="1069086" y="202882"/>
                </a:lnTo>
                <a:lnTo>
                  <a:pt x="1069086" y="141820"/>
                </a:lnTo>
                <a:lnTo>
                  <a:pt x="1139190" y="141820"/>
                </a:lnTo>
                <a:lnTo>
                  <a:pt x="1139190" y="112864"/>
                </a:lnTo>
                <a:lnTo>
                  <a:pt x="1069086" y="112864"/>
                </a:lnTo>
                <a:lnTo>
                  <a:pt x="1069086" y="51816"/>
                </a:lnTo>
                <a:lnTo>
                  <a:pt x="1139190" y="51816"/>
                </a:lnTo>
                <a:lnTo>
                  <a:pt x="1139190" y="22860"/>
                </a:lnTo>
                <a:lnTo>
                  <a:pt x="1036993" y="22860"/>
                </a:lnTo>
                <a:lnTo>
                  <a:pt x="1036993" y="248602"/>
                </a:lnTo>
                <a:lnTo>
                  <a:pt x="1069086" y="248602"/>
                </a:lnTo>
                <a:lnTo>
                  <a:pt x="1069086" y="231838"/>
                </a:lnTo>
                <a:lnTo>
                  <a:pt x="1139190" y="231838"/>
                </a:lnTo>
                <a:lnTo>
                  <a:pt x="1139190" y="289839"/>
                </a:lnTo>
                <a:lnTo>
                  <a:pt x="1027849" y="289839"/>
                </a:lnTo>
                <a:lnTo>
                  <a:pt x="1027849" y="320319"/>
                </a:lnTo>
                <a:lnTo>
                  <a:pt x="1139190" y="320319"/>
                </a:lnTo>
                <a:lnTo>
                  <a:pt x="1139190" y="384429"/>
                </a:lnTo>
                <a:lnTo>
                  <a:pt x="1001941" y="384429"/>
                </a:lnTo>
                <a:lnTo>
                  <a:pt x="1001941" y="414909"/>
                </a:lnTo>
                <a:lnTo>
                  <a:pt x="1303883" y="414909"/>
                </a:lnTo>
                <a:lnTo>
                  <a:pt x="1303883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9928" y="4637246"/>
            <a:ext cx="109823" cy="109823"/>
          </a:xfrm>
          <a:prstGeom prst="rect">
            <a:avLst/>
          </a:prstGeom>
        </p:spPr>
      </p:pic>
      <p:sp>
        <p:nvSpPr>
          <p:cNvPr id="59" name="object 59" descr=""/>
          <p:cNvSpPr/>
          <p:nvPr/>
        </p:nvSpPr>
        <p:spPr>
          <a:xfrm>
            <a:off x="1332738" y="4523390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332725" y="4523397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716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619440" y="4523104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886235" y="4522851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67263" y="41148"/>
                </a:lnTo>
                <a:lnTo>
                  <a:pt x="35147" y="41148"/>
                </a:lnTo>
                <a:lnTo>
                  <a:pt x="35385" y="52627"/>
                </a:lnTo>
                <a:lnTo>
                  <a:pt x="35941" y="67722"/>
                </a:lnTo>
                <a:lnTo>
                  <a:pt x="36433" y="83622"/>
                </a:lnTo>
                <a:lnTo>
                  <a:pt x="36652" y="102108"/>
                </a:lnTo>
                <a:lnTo>
                  <a:pt x="36671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50" y="244268"/>
                </a:lnTo>
                <a:lnTo>
                  <a:pt x="169842" y="233743"/>
                </a:lnTo>
                <a:lnTo>
                  <a:pt x="173466" y="224932"/>
                </a:lnTo>
                <a:lnTo>
                  <a:pt x="176974" y="218122"/>
                </a:lnTo>
                <a:lnTo>
                  <a:pt x="274510" y="0"/>
                </a:lnTo>
                <a:lnTo>
                  <a:pt x="320325" y="0"/>
                </a:lnTo>
                <a:lnTo>
                  <a:pt x="320325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291" y="73152"/>
                </a:lnTo>
                <a:lnTo>
                  <a:pt x="42005" y="67722"/>
                </a:lnTo>
                <a:lnTo>
                  <a:pt x="39719" y="60579"/>
                </a:lnTo>
                <a:lnTo>
                  <a:pt x="37381" y="51482"/>
                </a:lnTo>
                <a:lnTo>
                  <a:pt x="35147" y="41148"/>
                </a:lnTo>
                <a:lnTo>
                  <a:pt x="67263" y="41148"/>
                </a:lnTo>
                <a:lnTo>
                  <a:pt x="146399" y="218122"/>
                </a:lnTo>
                <a:lnTo>
                  <a:pt x="150899" y="230076"/>
                </a:lnTo>
                <a:lnTo>
                  <a:pt x="154971" y="240601"/>
                </a:lnTo>
                <a:lnTo>
                  <a:pt x="158186" y="249412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325" y="314229"/>
                </a:moveTo>
                <a:lnTo>
                  <a:pt x="283654" y="314229"/>
                </a:lnTo>
                <a:lnTo>
                  <a:pt x="283654" y="102108"/>
                </a:lnTo>
                <a:lnTo>
                  <a:pt x="283916" y="89582"/>
                </a:lnTo>
                <a:lnTo>
                  <a:pt x="284607" y="75057"/>
                </a:lnTo>
                <a:lnTo>
                  <a:pt x="285583" y="58816"/>
                </a:lnTo>
                <a:lnTo>
                  <a:pt x="286702" y="41148"/>
                </a:lnTo>
                <a:lnTo>
                  <a:pt x="320325" y="41148"/>
                </a:lnTo>
                <a:lnTo>
                  <a:pt x="32032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2290470" y="4522470"/>
            <a:ext cx="161925" cy="314960"/>
          </a:xfrm>
          <a:custGeom>
            <a:avLst/>
            <a:gdLst/>
            <a:ahLst/>
            <a:cxnLst/>
            <a:rect l="l" t="t" r="r" b="b"/>
            <a:pathLst>
              <a:path w="161925" h="314960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2622899" y="4523104"/>
            <a:ext cx="421005" cy="318770"/>
            <a:chOff x="2622899" y="4523104"/>
            <a:chExt cx="421005" cy="318770"/>
          </a:xfrm>
        </p:grpSpPr>
        <p:sp>
          <p:nvSpPr>
            <p:cNvPr id="65" name="object 65" descr=""/>
            <p:cNvSpPr/>
            <p:nvPr/>
          </p:nvSpPr>
          <p:spPr>
            <a:xfrm>
              <a:off x="2622892" y="4523104"/>
              <a:ext cx="160655" cy="313690"/>
            </a:xfrm>
            <a:custGeom>
              <a:avLst/>
              <a:gdLst/>
              <a:ahLst/>
              <a:cxnLst/>
              <a:rect l="l" t="t" r="r" b="b"/>
              <a:pathLst>
                <a:path w="160655" h="313689">
                  <a:moveTo>
                    <a:pt x="160121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0" y="140970"/>
                  </a:lnTo>
                  <a:lnTo>
                    <a:pt x="0" y="173990"/>
                  </a:lnTo>
                  <a:lnTo>
                    <a:pt x="0" y="313690"/>
                  </a:lnTo>
                  <a:lnTo>
                    <a:pt x="38100" y="313690"/>
                  </a:lnTo>
                  <a:lnTo>
                    <a:pt x="38100" y="173990"/>
                  </a:lnTo>
                  <a:lnTo>
                    <a:pt x="150977" y="173990"/>
                  </a:lnTo>
                  <a:lnTo>
                    <a:pt x="150977" y="140970"/>
                  </a:lnTo>
                  <a:lnTo>
                    <a:pt x="38100" y="140970"/>
                  </a:lnTo>
                  <a:lnTo>
                    <a:pt x="38100" y="31750"/>
                  </a:lnTo>
                  <a:lnTo>
                    <a:pt x="160121" y="31750"/>
                  </a:lnTo>
                  <a:lnTo>
                    <a:pt x="160121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22638" y="4606670"/>
              <a:ext cx="221170" cy="234981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3100197" y="4606671"/>
            <a:ext cx="474345" cy="230504"/>
            <a:chOff x="3100197" y="4606671"/>
            <a:chExt cx="474345" cy="230504"/>
          </a:xfrm>
        </p:grpSpPr>
        <p:pic>
          <p:nvPicPr>
            <p:cNvPr id="68" name="object 6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0197" y="4608195"/>
              <a:ext cx="117443" cy="228885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3257264" y="4606671"/>
              <a:ext cx="317500" cy="230504"/>
            </a:xfrm>
            <a:custGeom>
              <a:avLst/>
              <a:gdLst/>
              <a:ahLst/>
              <a:cxnLst/>
              <a:rect l="l" t="t" r="r" b="b"/>
              <a:pathLst>
                <a:path w="317500" h="230504">
                  <a:moveTo>
                    <a:pt x="317277" y="230409"/>
                  </a:moveTo>
                  <a:lnTo>
                    <a:pt x="282225" y="230409"/>
                  </a:lnTo>
                  <a:lnTo>
                    <a:pt x="282225" y="100679"/>
                  </a:lnTo>
                  <a:lnTo>
                    <a:pt x="281377" y="83558"/>
                  </a:lnTo>
                  <a:lnTo>
                    <a:pt x="263342" y="40219"/>
                  </a:lnTo>
                  <a:lnTo>
                    <a:pt x="231838" y="30575"/>
                  </a:lnTo>
                  <a:lnTo>
                    <a:pt x="220718" y="31980"/>
                  </a:lnTo>
                  <a:lnTo>
                    <a:pt x="185332" y="62769"/>
                  </a:lnTo>
                  <a:lnTo>
                    <a:pt x="176974" y="102203"/>
                  </a:lnTo>
                  <a:lnTo>
                    <a:pt x="176974" y="230409"/>
                  </a:lnTo>
                  <a:lnTo>
                    <a:pt x="140398" y="230409"/>
                  </a:lnTo>
                  <a:lnTo>
                    <a:pt x="140398" y="96107"/>
                  </a:lnTo>
                  <a:lnTo>
                    <a:pt x="137240" y="67222"/>
                  </a:lnTo>
                  <a:lnTo>
                    <a:pt x="127777" y="46767"/>
                  </a:lnTo>
                  <a:lnTo>
                    <a:pt x="112028" y="34599"/>
                  </a:lnTo>
                  <a:lnTo>
                    <a:pt x="90011" y="30575"/>
                  </a:lnTo>
                  <a:lnTo>
                    <a:pt x="78247" y="31742"/>
                  </a:lnTo>
                  <a:lnTo>
                    <a:pt x="44148" y="61269"/>
                  </a:lnTo>
                  <a:lnTo>
                    <a:pt x="35147" y="102203"/>
                  </a:lnTo>
                  <a:lnTo>
                    <a:pt x="35147" y="230409"/>
                  </a:lnTo>
                  <a:lnTo>
                    <a:pt x="0" y="230409"/>
                  </a:lnTo>
                  <a:lnTo>
                    <a:pt x="0" y="6191"/>
                  </a:lnTo>
                  <a:lnTo>
                    <a:pt x="35147" y="6191"/>
                  </a:lnTo>
                  <a:lnTo>
                    <a:pt x="35147" y="41243"/>
                  </a:lnTo>
                  <a:lnTo>
                    <a:pt x="36671" y="41243"/>
                  </a:lnTo>
                  <a:lnTo>
                    <a:pt x="49530" y="23226"/>
                  </a:lnTo>
                  <a:lnTo>
                    <a:pt x="65246" y="10334"/>
                  </a:lnTo>
                  <a:lnTo>
                    <a:pt x="83820" y="2586"/>
                  </a:lnTo>
                  <a:lnTo>
                    <a:pt x="105251" y="0"/>
                  </a:lnTo>
                  <a:lnTo>
                    <a:pt x="116396" y="848"/>
                  </a:lnTo>
                  <a:lnTo>
                    <a:pt x="153924" y="19478"/>
                  </a:lnTo>
                  <a:lnTo>
                    <a:pt x="169354" y="47339"/>
                  </a:lnTo>
                  <a:lnTo>
                    <a:pt x="183380" y="26440"/>
                  </a:lnTo>
                  <a:lnTo>
                    <a:pt x="200406" y="11668"/>
                  </a:lnTo>
                  <a:lnTo>
                    <a:pt x="220575" y="2896"/>
                  </a:lnTo>
                  <a:lnTo>
                    <a:pt x="244030" y="0"/>
                  </a:lnTo>
                  <a:lnTo>
                    <a:pt x="276089" y="5729"/>
                  </a:lnTo>
                  <a:lnTo>
                    <a:pt x="298977" y="22907"/>
                  </a:lnTo>
                  <a:lnTo>
                    <a:pt x="312704" y="51515"/>
                  </a:lnTo>
                  <a:lnTo>
                    <a:pt x="317277" y="91535"/>
                  </a:lnTo>
                  <a:lnTo>
                    <a:pt x="317277" y="23040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/>
          <p:nvPr/>
        </p:nvSpPr>
        <p:spPr>
          <a:xfrm>
            <a:off x="3780371" y="4601781"/>
            <a:ext cx="206375" cy="205740"/>
          </a:xfrm>
          <a:custGeom>
            <a:avLst/>
            <a:gdLst/>
            <a:ahLst/>
            <a:cxnLst/>
            <a:rect l="l" t="t" r="r" b="b"/>
            <a:pathLst>
              <a:path w="206375" h="205739">
                <a:moveTo>
                  <a:pt x="205930" y="88900"/>
                </a:moveTo>
                <a:lnTo>
                  <a:pt x="117449" y="88900"/>
                </a:lnTo>
                <a:lnTo>
                  <a:pt x="117449" y="0"/>
                </a:lnTo>
                <a:lnTo>
                  <a:pt x="88493" y="0"/>
                </a:lnTo>
                <a:lnTo>
                  <a:pt x="88493" y="88900"/>
                </a:lnTo>
                <a:lnTo>
                  <a:pt x="0" y="88900"/>
                </a:lnTo>
                <a:lnTo>
                  <a:pt x="0" y="119380"/>
                </a:lnTo>
                <a:lnTo>
                  <a:pt x="88493" y="119380"/>
                </a:lnTo>
                <a:lnTo>
                  <a:pt x="88493" y="205740"/>
                </a:lnTo>
                <a:lnTo>
                  <a:pt x="117449" y="205740"/>
                </a:lnTo>
                <a:lnTo>
                  <a:pt x="117449" y="119380"/>
                </a:lnTo>
                <a:lnTo>
                  <a:pt x="205930" y="119380"/>
                </a:lnTo>
                <a:lnTo>
                  <a:pt x="205930" y="889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4198239" y="4522851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0" y="1452"/>
                </a:lnTo>
                <a:lnTo>
                  <a:pt x="130206" y="5905"/>
                </a:lnTo>
                <a:lnTo>
                  <a:pt x="148661" y="13501"/>
                </a:lnTo>
                <a:lnTo>
                  <a:pt x="164687" y="24384"/>
                </a:lnTo>
                <a:lnTo>
                  <a:pt x="171713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693" y="161639"/>
                </a:lnTo>
                <a:lnTo>
                  <a:pt x="161639" y="166211"/>
                </a:lnTo>
                <a:lnTo>
                  <a:pt x="144470" y="179108"/>
                </a:lnTo>
                <a:lnTo>
                  <a:pt x="124872" y="188166"/>
                </a:lnTo>
                <a:lnTo>
                  <a:pt x="102703" y="193509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4" h="314325">
                <a:moveTo>
                  <a:pt x="165693" y="161639"/>
                </a:moveTo>
                <a:lnTo>
                  <a:pt x="74771" y="161639"/>
                </a:lnTo>
                <a:lnTo>
                  <a:pt x="93035" y="160520"/>
                </a:lnTo>
                <a:lnTo>
                  <a:pt x="108870" y="157257"/>
                </a:lnTo>
                <a:lnTo>
                  <a:pt x="141565" y="134874"/>
                </a:lnTo>
                <a:lnTo>
                  <a:pt x="152495" y="94583"/>
                </a:lnTo>
                <a:lnTo>
                  <a:pt x="147923" y="67405"/>
                </a:lnTo>
                <a:lnTo>
                  <a:pt x="134207" y="47827"/>
                </a:lnTo>
                <a:lnTo>
                  <a:pt x="111347" y="35982"/>
                </a:lnTo>
                <a:lnTo>
                  <a:pt x="79343" y="32004"/>
                </a:lnTo>
                <a:lnTo>
                  <a:pt x="171713" y="32004"/>
                </a:lnTo>
                <a:lnTo>
                  <a:pt x="176743" y="37458"/>
                </a:lnTo>
                <a:lnTo>
                  <a:pt x="185344" y="53542"/>
                </a:lnTo>
                <a:lnTo>
                  <a:pt x="190498" y="72215"/>
                </a:lnTo>
                <a:lnTo>
                  <a:pt x="192214" y="93059"/>
                </a:lnTo>
                <a:lnTo>
                  <a:pt x="190236" y="114776"/>
                </a:lnTo>
                <a:lnTo>
                  <a:pt x="184392" y="134207"/>
                </a:lnTo>
                <a:lnTo>
                  <a:pt x="174815" y="151352"/>
                </a:lnTo>
                <a:lnTo>
                  <a:pt x="165693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4448365" y="4523390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4448365" y="4523397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9834" y="0"/>
                </a:lnTo>
                <a:lnTo>
                  <a:pt x="199834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834" y="170180"/>
                </a:lnTo>
                <a:lnTo>
                  <a:pt x="199834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716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4768596" y="4522851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039" y="1452"/>
                </a:lnTo>
                <a:lnTo>
                  <a:pt x="130980" y="5905"/>
                </a:lnTo>
                <a:lnTo>
                  <a:pt x="149368" y="13501"/>
                </a:lnTo>
                <a:lnTo>
                  <a:pt x="164782" y="24384"/>
                </a:lnTo>
                <a:lnTo>
                  <a:pt x="171777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771" y="161639"/>
                </a:lnTo>
                <a:lnTo>
                  <a:pt x="161734" y="166211"/>
                </a:lnTo>
                <a:lnTo>
                  <a:pt x="144510" y="179108"/>
                </a:lnTo>
                <a:lnTo>
                  <a:pt x="124884" y="188166"/>
                </a:lnTo>
                <a:lnTo>
                  <a:pt x="102704" y="193509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4" h="314325">
                <a:moveTo>
                  <a:pt x="165771" y="161639"/>
                </a:moveTo>
                <a:lnTo>
                  <a:pt x="74771" y="161639"/>
                </a:lnTo>
                <a:lnTo>
                  <a:pt x="93035" y="160520"/>
                </a:lnTo>
                <a:lnTo>
                  <a:pt x="108870" y="157257"/>
                </a:lnTo>
                <a:lnTo>
                  <a:pt x="141818" y="134874"/>
                </a:lnTo>
                <a:lnTo>
                  <a:pt x="154114" y="94583"/>
                </a:lnTo>
                <a:lnTo>
                  <a:pt x="149503" y="67405"/>
                </a:lnTo>
                <a:lnTo>
                  <a:pt x="135588" y="47827"/>
                </a:lnTo>
                <a:lnTo>
                  <a:pt x="112243" y="35982"/>
                </a:lnTo>
                <a:lnTo>
                  <a:pt x="79343" y="32004"/>
                </a:lnTo>
                <a:lnTo>
                  <a:pt x="171777" y="32004"/>
                </a:lnTo>
                <a:lnTo>
                  <a:pt x="176784" y="37458"/>
                </a:lnTo>
                <a:lnTo>
                  <a:pt x="185356" y="53542"/>
                </a:lnTo>
                <a:lnTo>
                  <a:pt x="190500" y="72215"/>
                </a:lnTo>
                <a:lnTo>
                  <a:pt x="192214" y="93059"/>
                </a:lnTo>
                <a:lnTo>
                  <a:pt x="190238" y="114776"/>
                </a:lnTo>
                <a:lnTo>
                  <a:pt x="184404" y="134207"/>
                </a:lnTo>
                <a:lnTo>
                  <a:pt x="174855" y="151352"/>
                </a:lnTo>
                <a:lnTo>
                  <a:pt x="165771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5149875" y="4601781"/>
            <a:ext cx="206375" cy="205740"/>
          </a:xfrm>
          <a:custGeom>
            <a:avLst/>
            <a:gdLst/>
            <a:ahLst/>
            <a:cxnLst/>
            <a:rect l="l" t="t" r="r" b="b"/>
            <a:pathLst>
              <a:path w="206375" h="205739">
                <a:moveTo>
                  <a:pt x="205930" y="88900"/>
                </a:moveTo>
                <a:lnTo>
                  <a:pt x="117449" y="88900"/>
                </a:lnTo>
                <a:lnTo>
                  <a:pt x="117449" y="0"/>
                </a:lnTo>
                <a:lnTo>
                  <a:pt x="88493" y="0"/>
                </a:lnTo>
                <a:lnTo>
                  <a:pt x="88493" y="88900"/>
                </a:lnTo>
                <a:lnTo>
                  <a:pt x="0" y="88900"/>
                </a:lnTo>
                <a:lnTo>
                  <a:pt x="0" y="119380"/>
                </a:lnTo>
                <a:lnTo>
                  <a:pt x="88493" y="119380"/>
                </a:lnTo>
                <a:lnTo>
                  <a:pt x="88493" y="205740"/>
                </a:lnTo>
                <a:lnTo>
                  <a:pt x="117449" y="205740"/>
                </a:lnTo>
                <a:lnTo>
                  <a:pt x="117449" y="119380"/>
                </a:lnTo>
                <a:lnTo>
                  <a:pt x="205930" y="119380"/>
                </a:lnTo>
                <a:lnTo>
                  <a:pt x="205930" y="8890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5569267" y="4522851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863" y="0"/>
                </a:lnTo>
                <a:lnTo>
                  <a:pt x="66975" y="41148"/>
                </a:lnTo>
                <a:lnTo>
                  <a:pt x="33528" y="41148"/>
                </a:lnTo>
                <a:lnTo>
                  <a:pt x="34647" y="52627"/>
                </a:lnTo>
                <a:lnTo>
                  <a:pt x="35606" y="66436"/>
                </a:lnTo>
                <a:lnTo>
                  <a:pt x="36314" y="83622"/>
                </a:lnTo>
                <a:lnTo>
                  <a:pt x="36556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3485" y="51720"/>
                </a:lnTo>
                <a:lnTo>
                  <a:pt x="280987" y="59817"/>
                </a:lnTo>
                <a:lnTo>
                  <a:pt x="278918" y="6668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6975" y="41148"/>
                </a:lnTo>
                <a:lnTo>
                  <a:pt x="144875" y="218122"/>
                </a:lnTo>
                <a:lnTo>
                  <a:pt x="150042" y="230076"/>
                </a:lnTo>
                <a:lnTo>
                  <a:pt x="154209" y="240601"/>
                </a:lnTo>
                <a:lnTo>
                  <a:pt x="157519" y="249412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662"/>
                </a:lnTo>
                <a:lnTo>
                  <a:pt x="284607" y="75104"/>
                </a:lnTo>
                <a:lnTo>
                  <a:pt x="285583" y="58831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5935307" y="4516754"/>
            <a:ext cx="993140" cy="426084"/>
          </a:xfrm>
          <a:custGeom>
            <a:avLst/>
            <a:gdLst/>
            <a:ahLst/>
            <a:cxnLst/>
            <a:rect l="l" t="t" r="r" b="b"/>
            <a:pathLst>
              <a:path w="993140" h="426085">
                <a:moveTo>
                  <a:pt x="210413" y="96113"/>
                </a:moveTo>
                <a:lnTo>
                  <a:pt x="173837" y="96113"/>
                </a:lnTo>
                <a:lnTo>
                  <a:pt x="109829" y="268414"/>
                </a:lnTo>
                <a:lnTo>
                  <a:pt x="108305" y="276034"/>
                </a:lnTo>
                <a:lnTo>
                  <a:pt x="106781" y="282130"/>
                </a:lnTo>
                <a:lnTo>
                  <a:pt x="105257" y="285178"/>
                </a:lnTo>
                <a:lnTo>
                  <a:pt x="103733" y="285178"/>
                </a:lnTo>
                <a:lnTo>
                  <a:pt x="102209" y="276034"/>
                </a:lnTo>
                <a:lnTo>
                  <a:pt x="100685" y="269938"/>
                </a:lnTo>
                <a:lnTo>
                  <a:pt x="99161" y="268414"/>
                </a:lnTo>
                <a:lnTo>
                  <a:pt x="39624" y="96113"/>
                </a:lnTo>
                <a:lnTo>
                  <a:pt x="0" y="96113"/>
                </a:lnTo>
                <a:lnTo>
                  <a:pt x="86868" y="318808"/>
                </a:lnTo>
                <a:lnTo>
                  <a:pt x="68580" y="361480"/>
                </a:lnTo>
                <a:lnTo>
                  <a:pt x="60871" y="375475"/>
                </a:lnTo>
                <a:lnTo>
                  <a:pt x="51435" y="385483"/>
                </a:lnTo>
                <a:lnTo>
                  <a:pt x="40297" y="391477"/>
                </a:lnTo>
                <a:lnTo>
                  <a:pt x="27432" y="393484"/>
                </a:lnTo>
                <a:lnTo>
                  <a:pt x="15240" y="393484"/>
                </a:lnTo>
                <a:lnTo>
                  <a:pt x="7620" y="390436"/>
                </a:lnTo>
                <a:lnTo>
                  <a:pt x="7620" y="422529"/>
                </a:lnTo>
                <a:lnTo>
                  <a:pt x="13716" y="424053"/>
                </a:lnTo>
                <a:lnTo>
                  <a:pt x="21336" y="425577"/>
                </a:lnTo>
                <a:lnTo>
                  <a:pt x="30480" y="425577"/>
                </a:lnTo>
                <a:lnTo>
                  <a:pt x="54203" y="421259"/>
                </a:lnTo>
                <a:lnTo>
                  <a:pt x="75069" y="408203"/>
                </a:lnTo>
                <a:lnTo>
                  <a:pt x="93103" y="386283"/>
                </a:lnTo>
                <a:lnTo>
                  <a:pt x="108305" y="355384"/>
                </a:lnTo>
                <a:lnTo>
                  <a:pt x="210413" y="96113"/>
                </a:lnTo>
                <a:close/>
              </a:path>
              <a:path w="993140" h="426085">
                <a:moveTo>
                  <a:pt x="430060" y="240982"/>
                </a:moveTo>
                <a:lnTo>
                  <a:pt x="420243" y="202374"/>
                </a:lnTo>
                <a:lnTo>
                  <a:pt x="393103" y="174028"/>
                </a:lnTo>
                <a:lnTo>
                  <a:pt x="378244" y="164693"/>
                </a:lnTo>
                <a:lnTo>
                  <a:pt x="371068" y="160121"/>
                </a:lnTo>
                <a:lnTo>
                  <a:pt x="363486" y="155549"/>
                </a:lnTo>
                <a:lnTo>
                  <a:pt x="347662" y="146405"/>
                </a:lnTo>
                <a:lnTo>
                  <a:pt x="339039" y="142735"/>
                </a:lnTo>
                <a:lnTo>
                  <a:pt x="331279" y="138785"/>
                </a:lnTo>
                <a:lnTo>
                  <a:pt x="295846" y="117449"/>
                </a:lnTo>
                <a:lnTo>
                  <a:pt x="279082" y="88392"/>
                </a:lnTo>
                <a:lnTo>
                  <a:pt x="279082" y="71628"/>
                </a:lnTo>
                <a:lnTo>
                  <a:pt x="280606" y="65532"/>
                </a:lnTo>
                <a:lnTo>
                  <a:pt x="285178" y="59436"/>
                </a:lnTo>
                <a:lnTo>
                  <a:pt x="288226" y="53340"/>
                </a:lnTo>
                <a:lnTo>
                  <a:pt x="300418" y="44196"/>
                </a:lnTo>
                <a:lnTo>
                  <a:pt x="306514" y="41148"/>
                </a:lnTo>
                <a:lnTo>
                  <a:pt x="314134" y="38100"/>
                </a:lnTo>
                <a:lnTo>
                  <a:pt x="336994" y="33528"/>
                </a:lnTo>
                <a:lnTo>
                  <a:pt x="346138" y="33528"/>
                </a:lnTo>
                <a:lnTo>
                  <a:pt x="366788" y="34696"/>
                </a:lnTo>
                <a:lnTo>
                  <a:pt x="385279" y="38290"/>
                </a:lnTo>
                <a:lnTo>
                  <a:pt x="401739" y="44462"/>
                </a:lnTo>
                <a:lnTo>
                  <a:pt x="416344" y="53340"/>
                </a:lnTo>
                <a:lnTo>
                  <a:pt x="416344" y="12192"/>
                </a:lnTo>
                <a:lnTo>
                  <a:pt x="404355" y="7073"/>
                </a:lnTo>
                <a:lnTo>
                  <a:pt x="389089" y="3238"/>
                </a:lnTo>
                <a:lnTo>
                  <a:pt x="370649" y="838"/>
                </a:lnTo>
                <a:lnTo>
                  <a:pt x="349186" y="0"/>
                </a:lnTo>
                <a:lnTo>
                  <a:pt x="338924" y="317"/>
                </a:lnTo>
                <a:lnTo>
                  <a:pt x="328803" y="1333"/>
                </a:lnTo>
                <a:lnTo>
                  <a:pt x="318973" y="3225"/>
                </a:lnTo>
                <a:lnTo>
                  <a:pt x="309562" y="6096"/>
                </a:lnTo>
                <a:lnTo>
                  <a:pt x="299796" y="8699"/>
                </a:lnTo>
                <a:lnTo>
                  <a:pt x="260604" y="32575"/>
                </a:lnTo>
                <a:lnTo>
                  <a:pt x="241554" y="73825"/>
                </a:lnTo>
                <a:lnTo>
                  <a:pt x="240982" y="83820"/>
                </a:lnTo>
                <a:lnTo>
                  <a:pt x="241274" y="92710"/>
                </a:lnTo>
                <a:lnTo>
                  <a:pt x="257771" y="133045"/>
                </a:lnTo>
                <a:lnTo>
                  <a:pt x="295351" y="161404"/>
                </a:lnTo>
                <a:lnTo>
                  <a:pt x="326440" y="177507"/>
                </a:lnTo>
                <a:lnTo>
                  <a:pt x="340779" y="185407"/>
                </a:lnTo>
                <a:lnTo>
                  <a:pt x="354241" y="192544"/>
                </a:lnTo>
                <a:lnTo>
                  <a:pt x="360235" y="196176"/>
                </a:lnTo>
                <a:lnTo>
                  <a:pt x="365671" y="200088"/>
                </a:lnTo>
                <a:lnTo>
                  <a:pt x="370522" y="204406"/>
                </a:lnTo>
                <a:lnTo>
                  <a:pt x="376720" y="208978"/>
                </a:lnTo>
                <a:lnTo>
                  <a:pt x="382816" y="215074"/>
                </a:lnTo>
                <a:lnTo>
                  <a:pt x="385864" y="221170"/>
                </a:lnTo>
                <a:lnTo>
                  <a:pt x="390436" y="227266"/>
                </a:lnTo>
                <a:lnTo>
                  <a:pt x="391960" y="234886"/>
                </a:lnTo>
                <a:lnTo>
                  <a:pt x="391960" y="242506"/>
                </a:lnTo>
                <a:lnTo>
                  <a:pt x="375196" y="279082"/>
                </a:lnTo>
                <a:lnTo>
                  <a:pt x="324802" y="291274"/>
                </a:lnTo>
                <a:lnTo>
                  <a:pt x="311086" y="291274"/>
                </a:lnTo>
                <a:lnTo>
                  <a:pt x="301942" y="289750"/>
                </a:lnTo>
                <a:lnTo>
                  <a:pt x="286702" y="286702"/>
                </a:lnTo>
                <a:lnTo>
                  <a:pt x="279082" y="283654"/>
                </a:lnTo>
                <a:lnTo>
                  <a:pt x="271462" y="282130"/>
                </a:lnTo>
                <a:lnTo>
                  <a:pt x="263842" y="279082"/>
                </a:lnTo>
                <a:lnTo>
                  <a:pt x="257746" y="276034"/>
                </a:lnTo>
                <a:lnTo>
                  <a:pt x="250126" y="271462"/>
                </a:lnTo>
                <a:lnTo>
                  <a:pt x="244030" y="268414"/>
                </a:lnTo>
                <a:lnTo>
                  <a:pt x="239458" y="263842"/>
                </a:lnTo>
                <a:lnTo>
                  <a:pt x="239458" y="306616"/>
                </a:lnTo>
                <a:lnTo>
                  <a:pt x="244030" y="309664"/>
                </a:lnTo>
                <a:lnTo>
                  <a:pt x="250126" y="312712"/>
                </a:lnTo>
                <a:lnTo>
                  <a:pt x="256222" y="314236"/>
                </a:lnTo>
                <a:lnTo>
                  <a:pt x="262318" y="317284"/>
                </a:lnTo>
                <a:lnTo>
                  <a:pt x="292798" y="323380"/>
                </a:lnTo>
                <a:lnTo>
                  <a:pt x="300418" y="323380"/>
                </a:lnTo>
                <a:lnTo>
                  <a:pt x="308038" y="324904"/>
                </a:lnTo>
                <a:lnTo>
                  <a:pt x="351066" y="322326"/>
                </a:lnTo>
                <a:lnTo>
                  <a:pt x="388480" y="310896"/>
                </a:lnTo>
                <a:lnTo>
                  <a:pt x="420916" y="279082"/>
                </a:lnTo>
                <a:lnTo>
                  <a:pt x="429488" y="251866"/>
                </a:lnTo>
                <a:lnTo>
                  <a:pt x="430060" y="240982"/>
                </a:lnTo>
                <a:close/>
              </a:path>
              <a:path w="993140" h="426085">
                <a:moveTo>
                  <a:pt x="796099" y="361480"/>
                </a:moveTo>
                <a:lnTo>
                  <a:pt x="733602" y="317284"/>
                </a:lnTo>
                <a:lnTo>
                  <a:pt x="707618" y="298894"/>
                </a:lnTo>
                <a:lnTo>
                  <a:pt x="713092" y="294322"/>
                </a:lnTo>
                <a:lnTo>
                  <a:pt x="716546" y="291274"/>
                </a:lnTo>
                <a:lnTo>
                  <a:pt x="723468" y="285178"/>
                </a:lnTo>
                <a:lnTo>
                  <a:pt x="728954" y="280606"/>
                </a:lnTo>
                <a:lnTo>
                  <a:pt x="746074" y="255993"/>
                </a:lnTo>
                <a:lnTo>
                  <a:pt x="758482" y="227647"/>
                </a:lnTo>
                <a:lnTo>
                  <a:pt x="766025" y="195275"/>
                </a:lnTo>
                <a:lnTo>
                  <a:pt x="768578" y="158597"/>
                </a:lnTo>
                <a:lnTo>
                  <a:pt x="766241" y="124866"/>
                </a:lnTo>
                <a:lnTo>
                  <a:pt x="759053" y="94538"/>
                </a:lnTo>
                <a:lnTo>
                  <a:pt x="746709" y="67652"/>
                </a:lnTo>
                <a:lnTo>
                  <a:pt x="730478" y="46215"/>
                </a:lnTo>
                <a:lnTo>
                  <a:pt x="730478" y="163169"/>
                </a:lnTo>
                <a:lnTo>
                  <a:pt x="728738" y="192341"/>
                </a:lnTo>
                <a:lnTo>
                  <a:pt x="714400" y="239776"/>
                </a:lnTo>
                <a:lnTo>
                  <a:pt x="684580" y="272630"/>
                </a:lnTo>
                <a:lnTo>
                  <a:pt x="643826" y="289255"/>
                </a:lnTo>
                <a:lnTo>
                  <a:pt x="619125" y="291274"/>
                </a:lnTo>
                <a:lnTo>
                  <a:pt x="596265" y="289229"/>
                </a:lnTo>
                <a:lnTo>
                  <a:pt x="557403" y="271995"/>
                </a:lnTo>
                <a:lnTo>
                  <a:pt x="527621" y="237413"/>
                </a:lnTo>
                <a:lnTo>
                  <a:pt x="512597" y="190614"/>
                </a:lnTo>
                <a:lnTo>
                  <a:pt x="510819" y="163169"/>
                </a:lnTo>
                <a:lnTo>
                  <a:pt x="512813" y="135763"/>
                </a:lnTo>
                <a:lnTo>
                  <a:pt x="528269" y="88328"/>
                </a:lnTo>
                <a:lnTo>
                  <a:pt x="558304" y="53467"/>
                </a:lnTo>
                <a:lnTo>
                  <a:pt x="598411" y="35801"/>
                </a:lnTo>
                <a:lnTo>
                  <a:pt x="622173" y="33528"/>
                </a:lnTo>
                <a:lnTo>
                  <a:pt x="645972" y="35775"/>
                </a:lnTo>
                <a:lnTo>
                  <a:pt x="685495" y="52819"/>
                </a:lnTo>
                <a:lnTo>
                  <a:pt x="714400" y="85940"/>
                </a:lnTo>
                <a:lnTo>
                  <a:pt x="728738" y="134010"/>
                </a:lnTo>
                <a:lnTo>
                  <a:pt x="730478" y="163169"/>
                </a:lnTo>
                <a:lnTo>
                  <a:pt x="730478" y="46215"/>
                </a:lnTo>
                <a:lnTo>
                  <a:pt x="683412" y="11239"/>
                </a:lnTo>
                <a:lnTo>
                  <a:pt x="625221" y="0"/>
                </a:lnTo>
                <a:lnTo>
                  <a:pt x="591527" y="2857"/>
                </a:lnTo>
                <a:lnTo>
                  <a:pt x="535000" y="25717"/>
                </a:lnTo>
                <a:lnTo>
                  <a:pt x="494626" y="69697"/>
                </a:lnTo>
                <a:lnTo>
                  <a:pt x="475056" y="130251"/>
                </a:lnTo>
                <a:lnTo>
                  <a:pt x="472719" y="166217"/>
                </a:lnTo>
                <a:lnTo>
                  <a:pt x="475056" y="199986"/>
                </a:lnTo>
                <a:lnTo>
                  <a:pt x="494626" y="257175"/>
                </a:lnTo>
                <a:lnTo>
                  <a:pt x="534466" y="299783"/>
                </a:lnTo>
                <a:lnTo>
                  <a:pt x="587667" y="322072"/>
                </a:lnTo>
                <a:lnTo>
                  <a:pt x="619125" y="324904"/>
                </a:lnTo>
                <a:lnTo>
                  <a:pt x="632574" y="324358"/>
                </a:lnTo>
                <a:lnTo>
                  <a:pt x="645464" y="322808"/>
                </a:lnTo>
                <a:lnTo>
                  <a:pt x="657783" y="320408"/>
                </a:lnTo>
                <a:lnTo>
                  <a:pt x="669518" y="317284"/>
                </a:lnTo>
                <a:lnTo>
                  <a:pt x="728954" y="361480"/>
                </a:lnTo>
                <a:lnTo>
                  <a:pt x="796099" y="361480"/>
                </a:lnTo>
                <a:close/>
              </a:path>
              <a:path w="993140" h="426085">
                <a:moveTo>
                  <a:pt x="992797" y="286385"/>
                </a:moveTo>
                <a:lnTo>
                  <a:pt x="866203" y="286385"/>
                </a:lnTo>
                <a:lnTo>
                  <a:pt x="866203" y="5715"/>
                </a:lnTo>
                <a:lnTo>
                  <a:pt x="829627" y="5715"/>
                </a:lnTo>
                <a:lnTo>
                  <a:pt x="829627" y="286385"/>
                </a:lnTo>
                <a:lnTo>
                  <a:pt x="829627" y="320675"/>
                </a:lnTo>
                <a:lnTo>
                  <a:pt x="992797" y="320675"/>
                </a:lnTo>
                <a:lnTo>
                  <a:pt x="992797" y="2863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27741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107" y="0"/>
                </a:lnTo>
                <a:lnTo>
                  <a:pt x="96107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637" y="727747"/>
            <a:ext cx="374015" cy="433070"/>
          </a:xfrm>
          <a:custGeom>
            <a:avLst/>
            <a:gdLst/>
            <a:ahLst/>
            <a:cxnLst/>
            <a:rect l="l" t="t" r="r" b="b"/>
            <a:pathLst>
              <a:path w="374015" h="433069">
                <a:moveTo>
                  <a:pt x="373672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3070"/>
                </a:lnTo>
                <a:lnTo>
                  <a:pt x="96113" y="433070"/>
                </a:lnTo>
                <a:lnTo>
                  <a:pt x="96113" y="256540"/>
                </a:lnTo>
                <a:lnTo>
                  <a:pt x="276034" y="256540"/>
                </a:lnTo>
                <a:lnTo>
                  <a:pt x="276034" y="433070"/>
                </a:lnTo>
                <a:lnTo>
                  <a:pt x="373672" y="433070"/>
                </a:lnTo>
                <a:lnTo>
                  <a:pt x="373672" y="256540"/>
                </a:lnTo>
                <a:lnTo>
                  <a:pt x="373672" y="172720"/>
                </a:lnTo>
                <a:lnTo>
                  <a:pt x="373672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222" y="728217"/>
            <a:ext cx="343535" cy="433070"/>
          </a:xfrm>
          <a:custGeom>
            <a:avLst/>
            <a:gdLst/>
            <a:ahLst/>
            <a:cxnLst/>
            <a:rect l="l" t="t" r="r" b="b"/>
            <a:pathLst>
              <a:path w="343535" h="433069">
                <a:moveTo>
                  <a:pt x="343179" y="0"/>
                </a:moveTo>
                <a:lnTo>
                  <a:pt x="0" y="0"/>
                </a:lnTo>
                <a:lnTo>
                  <a:pt x="0" y="78740"/>
                </a:lnTo>
                <a:lnTo>
                  <a:pt x="122008" y="78740"/>
                </a:lnTo>
                <a:lnTo>
                  <a:pt x="122008" y="433070"/>
                </a:lnTo>
                <a:lnTo>
                  <a:pt x="219646" y="433070"/>
                </a:lnTo>
                <a:lnTo>
                  <a:pt x="219646" y="78740"/>
                </a:lnTo>
                <a:lnTo>
                  <a:pt x="343179" y="78740"/>
                </a:lnTo>
                <a:lnTo>
                  <a:pt x="343179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319" y="727614"/>
            <a:ext cx="492759" cy="433705"/>
          </a:xfrm>
          <a:custGeom>
            <a:avLst/>
            <a:gdLst/>
            <a:ahLst/>
            <a:cxnLst/>
            <a:rect l="l" t="t" r="r" b="b"/>
            <a:pathLst>
              <a:path w="492760" h="433705">
                <a:moveTo>
                  <a:pt x="492632" y="433197"/>
                </a:moveTo>
                <a:lnTo>
                  <a:pt x="396525" y="433197"/>
                </a:lnTo>
                <a:lnTo>
                  <a:pt x="396525" y="173926"/>
                </a:lnTo>
                <a:lnTo>
                  <a:pt x="396787" y="152725"/>
                </a:lnTo>
                <a:lnTo>
                  <a:pt x="397478" y="130409"/>
                </a:lnTo>
                <a:lnTo>
                  <a:pt x="399573" y="82391"/>
                </a:lnTo>
                <a:lnTo>
                  <a:pt x="398049" y="82391"/>
                </a:lnTo>
                <a:lnTo>
                  <a:pt x="390620" y="115728"/>
                </a:lnTo>
                <a:lnTo>
                  <a:pt x="387548" y="128468"/>
                </a:lnTo>
                <a:lnTo>
                  <a:pt x="384333" y="138779"/>
                </a:lnTo>
                <a:lnTo>
                  <a:pt x="283654" y="433197"/>
                </a:lnTo>
                <a:lnTo>
                  <a:pt x="202787" y="433197"/>
                </a:lnTo>
                <a:lnTo>
                  <a:pt x="100679" y="141827"/>
                </a:lnTo>
                <a:lnTo>
                  <a:pt x="91249" y="104108"/>
                </a:lnTo>
                <a:lnTo>
                  <a:pt x="86963" y="82391"/>
                </a:lnTo>
                <a:lnTo>
                  <a:pt x="83915" y="82391"/>
                </a:lnTo>
                <a:lnTo>
                  <a:pt x="87344" y="141493"/>
                </a:lnTo>
                <a:lnTo>
                  <a:pt x="88487" y="193738"/>
                </a:lnTo>
                <a:lnTo>
                  <a:pt x="88487" y="433197"/>
                </a:lnTo>
                <a:lnTo>
                  <a:pt x="0" y="433197"/>
                </a:lnTo>
                <a:lnTo>
                  <a:pt x="0" y="0"/>
                </a:lnTo>
                <a:lnTo>
                  <a:pt x="143351" y="0"/>
                </a:lnTo>
                <a:lnTo>
                  <a:pt x="231838" y="256222"/>
                </a:lnTo>
                <a:lnTo>
                  <a:pt x="243625" y="303036"/>
                </a:lnTo>
                <a:lnTo>
                  <a:pt x="247078" y="318801"/>
                </a:lnTo>
                <a:lnTo>
                  <a:pt x="248602" y="318801"/>
                </a:lnTo>
                <a:lnTo>
                  <a:pt x="260818" y="270326"/>
                </a:lnTo>
                <a:lnTo>
                  <a:pt x="353853" y="0"/>
                </a:lnTo>
                <a:lnTo>
                  <a:pt x="492632" y="0"/>
                </a:lnTo>
                <a:lnTo>
                  <a:pt x="492632" y="43319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27709"/>
            <a:ext cx="257810" cy="433070"/>
          </a:xfrm>
          <a:custGeom>
            <a:avLst/>
            <a:gdLst/>
            <a:ahLst/>
            <a:cxnLst/>
            <a:rect l="l" t="t" r="r" b="b"/>
            <a:pathLst>
              <a:path w="257810" h="433069">
                <a:moveTo>
                  <a:pt x="257746" y="354330"/>
                </a:moveTo>
                <a:lnTo>
                  <a:pt x="97637" y="354330"/>
                </a:lnTo>
                <a:lnTo>
                  <a:pt x="97637" y="0"/>
                </a:lnTo>
                <a:lnTo>
                  <a:pt x="0" y="0"/>
                </a:lnTo>
                <a:lnTo>
                  <a:pt x="0" y="354330"/>
                </a:lnTo>
                <a:lnTo>
                  <a:pt x="0" y="433070"/>
                </a:lnTo>
                <a:lnTo>
                  <a:pt x="257746" y="433070"/>
                </a:lnTo>
                <a:lnTo>
                  <a:pt x="257746" y="35433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828721" y="643699"/>
            <a:ext cx="1194435" cy="598170"/>
          </a:xfrm>
          <a:custGeom>
            <a:avLst/>
            <a:gdLst/>
            <a:ahLst/>
            <a:cxnLst/>
            <a:rect l="l" t="t" r="r" b="b"/>
            <a:pathLst>
              <a:path w="1194435" h="598169">
                <a:moveTo>
                  <a:pt x="579602" y="263944"/>
                </a:moveTo>
                <a:lnTo>
                  <a:pt x="515505" y="263944"/>
                </a:lnTo>
                <a:lnTo>
                  <a:pt x="515505" y="326428"/>
                </a:lnTo>
                <a:lnTo>
                  <a:pt x="515505" y="396621"/>
                </a:lnTo>
                <a:lnTo>
                  <a:pt x="515505" y="456158"/>
                </a:lnTo>
                <a:lnTo>
                  <a:pt x="515505" y="515594"/>
                </a:lnTo>
                <a:lnTo>
                  <a:pt x="513981" y="520166"/>
                </a:lnTo>
                <a:lnTo>
                  <a:pt x="509409" y="524738"/>
                </a:lnTo>
                <a:lnTo>
                  <a:pt x="505714" y="526719"/>
                </a:lnTo>
                <a:lnTo>
                  <a:pt x="499313" y="527977"/>
                </a:lnTo>
                <a:lnTo>
                  <a:pt x="490334" y="528383"/>
                </a:lnTo>
                <a:lnTo>
                  <a:pt x="478929" y="527786"/>
                </a:lnTo>
                <a:lnTo>
                  <a:pt x="478929" y="456158"/>
                </a:lnTo>
                <a:lnTo>
                  <a:pt x="515505" y="456158"/>
                </a:lnTo>
                <a:lnTo>
                  <a:pt x="515505" y="396621"/>
                </a:lnTo>
                <a:lnTo>
                  <a:pt x="478929" y="396621"/>
                </a:lnTo>
                <a:lnTo>
                  <a:pt x="478929" y="326428"/>
                </a:lnTo>
                <a:lnTo>
                  <a:pt x="515505" y="326428"/>
                </a:lnTo>
                <a:lnTo>
                  <a:pt x="515505" y="263944"/>
                </a:lnTo>
                <a:lnTo>
                  <a:pt x="427012" y="263944"/>
                </a:lnTo>
                <a:lnTo>
                  <a:pt x="427012" y="326428"/>
                </a:lnTo>
                <a:lnTo>
                  <a:pt x="427012" y="396621"/>
                </a:lnTo>
                <a:lnTo>
                  <a:pt x="390436" y="396621"/>
                </a:lnTo>
                <a:lnTo>
                  <a:pt x="390436" y="326428"/>
                </a:lnTo>
                <a:lnTo>
                  <a:pt x="427012" y="326428"/>
                </a:lnTo>
                <a:lnTo>
                  <a:pt x="427012" y="263944"/>
                </a:lnTo>
                <a:lnTo>
                  <a:pt x="338620" y="263944"/>
                </a:lnTo>
                <a:lnTo>
                  <a:pt x="338620" y="326428"/>
                </a:lnTo>
                <a:lnTo>
                  <a:pt x="338620" y="396621"/>
                </a:lnTo>
                <a:lnTo>
                  <a:pt x="302044" y="396621"/>
                </a:lnTo>
                <a:lnTo>
                  <a:pt x="302044" y="353949"/>
                </a:lnTo>
                <a:lnTo>
                  <a:pt x="302044" y="326428"/>
                </a:lnTo>
                <a:lnTo>
                  <a:pt x="338620" y="326428"/>
                </a:lnTo>
                <a:lnTo>
                  <a:pt x="338620" y="263944"/>
                </a:lnTo>
                <a:lnTo>
                  <a:pt x="254711" y="263944"/>
                </a:lnTo>
                <a:lnTo>
                  <a:pt x="255485" y="255828"/>
                </a:lnTo>
                <a:lnTo>
                  <a:pt x="255612" y="254228"/>
                </a:lnTo>
                <a:lnTo>
                  <a:pt x="256044" y="245643"/>
                </a:lnTo>
                <a:lnTo>
                  <a:pt x="256209" y="236474"/>
                </a:lnTo>
                <a:lnTo>
                  <a:pt x="256235" y="227266"/>
                </a:lnTo>
                <a:lnTo>
                  <a:pt x="571982" y="227266"/>
                </a:lnTo>
                <a:lnTo>
                  <a:pt x="571982" y="59537"/>
                </a:lnTo>
                <a:lnTo>
                  <a:pt x="500265" y="59537"/>
                </a:lnTo>
                <a:lnTo>
                  <a:pt x="500265" y="123545"/>
                </a:lnTo>
                <a:lnTo>
                  <a:pt x="500265" y="163258"/>
                </a:lnTo>
                <a:lnTo>
                  <a:pt x="256235" y="163258"/>
                </a:lnTo>
                <a:lnTo>
                  <a:pt x="256235" y="123545"/>
                </a:lnTo>
                <a:lnTo>
                  <a:pt x="500265" y="123545"/>
                </a:lnTo>
                <a:lnTo>
                  <a:pt x="500265" y="59537"/>
                </a:lnTo>
                <a:lnTo>
                  <a:pt x="431685" y="59537"/>
                </a:lnTo>
                <a:lnTo>
                  <a:pt x="425602" y="46380"/>
                </a:lnTo>
                <a:lnTo>
                  <a:pt x="418833" y="32067"/>
                </a:lnTo>
                <a:lnTo>
                  <a:pt x="411226" y="16598"/>
                </a:lnTo>
                <a:lnTo>
                  <a:pt x="402628" y="0"/>
                </a:lnTo>
                <a:lnTo>
                  <a:pt x="320332" y="22860"/>
                </a:lnTo>
                <a:lnTo>
                  <a:pt x="324904" y="32054"/>
                </a:lnTo>
                <a:lnTo>
                  <a:pt x="338620" y="59537"/>
                </a:lnTo>
                <a:lnTo>
                  <a:pt x="186131" y="59537"/>
                </a:lnTo>
                <a:lnTo>
                  <a:pt x="186131" y="163258"/>
                </a:lnTo>
                <a:lnTo>
                  <a:pt x="143357" y="146494"/>
                </a:lnTo>
                <a:lnTo>
                  <a:pt x="137883" y="156768"/>
                </a:lnTo>
                <a:lnTo>
                  <a:pt x="132689" y="166878"/>
                </a:lnTo>
                <a:lnTo>
                  <a:pt x="127495" y="176720"/>
                </a:lnTo>
                <a:lnTo>
                  <a:pt x="122021" y="186118"/>
                </a:lnTo>
                <a:lnTo>
                  <a:pt x="110896" y="186359"/>
                </a:lnTo>
                <a:lnTo>
                  <a:pt x="90944" y="187413"/>
                </a:lnTo>
                <a:lnTo>
                  <a:pt x="82397" y="187642"/>
                </a:lnTo>
                <a:lnTo>
                  <a:pt x="98374" y="162509"/>
                </a:lnTo>
                <a:lnTo>
                  <a:pt x="118795" y="128358"/>
                </a:lnTo>
                <a:lnTo>
                  <a:pt x="143522" y="85344"/>
                </a:lnTo>
                <a:lnTo>
                  <a:pt x="172415" y="33629"/>
                </a:lnTo>
                <a:lnTo>
                  <a:pt x="97637" y="3048"/>
                </a:lnTo>
                <a:lnTo>
                  <a:pt x="67424" y="70586"/>
                </a:lnTo>
                <a:lnTo>
                  <a:pt x="41046" y="124536"/>
                </a:lnTo>
                <a:lnTo>
                  <a:pt x="18948" y="165036"/>
                </a:lnTo>
                <a:lnTo>
                  <a:pt x="1524" y="192214"/>
                </a:lnTo>
                <a:lnTo>
                  <a:pt x="19913" y="257848"/>
                </a:lnTo>
                <a:lnTo>
                  <a:pt x="35039" y="255828"/>
                </a:lnTo>
                <a:lnTo>
                  <a:pt x="50584" y="254228"/>
                </a:lnTo>
                <a:lnTo>
                  <a:pt x="82397" y="251752"/>
                </a:lnTo>
                <a:lnTo>
                  <a:pt x="64350" y="280593"/>
                </a:lnTo>
                <a:lnTo>
                  <a:pt x="46570" y="307581"/>
                </a:lnTo>
                <a:lnTo>
                  <a:pt x="28778" y="332587"/>
                </a:lnTo>
                <a:lnTo>
                  <a:pt x="10668" y="355473"/>
                </a:lnTo>
                <a:lnTo>
                  <a:pt x="32105" y="421005"/>
                </a:lnTo>
                <a:lnTo>
                  <a:pt x="58686" y="416725"/>
                </a:lnTo>
                <a:lnTo>
                  <a:pt x="90411" y="413004"/>
                </a:lnTo>
                <a:lnTo>
                  <a:pt x="127304" y="409867"/>
                </a:lnTo>
                <a:lnTo>
                  <a:pt x="169367" y="407289"/>
                </a:lnTo>
                <a:lnTo>
                  <a:pt x="169621" y="393319"/>
                </a:lnTo>
                <a:lnTo>
                  <a:pt x="170319" y="376618"/>
                </a:lnTo>
                <a:lnTo>
                  <a:pt x="172097" y="341757"/>
                </a:lnTo>
                <a:lnTo>
                  <a:pt x="172415" y="335572"/>
                </a:lnTo>
                <a:lnTo>
                  <a:pt x="108305" y="341757"/>
                </a:lnTo>
                <a:lnTo>
                  <a:pt x="124320" y="318033"/>
                </a:lnTo>
                <a:lnTo>
                  <a:pt x="142646" y="288328"/>
                </a:lnTo>
                <a:lnTo>
                  <a:pt x="163245" y="252920"/>
                </a:lnTo>
                <a:lnTo>
                  <a:pt x="163893" y="251752"/>
                </a:lnTo>
                <a:lnTo>
                  <a:pt x="186131" y="212026"/>
                </a:lnTo>
                <a:lnTo>
                  <a:pt x="186131" y="268516"/>
                </a:lnTo>
                <a:lnTo>
                  <a:pt x="184721" y="318249"/>
                </a:lnTo>
                <a:lnTo>
                  <a:pt x="180606" y="364591"/>
                </a:lnTo>
                <a:lnTo>
                  <a:pt x="173913" y="407504"/>
                </a:lnTo>
                <a:lnTo>
                  <a:pt x="164795" y="447014"/>
                </a:lnTo>
                <a:lnTo>
                  <a:pt x="0" y="469874"/>
                </a:lnTo>
                <a:lnTo>
                  <a:pt x="15341" y="543026"/>
                </a:lnTo>
                <a:lnTo>
                  <a:pt x="137261" y="523214"/>
                </a:lnTo>
                <a:lnTo>
                  <a:pt x="131546" y="533260"/>
                </a:lnTo>
                <a:lnTo>
                  <a:pt x="125831" y="542886"/>
                </a:lnTo>
                <a:lnTo>
                  <a:pt x="120116" y="552221"/>
                </a:lnTo>
                <a:lnTo>
                  <a:pt x="114401" y="561416"/>
                </a:lnTo>
                <a:lnTo>
                  <a:pt x="131876" y="569671"/>
                </a:lnTo>
                <a:lnTo>
                  <a:pt x="147789" y="578370"/>
                </a:lnTo>
                <a:lnTo>
                  <a:pt x="162267" y="587336"/>
                </a:lnTo>
                <a:lnTo>
                  <a:pt x="175463" y="596468"/>
                </a:lnTo>
                <a:lnTo>
                  <a:pt x="194284" y="563346"/>
                </a:lnTo>
                <a:lnTo>
                  <a:pt x="210210" y="523214"/>
                </a:lnTo>
                <a:lnTo>
                  <a:pt x="223951" y="474027"/>
                </a:lnTo>
                <a:lnTo>
                  <a:pt x="234657" y="417842"/>
                </a:lnTo>
                <a:lnTo>
                  <a:pt x="242519" y="353949"/>
                </a:lnTo>
                <a:lnTo>
                  <a:pt x="242519" y="593420"/>
                </a:lnTo>
                <a:lnTo>
                  <a:pt x="302044" y="593420"/>
                </a:lnTo>
                <a:lnTo>
                  <a:pt x="302044" y="456158"/>
                </a:lnTo>
                <a:lnTo>
                  <a:pt x="338620" y="456158"/>
                </a:lnTo>
                <a:lnTo>
                  <a:pt x="338620" y="575132"/>
                </a:lnTo>
                <a:lnTo>
                  <a:pt x="390436" y="575132"/>
                </a:lnTo>
                <a:lnTo>
                  <a:pt x="390436" y="456158"/>
                </a:lnTo>
                <a:lnTo>
                  <a:pt x="427012" y="456158"/>
                </a:lnTo>
                <a:lnTo>
                  <a:pt x="427012" y="567512"/>
                </a:lnTo>
                <a:lnTo>
                  <a:pt x="462165" y="567512"/>
                </a:lnTo>
                <a:lnTo>
                  <a:pt x="463511" y="575132"/>
                </a:lnTo>
                <a:lnTo>
                  <a:pt x="466877" y="590219"/>
                </a:lnTo>
                <a:lnTo>
                  <a:pt x="468261" y="597992"/>
                </a:lnTo>
                <a:lnTo>
                  <a:pt x="495376" y="596582"/>
                </a:lnTo>
                <a:lnTo>
                  <a:pt x="533615" y="592632"/>
                </a:lnTo>
                <a:lnTo>
                  <a:pt x="570458" y="570560"/>
                </a:lnTo>
                <a:lnTo>
                  <a:pt x="579602" y="529310"/>
                </a:lnTo>
                <a:lnTo>
                  <a:pt x="579602" y="528383"/>
                </a:lnTo>
                <a:lnTo>
                  <a:pt x="579602" y="456158"/>
                </a:lnTo>
                <a:lnTo>
                  <a:pt x="579602" y="396621"/>
                </a:lnTo>
                <a:lnTo>
                  <a:pt x="579602" y="326428"/>
                </a:lnTo>
                <a:lnTo>
                  <a:pt x="579602" y="263944"/>
                </a:lnTo>
                <a:close/>
              </a:path>
              <a:path w="1194435" h="598169">
                <a:moveTo>
                  <a:pt x="1052334" y="404253"/>
                </a:moveTo>
                <a:lnTo>
                  <a:pt x="620750" y="404253"/>
                </a:lnTo>
                <a:lnTo>
                  <a:pt x="620750" y="479018"/>
                </a:lnTo>
                <a:lnTo>
                  <a:pt x="1052334" y="479018"/>
                </a:lnTo>
                <a:lnTo>
                  <a:pt x="1052334" y="404253"/>
                </a:lnTo>
                <a:close/>
              </a:path>
              <a:path w="1194435" h="598169">
                <a:moveTo>
                  <a:pt x="1194155" y="25908"/>
                </a:moveTo>
                <a:lnTo>
                  <a:pt x="640562" y="25908"/>
                </a:lnTo>
                <a:lnTo>
                  <a:pt x="640562" y="154114"/>
                </a:lnTo>
                <a:lnTo>
                  <a:pt x="716864" y="154114"/>
                </a:lnTo>
                <a:lnTo>
                  <a:pt x="689330" y="360045"/>
                </a:lnTo>
                <a:lnTo>
                  <a:pt x="1090434" y="360045"/>
                </a:lnTo>
                <a:lnTo>
                  <a:pt x="1089304" y="396595"/>
                </a:lnTo>
                <a:lnTo>
                  <a:pt x="1088339" y="426008"/>
                </a:lnTo>
                <a:lnTo>
                  <a:pt x="1087640" y="448005"/>
                </a:lnTo>
                <a:lnTo>
                  <a:pt x="1076883" y="489902"/>
                </a:lnTo>
                <a:lnTo>
                  <a:pt x="1040180" y="508660"/>
                </a:lnTo>
                <a:lnTo>
                  <a:pt x="1026426" y="509498"/>
                </a:lnTo>
                <a:lnTo>
                  <a:pt x="910501" y="506450"/>
                </a:lnTo>
                <a:lnTo>
                  <a:pt x="920978" y="552983"/>
                </a:lnTo>
                <a:lnTo>
                  <a:pt x="925715" y="572973"/>
                </a:lnTo>
                <a:lnTo>
                  <a:pt x="930313" y="590372"/>
                </a:lnTo>
                <a:lnTo>
                  <a:pt x="1043355" y="589724"/>
                </a:lnTo>
                <a:lnTo>
                  <a:pt x="1089964" y="585965"/>
                </a:lnTo>
                <a:lnTo>
                  <a:pt x="1126604" y="569341"/>
                </a:lnTo>
                <a:lnTo>
                  <a:pt x="1154607" y="538429"/>
                </a:lnTo>
                <a:lnTo>
                  <a:pt x="1169987" y="493280"/>
                </a:lnTo>
                <a:lnTo>
                  <a:pt x="1180439" y="285280"/>
                </a:lnTo>
                <a:lnTo>
                  <a:pt x="780872" y="285280"/>
                </a:lnTo>
                <a:lnTo>
                  <a:pt x="786968" y="241084"/>
                </a:lnTo>
                <a:lnTo>
                  <a:pt x="1148435" y="241084"/>
                </a:lnTo>
                <a:lnTo>
                  <a:pt x="1148435" y="166306"/>
                </a:lnTo>
                <a:lnTo>
                  <a:pt x="796112" y="166306"/>
                </a:lnTo>
                <a:lnTo>
                  <a:pt x="802208" y="131165"/>
                </a:lnTo>
                <a:lnTo>
                  <a:pt x="727532" y="131165"/>
                </a:lnTo>
                <a:lnTo>
                  <a:pt x="727532" y="102209"/>
                </a:lnTo>
                <a:lnTo>
                  <a:pt x="1108722" y="102209"/>
                </a:lnTo>
                <a:lnTo>
                  <a:pt x="1108722" y="154114"/>
                </a:lnTo>
                <a:lnTo>
                  <a:pt x="1194155" y="154114"/>
                </a:lnTo>
                <a:lnTo>
                  <a:pt x="1194155" y="102209"/>
                </a:lnTo>
                <a:lnTo>
                  <a:pt x="1194155" y="2590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97584" y="1876234"/>
            <a:ext cx="2212975" cy="434975"/>
          </a:xfrm>
          <a:custGeom>
            <a:avLst/>
            <a:gdLst/>
            <a:ahLst/>
            <a:cxnLst/>
            <a:rect l="l" t="t" r="r" b="b"/>
            <a:pathLst>
              <a:path w="2212975" h="434975">
                <a:moveTo>
                  <a:pt x="170878" y="227279"/>
                </a:moveTo>
                <a:lnTo>
                  <a:pt x="141262" y="195084"/>
                </a:lnTo>
                <a:lnTo>
                  <a:pt x="112864" y="166319"/>
                </a:lnTo>
                <a:lnTo>
                  <a:pt x="99148" y="176987"/>
                </a:lnTo>
                <a:lnTo>
                  <a:pt x="99148" y="120497"/>
                </a:lnTo>
                <a:lnTo>
                  <a:pt x="161734" y="120497"/>
                </a:lnTo>
                <a:lnTo>
                  <a:pt x="161734" y="91541"/>
                </a:lnTo>
                <a:lnTo>
                  <a:pt x="99148" y="91541"/>
                </a:lnTo>
                <a:lnTo>
                  <a:pt x="99148" y="4572"/>
                </a:lnTo>
                <a:lnTo>
                  <a:pt x="67144" y="4572"/>
                </a:lnTo>
                <a:lnTo>
                  <a:pt x="67144" y="91541"/>
                </a:lnTo>
                <a:lnTo>
                  <a:pt x="4572" y="91541"/>
                </a:lnTo>
                <a:lnTo>
                  <a:pt x="4572" y="120497"/>
                </a:lnTo>
                <a:lnTo>
                  <a:pt x="65620" y="120497"/>
                </a:lnTo>
                <a:lnTo>
                  <a:pt x="52171" y="163703"/>
                </a:lnTo>
                <a:lnTo>
                  <a:pt x="36855" y="204038"/>
                </a:lnTo>
                <a:lnTo>
                  <a:pt x="19507" y="241503"/>
                </a:lnTo>
                <a:lnTo>
                  <a:pt x="0" y="276136"/>
                </a:lnTo>
                <a:lnTo>
                  <a:pt x="4305" y="286156"/>
                </a:lnTo>
                <a:lnTo>
                  <a:pt x="8191" y="295757"/>
                </a:lnTo>
                <a:lnTo>
                  <a:pt x="11785" y="305066"/>
                </a:lnTo>
                <a:lnTo>
                  <a:pt x="15240" y="314236"/>
                </a:lnTo>
                <a:lnTo>
                  <a:pt x="28968" y="289623"/>
                </a:lnTo>
                <a:lnTo>
                  <a:pt x="42379" y="261416"/>
                </a:lnTo>
                <a:lnTo>
                  <a:pt x="55194" y="229501"/>
                </a:lnTo>
                <a:lnTo>
                  <a:pt x="67144" y="193751"/>
                </a:lnTo>
                <a:lnTo>
                  <a:pt x="67144" y="431685"/>
                </a:lnTo>
                <a:lnTo>
                  <a:pt x="99148" y="431685"/>
                </a:lnTo>
                <a:lnTo>
                  <a:pt x="99148" y="193751"/>
                </a:lnTo>
                <a:lnTo>
                  <a:pt x="109994" y="205765"/>
                </a:lnTo>
                <a:lnTo>
                  <a:pt x="121818" y="219087"/>
                </a:lnTo>
                <a:lnTo>
                  <a:pt x="134518" y="233857"/>
                </a:lnTo>
                <a:lnTo>
                  <a:pt x="147916" y="250228"/>
                </a:lnTo>
                <a:lnTo>
                  <a:pt x="170878" y="227279"/>
                </a:lnTo>
                <a:close/>
              </a:path>
              <a:path w="2212975" h="434975">
                <a:moveTo>
                  <a:pt x="437769" y="395109"/>
                </a:moveTo>
                <a:lnTo>
                  <a:pt x="409168" y="381381"/>
                </a:lnTo>
                <a:lnTo>
                  <a:pt x="383006" y="365379"/>
                </a:lnTo>
                <a:lnTo>
                  <a:pt x="359448" y="347052"/>
                </a:lnTo>
                <a:lnTo>
                  <a:pt x="338620" y="326428"/>
                </a:lnTo>
                <a:lnTo>
                  <a:pt x="380276" y="303568"/>
                </a:lnTo>
                <a:lnTo>
                  <a:pt x="383387" y="301853"/>
                </a:lnTo>
                <a:lnTo>
                  <a:pt x="405269" y="289356"/>
                </a:lnTo>
                <a:lnTo>
                  <a:pt x="427012" y="276136"/>
                </a:lnTo>
                <a:lnTo>
                  <a:pt x="405676" y="248704"/>
                </a:lnTo>
                <a:lnTo>
                  <a:pt x="364337" y="276136"/>
                </a:lnTo>
                <a:lnTo>
                  <a:pt x="343306" y="289852"/>
                </a:lnTo>
                <a:lnTo>
                  <a:pt x="301993" y="269455"/>
                </a:lnTo>
                <a:lnTo>
                  <a:pt x="286702" y="231851"/>
                </a:lnTo>
                <a:lnTo>
                  <a:pt x="367576" y="231851"/>
                </a:lnTo>
                <a:lnTo>
                  <a:pt x="367576" y="240995"/>
                </a:lnTo>
                <a:lnTo>
                  <a:pt x="399580" y="240995"/>
                </a:lnTo>
                <a:lnTo>
                  <a:pt x="399580" y="19812"/>
                </a:lnTo>
                <a:lnTo>
                  <a:pt x="367576" y="19812"/>
                </a:lnTo>
                <a:lnTo>
                  <a:pt x="367576" y="50393"/>
                </a:lnTo>
                <a:lnTo>
                  <a:pt x="367576" y="111353"/>
                </a:lnTo>
                <a:lnTo>
                  <a:pt x="367576" y="140309"/>
                </a:lnTo>
                <a:lnTo>
                  <a:pt x="367576" y="201371"/>
                </a:lnTo>
                <a:lnTo>
                  <a:pt x="216598" y="201371"/>
                </a:lnTo>
                <a:lnTo>
                  <a:pt x="216598" y="140309"/>
                </a:lnTo>
                <a:lnTo>
                  <a:pt x="367576" y="140309"/>
                </a:lnTo>
                <a:lnTo>
                  <a:pt x="367576" y="111353"/>
                </a:lnTo>
                <a:lnTo>
                  <a:pt x="216598" y="111353"/>
                </a:lnTo>
                <a:lnTo>
                  <a:pt x="216598" y="50393"/>
                </a:lnTo>
                <a:lnTo>
                  <a:pt x="367576" y="50393"/>
                </a:lnTo>
                <a:lnTo>
                  <a:pt x="367576" y="19812"/>
                </a:lnTo>
                <a:lnTo>
                  <a:pt x="184594" y="19812"/>
                </a:lnTo>
                <a:lnTo>
                  <a:pt x="184531" y="365379"/>
                </a:lnTo>
                <a:lnTo>
                  <a:pt x="183502" y="376605"/>
                </a:lnTo>
                <a:lnTo>
                  <a:pt x="180403" y="387299"/>
                </a:lnTo>
                <a:lnTo>
                  <a:pt x="175590" y="396557"/>
                </a:lnTo>
                <a:lnTo>
                  <a:pt x="169354" y="404253"/>
                </a:lnTo>
                <a:lnTo>
                  <a:pt x="193738" y="433209"/>
                </a:lnTo>
                <a:lnTo>
                  <a:pt x="236702" y="404647"/>
                </a:lnTo>
                <a:lnTo>
                  <a:pt x="275564" y="384695"/>
                </a:lnTo>
                <a:lnTo>
                  <a:pt x="295846" y="375297"/>
                </a:lnTo>
                <a:lnTo>
                  <a:pt x="294728" y="368096"/>
                </a:lnTo>
                <a:lnTo>
                  <a:pt x="293751" y="360045"/>
                </a:lnTo>
                <a:lnTo>
                  <a:pt x="293065" y="350824"/>
                </a:lnTo>
                <a:lnTo>
                  <a:pt x="292798" y="340144"/>
                </a:lnTo>
                <a:lnTo>
                  <a:pt x="270814" y="351701"/>
                </a:lnTo>
                <a:lnTo>
                  <a:pt x="250698" y="361378"/>
                </a:lnTo>
                <a:lnTo>
                  <a:pt x="216598" y="376821"/>
                </a:lnTo>
                <a:lnTo>
                  <a:pt x="216598" y="231851"/>
                </a:lnTo>
                <a:lnTo>
                  <a:pt x="254698" y="231851"/>
                </a:lnTo>
                <a:lnTo>
                  <a:pt x="273367" y="280555"/>
                </a:lnTo>
                <a:lnTo>
                  <a:pt x="298259" y="324218"/>
                </a:lnTo>
                <a:lnTo>
                  <a:pt x="329374" y="362902"/>
                </a:lnTo>
                <a:lnTo>
                  <a:pt x="366712" y="396671"/>
                </a:lnTo>
                <a:lnTo>
                  <a:pt x="410248" y="425589"/>
                </a:lnTo>
                <a:lnTo>
                  <a:pt x="416458" y="417601"/>
                </a:lnTo>
                <a:lnTo>
                  <a:pt x="423392" y="409778"/>
                </a:lnTo>
                <a:lnTo>
                  <a:pt x="430644" y="402221"/>
                </a:lnTo>
                <a:lnTo>
                  <a:pt x="437769" y="395109"/>
                </a:lnTo>
                <a:close/>
              </a:path>
              <a:path w="2212975" h="434975">
                <a:moveTo>
                  <a:pt x="590257" y="86969"/>
                </a:moveTo>
                <a:lnTo>
                  <a:pt x="542925" y="86969"/>
                </a:lnTo>
                <a:lnTo>
                  <a:pt x="542925" y="3048"/>
                </a:lnTo>
                <a:lnTo>
                  <a:pt x="510921" y="3048"/>
                </a:lnTo>
                <a:lnTo>
                  <a:pt x="510921" y="86969"/>
                </a:lnTo>
                <a:lnTo>
                  <a:pt x="456057" y="86969"/>
                </a:lnTo>
                <a:lnTo>
                  <a:pt x="456057" y="117449"/>
                </a:lnTo>
                <a:lnTo>
                  <a:pt x="510921" y="117449"/>
                </a:lnTo>
                <a:lnTo>
                  <a:pt x="510921" y="218122"/>
                </a:lnTo>
                <a:lnTo>
                  <a:pt x="496036" y="222465"/>
                </a:lnTo>
                <a:lnTo>
                  <a:pt x="449961" y="234886"/>
                </a:lnTo>
                <a:lnTo>
                  <a:pt x="454533" y="273088"/>
                </a:lnTo>
                <a:lnTo>
                  <a:pt x="496112" y="258724"/>
                </a:lnTo>
                <a:lnTo>
                  <a:pt x="510921" y="253276"/>
                </a:lnTo>
                <a:lnTo>
                  <a:pt x="510921" y="369201"/>
                </a:lnTo>
                <a:lnTo>
                  <a:pt x="509536" y="379196"/>
                </a:lnTo>
                <a:lnTo>
                  <a:pt x="505587" y="386346"/>
                </a:lnTo>
                <a:lnTo>
                  <a:pt x="499351" y="390626"/>
                </a:lnTo>
                <a:lnTo>
                  <a:pt x="491109" y="392061"/>
                </a:lnTo>
                <a:lnTo>
                  <a:pt x="483679" y="391795"/>
                </a:lnTo>
                <a:lnTo>
                  <a:pt x="475107" y="391109"/>
                </a:lnTo>
                <a:lnTo>
                  <a:pt x="454533" y="389013"/>
                </a:lnTo>
                <a:lnTo>
                  <a:pt x="459105" y="425589"/>
                </a:lnTo>
                <a:lnTo>
                  <a:pt x="500253" y="425589"/>
                </a:lnTo>
                <a:lnTo>
                  <a:pt x="519137" y="422440"/>
                </a:lnTo>
                <a:lnTo>
                  <a:pt x="532447" y="413016"/>
                </a:lnTo>
                <a:lnTo>
                  <a:pt x="540334" y="397294"/>
                </a:lnTo>
                <a:lnTo>
                  <a:pt x="540943" y="392061"/>
                </a:lnTo>
                <a:lnTo>
                  <a:pt x="542925" y="375297"/>
                </a:lnTo>
                <a:lnTo>
                  <a:pt x="542925" y="253276"/>
                </a:lnTo>
                <a:lnTo>
                  <a:pt x="542925" y="242506"/>
                </a:lnTo>
                <a:lnTo>
                  <a:pt x="585685" y="228790"/>
                </a:lnTo>
                <a:lnTo>
                  <a:pt x="584809" y="221386"/>
                </a:lnTo>
                <a:lnTo>
                  <a:pt x="584352" y="212979"/>
                </a:lnTo>
                <a:lnTo>
                  <a:pt x="584263" y="207454"/>
                </a:lnTo>
                <a:lnTo>
                  <a:pt x="584161" y="193738"/>
                </a:lnTo>
                <a:lnTo>
                  <a:pt x="542925" y="207454"/>
                </a:lnTo>
                <a:lnTo>
                  <a:pt x="542925" y="117449"/>
                </a:lnTo>
                <a:lnTo>
                  <a:pt x="590257" y="117449"/>
                </a:lnTo>
                <a:lnTo>
                  <a:pt x="590257" y="86969"/>
                </a:lnTo>
                <a:close/>
              </a:path>
              <a:path w="2212975" h="434975">
                <a:moveTo>
                  <a:pt x="884593" y="193738"/>
                </a:moveTo>
                <a:lnTo>
                  <a:pt x="768667" y="193738"/>
                </a:lnTo>
                <a:lnTo>
                  <a:pt x="768667" y="148018"/>
                </a:lnTo>
                <a:lnTo>
                  <a:pt x="736663" y="148018"/>
                </a:lnTo>
                <a:lnTo>
                  <a:pt x="736663" y="193738"/>
                </a:lnTo>
                <a:lnTo>
                  <a:pt x="634453" y="193738"/>
                </a:lnTo>
                <a:lnTo>
                  <a:pt x="634453" y="140309"/>
                </a:lnTo>
                <a:lnTo>
                  <a:pt x="831151" y="140309"/>
                </a:lnTo>
                <a:lnTo>
                  <a:pt x="831151" y="152590"/>
                </a:lnTo>
                <a:lnTo>
                  <a:pt x="861733" y="152590"/>
                </a:lnTo>
                <a:lnTo>
                  <a:pt x="861733" y="140309"/>
                </a:lnTo>
                <a:lnTo>
                  <a:pt x="861733" y="111353"/>
                </a:lnTo>
                <a:lnTo>
                  <a:pt x="861733" y="54965"/>
                </a:lnTo>
                <a:lnTo>
                  <a:pt x="861733" y="25908"/>
                </a:lnTo>
                <a:lnTo>
                  <a:pt x="831151" y="25908"/>
                </a:lnTo>
                <a:lnTo>
                  <a:pt x="831151" y="54965"/>
                </a:lnTo>
                <a:lnTo>
                  <a:pt x="831151" y="111353"/>
                </a:lnTo>
                <a:lnTo>
                  <a:pt x="634453" y="111353"/>
                </a:lnTo>
                <a:lnTo>
                  <a:pt x="634453" y="54965"/>
                </a:lnTo>
                <a:lnTo>
                  <a:pt x="831151" y="54965"/>
                </a:lnTo>
                <a:lnTo>
                  <a:pt x="831151" y="25908"/>
                </a:lnTo>
                <a:lnTo>
                  <a:pt x="603973" y="25908"/>
                </a:lnTo>
                <a:lnTo>
                  <a:pt x="603973" y="196786"/>
                </a:lnTo>
                <a:lnTo>
                  <a:pt x="600544" y="262255"/>
                </a:lnTo>
                <a:lnTo>
                  <a:pt x="590257" y="318846"/>
                </a:lnTo>
                <a:lnTo>
                  <a:pt x="573074" y="366268"/>
                </a:lnTo>
                <a:lnTo>
                  <a:pt x="549021" y="404253"/>
                </a:lnTo>
                <a:lnTo>
                  <a:pt x="555586" y="411111"/>
                </a:lnTo>
                <a:lnTo>
                  <a:pt x="561594" y="417969"/>
                </a:lnTo>
                <a:lnTo>
                  <a:pt x="567016" y="424827"/>
                </a:lnTo>
                <a:lnTo>
                  <a:pt x="571881" y="431685"/>
                </a:lnTo>
                <a:lnTo>
                  <a:pt x="597344" y="391350"/>
                </a:lnTo>
                <a:lnTo>
                  <a:pt x="616356" y="343420"/>
                </a:lnTo>
                <a:lnTo>
                  <a:pt x="628764" y="287756"/>
                </a:lnTo>
                <a:lnTo>
                  <a:pt x="634453" y="224218"/>
                </a:lnTo>
                <a:lnTo>
                  <a:pt x="736663" y="224218"/>
                </a:lnTo>
                <a:lnTo>
                  <a:pt x="736663" y="279184"/>
                </a:lnTo>
                <a:lnTo>
                  <a:pt x="646658" y="279184"/>
                </a:lnTo>
                <a:lnTo>
                  <a:pt x="646658" y="427113"/>
                </a:lnTo>
                <a:lnTo>
                  <a:pt x="678662" y="427113"/>
                </a:lnTo>
                <a:lnTo>
                  <a:pt x="678662" y="402729"/>
                </a:lnTo>
                <a:lnTo>
                  <a:pt x="828103" y="402729"/>
                </a:lnTo>
                <a:lnTo>
                  <a:pt x="828103" y="427113"/>
                </a:lnTo>
                <a:lnTo>
                  <a:pt x="858685" y="427113"/>
                </a:lnTo>
                <a:lnTo>
                  <a:pt x="858685" y="402729"/>
                </a:lnTo>
                <a:lnTo>
                  <a:pt x="858685" y="373773"/>
                </a:lnTo>
                <a:lnTo>
                  <a:pt x="858685" y="308140"/>
                </a:lnTo>
                <a:lnTo>
                  <a:pt x="858685" y="279184"/>
                </a:lnTo>
                <a:lnTo>
                  <a:pt x="828103" y="279184"/>
                </a:lnTo>
                <a:lnTo>
                  <a:pt x="828103" y="308140"/>
                </a:lnTo>
                <a:lnTo>
                  <a:pt x="828103" y="373773"/>
                </a:lnTo>
                <a:lnTo>
                  <a:pt x="678662" y="373773"/>
                </a:lnTo>
                <a:lnTo>
                  <a:pt x="678662" y="308140"/>
                </a:lnTo>
                <a:lnTo>
                  <a:pt x="828103" y="308140"/>
                </a:lnTo>
                <a:lnTo>
                  <a:pt x="828103" y="279184"/>
                </a:lnTo>
                <a:lnTo>
                  <a:pt x="768667" y="279184"/>
                </a:lnTo>
                <a:lnTo>
                  <a:pt x="768667" y="224218"/>
                </a:lnTo>
                <a:lnTo>
                  <a:pt x="884593" y="224218"/>
                </a:lnTo>
                <a:lnTo>
                  <a:pt x="884593" y="193738"/>
                </a:lnTo>
                <a:close/>
              </a:path>
              <a:path w="2212975" h="434975">
                <a:moveTo>
                  <a:pt x="1319212" y="16764"/>
                </a:moveTo>
                <a:lnTo>
                  <a:pt x="1154531" y="16764"/>
                </a:lnTo>
                <a:lnTo>
                  <a:pt x="1154531" y="45821"/>
                </a:lnTo>
                <a:lnTo>
                  <a:pt x="1154531" y="94589"/>
                </a:lnTo>
                <a:lnTo>
                  <a:pt x="1154531" y="122021"/>
                </a:lnTo>
                <a:lnTo>
                  <a:pt x="1154531" y="180035"/>
                </a:lnTo>
                <a:lnTo>
                  <a:pt x="1076706" y="180035"/>
                </a:lnTo>
                <a:lnTo>
                  <a:pt x="1076706" y="122021"/>
                </a:lnTo>
                <a:lnTo>
                  <a:pt x="1154531" y="122021"/>
                </a:lnTo>
                <a:lnTo>
                  <a:pt x="1154531" y="94589"/>
                </a:lnTo>
                <a:lnTo>
                  <a:pt x="1076706" y="94589"/>
                </a:lnTo>
                <a:lnTo>
                  <a:pt x="1076706" y="45821"/>
                </a:lnTo>
                <a:lnTo>
                  <a:pt x="1154531" y="45821"/>
                </a:lnTo>
                <a:lnTo>
                  <a:pt x="1154531" y="16764"/>
                </a:lnTo>
                <a:lnTo>
                  <a:pt x="913536" y="16764"/>
                </a:lnTo>
                <a:lnTo>
                  <a:pt x="913536" y="45821"/>
                </a:lnTo>
                <a:lnTo>
                  <a:pt x="1044702" y="45821"/>
                </a:lnTo>
                <a:lnTo>
                  <a:pt x="1044702" y="94589"/>
                </a:lnTo>
                <a:lnTo>
                  <a:pt x="1044702" y="122021"/>
                </a:lnTo>
                <a:lnTo>
                  <a:pt x="1044702" y="180035"/>
                </a:lnTo>
                <a:lnTo>
                  <a:pt x="966889" y="180035"/>
                </a:lnTo>
                <a:lnTo>
                  <a:pt x="966889" y="122021"/>
                </a:lnTo>
                <a:lnTo>
                  <a:pt x="1044702" y="122021"/>
                </a:lnTo>
                <a:lnTo>
                  <a:pt x="1044702" y="94589"/>
                </a:lnTo>
                <a:lnTo>
                  <a:pt x="934885" y="94589"/>
                </a:lnTo>
                <a:lnTo>
                  <a:pt x="934885" y="224231"/>
                </a:lnTo>
                <a:lnTo>
                  <a:pt x="966889" y="224231"/>
                </a:lnTo>
                <a:lnTo>
                  <a:pt x="966889" y="207467"/>
                </a:lnTo>
                <a:lnTo>
                  <a:pt x="1264259" y="207467"/>
                </a:lnTo>
                <a:lnTo>
                  <a:pt x="1264259" y="224231"/>
                </a:lnTo>
                <a:lnTo>
                  <a:pt x="1296352" y="224231"/>
                </a:lnTo>
                <a:lnTo>
                  <a:pt x="1296352" y="207467"/>
                </a:lnTo>
                <a:lnTo>
                  <a:pt x="1296352" y="180035"/>
                </a:lnTo>
                <a:lnTo>
                  <a:pt x="1296352" y="122021"/>
                </a:lnTo>
                <a:lnTo>
                  <a:pt x="1296352" y="94589"/>
                </a:lnTo>
                <a:lnTo>
                  <a:pt x="1264259" y="94589"/>
                </a:lnTo>
                <a:lnTo>
                  <a:pt x="1264259" y="122021"/>
                </a:lnTo>
                <a:lnTo>
                  <a:pt x="1264259" y="180035"/>
                </a:lnTo>
                <a:lnTo>
                  <a:pt x="1186535" y="180035"/>
                </a:lnTo>
                <a:lnTo>
                  <a:pt x="1186535" y="122021"/>
                </a:lnTo>
                <a:lnTo>
                  <a:pt x="1264259" y="122021"/>
                </a:lnTo>
                <a:lnTo>
                  <a:pt x="1264259" y="94589"/>
                </a:lnTo>
                <a:lnTo>
                  <a:pt x="1186535" y="94589"/>
                </a:lnTo>
                <a:lnTo>
                  <a:pt x="1186535" y="45821"/>
                </a:lnTo>
                <a:lnTo>
                  <a:pt x="1319212" y="45821"/>
                </a:lnTo>
                <a:lnTo>
                  <a:pt x="1319212" y="16764"/>
                </a:lnTo>
                <a:close/>
              </a:path>
              <a:path w="2212975" h="434975">
                <a:moveTo>
                  <a:pt x="1332928" y="251752"/>
                </a:moveTo>
                <a:lnTo>
                  <a:pt x="1191107" y="251752"/>
                </a:lnTo>
                <a:lnTo>
                  <a:pt x="1191107" y="280708"/>
                </a:lnTo>
                <a:lnTo>
                  <a:pt x="1178293" y="298399"/>
                </a:lnTo>
                <a:lnTo>
                  <a:pt x="1162900" y="314807"/>
                </a:lnTo>
                <a:lnTo>
                  <a:pt x="1145197" y="329780"/>
                </a:lnTo>
                <a:lnTo>
                  <a:pt x="1125474" y="343192"/>
                </a:lnTo>
                <a:lnTo>
                  <a:pt x="1049185" y="319836"/>
                </a:lnTo>
                <a:lnTo>
                  <a:pt x="1024890" y="312712"/>
                </a:lnTo>
                <a:lnTo>
                  <a:pt x="1047750" y="280708"/>
                </a:lnTo>
                <a:lnTo>
                  <a:pt x="1191107" y="280708"/>
                </a:lnTo>
                <a:lnTo>
                  <a:pt x="1191107" y="251752"/>
                </a:lnTo>
                <a:lnTo>
                  <a:pt x="1069086" y="251752"/>
                </a:lnTo>
                <a:lnTo>
                  <a:pt x="1073658" y="243954"/>
                </a:lnTo>
                <a:lnTo>
                  <a:pt x="1078230" y="236613"/>
                </a:lnTo>
                <a:lnTo>
                  <a:pt x="1082687" y="229755"/>
                </a:lnTo>
                <a:lnTo>
                  <a:pt x="1087374" y="222707"/>
                </a:lnTo>
                <a:lnTo>
                  <a:pt x="1053846" y="208991"/>
                </a:lnTo>
                <a:lnTo>
                  <a:pt x="1048105" y="219290"/>
                </a:lnTo>
                <a:lnTo>
                  <a:pt x="1042327" y="229577"/>
                </a:lnTo>
                <a:lnTo>
                  <a:pt x="1036053" y="240525"/>
                </a:lnTo>
                <a:lnTo>
                  <a:pt x="1029462" y="251752"/>
                </a:lnTo>
                <a:lnTo>
                  <a:pt x="898296" y="251752"/>
                </a:lnTo>
                <a:lnTo>
                  <a:pt x="898296" y="280708"/>
                </a:lnTo>
                <a:lnTo>
                  <a:pt x="1009650" y="280708"/>
                </a:lnTo>
                <a:lnTo>
                  <a:pt x="1001369" y="292163"/>
                </a:lnTo>
                <a:lnTo>
                  <a:pt x="992644" y="303758"/>
                </a:lnTo>
                <a:lnTo>
                  <a:pt x="983640" y="315645"/>
                </a:lnTo>
                <a:lnTo>
                  <a:pt x="974509" y="327952"/>
                </a:lnTo>
                <a:lnTo>
                  <a:pt x="1057744" y="354825"/>
                </a:lnTo>
                <a:lnTo>
                  <a:pt x="1084326" y="363105"/>
                </a:lnTo>
                <a:lnTo>
                  <a:pt x="1048829" y="375678"/>
                </a:lnTo>
                <a:lnTo>
                  <a:pt x="1008456" y="385965"/>
                </a:lnTo>
                <a:lnTo>
                  <a:pt x="962939" y="393966"/>
                </a:lnTo>
                <a:lnTo>
                  <a:pt x="912012" y="399681"/>
                </a:lnTo>
                <a:lnTo>
                  <a:pt x="916571" y="408800"/>
                </a:lnTo>
                <a:lnTo>
                  <a:pt x="920965" y="417779"/>
                </a:lnTo>
                <a:lnTo>
                  <a:pt x="925093" y="426466"/>
                </a:lnTo>
                <a:lnTo>
                  <a:pt x="928776" y="434733"/>
                </a:lnTo>
                <a:lnTo>
                  <a:pt x="987704" y="425272"/>
                </a:lnTo>
                <a:lnTo>
                  <a:pt x="1040892" y="412826"/>
                </a:lnTo>
                <a:lnTo>
                  <a:pt x="1088364" y="397217"/>
                </a:lnTo>
                <a:lnTo>
                  <a:pt x="1130147" y="378345"/>
                </a:lnTo>
                <a:lnTo>
                  <a:pt x="1284160" y="431685"/>
                </a:lnTo>
                <a:lnTo>
                  <a:pt x="1303972" y="396633"/>
                </a:lnTo>
                <a:lnTo>
                  <a:pt x="1268133" y="386346"/>
                </a:lnTo>
                <a:lnTo>
                  <a:pt x="1241272" y="378345"/>
                </a:lnTo>
                <a:lnTo>
                  <a:pt x="1166723" y="355485"/>
                </a:lnTo>
                <a:lnTo>
                  <a:pt x="1181646" y="343192"/>
                </a:lnTo>
                <a:lnTo>
                  <a:pt x="1186167" y="339471"/>
                </a:lnTo>
                <a:lnTo>
                  <a:pt x="1203490" y="321487"/>
                </a:lnTo>
                <a:lnTo>
                  <a:pt x="1218793" y="301802"/>
                </a:lnTo>
                <a:lnTo>
                  <a:pt x="1232255" y="280708"/>
                </a:lnTo>
                <a:lnTo>
                  <a:pt x="1332928" y="280708"/>
                </a:lnTo>
                <a:lnTo>
                  <a:pt x="1332928" y="251752"/>
                </a:lnTo>
                <a:close/>
              </a:path>
              <a:path w="2212975" h="434975">
                <a:moveTo>
                  <a:pt x="1491526" y="215087"/>
                </a:moveTo>
                <a:lnTo>
                  <a:pt x="1473466" y="193929"/>
                </a:lnTo>
                <a:lnTo>
                  <a:pt x="1455712" y="173926"/>
                </a:lnTo>
                <a:lnTo>
                  <a:pt x="1437944" y="155028"/>
                </a:lnTo>
                <a:lnTo>
                  <a:pt x="1419898" y="137261"/>
                </a:lnTo>
                <a:lnTo>
                  <a:pt x="1393888" y="158699"/>
                </a:lnTo>
                <a:lnTo>
                  <a:pt x="1411922" y="179247"/>
                </a:lnTo>
                <a:lnTo>
                  <a:pt x="1429219" y="199656"/>
                </a:lnTo>
                <a:lnTo>
                  <a:pt x="1445628" y="219773"/>
                </a:lnTo>
                <a:lnTo>
                  <a:pt x="1461046" y="239471"/>
                </a:lnTo>
                <a:lnTo>
                  <a:pt x="1469656" y="233514"/>
                </a:lnTo>
                <a:lnTo>
                  <a:pt x="1477429" y="227279"/>
                </a:lnTo>
                <a:lnTo>
                  <a:pt x="1491526" y="215087"/>
                </a:lnTo>
                <a:close/>
              </a:path>
              <a:path w="2212975" h="434975">
                <a:moveTo>
                  <a:pt x="1712696" y="48869"/>
                </a:moveTo>
                <a:lnTo>
                  <a:pt x="1699221" y="37338"/>
                </a:lnTo>
                <a:lnTo>
                  <a:pt x="1683880" y="25539"/>
                </a:lnTo>
                <a:lnTo>
                  <a:pt x="1666532" y="13195"/>
                </a:lnTo>
                <a:lnTo>
                  <a:pt x="1647063" y="0"/>
                </a:lnTo>
                <a:lnTo>
                  <a:pt x="1625727" y="24384"/>
                </a:lnTo>
                <a:lnTo>
                  <a:pt x="1643443" y="37871"/>
                </a:lnTo>
                <a:lnTo>
                  <a:pt x="1660029" y="50761"/>
                </a:lnTo>
                <a:lnTo>
                  <a:pt x="1675485" y="63055"/>
                </a:lnTo>
                <a:lnTo>
                  <a:pt x="1689836" y="74777"/>
                </a:lnTo>
                <a:lnTo>
                  <a:pt x="1712696" y="48869"/>
                </a:lnTo>
                <a:close/>
              </a:path>
              <a:path w="2212975" h="434975">
                <a:moveTo>
                  <a:pt x="1782800" y="352437"/>
                </a:moveTo>
                <a:lnTo>
                  <a:pt x="1747621" y="332638"/>
                </a:lnTo>
                <a:lnTo>
                  <a:pt x="1715160" y="309867"/>
                </a:lnTo>
                <a:lnTo>
                  <a:pt x="1685239" y="283972"/>
                </a:lnTo>
                <a:lnTo>
                  <a:pt x="1657731" y="254800"/>
                </a:lnTo>
                <a:lnTo>
                  <a:pt x="1679219" y="236220"/>
                </a:lnTo>
                <a:lnTo>
                  <a:pt x="1687360" y="228803"/>
                </a:lnTo>
                <a:lnTo>
                  <a:pt x="1702396" y="215087"/>
                </a:lnTo>
                <a:lnTo>
                  <a:pt x="1727263" y="191693"/>
                </a:lnTo>
                <a:lnTo>
                  <a:pt x="1753844" y="166319"/>
                </a:lnTo>
                <a:lnTo>
                  <a:pt x="1721840" y="140309"/>
                </a:lnTo>
                <a:lnTo>
                  <a:pt x="1701203" y="163817"/>
                </a:lnTo>
                <a:lnTo>
                  <a:pt x="1680260" y="186309"/>
                </a:lnTo>
                <a:lnTo>
                  <a:pt x="1658747" y="207911"/>
                </a:lnTo>
                <a:lnTo>
                  <a:pt x="1636395" y="228803"/>
                </a:lnTo>
                <a:lnTo>
                  <a:pt x="1624025" y="210515"/>
                </a:lnTo>
                <a:lnTo>
                  <a:pt x="1622107" y="207670"/>
                </a:lnTo>
                <a:lnTo>
                  <a:pt x="1608963" y="185547"/>
                </a:lnTo>
                <a:lnTo>
                  <a:pt x="1596961" y="162534"/>
                </a:lnTo>
                <a:lnTo>
                  <a:pt x="1586103" y="138785"/>
                </a:lnTo>
                <a:lnTo>
                  <a:pt x="1586103" y="111353"/>
                </a:lnTo>
                <a:lnTo>
                  <a:pt x="1776704" y="111353"/>
                </a:lnTo>
                <a:lnTo>
                  <a:pt x="1776704" y="79349"/>
                </a:lnTo>
                <a:lnTo>
                  <a:pt x="1586103" y="79349"/>
                </a:lnTo>
                <a:lnTo>
                  <a:pt x="1586103" y="0"/>
                </a:lnTo>
                <a:lnTo>
                  <a:pt x="1548003" y="0"/>
                </a:lnTo>
                <a:lnTo>
                  <a:pt x="1548003" y="79349"/>
                </a:lnTo>
                <a:lnTo>
                  <a:pt x="1355788" y="79349"/>
                </a:lnTo>
                <a:lnTo>
                  <a:pt x="1355788" y="111353"/>
                </a:lnTo>
                <a:lnTo>
                  <a:pt x="1548003" y="111353"/>
                </a:lnTo>
                <a:lnTo>
                  <a:pt x="1548003" y="236423"/>
                </a:lnTo>
                <a:lnTo>
                  <a:pt x="1444853" y="290791"/>
                </a:lnTo>
                <a:lnTo>
                  <a:pt x="1396352" y="315163"/>
                </a:lnTo>
                <a:lnTo>
                  <a:pt x="1349692" y="337096"/>
                </a:lnTo>
                <a:lnTo>
                  <a:pt x="1367980" y="373773"/>
                </a:lnTo>
                <a:lnTo>
                  <a:pt x="1408353" y="351396"/>
                </a:lnTo>
                <a:lnTo>
                  <a:pt x="1548003" y="276136"/>
                </a:lnTo>
                <a:lnTo>
                  <a:pt x="1548003" y="360057"/>
                </a:lnTo>
                <a:lnTo>
                  <a:pt x="1546225" y="374053"/>
                </a:lnTo>
                <a:lnTo>
                  <a:pt x="1540713" y="384060"/>
                </a:lnTo>
                <a:lnTo>
                  <a:pt x="1531200" y="390055"/>
                </a:lnTo>
                <a:lnTo>
                  <a:pt x="1517434" y="392061"/>
                </a:lnTo>
                <a:lnTo>
                  <a:pt x="1505407" y="391769"/>
                </a:lnTo>
                <a:lnTo>
                  <a:pt x="1492097" y="390918"/>
                </a:lnTo>
                <a:lnTo>
                  <a:pt x="1477352" y="389483"/>
                </a:lnTo>
                <a:lnTo>
                  <a:pt x="1461046" y="387489"/>
                </a:lnTo>
                <a:lnTo>
                  <a:pt x="1463090" y="397751"/>
                </a:lnTo>
                <a:lnTo>
                  <a:pt x="1464856" y="407873"/>
                </a:lnTo>
                <a:lnTo>
                  <a:pt x="1466608" y="417703"/>
                </a:lnTo>
                <a:lnTo>
                  <a:pt x="1468666" y="427113"/>
                </a:lnTo>
                <a:lnTo>
                  <a:pt x="1526578" y="427113"/>
                </a:lnTo>
                <a:lnTo>
                  <a:pt x="1571231" y="413207"/>
                </a:lnTo>
                <a:lnTo>
                  <a:pt x="1586052" y="371106"/>
                </a:lnTo>
                <a:lnTo>
                  <a:pt x="1586103" y="276136"/>
                </a:lnTo>
                <a:lnTo>
                  <a:pt x="1586103" y="210515"/>
                </a:lnTo>
                <a:lnTo>
                  <a:pt x="1611312" y="252793"/>
                </a:lnTo>
                <a:lnTo>
                  <a:pt x="1641144" y="291693"/>
                </a:lnTo>
                <a:lnTo>
                  <a:pt x="1675447" y="327152"/>
                </a:lnTo>
                <a:lnTo>
                  <a:pt x="1714068" y="359105"/>
                </a:lnTo>
                <a:lnTo>
                  <a:pt x="1756892" y="387489"/>
                </a:lnTo>
                <a:lnTo>
                  <a:pt x="1762645" y="379437"/>
                </a:lnTo>
                <a:lnTo>
                  <a:pt x="1768703" y="371106"/>
                </a:lnTo>
                <a:lnTo>
                  <a:pt x="1775320" y="362191"/>
                </a:lnTo>
                <a:lnTo>
                  <a:pt x="1782800" y="352437"/>
                </a:lnTo>
                <a:close/>
              </a:path>
              <a:path w="2212975" h="434975">
                <a:moveTo>
                  <a:pt x="2119884" y="297472"/>
                </a:moveTo>
                <a:lnTo>
                  <a:pt x="1796503" y="297472"/>
                </a:lnTo>
                <a:lnTo>
                  <a:pt x="1796503" y="331000"/>
                </a:lnTo>
                <a:lnTo>
                  <a:pt x="2119884" y="331000"/>
                </a:lnTo>
                <a:lnTo>
                  <a:pt x="2119884" y="297472"/>
                </a:lnTo>
                <a:close/>
              </a:path>
              <a:path w="2212975" h="434975">
                <a:moveTo>
                  <a:pt x="2191512" y="210502"/>
                </a:moveTo>
                <a:lnTo>
                  <a:pt x="1906333" y="210502"/>
                </a:lnTo>
                <a:lnTo>
                  <a:pt x="1917001" y="155638"/>
                </a:lnTo>
                <a:lnTo>
                  <a:pt x="2180844" y="155638"/>
                </a:lnTo>
                <a:lnTo>
                  <a:pt x="2180844" y="123545"/>
                </a:lnTo>
                <a:lnTo>
                  <a:pt x="1923097" y="123545"/>
                </a:lnTo>
                <a:lnTo>
                  <a:pt x="1933765" y="71729"/>
                </a:lnTo>
                <a:lnTo>
                  <a:pt x="1897189" y="71729"/>
                </a:lnTo>
                <a:lnTo>
                  <a:pt x="1868233" y="212026"/>
                </a:lnTo>
                <a:lnTo>
                  <a:pt x="1868233" y="242506"/>
                </a:lnTo>
                <a:lnTo>
                  <a:pt x="2153412" y="242506"/>
                </a:lnTo>
                <a:lnTo>
                  <a:pt x="2152027" y="275386"/>
                </a:lnTo>
                <a:lnTo>
                  <a:pt x="2150364" y="305092"/>
                </a:lnTo>
                <a:lnTo>
                  <a:pt x="2148802" y="329806"/>
                </a:lnTo>
                <a:lnTo>
                  <a:pt x="2147316" y="353961"/>
                </a:lnTo>
                <a:lnTo>
                  <a:pt x="2141893" y="369074"/>
                </a:lnTo>
                <a:lnTo>
                  <a:pt x="2132457" y="380060"/>
                </a:lnTo>
                <a:lnTo>
                  <a:pt x="2119033" y="386740"/>
                </a:lnTo>
                <a:lnTo>
                  <a:pt x="2101596" y="389013"/>
                </a:lnTo>
                <a:lnTo>
                  <a:pt x="2077770" y="388721"/>
                </a:lnTo>
                <a:lnTo>
                  <a:pt x="2054263" y="387870"/>
                </a:lnTo>
                <a:lnTo>
                  <a:pt x="2030780" y="386435"/>
                </a:lnTo>
                <a:lnTo>
                  <a:pt x="2007019" y="384441"/>
                </a:lnTo>
                <a:lnTo>
                  <a:pt x="2009038" y="394462"/>
                </a:lnTo>
                <a:lnTo>
                  <a:pt x="2010638" y="404063"/>
                </a:lnTo>
                <a:lnTo>
                  <a:pt x="2011946" y="413372"/>
                </a:lnTo>
                <a:lnTo>
                  <a:pt x="2013115" y="422541"/>
                </a:lnTo>
                <a:lnTo>
                  <a:pt x="2038807" y="423418"/>
                </a:lnTo>
                <a:lnTo>
                  <a:pt x="2063216" y="423875"/>
                </a:lnTo>
                <a:lnTo>
                  <a:pt x="2107692" y="424065"/>
                </a:lnTo>
                <a:lnTo>
                  <a:pt x="2137359" y="420077"/>
                </a:lnTo>
                <a:lnTo>
                  <a:pt x="2174748" y="389013"/>
                </a:lnTo>
                <a:lnTo>
                  <a:pt x="2184743" y="331368"/>
                </a:lnTo>
                <a:lnTo>
                  <a:pt x="2189873" y="254279"/>
                </a:lnTo>
                <a:lnTo>
                  <a:pt x="2191512" y="210502"/>
                </a:lnTo>
                <a:close/>
              </a:path>
              <a:path w="2212975" h="434975">
                <a:moveTo>
                  <a:pt x="2212848" y="25908"/>
                </a:moveTo>
                <a:lnTo>
                  <a:pt x="1814791" y="25908"/>
                </a:lnTo>
                <a:lnTo>
                  <a:pt x="1814791" y="108305"/>
                </a:lnTo>
                <a:lnTo>
                  <a:pt x="1851469" y="108305"/>
                </a:lnTo>
                <a:lnTo>
                  <a:pt x="1851469" y="58013"/>
                </a:lnTo>
                <a:lnTo>
                  <a:pt x="2176272" y="58013"/>
                </a:lnTo>
                <a:lnTo>
                  <a:pt x="2176272" y="108305"/>
                </a:lnTo>
                <a:lnTo>
                  <a:pt x="2212848" y="108305"/>
                </a:lnTo>
                <a:lnTo>
                  <a:pt x="2212848" y="58013"/>
                </a:lnTo>
                <a:lnTo>
                  <a:pt x="2212848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3576065" y="1867535"/>
          <a:ext cx="443230" cy="38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80"/>
                <a:gridCol w="159385"/>
              </a:tblGrid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 descr=""/>
          <p:cNvSpPr/>
          <p:nvPr/>
        </p:nvSpPr>
        <p:spPr>
          <a:xfrm>
            <a:off x="3989349" y="1871662"/>
            <a:ext cx="1316355" cy="438150"/>
          </a:xfrm>
          <a:custGeom>
            <a:avLst/>
            <a:gdLst/>
            <a:ahLst/>
            <a:cxnLst/>
            <a:rect l="l" t="t" r="r" b="b"/>
            <a:pathLst>
              <a:path w="1316354" h="438150">
                <a:moveTo>
                  <a:pt x="207365" y="360057"/>
                </a:moveTo>
                <a:lnTo>
                  <a:pt x="191071" y="334822"/>
                </a:lnTo>
                <a:lnTo>
                  <a:pt x="174218" y="309486"/>
                </a:lnTo>
                <a:lnTo>
                  <a:pt x="163957" y="294424"/>
                </a:lnTo>
                <a:lnTo>
                  <a:pt x="156781" y="283870"/>
                </a:lnTo>
                <a:lnTo>
                  <a:pt x="138785" y="257848"/>
                </a:lnTo>
                <a:lnTo>
                  <a:pt x="151460" y="225755"/>
                </a:lnTo>
                <a:lnTo>
                  <a:pt x="154520" y="218020"/>
                </a:lnTo>
                <a:lnTo>
                  <a:pt x="167551" y="176225"/>
                </a:lnTo>
                <a:lnTo>
                  <a:pt x="178003" y="132130"/>
                </a:lnTo>
                <a:lnTo>
                  <a:pt x="186029" y="85445"/>
                </a:lnTo>
                <a:lnTo>
                  <a:pt x="186029" y="53441"/>
                </a:lnTo>
                <a:lnTo>
                  <a:pt x="12192" y="53441"/>
                </a:lnTo>
                <a:lnTo>
                  <a:pt x="12192" y="86969"/>
                </a:lnTo>
                <a:lnTo>
                  <a:pt x="149453" y="86969"/>
                </a:lnTo>
                <a:lnTo>
                  <a:pt x="144856" y="123875"/>
                </a:lnTo>
                <a:lnTo>
                  <a:pt x="137833" y="159219"/>
                </a:lnTo>
                <a:lnTo>
                  <a:pt x="128231" y="193128"/>
                </a:lnTo>
                <a:lnTo>
                  <a:pt x="115925" y="225755"/>
                </a:lnTo>
                <a:lnTo>
                  <a:pt x="98437" y="199440"/>
                </a:lnTo>
                <a:lnTo>
                  <a:pt x="80403" y="172974"/>
                </a:lnTo>
                <a:lnTo>
                  <a:pt x="61823" y="146202"/>
                </a:lnTo>
                <a:lnTo>
                  <a:pt x="42672" y="118973"/>
                </a:lnTo>
                <a:lnTo>
                  <a:pt x="16764" y="137261"/>
                </a:lnTo>
                <a:lnTo>
                  <a:pt x="58483" y="199847"/>
                </a:lnTo>
                <a:lnTo>
                  <a:pt x="79133" y="231267"/>
                </a:lnTo>
                <a:lnTo>
                  <a:pt x="99060" y="262420"/>
                </a:lnTo>
                <a:lnTo>
                  <a:pt x="79298" y="296976"/>
                </a:lnTo>
                <a:lnTo>
                  <a:pt x="56388" y="329679"/>
                </a:lnTo>
                <a:lnTo>
                  <a:pt x="30048" y="360400"/>
                </a:lnTo>
                <a:lnTo>
                  <a:pt x="0" y="389013"/>
                </a:lnTo>
                <a:lnTo>
                  <a:pt x="6337" y="397865"/>
                </a:lnTo>
                <a:lnTo>
                  <a:pt x="11811" y="406158"/>
                </a:lnTo>
                <a:lnTo>
                  <a:pt x="16713" y="413867"/>
                </a:lnTo>
                <a:lnTo>
                  <a:pt x="21336" y="421017"/>
                </a:lnTo>
                <a:lnTo>
                  <a:pt x="50533" y="392442"/>
                </a:lnTo>
                <a:lnTo>
                  <a:pt x="76593" y="361721"/>
                </a:lnTo>
                <a:lnTo>
                  <a:pt x="99809" y="328993"/>
                </a:lnTo>
                <a:lnTo>
                  <a:pt x="120497" y="294424"/>
                </a:lnTo>
                <a:lnTo>
                  <a:pt x="135089" y="316141"/>
                </a:lnTo>
                <a:lnTo>
                  <a:pt x="149263" y="337870"/>
                </a:lnTo>
                <a:lnTo>
                  <a:pt x="163144" y="359613"/>
                </a:lnTo>
                <a:lnTo>
                  <a:pt x="176885" y="381393"/>
                </a:lnTo>
                <a:lnTo>
                  <a:pt x="207365" y="360057"/>
                </a:lnTo>
                <a:close/>
              </a:path>
              <a:path w="1316354" h="438150">
                <a:moveTo>
                  <a:pt x="301942" y="273088"/>
                </a:moveTo>
                <a:lnTo>
                  <a:pt x="287896" y="248742"/>
                </a:lnTo>
                <a:lnTo>
                  <a:pt x="272986" y="223850"/>
                </a:lnTo>
                <a:lnTo>
                  <a:pt x="256933" y="198412"/>
                </a:lnTo>
                <a:lnTo>
                  <a:pt x="239458" y="172415"/>
                </a:lnTo>
                <a:lnTo>
                  <a:pt x="210413" y="189179"/>
                </a:lnTo>
                <a:lnTo>
                  <a:pt x="226783" y="216090"/>
                </a:lnTo>
                <a:lnTo>
                  <a:pt x="241884" y="242176"/>
                </a:lnTo>
                <a:lnTo>
                  <a:pt x="256133" y="267690"/>
                </a:lnTo>
                <a:lnTo>
                  <a:pt x="269938" y="292900"/>
                </a:lnTo>
                <a:lnTo>
                  <a:pt x="301942" y="273088"/>
                </a:lnTo>
                <a:close/>
              </a:path>
              <a:path w="1316354" h="438150">
                <a:moveTo>
                  <a:pt x="437680" y="100685"/>
                </a:moveTo>
                <a:lnTo>
                  <a:pt x="384340" y="100685"/>
                </a:lnTo>
                <a:lnTo>
                  <a:pt x="384340" y="7620"/>
                </a:lnTo>
                <a:lnTo>
                  <a:pt x="349186" y="7620"/>
                </a:lnTo>
                <a:lnTo>
                  <a:pt x="349186" y="100685"/>
                </a:lnTo>
                <a:lnTo>
                  <a:pt x="202793" y="100685"/>
                </a:lnTo>
                <a:lnTo>
                  <a:pt x="202793" y="134213"/>
                </a:lnTo>
                <a:lnTo>
                  <a:pt x="349186" y="134213"/>
                </a:lnTo>
                <a:lnTo>
                  <a:pt x="349186" y="358533"/>
                </a:lnTo>
                <a:lnTo>
                  <a:pt x="347167" y="372770"/>
                </a:lnTo>
                <a:lnTo>
                  <a:pt x="340995" y="383298"/>
                </a:lnTo>
                <a:lnTo>
                  <a:pt x="330542" y="389813"/>
                </a:lnTo>
                <a:lnTo>
                  <a:pt x="315658" y="392061"/>
                </a:lnTo>
                <a:lnTo>
                  <a:pt x="303060" y="391769"/>
                </a:lnTo>
                <a:lnTo>
                  <a:pt x="288036" y="390918"/>
                </a:lnTo>
                <a:lnTo>
                  <a:pt x="270433" y="389483"/>
                </a:lnTo>
                <a:lnTo>
                  <a:pt x="250126" y="387489"/>
                </a:lnTo>
                <a:lnTo>
                  <a:pt x="254508" y="409016"/>
                </a:lnTo>
                <a:lnTo>
                  <a:pt x="256336" y="418553"/>
                </a:lnTo>
                <a:lnTo>
                  <a:pt x="257746" y="427113"/>
                </a:lnTo>
                <a:lnTo>
                  <a:pt x="321754" y="427113"/>
                </a:lnTo>
                <a:lnTo>
                  <a:pt x="348894" y="423125"/>
                </a:lnTo>
                <a:lnTo>
                  <a:pt x="368477" y="411302"/>
                </a:lnTo>
                <a:lnTo>
                  <a:pt x="380149" y="392061"/>
                </a:lnTo>
                <a:lnTo>
                  <a:pt x="380326" y="391769"/>
                </a:lnTo>
                <a:lnTo>
                  <a:pt x="384340" y="364629"/>
                </a:lnTo>
                <a:lnTo>
                  <a:pt x="384340" y="134213"/>
                </a:lnTo>
                <a:lnTo>
                  <a:pt x="437680" y="134213"/>
                </a:lnTo>
                <a:lnTo>
                  <a:pt x="437680" y="100685"/>
                </a:lnTo>
                <a:close/>
              </a:path>
              <a:path w="1316354" h="438150">
                <a:moveTo>
                  <a:pt x="640461" y="331000"/>
                </a:moveTo>
                <a:lnTo>
                  <a:pt x="627862" y="282092"/>
                </a:lnTo>
                <a:lnTo>
                  <a:pt x="615124" y="235889"/>
                </a:lnTo>
                <a:lnTo>
                  <a:pt x="602094" y="192265"/>
                </a:lnTo>
                <a:lnTo>
                  <a:pt x="588645" y="151079"/>
                </a:lnTo>
                <a:lnTo>
                  <a:pt x="555117" y="163271"/>
                </a:lnTo>
                <a:lnTo>
                  <a:pt x="569163" y="208711"/>
                </a:lnTo>
                <a:lnTo>
                  <a:pt x="581787" y="253606"/>
                </a:lnTo>
                <a:lnTo>
                  <a:pt x="593267" y="297929"/>
                </a:lnTo>
                <a:lnTo>
                  <a:pt x="603885" y="341668"/>
                </a:lnTo>
                <a:lnTo>
                  <a:pt x="640461" y="331000"/>
                </a:lnTo>
                <a:close/>
              </a:path>
              <a:path w="1316354" h="438150">
                <a:moveTo>
                  <a:pt x="735050" y="308140"/>
                </a:moveTo>
                <a:lnTo>
                  <a:pt x="725639" y="260311"/>
                </a:lnTo>
                <a:lnTo>
                  <a:pt x="715810" y="215087"/>
                </a:lnTo>
                <a:lnTo>
                  <a:pt x="705688" y="172135"/>
                </a:lnTo>
                <a:lnTo>
                  <a:pt x="695426" y="131165"/>
                </a:lnTo>
                <a:lnTo>
                  <a:pt x="660374" y="141833"/>
                </a:lnTo>
                <a:lnTo>
                  <a:pt x="671233" y="186461"/>
                </a:lnTo>
                <a:lnTo>
                  <a:pt x="680948" y="230924"/>
                </a:lnTo>
                <a:lnTo>
                  <a:pt x="689521" y="275094"/>
                </a:lnTo>
                <a:lnTo>
                  <a:pt x="696950" y="318808"/>
                </a:lnTo>
                <a:lnTo>
                  <a:pt x="735050" y="308140"/>
                </a:lnTo>
                <a:close/>
              </a:path>
              <a:path w="1316354" h="438150">
                <a:moveTo>
                  <a:pt x="875347" y="65633"/>
                </a:moveTo>
                <a:lnTo>
                  <a:pt x="698474" y="65633"/>
                </a:lnTo>
                <a:lnTo>
                  <a:pt x="719810" y="53441"/>
                </a:lnTo>
                <a:lnTo>
                  <a:pt x="710666" y="39052"/>
                </a:lnTo>
                <a:lnTo>
                  <a:pt x="701522" y="25539"/>
                </a:lnTo>
                <a:lnTo>
                  <a:pt x="692378" y="12623"/>
                </a:lnTo>
                <a:lnTo>
                  <a:pt x="683234" y="0"/>
                </a:lnTo>
                <a:lnTo>
                  <a:pt x="651129" y="18288"/>
                </a:lnTo>
                <a:lnTo>
                  <a:pt x="660044" y="29768"/>
                </a:lnTo>
                <a:lnTo>
                  <a:pt x="668362" y="41389"/>
                </a:lnTo>
                <a:lnTo>
                  <a:pt x="676084" y="53301"/>
                </a:lnTo>
                <a:lnTo>
                  <a:pt x="683234" y="65633"/>
                </a:lnTo>
                <a:lnTo>
                  <a:pt x="497103" y="65633"/>
                </a:lnTo>
                <a:lnTo>
                  <a:pt x="497103" y="205943"/>
                </a:lnTo>
                <a:lnTo>
                  <a:pt x="493941" y="271729"/>
                </a:lnTo>
                <a:lnTo>
                  <a:pt x="484339" y="327228"/>
                </a:lnTo>
                <a:lnTo>
                  <a:pt x="468172" y="372414"/>
                </a:lnTo>
                <a:lnTo>
                  <a:pt x="445287" y="407301"/>
                </a:lnTo>
                <a:lnTo>
                  <a:pt x="458622" y="422541"/>
                </a:lnTo>
                <a:lnTo>
                  <a:pt x="464578" y="430009"/>
                </a:lnTo>
                <a:lnTo>
                  <a:pt x="469671" y="437781"/>
                </a:lnTo>
                <a:lnTo>
                  <a:pt x="492734" y="403720"/>
                </a:lnTo>
                <a:lnTo>
                  <a:pt x="510679" y="363651"/>
                </a:lnTo>
                <a:lnTo>
                  <a:pt x="523506" y="317436"/>
                </a:lnTo>
                <a:lnTo>
                  <a:pt x="531215" y="264909"/>
                </a:lnTo>
                <a:lnTo>
                  <a:pt x="533654" y="208711"/>
                </a:lnTo>
                <a:lnTo>
                  <a:pt x="533781" y="97637"/>
                </a:lnTo>
                <a:lnTo>
                  <a:pt x="875347" y="97637"/>
                </a:lnTo>
                <a:lnTo>
                  <a:pt x="875347" y="65633"/>
                </a:lnTo>
                <a:close/>
              </a:path>
              <a:path w="1316354" h="438150">
                <a:moveTo>
                  <a:pt x="879919" y="378345"/>
                </a:moveTo>
                <a:lnTo>
                  <a:pt x="771626" y="378345"/>
                </a:lnTo>
                <a:lnTo>
                  <a:pt x="784796" y="342074"/>
                </a:lnTo>
                <a:lnTo>
                  <a:pt x="798715" y="301053"/>
                </a:lnTo>
                <a:lnTo>
                  <a:pt x="813384" y="255295"/>
                </a:lnTo>
                <a:lnTo>
                  <a:pt x="828763" y="204787"/>
                </a:lnTo>
                <a:lnTo>
                  <a:pt x="844867" y="149555"/>
                </a:lnTo>
                <a:lnTo>
                  <a:pt x="806767" y="138785"/>
                </a:lnTo>
                <a:lnTo>
                  <a:pt x="791375" y="196786"/>
                </a:lnTo>
                <a:lnTo>
                  <a:pt x="776427" y="249897"/>
                </a:lnTo>
                <a:lnTo>
                  <a:pt x="762025" y="297929"/>
                </a:lnTo>
                <a:lnTo>
                  <a:pt x="748195" y="340817"/>
                </a:lnTo>
                <a:lnTo>
                  <a:pt x="735050" y="378345"/>
                </a:lnTo>
                <a:lnTo>
                  <a:pt x="532257" y="378345"/>
                </a:lnTo>
                <a:lnTo>
                  <a:pt x="532257" y="411873"/>
                </a:lnTo>
                <a:lnTo>
                  <a:pt x="879919" y="411873"/>
                </a:lnTo>
                <a:lnTo>
                  <a:pt x="879919" y="378345"/>
                </a:lnTo>
                <a:close/>
              </a:path>
              <a:path w="1316354" h="438150">
                <a:moveTo>
                  <a:pt x="1085850" y="77825"/>
                </a:moveTo>
                <a:lnTo>
                  <a:pt x="1050709" y="77825"/>
                </a:lnTo>
                <a:lnTo>
                  <a:pt x="1050709" y="109829"/>
                </a:lnTo>
                <a:lnTo>
                  <a:pt x="1050709" y="216611"/>
                </a:lnTo>
                <a:lnTo>
                  <a:pt x="1050709" y="248615"/>
                </a:lnTo>
                <a:lnTo>
                  <a:pt x="1050709" y="358533"/>
                </a:lnTo>
                <a:lnTo>
                  <a:pt x="951649" y="358533"/>
                </a:lnTo>
                <a:lnTo>
                  <a:pt x="951649" y="248615"/>
                </a:lnTo>
                <a:lnTo>
                  <a:pt x="1050709" y="248615"/>
                </a:lnTo>
                <a:lnTo>
                  <a:pt x="1050709" y="216611"/>
                </a:lnTo>
                <a:lnTo>
                  <a:pt x="951649" y="216611"/>
                </a:lnTo>
                <a:lnTo>
                  <a:pt x="951649" y="109829"/>
                </a:lnTo>
                <a:lnTo>
                  <a:pt x="1050709" y="109829"/>
                </a:lnTo>
                <a:lnTo>
                  <a:pt x="1050709" y="77825"/>
                </a:lnTo>
                <a:lnTo>
                  <a:pt x="997369" y="77825"/>
                </a:lnTo>
                <a:lnTo>
                  <a:pt x="1004227" y="62687"/>
                </a:lnTo>
                <a:lnTo>
                  <a:pt x="1011085" y="47104"/>
                </a:lnTo>
                <a:lnTo>
                  <a:pt x="1017943" y="31242"/>
                </a:lnTo>
                <a:lnTo>
                  <a:pt x="1024801" y="15240"/>
                </a:lnTo>
                <a:lnTo>
                  <a:pt x="988225" y="4572"/>
                </a:lnTo>
                <a:lnTo>
                  <a:pt x="982218" y="21170"/>
                </a:lnTo>
                <a:lnTo>
                  <a:pt x="975652" y="38912"/>
                </a:lnTo>
                <a:lnTo>
                  <a:pt x="968502" y="57810"/>
                </a:lnTo>
                <a:lnTo>
                  <a:pt x="960793" y="77825"/>
                </a:lnTo>
                <a:lnTo>
                  <a:pt x="916495" y="77825"/>
                </a:lnTo>
                <a:lnTo>
                  <a:pt x="916495" y="428637"/>
                </a:lnTo>
                <a:lnTo>
                  <a:pt x="951649" y="428637"/>
                </a:lnTo>
                <a:lnTo>
                  <a:pt x="951649" y="392061"/>
                </a:lnTo>
                <a:lnTo>
                  <a:pt x="1050709" y="392061"/>
                </a:lnTo>
                <a:lnTo>
                  <a:pt x="1050709" y="425589"/>
                </a:lnTo>
                <a:lnTo>
                  <a:pt x="1085850" y="425589"/>
                </a:lnTo>
                <a:lnTo>
                  <a:pt x="1085850" y="392061"/>
                </a:lnTo>
                <a:lnTo>
                  <a:pt x="1085850" y="358533"/>
                </a:lnTo>
                <a:lnTo>
                  <a:pt x="1085850" y="248615"/>
                </a:lnTo>
                <a:lnTo>
                  <a:pt x="1085850" y="216611"/>
                </a:lnTo>
                <a:lnTo>
                  <a:pt x="1085850" y="109829"/>
                </a:lnTo>
                <a:lnTo>
                  <a:pt x="1085850" y="77825"/>
                </a:lnTo>
                <a:close/>
              </a:path>
              <a:path w="1316354" h="438150">
                <a:moveTo>
                  <a:pt x="1235303" y="276136"/>
                </a:moveTo>
                <a:lnTo>
                  <a:pt x="1219276" y="254393"/>
                </a:lnTo>
                <a:lnTo>
                  <a:pt x="1200962" y="230517"/>
                </a:lnTo>
                <a:lnTo>
                  <a:pt x="1180350" y="204673"/>
                </a:lnTo>
                <a:lnTo>
                  <a:pt x="1157478" y="176987"/>
                </a:lnTo>
                <a:lnTo>
                  <a:pt x="1130046" y="196799"/>
                </a:lnTo>
                <a:lnTo>
                  <a:pt x="1150048" y="222834"/>
                </a:lnTo>
                <a:lnTo>
                  <a:pt x="1168908" y="248462"/>
                </a:lnTo>
                <a:lnTo>
                  <a:pt x="1186624" y="273812"/>
                </a:lnTo>
                <a:lnTo>
                  <a:pt x="1203198" y="298996"/>
                </a:lnTo>
                <a:lnTo>
                  <a:pt x="1235303" y="276136"/>
                </a:lnTo>
                <a:close/>
              </a:path>
              <a:path w="1316354" h="438150">
                <a:moveTo>
                  <a:pt x="1316075" y="76301"/>
                </a:moveTo>
                <a:lnTo>
                  <a:pt x="1175766" y="76301"/>
                </a:lnTo>
                <a:lnTo>
                  <a:pt x="1181481" y="61163"/>
                </a:lnTo>
                <a:lnTo>
                  <a:pt x="1187196" y="45580"/>
                </a:lnTo>
                <a:lnTo>
                  <a:pt x="1192911" y="29718"/>
                </a:lnTo>
                <a:lnTo>
                  <a:pt x="1198626" y="13716"/>
                </a:lnTo>
                <a:lnTo>
                  <a:pt x="1162050" y="4572"/>
                </a:lnTo>
                <a:lnTo>
                  <a:pt x="1146594" y="50876"/>
                </a:lnTo>
                <a:lnTo>
                  <a:pt x="1129855" y="93446"/>
                </a:lnTo>
                <a:lnTo>
                  <a:pt x="1111681" y="132016"/>
                </a:lnTo>
                <a:lnTo>
                  <a:pt x="1091946" y="166319"/>
                </a:lnTo>
                <a:lnTo>
                  <a:pt x="1100785" y="170865"/>
                </a:lnTo>
                <a:lnTo>
                  <a:pt x="1108900" y="175272"/>
                </a:lnTo>
                <a:lnTo>
                  <a:pt x="1116164" y="179387"/>
                </a:lnTo>
                <a:lnTo>
                  <a:pt x="1122426" y="183083"/>
                </a:lnTo>
                <a:lnTo>
                  <a:pt x="1132471" y="166458"/>
                </a:lnTo>
                <a:lnTo>
                  <a:pt x="1142238" y="148551"/>
                </a:lnTo>
                <a:lnTo>
                  <a:pt x="1152004" y="129209"/>
                </a:lnTo>
                <a:lnTo>
                  <a:pt x="1162050" y="108305"/>
                </a:lnTo>
                <a:lnTo>
                  <a:pt x="1279499" y="108305"/>
                </a:lnTo>
                <a:lnTo>
                  <a:pt x="1278343" y="176987"/>
                </a:lnTo>
                <a:lnTo>
                  <a:pt x="1277061" y="230517"/>
                </a:lnTo>
                <a:lnTo>
                  <a:pt x="1275435" y="280174"/>
                </a:lnTo>
                <a:lnTo>
                  <a:pt x="1273695" y="319900"/>
                </a:lnTo>
                <a:lnTo>
                  <a:pt x="1268209" y="368871"/>
                </a:lnTo>
                <a:lnTo>
                  <a:pt x="1229207" y="392061"/>
                </a:lnTo>
                <a:lnTo>
                  <a:pt x="1210525" y="391744"/>
                </a:lnTo>
                <a:lnTo>
                  <a:pt x="1191018" y="390728"/>
                </a:lnTo>
                <a:lnTo>
                  <a:pt x="1170381" y="388835"/>
                </a:lnTo>
                <a:lnTo>
                  <a:pt x="1148334" y="385965"/>
                </a:lnTo>
                <a:lnTo>
                  <a:pt x="1150353" y="395147"/>
                </a:lnTo>
                <a:lnTo>
                  <a:pt x="1151953" y="404634"/>
                </a:lnTo>
                <a:lnTo>
                  <a:pt x="1153261" y="414680"/>
                </a:lnTo>
                <a:lnTo>
                  <a:pt x="1154430" y="425589"/>
                </a:lnTo>
                <a:lnTo>
                  <a:pt x="1195400" y="427685"/>
                </a:lnTo>
                <a:lnTo>
                  <a:pt x="1215555" y="428371"/>
                </a:lnTo>
                <a:lnTo>
                  <a:pt x="1235303" y="428637"/>
                </a:lnTo>
                <a:lnTo>
                  <a:pt x="1266228" y="424345"/>
                </a:lnTo>
                <a:lnTo>
                  <a:pt x="1301076" y="392061"/>
                </a:lnTo>
                <a:lnTo>
                  <a:pt x="1309331" y="335622"/>
                </a:lnTo>
                <a:lnTo>
                  <a:pt x="1311694" y="259321"/>
                </a:lnTo>
                <a:lnTo>
                  <a:pt x="1313078" y="207467"/>
                </a:lnTo>
                <a:lnTo>
                  <a:pt x="1314500" y="148551"/>
                </a:lnTo>
                <a:lnTo>
                  <a:pt x="1315377" y="108305"/>
                </a:lnTo>
                <a:lnTo>
                  <a:pt x="1316075" y="763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490019" y="1936305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90019" y="1936305"/>
            <a:ext cx="234950" cy="313690"/>
          </a:xfrm>
          <a:custGeom>
            <a:avLst/>
            <a:gdLst/>
            <a:ahLst/>
            <a:cxnLst/>
            <a:rect l="l" t="t" r="r" b="b"/>
            <a:pathLst>
              <a:path w="234950" h="313689">
                <a:moveTo>
                  <a:pt x="234784" y="0"/>
                </a:moveTo>
                <a:lnTo>
                  <a:pt x="198208" y="0"/>
                </a:lnTo>
                <a:lnTo>
                  <a:pt x="198208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8208" y="170180"/>
                </a:lnTo>
                <a:lnTo>
                  <a:pt x="198208" y="313690"/>
                </a:lnTo>
                <a:lnTo>
                  <a:pt x="234784" y="313690"/>
                </a:lnTo>
                <a:lnTo>
                  <a:pt x="234784" y="170180"/>
                </a:lnTo>
                <a:lnTo>
                  <a:pt x="234784" y="137160"/>
                </a:lnTo>
                <a:lnTo>
                  <a:pt x="234784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775198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91440" y="31750"/>
                </a:lnTo>
                <a:lnTo>
                  <a:pt x="91440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043612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7244" y="0"/>
                </a:lnTo>
                <a:lnTo>
                  <a:pt x="65661" y="41148"/>
                </a:lnTo>
                <a:lnTo>
                  <a:pt x="33528" y="41148"/>
                </a:lnTo>
                <a:lnTo>
                  <a:pt x="33766" y="51984"/>
                </a:lnTo>
                <a:lnTo>
                  <a:pt x="34338" y="67722"/>
                </a:lnTo>
                <a:lnTo>
                  <a:pt x="34813" y="83407"/>
                </a:lnTo>
                <a:lnTo>
                  <a:pt x="35034" y="102203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3630" y="256222"/>
                </a:moveTo>
                <a:lnTo>
                  <a:pt x="160115" y="256222"/>
                </a:lnTo>
                <a:lnTo>
                  <a:pt x="164425" y="244268"/>
                </a:lnTo>
                <a:lnTo>
                  <a:pt x="168306" y="233743"/>
                </a:lnTo>
                <a:lnTo>
                  <a:pt x="171902" y="224932"/>
                </a:lnTo>
                <a:lnTo>
                  <a:pt x="175355" y="218122"/>
                </a:lnTo>
                <a:lnTo>
                  <a:pt x="272986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5178" y="41148"/>
                </a:lnTo>
                <a:lnTo>
                  <a:pt x="282827" y="51720"/>
                </a:lnTo>
                <a:lnTo>
                  <a:pt x="280606" y="59817"/>
                </a:lnTo>
                <a:lnTo>
                  <a:pt x="278320" y="66436"/>
                </a:lnTo>
                <a:lnTo>
                  <a:pt x="276034" y="71628"/>
                </a:lnTo>
                <a:lnTo>
                  <a:pt x="193630" y="256222"/>
                </a:lnTo>
                <a:close/>
              </a:path>
              <a:path w="320675" h="314325">
                <a:moveTo>
                  <a:pt x="167735" y="314229"/>
                </a:moveTo>
                <a:lnTo>
                  <a:pt x="150971" y="314229"/>
                </a:lnTo>
                <a:lnTo>
                  <a:pt x="42672" y="73152"/>
                </a:lnTo>
                <a:lnTo>
                  <a:pt x="40386" y="67722"/>
                </a:lnTo>
                <a:lnTo>
                  <a:pt x="38100" y="60579"/>
                </a:lnTo>
                <a:lnTo>
                  <a:pt x="35762" y="51482"/>
                </a:lnTo>
                <a:lnTo>
                  <a:pt x="33528" y="41148"/>
                </a:lnTo>
                <a:lnTo>
                  <a:pt x="65661" y="41148"/>
                </a:lnTo>
                <a:lnTo>
                  <a:pt x="144875" y="218122"/>
                </a:lnTo>
                <a:lnTo>
                  <a:pt x="158591" y="256222"/>
                </a:lnTo>
                <a:lnTo>
                  <a:pt x="193630" y="256222"/>
                </a:lnTo>
                <a:lnTo>
                  <a:pt x="167735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89020"/>
                </a:lnTo>
                <a:lnTo>
                  <a:pt x="284035" y="74533"/>
                </a:lnTo>
                <a:lnTo>
                  <a:pt x="284940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446139" y="1935479"/>
            <a:ext cx="163830" cy="314960"/>
          </a:xfrm>
          <a:custGeom>
            <a:avLst/>
            <a:gdLst/>
            <a:ahLst/>
            <a:cxnLst/>
            <a:rect l="l" t="t" r="r" b="b"/>
            <a:pathLst>
              <a:path w="163829" h="314960">
                <a:moveTo>
                  <a:pt x="163258" y="280670"/>
                </a:moveTo>
                <a:lnTo>
                  <a:pt x="36664" y="280670"/>
                </a:lnTo>
                <a:lnTo>
                  <a:pt x="36664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3258" y="314960"/>
                </a:lnTo>
                <a:lnTo>
                  <a:pt x="163258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740550" y="1873186"/>
            <a:ext cx="1771014" cy="434975"/>
          </a:xfrm>
          <a:custGeom>
            <a:avLst/>
            <a:gdLst/>
            <a:ahLst/>
            <a:cxnLst/>
            <a:rect l="l" t="t" r="r" b="b"/>
            <a:pathLst>
              <a:path w="1771015" h="434975">
                <a:moveTo>
                  <a:pt x="143357" y="15240"/>
                </a:moveTo>
                <a:lnTo>
                  <a:pt x="108204" y="3048"/>
                </a:lnTo>
                <a:lnTo>
                  <a:pt x="91389" y="49568"/>
                </a:lnTo>
                <a:lnTo>
                  <a:pt x="72085" y="93865"/>
                </a:lnTo>
                <a:lnTo>
                  <a:pt x="50380" y="135978"/>
                </a:lnTo>
                <a:lnTo>
                  <a:pt x="26327" y="175869"/>
                </a:lnTo>
                <a:lnTo>
                  <a:pt x="0" y="213563"/>
                </a:lnTo>
                <a:lnTo>
                  <a:pt x="4521" y="223824"/>
                </a:lnTo>
                <a:lnTo>
                  <a:pt x="8763" y="233946"/>
                </a:lnTo>
                <a:lnTo>
                  <a:pt x="12433" y="243814"/>
                </a:lnTo>
                <a:lnTo>
                  <a:pt x="15240" y="253276"/>
                </a:lnTo>
                <a:lnTo>
                  <a:pt x="28689" y="235534"/>
                </a:lnTo>
                <a:lnTo>
                  <a:pt x="41719" y="216801"/>
                </a:lnTo>
                <a:lnTo>
                  <a:pt x="54457" y="197243"/>
                </a:lnTo>
                <a:lnTo>
                  <a:pt x="67056" y="176987"/>
                </a:lnTo>
                <a:lnTo>
                  <a:pt x="67056" y="434733"/>
                </a:lnTo>
                <a:lnTo>
                  <a:pt x="103632" y="434733"/>
                </a:lnTo>
                <a:lnTo>
                  <a:pt x="103632" y="176987"/>
                </a:lnTo>
                <a:lnTo>
                  <a:pt x="103632" y="109829"/>
                </a:lnTo>
                <a:lnTo>
                  <a:pt x="113906" y="87566"/>
                </a:lnTo>
                <a:lnTo>
                  <a:pt x="124066" y="64287"/>
                </a:lnTo>
                <a:lnTo>
                  <a:pt x="133934" y="40132"/>
                </a:lnTo>
                <a:lnTo>
                  <a:pt x="143357" y="15240"/>
                </a:lnTo>
                <a:close/>
              </a:path>
              <a:path w="1771015" h="434975">
                <a:moveTo>
                  <a:pt x="404152" y="82397"/>
                </a:moveTo>
                <a:lnTo>
                  <a:pt x="383781" y="64643"/>
                </a:lnTo>
                <a:lnTo>
                  <a:pt x="363867" y="47866"/>
                </a:lnTo>
                <a:lnTo>
                  <a:pt x="344258" y="31953"/>
                </a:lnTo>
                <a:lnTo>
                  <a:pt x="324802" y="16764"/>
                </a:lnTo>
                <a:lnTo>
                  <a:pt x="301942" y="39624"/>
                </a:lnTo>
                <a:lnTo>
                  <a:pt x="321132" y="55994"/>
                </a:lnTo>
                <a:lnTo>
                  <a:pt x="340042" y="73050"/>
                </a:lnTo>
                <a:lnTo>
                  <a:pt x="358952" y="90944"/>
                </a:lnTo>
                <a:lnTo>
                  <a:pt x="378142" y="109829"/>
                </a:lnTo>
                <a:lnTo>
                  <a:pt x="404152" y="82397"/>
                </a:lnTo>
                <a:close/>
              </a:path>
              <a:path w="1771015" h="434975">
                <a:moveTo>
                  <a:pt x="440728" y="320332"/>
                </a:moveTo>
                <a:lnTo>
                  <a:pt x="432460" y="317779"/>
                </a:lnTo>
                <a:lnTo>
                  <a:pt x="423773" y="314807"/>
                </a:lnTo>
                <a:lnTo>
                  <a:pt x="405676" y="308140"/>
                </a:lnTo>
                <a:lnTo>
                  <a:pt x="402221" y="327037"/>
                </a:lnTo>
                <a:lnTo>
                  <a:pt x="391858" y="378345"/>
                </a:lnTo>
                <a:lnTo>
                  <a:pt x="375145" y="393128"/>
                </a:lnTo>
                <a:lnTo>
                  <a:pt x="365950" y="390537"/>
                </a:lnTo>
                <a:lnTo>
                  <a:pt x="317106" y="338455"/>
                </a:lnTo>
                <a:lnTo>
                  <a:pt x="298361" y="295211"/>
                </a:lnTo>
                <a:lnTo>
                  <a:pt x="283197" y="240385"/>
                </a:lnTo>
                <a:lnTo>
                  <a:pt x="271995" y="176987"/>
                </a:lnTo>
                <a:lnTo>
                  <a:pt x="271462" y="173939"/>
                </a:lnTo>
                <a:lnTo>
                  <a:pt x="431584" y="155638"/>
                </a:lnTo>
                <a:lnTo>
                  <a:pt x="430123" y="140309"/>
                </a:lnTo>
                <a:lnTo>
                  <a:pt x="428536" y="123545"/>
                </a:lnTo>
                <a:lnTo>
                  <a:pt x="268414" y="140309"/>
                </a:lnTo>
                <a:lnTo>
                  <a:pt x="265531" y="106070"/>
                </a:lnTo>
                <a:lnTo>
                  <a:pt x="263652" y="72097"/>
                </a:lnTo>
                <a:lnTo>
                  <a:pt x="262674" y="40132"/>
                </a:lnTo>
                <a:lnTo>
                  <a:pt x="262559" y="31953"/>
                </a:lnTo>
                <a:lnTo>
                  <a:pt x="262318" y="6096"/>
                </a:lnTo>
                <a:lnTo>
                  <a:pt x="224129" y="6096"/>
                </a:lnTo>
                <a:lnTo>
                  <a:pt x="225310" y="45618"/>
                </a:lnTo>
                <a:lnTo>
                  <a:pt x="226796" y="81813"/>
                </a:lnTo>
                <a:lnTo>
                  <a:pt x="228841" y="114858"/>
                </a:lnTo>
                <a:lnTo>
                  <a:pt x="231749" y="144881"/>
                </a:lnTo>
                <a:lnTo>
                  <a:pt x="128117" y="155638"/>
                </a:lnTo>
                <a:lnTo>
                  <a:pt x="132689" y="187655"/>
                </a:lnTo>
                <a:lnTo>
                  <a:pt x="234797" y="176987"/>
                </a:lnTo>
                <a:lnTo>
                  <a:pt x="246849" y="246761"/>
                </a:lnTo>
                <a:lnTo>
                  <a:pt x="262648" y="305092"/>
                </a:lnTo>
                <a:lnTo>
                  <a:pt x="282448" y="351993"/>
                </a:lnTo>
                <a:lnTo>
                  <a:pt x="306514" y="387489"/>
                </a:lnTo>
                <a:lnTo>
                  <a:pt x="341185" y="420636"/>
                </a:lnTo>
                <a:lnTo>
                  <a:pt x="378142" y="433209"/>
                </a:lnTo>
                <a:lnTo>
                  <a:pt x="393941" y="430898"/>
                </a:lnTo>
                <a:lnTo>
                  <a:pt x="406996" y="423875"/>
                </a:lnTo>
                <a:lnTo>
                  <a:pt x="417461" y="411988"/>
                </a:lnTo>
                <a:lnTo>
                  <a:pt x="425488" y="395109"/>
                </a:lnTo>
                <a:lnTo>
                  <a:pt x="425983" y="393128"/>
                </a:lnTo>
                <a:lnTo>
                  <a:pt x="429780" y="378345"/>
                </a:lnTo>
                <a:lnTo>
                  <a:pt x="433679" y="360006"/>
                </a:lnTo>
                <a:lnTo>
                  <a:pt x="437273" y="340588"/>
                </a:lnTo>
                <a:lnTo>
                  <a:pt x="440728" y="320332"/>
                </a:lnTo>
                <a:close/>
              </a:path>
              <a:path w="1771015" h="434975">
                <a:moveTo>
                  <a:pt x="628269" y="44297"/>
                </a:moveTo>
                <a:lnTo>
                  <a:pt x="465112" y="44297"/>
                </a:lnTo>
                <a:lnTo>
                  <a:pt x="465112" y="76301"/>
                </a:lnTo>
                <a:lnTo>
                  <a:pt x="529120" y="76301"/>
                </a:lnTo>
                <a:lnTo>
                  <a:pt x="515683" y="122897"/>
                </a:lnTo>
                <a:lnTo>
                  <a:pt x="498259" y="166649"/>
                </a:lnTo>
                <a:lnTo>
                  <a:pt x="476821" y="207543"/>
                </a:lnTo>
                <a:lnTo>
                  <a:pt x="451396" y="245554"/>
                </a:lnTo>
                <a:lnTo>
                  <a:pt x="457695" y="254444"/>
                </a:lnTo>
                <a:lnTo>
                  <a:pt x="463016" y="262597"/>
                </a:lnTo>
                <a:lnTo>
                  <a:pt x="467461" y="269875"/>
                </a:lnTo>
                <a:lnTo>
                  <a:pt x="471208" y="276136"/>
                </a:lnTo>
                <a:lnTo>
                  <a:pt x="477799" y="267208"/>
                </a:lnTo>
                <a:lnTo>
                  <a:pt x="483971" y="258406"/>
                </a:lnTo>
                <a:lnTo>
                  <a:pt x="489851" y="249301"/>
                </a:lnTo>
                <a:lnTo>
                  <a:pt x="495592" y="239458"/>
                </a:lnTo>
                <a:lnTo>
                  <a:pt x="495592" y="422541"/>
                </a:lnTo>
                <a:lnTo>
                  <a:pt x="526072" y="422541"/>
                </a:lnTo>
                <a:lnTo>
                  <a:pt x="526072" y="387489"/>
                </a:lnTo>
                <a:lnTo>
                  <a:pt x="581025" y="387489"/>
                </a:lnTo>
                <a:lnTo>
                  <a:pt x="581025" y="416445"/>
                </a:lnTo>
                <a:lnTo>
                  <a:pt x="613029" y="416445"/>
                </a:lnTo>
                <a:lnTo>
                  <a:pt x="613029" y="387489"/>
                </a:lnTo>
                <a:lnTo>
                  <a:pt x="613029" y="358533"/>
                </a:lnTo>
                <a:lnTo>
                  <a:pt x="613029" y="208978"/>
                </a:lnTo>
                <a:lnTo>
                  <a:pt x="613029" y="180022"/>
                </a:lnTo>
                <a:lnTo>
                  <a:pt x="581025" y="180022"/>
                </a:lnTo>
                <a:lnTo>
                  <a:pt x="581025" y="208978"/>
                </a:lnTo>
                <a:lnTo>
                  <a:pt x="581025" y="358533"/>
                </a:lnTo>
                <a:lnTo>
                  <a:pt x="526072" y="358533"/>
                </a:lnTo>
                <a:lnTo>
                  <a:pt x="526072" y="239458"/>
                </a:lnTo>
                <a:lnTo>
                  <a:pt x="526072" y="208978"/>
                </a:lnTo>
                <a:lnTo>
                  <a:pt x="581025" y="208978"/>
                </a:lnTo>
                <a:lnTo>
                  <a:pt x="581025" y="180022"/>
                </a:lnTo>
                <a:lnTo>
                  <a:pt x="527596" y="180022"/>
                </a:lnTo>
                <a:lnTo>
                  <a:pt x="538264" y="155460"/>
                </a:lnTo>
                <a:lnTo>
                  <a:pt x="547484" y="129882"/>
                </a:lnTo>
                <a:lnTo>
                  <a:pt x="555548" y="103441"/>
                </a:lnTo>
                <a:lnTo>
                  <a:pt x="562737" y="76301"/>
                </a:lnTo>
                <a:lnTo>
                  <a:pt x="628269" y="76301"/>
                </a:lnTo>
                <a:lnTo>
                  <a:pt x="628269" y="44297"/>
                </a:lnTo>
                <a:close/>
              </a:path>
              <a:path w="1771015" h="434975">
                <a:moveTo>
                  <a:pt x="815911" y="295948"/>
                </a:moveTo>
                <a:lnTo>
                  <a:pt x="629793" y="295948"/>
                </a:lnTo>
                <a:lnTo>
                  <a:pt x="629793" y="327952"/>
                </a:lnTo>
                <a:lnTo>
                  <a:pt x="815911" y="327952"/>
                </a:lnTo>
                <a:lnTo>
                  <a:pt x="815911" y="295948"/>
                </a:lnTo>
                <a:close/>
              </a:path>
              <a:path w="1771015" h="434975">
                <a:moveTo>
                  <a:pt x="872299" y="205930"/>
                </a:moveTo>
                <a:lnTo>
                  <a:pt x="825055" y="205930"/>
                </a:lnTo>
                <a:lnTo>
                  <a:pt x="843343" y="28956"/>
                </a:lnTo>
                <a:lnTo>
                  <a:pt x="645033" y="28956"/>
                </a:lnTo>
                <a:lnTo>
                  <a:pt x="645033" y="61061"/>
                </a:lnTo>
                <a:lnTo>
                  <a:pt x="806678" y="61061"/>
                </a:lnTo>
                <a:lnTo>
                  <a:pt x="792962" y="205930"/>
                </a:lnTo>
                <a:lnTo>
                  <a:pt x="689330" y="205930"/>
                </a:lnTo>
                <a:lnTo>
                  <a:pt x="701522" y="76301"/>
                </a:lnTo>
                <a:lnTo>
                  <a:pt x="667893" y="76301"/>
                </a:lnTo>
                <a:lnTo>
                  <a:pt x="654177" y="236410"/>
                </a:lnTo>
                <a:lnTo>
                  <a:pt x="837247" y="236410"/>
                </a:lnTo>
                <a:lnTo>
                  <a:pt x="836079" y="269595"/>
                </a:lnTo>
                <a:lnTo>
                  <a:pt x="833208" y="327952"/>
                </a:lnTo>
                <a:lnTo>
                  <a:pt x="828001" y="369912"/>
                </a:lnTo>
                <a:lnTo>
                  <a:pt x="794753" y="390499"/>
                </a:lnTo>
                <a:lnTo>
                  <a:pt x="780199" y="390486"/>
                </a:lnTo>
                <a:lnTo>
                  <a:pt x="764768" y="390156"/>
                </a:lnTo>
                <a:lnTo>
                  <a:pt x="748195" y="389242"/>
                </a:lnTo>
                <a:lnTo>
                  <a:pt x="730478" y="387489"/>
                </a:lnTo>
                <a:lnTo>
                  <a:pt x="732497" y="397484"/>
                </a:lnTo>
                <a:lnTo>
                  <a:pt x="734098" y="406920"/>
                </a:lnTo>
                <a:lnTo>
                  <a:pt x="735406" y="415772"/>
                </a:lnTo>
                <a:lnTo>
                  <a:pt x="736574" y="424065"/>
                </a:lnTo>
                <a:lnTo>
                  <a:pt x="754519" y="424294"/>
                </a:lnTo>
                <a:lnTo>
                  <a:pt x="787577" y="425348"/>
                </a:lnTo>
                <a:lnTo>
                  <a:pt x="802106" y="425589"/>
                </a:lnTo>
                <a:lnTo>
                  <a:pt x="828421" y="421347"/>
                </a:lnTo>
                <a:lnTo>
                  <a:pt x="858520" y="390537"/>
                </a:lnTo>
                <a:lnTo>
                  <a:pt x="866724" y="325437"/>
                </a:lnTo>
                <a:lnTo>
                  <a:pt x="870254" y="248259"/>
                </a:lnTo>
                <a:lnTo>
                  <a:pt x="872299" y="205930"/>
                </a:lnTo>
                <a:close/>
              </a:path>
              <a:path w="1771015" h="434975">
                <a:moveTo>
                  <a:pt x="1058227" y="335572"/>
                </a:moveTo>
                <a:lnTo>
                  <a:pt x="1019340" y="344474"/>
                </a:lnTo>
                <a:lnTo>
                  <a:pt x="940955" y="361149"/>
                </a:lnTo>
                <a:lnTo>
                  <a:pt x="901153" y="369201"/>
                </a:lnTo>
                <a:lnTo>
                  <a:pt x="910297" y="402729"/>
                </a:lnTo>
                <a:lnTo>
                  <a:pt x="984681" y="384822"/>
                </a:lnTo>
                <a:lnTo>
                  <a:pt x="1020978" y="376580"/>
                </a:lnTo>
                <a:lnTo>
                  <a:pt x="1056703" y="369201"/>
                </a:lnTo>
                <a:lnTo>
                  <a:pt x="1056932" y="361149"/>
                </a:lnTo>
                <a:lnTo>
                  <a:pt x="1057986" y="343827"/>
                </a:lnTo>
                <a:lnTo>
                  <a:pt x="1058227" y="335572"/>
                </a:lnTo>
                <a:close/>
              </a:path>
              <a:path w="1771015" h="434975">
                <a:moveTo>
                  <a:pt x="1058227" y="111353"/>
                </a:moveTo>
                <a:lnTo>
                  <a:pt x="1026223" y="96113"/>
                </a:lnTo>
                <a:lnTo>
                  <a:pt x="1018222" y="110693"/>
                </a:lnTo>
                <a:lnTo>
                  <a:pt x="1010221" y="124701"/>
                </a:lnTo>
                <a:lnTo>
                  <a:pt x="980770" y="151955"/>
                </a:lnTo>
                <a:lnTo>
                  <a:pt x="942403" y="152590"/>
                </a:lnTo>
                <a:lnTo>
                  <a:pt x="958380" y="126580"/>
                </a:lnTo>
                <a:lnTo>
                  <a:pt x="976503" y="94589"/>
                </a:lnTo>
                <a:lnTo>
                  <a:pt x="996619" y="56883"/>
                </a:lnTo>
                <a:lnTo>
                  <a:pt x="1018603" y="13716"/>
                </a:lnTo>
                <a:lnTo>
                  <a:pt x="986599" y="0"/>
                </a:lnTo>
                <a:lnTo>
                  <a:pt x="964933" y="47498"/>
                </a:lnTo>
                <a:lnTo>
                  <a:pt x="943533" y="89255"/>
                </a:lnTo>
                <a:lnTo>
                  <a:pt x="922693" y="125298"/>
                </a:lnTo>
                <a:lnTo>
                  <a:pt x="902677" y="155638"/>
                </a:lnTo>
                <a:lnTo>
                  <a:pt x="910297" y="184594"/>
                </a:lnTo>
                <a:lnTo>
                  <a:pt x="977455" y="180022"/>
                </a:lnTo>
                <a:lnTo>
                  <a:pt x="958621" y="209791"/>
                </a:lnTo>
                <a:lnTo>
                  <a:pt x="941057" y="235127"/>
                </a:lnTo>
                <a:lnTo>
                  <a:pt x="924902" y="256184"/>
                </a:lnTo>
                <a:lnTo>
                  <a:pt x="910297" y="273088"/>
                </a:lnTo>
                <a:lnTo>
                  <a:pt x="917917" y="305092"/>
                </a:lnTo>
                <a:lnTo>
                  <a:pt x="957986" y="298780"/>
                </a:lnTo>
                <a:lnTo>
                  <a:pt x="1050607" y="285280"/>
                </a:lnTo>
                <a:lnTo>
                  <a:pt x="1050874" y="277037"/>
                </a:lnTo>
                <a:lnTo>
                  <a:pt x="1051560" y="268516"/>
                </a:lnTo>
                <a:lnTo>
                  <a:pt x="1051737" y="266992"/>
                </a:lnTo>
                <a:lnTo>
                  <a:pt x="1052537" y="259994"/>
                </a:lnTo>
                <a:lnTo>
                  <a:pt x="1053655" y="251752"/>
                </a:lnTo>
                <a:lnTo>
                  <a:pt x="1033932" y="255206"/>
                </a:lnTo>
                <a:lnTo>
                  <a:pt x="957643" y="266992"/>
                </a:lnTo>
                <a:lnTo>
                  <a:pt x="982789" y="230644"/>
                </a:lnTo>
                <a:lnTo>
                  <a:pt x="1007935" y="192595"/>
                </a:lnTo>
                <a:lnTo>
                  <a:pt x="1015885" y="180022"/>
                </a:lnTo>
                <a:lnTo>
                  <a:pt x="1033233" y="152590"/>
                </a:lnTo>
                <a:lnTo>
                  <a:pt x="1058227" y="111353"/>
                </a:lnTo>
                <a:close/>
              </a:path>
              <a:path w="1771015" h="434975">
                <a:moveTo>
                  <a:pt x="1309878" y="256324"/>
                </a:moveTo>
                <a:lnTo>
                  <a:pt x="1276350" y="256324"/>
                </a:lnTo>
                <a:lnTo>
                  <a:pt x="1276350" y="286804"/>
                </a:lnTo>
                <a:lnTo>
                  <a:pt x="1276350" y="376821"/>
                </a:lnTo>
                <a:lnTo>
                  <a:pt x="1113193" y="376821"/>
                </a:lnTo>
                <a:lnTo>
                  <a:pt x="1113193" y="286804"/>
                </a:lnTo>
                <a:lnTo>
                  <a:pt x="1276350" y="286804"/>
                </a:lnTo>
                <a:lnTo>
                  <a:pt x="1276350" y="256324"/>
                </a:lnTo>
                <a:lnTo>
                  <a:pt x="1079665" y="256324"/>
                </a:lnTo>
                <a:lnTo>
                  <a:pt x="1079665" y="434733"/>
                </a:lnTo>
                <a:lnTo>
                  <a:pt x="1113193" y="434733"/>
                </a:lnTo>
                <a:lnTo>
                  <a:pt x="1113193" y="407301"/>
                </a:lnTo>
                <a:lnTo>
                  <a:pt x="1276350" y="407301"/>
                </a:lnTo>
                <a:lnTo>
                  <a:pt x="1276350" y="434733"/>
                </a:lnTo>
                <a:lnTo>
                  <a:pt x="1309878" y="434733"/>
                </a:lnTo>
                <a:lnTo>
                  <a:pt x="1309878" y="407301"/>
                </a:lnTo>
                <a:lnTo>
                  <a:pt x="1309878" y="376821"/>
                </a:lnTo>
                <a:lnTo>
                  <a:pt x="1309878" y="286804"/>
                </a:lnTo>
                <a:lnTo>
                  <a:pt x="1309878" y="256324"/>
                </a:lnTo>
                <a:close/>
              </a:path>
              <a:path w="1771015" h="434975">
                <a:moveTo>
                  <a:pt x="1335786" y="73253"/>
                </a:moveTo>
                <a:lnTo>
                  <a:pt x="1212342" y="73253"/>
                </a:lnTo>
                <a:lnTo>
                  <a:pt x="1212342" y="3048"/>
                </a:lnTo>
                <a:lnTo>
                  <a:pt x="1177201" y="3048"/>
                </a:lnTo>
                <a:lnTo>
                  <a:pt x="1177201" y="73253"/>
                </a:lnTo>
                <a:lnTo>
                  <a:pt x="1056703" y="73253"/>
                </a:lnTo>
                <a:lnTo>
                  <a:pt x="1056703" y="105257"/>
                </a:lnTo>
                <a:lnTo>
                  <a:pt x="1177201" y="105257"/>
                </a:lnTo>
                <a:lnTo>
                  <a:pt x="1177201" y="172402"/>
                </a:lnTo>
                <a:lnTo>
                  <a:pt x="1070508" y="172402"/>
                </a:lnTo>
                <a:lnTo>
                  <a:pt x="1070508" y="204406"/>
                </a:lnTo>
                <a:lnTo>
                  <a:pt x="1319022" y="204406"/>
                </a:lnTo>
                <a:lnTo>
                  <a:pt x="1319022" y="172402"/>
                </a:lnTo>
                <a:lnTo>
                  <a:pt x="1212342" y="172402"/>
                </a:lnTo>
                <a:lnTo>
                  <a:pt x="1212342" y="105257"/>
                </a:lnTo>
                <a:lnTo>
                  <a:pt x="1335786" y="105257"/>
                </a:lnTo>
                <a:lnTo>
                  <a:pt x="1335786" y="73253"/>
                </a:lnTo>
                <a:close/>
              </a:path>
              <a:path w="1771015" h="434975">
                <a:moveTo>
                  <a:pt x="1518856" y="228803"/>
                </a:moveTo>
                <a:lnTo>
                  <a:pt x="1487411" y="199847"/>
                </a:lnTo>
                <a:lnTo>
                  <a:pt x="1456270" y="172415"/>
                </a:lnTo>
                <a:lnTo>
                  <a:pt x="1444078" y="184607"/>
                </a:lnTo>
                <a:lnTo>
                  <a:pt x="1444078" y="125069"/>
                </a:lnTo>
                <a:lnTo>
                  <a:pt x="1502092" y="125069"/>
                </a:lnTo>
                <a:lnTo>
                  <a:pt x="1502092" y="96113"/>
                </a:lnTo>
                <a:lnTo>
                  <a:pt x="1444078" y="96113"/>
                </a:lnTo>
                <a:lnTo>
                  <a:pt x="1444078" y="9144"/>
                </a:lnTo>
                <a:lnTo>
                  <a:pt x="1415122" y="9144"/>
                </a:lnTo>
                <a:lnTo>
                  <a:pt x="1415122" y="96113"/>
                </a:lnTo>
                <a:lnTo>
                  <a:pt x="1352638" y="96113"/>
                </a:lnTo>
                <a:lnTo>
                  <a:pt x="1352638" y="125069"/>
                </a:lnTo>
                <a:lnTo>
                  <a:pt x="1413598" y="125069"/>
                </a:lnTo>
                <a:lnTo>
                  <a:pt x="1402740" y="166560"/>
                </a:lnTo>
                <a:lnTo>
                  <a:pt x="1388452" y="206324"/>
                </a:lnTo>
                <a:lnTo>
                  <a:pt x="1370736" y="244360"/>
                </a:lnTo>
                <a:lnTo>
                  <a:pt x="1349590" y="280708"/>
                </a:lnTo>
                <a:lnTo>
                  <a:pt x="1353883" y="290728"/>
                </a:lnTo>
                <a:lnTo>
                  <a:pt x="1357591" y="300329"/>
                </a:lnTo>
                <a:lnTo>
                  <a:pt x="1360741" y="309638"/>
                </a:lnTo>
                <a:lnTo>
                  <a:pt x="1363306" y="318808"/>
                </a:lnTo>
                <a:lnTo>
                  <a:pt x="1377619" y="296519"/>
                </a:lnTo>
                <a:lnTo>
                  <a:pt x="1390929" y="270789"/>
                </a:lnTo>
                <a:lnTo>
                  <a:pt x="1403388" y="241617"/>
                </a:lnTo>
                <a:lnTo>
                  <a:pt x="1415122" y="208991"/>
                </a:lnTo>
                <a:lnTo>
                  <a:pt x="1415122" y="434733"/>
                </a:lnTo>
                <a:lnTo>
                  <a:pt x="1444078" y="434733"/>
                </a:lnTo>
                <a:lnTo>
                  <a:pt x="1444078" y="208991"/>
                </a:lnTo>
                <a:lnTo>
                  <a:pt x="1444078" y="199847"/>
                </a:lnTo>
                <a:lnTo>
                  <a:pt x="1456677" y="211823"/>
                </a:lnTo>
                <a:lnTo>
                  <a:pt x="1469428" y="224802"/>
                </a:lnTo>
                <a:lnTo>
                  <a:pt x="1482483" y="238671"/>
                </a:lnTo>
                <a:lnTo>
                  <a:pt x="1495996" y="253276"/>
                </a:lnTo>
                <a:lnTo>
                  <a:pt x="1518856" y="228803"/>
                </a:lnTo>
                <a:close/>
              </a:path>
              <a:path w="1771015" h="434975">
                <a:moveTo>
                  <a:pt x="1712506" y="324904"/>
                </a:moveTo>
                <a:lnTo>
                  <a:pt x="1708467" y="317284"/>
                </a:lnTo>
                <a:lnTo>
                  <a:pt x="1696351" y="294424"/>
                </a:lnTo>
                <a:lnTo>
                  <a:pt x="1695373" y="292569"/>
                </a:lnTo>
                <a:lnTo>
                  <a:pt x="1678406" y="261797"/>
                </a:lnTo>
                <a:lnTo>
                  <a:pt x="1661706" y="232460"/>
                </a:lnTo>
                <a:lnTo>
                  <a:pt x="1645450" y="204419"/>
                </a:lnTo>
                <a:lnTo>
                  <a:pt x="1619440" y="218135"/>
                </a:lnTo>
                <a:lnTo>
                  <a:pt x="1629498" y="236410"/>
                </a:lnTo>
                <a:lnTo>
                  <a:pt x="1638960" y="254558"/>
                </a:lnTo>
                <a:lnTo>
                  <a:pt x="1647825" y="272427"/>
                </a:lnTo>
                <a:lnTo>
                  <a:pt x="1656118" y="289852"/>
                </a:lnTo>
                <a:lnTo>
                  <a:pt x="1552384" y="294424"/>
                </a:lnTo>
                <a:lnTo>
                  <a:pt x="1577835" y="252907"/>
                </a:lnTo>
                <a:lnTo>
                  <a:pt x="1599450" y="215277"/>
                </a:lnTo>
                <a:lnTo>
                  <a:pt x="1617357" y="181381"/>
                </a:lnTo>
                <a:lnTo>
                  <a:pt x="1631734" y="151066"/>
                </a:lnTo>
                <a:lnTo>
                  <a:pt x="1598104" y="137261"/>
                </a:lnTo>
                <a:lnTo>
                  <a:pt x="1580934" y="176987"/>
                </a:lnTo>
                <a:lnTo>
                  <a:pt x="1563624" y="213563"/>
                </a:lnTo>
                <a:lnTo>
                  <a:pt x="1528000" y="276136"/>
                </a:lnTo>
                <a:lnTo>
                  <a:pt x="1503616" y="300520"/>
                </a:lnTo>
                <a:lnTo>
                  <a:pt x="1518856" y="332524"/>
                </a:lnTo>
                <a:lnTo>
                  <a:pt x="1530807" y="329615"/>
                </a:lnTo>
                <a:lnTo>
                  <a:pt x="1541335" y="327571"/>
                </a:lnTo>
                <a:lnTo>
                  <a:pt x="1556956" y="324904"/>
                </a:lnTo>
                <a:lnTo>
                  <a:pt x="1669834" y="317284"/>
                </a:lnTo>
                <a:lnTo>
                  <a:pt x="1672996" y="323240"/>
                </a:lnTo>
                <a:lnTo>
                  <a:pt x="1675739" y="329476"/>
                </a:lnTo>
                <a:lnTo>
                  <a:pt x="1678190" y="335711"/>
                </a:lnTo>
                <a:lnTo>
                  <a:pt x="1680502" y="341668"/>
                </a:lnTo>
                <a:lnTo>
                  <a:pt x="1712506" y="324904"/>
                </a:lnTo>
                <a:close/>
              </a:path>
              <a:path w="1771015" h="434975">
                <a:moveTo>
                  <a:pt x="1770507" y="71729"/>
                </a:moveTo>
                <a:lnTo>
                  <a:pt x="1581340" y="71729"/>
                </a:lnTo>
                <a:lnTo>
                  <a:pt x="1587296" y="57975"/>
                </a:lnTo>
                <a:lnTo>
                  <a:pt x="1593532" y="44056"/>
                </a:lnTo>
                <a:lnTo>
                  <a:pt x="1599768" y="29857"/>
                </a:lnTo>
                <a:lnTo>
                  <a:pt x="1605724" y="15240"/>
                </a:lnTo>
                <a:lnTo>
                  <a:pt x="1572196" y="3048"/>
                </a:lnTo>
                <a:lnTo>
                  <a:pt x="1556194" y="46520"/>
                </a:lnTo>
                <a:lnTo>
                  <a:pt x="1537906" y="87541"/>
                </a:lnTo>
                <a:lnTo>
                  <a:pt x="1517332" y="125984"/>
                </a:lnTo>
                <a:lnTo>
                  <a:pt x="1494472" y="161734"/>
                </a:lnTo>
                <a:lnTo>
                  <a:pt x="1502168" y="166319"/>
                </a:lnTo>
                <a:lnTo>
                  <a:pt x="1509141" y="170891"/>
                </a:lnTo>
                <a:lnTo>
                  <a:pt x="1515262" y="175463"/>
                </a:lnTo>
                <a:lnTo>
                  <a:pt x="1520380" y="180035"/>
                </a:lnTo>
                <a:lnTo>
                  <a:pt x="1531810" y="163398"/>
                </a:lnTo>
                <a:lnTo>
                  <a:pt x="1543240" y="145313"/>
                </a:lnTo>
                <a:lnTo>
                  <a:pt x="1554670" y="125514"/>
                </a:lnTo>
                <a:lnTo>
                  <a:pt x="1566100" y="103733"/>
                </a:lnTo>
                <a:lnTo>
                  <a:pt x="1735366" y="103733"/>
                </a:lnTo>
                <a:lnTo>
                  <a:pt x="1733550" y="170891"/>
                </a:lnTo>
                <a:lnTo>
                  <a:pt x="1731962" y="223354"/>
                </a:lnTo>
                <a:lnTo>
                  <a:pt x="1730387" y="270789"/>
                </a:lnTo>
                <a:lnTo>
                  <a:pt x="1728825" y="314642"/>
                </a:lnTo>
                <a:lnTo>
                  <a:pt x="1726044" y="356933"/>
                </a:lnTo>
                <a:lnTo>
                  <a:pt x="1699552" y="391109"/>
                </a:lnTo>
                <a:lnTo>
                  <a:pt x="1674406" y="393585"/>
                </a:lnTo>
                <a:lnTo>
                  <a:pt x="1637055" y="391109"/>
                </a:lnTo>
                <a:lnTo>
                  <a:pt x="1616494" y="389509"/>
                </a:lnTo>
                <a:lnTo>
                  <a:pt x="1595056" y="387489"/>
                </a:lnTo>
                <a:lnTo>
                  <a:pt x="1597964" y="397725"/>
                </a:lnTo>
                <a:lnTo>
                  <a:pt x="1600009" y="407682"/>
                </a:lnTo>
                <a:lnTo>
                  <a:pt x="1601482" y="417055"/>
                </a:lnTo>
                <a:lnTo>
                  <a:pt x="1602676" y="425589"/>
                </a:lnTo>
                <a:lnTo>
                  <a:pt x="1640484" y="427685"/>
                </a:lnTo>
                <a:lnTo>
                  <a:pt x="1658493" y="428371"/>
                </a:lnTo>
                <a:lnTo>
                  <a:pt x="1675930" y="428637"/>
                </a:lnTo>
                <a:lnTo>
                  <a:pt x="1697075" y="427507"/>
                </a:lnTo>
                <a:lnTo>
                  <a:pt x="1739938" y="411873"/>
                </a:lnTo>
                <a:lnTo>
                  <a:pt x="1752155" y="393585"/>
                </a:lnTo>
                <a:lnTo>
                  <a:pt x="1755216" y="386715"/>
                </a:lnTo>
                <a:lnTo>
                  <a:pt x="1761363" y="347764"/>
                </a:lnTo>
                <a:lnTo>
                  <a:pt x="1764715" y="254558"/>
                </a:lnTo>
                <a:lnTo>
                  <a:pt x="1769516" y="103733"/>
                </a:lnTo>
                <a:lnTo>
                  <a:pt x="1770507" y="717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1299108" y="2518409"/>
            <a:ext cx="4023360" cy="439420"/>
          </a:xfrm>
          <a:custGeom>
            <a:avLst/>
            <a:gdLst/>
            <a:ahLst/>
            <a:cxnLst/>
            <a:rect l="l" t="t" r="r" b="b"/>
            <a:pathLst>
              <a:path w="4023360" h="439419">
                <a:moveTo>
                  <a:pt x="76288" y="358533"/>
                </a:moveTo>
                <a:lnTo>
                  <a:pt x="45808" y="346341"/>
                </a:lnTo>
                <a:lnTo>
                  <a:pt x="36385" y="367487"/>
                </a:lnTo>
                <a:lnTo>
                  <a:pt x="26377" y="387489"/>
                </a:lnTo>
                <a:lnTo>
                  <a:pt x="15773" y="406349"/>
                </a:lnTo>
                <a:lnTo>
                  <a:pt x="4572" y="424065"/>
                </a:lnTo>
                <a:lnTo>
                  <a:pt x="13233" y="427469"/>
                </a:lnTo>
                <a:lnTo>
                  <a:pt x="21196" y="430733"/>
                </a:lnTo>
                <a:lnTo>
                  <a:pt x="28867" y="433743"/>
                </a:lnTo>
                <a:lnTo>
                  <a:pt x="36664" y="436346"/>
                </a:lnTo>
                <a:lnTo>
                  <a:pt x="45224" y="421144"/>
                </a:lnTo>
                <a:lnTo>
                  <a:pt x="54762" y="403110"/>
                </a:lnTo>
                <a:lnTo>
                  <a:pt x="65176" y="382244"/>
                </a:lnTo>
                <a:lnTo>
                  <a:pt x="76288" y="358533"/>
                </a:lnTo>
                <a:close/>
              </a:path>
              <a:path w="4023360" h="439419">
                <a:moveTo>
                  <a:pt x="190690" y="414921"/>
                </a:moveTo>
                <a:lnTo>
                  <a:pt x="182397" y="398653"/>
                </a:lnTo>
                <a:lnTo>
                  <a:pt x="173532" y="381965"/>
                </a:lnTo>
                <a:lnTo>
                  <a:pt x="164071" y="364985"/>
                </a:lnTo>
                <a:lnTo>
                  <a:pt x="154012" y="347865"/>
                </a:lnTo>
                <a:lnTo>
                  <a:pt x="125056" y="360057"/>
                </a:lnTo>
                <a:lnTo>
                  <a:pt x="134162" y="377431"/>
                </a:lnTo>
                <a:lnTo>
                  <a:pt x="142976" y="395109"/>
                </a:lnTo>
                <a:lnTo>
                  <a:pt x="151244" y="412775"/>
                </a:lnTo>
                <a:lnTo>
                  <a:pt x="158686" y="430161"/>
                </a:lnTo>
                <a:lnTo>
                  <a:pt x="190690" y="414921"/>
                </a:lnTo>
                <a:close/>
              </a:path>
              <a:path w="4023360" h="439419">
                <a:moveTo>
                  <a:pt x="199834" y="88493"/>
                </a:moveTo>
                <a:lnTo>
                  <a:pt x="172402" y="88493"/>
                </a:lnTo>
                <a:lnTo>
                  <a:pt x="172402" y="112877"/>
                </a:lnTo>
                <a:lnTo>
                  <a:pt x="172402" y="138874"/>
                </a:lnTo>
                <a:lnTo>
                  <a:pt x="50380" y="138874"/>
                </a:lnTo>
                <a:lnTo>
                  <a:pt x="50380" y="112877"/>
                </a:lnTo>
                <a:lnTo>
                  <a:pt x="172402" y="112877"/>
                </a:lnTo>
                <a:lnTo>
                  <a:pt x="172402" y="88493"/>
                </a:lnTo>
                <a:lnTo>
                  <a:pt x="22948" y="88493"/>
                </a:lnTo>
                <a:lnTo>
                  <a:pt x="22948" y="172402"/>
                </a:lnTo>
                <a:lnTo>
                  <a:pt x="50380" y="172402"/>
                </a:lnTo>
                <a:lnTo>
                  <a:pt x="50380" y="163258"/>
                </a:lnTo>
                <a:lnTo>
                  <a:pt x="172402" y="163258"/>
                </a:lnTo>
                <a:lnTo>
                  <a:pt x="172402" y="172402"/>
                </a:lnTo>
                <a:lnTo>
                  <a:pt x="199834" y="172402"/>
                </a:lnTo>
                <a:lnTo>
                  <a:pt x="199834" y="163258"/>
                </a:lnTo>
                <a:lnTo>
                  <a:pt x="199834" y="138874"/>
                </a:lnTo>
                <a:lnTo>
                  <a:pt x="199834" y="112877"/>
                </a:lnTo>
                <a:lnTo>
                  <a:pt x="199834" y="88493"/>
                </a:lnTo>
                <a:close/>
              </a:path>
              <a:path w="4023360" h="439419">
                <a:moveTo>
                  <a:pt x="212026" y="277660"/>
                </a:moveTo>
                <a:lnTo>
                  <a:pt x="210502" y="251752"/>
                </a:lnTo>
                <a:lnTo>
                  <a:pt x="170865" y="254228"/>
                </a:lnTo>
                <a:lnTo>
                  <a:pt x="150888" y="255828"/>
                </a:lnTo>
                <a:lnTo>
                  <a:pt x="131152" y="257848"/>
                </a:lnTo>
                <a:lnTo>
                  <a:pt x="131152" y="253276"/>
                </a:lnTo>
                <a:lnTo>
                  <a:pt x="201358" y="216611"/>
                </a:lnTo>
                <a:lnTo>
                  <a:pt x="201358" y="189179"/>
                </a:lnTo>
                <a:lnTo>
                  <a:pt x="9144" y="189179"/>
                </a:lnTo>
                <a:lnTo>
                  <a:pt x="9144" y="213563"/>
                </a:lnTo>
                <a:lnTo>
                  <a:pt x="154012" y="213563"/>
                </a:lnTo>
                <a:lnTo>
                  <a:pt x="102196" y="242608"/>
                </a:lnTo>
                <a:lnTo>
                  <a:pt x="102196" y="259372"/>
                </a:lnTo>
                <a:lnTo>
                  <a:pt x="76174" y="260756"/>
                </a:lnTo>
                <a:lnTo>
                  <a:pt x="25222" y="264083"/>
                </a:lnTo>
                <a:lnTo>
                  <a:pt x="0" y="265468"/>
                </a:lnTo>
                <a:lnTo>
                  <a:pt x="7620" y="292900"/>
                </a:lnTo>
                <a:lnTo>
                  <a:pt x="79933" y="286689"/>
                </a:lnTo>
                <a:lnTo>
                  <a:pt x="102196" y="285280"/>
                </a:lnTo>
                <a:lnTo>
                  <a:pt x="82384" y="312712"/>
                </a:lnTo>
                <a:lnTo>
                  <a:pt x="71577" y="312432"/>
                </a:lnTo>
                <a:lnTo>
                  <a:pt x="59905" y="311569"/>
                </a:lnTo>
                <a:lnTo>
                  <a:pt x="47675" y="310146"/>
                </a:lnTo>
                <a:lnTo>
                  <a:pt x="35140" y="308140"/>
                </a:lnTo>
                <a:lnTo>
                  <a:pt x="37147" y="316141"/>
                </a:lnTo>
                <a:lnTo>
                  <a:pt x="38569" y="324154"/>
                </a:lnTo>
                <a:lnTo>
                  <a:pt x="39395" y="331812"/>
                </a:lnTo>
                <a:lnTo>
                  <a:pt x="39497" y="334149"/>
                </a:lnTo>
                <a:lnTo>
                  <a:pt x="39712" y="340245"/>
                </a:lnTo>
                <a:lnTo>
                  <a:pt x="51765" y="341122"/>
                </a:lnTo>
                <a:lnTo>
                  <a:pt x="62953" y="341579"/>
                </a:lnTo>
                <a:lnTo>
                  <a:pt x="73583" y="341744"/>
                </a:lnTo>
                <a:lnTo>
                  <a:pt x="83908" y="341769"/>
                </a:lnTo>
                <a:lnTo>
                  <a:pt x="104800" y="338658"/>
                </a:lnTo>
                <a:lnTo>
                  <a:pt x="131089" y="294894"/>
                </a:lnTo>
                <a:lnTo>
                  <a:pt x="131152" y="285280"/>
                </a:lnTo>
                <a:lnTo>
                  <a:pt x="131152" y="282232"/>
                </a:lnTo>
                <a:lnTo>
                  <a:pt x="212026" y="277660"/>
                </a:lnTo>
                <a:close/>
              </a:path>
              <a:path w="4023360" h="439419">
                <a:moveTo>
                  <a:pt x="225742" y="38201"/>
                </a:moveTo>
                <a:lnTo>
                  <a:pt x="132676" y="38201"/>
                </a:lnTo>
                <a:lnTo>
                  <a:pt x="127850" y="28155"/>
                </a:lnTo>
                <a:lnTo>
                  <a:pt x="122580" y="18529"/>
                </a:lnTo>
                <a:lnTo>
                  <a:pt x="117043" y="9194"/>
                </a:lnTo>
                <a:lnTo>
                  <a:pt x="111340" y="0"/>
                </a:lnTo>
                <a:lnTo>
                  <a:pt x="82384" y="13716"/>
                </a:lnTo>
                <a:lnTo>
                  <a:pt x="86702" y="19735"/>
                </a:lnTo>
                <a:lnTo>
                  <a:pt x="90576" y="25996"/>
                </a:lnTo>
                <a:lnTo>
                  <a:pt x="97624" y="38201"/>
                </a:lnTo>
                <a:lnTo>
                  <a:pt x="1524" y="38201"/>
                </a:lnTo>
                <a:lnTo>
                  <a:pt x="1524" y="62585"/>
                </a:lnTo>
                <a:lnTo>
                  <a:pt x="225742" y="62585"/>
                </a:lnTo>
                <a:lnTo>
                  <a:pt x="225742" y="38201"/>
                </a:lnTo>
                <a:close/>
              </a:path>
              <a:path w="4023360" h="439419">
                <a:moveTo>
                  <a:pt x="300520" y="408825"/>
                </a:moveTo>
                <a:lnTo>
                  <a:pt x="290118" y="390575"/>
                </a:lnTo>
                <a:lnTo>
                  <a:pt x="279476" y="372630"/>
                </a:lnTo>
                <a:lnTo>
                  <a:pt x="268274" y="355244"/>
                </a:lnTo>
                <a:lnTo>
                  <a:pt x="256222" y="338721"/>
                </a:lnTo>
                <a:lnTo>
                  <a:pt x="230314" y="352437"/>
                </a:lnTo>
                <a:lnTo>
                  <a:pt x="240550" y="370738"/>
                </a:lnTo>
                <a:lnTo>
                  <a:pt x="250507" y="389204"/>
                </a:lnTo>
                <a:lnTo>
                  <a:pt x="259892" y="407936"/>
                </a:lnTo>
                <a:lnTo>
                  <a:pt x="268414" y="427113"/>
                </a:lnTo>
                <a:lnTo>
                  <a:pt x="300520" y="408825"/>
                </a:lnTo>
                <a:close/>
              </a:path>
              <a:path w="4023360" h="439419">
                <a:moveTo>
                  <a:pt x="425488" y="414921"/>
                </a:moveTo>
                <a:lnTo>
                  <a:pt x="414032" y="398919"/>
                </a:lnTo>
                <a:lnTo>
                  <a:pt x="400151" y="380631"/>
                </a:lnTo>
                <a:lnTo>
                  <a:pt x="383692" y="360057"/>
                </a:lnTo>
                <a:lnTo>
                  <a:pt x="364528" y="337197"/>
                </a:lnTo>
                <a:lnTo>
                  <a:pt x="338620" y="355485"/>
                </a:lnTo>
                <a:lnTo>
                  <a:pt x="355168" y="376885"/>
                </a:lnTo>
                <a:lnTo>
                  <a:pt x="370433" y="397586"/>
                </a:lnTo>
                <a:lnTo>
                  <a:pt x="384263" y="417461"/>
                </a:lnTo>
                <a:lnTo>
                  <a:pt x="396532" y="436346"/>
                </a:lnTo>
                <a:lnTo>
                  <a:pt x="425488" y="414921"/>
                </a:lnTo>
                <a:close/>
              </a:path>
              <a:path w="4023360" h="439419">
                <a:moveTo>
                  <a:pt x="436245" y="239560"/>
                </a:moveTo>
                <a:lnTo>
                  <a:pt x="431050" y="237274"/>
                </a:lnTo>
                <a:lnTo>
                  <a:pt x="424726" y="234988"/>
                </a:lnTo>
                <a:lnTo>
                  <a:pt x="417296" y="232702"/>
                </a:lnTo>
                <a:lnTo>
                  <a:pt x="408724" y="230416"/>
                </a:lnTo>
                <a:lnTo>
                  <a:pt x="406692" y="246443"/>
                </a:lnTo>
                <a:lnTo>
                  <a:pt x="403783" y="272211"/>
                </a:lnTo>
                <a:lnTo>
                  <a:pt x="402628" y="282232"/>
                </a:lnTo>
                <a:lnTo>
                  <a:pt x="401104" y="289852"/>
                </a:lnTo>
                <a:lnTo>
                  <a:pt x="398056" y="292900"/>
                </a:lnTo>
                <a:lnTo>
                  <a:pt x="391960" y="292900"/>
                </a:lnTo>
                <a:lnTo>
                  <a:pt x="390461" y="289928"/>
                </a:lnTo>
                <a:lnTo>
                  <a:pt x="387388" y="285280"/>
                </a:lnTo>
                <a:lnTo>
                  <a:pt x="375386" y="242811"/>
                </a:lnTo>
                <a:lnTo>
                  <a:pt x="372541" y="199097"/>
                </a:lnTo>
                <a:lnTo>
                  <a:pt x="370903" y="129882"/>
                </a:lnTo>
                <a:lnTo>
                  <a:pt x="370624" y="83921"/>
                </a:lnTo>
                <a:lnTo>
                  <a:pt x="297472" y="83921"/>
                </a:lnTo>
                <a:lnTo>
                  <a:pt x="297472" y="3048"/>
                </a:lnTo>
                <a:lnTo>
                  <a:pt x="268414" y="3048"/>
                </a:lnTo>
                <a:lnTo>
                  <a:pt x="268173" y="22796"/>
                </a:lnTo>
                <a:lnTo>
                  <a:pt x="267144" y="62585"/>
                </a:lnTo>
                <a:lnTo>
                  <a:pt x="266890" y="83921"/>
                </a:lnTo>
                <a:lnTo>
                  <a:pt x="221170" y="83921"/>
                </a:lnTo>
                <a:lnTo>
                  <a:pt x="221170" y="109829"/>
                </a:lnTo>
                <a:lnTo>
                  <a:pt x="265366" y="109829"/>
                </a:lnTo>
                <a:lnTo>
                  <a:pt x="264845" y="129882"/>
                </a:lnTo>
                <a:lnTo>
                  <a:pt x="263461" y="148780"/>
                </a:lnTo>
                <a:lnTo>
                  <a:pt x="261505" y="166497"/>
                </a:lnTo>
                <a:lnTo>
                  <a:pt x="259270" y="183083"/>
                </a:lnTo>
                <a:lnTo>
                  <a:pt x="251269" y="176237"/>
                </a:lnTo>
                <a:lnTo>
                  <a:pt x="243268" y="169545"/>
                </a:lnTo>
                <a:lnTo>
                  <a:pt x="235267" y="163144"/>
                </a:lnTo>
                <a:lnTo>
                  <a:pt x="227266" y="157162"/>
                </a:lnTo>
                <a:lnTo>
                  <a:pt x="208978" y="176974"/>
                </a:lnTo>
                <a:lnTo>
                  <a:pt x="241985" y="206552"/>
                </a:lnTo>
                <a:lnTo>
                  <a:pt x="251650" y="215087"/>
                </a:lnTo>
                <a:lnTo>
                  <a:pt x="241388" y="242277"/>
                </a:lnTo>
                <a:lnTo>
                  <a:pt x="226695" y="268884"/>
                </a:lnTo>
                <a:lnTo>
                  <a:pt x="207721" y="294894"/>
                </a:lnTo>
                <a:lnTo>
                  <a:pt x="184594" y="320332"/>
                </a:lnTo>
                <a:lnTo>
                  <a:pt x="192074" y="326059"/>
                </a:lnTo>
                <a:lnTo>
                  <a:pt x="198691" y="331812"/>
                </a:lnTo>
                <a:lnTo>
                  <a:pt x="204736" y="337553"/>
                </a:lnTo>
                <a:lnTo>
                  <a:pt x="210502" y="343293"/>
                </a:lnTo>
                <a:lnTo>
                  <a:pt x="232765" y="317830"/>
                </a:lnTo>
                <a:lnTo>
                  <a:pt x="251460" y="291960"/>
                </a:lnTo>
                <a:lnTo>
                  <a:pt x="266433" y="265823"/>
                </a:lnTo>
                <a:lnTo>
                  <a:pt x="277558" y="239560"/>
                </a:lnTo>
                <a:lnTo>
                  <a:pt x="287337" y="248437"/>
                </a:lnTo>
                <a:lnTo>
                  <a:pt x="296278" y="256895"/>
                </a:lnTo>
                <a:lnTo>
                  <a:pt x="304647" y="265061"/>
                </a:lnTo>
                <a:lnTo>
                  <a:pt x="312712" y="273088"/>
                </a:lnTo>
                <a:lnTo>
                  <a:pt x="334048" y="248704"/>
                </a:lnTo>
                <a:lnTo>
                  <a:pt x="323900" y="239560"/>
                </a:lnTo>
                <a:lnTo>
                  <a:pt x="310222" y="227317"/>
                </a:lnTo>
                <a:lnTo>
                  <a:pt x="297776" y="216471"/>
                </a:lnTo>
                <a:lnTo>
                  <a:pt x="285178" y="205943"/>
                </a:lnTo>
                <a:lnTo>
                  <a:pt x="289204" y="184505"/>
                </a:lnTo>
                <a:lnTo>
                  <a:pt x="289394" y="183083"/>
                </a:lnTo>
                <a:lnTo>
                  <a:pt x="292239" y="161353"/>
                </a:lnTo>
                <a:lnTo>
                  <a:pt x="294436" y="136461"/>
                </a:lnTo>
                <a:lnTo>
                  <a:pt x="295948" y="109829"/>
                </a:lnTo>
                <a:lnTo>
                  <a:pt x="341668" y="109829"/>
                </a:lnTo>
                <a:lnTo>
                  <a:pt x="341947" y="150774"/>
                </a:lnTo>
                <a:lnTo>
                  <a:pt x="344233" y="217766"/>
                </a:lnTo>
                <a:lnTo>
                  <a:pt x="349097" y="261823"/>
                </a:lnTo>
                <a:lnTo>
                  <a:pt x="364528" y="306616"/>
                </a:lnTo>
                <a:lnTo>
                  <a:pt x="401104" y="334149"/>
                </a:lnTo>
                <a:lnTo>
                  <a:pt x="409651" y="331889"/>
                </a:lnTo>
                <a:lnTo>
                  <a:pt x="416915" y="325335"/>
                </a:lnTo>
                <a:lnTo>
                  <a:pt x="422744" y="314769"/>
                </a:lnTo>
                <a:lnTo>
                  <a:pt x="427012" y="300520"/>
                </a:lnTo>
                <a:lnTo>
                  <a:pt x="428650" y="292900"/>
                </a:lnTo>
                <a:lnTo>
                  <a:pt x="429298" y="289928"/>
                </a:lnTo>
                <a:lnTo>
                  <a:pt x="431584" y="276326"/>
                </a:lnTo>
                <a:lnTo>
                  <a:pt x="433908" y="259588"/>
                </a:lnTo>
                <a:lnTo>
                  <a:pt x="436245" y="239560"/>
                </a:lnTo>
                <a:close/>
              </a:path>
              <a:path w="4023360" h="439419">
                <a:moveTo>
                  <a:pt x="530733" y="303568"/>
                </a:moveTo>
                <a:lnTo>
                  <a:pt x="498729" y="289852"/>
                </a:lnTo>
                <a:lnTo>
                  <a:pt x="486448" y="321856"/>
                </a:lnTo>
                <a:lnTo>
                  <a:pt x="474535" y="349567"/>
                </a:lnTo>
                <a:lnTo>
                  <a:pt x="462940" y="372884"/>
                </a:lnTo>
                <a:lnTo>
                  <a:pt x="451485" y="392061"/>
                </a:lnTo>
                <a:lnTo>
                  <a:pt x="460324" y="396608"/>
                </a:lnTo>
                <a:lnTo>
                  <a:pt x="468439" y="401015"/>
                </a:lnTo>
                <a:lnTo>
                  <a:pt x="475703" y="405130"/>
                </a:lnTo>
                <a:lnTo>
                  <a:pt x="481965" y="408825"/>
                </a:lnTo>
                <a:lnTo>
                  <a:pt x="492798" y="389382"/>
                </a:lnTo>
                <a:lnTo>
                  <a:pt x="504634" y="365379"/>
                </a:lnTo>
                <a:lnTo>
                  <a:pt x="517321" y="336765"/>
                </a:lnTo>
                <a:lnTo>
                  <a:pt x="530733" y="303568"/>
                </a:lnTo>
                <a:close/>
              </a:path>
              <a:path w="4023360" h="439419">
                <a:moveTo>
                  <a:pt x="596353" y="115925"/>
                </a:moveTo>
                <a:lnTo>
                  <a:pt x="582942" y="105143"/>
                </a:lnTo>
                <a:lnTo>
                  <a:pt x="567931" y="93637"/>
                </a:lnTo>
                <a:lnTo>
                  <a:pt x="551484" y="81851"/>
                </a:lnTo>
                <a:lnTo>
                  <a:pt x="533781" y="70205"/>
                </a:lnTo>
                <a:lnTo>
                  <a:pt x="512445" y="91541"/>
                </a:lnTo>
                <a:lnTo>
                  <a:pt x="528180" y="104152"/>
                </a:lnTo>
                <a:lnTo>
                  <a:pt x="543509" y="116928"/>
                </a:lnTo>
                <a:lnTo>
                  <a:pt x="558558" y="129984"/>
                </a:lnTo>
                <a:lnTo>
                  <a:pt x="573493" y="143446"/>
                </a:lnTo>
                <a:lnTo>
                  <a:pt x="596353" y="115925"/>
                </a:lnTo>
                <a:close/>
              </a:path>
              <a:path w="4023360" h="439419">
                <a:moveTo>
                  <a:pt x="716851" y="324904"/>
                </a:moveTo>
                <a:lnTo>
                  <a:pt x="696506" y="309448"/>
                </a:lnTo>
                <a:lnTo>
                  <a:pt x="676757" y="294995"/>
                </a:lnTo>
                <a:lnTo>
                  <a:pt x="657606" y="281393"/>
                </a:lnTo>
                <a:lnTo>
                  <a:pt x="639025" y="268516"/>
                </a:lnTo>
                <a:lnTo>
                  <a:pt x="617689" y="292900"/>
                </a:lnTo>
                <a:lnTo>
                  <a:pt x="637933" y="307771"/>
                </a:lnTo>
                <a:lnTo>
                  <a:pt x="657313" y="322668"/>
                </a:lnTo>
                <a:lnTo>
                  <a:pt x="675563" y="337553"/>
                </a:lnTo>
                <a:lnTo>
                  <a:pt x="692365" y="352437"/>
                </a:lnTo>
                <a:lnTo>
                  <a:pt x="716851" y="324904"/>
                </a:lnTo>
                <a:close/>
              </a:path>
              <a:path w="4023360" h="439419">
                <a:moveTo>
                  <a:pt x="788479" y="335673"/>
                </a:moveTo>
                <a:lnTo>
                  <a:pt x="779386" y="332219"/>
                </a:lnTo>
                <a:lnTo>
                  <a:pt x="770572" y="328764"/>
                </a:lnTo>
                <a:lnTo>
                  <a:pt x="762330" y="325297"/>
                </a:lnTo>
                <a:lnTo>
                  <a:pt x="754951" y="321856"/>
                </a:lnTo>
                <a:lnTo>
                  <a:pt x="752716" y="337553"/>
                </a:lnTo>
                <a:lnTo>
                  <a:pt x="741807" y="381596"/>
                </a:lnTo>
                <a:lnTo>
                  <a:pt x="709129" y="395109"/>
                </a:lnTo>
                <a:lnTo>
                  <a:pt x="620737" y="395109"/>
                </a:lnTo>
                <a:lnTo>
                  <a:pt x="608736" y="393407"/>
                </a:lnTo>
                <a:lnTo>
                  <a:pt x="600163" y="388442"/>
                </a:lnTo>
                <a:lnTo>
                  <a:pt x="595020" y="380314"/>
                </a:lnTo>
                <a:lnTo>
                  <a:pt x="593305" y="369201"/>
                </a:lnTo>
                <a:lnTo>
                  <a:pt x="593305" y="288328"/>
                </a:lnTo>
                <a:lnTo>
                  <a:pt x="559689" y="288328"/>
                </a:lnTo>
                <a:lnTo>
                  <a:pt x="559689" y="370725"/>
                </a:lnTo>
                <a:lnTo>
                  <a:pt x="562889" y="394728"/>
                </a:lnTo>
                <a:lnTo>
                  <a:pt x="572693" y="411873"/>
                </a:lnTo>
                <a:lnTo>
                  <a:pt x="589343" y="422160"/>
                </a:lnTo>
                <a:lnTo>
                  <a:pt x="613117" y="425589"/>
                </a:lnTo>
                <a:lnTo>
                  <a:pt x="715327" y="425589"/>
                </a:lnTo>
                <a:lnTo>
                  <a:pt x="738809" y="423011"/>
                </a:lnTo>
                <a:lnTo>
                  <a:pt x="756856" y="415302"/>
                </a:lnTo>
                <a:lnTo>
                  <a:pt x="769759" y="402437"/>
                </a:lnTo>
                <a:lnTo>
                  <a:pt x="773036" y="395109"/>
                </a:lnTo>
                <a:lnTo>
                  <a:pt x="777811" y="384441"/>
                </a:lnTo>
                <a:lnTo>
                  <a:pt x="780973" y="372960"/>
                </a:lnTo>
                <a:lnTo>
                  <a:pt x="783717" y="361200"/>
                </a:lnTo>
                <a:lnTo>
                  <a:pt x="786168" y="348856"/>
                </a:lnTo>
                <a:lnTo>
                  <a:pt x="788479" y="335673"/>
                </a:lnTo>
                <a:close/>
              </a:path>
              <a:path w="4023360" h="439419">
                <a:moveTo>
                  <a:pt x="822007" y="85445"/>
                </a:moveTo>
                <a:lnTo>
                  <a:pt x="796099" y="64109"/>
                </a:lnTo>
                <a:lnTo>
                  <a:pt x="780999" y="79324"/>
                </a:lnTo>
                <a:lnTo>
                  <a:pt x="765619" y="93256"/>
                </a:lnTo>
                <a:lnTo>
                  <a:pt x="750239" y="106324"/>
                </a:lnTo>
                <a:lnTo>
                  <a:pt x="735139" y="118973"/>
                </a:lnTo>
                <a:lnTo>
                  <a:pt x="757999" y="141922"/>
                </a:lnTo>
                <a:lnTo>
                  <a:pt x="774217" y="128816"/>
                </a:lnTo>
                <a:lnTo>
                  <a:pt x="790575" y="114833"/>
                </a:lnTo>
                <a:lnTo>
                  <a:pt x="806653" y="100266"/>
                </a:lnTo>
                <a:lnTo>
                  <a:pt x="822007" y="85445"/>
                </a:lnTo>
                <a:close/>
              </a:path>
              <a:path w="4023360" h="439419">
                <a:moveTo>
                  <a:pt x="880008" y="378345"/>
                </a:moveTo>
                <a:lnTo>
                  <a:pt x="866051" y="355511"/>
                </a:lnTo>
                <a:lnTo>
                  <a:pt x="851776" y="332955"/>
                </a:lnTo>
                <a:lnTo>
                  <a:pt x="837501" y="310959"/>
                </a:lnTo>
                <a:lnTo>
                  <a:pt x="823531" y="289852"/>
                </a:lnTo>
                <a:lnTo>
                  <a:pt x="796099" y="306616"/>
                </a:lnTo>
                <a:lnTo>
                  <a:pt x="809548" y="328650"/>
                </a:lnTo>
                <a:lnTo>
                  <a:pt x="822579" y="351091"/>
                </a:lnTo>
                <a:lnTo>
                  <a:pt x="834809" y="372884"/>
                </a:lnTo>
                <a:lnTo>
                  <a:pt x="847915" y="396633"/>
                </a:lnTo>
                <a:lnTo>
                  <a:pt x="880008" y="378345"/>
                </a:lnTo>
                <a:close/>
              </a:path>
              <a:path w="4023360" h="439419">
                <a:moveTo>
                  <a:pt x="883069" y="251752"/>
                </a:moveTo>
                <a:lnTo>
                  <a:pt x="835837" y="237756"/>
                </a:lnTo>
                <a:lnTo>
                  <a:pt x="794778" y="221030"/>
                </a:lnTo>
                <a:lnTo>
                  <a:pt x="759739" y="201739"/>
                </a:lnTo>
                <a:lnTo>
                  <a:pt x="730567" y="180022"/>
                </a:lnTo>
                <a:lnTo>
                  <a:pt x="875436" y="180022"/>
                </a:lnTo>
                <a:lnTo>
                  <a:pt x="875436" y="149542"/>
                </a:lnTo>
                <a:lnTo>
                  <a:pt x="684745" y="149542"/>
                </a:lnTo>
                <a:lnTo>
                  <a:pt x="684745" y="59537"/>
                </a:lnTo>
                <a:lnTo>
                  <a:pt x="684745" y="58013"/>
                </a:lnTo>
                <a:lnTo>
                  <a:pt x="846391" y="50393"/>
                </a:lnTo>
                <a:lnTo>
                  <a:pt x="841819" y="18288"/>
                </a:lnTo>
                <a:lnTo>
                  <a:pt x="725538" y="24765"/>
                </a:lnTo>
                <a:lnTo>
                  <a:pt x="619925" y="28651"/>
                </a:lnTo>
                <a:lnTo>
                  <a:pt x="525195" y="30391"/>
                </a:lnTo>
                <a:lnTo>
                  <a:pt x="481965" y="30581"/>
                </a:lnTo>
                <a:lnTo>
                  <a:pt x="483133" y="34505"/>
                </a:lnTo>
                <a:lnTo>
                  <a:pt x="484441" y="41440"/>
                </a:lnTo>
                <a:lnTo>
                  <a:pt x="485940" y="50393"/>
                </a:lnTo>
                <a:lnTo>
                  <a:pt x="488061" y="62585"/>
                </a:lnTo>
                <a:lnTo>
                  <a:pt x="651217" y="59537"/>
                </a:lnTo>
                <a:lnTo>
                  <a:pt x="651217" y="149542"/>
                </a:lnTo>
                <a:lnTo>
                  <a:pt x="459105" y="149542"/>
                </a:lnTo>
                <a:lnTo>
                  <a:pt x="459105" y="180022"/>
                </a:lnTo>
                <a:lnTo>
                  <a:pt x="602449" y="180022"/>
                </a:lnTo>
                <a:lnTo>
                  <a:pt x="572160" y="203504"/>
                </a:lnTo>
                <a:lnTo>
                  <a:pt x="536460" y="223697"/>
                </a:lnTo>
                <a:lnTo>
                  <a:pt x="495630" y="240753"/>
                </a:lnTo>
                <a:lnTo>
                  <a:pt x="449961" y="254800"/>
                </a:lnTo>
                <a:lnTo>
                  <a:pt x="455650" y="262801"/>
                </a:lnTo>
                <a:lnTo>
                  <a:pt x="461200" y="270802"/>
                </a:lnTo>
                <a:lnTo>
                  <a:pt x="466458" y="278803"/>
                </a:lnTo>
                <a:lnTo>
                  <a:pt x="471297" y="286804"/>
                </a:lnTo>
                <a:lnTo>
                  <a:pt x="526745" y="265620"/>
                </a:lnTo>
                <a:lnTo>
                  <a:pt x="574217" y="240842"/>
                </a:lnTo>
                <a:lnTo>
                  <a:pt x="613676" y="212356"/>
                </a:lnTo>
                <a:lnTo>
                  <a:pt x="645121" y="180022"/>
                </a:lnTo>
                <a:lnTo>
                  <a:pt x="651217" y="180022"/>
                </a:lnTo>
                <a:lnTo>
                  <a:pt x="651217" y="270040"/>
                </a:lnTo>
                <a:lnTo>
                  <a:pt x="684745" y="270040"/>
                </a:lnTo>
                <a:lnTo>
                  <a:pt x="684745" y="180022"/>
                </a:lnTo>
                <a:lnTo>
                  <a:pt x="690841" y="180022"/>
                </a:lnTo>
                <a:lnTo>
                  <a:pt x="722045" y="212331"/>
                </a:lnTo>
                <a:lnTo>
                  <a:pt x="760666" y="240652"/>
                </a:lnTo>
                <a:lnTo>
                  <a:pt x="806716" y="264972"/>
                </a:lnTo>
                <a:lnTo>
                  <a:pt x="860196" y="285280"/>
                </a:lnTo>
                <a:lnTo>
                  <a:pt x="865060" y="277037"/>
                </a:lnTo>
                <a:lnTo>
                  <a:pt x="870483" y="268516"/>
                </a:lnTo>
                <a:lnTo>
                  <a:pt x="876490" y="259994"/>
                </a:lnTo>
                <a:lnTo>
                  <a:pt x="883069" y="251752"/>
                </a:lnTo>
                <a:close/>
              </a:path>
              <a:path w="4023360" h="439419">
                <a:moveTo>
                  <a:pt x="1293304" y="277660"/>
                </a:moveTo>
                <a:lnTo>
                  <a:pt x="1133195" y="277660"/>
                </a:lnTo>
                <a:lnTo>
                  <a:pt x="1133195" y="236512"/>
                </a:lnTo>
                <a:lnTo>
                  <a:pt x="1220063" y="236512"/>
                </a:lnTo>
                <a:lnTo>
                  <a:pt x="1220063" y="251752"/>
                </a:lnTo>
                <a:lnTo>
                  <a:pt x="1253591" y="251752"/>
                </a:lnTo>
                <a:lnTo>
                  <a:pt x="1253591" y="236512"/>
                </a:lnTo>
                <a:lnTo>
                  <a:pt x="1253591" y="207454"/>
                </a:lnTo>
                <a:lnTo>
                  <a:pt x="1253591" y="167830"/>
                </a:lnTo>
                <a:lnTo>
                  <a:pt x="1253591" y="140398"/>
                </a:lnTo>
                <a:lnTo>
                  <a:pt x="1220063" y="140398"/>
                </a:lnTo>
                <a:lnTo>
                  <a:pt x="1220063" y="167830"/>
                </a:lnTo>
                <a:lnTo>
                  <a:pt x="1220063" y="207454"/>
                </a:lnTo>
                <a:lnTo>
                  <a:pt x="1012698" y="207454"/>
                </a:lnTo>
                <a:lnTo>
                  <a:pt x="1012698" y="167830"/>
                </a:lnTo>
                <a:lnTo>
                  <a:pt x="1220063" y="167830"/>
                </a:lnTo>
                <a:lnTo>
                  <a:pt x="1220063" y="140398"/>
                </a:lnTo>
                <a:lnTo>
                  <a:pt x="979081" y="140398"/>
                </a:lnTo>
                <a:lnTo>
                  <a:pt x="979081" y="251752"/>
                </a:lnTo>
                <a:lnTo>
                  <a:pt x="1012698" y="251752"/>
                </a:lnTo>
                <a:lnTo>
                  <a:pt x="1012698" y="236512"/>
                </a:lnTo>
                <a:lnTo>
                  <a:pt x="1098042" y="236512"/>
                </a:lnTo>
                <a:lnTo>
                  <a:pt x="1098042" y="277660"/>
                </a:lnTo>
                <a:lnTo>
                  <a:pt x="940968" y="277660"/>
                </a:lnTo>
                <a:lnTo>
                  <a:pt x="940968" y="402717"/>
                </a:lnTo>
                <a:lnTo>
                  <a:pt x="974496" y="402717"/>
                </a:lnTo>
                <a:lnTo>
                  <a:pt x="974496" y="306616"/>
                </a:lnTo>
                <a:lnTo>
                  <a:pt x="1098042" y="306616"/>
                </a:lnTo>
                <a:lnTo>
                  <a:pt x="1098042" y="436346"/>
                </a:lnTo>
                <a:lnTo>
                  <a:pt x="1133195" y="436346"/>
                </a:lnTo>
                <a:lnTo>
                  <a:pt x="1133195" y="306616"/>
                </a:lnTo>
                <a:lnTo>
                  <a:pt x="1259687" y="306616"/>
                </a:lnTo>
                <a:lnTo>
                  <a:pt x="1259687" y="347853"/>
                </a:lnTo>
                <a:lnTo>
                  <a:pt x="1257973" y="357860"/>
                </a:lnTo>
                <a:lnTo>
                  <a:pt x="1252829" y="364998"/>
                </a:lnTo>
                <a:lnTo>
                  <a:pt x="1244257" y="369290"/>
                </a:lnTo>
                <a:lnTo>
                  <a:pt x="1232344" y="370713"/>
                </a:lnTo>
                <a:lnTo>
                  <a:pt x="1220558" y="370700"/>
                </a:lnTo>
                <a:lnTo>
                  <a:pt x="1208443" y="370522"/>
                </a:lnTo>
                <a:lnTo>
                  <a:pt x="1196035" y="370078"/>
                </a:lnTo>
                <a:lnTo>
                  <a:pt x="1183487" y="369189"/>
                </a:lnTo>
                <a:lnTo>
                  <a:pt x="1184859" y="378079"/>
                </a:lnTo>
                <a:lnTo>
                  <a:pt x="1186535" y="386524"/>
                </a:lnTo>
                <a:lnTo>
                  <a:pt x="1188199" y="394703"/>
                </a:lnTo>
                <a:lnTo>
                  <a:pt x="1189583" y="402717"/>
                </a:lnTo>
                <a:lnTo>
                  <a:pt x="1241399" y="402717"/>
                </a:lnTo>
                <a:lnTo>
                  <a:pt x="1264335" y="399580"/>
                </a:lnTo>
                <a:lnTo>
                  <a:pt x="1280528" y="390144"/>
                </a:lnTo>
                <a:lnTo>
                  <a:pt x="1290142" y="374434"/>
                </a:lnTo>
                <a:lnTo>
                  <a:pt x="1290675" y="370713"/>
                </a:lnTo>
                <a:lnTo>
                  <a:pt x="1293304" y="352425"/>
                </a:lnTo>
                <a:lnTo>
                  <a:pt x="1293304" y="306616"/>
                </a:lnTo>
                <a:lnTo>
                  <a:pt x="1293304" y="277660"/>
                </a:lnTo>
                <a:close/>
              </a:path>
              <a:path w="4023360" h="439419">
                <a:moveTo>
                  <a:pt x="1314640" y="80873"/>
                </a:moveTo>
                <a:lnTo>
                  <a:pt x="1215491" y="80873"/>
                </a:lnTo>
                <a:lnTo>
                  <a:pt x="1232369" y="69418"/>
                </a:lnTo>
                <a:lnTo>
                  <a:pt x="1248829" y="57823"/>
                </a:lnTo>
                <a:lnTo>
                  <a:pt x="1265034" y="45935"/>
                </a:lnTo>
                <a:lnTo>
                  <a:pt x="1281112" y="33629"/>
                </a:lnTo>
                <a:lnTo>
                  <a:pt x="1255115" y="7620"/>
                </a:lnTo>
                <a:lnTo>
                  <a:pt x="1238846" y="21107"/>
                </a:lnTo>
                <a:lnTo>
                  <a:pt x="1222159" y="33997"/>
                </a:lnTo>
                <a:lnTo>
                  <a:pt x="1205179" y="46291"/>
                </a:lnTo>
                <a:lnTo>
                  <a:pt x="1188059" y="58013"/>
                </a:lnTo>
                <a:lnTo>
                  <a:pt x="1204823" y="80873"/>
                </a:lnTo>
                <a:lnTo>
                  <a:pt x="1133195" y="80873"/>
                </a:lnTo>
                <a:lnTo>
                  <a:pt x="1133195" y="4572"/>
                </a:lnTo>
                <a:lnTo>
                  <a:pt x="1098042" y="4572"/>
                </a:lnTo>
                <a:lnTo>
                  <a:pt x="1098042" y="80873"/>
                </a:lnTo>
                <a:lnTo>
                  <a:pt x="1020318" y="80873"/>
                </a:lnTo>
                <a:lnTo>
                  <a:pt x="1043178" y="54965"/>
                </a:lnTo>
                <a:lnTo>
                  <a:pt x="1026934" y="43535"/>
                </a:lnTo>
                <a:lnTo>
                  <a:pt x="993851" y="20637"/>
                </a:lnTo>
                <a:lnTo>
                  <a:pt x="977557" y="9144"/>
                </a:lnTo>
                <a:lnTo>
                  <a:pt x="957732" y="32105"/>
                </a:lnTo>
                <a:lnTo>
                  <a:pt x="973493" y="43802"/>
                </a:lnTo>
                <a:lnTo>
                  <a:pt x="988834" y="55918"/>
                </a:lnTo>
                <a:lnTo>
                  <a:pt x="1003896" y="68326"/>
                </a:lnTo>
                <a:lnTo>
                  <a:pt x="1018794" y="80873"/>
                </a:lnTo>
                <a:lnTo>
                  <a:pt x="915060" y="80873"/>
                </a:lnTo>
                <a:lnTo>
                  <a:pt x="915060" y="158686"/>
                </a:lnTo>
                <a:lnTo>
                  <a:pt x="950112" y="158686"/>
                </a:lnTo>
                <a:lnTo>
                  <a:pt x="950112" y="109829"/>
                </a:lnTo>
                <a:lnTo>
                  <a:pt x="1281112" y="109829"/>
                </a:lnTo>
                <a:lnTo>
                  <a:pt x="1281112" y="158686"/>
                </a:lnTo>
                <a:lnTo>
                  <a:pt x="1314640" y="158686"/>
                </a:lnTo>
                <a:lnTo>
                  <a:pt x="1314640" y="109829"/>
                </a:lnTo>
                <a:lnTo>
                  <a:pt x="1314640" y="80873"/>
                </a:lnTo>
                <a:close/>
              </a:path>
              <a:path w="4023360" h="439419">
                <a:moveTo>
                  <a:pt x="1753844" y="29057"/>
                </a:moveTo>
                <a:lnTo>
                  <a:pt x="1718792" y="29057"/>
                </a:lnTo>
                <a:lnTo>
                  <a:pt x="1718792" y="61061"/>
                </a:lnTo>
                <a:lnTo>
                  <a:pt x="1718792" y="143446"/>
                </a:lnTo>
                <a:lnTo>
                  <a:pt x="1718792" y="175450"/>
                </a:lnTo>
                <a:lnTo>
                  <a:pt x="1718792" y="256324"/>
                </a:lnTo>
                <a:lnTo>
                  <a:pt x="1590675" y="256324"/>
                </a:lnTo>
                <a:lnTo>
                  <a:pt x="1590675" y="175450"/>
                </a:lnTo>
                <a:lnTo>
                  <a:pt x="1718792" y="175450"/>
                </a:lnTo>
                <a:lnTo>
                  <a:pt x="1718792" y="143446"/>
                </a:lnTo>
                <a:lnTo>
                  <a:pt x="1590675" y="143446"/>
                </a:lnTo>
                <a:lnTo>
                  <a:pt x="1590675" y="61061"/>
                </a:lnTo>
                <a:lnTo>
                  <a:pt x="1718792" y="61061"/>
                </a:lnTo>
                <a:lnTo>
                  <a:pt x="1718792" y="29057"/>
                </a:lnTo>
                <a:lnTo>
                  <a:pt x="1555623" y="29057"/>
                </a:lnTo>
                <a:lnTo>
                  <a:pt x="1555623" y="61061"/>
                </a:lnTo>
                <a:lnTo>
                  <a:pt x="1555623" y="143446"/>
                </a:lnTo>
                <a:lnTo>
                  <a:pt x="1555623" y="175450"/>
                </a:lnTo>
                <a:lnTo>
                  <a:pt x="1555623" y="256324"/>
                </a:lnTo>
                <a:lnTo>
                  <a:pt x="1430553" y="256324"/>
                </a:lnTo>
                <a:lnTo>
                  <a:pt x="1431658" y="236613"/>
                </a:lnTo>
                <a:lnTo>
                  <a:pt x="1432458" y="216458"/>
                </a:lnTo>
                <a:lnTo>
                  <a:pt x="1432699" y="196024"/>
                </a:lnTo>
                <a:lnTo>
                  <a:pt x="1432077" y="175450"/>
                </a:lnTo>
                <a:lnTo>
                  <a:pt x="1555623" y="175450"/>
                </a:lnTo>
                <a:lnTo>
                  <a:pt x="1555623" y="143446"/>
                </a:lnTo>
                <a:lnTo>
                  <a:pt x="1432077" y="143446"/>
                </a:lnTo>
                <a:lnTo>
                  <a:pt x="1432077" y="61061"/>
                </a:lnTo>
                <a:lnTo>
                  <a:pt x="1555623" y="61061"/>
                </a:lnTo>
                <a:lnTo>
                  <a:pt x="1555623" y="29057"/>
                </a:lnTo>
                <a:lnTo>
                  <a:pt x="1396936" y="29057"/>
                </a:lnTo>
                <a:lnTo>
                  <a:pt x="1396936" y="186118"/>
                </a:lnTo>
                <a:lnTo>
                  <a:pt x="1396365" y="227063"/>
                </a:lnTo>
                <a:lnTo>
                  <a:pt x="1391793" y="294017"/>
                </a:lnTo>
                <a:lnTo>
                  <a:pt x="1381201" y="344055"/>
                </a:lnTo>
                <a:lnTo>
                  <a:pt x="1362290" y="388581"/>
                </a:lnTo>
                <a:lnTo>
                  <a:pt x="1349692" y="408813"/>
                </a:lnTo>
                <a:lnTo>
                  <a:pt x="1356499" y="416801"/>
                </a:lnTo>
                <a:lnTo>
                  <a:pt x="1363027" y="424637"/>
                </a:lnTo>
                <a:lnTo>
                  <a:pt x="1368983" y="432219"/>
                </a:lnTo>
                <a:lnTo>
                  <a:pt x="1374076" y="439394"/>
                </a:lnTo>
                <a:lnTo>
                  <a:pt x="1394675" y="407619"/>
                </a:lnTo>
                <a:lnTo>
                  <a:pt x="1410550" y="371856"/>
                </a:lnTo>
                <a:lnTo>
                  <a:pt x="1421536" y="332105"/>
                </a:lnTo>
                <a:lnTo>
                  <a:pt x="1427505" y="288328"/>
                </a:lnTo>
                <a:lnTo>
                  <a:pt x="1555623" y="288328"/>
                </a:lnTo>
                <a:lnTo>
                  <a:pt x="1555623" y="427101"/>
                </a:lnTo>
                <a:lnTo>
                  <a:pt x="1590675" y="427101"/>
                </a:lnTo>
                <a:lnTo>
                  <a:pt x="1590675" y="288328"/>
                </a:lnTo>
                <a:lnTo>
                  <a:pt x="1718792" y="288328"/>
                </a:lnTo>
                <a:lnTo>
                  <a:pt x="1718792" y="369189"/>
                </a:lnTo>
                <a:lnTo>
                  <a:pt x="1717078" y="380314"/>
                </a:lnTo>
                <a:lnTo>
                  <a:pt x="1711934" y="388429"/>
                </a:lnTo>
                <a:lnTo>
                  <a:pt x="1703362" y="393407"/>
                </a:lnTo>
                <a:lnTo>
                  <a:pt x="1691360" y="395097"/>
                </a:lnTo>
                <a:lnTo>
                  <a:pt x="1678990" y="394843"/>
                </a:lnTo>
                <a:lnTo>
                  <a:pt x="1664792" y="394144"/>
                </a:lnTo>
                <a:lnTo>
                  <a:pt x="1630299" y="392049"/>
                </a:lnTo>
                <a:lnTo>
                  <a:pt x="1632318" y="402907"/>
                </a:lnTo>
                <a:lnTo>
                  <a:pt x="1633918" y="412623"/>
                </a:lnTo>
                <a:lnTo>
                  <a:pt x="1636395" y="428637"/>
                </a:lnTo>
                <a:lnTo>
                  <a:pt x="1655267" y="429514"/>
                </a:lnTo>
                <a:lnTo>
                  <a:pt x="1673021" y="429971"/>
                </a:lnTo>
                <a:lnTo>
                  <a:pt x="1705076" y="430161"/>
                </a:lnTo>
                <a:lnTo>
                  <a:pt x="1726196" y="426770"/>
                </a:lnTo>
                <a:lnTo>
                  <a:pt x="1741462" y="416814"/>
                </a:lnTo>
                <a:lnTo>
                  <a:pt x="1750720" y="400583"/>
                </a:lnTo>
                <a:lnTo>
                  <a:pt x="1751482" y="395097"/>
                </a:lnTo>
                <a:lnTo>
                  <a:pt x="1753844" y="378333"/>
                </a:lnTo>
                <a:lnTo>
                  <a:pt x="1753844" y="61061"/>
                </a:lnTo>
                <a:lnTo>
                  <a:pt x="1753844" y="29057"/>
                </a:lnTo>
                <a:close/>
              </a:path>
              <a:path w="4023360" h="439419">
                <a:moveTo>
                  <a:pt x="1961299" y="224218"/>
                </a:moveTo>
                <a:lnTo>
                  <a:pt x="1950402" y="213436"/>
                </a:lnTo>
                <a:lnTo>
                  <a:pt x="1938540" y="201930"/>
                </a:lnTo>
                <a:lnTo>
                  <a:pt x="1937918" y="201358"/>
                </a:lnTo>
                <a:lnTo>
                  <a:pt x="1934641" y="198310"/>
                </a:lnTo>
                <a:lnTo>
                  <a:pt x="1925840" y="190144"/>
                </a:lnTo>
                <a:lnTo>
                  <a:pt x="1912429" y="178498"/>
                </a:lnTo>
                <a:lnTo>
                  <a:pt x="1892617" y="198310"/>
                </a:lnTo>
                <a:lnTo>
                  <a:pt x="1892617" y="195262"/>
                </a:lnTo>
                <a:lnTo>
                  <a:pt x="1892617" y="120497"/>
                </a:lnTo>
                <a:lnTo>
                  <a:pt x="1952053" y="120497"/>
                </a:lnTo>
                <a:lnTo>
                  <a:pt x="1952053" y="90017"/>
                </a:lnTo>
                <a:lnTo>
                  <a:pt x="1892617" y="90017"/>
                </a:lnTo>
                <a:lnTo>
                  <a:pt x="1892617" y="4572"/>
                </a:lnTo>
                <a:lnTo>
                  <a:pt x="1862137" y="4572"/>
                </a:lnTo>
                <a:lnTo>
                  <a:pt x="1862137" y="90017"/>
                </a:lnTo>
                <a:lnTo>
                  <a:pt x="1796516" y="90017"/>
                </a:lnTo>
                <a:lnTo>
                  <a:pt x="1796516" y="120497"/>
                </a:lnTo>
                <a:lnTo>
                  <a:pt x="1859089" y="120497"/>
                </a:lnTo>
                <a:lnTo>
                  <a:pt x="1848205" y="161163"/>
                </a:lnTo>
                <a:lnTo>
                  <a:pt x="1833740" y="200825"/>
                </a:lnTo>
                <a:lnTo>
                  <a:pt x="1815541" y="239610"/>
                </a:lnTo>
                <a:lnTo>
                  <a:pt x="1793468" y="277660"/>
                </a:lnTo>
                <a:lnTo>
                  <a:pt x="1796897" y="287045"/>
                </a:lnTo>
                <a:lnTo>
                  <a:pt x="1803755" y="306374"/>
                </a:lnTo>
                <a:lnTo>
                  <a:pt x="1807184" y="315760"/>
                </a:lnTo>
                <a:lnTo>
                  <a:pt x="1822665" y="291160"/>
                </a:lnTo>
                <a:lnTo>
                  <a:pt x="1836978" y="262978"/>
                </a:lnTo>
                <a:lnTo>
                  <a:pt x="1850136" y="231063"/>
                </a:lnTo>
                <a:lnTo>
                  <a:pt x="1862137" y="195262"/>
                </a:lnTo>
                <a:lnTo>
                  <a:pt x="1862137" y="431685"/>
                </a:lnTo>
                <a:lnTo>
                  <a:pt x="1892617" y="431685"/>
                </a:lnTo>
                <a:lnTo>
                  <a:pt x="1892617" y="201358"/>
                </a:lnTo>
                <a:lnTo>
                  <a:pt x="1904911" y="213042"/>
                </a:lnTo>
                <a:lnTo>
                  <a:pt x="1916620" y="225031"/>
                </a:lnTo>
                <a:lnTo>
                  <a:pt x="1927771" y="237020"/>
                </a:lnTo>
                <a:lnTo>
                  <a:pt x="1938337" y="248704"/>
                </a:lnTo>
                <a:lnTo>
                  <a:pt x="1961299" y="224218"/>
                </a:lnTo>
                <a:close/>
              </a:path>
              <a:path w="4023360" h="439419">
                <a:moveTo>
                  <a:pt x="2025307" y="244132"/>
                </a:moveTo>
                <a:lnTo>
                  <a:pt x="1993303" y="231940"/>
                </a:lnTo>
                <a:lnTo>
                  <a:pt x="1975256" y="271653"/>
                </a:lnTo>
                <a:lnTo>
                  <a:pt x="1957628" y="308381"/>
                </a:lnTo>
                <a:lnTo>
                  <a:pt x="1940280" y="341960"/>
                </a:lnTo>
                <a:lnTo>
                  <a:pt x="1923097" y="372249"/>
                </a:lnTo>
                <a:lnTo>
                  <a:pt x="1931962" y="375691"/>
                </a:lnTo>
                <a:lnTo>
                  <a:pt x="1940242" y="379298"/>
                </a:lnTo>
                <a:lnTo>
                  <a:pt x="1947964" y="383171"/>
                </a:lnTo>
                <a:lnTo>
                  <a:pt x="1955101" y="387489"/>
                </a:lnTo>
                <a:lnTo>
                  <a:pt x="1972538" y="354584"/>
                </a:lnTo>
                <a:lnTo>
                  <a:pt x="1990242" y="319811"/>
                </a:lnTo>
                <a:lnTo>
                  <a:pt x="2007920" y="283032"/>
                </a:lnTo>
                <a:lnTo>
                  <a:pt x="2025307" y="244132"/>
                </a:lnTo>
                <a:close/>
              </a:path>
              <a:path w="4023360" h="439419">
                <a:moveTo>
                  <a:pt x="2205228" y="30581"/>
                </a:moveTo>
                <a:lnTo>
                  <a:pt x="1971967" y="30581"/>
                </a:lnTo>
                <a:lnTo>
                  <a:pt x="1971967" y="61061"/>
                </a:lnTo>
                <a:lnTo>
                  <a:pt x="2205228" y="61061"/>
                </a:lnTo>
                <a:lnTo>
                  <a:pt x="2205228" y="30581"/>
                </a:lnTo>
                <a:close/>
              </a:path>
              <a:path w="4023360" h="439419">
                <a:moveTo>
                  <a:pt x="2225040" y="158686"/>
                </a:moveTo>
                <a:lnTo>
                  <a:pt x="1952053" y="158686"/>
                </a:lnTo>
                <a:lnTo>
                  <a:pt x="1952053" y="189166"/>
                </a:lnTo>
                <a:lnTo>
                  <a:pt x="2071027" y="189166"/>
                </a:lnTo>
                <a:lnTo>
                  <a:pt x="2071027" y="361581"/>
                </a:lnTo>
                <a:lnTo>
                  <a:pt x="2069541" y="376453"/>
                </a:lnTo>
                <a:lnTo>
                  <a:pt x="2064931" y="386918"/>
                </a:lnTo>
                <a:lnTo>
                  <a:pt x="2056879" y="393077"/>
                </a:lnTo>
                <a:lnTo>
                  <a:pt x="2045119" y="395109"/>
                </a:lnTo>
                <a:lnTo>
                  <a:pt x="2032254" y="394817"/>
                </a:lnTo>
                <a:lnTo>
                  <a:pt x="2018830" y="393966"/>
                </a:lnTo>
                <a:lnTo>
                  <a:pt x="2004822" y="392531"/>
                </a:lnTo>
                <a:lnTo>
                  <a:pt x="1990255" y="390537"/>
                </a:lnTo>
                <a:lnTo>
                  <a:pt x="1992274" y="400532"/>
                </a:lnTo>
                <a:lnTo>
                  <a:pt x="1993874" y="409968"/>
                </a:lnTo>
                <a:lnTo>
                  <a:pt x="1995182" y="418820"/>
                </a:lnTo>
                <a:lnTo>
                  <a:pt x="1996351" y="427113"/>
                </a:lnTo>
                <a:lnTo>
                  <a:pt x="2012899" y="427964"/>
                </a:lnTo>
                <a:lnTo>
                  <a:pt x="2028164" y="428256"/>
                </a:lnTo>
                <a:lnTo>
                  <a:pt x="2041994" y="427964"/>
                </a:lnTo>
                <a:lnTo>
                  <a:pt x="2054263" y="427113"/>
                </a:lnTo>
                <a:lnTo>
                  <a:pt x="2092020" y="413397"/>
                </a:lnTo>
                <a:lnTo>
                  <a:pt x="2104644" y="372249"/>
                </a:lnTo>
                <a:lnTo>
                  <a:pt x="2104644" y="189166"/>
                </a:lnTo>
                <a:lnTo>
                  <a:pt x="2225040" y="189166"/>
                </a:lnTo>
                <a:lnTo>
                  <a:pt x="2225040" y="158686"/>
                </a:lnTo>
                <a:close/>
              </a:path>
              <a:path w="4023360" h="439419">
                <a:moveTo>
                  <a:pt x="2234184" y="370725"/>
                </a:moveTo>
                <a:lnTo>
                  <a:pt x="2219591" y="339813"/>
                </a:lnTo>
                <a:lnTo>
                  <a:pt x="2203132" y="306476"/>
                </a:lnTo>
                <a:lnTo>
                  <a:pt x="2184679" y="270560"/>
                </a:lnTo>
                <a:lnTo>
                  <a:pt x="2164080" y="231940"/>
                </a:lnTo>
                <a:lnTo>
                  <a:pt x="2133600" y="245656"/>
                </a:lnTo>
                <a:lnTo>
                  <a:pt x="2151342" y="281940"/>
                </a:lnTo>
                <a:lnTo>
                  <a:pt x="2168080" y="317525"/>
                </a:lnTo>
                <a:lnTo>
                  <a:pt x="2183968" y="352247"/>
                </a:lnTo>
                <a:lnTo>
                  <a:pt x="2199132" y="385965"/>
                </a:lnTo>
                <a:lnTo>
                  <a:pt x="2234184" y="370725"/>
                </a:lnTo>
                <a:close/>
              </a:path>
              <a:path w="4023360" h="439419">
                <a:moveTo>
                  <a:pt x="2362289" y="82397"/>
                </a:moveTo>
                <a:lnTo>
                  <a:pt x="2349411" y="69278"/>
                </a:lnTo>
                <a:lnTo>
                  <a:pt x="2333523" y="52857"/>
                </a:lnTo>
                <a:lnTo>
                  <a:pt x="2314498" y="33274"/>
                </a:lnTo>
                <a:lnTo>
                  <a:pt x="2292185" y="10668"/>
                </a:lnTo>
                <a:lnTo>
                  <a:pt x="2266277" y="33629"/>
                </a:lnTo>
                <a:lnTo>
                  <a:pt x="2284234" y="52793"/>
                </a:lnTo>
                <a:lnTo>
                  <a:pt x="2301329" y="71539"/>
                </a:lnTo>
                <a:lnTo>
                  <a:pt x="2317292" y="89992"/>
                </a:lnTo>
                <a:lnTo>
                  <a:pt x="2331809" y="108305"/>
                </a:lnTo>
                <a:lnTo>
                  <a:pt x="2362289" y="82397"/>
                </a:lnTo>
                <a:close/>
              </a:path>
              <a:path w="4023360" h="439419">
                <a:moveTo>
                  <a:pt x="2394394" y="363105"/>
                </a:moveTo>
                <a:lnTo>
                  <a:pt x="2391346" y="326428"/>
                </a:lnTo>
                <a:lnTo>
                  <a:pt x="2375839" y="336740"/>
                </a:lnTo>
                <a:lnTo>
                  <a:pt x="2361349" y="346900"/>
                </a:lnTo>
                <a:lnTo>
                  <a:pt x="2334857" y="366153"/>
                </a:lnTo>
                <a:lnTo>
                  <a:pt x="2334857" y="154114"/>
                </a:lnTo>
                <a:lnTo>
                  <a:pt x="2243417" y="154114"/>
                </a:lnTo>
                <a:lnTo>
                  <a:pt x="2243417" y="186118"/>
                </a:lnTo>
                <a:lnTo>
                  <a:pt x="2299805" y="186118"/>
                </a:lnTo>
                <a:lnTo>
                  <a:pt x="2299805" y="358533"/>
                </a:lnTo>
                <a:lnTo>
                  <a:pt x="2298928" y="371360"/>
                </a:lnTo>
                <a:lnTo>
                  <a:pt x="2296185" y="382346"/>
                </a:lnTo>
                <a:lnTo>
                  <a:pt x="2291448" y="391312"/>
                </a:lnTo>
                <a:lnTo>
                  <a:pt x="2284565" y="398157"/>
                </a:lnTo>
                <a:lnTo>
                  <a:pt x="2305901" y="427113"/>
                </a:lnTo>
                <a:lnTo>
                  <a:pt x="2323363" y="413677"/>
                </a:lnTo>
                <a:lnTo>
                  <a:pt x="2343823" y="398538"/>
                </a:lnTo>
                <a:lnTo>
                  <a:pt x="2367457" y="381673"/>
                </a:lnTo>
                <a:lnTo>
                  <a:pt x="2389975" y="366153"/>
                </a:lnTo>
                <a:lnTo>
                  <a:pt x="2394394" y="363105"/>
                </a:lnTo>
                <a:close/>
              </a:path>
              <a:path w="4023360" h="439419">
                <a:moveTo>
                  <a:pt x="2679573" y="300520"/>
                </a:moveTo>
                <a:lnTo>
                  <a:pt x="2670429" y="297307"/>
                </a:lnTo>
                <a:lnTo>
                  <a:pt x="2661272" y="294233"/>
                </a:lnTo>
                <a:lnTo>
                  <a:pt x="2652103" y="290880"/>
                </a:lnTo>
                <a:lnTo>
                  <a:pt x="2642908" y="286804"/>
                </a:lnTo>
                <a:lnTo>
                  <a:pt x="2640622" y="308254"/>
                </a:lnTo>
                <a:lnTo>
                  <a:pt x="2638387" y="326428"/>
                </a:lnTo>
                <a:lnTo>
                  <a:pt x="2628328" y="368604"/>
                </a:lnTo>
                <a:lnTo>
                  <a:pt x="2588044" y="385965"/>
                </a:lnTo>
                <a:lnTo>
                  <a:pt x="2476690" y="385965"/>
                </a:lnTo>
                <a:lnTo>
                  <a:pt x="2462695" y="383717"/>
                </a:lnTo>
                <a:lnTo>
                  <a:pt x="2452687" y="377202"/>
                </a:lnTo>
                <a:lnTo>
                  <a:pt x="2446693" y="366674"/>
                </a:lnTo>
                <a:lnTo>
                  <a:pt x="2444686" y="352437"/>
                </a:lnTo>
                <a:lnTo>
                  <a:pt x="2444686" y="202882"/>
                </a:lnTo>
                <a:lnTo>
                  <a:pt x="2612428" y="202882"/>
                </a:lnTo>
                <a:lnTo>
                  <a:pt x="2612428" y="224231"/>
                </a:lnTo>
                <a:lnTo>
                  <a:pt x="2647480" y="224231"/>
                </a:lnTo>
                <a:lnTo>
                  <a:pt x="2647480" y="202882"/>
                </a:lnTo>
                <a:lnTo>
                  <a:pt x="2647480" y="26009"/>
                </a:lnTo>
                <a:lnTo>
                  <a:pt x="2392870" y="26009"/>
                </a:lnTo>
                <a:lnTo>
                  <a:pt x="2392870" y="58013"/>
                </a:lnTo>
                <a:lnTo>
                  <a:pt x="2612428" y="58013"/>
                </a:lnTo>
                <a:lnTo>
                  <a:pt x="2612428" y="170878"/>
                </a:lnTo>
                <a:lnTo>
                  <a:pt x="2411158" y="170878"/>
                </a:lnTo>
                <a:lnTo>
                  <a:pt x="2411158" y="363105"/>
                </a:lnTo>
                <a:lnTo>
                  <a:pt x="2414346" y="387108"/>
                </a:lnTo>
                <a:lnTo>
                  <a:pt x="2424112" y="404253"/>
                </a:lnTo>
                <a:lnTo>
                  <a:pt x="2440736" y="414540"/>
                </a:lnTo>
                <a:lnTo>
                  <a:pt x="2464498" y="417969"/>
                </a:lnTo>
                <a:lnTo>
                  <a:pt x="2595664" y="417969"/>
                </a:lnTo>
                <a:lnTo>
                  <a:pt x="2623134" y="415086"/>
                </a:lnTo>
                <a:lnTo>
                  <a:pt x="2643898" y="406349"/>
                </a:lnTo>
                <a:lnTo>
                  <a:pt x="2658097" y="391604"/>
                </a:lnTo>
                <a:lnTo>
                  <a:pt x="2660192" y="385965"/>
                </a:lnTo>
                <a:lnTo>
                  <a:pt x="2665857" y="370725"/>
                </a:lnTo>
                <a:lnTo>
                  <a:pt x="2669197" y="355663"/>
                </a:lnTo>
                <a:lnTo>
                  <a:pt x="2672715" y="338480"/>
                </a:lnTo>
                <a:lnTo>
                  <a:pt x="2676144" y="320281"/>
                </a:lnTo>
                <a:lnTo>
                  <a:pt x="2679573" y="300520"/>
                </a:lnTo>
                <a:close/>
              </a:path>
              <a:path w="4023360" h="439419">
                <a:moveTo>
                  <a:pt x="2877794" y="76301"/>
                </a:moveTo>
                <a:lnTo>
                  <a:pt x="2842742" y="76301"/>
                </a:lnTo>
                <a:lnTo>
                  <a:pt x="2842742" y="108305"/>
                </a:lnTo>
                <a:lnTo>
                  <a:pt x="2842742" y="215087"/>
                </a:lnTo>
                <a:lnTo>
                  <a:pt x="2842742" y="247180"/>
                </a:lnTo>
                <a:lnTo>
                  <a:pt x="2842742" y="357009"/>
                </a:lnTo>
                <a:lnTo>
                  <a:pt x="2745105" y="357009"/>
                </a:lnTo>
                <a:lnTo>
                  <a:pt x="2745105" y="247180"/>
                </a:lnTo>
                <a:lnTo>
                  <a:pt x="2842742" y="247180"/>
                </a:lnTo>
                <a:lnTo>
                  <a:pt x="2842742" y="215087"/>
                </a:lnTo>
                <a:lnTo>
                  <a:pt x="2745105" y="215087"/>
                </a:lnTo>
                <a:lnTo>
                  <a:pt x="2745105" y="108305"/>
                </a:lnTo>
                <a:lnTo>
                  <a:pt x="2842742" y="108305"/>
                </a:lnTo>
                <a:lnTo>
                  <a:pt x="2842742" y="76301"/>
                </a:lnTo>
                <a:lnTo>
                  <a:pt x="2790926" y="76301"/>
                </a:lnTo>
                <a:lnTo>
                  <a:pt x="2797568" y="61391"/>
                </a:lnTo>
                <a:lnTo>
                  <a:pt x="2804071" y="46189"/>
                </a:lnTo>
                <a:lnTo>
                  <a:pt x="2810853" y="30403"/>
                </a:lnTo>
                <a:lnTo>
                  <a:pt x="2818358" y="13716"/>
                </a:lnTo>
                <a:lnTo>
                  <a:pt x="2780157" y="3048"/>
                </a:lnTo>
                <a:lnTo>
                  <a:pt x="2775039" y="19685"/>
                </a:lnTo>
                <a:lnTo>
                  <a:pt x="2768917" y="37426"/>
                </a:lnTo>
                <a:lnTo>
                  <a:pt x="2761945" y="56299"/>
                </a:lnTo>
                <a:lnTo>
                  <a:pt x="2754249" y="76301"/>
                </a:lnTo>
                <a:lnTo>
                  <a:pt x="2710053" y="76301"/>
                </a:lnTo>
                <a:lnTo>
                  <a:pt x="2710053" y="427113"/>
                </a:lnTo>
                <a:lnTo>
                  <a:pt x="2745105" y="427113"/>
                </a:lnTo>
                <a:lnTo>
                  <a:pt x="2745105" y="390537"/>
                </a:lnTo>
                <a:lnTo>
                  <a:pt x="2842742" y="390537"/>
                </a:lnTo>
                <a:lnTo>
                  <a:pt x="2842742" y="424065"/>
                </a:lnTo>
                <a:lnTo>
                  <a:pt x="2877794" y="424065"/>
                </a:lnTo>
                <a:lnTo>
                  <a:pt x="2877794" y="390537"/>
                </a:lnTo>
                <a:lnTo>
                  <a:pt x="2877794" y="357009"/>
                </a:lnTo>
                <a:lnTo>
                  <a:pt x="2877794" y="247180"/>
                </a:lnTo>
                <a:lnTo>
                  <a:pt x="2877794" y="215087"/>
                </a:lnTo>
                <a:lnTo>
                  <a:pt x="2877794" y="108305"/>
                </a:lnTo>
                <a:lnTo>
                  <a:pt x="2877794" y="76301"/>
                </a:lnTo>
                <a:close/>
              </a:path>
              <a:path w="4023360" h="439419">
                <a:moveTo>
                  <a:pt x="3027235" y="274612"/>
                </a:moveTo>
                <a:lnTo>
                  <a:pt x="3012109" y="252907"/>
                </a:lnTo>
                <a:lnTo>
                  <a:pt x="2994279" y="229031"/>
                </a:lnTo>
                <a:lnTo>
                  <a:pt x="2973870" y="203161"/>
                </a:lnTo>
                <a:lnTo>
                  <a:pt x="2951035" y="175463"/>
                </a:lnTo>
                <a:lnTo>
                  <a:pt x="2923514" y="195275"/>
                </a:lnTo>
                <a:lnTo>
                  <a:pt x="2943542" y="221348"/>
                </a:lnTo>
                <a:lnTo>
                  <a:pt x="2962262" y="246976"/>
                </a:lnTo>
                <a:lnTo>
                  <a:pt x="2979534" y="272300"/>
                </a:lnTo>
                <a:lnTo>
                  <a:pt x="2995231" y="297472"/>
                </a:lnTo>
                <a:lnTo>
                  <a:pt x="3027235" y="274612"/>
                </a:lnTo>
                <a:close/>
              </a:path>
              <a:path w="4023360" h="439419">
                <a:moveTo>
                  <a:pt x="3109633" y="74777"/>
                </a:moveTo>
                <a:lnTo>
                  <a:pt x="2969323" y="74777"/>
                </a:lnTo>
                <a:lnTo>
                  <a:pt x="2975038" y="59651"/>
                </a:lnTo>
                <a:lnTo>
                  <a:pt x="2980753" y="44094"/>
                </a:lnTo>
                <a:lnTo>
                  <a:pt x="2986468" y="28232"/>
                </a:lnTo>
                <a:lnTo>
                  <a:pt x="2992183" y="12192"/>
                </a:lnTo>
                <a:lnTo>
                  <a:pt x="2954083" y="3048"/>
                </a:lnTo>
                <a:lnTo>
                  <a:pt x="2939491" y="50025"/>
                </a:lnTo>
                <a:lnTo>
                  <a:pt x="2923171" y="92684"/>
                </a:lnTo>
                <a:lnTo>
                  <a:pt x="2905137" y="131343"/>
                </a:lnTo>
                <a:lnTo>
                  <a:pt x="2885414" y="166319"/>
                </a:lnTo>
                <a:lnTo>
                  <a:pt x="2894025" y="169976"/>
                </a:lnTo>
                <a:lnTo>
                  <a:pt x="2901797" y="173939"/>
                </a:lnTo>
                <a:lnTo>
                  <a:pt x="2908985" y="177888"/>
                </a:lnTo>
                <a:lnTo>
                  <a:pt x="2915894" y="181559"/>
                </a:lnTo>
                <a:lnTo>
                  <a:pt x="2925280" y="164960"/>
                </a:lnTo>
                <a:lnTo>
                  <a:pt x="2934982" y="147066"/>
                </a:lnTo>
                <a:lnTo>
                  <a:pt x="2944685" y="127723"/>
                </a:lnTo>
                <a:lnTo>
                  <a:pt x="2954083" y="106781"/>
                </a:lnTo>
                <a:lnTo>
                  <a:pt x="3071533" y="106781"/>
                </a:lnTo>
                <a:lnTo>
                  <a:pt x="3070593" y="173939"/>
                </a:lnTo>
                <a:lnTo>
                  <a:pt x="3069628" y="229031"/>
                </a:lnTo>
                <a:lnTo>
                  <a:pt x="3068434" y="279120"/>
                </a:lnTo>
                <a:lnTo>
                  <a:pt x="3067037" y="318566"/>
                </a:lnTo>
                <a:lnTo>
                  <a:pt x="3061030" y="367626"/>
                </a:lnTo>
                <a:lnTo>
                  <a:pt x="3022663" y="392061"/>
                </a:lnTo>
                <a:lnTo>
                  <a:pt x="3003829" y="391528"/>
                </a:lnTo>
                <a:lnTo>
                  <a:pt x="2983992" y="390156"/>
                </a:lnTo>
                <a:lnTo>
                  <a:pt x="2963303" y="388200"/>
                </a:lnTo>
                <a:lnTo>
                  <a:pt x="2941891" y="385965"/>
                </a:lnTo>
                <a:lnTo>
                  <a:pt x="2940367" y="385965"/>
                </a:lnTo>
                <a:lnTo>
                  <a:pt x="2942628" y="394487"/>
                </a:lnTo>
                <a:lnTo>
                  <a:pt x="2944749" y="403872"/>
                </a:lnTo>
                <a:lnTo>
                  <a:pt x="2946577" y="413816"/>
                </a:lnTo>
                <a:lnTo>
                  <a:pt x="2947987" y="424065"/>
                </a:lnTo>
                <a:lnTo>
                  <a:pt x="2988945" y="426161"/>
                </a:lnTo>
                <a:lnTo>
                  <a:pt x="3009061" y="426847"/>
                </a:lnTo>
                <a:lnTo>
                  <a:pt x="3028759" y="427113"/>
                </a:lnTo>
                <a:lnTo>
                  <a:pt x="3059074" y="422821"/>
                </a:lnTo>
                <a:lnTo>
                  <a:pt x="3081236" y="409968"/>
                </a:lnTo>
                <a:lnTo>
                  <a:pt x="3092793" y="392061"/>
                </a:lnTo>
                <a:lnTo>
                  <a:pt x="3095079" y="388531"/>
                </a:lnTo>
                <a:lnTo>
                  <a:pt x="3102013" y="334098"/>
                </a:lnTo>
                <a:lnTo>
                  <a:pt x="3105061" y="257797"/>
                </a:lnTo>
                <a:lnTo>
                  <a:pt x="3106585" y="205943"/>
                </a:lnTo>
                <a:lnTo>
                  <a:pt x="3108045" y="147066"/>
                </a:lnTo>
                <a:lnTo>
                  <a:pt x="3108934" y="106781"/>
                </a:lnTo>
                <a:lnTo>
                  <a:pt x="3109633" y="74777"/>
                </a:lnTo>
                <a:close/>
              </a:path>
              <a:path w="4023360" h="439419">
                <a:moveTo>
                  <a:pt x="3548824" y="29057"/>
                </a:moveTo>
                <a:lnTo>
                  <a:pt x="3513772" y="29057"/>
                </a:lnTo>
                <a:lnTo>
                  <a:pt x="3513772" y="61061"/>
                </a:lnTo>
                <a:lnTo>
                  <a:pt x="3513772" y="143446"/>
                </a:lnTo>
                <a:lnTo>
                  <a:pt x="3513772" y="175450"/>
                </a:lnTo>
                <a:lnTo>
                  <a:pt x="3513772" y="256324"/>
                </a:lnTo>
                <a:lnTo>
                  <a:pt x="3385667" y="256324"/>
                </a:lnTo>
                <a:lnTo>
                  <a:pt x="3385667" y="175450"/>
                </a:lnTo>
                <a:lnTo>
                  <a:pt x="3513772" y="175450"/>
                </a:lnTo>
                <a:lnTo>
                  <a:pt x="3513772" y="143446"/>
                </a:lnTo>
                <a:lnTo>
                  <a:pt x="3385667" y="143446"/>
                </a:lnTo>
                <a:lnTo>
                  <a:pt x="3385667" y="61061"/>
                </a:lnTo>
                <a:lnTo>
                  <a:pt x="3513772" y="61061"/>
                </a:lnTo>
                <a:lnTo>
                  <a:pt x="3513772" y="29057"/>
                </a:lnTo>
                <a:lnTo>
                  <a:pt x="3350615" y="29057"/>
                </a:lnTo>
                <a:lnTo>
                  <a:pt x="3350615" y="61061"/>
                </a:lnTo>
                <a:lnTo>
                  <a:pt x="3350615" y="143446"/>
                </a:lnTo>
                <a:lnTo>
                  <a:pt x="3350615" y="175450"/>
                </a:lnTo>
                <a:lnTo>
                  <a:pt x="3350615" y="256324"/>
                </a:lnTo>
                <a:lnTo>
                  <a:pt x="3225546" y="256324"/>
                </a:lnTo>
                <a:lnTo>
                  <a:pt x="3226422" y="236613"/>
                </a:lnTo>
                <a:lnTo>
                  <a:pt x="3226879" y="216458"/>
                </a:lnTo>
                <a:lnTo>
                  <a:pt x="3227044" y="196024"/>
                </a:lnTo>
                <a:lnTo>
                  <a:pt x="3227070" y="175450"/>
                </a:lnTo>
                <a:lnTo>
                  <a:pt x="3350615" y="175450"/>
                </a:lnTo>
                <a:lnTo>
                  <a:pt x="3350615" y="143446"/>
                </a:lnTo>
                <a:lnTo>
                  <a:pt x="3227070" y="143446"/>
                </a:lnTo>
                <a:lnTo>
                  <a:pt x="3227070" y="61061"/>
                </a:lnTo>
                <a:lnTo>
                  <a:pt x="3350615" y="61061"/>
                </a:lnTo>
                <a:lnTo>
                  <a:pt x="3350615" y="29057"/>
                </a:lnTo>
                <a:lnTo>
                  <a:pt x="3191916" y="29057"/>
                </a:lnTo>
                <a:lnTo>
                  <a:pt x="3191916" y="186118"/>
                </a:lnTo>
                <a:lnTo>
                  <a:pt x="3191345" y="227063"/>
                </a:lnTo>
                <a:lnTo>
                  <a:pt x="3186773" y="294017"/>
                </a:lnTo>
                <a:lnTo>
                  <a:pt x="3176155" y="344055"/>
                </a:lnTo>
                <a:lnTo>
                  <a:pt x="3156635" y="388581"/>
                </a:lnTo>
                <a:lnTo>
                  <a:pt x="3143148" y="408813"/>
                </a:lnTo>
                <a:lnTo>
                  <a:pt x="3150628" y="416801"/>
                </a:lnTo>
                <a:lnTo>
                  <a:pt x="3157245" y="424637"/>
                </a:lnTo>
                <a:lnTo>
                  <a:pt x="3169056" y="439394"/>
                </a:lnTo>
                <a:lnTo>
                  <a:pt x="3189630" y="407619"/>
                </a:lnTo>
                <a:lnTo>
                  <a:pt x="3205492" y="371856"/>
                </a:lnTo>
                <a:lnTo>
                  <a:pt x="3216503" y="332105"/>
                </a:lnTo>
                <a:lnTo>
                  <a:pt x="3222498" y="288328"/>
                </a:lnTo>
                <a:lnTo>
                  <a:pt x="3350615" y="288328"/>
                </a:lnTo>
                <a:lnTo>
                  <a:pt x="3350615" y="427101"/>
                </a:lnTo>
                <a:lnTo>
                  <a:pt x="3385667" y="427101"/>
                </a:lnTo>
                <a:lnTo>
                  <a:pt x="3385667" y="288328"/>
                </a:lnTo>
                <a:lnTo>
                  <a:pt x="3513772" y="288328"/>
                </a:lnTo>
                <a:lnTo>
                  <a:pt x="3513772" y="369189"/>
                </a:lnTo>
                <a:lnTo>
                  <a:pt x="3512058" y="380314"/>
                </a:lnTo>
                <a:lnTo>
                  <a:pt x="3506914" y="388429"/>
                </a:lnTo>
                <a:lnTo>
                  <a:pt x="3498342" y="393407"/>
                </a:lnTo>
                <a:lnTo>
                  <a:pt x="3486340" y="395097"/>
                </a:lnTo>
                <a:lnTo>
                  <a:pt x="3473754" y="394843"/>
                </a:lnTo>
                <a:lnTo>
                  <a:pt x="3459200" y="394144"/>
                </a:lnTo>
                <a:lnTo>
                  <a:pt x="3425291" y="392049"/>
                </a:lnTo>
                <a:lnTo>
                  <a:pt x="3427311" y="402907"/>
                </a:lnTo>
                <a:lnTo>
                  <a:pt x="3428911" y="412623"/>
                </a:lnTo>
                <a:lnTo>
                  <a:pt x="3431387" y="428637"/>
                </a:lnTo>
                <a:lnTo>
                  <a:pt x="3450031" y="429514"/>
                </a:lnTo>
                <a:lnTo>
                  <a:pt x="3467392" y="429971"/>
                </a:lnTo>
                <a:lnTo>
                  <a:pt x="3500056" y="430161"/>
                </a:lnTo>
                <a:lnTo>
                  <a:pt x="3521176" y="426770"/>
                </a:lnTo>
                <a:lnTo>
                  <a:pt x="3536442" y="416814"/>
                </a:lnTo>
                <a:lnTo>
                  <a:pt x="3545700" y="400583"/>
                </a:lnTo>
                <a:lnTo>
                  <a:pt x="3546475" y="395097"/>
                </a:lnTo>
                <a:lnTo>
                  <a:pt x="3548824" y="378333"/>
                </a:lnTo>
                <a:lnTo>
                  <a:pt x="3548824" y="288328"/>
                </a:lnTo>
                <a:lnTo>
                  <a:pt x="3548824" y="256324"/>
                </a:lnTo>
                <a:lnTo>
                  <a:pt x="3548824" y="175450"/>
                </a:lnTo>
                <a:lnTo>
                  <a:pt x="3548824" y="143446"/>
                </a:lnTo>
                <a:lnTo>
                  <a:pt x="3548824" y="61061"/>
                </a:lnTo>
                <a:lnTo>
                  <a:pt x="3548824" y="29057"/>
                </a:lnTo>
                <a:close/>
              </a:path>
              <a:path w="4023360" h="439419">
                <a:moveTo>
                  <a:pt x="3687597" y="262420"/>
                </a:moveTo>
                <a:lnTo>
                  <a:pt x="3669500" y="255562"/>
                </a:lnTo>
                <a:lnTo>
                  <a:pt x="3660813" y="252133"/>
                </a:lnTo>
                <a:lnTo>
                  <a:pt x="3652545" y="248704"/>
                </a:lnTo>
                <a:lnTo>
                  <a:pt x="3638588" y="293801"/>
                </a:lnTo>
                <a:lnTo>
                  <a:pt x="3624313" y="337337"/>
                </a:lnTo>
                <a:lnTo>
                  <a:pt x="3610038" y="378866"/>
                </a:lnTo>
                <a:lnTo>
                  <a:pt x="3596068" y="417969"/>
                </a:lnTo>
                <a:lnTo>
                  <a:pt x="3632733" y="431685"/>
                </a:lnTo>
                <a:lnTo>
                  <a:pt x="3645382" y="392798"/>
                </a:lnTo>
                <a:lnTo>
                  <a:pt x="3658451" y="351624"/>
                </a:lnTo>
                <a:lnTo>
                  <a:pt x="3672382" y="308152"/>
                </a:lnTo>
                <a:lnTo>
                  <a:pt x="3687597" y="262420"/>
                </a:lnTo>
                <a:close/>
              </a:path>
              <a:path w="4023360" h="439419">
                <a:moveTo>
                  <a:pt x="3687597" y="181546"/>
                </a:moveTo>
                <a:lnTo>
                  <a:pt x="3665817" y="164122"/>
                </a:lnTo>
                <a:lnTo>
                  <a:pt x="3645878" y="148399"/>
                </a:lnTo>
                <a:lnTo>
                  <a:pt x="3627336" y="134366"/>
                </a:lnTo>
                <a:lnTo>
                  <a:pt x="3609784" y="122021"/>
                </a:lnTo>
                <a:lnTo>
                  <a:pt x="3588448" y="148018"/>
                </a:lnTo>
                <a:lnTo>
                  <a:pt x="3601605" y="158864"/>
                </a:lnTo>
                <a:lnTo>
                  <a:pt x="3618217" y="172974"/>
                </a:lnTo>
                <a:lnTo>
                  <a:pt x="3638143" y="190144"/>
                </a:lnTo>
                <a:lnTo>
                  <a:pt x="3661689" y="210502"/>
                </a:lnTo>
                <a:lnTo>
                  <a:pt x="3666820" y="204482"/>
                </a:lnTo>
                <a:lnTo>
                  <a:pt x="3672929" y="197739"/>
                </a:lnTo>
                <a:lnTo>
                  <a:pt x="3679825" y="190246"/>
                </a:lnTo>
                <a:lnTo>
                  <a:pt x="3687597" y="181546"/>
                </a:lnTo>
                <a:close/>
              </a:path>
              <a:path w="4023360" h="439419">
                <a:moveTo>
                  <a:pt x="3702837" y="73253"/>
                </a:moveTo>
                <a:lnTo>
                  <a:pt x="3682796" y="55537"/>
                </a:lnTo>
                <a:lnTo>
                  <a:pt x="3663594" y="38950"/>
                </a:lnTo>
                <a:lnTo>
                  <a:pt x="3644976" y="23495"/>
                </a:lnTo>
                <a:lnTo>
                  <a:pt x="3626637" y="9144"/>
                </a:lnTo>
                <a:lnTo>
                  <a:pt x="3605212" y="33629"/>
                </a:lnTo>
                <a:lnTo>
                  <a:pt x="3621608" y="47294"/>
                </a:lnTo>
                <a:lnTo>
                  <a:pt x="3638829" y="62966"/>
                </a:lnTo>
                <a:lnTo>
                  <a:pt x="3676929" y="99161"/>
                </a:lnTo>
                <a:lnTo>
                  <a:pt x="3682695" y="93179"/>
                </a:lnTo>
                <a:lnTo>
                  <a:pt x="3688740" y="86779"/>
                </a:lnTo>
                <a:lnTo>
                  <a:pt x="3695369" y="80086"/>
                </a:lnTo>
                <a:lnTo>
                  <a:pt x="3702837" y="73253"/>
                </a:lnTo>
                <a:close/>
              </a:path>
              <a:path w="4023360" h="439419">
                <a:moveTo>
                  <a:pt x="4023080" y="207454"/>
                </a:moveTo>
                <a:lnTo>
                  <a:pt x="3881247" y="207454"/>
                </a:lnTo>
                <a:lnTo>
                  <a:pt x="3881247" y="114401"/>
                </a:lnTo>
                <a:lnTo>
                  <a:pt x="4001744" y="114401"/>
                </a:lnTo>
                <a:lnTo>
                  <a:pt x="4001744" y="83921"/>
                </a:lnTo>
                <a:lnTo>
                  <a:pt x="3881247" y="83921"/>
                </a:lnTo>
                <a:lnTo>
                  <a:pt x="3881247" y="3048"/>
                </a:lnTo>
                <a:lnTo>
                  <a:pt x="3846195" y="3048"/>
                </a:lnTo>
                <a:lnTo>
                  <a:pt x="3846195" y="83921"/>
                </a:lnTo>
                <a:lnTo>
                  <a:pt x="3730269" y="83921"/>
                </a:lnTo>
                <a:lnTo>
                  <a:pt x="3730269" y="114401"/>
                </a:lnTo>
                <a:lnTo>
                  <a:pt x="3846195" y="114401"/>
                </a:lnTo>
                <a:lnTo>
                  <a:pt x="3846195" y="207454"/>
                </a:lnTo>
                <a:lnTo>
                  <a:pt x="3708933" y="207454"/>
                </a:lnTo>
                <a:lnTo>
                  <a:pt x="3708933" y="239560"/>
                </a:lnTo>
                <a:lnTo>
                  <a:pt x="3823335" y="239560"/>
                </a:lnTo>
                <a:lnTo>
                  <a:pt x="3810495" y="262128"/>
                </a:lnTo>
                <a:lnTo>
                  <a:pt x="3783685" y="305574"/>
                </a:lnTo>
                <a:lnTo>
                  <a:pt x="3756444" y="344195"/>
                </a:lnTo>
                <a:lnTo>
                  <a:pt x="3715029" y="376821"/>
                </a:lnTo>
                <a:lnTo>
                  <a:pt x="3731793" y="414921"/>
                </a:lnTo>
                <a:lnTo>
                  <a:pt x="3957548" y="395109"/>
                </a:lnTo>
                <a:lnTo>
                  <a:pt x="3963276" y="405155"/>
                </a:lnTo>
                <a:lnTo>
                  <a:pt x="3969156" y="414921"/>
                </a:lnTo>
                <a:lnTo>
                  <a:pt x="3975328" y="424713"/>
                </a:lnTo>
                <a:lnTo>
                  <a:pt x="3981932" y="434822"/>
                </a:lnTo>
                <a:lnTo>
                  <a:pt x="3989946" y="429958"/>
                </a:lnTo>
                <a:lnTo>
                  <a:pt x="3998125" y="424827"/>
                </a:lnTo>
                <a:lnTo>
                  <a:pt x="4006570" y="419722"/>
                </a:lnTo>
                <a:lnTo>
                  <a:pt x="3991584" y="378345"/>
                </a:lnTo>
                <a:lnTo>
                  <a:pt x="3968597" y="344766"/>
                </a:lnTo>
                <a:lnTo>
                  <a:pt x="3946017" y="313245"/>
                </a:lnTo>
                <a:lnTo>
                  <a:pt x="3924020" y="283756"/>
                </a:lnTo>
                <a:lnTo>
                  <a:pt x="3896487" y="302044"/>
                </a:lnTo>
                <a:lnTo>
                  <a:pt x="3906215" y="317207"/>
                </a:lnTo>
                <a:lnTo>
                  <a:pt x="3916769" y="332955"/>
                </a:lnTo>
                <a:lnTo>
                  <a:pt x="3927868" y="349275"/>
                </a:lnTo>
                <a:lnTo>
                  <a:pt x="3939260" y="366153"/>
                </a:lnTo>
                <a:lnTo>
                  <a:pt x="3897147" y="370192"/>
                </a:lnTo>
                <a:lnTo>
                  <a:pt x="3855351" y="373392"/>
                </a:lnTo>
                <a:lnTo>
                  <a:pt x="3771519" y="378345"/>
                </a:lnTo>
                <a:lnTo>
                  <a:pt x="3795522" y="347433"/>
                </a:lnTo>
                <a:lnTo>
                  <a:pt x="3819525" y="314096"/>
                </a:lnTo>
                <a:lnTo>
                  <a:pt x="3843528" y="278180"/>
                </a:lnTo>
                <a:lnTo>
                  <a:pt x="3867531" y="239560"/>
                </a:lnTo>
                <a:lnTo>
                  <a:pt x="4023080" y="239560"/>
                </a:lnTo>
                <a:lnTo>
                  <a:pt x="4023080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299108" y="3163734"/>
            <a:ext cx="4023360" cy="439420"/>
          </a:xfrm>
          <a:custGeom>
            <a:avLst/>
            <a:gdLst/>
            <a:ahLst/>
            <a:cxnLst/>
            <a:rect l="l" t="t" r="r" b="b"/>
            <a:pathLst>
              <a:path w="4023360" h="439420">
                <a:moveTo>
                  <a:pt x="76288" y="358432"/>
                </a:moveTo>
                <a:lnTo>
                  <a:pt x="45808" y="346240"/>
                </a:lnTo>
                <a:lnTo>
                  <a:pt x="36385" y="367385"/>
                </a:lnTo>
                <a:lnTo>
                  <a:pt x="26377" y="387388"/>
                </a:lnTo>
                <a:lnTo>
                  <a:pt x="15773" y="406285"/>
                </a:lnTo>
                <a:lnTo>
                  <a:pt x="4572" y="424053"/>
                </a:lnTo>
                <a:lnTo>
                  <a:pt x="13233" y="427482"/>
                </a:lnTo>
                <a:lnTo>
                  <a:pt x="21196" y="430911"/>
                </a:lnTo>
                <a:lnTo>
                  <a:pt x="36664" y="437769"/>
                </a:lnTo>
                <a:lnTo>
                  <a:pt x="45224" y="422579"/>
                </a:lnTo>
                <a:lnTo>
                  <a:pt x="54762" y="404380"/>
                </a:lnTo>
                <a:lnTo>
                  <a:pt x="65176" y="383044"/>
                </a:lnTo>
                <a:lnTo>
                  <a:pt x="76288" y="358432"/>
                </a:lnTo>
                <a:close/>
              </a:path>
              <a:path w="4023360" h="439420">
                <a:moveTo>
                  <a:pt x="190690" y="416433"/>
                </a:moveTo>
                <a:lnTo>
                  <a:pt x="182397" y="399453"/>
                </a:lnTo>
                <a:lnTo>
                  <a:pt x="173532" y="382625"/>
                </a:lnTo>
                <a:lnTo>
                  <a:pt x="164071" y="365544"/>
                </a:lnTo>
                <a:lnTo>
                  <a:pt x="154012" y="347764"/>
                </a:lnTo>
                <a:lnTo>
                  <a:pt x="125056" y="359956"/>
                </a:lnTo>
                <a:lnTo>
                  <a:pt x="134162" y="377355"/>
                </a:lnTo>
                <a:lnTo>
                  <a:pt x="142976" y="395198"/>
                </a:lnTo>
                <a:lnTo>
                  <a:pt x="151244" y="413359"/>
                </a:lnTo>
                <a:lnTo>
                  <a:pt x="158686" y="431673"/>
                </a:lnTo>
                <a:lnTo>
                  <a:pt x="190690" y="416433"/>
                </a:lnTo>
                <a:close/>
              </a:path>
              <a:path w="4023360" h="439420">
                <a:moveTo>
                  <a:pt x="199834" y="88392"/>
                </a:moveTo>
                <a:lnTo>
                  <a:pt x="172402" y="88392"/>
                </a:lnTo>
                <a:lnTo>
                  <a:pt x="172402" y="112864"/>
                </a:lnTo>
                <a:lnTo>
                  <a:pt x="172402" y="140296"/>
                </a:lnTo>
                <a:lnTo>
                  <a:pt x="50380" y="140296"/>
                </a:lnTo>
                <a:lnTo>
                  <a:pt x="50380" y="112864"/>
                </a:lnTo>
                <a:lnTo>
                  <a:pt x="172402" y="112864"/>
                </a:lnTo>
                <a:lnTo>
                  <a:pt x="172402" y="88392"/>
                </a:lnTo>
                <a:lnTo>
                  <a:pt x="22948" y="88392"/>
                </a:lnTo>
                <a:lnTo>
                  <a:pt x="22948" y="172300"/>
                </a:lnTo>
                <a:lnTo>
                  <a:pt x="50380" y="172300"/>
                </a:lnTo>
                <a:lnTo>
                  <a:pt x="50380" y="163156"/>
                </a:lnTo>
                <a:lnTo>
                  <a:pt x="172402" y="163156"/>
                </a:lnTo>
                <a:lnTo>
                  <a:pt x="172402" y="172300"/>
                </a:lnTo>
                <a:lnTo>
                  <a:pt x="199834" y="172300"/>
                </a:lnTo>
                <a:lnTo>
                  <a:pt x="199834" y="163156"/>
                </a:lnTo>
                <a:lnTo>
                  <a:pt x="199834" y="140296"/>
                </a:lnTo>
                <a:lnTo>
                  <a:pt x="199834" y="112864"/>
                </a:lnTo>
                <a:lnTo>
                  <a:pt x="199834" y="88392"/>
                </a:lnTo>
                <a:close/>
              </a:path>
              <a:path w="4023360" h="439420">
                <a:moveTo>
                  <a:pt x="212026" y="277558"/>
                </a:moveTo>
                <a:lnTo>
                  <a:pt x="211150" y="272440"/>
                </a:lnTo>
                <a:lnTo>
                  <a:pt x="210693" y="266382"/>
                </a:lnTo>
                <a:lnTo>
                  <a:pt x="210515" y="257746"/>
                </a:lnTo>
                <a:lnTo>
                  <a:pt x="210502" y="251650"/>
                </a:lnTo>
                <a:lnTo>
                  <a:pt x="190830" y="253034"/>
                </a:lnTo>
                <a:lnTo>
                  <a:pt x="150888" y="256362"/>
                </a:lnTo>
                <a:lnTo>
                  <a:pt x="131152" y="257746"/>
                </a:lnTo>
                <a:lnTo>
                  <a:pt x="131152" y="254698"/>
                </a:lnTo>
                <a:lnTo>
                  <a:pt x="201358" y="216598"/>
                </a:lnTo>
                <a:lnTo>
                  <a:pt x="201358" y="189077"/>
                </a:lnTo>
                <a:lnTo>
                  <a:pt x="9144" y="189077"/>
                </a:lnTo>
                <a:lnTo>
                  <a:pt x="9144" y="215074"/>
                </a:lnTo>
                <a:lnTo>
                  <a:pt x="154012" y="215074"/>
                </a:lnTo>
                <a:lnTo>
                  <a:pt x="102196" y="242506"/>
                </a:lnTo>
                <a:lnTo>
                  <a:pt x="102196" y="259270"/>
                </a:lnTo>
                <a:lnTo>
                  <a:pt x="76174" y="261289"/>
                </a:lnTo>
                <a:lnTo>
                  <a:pt x="50571" y="262890"/>
                </a:lnTo>
                <a:lnTo>
                  <a:pt x="0" y="265366"/>
                </a:lnTo>
                <a:lnTo>
                  <a:pt x="7620" y="292798"/>
                </a:lnTo>
                <a:lnTo>
                  <a:pt x="79933" y="286588"/>
                </a:lnTo>
                <a:lnTo>
                  <a:pt x="102196" y="285178"/>
                </a:lnTo>
                <a:lnTo>
                  <a:pt x="102196" y="291274"/>
                </a:lnTo>
                <a:lnTo>
                  <a:pt x="100825" y="301091"/>
                </a:lnTo>
                <a:lnTo>
                  <a:pt x="96862" y="307746"/>
                </a:lnTo>
                <a:lnTo>
                  <a:pt x="90627" y="311518"/>
                </a:lnTo>
                <a:lnTo>
                  <a:pt x="82384" y="312712"/>
                </a:lnTo>
                <a:lnTo>
                  <a:pt x="71577" y="312420"/>
                </a:lnTo>
                <a:lnTo>
                  <a:pt x="59905" y="311569"/>
                </a:lnTo>
                <a:lnTo>
                  <a:pt x="47675" y="310134"/>
                </a:lnTo>
                <a:lnTo>
                  <a:pt x="35140" y="308140"/>
                </a:lnTo>
                <a:lnTo>
                  <a:pt x="37147" y="316141"/>
                </a:lnTo>
                <a:lnTo>
                  <a:pt x="38569" y="324142"/>
                </a:lnTo>
                <a:lnTo>
                  <a:pt x="39420" y="332016"/>
                </a:lnTo>
                <a:lnTo>
                  <a:pt x="39712" y="340144"/>
                </a:lnTo>
                <a:lnTo>
                  <a:pt x="51765" y="341020"/>
                </a:lnTo>
                <a:lnTo>
                  <a:pt x="62953" y="341477"/>
                </a:lnTo>
                <a:lnTo>
                  <a:pt x="73583" y="341642"/>
                </a:lnTo>
                <a:lnTo>
                  <a:pt x="83908" y="341668"/>
                </a:lnTo>
                <a:lnTo>
                  <a:pt x="104800" y="338569"/>
                </a:lnTo>
                <a:lnTo>
                  <a:pt x="119532" y="329463"/>
                </a:lnTo>
                <a:lnTo>
                  <a:pt x="128282" y="314617"/>
                </a:lnTo>
                <a:lnTo>
                  <a:pt x="128549" y="312712"/>
                </a:lnTo>
                <a:lnTo>
                  <a:pt x="131076" y="294868"/>
                </a:lnTo>
                <a:lnTo>
                  <a:pt x="131152" y="285178"/>
                </a:lnTo>
                <a:lnTo>
                  <a:pt x="131152" y="283654"/>
                </a:lnTo>
                <a:lnTo>
                  <a:pt x="152615" y="281635"/>
                </a:lnTo>
                <a:lnTo>
                  <a:pt x="173342" y="280035"/>
                </a:lnTo>
                <a:lnTo>
                  <a:pt x="212026" y="277558"/>
                </a:lnTo>
                <a:close/>
              </a:path>
              <a:path w="4023360" h="439420">
                <a:moveTo>
                  <a:pt x="225742" y="38100"/>
                </a:moveTo>
                <a:lnTo>
                  <a:pt x="132676" y="38100"/>
                </a:lnTo>
                <a:lnTo>
                  <a:pt x="127850" y="28079"/>
                </a:lnTo>
                <a:lnTo>
                  <a:pt x="122580" y="18478"/>
                </a:lnTo>
                <a:lnTo>
                  <a:pt x="117043" y="9169"/>
                </a:lnTo>
                <a:lnTo>
                  <a:pt x="111340" y="0"/>
                </a:lnTo>
                <a:lnTo>
                  <a:pt x="82384" y="15240"/>
                </a:lnTo>
                <a:lnTo>
                  <a:pt x="86702" y="20955"/>
                </a:lnTo>
                <a:lnTo>
                  <a:pt x="90576" y="26670"/>
                </a:lnTo>
                <a:lnTo>
                  <a:pt x="94183" y="32385"/>
                </a:lnTo>
                <a:lnTo>
                  <a:pt x="97624" y="38100"/>
                </a:lnTo>
                <a:lnTo>
                  <a:pt x="1524" y="38100"/>
                </a:lnTo>
                <a:lnTo>
                  <a:pt x="1524" y="64008"/>
                </a:lnTo>
                <a:lnTo>
                  <a:pt x="225742" y="64008"/>
                </a:lnTo>
                <a:lnTo>
                  <a:pt x="225742" y="38100"/>
                </a:lnTo>
                <a:close/>
              </a:path>
              <a:path w="4023360" h="439420">
                <a:moveTo>
                  <a:pt x="300520" y="410337"/>
                </a:moveTo>
                <a:lnTo>
                  <a:pt x="290118" y="391160"/>
                </a:lnTo>
                <a:lnTo>
                  <a:pt x="279476" y="372719"/>
                </a:lnTo>
                <a:lnTo>
                  <a:pt x="268274" y="355168"/>
                </a:lnTo>
                <a:lnTo>
                  <a:pt x="256222" y="338620"/>
                </a:lnTo>
                <a:lnTo>
                  <a:pt x="230314" y="353860"/>
                </a:lnTo>
                <a:lnTo>
                  <a:pt x="240550" y="372148"/>
                </a:lnTo>
                <a:lnTo>
                  <a:pt x="250507" y="390436"/>
                </a:lnTo>
                <a:lnTo>
                  <a:pt x="259892" y="408762"/>
                </a:lnTo>
                <a:lnTo>
                  <a:pt x="268414" y="427101"/>
                </a:lnTo>
                <a:lnTo>
                  <a:pt x="300520" y="410337"/>
                </a:lnTo>
                <a:close/>
              </a:path>
              <a:path w="4023360" h="439420">
                <a:moveTo>
                  <a:pt x="425488" y="416433"/>
                </a:moveTo>
                <a:lnTo>
                  <a:pt x="414032" y="400380"/>
                </a:lnTo>
                <a:lnTo>
                  <a:pt x="400151" y="382054"/>
                </a:lnTo>
                <a:lnTo>
                  <a:pt x="383692" y="361480"/>
                </a:lnTo>
                <a:lnTo>
                  <a:pt x="364528" y="338620"/>
                </a:lnTo>
                <a:lnTo>
                  <a:pt x="338620" y="355384"/>
                </a:lnTo>
                <a:lnTo>
                  <a:pt x="355168" y="376796"/>
                </a:lnTo>
                <a:lnTo>
                  <a:pt x="370433" y="397522"/>
                </a:lnTo>
                <a:lnTo>
                  <a:pt x="384263" y="417398"/>
                </a:lnTo>
                <a:lnTo>
                  <a:pt x="396532" y="436245"/>
                </a:lnTo>
                <a:lnTo>
                  <a:pt x="425488" y="416433"/>
                </a:lnTo>
                <a:close/>
              </a:path>
              <a:path w="4023360" h="439420">
                <a:moveTo>
                  <a:pt x="436245" y="239458"/>
                </a:moveTo>
                <a:lnTo>
                  <a:pt x="431050" y="238036"/>
                </a:lnTo>
                <a:lnTo>
                  <a:pt x="424726" y="236029"/>
                </a:lnTo>
                <a:lnTo>
                  <a:pt x="417296" y="233464"/>
                </a:lnTo>
                <a:lnTo>
                  <a:pt x="408724" y="230314"/>
                </a:lnTo>
                <a:lnTo>
                  <a:pt x="406692" y="246341"/>
                </a:lnTo>
                <a:lnTo>
                  <a:pt x="405409" y="257556"/>
                </a:lnTo>
                <a:lnTo>
                  <a:pt x="403783" y="272110"/>
                </a:lnTo>
                <a:lnTo>
                  <a:pt x="402628" y="282130"/>
                </a:lnTo>
                <a:lnTo>
                  <a:pt x="401104" y="289750"/>
                </a:lnTo>
                <a:lnTo>
                  <a:pt x="398056" y="292798"/>
                </a:lnTo>
                <a:lnTo>
                  <a:pt x="391960" y="292798"/>
                </a:lnTo>
                <a:lnTo>
                  <a:pt x="375386" y="243382"/>
                </a:lnTo>
                <a:lnTo>
                  <a:pt x="372541" y="199034"/>
                </a:lnTo>
                <a:lnTo>
                  <a:pt x="370878" y="128714"/>
                </a:lnTo>
                <a:lnTo>
                  <a:pt x="370624" y="83820"/>
                </a:lnTo>
                <a:lnTo>
                  <a:pt x="297472" y="83820"/>
                </a:lnTo>
                <a:lnTo>
                  <a:pt x="297472" y="3048"/>
                </a:lnTo>
                <a:lnTo>
                  <a:pt x="268414" y="3048"/>
                </a:lnTo>
                <a:lnTo>
                  <a:pt x="268173" y="22745"/>
                </a:lnTo>
                <a:lnTo>
                  <a:pt x="267131" y="63271"/>
                </a:lnTo>
                <a:lnTo>
                  <a:pt x="266890" y="83820"/>
                </a:lnTo>
                <a:lnTo>
                  <a:pt x="221170" y="83820"/>
                </a:lnTo>
                <a:lnTo>
                  <a:pt x="221170" y="111340"/>
                </a:lnTo>
                <a:lnTo>
                  <a:pt x="265366" y="111340"/>
                </a:lnTo>
                <a:lnTo>
                  <a:pt x="264845" y="131330"/>
                </a:lnTo>
                <a:lnTo>
                  <a:pt x="263461" y="150012"/>
                </a:lnTo>
                <a:lnTo>
                  <a:pt x="261518" y="167157"/>
                </a:lnTo>
                <a:lnTo>
                  <a:pt x="259270" y="182981"/>
                </a:lnTo>
                <a:lnTo>
                  <a:pt x="251269" y="176352"/>
                </a:lnTo>
                <a:lnTo>
                  <a:pt x="235267" y="163690"/>
                </a:lnTo>
                <a:lnTo>
                  <a:pt x="227266" y="157060"/>
                </a:lnTo>
                <a:lnTo>
                  <a:pt x="208978" y="178396"/>
                </a:lnTo>
                <a:lnTo>
                  <a:pt x="220357" y="188442"/>
                </a:lnTo>
                <a:lnTo>
                  <a:pt x="231457" y="198069"/>
                </a:lnTo>
                <a:lnTo>
                  <a:pt x="241985" y="207416"/>
                </a:lnTo>
                <a:lnTo>
                  <a:pt x="226695" y="268998"/>
                </a:lnTo>
                <a:lnTo>
                  <a:pt x="184594" y="320332"/>
                </a:lnTo>
                <a:lnTo>
                  <a:pt x="192074" y="326898"/>
                </a:lnTo>
                <a:lnTo>
                  <a:pt x="204736" y="338328"/>
                </a:lnTo>
                <a:lnTo>
                  <a:pt x="210502" y="343192"/>
                </a:lnTo>
                <a:lnTo>
                  <a:pt x="232765" y="317982"/>
                </a:lnTo>
                <a:lnTo>
                  <a:pt x="251460" y="292468"/>
                </a:lnTo>
                <a:lnTo>
                  <a:pt x="266433" y="266382"/>
                </a:lnTo>
                <a:lnTo>
                  <a:pt x="277558" y="239458"/>
                </a:lnTo>
                <a:lnTo>
                  <a:pt x="287337" y="248577"/>
                </a:lnTo>
                <a:lnTo>
                  <a:pt x="296278" y="257556"/>
                </a:lnTo>
                <a:lnTo>
                  <a:pt x="304647" y="266242"/>
                </a:lnTo>
                <a:lnTo>
                  <a:pt x="312712" y="274510"/>
                </a:lnTo>
                <a:lnTo>
                  <a:pt x="334048" y="250126"/>
                </a:lnTo>
                <a:lnTo>
                  <a:pt x="323100" y="239458"/>
                </a:lnTo>
                <a:lnTo>
                  <a:pt x="322351" y="238721"/>
                </a:lnTo>
                <a:lnTo>
                  <a:pt x="310222" y="227457"/>
                </a:lnTo>
                <a:lnTo>
                  <a:pt x="297776" y="216484"/>
                </a:lnTo>
                <a:lnTo>
                  <a:pt x="285178" y="205930"/>
                </a:lnTo>
                <a:lnTo>
                  <a:pt x="289204" y="184467"/>
                </a:lnTo>
                <a:lnTo>
                  <a:pt x="289394" y="182981"/>
                </a:lnTo>
                <a:lnTo>
                  <a:pt x="292239" y="161455"/>
                </a:lnTo>
                <a:lnTo>
                  <a:pt x="294436" y="137045"/>
                </a:lnTo>
                <a:lnTo>
                  <a:pt x="295948" y="111340"/>
                </a:lnTo>
                <a:lnTo>
                  <a:pt x="341668" y="111340"/>
                </a:lnTo>
                <a:lnTo>
                  <a:pt x="341947" y="151371"/>
                </a:lnTo>
                <a:lnTo>
                  <a:pt x="342811" y="186829"/>
                </a:lnTo>
                <a:lnTo>
                  <a:pt x="346240" y="244030"/>
                </a:lnTo>
                <a:lnTo>
                  <a:pt x="358241" y="293154"/>
                </a:lnTo>
                <a:lnTo>
                  <a:pt x="382816" y="327190"/>
                </a:lnTo>
                <a:lnTo>
                  <a:pt x="401104" y="334048"/>
                </a:lnTo>
                <a:lnTo>
                  <a:pt x="409651" y="332016"/>
                </a:lnTo>
                <a:lnTo>
                  <a:pt x="416915" y="325843"/>
                </a:lnTo>
                <a:lnTo>
                  <a:pt x="422744" y="315353"/>
                </a:lnTo>
                <a:lnTo>
                  <a:pt x="427012" y="300418"/>
                </a:lnTo>
                <a:lnTo>
                  <a:pt x="428752" y="292798"/>
                </a:lnTo>
                <a:lnTo>
                  <a:pt x="429272" y="290537"/>
                </a:lnTo>
                <a:lnTo>
                  <a:pt x="431584" y="276796"/>
                </a:lnTo>
                <a:lnTo>
                  <a:pt x="433832" y="260223"/>
                </a:lnTo>
                <a:lnTo>
                  <a:pt x="436245" y="239458"/>
                </a:lnTo>
                <a:close/>
              </a:path>
              <a:path w="4023360" h="439420">
                <a:moveTo>
                  <a:pt x="530733" y="303466"/>
                </a:moveTo>
                <a:lnTo>
                  <a:pt x="498729" y="289750"/>
                </a:lnTo>
                <a:lnTo>
                  <a:pt x="486422" y="321830"/>
                </a:lnTo>
                <a:lnTo>
                  <a:pt x="474535" y="349465"/>
                </a:lnTo>
                <a:lnTo>
                  <a:pt x="462940" y="372783"/>
                </a:lnTo>
                <a:lnTo>
                  <a:pt x="451485" y="391960"/>
                </a:lnTo>
                <a:lnTo>
                  <a:pt x="460324" y="396506"/>
                </a:lnTo>
                <a:lnTo>
                  <a:pt x="468439" y="400913"/>
                </a:lnTo>
                <a:lnTo>
                  <a:pt x="475703" y="405028"/>
                </a:lnTo>
                <a:lnTo>
                  <a:pt x="481965" y="408724"/>
                </a:lnTo>
                <a:lnTo>
                  <a:pt x="492798" y="390144"/>
                </a:lnTo>
                <a:lnTo>
                  <a:pt x="504634" y="366420"/>
                </a:lnTo>
                <a:lnTo>
                  <a:pt x="517321" y="337527"/>
                </a:lnTo>
                <a:lnTo>
                  <a:pt x="530733" y="303466"/>
                </a:lnTo>
                <a:close/>
              </a:path>
              <a:path w="4023360" h="439420">
                <a:moveTo>
                  <a:pt x="596353" y="117436"/>
                </a:moveTo>
                <a:lnTo>
                  <a:pt x="582942" y="105968"/>
                </a:lnTo>
                <a:lnTo>
                  <a:pt x="567931" y="94348"/>
                </a:lnTo>
                <a:lnTo>
                  <a:pt x="551484" y="82435"/>
                </a:lnTo>
                <a:lnTo>
                  <a:pt x="533781" y="70104"/>
                </a:lnTo>
                <a:lnTo>
                  <a:pt x="512445" y="92964"/>
                </a:lnTo>
                <a:lnTo>
                  <a:pt x="528180" y="104736"/>
                </a:lnTo>
                <a:lnTo>
                  <a:pt x="543509" y="117055"/>
                </a:lnTo>
                <a:lnTo>
                  <a:pt x="558558" y="129921"/>
                </a:lnTo>
                <a:lnTo>
                  <a:pt x="573493" y="143344"/>
                </a:lnTo>
                <a:lnTo>
                  <a:pt x="596353" y="117436"/>
                </a:lnTo>
                <a:close/>
              </a:path>
              <a:path w="4023360" h="439420">
                <a:moveTo>
                  <a:pt x="716851" y="324904"/>
                </a:moveTo>
                <a:lnTo>
                  <a:pt x="696506" y="309410"/>
                </a:lnTo>
                <a:lnTo>
                  <a:pt x="676757" y="295097"/>
                </a:lnTo>
                <a:lnTo>
                  <a:pt x="657606" y="281940"/>
                </a:lnTo>
                <a:lnTo>
                  <a:pt x="639025" y="269938"/>
                </a:lnTo>
                <a:lnTo>
                  <a:pt x="617689" y="292798"/>
                </a:lnTo>
                <a:lnTo>
                  <a:pt x="637933" y="307949"/>
                </a:lnTo>
                <a:lnTo>
                  <a:pt x="657313" y="323367"/>
                </a:lnTo>
                <a:lnTo>
                  <a:pt x="675563" y="338759"/>
                </a:lnTo>
                <a:lnTo>
                  <a:pt x="692365" y="353860"/>
                </a:lnTo>
                <a:lnTo>
                  <a:pt x="716851" y="324904"/>
                </a:lnTo>
                <a:close/>
              </a:path>
              <a:path w="4023360" h="439420">
                <a:moveTo>
                  <a:pt x="788479" y="335572"/>
                </a:moveTo>
                <a:lnTo>
                  <a:pt x="762330" y="325920"/>
                </a:lnTo>
                <a:lnTo>
                  <a:pt x="754951" y="323380"/>
                </a:lnTo>
                <a:lnTo>
                  <a:pt x="752665" y="338467"/>
                </a:lnTo>
                <a:lnTo>
                  <a:pt x="750379" y="351574"/>
                </a:lnTo>
                <a:lnTo>
                  <a:pt x="734364" y="389102"/>
                </a:lnTo>
                <a:lnTo>
                  <a:pt x="709129" y="395008"/>
                </a:lnTo>
                <a:lnTo>
                  <a:pt x="620737" y="395008"/>
                </a:lnTo>
                <a:lnTo>
                  <a:pt x="608736" y="393306"/>
                </a:lnTo>
                <a:lnTo>
                  <a:pt x="600163" y="388340"/>
                </a:lnTo>
                <a:lnTo>
                  <a:pt x="595020" y="380212"/>
                </a:lnTo>
                <a:lnTo>
                  <a:pt x="593305" y="369100"/>
                </a:lnTo>
                <a:lnTo>
                  <a:pt x="593305" y="288226"/>
                </a:lnTo>
                <a:lnTo>
                  <a:pt x="559689" y="288226"/>
                </a:lnTo>
                <a:lnTo>
                  <a:pt x="559689" y="370624"/>
                </a:lnTo>
                <a:lnTo>
                  <a:pt x="562889" y="394639"/>
                </a:lnTo>
                <a:lnTo>
                  <a:pt x="572693" y="411810"/>
                </a:lnTo>
                <a:lnTo>
                  <a:pt x="589343" y="422135"/>
                </a:lnTo>
                <a:lnTo>
                  <a:pt x="613117" y="425577"/>
                </a:lnTo>
                <a:lnTo>
                  <a:pt x="715327" y="425577"/>
                </a:lnTo>
                <a:lnTo>
                  <a:pt x="756856" y="415277"/>
                </a:lnTo>
                <a:lnTo>
                  <a:pt x="780973" y="373494"/>
                </a:lnTo>
                <a:lnTo>
                  <a:pt x="786079" y="349465"/>
                </a:lnTo>
                <a:lnTo>
                  <a:pt x="788479" y="335572"/>
                </a:lnTo>
                <a:close/>
              </a:path>
              <a:path w="4023360" h="439420">
                <a:moveTo>
                  <a:pt x="822007" y="85344"/>
                </a:moveTo>
                <a:lnTo>
                  <a:pt x="796099" y="64008"/>
                </a:lnTo>
                <a:lnTo>
                  <a:pt x="780999" y="79451"/>
                </a:lnTo>
                <a:lnTo>
                  <a:pt x="765619" y="93776"/>
                </a:lnTo>
                <a:lnTo>
                  <a:pt x="750239" y="106946"/>
                </a:lnTo>
                <a:lnTo>
                  <a:pt x="735139" y="118960"/>
                </a:lnTo>
                <a:lnTo>
                  <a:pt x="757999" y="141820"/>
                </a:lnTo>
                <a:lnTo>
                  <a:pt x="774217" y="128727"/>
                </a:lnTo>
                <a:lnTo>
                  <a:pt x="790575" y="114769"/>
                </a:lnTo>
                <a:lnTo>
                  <a:pt x="806653" y="100215"/>
                </a:lnTo>
                <a:lnTo>
                  <a:pt x="822007" y="85344"/>
                </a:lnTo>
                <a:close/>
              </a:path>
              <a:path w="4023360" h="439420">
                <a:moveTo>
                  <a:pt x="880008" y="378244"/>
                </a:moveTo>
                <a:lnTo>
                  <a:pt x="866051" y="355663"/>
                </a:lnTo>
                <a:lnTo>
                  <a:pt x="851776" y="333654"/>
                </a:lnTo>
                <a:lnTo>
                  <a:pt x="823531" y="291274"/>
                </a:lnTo>
                <a:lnTo>
                  <a:pt x="796099" y="306616"/>
                </a:lnTo>
                <a:lnTo>
                  <a:pt x="809548" y="328612"/>
                </a:lnTo>
                <a:lnTo>
                  <a:pt x="822579" y="351193"/>
                </a:lnTo>
                <a:lnTo>
                  <a:pt x="835317" y="374332"/>
                </a:lnTo>
                <a:lnTo>
                  <a:pt x="847915" y="398056"/>
                </a:lnTo>
                <a:lnTo>
                  <a:pt x="880008" y="378244"/>
                </a:lnTo>
                <a:close/>
              </a:path>
              <a:path w="4023360" h="439420">
                <a:moveTo>
                  <a:pt x="883069" y="251650"/>
                </a:moveTo>
                <a:lnTo>
                  <a:pt x="835837" y="237909"/>
                </a:lnTo>
                <a:lnTo>
                  <a:pt x="794778" y="221729"/>
                </a:lnTo>
                <a:lnTo>
                  <a:pt x="759739" y="202958"/>
                </a:lnTo>
                <a:lnTo>
                  <a:pt x="730567" y="181444"/>
                </a:lnTo>
                <a:lnTo>
                  <a:pt x="875436" y="181444"/>
                </a:lnTo>
                <a:lnTo>
                  <a:pt x="875436" y="149440"/>
                </a:lnTo>
                <a:lnTo>
                  <a:pt x="684745" y="149440"/>
                </a:lnTo>
                <a:lnTo>
                  <a:pt x="684745" y="59436"/>
                </a:lnTo>
                <a:lnTo>
                  <a:pt x="684745" y="57912"/>
                </a:lnTo>
                <a:lnTo>
                  <a:pt x="846391" y="51816"/>
                </a:lnTo>
                <a:lnTo>
                  <a:pt x="841819" y="19812"/>
                </a:lnTo>
                <a:lnTo>
                  <a:pt x="725538" y="25260"/>
                </a:lnTo>
                <a:lnTo>
                  <a:pt x="619925" y="28676"/>
                </a:lnTo>
                <a:lnTo>
                  <a:pt x="525195" y="30289"/>
                </a:lnTo>
                <a:lnTo>
                  <a:pt x="481965" y="30480"/>
                </a:lnTo>
                <a:lnTo>
                  <a:pt x="483133" y="35052"/>
                </a:lnTo>
                <a:lnTo>
                  <a:pt x="484441" y="41910"/>
                </a:lnTo>
                <a:lnTo>
                  <a:pt x="486041" y="51054"/>
                </a:lnTo>
                <a:lnTo>
                  <a:pt x="488061" y="62484"/>
                </a:lnTo>
                <a:lnTo>
                  <a:pt x="528345" y="62217"/>
                </a:lnTo>
                <a:lnTo>
                  <a:pt x="651217" y="59436"/>
                </a:lnTo>
                <a:lnTo>
                  <a:pt x="651217" y="149440"/>
                </a:lnTo>
                <a:lnTo>
                  <a:pt x="459105" y="149440"/>
                </a:lnTo>
                <a:lnTo>
                  <a:pt x="459105" y="181444"/>
                </a:lnTo>
                <a:lnTo>
                  <a:pt x="602449" y="181444"/>
                </a:lnTo>
                <a:lnTo>
                  <a:pt x="572160" y="204076"/>
                </a:lnTo>
                <a:lnTo>
                  <a:pt x="536460" y="223824"/>
                </a:lnTo>
                <a:lnTo>
                  <a:pt x="495630" y="240690"/>
                </a:lnTo>
                <a:lnTo>
                  <a:pt x="449961" y="254698"/>
                </a:lnTo>
                <a:lnTo>
                  <a:pt x="455650" y="262699"/>
                </a:lnTo>
                <a:lnTo>
                  <a:pt x="461200" y="270700"/>
                </a:lnTo>
                <a:lnTo>
                  <a:pt x="466458" y="278701"/>
                </a:lnTo>
                <a:lnTo>
                  <a:pt x="471297" y="286702"/>
                </a:lnTo>
                <a:lnTo>
                  <a:pt x="526745" y="265557"/>
                </a:lnTo>
                <a:lnTo>
                  <a:pt x="574217" y="240969"/>
                </a:lnTo>
                <a:lnTo>
                  <a:pt x="613676" y="212940"/>
                </a:lnTo>
                <a:lnTo>
                  <a:pt x="645121" y="181444"/>
                </a:lnTo>
                <a:lnTo>
                  <a:pt x="651217" y="181444"/>
                </a:lnTo>
                <a:lnTo>
                  <a:pt x="651217" y="271462"/>
                </a:lnTo>
                <a:lnTo>
                  <a:pt x="684745" y="271462"/>
                </a:lnTo>
                <a:lnTo>
                  <a:pt x="684745" y="181444"/>
                </a:lnTo>
                <a:lnTo>
                  <a:pt x="690841" y="181444"/>
                </a:lnTo>
                <a:lnTo>
                  <a:pt x="722045" y="212915"/>
                </a:lnTo>
                <a:lnTo>
                  <a:pt x="760666" y="240779"/>
                </a:lnTo>
                <a:lnTo>
                  <a:pt x="806716" y="264909"/>
                </a:lnTo>
                <a:lnTo>
                  <a:pt x="860196" y="285178"/>
                </a:lnTo>
                <a:lnTo>
                  <a:pt x="865060" y="277152"/>
                </a:lnTo>
                <a:lnTo>
                  <a:pt x="870483" y="268986"/>
                </a:lnTo>
                <a:lnTo>
                  <a:pt x="876490" y="260527"/>
                </a:lnTo>
                <a:lnTo>
                  <a:pt x="883069" y="251650"/>
                </a:lnTo>
                <a:close/>
              </a:path>
              <a:path w="4023360" h="439420">
                <a:moveTo>
                  <a:pt x="1293304" y="277558"/>
                </a:moveTo>
                <a:lnTo>
                  <a:pt x="1133195" y="277558"/>
                </a:lnTo>
                <a:lnTo>
                  <a:pt x="1133195" y="236410"/>
                </a:lnTo>
                <a:lnTo>
                  <a:pt x="1220063" y="236410"/>
                </a:lnTo>
                <a:lnTo>
                  <a:pt x="1220063" y="251650"/>
                </a:lnTo>
                <a:lnTo>
                  <a:pt x="1253591" y="251650"/>
                </a:lnTo>
                <a:lnTo>
                  <a:pt x="1253591" y="236410"/>
                </a:lnTo>
                <a:lnTo>
                  <a:pt x="1253591" y="208978"/>
                </a:lnTo>
                <a:lnTo>
                  <a:pt x="1253591" y="169252"/>
                </a:lnTo>
                <a:lnTo>
                  <a:pt x="1253591" y="140296"/>
                </a:lnTo>
                <a:lnTo>
                  <a:pt x="1220063" y="140296"/>
                </a:lnTo>
                <a:lnTo>
                  <a:pt x="1220063" y="169252"/>
                </a:lnTo>
                <a:lnTo>
                  <a:pt x="1220063" y="208978"/>
                </a:lnTo>
                <a:lnTo>
                  <a:pt x="1012698" y="208978"/>
                </a:lnTo>
                <a:lnTo>
                  <a:pt x="1012698" y="169252"/>
                </a:lnTo>
                <a:lnTo>
                  <a:pt x="1220063" y="169252"/>
                </a:lnTo>
                <a:lnTo>
                  <a:pt x="1220063" y="140296"/>
                </a:lnTo>
                <a:lnTo>
                  <a:pt x="979081" y="140296"/>
                </a:lnTo>
                <a:lnTo>
                  <a:pt x="979081" y="251650"/>
                </a:lnTo>
                <a:lnTo>
                  <a:pt x="1012698" y="251650"/>
                </a:lnTo>
                <a:lnTo>
                  <a:pt x="1012698" y="236410"/>
                </a:lnTo>
                <a:lnTo>
                  <a:pt x="1098042" y="236410"/>
                </a:lnTo>
                <a:lnTo>
                  <a:pt x="1098042" y="277558"/>
                </a:lnTo>
                <a:lnTo>
                  <a:pt x="940968" y="277558"/>
                </a:lnTo>
                <a:lnTo>
                  <a:pt x="940968" y="402615"/>
                </a:lnTo>
                <a:lnTo>
                  <a:pt x="974496" y="402615"/>
                </a:lnTo>
                <a:lnTo>
                  <a:pt x="974496" y="306603"/>
                </a:lnTo>
                <a:lnTo>
                  <a:pt x="1098042" y="306603"/>
                </a:lnTo>
                <a:lnTo>
                  <a:pt x="1098042" y="436245"/>
                </a:lnTo>
                <a:lnTo>
                  <a:pt x="1133195" y="436245"/>
                </a:lnTo>
                <a:lnTo>
                  <a:pt x="1133195" y="306603"/>
                </a:lnTo>
                <a:lnTo>
                  <a:pt x="1259687" y="306603"/>
                </a:lnTo>
                <a:lnTo>
                  <a:pt x="1259687" y="347751"/>
                </a:lnTo>
                <a:lnTo>
                  <a:pt x="1257973" y="358000"/>
                </a:lnTo>
                <a:lnTo>
                  <a:pt x="1252829" y="365658"/>
                </a:lnTo>
                <a:lnTo>
                  <a:pt x="1244257" y="370471"/>
                </a:lnTo>
                <a:lnTo>
                  <a:pt x="1232255" y="372135"/>
                </a:lnTo>
                <a:lnTo>
                  <a:pt x="1220558" y="371881"/>
                </a:lnTo>
                <a:lnTo>
                  <a:pt x="1208443" y="371182"/>
                </a:lnTo>
                <a:lnTo>
                  <a:pt x="1196035" y="370217"/>
                </a:lnTo>
                <a:lnTo>
                  <a:pt x="1183487" y="369087"/>
                </a:lnTo>
                <a:lnTo>
                  <a:pt x="1184859" y="377977"/>
                </a:lnTo>
                <a:lnTo>
                  <a:pt x="1186535" y="386422"/>
                </a:lnTo>
                <a:lnTo>
                  <a:pt x="1188199" y="394601"/>
                </a:lnTo>
                <a:lnTo>
                  <a:pt x="1189583" y="402615"/>
                </a:lnTo>
                <a:lnTo>
                  <a:pt x="1241399" y="402615"/>
                </a:lnTo>
                <a:lnTo>
                  <a:pt x="1264335" y="399478"/>
                </a:lnTo>
                <a:lnTo>
                  <a:pt x="1280528" y="390042"/>
                </a:lnTo>
                <a:lnTo>
                  <a:pt x="1290142" y="374332"/>
                </a:lnTo>
                <a:lnTo>
                  <a:pt x="1290447" y="372135"/>
                </a:lnTo>
                <a:lnTo>
                  <a:pt x="1293304" y="352323"/>
                </a:lnTo>
                <a:lnTo>
                  <a:pt x="1293304" y="306603"/>
                </a:lnTo>
                <a:lnTo>
                  <a:pt x="1293304" y="277558"/>
                </a:lnTo>
                <a:close/>
              </a:path>
              <a:path w="4023360" h="439420">
                <a:moveTo>
                  <a:pt x="1314640" y="80772"/>
                </a:moveTo>
                <a:lnTo>
                  <a:pt x="1215491" y="80772"/>
                </a:lnTo>
                <a:lnTo>
                  <a:pt x="1232369" y="69342"/>
                </a:lnTo>
                <a:lnTo>
                  <a:pt x="1248829" y="57912"/>
                </a:lnTo>
                <a:lnTo>
                  <a:pt x="1281112" y="35052"/>
                </a:lnTo>
                <a:lnTo>
                  <a:pt x="1255115" y="9144"/>
                </a:lnTo>
                <a:lnTo>
                  <a:pt x="1238846" y="21717"/>
                </a:lnTo>
                <a:lnTo>
                  <a:pt x="1222159" y="34290"/>
                </a:lnTo>
                <a:lnTo>
                  <a:pt x="1188059" y="59436"/>
                </a:lnTo>
                <a:lnTo>
                  <a:pt x="1204823" y="80772"/>
                </a:lnTo>
                <a:lnTo>
                  <a:pt x="1133195" y="80772"/>
                </a:lnTo>
                <a:lnTo>
                  <a:pt x="1133195" y="4572"/>
                </a:lnTo>
                <a:lnTo>
                  <a:pt x="1098042" y="4572"/>
                </a:lnTo>
                <a:lnTo>
                  <a:pt x="1098042" y="80772"/>
                </a:lnTo>
                <a:lnTo>
                  <a:pt x="1020318" y="80772"/>
                </a:lnTo>
                <a:lnTo>
                  <a:pt x="1043178" y="56388"/>
                </a:lnTo>
                <a:lnTo>
                  <a:pt x="1026934" y="44094"/>
                </a:lnTo>
                <a:lnTo>
                  <a:pt x="1010399" y="32385"/>
                </a:lnTo>
                <a:lnTo>
                  <a:pt x="993851" y="21234"/>
                </a:lnTo>
                <a:lnTo>
                  <a:pt x="977557" y="10668"/>
                </a:lnTo>
                <a:lnTo>
                  <a:pt x="957732" y="33528"/>
                </a:lnTo>
                <a:lnTo>
                  <a:pt x="973493" y="44983"/>
                </a:lnTo>
                <a:lnTo>
                  <a:pt x="988834" y="56578"/>
                </a:lnTo>
                <a:lnTo>
                  <a:pt x="1003896" y="68465"/>
                </a:lnTo>
                <a:lnTo>
                  <a:pt x="1018794" y="80772"/>
                </a:lnTo>
                <a:lnTo>
                  <a:pt x="915060" y="80772"/>
                </a:lnTo>
                <a:lnTo>
                  <a:pt x="915060" y="158584"/>
                </a:lnTo>
                <a:lnTo>
                  <a:pt x="950112" y="158584"/>
                </a:lnTo>
                <a:lnTo>
                  <a:pt x="950112" y="111340"/>
                </a:lnTo>
                <a:lnTo>
                  <a:pt x="1281112" y="111340"/>
                </a:lnTo>
                <a:lnTo>
                  <a:pt x="1281112" y="158584"/>
                </a:lnTo>
                <a:lnTo>
                  <a:pt x="1314640" y="158584"/>
                </a:lnTo>
                <a:lnTo>
                  <a:pt x="1314640" y="111340"/>
                </a:lnTo>
                <a:lnTo>
                  <a:pt x="1314640" y="80772"/>
                </a:lnTo>
                <a:close/>
              </a:path>
              <a:path w="4023360" h="439420">
                <a:moveTo>
                  <a:pt x="1753844" y="30480"/>
                </a:moveTo>
                <a:lnTo>
                  <a:pt x="1718792" y="30480"/>
                </a:lnTo>
                <a:lnTo>
                  <a:pt x="1718792" y="62484"/>
                </a:lnTo>
                <a:lnTo>
                  <a:pt x="1718792" y="143344"/>
                </a:lnTo>
                <a:lnTo>
                  <a:pt x="1718792" y="175348"/>
                </a:lnTo>
                <a:lnTo>
                  <a:pt x="1718792" y="257746"/>
                </a:lnTo>
                <a:lnTo>
                  <a:pt x="1590675" y="257746"/>
                </a:lnTo>
                <a:lnTo>
                  <a:pt x="1590675" y="175348"/>
                </a:lnTo>
                <a:lnTo>
                  <a:pt x="1718792" y="175348"/>
                </a:lnTo>
                <a:lnTo>
                  <a:pt x="1718792" y="143344"/>
                </a:lnTo>
                <a:lnTo>
                  <a:pt x="1590675" y="143344"/>
                </a:lnTo>
                <a:lnTo>
                  <a:pt x="1590675" y="62484"/>
                </a:lnTo>
                <a:lnTo>
                  <a:pt x="1718792" y="62484"/>
                </a:lnTo>
                <a:lnTo>
                  <a:pt x="1718792" y="30480"/>
                </a:lnTo>
                <a:lnTo>
                  <a:pt x="1555623" y="30480"/>
                </a:lnTo>
                <a:lnTo>
                  <a:pt x="1555623" y="62484"/>
                </a:lnTo>
                <a:lnTo>
                  <a:pt x="1555623" y="143344"/>
                </a:lnTo>
                <a:lnTo>
                  <a:pt x="1555623" y="175348"/>
                </a:lnTo>
                <a:lnTo>
                  <a:pt x="1555623" y="257746"/>
                </a:lnTo>
                <a:lnTo>
                  <a:pt x="1430553" y="257746"/>
                </a:lnTo>
                <a:lnTo>
                  <a:pt x="1431658" y="237159"/>
                </a:lnTo>
                <a:lnTo>
                  <a:pt x="1432458" y="216547"/>
                </a:lnTo>
                <a:lnTo>
                  <a:pt x="1432699" y="195948"/>
                </a:lnTo>
                <a:lnTo>
                  <a:pt x="1432077" y="175348"/>
                </a:lnTo>
                <a:lnTo>
                  <a:pt x="1555623" y="175348"/>
                </a:lnTo>
                <a:lnTo>
                  <a:pt x="1555623" y="143344"/>
                </a:lnTo>
                <a:lnTo>
                  <a:pt x="1432077" y="143344"/>
                </a:lnTo>
                <a:lnTo>
                  <a:pt x="1432077" y="62484"/>
                </a:lnTo>
                <a:lnTo>
                  <a:pt x="1555623" y="62484"/>
                </a:lnTo>
                <a:lnTo>
                  <a:pt x="1555623" y="30480"/>
                </a:lnTo>
                <a:lnTo>
                  <a:pt x="1396936" y="30480"/>
                </a:lnTo>
                <a:lnTo>
                  <a:pt x="1396936" y="186016"/>
                </a:lnTo>
                <a:lnTo>
                  <a:pt x="1396365" y="226961"/>
                </a:lnTo>
                <a:lnTo>
                  <a:pt x="1391793" y="293954"/>
                </a:lnTo>
                <a:lnTo>
                  <a:pt x="1381201" y="344017"/>
                </a:lnTo>
                <a:lnTo>
                  <a:pt x="1362290" y="389166"/>
                </a:lnTo>
                <a:lnTo>
                  <a:pt x="1349692" y="410337"/>
                </a:lnTo>
                <a:lnTo>
                  <a:pt x="1356448" y="417372"/>
                </a:lnTo>
                <a:lnTo>
                  <a:pt x="1363027" y="424815"/>
                </a:lnTo>
                <a:lnTo>
                  <a:pt x="1368983" y="432193"/>
                </a:lnTo>
                <a:lnTo>
                  <a:pt x="1374076" y="439293"/>
                </a:lnTo>
                <a:lnTo>
                  <a:pt x="1394675" y="407517"/>
                </a:lnTo>
                <a:lnTo>
                  <a:pt x="1410550" y="371754"/>
                </a:lnTo>
                <a:lnTo>
                  <a:pt x="1421536" y="332003"/>
                </a:lnTo>
                <a:lnTo>
                  <a:pt x="1427505" y="288226"/>
                </a:lnTo>
                <a:lnTo>
                  <a:pt x="1555623" y="288226"/>
                </a:lnTo>
                <a:lnTo>
                  <a:pt x="1555623" y="428625"/>
                </a:lnTo>
                <a:lnTo>
                  <a:pt x="1590675" y="428625"/>
                </a:lnTo>
                <a:lnTo>
                  <a:pt x="1590675" y="288226"/>
                </a:lnTo>
                <a:lnTo>
                  <a:pt x="1718792" y="288226"/>
                </a:lnTo>
                <a:lnTo>
                  <a:pt x="1718792" y="369087"/>
                </a:lnTo>
                <a:lnTo>
                  <a:pt x="1717078" y="380212"/>
                </a:lnTo>
                <a:lnTo>
                  <a:pt x="1711934" y="388327"/>
                </a:lnTo>
                <a:lnTo>
                  <a:pt x="1703362" y="393306"/>
                </a:lnTo>
                <a:lnTo>
                  <a:pt x="1691576" y="394970"/>
                </a:lnTo>
                <a:lnTo>
                  <a:pt x="1678990" y="394957"/>
                </a:lnTo>
                <a:lnTo>
                  <a:pt x="1664792" y="394614"/>
                </a:lnTo>
                <a:lnTo>
                  <a:pt x="1648612" y="393712"/>
                </a:lnTo>
                <a:lnTo>
                  <a:pt x="1630299" y="391947"/>
                </a:lnTo>
                <a:lnTo>
                  <a:pt x="1632318" y="402831"/>
                </a:lnTo>
                <a:lnTo>
                  <a:pt x="1633918" y="412572"/>
                </a:lnTo>
                <a:lnTo>
                  <a:pt x="1636395" y="428625"/>
                </a:lnTo>
                <a:lnTo>
                  <a:pt x="1655267" y="429501"/>
                </a:lnTo>
                <a:lnTo>
                  <a:pt x="1673021" y="429958"/>
                </a:lnTo>
                <a:lnTo>
                  <a:pt x="1705076" y="430149"/>
                </a:lnTo>
                <a:lnTo>
                  <a:pt x="1726196" y="426986"/>
                </a:lnTo>
                <a:lnTo>
                  <a:pt x="1741462" y="417372"/>
                </a:lnTo>
                <a:lnTo>
                  <a:pt x="1750720" y="401180"/>
                </a:lnTo>
                <a:lnTo>
                  <a:pt x="1751558" y="394995"/>
                </a:lnTo>
                <a:lnTo>
                  <a:pt x="1753844" y="378231"/>
                </a:lnTo>
                <a:lnTo>
                  <a:pt x="1753844" y="62484"/>
                </a:lnTo>
                <a:lnTo>
                  <a:pt x="1753844" y="30480"/>
                </a:lnTo>
                <a:close/>
              </a:path>
              <a:path w="4023360" h="439420">
                <a:moveTo>
                  <a:pt x="2205228" y="24384"/>
                </a:moveTo>
                <a:lnTo>
                  <a:pt x="2176272" y="24384"/>
                </a:lnTo>
                <a:lnTo>
                  <a:pt x="2176272" y="50292"/>
                </a:lnTo>
                <a:lnTo>
                  <a:pt x="2176272" y="83820"/>
                </a:lnTo>
                <a:lnTo>
                  <a:pt x="1875853" y="83820"/>
                </a:lnTo>
                <a:lnTo>
                  <a:pt x="1875853" y="50292"/>
                </a:lnTo>
                <a:lnTo>
                  <a:pt x="2176272" y="50292"/>
                </a:lnTo>
                <a:lnTo>
                  <a:pt x="2176272" y="24384"/>
                </a:lnTo>
                <a:lnTo>
                  <a:pt x="1845373" y="24384"/>
                </a:lnTo>
                <a:lnTo>
                  <a:pt x="1845373" y="207454"/>
                </a:lnTo>
                <a:lnTo>
                  <a:pt x="1841969" y="272338"/>
                </a:lnTo>
                <a:lnTo>
                  <a:pt x="1831835" y="327520"/>
                </a:lnTo>
                <a:lnTo>
                  <a:pt x="1815109" y="372986"/>
                </a:lnTo>
                <a:lnTo>
                  <a:pt x="1791931" y="408724"/>
                </a:lnTo>
                <a:lnTo>
                  <a:pt x="1797634" y="415874"/>
                </a:lnTo>
                <a:lnTo>
                  <a:pt x="1803171" y="423278"/>
                </a:lnTo>
                <a:lnTo>
                  <a:pt x="1808441" y="430669"/>
                </a:lnTo>
                <a:lnTo>
                  <a:pt x="1813267" y="437769"/>
                </a:lnTo>
                <a:lnTo>
                  <a:pt x="1835619" y="404622"/>
                </a:lnTo>
                <a:lnTo>
                  <a:pt x="1853120" y="365633"/>
                </a:lnTo>
                <a:lnTo>
                  <a:pt x="1865706" y="320802"/>
                </a:lnTo>
                <a:lnTo>
                  <a:pt x="1873300" y="270103"/>
                </a:lnTo>
                <a:lnTo>
                  <a:pt x="1875853" y="213550"/>
                </a:lnTo>
                <a:lnTo>
                  <a:pt x="1875853" y="109816"/>
                </a:lnTo>
                <a:lnTo>
                  <a:pt x="2176272" y="109816"/>
                </a:lnTo>
                <a:lnTo>
                  <a:pt x="2176272" y="117436"/>
                </a:lnTo>
                <a:lnTo>
                  <a:pt x="2205228" y="117436"/>
                </a:lnTo>
                <a:lnTo>
                  <a:pt x="2205228" y="109816"/>
                </a:lnTo>
                <a:lnTo>
                  <a:pt x="2205228" y="83820"/>
                </a:lnTo>
                <a:lnTo>
                  <a:pt x="2205228" y="50292"/>
                </a:lnTo>
                <a:lnTo>
                  <a:pt x="2205228" y="24384"/>
                </a:lnTo>
                <a:close/>
              </a:path>
              <a:path w="4023360" h="439420">
                <a:moveTo>
                  <a:pt x="2212848" y="294322"/>
                </a:moveTo>
                <a:lnTo>
                  <a:pt x="2064931" y="294322"/>
                </a:lnTo>
                <a:lnTo>
                  <a:pt x="2064931" y="266890"/>
                </a:lnTo>
                <a:lnTo>
                  <a:pt x="2156460" y="266890"/>
                </a:lnTo>
                <a:lnTo>
                  <a:pt x="2156460" y="274510"/>
                </a:lnTo>
                <a:lnTo>
                  <a:pt x="2185416" y="274510"/>
                </a:lnTo>
                <a:lnTo>
                  <a:pt x="2185416" y="266890"/>
                </a:lnTo>
                <a:lnTo>
                  <a:pt x="2185416" y="242506"/>
                </a:lnTo>
                <a:lnTo>
                  <a:pt x="2185416" y="210502"/>
                </a:lnTo>
                <a:lnTo>
                  <a:pt x="2185416" y="186016"/>
                </a:lnTo>
                <a:lnTo>
                  <a:pt x="2156460" y="186016"/>
                </a:lnTo>
                <a:lnTo>
                  <a:pt x="2156460" y="210502"/>
                </a:lnTo>
                <a:lnTo>
                  <a:pt x="2156460" y="242506"/>
                </a:lnTo>
                <a:lnTo>
                  <a:pt x="2064931" y="242506"/>
                </a:lnTo>
                <a:lnTo>
                  <a:pt x="2064931" y="210502"/>
                </a:lnTo>
                <a:lnTo>
                  <a:pt x="2156460" y="210502"/>
                </a:lnTo>
                <a:lnTo>
                  <a:pt x="2156460" y="186016"/>
                </a:lnTo>
                <a:lnTo>
                  <a:pt x="2064931" y="186016"/>
                </a:lnTo>
                <a:lnTo>
                  <a:pt x="2064931" y="158584"/>
                </a:lnTo>
                <a:lnTo>
                  <a:pt x="2104669" y="156565"/>
                </a:lnTo>
                <a:lnTo>
                  <a:pt x="2205228" y="152488"/>
                </a:lnTo>
                <a:lnTo>
                  <a:pt x="2197608" y="126580"/>
                </a:lnTo>
                <a:lnTo>
                  <a:pt x="2161781" y="128752"/>
                </a:lnTo>
                <a:lnTo>
                  <a:pt x="2071814" y="132486"/>
                </a:lnTo>
                <a:lnTo>
                  <a:pt x="1891093" y="137248"/>
                </a:lnTo>
                <a:lnTo>
                  <a:pt x="1893112" y="144094"/>
                </a:lnTo>
                <a:lnTo>
                  <a:pt x="1894713" y="150774"/>
                </a:lnTo>
                <a:lnTo>
                  <a:pt x="1895894" y="156565"/>
                </a:lnTo>
                <a:lnTo>
                  <a:pt x="1897189" y="163156"/>
                </a:lnTo>
                <a:lnTo>
                  <a:pt x="2035975" y="158584"/>
                </a:lnTo>
                <a:lnTo>
                  <a:pt x="2035975" y="186016"/>
                </a:lnTo>
                <a:lnTo>
                  <a:pt x="2035975" y="210502"/>
                </a:lnTo>
                <a:lnTo>
                  <a:pt x="2035975" y="242506"/>
                </a:lnTo>
                <a:lnTo>
                  <a:pt x="1947481" y="242506"/>
                </a:lnTo>
                <a:lnTo>
                  <a:pt x="1947481" y="210502"/>
                </a:lnTo>
                <a:lnTo>
                  <a:pt x="2035975" y="210502"/>
                </a:lnTo>
                <a:lnTo>
                  <a:pt x="2035975" y="186016"/>
                </a:lnTo>
                <a:lnTo>
                  <a:pt x="1918525" y="186016"/>
                </a:lnTo>
                <a:lnTo>
                  <a:pt x="1918525" y="274510"/>
                </a:lnTo>
                <a:lnTo>
                  <a:pt x="1947481" y="274510"/>
                </a:lnTo>
                <a:lnTo>
                  <a:pt x="1947481" y="266890"/>
                </a:lnTo>
                <a:lnTo>
                  <a:pt x="2035975" y="266890"/>
                </a:lnTo>
                <a:lnTo>
                  <a:pt x="2035975" y="294322"/>
                </a:lnTo>
                <a:lnTo>
                  <a:pt x="1897189" y="294322"/>
                </a:lnTo>
                <a:lnTo>
                  <a:pt x="1897189" y="436245"/>
                </a:lnTo>
                <a:lnTo>
                  <a:pt x="1927669" y="436245"/>
                </a:lnTo>
                <a:lnTo>
                  <a:pt x="1927669" y="318808"/>
                </a:lnTo>
                <a:lnTo>
                  <a:pt x="2035975" y="318808"/>
                </a:lnTo>
                <a:lnTo>
                  <a:pt x="2035975" y="358432"/>
                </a:lnTo>
                <a:lnTo>
                  <a:pt x="1996909" y="360527"/>
                </a:lnTo>
                <a:lnTo>
                  <a:pt x="1976996" y="361213"/>
                </a:lnTo>
                <a:lnTo>
                  <a:pt x="1956625" y="361480"/>
                </a:lnTo>
                <a:lnTo>
                  <a:pt x="1961299" y="390436"/>
                </a:lnTo>
                <a:lnTo>
                  <a:pt x="2005876" y="386168"/>
                </a:lnTo>
                <a:lnTo>
                  <a:pt x="2048167" y="382625"/>
                </a:lnTo>
                <a:lnTo>
                  <a:pt x="2088210" y="379933"/>
                </a:lnTo>
                <a:lnTo>
                  <a:pt x="2125980" y="378244"/>
                </a:lnTo>
                <a:lnTo>
                  <a:pt x="2135124" y="396532"/>
                </a:lnTo>
                <a:lnTo>
                  <a:pt x="2161032" y="384340"/>
                </a:lnTo>
                <a:lnTo>
                  <a:pt x="2157971" y="378244"/>
                </a:lnTo>
                <a:lnTo>
                  <a:pt x="2153031" y="368376"/>
                </a:lnTo>
                <a:lnTo>
                  <a:pt x="2147176" y="356908"/>
                </a:lnTo>
                <a:lnTo>
                  <a:pt x="2145030" y="352717"/>
                </a:lnTo>
                <a:lnTo>
                  <a:pt x="2137029" y="337616"/>
                </a:lnTo>
                <a:lnTo>
                  <a:pt x="2129028" y="323380"/>
                </a:lnTo>
                <a:lnTo>
                  <a:pt x="2104644" y="334048"/>
                </a:lnTo>
                <a:lnTo>
                  <a:pt x="2109216" y="340144"/>
                </a:lnTo>
                <a:lnTo>
                  <a:pt x="2112264" y="347764"/>
                </a:lnTo>
                <a:lnTo>
                  <a:pt x="2064931" y="356908"/>
                </a:lnTo>
                <a:lnTo>
                  <a:pt x="2064931" y="318808"/>
                </a:lnTo>
                <a:lnTo>
                  <a:pt x="2182368" y="318808"/>
                </a:lnTo>
                <a:lnTo>
                  <a:pt x="2182368" y="382816"/>
                </a:lnTo>
                <a:lnTo>
                  <a:pt x="2180945" y="392811"/>
                </a:lnTo>
                <a:lnTo>
                  <a:pt x="2176653" y="399961"/>
                </a:lnTo>
                <a:lnTo>
                  <a:pt x="2169515" y="404241"/>
                </a:lnTo>
                <a:lnTo>
                  <a:pt x="2159508" y="405676"/>
                </a:lnTo>
                <a:lnTo>
                  <a:pt x="2147773" y="405409"/>
                </a:lnTo>
                <a:lnTo>
                  <a:pt x="2135314" y="404723"/>
                </a:lnTo>
                <a:lnTo>
                  <a:pt x="2107692" y="402628"/>
                </a:lnTo>
                <a:lnTo>
                  <a:pt x="2109076" y="411505"/>
                </a:lnTo>
                <a:lnTo>
                  <a:pt x="2110740" y="419658"/>
                </a:lnTo>
                <a:lnTo>
                  <a:pt x="2112403" y="426935"/>
                </a:lnTo>
                <a:lnTo>
                  <a:pt x="2113788" y="433197"/>
                </a:lnTo>
                <a:lnTo>
                  <a:pt x="2129218" y="434073"/>
                </a:lnTo>
                <a:lnTo>
                  <a:pt x="2143506" y="434530"/>
                </a:lnTo>
                <a:lnTo>
                  <a:pt x="2156650" y="434695"/>
                </a:lnTo>
                <a:lnTo>
                  <a:pt x="2168652" y="434721"/>
                </a:lnTo>
                <a:lnTo>
                  <a:pt x="2187778" y="431863"/>
                </a:lnTo>
                <a:lnTo>
                  <a:pt x="2201608" y="423278"/>
                </a:lnTo>
                <a:lnTo>
                  <a:pt x="2210016" y="408965"/>
                </a:lnTo>
                <a:lnTo>
                  <a:pt x="2210485" y="405676"/>
                </a:lnTo>
                <a:lnTo>
                  <a:pt x="2212848" y="388912"/>
                </a:lnTo>
                <a:lnTo>
                  <a:pt x="2212848" y="318808"/>
                </a:lnTo>
                <a:lnTo>
                  <a:pt x="2212848" y="294322"/>
                </a:lnTo>
                <a:close/>
              </a:path>
              <a:path w="4023360" h="439420">
                <a:moveTo>
                  <a:pt x="2293709" y="111340"/>
                </a:moveTo>
                <a:lnTo>
                  <a:pt x="2264753" y="105244"/>
                </a:lnTo>
                <a:lnTo>
                  <a:pt x="2259038" y="135255"/>
                </a:lnTo>
                <a:lnTo>
                  <a:pt x="2253323" y="163550"/>
                </a:lnTo>
                <a:lnTo>
                  <a:pt x="2247608" y="190157"/>
                </a:lnTo>
                <a:lnTo>
                  <a:pt x="2241893" y="215074"/>
                </a:lnTo>
                <a:lnTo>
                  <a:pt x="2250516" y="217360"/>
                </a:lnTo>
                <a:lnTo>
                  <a:pt x="2258276" y="219646"/>
                </a:lnTo>
                <a:lnTo>
                  <a:pt x="2265476" y="221932"/>
                </a:lnTo>
                <a:lnTo>
                  <a:pt x="2272373" y="224218"/>
                </a:lnTo>
                <a:lnTo>
                  <a:pt x="2278710" y="194754"/>
                </a:lnTo>
                <a:lnTo>
                  <a:pt x="2284184" y="166027"/>
                </a:lnTo>
                <a:lnTo>
                  <a:pt x="2289098" y="138188"/>
                </a:lnTo>
                <a:lnTo>
                  <a:pt x="2293709" y="111340"/>
                </a:lnTo>
                <a:close/>
              </a:path>
              <a:path w="4023360" h="439420">
                <a:moveTo>
                  <a:pt x="2397442" y="146392"/>
                </a:moveTo>
                <a:lnTo>
                  <a:pt x="2374277" y="105244"/>
                </a:lnTo>
                <a:lnTo>
                  <a:pt x="2357717" y="79248"/>
                </a:lnTo>
                <a:lnTo>
                  <a:pt x="2339429" y="89916"/>
                </a:lnTo>
                <a:lnTo>
                  <a:pt x="2339429" y="6096"/>
                </a:lnTo>
                <a:lnTo>
                  <a:pt x="2305901" y="6096"/>
                </a:lnTo>
                <a:lnTo>
                  <a:pt x="2305901" y="437769"/>
                </a:lnTo>
                <a:lnTo>
                  <a:pt x="2339429" y="437769"/>
                </a:lnTo>
                <a:lnTo>
                  <a:pt x="2339429" y="105244"/>
                </a:lnTo>
                <a:lnTo>
                  <a:pt x="2347201" y="118376"/>
                </a:lnTo>
                <a:lnTo>
                  <a:pt x="2354669" y="132486"/>
                </a:lnTo>
                <a:lnTo>
                  <a:pt x="2362149" y="147472"/>
                </a:lnTo>
                <a:lnTo>
                  <a:pt x="2369909" y="163156"/>
                </a:lnTo>
                <a:lnTo>
                  <a:pt x="2397442" y="146392"/>
                </a:lnTo>
                <a:close/>
              </a:path>
              <a:path w="4023360" h="439420">
                <a:moveTo>
                  <a:pt x="2679573" y="387375"/>
                </a:moveTo>
                <a:lnTo>
                  <a:pt x="2549944" y="387375"/>
                </a:lnTo>
                <a:lnTo>
                  <a:pt x="2549944" y="269938"/>
                </a:lnTo>
                <a:lnTo>
                  <a:pt x="2656713" y="269938"/>
                </a:lnTo>
                <a:lnTo>
                  <a:pt x="2656713" y="239458"/>
                </a:lnTo>
                <a:lnTo>
                  <a:pt x="2549944" y="239458"/>
                </a:lnTo>
                <a:lnTo>
                  <a:pt x="2549944" y="132676"/>
                </a:lnTo>
                <a:lnTo>
                  <a:pt x="2665857" y="132676"/>
                </a:lnTo>
                <a:lnTo>
                  <a:pt x="2665857" y="102196"/>
                </a:lnTo>
                <a:lnTo>
                  <a:pt x="2549944" y="102196"/>
                </a:lnTo>
                <a:lnTo>
                  <a:pt x="2549944" y="6096"/>
                </a:lnTo>
                <a:lnTo>
                  <a:pt x="2516416" y="6096"/>
                </a:lnTo>
                <a:lnTo>
                  <a:pt x="2516416" y="102196"/>
                </a:lnTo>
                <a:lnTo>
                  <a:pt x="2455354" y="102196"/>
                </a:lnTo>
                <a:lnTo>
                  <a:pt x="2460790" y="87287"/>
                </a:lnTo>
                <a:lnTo>
                  <a:pt x="2465641" y="72402"/>
                </a:lnTo>
                <a:lnTo>
                  <a:pt x="2469934" y="57531"/>
                </a:lnTo>
                <a:lnTo>
                  <a:pt x="2473642" y="42672"/>
                </a:lnTo>
                <a:lnTo>
                  <a:pt x="2438590" y="33528"/>
                </a:lnTo>
                <a:lnTo>
                  <a:pt x="2428633" y="74637"/>
                </a:lnTo>
                <a:lnTo>
                  <a:pt x="2414968" y="115493"/>
                </a:lnTo>
                <a:lnTo>
                  <a:pt x="2397874" y="155765"/>
                </a:lnTo>
                <a:lnTo>
                  <a:pt x="2377630" y="195160"/>
                </a:lnTo>
                <a:lnTo>
                  <a:pt x="2383650" y="198945"/>
                </a:lnTo>
                <a:lnTo>
                  <a:pt x="2390394" y="203593"/>
                </a:lnTo>
                <a:lnTo>
                  <a:pt x="2397988" y="209397"/>
                </a:lnTo>
                <a:lnTo>
                  <a:pt x="2406586" y="216598"/>
                </a:lnTo>
                <a:lnTo>
                  <a:pt x="2417470" y="195732"/>
                </a:lnTo>
                <a:lnTo>
                  <a:pt x="2427351" y="174599"/>
                </a:lnTo>
                <a:lnTo>
                  <a:pt x="2436380" y="153492"/>
                </a:lnTo>
                <a:lnTo>
                  <a:pt x="2444686" y="132676"/>
                </a:lnTo>
                <a:lnTo>
                  <a:pt x="2516416" y="132676"/>
                </a:lnTo>
                <a:lnTo>
                  <a:pt x="2516416" y="239458"/>
                </a:lnTo>
                <a:lnTo>
                  <a:pt x="2402014" y="239458"/>
                </a:lnTo>
                <a:lnTo>
                  <a:pt x="2402014" y="269938"/>
                </a:lnTo>
                <a:lnTo>
                  <a:pt x="2516416" y="269938"/>
                </a:lnTo>
                <a:lnTo>
                  <a:pt x="2516416" y="387375"/>
                </a:lnTo>
                <a:lnTo>
                  <a:pt x="2372969" y="387375"/>
                </a:lnTo>
                <a:lnTo>
                  <a:pt x="2372969" y="417957"/>
                </a:lnTo>
                <a:lnTo>
                  <a:pt x="2679573" y="417957"/>
                </a:lnTo>
                <a:lnTo>
                  <a:pt x="2679573" y="387375"/>
                </a:lnTo>
                <a:close/>
              </a:path>
              <a:path w="4023360" h="439420">
                <a:moveTo>
                  <a:pt x="2877794" y="76200"/>
                </a:moveTo>
                <a:lnTo>
                  <a:pt x="2842742" y="76200"/>
                </a:lnTo>
                <a:lnTo>
                  <a:pt x="2842742" y="109829"/>
                </a:lnTo>
                <a:lnTo>
                  <a:pt x="2842742" y="215074"/>
                </a:lnTo>
                <a:lnTo>
                  <a:pt x="2842742" y="247078"/>
                </a:lnTo>
                <a:lnTo>
                  <a:pt x="2842742" y="358432"/>
                </a:lnTo>
                <a:lnTo>
                  <a:pt x="2745105" y="358432"/>
                </a:lnTo>
                <a:lnTo>
                  <a:pt x="2745105" y="247078"/>
                </a:lnTo>
                <a:lnTo>
                  <a:pt x="2842742" y="247078"/>
                </a:lnTo>
                <a:lnTo>
                  <a:pt x="2842742" y="215074"/>
                </a:lnTo>
                <a:lnTo>
                  <a:pt x="2745105" y="215074"/>
                </a:lnTo>
                <a:lnTo>
                  <a:pt x="2745105" y="109829"/>
                </a:lnTo>
                <a:lnTo>
                  <a:pt x="2842742" y="109829"/>
                </a:lnTo>
                <a:lnTo>
                  <a:pt x="2842742" y="76200"/>
                </a:lnTo>
                <a:lnTo>
                  <a:pt x="2790926" y="76200"/>
                </a:lnTo>
                <a:lnTo>
                  <a:pt x="2797568" y="61290"/>
                </a:lnTo>
                <a:lnTo>
                  <a:pt x="2804071" y="46101"/>
                </a:lnTo>
                <a:lnTo>
                  <a:pt x="2810853" y="30340"/>
                </a:lnTo>
                <a:lnTo>
                  <a:pt x="2818358" y="13716"/>
                </a:lnTo>
                <a:lnTo>
                  <a:pt x="2780157" y="3048"/>
                </a:lnTo>
                <a:lnTo>
                  <a:pt x="2775039" y="20472"/>
                </a:lnTo>
                <a:lnTo>
                  <a:pt x="2768917" y="38481"/>
                </a:lnTo>
                <a:lnTo>
                  <a:pt x="2761945" y="57048"/>
                </a:lnTo>
                <a:lnTo>
                  <a:pt x="2754249" y="76200"/>
                </a:lnTo>
                <a:lnTo>
                  <a:pt x="2710053" y="76200"/>
                </a:lnTo>
                <a:lnTo>
                  <a:pt x="2710053" y="428625"/>
                </a:lnTo>
                <a:lnTo>
                  <a:pt x="2745105" y="428625"/>
                </a:lnTo>
                <a:lnTo>
                  <a:pt x="2745105" y="390436"/>
                </a:lnTo>
                <a:lnTo>
                  <a:pt x="2842742" y="390436"/>
                </a:lnTo>
                <a:lnTo>
                  <a:pt x="2842742" y="425577"/>
                </a:lnTo>
                <a:lnTo>
                  <a:pt x="2877794" y="425577"/>
                </a:lnTo>
                <a:lnTo>
                  <a:pt x="2877794" y="390436"/>
                </a:lnTo>
                <a:lnTo>
                  <a:pt x="2877794" y="358432"/>
                </a:lnTo>
                <a:lnTo>
                  <a:pt x="2877794" y="247078"/>
                </a:lnTo>
                <a:lnTo>
                  <a:pt x="2877794" y="215074"/>
                </a:lnTo>
                <a:lnTo>
                  <a:pt x="2877794" y="109829"/>
                </a:lnTo>
                <a:lnTo>
                  <a:pt x="2877794" y="76200"/>
                </a:lnTo>
                <a:close/>
              </a:path>
              <a:path w="4023360" h="439420">
                <a:moveTo>
                  <a:pt x="3027235" y="276034"/>
                </a:moveTo>
                <a:lnTo>
                  <a:pt x="3012109" y="253669"/>
                </a:lnTo>
                <a:lnTo>
                  <a:pt x="2994279" y="229730"/>
                </a:lnTo>
                <a:lnTo>
                  <a:pt x="2973870" y="203771"/>
                </a:lnTo>
                <a:lnTo>
                  <a:pt x="2951035" y="175361"/>
                </a:lnTo>
                <a:lnTo>
                  <a:pt x="2923514" y="195173"/>
                </a:lnTo>
                <a:lnTo>
                  <a:pt x="2943542" y="221272"/>
                </a:lnTo>
                <a:lnTo>
                  <a:pt x="2962262" y="247065"/>
                </a:lnTo>
                <a:lnTo>
                  <a:pt x="2979534" y="272846"/>
                </a:lnTo>
                <a:lnTo>
                  <a:pt x="2995231" y="298894"/>
                </a:lnTo>
                <a:lnTo>
                  <a:pt x="3027235" y="276034"/>
                </a:lnTo>
                <a:close/>
              </a:path>
              <a:path w="4023360" h="439420">
                <a:moveTo>
                  <a:pt x="3109633" y="74676"/>
                </a:moveTo>
                <a:lnTo>
                  <a:pt x="2969323" y="74676"/>
                </a:lnTo>
                <a:lnTo>
                  <a:pt x="2975038" y="59766"/>
                </a:lnTo>
                <a:lnTo>
                  <a:pt x="2980753" y="44577"/>
                </a:lnTo>
                <a:lnTo>
                  <a:pt x="2986468" y="28816"/>
                </a:lnTo>
                <a:lnTo>
                  <a:pt x="2992183" y="12192"/>
                </a:lnTo>
                <a:lnTo>
                  <a:pt x="2954083" y="3048"/>
                </a:lnTo>
                <a:lnTo>
                  <a:pt x="2939491" y="49974"/>
                </a:lnTo>
                <a:lnTo>
                  <a:pt x="2923171" y="92633"/>
                </a:lnTo>
                <a:lnTo>
                  <a:pt x="2905137" y="131292"/>
                </a:lnTo>
                <a:lnTo>
                  <a:pt x="2885414" y="166217"/>
                </a:lnTo>
                <a:lnTo>
                  <a:pt x="2894025" y="169875"/>
                </a:lnTo>
                <a:lnTo>
                  <a:pt x="2901797" y="173837"/>
                </a:lnTo>
                <a:lnTo>
                  <a:pt x="2908985" y="177787"/>
                </a:lnTo>
                <a:lnTo>
                  <a:pt x="2915894" y="181457"/>
                </a:lnTo>
                <a:lnTo>
                  <a:pt x="2925280" y="164884"/>
                </a:lnTo>
                <a:lnTo>
                  <a:pt x="2934982" y="147167"/>
                </a:lnTo>
                <a:lnTo>
                  <a:pt x="2944685" y="128308"/>
                </a:lnTo>
                <a:lnTo>
                  <a:pt x="2954083" y="108305"/>
                </a:lnTo>
                <a:lnTo>
                  <a:pt x="3071533" y="108305"/>
                </a:lnTo>
                <a:lnTo>
                  <a:pt x="3070606" y="173837"/>
                </a:lnTo>
                <a:lnTo>
                  <a:pt x="3069628" y="229730"/>
                </a:lnTo>
                <a:lnTo>
                  <a:pt x="3068434" y="279844"/>
                </a:lnTo>
                <a:lnTo>
                  <a:pt x="3067037" y="319112"/>
                </a:lnTo>
                <a:lnTo>
                  <a:pt x="3061030" y="368160"/>
                </a:lnTo>
                <a:lnTo>
                  <a:pt x="3022663" y="391960"/>
                </a:lnTo>
                <a:lnTo>
                  <a:pt x="3003829" y="391426"/>
                </a:lnTo>
                <a:lnTo>
                  <a:pt x="2983992" y="390055"/>
                </a:lnTo>
                <a:lnTo>
                  <a:pt x="2963303" y="388099"/>
                </a:lnTo>
                <a:lnTo>
                  <a:pt x="2941891" y="385864"/>
                </a:lnTo>
                <a:lnTo>
                  <a:pt x="2940367" y="385864"/>
                </a:lnTo>
                <a:lnTo>
                  <a:pt x="2942628" y="394398"/>
                </a:lnTo>
                <a:lnTo>
                  <a:pt x="2944749" y="403809"/>
                </a:lnTo>
                <a:lnTo>
                  <a:pt x="2946577" y="413804"/>
                </a:lnTo>
                <a:lnTo>
                  <a:pt x="2947987" y="424053"/>
                </a:lnTo>
                <a:lnTo>
                  <a:pt x="2988945" y="426148"/>
                </a:lnTo>
                <a:lnTo>
                  <a:pt x="3009061" y="426834"/>
                </a:lnTo>
                <a:lnTo>
                  <a:pt x="3028759" y="427101"/>
                </a:lnTo>
                <a:lnTo>
                  <a:pt x="3059074" y="422795"/>
                </a:lnTo>
                <a:lnTo>
                  <a:pt x="3092818" y="391960"/>
                </a:lnTo>
                <a:lnTo>
                  <a:pt x="3102013" y="334035"/>
                </a:lnTo>
                <a:lnTo>
                  <a:pt x="3105061" y="257771"/>
                </a:lnTo>
                <a:lnTo>
                  <a:pt x="3106585" y="205905"/>
                </a:lnTo>
                <a:lnTo>
                  <a:pt x="3108045" y="147167"/>
                </a:lnTo>
                <a:lnTo>
                  <a:pt x="3108896" y="108305"/>
                </a:lnTo>
                <a:lnTo>
                  <a:pt x="3109633" y="74676"/>
                </a:lnTo>
                <a:close/>
              </a:path>
              <a:path w="4023360" h="439420">
                <a:moveTo>
                  <a:pt x="3548824" y="30480"/>
                </a:moveTo>
                <a:lnTo>
                  <a:pt x="3513772" y="30480"/>
                </a:lnTo>
                <a:lnTo>
                  <a:pt x="3513772" y="62484"/>
                </a:lnTo>
                <a:lnTo>
                  <a:pt x="3513772" y="143344"/>
                </a:lnTo>
                <a:lnTo>
                  <a:pt x="3513772" y="175348"/>
                </a:lnTo>
                <a:lnTo>
                  <a:pt x="3513772" y="257746"/>
                </a:lnTo>
                <a:lnTo>
                  <a:pt x="3385667" y="257746"/>
                </a:lnTo>
                <a:lnTo>
                  <a:pt x="3385667" y="175348"/>
                </a:lnTo>
                <a:lnTo>
                  <a:pt x="3513772" y="175348"/>
                </a:lnTo>
                <a:lnTo>
                  <a:pt x="3513772" y="143344"/>
                </a:lnTo>
                <a:lnTo>
                  <a:pt x="3385667" y="143344"/>
                </a:lnTo>
                <a:lnTo>
                  <a:pt x="3385667" y="62484"/>
                </a:lnTo>
                <a:lnTo>
                  <a:pt x="3513772" y="62484"/>
                </a:lnTo>
                <a:lnTo>
                  <a:pt x="3513772" y="30480"/>
                </a:lnTo>
                <a:lnTo>
                  <a:pt x="3350615" y="30480"/>
                </a:lnTo>
                <a:lnTo>
                  <a:pt x="3350615" y="62484"/>
                </a:lnTo>
                <a:lnTo>
                  <a:pt x="3350615" y="143344"/>
                </a:lnTo>
                <a:lnTo>
                  <a:pt x="3350615" y="175348"/>
                </a:lnTo>
                <a:lnTo>
                  <a:pt x="3350615" y="257746"/>
                </a:lnTo>
                <a:lnTo>
                  <a:pt x="3225546" y="257746"/>
                </a:lnTo>
                <a:lnTo>
                  <a:pt x="3226422" y="237159"/>
                </a:lnTo>
                <a:lnTo>
                  <a:pt x="3226879" y="216547"/>
                </a:lnTo>
                <a:lnTo>
                  <a:pt x="3227044" y="195948"/>
                </a:lnTo>
                <a:lnTo>
                  <a:pt x="3227070" y="175348"/>
                </a:lnTo>
                <a:lnTo>
                  <a:pt x="3350615" y="175348"/>
                </a:lnTo>
                <a:lnTo>
                  <a:pt x="3350615" y="143344"/>
                </a:lnTo>
                <a:lnTo>
                  <a:pt x="3227070" y="143344"/>
                </a:lnTo>
                <a:lnTo>
                  <a:pt x="3227070" y="62484"/>
                </a:lnTo>
                <a:lnTo>
                  <a:pt x="3350615" y="62484"/>
                </a:lnTo>
                <a:lnTo>
                  <a:pt x="3350615" y="30480"/>
                </a:lnTo>
                <a:lnTo>
                  <a:pt x="3191916" y="30480"/>
                </a:lnTo>
                <a:lnTo>
                  <a:pt x="3191916" y="186016"/>
                </a:lnTo>
                <a:lnTo>
                  <a:pt x="3191345" y="226961"/>
                </a:lnTo>
                <a:lnTo>
                  <a:pt x="3186773" y="293954"/>
                </a:lnTo>
                <a:lnTo>
                  <a:pt x="3176155" y="344017"/>
                </a:lnTo>
                <a:lnTo>
                  <a:pt x="3156635" y="389166"/>
                </a:lnTo>
                <a:lnTo>
                  <a:pt x="3143148" y="410337"/>
                </a:lnTo>
                <a:lnTo>
                  <a:pt x="3150565" y="417372"/>
                </a:lnTo>
                <a:lnTo>
                  <a:pt x="3157245" y="424815"/>
                </a:lnTo>
                <a:lnTo>
                  <a:pt x="3161601" y="430123"/>
                </a:lnTo>
                <a:lnTo>
                  <a:pt x="3169056" y="439293"/>
                </a:lnTo>
                <a:lnTo>
                  <a:pt x="3189630" y="407517"/>
                </a:lnTo>
                <a:lnTo>
                  <a:pt x="3205492" y="371754"/>
                </a:lnTo>
                <a:lnTo>
                  <a:pt x="3216503" y="332003"/>
                </a:lnTo>
                <a:lnTo>
                  <a:pt x="3222498" y="288226"/>
                </a:lnTo>
                <a:lnTo>
                  <a:pt x="3350615" y="288226"/>
                </a:lnTo>
                <a:lnTo>
                  <a:pt x="3350615" y="428625"/>
                </a:lnTo>
                <a:lnTo>
                  <a:pt x="3385667" y="428625"/>
                </a:lnTo>
                <a:lnTo>
                  <a:pt x="3385667" y="288226"/>
                </a:lnTo>
                <a:lnTo>
                  <a:pt x="3513772" y="288226"/>
                </a:lnTo>
                <a:lnTo>
                  <a:pt x="3513772" y="369087"/>
                </a:lnTo>
                <a:lnTo>
                  <a:pt x="3512058" y="380212"/>
                </a:lnTo>
                <a:lnTo>
                  <a:pt x="3506914" y="388327"/>
                </a:lnTo>
                <a:lnTo>
                  <a:pt x="3498342" y="393306"/>
                </a:lnTo>
                <a:lnTo>
                  <a:pt x="3486556" y="394970"/>
                </a:lnTo>
                <a:lnTo>
                  <a:pt x="3473754" y="394957"/>
                </a:lnTo>
                <a:lnTo>
                  <a:pt x="3459200" y="394614"/>
                </a:lnTo>
                <a:lnTo>
                  <a:pt x="3442957" y="393712"/>
                </a:lnTo>
                <a:lnTo>
                  <a:pt x="3425291" y="391947"/>
                </a:lnTo>
                <a:lnTo>
                  <a:pt x="3427311" y="402831"/>
                </a:lnTo>
                <a:lnTo>
                  <a:pt x="3428911" y="412572"/>
                </a:lnTo>
                <a:lnTo>
                  <a:pt x="3431387" y="428625"/>
                </a:lnTo>
                <a:lnTo>
                  <a:pt x="3450031" y="429501"/>
                </a:lnTo>
                <a:lnTo>
                  <a:pt x="3467392" y="429958"/>
                </a:lnTo>
                <a:lnTo>
                  <a:pt x="3500056" y="430149"/>
                </a:lnTo>
                <a:lnTo>
                  <a:pt x="3521176" y="426986"/>
                </a:lnTo>
                <a:lnTo>
                  <a:pt x="3536442" y="417372"/>
                </a:lnTo>
                <a:lnTo>
                  <a:pt x="3545700" y="401180"/>
                </a:lnTo>
                <a:lnTo>
                  <a:pt x="3546538" y="394995"/>
                </a:lnTo>
                <a:lnTo>
                  <a:pt x="3548824" y="378231"/>
                </a:lnTo>
                <a:lnTo>
                  <a:pt x="3548824" y="62484"/>
                </a:lnTo>
                <a:lnTo>
                  <a:pt x="3548824" y="30480"/>
                </a:lnTo>
                <a:close/>
              </a:path>
              <a:path w="4023360" h="439420">
                <a:moveTo>
                  <a:pt x="3687597" y="262318"/>
                </a:moveTo>
                <a:lnTo>
                  <a:pt x="3669500" y="255460"/>
                </a:lnTo>
                <a:lnTo>
                  <a:pt x="3660813" y="252031"/>
                </a:lnTo>
                <a:lnTo>
                  <a:pt x="3652545" y="248602"/>
                </a:lnTo>
                <a:lnTo>
                  <a:pt x="3638588" y="294398"/>
                </a:lnTo>
                <a:lnTo>
                  <a:pt x="3624313" y="338048"/>
                </a:lnTo>
                <a:lnTo>
                  <a:pt x="3610038" y="379679"/>
                </a:lnTo>
                <a:lnTo>
                  <a:pt x="3596068" y="419481"/>
                </a:lnTo>
                <a:lnTo>
                  <a:pt x="3632733" y="431673"/>
                </a:lnTo>
                <a:lnTo>
                  <a:pt x="3645382" y="392760"/>
                </a:lnTo>
                <a:lnTo>
                  <a:pt x="3658451" y="351574"/>
                </a:lnTo>
                <a:lnTo>
                  <a:pt x="3672382" y="308089"/>
                </a:lnTo>
                <a:lnTo>
                  <a:pt x="3687597" y="262318"/>
                </a:lnTo>
                <a:close/>
              </a:path>
              <a:path w="4023360" h="439420">
                <a:moveTo>
                  <a:pt x="3687597" y="181444"/>
                </a:moveTo>
                <a:lnTo>
                  <a:pt x="3665817" y="164871"/>
                </a:lnTo>
                <a:lnTo>
                  <a:pt x="3627336" y="135153"/>
                </a:lnTo>
                <a:lnTo>
                  <a:pt x="3609784" y="122008"/>
                </a:lnTo>
                <a:lnTo>
                  <a:pt x="3588448" y="147916"/>
                </a:lnTo>
                <a:lnTo>
                  <a:pt x="3601605" y="158762"/>
                </a:lnTo>
                <a:lnTo>
                  <a:pt x="3618217" y="172885"/>
                </a:lnTo>
                <a:lnTo>
                  <a:pt x="3661689" y="210502"/>
                </a:lnTo>
                <a:lnTo>
                  <a:pt x="3666820" y="205320"/>
                </a:lnTo>
                <a:lnTo>
                  <a:pt x="3672929" y="198831"/>
                </a:lnTo>
                <a:lnTo>
                  <a:pt x="3679914" y="190919"/>
                </a:lnTo>
                <a:lnTo>
                  <a:pt x="3687597" y="181444"/>
                </a:lnTo>
                <a:close/>
              </a:path>
              <a:path w="4023360" h="439420">
                <a:moveTo>
                  <a:pt x="3702837" y="73152"/>
                </a:moveTo>
                <a:lnTo>
                  <a:pt x="3682796" y="55435"/>
                </a:lnTo>
                <a:lnTo>
                  <a:pt x="3663594" y="38862"/>
                </a:lnTo>
                <a:lnTo>
                  <a:pt x="3644976" y="23431"/>
                </a:lnTo>
                <a:lnTo>
                  <a:pt x="3626637" y="9144"/>
                </a:lnTo>
                <a:lnTo>
                  <a:pt x="3605212" y="33528"/>
                </a:lnTo>
                <a:lnTo>
                  <a:pt x="3621608" y="47866"/>
                </a:lnTo>
                <a:lnTo>
                  <a:pt x="3638829" y="63639"/>
                </a:lnTo>
                <a:lnTo>
                  <a:pt x="3657168" y="81140"/>
                </a:lnTo>
                <a:lnTo>
                  <a:pt x="3676929" y="100672"/>
                </a:lnTo>
                <a:lnTo>
                  <a:pt x="3682695" y="94627"/>
                </a:lnTo>
                <a:lnTo>
                  <a:pt x="3688740" y="88023"/>
                </a:lnTo>
                <a:lnTo>
                  <a:pt x="3695369" y="80873"/>
                </a:lnTo>
                <a:lnTo>
                  <a:pt x="3702837" y="73152"/>
                </a:lnTo>
                <a:close/>
              </a:path>
              <a:path w="4023360" h="439420">
                <a:moveTo>
                  <a:pt x="4023080" y="207454"/>
                </a:moveTo>
                <a:lnTo>
                  <a:pt x="3881247" y="207454"/>
                </a:lnTo>
                <a:lnTo>
                  <a:pt x="3881247" y="115912"/>
                </a:lnTo>
                <a:lnTo>
                  <a:pt x="4001744" y="115912"/>
                </a:lnTo>
                <a:lnTo>
                  <a:pt x="4001744" y="83820"/>
                </a:lnTo>
                <a:lnTo>
                  <a:pt x="3881247" y="83820"/>
                </a:lnTo>
                <a:lnTo>
                  <a:pt x="3881247" y="3048"/>
                </a:lnTo>
                <a:lnTo>
                  <a:pt x="3846195" y="3048"/>
                </a:lnTo>
                <a:lnTo>
                  <a:pt x="3846195" y="83820"/>
                </a:lnTo>
                <a:lnTo>
                  <a:pt x="3730269" y="83820"/>
                </a:lnTo>
                <a:lnTo>
                  <a:pt x="3730269" y="115912"/>
                </a:lnTo>
                <a:lnTo>
                  <a:pt x="3846195" y="115912"/>
                </a:lnTo>
                <a:lnTo>
                  <a:pt x="3846195" y="207454"/>
                </a:lnTo>
                <a:lnTo>
                  <a:pt x="3708933" y="207454"/>
                </a:lnTo>
                <a:lnTo>
                  <a:pt x="3708933" y="239458"/>
                </a:lnTo>
                <a:lnTo>
                  <a:pt x="3823335" y="239458"/>
                </a:lnTo>
                <a:lnTo>
                  <a:pt x="3810495" y="262039"/>
                </a:lnTo>
                <a:lnTo>
                  <a:pt x="3783685" y="305511"/>
                </a:lnTo>
                <a:lnTo>
                  <a:pt x="3756444" y="344157"/>
                </a:lnTo>
                <a:lnTo>
                  <a:pt x="3715029" y="378244"/>
                </a:lnTo>
                <a:lnTo>
                  <a:pt x="3731793" y="416433"/>
                </a:lnTo>
                <a:lnTo>
                  <a:pt x="3776738" y="411822"/>
                </a:lnTo>
                <a:lnTo>
                  <a:pt x="3957548" y="396532"/>
                </a:lnTo>
                <a:lnTo>
                  <a:pt x="3963276" y="405942"/>
                </a:lnTo>
                <a:lnTo>
                  <a:pt x="3969169" y="415810"/>
                </a:lnTo>
                <a:lnTo>
                  <a:pt x="3975328" y="425970"/>
                </a:lnTo>
                <a:lnTo>
                  <a:pt x="3981932" y="436245"/>
                </a:lnTo>
                <a:lnTo>
                  <a:pt x="3989946" y="430771"/>
                </a:lnTo>
                <a:lnTo>
                  <a:pt x="3998125" y="425577"/>
                </a:lnTo>
                <a:lnTo>
                  <a:pt x="4015460" y="414909"/>
                </a:lnTo>
                <a:lnTo>
                  <a:pt x="4003256" y="396532"/>
                </a:lnTo>
                <a:lnTo>
                  <a:pt x="3991737" y="379158"/>
                </a:lnTo>
                <a:lnTo>
                  <a:pt x="3991114" y="378244"/>
                </a:lnTo>
                <a:lnTo>
                  <a:pt x="3968597" y="345287"/>
                </a:lnTo>
                <a:lnTo>
                  <a:pt x="3946017" y="313410"/>
                </a:lnTo>
                <a:lnTo>
                  <a:pt x="3924020" y="283654"/>
                </a:lnTo>
                <a:lnTo>
                  <a:pt x="3896487" y="301942"/>
                </a:lnTo>
                <a:lnTo>
                  <a:pt x="3906215" y="317144"/>
                </a:lnTo>
                <a:lnTo>
                  <a:pt x="3916769" y="332892"/>
                </a:lnTo>
                <a:lnTo>
                  <a:pt x="3927868" y="349186"/>
                </a:lnTo>
                <a:lnTo>
                  <a:pt x="3939260" y="366052"/>
                </a:lnTo>
                <a:lnTo>
                  <a:pt x="3897147" y="370090"/>
                </a:lnTo>
                <a:lnTo>
                  <a:pt x="3855351" y="373291"/>
                </a:lnTo>
                <a:lnTo>
                  <a:pt x="3771519" y="378244"/>
                </a:lnTo>
                <a:lnTo>
                  <a:pt x="3795522" y="347980"/>
                </a:lnTo>
                <a:lnTo>
                  <a:pt x="3819525" y="314566"/>
                </a:lnTo>
                <a:lnTo>
                  <a:pt x="3843528" y="278282"/>
                </a:lnTo>
                <a:lnTo>
                  <a:pt x="3867531" y="239458"/>
                </a:lnTo>
                <a:lnTo>
                  <a:pt x="4023080" y="239458"/>
                </a:lnTo>
                <a:lnTo>
                  <a:pt x="4023080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3985926"/>
            <a:ext cx="109823" cy="10982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9114" y="3808952"/>
            <a:ext cx="1781270" cy="437769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3217640" y="3894391"/>
            <a:ext cx="340360" cy="295910"/>
            <a:chOff x="3217640" y="3894391"/>
            <a:chExt cx="340360" cy="295910"/>
          </a:xfrm>
        </p:grpSpPr>
        <p:sp>
          <p:nvSpPr>
            <p:cNvPr id="25" name="object 25" descr=""/>
            <p:cNvSpPr/>
            <p:nvPr/>
          </p:nvSpPr>
          <p:spPr>
            <a:xfrm>
              <a:off x="3217640" y="3894391"/>
              <a:ext cx="131445" cy="295910"/>
            </a:xfrm>
            <a:custGeom>
              <a:avLst/>
              <a:gdLst/>
              <a:ahLst/>
              <a:cxnLst/>
              <a:rect l="l" t="t" r="r" b="b"/>
              <a:pathLst>
                <a:path w="131445" h="295910">
                  <a:moveTo>
                    <a:pt x="97631" y="295846"/>
                  </a:moveTo>
                  <a:lnTo>
                    <a:pt x="71613" y="291822"/>
                  </a:lnTo>
                  <a:lnTo>
                    <a:pt x="53006" y="279653"/>
                  </a:lnTo>
                  <a:lnTo>
                    <a:pt x="41829" y="259199"/>
                  </a:lnTo>
                  <a:lnTo>
                    <a:pt x="38099" y="230314"/>
                  </a:lnTo>
                  <a:lnTo>
                    <a:pt x="38099" y="97631"/>
                  </a:lnTo>
                  <a:lnTo>
                    <a:pt x="0" y="97631"/>
                  </a:lnTo>
                  <a:lnTo>
                    <a:pt x="0" y="67055"/>
                  </a:lnTo>
                  <a:lnTo>
                    <a:pt x="38099" y="67055"/>
                  </a:lnTo>
                  <a:lnTo>
                    <a:pt x="38099" y="12191"/>
                  </a:lnTo>
                  <a:lnTo>
                    <a:pt x="74771" y="0"/>
                  </a:lnTo>
                  <a:lnTo>
                    <a:pt x="74771" y="67055"/>
                  </a:lnTo>
                  <a:lnTo>
                    <a:pt x="131159" y="67055"/>
                  </a:lnTo>
                  <a:lnTo>
                    <a:pt x="131159" y="97631"/>
                  </a:lnTo>
                  <a:lnTo>
                    <a:pt x="74771" y="97631"/>
                  </a:lnTo>
                  <a:lnTo>
                    <a:pt x="74771" y="224218"/>
                  </a:lnTo>
                  <a:lnTo>
                    <a:pt x="92297" y="263080"/>
                  </a:lnTo>
                  <a:lnTo>
                    <a:pt x="106775" y="265366"/>
                  </a:lnTo>
                  <a:lnTo>
                    <a:pt x="113371" y="265033"/>
                  </a:lnTo>
                  <a:lnTo>
                    <a:pt x="119538" y="263842"/>
                  </a:lnTo>
                  <a:lnTo>
                    <a:pt x="125420" y="261508"/>
                  </a:lnTo>
                  <a:lnTo>
                    <a:pt x="131159" y="257746"/>
                  </a:lnTo>
                  <a:lnTo>
                    <a:pt x="131159" y="289750"/>
                  </a:lnTo>
                  <a:lnTo>
                    <a:pt x="123991" y="292631"/>
                  </a:lnTo>
                  <a:lnTo>
                    <a:pt x="116109" y="294513"/>
                  </a:lnTo>
                  <a:lnTo>
                    <a:pt x="107370" y="295536"/>
                  </a:lnTo>
                  <a:lnTo>
                    <a:pt x="97631" y="29584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9279" y="3955351"/>
              <a:ext cx="178498" cy="234886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3624834" y="3853148"/>
            <a:ext cx="206375" cy="337185"/>
          </a:xfrm>
          <a:custGeom>
            <a:avLst/>
            <a:gdLst/>
            <a:ahLst/>
            <a:cxnLst/>
            <a:rect l="l" t="t" r="r" b="b"/>
            <a:pathLst>
              <a:path w="206375" h="337185">
                <a:moveTo>
                  <a:pt x="36576" y="332517"/>
                </a:moveTo>
                <a:lnTo>
                  <a:pt x="0" y="332517"/>
                </a:lnTo>
                <a:lnTo>
                  <a:pt x="0" y="0"/>
                </a:lnTo>
                <a:lnTo>
                  <a:pt x="36576" y="0"/>
                </a:lnTo>
                <a:lnTo>
                  <a:pt x="36576" y="148018"/>
                </a:lnTo>
                <a:lnTo>
                  <a:pt x="62567" y="148018"/>
                </a:lnTo>
                <a:lnTo>
                  <a:pt x="37720" y="193571"/>
                </a:lnTo>
                <a:lnTo>
                  <a:pt x="36576" y="208978"/>
                </a:lnTo>
                <a:lnTo>
                  <a:pt x="36576" y="241077"/>
                </a:lnTo>
                <a:lnTo>
                  <a:pt x="53435" y="288321"/>
                </a:lnTo>
                <a:lnTo>
                  <a:pt x="70030" y="300513"/>
                </a:lnTo>
                <a:lnTo>
                  <a:pt x="36576" y="300513"/>
                </a:lnTo>
                <a:lnTo>
                  <a:pt x="36576" y="332517"/>
                </a:lnTo>
                <a:close/>
              </a:path>
              <a:path w="206375" h="337185">
                <a:moveTo>
                  <a:pt x="62567" y="148018"/>
                </a:moveTo>
                <a:lnTo>
                  <a:pt x="36576" y="148018"/>
                </a:lnTo>
                <a:lnTo>
                  <a:pt x="51775" y="127960"/>
                </a:lnTo>
                <a:lnTo>
                  <a:pt x="69806" y="113645"/>
                </a:lnTo>
                <a:lnTo>
                  <a:pt x="90676" y="105062"/>
                </a:lnTo>
                <a:lnTo>
                  <a:pt x="114395" y="102203"/>
                </a:lnTo>
                <a:lnTo>
                  <a:pt x="134945" y="104179"/>
                </a:lnTo>
                <a:lnTo>
                  <a:pt x="153066" y="110013"/>
                </a:lnTo>
                <a:lnTo>
                  <a:pt x="168616" y="119562"/>
                </a:lnTo>
                <a:lnTo>
                  <a:pt x="181451" y="132683"/>
                </a:lnTo>
                <a:lnTo>
                  <a:pt x="105251" y="132683"/>
                </a:lnTo>
                <a:lnTo>
                  <a:pt x="90106" y="134126"/>
                </a:lnTo>
                <a:lnTo>
                  <a:pt x="76676" y="138445"/>
                </a:lnTo>
                <a:lnTo>
                  <a:pt x="64960" y="145622"/>
                </a:lnTo>
                <a:lnTo>
                  <a:pt x="62567" y="148018"/>
                </a:lnTo>
                <a:close/>
              </a:path>
              <a:path w="206375" h="337185">
                <a:moveTo>
                  <a:pt x="173831" y="308133"/>
                </a:moveTo>
                <a:lnTo>
                  <a:pt x="99155" y="308133"/>
                </a:lnTo>
                <a:lnTo>
                  <a:pt x="115181" y="306443"/>
                </a:lnTo>
                <a:lnTo>
                  <a:pt x="129063" y="301466"/>
                </a:lnTo>
                <a:lnTo>
                  <a:pt x="158972" y="268508"/>
                </a:lnTo>
                <a:lnTo>
                  <a:pt x="169259" y="213550"/>
                </a:lnTo>
                <a:lnTo>
                  <a:pt x="168140" y="195476"/>
                </a:lnTo>
                <a:lnTo>
                  <a:pt x="152495" y="154114"/>
                </a:lnTo>
                <a:lnTo>
                  <a:pt x="119276" y="134103"/>
                </a:lnTo>
                <a:lnTo>
                  <a:pt x="105251" y="132683"/>
                </a:lnTo>
                <a:lnTo>
                  <a:pt x="181451" y="132683"/>
                </a:lnTo>
                <a:lnTo>
                  <a:pt x="192388" y="149002"/>
                </a:lnTo>
                <a:lnTo>
                  <a:pt x="200013" y="168009"/>
                </a:lnTo>
                <a:lnTo>
                  <a:pt x="204476" y="189569"/>
                </a:lnTo>
                <a:lnTo>
                  <a:pt x="205930" y="213550"/>
                </a:lnTo>
                <a:lnTo>
                  <a:pt x="204214" y="240513"/>
                </a:lnTo>
                <a:lnTo>
                  <a:pt x="199060" y="264306"/>
                </a:lnTo>
                <a:lnTo>
                  <a:pt x="190459" y="285224"/>
                </a:lnTo>
                <a:lnTo>
                  <a:pt x="178403" y="303561"/>
                </a:lnTo>
                <a:lnTo>
                  <a:pt x="173831" y="308133"/>
                </a:lnTo>
                <a:close/>
              </a:path>
              <a:path w="206375" h="337185">
                <a:moveTo>
                  <a:pt x="103727" y="337089"/>
                </a:moveTo>
                <a:lnTo>
                  <a:pt x="83175" y="334803"/>
                </a:lnTo>
                <a:lnTo>
                  <a:pt x="65043" y="327945"/>
                </a:lnTo>
                <a:lnTo>
                  <a:pt x="49466" y="316515"/>
                </a:lnTo>
                <a:lnTo>
                  <a:pt x="36576" y="300513"/>
                </a:lnTo>
                <a:lnTo>
                  <a:pt x="70030" y="300513"/>
                </a:lnTo>
                <a:lnTo>
                  <a:pt x="74009" y="302799"/>
                </a:lnTo>
                <a:lnTo>
                  <a:pt x="86010" y="306752"/>
                </a:lnTo>
                <a:lnTo>
                  <a:pt x="99155" y="308133"/>
                </a:lnTo>
                <a:lnTo>
                  <a:pt x="173831" y="308133"/>
                </a:lnTo>
                <a:lnTo>
                  <a:pt x="163520" y="318444"/>
                </a:lnTo>
                <a:lnTo>
                  <a:pt x="146208" y="328898"/>
                </a:lnTo>
                <a:lnTo>
                  <a:pt x="126325" y="335065"/>
                </a:lnTo>
                <a:lnTo>
                  <a:pt x="103727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889247" y="3852672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29" h="334010">
                <a:moveTo>
                  <a:pt x="36575" y="333755"/>
                </a:moveTo>
                <a:lnTo>
                  <a:pt x="0" y="333755"/>
                </a:lnTo>
                <a:lnTo>
                  <a:pt x="0" y="0"/>
                </a:lnTo>
                <a:lnTo>
                  <a:pt x="36575" y="0"/>
                </a:lnTo>
                <a:lnTo>
                  <a:pt x="36575" y="33375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3981735" y="3955351"/>
            <a:ext cx="283845" cy="288925"/>
            <a:chOff x="3981735" y="3955351"/>
            <a:chExt cx="283845" cy="288925"/>
          </a:xfrm>
        </p:grpSpPr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81735" y="3955351"/>
              <a:ext cx="195167" cy="23488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204334" y="4135374"/>
              <a:ext cx="61594" cy="108585"/>
            </a:xfrm>
            <a:custGeom>
              <a:avLst/>
              <a:gdLst/>
              <a:ahLst/>
              <a:cxnLst/>
              <a:rect l="l" t="t" r="r" b="b"/>
              <a:pathLst>
                <a:path w="61595" h="108585">
                  <a:moveTo>
                    <a:pt x="26003" y="108299"/>
                  </a:moveTo>
                  <a:lnTo>
                    <a:pt x="0" y="108299"/>
                  </a:lnTo>
                  <a:lnTo>
                    <a:pt x="26003" y="0"/>
                  </a:lnTo>
                  <a:lnTo>
                    <a:pt x="61055" y="0"/>
                  </a:lnTo>
                  <a:lnTo>
                    <a:pt x="26003" y="10829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4427029" y="3848576"/>
            <a:ext cx="370840" cy="342265"/>
            <a:chOff x="4427029" y="3848576"/>
            <a:chExt cx="370840" cy="342265"/>
          </a:xfrm>
        </p:grpSpPr>
        <p:sp>
          <p:nvSpPr>
            <p:cNvPr id="33" name="object 33" descr=""/>
            <p:cNvSpPr/>
            <p:nvPr/>
          </p:nvSpPr>
          <p:spPr>
            <a:xfrm>
              <a:off x="4427029" y="3848576"/>
              <a:ext cx="135890" cy="337185"/>
            </a:xfrm>
            <a:custGeom>
              <a:avLst/>
              <a:gdLst/>
              <a:ahLst/>
              <a:cxnLst/>
              <a:rect l="l" t="t" r="r" b="b"/>
              <a:pathLst>
                <a:path w="135889" h="337185">
                  <a:moveTo>
                    <a:pt x="74676" y="337089"/>
                  </a:moveTo>
                  <a:lnTo>
                    <a:pt x="38100" y="337089"/>
                  </a:lnTo>
                  <a:lnTo>
                    <a:pt x="38100" y="143446"/>
                  </a:lnTo>
                  <a:lnTo>
                    <a:pt x="0" y="143446"/>
                  </a:lnTo>
                  <a:lnTo>
                    <a:pt x="0" y="112871"/>
                  </a:lnTo>
                  <a:lnTo>
                    <a:pt x="38100" y="112871"/>
                  </a:lnTo>
                  <a:lnTo>
                    <a:pt x="38100" y="76295"/>
                  </a:lnTo>
                  <a:lnTo>
                    <a:pt x="50315" y="31209"/>
                  </a:lnTo>
                  <a:lnTo>
                    <a:pt x="82343" y="5333"/>
                  </a:lnTo>
                  <a:lnTo>
                    <a:pt x="109823" y="0"/>
                  </a:lnTo>
                  <a:lnTo>
                    <a:pt x="117514" y="285"/>
                  </a:lnTo>
                  <a:lnTo>
                    <a:pt x="124491" y="1142"/>
                  </a:lnTo>
                  <a:lnTo>
                    <a:pt x="130611" y="2571"/>
                  </a:lnTo>
                  <a:lnTo>
                    <a:pt x="135731" y="4571"/>
                  </a:lnTo>
                  <a:lnTo>
                    <a:pt x="135731" y="36671"/>
                  </a:lnTo>
                  <a:lnTo>
                    <a:pt x="129635" y="32003"/>
                  </a:lnTo>
                  <a:lnTo>
                    <a:pt x="120491" y="30479"/>
                  </a:lnTo>
                  <a:lnTo>
                    <a:pt x="111347" y="30479"/>
                  </a:lnTo>
                  <a:lnTo>
                    <a:pt x="95330" y="33376"/>
                  </a:lnTo>
                  <a:lnTo>
                    <a:pt x="83867" y="42148"/>
                  </a:lnTo>
                  <a:lnTo>
                    <a:pt x="76976" y="56920"/>
                  </a:lnTo>
                  <a:lnTo>
                    <a:pt x="74676" y="77819"/>
                  </a:lnTo>
                  <a:lnTo>
                    <a:pt x="74676" y="112871"/>
                  </a:lnTo>
                  <a:lnTo>
                    <a:pt x="126587" y="112871"/>
                  </a:lnTo>
                  <a:lnTo>
                    <a:pt x="126587" y="143446"/>
                  </a:lnTo>
                  <a:lnTo>
                    <a:pt x="74676" y="143446"/>
                  </a:lnTo>
                  <a:lnTo>
                    <a:pt x="74676" y="33708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76476" y="3955351"/>
              <a:ext cx="221170" cy="234886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4855559" y="3955351"/>
            <a:ext cx="474345" cy="230504"/>
            <a:chOff x="4855559" y="3955351"/>
            <a:chExt cx="474345" cy="230504"/>
          </a:xfrm>
        </p:grpSpPr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55559" y="3956875"/>
              <a:ext cx="117443" cy="22879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011102" y="3955351"/>
              <a:ext cx="318770" cy="230504"/>
            </a:xfrm>
            <a:custGeom>
              <a:avLst/>
              <a:gdLst/>
              <a:ahLst/>
              <a:cxnLst/>
              <a:rect l="l" t="t" r="r" b="b"/>
              <a:pathLst>
                <a:path w="318770" h="230504">
                  <a:moveTo>
                    <a:pt x="61502" y="41243"/>
                  </a:moveTo>
                  <a:lnTo>
                    <a:pt x="36576" y="41243"/>
                  </a:lnTo>
                  <a:lnTo>
                    <a:pt x="50370" y="23185"/>
                  </a:lnTo>
                  <a:lnTo>
                    <a:pt x="66567" y="10298"/>
                  </a:lnTo>
                  <a:lnTo>
                    <a:pt x="85318" y="2573"/>
                  </a:lnTo>
                  <a:lnTo>
                    <a:pt x="106775" y="0"/>
                  </a:lnTo>
                  <a:lnTo>
                    <a:pt x="117895" y="857"/>
                  </a:lnTo>
                  <a:lnTo>
                    <a:pt x="154709" y="20255"/>
                  </a:lnTo>
                  <a:lnTo>
                    <a:pt x="162750" y="30480"/>
                  </a:lnTo>
                  <a:lnTo>
                    <a:pt x="90011" y="30480"/>
                  </a:lnTo>
                  <a:lnTo>
                    <a:pt x="79128" y="31876"/>
                  </a:lnTo>
                  <a:lnTo>
                    <a:pt x="69246" y="35861"/>
                  </a:lnTo>
                  <a:lnTo>
                    <a:pt x="61502" y="41243"/>
                  </a:lnTo>
                  <a:close/>
                </a:path>
                <a:path w="318770" h="230504">
                  <a:moveTo>
                    <a:pt x="198017" y="47339"/>
                  </a:moveTo>
                  <a:lnTo>
                    <a:pt x="170783" y="47339"/>
                  </a:lnTo>
                  <a:lnTo>
                    <a:pt x="184823" y="27043"/>
                  </a:lnTo>
                  <a:lnTo>
                    <a:pt x="201882" y="12203"/>
                  </a:lnTo>
                  <a:lnTo>
                    <a:pt x="222084" y="3097"/>
                  </a:lnTo>
                  <a:lnTo>
                    <a:pt x="245554" y="0"/>
                  </a:lnTo>
                  <a:lnTo>
                    <a:pt x="277558" y="5716"/>
                  </a:lnTo>
                  <a:lnTo>
                    <a:pt x="300418" y="22871"/>
                  </a:lnTo>
                  <a:lnTo>
                    <a:pt x="304066" y="30480"/>
                  </a:lnTo>
                  <a:lnTo>
                    <a:pt x="233362" y="30480"/>
                  </a:lnTo>
                  <a:lnTo>
                    <a:pt x="222242" y="31899"/>
                  </a:lnTo>
                  <a:lnTo>
                    <a:pt x="211836" y="36052"/>
                  </a:lnTo>
                  <a:lnTo>
                    <a:pt x="202287" y="42776"/>
                  </a:lnTo>
                  <a:lnTo>
                    <a:pt x="198017" y="47339"/>
                  </a:lnTo>
                  <a:close/>
                </a:path>
                <a:path w="318770" h="230504">
                  <a:moveTo>
                    <a:pt x="36576" y="230314"/>
                  </a:moveTo>
                  <a:lnTo>
                    <a:pt x="0" y="230314"/>
                  </a:lnTo>
                  <a:lnTo>
                    <a:pt x="0" y="6096"/>
                  </a:lnTo>
                  <a:lnTo>
                    <a:pt x="36576" y="6096"/>
                  </a:lnTo>
                  <a:lnTo>
                    <a:pt x="36576" y="41243"/>
                  </a:lnTo>
                  <a:lnTo>
                    <a:pt x="61502" y="41243"/>
                  </a:lnTo>
                  <a:lnTo>
                    <a:pt x="40207" y="73437"/>
                  </a:lnTo>
                  <a:lnTo>
                    <a:pt x="36576" y="102203"/>
                  </a:lnTo>
                  <a:lnTo>
                    <a:pt x="36576" y="230314"/>
                  </a:lnTo>
                  <a:close/>
                </a:path>
                <a:path w="318770" h="230504">
                  <a:moveTo>
                    <a:pt x="176879" y="230314"/>
                  </a:moveTo>
                  <a:lnTo>
                    <a:pt x="141827" y="230314"/>
                  </a:lnTo>
                  <a:lnTo>
                    <a:pt x="141827" y="97631"/>
                  </a:lnTo>
                  <a:lnTo>
                    <a:pt x="138660" y="68493"/>
                  </a:lnTo>
                  <a:lnTo>
                    <a:pt x="129063" y="47482"/>
                  </a:lnTo>
                  <a:lnTo>
                    <a:pt x="112895" y="34757"/>
                  </a:lnTo>
                  <a:lnTo>
                    <a:pt x="90011" y="30480"/>
                  </a:lnTo>
                  <a:lnTo>
                    <a:pt x="162750" y="30480"/>
                  </a:lnTo>
                  <a:lnTo>
                    <a:pt x="166758" y="37370"/>
                  </a:lnTo>
                  <a:lnTo>
                    <a:pt x="170783" y="47339"/>
                  </a:lnTo>
                  <a:lnTo>
                    <a:pt x="198017" y="47339"/>
                  </a:lnTo>
                  <a:lnTo>
                    <a:pt x="177999" y="87915"/>
                  </a:lnTo>
                  <a:lnTo>
                    <a:pt x="176879" y="102203"/>
                  </a:lnTo>
                  <a:lnTo>
                    <a:pt x="176879" y="230314"/>
                  </a:lnTo>
                  <a:close/>
                </a:path>
                <a:path w="318770" h="230504">
                  <a:moveTo>
                    <a:pt x="318706" y="230314"/>
                  </a:moveTo>
                  <a:lnTo>
                    <a:pt x="283654" y="230314"/>
                  </a:lnTo>
                  <a:lnTo>
                    <a:pt x="283654" y="102203"/>
                  </a:lnTo>
                  <a:lnTo>
                    <a:pt x="282821" y="84201"/>
                  </a:lnTo>
                  <a:lnTo>
                    <a:pt x="271462" y="47339"/>
                  </a:lnTo>
                  <a:lnTo>
                    <a:pt x="233362" y="30480"/>
                  </a:lnTo>
                  <a:lnTo>
                    <a:pt x="304066" y="30480"/>
                  </a:lnTo>
                  <a:lnTo>
                    <a:pt x="314134" y="51475"/>
                  </a:lnTo>
                  <a:lnTo>
                    <a:pt x="318706" y="91535"/>
                  </a:lnTo>
                  <a:lnTo>
                    <a:pt x="318706" y="23031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5508295" y="3808958"/>
            <a:ext cx="1296670" cy="434975"/>
          </a:xfrm>
          <a:custGeom>
            <a:avLst/>
            <a:gdLst/>
            <a:ahLst/>
            <a:cxnLst/>
            <a:rect l="l" t="t" r="r" b="b"/>
            <a:pathLst>
              <a:path w="1296670" h="434975">
                <a:moveTo>
                  <a:pt x="169265" y="76288"/>
                </a:moveTo>
                <a:lnTo>
                  <a:pt x="134213" y="76288"/>
                </a:lnTo>
                <a:lnTo>
                  <a:pt x="134213" y="109829"/>
                </a:lnTo>
                <a:lnTo>
                  <a:pt x="134213" y="215074"/>
                </a:lnTo>
                <a:lnTo>
                  <a:pt x="134213" y="247078"/>
                </a:lnTo>
                <a:lnTo>
                  <a:pt x="134213" y="358432"/>
                </a:lnTo>
                <a:lnTo>
                  <a:pt x="35064" y="358432"/>
                </a:lnTo>
                <a:lnTo>
                  <a:pt x="35064" y="247078"/>
                </a:lnTo>
                <a:lnTo>
                  <a:pt x="134213" y="247078"/>
                </a:lnTo>
                <a:lnTo>
                  <a:pt x="134213" y="215074"/>
                </a:lnTo>
                <a:lnTo>
                  <a:pt x="35064" y="215074"/>
                </a:lnTo>
                <a:lnTo>
                  <a:pt x="35064" y="109829"/>
                </a:lnTo>
                <a:lnTo>
                  <a:pt x="134213" y="109829"/>
                </a:lnTo>
                <a:lnTo>
                  <a:pt x="134213" y="76288"/>
                </a:lnTo>
                <a:lnTo>
                  <a:pt x="80784" y="76288"/>
                </a:lnTo>
                <a:lnTo>
                  <a:pt x="87642" y="61328"/>
                </a:lnTo>
                <a:lnTo>
                  <a:pt x="94500" y="46113"/>
                </a:lnTo>
                <a:lnTo>
                  <a:pt x="101396" y="30340"/>
                </a:lnTo>
                <a:lnTo>
                  <a:pt x="108305" y="13716"/>
                </a:lnTo>
                <a:lnTo>
                  <a:pt x="71640" y="3048"/>
                </a:lnTo>
                <a:lnTo>
                  <a:pt x="65633" y="20485"/>
                </a:lnTo>
                <a:lnTo>
                  <a:pt x="59067" y="38493"/>
                </a:lnTo>
                <a:lnTo>
                  <a:pt x="51917" y="57099"/>
                </a:lnTo>
                <a:lnTo>
                  <a:pt x="44208" y="76288"/>
                </a:lnTo>
                <a:lnTo>
                  <a:pt x="0" y="76288"/>
                </a:lnTo>
                <a:lnTo>
                  <a:pt x="0" y="428625"/>
                </a:lnTo>
                <a:lnTo>
                  <a:pt x="35064" y="428625"/>
                </a:lnTo>
                <a:lnTo>
                  <a:pt x="35064" y="390525"/>
                </a:lnTo>
                <a:lnTo>
                  <a:pt x="134213" y="390525"/>
                </a:lnTo>
                <a:lnTo>
                  <a:pt x="134213" y="425577"/>
                </a:lnTo>
                <a:lnTo>
                  <a:pt x="169265" y="425577"/>
                </a:lnTo>
                <a:lnTo>
                  <a:pt x="169265" y="390525"/>
                </a:lnTo>
                <a:lnTo>
                  <a:pt x="169265" y="358432"/>
                </a:lnTo>
                <a:lnTo>
                  <a:pt x="169265" y="247078"/>
                </a:lnTo>
                <a:lnTo>
                  <a:pt x="169265" y="215074"/>
                </a:lnTo>
                <a:lnTo>
                  <a:pt x="169265" y="109829"/>
                </a:lnTo>
                <a:lnTo>
                  <a:pt x="169265" y="76288"/>
                </a:lnTo>
                <a:close/>
              </a:path>
              <a:path w="1296670" h="434975">
                <a:moveTo>
                  <a:pt x="318719" y="276034"/>
                </a:moveTo>
                <a:lnTo>
                  <a:pt x="302704" y="253695"/>
                </a:lnTo>
                <a:lnTo>
                  <a:pt x="284416" y="229920"/>
                </a:lnTo>
                <a:lnTo>
                  <a:pt x="263804" y="204419"/>
                </a:lnTo>
                <a:lnTo>
                  <a:pt x="240893" y="176885"/>
                </a:lnTo>
                <a:lnTo>
                  <a:pt x="213461" y="195262"/>
                </a:lnTo>
                <a:lnTo>
                  <a:pt x="233451" y="221310"/>
                </a:lnTo>
                <a:lnTo>
                  <a:pt x="252183" y="247091"/>
                </a:lnTo>
                <a:lnTo>
                  <a:pt x="269481" y="272884"/>
                </a:lnTo>
                <a:lnTo>
                  <a:pt x="285191" y="298996"/>
                </a:lnTo>
                <a:lnTo>
                  <a:pt x="318719" y="276034"/>
                </a:lnTo>
                <a:close/>
              </a:path>
              <a:path w="1296670" h="434975">
                <a:moveTo>
                  <a:pt x="399580" y="74676"/>
                </a:moveTo>
                <a:lnTo>
                  <a:pt x="259283" y="74676"/>
                </a:lnTo>
                <a:lnTo>
                  <a:pt x="264998" y="59766"/>
                </a:lnTo>
                <a:lnTo>
                  <a:pt x="270713" y="44577"/>
                </a:lnTo>
                <a:lnTo>
                  <a:pt x="276428" y="28816"/>
                </a:lnTo>
                <a:lnTo>
                  <a:pt x="282143" y="12192"/>
                </a:lnTo>
                <a:lnTo>
                  <a:pt x="245567" y="3048"/>
                </a:lnTo>
                <a:lnTo>
                  <a:pt x="230047" y="49974"/>
                </a:lnTo>
                <a:lnTo>
                  <a:pt x="213283" y="92633"/>
                </a:lnTo>
                <a:lnTo>
                  <a:pt x="195097" y="131292"/>
                </a:lnTo>
                <a:lnTo>
                  <a:pt x="175361" y="166217"/>
                </a:lnTo>
                <a:lnTo>
                  <a:pt x="184200" y="169900"/>
                </a:lnTo>
                <a:lnTo>
                  <a:pt x="192316" y="174028"/>
                </a:lnTo>
                <a:lnTo>
                  <a:pt x="199580" y="178473"/>
                </a:lnTo>
                <a:lnTo>
                  <a:pt x="205841" y="183070"/>
                </a:lnTo>
                <a:lnTo>
                  <a:pt x="215887" y="165557"/>
                </a:lnTo>
                <a:lnTo>
                  <a:pt x="225666" y="147358"/>
                </a:lnTo>
                <a:lnTo>
                  <a:pt x="235458" y="128320"/>
                </a:lnTo>
                <a:lnTo>
                  <a:pt x="245567" y="108305"/>
                </a:lnTo>
                <a:lnTo>
                  <a:pt x="362915" y="108305"/>
                </a:lnTo>
                <a:lnTo>
                  <a:pt x="361823" y="174358"/>
                </a:lnTo>
                <a:lnTo>
                  <a:pt x="360451" y="231571"/>
                </a:lnTo>
                <a:lnTo>
                  <a:pt x="358851" y="279844"/>
                </a:lnTo>
                <a:lnTo>
                  <a:pt x="357111" y="319112"/>
                </a:lnTo>
                <a:lnTo>
                  <a:pt x="351624" y="368185"/>
                </a:lnTo>
                <a:lnTo>
                  <a:pt x="312623" y="392049"/>
                </a:lnTo>
                <a:lnTo>
                  <a:pt x="293776" y="391744"/>
                </a:lnTo>
                <a:lnTo>
                  <a:pt x="273939" y="390702"/>
                </a:lnTo>
                <a:lnTo>
                  <a:pt x="253212" y="388797"/>
                </a:lnTo>
                <a:lnTo>
                  <a:pt x="231749" y="385864"/>
                </a:lnTo>
                <a:lnTo>
                  <a:pt x="230225" y="385864"/>
                </a:lnTo>
                <a:lnTo>
                  <a:pt x="232486" y="394436"/>
                </a:lnTo>
                <a:lnTo>
                  <a:pt x="234607" y="403847"/>
                </a:lnTo>
                <a:lnTo>
                  <a:pt x="236435" y="413816"/>
                </a:lnTo>
                <a:lnTo>
                  <a:pt x="237845" y="424053"/>
                </a:lnTo>
                <a:lnTo>
                  <a:pt x="258445" y="425818"/>
                </a:lnTo>
                <a:lnTo>
                  <a:pt x="278892" y="426720"/>
                </a:lnTo>
                <a:lnTo>
                  <a:pt x="299021" y="427050"/>
                </a:lnTo>
                <a:lnTo>
                  <a:pt x="318719" y="427101"/>
                </a:lnTo>
                <a:lnTo>
                  <a:pt x="349656" y="422808"/>
                </a:lnTo>
                <a:lnTo>
                  <a:pt x="371906" y="409943"/>
                </a:lnTo>
                <a:lnTo>
                  <a:pt x="383552" y="392049"/>
                </a:lnTo>
                <a:lnTo>
                  <a:pt x="385876" y="388480"/>
                </a:lnTo>
                <a:lnTo>
                  <a:pt x="392836" y="334670"/>
                </a:lnTo>
                <a:lnTo>
                  <a:pt x="395198" y="258914"/>
                </a:lnTo>
                <a:lnTo>
                  <a:pt x="396582" y="206921"/>
                </a:lnTo>
                <a:lnTo>
                  <a:pt x="398018" y="147358"/>
                </a:lnTo>
                <a:lnTo>
                  <a:pt x="398856" y="108305"/>
                </a:lnTo>
                <a:lnTo>
                  <a:pt x="399580" y="74676"/>
                </a:lnTo>
                <a:close/>
              </a:path>
              <a:path w="1296670" h="434975">
                <a:moveTo>
                  <a:pt x="565785" y="117436"/>
                </a:moveTo>
                <a:lnTo>
                  <a:pt x="533781" y="103720"/>
                </a:lnTo>
                <a:lnTo>
                  <a:pt x="527177" y="116281"/>
                </a:lnTo>
                <a:lnTo>
                  <a:pt x="520979" y="128676"/>
                </a:lnTo>
                <a:lnTo>
                  <a:pt x="515061" y="140804"/>
                </a:lnTo>
                <a:lnTo>
                  <a:pt x="509308" y="152488"/>
                </a:lnTo>
                <a:lnTo>
                  <a:pt x="466636" y="152488"/>
                </a:lnTo>
                <a:lnTo>
                  <a:pt x="483831" y="122720"/>
                </a:lnTo>
                <a:lnTo>
                  <a:pt x="501319" y="90347"/>
                </a:lnTo>
                <a:lnTo>
                  <a:pt x="519391" y="55118"/>
                </a:lnTo>
                <a:lnTo>
                  <a:pt x="538353" y="16764"/>
                </a:lnTo>
                <a:lnTo>
                  <a:pt x="503212" y="4572"/>
                </a:lnTo>
                <a:lnTo>
                  <a:pt x="486638" y="45732"/>
                </a:lnTo>
                <a:lnTo>
                  <a:pt x="468922" y="84632"/>
                </a:lnTo>
                <a:lnTo>
                  <a:pt x="450062" y="121234"/>
                </a:lnTo>
                <a:lnTo>
                  <a:pt x="430060" y="155536"/>
                </a:lnTo>
                <a:lnTo>
                  <a:pt x="437680" y="183070"/>
                </a:lnTo>
                <a:lnTo>
                  <a:pt x="495592" y="178396"/>
                </a:lnTo>
                <a:lnTo>
                  <a:pt x="479044" y="209003"/>
                </a:lnTo>
                <a:lnTo>
                  <a:pt x="463778" y="234302"/>
                </a:lnTo>
                <a:lnTo>
                  <a:pt x="449948" y="254152"/>
                </a:lnTo>
                <a:lnTo>
                  <a:pt x="437680" y="268414"/>
                </a:lnTo>
                <a:lnTo>
                  <a:pt x="443776" y="295935"/>
                </a:lnTo>
                <a:lnTo>
                  <a:pt x="459206" y="293611"/>
                </a:lnTo>
                <a:lnTo>
                  <a:pt x="553593" y="283743"/>
                </a:lnTo>
                <a:lnTo>
                  <a:pt x="553859" y="278549"/>
                </a:lnTo>
                <a:lnTo>
                  <a:pt x="554545" y="272237"/>
                </a:lnTo>
                <a:lnTo>
                  <a:pt x="555853" y="262318"/>
                </a:lnTo>
                <a:lnTo>
                  <a:pt x="556641" y="256222"/>
                </a:lnTo>
                <a:lnTo>
                  <a:pt x="492899" y="261150"/>
                </a:lnTo>
                <a:lnTo>
                  <a:pt x="480352" y="262318"/>
                </a:lnTo>
                <a:lnTo>
                  <a:pt x="496697" y="236905"/>
                </a:lnTo>
                <a:lnTo>
                  <a:pt x="516216" y="204203"/>
                </a:lnTo>
                <a:lnTo>
                  <a:pt x="531063" y="178396"/>
                </a:lnTo>
                <a:lnTo>
                  <a:pt x="539153" y="164338"/>
                </a:lnTo>
                <a:lnTo>
                  <a:pt x="545884" y="152488"/>
                </a:lnTo>
                <a:lnTo>
                  <a:pt x="565785" y="117436"/>
                </a:lnTo>
                <a:close/>
              </a:path>
              <a:path w="1296670" h="434975">
                <a:moveTo>
                  <a:pt x="841832" y="48768"/>
                </a:moveTo>
                <a:lnTo>
                  <a:pt x="811352" y="48768"/>
                </a:lnTo>
                <a:lnTo>
                  <a:pt x="811352" y="76288"/>
                </a:lnTo>
                <a:lnTo>
                  <a:pt x="811352" y="126580"/>
                </a:lnTo>
                <a:lnTo>
                  <a:pt x="602361" y="126580"/>
                </a:lnTo>
                <a:lnTo>
                  <a:pt x="602361" y="76288"/>
                </a:lnTo>
                <a:lnTo>
                  <a:pt x="811352" y="76288"/>
                </a:lnTo>
                <a:lnTo>
                  <a:pt x="811352" y="48768"/>
                </a:lnTo>
                <a:lnTo>
                  <a:pt x="738098" y="48768"/>
                </a:lnTo>
                <a:lnTo>
                  <a:pt x="730364" y="34721"/>
                </a:lnTo>
                <a:lnTo>
                  <a:pt x="723049" y="22098"/>
                </a:lnTo>
                <a:lnTo>
                  <a:pt x="716026" y="10617"/>
                </a:lnTo>
                <a:lnTo>
                  <a:pt x="709142" y="0"/>
                </a:lnTo>
                <a:lnTo>
                  <a:pt x="677138" y="15240"/>
                </a:lnTo>
                <a:lnTo>
                  <a:pt x="681710" y="23266"/>
                </a:lnTo>
                <a:lnTo>
                  <a:pt x="686282" y="31432"/>
                </a:lnTo>
                <a:lnTo>
                  <a:pt x="690854" y="39890"/>
                </a:lnTo>
                <a:lnTo>
                  <a:pt x="695426" y="48768"/>
                </a:lnTo>
                <a:lnTo>
                  <a:pt x="573405" y="48768"/>
                </a:lnTo>
                <a:lnTo>
                  <a:pt x="573405" y="190690"/>
                </a:lnTo>
                <a:lnTo>
                  <a:pt x="572262" y="231305"/>
                </a:lnTo>
                <a:lnTo>
                  <a:pt x="563118" y="302856"/>
                </a:lnTo>
                <a:lnTo>
                  <a:pt x="487222" y="344322"/>
                </a:lnTo>
                <a:lnTo>
                  <a:pt x="428536" y="352323"/>
                </a:lnTo>
                <a:lnTo>
                  <a:pt x="436156" y="385851"/>
                </a:lnTo>
                <a:lnTo>
                  <a:pt x="458203" y="381000"/>
                </a:lnTo>
                <a:lnTo>
                  <a:pt x="544449" y="362991"/>
                </a:lnTo>
                <a:lnTo>
                  <a:pt x="538454" y="375297"/>
                </a:lnTo>
                <a:lnTo>
                  <a:pt x="531876" y="387045"/>
                </a:lnTo>
                <a:lnTo>
                  <a:pt x="524700" y="398221"/>
                </a:lnTo>
                <a:lnTo>
                  <a:pt x="516928" y="408813"/>
                </a:lnTo>
                <a:lnTo>
                  <a:pt x="522668" y="414794"/>
                </a:lnTo>
                <a:lnTo>
                  <a:pt x="528256" y="421195"/>
                </a:lnTo>
                <a:lnTo>
                  <a:pt x="533488" y="427837"/>
                </a:lnTo>
                <a:lnTo>
                  <a:pt x="538353" y="434721"/>
                </a:lnTo>
                <a:lnTo>
                  <a:pt x="561403" y="400824"/>
                </a:lnTo>
                <a:lnTo>
                  <a:pt x="577837" y="362991"/>
                </a:lnTo>
                <a:lnTo>
                  <a:pt x="592124" y="310832"/>
                </a:lnTo>
                <a:lnTo>
                  <a:pt x="599808" y="254571"/>
                </a:lnTo>
                <a:lnTo>
                  <a:pt x="602361" y="190690"/>
                </a:lnTo>
                <a:lnTo>
                  <a:pt x="602361" y="154012"/>
                </a:lnTo>
                <a:lnTo>
                  <a:pt x="811352" y="154012"/>
                </a:lnTo>
                <a:lnTo>
                  <a:pt x="811352" y="167728"/>
                </a:lnTo>
                <a:lnTo>
                  <a:pt x="841832" y="167728"/>
                </a:lnTo>
                <a:lnTo>
                  <a:pt x="841832" y="154012"/>
                </a:lnTo>
                <a:lnTo>
                  <a:pt x="841832" y="126580"/>
                </a:lnTo>
                <a:lnTo>
                  <a:pt x="841832" y="76288"/>
                </a:lnTo>
                <a:lnTo>
                  <a:pt x="841832" y="48768"/>
                </a:lnTo>
                <a:close/>
              </a:path>
              <a:path w="1296670" h="434975">
                <a:moveTo>
                  <a:pt x="847928" y="198310"/>
                </a:moveTo>
                <a:lnTo>
                  <a:pt x="818972" y="198310"/>
                </a:lnTo>
                <a:lnTo>
                  <a:pt x="818972" y="227266"/>
                </a:lnTo>
                <a:lnTo>
                  <a:pt x="818972" y="294411"/>
                </a:lnTo>
                <a:lnTo>
                  <a:pt x="818972" y="320319"/>
                </a:lnTo>
                <a:lnTo>
                  <a:pt x="818972" y="396621"/>
                </a:lnTo>
                <a:lnTo>
                  <a:pt x="812876" y="402717"/>
                </a:lnTo>
                <a:lnTo>
                  <a:pt x="777722" y="402717"/>
                </a:lnTo>
                <a:lnTo>
                  <a:pt x="777722" y="320319"/>
                </a:lnTo>
                <a:lnTo>
                  <a:pt x="818972" y="320319"/>
                </a:lnTo>
                <a:lnTo>
                  <a:pt x="818972" y="294411"/>
                </a:lnTo>
                <a:lnTo>
                  <a:pt x="777722" y="294411"/>
                </a:lnTo>
                <a:lnTo>
                  <a:pt x="777722" y="227266"/>
                </a:lnTo>
                <a:lnTo>
                  <a:pt x="818972" y="227266"/>
                </a:lnTo>
                <a:lnTo>
                  <a:pt x="818972" y="198310"/>
                </a:lnTo>
                <a:lnTo>
                  <a:pt x="750290" y="198310"/>
                </a:lnTo>
                <a:lnTo>
                  <a:pt x="750290" y="227266"/>
                </a:lnTo>
                <a:lnTo>
                  <a:pt x="750290" y="294411"/>
                </a:lnTo>
                <a:lnTo>
                  <a:pt x="710666" y="294411"/>
                </a:lnTo>
                <a:lnTo>
                  <a:pt x="710666" y="227266"/>
                </a:lnTo>
                <a:lnTo>
                  <a:pt x="750290" y="227266"/>
                </a:lnTo>
                <a:lnTo>
                  <a:pt x="750290" y="198310"/>
                </a:lnTo>
                <a:lnTo>
                  <a:pt x="684758" y="198310"/>
                </a:lnTo>
                <a:lnTo>
                  <a:pt x="684758" y="227266"/>
                </a:lnTo>
                <a:lnTo>
                  <a:pt x="684758" y="294411"/>
                </a:lnTo>
                <a:lnTo>
                  <a:pt x="643521" y="294411"/>
                </a:lnTo>
                <a:lnTo>
                  <a:pt x="643521" y="227266"/>
                </a:lnTo>
                <a:lnTo>
                  <a:pt x="684758" y="227266"/>
                </a:lnTo>
                <a:lnTo>
                  <a:pt x="684758" y="198310"/>
                </a:lnTo>
                <a:lnTo>
                  <a:pt x="616077" y="198310"/>
                </a:lnTo>
                <a:lnTo>
                  <a:pt x="616077" y="433197"/>
                </a:lnTo>
                <a:lnTo>
                  <a:pt x="643521" y="433197"/>
                </a:lnTo>
                <a:lnTo>
                  <a:pt x="643521" y="320319"/>
                </a:lnTo>
                <a:lnTo>
                  <a:pt x="684758" y="320319"/>
                </a:lnTo>
                <a:lnTo>
                  <a:pt x="684758" y="410337"/>
                </a:lnTo>
                <a:lnTo>
                  <a:pt x="710666" y="410337"/>
                </a:lnTo>
                <a:lnTo>
                  <a:pt x="710666" y="320319"/>
                </a:lnTo>
                <a:lnTo>
                  <a:pt x="750290" y="320319"/>
                </a:lnTo>
                <a:lnTo>
                  <a:pt x="750290" y="408813"/>
                </a:lnTo>
                <a:lnTo>
                  <a:pt x="771626" y="408813"/>
                </a:lnTo>
                <a:lnTo>
                  <a:pt x="776198" y="431673"/>
                </a:lnTo>
                <a:lnTo>
                  <a:pt x="814400" y="430149"/>
                </a:lnTo>
                <a:lnTo>
                  <a:pt x="846505" y="402717"/>
                </a:lnTo>
                <a:lnTo>
                  <a:pt x="847928" y="392049"/>
                </a:lnTo>
                <a:lnTo>
                  <a:pt x="847928" y="320319"/>
                </a:lnTo>
                <a:lnTo>
                  <a:pt x="847928" y="294411"/>
                </a:lnTo>
                <a:lnTo>
                  <a:pt x="847928" y="227266"/>
                </a:lnTo>
                <a:lnTo>
                  <a:pt x="847928" y="198310"/>
                </a:lnTo>
                <a:close/>
              </a:path>
              <a:path w="1296670" h="434975">
                <a:moveTo>
                  <a:pt x="1203210" y="302044"/>
                </a:moveTo>
                <a:lnTo>
                  <a:pt x="879919" y="302044"/>
                </a:lnTo>
                <a:lnTo>
                  <a:pt x="879919" y="334048"/>
                </a:lnTo>
                <a:lnTo>
                  <a:pt x="1203210" y="334048"/>
                </a:lnTo>
                <a:lnTo>
                  <a:pt x="1203210" y="302044"/>
                </a:lnTo>
                <a:close/>
              </a:path>
              <a:path w="1296670" h="434975">
                <a:moveTo>
                  <a:pt x="1274927" y="213550"/>
                </a:moveTo>
                <a:lnTo>
                  <a:pt x="989749" y="213550"/>
                </a:lnTo>
                <a:lnTo>
                  <a:pt x="1000417" y="160108"/>
                </a:lnTo>
                <a:lnTo>
                  <a:pt x="1264259" y="160108"/>
                </a:lnTo>
                <a:lnTo>
                  <a:pt x="1264259" y="126580"/>
                </a:lnTo>
                <a:lnTo>
                  <a:pt x="1006513" y="126580"/>
                </a:lnTo>
                <a:lnTo>
                  <a:pt x="1017181" y="74676"/>
                </a:lnTo>
                <a:lnTo>
                  <a:pt x="980605" y="74676"/>
                </a:lnTo>
                <a:lnTo>
                  <a:pt x="951649" y="215074"/>
                </a:lnTo>
                <a:lnTo>
                  <a:pt x="951649" y="247078"/>
                </a:lnTo>
                <a:lnTo>
                  <a:pt x="1236827" y="247078"/>
                </a:lnTo>
                <a:lnTo>
                  <a:pt x="1235417" y="279704"/>
                </a:lnTo>
                <a:lnTo>
                  <a:pt x="1231519" y="334048"/>
                </a:lnTo>
                <a:lnTo>
                  <a:pt x="1224648" y="372681"/>
                </a:lnTo>
                <a:lnTo>
                  <a:pt x="1184922" y="392049"/>
                </a:lnTo>
                <a:lnTo>
                  <a:pt x="1161148" y="391769"/>
                </a:lnTo>
                <a:lnTo>
                  <a:pt x="1137678" y="390906"/>
                </a:lnTo>
                <a:lnTo>
                  <a:pt x="1114196" y="389483"/>
                </a:lnTo>
                <a:lnTo>
                  <a:pt x="1090434" y="387477"/>
                </a:lnTo>
                <a:lnTo>
                  <a:pt x="1092454" y="397497"/>
                </a:lnTo>
                <a:lnTo>
                  <a:pt x="1094054" y="407098"/>
                </a:lnTo>
                <a:lnTo>
                  <a:pt x="1095362" y="416407"/>
                </a:lnTo>
                <a:lnTo>
                  <a:pt x="1096530" y="425577"/>
                </a:lnTo>
                <a:lnTo>
                  <a:pt x="1122222" y="426453"/>
                </a:lnTo>
                <a:lnTo>
                  <a:pt x="1146632" y="426910"/>
                </a:lnTo>
                <a:lnTo>
                  <a:pt x="1191018" y="427101"/>
                </a:lnTo>
                <a:lnTo>
                  <a:pt x="1220736" y="423125"/>
                </a:lnTo>
                <a:lnTo>
                  <a:pt x="1243291" y="411276"/>
                </a:lnTo>
                <a:lnTo>
                  <a:pt x="1258125" y="392049"/>
                </a:lnTo>
                <a:lnTo>
                  <a:pt x="1258404" y="391693"/>
                </a:lnTo>
                <a:lnTo>
                  <a:pt x="1265783" y="364528"/>
                </a:lnTo>
                <a:lnTo>
                  <a:pt x="1267942" y="334606"/>
                </a:lnTo>
                <a:lnTo>
                  <a:pt x="1270355" y="297040"/>
                </a:lnTo>
                <a:lnTo>
                  <a:pt x="1272641" y="257289"/>
                </a:lnTo>
                <a:lnTo>
                  <a:pt x="1274927" y="213550"/>
                </a:lnTo>
                <a:close/>
              </a:path>
              <a:path w="1296670" h="434975">
                <a:moveTo>
                  <a:pt x="1296263" y="28956"/>
                </a:moveTo>
                <a:lnTo>
                  <a:pt x="898207" y="28956"/>
                </a:lnTo>
                <a:lnTo>
                  <a:pt x="898207" y="111340"/>
                </a:lnTo>
                <a:lnTo>
                  <a:pt x="934783" y="111340"/>
                </a:lnTo>
                <a:lnTo>
                  <a:pt x="934783" y="62484"/>
                </a:lnTo>
                <a:lnTo>
                  <a:pt x="1259687" y="62484"/>
                </a:lnTo>
                <a:lnTo>
                  <a:pt x="1259687" y="111340"/>
                </a:lnTo>
                <a:lnTo>
                  <a:pt x="1296263" y="111340"/>
                </a:lnTo>
                <a:lnTo>
                  <a:pt x="1296263" y="62484"/>
                </a:lnTo>
                <a:lnTo>
                  <a:pt x="1296263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739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011" y="0"/>
                </a:lnTo>
                <a:lnTo>
                  <a:pt x="9601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739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5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31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414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33716"/>
            <a:ext cx="604520" cy="432434"/>
          </a:xfrm>
          <a:custGeom>
            <a:avLst/>
            <a:gdLst/>
            <a:ahLst/>
            <a:cxnLst/>
            <a:rect l="l" t="t" r="r" b="b"/>
            <a:pathLst>
              <a:path w="604519" h="432434">
                <a:moveTo>
                  <a:pt x="257746" y="352132"/>
                </a:moveTo>
                <a:lnTo>
                  <a:pt x="97637" y="352132"/>
                </a:lnTo>
                <a:lnTo>
                  <a:pt x="97637" y="342"/>
                </a:lnTo>
                <a:lnTo>
                  <a:pt x="0" y="342"/>
                </a:lnTo>
                <a:lnTo>
                  <a:pt x="0" y="352132"/>
                </a:lnTo>
                <a:lnTo>
                  <a:pt x="0" y="432142"/>
                </a:lnTo>
                <a:lnTo>
                  <a:pt x="257746" y="432142"/>
                </a:lnTo>
                <a:lnTo>
                  <a:pt x="257746" y="352132"/>
                </a:lnTo>
                <a:close/>
              </a:path>
              <a:path w="604519" h="432434">
                <a:moveTo>
                  <a:pt x="603986" y="271564"/>
                </a:moveTo>
                <a:lnTo>
                  <a:pt x="553593" y="271564"/>
                </a:lnTo>
                <a:lnTo>
                  <a:pt x="553593" y="120497"/>
                </a:lnTo>
                <a:lnTo>
                  <a:pt x="553593" y="0"/>
                </a:lnTo>
                <a:lnTo>
                  <a:pt x="466725" y="0"/>
                </a:lnTo>
                <a:lnTo>
                  <a:pt x="466725" y="120497"/>
                </a:lnTo>
                <a:lnTo>
                  <a:pt x="466725" y="271564"/>
                </a:lnTo>
                <a:lnTo>
                  <a:pt x="362991" y="271564"/>
                </a:lnTo>
                <a:lnTo>
                  <a:pt x="369849" y="263512"/>
                </a:lnTo>
                <a:lnTo>
                  <a:pt x="376707" y="255320"/>
                </a:lnTo>
                <a:lnTo>
                  <a:pt x="404139" y="219456"/>
                </a:lnTo>
                <a:lnTo>
                  <a:pt x="417855" y="199834"/>
                </a:lnTo>
                <a:lnTo>
                  <a:pt x="424484" y="190423"/>
                </a:lnTo>
                <a:lnTo>
                  <a:pt x="430809" y="180594"/>
                </a:lnTo>
                <a:lnTo>
                  <a:pt x="437146" y="170472"/>
                </a:lnTo>
                <a:lnTo>
                  <a:pt x="443763" y="160210"/>
                </a:lnTo>
                <a:lnTo>
                  <a:pt x="449503" y="150787"/>
                </a:lnTo>
                <a:lnTo>
                  <a:pt x="455244" y="140919"/>
                </a:lnTo>
                <a:lnTo>
                  <a:pt x="460997" y="130771"/>
                </a:lnTo>
                <a:lnTo>
                  <a:pt x="466725" y="120497"/>
                </a:lnTo>
                <a:lnTo>
                  <a:pt x="466725" y="0"/>
                </a:lnTo>
                <a:lnTo>
                  <a:pt x="465201" y="0"/>
                </a:lnTo>
                <a:lnTo>
                  <a:pt x="456857" y="16281"/>
                </a:lnTo>
                <a:lnTo>
                  <a:pt x="447967" y="33007"/>
                </a:lnTo>
                <a:lnTo>
                  <a:pt x="428523" y="67157"/>
                </a:lnTo>
                <a:lnTo>
                  <a:pt x="405472" y="103543"/>
                </a:lnTo>
                <a:lnTo>
                  <a:pt x="381279" y="138785"/>
                </a:lnTo>
                <a:lnTo>
                  <a:pt x="355942" y="173151"/>
                </a:lnTo>
                <a:lnTo>
                  <a:pt x="329463" y="207454"/>
                </a:lnTo>
                <a:lnTo>
                  <a:pt x="302907" y="239661"/>
                </a:lnTo>
                <a:lnTo>
                  <a:pt x="277558" y="268516"/>
                </a:lnTo>
                <a:lnTo>
                  <a:pt x="277558" y="343192"/>
                </a:lnTo>
                <a:lnTo>
                  <a:pt x="466725" y="343192"/>
                </a:lnTo>
                <a:lnTo>
                  <a:pt x="466725" y="431673"/>
                </a:lnTo>
                <a:lnTo>
                  <a:pt x="553593" y="431673"/>
                </a:lnTo>
                <a:lnTo>
                  <a:pt x="553593" y="343192"/>
                </a:lnTo>
                <a:lnTo>
                  <a:pt x="603986" y="343192"/>
                </a:lnTo>
                <a:lnTo>
                  <a:pt x="603986" y="27156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17164" y="967740"/>
            <a:ext cx="166370" cy="67310"/>
          </a:xfrm>
          <a:custGeom>
            <a:avLst/>
            <a:gdLst/>
            <a:ahLst/>
            <a:cxnLst/>
            <a:rect l="l" t="t" r="r" b="b"/>
            <a:pathLst>
              <a:path w="166370" h="67309">
                <a:moveTo>
                  <a:pt x="166115" y="67056"/>
                </a:moveTo>
                <a:lnTo>
                  <a:pt x="0" y="67056"/>
                </a:lnTo>
                <a:lnTo>
                  <a:pt x="0" y="0"/>
                </a:lnTo>
                <a:lnTo>
                  <a:pt x="166115" y="0"/>
                </a:lnTo>
                <a:lnTo>
                  <a:pt x="166115" y="6705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02818" y="831342"/>
            <a:ext cx="280670" cy="311785"/>
          </a:xfrm>
          <a:custGeom>
            <a:avLst/>
            <a:gdLst/>
            <a:ahLst/>
            <a:cxnLst/>
            <a:rect l="l" t="t" r="r" b="b"/>
            <a:pathLst>
              <a:path w="280670" h="311784">
                <a:moveTo>
                  <a:pt x="0" y="311181"/>
                </a:moveTo>
                <a:lnTo>
                  <a:pt x="0" y="239458"/>
                </a:lnTo>
                <a:lnTo>
                  <a:pt x="201358" y="158686"/>
                </a:lnTo>
                <a:lnTo>
                  <a:pt x="0" y="71723"/>
                </a:lnTo>
                <a:lnTo>
                  <a:pt x="0" y="0"/>
                </a:lnTo>
                <a:lnTo>
                  <a:pt x="280606" y="134207"/>
                </a:lnTo>
                <a:lnTo>
                  <a:pt x="280606" y="183070"/>
                </a:lnTo>
                <a:lnTo>
                  <a:pt x="0" y="31118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032027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20" h="431800">
                <a:moveTo>
                  <a:pt x="401097" y="431672"/>
                </a:moveTo>
                <a:lnTo>
                  <a:pt x="285178" y="431672"/>
                </a:lnTo>
                <a:lnTo>
                  <a:pt x="210502" y="291369"/>
                </a:lnTo>
                <a:lnTo>
                  <a:pt x="205144" y="271867"/>
                </a:lnTo>
                <a:lnTo>
                  <a:pt x="202882" y="262413"/>
                </a:lnTo>
                <a:lnTo>
                  <a:pt x="201358" y="262413"/>
                </a:lnTo>
                <a:lnTo>
                  <a:pt x="115919" y="431672"/>
                </a:lnTo>
                <a:lnTo>
                  <a:pt x="0" y="431672"/>
                </a:lnTo>
                <a:lnTo>
                  <a:pt x="138779" y="215074"/>
                </a:lnTo>
                <a:lnTo>
                  <a:pt x="12191" y="0"/>
                </a:lnTo>
                <a:lnTo>
                  <a:pt x="131159" y="0"/>
                </a:lnTo>
                <a:lnTo>
                  <a:pt x="195603" y="137079"/>
                </a:lnTo>
                <a:lnTo>
                  <a:pt x="199060" y="145684"/>
                </a:lnTo>
                <a:lnTo>
                  <a:pt x="202500" y="155433"/>
                </a:lnTo>
                <a:lnTo>
                  <a:pt x="205930" y="166306"/>
                </a:lnTo>
                <a:lnTo>
                  <a:pt x="207454" y="166306"/>
                </a:lnTo>
                <a:lnTo>
                  <a:pt x="209145" y="158838"/>
                </a:lnTo>
                <a:lnTo>
                  <a:pt x="211835" y="150066"/>
                </a:lnTo>
                <a:lnTo>
                  <a:pt x="219646" y="128111"/>
                </a:lnTo>
                <a:lnTo>
                  <a:pt x="288226" y="0"/>
                </a:lnTo>
                <a:lnTo>
                  <a:pt x="396525" y="0"/>
                </a:lnTo>
                <a:lnTo>
                  <a:pt x="268414" y="213550"/>
                </a:lnTo>
                <a:lnTo>
                  <a:pt x="40109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481988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89" h="172719">
                <a:moveTo>
                  <a:pt x="0" y="0"/>
                </a:moveTo>
                <a:lnTo>
                  <a:pt x="97536" y="0"/>
                </a:lnTo>
                <a:lnTo>
                  <a:pt x="97536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81982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536" y="43180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91509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44" y="430530"/>
                </a:lnTo>
                <a:lnTo>
                  <a:pt x="219544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16092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633" y="431672"/>
                </a:moveTo>
                <a:lnTo>
                  <a:pt x="396525" y="431672"/>
                </a:lnTo>
                <a:lnTo>
                  <a:pt x="396573" y="151201"/>
                </a:lnTo>
                <a:lnTo>
                  <a:pt x="396906" y="128885"/>
                </a:lnTo>
                <a:lnTo>
                  <a:pt x="397811" y="105443"/>
                </a:lnTo>
                <a:lnTo>
                  <a:pt x="399573" y="80867"/>
                </a:lnTo>
                <a:lnTo>
                  <a:pt x="396525" y="80867"/>
                </a:lnTo>
                <a:lnTo>
                  <a:pt x="386881" y="127587"/>
                </a:lnTo>
                <a:lnTo>
                  <a:pt x="282130" y="431672"/>
                </a:lnTo>
                <a:lnTo>
                  <a:pt x="202882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915" y="80867"/>
                </a:lnTo>
                <a:lnTo>
                  <a:pt x="85677" y="111766"/>
                </a:lnTo>
                <a:lnTo>
                  <a:pt x="86582" y="140541"/>
                </a:lnTo>
                <a:lnTo>
                  <a:pt x="86915" y="167315"/>
                </a:lnTo>
                <a:lnTo>
                  <a:pt x="86963" y="431672"/>
                </a:lnTo>
                <a:lnTo>
                  <a:pt x="0" y="431672"/>
                </a:lnTo>
                <a:lnTo>
                  <a:pt x="0" y="0"/>
                </a:lnTo>
                <a:lnTo>
                  <a:pt x="141827" y="0"/>
                </a:lnTo>
                <a:lnTo>
                  <a:pt x="235481" y="271200"/>
                </a:lnTo>
                <a:lnTo>
                  <a:pt x="239649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7078" y="317277"/>
                </a:lnTo>
                <a:lnTo>
                  <a:pt x="260794" y="268843"/>
                </a:lnTo>
                <a:lnTo>
                  <a:pt x="353853" y="0"/>
                </a:lnTo>
                <a:lnTo>
                  <a:pt x="492633" y="0"/>
                </a:lnTo>
                <a:lnTo>
                  <a:pt x="492633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906351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657" y="351790"/>
                </a:moveTo>
                <a:lnTo>
                  <a:pt x="97536" y="351790"/>
                </a:lnTo>
                <a:lnTo>
                  <a:pt x="97536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657" y="431800"/>
                </a:lnTo>
                <a:lnTo>
                  <a:pt x="257657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294542" y="1874710"/>
            <a:ext cx="441325" cy="436245"/>
          </a:xfrm>
          <a:custGeom>
            <a:avLst/>
            <a:gdLst/>
            <a:ahLst/>
            <a:cxnLst/>
            <a:rect l="l" t="t" r="r" b="b"/>
            <a:pathLst>
              <a:path w="441325" h="436244">
                <a:moveTo>
                  <a:pt x="149447" y="137255"/>
                </a:moveTo>
                <a:lnTo>
                  <a:pt x="144613" y="131516"/>
                </a:lnTo>
                <a:lnTo>
                  <a:pt x="133802" y="119467"/>
                </a:lnTo>
                <a:lnTo>
                  <a:pt x="128111" y="112871"/>
                </a:lnTo>
                <a:lnTo>
                  <a:pt x="163051" y="87747"/>
                </a:lnTo>
                <a:lnTo>
                  <a:pt x="194679" y="60471"/>
                </a:lnTo>
                <a:lnTo>
                  <a:pt x="223145" y="31178"/>
                </a:lnTo>
                <a:lnTo>
                  <a:pt x="248602" y="0"/>
                </a:lnTo>
                <a:lnTo>
                  <a:pt x="279082" y="15240"/>
                </a:lnTo>
                <a:lnTo>
                  <a:pt x="271057" y="25266"/>
                </a:lnTo>
                <a:lnTo>
                  <a:pt x="262890" y="34873"/>
                </a:lnTo>
                <a:lnTo>
                  <a:pt x="254436" y="44212"/>
                </a:lnTo>
                <a:lnTo>
                  <a:pt x="245554" y="53435"/>
                </a:lnTo>
                <a:lnTo>
                  <a:pt x="417861" y="53435"/>
                </a:lnTo>
                <a:lnTo>
                  <a:pt x="417861" y="83915"/>
                </a:lnTo>
                <a:lnTo>
                  <a:pt x="215074" y="83915"/>
                </a:lnTo>
                <a:lnTo>
                  <a:pt x="200547" y="97393"/>
                </a:lnTo>
                <a:lnTo>
                  <a:pt x="184582" y="110585"/>
                </a:lnTo>
                <a:lnTo>
                  <a:pt x="167456" y="123777"/>
                </a:lnTo>
                <a:lnTo>
                  <a:pt x="149447" y="137255"/>
                </a:lnTo>
                <a:close/>
              </a:path>
              <a:path w="441325" h="436244">
                <a:moveTo>
                  <a:pt x="343724" y="151066"/>
                </a:moveTo>
                <a:lnTo>
                  <a:pt x="277558" y="151066"/>
                </a:lnTo>
                <a:lnTo>
                  <a:pt x="306164" y="136462"/>
                </a:lnTo>
                <a:lnTo>
                  <a:pt x="332315" y="120312"/>
                </a:lnTo>
                <a:lnTo>
                  <a:pt x="355876" y="102752"/>
                </a:lnTo>
                <a:lnTo>
                  <a:pt x="376713" y="83915"/>
                </a:lnTo>
                <a:lnTo>
                  <a:pt x="417861" y="83915"/>
                </a:lnTo>
                <a:lnTo>
                  <a:pt x="393978" y="112737"/>
                </a:lnTo>
                <a:lnTo>
                  <a:pt x="361953" y="139707"/>
                </a:lnTo>
                <a:lnTo>
                  <a:pt x="343724" y="151066"/>
                </a:lnTo>
                <a:close/>
              </a:path>
              <a:path w="441325" h="436244">
                <a:moveTo>
                  <a:pt x="152495" y="227266"/>
                </a:moveTo>
                <a:lnTo>
                  <a:pt x="149042" y="220146"/>
                </a:lnTo>
                <a:lnTo>
                  <a:pt x="145446" y="212598"/>
                </a:lnTo>
                <a:lnTo>
                  <a:pt x="141565" y="204763"/>
                </a:lnTo>
                <a:lnTo>
                  <a:pt x="137255" y="196786"/>
                </a:lnTo>
                <a:lnTo>
                  <a:pt x="167099" y="189642"/>
                </a:lnTo>
                <a:lnTo>
                  <a:pt x="195060" y="181927"/>
                </a:lnTo>
                <a:lnTo>
                  <a:pt x="221573" y="173640"/>
                </a:lnTo>
                <a:lnTo>
                  <a:pt x="247078" y="164782"/>
                </a:lnTo>
                <a:lnTo>
                  <a:pt x="237601" y="156504"/>
                </a:lnTo>
                <a:lnTo>
                  <a:pt x="227266" y="147780"/>
                </a:lnTo>
                <a:lnTo>
                  <a:pt x="215788" y="138770"/>
                </a:lnTo>
                <a:lnTo>
                  <a:pt x="202882" y="129635"/>
                </a:lnTo>
                <a:lnTo>
                  <a:pt x="224218" y="108299"/>
                </a:lnTo>
                <a:lnTo>
                  <a:pt x="253746" y="131361"/>
                </a:lnTo>
                <a:lnTo>
                  <a:pt x="266438" y="141557"/>
                </a:lnTo>
                <a:lnTo>
                  <a:pt x="277558" y="151066"/>
                </a:lnTo>
                <a:lnTo>
                  <a:pt x="343724" y="151066"/>
                </a:lnTo>
                <a:lnTo>
                  <a:pt x="321690" y="164782"/>
                </a:lnTo>
                <a:lnTo>
                  <a:pt x="273490" y="187730"/>
                </a:lnTo>
                <a:lnTo>
                  <a:pt x="217058" y="208604"/>
                </a:lnTo>
                <a:lnTo>
                  <a:pt x="152495" y="227266"/>
                </a:lnTo>
                <a:close/>
              </a:path>
              <a:path w="441325" h="436244">
                <a:moveTo>
                  <a:pt x="376713" y="239458"/>
                </a:moveTo>
                <a:lnTo>
                  <a:pt x="341661" y="239458"/>
                </a:lnTo>
                <a:lnTo>
                  <a:pt x="341661" y="186118"/>
                </a:lnTo>
                <a:lnTo>
                  <a:pt x="376713" y="186118"/>
                </a:lnTo>
                <a:lnTo>
                  <a:pt x="376713" y="239458"/>
                </a:lnTo>
                <a:close/>
              </a:path>
              <a:path w="441325" h="436244">
                <a:moveTo>
                  <a:pt x="440817" y="271557"/>
                </a:moveTo>
                <a:lnTo>
                  <a:pt x="135731" y="271557"/>
                </a:lnTo>
                <a:lnTo>
                  <a:pt x="135731" y="239458"/>
                </a:lnTo>
                <a:lnTo>
                  <a:pt x="440817" y="239458"/>
                </a:lnTo>
                <a:lnTo>
                  <a:pt x="440817" y="271557"/>
                </a:lnTo>
                <a:close/>
              </a:path>
              <a:path w="441325" h="436244">
                <a:moveTo>
                  <a:pt x="373796" y="393573"/>
                </a:moveTo>
                <a:lnTo>
                  <a:pt x="314229" y="393573"/>
                </a:lnTo>
                <a:lnTo>
                  <a:pt x="326231" y="391810"/>
                </a:lnTo>
                <a:lnTo>
                  <a:pt x="334803" y="386334"/>
                </a:lnTo>
                <a:lnTo>
                  <a:pt x="339947" y="376856"/>
                </a:lnTo>
                <a:lnTo>
                  <a:pt x="341661" y="363093"/>
                </a:lnTo>
                <a:lnTo>
                  <a:pt x="341661" y="271557"/>
                </a:lnTo>
                <a:lnTo>
                  <a:pt x="376713" y="271557"/>
                </a:lnTo>
                <a:lnTo>
                  <a:pt x="376713" y="373761"/>
                </a:lnTo>
                <a:lnTo>
                  <a:pt x="373796" y="393573"/>
                </a:lnTo>
                <a:close/>
              </a:path>
              <a:path w="441325" h="436244">
                <a:moveTo>
                  <a:pt x="240982" y="366141"/>
                </a:moveTo>
                <a:lnTo>
                  <a:pt x="227242" y="348964"/>
                </a:lnTo>
                <a:lnTo>
                  <a:pt x="213360" y="331958"/>
                </a:lnTo>
                <a:lnTo>
                  <a:pt x="199191" y="315255"/>
                </a:lnTo>
                <a:lnTo>
                  <a:pt x="184594" y="298989"/>
                </a:lnTo>
                <a:lnTo>
                  <a:pt x="208978" y="279177"/>
                </a:lnTo>
                <a:lnTo>
                  <a:pt x="225552" y="296060"/>
                </a:lnTo>
                <a:lnTo>
                  <a:pt x="240982" y="312515"/>
                </a:lnTo>
                <a:lnTo>
                  <a:pt x="255270" y="328683"/>
                </a:lnTo>
                <a:lnTo>
                  <a:pt x="268414" y="344709"/>
                </a:lnTo>
                <a:lnTo>
                  <a:pt x="240982" y="366141"/>
                </a:lnTo>
                <a:close/>
              </a:path>
              <a:path w="441325" h="436244">
                <a:moveTo>
                  <a:pt x="323373" y="427101"/>
                </a:moveTo>
                <a:lnTo>
                  <a:pt x="262318" y="427101"/>
                </a:lnTo>
                <a:lnTo>
                  <a:pt x="260913" y="418814"/>
                </a:lnTo>
                <a:lnTo>
                  <a:pt x="259080" y="409956"/>
                </a:lnTo>
                <a:lnTo>
                  <a:pt x="254698" y="390525"/>
                </a:lnTo>
                <a:lnTo>
                  <a:pt x="287857" y="392620"/>
                </a:lnTo>
                <a:lnTo>
                  <a:pt x="301887" y="393311"/>
                </a:lnTo>
                <a:lnTo>
                  <a:pt x="314229" y="393573"/>
                </a:lnTo>
                <a:lnTo>
                  <a:pt x="373796" y="393573"/>
                </a:lnTo>
                <a:lnTo>
                  <a:pt x="373308" y="396882"/>
                </a:lnTo>
                <a:lnTo>
                  <a:pt x="363188" y="413575"/>
                </a:lnTo>
                <a:lnTo>
                  <a:pt x="346495" y="423695"/>
                </a:lnTo>
                <a:lnTo>
                  <a:pt x="323373" y="427101"/>
                </a:lnTo>
                <a:close/>
              </a:path>
              <a:path w="441325" h="436244">
                <a:moveTo>
                  <a:pt x="21336" y="335565"/>
                </a:moveTo>
                <a:lnTo>
                  <a:pt x="0" y="303561"/>
                </a:lnTo>
                <a:lnTo>
                  <a:pt x="18890" y="285296"/>
                </a:lnTo>
                <a:lnTo>
                  <a:pt x="38754" y="264878"/>
                </a:lnTo>
                <a:lnTo>
                  <a:pt x="59458" y="242442"/>
                </a:lnTo>
                <a:lnTo>
                  <a:pt x="80867" y="218122"/>
                </a:lnTo>
                <a:lnTo>
                  <a:pt x="80867" y="6096"/>
                </a:lnTo>
                <a:lnTo>
                  <a:pt x="115919" y="6096"/>
                </a:lnTo>
                <a:lnTo>
                  <a:pt x="115919" y="266985"/>
                </a:lnTo>
                <a:lnTo>
                  <a:pt x="80867" y="266985"/>
                </a:lnTo>
                <a:lnTo>
                  <a:pt x="66221" y="283273"/>
                </a:lnTo>
                <a:lnTo>
                  <a:pt x="51708" y="300132"/>
                </a:lnTo>
                <a:lnTo>
                  <a:pt x="36893" y="317563"/>
                </a:lnTo>
                <a:lnTo>
                  <a:pt x="21336" y="335565"/>
                </a:lnTo>
                <a:close/>
              </a:path>
              <a:path w="441325" h="436244">
                <a:moveTo>
                  <a:pt x="42767" y="167830"/>
                </a:moveTo>
                <a:lnTo>
                  <a:pt x="30988" y="142296"/>
                </a:lnTo>
                <a:lnTo>
                  <a:pt x="20621" y="120503"/>
                </a:lnTo>
                <a:lnTo>
                  <a:pt x="11397" y="102157"/>
                </a:lnTo>
                <a:lnTo>
                  <a:pt x="3048" y="86963"/>
                </a:lnTo>
                <a:lnTo>
                  <a:pt x="32099" y="70199"/>
                </a:lnTo>
                <a:lnTo>
                  <a:pt x="41552" y="87083"/>
                </a:lnTo>
                <a:lnTo>
                  <a:pt x="51720" y="105834"/>
                </a:lnTo>
                <a:lnTo>
                  <a:pt x="62745" y="126603"/>
                </a:lnTo>
                <a:lnTo>
                  <a:pt x="74771" y="149542"/>
                </a:lnTo>
                <a:lnTo>
                  <a:pt x="42767" y="167830"/>
                </a:lnTo>
                <a:close/>
              </a:path>
              <a:path w="441325" h="436244">
                <a:moveTo>
                  <a:pt x="115919" y="436245"/>
                </a:moveTo>
                <a:lnTo>
                  <a:pt x="80867" y="436245"/>
                </a:lnTo>
                <a:lnTo>
                  <a:pt x="80867" y="266985"/>
                </a:lnTo>
                <a:lnTo>
                  <a:pt x="115919" y="266985"/>
                </a:lnTo>
                <a:lnTo>
                  <a:pt x="115919" y="4362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904619" y="1929676"/>
            <a:ext cx="1605915" cy="325120"/>
          </a:xfrm>
          <a:custGeom>
            <a:avLst/>
            <a:gdLst/>
            <a:ahLst/>
            <a:cxnLst/>
            <a:rect l="l" t="t" r="r" b="b"/>
            <a:pathLst>
              <a:path w="1605914" h="325119">
                <a:moveTo>
                  <a:pt x="253174" y="158584"/>
                </a:moveTo>
                <a:lnTo>
                  <a:pt x="248475" y="111810"/>
                </a:lnTo>
                <a:lnTo>
                  <a:pt x="234454" y="73634"/>
                </a:lnTo>
                <a:lnTo>
                  <a:pt x="213448" y="46875"/>
                </a:lnTo>
                <a:lnTo>
                  <a:pt x="213448" y="160108"/>
                </a:lnTo>
                <a:lnTo>
                  <a:pt x="211429" y="188417"/>
                </a:lnTo>
                <a:lnTo>
                  <a:pt x="194805" y="235216"/>
                </a:lnTo>
                <a:lnTo>
                  <a:pt x="161061" y="268058"/>
                </a:lnTo>
                <a:lnTo>
                  <a:pt x="113055" y="284683"/>
                </a:lnTo>
                <a:lnTo>
                  <a:pt x="83908" y="286702"/>
                </a:lnTo>
                <a:lnTo>
                  <a:pt x="36576" y="286702"/>
                </a:lnTo>
                <a:lnTo>
                  <a:pt x="36576" y="38100"/>
                </a:lnTo>
                <a:lnTo>
                  <a:pt x="85432" y="38100"/>
                </a:lnTo>
                <a:lnTo>
                  <a:pt x="141439" y="45796"/>
                </a:lnTo>
                <a:lnTo>
                  <a:pt x="181444" y="68783"/>
                </a:lnTo>
                <a:lnTo>
                  <a:pt x="205447" y="106934"/>
                </a:lnTo>
                <a:lnTo>
                  <a:pt x="213448" y="160108"/>
                </a:lnTo>
                <a:lnTo>
                  <a:pt x="213448" y="46875"/>
                </a:lnTo>
                <a:lnTo>
                  <a:pt x="211213" y="44018"/>
                </a:lnTo>
                <a:lnTo>
                  <a:pt x="202120" y="38100"/>
                </a:lnTo>
                <a:lnTo>
                  <a:pt x="178816" y="22923"/>
                </a:lnTo>
                <a:lnTo>
                  <a:pt x="137363" y="10299"/>
                </a:lnTo>
                <a:lnTo>
                  <a:pt x="86956" y="6096"/>
                </a:lnTo>
                <a:lnTo>
                  <a:pt x="0" y="6096"/>
                </a:lnTo>
                <a:lnTo>
                  <a:pt x="0" y="320319"/>
                </a:lnTo>
                <a:lnTo>
                  <a:pt x="83908" y="320319"/>
                </a:lnTo>
                <a:lnTo>
                  <a:pt x="152298" y="309079"/>
                </a:lnTo>
                <a:lnTo>
                  <a:pt x="192011" y="286702"/>
                </a:lnTo>
                <a:lnTo>
                  <a:pt x="226771" y="251701"/>
                </a:lnTo>
                <a:lnTo>
                  <a:pt x="250291" y="193268"/>
                </a:lnTo>
                <a:lnTo>
                  <a:pt x="253174" y="158584"/>
                </a:lnTo>
                <a:close/>
              </a:path>
              <a:path w="1605914" h="325119">
                <a:moveTo>
                  <a:pt x="590169" y="158584"/>
                </a:moveTo>
                <a:lnTo>
                  <a:pt x="587832" y="124853"/>
                </a:lnTo>
                <a:lnTo>
                  <a:pt x="580644" y="94538"/>
                </a:lnTo>
                <a:lnTo>
                  <a:pt x="568299" y="67640"/>
                </a:lnTo>
                <a:lnTo>
                  <a:pt x="552069" y="46215"/>
                </a:lnTo>
                <a:lnTo>
                  <a:pt x="552069" y="163156"/>
                </a:lnTo>
                <a:lnTo>
                  <a:pt x="550329" y="192125"/>
                </a:lnTo>
                <a:lnTo>
                  <a:pt x="535990" y="239128"/>
                </a:lnTo>
                <a:lnTo>
                  <a:pt x="506768" y="272630"/>
                </a:lnTo>
                <a:lnTo>
                  <a:pt x="465582" y="289255"/>
                </a:lnTo>
                <a:lnTo>
                  <a:pt x="440715" y="291274"/>
                </a:lnTo>
                <a:lnTo>
                  <a:pt x="417855" y="289229"/>
                </a:lnTo>
                <a:lnTo>
                  <a:pt x="378955" y="271983"/>
                </a:lnTo>
                <a:lnTo>
                  <a:pt x="349135" y="237413"/>
                </a:lnTo>
                <a:lnTo>
                  <a:pt x="334175" y="190601"/>
                </a:lnTo>
                <a:lnTo>
                  <a:pt x="332409" y="163156"/>
                </a:lnTo>
                <a:lnTo>
                  <a:pt x="334391" y="135115"/>
                </a:lnTo>
                <a:lnTo>
                  <a:pt x="349770" y="88112"/>
                </a:lnTo>
                <a:lnTo>
                  <a:pt x="379857" y="53454"/>
                </a:lnTo>
                <a:lnTo>
                  <a:pt x="420001" y="35788"/>
                </a:lnTo>
                <a:lnTo>
                  <a:pt x="443763" y="33528"/>
                </a:lnTo>
                <a:lnTo>
                  <a:pt x="467715" y="35547"/>
                </a:lnTo>
                <a:lnTo>
                  <a:pt x="507669" y="52171"/>
                </a:lnTo>
                <a:lnTo>
                  <a:pt x="535990" y="85928"/>
                </a:lnTo>
                <a:lnTo>
                  <a:pt x="550329" y="133997"/>
                </a:lnTo>
                <a:lnTo>
                  <a:pt x="552069" y="163156"/>
                </a:lnTo>
                <a:lnTo>
                  <a:pt x="552069" y="46215"/>
                </a:lnTo>
                <a:lnTo>
                  <a:pt x="550545" y="44196"/>
                </a:lnTo>
                <a:lnTo>
                  <a:pt x="538746" y="33528"/>
                </a:lnTo>
                <a:lnTo>
                  <a:pt x="529399" y="25069"/>
                </a:lnTo>
                <a:lnTo>
                  <a:pt x="504964" y="11239"/>
                </a:lnTo>
                <a:lnTo>
                  <a:pt x="477380" y="2832"/>
                </a:lnTo>
                <a:lnTo>
                  <a:pt x="446811" y="0"/>
                </a:lnTo>
                <a:lnTo>
                  <a:pt x="413131" y="2857"/>
                </a:lnTo>
                <a:lnTo>
                  <a:pt x="357149" y="25717"/>
                </a:lnTo>
                <a:lnTo>
                  <a:pt x="317461" y="69684"/>
                </a:lnTo>
                <a:lnTo>
                  <a:pt x="296887" y="130238"/>
                </a:lnTo>
                <a:lnTo>
                  <a:pt x="294309" y="166204"/>
                </a:lnTo>
                <a:lnTo>
                  <a:pt x="296862" y="199986"/>
                </a:lnTo>
                <a:lnTo>
                  <a:pt x="316814" y="257175"/>
                </a:lnTo>
                <a:lnTo>
                  <a:pt x="355981" y="299783"/>
                </a:lnTo>
                <a:lnTo>
                  <a:pt x="409244" y="322059"/>
                </a:lnTo>
                <a:lnTo>
                  <a:pt x="440715" y="324891"/>
                </a:lnTo>
                <a:lnTo>
                  <a:pt x="473303" y="322059"/>
                </a:lnTo>
                <a:lnTo>
                  <a:pt x="528231" y="299783"/>
                </a:lnTo>
                <a:lnTo>
                  <a:pt x="568299" y="255981"/>
                </a:lnTo>
                <a:lnTo>
                  <a:pt x="587832" y="195275"/>
                </a:lnTo>
                <a:lnTo>
                  <a:pt x="590169" y="158584"/>
                </a:lnTo>
                <a:close/>
              </a:path>
              <a:path w="1605914" h="325119">
                <a:moveTo>
                  <a:pt x="866190" y="13716"/>
                </a:moveTo>
                <a:lnTo>
                  <a:pt x="850480" y="7708"/>
                </a:lnTo>
                <a:lnTo>
                  <a:pt x="833043" y="3429"/>
                </a:lnTo>
                <a:lnTo>
                  <a:pt x="813904" y="850"/>
                </a:lnTo>
                <a:lnTo>
                  <a:pt x="793038" y="0"/>
                </a:lnTo>
                <a:lnTo>
                  <a:pt x="759244" y="2882"/>
                </a:lnTo>
                <a:lnTo>
                  <a:pt x="701433" y="26365"/>
                </a:lnTo>
                <a:lnTo>
                  <a:pt x="657110" y="72072"/>
                </a:lnTo>
                <a:lnTo>
                  <a:pt x="634187" y="132626"/>
                </a:lnTo>
                <a:lnTo>
                  <a:pt x="631304" y="167728"/>
                </a:lnTo>
                <a:lnTo>
                  <a:pt x="633882" y="201510"/>
                </a:lnTo>
                <a:lnTo>
                  <a:pt x="654494" y="258699"/>
                </a:lnTo>
                <a:lnTo>
                  <a:pt x="694575" y="301066"/>
                </a:lnTo>
                <a:lnTo>
                  <a:pt x="747776" y="322300"/>
                </a:lnTo>
                <a:lnTo>
                  <a:pt x="779233" y="324891"/>
                </a:lnTo>
                <a:lnTo>
                  <a:pt x="804430" y="323748"/>
                </a:lnTo>
                <a:lnTo>
                  <a:pt x="827328" y="320319"/>
                </a:lnTo>
                <a:lnTo>
                  <a:pt x="847902" y="314604"/>
                </a:lnTo>
                <a:lnTo>
                  <a:pt x="866190" y="306603"/>
                </a:lnTo>
                <a:lnTo>
                  <a:pt x="866190" y="271462"/>
                </a:lnTo>
                <a:lnTo>
                  <a:pt x="848194" y="280339"/>
                </a:lnTo>
                <a:lnTo>
                  <a:pt x="828471" y="286512"/>
                </a:lnTo>
                <a:lnTo>
                  <a:pt x="807008" y="290106"/>
                </a:lnTo>
                <a:lnTo>
                  <a:pt x="783805" y="291274"/>
                </a:lnTo>
                <a:lnTo>
                  <a:pt x="759802" y="289255"/>
                </a:lnTo>
                <a:lnTo>
                  <a:pt x="718654" y="272630"/>
                </a:lnTo>
                <a:lnTo>
                  <a:pt x="688390" y="239166"/>
                </a:lnTo>
                <a:lnTo>
                  <a:pt x="673011" y="193408"/>
                </a:lnTo>
                <a:lnTo>
                  <a:pt x="671029" y="166204"/>
                </a:lnTo>
                <a:lnTo>
                  <a:pt x="673049" y="137706"/>
                </a:lnTo>
                <a:lnTo>
                  <a:pt x="689673" y="89230"/>
                </a:lnTo>
                <a:lnTo>
                  <a:pt x="722845" y="54102"/>
                </a:lnTo>
                <a:lnTo>
                  <a:pt x="766318" y="35814"/>
                </a:lnTo>
                <a:lnTo>
                  <a:pt x="791514" y="33528"/>
                </a:lnTo>
                <a:lnTo>
                  <a:pt x="811542" y="34671"/>
                </a:lnTo>
                <a:lnTo>
                  <a:pt x="830567" y="38100"/>
                </a:lnTo>
                <a:lnTo>
                  <a:pt x="848741" y="43815"/>
                </a:lnTo>
                <a:lnTo>
                  <a:pt x="866190" y="51816"/>
                </a:lnTo>
                <a:lnTo>
                  <a:pt x="866190" y="13716"/>
                </a:lnTo>
                <a:close/>
              </a:path>
              <a:path w="1605914" h="325119">
                <a:moveTo>
                  <a:pt x="1116330" y="6350"/>
                </a:moveTo>
                <a:lnTo>
                  <a:pt x="898207" y="6350"/>
                </a:lnTo>
                <a:lnTo>
                  <a:pt x="898207" y="38100"/>
                </a:lnTo>
                <a:lnTo>
                  <a:pt x="988212" y="38100"/>
                </a:lnTo>
                <a:lnTo>
                  <a:pt x="988212" y="320040"/>
                </a:lnTo>
                <a:lnTo>
                  <a:pt x="1024788" y="320040"/>
                </a:lnTo>
                <a:lnTo>
                  <a:pt x="1024788" y="38100"/>
                </a:lnTo>
                <a:lnTo>
                  <a:pt x="1116330" y="38100"/>
                </a:lnTo>
                <a:lnTo>
                  <a:pt x="1116330" y="6350"/>
                </a:lnTo>
                <a:close/>
              </a:path>
              <a:path w="1605914" h="325119">
                <a:moveTo>
                  <a:pt x="1369504" y="6096"/>
                </a:moveTo>
                <a:lnTo>
                  <a:pt x="1331302" y="6096"/>
                </a:lnTo>
                <a:lnTo>
                  <a:pt x="1256626" y="147916"/>
                </a:lnTo>
                <a:lnTo>
                  <a:pt x="1253578" y="155536"/>
                </a:lnTo>
                <a:lnTo>
                  <a:pt x="1250530" y="161632"/>
                </a:lnTo>
                <a:lnTo>
                  <a:pt x="1249006" y="166204"/>
                </a:lnTo>
                <a:lnTo>
                  <a:pt x="1247482" y="166204"/>
                </a:lnTo>
                <a:lnTo>
                  <a:pt x="1244434" y="155536"/>
                </a:lnTo>
                <a:lnTo>
                  <a:pt x="1241386" y="149440"/>
                </a:lnTo>
                <a:lnTo>
                  <a:pt x="1239862" y="147916"/>
                </a:lnTo>
                <a:lnTo>
                  <a:pt x="1169670" y="6096"/>
                </a:lnTo>
                <a:lnTo>
                  <a:pt x="1128522" y="6096"/>
                </a:lnTo>
                <a:lnTo>
                  <a:pt x="1229194" y="204406"/>
                </a:lnTo>
                <a:lnTo>
                  <a:pt x="1229194" y="320319"/>
                </a:lnTo>
                <a:lnTo>
                  <a:pt x="1265770" y="320319"/>
                </a:lnTo>
                <a:lnTo>
                  <a:pt x="1265770" y="202882"/>
                </a:lnTo>
                <a:lnTo>
                  <a:pt x="1369504" y="6096"/>
                </a:lnTo>
                <a:close/>
              </a:path>
              <a:path w="1605914" h="325119">
                <a:moveTo>
                  <a:pt x="1605813" y="99148"/>
                </a:moveTo>
                <a:lnTo>
                  <a:pt x="1598955" y="59067"/>
                </a:lnTo>
                <a:lnTo>
                  <a:pt x="1567713" y="22923"/>
                </a:lnTo>
                <a:lnTo>
                  <a:pt x="1567713" y="100672"/>
                </a:lnTo>
                <a:lnTo>
                  <a:pt x="1566303" y="115798"/>
                </a:lnTo>
                <a:lnTo>
                  <a:pt x="1546377" y="149440"/>
                </a:lnTo>
                <a:lnTo>
                  <a:pt x="1506689" y="166585"/>
                </a:lnTo>
                <a:lnTo>
                  <a:pt x="1488376" y="167728"/>
                </a:lnTo>
                <a:lnTo>
                  <a:pt x="1450276" y="167728"/>
                </a:lnTo>
                <a:lnTo>
                  <a:pt x="1450276" y="38100"/>
                </a:lnTo>
                <a:lnTo>
                  <a:pt x="1493037" y="38100"/>
                </a:lnTo>
                <a:lnTo>
                  <a:pt x="1525917" y="42075"/>
                </a:lnTo>
                <a:lnTo>
                  <a:pt x="1549234" y="53924"/>
                </a:lnTo>
                <a:lnTo>
                  <a:pt x="1563116" y="73507"/>
                </a:lnTo>
                <a:lnTo>
                  <a:pt x="1567713" y="100672"/>
                </a:lnTo>
                <a:lnTo>
                  <a:pt x="1567713" y="22923"/>
                </a:lnTo>
                <a:lnTo>
                  <a:pt x="1563027" y="19596"/>
                </a:lnTo>
                <a:lnTo>
                  <a:pt x="1544662" y="12001"/>
                </a:lnTo>
                <a:lnTo>
                  <a:pt x="1523733" y="7543"/>
                </a:lnTo>
                <a:lnTo>
                  <a:pt x="1500657" y="6096"/>
                </a:lnTo>
                <a:lnTo>
                  <a:pt x="1413687" y="6096"/>
                </a:lnTo>
                <a:lnTo>
                  <a:pt x="1413687" y="320332"/>
                </a:lnTo>
                <a:lnTo>
                  <a:pt x="1450276" y="320332"/>
                </a:lnTo>
                <a:lnTo>
                  <a:pt x="1450276" y="201358"/>
                </a:lnTo>
                <a:lnTo>
                  <a:pt x="1491424" y="201358"/>
                </a:lnTo>
                <a:lnTo>
                  <a:pt x="1538554" y="193687"/>
                </a:lnTo>
                <a:lnTo>
                  <a:pt x="1575333" y="172300"/>
                </a:lnTo>
                <a:lnTo>
                  <a:pt x="1597990" y="140322"/>
                </a:lnTo>
                <a:lnTo>
                  <a:pt x="1603832" y="120865"/>
                </a:lnTo>
                <a:lnTo>
                  <a:pt x="1605813" y="99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569970" y="1936305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70" h="313689">
                <a:moveTo>
                  <a:pt x="166204" y="280670"/>
                </a:moveTo>
                <a:lnTo>
                  <a:pt x="36576" y="280670"/>
                </a:lnTo>
                <a:lnTo>
                  <a:pt x="36576" y="170180"/>
                </a:lnTo>
                <a:lnTo>
                  <a:pt x="149440" y="170180"/>
                </a:lnTo>
                <a:lnTo>
                  <a:pt x="149440" y="137160"/>
                </a:lnTo>
                <a:lnTo>
                  <a:pt x="36576" y="137160"/>
                </a:lnTo>
                <a:lnTo>
                  <a:pt x="36576" y="31750"/>
                </a:lnTo>
                <a:lnTo>
                  <a:pt x="158584" y="31750"/>
                </a:lnTo>
                <a:lnTo>
                  <a:pt x="158584" y="0"/>
                </a:lnTo>
                <a:lnTo>
                  <a:pt x="0" y="0"/>
                </a:lnTo>
                <a:lnTo>
                  <a:pt x="0" y="31750"/>
                </a:lnTo>
                <a:lnTo>
                  <a:pt x="0" y="13716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204" y="313690"/>
                </a:lnTo>
                <a:lnTo>
                  <a:pt x="166204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894759" y="1874710"/>
            <a:ext cx="878840" cy="434975"/>
          </a:xfrm>
          <a:custGeom>
            <a:avLst/>
            <a:gdLst/>
            <a:ahLst/>
            <a:cxnLst/>
            <a:rect l="l" t="t" r="r" b="b"/>
            <a:pathLst>
              <a:path w="878839" h="434975">
                <a:moveTo>
                  <a:pt x="166217" y="332524"/>
                </a:moveTo>
                <a:lnTo>
                  <a:pt x="163957" y="324243"/>
                </a:lnTo>
                <a:lnTo>
                  <a:pt x="161836" y="315379"/>
                </a:lnTo>
                <a:lnTo>
                  <a:pt x="160007" y="305955"/>
                </a:lnTo>
                <a:lnTo>
                  <a:pt x="158597" y="295948"/>
                </a:lnTo>
                <a:lnTo>
                  <a:pt x="131165" y="311645"/>
                </a:lnTo>
                <a:lnTo>
                  <a:pt x="103720" y="326631"/>
                </a:lnTo>
                <a:lnTo>
                  <a:pt x="76263" y="340779"/>
                </a:lnTo>
                <a:lnTo>
                  <a:pt x="48768" y="353961"/>
                </a:lnTo>
                <a:lnTo>
                  <a:pt x="48768" y="208991"/>
                </a:lnTo>
                <a:lnTo>
                  <a:pt x="125069" y="208991"/>
                </a:lnTo>
                <a:lnTo>
                  <a:pt x="125069" y="231851"/>
                </a:lnTo>
                <a:lnTo>
                  <a:pt x="158597" y="231851"/>
                </a:lnTo>
                <a:lnTo>
                  <a:pt x="158597" y="208991"/>
                </a:lnTo>
                <a:lnTo>
                  <a:pt x="158597" y="36576"/>
                </a:lnTo>
                <a:lnTo>
                  <a:pt x="7620" y="36576"/>
                </a:lnTo>
                <a:lnTo>
                  <a:pt x="7620" y="68681"/>
                </a:lnTo>
                <a:lnTo>
                  <a:pt x="125069" y="68681"/>
                </a:lnTo>
                <a:lnTo>
                  <a:pt x="125069" y="176974"/>
                </a:lnTo>
                <a:lnTo>
                  <a:pt x="15240" y="176974"/>
                </a:lnTo>
                <a:lnTo>
                  <a:pt x="15240" y="344716"/>
                </a:lnTo>
                <a:lnTo>
                  <a:pt x="14363" y="356743"/>
                </a:lnTo>
                <a:lnTo>
                  <a:pt x="11620" y="367474"/>
                </a:lnTo>
                <a:lnTo>
                  <a:pt x="6883" y="376745"/>
                </a:lnTo>
                <a:lnTo>
                  <a:pt x="0" y="384441"/>
                </a:lnTo>
                <a:lnTo>
                  <a:pt x="22860" y="414921"/>
                </a:lnTo>
                <a:lnTo>
                  <a:pt x="108102" y="361911"/>
                </a:lnTo>
                <a:lnTo>
                  <a:pt x="123494" y="353961"/>
                </a:lnTo>
                <a:lnTo>
                  <a:pt x="137375" y="346773"/>
                </a:lnTo>
                <a:lnTo>
                  <a:pt x="166217" y="332524"/>
                </a:lnTo>
                <a:close/>
              </a:path>
              <a:path w="878839" h="434975">
                <a:moveTo>
                  <a:pt x="427012" y="392061"/>
                </a:moveTo>
                <a:lnTo>
                  <a:pt x="390194" y="378066"/>
                </a:lnTo>
                <a:lnTo>
                  <a:pt x="337972" y="347764"/>
                </a:lnTo>
                <a:lnTo>
                  <a:pt x="306527" y="320332"/>
                </a:lnTo>
                <a:lnTo>
                  <a:pt x="323570" y="291376"/>
                </a:lnTo>
                <a:lnTo>
                  <a:pt x="329412" y="281457"/>
                </a:lnTo>
                <a:lnTo>
                  <a:pt x="347560" y="233400"/>
                </a:lnTo>
                <a:lnTo>
                  <a:pt x="360832" y="176199"/>
                </a:lnTo>
                <a:lnTo>
                  <a:pt x="369100" y="109829"/>
                </a:lnTo>
                <a:lnTo>
                  <a:pt x="420916" y="109829"/>
                </a:lnTo>
                <a:lnTo>
                  <a:pt x="420916" y="77825"/>
                </a:lnTo>
                <a:lnTo>
                  <a:pt x="335572" y="77825"/>
                </a:lnTo>
                <a:lnTo>
                  <a:pt x="335572" y="109829"/>
                </a:lnTo>
                <a:lnTo>
                  <a:pt x="327825" y="166738"/>
                </a:lnTo>
                <a:lnTo>
                  <a:pt x="316242" y="216065"/>
                </a:lnTo>
                <a:lnTo>
                  <a:pt x="300977" y="257670"/>
                </a:lnTo>
                <a:lnTo>
                  <a:pt x="282143" y="291376"/>
                </a:lnTo>
                <a:lnTo>
                  <a:pt x="263258" y="258241"/>
                </a:lnTo>
                <a:lnTo>
                  <a:pt x="247662" y="218351"/>
                </a:lnTo>
                <a:lnTo>
                  <a:pt x="235204" y="171881"/>
                </a:lnTo>
                <a:lnTo>
                  <a:pt x="234480" y="167830"/>
                </a:lnTo>
                <a:lnTo>
                  <a:pt x="225755" y="118973"/>
                </a:lnTo>
                <a:lnTo>
                  <a:pt x="230327" y="109829"/>
                </a:lnTo>
                <a:lnTo>
                  <a:pt x="335572" y="109829"/>
                </a:lnTo>
                <a:lnTo>
                  <a:pt x="335572" y="77825"/>
                </a:lnTo>
                <a:lnTo>
                  <a:pt x="244043" y="77825"/>
                </a:lnTo>
                <a:lnTo>
                  <a:pt x="249986" y="61544"/>
                </a:lnTo>
                <a:lnTo>
                  <a:pt x="256235" y="44818"/>
                </a:lnTo>
                <a:lnTo>
                  <a:pt x="262470" y="27813"/>
                </a:lnTo>
                <a:lnTo>
                  <a:pt x="268427" y="10668"/>
                </a:lnTo>
                <a:lnTo>
                  <a:pt x="234899" y="0"/>
                </a:lnTo>
                <a:lnTo>
                  <a:pt x="217424" y="52666"/>
                </a:lnTo>
                <a:lnTo>
                  <a:pt x="199224" y="100876"/>
                </a:lnTo>
                <a:lnTo>
                  <a:pt x="180162" y="144805"/>
                </a:lnTo>
                <a:lnTo>
                  <a:pt x="160121" y="184594"/>
                </a:lnTo>
                <a:lnTo>
                  <a:pt x="165506" y="190512"/>
                </a:lnTo>
                <a:lnTo>
                  <a:pt x="170789" y="197180"/>
                </a:lnTo>
                <a:lnTo>
                  <a:pt x="175983" y="204317"/>
                </a:lnTo>
                <a:lnTo>
                  <a:pt x="181457" y="212039"/>
                </a:lnTo>
                <a:lnTo>
                  <a:pt x="187185" y="201485"/>
                </a:lnTo>
                <a:lnTo>
                  <a:pt x="192887" y="190601"/>
                </a:lnTo>
                <a:lnTo>
                  <a:pt x="198678" y="179247"/>
                </a:lnTo>
                <a:lnTo>
                  <a:pt x="204419" y="167830"/>
                </a:lnTo>
                <a:lnTo>
                  <a:pt x="213842" y="213283"/>
                </a:lnTo>
                <a:lnTo>
                  <a:pt x="226136" y="253606"/>
                </a:lnTo>
                <a:lnTo>
                  <a:pt x="241274" y="288785"/>
                </a:lnTo>
                <a:lnTo>
                  <a:pt x="259283" y="318808"/>
                </a:lnTo>
                <a:lnTo>
                  <a:pt x="234429" y="341134"/>
                </a:lnTo>
                <a:lnTo>
                  <a:pt x="203415" y="362483"/>
                </a:lnTo>
                <a:lnTo>
                  <a:pt x="166395" y="382968"/>
                </a:lnTo>
                <a:lnTo>
                  <a:pt x="123545" y="402729"/>
                </a:lnTo>
                <a:lnTo>
                  <a:pt x="131025" y="410705"/>
                </a:lnTo>
                <a:lnTo>
                  <a:pt x="137642" y="418541"/>
                </a:lnTo>
                <a:lnTo>
                  <a:pt x="143687" y="426085"/>
                </a:lnTo>
                <a:lnTo>
                  <a:pt x="149453" y="433209"/>
                </a:lnTo>
                <a:lnTo>
                  <a:pt x="191249" y="412369"/>
                </a:lnTo>
                <a:lnTo>
                  <a:pt x="227457" y="391096"/>
                </a:lnTo>
                <a:lnTo>
                  <a:pt x="258203" y="369506"/>
                </a:lnTo>
                <a:lnTo>
                  <a:pt x="283667" y="347764"/>
                </a:lnTo>
                <a:lnTo>
                  <a:pt x="306273" y="368985"/>
                </a:lnTo>
                <a:lnTo>
                  <a:pt x="333044" y="389191"/>
                </a:lnTo>
                <a:lnTo>
                  <a:pt x="364109" y="408508"/>
                </a:lnTo>
                <a:lnTo>
                  <a:pt x="399580" y="427113"/>
                </a:lnTo>
                <a:lnTo>
                  <a:pt x="407301" y="416483"/>
                </a:lnTo>
                <a:lnTo>
                  <a:pt x="414439" y="407301"/>
                </a:lnTo>
                <a:lnTo>
                  <a:pt x="420992" y="399275"/>
                </a:lnTo>
                <a:lnTo>
                  <a:pt x="427012" y="392061"/>
                </a:lnTo>
                <a:close/>
              </a:path>
              <a:path w="878839" h="434975">
                <a:moveTo>
                  <a:pt x="837260" y="45821"/>
                </a:moveTo>
                <a:lnTo>
                  <a:pt x="820966" y="34569"/>
                </a:lnTo>
                <a:lnTo>
                  <a:pt x="804113" y="23634"/>
                </a:lnTo>
                <a:lnTo>
                  <a:pt x="768680" y="1524"/>
                </a:lnTo>
                <a:lnTo>
                  <a:pt x="750392" y="24384"/>
                </a:lnTo>
                <a:lnTo>
                  <a:pt x="767511" y="36068"/>
                </a:lnTo>
                <a:lnTo>
                  <a:pt x="784491" y="48056"/>
                </a:lnTo>
                <a:lnTo>
                  <a:pt x="817448" y="71729"/>
                </a:lnTo>
                <a:lnTo>
                  <a:pt x="837260" y="45821"/>
                </a:lnTo>
                <a:close/>
              </a:path>
              <a:path w="878839" h="434975">
                <a:moveTo>
                  <a:pt x="878408" y="317284"/>
                </a:moveTo>
                <a:lnTo>
                  <a:pt x="862787" y="312331"/>
                </a:lnTo>
                <a:lnTo>
                  <a:pt x="853973" y="309143"/>
                </a:lnTo>
                <a:lnTo>
                  <a:pt x="844880" y="305092"/>
                </a:lnTo>
                <a:lnTo>
                  <a:pt x="843229" y="321970"/>
                </a:lnTo>
                <a:lnTo>
                  <a:pt x="840879" y="338442"/>
                </a:lnTo>
                <a:lnTo>
                  <a:pt x="838225" y="354634"/>
                </a:lnTo>
                <a:lnTo>
                  <a:pt x="835736" y="370713"/>
                </a:lnTo>
                <a:lnTo>
                  <a:pt x="832040" y="379844"/>
                </a:lnTo>
                <a:lnTo>
                  <a:pt x="827925" y="386524"/>
                </a:lnTo>
                <a:lnTo>
                  <a:pt x="823518" y="390652"/>
                </a:lnTo>
                <a:lnTo>
                  <a:pt x="818972" y="392049"/>
                </a:lnTo>
                <a:lnTo>
                  <a:pt x="802970" y="387819"/>
                </a:lnTo>
                <a:lnTo>
                  <a:pt x="786968" y="375285"/>
                </a:lnTo>
                <a:lnTo>
                  <a:pt x="771550" y="355473"/>
                </a:lnTo>
                <a:lnTo>
                  <a:pt x="770966" y="354723"/>
                </a:lnTo>
                <a:lnTo>
                  <a:pt x="754964" y="326428"/>
                </a:lnTo>
                <a:lnTo>
                  <a:pt x="780389" y="291833"/>
                </a:lnTo>
                <a:lnTo>
                  <a:pt x="783577" y="286804"/>
                </a:lnTo>
                <a:lnTo>
                  <a:pt x="804113" y="254368"/>
                </a:lnTo>
                <a:lnTo>
                  <a:pt x="826109" y="214045"/>
                </a:lnTo>
                <a:lnTo>
                  <a:pt x="846404" y="170878"/>
                </a:lnTo>
                <a:lnTo>
                  <a:pt x="811352" y="157162"/>
                </a:lnTo>
                <a:lnTo>
                  <a:pt x="796747" y="192620"/>
                </a:lnTo>
                <a:lnTo>
                  <a:pt x="780288" y="225945"/>
                </a:lnTo>
                <a:lnTo>
                  <a:pt x="761796" y="257289"/>
                </a:lnTo>
                <a:lnTo>
                  <a:pt x="741146" y="286804"/>
                </a:lnTo>
                <a:lnTo>
                  <a:pt x="733742" y="254215"/>
                </a:lnTo>
                <a:lnTo>
                  <a:pt x="727633" y="214045"/>
                </a:lnTo>
                <a:lnTo>
                  <a:pt x="722934" y="166230"/>
                </a:lnTo>
                <a:lnTo>
                  <a:pt x="719810" y="111353"/>
                </a:lnTo>
                <a:lnTo>
                  <a:pt x="869264" y="111353"/>
                </a:lnTo>
                <a:lnTo>
                  <a:pt x="869264" y="77825"/>
                </a:lnTo>
                <a:lnTo>
                  <a:pt x="718286" y="77825"/>
                </a:lnTo>
                <a:lnTo>
                  <a:pt x="718045" y="56921"/>
                </a:lnTo>
                <a:lnTo>
                  <a:pt x="717003" y="19672"/>
                </a:lnTo>
                <a:lnTo>
                  <a:pt x="716762" y="3048"/>
                </a:lnTo>
                <a:lnTo>
                  <a:pt x="681710" y="3048"/>
                </a:lnTo>
                <a:lnTo>
                  <a:pt x="682663" y="42151"/>
                </a:lnTo>
                <a:lnTo>
                  <a:pt x="684758" y="77825"/>
                </a:lnTo>
                <a:lnTo>
                  <a:pt x="485013" y="77825"/>
                </a:lnTo>
                <a:lnTo>
                  <a:pt x="485013" y="196786"/>
                </a:lnTo>
                <a:lnTo>
                  <a:pt x="481863" y="263131"/>
                </a:lnTo>
                <a:lnTo>
                  <a:pt x="472401" y="320179"/>
                </a:lnTo>
                <a:lnTo>
                  <a:pt x="456653" y="367779"/>
                </a:lnTo>
                <a:lnTo>
                  <a:pt x="434632" y="405777"/>
                </a:lnTo>
                <a:lnTo>
                  <a:pt x="441198" y="412864"/>
                </a:lnTo>
                <a:lnTo>
                  <a:pt x="447205" y="420255"/>
                </a:lnTo>
                <a:lnTo>
                  <a:pt x="452628" y="427634"/>
                </a:lnTo>
                <a:lnTo>
                  <a:pt x="457492" y="434733"/>
                </a:lnTo>
                <a:lnTo>
                  <a:pt x="478955" y="402348"/>
                </a:lnTo>
                <a:lnTo>
                  <a:pt x="495795" y="363728"/>
                </a:lnTo>
                <a:lnTo>
                  <a:pt x="508165" y="318884"/>
                </a:lnTo>
                <a:lnTo>
                  <a:pt x="516204" y="267804"/>
                </a:lnTo>
                <a:lnTo>
                  <a:pt x="520065" y="210502"/>
                </a:lnTo>
                <a:lnTo>
                  <a:pt x="609981" y="210502"/>
                </a:lnTo>
                <a:lnTo>
                  <a:pt x="608266" y="265264"/>
                </a:lnTo>
                <a:lnTo>
                  <a:pt x="605409" y="309664"/>
                </a:lnTo>
                <a:lnTo>
                  <a:pt x="576453" y="344716"/>
                </a:lnTo>
                <a:lnTo>
                  <a:pt x="565594" y="344424"/>
                </a:lnTo>
                <a:lnTo>
                  <a:pt x="553593" y="343573"/>
                </a:lnTo>
                <a:lnTo>
                  <a:pt x="540448" y="342138"/>
                </a:lnTo>
                <a:lnTo>
                  <a:pt x="526161" y="340144"/>
                </a:lnTo>
                <a:lnTo>
                  <a:pt x="528193" y="350202"/>
                </a:lnTo>
                <a:lnTo>
                  <a:pt x="529780" y="359664"/>
                </a:lnTo>
                <a:lnTo>
                  <a:pt x="530987" y="367779"/>
                </a:lnTo>
                <a:lnTo>
                  <a:pt x="532257" y="376809"/>
                </a:lnTo>
                <a:lnTo>
                  <a:pt x="546531" y="377698"/>
                </a:lnTo>
                <a:lnTo>
                  <a:pt x="559498" y="378142"/>
                </a:lnTo>
                <a:lnTo>
                  <a:pt x="571055" y="378320"/>
                </a:lnTo>
                <a:lnTo>
                  <a:pt x="581025" y="378333"/>
                </a:lnTo>
                <a:lnTo>
                  <a:pt x="604494" y="374624"/>
                </a:lnTo>
                <a:lnTo>
                  <a:pt x="633628" y="344868"/>
                </a:lnTo>
                <a:lnTo>
                  <a:pt x="641273" y="288823"/>
                </a:lnTo>
                <a:lnTo>
                  <a:pt x="645248" y="217576"/>
                </a:lnTo>
                <a:lnTo>
                  <a:pt x="646658" y="176974"/>
                </a:lnTo>
                <a:lnTo>
                  <a:pt x="520065" y="176974"/>
                </a:lnTo>
                <a:lnTo>
                  <a:pt x="520065" y="111353"/>
                </a:lnTo>
                <a:lnTo>
                  <a:pt x="684758" y="111353"/>
                </a:lnTo>
                <a:lnTo>
                  <a:pt x="688454" y="178333"/>
                </a:lnTo>
                <a:lnTo>
                  <a:pt x="694855" y="235305"/>
                </a:lnTo>
                <a:lnTo>
                  <a:pt x="703834" y="282549"/>
                </a:lnTo>
                <a:lnTo>
                  <a:pt x="715238" y="320332"/>
                </a:lnTo>
                <a:lnTo>
                  <a:pt x="694969" y="341706"/>
                </a:lnTo>
                <a:lnTo>
                  <a:pt x="673138" y="362102"/>
                </a:lnTo>
                <a:lnTo>
                  <a:pt x="649871" y="381063"/>
                </a:lnTo>
                <a:lnTo>
                  <a:pt x="625322" y="398145"/>
                </a:lnTo>
                <a:lnTo>
                  <a:pt x="631913" y="405015"/>
                </a:lnTo>
                <a:lnTo>
                  <a:pt x="638086" y="411873"/>
                </a:lnTo>
                <a:lnTo>
                  <a:pt x="643966" y="418731"/>
                </a:lnTo>
                <a:lnTo>
                  <a:pt x="649706" y="425589"/>
                </a:lnTo>
                <a:lnTo>
                  <a:pt x="671118" y="409917"/>
                </a:lnTo>
                <a:lnTo>
                  <a:pt x="691807" y="392811"/>
                </a:lnTo>
                <a:lnTo>
                  <a:pt x="711593" y="374624"/>
                </a:lnTo>
                <a:lnTo>
                  <a:pt x="730478" y="355473"/>
                </a:lnTo>
                <a:lnTo>
                  <a:pt x="740206" y="372008"/>
                </a:lnTo>
                <a:lnTo>
                  <a:pt x="776300" y="411873"/>
                </a:lnTo>
                <a:lnTo>
                  <a:pt x="813803" y="428371"/>
                </a:lnTo>
                <a:lnTo>
                  <a:pt x="826592" y="428637"/>
                </a:lnTo>
                <a:lnTo>
                  <a:pt x="840016" y="425754"/>
                </a:lnTo>
                <a:lnTo>
                  <a:pt x="850595" y="419303"/>
                </a:lnTo>
                <a:lnTo>
                  <a:pt x="858304" y="409130"/>
                </a:lnTo>
                <a:lnTo>
                  <a:pt x="863168" y="395097"/>
                </a:lnTo>
                <a:lnTo>
                  <a:pt x="863981" y="392049"/>
                </a:lnTo>
                <a:lnTo>
                  <a:pt x="867473" y="379082"/>
                </a:lnTo>
                <a:lnTo>
                  <a:pt x="871359" y="360768"/>
                </a:lnTo>
                <a:lnTo>
                  <a:pt x="874953" y="340156"/>
                </a:lnTo>
                <a:lnTo>
                  <a:pt x="878408" y="3172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922710" y="1929676"/>
            <a:ext cx="352425" cy="325120"/>
          </a:xfrm>
          <a:custGeom>
            <a:avLst/>
            <a:gdLst/>
            <a:ahLst/>
            <a:cxnLst/>
            <a:rect l="l" t="t" r="r" b="b"/>
            <a:pathLst>
              <a:path w="352425" h="325119">
                <a:moveTo>
                  <a:pt x="190588" y="240982"/>
                </a:moveTo>
                <a:lnTo>
                  <a:pt x="180784" y="202361"/>
                </a:lnTo>
                <a:lnTo>
                  <a:pt x="153822" y="174015"/>
                </a:lnTo>
                <a:lnTo>
                  <a:pt x="108204" y="146392"/>
                </a:lnTo>
                <a:lnTo>
                  <a:pt x="99606" y="142087"/>
                </a:lnTo>
                <a:lnTo>
                  <a:pt x="85267" y="134607"/>
                </a:lnTo>
                <a:lnTo>
                  <a:pt x="79248" y="131152"/>
                </a:lnTo>
                <a:lnTo>
                  <a:pt x="70104" y="126580"/>
                </a:lnTo>
                <a:lnTo>
                  <a:pt x="62484" y="122008"/>
                </a:lnTo>
                <a:lnTo>
                  <a:pt x="57912" y="117436"/>
                </a:lnTo>
                <a:lnTo>
                  <a:pt x="51816" y="112864"/>
                </a:lnTo>
                <a:lnTo>
                  <a:pt x="47244" y="106768"/>
                </a:lnTo>
                <a:lnTo>
                  <a:pt x="44196" y="102196"/>
                </a:lnTo>
                <a:lnTo>
                  <a:pt x="41148" y="96100"/>
                </a:lnTo>
                <a:lnTo>
                  <a:pt x="39624" y="88392"/>
                </a:lnTo>
                <a:lnTo>
                  <a:pt x="39624" y="71628"/>
                </a:lnTo>
                <a:lnTo>
                  <a:pt x="41148" y="64008"/>
                </a:lnTo>
                <a:lnTo>
                  <a:pt x="45720" y="59436"/>
                </a:lnTo>
                <a:lnTo>
                  <a:pt x="48768" y="53340"/>
                </a:lnTo>
                <a:lnTo>
                  <a:pt x="54864" y="47244"/>
                </a:lnTo>
                <a:lnTo>
                  <a:pt x="60960" y="44196"/>
                </a:lnTo>
                <a:lnTo>
                  <a:pt x="67056" y="39624"/>
                </a:lnTo>
                <a:lnTo>
                  <a:pt x="82296" y="36576"/>
                </a:lnTo>
                <a:lnTo>
                  <a:pt x="89916" y="33528"/>
                </a:lnTo>
                <a:lnTo>
                  <a:pt x="106680" y="33528"/>
                </a:lnTo>
                <a:lnTo>
                  <a:pt x="127304" y="34696"/>
                </a:lnTo>
                <a:lnTo>
                  <a:pt x="145961" y="38290"/>
                </a:lnTo>
                <a:lnTo>
                  <a:pt x="162902" y="44462"/>
                </a:lnTo>
                <a:lnTo>
                  <a:pt x="178396" y="53340"/>
                </a:lnTo>
                <a:lnTo>
                  <a:pt x="178396" y="10668"/>
                </a:lnTo>
                <a:lnTo>
                  <a:pt x="165531" y="6426"/>
                </a:lnTo>
                <a:lnTo>
                  <a:pt x="149809" y="3048"/>
                </a:lnTo>
                <a:lnTo>
                  <a:pt x="131203" y="812"/>
                </a:lnTo>
                <a:lnTo>
                  <a:pt x="109728" y="0"/>
                </a:lnTo>
                <a:lnTo>
                  <a:pt x="99669" y="279"/>
                </a:lnTo>
                <a:lnTo>
                  <a:pt x="60337" y="8026"/>
                </a:lnTo>
                <a:lnTo>
                  <a:pt x="21145" y="32385"/>
                </a:lnTo>
                <a:lnTo>
                  <a:pt x="2095" y="73812"/>
                </a:lnTo>
                <a:lnTo>
                  <a:pt x="1524" y="83820"/>
                </a:lnTo>
                <a:lnTo>
                  <a:pt x="1828" y="92494"/>
                </a:lnTo>
                <a:lnTo>
                  <a:pt x="18326" y="132397"/>
                </a:lnTo>
                <a:lnTo>
                  <a:pt x="55880" y="161404"/>
                </a:lnTo>
                <a:lnTo>
                  <a:pt x="86982" y="177495"/>
                </a:lnTo>
                <a:lnTo>
                  <a:pt x="101320" y="185407"/>
                </a:lnTo>
                <a:lnTo>
                  <a:pt x="143344" y="215074"/>
                </a:lnTo>
                <a:lnTo>
                  <a:pt x="146392" y="221170"/>
                </a:lnTo>
                <a:lnTo>
                  <a:pt x="150964" y="227266"/>
                </a:lnTo>
                <a:lnTo>
                  <a:pt x="152488" y="234886"/>
                </a:lnTo>
                <a:lnTo>
                  <a:pt x="152488" y="242506"/>
                </a:lnTo>
                <a:lnTo>
                  <a:pt x="135636" y="279082"/>
                </a:lnTo>
                <a:lnTo>
                  <a:pt x="85344" y="291274"/>
                </a:lnTo>
                <a:lnTo>
                  <a:pt x="71628" y="291274"/>
                </a:lnTo>
                <a:lnTo>
                  <a:pt x="64008" y="289750"/>
                </a:lnTo>
                <a:lnTo>
                  <a:pt x="54864" y="288226"/>
                </a:lnTo>
                <a:lnTo>
                  <a:pt x="47244" y="286702"/>
                </a:lnTo>
                <a:lnTo>
                  <a:pt x="39624" y="283654"/>
                </a:lnTo>
                <a:lnTo>
                  <a:pt x="32004" y="282130"/>
                </a:lnTo>
                <a:lnTo>
                  <a:pt x="25908" y="279082"/>
                </a:lnTo>
                <a:lnTo>
                  <a:pt x="18288" y="276034"/>
                </a:lnTo>
                <a:lnTo>
                  <a:pt x="10668" y="271462"/>
                </a:lnTo>
                <a:lnTo>
                  <a:pt x="6096" y="268414"/>
                </a:lnTo>
                <a:lnTo>
                  <a:pt x="0" y="263842"/>
                </a:lnTo>
                <a:lnTo>
                  <a:pt x="0" y="306603"/>
                </a:lnTo>
                <a:lnTo>
                  <a:pt x="4572" y="309651"/>
                </a:lnTo>
                <a:lnTo>
                  <a:pt x="10668" y="312699"/>
                </a:lnTo>
                <a:lnTo>
                  <a:pt x="16764" y="314223"/>
                </a:lnTo>
                <a:lnTo>
                  <a:pt x="24384" y="317271"/>
                </a:lnTo>
                <a:lnTo>
                  <a:pt x="30480" y="318795"/>
                </a:lnTo>
                <a:lnTo>
                  <a:pt x="53340" y="323367"/>
                </a:lnTo>
                <a:lnTo>
                  <a:pt x="60960" y="323367"/>
                </a:lnTo>
                <a:lnTo>
                  <a:pt x="68580" y="324891"/>
                </a:lnTo>
                <a:lnTo>
                  <a:pt x="111607" y="322326"/>
                </a:lnTo>
                <a:lnTo>
                  <a:pt x="148996" y="310248"/>
                </a:lnTo>
                <a:lnTo>
                  <a:pt x="181444" y="279082"/>
                </a:lnTo>
                <a:lnTo>
                  <a:pt x="190017" y="251866"/>
                </a:lnTo>
                <a:lnTo>
                  <a:pt x="190588" y="240982"/>
                </a:lnTo>
                <a:close/>
              </a:path>
              <a:path w="352425" h="325119">
                <a:moveTo>
                  <a:pt x="352221" y="94576"/>
                </a:moveTo>
                <a:lnTo>
                  <a:pt x="295833" y="94576"/>
                </a:lnTo>
                <a:lnTo>
                  <a:pt x="295833" y="28956"/>
                </a:lnTo>
                <a:lnTo>
                  <a:pt x="260692" y="41148"/>
                </a:lnTo>
                <a:lnTo>
                  <a:pt x="260692" y="94576"/>
                </a:lnTo>
                <a:lnTo>
                  <a:pt x="221068" y="94576"/>
                </a:lnTo>
                <a:lnTo>
                  <a:pt x="221068" y="126580"/>
                </a:lnTo>
                <a:lnTo>
                  <a:pt x="260692" y="126580"/>
                </a:lnTo>
                <a:lnTo>
                  <a:pt x="260692" y="259270"/>
                </a:lnTo>
                <a:lnTo>
                  <a:pt x="264401" y="287566"/>
                </a:lnTo>
                <a:lnTo>
                  <a:pt x="275412" y="308127"/>
                </a:lnTo>
                <a:lnTo>
                  <a:pt x="293560" y="320662"/>
                </a:lnTo>
                <a:lnTo>
                  <a:pt x="318693" y="324891"/>
                </a:lnTo>
                <a:lnTo>
                  <a:pt x="328650" y="324345"/>
                </a:lnTo>
                <a:lnTo>
                  <a:pt x="337743" y="322795"/>
                </a:lnTo>
                <a:lnTo>
                  <a:pt x="345706" y="320395"/>
                </a:lnTo>
                <a:lnTo>
                  <a:pt x="352221" y="317271"/>
                </a:lnTo>
                <a:lnTo>
                  <a:pt x="352221" y="286702"/>
                </a:lnTo>
                <a:lnTo>
                  <a:pt x="346125" y="291274"/>
                </a:lnTo>
                <a:lnTo>
                  <a:pt x="338505" y="294322"/>
                </a:lnTo>
                <a:lnTo>
                  <a:pt x="329361" y="294322"/>
                </a:lnTo>
                <a:lnTo>
                  <a:pt x="321030" y="293751"/>
                </a:lnTo>
                <a:lnTo>
                  <a:pt x="296392" y="262242"/>
                </a:lnTo>
                <a:lnTo>
                  <a:pt x="295833" y="251650"/>
                </a:lnTo>
                <a:lnTo>
                  <a:pt x="295833" y="126580"/>
                </a:lnTo>
                <a:lnTo>
                  <a:pt x="352221" y="126580"/>
                </a:lnTo>
                <a:lnTo>
                  <a:pt x="352221" y="94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5323713" y="1922049"/>
            <a:ext cx="198755" cy="328295"/>
            <a:chOff x="5323713" y="1922049"/>
            <a:chExt cx="198755" cy="328295"/>
          </a:xfrm>
        </p:grpSpPr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713" y="2021205"/>
              <a:ext cx="115919" cy="22879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474779" y="1922049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4">
                  <a:moveTo>
                    <a:pt x="30480" y="45720"/>
                  </a:moveTo>
                  <a:lnTo>
                    <a:pt x="16764" y="45720"/>
                  </a:lnTo>
                  <a:lnTo>
                    <a:pt x="10668" y="44196"/>
                  </a:lnTo>
                  <a:lnTo>
                    <a:pt x="1524" y="35052"/>
                  </a:lnTo>
                  <a:lnTo>
                    <a:pt x="0" y="28956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10668" y="1524"/>
                  </a:lnTo>
                  <a:lnTo>
                    <a:pt x="16764" y="0"/>
                  </a:lnTo>
                  <a:lnTo>
                    <a:pt x="30480" y="0"/>
                  </a:lnTo>
                  <a:lnTo>
                    <a:pt x="35052" y="1524"/>
                  </a:lnTo>
                  <a:lnTo>
                    <a:pt x="44196" y="10668"/>
                  </a:lnTo>
                  <a:lnTo>
                    <a:pt x="47244" y="15240"/>
                  </a:lnTo>
                  <a:lnTo>
                    <a:pt x="47244" y="28956"/>
                  </a:lnTo>
                  <a:lnTo>
                    <a:pt x="44196" y="35052"/>
                  </a:lnTo>
                  <a:lnTo>
                    <a:pt x="35052" y="44196"/>
                  </a:lnTo>
                  <a:lnTo>
                    <a:pt x="30480" y="45720"/>
                  </a:lnTo>
                  <a:close/>
                </a:path>
                <a:path w="47625" h="328294">
                  <a:moveTo>
                    <a:pt x="41148" y="327945"/>
                  </a:moveTo>
                  <a:lnTo>
                    <a:pt x="4572" y="327945"/>
                  </a:lnTo>
                  <a:lnTo>
                    <a:pt x="4572" y="102203"/>
                  </a:lnTo>
                  <a:lnTo>
                    <a:pt x="41148" y="102203"/>
                  </a:lnTo>
                  <a:lnTo>
                    <a:pt x="41148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5572315" y="1958625"/>
            <a:ext cx="327025" cy="296545"/>
            <a:chOff x="5572315" y="1958625"/>
            <a:chExt cx="327025" cy="296545"/>
          </a:xfrm>
        </p:grpSpPr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2315" y="2019585"/>
              <a:ext cx="169259" cy="23498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769102" y="1958625"/>
              <a:ext cx="130175" cy="296545"/>
            </a:xfrm>
            <a:custGeom>
              <a:avLst/>
              <a:gdLst/>
              <a:ahLst/>
              <a:cxnLst/>
              <a:rect l="l" t="t" r="r" b="b"/>
              <a:pathLst>
                <a:path w="130175" h="296544">
                  <a:moveTo>
                    <a:pt x="96011" y="295941"/>
                  </a:moveTo>
                  <a:lnTo>
                    <a:pt x="70889" y="291701"/>
                  </a:lnTo>
                  <a:lnTo>
                    <a:pt x="52768" y="279165"/>
                  </a:lnTo>
                  <a:lnTo>
                    <a:pt x="41790" y="258611"/>
                  </a:lnTo>
                  <a:lnTo>
                    <a:pt x="38099" y="230314"/>
                  </a:lnTo>
                  <a:lnTo>
                    <a:pt x="38099" y="97631"/>
                  </a:lnTo>
                  <a:lnTo>
                    <a:pt x="0" y="97631"/>
                  </a:lnTo>
                  <a:lnTo>
                    <a:pt x="0" y="65627"/>
                  </a:lnTo>
                  <a:lnTo>
                    <a:pt x="38099" y="65627"/>
                  </a:lnTo>
                  <a:lnTo>
                    <a:pt x="38099" y="12191"/>
                  </a:lnTo>
                  <a:lnTo>
                    <a:pt x="73151" y="0"/>
                  </a:lnTo>
                  <a:lnTo>
                    <a:pt x="73151" y="65627"/>
                  </a:lnTo>
                  <a:lnTo>
                    <a:pt x="129635" y="65627"/>
                  </a:lnTo>
                  <a:lnTo>
                    <a:pt x="129635" y="97631"/>
                  </a:lnTo>
                  <a:lnTo>
                    <a:pt x="73151" y="97631"/>
                  </a:lnTo>
                  <a:lnTo>
                    <a:pt x="73151" y="222694"/>
                  </a:lnTo>
                  <a:lnTo>
                    <a:pt x="85677" y="260222"/>
                  </a:lnTo>
                  <a:lnTo>
                    <a:pt x="106679" y="265366"/>
                  </a:lnTo>
                  <a:lnTo>
                    <a:pt x="115823" y="265366"/>
                  </a:lnTo>
                  <a:lnTo>
                    <a:pt x="123539" y="262318"/>
                  </a:lnTo>
                  <a:lnTo>
                    <a:pt x="129635" y="257746"/>
                  </a:lnTo>
                  <a:lnTo>
                    <a:pt x="129635" y="288321"/>
                  </a:lnTo>
                  <a:lnTo>
                    <a:pt x="123269" y="291441"/>
                  </a:lnTo>
                  <a:lnTo>
                    <a:pt x="115645" y="293846"/>
                  </a:lnTo>
                  <a:lnTo>
                    <a:pt x="106610" y="295394"/>
                  </a:lnTo>
                  <a:lnTo>
                    <a:pt x="96011" y="2959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6039040" y="1935765"/>
            <a:ext cx="252095" cy="314325"/>
          </a:xfrm>
          <a:custGeom>
            <a:avLst/>
            <a:gdLst/>
            <a:ahLst/>
            <a:cxnLst/>
            <a:rect l="l" t="t" r="r" b="b"/>
            <a:pathLst>
              <a:path w="252095" h="314325">
                <a:moveTo>
                  <a:pt x="44196" y="314229"/>
                </a:moveTo>
                <a:lnTo>
                  <a:pt x="0" y="314229"/>
                </a:lnTo>
                <a:lnTo>
                  <a:pt x="105156" y="155543"/>
                </a:lnTo>
                <a:lnTo>
                  <a:pt x="7620" y="0"/>
                </a:lnTo>
                <a:lnTo>
                  <a:pt x="53340" y="0"/>
                </a:lnTo>
                <a:lnTo>
                  <a:pt x="117348" y="109823"/>
                </a:lnTo>
                <a:lnTo>
                  <a:pt x="120396" y="117443"/>
                </a:lnTo>
                <a:lnTo>
                  <a:pt x="124968" y="125063"/>
                </a:lnTo>
                <a:lnTo>
                  <a:pt x="128016" y="131159"/>
                </a:lnTo>
                <a:lnTo>
                  <a:pt x="166500" y="131159"/>
                </a:lnTo>
                <a:lnTo>
                  <a:pt x="150971" y="155543"/>
                </a:lnTo>
                <a:lnTo>
                  <a:pt x="164495" y="176879"/>
                </a:lnTo>
                <a:lnTo>
                  <a:pt x="126492" y="176879"/>
                </a:lnTo>
                <a:lnTo>
                  <a:pt x="124968" y="181451"/>
                </a:lnTo>
                <a:lnTo>
                  <a:pt x="121920" y="186023"/>
                </a:lnTo>
                <a:lnTo>
                  <a:pt x="118872" y="193738"/>
                </a:lnTo>
                <a:lnTo>
                  <a:pt x="44196" y="314229"/>
                </a:lnTo>
                <a:close/>
              </a:path>
              <a:path w="252095" h="314325">
                <a:moveTo>
                  <a:pt x="166500" y="131159"/>
                </a:moveTo>
                <a:lnTo>
                  <a:pt x="129540" y="131159"/>
                </a:lnTo>
                <a:lnTo>
                  <a:pt x="132785" y="124587"/>
                </a:lnTo>
                <a:lnTo>
                  <a:pt x="135719" y="118586"/>
                </a:lnTo>
                <a:lnTo>
                  <a:pt x="138634" y="113157"/>
                </a:lnTo>
                <a:lnTo>
                  <a:pt x="141827" y="108299"/>
                </a:lnTo>
                <a:lnTo>
                  <a:pt x="207359" y="0"/>
                </a:lnTo>
                <a:lnTo>
                  <a:pt x="250031" y="0"/>
                </a:lnTo>
                <a:lnTo>
                  <a:pt x="166500" y="131159"/>
                </a:lnTo>
                <a:close/>
              </a:path>
              <a:path w="252095" h="314325">
                <a:moveTo>
                  <a:pt x="251555" y="314229"/>
                </a:moveTo>
                <a:lnTo>
                  <a:pt x="207359" y="314229"/>
                </a:lnTo>
                <a:lnTo>
                  <a:pt x="134207" y="193738"/>
                </a:lnTo>
                <a:lnTo>
                  <a:pt x="132683" y="189166"/>
                </a:lnTo>
                <a:lnTo>
                  <a:pt x="129540" y="184499"/>
                </a:lnTo>
                <a:lnTo>
                  <a:pt x="126492" y="176879"/>
                </a:lnTo>
                <a:lnTo>
                  <a:pt x="164495" y="176879"/>
                </a:lnTo>
                <a:lnTo>
                  <a:pt x="251555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337934" y="1936305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0" y="0"/>
                </a:moveTo>
                <a:lnTo>
                  <a:pt x="38100" y="0"/>
                </a:lnTo>
                <a:lnTo>
                  <a:pt x="38100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6337935" y="1936305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308" y="0"/>
                </a:moveTo>
                <a:lnTo>
                  <a:pt x="199732" y="0"/>
                </a:lnTo>
                <a:lnTo>
                  <a:pt x="199732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716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6624637" y="193602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40" h="313689">
                <a:moveTo>
                  <a:pt x="218020" y="0"/>
                </a:moveTo>
                <a:lnTo>
                  <a:pt x="0" y="0"/>
                </a:lnTo>
                <a:lnTo>
                  <a:pt x="0" y="31750"/>
                </a:lnTo>
                <a:lnTo>
                  <a:pt x="89916" y="31750"/>
                </a:lnTo>
                <a:lnTo>
                  <a:pt x="89916" y="313690"/>
                </a:lnTo>
                <a:lnTo>
                  <a:pt x="128104" y="313690"/>
                </a:lnTo>
                <a:lnTo>
                  <a:pt x="128104" y="31750"/>
                </a:lnTo>
                <a:lnTo>
                  <a:pt x="218020" y="3175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6891528" y="1935765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185" y="41148"/>
                </a:lnTo>
                <a:lnTo>
                  <a:pt x="35052" y="41148"/>
                </a:lnTo>
                <a:lnTo>
                  <a:pt x="35290" y="51984"/>
                </a:lnTo>
                <a:lnTo>
                  <a:pt x="35862" y="67722"/>
                </a:lnTo>
                <a:lnTo>
                  <a:pt x="36337" y="83407"/>
                </a:lnTo>
                <a:lnTo>
                  <a:pt x="36558" y="102203"/>
                </a:lnTo>
                <a:lnTo>
                  <a:pt x="36576" y="314229"/>
                </a:lnTo>
                <a:close/>
              </a:path>
              <a:path w="320675" h="314325">
                <a:moveTo>
                  <a:pt x="195154" y="256222"/>
                </a:moveTo>
                <a:lnTo>
                  <a:pt x="161639" y="256222"/>
                </a:lnTo>
                <a:lnTo>
                  <a:pt x="165949" y="244268"/>
                </a:lnTo>
                <a:lnTo>
                  <a:pt x="169830" y="233743"/>
                </a:lnTo>
                <a:lnTo>
                  <a:pt x="173426" y="224932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1148"/>
                </a:lnTo>
                <a:lnTo>
                  <a:pt x="286702" y="41148"/>
                </a:lnTo>
                <a:lnTo>
                  <a:pt x="284351" y="51720"/>
                </a:lnTo>
                <a:lnTo>
                  <a:pt x="282130" y="59817"/>
                </a:lnTo>
                <a:lnTo>
                  <a:pt x="279844" y="66436"/>
                </a:lnTo>
                <a:lnTo>
                  <a:pt x="277558" y="71628"/>
                </a:lnTo>
                <a:lnTo>
                  <a:pt x="195154" y="256222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2495" y="314229"/>
                </a:lnTo>
                <a:lnTo>
                  <a:pt x="44196" y="73152"/>
                </a:lnTo>
                <a:lnTo>
                  <a:pt x="41910" y="67722"/>
                </a:lnTo>
                <a:lnTo>
                  <a:pt x="39624" y="60579"/>
                </a:lnTo>
                <a:lnTo>
                  <a:pt x="37286" y="51482"/>
                </a:lnTo>
                <a:lnTo>
                  <a:pt x="35052" y="41148"/>
                </a:lnTo>
                <a:lnTo>
                  <a:pt x="67185" y="41148"/>
                </a:lnTo>
                <a:lnTo>
                  <a:pt x="146399" y="218122"/>
                </a:lnTo>
                <a:lnTo>
                  <a:pt x="150899" y="229862"/>
                </a:lnTo>
                <a:lnTo>
                  <a:pt x="154971" y="240030"/>
                </a:lnTo>
                <a:lnTo>
                  <a:pt x="158186" y="248769"/>
                </a:lnTo>
                <a:lnTo>
                  <a:pt x="160115" y="256222"/>
                </a:lnTo>
                <a:lnTo>
                  <a:pt x="195154" y="256222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2203"/>
                </a:lnTo>
                <a:lnTo>
                  <a:pt x="283916" y="89020"/>
                </a:lnTo>
                <a:lnTo>
                  <a:pt x="284607" y="74533"/>
                </a:lnTo>
                <a:lnTo>
                  <a:pt x="285583" y="58617"/>
                </a:lnTo>
                <a:lnTo>
                  <a:pt x="286702" y="41148"/>
                </a:lnTo>
                <a:lnTo>
                  <a:pt x="320230" y="41148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295667" y="1935479"/>
            <a:ext cx="161925" cy="314960"/>
          </a:xfrm>
          <a:custGeom>
            <a:avLst/>
            <a:gdLst/>
            <a:ahLst/>
            <a:cxnLst/>
            <a:rect l="l" t="t" r="r" b="b"/>
            <a:pathLst>
              <a:path w="161925" h="314960">
                <a:moveTo>
                  <a:pt x="161645" y="280670"/>
                </a:moveTo>
                <a:lnTo>
                  <a:pt x="36576" y="280670"/>
                </a:lnTo>
                <a:lnTo>
                  <a:pt x="36576" y="0"/>
                </a:lnTo>
                <a:lnTo>
                  <a:pt x="0" y="0"/>
                </a:lnTo>
                <a:lnTo>
                  <a:pt x="0" y="28067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322069" y="2580989"/>
            <a:ext cx="100965" cy="384810"/>
          </a:xfrm>
          <a:custGeom>
            <a:avLst/>
            <a:gdLst/>
            <a:ahLst/>
            <a:cxnLst/>
            <a:rect l="l" t="t" r="r" b="b"/>
            <a:pathLst>
              <a:path w="100965" h="384810">
                <a:moveTo>
                  <a:pt x="100584" y="384428"/>
                </a:moveTo>
                <a:lnTo>
                  <a:pt x="68580" y="384428"/>
                </a:lnTo>
                <a:lnTo>
                  <a:pt x="38576" y="344105"/>
                </a:lnTo>
                <a:lnTo>
                  <a:pt x="17145" y="298799"/>
                </a:lnTo>
                <a:lnTo>
                  <a:pt x="4286" y="248635"/>
                </a:lnTo>
                <a:lnTo>
                  <a:pt x="0" y="193738"/>
                </a:lnTo>
                <a:lnTo>
                  <a:pt x="4286" y="138780"/>
                </a:lnTo>
                <a:lnTo>
                  <a:pt x="17145" y="88261"/>
                </a:lnTo>
                <a:lnTo>
                  <a:pt x="38576" y="42045"/>
                </a:lnTo>
                <a:lnTo>
                  <a:pt x="68580" y="0"/>
                </a:lnTo>
                <a:lnTo>
                  <a:pt x="100584" y="0"/>
                </a:lnTo>
                <a:lnTo>
                  <a:pt x="70580" y="42902"/>
                </a:lnTo>
                <a:lnTo>
                  <a:pt x="49149" y="89404"/>
                </a:lnTo>
                <a:lnTo>
                  <a:pt x="36290" y="139637"/>
                </a:lnTo>
                <a:lnTo>
                  <a:pt x="32004" y="193738"/>
                </a:lnTo>
                <a:lnTo>
                  <a:pt x="36290" y="246880"/>
                </a:lnTo>
                <a:lnTo>
                  <a:pt x="49149" y="296477"/>
                </a:lnTo>
                <a:lnTo>
                  <a:pt x="70580" y="342377"/>
                </a:lnTo>
                <a:lnTo>
                  <a:pt x="100584" y="38442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68462" y="2574899"/>
            <a:ext cx="1605915" cy="325120"/>
          </a:xfrm>
          <a:custGeom>
            <a:avLst/>
            <a:gdLst/>
            <a:ahLst/>
            <a:cxnLst/>
            <a:rect l="l" t="t" r="r" b="b"/>
            <a:pathLst>
              <a:path w="1605914" h="325119">
                <a:moveTo>
                  <a:pt x="253174" y="158584"/>
                </a:moveTo>
                <a:lnTo>
                  <a:pt x="248589" y="111810"/>
                </a:lnTo>
                <a:lnTo>
                  <a:pt x="234797" y="73634"/>
                </a:lnTo>
                <a:lnTo>
                  <a:pt x="214985" y="48158"/>
                </a:lnTo>
                <a:lnTo>
                  <a:pt x="214985" y="160108"/>
                </a:lnTo>
                <a:lnTo>
                  <a:pt x="212712" y="188417"/>
                </a:lnTo>
                <a:lnTo>
                  <a:pt x="195046" y="235216"/>
                </a:lnTo>
                <a:lnTo>
                  <a:pt x="161061" y="268058"/>
                </a:lnTo>
                <a:lnTo>
                  <a:pt x="113017" y="284683"/>
                </a:lnTo>
                <a:lnTo>
                  <a:pt x="83820" y="286702"/>
                </a:lnTo>
                <a:lnTo>
                  <a:pt x="36576" y="286702"/>
                </a:lnTo>
                <a:lnTo>
                  <a:pt x="36576" y="38100"/>
                </a:lnTo>
                <a:lnTo>
                  <a:pt x="86868" y="38100"/>
                </a:lnTo>
                <a:lnTo>
                  <a:pt x="142925" y="45796"/>
                </a:lnTo>
                <a:lnTo>
                  <a:pt x="182968" y="68783"/>
                </a:lnTo>
                <a:lnTo>
                  <a:pt x="206971" y="106934"/>
                </a:lnTo>
                <a:lnTo>
                  <a:pt x="214985" y="160108"/>
                </a:lnTo>
                <a:lnTo>
                  <a:pt x="214985" y="48158"/>
                </a:lnTo>
                <a:lnTo>
                  <a:pt x="179476" y="22923"/>
                </a:lnTo>
                <a:lnTo>
                  <a:pt x="137845" y="10299"/>
                </a:lnTo>
                <a:lnTo>
                  <a:pt x="86868" y="6096"/>
                </a:lnTo>
                <a:lnTo>
                  <a:pt x="0" y="6096"/>
                </a:lnTo>
                <a:lnTo>
                  <a:pt x="0" y="320319"/>
                </a:lnTo>
                <a:lnTo>
                  <a:pt x="83820" y="320319"/>
                </a:lnTo>
                <a:lnTo>
                  <a:pt x="120738" y="317487"/>
                </a:lnTo>
                <a:lnTo>
                  <a:pt x="153631" y="309079"/>
                </a:lnTo>
                <a:lnTo>
                  <a:pt x="182499" y="295211"/>
                </a:lnTo>
                <a:lnTo>
                  <a:pt x="193522" y="286702"/>
                </a:lnTo>
                <a:lnTo>
                  <a:pt x="207365" y="276034"/>
                </a:lnTo>
                <a:lnTo>
                  <a:pt x="227418" y="251701"/>
                </a:lnTo>
                <a:lnTo>
                  <a:pt x="241731" y="224205"/>
                </a:lnTo>
                <a:lnTo>
                  <a:pt x="250317" y="193268"/>
                </a:lnTo>
                <a:lnTo>
                  <a:pt x="253174" y="158584"/>
                </a:lnTo>
                <a:close/>
              </a:path>
              <a:path w="1605914" h="325119">
                <a:moveTo>
                  <a:pt x="591693" y="158584"/>
                </a:moveTo>
                <a:lnTo>
                  <a:pt x="589140" y="124866"/>
                </a:lnTo>
                <a:lnTo>
                  <a:pt x="581596" y="94576"/>
                </a:lnTo>
                <a:lnTo>
                  <a:pt x="569188" y="67678"/>
                </a:lnTo>
                <a:lnTo>
                  <a:pt x="552069" y="44196"/>
                </a:lnTo>
                <a:lnTo>
                  <a:pt x="552069" y="163156"/>
                </a:lnTo>
                <a:lnTo>
                  <a:pt x="550329" y="192341"/>
                </a:lnTo>
                <a:lnTo>
                  <a:pt x="535952" y="239763"/>
                </a:lnTo>
                <a:lnTo>
                  <a:pt x="506730" y="272681"/>
                </a:lnTo>
                <a:lnTo>
                  <a:pt x="465582" y="289344"/>
                </a:lnTo>
                <a:lnTo>
                  <a:pt x="440715" y="291363"/>
                </a:lnTo>
                <a:lnTo>
                  <a:pt x="417842" y="289318"/>
                </a:lnTo>
                <a:lnTo>
                  <a:pt x="378917" y="272046"/>
                </a:lnTo>
                <a:lnTo>
                  <a:pt x="349783" y="237413"/>
                </a:lnTo>
                <a:lnTo>
                  <a:pt x="334403" y="190601"/>
                </a:lnTo>
                <a:lnTo>
                  <a:pt x="332422" y="163156"/>
                </a:lnTo>
                <a:lnTo>
                  <a:pt x="334403" y="135115"/>
                </a:lnTo>
                <a:lnTo>
                  <a:pt x="349783" y="88150"/>
                </a:lnTo>
                <a:lnTo>
                  <a:pt x="380034" y="53505"/>
                </a:lnTo>
                <a:lnTo>
                  <a:pt x="420636" y="35788"/>
                </a:lnTo>
                <a:lnTo>
                  <a:pt x="443776" y="33528"/>
                </a:lnTo>
                <a:lnTo>
                  <a:pt x="467728" y="35547"/>
                </a:lnTo>
                <a:lnTo>
                  <a:pt x="507631" y="52209"/>
                </a:lnTo>
                <a:lnTo>
                  <a:pt x="535952" y="86004"/>
                </a:lnTo>
                <a:lnTo>
                  <a:pt x="550329" y="134010"/>
                </a:lnTo>
                <a:lnTo>
                  <a:pt x="552069" y="163156"/>
                </a:lnTo>
                <a:lnTo>
                  <a:pt x="552069" y="44196"/>
                </a:lnTo>
                <a:lnTo>
                  <a:pt x="539762" y="33528"/>
                </a:lnTo>
                <a:lnTo>
                  <a:pt x="530009" y="25069"/>
                </a:lnTo>
                <a:lnTo>
                  <a:pt x="505117" y="11239"/>
                </a:lnTo>
                <a:lnTo>
                  <a:pt x="477393" y="2832"/>
                </a:lnTo>
                <a:lnTo>
                  <a:pt x="446824" y="0"/>
                </a:lnTo>
                <a:lnTo>
                  <a:pt x="413308" y="2857"/>
                </a:lnTo>
                <a:lnTo>
                  <a:pt x="357784" y="25717"/>
                </a:lnTo>
                <a:lnTo>
                  <a:pt x="317461" y="70370"/>
                </a:lnTo>
                <a:lnTo>
                  <a:pt x="296887" y="130467"/>
                </a:lnTo>
                <a:lnTo>
                  <a:pt x="294322" y="166204"/>
                </a:lnTo>
                <a:lnTo>
                  <a:pt x="296875" y="199986"/>
                </a:lnTo>
                <a:lnTo>
                  <a:pt x="316826" y="257213"/>
                </a:lnTo>
                <a:lnTo>
                  <a:pt x="355968" y="299821"/>
                </a:lnTo>
                <a:lnTo>
                  <a:pt x="409206" y="322059"/>
                </a:lnTo>
                <a:lnTo>
                  <a:pt x="440715" y="324891"/>
                </a:lnTo>
                <a:lnTo>
                  <a:pt x="473303" y="322059"/>
                </a:lnTo>
                <a:lnTo>
                  <a:pt x="502450" y="313651"/>
                </a:lnTo>
                <a:lnTo>
                  <a:pt x="528205" y="299821"/>
                </a:lnTo>
                <a:lnTo>
                  <a:pt x="538073" y="291363"/>
                </a:lnTo>
                <a:lnTo>
                  <a:pt x="550545" y="280695"/>
                </a:lnTo>
                <a:lnTo>
                  <a:pt x="568553" y="256019"/>
                </a:lnTo>
                <a:lnTo>
                  <a:pt x="581406" y="227647"/>
                </a:lnTo>
                <a:lnTo>
                  <a:pt x="589127" y="195275"/>
                </a:lnTo>
                <a:lnTo>
                  <a:pt x="591693" y="158584"/>
                </a:lnTo>
                <a:close/>
              </a:path>
              <a:path w="1605914" h="325119">
                <a:moveTo>
                  <a:pt x="866203" y="13716"/>
                </a:moveTo>
                <a:lnTo>
                  <a:pt x="851128" y="7708"/>
                </a:lnTo>
                <a:lnTo>
                  <a:pt x="833615" y="3429"/>
                </a:lnTo>
                <a:lnTo>
                  <a:pt x="814082" y="850"/>
                </a:lnTo>
                <a:lnTo>
                  <a:pt x="792962" y="0"/>
                </a:lnTo>
                <a:lnTo>
                  <a:pt x="759218" y="2882"/>
                </a:lnTo>
                <a:lnTo>
                  <a:pt x="701408" y="26365"/>
                </a:lnTo>
                <a:lnTo>
                  <a:pt x="657910" y="72136"/>
                </a:lnTo>
                <a:lnTo>
                  <a:pt x="635673" y="133273"/>
                </a:lnTo>
                <a:lnTo>
                  <a:pt x="632841" y="169252"/>
                </a:lnTo>
                <a:lnTo>
                  <a:pt x="635393" y="202158"/>
                </a:lnTo>
                <a:lnTo>
                  <a:pt x="655345" y="258762"/>
                </a:lnTo>
                <a:lnTo>
                  <a:pt x="694575" y="301104"/>
                </a:lnTo>
                <a:lnTo>
                  <a:pt x="748423" y="322300"/>
                </a:lnTo>
                <a:lnTo>
                  <a:pt x="780770" y="324891"/>
                </a:lnTo>
                <a:lnTo>
                  <a:pt x="805040" y="323748"/>
                </a:lnTo>
                <a:lnTo>
                  <a:pt x="827481" y="320319"/>
                </a:lnTo>
                <a:lnTo>
                  <a:pt x="847928" y="314604"/>
                </a:lnTo>
                <a:lnTo>
                  <a:pt x="866203" y="306603"/>
                </a:lnTo>
                <a:lnTo>
                  <a:pt x="866203" y="271462"/>
                </a:lnTo>
                <a:lnTo>
                  <a:pt x="848207" y="280403"/>
                </a:lnTo>
                <a:lnTo>
                  <a:pt x="828624" y="286600"/>
                </a:lnTo>
                <a:lnTo>
                  <a:pt x="807618" y="290207"/>
                </a:lnTo>
                <a:lnTo>
                  <a:pt x="785342" y="291363"/>
                </a:lnTo>
                <a:lnTo>
                  <a:pt x="760476" y="289344"/>
                </a:lnTo>
                <a:lnTo>
                  <a:pt x="719328" y="272681"/>
                </a:lnTo>
                <a:lnTo>
                  <a:pt x="689025" y="239166"/>
                </a:lnTo>
                <a:lnTo>
                  <a:pt x="672960" y="193408"/>
                </a:lnTo>
                <a:lnTo>
                  <a:pt x="670941" y="166204"/>
                </a:lnTo>
                <a:lnTo>
                  <a:pt x="672985" y="137922"/>
                </a:lnTo>
                <a:lnTo>
                  <a:pt x="689660" y="89916"/>
                </a:lnTo>
                <a:lnTo>
                  <a:pt x="722871" y="54140"/>
                </a:lnTo>
                <a:lnTo>
                  <a:pt x="766927" y="35814"/>
                </a:lnTo>
                <a:lnTo>
                  <a:pt x="792962" y="33528"/>
                </a:lnTo>
                <a:lnTo>
                  <a:pt x="812368" y="34671"/>
                </a:lnTo>
                <a:lnTo>
                  <a:pt x="831329" y="38100"/>
                </a:lnTo>
                <a:lnTo>
                  <a:pt x="849414" y="43815"/>
                </a:lnTo>
                <a:lnTo>
                  <a:pt x="866203" y="51816"/>
                </a:lnTo>
                <a:lnTo>
                  <a:pt x="866203" y="13716"/>
                </a:lnTo>
                <a:close/>
              </a:path>
              <a:path w="1605914" h="325119">
                <a:moveTo>
                  <a:pt x="1116330" y="6350"/>
                </a:moveTo>
                <a:lnTo>
                  <a:pt x="898309" y="6350"/>
                </a:lnTo>
                <a:lnTo>
                  <a:pt x="898309" y="38100"/>
                </a:lnTo>
                <a:lnTo>
                  <a:pt x="989749" y="38100"/>
                </a:lnTo>
                <a:lnTo>
                  <a:pt x="989749" y="320040"/>
                </a:lnTo>
                <a:lnTo>
                  <a:pt x="1026414" y="320040"/>
                </a:lnTo>
                <a:lnTo>
                  <a:pt x="1026414" y="38100"/>
                </a:lnTo>
                <a:lnTo>
                  <a:pt x="1116330" y="38100"/>
                </a:lnTo>
                <a:lnTo>
                  <a:pt x="1116330" y="6350"/>
                </a:lnTo>
                <a:close/>
              </a:path>
              <a:path w="1605914" h="325119">
                <a:moveTo>
                  <a:pt x="1369402" y="6096"/>
                </a:moveTo>
                <a:lnTo>
                  <a:pt x="1331302" y="6096"/>
                </a:lnTo>
                <a:lnTo>
                  <a:pt x="1258150" y="147929"/>
                </a:lnTo>
                <a:lnTo>
                  <a:pt x="1253578" y="155549"/>
                </a:lnTo>
                <a:lnTo>
                  <a:pt x="1250530" y="161645"/>
                </a:lnTo>
                <a:lnTo>
                  <a:pt x="1249006" y="166217"/>
                </a:lnTo>
                <a:lnTo>
                  <a:pt x="1244434" y="155549"/>
                </a:lnTo>
                <a:lnTo>
                  <a:pt x="1241386" y="149453"/>
                </a:lnTo>
                <a:lnTo>
                  <a:pt x="1241386" y="147929"/>
                </a:lnTo>
                <a:lnTo>
                  <a:pt x="1171194" y="6096"/>
                </a:lnTo>
                <a:lnTo>
                  <a:pt x="1128522" y="6096"/>
                </a:lnTo>
                <a:lnTo>
                  <a:pt x="1229106" y="204406"/>
                </a:lnTo>
                <a:lnTo>
                  <a:pt x="1229106" y="320332"/>
                </a:lnTo>
                <a:lnTo>
                  <a:pt x="1265770" y="320332"/>
                </a:lnTo>
                <a:lnTo>
                  <a:pt x="1265770" y="202882"/>
                </a:lnTo>
                <a:lnTo>
                  <a:pt x="1285087" y="166217"/>
                </a:lnTo>
                <a:lnTo>
                  <a:pt x="1369402" y="6096"/>
                </a:lnTo>
                <a:close/>
              </a:path>
              <a:path w="1605914" h="325119">
                <a:moveTo>
                  <a:pt x="1605826" y="99148"/>
                </a:moveTo>
                <a:lnTo>
                  <a:pt x="1598968" y="59677"/>
                </a:lnTo>
                <a:lnTo>
                  <a:pt x="1567726" y="22821"/>
                </a:lnTo>
                <a:lnTo>
                  <a:pt x="1567726" y="100672"/>
                </a:lnTo>
                <a:lnTo>
                  <a:pt x="1566341" y="115824"/>
                </a:lnTo>
                <a:lnTo>
                  <a:pt x="1547914" y="150964"/>
                </a:lnTo>
                <a:lnTo>
                  <a:pt x="1507363" y="166611"/>
                </a:lnTo>
                <a:lnTo>
                  <a:pt x="1489900" y="167728"/>
                </a:lnTo>
                <a:lnTo>
                  <a:pt x="1450276" y="167728"/>
                </a:lnTo>
                <a:lnTo>
                  <a:pt x="1450276" y="38100"/>
                </a:lnTo>
                <a:lnTo>
                  <a:pt x="1494472" y="38100"/>
                </a:lnTo>
                <a:lnTo>
                  <a:pt x="1526527" y="42075"/>
                </a:lnTo>
                <a:lnTo>
                  <a:pt x="1549425" y="53924"/>
                </a:lnTo>
                <a:lnTo>
                  <a:pt x="1563141" y="73507"/>
                </a:lnTo>
                <a:lnTo>
                  <a:pt x="1567726" y="100672"/>
                </a:lnTo>
                <a:lnTo>
                  <a:pt x="1567726" y="22821"/>
                </a:lnTo>
                <a:lnTo>
                  <a:pt x="1563243" y="19596"/>
                </a:lnTo>
                <a:lnTo>
                  <a:pt x="1545234" y="12001"/>
                </a:lnTo>
                <a:lnTo>
                  <a:pt x="1524342" y="7543"/>
                </a:lnTo>
                <a:lnTo>
                  <a:pt x="1500568" y="6096"/>
                </a:lnTo>
                <a:lnTo>
                  <a:pt x="1413700" y="6096"/>
                </a:lnTo>
                <a:lnTo>
                  <a:pt x="1413700" y="320332"/>
                </a:lnTo>
                <a:lnTo>
                  <a:pt x="1450276" y="320332"/>
                </a:lnTo>
                <a:lnTo>
                  <a:pt x="1450276" y="201358"/>
                </a:lnTo>
                <a:lnTo>
                  <a:pt x="1491424" y="201358"/>
                </a:lnTo>
                <a:lnTo>
                  <a:pt x="1539138" y="194310"/>
                </a:lnTo>
                <a:lnTo>
                  <a:pt x="1575346" y="172402"/>
                </a:lnTo>
                <a:lnTo>
                  <a:pt x="1579448" y="167728"/>
                </a:lnTo>
                <a:lnTo>
                  <a:pt x="1588465" y="157492"/>
                </a:lnTo>
                <a:lnTo>
                  <a:pt x="1598015" y="140309"/>
                </a:lnTo>
                <a:lnTo>
                  <a:pt x="1603844" y="120878"/>
                </a:lnTo>
                <a:lnTo>
                  <a:pt x="1605826" y="991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133814" y="2522981"/>
            <a:ext cx="2086610" cy="442595"/>
          </a:xfrm>
          <a:custGeom>
            <a:avLst/>
            <a:gdLst/>
            <a:ahLst/>
            <a:cxnLst/>
            <a:rect l="l" t="t" r="r" b="b"/>
            <a:pathLst>
              <a:path w="2086610" h="442594">
                <a:moveTo>
                  <a:pt x="166204" y="339217"/>
                </a:moveTo>
                <a:lnTo>
                  <a:pt x="36576" y="339217"/>
                </a:lnTo>
                <a:lnTo>
                  <a:pt x="36576" y="228727"/>
                </a:lnTo>
                <a:lnTo>
                  <a:pt x="149440" y="228727"/>
                </a:lnTo>
                <a:lnTo>
                  <a:pt x="149440" y="195707"/>
                </a:lnTo>
                <a:lnTo>
                  <a:pt x="36576" y="195707"/>
                </a:lnTo>
                <a:lnTo>
                  <a:pt x="36576" y="90297"/>
                </a:lnTo>
                <a:lnTo>
                  <a:pt x="158584" y="90297"/>
                </a:lnTo>
                <a:lnTo>
                  <a:pt x="158584" y="58547"/>
                </a:lnTo>
                <a:lnTo>
                  <a:pt x="0" y="58547"/>
                </a:lnTo>
                <a:lnTo>
                  <a:pt x="0" y="90297"/>
                </a:lnTo>
                <a:lnTo>
                  <a:pt x="0" y="195707"/>
                </a:lnTo>
                <a:lnTo>
                  <a:pt x="0" y="228727"/>
                </a:lnTo>
                <a:lnTo>
                  <a:pt x="0" y="339217"/>
                </a:lnTo>
                <a:lnTo>
                  <a:pt x="0" y="372237"/>
                </a:lnTo>
                <a:lnTo>
                  <a:pt x="166204" y="372237"/>
                </a:lnTo>
                <a:lnTo>
                  <a:pt x="166204" y="339217"/>
                </a:lnTo>
                <a:close/>
              </a:path>
              <a:path w="2086610" h="442594">
                <a:moveTo>
                  <a:pt x="620649" y="36677"/>
                </a:moveTo>
                <a:lnTo>
                  <a:pt x="202793" y="36677"/>
                </a:lnTo>
                <a:lnTo>
                  <a:pt x="202793" y="71729"/>
                </a:lnTo>
                <a:lnTo>
                  <a:pt x="411772" y="71729"/>
                </a:lnTo>
                <a:lnTo>
                  <a:pt x="382117" y="116738"/>
                </a:lnTo>
                <a:lnTo>
                  <a:pt x="349605" y="158750"/>
                </a:lnTo>
                <a:lnTo>
                  <a:pt x="314134" y="197777"/>
                </a:lnTo>
                <a:lnTo>
                  <a:pt x="275615" y="233883"/>
                </a:lnTo>
                <a:lnTo>
                  <a:pt x="233959" y="267106"/>
                </a:lnTo>
                <a:lnTo>
                  <a:pt x="189064" y="297472"/>
                </a:lnTo>
                <a:lnTo>
                  <a:pt x="195884" y="305473"/>
                </a:lnTo>
                <a:lnTo>
                  <a:pt x="202399" y="313486"/>
                </a:lnTo>
                <a:lnTo>
                  <a:pt x="208356" y="321513"/>
                </a:lnTo>
                <a:lnTo>
                  <a:pt x="213461" y="329577"/>
                </a:lnTo>
                <a:lnTo>
                  <a:pt x="253390" y="302069"/>
                </a:lnTo>
                <a:lnTo>
                  <a:pt x="290906" y="272605"/>
                </a:lnTo>
                <a:lnTo>
                  <a:pt x="326123" y="241020"/>
                </a:lnTo>
                <a:lnTo>
                  <a:pt x="359219" y="207162"/>
                </a:lnTo>
                <a:lnTo>
                  <a:pt x="390334" y="170891"/>
                </a:lnTo>
                <a:lnTo>
                  <a:pt x="390334" y="431774"/>
                </a:lnTo>
                <a:lnTo>
                  <a:pt x="428536" y="431774"/>
                </a:lnTo>
                <a:lnTo>
                  <a:pt x="428536" y="170891"/>
                </a:lnTo>
                <a:lnTo>
                  <a:pt x="428536" y="157175"/>
                </a:lnTo>
                <a:lnTo>
                  <a:pt x="402628" y="157175"/>
                </a:lnTo>
                <a:lnTo>
                  <a:pt x="434251" y="111023"/>
                </a:lnTo>
                <a:lnTo>
                  <a:pt x="447624" y="90652"/>
                </a:lnTo>
                <a:lnTo>
                  <a:pt x="459016" y="71729"/>
                </a:lnTo>
                <a:lnTo>
                  <a:pt x="620649" y="71729"/>
                </a:lnTo>
                <a:lnTo>
                  <a:pt x="620649" y="36677"/>
                </a:lnTo>
                <a:close/>
              </a:path>
              <a:path w="2086610" h="442594">
                <a:moveTo>
                  <a:pt x="629793" y="273088"/>
                </a:moveTo>
                <a:lnTo>
                  <a:pt x="591540" y="247040"/>
                </a:lnTo>
                <a:lnTo>
                  <a:pt x="552399" y="221411"/>
                </a:lnTo>
                <a:lnTo>
                  <a:pt x="472732" y="170891"/>
                </a:lnTo>
                <a:lnTo>
                  <a:pt x="449872" y="201371"/>
                </a:lnTo>
                <a:lnTo>
                  <a:pt x="484238" y="222592"/>
                </a:lnTo>
                <a:lnTo>
                  <a:pt x="521347" y="247357"/>
                </a:lnTo>
                <a:lnTo>
                  <a:pt x="561606" y="275831"/>
                </a:lnTo>
                <a:lnTo>
                  <a:pt x="605409" y="308140"/>
                </a:lnTo>
                <a:lnTo>
                  <a:pt x="629793" y="273088"/>
                </a:lnTo>
                <a:close/>
              </a:path>
              <a:path w="2086610" h="442594">
                <a:moveTo>
                  <a:pt x="820483" y="173926"/>
                </a:moveTo>
                <a:lnTo>
                  <a:pt x="718286" y="173926"/>
                </a:lnTo>
                <a:lnTo>
                  <a:pt x="718286" y="198310"/>
                </a:lnTo>
                <a:lnTo>
                  <a:pt x="820483" y="198310"/>
                </a:lnTo>
                <a:lnTo>
                  <a:pt x="820483" y="173926"/>
                </a:lnTo>
                <a:close/>
              </a:path>
              <a:path w="2086610" h="442594">
                <a:moveTo>
                  <a:pt x="820483" y="125158"/>
                </a:moveTo>
                <a:lnTo>
                  <a:pt x="718286" y="125158"/>
                </a:lnTo>
                <a:lnTo>
                  <a:pt x="718286" y="149542"/>
                </a:lnTo>
                <a:lnTo>
                  <a:pt x="820483" y="149542"/>
                </a:lnTo>
                <a:lnTo>
                  <a:pt x="820483" y="125158"/>
                </a:lnTo>
                <a:close/>
              </a:path>
              <a:path w="2086610" h="442594">
                <a:moveTo>
                  <a:pt x="1001941" y="173926"/>
                </a:moveTo>
                <a:lnTo>
                  <a:pt x="898207" y="173926"/>
                </a:lnTo>
                <a:lnTo>
                  <a:pt x="898207" y="198310"/>
                </a:lnTo>
                <a:lnTo>
                  <a:pt x="1001941" y="198310"/>
                </a:lnTo>
                <a:lnTo>
                  <a:pt x="1001941" y="173926"/>
                </a:lnTo>
                <a:close/>
              </a:path>
              <a:path w="2086610" h="442594">
                <a:moveTo>
                  <a:pt x="1001941" y="125158"/>
                </a:moveTo>
                <a:lnTo>
                  <a:pt x="898207" y="125158"/>
                </a:lnTo>
                <a:lnTo>
                  <a:pt x="898207" y="149542"/>
                </a:lnTo>
                <a:lnTo>
                  <a:pt x="1001941" y="149542"/>
                </a:lnTo>
                <a:lnTo>
                  <a:pt x="1001941" y="125158"/>
                </a:lnTo>
                <a:close/>
              </a:path>
              <a:path w="2086610" h="442594">
                <a:moveTo>
                  <a:pt x="1059853" y="73253"/>
                </a:moveTo>
                <a:lnTo>
                  <a:pt x="875347" y="73253"/>
                </a:lnTo>
                <a:lnTo>
                  <a:pt x="875347" y="47345"/>
                </a:lnTo>
                <a:lnTo>
                  <a:pt x="1035469" y="47345"/>
                </a:lnTo>
                <a:lnTo>
                  <a:pt x="1035469" y="19913"/>
                </a:lnTo>
                <a:lnTo>
                  <a:pt x="681697" y="19913"/>
                </a:lnTo>
                <a:lnTo>
                  <a:pt x="681697" y="47345"/>
                </a:lnTo>
                <a:lnTo>
                  <a:pt x="843343" y="47345"/>
                </a:lnTo>
                <a:lnTo>
                  <a:pt x="843343" y="73253"/>
                </a:lnTo>
                <a:lnTo>
                  <a:pt x="658749" y="73253"/>
                </a:lnTo>
                <a:lnTo>
                  <a:pt x="658749" y="154114"/>
                </a:lnTo>
                <a:lnTo>
                  <a:pt x="692365" y="154114"/>
                </a:lnTo>
                <a:lnTo>
                  <a:pt x="692365" y="99161"/>
                </a:lnTo>
                <a:lnTo>
                  <a:pt x="843343" y="99161"/>
                </a:lnTo>
                <a:lnTo>
                  <a:pt x="843343" y="204406"/>
                </a:lnTo>
                <a:lnTo>
                  <a:pt x="875347" y="204406"/>
                </a:lnTo>
                <a:lnTo>
                  <a:pt x="875347" y="99161"/>
                </a:lnTo>
                <a:lnTo>
                  <a:pt x="1026325" y="99161"/>
                </a:lnTo>
                <a:lnTo>
                  <a:pt x="1026325" y="154114"/>
                </a:lnTo>
                <a:lnTo>
                  <a:pt x="1059853" y="154114"/>
                </a:lnTo>
                <a:lnTo>
                  <a:pt x="1059853" y="99161"/>
                </a:lnTo>
                <a:lnTo>
                  <a:pt x="1059853" y="73253"/>
                </a:lnTo>
                <a:close/>
              </a:path>
              <a:path w="2086610" h="442594">
                <a:moveTo>
                  <a:pt x="1075093" y="224320"/>
                </a:moveTo>
                <a:lnTo>
                  <a:pt x="643509" y="224320"/>
                </a:lnTo>
                <a:lnTo>
                  <a:pt x="643509" y="251752"/>
                </a:lnTo>
                <a:lnTo>
                  <a:pt x="835723" y="251752"/>
                </a:lnTo>
                <a:lnTo>
                  <a:pt x="828103" y="285280"/>
                </a:lnTo>
                <a:lnTo>
                  <a:pt x="684745" y="285280"/>
                </a:lnTo>
                <a:lnTo>
                  <a:pt x="684745" y="428625"/>
                </a:lnTo>
                <a:lnTo>
                  <a:pt x="718286" y="428625"/>
                </a:lnTo>
                <a:lnTo>
                  <a:pt x="718286" y="312712"/>
                </a:lnTo>
                <a:lnTo>
                  <a:pt x="792962" y="312712"/>
                </a:lnTo>
                <a:lnTo>
                  <a:pt x="792962" y="416433"/>
                </a:lnTo>
                <a:lnTo>
                  <a:pt x="823531" y="416433"/>
                </a:lnTo>
                <a:lnTo>
                  <a:pt x="823531" y="312712"/>
                </a:lnTo>
                <a:lnTo>
                  <a:pt x="896683" y="312712"/>
                </a:lnTo>
                <a:lnTo>
                  <a:pt x="896683" y="416433"/>
                </a:lnTo>
                <a:lnTo>
                  <a:pt x="927163" y="416433"/>
                </a:lnTo>
                <a:lnTo>
                  <a:pt x="927163" y="312712"/>
                </a:lnTo>
                <a:lnTo>
                  <a:pt x="1003465" y="312712"/>
                </a:lnTo>
                <a:lnTo>
                  <a:pt x="1003465" y="376809"/>
                </a:lnTo>
                <a:lnTo>
                  <a:pt x="1002080" y="384810"/>
                </a:lnTo>
                <a:lnTo>
                  <a:pt x="998131" y="390525"/>
                </a:lnTo>
                <a:lnTo>
                  <a:pt x="991882" y="393954"/>
                </a:lnTo>
                <a:lnTo>
                  <a:pt x="983653" y="395097"/>
                </a:lnTo>
                <a:lnTo>
                  <a:pt x="974191" y="394843"/>
                </a:lnTo>
                <a:lnTo>
                  <a:pt x="964018" y="394144"/>
                </a:lnTo>
                <a:lnTo>
                  <a:pt x="940879" y="392049"/>
                </a:lnTo>
                <a:lnTo>
                  <a:pt x="942898" y="401789"/>
                </a:lnTo>
                <a:lnTo>
                  <a:pt x="944499" y="410527"/>
                </a:lnTo>
                <a:lnTo>
                  <a:pt x="946975" y="425577"/>
                </a:lnTo>
                <a:lnTo>
                  <a:pt x="959319" y="426466"/>
                </a:lnTo>
                <a:lnTo>
                  <a:pt x="971067" y="426910"/>
                </a:lnTo>
                <a:lnTo>
                  <a:pt x="982218" y="427088"/>
                </a:lnTo>
                <a:lnTo>
                  <a:pt x="992797" y="427101"/>
                </a:lnTo>
                <a:lnTo>
                  <a:pt x="1011910" y="424294"/>
                </a:lnTo>
                <a:lnTo>
                  <a:pt x="1036929" y="384810"/>
                </a:lnTo>
                <a:lnTo>
                  <a:pt x="1036993" y="312712"/>
                </a:lnTo>
                <a:lnTo>
                  <a:pt x="1036993" y="285280"/>
                </a:lnTo>
                <a:lnTo>
                  <a:pt x="860107" y="285280"/>
                </a:lnTo>
                <a:lnTo>
                  <a:pt x="869251" y="251752"/>
                </a:lnTo>
                <a:lnTo>
                  <a:pt x="1075093" y="251752"/>
                </a:lnTo>
                <a:lnTo>
                  <a:pt x="1075093" y="224320"/>
                </a:lnTo>
                <a:close/>
              </a:path>
              <a:path w="2086610" h="442594">
                <a:moveTo>
                  <a:pt x="1511338" y="15341"/>
                </a:moveTo>
                <a:lnTo>
                  <a:pt x="1346555" y="15341"/>
                </a:lnTo>
                <a:lnTo>
                  <a:pt x="1346555" y="44297"/>
                </a:lnTo>
                <a:lnTo>
                  <a:pt x="1346555" y="93065"/>
                </a:lnTo>
                <a:lnTo>
                  <a:pt x="1346555" y="120599"/>
                </a:lnTo>
                <a:lnTo>
                  <a:pt x="1346555" y="178511"/>
                </a:lnTo>
                <a:lnTo>
                  <a:pt x="1268831" y="178511"/>
                </a:lnTo>
                <a:lnTo>
                  <a:pt x="1268831" y="120599"/>
                </a:lnTo>
                <a:lnTo>
                  <a:pt x="1346555" y="120599"/>
                </a:lnTo>
                <a:lnTo>
                  <a:pt x="1346555" y="93065"/>
                </a:lnTo>
                <a:lnTo>
                  <a:pt x="1268831" y="93065"/>
                </a:lnTo>
                <a:lnTo>
                  <a:pt x="1268831" y="44297"/>
                </a:lnTo>
                <a:lnTo>
                  <a:pt x="1346555" y="44297"/>
                </a:lnTo>
                <a:lnTo>
                  <a:pt x="1346555" y="15341"/>
                </a:lnTo>
                <a:lnTo>
                  <a:pt x="1105662" y="15341"/>
                </a:lnTo>
                <a:lnTo>
                  <a:pt x="1105662" y="44297"/>
                </a:lnTo>
                <a:lnTo>
                  <a:pt x="1236827" y="44297"/>
                </a:lnTo>
                <a:lnTo>
                  <a:pt x="1236827" y="93065"/>
                </a:lnTo>
                <a:lnTo>
                  <a:pt x="1236827" y="120599"/>
                </a:lnTo>
                <a:lnTo>
                  <a:pt x="1236827" y="178511"/>
                </a:lnTo>
                <a:lnTo>
                  <a:pt x="1159002" y="178511"/>
                </a:lnTo>
                <a:lnTo>
                  <a:pt x="1159002" y="120599"/>
                </a:lnTo>
                <a:lnTo>
                  <a:pt x="1236827" y="120599"/>
                </a:lnTo>
                <a:lnTo>
                  <a:pt x="1236827" y="93065"/>
                </a:lnTo>
                <a:lnTo>
                  <a:pt x="1126998" y="93065"/>
                </a:lnTo>
                <a:lnTo>
                  <a:pt x="1126998" y="222796"/>
                </a:lnTo>
                <a:lnTo>
                  <a:pt x="1159002" y="222796"/>
                </a:lnTo>
                <a:lnTo>
                  <a:pt x="1159002" y="205943"/>
                </a:lnTo>
                <a:lnTo>
                  <a:pt x="1456372" y="205943"/>
                </a:lnTo>
                <a:lnTo>
                  <a:pt x="1456372" y="222796"/>
                </a:lnTo>
                <a:lnTo>
                  <a:pt x="1489900" y="222796"/>
                </a:lnTo>
                <a:lnTo>
                  <a:pt x="1489900" y="205943"/>
                </a:lnTo>
                <a:lnTo>
                  <a:pt x="1489900" y="178511"/>
                </a:lnTo>
                <a:lnTo>
                  <a:pt x="1489900" y="120599"/>
                </a:lnTo>
                <a:lnTo>
                  <a:pt x="1489900" y="93065"/>
                </a:lnTo>
                <a:lnTo>
                  <a:pt x="1456372" y="93065"/>
                </a:lnTo>
                <a:lnTo>
                  <a:pt x="1456372" y="120599"/>
                </a:lnTo>
                <a:lnTo>
                  <a:pt x="1456372" y="178511"/>
                </a:lnTo>
                <a:lnTo>
                  <a:pt x="1378648" y="178511"/>
                </a:lnTo>
                <a:lnTo>
                  <a:pt x="1378648" y="120599"/>
                </a:lnTo>
                <a:lnTo>
                  <a:pt x="1456372" y="120599"/>
                </a:lnTo>
                <a:lnTo>
                  <a:pt x="1456372" y="93065"/>
                </a:lnTo>
                <a:lnTo>
                  <a:pt x="1378648" y="93065"/>
                </a:lnTo>
                <a:lnTo>
                  <a:pt x="1378648" y="44297"/>
                </a:lnTo>
                <a:lnTo>
                  <a:pt x="1511338" y="44297"/>
                </a:lnTo>
                <a:lnTo>
                  <a:pt x="1511338" y="15341"/>
                </a:lnTo>
                <a:close/>
              </a:path>
              <a:path w="2086610" h="442594">
                <a:moveTo>
                  <a:pt x="1525054" y="250228"/>
                </a:moveTo>
                <a:lnTo>
                  <a:pt x="1383220" y="250228"/>
                </a:lnTo>
                <a:lnTo>
                  <a:pt x="1383220" y="279184"/>
                </a:lnTo>
                <a:lnTo>
                  <a:pt x="1370355" y="296875"/>
                </a:lnTo>
                <a:lnTo>
                  <a:pt x="1354937" y="313296"/>
                </a:lnTo>
                <a:lnTo>
                  <a:pt x="1337259" y="328307"/>
                </a:lnTo>
                <a:lnTo>
                  <a:pt x="1317599" y="341769"/>
                </a:lnTo>
                <a:lnTo>
                  <a:pt x="1241259" y="318960"/>
                </a:lnTo>
                <a:lnTo>
                  <a:pt x="1216914" y="311188"/>
                </a:lnTo>
                <a:lnTo>
                  <a:pt x="1222629" y="303834"/>
                </a:lnTo>
                <a:lnTo>
                  <a:pt x="1228356" y="295757"/>
                </a:lnTo>
                <a:lnTo>
                  <a:pt x="1234097" y="287401"/>
                </a:lnTo>
                <a:lnTo>
                  <a:pt x="1239875" y="279184"/>
                </a:lnTo>
                <a:lnTo>
                  <a:pt x="1383220" y="279184"/>
                </a:lnTo>
                <a:lnTo>
                  <a:pt x="1383220" y="250228"/>
                </a:lnTo>
                <a:lnTo>
                  <a:pt x="1261211" y="250228"/>
                </a:lnTo>
                <a:lnTo>
                  <a:pt x="1265796" y="242493"/>
                </a:lnTo>
                <a:lnTo>
                  <a:pt x="1270546" y="235165"/>
                </a:lnTo>
                <a:lnTo>
                  <a:pt x="1275562" y="228117"/>
                </a:lnTo>
                <a:lnTo>
                  <a:pt x="1281023" y="221183"/>
                </a:lnTo>
                <a:lnTo>
                  <a:pt x="1245971" y="207467"/>
                </a:lnTo>
                <a:lnTo>
                  <a:pt x="1234300" y="228841"/>
                </a:lnTo>
                <a:lnTo>
                  <a:pt x="1228102" y="239687"/>
                </a:lnTo>
                <a:lnTo>
                  <a:pt x="1221486" y="250228"/>
                </a:lnTo>
                <a:lnTo>
                  <a:pt x="1090320" y="250228"/>
                </a:lnTo>
                <a:lnTo>
                  <a:pt x="1090320" y="279184"/>
                </a:lnTo>
                <a:lnTo>
                  <a:pt x="1201674" y="279184"/>
                </a:lnTo>
                <a:lnTo>
                  <a:pt x="1193406" y="290855"/>
                </a:lnTo>
                <a:lnTo>
                  <a:pt x="1184719" y="302818"/>
                </a:lnTo>
                <a:lnTo>
                  <a:pt x="1175740" y="314794"/>
                </a:lnTo>
                <a:lnTo>
                  <a:pt x="1166622" y="326529"/>
                </a:lnTo>
                <a:lnTo>
                  <a:pt x="1249857" y="353314"/>
                </a:lnTo>
                <a:lnTo>
                  <a:pt x="1200543" y="384632"/>
                </a:lnTo>
                <a:lnTo>
                  <a:pt x="1155052" y="393077"/>
                </a:lnTo>
                <a:lnTo>
                  <a:pt x="1104138" y="399681"/>
                </a:lnTo>
                <a:lnTo>
                  <a:pt x="1108684" y="407911"/>
                </a:lnTo>
                <a:lnTo>
                  <a:pt x="1113091" y="416445"/>
                </a:lnTo>
                <a:lnTo>
                  <a:pt x="1117206" y="425005"/>
                </a:lnTo>
                <a:lnTo>
                  <a:pt x="1120902" y="433298"/>
                </a:lnTo>
                <a:lnTo>
                  <a:pt x="1179779" y="423786"/>
                </a:lnTo>
                <a:lnTo>
                  <a:pt x="1232966" y="411302"/>
                </a:lnTo>
                <a:lnTo>
                  <a:pt x="1280426" y="395693"/>
                </a:lnTo>
                <a:lnTo>
                  <a:pt x="1322171" y="376821"/>
                </a:lnTo>
                <a:lnTo>
                  <a:pt x="1476184" y="430250"/>
                </a:lnTo>
                <a:lnTo>
                  <a:pt x="1495996" y="396633"/>
                </a:lnTo>
                <a:lnTo>
                  <a:pt x="1433004" y="376821"/>
                </a:lnTo>
                <a:lnTo>
                  <a:pt x="1358747" y="353961"/>
                </a:lnTo>
                <a:lnTo>
                  <a:pt x="1373835" y="341769"/>
                </a:lnTo>
                <a:lnTo>
                  <a:pt x="1378254" y="338201"/>
                </a:lnTo>
                <a:lnTo>
                  <a:pt x="1395590" y="320573"/>
                </a:lnTo>
                <a:lnTo>
                  <a:pt x="1410919" y="300939"/>
                </a:lnTo>
                <a:lnTo>
                  <a:pt x="1424368" y="279184"/>
                </a:lnTo>
                <a:lnTo>
                  <a:pt x="1525054" y="279184"/>
                </a:lnTo>
                <a:lnTo>
                  <a:pt x="1525054" y="250228"/>
                </a:lnTo>
                <a:close/>
              </a:path>
              <a:path w="2086610" h="442594">
                <a:moveTo>
                  <a:pt x="1714119" y="0"/>
                </a:moveTo>
                <a:lnTo>
                  <a:pt x="1682115" y="0"/>
                </a:lnTo>
                <a:lnTo>
                  <a:pt x="1682115" y="44297"/>
                </a:lnTo>
                <a:lnTo>
                  <a:pt x="1553997" y="44297"/>
                </a:lnTo>
                <a:lnTo>
                  <a:pt x="1553997" y="71729"/>
                </a:lnTo>
                <a:lnTo>
                  <a:pt x="1682115" y="71729"/>
                </a:lnTo>
                <a:lnTo>
                  <a:pt x="1682115" y="102209"/>
                </a:lnTo>
                <a:lnTo>
                  <a:pt x="1579575" y="120726"/>
                </a:lnTo>
                <a:lnTo>
                  <a:pt x="1541805" y="126682"/>
                </a:lnTo>
                <a:lnTo>
                  <a:pt x="1550949" y="160210"/>
                </a:lnTo>
                <a:lnTo>
                  <a:pt x="1582369" y="153352"/>
                </a:lnTo>
                <a:lnTo>
                  <a:pt x="1682115" y="132778"/>
                </a:lnTo>
                <a:lnTo>
                  <a:pt x="1682115" y="164782"/>
                </a:lnTo>
                <a:lnTo>
                  <a:pt x="1714119" y="164782"/>
                </a:lnTo>
                <a:lnTo>
                  <a:pt x="1714119" y="132778"/>
                </a:lnTo>
                <a:lnTo>
                  <a:pt x="1714119" y="0"/>
                </a:lnTo>
                <a:close/>
              </a:path>
              <a:path w="2086610" h="442594">
                <a:moveTo>
                  <a:pt x="1912340" y="187642"/>
                </a:moveTo>
                <a:lnTo>
                  <a:pt x="1877288" y="187642"/>
                </a:lnTo>
                <a:lnTo>
                  <a:pt x="1877288" y="216598"/>
                </a:lnTo>
                <a:lnTo>
                  <a:pt x="1877288" y="253276"/>
                </a:lnTo>
                <a:lnTo>
                  <a:pt x="1877288" y="280708"/>
                </a:lnTo>
                <a:lnTo>
                  <a:pt x="1877288" y="317284"/>
                </a:lnTo>
                <a:lnTo>
                  <a:pt x="1636306" y="317284"/>
                </a:lnTo>
                <a:lnTo>
                  <a:pt x="1636306" y="280708"/>
                </a:lnTo>
                <a:lnTo>
                  <a:pt x="1877288" y="280708"/>
                </a:lnTo>
                <a:lnTo>
                  <a:pt x="1877288" y="253276"/>
                </a:lnTo>
                <a:lnTo>
                  <a:pt x="1636306" y="253276"/>
                </a:lnTo>
                <a:lnTo>
                  <a:pt x="1636306" y="216598"/>
                </a:lnTo>
                <a:lnTo>
                  <a:pt x="1877288" y="216598"/>
                </a:lnTo>
                <a:lnTo>
                  <a:pt x="1877288" y="187642"/>
                </a:lnTo>
                <a:lnTo>
                  <a:pt x="1602765" y="187642"/>
                </a:lnTo>
                <a:lnTo>
                  <a:pt x="1602765" y="428625"/>
                </a:lnTo>
                <a:lnTo>
                  <a:pt x="1636306" y="428625"/>
                </a:lnTo>
                <a:lnTo>
                  <a:pt x="1636306" y="344805"/>
                </a:lnTo>
                <a:lnTo>
                  <a:pt x="1877288" y="344805"/>
                </a:lnTo>
                <a:lnTo>
                  <a:pt x="1877288" y="364617"/>
                </a:lnTo>
                <a:lnTo>
                  <a:pt x="1875523" y="376618"/>
                </a:lnTo>
                <a:lnTo>
                  <a:pt x="1870049" y="385191"/>
                </a:lnTo>
                <a:lnTo>
                  <a:pt x="1860562" y="390334"/>
                </a:lnTo>
                <a:lnTo>
                  <a:pt x="1846808" y="392049"/>
                </a:lnTo>
                <a:lnTo>
                  <a:pt x="1825104" y="391795"/>
                </a:lnTo>
                <a:lnTo>
                  <a:pt x="1803552" y="391096"/>
                </a:lnTo>
                <a:lnTo>
                  <a:pt x="1761363" y="389001"/>
                </a:lnTo>
                <a:lnTo>
                  <a:pt x="1763382" y="398767"/>
                </a:lnTo>
                <a:lnTo>
                  <a:pt x="1764982" y="407670"/>
                </a:lnTo>
                <a:lnTo>
                  <a:pt x="1766290" y="416013"/>
                </a:lnTo>
                <a:lnTo>
                  <a:pt x="1767459" y="424053"/>
                </a:lnTo>
                <a:lnTo>
                  <a:pt x="1790941" y="424942"/>
                </a:lnTo>
                <a:lnTo>
                  <a:pt x="1813267" y="425386"/>
                </a:lnTo>
                <a:lnTo>
                  <a:pt x="1854428" y="425577"/>
                </a:lnTo>
                <a:lnTo>
                  <a:pt x="1879549" y="422173"/>
                </a:lnTo>
                <a:lnTo>
                  <a:pt x="1897672" y="412051"/>
                </a:lnTo>
                <a:lnTo>
                  <a:pt x="1908644" y="395363"/>
                </a:lnTo>
                <a:lnTo>
                  <a:pt x="1909165" y="392049"/>
                </a:lnTo>
                <a:lnTo>
                  <a:pt x="1912340" y="372237"/>
                </a:lnTo>
                <a:lnTo>
                  <a:pt x="1912340" y="216598"/>
                </a:lnTo>
                <a:lnTo>
                  <a:pt x="1912340" y="187642"/>
                </a:lnTo>
                <a:close/>
              </a:path>
              <a:path w="2086610" h="442594">
                <a:moveTo>
                  <a:pt x="1973389" y="88493"/>
                </a:moveTo>
                <a:lnTo>
                  <a:pt x="1963648" y="85090"/>
                </a:lnTo>
                <a:lnTo>
                  <a:pt x="1947024" y="78854"/>
                </a:lnTo>
                <a:lnTo>
                  <a:pt x="1939861" y="76301"/>
                </a:lnTo>
                <a:lnTo>
                  <a:pt x="1932241" y="117449"/>
                </a:lnTo>
                <a:lnTo>
                  <a:pt x="1903196" y="132778"/>
                </a:lnTo>
                <a:lnTo>
                  <a:pt x="1845284" y="132778"/>
                </a:lnTo>
                <a:lnTo>
                  <a:pt x="1833283" y="131330"/>
                </a:lnTo>
                <a:lnTo>
                  <a:pt x="1824710" y="126873"/>
                </a:lnTo>
                <a:lnTo>
                  <a:pt x="1819567" y="119240"/>
                </a:lnTo>
                <a:lnTo>
                  <a:pt x="1817852" y="108305"/>
                </a:lnTo>
                <a:lnTo>
                  <a:pt x="1817852" y="90017"/>
                </a:lnTo>
                <a:lnTo>
                  <a:pt x="1927796" y="62585"/>
                </a:lnTo>
                <a:lnTo>
                  <a:pt x="1958149" y="54965"/>
                </a:lnTo>
                <a:lnTo>
                  <a:pt x="1945957" y="26009"/>
                </a:lnTo>
                <a:lnTo>
                  <a:pt x="1913039" y="36004"/>
                </a:lnTo>
                <a:lnTo>
                  <a:pt x="1880717" y="45440"/>
                </a:lnTo>
                <a:lnTo>
                  <a:pt x="1848993" y="54292"/>
                </a:lnTo>
                <a:lnTo>
                  <a:pt x="1817852" y="62585"/>
                </a:lnTo>
                <a:lnTo>
                  <a:pt x="1817852" y="0"/>
                </a:lnTo>
                <a:lnTo>
                  <a:pt x="1784223" y="0"/>
                </a:lnTo>
                <a:lnTo>
                  <a:pt x="1784223" y="111353"/>
                </a:lnTo>
                <a:lnTo>
                  <a:pt x="1787664" y="133413"/>
                </a:lnTo>
                <a:lnTo>
                  <a:pt x="1797989" y="149161"/>
                </a:lnTo>
                <a:lnTo>
                  <a:pt x="1815160" y="158597"/>
                </a:lnTo>
                <a:lnTo>
                  <a:pt x="1839188" y="161734"/>
                </a:lnTo>
                <a:lnTo>
                  <a:pt x="1912340" y="161734"/>
                </a:lnTo>
                <a:lnTo>
                  <a:pt x="1954644" y="145669"/>
                </a:lnTo>
                <a:lnTo>
                  <a:pt x="1967293" y="113499"/>
                </a:lnTo>
                <a:lnTo>
                  <a:pt x="1973389" y="88493"/>
                </a:lnTo>
                <a:close/>
              </a:path>
              <a:path w="2086610" h="442594">
                <a:moveTo>
                  <a:pt x="2086267" y="251752"/>
                </a:moveTo>
                <a:lnTo>
                  <a:pt x="2082203" y="196799"/>
                </a:lnTo>
                <a:lnTo>
                  <a:pt x="2069833" y="146278"/>
                </a:lnTo>
                <a:lnTo>
                  <a:pt x="2048891" y="100063"/>
                </a:lnTo>
                <a:lnTo>
                  <a:pt x="2019109" y="58013"/>
                </a:lnTo>
                <a:lnTo>
                  <a:pt x="1985581" y="58013"/>
                </a:lnTo>
                <a:lnTo>
                  <a:pt x="2015591" y="100914"/>
                </a:lnTo>
                <a:lnTo>
                  <a:pt x="2037016" y="147421"/>
                </a:lnTo>
                <a:lnTo>
                  <a:pt x="2049881" y="197650"/>
                </a:lnTo>
                <a:lnTo>
                  <a:pt x="2054161" y="251752"/>
                </a:lnTo>
                <a:lnTo>
                  <a:pt x="2050110" y="304888"/>
                </a:lnTo>
                <a:lnTo>
                  <a:pt x="2037778" y="354495"/>
                </a:lnTo>
                <a:lnTo>
                  <a:pt x="2016874" y="400392"/>
                </a:lnTo>
                <a:lnTo>
                  <a:pt x="1987105" y="442442"/>
                </a:lnTo>
                <a:lnTo>
                  <a:pt x="2019109" y="442442"/>
                </a:lnTo>
                <a:lnTo>
                  <a:pt x="2048891" y="402120"/>
                </a:lnTo>
                <a:lnTo>
                  <a:pt x="2069833" y="356806"/>
                </a:lnTo>
                <a:lnTo>
                  <a:pt x="2082203" y="306654"/>
                </a:lnTo>
                <a:lnTo>
                  <a:pt x="2086267" y="25175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1297584" y="3168306"/>
            <a:ext cx="866775" cy="433705"/>
          </a:xfrm>
          <a:custGeom>
            <a:avLst/>
            <a:gdLst/>
            <a:ahLst/>
            <a:cxnLst/>
            <a:rect l="l" t="t" r="r" b="b"/>
            <a:pathLst>
              <a:path w="866775" h="433704">
                <a:moveTo>
                  <a:pt x="88480" y="257746"/>
                </a:moveTo>
                <a:lnTo>
                  <a:pt x="79362" y="254558"/>
                </a:lnTo>
                <a:lnTo>
                  <a:pt x="70383" y="251650"/>
                </a:lnTo>
                <a:lnTo>
                  <a:pt x="61696" y="248742"/>
                </a:lnTo>
                <a:lnTo>
                  <a:pt x="53428" y="245554"/>
                </a:lnTo>
                <a:lnTo>
                  <a:pt x="43129" y="292188"/>
                </a:lnTo>
                <a:lnTo>
                  <a:pt x="32664" y="335953"/>
                </a:lnTo>
                <a:lnTo>
                  <a:pt x="21920" y="376720"/>
                </a:lnTo>
                <a:lnTo>
                  <a:pt x="10668" y="414909"/>
                </a:lnTo>
                <a:lnTo>
                  <a:pt x="48856" y="427101"/>
                </a:lnTo>
                <a:lnTo>
                  <a:pt x="57416" y="388188"/>
                </a:lnTo>
                <a:lnTo>
                  <a:pt x="66954" y="347002"/>
                </a:lnTo>
                <a:lnTo>
                  <a:pt x="77368" y="303517"/>
                </a:lnTo>
                <a:lnTo>
                  <a:pt x="88480" y="257746"/>
                </a:lnTo>
                <a:close/>
              </a:path>
              <a:path w="866775" h="433704">
                <a:moveTo>
                  <a:pt x="99148" y="178396"/>
                </a:moveTo>
                <a:lnTo>
                  <a:pt x="77152" y="160108"/>
                </a:lnTo>
                <a:lnTo>
                  <a:pt x="56857" y="144106"/>
                </a:lnTo>
                <a:lnTo>
                  <a:pt x="38290" y="130390"/>
                </a:lnTo>
                <a:lnTo>
                  <a:pt x="21424" y="118960"/>
                </a:lnTo>
                <a:lnTo>
                  <a:pt x="0" y="143344"/>
                </a:lnTo>
                <a:lnTo>
                  <a:pt x="14871" y="155041"/>
                </a:lnTo>
                <a:lnTo>
                  <a:pt x="32054" y="169456"/>
                </a:lnTo>
                <a:lnTo>
                  <a:pt x="51511" y="186474"/>
                </a:lnTo>
                <a:lnTo>
                  <a:pt x="73240" y="205930"/>
                </a:lnTo>
                <a:lnTo>
                  <a:pt x="79006" y="200774"/>
                </a:lnTo>
                <a:lnTo>
                  <a:pt x="85051" y="194449"/>
                </a:lnTo>
                <a:lnTo>
                  <a:pt x="91681" y="186994"/>
                </a:lnTo>
                <a:lnTo>
                  <a:pt x="99148" y="178396"/>
                </a:lnTo>
                <a:close/>
              </a:path>
              <a:path w="866775" h="433704">
                <a:moveTo>
                  <a:pt x="114401" y="68580"/>
                </a:moveTo>
                <a:lnTo>
                  <a:pt x="96088" y="51714"/>
                </a:lnTo>
                <a:lnTo>
                  <a:pt x="77622" y="35433"/>
                </a:lnTo>
                <a:lnTo>
                  <a:pt x="58889" y="19710"/>
                </a:lnTo>
                <a:lnTo>
                  <a:pt x="39712" y="4572"/>
                </a:lnTo>
                <a:lnTo>
                  <a:pt x="16764" y="28956"/>
                </a:lnTo>
                <a:lnTo>
                  <a:pt x="32512" y="42621"/>
                </a:lnTo>
                <a:lnTo>
                  <a:pt x="49809" y="58293"/>
                </a:lnTo>
                <a:lnTo>
                  <a:pt x="68503" y="75679"/>
                </a:lnTo>
                <a:lnTo>
                  <a:pt x="88480" y="94488"/>
                </a:lnTo>
                <a:lnTo>
                  <a:pt x="114401" y="68580"/>
                </a:lnTo>
                <a:close/>
              </a:path>
              <a:path w="866775" h="433704">
                <a:moveTo>
                  <a:pt x="202882" y="272986"/>
                </a:moveTo>
                <a:lnTo>
                  <a:pt x="172402" y="259270"/>
                </a:lnTo>
                <a:lnTo>
                  <a:pt x="161505" y="287286"/>
                </a:lnTo>
                <a:lnTo>
                  <a:pt x="149301" y="314185"/>
                </a:lnTo>
                <a:lnTo>
                  <a:pt x="135674" y="339928"/>
                </a:lnTo>
                <a:lnTo>
                  <a:pt x="120497" y="364528"/>
                </a:lnTo>
                <a:lnTo>
                  <a:pt x="136309" y="371386"/>
                </a:lnTo>
                <a:lnTo>
                  <a:pt x="143852" y="374815"/>
                </a:lnTo>
                <a:lnTo>
                  <a:pt x="150977" y="378244"/>
                </a:lnTo>
                <a:lnTo>
                  <a:pt x="165341" y="354520"/>
                </a:lnTo>
                <a:lnTo>
                  <a:pt x="178676" y="329082"/>
                </a:lnTo>
                <a:lnTo>
                  <a:pt x="191147" y="301904"/>
                </a:lnTo>
                <a:lnTo>
                  <a:pt x="202882" y="272986"/>
                </a:lnTo>
                <a:close/>
              </a:path>
              <a:path w="866775" h="433704">
                <a:moveTo>
                  <a:pt x="271462" y="212026"/>
                </a:moveTo>
                <a:lnTo>
                  <a:pt x="237934" y="212026"/>
                </a:lnTo>
                <a:lnTo>
                  <a:pt x="237934" y="366052"/>
                </a:lnTo>
                <a:lnTo>
                  <a:pt x="236220" y="377164"/>
                </a:lnTo>
                <a:lnTo>
                  <a:pt x="231076" y="385292"/>
                </a:lnTo>
                <a:lnTo>
                  <a:pt x="222504" y="390258"/>
                </a:lnTo>
                <a:lnTo>
                  <a:pt x="210502" y="391960"/>
                </a:lnTo>
                <a:lnTo>
                  <a:pt x="199313" y="391693"/>
                </a:lnTo>
                <a:lnTo>
                  <a:pt x="188404" y="391007"/>
                </a:lnTo>
                <a:lnTo>
                  <a:pt x="177495" y="390029"/>
                </a:lnTo>
                <a:lnTo>
                  <a:pt x="166306" y="388912"/>
                </a:lnTo>
                <a:lnTo>
                  <a:pt x="168325" y="397891"/>
                </a:lnTo>
                <a:lnTo>
                  <a:pt x="170116" y="407047"/>
                </a:lnTo>
                <a:lnTo>
                  <a:pt x="171881" y="415772"/>
                </a:lnTo>
                <a:lnTo>
                  <a:pt x="173926" y="424053"/>
                </a:lnTo>
                <a:lnTo>
                  <a:pt x="184518" y="424294"/>
                </a:lnTo>
                <a:lnTo>
                  <a:pt x="208000" y="425335"/>
                </a:lnTo>
                <a:lnTo>
                  <a:pt x="258889" y="413181"/>
                </a:lnTo>
                <a:lnTo>
                  <a:pt x="269201" y="391960"/>
                </a:lnTo>
                <a:lnTo>
                  <a:pt x="271399" y="377164"/>
                </a:lnTo>
                <a:lnTo>
                  <a:pt x="271462" y="212026"/>
                </a:lnTo>
                <a:close/>
              </a:path>
              <a:path w="866775" h="433704">
                <a:moveTo>
                  <a:pt x="350812" y="375196"/>
                </a:moveTo>
                <a:lnTo>
                  <a:pt x="341668" y="346265"/>
                </a:lnTo>
                <a:lnTo>
                  <a:pt x="332524" y="318757"/>
                </a:lnTo>
                <a:lnTo>
                  <a:pt x="323380" y="292379"/>
                </a:lnTo>
                <a:lnTo>
                  <a:pt x="314236" y="266890"/>
                </a:lnTo>
                <a:lnTo>
                  <a:pt x="285178" y="277558"/>
                </a:lnTo>
                <a:lnTo>
                  <a:pt x="294093" y="304165"/>
                </a:lnTo>
                <a:lnTo>
                  <a:pt x="302412" y="331177"/>
                </a:lnTo>
                <a:lnTo>
                  <a:pt x="310134" y="358444"/>
                </a:lnTo>
                <a:lnTo>
                  <a:pt x="317284" y="385864"/>
                </a:lnTo>
                <a:lnTo>
                  <a:pt x="350812" y="375196"/>
                </a:lnTo>
                <a:close/>
              </a:path>
              <a:path w="866775" h="433704">
                <a:moveTo>
                  <a:pt x="427012" y="359956"/>
                </a:moveTo>
                <a:lnTo>
                  <a:pt x="413004" y="333641"/>
                </a:lnTo>
                <a:lnTo>
                  <a:pt x="398437" y="307327"/>
                </a:lnTo>
                <a:lnTo>
                  <a:pt x="383286" y="281000"/>
                </a:lnTo>
                <a:lnTo>
                  <a:pt x="367576" y="254698"/>
                </a:lnTo>
                <a:lnTo>
                  <a:pt x="340144" y="268414"/>
                </a:lnTo>
                <a:lnTo>
                  <a:pt x="356666" y="298208"/>
                </a:lnTo>
                <a:lnTo>
                  <a:pt x="371767" y="325843"/>
                </a:lnTo>
                <a:lnTo>
                  <a:pt x="385140" y="351447"/>
                </a:lnTo>
                <a:lnTo>
                  <a:pt x="396532" y="375196"/>
                </a:lnTo>
                <a:lnTo>
                  <a:pt x="427012" y="359956"/>
                </a:lnTo>
                <a:close/>
              </a:path>
              <a:path w="866775" h="433704">
                <a:moveTo>
                  <a:pt x="439293" y="237934"/>
                </a:moveTo>
                <a:lnTo>
                  <a:pt x="403758" y="224180"/>
                </a:lnTo>
                <a:lnTo>
                  <a:pt x="372529" y="205689"/>
                </a:lnTo>
                <a:lnTo>
                  <a:pt x="345325" y="182346"/>
                </a:lnTo>
                <a:lnTo>
                  <a:pt x="321856" y="154012"/>
                </a:lnTo>
                <a:lnTo>
                  <a:pt x="425488" y="154012"/>
                </a:lnTo>
                <a:lnTo>
                  <a:pt x="425488" y="123532"/>
                </a:lnTo>
                <a:lnTo>
                  <a:pt x="260794" y="123532"/>
                </a:lnTo>
                <a:lnTo>
                  <a:pt x="265087" y="108978"/>
                </a:lnTo>
                <a:lnTo>
                  <a:pt x="268795" y="92824"/>
                </a:lnTo>
                <a:lnTo>
                  <a:pt x="271945" y="75234"/>
                </a:lnTo>
                <a:lnTo>
                  <a:pt x="274510" y="56388"/>
                </a:lnTo>
                <a:lnTo>
                  <a:pt x="404152" y="56388"/>
                </a:lnTo>
                <a:lnTo>
                  <a:pt x="404152" y="25908"/>
                </a:lnTo>
                <a:lnTo>
                  <a:pt x="141833" y="25908"/>
                </a:lnTo>
                <a:lnTo>
                  <a:pt x="141833" y="56388"/>
                </a:lnTo>
                <a:lnTo>
                  <a:pt x="240982" y="56388"/>
                </a:lnTo>
                <a:lnTo>
                  <a:pt x="238150" y="74383"/>
                </a:lnTo>
                <a:lnTo>
                  <a:pt x="234315" y="91681"/>
                </a:lnTo>
                <a:lnTo>
                  <a:pt x="229628" y="108115"/>
                </a:lnTo>
                <a:lnTo>
                  <a:pt x="224218" y="123532"/>
                </a:lnTo>
                <a:lnTo>
                  <a:pt x="118973" y="123532"/>
                </a:lnTo>
                <a:lnTo>
                  <a:pt x="118973" y="154012"/>
                </a:lnTo>
                <a:lnTo>
                  <a:pt x="208978" y="154012"/>
                </a:lnTo>
                <a:lnTo>
                  <a:pt x="190106" y="178866"/>
                </a:lnTo>
                <a:lnTo>
                  <a:pt x="165493" y="203022"/>
                </a:lnTo>
                <a:lnTo>
                  <a:pt x="135178" y="226326"/>
                </a:lnTo>
                <a:lnTo>
                  <a:pt x="99148" y="248602"/>
                </a:lnTo>
                <a:lnTo>
                  <a:pt x="105727" y="256336"/>
                </a:lnTo>
                <a:lnTo>
                  <a:pt x="111734" y="263652"/>
                </a:lnTo>
                <a:lnTo>
                  <a:pt x="117157" y="270675"/>
                </a:lnTo>
                <a:lnTo>
                  <a:pt x="122021" y="277558"/>
                </a:lnTo>
                <a:lnTo>
                  <a:pt x="164338" y="248627"/>
                </a:lnTo>
                <a:lnTo>
                  <a:pt x="199631" y="218681"/>
                </a:lnTo>
                <a:lnTo>
                  <a:pt x="227761" y="187286"/>
                </a:lnTo>
                <a:lnTo>
                  <a:pt x="248602" y="154012"/>
                </a:lnTo>
                <a:lnTo>
                  <a:pt x="283654" y="154012"/>
                </a:lnTo>
                <a:lnTo>
                  <a:pt x="308000" y="189763"/>
                </a:lnTo>
                <a:lnTo>
                  <a:pt x="337464" y="221348"/>
                </a:lnTo>
                <a:lnTo>
                  <a:pt x="372021" y="248602"/>
                </a:lnTo>
                <a:lnTo>
                  <a:pt x="411772" y="271462"/>
                </a:lnTo>
                <a:lnTo>
                  <a:pt x="417766" y="262585"/>
                </a:lnTo>
                <a:lnTo>
                  <a:pt x="424345" y="254127"/>
                </a:lnTo>
                <a:lnTo>
                  <a:pt x="431520" y="245960"/>
                </a:lnTo>
                <a:lnTo>
                  <a:pt x="439293" y="237934"/>
                </a:lnTo>
                <a:close/>
              </a:path>
              <a:path w="866775" h="433704">
                <a:moveTo>
                  <a:pt x="657313" y="79248"/>
                </a:moveTo>
                <a:lnTo>
                  <a:pt x="555117" y="79248"/>
                </a:lnTo>
                <a:lnTo>
                  <a:pt x="555117" y="0"/>
                </a:lnTo>
                <a:lnTo>
                  <a:pt x="520065" y="0"/>
                </a:lnTo>
                <a:lnTo>
                  <a:pt x="520712" y="21170"/>
                </a:lnTo>
                <a:lnTo>
                  <a:pt x="520636" y="41338"/>
                </a:lnTo>
                <a:lnTo>
                  <a:pt x="520280" y="60655"/>
                </a:lnTo>
                <a:lnTo>
                  <a:pt x="520065" y="79248"/>
                </a:lnTo>
                <a:lnTo>
                  <a:pt x="459105" y="79248"/>
                </a:lnTo>
                <a:lnTo>
                  <a:pt x="459105" y="112877"/>
                </a:lnTo>
                <a:lnTo>
                  <a:pt x="520065" y="112877"/>
                </a:lnTo>
                <a:lnTo>
                  <a:pt x="520026" y="128536"/>
                </a:lnTo>
                <a:lnTo>
                  <a:pt x="519874" y="141262"/>
                </a:lnTo>
                <a:lnTo>
                  <a:pt x="519417" y="154228"/>
                </a:lnTo>
                <a:lnTo>
                  <a:pt x="518541" y="166217"/>
                </a:lnTo>
                <a:lnTo>
                  <a:pt x="515467" y="226250"/>
                </a:lnTo>
                <a:lnTo>
                  <a:pt x="506399" y="280073"/>
                </a:lnTo>
                <a:lnTo>
                  <a:pt x="491553" y="327660"/>
                </a:lnTo>
                <a:lnTo>
                  <a:pt x="471144" y="369023"/>
                </a:lnTo>
                <a:lnTo>
                  <a:pt x="445389" y="404152"/>
                </a:lnTo>
                <a:lnTo>
                  <a:pt x="452221" y="411937"/>
                </a:lnTo>
                <a:lnTo>
                  <a:pt x="465315" y="426313"/>
                </a:lnTo>
                <a:lnTo>
                  <a:pt x="471297" y="433197"/>
                </a:lnTo>
                <a:lnTo>
                  <a:pt x="495808" y="400392"/>
                </a:lnTo>
                <a:lnTo>
                  <a:pt x="516001" y="363054"/>
                </a:lnTo>
                <a:lnTo>
                  <a:pt x="531876" y="321233"/>
                </a:lnTo>
                <a:lnTo>
                  <a:pt x="543433" y="274967"/>
                </a:lnTo>
                <a:lnTo>
                  <a:pt x="550672" y="224294"/>
                </a:lnTo>
                <a:lnTo>
                  <a:pt x="553593" y="169265"/>
                </a:lnTo>
                <a:lnTo>
                  <a:pt x="553656" y="154228"/>
                </a:lnTo>
                <a:lnTo>
                  <a:pt x="553783" y="143357"/>
                </a:lnTo>
                <a:lnTo>
                  <a:pt x="554240" y="128536"/>
                </a:lnTo>
                <a:lnTo>
                  <a:pt x="555117" y="112877"/>
                </a:lnTo>
                <a:lnTo>
                  <a:pt x="622261" y="112877"/>
                </a:lnTo>
                <a:lnTo>
                  <a:pt x="621487" y="154228"/>
                </a:lnTo>
                <a:lnTo>
                  <a:pt x="620344" y="209842"/>
                </a:lnTo>
                <a:lnTo>
                  <a:pt x="619213" y="254660"/>
                </a:lnTo>
                <a:lnTo>
                  <a:pt x="617829" y="299542"/>
                </a:lnTo>
                <a:lnTo>
                  <a:pt x="616165" y="341668"/>
                </a:lnTo>
                <a:lnTo>
                  <a:pt x="597306" y="381101"/>
                </a:lnTo>
                <a:lnTo>
                  <a:pt x="584492" y="382778"/>
                </a:lnTo>
                <a:lnTo>
                  <a:pt x="574116" y="382765"/>
                </a:lnTo>
                <a:lnTo>
                  <a:pt x="562368" y="382435"/>
                </a:lnTo>
                <a:lnTo>
                  <a:pt x="548932" y="381520"/>
                </a:lnTo>
                <a:lnTo>
                  <a:pt x="533781" y="379768"/>
                </a:lnTo>
                <a:lnTo>
                  <a:pt x="536041" y="389801"/>
                </a:lnTo>
                <a:lnTo>
                  <a:pt x="538162" y="399427"/>
                </a:lnTo>
                <a:lnTo>
                  <a:pt x="539991" y="408774"/>
                </a:lnTo>
                <a:lnTo>
                  <a:pt x="541401" y="417957"/>
                </a:lnTo>
                <a:lnTo>
                  <a:pt x="556564" y="418198"/>
                </a:lnTo>
                <a:lnTo>
                  <a:pt x="581774" y="419239"/>
                </a:lnTo>
                <a:lnTo>
                  <a:pt x="591781" y="419481"/>
                </a:lnTo>
                <a:lnTo>
                  <a:pt x="616927" y="415709"/>
                </a:lnTo>
                <a:lnTo>
                  <a:pt x="644283" y="382816"/>
                </a:lnTo>
                <a:lnTo>
                  <a:pt x="651217" y="343192"/>
                </a:lnTo>
                <a:lnTo>
                  <a:pt x="652881" y="301815"/>
                </a:lnTo>
                <a:lnTo>
                  <a:pt x="654215" y="255600"/>
                </a:lnTo>
                <a:lnTo>
                  <a:pt x="655396" y="201790"/>
                </a:lnTo>
                <a:lnTo>
                  <a:pt x="656386" y="143357"/>
                </a:lnTo>
                <a:lnTo>
                  <a:pt x="657313" y="79248"/>
                </a:lnTo>
                <a:close/>
              </a:path>
              <a:path w="866775" h="433704">
                <a:moveTo>
                  <a:pt x="866305" y="57912"/>
                </a:moveTo>
                <a:lnTo>
                  <a:pt x="831151" y="57912"/>
                </a:lnTo>
                <a:lnTo>
                  <a:pt x="831151" y="89916"/>
                </a:lnTo>
                <a:lnTo>
                  <a:pt x="831151" y="343192"/>
                </a:lnTo>
                <a:lnTo>
                  <a:pt x="735139" y="343192"/>
                </a:lnTo>
                <a:lnTo>
                  <a:pt x="735139" y="89916"/>
                </a:lnTo>
                <a:lnTo>
                  <a:pt x="831151" y="89916"/>
                </a:lnTo>
                <a:lnTo>
                  <a:pt x="831151" y="57912"/>
                </a:lnTo>
                <a:lnTo>
                  <a:pt x="699998" y="57912"/>
                </a:lnTo>
                <a:lnTo>
                  <a:pt x="699998" y="417957"/>
                </a:lnTo>
                <a:lnTo>
                  <a:pt x="735139" y="417957"/>
                </a:lnTo>
                <a:lnTo>
                  <a:pt x="735139" y="373672"/>
                </a:lnTo>
                <a:lnTo>
                  <a:pt x="831151" y="373672"/>
                </a:lnTo>
                <a:lnTo>
                  <a:pt x="831151" y="417957"/>
                </a:lnTo>
                <a:lnTo>
                  <a:pt x="866305" y="417957"/>
                </a:lnTo>
                <a:lnTo>
                  <a:pt x="866305" y="373672"/>
                </a:lnTo>
                <a:lnTo>
                  <a:pt x="866305" y="343192"/>
                </a:lnTo>
                <a:lnTo>
                  <a:pt x="866305" y="89916"/>
                </a:lnTo>
                <a:lnTo>
                  <a:pt x="866305" y="579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2316384" y="3310128"/>
            <a:ext cx="555625" cy="230504"/>
            <a:chOff x="2316384" y="3310128"/>
            <a:chExt cx="555625" cy="230504"/>
          </a:xfrm>
        </p:grpSpPr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6384" y="3316224"/>
              <a:ext cx="193643" cy="224218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552700" y="3310128"/>
              <a:ext cx="319405" cy="230504"/>
            </a:xfrm>
            <a:custGeom>
              <a:avLst/>
              <a:gdLst/>
              <a:ahLst/>
              <a:cxnLst/>
              <a:rect l="l" t="t" r="r" b="b"/>
              <a:pathLst>
                <a:path w="319405" h="230504">
                  <a:moveTo>
                    <a:pt x="318801" y="230314"/>
                  </a:moveTo>
                  <a:lnTo>
                    <a:pt x="282130" y="230314"/>
                  </a:lnTo>
                  <a:lnTo>
                    <a:pt x="282130" y="100679"/>
                  </a:lnTo>
                  <a:lnTo>
                    <a:pt x="281535" y="83556"/>
                  </a:lnTo>
                  <a:lnTo>
                    <a:pt x="264628" y="40124"/>
                  </a:lnTo>
                  <a:lnTo>
                    <a:pt x="231838" y="30479"/>
                  </a:lnTo>
                  <a:lnTo>
                    <a:pt x="220956" y="31884"/>
                  </a:lnTo>
                  <a:lnTo>
                    <a:pt x="186618" y="62729"/>
                  </a:lnTo>
                  <a:lnTo>
                    <a:pt x="176974" y="102203"/>
                  </a:lnTo>
                  <a:lnTo>
                    <a:pt x="176974" y="230314"/>
                  </a:lnTo>
                  <a:lnTo>
                    <a:pt x="141827" y="230314"/>
                  </a:lnTo>
                  <a:lnTo>
                    <a:pt x="141827" y="97631"/>
                  </a:lnTo>
                  <a:lnTo>
                    <a:pt x="138445" y="68453"/>
                  </a:lnTo>
                  <a:lnTo>
                    <a:pt x="128492" y="47446"/>
                  </a:lnTo>
                  <a:lnTo>
                    <a:pt x="112252" y="34743"/>
                  </a:lnTo>
                  <a:lnTo>
                    <a:pt x="90011" y="30479"/>
                  </a:lnTo>
                  <a:lnTo>
                    <a:pt x="78914" y="31646"/>
                  </a:lnTo>
                  <a:lnTo>
                    <a:pt x="44791" y="61229"/>
                  </a:lnTo>
                  <a:lnTo>
                    <a:pt x="35147" y="102203"/>
                  </a:lnTo>
                  <a:lnTo>
                    <a:pt x="35147" y="230314"/>
                  </a:lnTo>
                  <a:lnTo>
                    <a:pt x="0" y="230314"/>
                  </a:lnTo>
                  <a:lnTo>
                    <a:pt x="0" y="6095"/>
                  </a:lnTo>
                  <a:lnTo>
                    <a:pt x="35147" y="6095"/>
                  </a:lnTo>
                  <a:lnTo>
                    <a:pt x="35147" y="41147"/>
                  </a:lnTo>
                  <a:lnTo>
                    <a:pt x="36671" y="41147"/>
                  </a:lnTo>
                  <a:lnTo>
                    <a:pt x="49768" y="23145"/>
                  </a:lnTo>
                  <a:lnTo>
                    <a:pt x="66008" y="10286"/>
                  </a:lnTo>
                  <a:lnTo>
                    <a:pt x="85105" y="2571"/>
                  </a:lnTo>
                  <a:lnTo>
                    <a:pt x="106775" y="0"/>
                  </a:lnTo>
                  <a:lnTo>
                    <a:pt x="117895" y="857"/>
                  </a:lnTo>
                  <a:lnTo>
                    <a:pt x="154098" y="20240"/>
                  </a:lnTo>
                  <a:lnTo>
                    <a:pt x="169354" y="47243"/>
                  </a:lnTo>
                  <a:lnTo>
                    <a:pt x="183594" y="27003"/>
                  </a:lnTo>
                  <a:lnTo>
                    <a:pt x="200977" y="12191"/>
                  </a:lnTo>
                  <a:lnTo>
                    <a:pt x="221218" y="3095"/>
                  </a:lnTo>
                  <a:lnTo>
                    <a:pt x="244030" y="0"/>
                  </a:lnTo>
                  <a:lnTo>
                    <a:pt x="276970" y="5716"/>
                  </a:lnTo>
                  <a:lnTo>
                    <a:pt x="300311" y="22871"/>
                  </a:lnTo>
                  <a:lnTo>
                    <a:pt x="314204" y="51475"/>
                  </a:lnTo>
                  <a:lnTo>
                    <a:pt x="318801" y="91535"/>
                  </a:lnTo>
                  <a:lnTo>
                    <a:pt x="318801" y="23031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2938272" y="32080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5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5" y="0"/>
                </a:lnTo>
                <a:lnTo>
                  <a:pt x="36575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380" y="3310128"/>
            <a:ext cx="186023" cy="230314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89363" y="3310128"/>
            <a:ext cx="147923" cy="234886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3585209" y="3180492"/>
            <a:ext cx="416559" cy="421005"/>
          </a:xfrm>
          <a:custGeom>
            <a:avLst/>
            <a:gdLst/>
            <a:ahLst/>
            <a:cxnLst/>
            <a:rect l="l" t="t" r="r" b="b"/>
            <a:pathLst>
              <a:path w="416560" h="421004">
                <a:moveTo>
                  <a:pt x="257746" y="405765"/>
                </a:moveTo>
                <a:lnTo>
                  <a:pt x="222599" y="405765"/>
                </a:lnTo>
                <a:lnTo>
                  <a:pt x="222599" y="41148"/>
                </a:lnTo>
                <a:lnTo>
                  <a:pt x="416337" y="41148"/>
                </a:lnTo>
                <a:lnTo>
                  <a:pt x="416337" y="73152"/>
                </a:lnTo>
                <a:lnTo>
                  <a:pt x="257746" y="73152"/>
                </a:lnTo>
                <a:lnTo>
                  <a:pt x="257746" y="332517"/>
                </a:lnTo>
                <a:lnTo>
                  <a:pt x="416337" y="332517"/>
                </a:lnTo>
                <a:lnTo>
                  <a:pt x="416337" y="364521"/>
                </a:lnTo>
                <a:lnTo>
                  <a:pt x="257746" y="364521"/>
                </a:lnTo>
                <a:lnTo>
                  <a:pt x="257746" y="405765"/>
                </a:lnTo>
                <a:close/>
              </a:path>
              <a:path w="416560" h="421004">
                <a:moveTo>
                  <a:pt x="416337" y="332517"/>
                </a:moveTo>
                <a:lnTo>
                  <a:pt x="381285" y="332517"/>
                </a:lnTo>
                <a:lnTo>
                  <a:pt x="381285" y="73152"/>
                </a:lnTo>
                <a:lnTo>
                  <a:pt x="416337" y="73152"/>
                </a:lnTo>
                <a:lnTo>
                  <a:pt x="416337" y="332517"/>
                </a:lnTo>
                <a:close/>
              </a:path>
              <a:path w="416560" h="421004">
                <a:moveTo>
                  <a:pt x="416337" y="405765"/>
                </a:moveTo>
                <a:lnTo>
                  <a:pt x="381285" y="405765"/>
                </a:lnTo>
                <a:lnTo>
                  <a:pt x="381285" y="364521"/>
                </a:lnTo>
                <a:lnTo>
                  <a:pt x="416337" y="364521"/>
                </a:lnTo>
                <a:lnTo>
                  <a:pt x="416337" y="405765"/>
                </a:lnTo>
                <a:close/>
              </a:path>
              <a:path w="416560" h="421004">
                <a:moveTo>
                  <a:pt x="16764" y="60960"/>
                </a:moveTo>
                <a:lnTo>
                  <a:pt x="14454" y="53197"/>
                </a:lnTo>
                <a:lnTo>
                  <a:pt x="12001" y="45720"/>
                </a:lnTo>
                <a:lnTo>
                  <a:pt x="9263" y="38242"/>
                </a:lnTo>
                <a:lnTo>
                  <a:pt x="6096" y="30480"/>
                </a:lnTo>
                <a:lnTo>
                  <a:pt x="51521" y="24431"/>
                </a:lnTo>
                <a:lnTo>
                  <a:pt x="96250" y="17526"/>
                </a:lnTo>
                <a:lnTo>
                  <a:pt x="140121" y="9477"/>
                </a:lnTo>
                <a:lnTo>
                  <a:pt x="182975" y="0"/>
                </a:lnTo>
                <a:lnTo>
                  <a:pt x="193643" y="30480"/>
                </a:lnTo>
                <a:lnTo>
                  <a:pt x="175331" y="34766"/>
                </a:lnTo>
                <a:lnTo>
                  <a:pt x="156876" y="38481"/>
                </a:lnTo>
                <a:lnTo>
                  <a:pt x="138136" y="41624"/>
                </a:lnTo>
                <a:lnTo>
                  <a:pt x="118967" y="44196"/>
                </a:lnTo>
                <a:lnTo>
                  <a:pt x="118967" y="50292"/>
                </a:lnTo>
                <a:lnTo>
                  <a:pt x="85344" y="50292"/>
                </a:lnTo>
                <a:lnTo>
                  <a:pt x="68199" y="53459"/>
                </a:lnTo>
                <a:lnTo>
                  <a:pt x="51054" y="56197"/>
                </a:lnTo>
                <a:lnTo>
                  <a:pt x="16764" y="60960"/>
                </a:lnTo>
                <a:close/>
              </a:path>
              <a:path w="416560" h="421004">
                <a:moveTo>
                  <a:pt x="118967" y="120491"/>
                </a:moveTo>
                <a:lnTo>
                  <a:pt x="85344" y="120491"/>
                </a:lnTo>
                <a:lnTo>
                  <a:pt x="85344" y="50292"/>
                </a:lnTo>
                <a:lnTo>
                  <a:pt x="118967" y="50292"/>
                </a:lnTo>
                <a:lnTo>
                  <a:pt x="118967" y="120491"/>
                </a:lnTo>
                <a:close/>
              </a:path>
              <a:path w="416560" h="421004">
                <a:moveTo>
                  <a:pt x="201263" y="149447"/>
                </a:moveTo>
                <a:lnTo>
                  <a:pt x="1524" y="149447"/>
                </a:lnTo>
                <a:lnTo>
                  <a:pt x="1524" y="120491"/>
                </a:lnTo>
                <a:lnTo>
                  <a:pt x="201263" y="120491"/>
                </a:lnTo>
                <a:lnTo>
                  <a:pt x="201263" y="149447"/>
                </a:lnTo>
                <a:close/>
              </a:path>
              <a:path w="416560" h="421004">
                <a:moveTo>
                  <a:pt x="16764" y="334041"/>
                </a:moveTo>
                <a:lnTo>
                  <a:pt x="13073" y="325755"/>
                </a:lnTo>
                <a:lnTo>
                  <a:pt x="4548" y="307467"/>
                </a:lnTo>
                <a:lnTo>
                  <a:pt x="0" y="297465"/>
                </a:lnTo>
                <a:lnTo>
                  <a:pt x="23098" y="263381"/>
                </a:lnTo>
                <a:lnTo>
                  <a:pt x="44196" y="227457"/>
                </a:lnTo>
                <a:lnTo>
                  <a:pt x="63007" y="189532"/>
                </a:lnTo>
                <a:lnTo>
                  <a:pt x="79248" y="149447"/>
                </a:lnTo>
                <a:lnTo>
                  <a:pt x="118967" y="149447"/>
                </a:lnTo>
                <a:lnTo>
                  <a:pt x="118967" y="205930"/>
                </a:lnTo>
                <a:lnTo>
                  <a:pt x="151483" y="205930"/>
                </a:lnTo>
                <a:lnTo>
                  <a:pt x="156524" y="210502"/>
                </a:lnTo>
                <a:lnTo>
                  <a:pt x="85344" y="210502"/>
                </a:lnTo>
                <a:lnTo>
                  <a:pt x="71628" y="242449"/>
                </a:lnTo>
                <a:lnTo>
                  <a:pt x="55626" y="273986"/>
                </a:lnTo>
                <a:lnTo>
                  <a:pt x="37338" y="304666"/>
                </a:lnTo>
                <a:lnTo>
                  <a:pt x="16764" y="334041"/>
                </a:lnTo>
                <a:close/>
              </a:path>
              <a:path w="416560" h="421004">
                <a:moveTo>
                  <a:pt x="151483" y="205930"/>
                </a:moveTo>
                <a:lnTo>
                  <a:pt x="118967" y="205930"/>
                </a:lnTo>
                <a:lnTo>
                  <a:pt x="134207" y="190690"/>
                </a:lnTo>
                <a:lnTo>
                  <a:pt x="151483" y="205930"/>
                </a:lnTo>
                <a:close/>
              </a:path>
              <a:path w="416560" h="421004">
                <a:moveTo>
                  <a:pt x="118967" y="421005"/>
                </a:moveTo>
                <a:lnTo>
                  <a:pt x="85344" y="421005"/>
                </a:lnTo>
                <a:lnTo>
                  <a:pt x="85344" y="210502"/>
                </a:lnTo>
                <a:lnTo>
                  <a:pt x="156524" y="210502"/>
                </a:lnTo>
                <a:lnTo>
                  <a:pt x="163246" y="216598"/>
                </a:lnTo>
                <a:lnTo>
                  <a:pt x="118967" y="216598"/>
                </a:lnTo>
                <a:lnTo>
                  <a:pt x="118967" y="421005"/>
                </a:lnTo>
                <a:close/>
              </a:path>
              <a:path w="416560" h="421004">
                <a:moveTo>
                  <a:pt x="178403" y="279082"/>
                </a:moveTo>
                <a:lnTo>
                  <a:pt x="164401" y="263961"/>
                </a:lnTo>
                <a:lnTo>
                  <a:pt x="149828" y="248412"/>
                </a:lnTo>
                <a:lnTo>
                  <a:pt x="134683" y="232576"/>
                </a:lnTo>
                <a:lnTo>
                  <a:pt x="118967" y="216598"/>
                </a:lnTo>
                <a:lnTo>
                  <a:pt x="163246" y="216598"/>
                </a:lnTo>
                <a:lnTo>
                  <a:pt x="168497" y="221361"/>
                </a:lnTo>
                <a:lnTo>
                  <a:pt x="202787" y="253174"/>
                </a:lnTo>
                <a:lnTo>
                  <a:pt x="178403" y="27908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4157090" y="3310128"/>
            <a:ext cx="555625" cy="230504"/>
            <a:chOff x="4157090" y="3310128"/>
            <a:chExt cx="555625" cy="230504"/>
          </a:xfrm>
        </p:grpSpPr>
        <p:pic>
          <p:nvPicPr>
            <p:cNvPr id="46" name="object 4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7090" y="3316224"/>
              <a:ext cx="193643" cy="224218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393501" y="3310128"/>
              <a:ext cx="318770" cy="230504"/>
            </a:xfrm>
            <a:custGeom>
              <a:avLst/>
              <a:gdLst/>
              <a:ahLst/>
              <a:cxnLst/>
              <a:rect l="l" t="t" r="r" b="b"/>
              <a:pathLst>
                <a:path w="318770" h="230504">
                  <a:moveTo>
                    <a:pt x="318706" y="230314"/>
                  </a:moveTo>
                  <a:lnTo>
                    <a:pt x="282130" y="230314"/>
                  </a:lnTo>
                  <a:lnTo>
                    <a:pt x="282130" y="100679"/>
                  </a:lnTo>
                  <a:lnTo>
                    <a:pt x="281297" y="83556"/>
                  </a:lnTo>
                  <a:lnTo>
                    <a:pt x="263327" y="40124"/>
                  </a:lnTo>
                  <a:lnTo>
                    <a:pt x="231743" y="30479"/>
                  </a:lnTo>
                  <a:lnTo>
                    <a:pt x="220622" y="31884"/>
                  </a:lnTo>
                  <a:lnTo>
                    <a:pt x="185237" y="62729"/>
                  </a:lnTo>
                  <a:lnTo>
                    <a:pt x="176879" y="102203"/>
                  </a:lnTo>
                  <a:lnTo>
                    <a:pt x="176879" y="230314"/>
                  </a:lnTo>
                  <a:lnTo>
                    <a:pt x="140303" y="230314"/>
                  </a:lnTo>
                  <a:lnTo>
                    <a:pt x="140303" y="97631"/>
                  </a:lnTo>
                  <a:lnTo>
                    <a:pt x="137158" y="68453"/>
                  </a:lnTo>
                  <a:lnTo>
                    <a:pt x="127718" y="47446"/>
                  </a:lnTo>
                  <a:lnTo>
                    <a:pt x="111973" y="34743"/>
                  </a:lnTo>
                  <a:lnTo>
                    <a:pt x="89915" y="30479"/>
                  </a:lnTo>
                  <a:lnTo>
                    <a:pt x="78152" y="31646"/>
                  </a:lnTo>
                  <a:lnTo>
                    <a:pt x="44053" y="61229"/>
                  </a:lnTo>
                  <a:lnTo>
                    <a:pt x="35051" y="102203"/>
                  </a:lnTo>
                  <a:lnTo>
                    <a:pt x="35051" y="230314"/>
                  </a:lnTo>
                  <a:lnTo>
                    <a:pt x="0" y="230314"/>
                  </a:lnTo>
                  <a:lnTo>
                    <a:pt x="0" y="6095"/>
                  </a:lnTo>
                  <a:lnTo>
                    <a:pt x="35051" y="6095"/>
                  </a:lnTo>
                  <a:lnTo>
                    <a:pt x="35051" y="41147"/>
                  </a:lnTo>
                  <a:lnTo>
                    <a:pt x="36575" y="41147"/>
                  </a:lnTo>
                  <a:lnTo>
                    <a:pt x="49434" y="23145"/>
                  </a:lnTo>
                  <a:lnTo>
                    <a:pt x="65150" y="10286"/>
                  </a:lnTo>
                  <a:lnTo>
                    <a:pt x="83724" y="2571"/>
                  </a:lnTo>
                  <a:lnTo>
                    <a:pt x="105155" y="0"/>
                  </a:lnTo>
                  <a:lnTo>
                    <a:pt x="116998" y="857"/>
                  </a:lnTo>
                  <a:lnTo>
                    <a:pt x="153828" y="20240"/>
                  </a:lnTo>
                  <a:lnTo>
                    <a:pt x="169259" y="47243"/>
                  </a:lnTo>
                  <a:lnTo>
                    <a:pt x="183284" y="27003"/>
                  </a:lnTo>
                  <a:lnTo>
                    <a:pt x="200310" y="12191"/>
                  </a:lnTo>
                  <a:lnTo>
                    <a:pt x="220479" y="3095"/>
                  </a:lnTo>
                  <a:lnTo>
                    <a:pt x="243935" y="0"/>
                  </a:lnTo>
                  <a:lnTo>
                    <a:pt x="276232" y="5716"/>
                  </a:lnTo>
                  <a:lnTo>
                    <a:pt x="299644" y="22871"/>
                  </a:lnTo>
                  <a:lnTo>
                    <a:pt x="313894" y="51475"/>
                  </a:lnTo>
                  <a:lnTo>
                    <a:pt x="318706" y="91535"/>
                  </a:lnTo>
                  <a:lnTo>
                    <a:pt x="318706" y="23031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/>
          <p:nvPr/>
        </p:nvSpPr>
        <p:spPr>
          <a:xfrm>
            <a:off x="4779264" y="32080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6" y="0"/>
                </a:lnTo>
                <a:lnTo>
                  <a:pt x="36576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4876895" y="3311652"/>
            <a:ext cx="48895" cy="233679"/>
          </a:xfrm>
          <a:custGeom>
            <a:avLst/>
            <a:gdLst/>
            <a:ahLst/>
            <a:cxnLst/>
            <a:rect l="l" t="t" r="r" b="b"/>
            <a:pathLst>
              <a:path w="48895" h="233679">
                <a:moveTo>
                  <a:pt x="32004" y="48768"/>
                </a:moveTo>
                <a:lnTo>
                  <a:pt x="18288" y="48768"/>
                </a:lnTo>
                <a:lnTo>
                  <a:pt x="12192" y="45720"/>
                </a:lnTo>
                <a:lnTo>
                  <a:pt x="3048" y="36576"/>
                </a:lnTo>
                <a:lnTo>
                  <a:pt x="0" y="30480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2672" y="6096"/>
                </a:lnTo>
                <a:lnTo>
                  <a:pt x="47339" y="10668"/>
                </a:lnTo>
                <a:lnTo>
                  <a:pt x="48863" y="16764"/>
                </a:lnTo>
                <a:lnTo>
                  <a:pt x="48863" y="30480"/>
                </a:lnTo>
                <a:lnTo>
                  <a:pt x="47339" y="36576"/>
                </a:lnTo>
                <a:lnTo>
                  <a:pt x="42672" y="41148"/>
                </a:lnTo>
                <a:lnTo>
                  <a:pt x="38100" y="45720"/>
                </a:lnTo>
                <a:lnTo>
                  <a:pt x="32004" y="48768"/>
                </a:lnTo>
                <a:close/>
              </a:path>
              <a:path w="48895" h="233679">
                <a:moveTo>
                  <a:pt x="32004" y="233362"/>
                </a:moveTo>
                <a:lnTo>
                  <a:pt x="18288" y="233362"/>
                </a:lnTo>
                <a:lnTo>
                  <a:pt x="12192" y="230314"/>
                </a:lnTo>
                <a:lnTo>
                  <a:pt x="3048" y="221170"/>
                </a:lnTo>
                <a:lnTo>
                  <a:pt x="0" y="215074"/>
                </a:lnTo>
                <a:lnTo>
                  <a:pt x="0" y="202882"/>
                </a:lnTo>
                <a:lnTo>
                  <a:pt x="3048" y="196786"/>
                </a:lnTo>
                <a:lnTo>
                  <a:pt x="7620" y="192214"/>
                </a:lnTo>
                <a:lnTo>
                  <a:pt x="12192" y="186118"/>
                </a:lnTo>
                <a:lnTo>
                  <a:pt x="18288" y="184594"/>
                </a:lnTo>
                <a:lnTo>
                  <a:pt x="32004" y="184594"/>
                </a:lnTo>
                <a:lnTo>
                  <a:pt x="38100" y="186118"/>
                </a:lnTo>
                <a:lnTo>
                  <a:pt x="42672" y="192214"/>
                </a:lnTo>
                <a:lnTo>
                  <a:pt x="47339" y="196786"/>
                </a:lnTo>
                <a:lnTo>
                  <a:pt x="48863" y="202882"/>
                </a:lnTo>
                <a:lnTo>
                  <a:pt x="48863" y="215074"/>
                </a:lnTo>
                <a:lnTo>
                  <a:pt x="47339" y="221170"/>
                </a:lnTo>
                <a:lnTo>
                  <a:pt x="42672" y="225742"/>
                </a:lnTo>
                <a:lnTo>
                  <a:pt x="38100" y="230314"/>
                </a:lnTo>
                <a:lnTo>
                  <a:pt x="32004" y="23336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986528" y="32080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5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5" y="0"/>
                </a:lnTo>
                <a:lnTo>
                  <a:pt x="36575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78253" y="3310128"/>
            <a:ext cx="176879" cy="234886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23713" y="3310128"/>
            <a:ext cx="186118" cy="230314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5561743" y="3310128"/>
            <a:ext cx="207645" cy="335915"/>
          </a:xfrm>
          <a:custGeom>
            <a:avLst/>
            <a:gdLst/>
            <a:ahLst/>
            <a:cxnLst/>
            <a:rect l="l" t="t" r="r" b="b"/>
            <a:pathLst>
              <a:path w="207645" h="335914">
                <a:moveTo>
                  <a:pt x="92963" y="234886"/>
                </a:moveTo>
                <a:lnTo>
                  <a:pt x="55386" y="227838"/>
                </a:lnTo>
                <a:lnTo>
                  <a:pt x="14691" y="189651"/>
                </a:lnTo>
                <a:lnTo>
                  <a:pt x="1594" y="149057"/>
                </a:lnTo>
                <a:lnTo>
                  <a:pt x="0" y="123539"/>
                </a:lnTo>
                <a:lnTo>
                  <a:pt x="1618" y="97902"/>
                </a:lnTo>
                <a:lnTo>
                  <a:pt x="15334" y="52116"/>
                </a:lnTo>
                <a:lnTo>
                  <a:pt x="42471" y="19288"/>
                </a:lnTo>
                <a:lnTo>
                  <a:pt x="80779" y="2238"/>
                </a:lnTo>
                <a:lnTo>
                  <a:pt x="103631" y="0"/>
                </a:lnTo>
                <a:lnTo>
                  <a:pt x="124181" y="2286"/>
                </a:lnTo>
                <a:lnTo>
                  <a:pt x="142302" y="9144"/>
                </a:lnTo>
                <a:lnTo>
                  <a:pt x="157852" y="20574"/>
                </a:lnTo>
                <a:lnTo>
                  <a:pt x="165797" y="30480"/>
                </a:lnTo>
                <a:lnTo>
                  <a:pt x="108203" y="30480"/>
                </a:lnTo>
                <a:lnTo>
                  <a:pt x="92177" y="31932"/>
                </a:lnTo>
                <a:lnTo>
                  <a:pt x="56387" y="54864"/>
                </a:lnTo>
                <a:lnTo>
                  <a:pt x="37862" y="102320"/>
                </a:lnTo>
                <a:lnTo>
                  <a:pt x="36479" y="123539"/>
                </a:lnTo>
                <a:lnTo>
                  <a:pt x="37624" y="140984"/>
                </a:lnTo>
                <a:lnTo>
                  <a:pt x="54863" y="183070"/>
                </a:lnTo>
                <a:lnTo>
                  <a:pt x="89367" y="204501"/>
                </a:lnTo>
                <a:lnTo>
                  <a:pt x="103631" y="205930"/>
                </a:lnTo>
                <a:lnTo>
                  <a:pt x="159842" y="205930"/>
                </a:lnTo>
                <a:lnTo>
                  <a:pt x="155756" y="211097"/>
                </a:lnTo>
                <a:lnTo>
                  <a:pt x="138111" y="224409"/>
                </a:lnTo>
                <a:lnTo>
                  <a:pt x="117323" y="232290"/>
                </a:lnTo>
                <a:lnTo>
                  <a:pt x="92963" y="234886"/>
                </a:lnTo>
                <a:close/>
              </a:path>
              <a:path w="207645" h="335914">
                <a:moveTo>
                  <a:pt x="207358" y="36576"/>
                </a:moveTo>
                <a:lnTo>
                  <a:pt x="170687" y="36576"/>
                </a:lnTo>
                <a:lnTo>
                  <a:pt x="170687" y="6096"/>
                </a:lnTo>
                <a:lnTo>
                  <a:pt x="207358" y="6096"/>
                </a:lnTo>
                <a:lnTo>
                  <a:pt x="207358" y="36576"/>
                </a:lnTo>
                <a:close/>
              </a:path>
              <a:path w="207645" h="335914">
                <a:moveTo>
                  <a:pt x="159842" y="205930"/>
                </a:moveTo>
                <a:lnTo>
                  <a:pt x="103631" y="205930"/>
                </a:lnTo>
                <a:lnTo>
                  <a:pt x="117894" y="204501"/>
                </a:lnTo>
                <a:lnTo>
                  <a:pt x="130872" y="200215"/>
                </a:lnTo>
                <a:lnTo>
                  <a:pt x="160400" y="171911"/>
                </a:lnTo>
                <a:lnTo>
                  <a:pt x="170687" y="128111"/>
                </a:lnTo>
                <a:lnTo>
                  <a:pt x="170687" y="96107"/>
                </a:lnTo>
                <a:lnTo>
                  <a:pt x="152399" y="50292"/>
                </a:lnTo>
                <a:lnTo>
                  <a:pt x="108203" y="30480"/>
                </a:lnTo>
                <a:lnTo>
                  <a:pt x="165797" y="30480"/>
                </a:lnTo>
                <a:lnTo>
                  <a:pt x="170687" y="36576"/>
                </a:lnTo>
                <a:lnTo>
                  <a:pt x="207358" y="36576"/>
                </a:lnTo>
                <a:lnTo>
                  <a:pt x="207358" y="192214"/>
                </a:lnTo>
                <a:lnTo>
                  <a:pt x="170687" y="192214"/>
                </a:lnTo>
                <a:lnTo>
                  <a:pt x="159842" y="205930"/>
                </a:lnTo>
                <a:close/>
              </a:path>
              <a:path w="207645" h="335914">
                <a:moveTo>
                  <a:pt x="176961" y="305085"/>
                </a:moveTo>
                <a:lnTo>
                  <a:pt x="88391" y="305085"/>
                </a:lnTo>
                <a:lnTo>
                  <a:pt x="124395" y="299631"/>
                </a:lnTo>
                <a:lnTo>
                  <a:pt x="150113" y="283166"/>
                </a:lnTo>
                <a:lnTo>
                  <a:pt x="165543" y="255539"/>
                </a:lnTo>
                <a:lnTo>
                  <a:pt x="170687" y="216598"/>
                </a:lnTo>
                <a:lnTo>
                  <a:pt x="170687" y="192214"/>
                </a:lnTo>
                <a:lnTo>
                  <a:pt x="207358" y="192214"/>
                </a:lnTo>
                <a:lnTo>
                  <a:pt x="207358" y="212026"/>
                </a:lnTo>
                <a:lnTo>
                  <a:pt x="199913" y="266088"/>
                </a:lnTo>
                <a:lnTo>
                  <a:pt x="177592" y="304692"/>
                </a:lnTo>
                <a:lnTo>
                  <a:pt x="176961" y="305085"/>
                </a:lnTo>
                <a:close/>
              </a:path>
              <a:path w="207645" h="335914">
                <a:moveTo>
                  <a:pt x="88391" y="335565"/>
                </a:moveTo>
                <a:lnTo>
                  <a:pt x="68397" y="334684"/>
                </a:lnTo>
                <a:lnTo>
                  <a:pt x="49671" y="331946"/>
                </a:lnTo>
                <a:lnTo>
                  <a:pt x="32375" y="327207"/>
                </a:lnTo>
                <a:lnTo>
                  <a:pt x="16667" y="320325"/>
                </a:lnTo>
                <a:lnTo>
                  <a:pt x="16667" y="283749"/>
                </a:lnTo>
                <a:lnTo>
                  <a:pt x="34946" y="292869"/>
                </a:lnTo>
                <a:lnTo>
                  <a:pt x="53100" y="299561"/>
                </a:lnTo>
                <a:lnTo>
                  <a:pt x="70969" y="303680"/>
                </a:lnTo>
                <a:lnTo>
                  <a:pt x="88391" y="305085"/>
                </a:lnTo>
                <a:lnTo>
                  <a:pt x="176961" y="305085"/>
                </a:lnTo>
                <a:lnTo>
                  <a:pt x="140412" y="327849"/>
                </a:lnTo>
                <a:lnTo>
                  <a:pt x="88391" y="3355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5930735" y="3166783"/>
            <a:ext cx="1316355" cy="434975"/>
          </a:xfrm>
          <a:custGeom>
            <a:avLst/>
            <a:gdLst/>
            <a:ahLst/>
            <a:cxnLst/>
            <a:rect l="l" t="t" r="r" b="b"/>
            <a:pathLst>
              <a:path w="1316354" h="434975">
                <a:moveTo>
                  <a:pt x="414820" y="21336"/>
                </a:moveTo>
                <a:lnTo>
                  <a:pt x="384340" y="21336"/>
                </a:lnTo>
                <a:lnTo>
                  <a:pt x="384340" y="47244"/>
                </a:lnTo>
                <a:lnTo>
                  <a:pt x="384340" y="80772"/>
                </a:lnTo>
                <a:lnTo>
                  <a:pt x="83820" y="80772"/>
                </a:lnTo>
                <a:lnTo>
                  <a:pt x="83820" y="47244"/>
                </a:lnTo>
                <a:lnTo>
                  <a:pt x="384340" y="47244"/>
                </a:lnTo>
                <a:lnTo>
                  <a:pt x="384340" y="21336"/>
                </a:lnTo>
                <a:lnTo>
                  <a:pt x="53340" y="21336"/>
                </a:lnTo>
                <a:lnTo>
                  <a:pt x="53340" y="204406"/>
                </a:lnTo>
                <a:lnTo>
                  <a:pt x="50152" y="269290"/>
                </a:lnTo>
                <a:lnTo>
                  <a:pt x="40386" y="324472"/>
                </a:lnTo>
                <a:lnTo>
                  <a:pt x="23761" y="369938"/>
                </a:lnTo>
                <a:lnTo>
                  <a:pt x="0" y="405676"/>
                </a:lnTo>
                <a:lnTo>
                  <a:pt x="6362" y="412826"/>
                </a:lnTo>
                <a:lnTo>
                  <a:pt x="12001" y="420230"/>
                </a:lnTo>
                <a:lnTo>
                  <a:pt x="17360" y="427621"/>
                </a:lnTo>
                <a:lnTo>
                  <a:pt x="22860" y="434721"/>
                </a:lnTo>
                <a:lnTo>
                  <a:pt x="44996" y="401574"/>
                </a:lnTo>
                <a:lnTo>
                  <a:pt x="62090" y="362585"/>
                </a:lnTo>
                <a:lnTo>
                  <a:pt x="74218" y="317754"/>
                </a:lnTo>
                <a:lnTo>
                  <a:pt x="81432" y="267055"/>
                </a:lnTo>
                <a:lnTo>
                  <a:pt x="83820" y="210502"/>
                </a:lnTo>
                <a:lnTo>
                  <a:pt x="83820" y="106768"/>
                </a:lnTo>
                <a:lnTo>
                  <a:pt x="384340" y="106768"/>
                </a:lnTo>
                <a:lnTo>
                  <a:pt x="384340" y="114388"/>
                </a:lnTo>
                <a:lnTo>
                  <a:pt x="414820" y="114388"/>
                </a:lnTo>
                <a:lnTo>
                  <a:pt x="414820" y="106768"/>
                </a:lnTo>
                <a:lnTo>
                  <a:pt x="414820" y="80772"/>
                </a:lnTo>
                <a:lnTo>
                  <a:pt x="414820" y="47244"/>
                </a:lnTo>
                <a:lnTo>
                  <a:pt x="414820" y="21336"/>
                </a:lnTo>
                <a:close/>
              </a:path>
              <a:path w="1316354" h="434975">
                <a:moveTo>
                  <a:pt x="420916" y="291274"/>
                </a:moveTo>
                <a:lnTo>
                  <a:pt x="272986" y="291274"/>
                </a:lnTo>
                <a:lnTo>
                  <a:pt x="272986" y="263842"/>
                </a:lnTo>
                <a:lnTo>
                  <a:pt x="364426" y="263842"/>
                </a:lnTo>
                <a:lnTo>
                  <a:pt x="364426" y="271462"/>
                </a:lnTo>
                <a:lnTo>
                  <a:pt x="393484" y="271462"/>
                </a:lnTo>
                <a:lnTo>
                  <a:pt x="393484" y="263842"/>
                </a:lnTo>
                <a:lnTo>
                  <a:pt x="393484" y="239458"/>
                </a:lnTo>
                <a:lnTo>
                  <a:pt x="393484" y="207454"/>
                </a:lnTo>
                <a:lnTo>
                  <a:pt x="393484" y="182968"/>
                </a:lnTo>
                <a:lnTo>
                  <a:pt x="364426" y="182968"/>
                </a:lnTo>
                <a:lnTo>
                  <a:pt x="364426" y="207454"/>
                </a:lnTo>
                <a:lnTo>
                  <a:pt x="364426" y="239458"/>
                </a:lnTo>
                <a:lnTo>
                  <a:pt x="272986" y="239458"/>
                </a:lnTo>
                <a:lnTo>
                  <a:pt x="272986" y="207454"/>
                </a:lnTo>
                <a:lnTo>
                  <a:pt x="364426" y="207454"/>
                </a:lnTo>
                <a:lnTo>
                  <a:pt x="364426" y="182968"/>
                </a:lnTo>
                <a:lnTo>
                  <a:pt x="272986" y="182968"/>
                </a:lnTo>
                <a:lnTo>
                  <a:pt x="272986" y="155536"/>
                </a:lnTo>
                <a:lnTo>
                  <a:pt x="413296" y="149440"/>
                </a:lnTo>
                <a:lnTo>
                  <a:pt x="405676" y="123532"/>
                </a:lnTo>
                <a:lnTo>
                  <a:pt x="370446" y="125704"/>
                </a:lnTo>
                <a:lnTo>
                  <a:pt x="280974" y="129438"/>
                </a:lnTo>
                <a:lnTo>
                  <a:pt x="99060" y="134200"/>
                </a:lnTo>
                <a:lnTo>
                  <a:pt x="101142" y="141046"/>
                </a:lnTo>
                <a:lnTo>
                  <a:pt x="102768" y="147726"/>
                </a:lnTo>
                <a:lnTo>
                  <a:pt x="104089" y="154139"/>
                </a:lnTo>
                <a:lnTo>
                  <a:pt x="105244" y="160108"/>
                </a:lnTo>
                <a:lnTo>
                  <a:pt x="245554" y="155536"/>
                </a:lnTo>
                <a:lnTo>
                  <a:pt x="245554" y="182968"/>
                </a:lnTo>
                <a:lnTo>
                  <a:pt x="245554" y="207454"/>
                </a:lnTo>
                <a:lnTo>
                  <a:pt x="245554" y="239458"/>
                </a:lnTo>
                <a:lnTo>
                  <a:pt x="155549" y="239458"/>
                </a:lnTo>
                <a:lnTo>
                  <a:pt x="155549" y="207454"/>
                </a:lnTo>
                <a:lnTo>
                  <a:pt x="245554" y="207454"/>
                </a:lnTo>
                <a:lnTo>
                  <a:pt x="245554" y="182968"/>
                </a:lnTo>
                <a:lnTo>
                  <a:pt x="126593" y="182968"/>
                </a:lnTo>
                <a:lnTo>
                  <a:pt x="126593" y="271462"/>
                </a:lnTo>
                <a:lnTo>
                  <a:pt x="155549" y="271462"/>
                </a:lnTo>
                <a:lnTo>
                  <a:pt x="155549" y="263842"/>
                </a:lnTo>
                <a:lnTo>
                  <a:pt x="245554" y="263842"/>
                </a:lnTo>
                <a:lnTo>
                  <a:pt x="245554" y="291274"/>
                </a:lnTo>
                <a:lnTo>
                  <a:pt x="106768" y="291274"/>
                </a:lnTo>
                <a:lnTo>
                  <a:pt x="106768" y="433197"/>
                </a:lnTo>
                <a:lnTo>
                  <a:pt x="135737" y="433197"/>
                </a:lnTo>
                <a:lnTo>
                  <a:pt x="135737" y="315760"/>
                </a:lnTo>
                <a:lnTo>
                  <a:pt x="245554" y="315760"/>
                </a:lnTo>
                <a:lnTo>
                  <a:pt x="245554" y="355384"/>
                </a:lnTo>
                <a:lnTo>
                  <a:pt x="205651" y="357479"/>
                </a:lnTo>
                <a:lnTo>
                  <a:pt x="185242" y="358165"/>
                </a:lnTo>
                <a:lnTo>
                  <a:pt x="164693" y="358432"/>
                </a:lnTo>
                <a:lnTo>
                  <a:pt x="170789" y="387388"/>
                </a:lnTo>
                <a:lnTo>
                  <a:pt x="215379" y="383120"/>
                </a:lnTo>
                <a:lnTo>
                  <a:pt x="257695" y="379577"/>
                </a:lnTo>
                <a:lnTo>
                  <a:pt x="297738" y="376885"/>
                </a:lnTo>
                <a:lnTo>
                  <a:pt x="335470" y="375196"/>
                </a:lnTo>
                <a:lnTo>
                  <a:pt x="338518" y="381292"/>
                </a:lnTo>
                <a:lnTo>
                  <a:pt x="340042" y="387388"/>
                </a:lnTo>
                <a:lnTo>
                  <a:pt x="343090" y="393484"/>
                </a:lnTo>
                <a:lnTo>
                  <a:pt x="368998" y="381292"/>
                </a:lnTo>
                <a:lnTo>
                  <a:pt x="365937" y="375196"/>
                </a:lnTo>
                <a:lnTo>
                  <a:pt x="360997" y="365328"/>
                </a:lnTo>
                <a:lnTo>
                  <a:pt x="355142" y="353860"/>
                </a:lnTo>
                <a:lnTo>
                  <a:pt x="352996" y="349669"/>
                </a:lnTo>
                <a:lnTo>
                  <a:pt x="344995" y="334568"/>
                </a:lnTo>
                <a:lnTo>
                  <a:pt x="336994" y="320332"/>
                </a:lnTo>
                <a:lnTo>
                  <a:pt x="314134" y="331000"/>
                </a:lnTo>
                <a:lnTo>
                  <a:pt x="317182" y="337096"/>
                </a:lnTo>
                <a:lnTo>
                  <a:pt x="320230" y="344716"/>
                </a:lnTo>
                <a:lnTo>
                  <a:pt x="272986" y="353860"/>
                </a:lnTo>
                <a:lnTo>
                  <a:pt x="272986" y="315760"/>
                </a:lnTo>
                <a:lnTo>
                  <a:pt x="391960" y="315760"/>
                </a:lnTo>
                <a:lnTo>
                  <a:pt x="391960" y="379768"/>
                </a:lnTo>
                <a:lnTo>
                  <a:pt x="390499" y="389763"/>
                </a:lnTo>
                <a:lnTo>
                  <a:pt x="386041" y="396913"/>
                </a:lnTo>
                <a:lnTo>
                  <a:pt x="378409" y="401193"/>
                </a:lnTo>
                <a:lnTo>
                  <a:pt x="367474" y="402628"/>
                </a:lnTo>
                <a:lnTo>
                  <a:pt x="356374" y="402361"/>
                </a:lnTo>
                <a:lnTo>
                  <a:pt x="343852" y="401675"/>
                </a:lnTo>
                <a:lnTo>
                  <a:pt x="315658" y="399580"/>
                </a:lnTo>
                <a:lnTo>
                  <a:pt x="317677" y="408457"/>
                </a:lnTo>
                <a:lnTo>
                  <a:pt x="319278" y="416610"/>
                </a:lnTo>
                <a:lnTo>
                  <a:pt x="320586" y="423887"/>
                </a:lnTo>
                <a:lnTo>
                  <a:pt x="321754" y="430149"/>
                </a:lnTo>
                <a:lnTo>
                  <a:pt x="338048" y="431025"/>
                </a:lnTo>
                <a:lnTo>
                  <a:pt x="352615" y="431482"/>
                </a:lnTo>
                <a:lnTo>
                  <a:pt x="365480" y="431647"/>
                </a:lnTo>
                <a:lnTo>
                  <a:pt x="376618" y="431673"/>
                </a:lnTo>
                <a:lnTo>
                  <a:pt x="396443" y="428815"/>
                </a:lnTo>
                <a:lnTo>
                  <a:pt x="410235" y="420230"/>
                </a:lnTo>
                <a:lnTo>
                  <a:pt x="418287" y="405917"/>
                </a:lnTo>
                <a:lnTo>
                  <a:pt x="418719" y="402628"/>
                </a:lnTo>
                <a:lnTo>
                  <a:pt x="420916" y="385864"/>
                </a:lnTo>
                <a:lnTo>
                  <a:pt x="420916" y="315760"/>
                </a:lnTo>
                <a:lnTo>
                  <a:pt x="420916" y="291274"/>
                </a:lnTo>
                <a:close/>
              </a:path>
              <a:path w="1316354" h="434975">
                <a:moveTo>
                  <a:pt x="501675" y="108292"/>
                </a:moveTo>
                <a:lnTo>
                  <a:pt x="472719" y="102196"/>
                </a:lnTo>
                <a:lnTo>
                  <a:pt x="467868" y="132207"/>
                </a:lnTo>
                <a:lnTo>
                  <a:pt x="462432" y="160502"/>
                </a:lnTo>
                <a:lnTo>
                  <a:pt x="456438" y="187109"/>
                </a:lnTo>
                <a:lnTo>
                  <a:pt x="449859" y="212026"/>
                </a:lnTo>
                <a:lnTo>
                  <a:pt x="458698" y="214312"/>
                </a:lnTo>
                <a:lnTo>
                  <a:pt x="466813" y="216598"/>
                </a:lnTo>
                <a:lnTo>
                  <a:pt x="474078" y="218884"/>
                </a:lnTo>
                <a:lnTo>
                  <a:pt x="480339" y="221170"/>
                </a:lnTo>
                <a:lnTo>
                  <a:pt x="486892" y="191706"/>
                </a:lnTo>
                <a:lnTo>
                  <a:pt x="492721" y="162979"/>
                </a:lnTo>
                <a:lnTo>
                  <a:pt x="497700" y="135140"/>
                </a:lnTo>
                <a:lnTo>
                  <a:pt x="501675" y="108292"/>
                </a:lnTo>
                <a:close/>
              </a:path>
              <a:path w="1316354" h="434975">
                <a:moveTo>
                  <a:pt x="605409" y="143344"/>
                </a:moveTo>
                <a:lnTo>
                  <a:pt x="583323" y="102196"/>
                </a:lnTo>
                <a:lnTo>
                  <a:pt x="574065" y="86868"/>
                </a:lnTo>
                <a:lnTo>
                  <a:pt x="567309" y="76200"/>
                </a:lnTo>
                <a:lnTo>
                  <a:pt x="547497" y="86868"/>
                </a:lnTo>
                <a:lnTo>
                  <a:pt x="547497" y="3048"/>
                </a:lnTo>
                <a:lnTo>
                  <a:pt x="513867" y="3048"/>
                </a:lnTo>
                <a:lnTo>
                  <a:pt x="513867" y="434721"/>
                </a:lnTo>
                <a:lnTo>
                  <a:pt x="547497" y="434721"/>
                </a:lnTo>
                <a:lnTo>
                  <a:pt x="547497" y="102196"/>
                </a:lnTo>
                <a:lnTo>
                  <a:pt x="555472" y="115328"/>
                </a:lnTo>
                <a:lnTo>
                  <a:pt x="563308" y="129438"/>
                </a:lnTo>
                <a:lnTo>
                  <a:pt x="570852" y="144424"/>
                </a:lnTo>
                <a:lnTo>
                  <a:pt x="577977" y="160108"/>
                </a:lnTo>
                <a:lnTo>
                  <a:pt x="605409" y="143344"/>
                </a:lnTo>
                <a:close/>
              </a:path>
              <a:path w="1316354" h="434975">
                <a:moveTo>
                  <a:pt x="887539" y="384327"/>
                </a:moveTo>
                <a:lnTo>
                  <a:pt x="759434" y="384327"/>
                </a:lnTo>
                <a:lnTo>
                  <a:pt x="759434" y="266890"/>
                </a:lnTo>
                <a:lnTo>
                  <a:pt x="866203" y="266890"/>
                </a:lnTo>
                <a:lnTo>
                  <a:pt x="866203" y="236410"/>
                </a:lnTo>
                <a:lnTo>
                  <a:pt x="759434" y="236410"/>
                </a:lnTo>
                <a:lnTo>
                  <a:pt x="759434" y="129628"/>
                </a:lnTo>
                <a:lnTo>
                  <a:pt x="873823" y="129628"/>
                </a:lnTo>
                <a:lnTo>
                  <a:pt x="873823" y="99148"/>
                </a:lnTo>
                <a:lnTo>
                  <a:pt x="759434" y="99148"/>
                </a:lnTo>
                <a:lnTo>
                  <a:pt x="759434" y="3048"/>
                </a:lnTo>
                <a:lnTo>
                  <a:pt x="724382" y="3048"/>
                </a:lnTo>
                <a:lnTo>
                  <a:pt x="724382" y="99148"/>
                </a:lnTo>
                <a:lnTo>
                  <a:pt x="664946" y="99148"/>
                </a:lnTo>
                <a:lnTo>
                  <a:pt x="669493" y="84239"/>
                </a:lnTo>
                <a:lnTo>
                  <a:pt x="673900" y="69354"/>
                </a:lnTo>
                <a:lnTo>
                  <a:pt x="678014" y="54483"/>
                </a:lnTo>
                <a:lnTo>
                  <a:pt x="681710" y="39624"/>
                </a:lnTo>
                <a:lnTo>
                  <a:pt x="648081" y="30480"/>
                </a:lnTo>
                <a:lnTo>
                  <a:pt x="637489" y="71589"/>
                </a:lnTo>
                <a:lnTo>
                  <a:pt x="623887" y="112445"/>
                </a:lnTo>
                <a:lnTo>
                  <a:pt x="607148" y="152717"/>
                </a:lnTo>
                <a:lnTo>
                  <a:pt x="587121" y="192112"/>
                </a:lnTo>
                <a:lnTo>
                  <a:pt x="592505" y="195897"/>
                </a:lnTo>
                <a:lnTo>
                  <a:pt x="599313" y="200545"/>
                </a:lnTo>
                <a:lnTo>
                  <a:pt x="607263" y="206349"/>
                </a:lnTo>
                <a:lnTo>
                  <a:pt x="616077" y="213550"/>
                </a:lnTo>
                <a:lnTo>
                  <a:pt x="626084" y="192684"/>
                </a:lnTo>
                <a:lnTo>
                  <a:pt x="635508" y="171551"/>
                </a:lnTo>
                <a:lnTo>
                  <a:pt x="644372" y="150444"/>
                </a:lnTo>
                <a:lnTo>
                  <a:pt x="652653" y="129628"/>
                </a:lnTo>
                <a:lnTo>
                  <a:pt x="724382" y="129628"/>
                </a:lnTo>
                <a:lnTo>
                  <a:pt x="724382" y="236410"/>
                </a:lnTo>
                <a:lnTo>
                  <a:pt x="611505" y="236410"/>
                </a:lnTo>
                <a:lnTo>
                  <a:pt x="611505" y="266890"/>
                </a:lnTo>
                <a:lnTo>
                  <a:pt x="724382" y="266890"/>
                </a:lnTo>
                <a:lnTo>
                  <a:pt x="724382" y="384327"/>
                </a:lnTo>
                <a:lnTo>
                  <a:pt x="582549" y="384327"/>
                </a:lnTo>
                <a:lnTo>
                  <a:pt x="582549" y="414909"/>
                </a:lnTo>
                <a:lnTo>
                  <a:pt x="887539" y="414909"/>
                </a:lnTo>
                <a:lnTo>
                  <a:pt x="887539" y="384327"/>
                </a:lnTo>
                <a:close/>
              </a:path>
              <a:path w="1316354" h="434975">
                <a:moveTo>
                  <a:pt x="1159002" y="381292"/>
                </a:moveTo>
                <a:lnTo>
                  <a:pt x="1158760" y="372186"/>
                </a:lnTo>
                <a:lnTo>
                  <a:pt x="1158113" y="361480"/>
                </a:lnTo>
                <a:lnTo>
                  <a:pt x="1157719" y="355142"/>
                </a:lnTo>
                <a:lnTo>
                  <a:pt x="1157478" y="347764"/>
                </a:lnTo>
                <a:lnTo>
                  <a:pt x="1050696" y="361480"/>
                </a:lnTo>
                <a:lnTo>
                  <a:pt x="1050696" y="283654"/>
                </a:lnTo>
                <a:lnTo>
                  <a:pt x="1151382" y="283654"/>
                </a:lnTo>
                <a:lnTo>
                  <a:pt x="1151382" y="251650"/>
                </a:lnTo>
                <a:lnTo>
                  <a:pt x="1050696" y="251650"/>
                </a:lnTo>
                <a:lnTo>
                  <a:pt x="1050696" y="198221"/>
                </a:lnTo>
                <a:lnTo>
                  <a:pt x="1015644" y="198221"/>
                </a:lnTo>
                <a:lnTo>
                  <a:pt x="1015644" y="251650"/>
                </a:lnTo>
                <a:lnTo>
                  <a:pt x="913447" y="251650"/>
                </a:lnTo>
                <a:lnTo>
                  <a:pt x="913447" y="283654"/>
                </a:lnTo>
                <a:lnTo>
                  <a:pt x="1015644" y="283654"/>
                </a:lnTo>
                <a:lnTo>
                  <a:pt x="1015644" y="366052"/>
                </a:lnTo>
                <a:lnTo>
                  <a:pt x="957160" y="372719"/>
                </a:lnTo>
                <a:lnTo>
                  <a:pt x="928382" y="375691"/>
                </a:lnTo>
                <a:lnTo>
                  <a:pt x="899731" y="378244"/>
                </a:lnTo>
                <a:lnTo>
                  <a:pt x="910399" y="414909"/>
                </a:lnTo>
                <a:lnTo>
                  <a:pt x="960577" y="407720"/>
                </a:lnTo>
                <a:lnTo>
                  <a:pt x="1159002" y="381292"/>
                </a:lnTo>
                <a:close/>
              </a:path>
              <a:path w="1316354" h="434975">
                <a:moveTo>
                  <a:pt x="1162050" y="27432"/>
                </a:moveTo>
                <a:lnTo>
                  <a:pt x="910399" y="27432"/>
                </a:lnTo>
                <a:lnTo>
                  <a:pt x="910399" y="59436"/>
                </a:lnTo>
                <a:lnTo>
                  <a:pt x="991260" y="59436"/>
                </a:lnTo>
                <a:lnTo>
                  <a:pt x="983259" y="74904"/>
                </a:lnTo>
                <a:lnTo>
                  <a:pt x="959256" y="115925"/>
                </a:lnTo>
                <a:lnTo>
                  <a:pt x="927290" y="152133"/>
                </a:lnTo>
                <a:lnTo>
                  <a:pt x="914971" y="160121"/>
                </a:lnTo>
                <a:lnTo>
                  <a:pt x="930211" y="195173"/>
                </a:lnTo>
                <a:lnTo>
                  <a:pt x="1110234" y="178409"/>
                </a:lnTo>
                <a:lnTo>
                  <a:pt x="1113904" y="186410"/>
                </a:lnTo>
                <a:lnTo>
                  <a:pt x="1121803" y="202450"/>
                </a:lnTo>
                <a:lnTo>
                  <a:pt x="1125474" y="210502"/>
                </a:lnTo>
                <a:lnTo>
                  <a:pt x="1134351" y="205270"/>
                </a:lnTo>
                <a:lnTo>
                  <a:pt x="1142809" y="200736"/>
                </a:lnTo>
                <a:lnTo>
                  <a:pt x="1150975" y="196494"/>
                </a:lnTo>
                <a:lnTo>
                  <a:pt x="1159002" y="192125"/>
                </a:lnTo>
                <a:lnTo>
                  <a:pt x="1151407" y="178409"/>
                </a:lnTo>
                <a:lnTo>
                  <a:pt x="1143838" y="164706"/>
                </a:lnTo>
                <a:lnTo>
                  <a:pt x="1141158" y="160121"/>
                </a:lnTo>
                <a:lnTo>
                  <a:pt x="1127950" y="137439"/>
                </a:lnTo>
                <a:lnTo>
                  <a:pt x="1111211" y="110426"/>
                </a:lnTo>
                <a:lnTo>
                  <a:pt x="1093470" y="83820"/>
                </a:lnTo>
                <a:lnTo>
                  <a:pt x="1064412" y="99161"/>
                </a:lnTo>
                <a:lnTo>
                  <a:pt x="1072210" y="111493"/>
                </a:lnTo>
                <a:lnTo>
                  <a:pt x="1079550" y="123545"/>
                </a:lnTo>
                <a:lnTo>
                  <a:pt x="1086586" y="135585"/>
                </a:lnTo>
                <a:lnTo>
                  <a:pt x="1093470" y="147929"/>
                </a:lnTo>
                <a:lnTo>
                  <a:pt x="1029563" y="154597"/>
                </a:lnTo>
                <a:lnTo>
                  <a:pt x="998004" y="157568"/>
                </a:lnTo>
                <a:lnTo>
                  <a:pt x="966876" y="160121"/>
                </a:lnTo>
                <a:lnTo>
                  <a:pt x="983792" y="136664"/>
                </a:lnTo>
                <a:lnTo>
                  <a:pt x="1000404" y="112064"/>
                </a:lnTo>
                <a:lnTo>
                  <a:pt x="1017028" y="86309"/>
                </a:lnTo>
                <a:lnTo>
                  <a:pt x="1033932" y="59436"/>
                </a:lnTo>
                <a:lnTo>
                  <a:pt x="1162050" y="59436"/>
                </a:lnTo>
                <a:lnTo>
                  <a:pt x="1162050" y="27432"/>
                </a:lnTo>
                <a:close/>
              </a:path>
              <a:path w="1316354" h="434975">
                <a:moveTo>
                  <a:pt x="1221587" y="47244"/>
                </a:moveTo>
                <a:lnTo>
                  <a:pt x="1184910" y="47244"/>
                </a:lnTo>
                <a:lnTo>
                  <a:pt x="1184910" y="326428"/>
                </a:lnTo>
                <a:lnTo>
                  <a:pt x="1221587" y="326428"/>
                </a:lnTo>
                <a:lnTo>
                  <a:pt x="1221587" y="47244"/>
                </a:lnTo>
                <a:close/>
              </a:path>
              <a:path w="1316354" h="434975">
                <a:moveTo>
                  <a:pt x="1316075" y="0"/>
                </a:moveTo>
                <a:lnTo>
                  <a:pt x="1281023" y="0"/>
                </a:lnTo>
                <a:lnTo>
                  <a:pt x="1281023" y="361480"/>
                </a:lnTo>
                <a:lnTo>
                  <a:pt x="1279283" y="373684"/>
                </a:lnTo>
                <a:lnTo>
                  <a:pt x="1273975" y="382625"/>
                </a:lnTo>
                <a:lnTo>
                  <a:pt x="1264945" y="387832"/>
                </a:lnTo>
                <a:lnTo>
                  <a:pt x="1252562" y="388874"/>
                </a:lnTo>
                <a:lnTo>
                  <a:pt x="1240624" y="388861"/>
                </a:lnTo>
                <a:lnTo>
                  <a:pt x="1226908" y="388531"/>
                </a:lnTo>
                <a:lnTo>
                  <a:pt x="1210868" y="387616"/>
                </a:lnTo>
                <a:lnTo>
                  <a:pt x="1192530" y="385864"/>
                </a:lnTo>
                <a:lnTo>
                  <a:pt x="1194790" y="396138"/>
                </a:lnTo>
                <a:lnTo>
                  <a:pt x="1196911" y="406285"/>
                </a:lnTo>
                <a:lnTo>
                  <a:pt x="1198740" y="416153"/>
                </a:lnTo>
                <a:lnTo>
                  <a:pt x="1200150" y="425577"/>
                </a:lnTo>
                <a:lnTo>
                  <a:pt x="1264259" y="425577"/>
                </a:lnTo>
                <a:lnTo>
                  <a:pt x="1303312" y="411848"/>
                </a:lnTo>
                <a:lnTo>
                  <a:pt x="1316075" y="370624"/>
                </a:lnTo>
                <a:lnTo>
                  <a:pt x="1316075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7431405" y="3207930"/>
            <a:ext cx="356870" cy="337185"/>
          </a:xfrm>
          <a:custGeom>
            <a:avLst/>
            <a:gdLst/>
            <a:ahLst/>
            <a:cxnLst/>
            <a:rect l="l" t="t" r="r" b="b"/>
            <a:pathLst>
              <a:path w="356870" h="337185">
                <a:moveTo>
                  <a:pt x="186016" y="193738"/>
                </a:moveTo>
                <a:lnTo>
                  <a:pt x="181178" y="153682"/>
                </a:lnTo>
                <a:lnTo>
                  <a:pt x="166763" y="125069"/>
                </a:lnTo>
                <a:lnTo>
                  <a:pt x="142900" y="107924"/>
                </a:lnTo>
                <a:lnTo>
                  <a:pt x="109728" y="102196"/>
                </a:lnTo>
                <a:lnTo>
                  <a:pt x="87147" y="105016"/>
                </a:lnTo>
                <a:lnTo>
                  <a:pt x="67437" y="113245"/>
                </a:lnTo>
                <a:lnTo>
                  <a:pt x="50571" y="126631"/>
                </a:lnTo>
                <a:lnTo>
                  <a:pt x="36576" y="144868"/>
                </a:lnTo>
                <a:lnTo>
                  <a:pt x="35052" y="144868"/>
                </a:lnTo>
                <a:lnTo>
                  <a:pt x="35052" y="0"/>
                </a:lnTo>
                <a:lnTo>
                  <a:pt x="0" y="0"/>
                </a:lnTo>
                <a:lnTo>
                  <a:pt x="0" y="332511"/>
                </a:lnTo>
                <a:lnTo>
                  <a:pt x="35052" y="332511"/>
                </a:lnTo>
                <a:lnTo>
                  <a:pt x="35052" y="205930"/>
                </a:lnTo>
                <a:lnTo>
                  <a:pt x="36195" y="190525"/>
                </a:lnTo>
                <a:lnTo>
                  <a:pt x="53340" y="152488"/>
                </a:lnTo>
                <a:lnTo>
                  <a:pt x="97536" y="132676"/>
                </a:lnTo>
                <a:lnTo>
                  <a:pt x="120472" y="137210"/>
                </a:lnTo>
                <a:lnTo>
                  <a:pt x="136664" y="150596"/>
                </a:lnTo>
                <a:lnTo>
                  <a:pt x="146278" y="172580"/>
                </a:lnTo>
                <a:lnTo>
                  <a:pt x="149440" y="202882"/>
                </a:lnTo>
                <a:lnTo>
                  <a:pt x="149440" y="332511"/>
                </a:lnTo>
                <a:lnTo>
                  <a:pt x="186016" y="332511"/>
                </a:lnTo>
                <a:lnTo>
                  <a:pt x="186016" y="193738"/>
                </a:lnTo>
                <a:close/>
              </a:path>
              <a:path w="356870" h="337185">
                <a:moveTo>
                  <a:pt x="356806" y="108292"/>
                </a:moveTo>
                <a:lnTo>
                  <a:pt x="300418" y="108292"/>
                </a:lnTo>
                <a:lnTo>
                  <a:pt x="300418" y="41148"/>
                </a:lnTo>
                <a:lnTo>
                  <a:pt x="265366" y="53340"/>
                </a:lnTo>
                <a:lnTo>
                  <a:pt x="265366" y="108292"/>
                </a:lnTo>
                <a:lnTo>
                  <a:pt x="225640" y="108292"/>
                </a:lnTo>
                <a:lnTo>
                  <a:pt x="225640" y="138772"/>
                </a:lnTo>
                <a:lnTo>
                  <a:pt x="265366" y="138772"/>
                </a:lnTo>
                <a:lnTo>
                  <a:pt x="265366" y="271551"/>
                </a:lnTo>
                <a:lnTo>
                  <a:pt x="269049" y="300443"/>
                </a:lnTo>
                <a:lnTo>
                  <a:pt x="280035" y="320890"/>
                </a:lnTo>
                <a:lnTo>
                  <a:pt x="298145" y="333070"/>
                </a:lnTo>
                <a:lnTo>
                  <a:pt x="323278" y="337083"/>
                </a:lnTo>
                <a:lnTo>
                  <a:pt x="333222" y="336537"/>
                </a:lnTo>
                <a:lnTo>
                  <a:pt x="342328" y="334987"/>
                </a:lnTo>
                <a:lnTo>
                  <a:pt x="350278" y="332587"/>
                </a:lnTo>
                <a:lnTo>
                  <a:pt x="356806" y="329463"/>
                </a:lnTo>
                <a:lnTo>
                  <a:pt x="356806" y="298983"/>
                </a:lnTo>
                <a:lnTo>
                  <a:pt x="350710" y="305079"/>
                </a:lnTo>
                <a:lnTo>
                  <a:pt x="343090" y="306603"/>
                </a:lnTo>
                <a:lnTo>
                  <a:pt x="333946" y="306603"/>
                </a:lnTo>
                <a:lnTo>
                  <a:pt x="325602" y="306031"/>
                </a:lnTo>
                <a:lnTo>
                  <a:pt x="300964" y="276034"/>
                </a:lnTo>
                <a:lnTo>
                  <a:pt x="300418" y="265455"/>
                </a:lnTo>
                <a:lnTo>
                  <a:pt x="300418" y="138772"/>
                </a:lnTo>
                <a:lnTo>
                  <a:pt x="356806" y="138772"/>
                </a:lnTo>
                <a:lnTo>
                  <a:pt x="356806" y="1082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7837075" y="3310128"/>
            <a:ext cx="318770" cy="230504"/>
          </a:xfrm>
          <a:custGeom>
            <a:avLst/>
            <a:gdLst/>
            <a:ahLst/>
            <a:cxnLst/>
            <a:rect l="l" t="t" r="r" b="b"/>
            <a:pathLst>
              <a:path w="318770" h="230504">
                <a:moveTo>
                  <a:pt x="318706" y="230314"/>
                </a:moveTo>
                <a:lnTo>
                  <a:pt x="282130" y="230314"/>
                </a:lnTo>
                <a:lnTo>
                  <a:pt x="282130" y="100679"/>
                </a:lnTo>
                <a:lnTo>
                  <a:pt x="281533" y="83556"/>
                </a:lnTo>
                <a:lnTo>
                  <a:pt x="264533" y="40124"/>
                </a:lnTo>
                <a:lnTo>
                  <a:pt x="231743" y="30479"/>
                </a:lnTo>
                <a:lnTo>
                  <a:pt x="220860" y="31884"/>
                </a:lnTo>
                <a:lnTo>
                  <a:pt x="186523" y="62729"/>
                </a:lnTo>
                <a:lnTo>
                  <a:pt x="176879" y="102203"/>
                </a:lnTo>
                <a:lnTo>
                  <a:pt x="176879" y="230314"/>
                </a:lnTo>
                <a:lnTo>
                  <a:pt x="140303" y="230314"/>
                </a:lnTo>
                <a:lnTo>
                  <a:pt x="140303" y="97631"/>
                </a:lnTo>
                <a:lnTo>
                  <a:pt x="137145" y="68453"/>
                </a:lnTo>
                <a:lnTo>
                  <a:pt x="127682" y="47446"/>
                </a:lnTo>
                <a:lnTo>
                  <a:pt x="111933" y="34743"/>
                </a:lnTo>
                <a:lnTo>
                  <a:pt x="89916" y="30479"/>
                </a:lnTo>
                <a:lnTo>
                  <a:pt x="78795" y="31646"/>
                </a:lnTo>
                <a:lnTo>
                  <a:pt x="44053" y="61229"/>
                </a:lnTo>
                <a:lnTo>
                  <a:pt x="35052" y="102203"/>
                </a:lnTo>
                <a:lnTo>
                  <a:pt x="35052" y="230314"/>
                </a:lnTo>
                <a:lnTo>
                  <a:pt x="0" y="230314"/>
                </a:lnTo>
                <a:lnTo>
                  <a:pt x="0" y="6095"/>
                </a:lnTo>
                <a:lnTo>
                  <a:pt x="35052" y="6095"/>
                </a:lnTo>
                <a:lnTo>
                  <a:pt x="35052" y="41147"/>
                </a:lnTo>
                <a:lnTo>
                  <a:pt x="36576" y="41147"/>
                </a:lnTo>
                <a:lnTo>
                  <a:pt x="49672" y="23145"/>
                </a:lnTo>
                <a:lnTo>
                  <a:pt x="65913" y="10286"/>
                </a:lnTo>
                <a:lnTo>
                  <a:pt x="85010" y="2571"/>
                </a:lnTo>
                <a:lnTo>
                  <a:pt x="106680" y="0"/>
                </a:lnTo>
                <a:lnTo>
                  <a:pt x="117587" y="857"/>
                </a:lnTo>
                <a:lnTo>
                  <a:pt x="153828" y="20240"/>
                </a:lnTo>
                <a:lnTo>
                  <a:pt x="169259" y="47243"/>
                </a:lnTo>
                <a:lnTo>
                  <a:pt x="183284" y="27003"/>
                </a:lnTo>
                <a:lnTo>
                  <a:pt x="200310" y="12191"/>
                </a:lnTo>
                <a:lnTo>
                  <a:pt x="220479" y="3095"/>
                </a:lnTo>
                <a:lnTo>
                  <a:pt x="243935" y="0"/>
                </a:lnTo>
                <a:lnTo>
                  <a:pt x="276232" y="5716"/>
                </a:lnTo>
                <a:lnTo>
                  <a:pt x="299644" y="22871"/>
                </a:lnTo>
                <a:lnTo>
                  <a:pt x="313894" y="51475"/>
                </a:lnTo>
                <a:lnTo>
                  <a:pt x="318706" y="91535"/>
                </a:lnTo>
                <a:lnTo>
                  <a:pt x="318706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8223504" y="32080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6" y="0"/>
                </a:lnTo>
                <a:lnTo>
                  <a:pt x="36576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8425713" y="3165258"/>
            <a:ext cx="880110" cy="434975"/>
          </a:xfrm>
          <a:custGeom>
            <a:avLst/>
            <a:gdLst/>
            <a:ahLst/>
            <a:cxnLst/>
            <a:rect l="l" t="t" r="r" b="b"/>
            <a:pathLst>
              <a:path w="880109" h="434975">
                <a:moveTo>
                  <a:pt x="388912" y="32004"/>
                </a:moveTo>
                <a:lnTo>
                  <a:pt x="48768" y="32004"/>
                </a:lnTo>
                <a:lnTo>
                  <a:pt x="48768" y="64008"/>
                </a:lnTo>
                <a:lnTo>
                  <a:pt x="388912" y="64008"/>
                </a:lnTo>
                <a:lnTo>
                  <a:pt x="388912" y="32004"/>
                </a:lnTo>
                <a:close/>
              </a:path>
              <a:path w="880109" h="434975">
                <a:moveTo>
                  <a:pt x="436156" y="308140"/>
                </a:moveTo>
                <a:lnTo>
                  <a:pt x="426123" y="305803"/>
                </a:lnTo>
                <a:lnTo>
                  <a:pt x="416534" y="303326"/>
                </a:lnTo>
                <a:lnTo>
                  <a:pt x="407212" y="300558"/>
                </a:lnTo>
                <a:lnTo>
                  <a:pt x="398056" y="297370"/>
                </a:lnTo>
                <a:lnTo>
                  <a:pt x="396671" y="315760"/>
                </a:lnTo>
                <a:lnTo>
                  <a:pt x="395008" y="332130"/>
                </a:lnTo>
                <a:lnTo>
                  <a:pt x="393331" y="346735"/>
                </a:lnTo>
                <a:lnTo>
                  <a:pt x="391960" y="359956"/>
                </a:lnTo>
                <a:lnTo>
                  <a:pt x="387934" y="372833"/>
                </a:lnTo>
                <a:lnTo>
                  <a:pt x="380479" y="381863"/>
                </a:lnTo>
                <a:lnTo>
                  <a:pt x="369582" y="387172"/>
                </a:lnTo>
                <a:lnTo>
                  <a:pt x="355282" y="388912"/>
                </a:lnTo>
                <a:lnTo>
                  <a:pt x="317182" y="388912"/>
                </a:lnTo>
                <a:lnTo>
                  <a:pt x="306057" y="387210"/>
                </a:lnTo>
                <a:lnTo>
                  <a:pt x="297942" y="382244"/>
                </a:lnTo>
                <a:lnTo>
                  <a:pt x="292963" y="374116"/>
                </a:lnTo>
                <a:lnTo>
                  <a:pt x="291274" y="363004"/>
                </a:lnTo>
                <a:lnTo>
                  <a:pt x="291274" y="192125"/>
                </a:lnTo>
                <a:lnTo>
                  <a:pt x="430060" y="192125"/>
                </a:lnTo>
                <a:lnTo>
                  <a:pt x="430060" y="158584"/>
                </a:lnTo>
                <a:lnTo>
                  <a:pt x="6096" y="158584"/>
                </a:lnTo>
                <a:lnTo>
                  <a:pt x="6096" y="192125"/>
                </a:lnTo>
                <a:lnTo>
                  <a:pt x="128117" y="192125"/>
                </a:lnTo>
                <a:lnTo>
                  <a:pt x="128117" y="207454"/>
                </a:lnTo>
                <a:lnTo>
                  <a:pt x="122021" y="277190"/>
                </a:lnTo>
                <a:lnTo>
                  <a:pt x="102209" y="326428"/>
                </a:lnTo>
                <a:lnTo>
                  <a:pt x="64211" y="366623"/>
                </a:lnTo>
                <a:lnTo>
                  <a:pt x="0" y="405676"/>
                </a:lnTo>
                <a:lnTo>
                  <a:pt x="5765" y="410895"/>
                </a:lnTo>
                <a:lnTo>
                  <a:pt x="11811" y="417372"/>
                </a:lnTo>
                <a:lnTo>
                  <a:pt x="18427" y="425272"/>
                </a:lnTo>
                <a:lnTo>
                  <a:pt x="25908" y="434721"/>
                </a:lnTo>
                <a:lnTo>
                  <a:pt x="64528" y="412877"/>
                </a:lnTo>
                <a:lnTo>
                  <a:pt x="95872" y="390626"/>
                </a:lnTo>
                <a:lnTo>
                  <a:pt x="137261" y="343192"/>
                </a:lnTo>
                <a:lnTo>
                  <a:pt x="157835" y="287134"/>
                </a:lnTo>
                <a:lnTo>
                  <a:pt x="164630" y="207454"/>
                </a:lnTo>
                <a:lnTo>
                  <a:pt x="164693" y="192125"/>
                </a:lnTo>
                <a:lnTo>
                  <a:pt x="254698" y="192125"/>
                </a:lnTo>
                <a:lnTo>
                  <a:pt x="254774" y="366623"/>
                </a:lnTo>
                <a:lnTo>
                  <a:pt x="268414" y="406476"/>
                </a:lnTo>
                <a:lnTo>
                  <a:pt x="309562" y="419481"/>
                </a:lnTo>
                <a:lnTo>
                  <a:pt x="362902" y="419481"/>
                </a:lnTo>
                <a:lnTo>
                  <a:pt x="406425" y="407809"/>
                </a:lnTo>
                <a:lnTo>
                  <a:pt x="427012" y="372148"/>
                </a:lnTo>
                <a:lnTo>
                  <a:pt x="433870" y="326707"/>
                </a:lnTo>
                <a:lnTo>
                  <a:pt x="436156" y="308140"/>
                </a:lnTo>
                <a:close/>
              </a:path>
              <a:path w="880109" h="434975">
                <a:moveTo>
                  <a:pt x="591693" y="359956"/>
                </a:moveTo>
                <a:lnTo>
                  <a:pt x="570357" y="335572"/>
                </a:lnTo>
                <a:lnTo>
                  <a:pt x="539216" y="354736"/>
                </a:lnTo>
                <a:lnTo>
                  <a:pt x="509917" y="371195"/>
                </a:lnTo>
                <a:lnTo>
                  <a:pt x="482625" y="385076"/>
                </a:lnTo>
                <a:lnTo>
                  <a:pt x="457479" y="396532"/>
                </a:lnTo>
                <a:lnTo>
                  <a:pt x="462915" y="405180"/>
                </a:lnTo>
                <a:lnTo>
                  <a:pt x="472059" y="419557"/>
                </a:lnTo>
                <a:lnTo>
                  <a:pt x="475767" y="425577"/>
                </a:lnTo>
                <a:lnTo>
                  <a:pt x="501815" y="412102"/>
                </a:lnTo>
                <a:lnTo>
                  <a:pt x="529729" y="396760"/>
                </a:lnTo>
                <a:lnTo>
                  <a:pt x="559650" y="379425"/>
                </a:lnTo>
                <a:lnTo>
                  <a:pt x="591693" y="359956"/>
                </a:lnTo>
                <a:close/>
              </a:path>
              <a:path w="880109" h="434975">
                <a:moveTo>
                  <a:pt x="864679" y="395008"/>
                </a:moveTo>
                <a:lnTo>
                  <a:pt x="820534" y="371233"/>
                </a:lnTo>
                <a:lnTo>
                  <a:pt x="774585" y="346570"/>
                </a:lnTo>
                <a:lnTo>
                  <a:pt x="750277" y="334048"/>
                </a:lnTo>
                <a:lnTo>
                  <a:pt x="730465" y="356908"/>
                </a:lnTo>
                <a:lnTo>
                  <a:pt x="755497" y="371195"/>
                </a:lnTo>
                <a:lnTo>
                  <a:pt x="782713" y="387007"/>
                </a:lnTo>
                <a:lnTo>
                  <a:pt x="811568" y="404520"/>
                </a:lnTo>
                <a:lnTo>
                  <a:pt x="841819" y="424053"/>
                </a:lnTo>
                <a:lnTo>
                  <a:pt x="864679" y="395008"/>
                </a:lnTo>
                <a:close/>
              </a:path>
              <a:path w="880109" h="434975">
                <a:moveTo>
                  <a:pt x="879919" y="152488"/>
                </a:moveTo>
                <a:lnTo>
                  <a:pt x="684745" y="152488"/>
                </a:lnTo>
                <a:lnTo>
                  <a:pt x="684745" y="122008"/>
                </a:lnTo>
                <a:lnTo>
                  <a:pt x="832675" y="122008"/>
                </a:lnTo>
                <a:lnTo>
                  <a:pt x="832675" y="94488"/>
                </a:lnTo>
                <a:lnTo>
                  <a:pt x="684745" y="94488"/>
                </a:lnTo>
                <a:lnTo>
                  <a:pt x="684745" y="65532"/>
                </a:lnTo>
                <a:lnTo>
                  <a:pt x="863155" y="65532"/>
                </a:lnTo>
                <a:lnTo>
                  <a:pt x="863155" y="38100"/>
                </a:lnTo>
                <a:lnTo>
                  <a:pt x="684745" y="38100"/>
                </a:lnTo>
                <a:lnTo>
                  <a:pt x="684745" y="0"/>
                </a:lnTo>
                <a:lnTo>
                  <a:pt x="649605" y="0"/>
                </a:lnTo>
                <a:lnTo>
                  <a:pt x="649605" y="38100"/>
                </a:lnTo>
                <a:lnTo>
                  <a:pt x="472719" y="38100"/>
                </a:lnTo>
                <a:lnTo>
                  <a:pt x="472719" y="65532"/>
                </a:lnTo>
                <a:lnTo>
                  <a:pt x="649605" y="65532"/>
                </a:lnTo>
                <a:lnTo>
                  <a:pt x="649605" y="94488"/>
                </a:lnTo>
                <a:lnTo>
                  <a:pt x="497103" y="94488"/>
                </a:lnTo>
                <a:lnTo>
                  <a:pt x="497103" y="122008"/>
                </a:lnTo>
                <a:lnTo>
                  <a:pt x="649605" y="122008"/>
                </a:lnTo>
                <a:lnTo>
                  <a:pt x="649605" y="152488"/>
                </a:lnTo>
                <a:lnTo>
                  <a:pt x="455955" y="152488"/>
                </a:lnTo>
                <a:lnTo>
                  <a:pt x="455955" y="179920"/>
                </a:lnTo>
                <a:lnTo>
                  <a:pt x="590169" y="179920"/>
                </a:lnTo>
                <a:lnTo>
                  <a:pt x="576668" y="187667"/>
                </a:lnTo>
                <a:lnTo>
                  <a:pt x="563308" y="194983"/>
                </a:lnTo>
                <a:lnTo>
                  <a:pt x="549668" y="202044"/>
                </a:lnTo>
                <a:lnTo>
                  <a:pt x="535305" y="208978"/>
                </a:lnTo>
                <a:lnTo>
                  <a:pt x="526745" y="213258"/>
                </a:lnTo>
                <a:lnTo>
                  <a:pt x="517156" y="216979"/>
                </a:lnTo>
                <a:lnTo>
                  <a:pt x="506717" y="220116"/>
                </a:lnTo>
                <a:lnTo>
                  <a:pt x="495579" y="222694"/>
                </a:lnTo>
                <a:lnTo>
                  <a:pt x="510819" y="254698"/>
                </a:lnTo>
                <a:lnTo>
                  <a:pt x="544449" y="250126"/>
                </a:lnTo>
                <a:lnTo>
                  <a:pt x="566737" y="248716"/>
                </a:lnTo>
                <a:lnTo>
                  <a:pt x="640461" y="242506"/>
                </a:lnTo>
                <a:lnTo>
                  <a:pt x="593788" y="262890"/>
                </a:lnTo>
                <a:lnTo>
                  <a:pt x="545973" y="282130"/>
                </a:lnTo>
                <a:lnTo>
                  <a:pt x="503669" y="294563"/>
                </a:lnTo>
                <a:lnTo>
                  <a:pt x="487959" y="297370"/>
                </a:lnTo>
                <a:lnTo>
                  <a:pt x="504723" y="332524"/>
                </a:lnTo>
                <a:lnTo>
                  <a:pt x="556641" y="326428"/>
                </a:lnTo>
                <a:lnTo>
                  <a:pt x="655789" y="321856"/>
                </a:lnTo>
                <a:lnTo>
                  <a:pt x="655789" y="372148"/>
                </a:lnTo>
                <a:lnTo>
                  <a:pt x="654062" y="382143"/>
                </a:lnTo>
                <a:lnTo>
                  <a:pt x="648893" y="389293"/>
                </a:lnTo>
                <a:lnTo>
                  <a:pt x="640283" y="393573"/>
                </a:lnTo>
                <a:lnTo>
                  <a:pt x="628269" y="395008"/>
                </a:lnTo>
                <a:lnTo>
                  <a:pt x="618261" y="394716"/>
                </a:lnTo>
                <a:lnTo>
                  <a:pt x="606552" y="393865"/>
                </a:lnTo>
                <a:lnTo>
                  <a:pt x="593115" y="392430"/>
                </a:lnTo>
                <a:lnTo>
                  <a:pt x="577977" y="390436"/>
                </a:lnTo>
                <a:lnTo>
                  <a:pt x="579970" y="400443"/>
                </a:lnTo>
                <a:lnTo>
                  <a:pt x="581406" y="409905"/>
                </a:lnTo>
                <a:lnTo>
                  <a:pt x="582256" y="418795"/>
                </a:lnTo>
                <a:lnTo>
                  <a:pt x="582549" y="427101"/>
                </a:lnTo>
                <a:lnTo>
                  <a:pt x="635889" y="427101"/>
                </a:lnTo>
                <a:lnTo>
                  <a:pt x="677125" y="414324"/>
                </a:lnTo>
                <a:lnTo>
                  <a:pt x="690841" y="375196"/>
                </a:lnTo>
                <a:lnTo>
                  <a:pt x="690841" y="321856"/>
                </a:lnTo>
                <a:lnTo>
                  <a:pt x="690841" y="320332"/>
                </a:lnTo>
                <a:lnTo>
                  <a:pt x="777468" y="316255"/>
                </a:lnTo>
                <a:lnTo>
                  <a:pt x="809815" y="314236"/>
                </a:lnTo>
                <a:lnTo>
                  <a:pt x="816648" y="321094"/>
                </a:lnTo>
                <a:lnTo>
                  <a:pt x="823341" y="327952"/>
                </a:lnTo>
                <a:lnTo>
                  <a:pt x="829741" y="334810"/>
                </a:lnTo>
                <a:lnTo>
                  <a:pt x="835723" y="341668"/>
                </a:lnTo>
                <a:lnTo>
                  <a:pt x="844003" y="334048"/>
                </a:lnTo>
                <a:lnTo>
                  <a:pt x="856729" y="321513"/>
                </a:lnTo>
                <a:lnTo>
                  <a:pt x="861631" y="317284"/>
                </a:lnTo>
                <a:lnTo>
                  <a:pt x="858507" y="314236"/>
                </a:lnTo>
                <a:lnTo>
                  <a:pt x="844334" y="300418"/>
                </a:lnTo>
                <a:lnTo>
                  <a:pt x="841209" y="297370"/>
                </a:lnTo>
                <a:lnTo>
                  <a:pt x="818756" y="276618"/>
                </a:lnTo>
                <a:lnTo>
                  <a:pt x="794943" y="255676"/>
                </a:lnTo>
                <a:lnTo>
                  <a:pt x="770102" y="234886"/>
                </a:lnTo>
                <a:lnTo>
                  <a:pt x="747229" y="254698"/>
                </a:lnTo>
                <a:lnTo>
                  <a:pt x="756615" y="263817"/>
                </a:lnTo>
                <a:lnTo>
                  <a:pt x="766203" y="272719"/>
                </a:lnTo>
                <a:lnTo>
                  <a:pt x="775957" y="281482"/>
                </a:lnTo>
                <a:lnTo>
                  <a:pt x="785342" y="289750"/>
                </a:lnTo>
                <a:lnTo>
                  <a:pt x="567309" y="300418"/>
                </a:lnTo>
                <a:lnTo>
                  <a:pt x="611378" y="283248"/>
                </a:lnTo>
                <a:lnTo>
                  <a:pt x="655764" y="264769"/>
                </a:lnTo>
                <a:lnTo>
                  <a:pt x="700366" y="245110"/>
                </a:lnTo>
                <a:lnTo>
                  <a:pt x="742276" y="225742"/>
                </a:lnTo>
                <a:lnTo>
                  <a:pt x="745109" y="224434"/>
                </a:lnTo>
                <a:lnTo>
                  <a:pt x="789914" y="202882"/>
                </a:lnTo>
                <a:lnTo>
                  <a:pt x="765517" y="182968"/>
                </a:lnTo>
                <a:lnTo>
                  <a:pt x="748372" y="191897"/>
                </a:lnTo>
                <a:lnTo>
                  <a:pt x="714082" y="209207"/>
                </a:lnTo>
                <a:lnTo>
                  <a:pt x="696937" y="218122"/>
                </a:lnTo>
                <a:lnTo>
                  <a:pt x="586054" y="224332"/>
                </a:lnTo>
                <a:lnTo>
                  <a:pt x="552069" y="225742"/>
                </a:lnTo>
                <a:lnTo>
                  <a:pt x="574903" y="215150"/>
                </a:lnTo>
                <a:lnTo>
                  <a:pt x="597598" y="203974"/>
                </a:lnTo>
                <a:lnTo>
                  <a:pt x="620001" y="192227"/>
                </a:lnTo>
                <a:lnTo>
                  <a:pt x="641985" y="179920"/>
                </a:lnTo>
                <a:lnTo>
                  <a:pt x="879919" y="179920"/>
                </a:lnTo>
                <a:lnTo>
                  <a:pt x="879919" y="1524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928" y="3985926"/>
            <a:ext cx="109823" cy="109823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1300632" y="3810482"/>
            <a:ext cx="4018915" cy="436245"/>
          </a:xfrm>
          <a:custGeom>
            <a:avLst/>
            <a:gdLst/>
            <a:ahLst/>
            <a:cxnLst/>
            <a:rect l="l" t="t" r="r" b="b"/>
            <a:pathLst>
              <a:path w="4018915" h="436245">
                <a:moveTo>
                  <a:pt x="428536" y="387477"/>
                </a:moveTo>
                <a:lnTo>
                  <a:pt x="369697" y="369938"/>
                </a:lnTo>
                <a:lnTo>
                  <a:pt x="319138" y="351574"/>
                </a:lnTo>
                <a:lnTo>
                  <a:pt x="277139" y="332092"/>
                </a:lnTo>
                <a:lnTo>
                  <a:pt x="244030" y="311188"/>
                </a:lnTo>
                <a:lnTo>
                  <a:pt x="264553" y="288328"/>
                </a:lnTo>
                <a:lnTo>
                  <a:pt x="272973" y="278942"/>
                </a:lnTo>
                <a:lnTo>
                  <a:pt x="297510" y="242709"/>
                </a:lnTo>
                <a:lnTo>
                  <a:pt x="317639" y="202438"/>
                </a:lnTo>
                <a:lnTo>
                  <a:pt x="333375" y="158153"/>
                </a:lnTo>
                <a:lnTo>
                  <a:pt x="344716" y="109829"/>
                </a:lnTo>
                <a:lnTo>
                  <a:pt x="425488" y="109829"/>
                </a:lnTo>
                <a:lnTo>
                  <a:pt x="425488" y="77812"/>
                </a:lnTo>
                <a:lnTo>
                  <a:pt x="308140" y="77812"/>
                </a:lnTo>
                <a:lnTo>
                  <a:pt x="308140" y="109829"/>
                </a:lnTo>
                <a:lnTo>
                  <a:pt x="294690" y="163029"/>
                </a:lnTo>
                <a:lnTo>
                  <a:pt x="274942" y="210502"/>
                </a:lnTo>
                <a:lnTo>
                  <a:pt x="248907" y="252260"/>
                </a:lnTo>
                <a:lnTo>
                  <a:pt x="216598" y="288328"/>
                </a:lnTo>
                <a:lnTo>
                  <a:pt x="183172" y="250545"/>
                </a:lnTo>
                <a:lnTo>
                  <a:pt x="156159" y="208216"/>
                </a:lnTo>
                <a:lnTo>
                  <a:pt x="135724" y="161315"/>
                </a:lnTo>
                <a:lnTo>
                  <a:pt x="122021" y="109829"/>
                </a:lnTo>
                <a:lnTo>
                  <a:pt x="308140" y="109829"/>
                </a:lnTo>
                <a:lnTo>
                  <a:pt x="308140" y="77812"/>
                </a:lnTo>
                <a:lnTo>
                  <a:pt x="219646" y="77812"/>
                </a:lnTo>
                <a:lnTo>
                  <a:pt x="251650" y="62484"/>
                </a:lnTo>
                <a:lnTo>
                  <a:pt x="239941" y="42430"/>
                </a:lnTo>
                <a:lnTo>
                  <a:pt x="221653" y="11480"/>
                </a:lnTo>
                <a:lnTo>
                  <a:pt x="215074" y="0"/>
                </a:lnTo>
                <a:lnTo>
                  <a:pt x="180022" y="16764"/>
                </a:lnTo>
                <a:lnTo>
                  <a:pt x="187426" y="27571"/>
                </a:lnTo>
                <a:lnTo>
                  <a:pt x="195834" y="41541"/>
                </a:lnTo>
                <a:lnTo>
                  <a:pt x="205092" y="58381"/>
                </a:lnTo>
                <a:lnTo>
                  <a:pt x="215074" y="77812"/>
                </a:lnTo>
                <a:lnTo>
                  <a:pt x="4572" y="77812"/>
                </a:lnTo>
                <a:lnTo>
                  <a:pt x="4572" y="109829"/>
                </a:lnTo>
                <a:lnTo>
                  <a:pt x="86969" y="109829"/>
                </a:lnTo>
                <a:lnTo>
                  <a:pt x="98310" y="155219"/>
                </a:lnTo>
                <a:lnTo>
                  <a:pt x="114134" y="198056"/>
                </a:lnTo>
                <a:lnTo>
                  <a:pt x="134493" y="238315"/>
                </a:lnTo>
                <a:lnTo>
                  <a:pt x="159486" y="276021"/>
                </a:lnTo>
                <a:lnTo>
                  <a:pt x="189166" y="311188"/>
                </a:lnTo>
                <a:lnTo>
                  <a:pt x="153365" y="333705"/>
                </a:lnTo>
                <a:lnTo>
                  <a:pt x="110020" y="355384"/>
                </a:lnTo>
                <a:lnTo>
                  <a:pt x="58940" y="375945"/>
                </a:lnTo>
                <a:lnTo>
                  <a:pt x="0" y="395097"/>
                </a:lnTo>
                <a:lnTo>
                  <a:pt x="7734" y="404190"/>
                </a:lnTo>
                <a:lnTo>
                  <a:pt x="14909" y="413004"/>
                </a:lnTo>
                <a:lnTo>
                  <a:pt x="21513" y="421246"/>
                </a:lnTo>
                <a:lnTo>
                  <a:pt x="27533" y="428625"/>
                </a:lnTo>
                <a:lnTo>
                  <a:pt x="87503" y="405752"/>
                </a:lnTo>
                <a:lnTo>
                  <a:pt x="139204" y="382854"/>
                </a:lnTo>
                <a:lnTo>
                  <a:pt x="182346" y="359968"/>
                </a:lnTo>
                <a:lnTo>
                  <a:pt x="216598" y="337096"/>
                </a:lnTo>
                <a:lnTo>
                  <a:pt x="249453" y="359702"/>
                </a:lnTo>
                <a:lnTo>
                  <a:pt x="290753" y="381901"/>
                </a:lnTo>
                <a:lnTo>
                  <a:pt x="340334" y="403821"/>
                </a:lnTo>
                <a:lnTo>
                  <a:pt x="398056" y="425577"/>
                </a:lnTo>
                <a:lnTo>
                  <a:pt x="404317" y="417271"/>
                </a:lnTo>
                <a:lnTo>
                  <a:pt x="411581" y="408241"/>
                </a:lnTo>
                <a:lnTo>
                  <a:pt x="419696" y="398360"/>
                </a:lnTo>
                <a:lnTo>
                  <a:pt x="428536" y="387477"/>
                </a:lnTo>
                <a:close/>
              </a:path>
              <a:path w="4018915" h="436245">
                <a:moveTo>
                  <a:pt x="622274" y="242506"/>
                </a:moveTo>
                <a:lnTo>
                  <a:pt x="593877" y="211442"/>
                </a:lnTo>
                <a:lnTo>
                  <a:pt x="559689" y="176872"/>
                </a:lnTo>
                <a:lnTo>
                  <a:pt x="545973" y="190690"/>
                </a:lnTo>
                <a:lnTo>
                  <a:pt x="545973" y="125056"/>
                </a:lnTo>
                <a:lnTo>
                  <a:pt x="607034" y="125056"/>
                </a:lnTo>
                <a:lnTo>
                  <a:pt x="607034" y="94576"/>
                </a:lnTo>
                <a:lnTo>
                  <a:pt x="545973" y="94576"/>
                </a:lnTo>
                <a:lnTo>
                  <a:pt x="545973" y="7620"/>
                </a:lnTo>
                <a:lnTo>
                  <a:pt x="512445" y="7620"/>
                </a:lnTo>
                <a:lnTo>
                  <a:pt x="512445" y="94576"/>
                </a:lnTo>
                <a:lnTo>
                  <a:pt x="446913" y="94576"/>
                </a:lnTo>
                <a:lnTo>
                  <a:pt x="446913" y="125056"/>
                </a:lnTo>
                <a:lnTo>
                  <a:pt x="512445" y="125056"/>
                </a:lnTo>
                <a:lnTo>
                  <a:pt x="498703" y="169176"/>
                </a:lnTo>
                <a:lnTo>
                  <a:pt x="482536" y="210121"/>
                </a:lnTo>
                <a:lnTo>
                  <a:pt x="463791" y="248208"/>
                </a:lnTo>
                <a:lnTo>
                  <a:pt x="442341" y="283743"/>
                </a:lnTo>
                <a:lnTo>
                  <a:pt x="446011" y="293776"/>
                </a:lnTo>
                <a:lnTo>
                  <a:pt x="449961" y="303364"/>
                </a:lnTo>
                <a:lnTo>
                  <a:pt x="453910" y="312686"/>
                </a:lnTo>
                <a:lnTo>
                  <a:pt x="457581" y="321843"/>
                </a:lnTo>
                <a:lnTo>
                  <a:pt x="473011" y="297548"/>
                </a:lnTo>
                <a:lnTo>
                  <a:pt x="487299" y="270370"/>
                </a:lnTo>
                <a:lnTo>
                  <a:pt x="500443" y="240334"/>
                </a:lnTo>
                <a:lnTo>
                  <a:pt x="512445" y="207454"/>
                </a:lnTo>
                <a:lnTo>
                  <a:pt x="512445" y="431673"/>
                </a:lnTo>
                <a:lnTo>
                  <a:pt x="545973" y="431673"/>
                </a:lnTo>
                <a:lnTo>
                  <a:pt x="545973" y="207454"/>
                </a:lnTo>
                <a:lnTo>
                  <a:pt x="559422" y="222288"/>
                </a:lnTo>
                <a:lnTo>
                  <a:pt x="572312" y="236982"/>
                </a:lnTo>
                <a:lnTo>
                  <a:pt x="584631" y="251383"/>
                </a:lnTo>
                <a:lnTo>
                  <a:pt x="596366" y="265366"/>
                </a:lnTo>
                <a:lnTo>
                  <a:pt x="622274" y="242506"/>
                </a:lnTo>
                <a:close/>
              </a:path>
              <a:path w="4018915" h="436245">
                <a:moveTo>
                  <a:pt x="689330" y="120484"/>
                </a:moveTo>
                <a:lnTo>
                  <a:pt x="674179" y="97624"/>
                </a:lnTo>
                <a:lnTo>
                  <a:pt x="658469" y="74726"/>
                </a:lnTo>
                <a:lnTo>
                  <a:pt x="642175" y="51828"/>
                </a:lnTo>
                <a:lnTo>
                  <a:pt x="625322" y="28956"/>
                </a:lnTo>
                <a:lnTo>
                  <a:pt x="599414" y="45720"/>
                </a:lnTo>
                <a:lnTo>
                  <a:pt x="614273" y="68922"/>
                </a:lnTo>
                <a:lnTo>
                  <a:pt x="629132" y="92671"/>
                </a:lnTo>
                <a:lnTo>
                  <a:pt x="643991" y="116967"/>
                </a:lnTo>
                <a:lnTo>
                  <a:pt x="658850" y="141820"/>
                </a:lnTo>
                <a:lnTo>
                  <a:pt x="689330" y="120484"/>
                </a:lnTo>
                <a:close/>
              </a:path>
              <a:path w="4018915" h="436245">
                <a:moveTo>
                  <a:pt x="864781" y="166204"/>
                </a:moveTo>
                <a:lnTo>
                  <a:pt x="751903" y="166204"/>
                </a:lnTo>
                <a:lnTo>
                  <a:pt x="751903" y="6096"/>
                </a:lnTo>
                <a:lnTo>
                  <a:pt x="719899" y="6096"/>
                </a:lnTo>
                <a:lnTo>
                  <a:pt x="719899" y="166204"/>
                </a:lnTo>
                <a:lnTo>
                  <a:pt x="607034" y="166204"/>
                </a:lnTo>
                <a:lnTo>
                  <a:pt x="607034" y="196786"/>
                </a:lnTo>
                <a:lnTo>
                  <a:pt x="831151" y="196786"/>
                </a:lnTo>
                <a:lnTo>
                  <a:pt x="831151" y="269938"/>
                </a:lnTo>
                <a:lnTo>
                  <a:pt x="614654" y="269938"/>
                </a:lnTo>
                <a:lnTo>
                  <a:pt x="614654" y="300507"/>
                </a:lnTo>
                <a:lnTo>
                  <a:pt x="831151" y="300507"/>
                </a:lnTo>
                <a:lnTo>
                  <a:pt x="831151" y="378231"/>
                </a:lnTo>
                <a:lnTo>
                  <a:pt x="596366" y="378231"/>
                </a:lnTo>
                <a:lnTo>
                  <a:pt x="596366" y="408813"/>
                </a:lnTo>
                <a:lnTo>
                  <a:pt x="831151" y="408813"/>
                </a:lnTo>
                <a:lnTo>
                  <a:pt x="831151" y="433197"/>
                </a:lnTo>
                <a:lnTo>
                  <a:pt x="864781" y="433197"/>
                </a:lnTo>
                <a:lnTo>
                  <a:pt x="864781" y="166204"/>
                </a:lnTo>
                <a:close/>
              </a:path>
              <a:path w="4018915" h="436245">
                <a:moveTo>
                  <a:pt x="878497" y="47244"/>
                </a:moveTo>
                <a:lnTo>
                  <a:pt x="846391" y="27432"/>
                </a:lnTo>
                <a:lnTo>
                  <a:pt x="831532" y="53136"/>
                </a:lnTo>
                <a:lnTo>
                  <a:pt x="816673" y="77584"/>
                </a:lnTo>
                <a:lnTo>
                  <a:pt x="801814" y="100596"/>
                </a:lnTo>
                <a:lnTo>
                  <a:pt x="786955" y="122008"/>
                </a:lnTo>
                <a:lnTo>
                  <a:pt x="814387" y="143344"/>
                </a:lnTo>
                <a:lnTo>
                  <a:pt x="829551" y="121056"/>
                </a:lnTo>
                <a:lnTo>
                  <a:pt x="845299" y="97624"/>
                </a:lnTo>
                <a:lnTo>
                  <a:pt x="861618" y="73012"/>
                </a:lnTo>
                <a:lnTo>
                  <a:pt x="878497" y="47244"/>
                </a:lnTo>
                <a:close/>
              </a:path>
              <a:path w="4018915" h="436245">
                <a:moveTo>
                  <a:pt x="1076706" y="292900"/>
                </a:moveTo>
                <a:lnTo>
                  <a:pt x="1043178" y="269938"/>
                </a:lnTo>
                <a:lnTo>
                  <a:pt x="1009751" y="307708"/>
                </a:lnTo>
                <a:lnTo>
                  <a:pt x="973594" y="343192"/>
                </a:lnTo>
                <a:lnTo>
                  <a:pt x="934872" y="376377"/>
                </a:lnTo>
                <a:lnTo>
                  <a:pt x="893724" y="407289"/>
                </a:lnTo>
                <a:lnTo>
                  <a:pt x="903465" y="414147"/>
                </a:lnTo>
                <a:lnTo>
                  <a:pt x="912114" y="420928"/>
                </a:lnTo>
                <a:lnTo>
                  <a:pt x="920089" y="427863"/>
                </a:lnTo>
                <a:lnTo>
                  <a:pt x="927252" y="434721"/>
                </a:lnTo>
                <a:lnTo>
                  <a:pt x="964971" y="404418"/>
                </a:lnTo>
                <a:lnTo>
                  <a:pt x="1002550" y="370662"/>
                </a:lnTo>
                <a:lnTo>
                  <a:pt x="1039850" y="333489"/>
                </a:lnTo>
                <a:lnTo>
                  <a:pt x="1076706" y="292900"/>
                </a:lnTo>
                <a:close/>
              </a:path>
              <a:path w="4018915" h="436245">
                <a:moveTo>
                  <a:pt x="1276540" y="30480"/>
                </a:moveTo>
                <a:lnTo>
                  <a:pt x="1239875" y="30480"/>
                </a:lnTo>
                <a:lnTo>
                  <a:pt x="1239875" y="64008"/>
                </a:lnTo>
                <a:lnTo>
                  <a:pt x="1239875" y="216598"/>
                </a:lnTo>
                <a:lnTo>
                  <a:pt x="989838" y="216598"/>
                </a:lnTo>
                <a:lnTo>
                  <a:pt x="989838" y="64008"/>
                </a:lnTo>
                <a:lnTo>
                  <a:pt x="1239875" y="64008"/>
                </a:lnTo>
                <a:lnTo>
                  <a:pt x="1239875" y="30480"/>
                </a:lnTo>
                <a:lnTo>
                  <a:pt x="953173" y="30480"/>
                </a:lnTo>
                <a:lnTo>
                  <a:pt x="953173" y="268414"/>
                </a:lnTo>
                <a:lnTo>
                  <a:pt x="989838" y="268414"/>
                </a:lnTo>
                <a:lnTo>
                  <a:pt x="989838" y="248602"/>
                </a:lnTo>
                <a:lnTo>
                  <a:pt x="1239875" y="248602"/>
                </a:lnTo>
                <a:lnTo>
                  <a:pt x="1239875" y="268414"/>
                </a:lnTo>
                <a:lnTo>
                  <a:pt x="1276540" y="268414"/>
                </a:lnTo>
                <a:lnTo>
                  <a:pt x="1276540" y="248602"/>
                </a:lnTo>
                <a:lnTo>
                  <a:pt x="1276540" y="216598"/>
                </a:lnTo>
                <a:lnTo>
                  <a:pt x="1276540" y="64008"/>
                </a:lnTo>
                <a:lnTo>
                  <a:pt x="1276540" y="30480"/>
                </a:lnTo>
                <a:close/>
              </a:path>
              <a:path w="4018915" h="436245">
                <a:moveTo>
                  <a:pt x="1329880" y="402717"/>
                </a:moveTo>
                <a:lnTo>
                  <a:pt x="1292720" y="369493"/>
                </a:lnTo>
                <a:lnTo>
                  <a:pt x="1254391" y="336143"/>
                </a:lnTo>
                <a:lnTo>
                  <a:pt x="1214932" y="302501"/>
                </a:lnTo>
                <a:lnTo>
                  <a:pt x="1174343" y="268414"/>
                </a:lnTo>
                <a:lnTo>
                  <a:pt x="1148435" y="294424"/>
                </a:lnTo>
                <a:lnTo>
                  <a:pt x="1188453" y="328955"/>
                </a:lnTo>
                <a:lnTo>
                  <a:pt x="1226350" y="363804"/>
                </a:lnTo>
                <a:lnTo>
                  <a:pt x="1262265" y="398653"/>
                </a:lnTo>
                <a:lnTo>
                  <a:pt x="1296352" y="433197"/>
                </a:lnTo>
                <a:lnTo>
                  <a:pt x="1309446" y="421005"/>
                </a:lnTo>
                <a:lnTo>
                  <a:pt x="1319403" y="411670"/>
                </a:lnTo>
                <a:lnTo>
                  <a:pt x="1326146" y="405549"/>
                </a:lnTo>
                <a:lnTo>
                  <a:pt x="1329880" y="402717"/>
                </a:lnTo>
                <a:close/>
              </a:path>
              <a:path w="4018915" h="436245">
                <a:moveTo>
                  <a:pt x="1776704" y="54864"/>
                </a:moveTo>
                <a:lnTo>
                  <a:pt x="1528102" y="54864"/>
                </a:lnTo>
                <a:lnTo>
                  <a:pt x="1533563" y="43408"/>
                </a:lnTo>
                <a:lnTo>
                  <a:pt x="1538617" y="31813"/>
                </a:lnTo>
                <a:lnTo>
                  <a:pt x="1543392" y="19926"/>
                </a:lnTo>
                <a:lnTo>
                  <a:pt x="1548003" y="7620"/>
                </a:lnTo>
                <a:lnTo>
                  <a:pt x="1511338" y="0"/>
                </a:lnTo>
                <a:lnTo>
                  <a:pt x="1506715" y="13716"/>
                </a:lnTo>
                <a:lnTo>
                  <a:pt x="1501813" y="27432"/>
                </a:lnTo>
                <a:lnTo>
                  <a:pt x="1496326" y="41148"/>
                </a:lnTo>
                <a:lnTo>
                  <a:pt x="1490002" y="54864"/>
                </a:lnTo>
                <a:lnTo>
                  <a:pt x="1354264" y="54864"/>
                </a:lnTo>
                <a:lnTo>
                  <a:pt x="1354264" y="88480"/>
                </a:lnTo>
                <a:lnTo>
                  <a:pt x="1473238" y="88480"/>
                </a:lnTo>
                <a:lnTo>
                  <a:pt x="1447812" y="130175"/>
                </a:lnTo>
                <a:lnTo>
                  <a:pt x="1417370" y="170446"/>
                </a:lnTo>
                <a:lnTo>
                  <a:pt x="1382064" y="209016"/>
                </a:lnTo>
                <a:lnTo>
                  <a:pt x="1342072" y="245554"/>
                </a:lnTo>
                <a:lnTo>
                  <a:pt x="1347762" y="253530"/>
                </a:lnTo>
                <a:lnTo>
                  <a:pt x="1353312" y="261366"/>
                </a:lnTo>
                <a:lnTo>
                  <a:pt x="1358569" y="268909"/>
                </a:lnTo>
                <a:lnTo>
                  <a:pt x="1363408" y="276034"/>
                </a:lnTo>
                <a:lnTo>
                  <a:pt x="1381658" y="259511"/>
                </a:lnTo>
                <a:lnTo>
                  <a:pt x="1399654" y="242125"/>
                </a:lnTo>
                <a:lnTo>
                  <a:pt x="1417066" y="224167"/>
                </a:lnTo>
                <a:lnTo>
                  <a:pt x="1433601" y="205930"/>
                </a:lnTo>
                <a:lnTo>
                  <a:pt x="1433601" y="431673"/>
                </a:lnTo>
                <a:lnTo>
                  <a:pt x="1467142" y="431673"/>
                </a:lnTo>
                <a:lnTo>
                  <a:pt x="1467142" y="334035"/>
                </a:lnTo>
                <a:lnTo>
                  <a:pt x="1688312" y="334035"/>
                </a:lnTo>
                <a:lnTo>
                  <a:pt x="1688312" y="364515"/>
                </a:lnTo>
                <a:lnTo>
                  <a:pt x="1686318" y="377418"/>
                </a:lnTo>
                <a:lnTo>
                  <a:pt x="1680451" y="386473"/>
                </a:lnTo>
                <a:lnTo>
                  <a:pt x="1670862" y="391820"/>
                </a:lnTo>
                <a:lnTo>
                  <a:pt x="1658035" y="393534"/>
                </a:lnTo>
                <a:lnTo>
                  <a:pt x="1644307" y="393522"/>
                </a:lnTo>
                <a:lnTo>
                  <a:pt x="1629156" y="393192"/>
                </a:lnTo>
                <a:lnTo>
                  <a:pt x="1612303" y="392290"/>
                </a:lnTo>
                <a:lnTo>
                  <a:pt x="1593723" y="390525"/>
                </a:lnTo>
                <a:lnTo>
                  <a:pt x="1595742" y="401383"/>
                </a:lnTo>
                <a:lnTo>
                  <a:pt x="1597342" y="411099"/>
                </a:lnTo>
                <a:lnTo>
                  <a:pt x="1598650" y="419671"/>
                </a:lnTo>
                <a:lnTo>
                  <a:pt x="1599819" y="427101"/>
                </a:lnTo>
                <a:lnTo>
                  <a:pt x="1669923" y="427101"/>
                </a:lnTo>
                <a:lnTo>
                  <a:pt x="1693100" y="423672"/>
                </a:lnTo>
                <a:lnTo>
                  <a:pt x="1709826" y="413372"/>
                </a:lnTo>
                <a:lnTo>
                  <a:pt x="1719948" y="396201"/>
                </a:lnTo>
                <a:lnTo>
                  <a:pt x="1720329" y="393573"/>
                </a:lnTo>
                <a:lnTo>
                  <a:pt x="1723364" y="372135"/>
                </a:lnTo>
                <a:lnTo>
                  <a:pt x="1723364" y="334035"/>
                </a:lnTo>
                <a:lnTo>
                  <a:pt x="1723364" y="303555"/>
                </a:lnTo>
                <a:lnTo>
                  <a:pt x="1723364" y="251650"/>
                </a:lnTo>
                <a:lnTo>
                  <a:pt x="1723364" y="221170"/>
                </a:lnTo>
                <a:lnTo>
                  <a:pt x="1723364" y="169252"/>
                </a:lnTo>
                <a:lnTo>
                  <a:pt x="1723364" y="138772"/>
                </a:lnTo>
                <a:lnTo>
                  <a:pt x="1688312" y="138772"/>
                </a:lnTo>
                <a:lnTo>
                  <a:pt x="1688312" y="169252"/>
                </a:lnTo>
                <a:lnTo>
                  <a:pt x="1688312" y="221170"/>
                </a:lnTo>
                <a:lnTo>
                  <a:pt x="1688312" y="251650"/>
                </a:lnTo>
                <a:lnTo>
                  <a:pt x="1688312" y="303555"/>
                </a:lnTo>
                <a:lnTo>
                  <a:pt x="1467142" y="303555"/>
                </a:lnTo>
                <a:lnTo>
                  <a:pt x="1467142" y="251650"/>
                </a:lnTo>
                <a:lnTo>
                  <a:pt x="1688312" y="251650"/>
                </a:lnTo>
                <a:lnTo>
                  <a:pt x="1688312" y="221170"/>
                </a:lnTo>
                <a:lnTo>
                  <a:pt x="1467142" y="221170"/>
                </a:lnTo>
                <a:lnTo>
                  <a:pt x="1467142" y="205930"/>
                </a:lnTo>
                <a:lnTo>
                  <a:pt x="1467142" y="169252"/>
                </a:lnTo>
                <a:lnTo>
                  <a:pt x="1688312" y="169252"/>
                </a:lnTo>
                <a:lnTo>
                  <a:pt x="1688312" y="138772"/>
                </a:lnTo>
                <a:lnTo>
                  <a:pt x="1483906" y="138772"/>
                </a:lnTo>
                <a:lnTo>
                  <a:pt x="1491640" y="126199"/>
                </a:lnTo>
                <a:lnTo>
                  <a:pt x="1498955" y="113626"/>
                </a:lnTo>
                <a:lnTo>
                  <a:pt x="1505978" y="101053"/>
                </a:lnTo>
                <a:lnTo>
                  <a:pt x="1512862" y="88480"/>
                </a:lnTo>
                <a:lnTo>
                  <a:pt x="1776704" y="88480"/>
                </a:lnTo>
                <a:lnTo>
                  <a:pt x="1776704" y="54864"/>
                </a:lnTo>
                <a:close/>
              </a:path>
              <a:path w="4018915" h="436245">
                <a:moveTo>
                  <a:pt x="2227427" y="183921"/>
                </a:moveTo>
                <a:lnTo>
                  <a:pt x="1791563" y="183921"/>
                </a:lnTo>
                <a:lnTo>
                  <a:pt x="1791563" y="223545"/>
                </a:lnTo>
                <a:lnTo>
                  <a:pt x="2227427" y="223545"/>
                </a:lnTo>
                <a:lnTo>
                  <a:pt x="2227427" y="183921"/>
                </a:lnTo>
                <a:close/>
              </a:path>
              <a:path w="4018915" h="436245">
                <a:moveTo>
                  <a:pt x="2478214" y="163156"/>
                </a:moveTo>
                <a:lnTo>
                  <a:pt x="2438590" y="163156"/>
                </a:lnTo>
                <a:lnTo>
                  <a:pt x="2438590" y="434721"/>
                </a:lnTo>
                <a:lnTo>
                  <a:pt x="2478214" y="434721"/>
                </a:lnTo>
                <a:lnTo>
                  <a:pt x="2478214" y="163156"/>
                </a:lnTo>
                <a:close/>
              </a:path>
              <a:path w="4018915" h="436245">
                <a:moveTo>
                  <a:pt x="2678049" y="189166"/>
                </a:moveTo>
                <a:lnTo>
                  <a:pt x="2629751" y="166433"/>
                </a:lnTo>
                <a:lnTo>
                  <a:pt x="2585631" y="138518"/>
                </a:lnTo>
                <a:lnTo>
                  <a:pt x="2545829" y="105333"/>
                </a:lnTo>
                <a:lnTo>
                  <a:pt x="2510485" y="66814"/>
                </a:lnTo>
                <a:lnTo>
                  <a:pt x="2502128" y="54864"/>
                </a:lnTo>
                <a:lnTo>
                  <a:pt x="2479738" y="22860"/>
                </a:lnTo>
                <a:lnTo>
                  <a:pt x="2487358" y="12192"/>
                </a:lnTo>
                <a:lnTo>
                  <a:pt x="2443162" y="12192"/>
                </a:lnTo>
                <a:lnTo>
                  <a:pt x="2419146" y="48552"/>
                </a:lnTo>
                <a:lnTo>
                  <a:pt x="2391270" y="82880"/>
                </a:lnTo>
                <a:lnTo>
                  <a:pt x="2359482" y="115150"/>
                </a:lnTo>
                <a:lnTo>
                  <a:pt x="2323769" y="145402"/>
                </a:lnTo>
                <a:lnTo>
                  <a:pt x="2284082" y="173634"/>
                </a:lnTo>
                <a:lnTo>
                  <a:pt x="2240369" y="199834"/>
                </a:lnTo>
                <a:lnTo>
                  <a:pt x="2246731" y="209600"/>
                </a:lnTo>
                <a:lnTo>
                  <a:pt x="2252370" y="218503"/>
                </a:lnTo>
                <a:lnTo>
                  <a:pt x="2257729" y="226834"/>
                </a:lnTo>
                <a:lnTo>
                  <a:pt x="2263229" y="234886"/>
                </a:lnTo>
                <a:lnTo>
                  <a:pt x="2312809" y="202717"/>
                </a:lnTo>
                <a:lnTo>
                  <a:pt x="2357272" y="168478"/>
                </a:lnTo>
                <a:lnTo>
                  <a:pt x="2396617" y="132321"/>
                </a:lnTo>
                <a:lnTo>
                  <a:pt x="2430843" y="94399"/>
                </a:lnTo>
                <a:lnTo>
                  <a:pt x="2459926" y="54864"/>
                </a:lnTo>
                <a:lnTo>
                  <a:pt x="2488844" y="96253"/>
                </a:lnTo>
                <a:lnTo>
                  <a:pt x="2522613" y="134340"/>
                </a:lnTo>
                <a:lnTo>
                  <a:pt x="2561285" y="169125"/>
                </a:lnTo>
                <a:lnTo>
                  <a:pt x="2604947" y="200621"/>
                </a:lnTo>
                <a:lnTo>
                  <a:pt x="2653665" y="228790"/>
                </a:lnTo>
                <a:lnTo>
                  <a:pt x="2665285" y="210121"/>
                </a:lnTo>
                <a:lnTo>
                  <a:pt x="2671457" y="200075"/>
                </a:lnTo>
                <a:lnTo>
                  <a:pt x="2678049" y="189166"/>
                </a:lnTo>
                <a:close/>
              </a:path>
              <a:path w="4018915" h="436245">
                <a:moveTo>
                  <a:pt x="2859494" y="230314"/>
                </a:moveTo>
                <a:lnTo>
                  <a:pt x="2829966" y="197345"/>
                </a:lnTo>
                <a:lnTo>
                  <a:pt x="2801582" y="167741"/>
                </a:lnTo>
                <a:lnTo>
                  <a:pt x="2787777" y="180022"/>
                </a:lnTo>
                <a:lnTo>
                  <a:pt x="2787777" y="123545"/>
                </a:lnTo>
                <a:lnTo>
                  <a:pt x="2850350" y="123545"/>
                </a:lnTo>
                <a:lnTo>
                  <a:pt x="2850350" y="93065"/>
                </a:lnTo>
                <a:lnTo>
                  <a:pt x="2787777" y="93065"/>
                </a:lnTo>
                <a:lnTo>
                  <a:pt x="2787777" y="6096"/>
                </a:lnTo>
                <a:lnTo>
                  <a:pt x="2755773" y="6096"/>
                </a:lnTo>
                <a:lnTo>
                  <a:pt x="2755773" y="93065"/>
                </a:lnTo>
                <a:lnTo>
                  <a:pt x="2693289" y="93065"/>
                </a:lnTo>
                <a:lnTo>
                  <a:pt x="2693289" y="123545"/>
                </a:lnTo>
                <a:lnTo>
                  <a:pt x="2754249" y="123545"/>
                </a:lnTo>
                <a:lnTo>
                  <a:pt x="2740799" y="166738"/>
                </a:lnTo>
                <a:lnTo>
                  <a:pt x="2725483" y="207060"/>
                </a:lnTo>
                <a:lnTo>
                  <a:pt x="2708173" y="244500"/>
                </a:lnTo>
                <a:lnTo>
                  <a:pt x="2688717" y="279082"/>
                </a:lnTo>
                <a:lnTo>
                  <a:pt x="2693022" y="288518"/>
                </a:lnTo>
                <a:lnTo>
                  <a:pt x="2696908" y="298221"/>
                </a:lnTo>
                <a:lnTo>
                  <a:pt x="2700502" y="307898"/>
                </a:lnTo>
                <a:lnTo>
                  <a:pt x="2703957" y="317284"/>
                </a:lnTo>
                <a:lnTo>
                  <a:pt x="2717622" y="292430"/>
                </a:lnTo>
                <a:lnTo>
                  <a:pt x="2731008" y="263702"/>
                </a:lnTo>
                <a:lnTo>
                  <a:pt x="2743822" y="231254"/>
                </a:lnTo>
                <a:lnTo>
                  <a:pt x="2755773" y="195262"/>
                </a:lnTo>
                <a:lnTo>
                  <a:pt x="2755773" y="434721"/>
                </a:lnTo>
                <a:lnTo>
                  <a:pt x="2787777" y="434721"/>
                </a:lnTo>
                <a:lnTo>
                  <a:pt x="2787777" y="195262"/>
                </a:lnTo>
                <a:lnTo>
                  <a:pt x="2798661" y="207289"/>
                </a:lnTo>
                <a:lnTo>
                  <a:pt x="2810535" y="220599"/>
                </a:lnTo>
                <a:lnTo>
                  <a:pt x="2823235" y="235343"/>
                </a:lnTo>
                <a:lnTo>
                  <a:pt x="2836634" y="251650"/>
                </a:lnTo>
                <a:lnTo>
                  <a:pt x="2859494" y="230314"/>
                </a:lnTo>
                <a:close/>
              </a:path>
              <a:path w="4018915" h="436245">
                <a:moveTo>
                  <a:pt x="3126397" y="396621"/>
                </a:moveTo>
                <a:lnTo>
                  <a:pt x="3098063" y="383489"/>
                </a:lnTo>
                <a:lnTo>
                  <a:pt x="3072434" y="367385"/>
                </a:lnTo>
                <a:lnTo>
                  <a:pt x="3049371" y="348729"/>
                </a:lnTo>
                <a:lnTo>
                  <a:pt x="3028759" y="327952"/>
                </a:lnTo>
                <a:lnTo>
                  <a:pt x="3050489" y="316230"/>
                </a:lnTo>
                <a:lnTo>
                  <a:pt x="3070199" y="305092"/>
                </a:lnTo>
                <a:lnTo>
                  <a:pt x="3072244" y="303936"/>
                </a:lnTo>
                <a:lnTo>
                  <a:pt x="3093986" y="291045"/>
                </a:lnTo>
                <a:lnTo>
                  <a:pt x="3115729" y="277558"/>
                </a:lnTo>
                <a:lnTo>
                  <a:pt x="3094393" y="250126"/>
                </a:lnTo>
                <a:lnTo>
                  <a:pt x="3074416" y="264718"/>
                </a:lnTo>
                <a:lnTo>
                  <a:pt x="3053575" y="278752"/>
                </a:lnTo>
                <a:lnTo>
                  <a:pt x="3032150" y="292214"/>
                </a:lnTo>
                <a:lnTo>
                  <a:pt x="3010471" y="305092"/>
                </a:lnTo>
                <a:lnTo>
                  <a:pt x="2999854" y="288759"/>
                </a:lnTo>
                <a:lnTo>
                  <a:pt x="2990659" y="271703"/>
                </a:lnTo>
                <a:lnTo>
                  <a:pt x="2982607" y="253784"/>
                </a:lnTo>
                <a:lnTo>
                  <a:pt x="2975419" y="234886"/>
                </a:lnTo>
                <a:lnTo>
                  <a:pt x="3057715" y="234886"/>
                </a:lnTo>
                <a:lnTo>
                  <a:pt x="3057715" y="244030"/>
                </a:lnTo>
                <a:lnTo>
                  <a:pt x="3088297" y="244030"/>
                </a:lnTo>
                <a:lnTo>
                  <a:pt x="3088297" y="22860"/>
                </a:lnTo>
                <a:lnTo>
                  <a:pt x="3057715" y="22860"/>
                </a:lnTo>
                <a:lnTo>
                  <a:pt x="3057715" y="53340"/>
                </a:lnTo>
                <a:lnTo>
                  <a:pt x="3057715" y="114401"/>
                </a:lnTo>
                <a:lnTo>
                  <a:pt x="3057715" y="143357"/>
                </a:lnTo>
                <a:lnTo>
                  <a:pt x="3057715" y="204406"/>
                </a:lnTo>
                <a:lnTo>
                  <a:pt x="2905226" y="204406"/>
                </a:lnTo>
                <a:lnTo>
                  <a:pt x="2905226" y="143357"/>
                </a:lnTo>
                <a:lnTo>
                  <a:pt x="3057715" y="143357"/>
                </a:lnTo>
                <a:lnTo>
                  <a:pt x="3057715" y="114401"/>
                </a:lnTo>
                <a:lnTo>
                  <a:pt x="2905226" y="114401"/>
                </a:lnTo>
                <a:lnTo>
                  <a:pt x="2905226" y="53340"/>
                </a:lnTo>
                <a:lnTo>
                  <a:pt x="3057715" y="53340"/>
                </a:lnTo>
                <a:lnTo>
                  <a:pt x="3057715" y="22860"/>
                </a:lnTo>
                <a:lnTo>
                  <a:pt x="2873222" y="22860"/>
                </a:lnTo>
                <a:lnTo>
                  <a:pt x="2873121" y="367385"/>
                </a:lnTo>
                <a:lnTo>
                  <a:pt x="2872333" y="378675"/>
                </a:lnTo>
                <a:lnTo>
                  <a:pt x="2869590" y="389331"/>
                </a:lnTo>
                <a:lnTo>
                  <a:pt x="2864853" y="398272"/>
                </a:lnTo>
                <a:lnTo>
                  <a:pt x="2857970" y="405765"/>
                </a:lnTo>
                <a:lnTo>
                  <a:pt x="2882366" y="436245"/>
                </a:lnTo>
                <a:lnTo>
                  <a:pt x="2925368" y="406412"/>
                </a:lnTo>
                <a:lnTo>
                  <a:pt x="2964269" y="387464"/>
                </a:lnTo>
                <a:lnTo>
                  <a:pt x="2984563" y="378244"/>
                </a:lnTo>
                <a:lnTo>
                  <a:pt x="2983446" y="370827"/>
                </a:lnTo>
                <a:lnTo>
                  <a:pt x="2982468" y="362432"/>
                </a:lnTo>
                <a:lnTo>
                  <a:pt x="2981782" y="353161"/>
                </a:lnTo>
                <a:lnTo>
                  <a:pt x="2981515" y="343192"/>
                </a:lnTo>
                <a:lnTo>
                  <a:pt x="2959519" y="354025"/>
                </a:lnTo>
                <a:lnTo>
                  <a:pt x="2939364" y="363575"/>
                </a:lnTo>
                <a:lnTo>
                  <a:pt x="2921216" y="371690"/>
                </a:lnTo>
                <a:lnTo>
                  <a:pt x="2905226" y="378244"/>
                </a:lnTo>
                <a:lnTo>
                  <a:pt x="2905226" y="234886"/>
                </a:lnTo>
                <a:lnTo>
                  <a:pt x="2943415" y="234886"/>
                </a:lnTo>
                <a:lnTo>
                  <a:pt x="2962071" y="283006"/>
                </a:lnTo>
                <a:lnTo>
                  <a:pt x="2986951" y="326580"/>
                </a:lnTo>
                <a:lnTo>
                  <a:pt x="3018053" y="365467"/>
                </a:lnTo>
                <a:lnTo>
                  <a:pt x="3055391" y="399529"/>
                </a:lnTo>
                <a:lnTo>
                  <a:pt x="3098965" y="428625"/>
                </a:lnTo>
                <a:lnTo>
                  <a:pt x="3105823" y="419976"/>
                </a:lnTo>
                <a:lnTo>
                  <a:pt x="3112681" y="412051"/>
                </a:lnTo>
                <a:lnTo>
                  <a:pt x="3119539" y="404406"/>
                </a:lnTo>
                <a:lnTo>
                  <a:pt x="3126397" y="396621"/>
                </a:lnTo>
                <a:close/>
              </a:path>
              <a:path w="4018915" h="436245">
                <a:moveTo>
                  <a:pt x="3527488" y="32004"/>
                </a:moveTo>
                <a:lnTo>
                  <a:pt x="3187357" y="32004"/>
                </a:lnTo>
                <a:lnTo>
                  <a:pt x="3187357" y="64008"/>
                </a:lnTo>
                <a:lnTo>
                  <a:pt x="3527488" y="64008"/>
                </a:lnTo>
                <a:lnTo>
                  <a:pt x="3527488" y="32004"/>
                </a:lnTo>
                <a:close/>
              </a:path>
              <a:path w="4018915" h="436245">
                <a:moveTo>
                  <a:pt x="3574732" y="308140"/>
                </a:moveTo>
                <a:lnTo>
                  <a:pt x="3564496" y="305828"/>
                </a:lnTo>
                <a:lnTo>
                  <a:pt x="3554539" y="303377"/>
                </a:lnTo>
                <a:lnTo>
                  <a:pt x="3545154" y="300634"/>
                </a:lnTo>
                <a:lnTo>
                  <a:pt x="3536632" y="297472"/>
                </a:lnTo>
                <a:lnTo>
                  <a:pt x="3535222" y="315798"/>
                </a:lnTo>
                <a:lnTo>
                  <a:pt x="3529012" y="359956"/>
                </a:lnTo>
                <a:lnTo>
                  <a:pt x="3493960" y="389001"/>
                </a:lnTo>
                <a:lnTo>
                  <a:pt x="3455771" y="389001"/>
                </a:lnTo>
                <a:lnTo>
                  <a:pt x="3444646" y="387299"/>
                </a:lnTo>
                <a:lnTo>
                  <a:pt x="3436531" y="382282"/>
                </a:lnTo>
                <a:lnTo>
                  <a:pt x="3431552" y="374129"/>
                </a:lnTo>
                <a:lnTo>
                  <a:pt x="3429863" y="363004"/>
                </a:lnTo>
                <a:lnTo>
                  <a:pt x="3429863" y="192214"/>
                </a:lnTo>
                <a:lnTo>
                  <a:pt x="3568636" y="192214"/>
                </a:lnTo>
                <a:lnTo>
                  <a:pt x="3568636" y="158584"/>
                </a:lnTo>
                <a:lnTo>
                  <a:pt x="3144685" y="158584"/>
                </a:lnTo>
                <a:lnTo>
                  <a:pt x="3144685" y="192214"/>
                </a:lnTo>
                <a:lnTo>
                  <a:pt x="3266694" y="192214"/>
                </a:lnTo>
                <a:lnTo>
                  <a:pt x="3266694" y="207454"/>
                </a:lnTo>
                <a:lnTo>
                  <a:pt x="3260026" y="277228"/>
                </a:lnTo>
                <a:lnTo>
                  <a:pt x="3240786" y="326428"/>
                </a:lnTo>
                <a:lnTo>
                  <a:pt x="3202254" y="366623"/>
                </a:lnTo>
                <a:lnTo>
                  <a:pt x="3138576" y="405765"/>
                </a:lnTo>
                <a:lnTo>
                  <a:pt x="3144342" y="410933"/>
                </a:lnTo>
                <a:lnTo>
                  <a:pt x="3150400" y="417385"/>
                </a:lnTo>
                <a:lnTo>
                  <a:pt x="3157016" y="425272"/>
                </a:lnTo>
                <a:lnTo>
                  <a:pt x="3164497" y="434721"/>
                </a:lnTo>
                <a:lnTo>
                  <a:pt x="3202508" y="413562"/>
                </a:lnTo>
                <a:lnTo>
                  <a:pt x="3233915" y="391236"/>
                </a:lnTo>
                <a:lnTo>
                  <a:pt x="3275838" y="343192"/>
                </a:lnTo>
                <a:lnTo>
                  <a:pt x="3296412" y="287134"/>
                </a:lnTo>
                <a:lnTo>
                  <a:pt x="3303206" y="207454"/>
                </a:lnTo>
                <a:lnTo>
                  <a:pt x="3303270" y="192214"/>
                </a:lnTo>
                <a:lnTo>
                  <a:pt x="3393287" y="192214"/>
                </a:lnTo>
                <a:lnTo>
                  <a:pt x="3393363" y="366623"/>
                </a:lnTo>
                <a:lnTo>
                  <a:pt x="3407003" y="406514"/>
                </a:lnTo>
                <a:lnTo>
                  <a:pt x="3448151" y="419481"/>
                </a:lnTo>
                <a:lnTo>
                  <a:pt x="3501580" y="419481"/>
                </a:lnTo>
                <a:lnTo>
                  <a:pt x="3545014" y="407847"/>
                </a:lnTo>
                <a:lnTo>
                  <a:pt x="3565588" y="372148"/>
                </a:lnTo>
                <a:lnTo>
                  <a:pt x="3572446" y="326707"/>
                </a:lnTo>
                <a:lnTo>
                  <a:pt x="3574732" y="308140"/>
                </a:lnTo>
                <a:close/>
              </a:path>
              <a:path w="4018915" h="436245">
                <a:moveTo>
                  <a:pt x="3730269" y="359956"/>
                </a:moveTo>
                <a:lnTo>
                  <a:pt x="3707409" y="335572"/>
                </a:lnTo>
                <a:lnTo>
                  <a:pt x="3676535" y="354736"/>
                </a:lnTo>
                <a:lnTo>
                  <a:pt x="3647783" y="371195"/>
                </a:lnTo>
                <a:lnTo>
                  <a:pt x="3621011" y="385114"/>
                </a:lnTo>
                <a:lnTo>
                  <a:pt x="3596068" y="396621"/>
                </a:lnTo>
                <a:lnTo>
                  <a:pt x="3601491" y="405218"/>
                </a:lnTo>
                <a:lnTo>
                  <a:pt x="3610635" y="419557"/>
                </a:lnTo>
                <a:lnTo>
                  <a:pt x="3614356" y="425577"/>
                </a:lnTo>
                <a:lnTo>
                  <a:pt x="3639794" y="412127"/>
                </a:lnTo>
                <a:lnTo>
                  <a:pt x="3667785" y="396798"/>
                </a:lnTo>
                <a:lnTo>
                  <a:pt x="3698036" y="379463"/>
                </a:lnTo>
                <a:lnTo>
                  <a:pt x="3730269" y="359956"/>
                </a:lnTo>
                <a:close/>
              </a:path>
              <a:path w="4018915" h="436245">
                <a:moveTo>
                  <a:pt x="4001744" y="395097"/>
                </a:moveTo>
                <a:lnTo>
                  <a:pt x="3958552" y="371246"/>
                </a:lnTo>
                <a:lnTo>
                  <a:pt x="3940010" y="361099"/>
                </a:lnTo>
                <a:lnTo>
                  <a:pt x="3912539" y="346570"/>
                </a:lnTo>
                <a:lnTo>
                  <a:pt x="3887343" y="334048"/>
                </a:lnTo>
                <a:lnTo>
                  <a:pt x="3869055" y="356908"/>
                </a:lnTo>
                <a:lnTo>
                  <a:pt x="3894124" y="371195"/>
                </a:lnTo>
                <a:lnTo>
                  <a:pt x="3921341" y="387045"/>
                </a:lnTo>
                <a:lnTo>
                  <a:pt x="3950157" y="404558"/>
                </a:lnTo>
                <a:lnTo>
                  <a:pt x="3980408" y="424053"/>
                </a:lnTo>
                <a:lnTo>
                  <a:pt x="4001744" y="395097"/>
                </a:lnTo>
                <a:close/>
              </a:path>
              <a:path w="4018915" h="436245">
                <a:moveTo>
                  <a:pt x="4018508" y="152488"/>
                </a:moveTo>
                <a:lnTo>
                  <a:pt x="3821811" y="152488"/>
                </a:lnTo>
                <a:lnTo>
                  <a:pt x="3821811" y="122008"/>
                </a:lnTo>
                <a:lnTo>
                  <a:pt x="3971264" y="122008"/>
                </a:lnTo>
                <a:lnTo>
                  <a:pt x="3971264" y="94576"/>
                </a:lnTo>
                <a:lnTo>
                  <a:pt x="3821811" y="94576"/>
                </a:lnTo>
                <a:lnTo>
                  <a:pt x="3821811" y="65532"/>
                </a:lnTo>
                <a:lnTo>
                  <a:pt x="4001744" y="65532"/>
                </a:lnTo>
                <a:lnTo>
                  <a:pt x="4001744" y="38100"/>
                </a:lnTo>
                <a:lnTo>
                  <a:pt x="3821811" y="38100"/>
                </a:lnTo>
                <a:lnTo>
                  <a:pt x="3821811" y="0"/>
                </a:lnTo>
                <a:lnTo>
                  <a:pt x="3786759" y="0"/>
                </a:lnTo>
                <a:lnTo>
                  <a:pt x="3786759" y="38100"/>
                </a:lnTo>
                <a:lnTo>
                  <a:pt x="3609784" y="38100"/>
                </a:lnTo>
                <a:lnTo>
                  <a:pt x="3609784" y="65532"/>
                </a:lnTo>
                <a:lnTo>
                  <a:pt x="3786759" y="65532"/>
                </a:lnTo>
                <a:lnTo>
                  <a:pt x="3786759" y="94576"/>
                </a:lnTo>
                <a:lnTo>
                  <a:pt x="3634257" y="94576"/>
                </a:lnTo>
                <a:lnTo>
                  <a:pt x="3634257" y="122008"/>
                </a:lnTo>
                <a:lnTo>
                  <a:pt x="3786759" y="122008"/>
                </a:lnTo>
                <a:lnTo>
                  <a:pt x="3786759" y="152488"/>
                </a:lnTo>
                <a:lnTo>
                  <a:pt x="3593020" y="152488"/>
                </a:lnTo>
                <a:lnTo>
                  <a:pt x="3593020" y="180022"/>
                </a:lnTo>
                <a:lnTo>
                  <a:pt x="3727221" y="180022"/>
                </a:lnTo>
                <a:lnTo>
                  <a:pt x="3714610" y="187782"/>
                </a:lnTo>
                <a:lnTo>
                  <a:pt x="3673881" y="210502"/>
                </a:lnTo>
                <a:lnTo>
                  <a:pt x="3634257" y="222694"/>
                </a:lnTo>
                <a:lnTo>
                  <a:pt x="3649497" y="254698"/>
                </a:lnTo>
                <a:lnTo>
                  <a:pt x="3657739" y="253580"/>
                </a:lnTo>
                <a:lnTo>
                  <a:pt x="3666261" y="252603"/>
                </a:lnTo>
                <a:lnTo>
                  <a:pt x="3674795" y="251917"/>
                </a:lnTo>
                <a:lnTo>
                  <a:pt x="3683025" y="251650"/>
                </a:lnTo>
                <a:lnTo>
                  <a:pt x="3779139" y="242506"/>
                </a:lnTo>
                <a:lnTo>
                  <a:pt x="3732377" y="262902"/>
                </a:lnTo>
                <a:lnTo>
                  <a:pt x="3684549" y="282232"/>
                </a:lnTo>
                <a:lnTo>
                  <a:pt x="3641687" y="295300"/>
                </a:lnTo>
                <a:lnTo>
                  <a:pt x="3625113" y="298996"/>
                </a:lnTo>
                <a:lnTo>
                  <a:pt x="3643401" y="332524"/>
                </a:lnTo>
                <a:lnTo>
                  <a:pt x="3667595" y="329666"/>
                </a:lnTo>
                <a:lnTo>
                  <a:pt x="3680917" y="328447"/>
                </a:lnTo>
                <a:lnTo>
                  <a:pt x="3695217" y="327952"/>
                </a:lnTo>
                <a:lnTo>
                  <a:pt x="3766629" y="323227"/>
                </a:lnTo>
                <a:lnTo>
                  <a:pt x="3794379" y="321856"/>
                </a:lnTo>
                <a:lnTo>
                  <a:pt x="3794379" y="372148"/>
                </a:lnTo>
                <a:lnTo>
                  <a:pt x="3792664" y="382193"/>
                </a:lnTo>
                <a:lnTo>
                  <a:pt x="3787521" y="389369"/>
                </a:lnTo>
                <a:lnTo>
                  <a:pt x="3778948" y="393661"/>
                </a:lnTo>
                <a:lnTo>
                  <a:pt x="3766947" y="395097"/>
                </a:lnTo>
                <a:lnTo>
                  <a:pt x="3756888" y="394817"/>
                </a:lnTo>
                <a:lnTo>
                  <a:pt x="3745141" y="393954"/>
                </a:lnTo>
                <a:lnTo>
                  <a:pt x="3731704" y="392531"/>
                </a:lnTo>
                <a:lnTo>
                  <a:pt x="3716553" y="390525"/>
                </a:lnTo>
                <a:lnTo>
                  <a:pt x="3717912" y="401167"/>
                </a:lnTo>
                <a:lnTo>
                  <a:pt x="3719411" y="410527"/>
                </a:lnTo>
                <a:lnTo>
                  <a:pt x="3720630" y="419023"/>
                </a:lnTo>
                <a:lnTo>
                  <a:pt x="3721125" y="427101"/>
                </a:lnTo>
                <a:lnTo>
                  <a:pt x="3774567" y="427101"/>
                </a:lnTo>
                <a:lnTo>
                  <a:pt x="3798328" y="423938"/>
                </a:lnTo>
                <a:lnTo>
                  <a:pt x="3814953" y="414324"/>
                </a:lnTo>
                <a:lnTo>
                  <a:pt x="3824719" y="398132"/>
                </a:lnTo>
                <a:lnTo>
                  <a:pt x="3825138" y="395097"/>
                </a:lnTo>
                <a:lnTo>
                  <a:pt x="3827907" y="375196"/>
                </a:lnTo>
                <a:lnTo>
                  <a:pt x="3827907" y="321856"/>
                </a:lnTo>
                <a:lnTo>
                  <a:pt x="3827907" y="320332"/>
                </a:lnTo>
                <a:lnTo>
                  <a:pt x="3916070" y="316255"/>
                </a:lnTo>
                <a:lnTo>
                  <a:pt x="3955021" y="321106"/>
                </a:lnTo>
                <a:lnTo>
                  <a:pt x="3974312" y="343192"/>
                </a:lnTo>
                <a:lnTo>
                  <a:pt x="3982643" y="334632"/>
                </a:lnTo>
                <a:lnTo>
                  <a:pt x="3989552" y="327380"/>
                </a:lnTo>
                <a:lnTo>
                  <a:pt x="3995305" y="321538"/>
                </a:lnTo>
                <a:lnTo>
                  <a:pt x="4000220" y="317284"/>
                </a:lnTo>
                <a:lnTo>
                  <a:pt x="3996944" y="314236"/>
                </a:lnTo>
                <a:lnTo>
                  <a:pt x="3983863" y="302044"/>
                </a:lnTo>
                <a:lnTo>
                  <a:pt x="3979049" y="297548"/>
                </a:lnTo>
                <a:lnTo>
                  <a:pt x="3956596" y="277228"/>
                </a:lnTo>
                <a:lnTo>
                  <a:pt x="3932707" y="256336"/>
                </a:lnTo>
                <a:lnTo>
                  <a:pt x="3907256" y="234886"/>
                </a:lnTo>
                <a:lnTo>
                  <a:pt x="3884295" y="254698"/>
                </a:lnTo>
                <a:lnTo>
                  <a:pt x="3894340" y="263842"/>
                </a:lnTo>
                <a:lnTo>
                  <a:pt x="3903967" y="272999"/>
                </a:lnTo>
                <a:lnTo>
                  <a:pt x="3913301" y="282168"/>
                </a:lnTo>
                <a:lnTo>
                  <a:pt x="3922496" y="291376"/>
                </a:lnTo>
                <a:lnTo>
                  <a:pt x="3704361" y="302044"/>
                </a:lnTo>
                <a:lnTo>
                  <a:pt x="3749217" y="284086"/>
                </a:lnTo>
                <a:lnTo>
                  <a:pt x="3794061" y="265125"/>
                </a:lnTo>
                <a:lnTo>
                  <a:pt x="3838892" y="245224"/>
                </a:lnTo>
                <a:lnTo>
                  <a:pt x="3844747" y="242506"/>
                </a:lnTo>
                <a:lnTo>
                  <a:pt x="3880942" y="225742"/>
                </a:lnTo>
                <a:lnTo>
                  <a:pt x="3883736" y="224447"/>
                </a:lnTo>
                <a:lnTo>
                  <a:pt x="3928592" y="202882"/>
                </a:lnTo>
                <a:lnTo>
                  <a:pt x="3904196" y="183070"/>
                </a:lnTo>
                <a:lnTo>
                  <a:pt x="3887000" y="191973"/>
                </a:lnTo>
                <a:lnTo>
                  <a:pt x="3852672" y="209219"/>
                </a:lnTo>
                <a:lnTo>
                  <a:pt x="3835527" y="218122"/>
                </a:lnTo>
                <a:lnTo>
                  <a:pt x="3724643" y="224332"/>
                </a:lnTo>
                <a:lnTo>
                  <a:pt x="3690645" y="225742"/>
                </a:lnTo>
                <a:lnTo>
                  <a:pt x="3713492" y="215163"/>
                </a:lnTo>
                <a:lnTo>
                  <a:pt x="3736187" y="204025"/>
                </a:lnTo>
                <a:lnTo>
                  <a:pt x="3758628" y="192303"/>
                </a:lnTo>
                <a:lnTo>
                  <a:pt x="3780663" y="180022"/>
                </a:lnTo>
                <a:lnTo>
                  <a:pt x="4018508" y="180022"/>
                </a:lnTo>
                <a:lnTo>
                  <a:pt x="4018508" y="1524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89340" y="3944683"/>
            <a:ext cx="189071" cy="213550"/>
          </a:xfrm>
          <a:prstGeom prst="rect">
            <a:avLst/>
          </a:prstGeom>
        </p:spPr>
      </p:pic>
      <p:sp>
        <p:nvSpPr>
          <p:cNvPr id="62" name="object 62" descr=""/>
          <p:cNvSpPr/>
          <p:nvPr/>
        </p:nvSpPr>
        <p:spPr>
          <a:xfrm>
            <a:off x="5672988" y="3853154"/>
            <a:ext cx="358775" cy="337185"/>
          </a:xfrm>
          <a:custGeom>
            <a:avLst/>
            <a:gdLst/>
            <a:ahLst/>
            <a:cxnLst/>
            <a:rect l="l" t="t" r="r" b="b"/>
            <a:pathLst>
              <a:path w="358775" h="337185">
                <a:moveTo>
                  <a:pt x="187553" y="193738"/>
                </a:moveTo>
                <a:lnTo>
                  <a:pt x="182714" y="153682"/>
                </a:lnTo>
                <a:lnTo>
                  <a:pt x="168313" y="125069"/>
                </a:lnTo>
                <a:lnTo>
                  <a:pt x="144475" y="107924"/>
                </a:lnTo>
                <a:lnTo>
                  <a:pt x="111353" y="102196"/>
                </a:lnTo>
                <a:lnTo>
                  <a:pt x="88722" y="105016"/>
                </a:lnTo>
                <a:lnTo>
                  <a:pt x="68973" y="113258"/>
                </a:lnTo>
                <a:lnTo>
                  <a:pt x="52108" y="126669"/>
                </a:lnTo>
                <a:lnTo>
                  <a:pt x="38100" y="144970"/>
                </a:lnTo>
                <a:lnTo>
                  <a:pt x="36576" y="144970"/>
                </a:lnTo>
                <a:lnTo>
                  <a:pt x="36576" y="0"/>
                </a:lnTo>
                <a:lnTo>
                  <a:pt x="0" y="0"/>
                </a:lnTo>
                <a:lnTo>
                  <a:pt x="0" y="332511"/>
                </a:lnTo>
                <a:lnTo>
                  <a:pt x="36576" y="332511"/>
                </a:lnTo>
                <a:lnTo>
                  <a:pt x="36576" y="205930"/>
                </a:lnTo>
                <a:lnTo>
                  <a:pt x="37719" y="190550"/>
                </a:lnTo>
                <a:lnTo>
                  <a:pt x="54864" y="154114"/>
                </a:lnTo>
                <a:lnTo>
                  <a:pt x="99161" y="132676"/>
                </a:lnTo>
                <a:lnTo>
                  <a:pt x="122034" y="137223"/>
                </a:lnTo>
                <a:lnTo>
                  <a:pt x="138214" y="150634"/>
                </a:lnTo>
                <a:lnTo>
                  <a:pt x="147802" y="172631"/>
                </a:lnTo>
                <a:lnTo>
                  <a:pt x="150977" y="202882"/>
                </a:lnTo>
                <a:lnTo>
                  <a:pt x="150977" y="332511"/>
                </a:lnTo>
                <a:lnTo>
                  <a:pt x="187553" y="332511"/>
                </a:lnTo>
                <a:lnTo>
                  <a:pt x="187553" y="193738"/>
                </a:lnTo>
                <a:close/>
              </a:path>
              <a:path w="358775" h="337185">
                <a:moveTo>
                  <a:pt x="358432" y="108292"/>
                </a:moveTo>
                <a:lnTo>
                  <a:pt x="301942" y="108292"/>
                </a:lnTo>
                <a:lnTo>
                  <a:pt x="301942" y="41236"/>
                </a:lnTo>
                <a:lnTo>
                  <a:pt x="266890" y="53428"/>
                </a:lnTo>
                <a:lnTo>
                  <a:pt x="266890" y="108292"/>
                </a:lnTo>
                <a:lnTo>
                  <a:pt x="227266" y="108292"/>
                </a:lnTo>
                <a:lnTo>
                  <a:pt x="227266" y="138874"/>
                </a:lnTo>
                <a:lnTo>
                  <a:pt x="266890" y="138874"/>
                </a:lnTo>
                <a:lnTo>
                  <a:pt x="266890" y="271551"/>
                </a:lnTo>
                <a:lnTo>
                  <a:pt x="270586" y="300443"/>
                </a:lnTo>
                <a:lnTo>
                  <a:pt x="281559" y="320890"/>
                </a:lnTo>
                <a:lnTo>
                  <a:pt x="299681" y="333070"/>
                </a:lnTo>
                <a:lnTo>
                  <a:pt x="324802" y="337083"/>
                </a:lnTo>
                <a:lnTo>
                  <a:pt x="334759" y="336778"/>
                </a:lnTo>
                <a:lnTo>
                  <a:pt x="343865" y="335749"/>
                </a:lnTo>
                <a:lnTo>
                  <a:pt x="351840" y="333870"/>
                </a:lnTo>
                <a:lnTo>
                  <a:pt x="358432" y="330987"/>
                </a:lnTo>
                <a:lnTo>
                  <a:pt x="358432" y="298983"/>
                </a:lnTo>
                <a:lnTo>
                  <a:pt x="352234" y="305079"/>
                </a:lnTo>
                <a:lnTo>
                  <a:pt x="344614" y="306603"/>
                </a:lnTo>
                <a:lnTo>
                  <a:pt x="335470" y="306603"/>
                </a:lnTo>
                <a:lnTo>
                  <a:pt x="326923" y="306031"/>
                </a:lnTo>
                <a:lnTo>
                  <a:pt x="302488" y="276034"/>
                </a:lnTo>
                <a:lnTo>
                  <a:pt x="301942" y="265455"/>
                </a:lnTo>
                <a:lnTo>
                  <a:pt x="301942" y="138874"/>
                </a:lnTo>
                <a:lnTo>
                  <a:pt x="358432" y="138874"/>
                </a:lnTo>
                <a:lnTo>
                  <a:pt x="358432" y="1082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6077140" y="3955351"/>
            <a:ext cx="318770" cy="230504"/>
          </a:xfrm>
          <a:custGeom>
            <a:avLst/>
            <a:gdLst/>
            <a:ahLst/>
            <a:cxnLst/>
            <a:rect l="l" t="t" r="r" b="b"/>
            <a:pathLst>
              <a:path w="318770" h="230504">
                <a:moveTo>
                  <a:pt x="61502" y="41243"/>
                </a:moveTo>
                <a:lnTo>
                  <a:pt x="36576" y="41243"/>
                </a:lnTo>
                <a:lnTo>
                  <a:pt x="50370" y="23185"/>
                </a:lnTo>
                <a:lnTo>
                  <a:pt x="66567" y="10298"/>
                </a:lnTo>
                <a:lnTo>
                  <a:pt x="85318" y="2573"/>
                </a:lnTo>
                <a:lnTo>
                  <a:pt x="106775" y="0"/>
                </a:lnTo>
                <a:lnTo>
                  <a:pt x="117895" y="857"/>
                </a:lnTo>
                <a:lnTo>
                  <a:pt x="154709" y="20255"/>
                </a:lnTo>
                <a:lnTo>
                  <a:pt x="162750" y="30480"/>
                </a:lnTo>
                <a:lnTo>
                  <a:pt x="90011" y="30480"/>
                </a:lnTo>
                <a:lnTo>
                  <a:pt x="79128" y="31876"/>
                </a:lnTo>
                <a:lnTo>
                  <a:pt x="69246" y="35861"/>
                </a:lnTo>
                <a:lnTo>
                  <a:pt x="61502" y="41243"/>
                </a:lnTo>
                <a:close/>
              </a:path>
              <a:path w="318770" h="230504">
                <a:moveTo>
                  <a:pt x="198017" y="47339"/>
                </a:moveTo>
                <a:lnTo>
                  <a:pt x="170783" y="47339"/>
                </a:lnTo>
                <a:lnTo>
                  <a:pt x="184823" y="27043"/>
                </a:lnTo>
                <a:lnTo>
                  <a:pt x="201882" y="12203"/>
                </a:lnTo>
                <a:lnTo>
                  <a:pt x="222084" y="3097"/>
                </a:lnTo>
                <a:lnTo>
                  <a:pt x="245554" y="0"/>
                </a:lnTo>
                <a:lnTo>
                  <a:pt x="277558" y="5716"/>
                </a:lnTo>
                <a:lnTo>
                  <a:pt x="300418" y="22871"/>
                </a:lnTo>
                <a:lnTo>
                  <a:pt x="304066" y="30480"/>
                </a:lnTo>
                <a:lnTo>
                  <a:pt x="233362" y="30480"/>
                </a:lnTo>
                <a:lnTo>
                  <a:pt x="222242" y="31899"/>
                </a:lnTo>
                <a:lnTo>
                  <a:pt x="211836" y="36052"/>
                </a:lnTo>
                <a:lnTo>
                  <a:pt x="202287" y="42776"/>
                </a:lnTo>
                <a:lnTo>
                  <a:pt x="198017" y="47339"/>
                </a:lnTo>
                <a:close/>
              </a:path>
              <a:path w="318770" h="230504">
                <a:moveTo>
                  <a:pt x="36576" y="230314"/>
                </a:moveTo>
                <a:lnTo>
                  <a:pt x="0" y="230314"/>
                </a:lnTo>
                <a:lnTo>
                  <a:pt x="0" y="6096"/>
                </a:lnTo>
                <a:lnTo>
                  <a:pt x="36576" y="6096"/>
                </a:lnTo>
                <a:lnTo>
                  <a:pt x="36576" y="41243"/>
                </a:lnTo>
                <a:lnTo>
                  <a:pt x="61502" y="41243"/>
                </a:lnTo>
                <a:lnTo>
                  <a:pt x="40207" y="73437"/>
                </a:lnTo>
                <a:lnTo>
                  <a:pt x="36576" y="102203"/>
                </a:lnTo>
                <a:lnTo>
                  <a:pt x="36576" y="230314"/>
                </a:lnTo>
                <a:close/>
              </a:path>
              <a:path w="318770" h="230504">
                <a:moveTo>
                  <a:pt x="176879" y="230314"/>
                </a:moveTo>
                <a:lnTo>
                  <a:pt x="141827" y="230314"/>
                </a:lnTo>
                <a:lnTo>
                  <a:pt x="141827" y="97631"/>
                </a:lnTo>
                <a:lnTo>
                  <a:pt x="138660" y="68493"/>
                </a:lnTo>
                <a:lnTo>
                  <a:pt x="129063" y="47482"/>
                </a:lnTo>
                <a:lnTo>
                  <a:pt x="112895" y="34757"/>
                </a:lnTo>
                <a:lnTo>
                  <a:pt x="90011" y="30480"/>
                </a:lnTo>
                <a:lnTo>
                  <a:pt x="162750" y="30480"/>
                </a:lnTo>
                <a:lnTo>
                  <a:pt x="166758" y="37370"/>
                </a:lnTo>
                <a:lnTo>
                  <a:pt x="170783" y="47339"/>
                </a:lnTo>
                <a:lnTo>
                  <a:pt x="198017" y="47339"/>
                </a:lnTo>
                <a:lnTo>
                  <a:pt x="177999" y="87915"/>
                </a:lnTo>
                <a:lnTo>
                  <a:pt x="176879" y="102203"/>
                </a:lnTo>
                <a:lnTo>
                  <a:pt x="176879" y="230314"/>
                </a:lnTo>
                <a:close/>
              </a:path>
              <a:path w="318770" h="230504">
                <a:moveTo>
                  <a:pt x="318706" y="230314"/>
                </a:moveTo>
                <a:lnTo>
                  <a:pt x="283654" y="230314"/>
                </a:lnTo>
                <a:lnTo>
                  <a:pt x="283654" y="102203"/>
                </a:lnTo>
                <a:lnTo>
                  <a:pt x="282821" y="84201"/>
                </a:lnTo>
                <a:lnTo>
                  <a:pt x="271462" y="47339"/>
                </a:lnTo>
                <a:lnTo>
                  <a:pt x="233362" y="30480"/>
                </a:lnTo>
                <a:lnTo>
                  <a:pt x="304066" y="30480"/>
                </a:lnTo>
                <a:lnTo>
                  <a:pt x="314134" y="51475"/>
                </a:lnTo>
                <a:lnTo>
                  <a:pt x="318706" y="91535"/>
                </a:lnTo>
                <a:lnTo>
                  <a:pt x="318706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6463284" y="3852672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29" h="334010">
                <a:moveTo>
                  <a:pt x="36575" y="333755"/>
                </a:moveTo>
                <a:lnTo>
                  <a:pt x="0" y="333755"/>
                </a:lnTo>
                <a:lnTo>
                  <a:pt x="0" y="0"/>
                </a:lnTo>
                <a:lnTo>
                  <a:pt x="36575" y="0"/>
                </a:lnTo>
                <a:lnTo>
                  <a:pt x="36575" y="33375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95681" y="3944683"/>
            <a:ext cx="187547" cy="213550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9928" y="4631150"/>
            <a:ext cx="109823" cy="111347"/>
          </a:xfrm>
          <a:prstGeom prst="rect">
            <a:avLst/>
          </a:prstGeom>
        </p:spPr>
      </p:pic>
      <p:sp>
        <p:nvSpPr>
          <p:cNvPr id="67" name="object 67" descr=""/>
          <p:cNvSpPr/>
          <p:nvPr/>
        </p:nvSpPr>
        <p:spPr>
          <a:xfrm>
            <a:off x="1296060" y="4455705"/>
            <a:ext cx="2637155" cy="438150"/>
          </a:xfrm>
          <a:custGeom>
            <a:avLst/>
            <a:gdLst/>
            <a:ahLst/>
            <a:cxnLst/>
            <a:rect l="l" t="t" r="r" b="b"/>
            <a:pathLst>
              <a:path w="2637154" h="438150">
                <a:moveTo>
                  <a:pt x="204406" y="50292"/>
                </a:moveTo>
                <a:lnTo>
                  <a:pt x="192214" y="16764"/>
                </a:lnTo>
                <a:lnTo>
                  <a:pt x="153365" y="24765"/>
                </a:lnTo>
                <a:lnTo>
                  <a:pt x="114973" y="30480"/>
                </a:lnTo>
                <a:lnTo>
                  <a:pt x="77457" y="33909"/>
                </a:lnTo>
                <a:lnTo>
                  <a:pt x="41249" y="35052"/>
                </a:lnTo>
                <a:lnTo>
                  <a:pt x="41249" y="225742"/>
                </a:lnTo>
                <a:lnTo>
                  <a:pt x="38671" y="284365"/>
                </a:lnTo>
                <a:lnTo>
                  <a:pt x="30949" y="334264"/>
                </a:lnTo>
                <a:lnTo>
                  <a:pt x="18059" y="375297"/>
                </a:lnTo>
                <a:lnTo>
                  <a:pt x="0" y="407289"/>
                </a:lnTo>
                <a:lnTo>
                  <a:pt x="6591" y="413931"/>
                </a:lnTo>
                <a:lnTo>
                  <a:pt x="12776" y="420433"/>
                </a:lnTo>
                <a:lnTo>
                  <a:pt x="18681" y="427215"/>
                </a:lnTo>
                <a:lnTo>
                  <a:pt x="24472" y="434721"/>
                </a:lnTo>
                <a:lnTo>
                  <a:pt x="41910" y="402412"/>
                </a:lnTo>
                <a:lnTo>
                  <a:pt x="55346" y="364947"/>
                </a:lnTo>
                <a:lnTo>
                  <a:pt x="64770" y="322338"/>
                </a:lnTo>
                <a:lnTo>
                  <a:pt x="70205" y="274612"/>
                </a:lnTo>
                <a:lnTo>
                  <a:pt x="157073" y="274612"/>
                </a:lnTo>
                <a:lnTo>
                  <a:pt x="157073" y="294424"/>
                </a:lnTo>
                <a:lnTo>
                  <a:pt x="187642" y="294424"/>
                </a:lnTo>
                <a:lnTo>
                  <a:pt x="187642" y="274612"/>
                </a:lnTo>
                <a:lnTo>
                  <a:pt x="187642" y="245554"/>
                </a:lnTo>
                <a:lnTo>
                  <a:pt x="187642" y="161734"/>
                </a:lnTo>
                <a:lnTo>
                  <a:pt x="187642" y="132689"/>
                </a:lnTo>
                <a:lnTo>
                  <a:pt x="157073" y="132689"/>
                </a:lnTo>
                <a:lnTo>
                  <a:pt x="157073" y="161734"/>
                </a:lnTo>
                <a:lnTo>
                  <a:pt x="157073" y="245554"/>
                </a:lnTo>
                <a:lnTo>
                  <a:pt x="71729" y="245554"/>
                </a:lnTo>
                <a:lnTo>
                  <a:pt x="71729" y="161734"/>
                </a:lnTo>
                <a:lnTo>
                  <a:pt x="157073" y="161734"/>
                </a:lnTo>
                <a:lnTo>
                  <a:pt x="157073" y="132689"/>
                </a:lnTo>
                <a:lnTo>
                  <a:pt x="71729" y="132689"/>
                </a:lnTo>
                <a:lnTo>
                  <a:pt x="71729" y="65633"/>
                </a:lnTo>
                <a:lnTo>
                  <a:pt x="139204" y="58572"/>
                </a:lnTo>
                <a:lnTo>
                  <a:pt x="172097" y="54660"/>
                </a:lnTo>
                <a:lnTo>
                  <a:pt x="204406" y="50292"/>
                </a:lnTo>
                <a:close/>
              </a:path>
              <a:path w="2637154" h="438150">
                <a:moveTo>
                  <a:pt x="439293" y="166306"/>
                </a:moveTo>
                <a:lnTo>
                  <a:pt x="260794" y="166306"/>
                </a:lnTo>
                <a:lnTo>
                  <a:pt x="260794" y="68681"/>
                </a:lnTo>
                <a:lnTo>
                  <a:pt x="294563" y="65836"/>
                </a:lnTo>
                <a:lnTo>
                  <a:pt x="430060" y="51917"/>
                </a:lnTo>
                <a:lnTo>
                  <a:pt x="419392" y="18288"/>
                </a:lnTo>
                <a:lnTo>
                  <a:pt x="375043" y="25450"/>
                </a:lnTo>
                <a:lnTo>
                  <a:pt x="328701" y="31051"/>
                </a:lnTo>
                <a:lnTo>
                  <a:pt x="280047" y="35217"/>
                </a:lnTo>
                <a:lnTo>
                  <a:pt x="228790" y="38100"/>
                </a:lnTo>
                <a:lnTo>
                  <a:pt x="228790" y="219646"/>
                </a:lnTo>
                <a:lnTo>
                  <a:pt x="224510" y="275386"/>
                </a:lnTo>
                <a:lnTo>
                  <a:pt x="211645" y="325691"/>
                </a:lnTo>
                <a:lnTo>
                  <a:pt x="190220" y="370268"/>
                </a:lnTo>
                <a:lnTo>
                  <a:pt x="160210" y="408813"/>
                </a:lnTo>
                <a:lnTo>
                  <a:pt x="166166" y="415696"/>
                </a:lnTo>
                <a:lnTo>
                  <a:pt x="172402" y="422719"/>
                </a:lnTo>
                <a:lnTo>
                  <a:pt x="178638" y="430034"/>
                </a:lnTo>
                <a:lnTo>
                  <a:pt x="184594" y="437769"/>
                </a:lnTo>
                <a:lnTo>
                  <a:pt x="212420" y="403529"/>
                </a:lnTo>
                <a:lnTo>
                  <a:pt x="233807" y="364744"/>
                </a:lnTo>
                <a:lnTo>
                  <a:pt x="248894" y="321259"/>
                </a:lnTo>
                <a:lnTo>
                  <a:pt x="257848" y="272948"/>
                </a:lnTo>
                <a:lnTo>
                  <a:pt x="260794" y="219646"/>
                </a:lnTo>
                <a:lnTo>
                  <a:pt x="260794" y="195262"/>
                </a:lnTo>
                <a:lnTo>
                  <a:pt x="338620" y="195262"/>
                </a:lnTo>
                <a:lnTo>
                  <a:pt x="338620" y="433197"/>
                </a:lnTo>
                <a:lnTo>
                  <a:pt x="370624" y="433197"/>
                </a:lnTo>
                <a:lnTo>
                  <a:pt x="370624" y="195262"/>
                </a:lnTo>
                <a:lnTo>
                  <a:pt x="439293" y="195262"/>
                </a:lnTo>
                <a:lnTo>
                  <a:pt x="439293" y="166306"/>
                </a:lnTo>
                <a:close/>
              </a:path>
              <a:path w="2637154" h="438150">
                <a:moveTo>
                  <a:pt x="883069" y="56476"/>
                </a:moveTo>
                <a:lnTo>
                  <a:pt x="635990" y="56476"/>
                </a:lnTo>
                <a:lnTo>
                  <a:pt x="641438" y="44094"/>
                </a:lnTo>
                <a:lnTo>
                  <a:pt x="646468" y="32016"/>
                </a:lnTo>
                <a:lnTo>
                  <a:pt x="651205" y="19951"/>
                </a:lnTo>
                <a:lnTo>
                  <a:pt x="655802" y="7620"/>
                </a:lnTo>
                <a:lnTo>
                  <a:pt x="619226" y="0"/>
                </a:lnTo>
                <a:lnTo>
                  <a:pt x="614387" y="14592"/>
                </a:lnTo>
                <a:lnTo>
                  <a:pt x="609130" y="28778"/>
                </a:lnTo>
                <a:lnTo>
                  <a:pt x="603580" y="42684"/>
                </a:lnTo>
                <a:lnTo>
                  <a:pt x="597890" y="56476"/>
                </a:lnTo>
                <a:lnTo>
                  <a:pt x="460629" y="56476"/>
                </a:lnTo>
                <a:lnTo>
                  <a:pt x="460629" y="88480"/>
                </a:lnTo>
                <a:lnTo>
                  <a:pt x="581126" y="88480"/>
                </a:lnTo>
                <a:lnTo>
                  <a:pt x="554774" y="130822"/>
                </a:lnTo>
                <a:lnTo>
                  <a:pt x="523887" y="171018"/>
                </a:lnTo>
                <a:lnTo>
                  <a:pt x="488442" y="209219"/>
                </a:lnTo>
                <a:lnTo>
                  <a:pt x="448437" y="245554"/>
                </a:lnTo>
                <a:lnTo>
                  <a:pt x="454774" y="253568"/>
                </a:lnTo>
                <a:lnTo>
                  <a:pt x="460248" y="261607"/>
                </a:lnTo>
                <a:lnTo>
                  <a:pt x="465150" y="269633"/>
                </a:lnTo>
                <a:lnTo>
                  <a:pt x="469773" y="277647"/>
                </a:lnTo>
                <a:lnTo>
                  <a:pt x="488657" y="260197"/>
                </a:lnTo>
                <a:lnTo>
                  <a:pt x="506539" y="242328"/>
                </a:lnTo>
                <a:lnTo>
                  <a:pt x="523570" y="224193"/>
                </a:lnTo>
                <a:lnTo>
                  <a:pt x="539877" y="205930"/>
                </a:lnTo>
                <a:lnTo>
                  <a:pt x="539877" y="433197"/>
                </a:lnTo>
                <a:lnTo>
                  <a:pt x="574929" y="433197"/>
                </a:lnTo>
                <a:lnTo>
                  <a:pt x="574929" y="334035"/>
                </a:lnTo>
                <a:lnTo>
                  <a:pt x="796099" y="334035"/>
                </a:lnTo>
                <a:lnTo>
                  <a:pt x="796099" y="364617"/>
                </a:lnTo>
                <a:lnTo>
                  <a:pt x="794118" y="377736"/>
                </a:lnTo>
                <a:lnTo>
                  <a:pt x="788289" y="387286"/>
                </a:lnTo>
                <a:lnTo>
                  <a:pt x="778738" y="393115"/>
                </a:lnTo>
                <a:lnTo>
                  <a:pt x="765619" y="395097"/>
                </a:lnTo>
                <a:lnTo>
                  <a:pt x="752170" y="394830"/>
                </a:lnTo>
                <a:lnTo>
                  <a:pt x="736841" y="394144"/>
                </a:lnTo>
                <a:lnTo>
                  <a:pt x="699998" y="392049"/>
                </a:lnTo>
                <a:lnTo>
                  <a:pt x="704380" y="411289"/>
                </a:lnTo>
                <a:lnTo>
                  <a:pt x="706208" y="419696"/>
                </a:lnTo>
                <a:lnTo>
                  <a:pt x="707618" y="427101"/>
                </a:lnTo>
                <a:lnTo>
                  <a:pt x="777811" y="427101"/>
                </a:lnTo>
                <a:lnTo>
                  <a:pt x="817626" y="413385"/>
                </a:lnTo>
                <a:lnTo>
                  <a:pt x="831151" y="372237"/>
                </a:lnTo>
                <a:lnTo>
                  <a:pt x="831151" y="334035"/>
                </a:lnTo>
                <a:lnTo>
                  <a:pt x="831151" y="303555"/>
                </a:lnTo>
                <a:lnTo>
                  <a:pt x="831151" y="251650"/>
                </a:lnTo>
                <a:lnTo>
                  <a:pt x="831151" y="221170"/>
                </a:lnTo>
                <a:lnTo>
                  <a:pt x="831151" y="169354"/>
                </a:lnTo>
                <a:lnTo>
                  <a:pt x="831151" y="138772"/>
                </a:lnTo>
                <a:lnTo>
                  <a:pt x="796099" y="138772"/>
                </a:lnTo>
                <a:lnTo>
                  <a:pt x="796099" y="169354"/>
                </a:lnTo>
                <a:lnTo>
                  <a:pt x="796099" y="221170"/>
                </a:lnTo>
                <a:lnTo>
                  <a:pt x="796099" y="251650"/>
                </a:lnTo>
                <a:lnTo>
                  <a:pt x="796099" y="303555"/>
                </a:lnTo>
                <a:lnTo>
                  <a:pt x="574929" y="303555"/>
                </a:lnTo>
                <a:lnTo>
                  <a:pt x="574929" y="251650"/>
                </a:lnTo>
                <a:lnTo>
                  <a:pt x="796099" y="251650"/>
                </a:lnTo>
                <a:lnTo>
                  <a:pt x="796099" y="221170"/>
                </a:lnTo>
                <a:lnTo>
                  <a:pt x="574929" y="221170"/>
                </a:lnTo>
                <a:lnTo>
                  <a:pt x="574929" y="205930"/>
                </a:lnTo>
                <a:lnTo>
                  <a:pt x="574929" y="169354"/>
                </a:lnTo>
                <a:lnTo>
                  <a:pt x="796099" y="169354"/>
                </a:lnTo>
                <a:lnTo>
                  <a:pt x="796099" y="138772"/>
                </a:lnTo>
                <a:lnTo>
                  <a:pt x="590270" y="138772"/>
                </a:lnTo>
                <a:lnTo>
                  <a:pt x="598246" y="126199"/>
                </a:lnTo>
                <a:lnTo>
                  <a:pt x="606082" y="113626"/>
                </a:lnTo>
                <a:lnTo>
                  <a:pt x="613625" y="101053"/>
                </a:lnTo>
                <a:lnTo>
                  <a:pt x="620750" y="88480"/>
                </a:lnTo>
                <a:lnTo>
                  <a:pt x="883069" y="88480"/>
                </a:lnTo>
                <a:lnTo>
                  <a:pt x="883069" y="56476"/>
                </a:lnTo>
                <a:close/>
              </a:path>
              <a:path w="2637154" h="438150">
                <a:moveTo>
                  <a:pt x="1087374" y="74764"/>
                </a:moveTo>
                <a:lnTo>
                  <a:pt x="1052322" y="74764"/>
                </a:lnTo>
                <a:lnTo>
                  <a:pt x="1052322" y="108305"/>
                </a:lnTo>
                <a:lnTo>
                  <a:pt x="1052322" y="215074"/>
                </a:lnTo>
                <a:lnTo>
                  <a:pt x="1052322" y="245554"/>
                </a:lnTo>
                <a:lnTo>
                  <a:pt x="1052322" y="356908"/>
                </a:lnTo>
                <a:lnTo>
                  <a:pt x="953173" y="356908"/>
                </a:lnTo>
                <a:lnTo>
                  <a:pt x="953173" y="245554"/>
                </a:lnTo>
                <a:lnTo>
                  <a:pt x="1052322" y="245554"/>
                </a:lnTo>
                <a:lnTo>
                  <a:pt x="1052322" y="215074"/>
                </a:lnTo>
                <a:lnTo>
                  <a:pt x="953173" y="215074"/>
                </a:lnTo>
                <a:lnTo>
                  <a:pt x="953173" y="108305"/>
                </a:lnTo>
                <a:lnTo>
                  <a:pt x="1052322" y="108305"/>
                </a:lnTo>
                <a:lnTo>
                  <a:pt x="1052322" y="74764"/>
                </a:lnTo>
                <a:lnTo>
                  <a:pt x="998982" y="74764"/>
                </a:lnTo>
                <a:lnTo>
                  <a:pt x="1005840" y="60515"/>
                </a:lnTo>
                <a:lnTo>
                  <a:pt x="1012698" y="45389"/>
                </a:lnTo>
                <a:lnTo>
                  <a:pt x="1019556" y="29679"/>
                </a:lnTo>
                <a:lnTo>
                  <a:pt x="1026414" y="13716"/>
                </a:lnTo>
                <a:lnTo>
                  <a:pt x="989749" y="3048"/>
                </a:lnTo>
                <a:lnTo>
                  <a:pt x="983742" y="19596"/>
                </a:lnTo>
                <a:lnTo>
                  <a:pt x="977176" y="37160"/>
                </a:lnTo>
                <a:lnTo>
                  <a:pt x="970026" y="55600"/>
                </a:lnTo>
                <a:lnTo>
                  <a:pt x="962317" y="74764"/>
                </a:lnTo>
                <a:lnTo>
                  <a:pt x="918121" y="74764"/>
                </a:lnTo>
                <a:lnTo>
                  <a:pt x="918121" y="427101"/>
                </a:lnTo>
                <a:lnTo>
                  <a:pt x="953173" y="427101"/>
                </a:lnTo>
                <a:lnTo>
                  <a:pt x="953173" y="390525"/>
                </a:lnTo>
                <a:lnTo>
                  <a:pt x="1052322" y="390525"/>
                </a:lnTo>
                <a:lnTo>
                  <a:pt x="1052322" y="424053"/>
                </a:lnTo>
                <a:lnTo>
                  <a:pt x="1087374" y="424053"/>
                </a:lnTo>
                <a:lnTo>
                  <a:pt x="1087374" y="390525"/>
                </a:lnTo>
                <a:lnTo>
                  <a:pt x="1087374" y="356908"/>
                </a:lnTo>
                <a:lnTo>
                  <a:pt x="1087374" y="245554"/>
                </a:lnTo>
                <a:lnTo>
                  <a:pt x="1087374" y="215074"/>
                </a:lnTo>
                <a:lnTo>
                  <a:pt x="1087374" y="108305"/>
                </a:lnTo>
                <a:lnTo>
                  <a:pt x="1087374" y="74764"/>
                </a:lnTo>
                <a:close/>
              </a:path>
              <a:path w="2637154" h="438150">
                <a:moveTo>
                  <a:pt x="1236827" y="274612"/>
                </a:moveTo>
                <a:lnTo>
                  <a:pt x="1220825" y="252857"/>
                </a:lnTo>
                <a:lnTo>
                  <a:pt x="1202537" y="228993"/>
                </a:lnTo>
                <a:lnTo>
                  <a:pt x="1181963" y="203149"/>
                </a:lnTo>
                <a:lnTo>
                  <a:pt x="1159103" y="175450"/>
                </a:lnTo>
                <a:lnTo>
                  <a:pt x="1131671" y="195262"/>
                </a:lnTo>
                <a:lnTo>
                  <a:pt x="1151648" y="220662"/>
                </a:lnTo>
                <a:lnTo>
                  <a:pt x="1170343" y="246367"/>
                </a:lnTo>
                <a:lnTo>
                  <a:pt x="1187602" y="272072"/>
                </a:lnTo>
                <a:lnTo>
                  <a:pt x="1203299" y="297472"/>
                </a:lnTo>
                <a:lnTo>
                  <a:pt x="1236827" y="274612"/>
                </a:lnTo>
                <a:close/>
              </a:path>
              <a:path w="2637154" h="438150">
                <a:moveTo>
                  <a:pt x="1317688" y="74764"/>
                </a:moveTo>
                <a:lnTo>
                  <a:pt x="1177391" y="74764"/>
                </a:lnTo>
                <a:lnTo>
                  <a:pt x="1183106" y="59639"/>
                </a:lnTo>
                <a:lnTo>
                  <a:pt x="1188821" y="44056"/>
                </a:lnTo>
                <a:lnTo>
                  <a:pt x="1194536" y="28181"/>
                </a:lnTo>
                <a:lnTo>
                  <a:pt x="1200251" y="12192"/>
                </a:lnTo>
                <a:lnTo>
                  <a:pt x="1163675" y="3048"/>
                </a:lnTo>
                <a:lnTo>
                  <a:pt x="1148194" y="49352"/>
                </a:lnTo>
                <a:lnTo>
                  <a:pt x="1131430" y="91922"/>
                </a:lnTo>
                <a:lnTo>
                  <a:pt x="1113231" y="130479"/>
                </a:lnTo>
                <a:lnTo>
                  <a:pt x="1093470" y="164782"/>
                </a:lnTo>
                <a:lnTo>
                  <a:pt x="1110424" y="173164"/>
                </a:lnTo>
                <a:lnTo>
                  <a:pt x="1117688" y="177215"/>
                </a:lnTo>
                <a:lnTo>
                  <a:pt x="1123950" y="181546"/>
                </a:lnTo>
                <a:lnTo>
                  <a:pt x="1134059" y="164934"/>
                </a:lnTo>
                <a:lnTo>
                  <a:pt x="1143850" y="147015"/>
                </a:lnTo>
                <a:lnTo>
                  <a:pt x="1153617" y="127673"/>
                </a:lnTo>
                <a:lnTo>
                  <a:pt x="1163675" y="106781"/>
                </a:lnTo>
                <a:lnTo>
                  <a:pt x="1281112" y="106781"/>
                </a:lnTo>
                <a:lnTo>
                  <a:pt x="1279969" y="175450"/>
                </a:lnTo>
                <a:lnTo>
                  <a:pt x="1278674" y="228993"/>
                </a:lnTo>
                <a:lnTo>
                  <a:pt x="1277048" y="278650"/>
                </a:lnTo>
                <a:lnTo>
                  <a:pt x="1275308" y="318363"/>
                </a:lnTo>
                <a:lnTo>
                  <a:pt x="1269809" y="367334"/>
                </a:lnTo>
                <a:lnTo>
                  <a:pt x="1230731" y="390525"/>
                </a:lnTo>
                <a:lnTo>
                  <a:pt x="1211884" y="390220"/>
                </a:lnTo>
                <a:lnTo>
                  <a:pt x="1192060" y="389191"/>
                </a:lnTo>
                <a:lnTo>
                  <a:pt x="1171359" y="387311"/>
                </a:lnTo>
                <a:lnTo>
                  <a:pt x="1149959" y="384429"/>
                </a:lnTo>
                <a:lnTo>
                  <a:pt x="1151331" y="393623"/>
                </a:lnTo>
                <a:lnTo>
                  <a:pt x="1153007" y="403098"/>
                </a:lnTo>
                <a:lnTo>
                  <a:pt x="1154671" y="413143"/>
                </a:lnTo>
                <a:lnTo>
                  <a:pt x="1156055" y="424053"/>
                </a:lnTo>
                <a:lnTo>
                  <a:pt x="1197013" y="426148"/>
                </a:lnTo>
                <a:lnTo>
                  <a:pt x="1217129" y="426834"/>
                </a:lnTo>
                <a:lnTo>
                  <a:pt x="1236827" y="427101"/>
                </a:lnTo>
                <a:lnTo>
                  <a:pt x="1267802" y="422579"/>
                </a:lnTo>
                <a:lnTo>
                  <a:pt x="1301889" y="390525"/>
                </a:lnTo>
                <a:lnTo>
                  <a:pt x="1310944" y="333146"/>
                </a:lnTo>
                <a:lnTo>
                  <a:pt x="1313307" y="257594"/>
                </a:lnTo>
                <a:lnTo>
                  <a:pt x="1314691" y="205867"/>
                </a:lnTo>
                <a:lnTo>
                  <a:pt x="1316126" y="147015"/>
                </a:lnTo>
                <a:lnTo>
                  <a:pt x="1317002" y="106781"/>
                </a:lnTo>
                <a:lnTo>
                  <a:pt x="1317688" y="74764"/>
                </a:lnTo>
                <a:close/>
              </a:path>
              <a:path w="2637154" h="438150">
                <a:moveTo>
                  <a:pt x="1515910" y="224218"/>
                </a:moveTo>
                <a:lnTo>
                  <a:pt x="1505064" y="212788"/>
                </a:lnTo>
                <a:lnTo>
                  <a:pt x="1493240" y="201358"/>
                </a:lnTo>
                <a:lnTo>
                  <a:pt x="1491538" y="199834"/>
                </a:lnTo>
                <a:lnTo>
                  <a:pt x="1489849" y="198310"/>
                </a:lnTo>
                <a:lnTo>
                  <a:pt x="1480540" y="189928"/>
                </a:lnTo>
                <a:lnTo>
                  <a:pt x="1467142" y="178498"/>
                </a:lnTo>
                <a:lnTo>
                  <a:pt x="1447330" y="198310"/>
                </a:lnTo>
                <a:lnTo>
                  <a:pt x="1447330" y="193738"/>
                </a:lnTo>
                <a:lnTo>
                  <a:pt x="1447330" y="120484"/>
                </a:lnTo>
                <a:lnTo>
                  <a:pt x="1506766" y="120484"/>
                </a:lnTo>
                <a:lnTo>
                  <a:pt x="1506766" y="90004"/>
                </a:lnTo>
                <a:lnTo>
                  <a:pt x="1447330" y="90004"/>
                </a:lnTo>
                <a:lnTo>
                  <a:pt x="1447330" y="4572"/>
                </a:lnTo>
                <a:lnTo>
                  <a:pt x="1416850" y="4572"/>
                </a:lnTo>
                <a:lnTo>
                  <a:pt x="1416850" y="90004"/>
                </a:lnTo>
                <a:lnTo>
                  <a:pt x="1349692" y="90004"/>
                </a:lnTo>
                <a:lnTo>
                  <a:pt x="1349692" y="120484"/>
                </a:lnTo>
                <a:lnTo>
                  <a:pt x="1413802" y="120484"/>
                </a:lnTo>
                <a:lnTo>
                  <a:pt x="1402829" y="161150"/>
                </a:lnTo>
                <a:lnTo>
                  <a:pt x="1388186" y="200787"/>
                </a:lnTo>
                <a:lnTo>
                  <a:pt x="1369555" y="239572"/>
                </a:lnTo>
                <a:lnTo>
                  <a:pt x="1346644" y="277647"/>
                </a:lnTo>
                <a:lnTo>
                  <a:pt x="1350949" y="287032"/>
                </a:lnTo>
                <a:lnTo>
                  <a:pt x="1354836" y="296710"/>
                </a:lnTo>
                <a:lnTo>
                  <a:pt x="1358430" y="306374"/>
                </a:lnTo>
                <a:lnTo>
                  <a:pt x="1361884" y="315760"/>
                </a:lnTo>
                <a:lnTo>
                  <a:pt x="1377315" y="290906"/>
                </a:lnTo>
                <a:lnTo>
                  <a:pt x="1391615" y="262178"/>
                </a:lnTo>
                <a:lnTo>
                  <a:pt x="1404785" y="229730"/>
                </a:lnTo>
                <a:lnTo>
                  <a:pt x="1416850" y="193738"/>
                </a:lnTo>
                <a:lnTo>
                  <a:pt x="1416850" y="431673"/>
                </a:lnTo>
                <a:lnTo>
                  <a:pt x="1447330" y="431673"/>
                </a:lnTo>
                <a:lnTo>
                  <a:pt x="1447330" y="199834"/>
                </a:lnTo>
                <a:lnTo>
                  <a:pt x="1459611" y="212166"/>
                </a:lnTo>
                <a:lnTo>
                  <a:pt x="1471333" y="224218"/>
                </a:lnTo>
                <a:lnTo>
                  <a:pt x="1482471" y="236270"/>
                </a:lnTo>
                <a:lnTo>
                  <a:pt x="1493050" y="248602"/>
                </a:lnTo>
                <a:lnTo>
                  <a:pt x="1515910" y="224218"/>
                </a:lnTo>
                <a:close/>
              </a:path>
              <a:path w="2637154" h="438150">
                <a:moveTo>
                  <a:pt x="1580007" y="244030"/>
                </a:moveTo>
                <a:lnTo>
                  <a:pt x="1548003" y="230314"/>
                </a:lnTo>
                <a:lnTo>
                  <a:pt x="1529892" y="270929"/>
                </a:lnTo>
                <a:lnTo>
                  <a:pt x="1512100" y="307949"/>
                </a:lnTo>
                <a:lnTo>
                  <a:pt x="1494332" y="341249"/>
                </a:lnTo>
                <a:lnTo>
                  <a:pt x="1476286" y="370713"/>
                </a:lnTo>
                <a:lnTo>
                  <a:pt x="1485138" y="375018"/>
                </a:lnTo>
                <a:lnTo>
                  <a:pt x="1501140" y="382498"/>
                </a:lnTo>
                <a:lnTo>
                  <a:pt x="1508290" y="385953"/>
                </a:lnTo>
                <a:lnTo>
                  <a:pt x="1526565" y="353898"/>
                </a:lnTo>
                <a:lnTo>
                  <a:pt x="1544713" y="319570"/>
                </a:lnTo>
                <a:lnTo>
                  <a:pt x="1562582" y="282943"/>
                </a:lnTo>
                <a:lnTo>
                  <a:pt x="1580007" y="244030"/>
                </a:lnTo>
                <a:close/>
              </a:path>
              <a:path w="2637154" h="438150">
                <a:moveTo>
                  <a:pt x="1759940" y="30480"/>
                </a:moveTo>
                <a:lnTo>
                  <a:pt x="1526578" y="30480"/>
                </a:lnTo>
                <a:lnTo>
                  <a:pt x="1526578" y="61048"/>
                </a:lnTo>
                <a:lnTo>
                  <a:pt x="1759940" y="61048"/>
                </a:lnTo>
                <a:lnTo>
                  <a:pt x="1759940" y="30480"/>
                </a:lnTo>
                <a:close/>
              </a:path>
              <a:path w="2637154" h="438150">
                <a:moveTo>
                  <a:pt x="1779752" y="158686"/>
                </a:moveTo>
                <a:lnTo>
                  <a:pt x="1506766" y="158686"/>
                </a:lnTo>
                <a:lnTo>
                  <a:pt x="1506766" y="189166"/>
                </a:lnTo>
                <a:lnTo>
                  <a:pt x="1625727" y="189166"/>
                </a:lnTo>
                <a:lnTo>
                  <a:pt x="1625727" y="361569"/>
                </a:lnTo>
                <a:lnTo>
                  <a:pt x="1624037" y="375577"/>
                </a:lnTo>
                <a:lnTo>
                  <a:pt x="1619059" y="385572"/>
                </a:lnTo>
                <a:lnTo>
                  <a:pt x="1610944" y="391579"/>
                </a:lnTo>
                <a:lnTo>
                  <a:pt x="1599819" y="393573"/>
                </a:lnTo>
                <a:lnTo>
                  <a:pt x="1586953" y="393306"/>
                </a:lnTo>
                <a:lnTo>
                  <a:pt x="1573517" y="392620"/>
                </a:lnTo>
                <a:lnTo>
                  <a:pt x="1544866" y="390525"/>
                </a:lnTo>
                <a:lnTo>
                  <a:pt x="1546301" y="400532"/>
                </a:lnTo>
                <a:lnTo>
                  <a:pt x="1547990" y="409956"/>
                </a:lnTo>
                <a:lnTo>
                  <a:pt x="1549666" y="418820"/>
                </a:lnTo>
                <a:lnTo>
                  <a:pt x="1551051" y="427101"/>
                </a:lnTo>
                <a:lnTo>
                  <a:pt x="1608963" y="427101"/>
                </a:lnTo>
                <a:lnTo>
                  <a:pt x="1630972" y="423672"/>
                </a:lnTo>
                <a:lnTo>
                  <a:pt x="1646682" y="413385"/>
                </a:lnTo>
                <a:lnTo>
                  <a:pt x="1656118" y="396240"/>
                </a:lnTo>
                <a:lnTo>
                  <a:pt x="1656461" y="393573"/>
                </a:lnTo>
                <a:lnTo>
                  <a:pt x="1659255" y="372237"/>
                </a:lnTo>
                <a:lnTo>
                  <a:pt x="1659255" y="189166"/>
                </a:lnTo>
                <a:lnTo>
                  <a:pt x="1779752" y="189166"/>
                </a:lnTo>
                <a:lnTo>
                  <a:pt x="1779752" y="158686"/>
                </a:lnTo>
                <a:close/>
              </a:path>
              <a:path w="2637154" h="438150">
                <a:moveTo>
                  <a:pt x="1788896" y="370713"/>
                </a:moveTo>
                <a:lnTo>
                  <a:pt x="1774075" y="339534"/>
                </a:lnTo>
                <a:lnTo>
                  <a:pt x="1757273" y="305663"/>
                </a:lnTo>
                <a:lnTo>
                  <a:pt x="1738744" y="269214"/>
                </a:lnTo>
                <a:lnTo>
                  <a:pt x="1718792" y="230314"/>
                </a:lnTo>
                <a:lnTo>
                  <a:pt x="1688312" y="245554"/>
                </a:lnTo>
                <a:lnTo>
                  <a:pt x="1706041" y="281660"/>
                </a:lnTo>
                <a:lnTo>
                  <a:pt x="1722793" y="316903"/>
                </a:lnTo>
                <a:lnTo>
                  <a:pt x="1738668" y="351561"/>
                </a:lnTo>
                <a:lnTo>
                  <a:pt x="1753844" y="385953"/>
                </a:lnTo>
                <a:lnTo>
                  <a:pt x="1788896" y="370713"/>
                </a:lnTo>
                <a:close/>
              </a:path>
              <a:path w="2637154" h="438150">
                <a:moveTo>
                  <a:pt x="1917001" y="82384"/>
                </a:moveTo>
                <a:lnTo>
                  <a:pt x="1904123" y="69227"/>
                </a:lnTo>
                <a:lnTo>
                  <a:pt x="1888363" y="52755"/>
                </a:lnTo>
                <a:lnTo>
                  <a:pt x="1846897" y="9144"/>
                </a:lnTo>
                <a:lnTo>
                  <a:pt x="1820887" y="33528"/>
                </a:lnTo>
                <a:lnTo>
                  <a:pt x="1838553" y="52628"/>
                </a:lnTo>
                <a:lnTo>
                  <a:pt x="1855266" y="71526"/>
                </a:lnTo>
                <a:lnTo>
                  <a:pt x="1870710" y="89992"/>
                </a:lnTo>
                <a:lnTo>
                  <a:pt x="1884997" y="108292"/>
                </a:lnTo>
                <a:lnTo>
                  <a:pt x="1917001" y="82384"/>
                </a:lnTo>
                <a:close/>
              </a:path>
              <a:path w="2637154" h="438150">
                <a:moveTo>
                  <a:pt x="1949005" y="363093"/>
                </a:moveTo>
                <a:lnTo>
                  <a:pt x="1947887" y="355384"/>
                </a:lnTo>
                <a:lnTo>
                  <a:pt x="1946910" y="346240"/>
                </a:lnTo>
                <a:lnTo>
                  <a:pt x="1946224" y="335991"/>
                </a:lnTo>
                <a:lnTo>
                  <a:pt x="1945957" y="324904"/>
                </a:lnTo>
                <a:lnTo>
                  <a:pt x="1901812" y="356654"/>
                </a:lnTo>
                <a:lnTo>
                  <a:pt x="1888045" y="366141"/>
                </a:lnTo>
                <a:lnTo>
                  <a:pt x="1888045" y="154114"/>
                </a:lnTo>
                <a:lnTo>
                  <a:pt x="1798027" y="154114"/>
                </a:lnTo>
                <a:lnTo>
                  <a:pt x="1798027" y="186118"/>
                </a:lnTo>
                <a:lnTo>
                  <a:pt x="1854517" y="186118"/>
                </a:lnTo>
                <a:lnTo>
                  <a:pt x="1854517" y="356908"/>
                </a:lnTo>
                <a:lnTo>
                  <a:pt x="1853641" y="370433"/>
                </a:lnTo>
                <a:lnTo>
                  <a:pt x="1850898" y="381368"/>
                </a:lnTo>
                <a:lnTo>
                  <a:pt x="1846160" y="390004"/>
                </a:lnTo>
                <a:lnTo>
                  <a:pt x="1839277" y="396621"/>
                </a:lnTo>
                <a:lnTo>
                  <a:pt x="1860613" y="427101"/>
                </a:lnTo>
                <a:lnTo>
                  <a:pt x="1877428" y="413677"/>
                </a:lnTo>
                <a:lnTo>
                  <a:pt x="1897951" y="398526"/>
                </a:lnTo>
                <a:lnTo>
                  <a:pt x="1921903" y="381673"/>
                </a:lnTo>
                <a:lnTo>
                  <a:pt x="1944560" y="366141"/>
                </a:lnTo>
                <a:lnTo>
                  <a:pt x="1949005" y="363093"/>
                </a:lnTo>
                <a:close/>
              </a:path>
              <a:path w="2637154" h="438150">
                <a:moveTo>
                  <a:pt x="2234184" y="298996"/>
                </a:moveTo>
                <a:lnTo>
                  <a:pt x="2225014" y="296443"/>
                </a:lnTo>
                <a:lnTo>
                  <a:pt x="2215705" y="293471"/>
                </a:lnTo>
                <a:lnTo>
                  <a:pt x="2196084" y="286804"/>
                </a:lnTo>
                <a:lnTo>
                  <a:pt x="2193798" y="308229"/>
                </a:lnTo>
                <a:lnTo>
                  <a:pt x="2186940" y="355384"/>
                </a:lnTo>
                <a:lnTo>
                  <a:pt x="2160155" y="382689"/>
                </a:lnTo>
                <a:lnTo>
                  <a:pt x="2142744" y="384429"/>
                </a:lnTo>
                <a:lnTo>
                  <a:pt x="2031403" y="384429"/>
                </a:lnTo>
                <a:lnTo>
                  <a:pt x="2017395" y="382422"/>
                </a:lnTo>
                <a:lnTo>
                  <a:pt x="2007400" y="376415"/>
                </a:lnTo>
                <a:lnTo>
                  <a:pt x="2001393" y="366382"/>
                </a:lnTo>
                <a:lnTo>
                  <a:pt x="1999399" y="352336"/>
                </a:lnTo>
                <a:lnTo>
                  <a:pt x="1999399" y="202882"/>
                </a:lnTo>
                <a:lnTo>
                  <a:pt x="2167128" y="202882"/>
                </a:lnTo>
                <a:lnTo>
                  <a:pt x="2167128" y="224218"/>
                </a:lnTo>
                <a:lnTo>
                  <a:pt x="2202180" y="224218"/>
                </a:lnTo>
                <a:lnTo>
                  <a:pt x="2202180" y="202882"/>
                </a:lnTo>
                <a:lnTo>
                  <a:pt x="2202180" y="25908"/>
                </a:lnTo>
                <a:lnTo>
                  <a:pt x="1945957" y="25908"/>
                </a:lnTo>
                <a:lnTo>
                  <a:pt x="1945957" y="58000"/>
                </a:lnTo>
                <a:lnTo>
                  <a:pt x="2167128" y="58000"/>
                </a:lnTo>
                <a:lnTo>
                  <a:pt x="2167128" y="170878"/>
                </a:lnTo>
                <a:lnTo>
                  <a:pt x="1964334" y="170878"/>
                </a:lnTo>
                <a:lnTo>
                  <a:pt x="1964334" y="361569"/>
                </a:lnTo>
                <a:lnTo>
                  <a:pt x="1967750" y="386448"/>
                </a:lnTo>
                <a:lnTo>
                  <a:pt x="1977859" y="404050"/>
                </a:lnTo>
                <a:lnTo>
                  <a:pt x="1994560" y="414502"/>
                </a:lnTo>
                <a:lnTo>
                  <a:pt x="2017687" y="417957"/>
                </a:lnTo>
                <a:lnTo>
                  <a:pt x="2150364" y="417957"/>
                </a:lnTo>
                <a:lnTo>
                  <a:pt x="2198560" y="406336"/>
                </a:lnTo>
                <a:lnTo>
                  <a:pt x="2220468" y="370713"/>
                </a:lnTo>
                <a:lnTo>
                  <a:pt x="2230755" y="318973"/>
                </a:lnTo>
                <a:lnTo>
                  <a:pt x="2234184" y="298996"/>
                </a:lnTo>
                <a:close/>
              </a:path>
              <a:path w="2637154" h="438150">
                <a:moveTo>
                  <a:pt x="2636812" y="53441"/>
                </a:moveTo>
                <a:lnTo>
                  <a:pt x="2412682" y="53441"/>
                </a:lnTo>
                <a:lnTo>
                  <a:pt x="2420416" y="44234"/>
                </a:lnTo>
                <a:lnTo>
                  <a:pt x="2427732" y="35064"/>
                </a:lnTo>
                <a:lnTo>
                  <a:pt x="2434755" y="25908"/>
                </a:lnTo>
                <a:lnTo>
                  <a:pt x="2441638" y="16764"/>
                </a:lnTo>
                <a:lnTo>
                  <a:pt x="2408110" y="1524"/>
                </a:lnTo>
                <a:lnTo>
                  <a:pt x="2371509" y="47040"/>
                </a:lnTo>
                <a:lnTo>
                  <a:pt x="2332774" y="87541"/>
                </a:lnTo>
                <a:lnTo>
                  <a:pt x="2292070" y="123177"/>
                </a:lnTo>
                <a:lnTo>
                  <a:pt x="2249513" y="154114"/>
                </a:lnTo>
                <a:lnTo>
                  <a:pt x="2255228" y="160350"/>
                </a:lnTo>
                <a:lnTo>
                  <a:pt x="2260943" y="167449"/>
                </a:lnTo>
                <a:lnTo>
                  <a:pt x="2266658" y="175120"/>
                </a:lnTo>
                <a:lnTo>
                  <a:pt x="2272373" y="183070"/>
                </a:lnTo>
                <a:lnTo>
                  <a:pt x="2303526" y="159613"/>
                </a:lnTo>
                <a:lnTo>
                  <a:pt x="2332964" y="135166"/>
                </a:lnTo>
                <a:lnTo>
                  <a:pt x="2360714" y="109893"/>
                </a:lnTo>
                <a:lnTo>
                  <a:pt x="2386774" y="83921"/>
                </a:lnTo>
                <a:lnTo>
                  <a:pt x="2589568" y="83921"/>
                </a:lnTo>
                <a:lnTo>
                  <a:pt x="2559799" y="110515"/>
                </a:lnTo>
                <a:lnTo>
                  <a:pt x="2527604" y="135547"/>
                </a:lnTo>
                <a:lnTo>
                  <a:pt x="2492832" y="159181"/>
                </a:lnTo>
                <a:lnTo>
                  <a:pt x="2455354" y="181546"/>
                </a:lnTo>
                <a:lnTo>
                  <a:pt x="2439949" y="166649"/>
                </a:lnTo>
                <a:lnTo>
                  <a:pt x="2423541" y="151587"/>
                </a:lnTo>
                <a:lnTo>
                  <a:pt x="2406281" y="136245"/>
                </a:lnTo>
                <a:lnTo>
                  <a:pt x="2388298" y="120497"/>
                </a:lnTo>
                <a:lnTo>
                  <a:pt x="2362289" y="143357"/>
                </a:lnTo>
                <a:lnTo>
                  <a:pt x="2377833" y="157365"/>
                </a:lnTo>
                <a:lnTo>
                  <a:pt x="2392476" y="171627"/>
                </a:lnTo>
                <a:lnTo>
                  <a:pt x="2420302" y="199834"/>
                </a:lnTo>
                <a:lnTo>
                  <a:pt x="2379980" y="218427"/>
                </a:lnTo>
                <a:lnTo>
                  <a:pt x="2336965" y="235470"/>
                </a:lnTo>
                <a:lnTo>
                  <a:pt x="2291410" y="251091"/>
                </a:lnTo>
                <a:lnTo>
                  <a:pt x="2243417" y="265468"/>
                </a:lnTo>
                <a:lnTo>
                  <a:pt x="2248878" y="272821"/>
                </a:lnTo>
                <a:lnTo>
                  <a:pt x="2253894" y="280898"/>
                </a:lnTo>
                <a:lnTo>
                  <a:pt x="2258644" y="289255"/>
                </a:lnTo>
                <a:lnTo>
                  <a:pt x="2263229" y="297472"/>
                </a:lnTo>
                <a:lnTo>
                  <a:pt x="2281504" y="290842"/>
                </a:lnTo>
                <a:lnTo>
                  <a:pt x="2317458" y="278180"/>
                </a:lnTo>
                <a:lnTo>
                  <a:pt x="2334857" y="271564"/>
                </a:lnTo>
                <a:lnTo>
                  <a:pt x="2334857" y="436245"/>
                </a:lnTo>
                <a:lnTo>
                  <a:pt x="2369909" y="436245"/>
                </a:lnTo>
                <a:lnTo>
                  <a:pt x="2369909" y="407289"/>
                </a:lnTo>
                <a:lnTo>
                  <a:pt x="2600236" y="407289"/>
                </a:lnTo>
                <a:lnTo>
                  <a:pt x="2600236" y="436245"/>
                </a:lnTo>
                <a:lnTo>
                  <a:pt x="2635288" y="436245"/>
                </a:lnTo>
                <a:lnTo>
                  <a:pt x="2635288" y="407289"/>
                </a:lnTo>
                <a:lnTo>
                  <a:pt x="2635288" y="376809"/>
                </a:lnTo>
                <a:lnTo>
                  <a:pt x="2635288" y="268516"/>
                </a:lnTo>
                <a:lnTo>
                  <a:pt x="2635288" y="236410"/>
                </a:lnTo>
                <a:lnTo>
                  <a:pt x="2600236" y="236410"/>
                </a:lnTo>
                <a:lnTo>
                  <a:pt x="2600236" y="268516"/>
                </a:lnTo>
                <a:lnTo>
                  <a:pt x="2600236" y="376809"/>
                </a:lnTo>
                <a:lnTo>
                  <a:pt x="2369909" y="376809"/>
                </a:lnTo>
                <a:lnTo>
                  <a:pt x="2369909" y="271564"/>
                </a:lnTo>
                <a:lnTo>
                  <a:pt x="2369909" y="268516"/>
                </a:lnTo>
                <a:lnTo>
                  <a:pt x="2600236" y="268516"/>
                </a:lnTo>
                <a:lnTo>
                  <a:pt x="2600236" y="236410"/>
                </a:lnTo>
                <a:lnTo>
                  <a:pt x="2421826" y="236410"/>
                </a:lnTo>
                <a:lnTo>
                  <a:pt x="2472855" y="211328"/>
                </a:lnTo>
                <a:lnTo>
                  <a:pt x="2519883" y="183603"/>
                </a:lnTo>
                <a:lnTo>
                  <a:pt x="2562885" y="153174"/>
                </a:lnTo>
                <a:lnTo>
                  <a:pt x="2601861" y="119964"/>
                </a:lnTo>
                <a:lnTo>
                  <a:pt x="2636812" y="83921"/>
                </a:lnTo>
                <a:lnTo>
                  <a:pt x="2636812" y="534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3992397" y="4457229"/>
            <a:ext cx="3107055" cy="438150"/>
          </a:xfrm>
          <a:custGeom>
            <a:avLst/>
            <a:gdLst/>
            <a:ahLst/>
            <a:cxnLst/>
            <a:rect l="l" t="t" r="r" b="b"/>
            <a:pathLst>
              <a:path w="3107054" h="438150">
                <a:moveTo>
                  <a:pt x="83820" y="135724"/>
                </a:moveTo>
                <a:lnTo>
                  <a:pt x="48768" y="125056"/>
                </a:lnTo>
                <a:lnTo>
                  <a:pt x="37998" y="167830"/>
                </a:lnTo>
                <a:lnTo>
                  <a:pt x="26289" y="207645"/>
                </a:lnTo>
                <a:lnTo>
                  <a:pt x="14046" y="244144"/>
                </a:lnTo>
                <a:lnTo>
                  <a:pt x="1524" y="277647"/>
                </a:lnTo>
                <a:lnTo>
                  <a:pt x="10617" y="281076"/>
                </a:lnTo>
                <a:lnTo>
                  <a:pt x="19431" y="284505"/>
                </a:lnTo>
                <a:lnTo>
                  <a:pt x="27673" y="287934"/>
                </a:lnTo>
                <a:lnTo>
                  <a:pt x="35052" y="291363"/>
                </a:lnTo>
                <a:lnTo>
                  <a:pt x="46532" y="261023"/>
                </a:lnTo>
                <a:lnTo>
                  <a:pt x="58293" y="224980"/>
                </a:lnTo>
                <a:lnTo>
                  <a:pt x="70624" y="183222"/>
                </a:lnTo>
                <a:lnTo>
                  <a:pt x="83820" y="135724"/>
                </a:lnTo>
                <a:close/>
              </a:path>
              <a:path w="3107054" h="438150">
                <a:moveTo>
                  <a:pt x="265366" y="76288"/>
                </a:moveTo>
                <a:lnTo>
                  <a:pt x="245897" y="56870"/>
                </a:lnTo>
                <a:lnTo>
                  <a:pt x="226263" y="37579"/>
                </a:lnTo>
                <a:lnTo>
                  <a:pt x="206349" y="18567"/>
                </a:lnTo>
                <a:lnTo>
                  <a:pt x="186029" y="0"/>
                </a:lnTo>
                <a:lnTo>
                  <a:pt x="161645" y="22860"/>
                </a:lnTo>
                <a:lnTo>
                  <a:pt x="184480" y="44945"/>
                </a:lnTo>
                <a:lnTo>
                  <a:pt x="204889" y="65430"/>
                </a:lnTo>
                <a:lnTo>
                  <a:pt x="222758" y="84467"/>
                </a:lnTo>
                <a:lnTo>
                  <a:pt x="237934" y="102196"/>
                </a:lnTo>
                <a:lnTo>
                  <a:pt x="265366" y="76288"/>
                </a:lnTo>
                <a:close/>
              </a:path>
              <a:path w="3107054" h="438150">
                <a:moveTo>
                  <a:pt x="378244" y="51904"/>
                </a:moveTo>
                <a:lnTo>
                  <a:pt x="344614" y="35052"/>
                </a:lnTo>
                <a:lnTo>
                  <a:pt x="318185" y="80556"/>
                </a:lnTo>
                <a:lnTo>
                  <a:pt x="289217" y="123939"/>
                </a:lnTo>
                <a:lnTo>
                  <a:pt x="257695" y="165112"/>
                </a:lnTo>
                <a:lnTo>
                  <a:pt x="223634" y="204012"/>
                </a:lnTo>
                <a:lnTo>
                  <a:pt x="187045" y="240538"/>
                </a:lnTo>
                <a:lnTo>
                  <a:pt x="147929" y="274599"/>
                </a:lnTo>
                <a:lnTo>
                  <a:pt x="147929" y="76288"/>
                </a:lnTo>
                <a:lnTo>
                  <a:pt x="114401" y="76288"/>
                </a:lnTo>
                <a:lnTo>
                  <a:pt x="114401" y="300507"/>
                </a:lnTo>
                <a:lnTo>
                  <a:pt x="87477" y="319392"/>
                </a:lnTo>
                <a:lnTo>
                  <a:pt x="59448" y="337286"/>
                </a:lnTo>
                <a:lnTo>
                  <a:pt x="30289" y="354342"/>
                </a:lnTo>
                <a:lnTo>
                  <a:pt x="0" y="370713"/>
                </a:lnTo>
                <a:lnTo>
                  <a:pt x="7454" y="378688"/>
                </a:lnTo>
                <a:lnTo>
                  <a:pt x="13906" y="386524"/>
                </a:lnTo>
                <a:lnTo>
                  <a:pt x="19507" y="394068"/>
                </a:lnTo>
                <a:lnTo>
                  <a:pt x="24384" y="401193"/>
                </a:lnTo>
                <a:lnTo>
                  <a:pt x="47866" y="388327"/>
                </a:lnTo>
                <a:lnTo>
                  <a:pt x="70192" y="375069"/>
                </a:lnTo>
                <a:lnTo>
                  <a:pt x="92570" y="360857"/>
                </a:lnTo>
                <a:lnTo>
                  <a:pt x="114401" y="346227"/>
                </a:lnTo>
                <a:lnTo>
                  <a:pt x="114465" y="354342"/>
                </a:lnTo>
                <a:lnTo>
                  <a:pt x="117805" y="377913"/>
                </a:lnTo>
                <a:lnTo>
                  <a:pt x="127927" y="395084"/>
                </a:lnTo>
                <a:lnTo>
                  <a:pt x="144614" y="405384"/>
                </a:lnTo>
                <a:lnTo>
                  <a:pt x="167741" y="408813"/>
                </a:lnTo>
                <a:lnTo>
                  <a:pt x="292798" y="408813"/>
                </a:lnTo>
                <a:lnTo>
                  <a:pt x="314515" y="406222"/>
                </a:lnTo>
                <a:lnTo>
                  <a:pt x="331660" y="398335"/>
                </a:lnTo>
                <a:lnTo>
                  <a:pt x="344233" y="385025"/>
                </a:lnTo>
                <a:lnTo>
                  <a:pt x="347713" y="376809"/>
                </a:lnTo>
                <a:lnTo>
                  <a:pt x="352234" y="366141"/>
                </a:lnTo>
                <a:lnTo>
                  <a:pt x="354761" y="355485"/>
                </a:lnTo>
                <a:lnTo>
                  <a:pt x="357568" y="341858"/>
                </a:lnTo>
                <a:lnTo>
                  <a:pt x="360349" y="325272"/>
                </a:lnTo>
                <a:lnTo>
                  <a:pt x="362902" y="305079"/>
                </a:lnTo>
                <a:lnTo>
                  <a:pt x="355498" y="302514"/>
                </a:lnTo>
                <a:lnTo>
                  <a:pt x="347091" y="299364"/>
                </a:lnTo>
                <a:lnTo>
                  <a:pt x="337832" y="295656"/>
                </a:lnTo>
                <a:lnTo>
                  <a:pt x="327850" y="291363"/>
                </a:lnTo>
                <a:lnTo>
                  <a:pt x="326440" y="309613"/>
                </a:lnTo>
                <a:lnTo>
                  <a:pt x="320230" y="347751"/>
                </a:lnTo>
                <a:lnTo>
                  <a:pt x="286702" y="376809"/>
                </a:lnTo>
                <a:lnTo>
                  <a:pt x="176885" y="376809"/>
                </a:lnTo>
                <a:lnTo>
                  <a:pt x="163995" y="375043"/>
                </a:lnTo>
                <a:lnTo>
                  <a:pt x="154978" y="369557"/>
                </a:lnTo>
                <a:lnTo>
                  <a:pt x="149656" y="360057"/>
                </a:lnTo>
                <a:lnTo>
                  <a:pt x="147929" y="346227"/>
                </a:lnTo>
                <a:lnTo>
                  <a:pt x="147929" y="320319"/>
                </a:lnTo>
                <a:lnTo>
                  <a:pt x="186778" y="288480"/>
                </a:lnTo>
                <a:lnTo>
                  <a:pt x="201777" y="274599"/>
                </a:lnTo>
                <a:lnTo>
                  <a:pt x="258419" y="218186"/>
                </a:lnTo>
                <a:lnTo>
                  <a:pt x="291261" y="179793"/>
                </a:lnTo>
                <a:lnTo>
                  <a:pt x="322160" y="139268"/>
                </a:lnTo>
                <a:lnTo>
                  <a:pt x="351142" y="96634"/>
                </a:lnTo>
                <a:lnTo>
                  <a:pt x="378244" y="51904"/>
                </a:lnTo>
                <a:close/>
              </a:path>
              <a:path w="3107054" h="438150">
                <a:moveTo>
                  <a:pt x="431584" y="279171"/>
                </a:moveTo>
                <a:lnTo>
                  <a:pt x="416407" y="247357"/>
                </a:lnTo>
                <a:lnTo>
                  <a:pt x="400519" y="215849"/>
                </a:lnTo>
                <a:lnTo>
                  <a:pt x="383743" y="184353"/>
                </a:lnTo>
                <a:lnTo>
                  <a:pt x="365950" y="152590"/>
                </a:lnTo>
                <a:lnTo>
                  <a:pt x="335470" y="167830"/>
                </a:lnTo>
                <a:lnTo>
                  <a:pt x="353796" y="203301"/>
                </a:lnTo>
                <a:lnTo>
                  <a:pt x="370001" y="236651"/>
                </a:lnTo>
                <a:lnTo>
                  <a:pt x="384200" y="267995"/>
                </a:lnTo>
                <a:lnTo>
                  <a:pt x="396532" y="297459"/>
                </a:lnTo>
                <a:lnTo>
                  <a:pt x="431584" y="279171"/>
                </a:lnTo>
                <a:close/>
              </a:path>
              <a:path w="3107054" h="438150">
                <a:moveTo>
                  <a:pt x="593217" y="24384"/>
                </a:moveTo>
                <a:lnTo>
                  <a:pt x="565785" y="1524"/>
                </a:lnTo>
                <a:lnTo>
                  <a:pt x="541223" y="36753"/>
                </a:lnTo>
                <a:lnTo>
                  <a:pt x="513346" y="69240"/>
                </a:lnTo>
                <a:lnTo>
                  <a:pt x="482333" y="99136"/>
                </a:lnTo>
                <a:lnTo>
                  <a:pt x="448335" y="126593"/>
                </a:lnTo>
                <a:lnTo>
                  <a:pt x="453555" y="134823"/>
                </a:lnTo>
                <a:lnTo>
                  <a:pt x="458050" y="143357"/>
                </a:lnTo>
                <a:lnTo>
                  <a:pt x="462267" y="151917"/>
                </a:lnTo>
                <a:lnTo>
                  <a:pt x="466623" y="160210"/>
                </a:lnTo>
                <a:lnTo>
                  <a:pt x="503809" y="127596"/>
                </a:lnTo>
                <a:lnTo>
                  <a:pt x="537387" y="94005"/>
                </a:lnTo>
                <a:lnTo>
                  <a:pt x="567232" y="59563"/>
                </a:lnTo>
                <a:lnTo>
                  <a:pt x="593217" y="24384"/>
                </a:lnTo>
                <a:close/>
              </a:path>
              <a:path w="3107054" h="438150">
                <a:moveTo>
                  <a:pt x="594741" y="149453"/>
                </a:moveTo>
                <a:lnTo>
                  <a:pt x="565785" y="126593"/>
                </a:lnTo>
                <a:lnTo>
                  <a:pt x="539483" y="165785"/>
                </a:lnTo>
                <a:lnTo>
                  <a:pt x="510870" y="200977"/>
                </a:lnTo>
                <a:lnTo>
                  <a:pt x="479983" y="232168"/>
                </a:lnTo>
                <a:lnTo>
                  <a:pt x="446811" y="259372"/>
                </a:lnTo>
                <a:lnTo>
                  <a:pt x="451129" y="267627"/>
                </a:lnTo>
                <a:lnTo>
                  <a:pt x="455002" y="276326"/>
                </a:lnTo>
                <a:lnTo>
                  <a:pt x="458609" y="285292"/>
                </a:lnTo>
                <a:lnTo>
                  <a:pt x="462051" y="294424"/>
                </a:lnTo>
                <a:lnTo>
                  <a:pt x="497789" y="263855"/>
                </a:lnTo>
                <a:lnTo>
                  <a:pt x="531825" y="229400"/>
                </a:lnTo>
                <a:lnTo>
                  <a:pt x="564146" y="191211"/>
                </a:lnTo>
                <a:lnTo>
                  <a:pt x="594741" y="149453"/>
                </a:lnTo>
                <a:close/>
              </a:path>
              <a:path w="3107054" h="438150">
                <a:moveTo>
                  <a:pt x="605409" y="277660"/>
                </a:moveTo>
                <a:lnTo>
                  <a:pt x="577977" y="254698"/>
                </a:lnTo>
                <a:lnTo>
                  <a:pt x="548500" y="296418"/>
                </a:lnTo>
                <a:lnTo>
                  <a:pt x="517156" y="334264"/>
                </a:lnTo>
                <a:lnTo>
                  <a:pt x="483819" y="367817"/>
                </a:lnTo>
                <a:lnTo>
                  <a:pt x="448335" y="396621"/>
                </a:lnTo>
                <a:lnTo>
                  <a:pt x="453517" y="405765"/>
                </a:lnTo>
                <a:lnTo>
                  <a:pt x="457860" y="415099"/>
                </a:lnTo>
                <a:lnTo>
                  <a:pt x="461632" y="424700"/>
                </a:lnTo>
                <a:lnTo>
                  <a:pt x="465099" y="434721"/>
                </a:lnTo>
                <a:lnTo>
                  <a:pt x="503135" y="400964"/>
                </a:lnTo>
                <a:lnTo>
                  <a:pt x="539292" y="363613"/>
                </a:lnTo>
                <a:lnTo>
                  <a:pt x="573430" y="322554"/>
                </a:lnTo>
                <a:lnTo>
                  <a:pt x="605409" y="277660"/>
                </a:lnTo>
                <a:close/>
              </a:path>
              <a:path w="3107054" h="438150">
                <a:moveTo>
                  <a:pt x="878395" y="25908"/>
                </a:moveTo>
                <a:lnTo>
                  <a:pt x="608457" y="25908"/>
                </a:lnTo>
                <a:lnTo>
                  <a:pt x="608457" y="58000"/>
                </a:lnTo>
                <a:lnTo>
                  <a:pt x="716762" y="58000"/>
                </a:lnTo>
                <a:lnTo>
                  <a:pt x="713587" y="73723"/>
                </a:lnTo>
                <a:lnTo>
                  <a:pt x="710857" y="88861"/>
                </a:lnTo>
                <a:lnTo>
                  <a:pt x="708393" y="103441"/>
                </a:lnTo>
                <a:lnTo>
                  <a:pt x="706094" y="117436"/>
                </a:lnTo>
                <a:lnTo>
                  <a:pt x="620649" y="117436"/>
                </a:lnTo>
                <a:lnTo>
                  <a:pt x="620649" y="329476"/>
                </a:lnTo>
                <a:lnTo>
                  <a:pt x="654278" y="329476"/>
                </a:lnTo>
                <a:lnTo>
                  <a:pt x="654278" y="149453"/>
                </a:lnTo>
                <a:lnTo>
                  <a:pt x="823531" y="149453"/>
                </a:lnTo>
                <a:lnTo>
                  <a:pt x="823531" y="327952"/>
                </a:lnTo>
                <a:lnTo>
                  <a:pt x="858583" y="327952"/>
                </a:lnTo>
                <a:lnTo>
                  <a:pt x="858583" y="149453"/>
                </a:lnTo>
                <a:lnTo>
                  <a:pt x="858583" y="117436"/>
                </a:lnTo>
                <a:lnTo>
                  <a:pt x="739622" y="117436"/>
                </a:lnTo>
                <a:lnTo>
                  <a:pt x="743051" y="103441"/>
                </a:lnTo>
                <a:lnTo>
                  <a:pt x="746480" y="88861"/>
                </a:lnTo>
                <a:lnTo>
                  <a:pt x="749909" y="73723"/>
                </a:lnTo>
                <a:lnTo>
                  <a:pt x="753338" y="58000"/>
                </a:lnTo>
                <a:lnTo>
                  <a:pt x="878395" y="58000"/>
                </a:lnTo>
                <a:lnTo>
                  <a:pt x="878395" y="25908"/>
                </a:lnTo>
                <a:close/>
              </a:path>
              <a:path w="3107054" h="438150">
                <a:moveTo>
                  <a:pt x="881443" y="404241"/>
                </a:moveTo>
                <a:lnTo>
                  <a:pt x="849744" y="381609"/>
                </a:lnTo>
                <a:lnTo>
                  <a:pt x="816470" y="359232"/>
                </a:lnTo>
                <a:lnTo>
                  <a:pt x="793927" y="344716"/>
                </a:lnTo>
                <a:lnTo>
                  <a:pt x="781748" y="336867"/>
                </a:lnTo>
                <a:lnTo>
                  <a:pt x="745718" y="314236"/>
                </a:lnTo>
                <a:lnTo>
                  <a:pt x="750595" y="293649"/>
                </a:lnTo>
                <a:lnTo>
                  <a:pt x="753910" y="270789"/>
                </a:lnTo>
                <a:lnTo>
                  <a:pt x="755789" y="245605"/>
                </a:lnTo>
                <a:lnTo>
                  <a:pt x="756386" y="218122"/>
                </a:lnTo>
                <a:lnTo>
                  <a:pt x="756386" y="170878"/>
                </a:lnTo>
                <a:lnTo>
                  <a:pt x="722858" y="170878"/>
                </a:lnTo>
                <a:lnTo>
                  <a:pt x="722858" y="218122"/>
                </a:lnTo>
                <a:lnTo>
                  <a:pt x="720877" y="258229"/>
                </a:lnTo>
                <a:lnTo>
                  <a:pt x="705497" y="318947"/>
                </a:lnTo>
                <a:lnTo>
                  <a:pt x="672312" y="360502"/>
                </a:lnTo>
                <a:lnTo>
                  <a:pt x="613854" y="393166"/>
                </a:lnTo>
                <a:lnTo>
                  <a:pt x="574929" y="405765"/>
                </a:lnTo>
                <a:lnTo>
                  <a:pt x="581482" y="414413"/>
                </a:lnTo>
                <a:lnTo>
                  <a:pt x="587311" y="422338"/>
                </a:lnTo>
                <a:lnTo>
                  <a:pt x="592289" y="429983"/>
                </a:lnTo>
                <a:lnTo>
                  <a:pt x="596265" y="437769"/>
                </a:lnTo>
                <a:lnTo>
                  <a:pt x="638581" y="421741"/>
                </a:lnTo>
                <a:lnTo>
                  <a:pt x="673887" y="403275"/>
                </a:lnTo>
                <a:lnTo>
                  <a:pt x="702017" y="382219"/>
                </a:lnTo>
                <a:lnTo>
                  <a:pt x="722858" y="358432"/>
                </a:lnTo>
                <a:lnTo>
                  <a:pt x="727430" y="355384"/>
                </a:lnTo>
                <a:lnTo>
                  <a:pt x="730478" y="349288"/>
                </a:lnTo>
                <a:lnTo>
                  <a:pt x="733526" y="344716"/>
                </a:lnTo>
                <a:lnTo>
                  <a:pt x="765251" y="365887"/>
                </a:lnTo>
                <a:lnTo>
                  <a:pt x="796429" y="388035"/>
                </a:lnTo>
                <a:lnTo>
                  <a:pt x="827036" y="411022"/>
                </a:lnTo>
                <a:lnTo>
                  <a:pt x="857059" y="434721"/>
                </a:lnTo>
                <a:lnTo>
                  <a:pt x="881443" y="404241"/>
                </a:lnTo>
                <a:close/>
              </a:path>
              <a:path w="3107054" h="438150">
                <a:moveTo>
                  <a:pt x="1029360" y="115925"/>
                </a:moveTo>
                <a:lnTo>
                  <a:pt x="963828" y="99161"/>
                </a:lnTo>
                <a:lnTo>
                  <a:pt x="949274" y="152387"/>
                </a:lnTo>
                <a:lnTo>
                  <a:pt x="933119" y="204597"/>
                </a:lnTo>
                <a:lnTo>
                  <a:pt x="915530" y="255955"/>
                </a:lnTo>
                <a:lnTo>
                  <a:pt x="896683" y="306616"/>
                </a:lnTo>
                <a:lnTo>
                  <a:pt x="962304" y="331000"/>
                </a:lnTo>
                <a:lnTo>
                  <a:pt x="979436" y="280682"/>
                </a:lnTo>
                <a:lnTo>
                  <a:pt x="996403" y="228066"/>
                </a:lnTo>
                <a:lnTo>
                  <a:pt x="1013104" y="173139"/>
                </a:lnTo>
                <a:lnTo>
                  <a:pt x="1029360" y="115925"/>
                </a:lnTo>
                <a:close/>
              </a:path>
              <a:path w="3107054" h="438150">
                <a:moveTo>
                  <a:pt x="1152906" y="4572"/>
                </a:moveTo>
                <a:lnTo>
                  <a:pt x="1084326" y="4572"/>
                </a:lnTo>
                <a:lnTo>
                  <a:pt x="1084326" y="326428"/>
                </a:lnTo>
                <a:lnTo>
                  <a:pt x="1082344" y="342442"/>
                </a:lnTo>
                <a:lnTo>
                  <a:pt x="1076502" y="353898"/>
                </a:lnTo>
                <a:lnTo>
                  <a:pt x="1066927" y="360794"/>
                </a:lnTo>
                <a:lnTo>
                  <a:pt x="1053744" y="363093"/>
                </a:lnTo>
                <a:lnTo>
                  <a:pt x="1039723" y="362800"/>
                </a:lnTo>
                <a:lnTo>
                  <a:pt x="1024978" y="361937"/>
                </a:lnTo>
                <a:lnTo>
                  <a:pt x="1009383" y="360476"/>
                </a:lnTo>
                <a:lnTo>
                  <a:pt x="992784" y="358432"/>
                </a:lnTo>
                <a:lnTo>
                  <a:pt x="997102" y="374789"/>
                </a:lnTo>
                <a:lnTo>
                  <a:pt x="1000975" y="391845"/>
                </a:lnTo>
                <a:lnTo>
                  <a:pt x="1004582" y="409740"/>
                </a:lnTo>
                <a:lnTo>
                  <a:pt x="1008024" y="428625"/>
                </a:lnTo>
                <a:lnTo>
                  <a:pt x="1042339" y="428345"/>
                </a:lnTo>
                <a:lnTo>
                  <a:pt x="1090409" y="426059"/>
                </a:lnTo>
                <a:lnTo>
                  <a:pt x="1132001" y="408838"/>
                </a:lnTo>
                <a:lnTo>
                  <a:pt x="1149477" y="373367"/>
                </a:lnTo>
                <a:lnTo>
                  <a:pt x="1150988" y="363093"/>
                </a:lnTo>
                <a:lnTo>
                  <a:pt x="1152055" y="355904"/>
                </a:lnTo>
                <a:lnTo>
                  <a:pt x="1152906" y="335572"/>
                </a:lnTo>
                <a:lnTo>
                  <a:pt x="1152906" y="4572"/>
                </a:lnTo>
                <a:close/>
              </a:path>
              <a:path w="3107054" h="438150">
                <a:moveTo>
                  <a:pt x="1334363" y="300520"/>
                </a:moveTo>
                <a:lnTo>
                  <a:pt x="1314881" y="248450"/>
                </a:lnTo>
                <a:lnTo>
                  <a:pt x="1295120" y="197548"/>
                </a:lnTo>
                <a:lnTo>
                  <a:pt x="1274775" y="147789"/>
                </a:lnTo>
                <a:lnTo>
                  <a:pt x="1253591" y="99161"/>
                </a:lnTo>
                <a:lnTo>
                  <a:pt x="1192530" y="120497"/>
                </a:lnTo>
                <a:lnTo>
                  <a:pt x="1210868" y="168579"/>
                </a:lnTo>
                <a:lnTo>
                  <a:pt x="1229194" y="219075"/>
                </a:lnTo>
                <a:lnTo>
                  <a:pt x="1247482" y="272148"/>
                </a:lnTo>
                <a:lnTo>
                  <a:pt x="1265783" y="327952"/>
                </a:lnTo>
                <a:lnTo>
                  <a:pt x="1334363" y="300520"/>
                </a:lnTo>
                <a:close/>
              </a:path>
              <a:path w="3107054" h="438150">
                <a:moveTo>
                  <a:pt x="1660779" y="292900"/>
                </a:moveTo>
                <a:lnTo>
                  <a:pt x="1346644" y="292900"/>
                </a:lnTo>
                <a:lnTo>
                  <a:pt x="1346644" y="346240"/>
                </a:lnTo>
                <a:lnTo>
                  <a:pt x="1660779" y="346240"/>
                </a:lnTo>
                <a:lnTo>
                  <a:pt x="1660779" y="292900"/>
                </a:lnTo>
                <a:close/>
              </a:path>
              <a:path w="3107054" h="438150">
                <a:moveTo>
                  <a:pt x="1762988" y="16764"/>
                </a:moveTo>
                <a:lnTo>
                  <a:pt x="1361884" y="16764"/>
                </a:lnTo>
                <a:lnTo>
                  <a:pt x="1361884" y="111340"/>
                </a:lnTo>
                <a:lnTo>
                  <a:pt x="1416748" y="111340"/>
                </a:lnTo>
                <a:lnTo>
                  <a:pt x="1395412" y="259359"/>
                </a:lnTo>
                <a:lnTo>
                  <a:pt x="1688211" y="259359"/>
                </a:lnTo>
                <a:lnTo>
                  <a:pt x="1687309" y="286461"/>
                </a:lnTo>
                <a:lnTo>
                  <a:pt x="1686687" y="308140"/>
                </a:lnTo>
                <a:lnTo>
                  <a:pt x="1681924" y="348716"/>
                </a:lnTo>
                <a:lnTo>
                  <a:pt x="1642491" y="369189"/>
                </a:lnTo>
                <a:lnTo>
                  <a:pt x="1557058" y="367665"/>
                </a:lnTo>
                <a:lnTo>
                  <a:pt x="1561338" y="385114"/>
                </a:lnTo>
                <a:lnTo>
                  <a:pt x="1565059" y="401002"/>
                </a:lnTo>
                <a:lnTo>
                  <a:pt x="1568196" y="415455"/>
                </a:lnTo>
                <a:lnTo>
                  <a:pt x="1570774" y="428625"/>
                </a:lnTo>
                <a:lnTo>
                  <a:pt x="1602816" y="428383"/>
                </a:lnTo>
                <a:lnTo>
                  <a:pt x="1653781" y="427342"/>
                </a:lnTo>
                <a:lnTo>
                  <a:pt x="1672971" y="427101"/>
                </a:lnTo>
                <a:lnTo>
                  <a:pt x="1688376" y="424789"/>
                </a:lnTo>
                <a:lnTo>
                  <a:pt x="1726311" y="402717"/>
                </a:lnTo>
                <a:lnTo>
                  <a:pt x="1743494" y="369189"/>
                </a:lnTo>
                <a:lnTo>
                  <a:pt x="1746237" y="357454"/>
                </a:lnTo>
                <a:lnTo>
                  <a:pt x="1747647" y="337096"/>
                </a:lnTo>
                <a:lnTo>
                  <a:pt x="1753743" y="205930"/>
                </a:lnTo>
                <a:lnTo>
                  <a:pt x="1462468" y="205930"/>
                </a:lnTo>
                <a:lnTo>
                  <a:pt x="1467040" y="173926"/>
                </a:lnTo>
                <a:lnTo>
                  <a:pt x="1729359" y="173926"/>
                </a:lnTo>
                <a:lnTo>
                  <a:pt x="1729359" y="120484"/>
                </a:lnTo>
                <a:lnTo>
                  <a:pt x="1474660" y="120484"/>
                </a:lnTo>
                <a:lnTo>
                  <a:pt x="1477708" y="94576"/>
                </a:lnTo>
                <a:lnTo>
                  <a:pt x="1422844" y="94576"/>
                </a:lnTo>
                <a:lnTo>
                  <a:pt x="1422844" y="73240"/>
                </a:lnTo>
                <a:lnTo>
                  <a:pt x="1701927" y="73240"/>
                </a:lnTo>
                <a:lnTo>
                  <a:pt x="1701927" y="111340"/>
                </a:lnTo>
                <a:lnTo>
                  <a:pt x="1762988" y="111340"/>
                </a:lnTo>
                <a:lnTo>
                  <a:pt x="1762988" y="73240"/>
                </a:lnTo>
                <a:lnTo>
                  <a:pt x="1762988" y="16764"/>
                </a:lnTo>
                <a:close/>
              </a:path>
              <a:path w="3107054" h="438150">
                <a:moveTo>
                  <a:pt x="1994725" y="268516"/>
                </a:moveTo>
                <a:lnTo>
                  <a:pt x="1978456" y="251599"/>
                </a:lnTo>
                <a:lnTo>
                  <a:pt x="1961769" y="235280"/>
                </a:lnTo>
                <a:lnTo>
                  <a:pt x="1958047" y="231838"/>
                </a:lnTo>
                <a:lnTo>
                  <a:pt x="1951469" y="225742"/>
                </a:lnTo>
                <a:lnTo>
                  <a:pt x="1946541" y="221170"/>
                </a:lnTo>
                <a:lnTo>
                  <a:pt x="1944789" y="219557"/>
                </a:lnTo>
                <a:lnTo>
                  <a:pt x="1927669" y="204406"/>
                </a:lnTo>
                <a:lnTo>
                  <a:pt x="1910905" y="221170"/>
                </a:lnTo>
                <a:lnTo>
                  <a:pt x="1910905" y="164782"/>
                </a:lnTo>
                <a:lnTo>
                  <a:pt x="1993201" y="164782"/>
                </a:lnTo>
                <a:lnTo>
                  <a:pt x="1993201" y="134213"/>
                </a:lnTo>
                <a:lnTo>
                  <a:pt x="1910905" y="134213"/>
                </a:lnTo>
                <a:lnTo>
                  <a:pt x="1910905" y="65633"/>
                </a:lnTo>
                <a:lnTo>
                  <a:pt x="1910905" y="59537"/>
                </a:lnTo>
                <a:lnTo>
                  <a:pt x="1985581" y="45720"/>
                </a:lnTo>
                <a:lnTo>
                  <a:pt x="1976437" y="15240"/>
                </a:lnTo>
                <a:lnTo>
                  <a:pt x="1932940" y="24053"/>
                </a:lnTo>
                <a:lnTo>
                  <a:pt x="1889137" y="32004"/>
                </a:lnTo>
                <a:lnTo>
                  <a:pt x="1844763" y="38811"/>
                </a:lnTo>
                <a:lnTo>
                  <a:pt x="1799551" y="44196"/>
                </a:lnTo>
                <a:lnTo>
                  <a:pt x="1802053" y="52222"/>
                </a:lnTo>
                <a:lnTo>
                  <a:pt x="1804695" y="60096"/>
                </a:lnTo>
                <a:lnTo>
                  <a:pt x="1807057" y="67652"/>
                </a:lnTo>
                <a:lnTo>
                  <a:pt x="1808695" y="74777"/>
                </a:lnTo>
                <a:lnTo>
                  <a:pt x="1878799" y="65633"/>
                </a:lnTo>
                <a:lnTo>
                  <a:pt x="1878799" y="134213"/>
                </a:lnTo>
                <a:lnTo>
                  <a:pt x="1794979" y="134213"/>
                </a:lnTo>
                <a:lnTo>
                  <a:pt x="1794979" y="164782"/>
                </a:lnTo>
                <a:lnTo>
                  <a:pt x="1871179" y="164782"/>
                </a:lnTo>
                <a:lnTo>
                  <a:pt x="1855165" y="203949"/>
                </a:lnTo>
                <a:lnTo>
                  <a:pt x="1836699" y="241414"/>
                </a:lnTo>
                <a:lnTo>
                  <a:pt x="1815680" y="277164"/>
                </a:lnTo>
                <a:lnTo>
                  <a:pt x="1791931" y="311188"/>
                </a:lnTo>
                <a:lnTo>
                  <a:pt x="1796491" y="321208"/>
                </a:lnTo>
                <a:lnTo>
                  <a:pt x="1800885" y="330809"/>
                </a:lnTo>
                <a:lnTo>
                  <a:pt x="1805012" y="340118"/>
                </a:lnTo>
                <a:lnTo>
                  <a:pt x="1808695" y="349288"/>
                </a:lnTo>
                <a:lnTo>
                  <a:pt x="1829295" y="319278"/>
                </a:lnTo>
                <a:lnTo>
                  <a:pt x="1847748" y="288696"/>
                </a:lnTo>
                <a:lnTo>
                  <a:pt x="1864207" y="257517"/>
                </a:lnTo>
                <a:lnTo>
                  <a:pt x="1878799" y="225742"/>
                </a:lnTo>
                <a:lnTo>
                  <a:pt x="1878799" y="434721"/>
                </a:lnTo>
                <a:lnTo>
                  <a:pt x="1910905" y="434721"/>
                </a:lnTo>
                <a:lnTo>
                  <a:pt x="1910905" y="231838"/>
                </a:lnTo>
                <a:lnTo>
                  <a:pt x="1927263" y="247599"/>
                </a:lnTo>
                <a:lnTo>
                  <a:pt x="1942338" y="262940"/>
                </a:lnTo>
                <a:lnTo>
                  <a:pt x="1956549" y="277990"/>
                </a:lnTo>
                <a:lnTo>
                  <a:pt x="1970341" y="292900"/>
                </a:lnTo>
                <a:lnTo>
                  <a:pt x="1994725" y="268516"/>
                </a:lnTo>
                <a:close/>
              </a:path>
              <a:path w="3107054" h="438150">
                <a:moveTo>
                  <a:pt x="2209800" y="54952"/>
                </a:moveTo>
                <a:lnTo>
                  <a:pt x="2174659" y="54952"/>
                </a:lnTo>
                <a:lnTo>
                  <a:pt x="2174659" y="86969"/>
                </a:lnTo>
                <a:lnTo>
                  <a:pt x="2174659" y="346240"/>
                </a:lnTo>
                <a:lnTo>
                  <a:pt x="2051215" y="346240"/>
                </a:lnTo>
                <a:lnTo>
                  <a:pt x="2051215" y="86969"/>
                </a:lnTo>
                <a:lnTo>
                  <a:pt x="2174659" y="86969"/>
                </a:lnTo>
                <a:lnTo>
                  <a:pt x="2174659" y="54952"/>
                </a:lnTo>
                <a:lnTo>
                  <a:pt x="2016061" y="54952"/>
                </a:lnTo>
                <a:lnTo>
                  <a:pt x="2016061" y="421005"/>
                </a:lnTo>
                <a:lnTo>
                  <a:pt x="2051215" y="421005"/>
                </a:lnTo>
                <a:lnTo>
                  <a:pt x="2051215" y="378333"/>
                </a:lnTo>
                <a:lnTo>
                  <a:pt x="2174659" y="378333"/>
                </a:lnTo>
                <a:lnTo>
                  <a:pt x="2174659" y="421005"/>
                </a:lnTo>
                <a:lnTo>
                  <a:pt x="2209800" y="421005"/>
                </a:lnTo>
                <a:lnTo>
                  <a:pt x="2209800" y="378333"/>
                </a:lnTo>
                <a:lnTo>
                  <a:pt x="2209800" y="346240"/>
                </a:lnTo>
                <a:lnTo>
                  <a:pt x="2209800" y="86969"/>
                </a:lnTo>
                <a:lnTo>
                  <a:pt x="2209800" y="54952"/>
                </a:lnTo>
                <a:close/>
              </a:path>
              <a:path w="3107054" h="438150">
                <a:moveTo>
                  <a:pt x="2674912" y="369189"/>
                </a:moveTo>
                <a:lnTo>
                  <a:pt x="2614917" y="352602"/>
                </a:lnTo>
                <a:lnTo>
                  <a:pt x="2565666" y="328333"/>
                </a:lnTo>
                <a:lnTo>
                  <a:pt x="2527579" y="296659"/>
                </a:lnTo>
                <a:lnTo>
                  <a:pt x="2501074" y="257835"/>
                </a:lnTo>
                <a:lnTo>
                  <a:pt x="2671864" y="257835"/>
                </a:lnTo>
                <a:lnTo>
                  <a:pt x="2671864" y="201358"/>
                </a:lnTo>
                <a:lnTo>
                  <a:pt x="2490406" y="201358"/>
                </a:lnTo>
                <a:lnTo>
                  <a:pt x="2490406" y="144868"/>
                </a:lnTo>
                <a:lnTo>
                  <a:pt x="2650528" y="144868"/>
                </a:lnTo>
                <a:lnTo>
                  <a:pt x="2650528" y="88480"/>
                </a:lnTo>
                <a:lnTo>
                  <a:pt x="2552890" y="88480"/>
                </a:lnTo>
                <a:lnTo>
                  <a:pt x="2600236" y="32004"/>
                </a:lnTo>
                <a:lnTo>
                  <a:pt x="2537650" y="0"/>
                </a:lnTo>
                <a:lnTo>
                  <a:pt x="2524506" y="21755"/>
                </a:lnTo>
                <a:lnTo>
                  <a:pt x="2510218" y="43675"/>
                </a:lnTo>
                <a:lnTo>
                  <a:pt x="2494788" y="65874"/>
                </a:lnTo>
                <a:lnTo>
                  <a:pt x="2478214" y="88480"/>
                </a:lnTo>
                <a:lnTo>
                  <a:pt x="2401925" y="88480"/>
                </a:lnTo>
                <a:lnTo>
                  <a:pt x="2430881" y="70192"/>
                </a:lnTo>
                <a:lnTo>
                  <a:pt x="2410612" y="46977"/>
                </a:lnTo>
                <a:lnTo>
                  <a:pt x="2368397" y="0"/>
                </a:lnTo>
                <a:lnTo>
                  <a:pt x="2319629" y="35052"/>
                </a:lnTo>
                <a:lnTo>
                  <a:pt x="2329078" y="46189"/>
                </a:lnTo>
                <a:lnTo>
                  <a:pt x="2339251" y="58915"/>
                </a:lnTo>
                <a:lnTo>
                  <a:pt x="2362301" y="88480"/>
                </a:lnTo>
                <a:lnTo>
                  <a:pt x="2267712" y="88480"/>
                </a:lnTo>
                <a:lnTo>
                  <a:pt x="2267712" y="144868"/>
                </a:lnTo>
                <a:lnTo>
                  <a:pt x="2426309" y="144868"/>
                </a:lnTo>
                <a:lnTo>
                  <a:pt x="2425420" y="168960"/>
                </a:lnTo>
                <a:lnTo>
                  <a:pt x="2424976" y="186296"/>
                </a:lnTo>
                <a:lnTo>
                  <a:pt x="2424785" y="201358"/>
                </a:lnTo>
                <a:lnTo>
                  <a:pt x="2244852" y="201358"/>
                </a:lnTo>
                <a:lnTo>
                  <a:pt x="2244852" y="257835"/>
                </a:lnTo>
                <a:lnTo>
                  <a:pt x="2412593" y="257835"/>
                </a:lnTo>
                <a:lnTo>
                  <a:pt x="2388895" y="294678"/>
                </a:lnTo>
                <a:lnTo>
                  <a:pt x="2352192" y="327380"/>
                </a:lnTo>
                <a:lnTo>
                  <a:pt x="2302599" y="355828"/>
                </a:lnTo>
                <a:lnTo>
                  <a:pt x="2240280" y="379857"/>
                </a:lnTo>
                <a:lnTo>
                  <a:pt x="2266378" y="408432"/>
                </a:lnTo>
                <a:lnTo>
                  <a:pt x="2278215" y="421855"/>
                </a:lnTo>
                <a:lnTo>
                  <a:pt x="2289048" y="434721"/>
                </a:lnTo>
                <a:lnTo>
                  <a:pt x="2346820" y="406704"/>
                </a:lnTo>
                <a:lnTo>
                  <a:pt x="2394305" y="375234"/>
                </a:lnTo>
                <a:lnTo>
                  <a:pt x="2431491" y="340347"/>
                </a:lnTo>
                <a:lnTo>
                  <a:pt x="2458402" y="302031"/>
                </a:lnTo>
                <a:lnTo>
                  <a:pt x="2487244" y="345236"/>
                </a:lnTo>
                <a:lnTo>
                  <a:pt x="2525661" y="380987"/>
                </a:lnTo>
                <a:lnTo>
                  <a:pt x="2573528" y="409282"/>
                </a:lnTo>
                <a:lnTo>
                  <a:pt x="2630716" y="430149"/>
                </a:lnTo>
                <a:lnTo>
                  <a:pt x="2638691" y="418693"/>
                </a:lnTo>
                <a:lnTo>
                  <a:pt x="2674912" y="369189"/>
                </a:lnTo>
                <a:close/>
              </a:path>
              <a:path w="3107054" h="438150">
                <a:moveTo>
                  <a:pt x="2857881" y="70205"/>
                </a:moveTo>
                <a:lnTo>
                  <a:pt x="2846717" y="50406"/>
                </a:lnTo>
                <a:lnTo>
                  <a:pt x="2835973" y="32207"/>
                </a:lnTo>
                <a:lnTo>
                  <a:pt x="2825521" y="15455"/>
                </a:lnTo>
                <a:lnTo>
                  <a:pt x="2815209" y="0"/>
                </a:lnTo>
                <a:lnTo>
                  <a:pt x="2758821" y="19812"/>
                </a:lnTo>
                <a:lnTo>
                  <a:pt x="2768206" y="36398"/>
                </a:lnTo>
                <a:lnTo>
                  <a:pt x="2777871" y="54152"/>
                </a:lnTo>
                <a:lnTo>
                  <a:pt x="2787535" y="73037"/>
                </a:lnTo>
                <a:lnTo>
                  <a:pt x="2796921" y="93065"/>
                </a:lnTo>
                <a:lnTo>
                  <a:pt x="2857881" y="70205"/>
                </a:lnTo>
                <a:close/>
              </a:path>
              <a:path w="3107054" h="438150">
                <a:moveTo>
                  <a:pt x="3106483" y="19812"/>
                </a:moveTo>
                <a:lnTo>
                  <a:pt x="2873222" y="19812"/>
                </a:lnTo>
                <a:lnTo>
                  <a:pt x="2873222" y="74777"/>
                </a:lnTo>
                <a:lnTo>
                  <a:pt x="3045523" y="74777"/>
                </a:lnTo>
                <a:lnTo>
                  <a:pt x="3045523" y="346240"/>
                </a:lnTo>
                <a:lnTo>
                  <a:pt x="3043783" y="357403"/>
                </a:lnTo>
                <a:lnTo>
                  <a:pt x="3038475" y="365556"/>
                </a:lnTo>
                <a:lnTo>
                  <a:pt x="3029445" y="370547"/>
                </a:lnTo>
                <a:lnTo>
                  <a:pt x="3016732" y="372224"/>
                </a:lnTo>
                <a:lnTo>
                  <a:pt x="3005607" y="372211"/>
                </a:lnTo>
                <a:lnTo>
                  <a:pt x="2995523" y="372046"/>
                </a:lnTo>
                <a:lnTo>
                  <a:pt x="2986036" y="371589"/>
                </a:lnTo>
                <a:lnTo>
                  <a:pt x="2976854" y="370713"/>
                </a:lnTo>
                <a:lnTo>
                  <a:pt x="2979724" y="364693"/>
                </a:lnTo>
                <a:lnTo>
                  <a:pt x="2981617" y="358089"/>
                </a:lnTo>
                <a:lnTo>
                  <a:pt x="2982633" y="350913"/>
                </a:lnTo>
                <a:lnTo>
                  <a:pt x="2982950" y="343192"/>
                </a:lnTo>
                <a:lnTo>
                  <a:pt x="2982950" y="205930"/>
                </a:lnTo>
                <a:lnTo>
                  <a:pt x="2982950" y="190690"/>
                </a:lnTo>
                <a:lnTo>
                  <a:pt x="3030283" y="190690"/>
                </a:lnTo>
                <a:lnTo>
                  <a:pt x="3030283" y="140309"/>
                </a:lnTo>
                <a:lnTo>
                  <a:pt x="2982950" y="140309"/>
                </a:lnTo>
                <a:lnTo>
                  <a:pt x="2982950" y="94589"/>
                </a:lnTo>
                <a:lnTo>
                  <a:pt x="2926562" y="94589"/>
                </a:lnTo>
                <a:lnTo>
                  <a:pt x="2926562" y="140309"/>
                </a:lnTo>
                <a:lnTo>
                  <a:pt x="2787777" y="140309"/>
                </a:lnTo>
                <a:lnTo>
                  <a:pt x="2787777" y="190690"/>
                </a:lnTo>
                <a:lnTo>
                  <a:pt x="2886938" y="190690"/>
                </a:lnTo>
                <a:lnTo>
                  <a:pt x="2862300" y="224370"/>
                </a:lnTo>
                <a:lnTo>
                  <a:pt x="2834271" y="254368"/>
                </a:lnTo>
                <a:lnTo>
                  <a:pt x="2802826" y="280352"/>
                </a:lnTo>
                <a:lnTo>
                  <a:pt x="2767965" y="302044"/>
                </a:lnTo>
                <a:lnTo>
                  <a:pt x="2767965" y="56489"/>
                </a:lnTo>
                <a:lnTo>
                  <a:pt x="2706903" y="56489"/>
                </a:lnTo>
                <a:lnTo>
                  <a:pt x="2706903" y="430149"/>
                </a:lnTo>
                <a:lnTo>
                  <a:pt x="2767965" y="430149"/>
                </a:lnTo>
                <a:lnTo>
                  <a:pt x="2767965" y="306616"/>
                </a:lnTo>
                <a:lnTo>
                  <a:pt x="2774823" y="317474"/>
                </a:lnTo>
                <a:lnTo>
                  <a:pt x="2781681" y="329476"/>
                </a:lnTo>
                <a:lnTo>
                  <a:pt x="2788501" y="342544"/>
                </a:lnTo>
                <a:lnTo>
                  <a:pt x="2795397" y="356908"/>
                </a:lnTo>
                <a:lnTo>
                  <a:pt x="2836253" y="326250"/>
                </a:lnTo>
                <a:lnTo>
                  <a:pt x="2856179" y="306616"/>
                </a:lnTo>
                <a:lnTo>
                  <a:pt x="2860814" y="302044"/>
                </a:lnTo>
                <a:lnTo>
                  <a:pt x="2871838" y="291172"/>
                </a:lnTo>
                <a:lnTo>
                  <a:pt x="2901988" y="251206"/>
                </a:lnTo>
                <a:lnTo>
                  <a:pt x="2926562" y="205930"/>
                </a:lnTo>
                <a:lnTo>
                  <a:pt x="2926562" y="337096"/>
                </a:lnTo>
                <a:lnTo>
                  <a:pt x="2922003" y="343179"/>
                </a:lnTo>
                <a:lnTo>
                  <a:pt x="2899816" y="343166"/>
                </a:lnTo>
                <a:lnTo>
                  <a:pt x="2888259" y="343001"/>
                </a:lnTo>
                <a:lnTo>
                  <a:pt x="2875242" y="342544"/>
                </a:lnTo>
                <a:lnTo>
                  <a:pt x="2860929" y="341668"/>
                </a:lnTo>
                <a:lnTo>
                  <a:pt x="2865209" y="355688"/>
                </a:lnTo>
                <a:lnTo>
                  <a:pt x="2868790" y="370128"/>
                </a:lnTo>
                <a:lnTo>
                  <a:pt x="2871508" y="384835"/>
                </a:lnTo>
                <a:lnTo>
                  <a:pt x="2873222" y="399669"/>
                </a:lnTo>
                <a:lnTo>
                  <a:pt x="2899219" y="399402"/>
                </a:lnTo>
                <a:lnTo>
                  <a:pt x="2946374" y="396621"/>
                </a:lnTo>
                <a:lnTo>
                  <a:pt x="2970758" y="381381"/>
                </a:lnTo>
                <a:lnTo>
                  <a:pt x="2973921" y="392239"/>
                </a:lnTo>
                <a:lnTo>
                  <a:pt x="2976664" y="404241"/>
                </a:lnTo>
                <a:lnTo>
                  <a:pt x="2979115" y="417385"/>
                </a:lnTo>
                <a:lnTo>
                  <a:pt x="2981426" y="431673"/>
                </a:lnTo>
                <a:lnTo>
                  <a:pt x="3006026" y="431393"/>
                </a:lnTo>
                <a:lnTo>
                  <a:pt x="3044304" y="429107"/>
                </a:lnTo>
                <a:lnTo>
                  <a:pt x="3086862" y="412534"/>
                </a:lnTo>
                <a:lnTo>
                  <a:pt x="3104896" y="372237"/>
                </a:lnTo>
                <a:lnTo>
                  <a:pt x="3105645" y="367766"/>
                </a:lnTo>
                <a:lnTo>
                  <a:pt x="3106483" y="350913"/>
                </a:lnTo>
                <a:lnTo>
                  <a:pt x="3106483" y="198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7190422" y="4777549"/>
            <a:ext cx="68580" cy="116205"/>
          </a:xfrm>
          <a:custGeom>
            <a:avLst/>
            <a:gdLst/>
            <a:ahLst/>
            <a:cxnLst/>
            <a:rect l="l" t="t" r="r" b="b"/>
            <a:pathLst>
              <a:path w="68579" h="116204">
                <a:moveTo>
                  <a:pt x="32003" y="115919"/>
                </a:moveTo>
                <a:lnTo>
                  <a:pt x="0" y="115919"/>
                </a:lnTo>
                <a:lnTo>
                  <a:pt x="27432" y="0"/>
                </a:lnTo>
                <a:lnTo>
                  <a:pt x="68580" y="0"/>
                </a:lnTo>
                <a:lnTo>
                  <a:pt x="32003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7579322" y="4455705"/>
            <a:ext cx="1778635" cy="436245"/>
          </a:xfrm>
          <a:custGeom>
            <a:avLst/>
            <a:gdLst/>
            <a:ahLst/>
            <a:cxnLst/>
            <a:rect l="l" t="t" r="r" b="b"/>
            <a:pathLst>
              <a:path w="1778634" h="436245">
                <a:moveTo>
                  <a:pt x="186029" y="138772"/>
                </a:moveTo>
                <a:lnTo>
                  <a:pt x="160121" y="112864"/>
                </a:lnTo>
                <a:lnTo>
                  <a:pt x="121767" y="142646"/>
                </a:lnTo>
                <a:lnTo>
                  <a:pt x="82308" y="170103"/>
                </a:lnTo>
                <a:lnTo>
                  <a:pt x="41719" y="195262"/>
                </a:lnTo>
                <a:lnTo>
                  <a:pt x="0" y="218122"/>
                </a:lnTo>
                <a:lnTo>
                  <a:pt x="5981" y="224142"/>
                </a:lnTo>
                <a:lnTo>
                  <a:pt x="12382" y="230886"/>
                </a:lnTo>
                <a:lnTo>
                  <a:pt x="19075" y="238480"/>
                </a:lnTo>
                <a:lnTo>
                  <a:pt x="25908" y="247078"/>
                </a:lnTo>
                <a:lnTo>
                  <a:pt x="63995" y="224815"/>
                </a:lnTo>
                <a:lnTo>
                  <a:pt x="103111" y="199250"/>
                </a:lnTo>
                <a:lnTo>
                  <a:pt x="143649" y="170522"/>
                </a:lnTo>
                <a:lnTo>
                  <a:pt x="186029" y="138772"/>
                </a:lnTo>
                <a:close/>
              </a:path>
              <a:path w="1778634" h="436245">
                <a:moveTo>
                  <a:pt x="416344" y="58000"/>
                </a:moveTo>
                <a:lnTo>
                  <a:pt x="231749" y="58000"/>
                </a:lnTo>
                <a:lnTo>
                  <a:pt x="246989" y="50292"/>
                </a:lnTo>
                <a:lnTo>
                  <a:pt x="240080" y="37719"/>
                </a:lnTo>
                <a:lnTo>
                  <a:pt x="232892" y="25146"/>
                </a:lnTo>
                <a:lnTo>
                  <a:pt x="225120" y="12573"/>
                </a:lnTo>
                <a:lnTo>
                  <a:pt x="216509" y="0"/>
                </a:lnTo>
                <a:lnTo>
                  <a:pt x="182981" y="15240"/>
                </a:lnTo>
                <a:lnTo>
                  <a:pt x="190665" y="27266"/>
                </a:lnTo>
                <a:lnTo>
                  <a:pt x="197650" y="38303"/>
                </a:lnTo>
                <a:lnTo>
                  <a:pt x="203758" y="48501"/>
                </a:lnTo>
                <a:lnTo>
                  <a:pt x="208889" y="58000"/>
                </a:lnTo>
                <a:lnTo>
                  <a:pt x="18288" y="58000"/>
                </a:lnTo>
                <a:lnTo>
                  <a:pt x="18288" y="143344"/>
                </a:lnTo>
                <a:lnTo>
                  <a:pt x="54864" y="143344"/>
                </a:lnTo>
                <a:lnTo>
                  <a:pt x="54864" y="91528"/>
                </a:lnTo>
                <a:lnTo>
                  <a:pt x="379666" y="91528"/>
                </a:lnTo>
                <a:lnTo>
                  <a:pt x="379666" y="143344"/>
                </a:lnTo>
                <a:lnTo>
                  <a:pt x="416344" y="143344"/>
                </a:lnTo>
                <a:lnTo>
                  <a:pt x="416344" y="91528"/>
                </a:lnTo>
                <a:lnTo>
                  <a:pt x="416344" y="58000"/>
                </a:lnTo>
                <a:close/>
              </a:path>
              <a:path w="1778634" h="436245">
                <a:moveTo>
                  <a:pt x="417868" y="378333"/>
                </a:moveTo>
                <a:lnTo>
                  <a:pt x="234797" y="378333"/>
                </a:lnTo>
                <a:lnTo>
                  <a:pt x="234797" y="263931"/>
                </a:lnTo>
                <a:lnTo>
                  <a:pt x="373570" y="263931"/>
                </a:lnTo>
                <a:lnTo>
                  <a:pt x="373570" y="230314"/>
                </a:lnTo>
                <a:lnTo>
                  <a:pt x="60960" y="230314"/>
                </a:lnTo>
                <a:lnTo>
                  <a:pt x="60960" y="263931"/>
                </a:lnTo>
                <a:lnTo>
                  <a:pt x="198221" y="263931"/>
                </a:lnTo>
                <a:lnTo>
                  <a:pt x="198221" y="378333"/>
                </a:lnTo>
                <a:lnTo>
                  <a:pt x="15240" y="378333"/>
                </a:lnTo>
                <a:lnTo>
                  <a:pt x="15240" y="411861"/>
                </a:lnTo>
                <a:lnTo>
                  <a:pt x="417868" y="411861"/>
                </a:lnTo>
                <a:lnTo>
                  <a:pt x="417868" y="378333"/>
                </a:lnTo>
                <a:close/>
              </a:path>
              <a:path w="1778634" h="436245">
                <a:moveTo>
                  <a:pt x="431584" y="216598"/>
                </a:moveTo>
                <a:lnTo>
                  <a:pt x="396684" y="192265"/>
                </a:lnTo>
                <a:lnTo>
                  <a:pt x="358533" y="167208"/>
                </a:lnTo>
                <a:lnTo>
                  <a:pt x="317258" y="141300"/>
                </a:lnTo>
                <a:lnTo>
                  <a:pt x="272986" y="114388"/>
                </a:lnTo>
                <a:lnTo>
                  <a:pt x="251561" y="138772"/>
                </a:lnTo>
                <a:lnTo>
                  <a:pt x="294754" y="167093"/>
                </a:lnTo>
                <a:lnTo>
                  <a:pt x="335089" y="194678"/>
                </a:lnTo>
                <a:lnTo>
                  <a:pt x="372567" y="221386"/>
                </a:lnTo>
                <a:lnTo>
                  <a:pt x="407200" y="247078"/>
                </a:lnTo>
                <a:lnTo>
                  <a:pt x="431584" y="216598"/>
                </a:lnTo>
                <a:close/>
              </a:path>
              <a:path w="1778634" h="436245">
                <a:moveTo>
                  <a:pt x="614553" y="224218"/>
                </a:moveTo>
                <a:lnTo>
                  <a:pt x="603719" y="212788"/>
                </a:lnTo>
                <a:lnTo>
                  <a:pt x="591883" y="201358"/>
                </a:lnTo>
                <a:lnTo>
                  <a:pt x="590194" y="199834"/>
                </a:lnTo>
                <a:lnTo>
                  <a:pt x="588505" y="198310"/>
                </a:lnTo>
                <a:lnTo>
                  <a:pt x="579196" y="189928"/>
                </a:lnTo>
                <a:lnTo>
                  <a:pt x="565785" y="178498"/>
                </a:lnTo>
                <a:lnTo>
                  <a:pt x="547497" y="198310"/>
                </a:lnTo>
                <a:lnTo>
                  <a:pt x="547497" y="193738"/>
                </a:lnTo>
                <a:lnTo>
                  <a:pt x="547497" y="120484"/>
                </a:lnTo>
                <a:lnTo>
                  <a:pt x="606933" y="120484"/>
                </a:lnTo>
                <a:lnTo>
                  <a:pt x="606933" y="90004"/>
                </a:lnTo>
                <a:lnTo>
                  <a:pt x="547497" y="90004"/>
                </a:lnTo>
                <a:lnTo>
                  <a:pt x="547497" y="4572"/>
                </a:lnTo>
                <a:lnTo>
                  <a:pt x="516928" y="4572"/>
                </a:lnTo>
                <a:lnTo>
                  <a:pt x="516928" y="90004"/>
                </a:lnTo>
                <a:lnTo>
                  <a:pt x="449872" y="90004"/>
                </a:lnTo>
                <a:lnTo>
                  <a:pt x="449872" y="120484"/>
                </a:lnTo>
                <a:lnTo>
                  <a:pt x="513880" y="120484"/>
                </a:lnTo>
                <a:lnTo>
                  <a:pt x="502754" y="161150"/>
                </a:lnTo>
                <a:lnTo>
                  <a:pt x="487781" y="200787"/>
                </a:lnTo>
                <a:lnTo>
                  <a:pt x="469087" y="239572"/>
                </a:lnTo>
                <a:lnTo>
                  <a:pt x="446824" y="277647"/>
                </a:lnTo>
                <a:lnTo>
                  <a:pt x="451104" y="287032"/>
                </a:lnTo>
                <a:lnTo>
                  <a:pt x="454825" y="296710"/>
                </a:lnTo>
                <a:lnTo>
                  <a:pt x="457962" y="306374"/>
                </a:lnTo>
                <a:lnTo>
                  <a:pt x="460540" y="315760"/>
                </a:lnTo>
                <a:lnTo>
                  <a:pt x="475983" y="290906"/>
                </a:lnTo>
                <a:lnTo>
                  <a:pt x="490448" y="262178"/>
                </a:lnTo>
                <a:lnTo>
                  <a:pt x="504037" y="229730"/>
                </a:lnTo>
                <a:lnTo>
                  <a:pt x="516928" y="193738"/>
                </a:lnTo>
                <a:lnTo>
                  <a:pt x="516928" y="431673"/>
                </a:lnTo>
                <a:lnTo>
                  <a:pt x="547497" y="431673"/>
                </a:lnTo>
                <a:lnTo>
                  <a:pt x="547497" y="199834"/>
                </a:lnTo>
                <a:lnTo>
                  <a:pt x="558901" y="212166"/>
                </a:lnTo>
                <a:lnTo>
                  <a:pt x="570166" y="224218"/>
                </a:lnTo>
                <a:lnTo>
                  <a:pt x="581139" y="236270"/>
                </a:lnTo>
                <a:lnTo>
                  <a:pt x="591693" y="248602"/>
                </a:lnTo>
                <a:lnTo>
                  <a:pt x="614553" y="224218"/>
                </a:lnTo>
                <a:close/>
              </a:path>
              <a:path w="1778634" h="436245">
                <a:moveTo>
                  <a:pt x="680186" y="244030"/>
                </a:moveTo>
                <a:lnTo>
                  <a:pt x="646557" y="230314"/>
                </a:lnTo>
                <a:lnTo>
                  <a:pt x="629170" y="270929"/>
                </a:lnTo>
                <a:lnTo>
                  <a:pt x="611505" y="307949"/>
                </a:lnTo>
                <a:lnTo>
                  <a:pt x="593839" y="341249"/>
                </a:lnTo>
                <a:lnTo>
                  <a:pt x="576453" y="370713"/>
                </a:lnTo>
                <a:lnTo>
                  <a:pt x="585317" y="375018"/>
                </a:lnTo>
                <a:lnTo>
                  <a:pt x="601319" y="382498"/>
                </a:lnTo>
                <a:lnTo>
                  <a:pt x="608457" y="385953"/>
                </a:lnTo>
                <a:lnTo>
                  <a:pt x="625868" y="353898"/>
                </a:lnTo>
                <a:lnTo>
                  <a:pt x="643712" y="319570"/>
                </a:lnTo>
                <a:lnTo>
                  <a:pt x="661860" y="282943"/>
                </a:lnTo>
                <a:lnTo>
                  <a:pt x="680186" y="244030"/>
                </a:lnTo>
                <a:close/>
              </a:path>
              <a:path w="1778634" h="436245">
                <a:moveTo>
                  <a:pt x="858583" y="30480"/>
                </a:moveTo>
                <a:lnTo>
                  <a:pt x="626745" y="30480"/>
                </a:lnTo>
                <a:lnTo>
                  <a:pt x="626745" y="61048"/>
                </a:lnTo>
                <a:lnTo>
                  <a:pt x="858583" y="61048"/>
                </a:lnTo>
                <a:lnTo>
                  <a:pt x="858583" y="30480"/>
                </a:lnTo>
                <a:close/>
              </a:path>
              <a:path w="1778634" h="436245">
                <a:moveTo>
                  <a:pt x="879919" y="158686"/>
                </a:moveTo>
                <a:lnTo>
                  <a:pt x="605409" y="158686"/>
                </a:lnTo>
                <a:lnTo>
                  <a:pt x="605409" y="189166"/>
                </a:lnTo>
                <a:lnTo>
                  <a:pt x="725906" y="189166"/>
                </a:lnTo>
                <a:lnTo>
                  <a:pt x="725906" y="361569"/>
                </a:lnTo>
                <a:lnTo>
                  <a:pt x="724192" y="375577"/>
                </a:lnTo>
                <a:lnTo>
                  <a:pt x="719048" y="385572"/>
                </a:lnTo>
                <a:lnTo>
                  <a:pt x="710476" y="391579"/>
                </a:lnTo>
                <a:lnTo>
                  <a:pt x="698474" y="393573"/>
                </a:lnTo>
                <a:lnTo>
                  <a:pt x="685596" y="393306"/>
                </a:lnTo>
                <a:lnTo>
                  <a:pt x="672134" y="392620"/>
                </a:lnTo>
                <a:lnTo>
                  <a:pt x="643509" y="390525"/>
                </a:lnTo>
                <a:lnTo>
                  <a:pt x="645528" y="400532"/>
                </a:lnTo>
                <a:lnTo>
                  <a:pt x="647128" y="409956"/>
                </a:lnTo>
                <a:lnTo>
                  <a:pt x="648436" y="418820"/>
                </a:lnTo>
                <a:lnTo>
                  <a:pt x="649605" y="427101"/>
                </a:lnTo>
                <a:lnTo>
                  <a:pt x="707618" y="427101"/>
                </a:lnTo>
                <a:lnTo>
                  <a:pt x="745337" y="413385"/>
                </a:lnTo>
                <a:lnTo>
                  <a:pt x="757910" y="372237"/>
                </a:lnTo>
                <a:lnTo>
                  <a:pt x="757910" y="189166"/>
                </a:lnTo>
                <a:lnTo>
                  <a:pt x="879919" y="189166"/>
                </a:lnTo>
                <a:lnTo>
                  <a:pt x="879919" y="158686"/>
                </a:lnTo>
                <a:close/>
              </a:path>
              <a:path w="1778634" h="436245">
                <a:moveTo>
                  <a:pt x="887539" y="370713"/>
                </a:moveTo>
                <a:lnTo>
                  <a:pt x="872972" y="339534"/>
                </a:lnTo>
                <a:lnTo>
                  <a:pt x="856678" y="305663"/>
                </a:lnTo>
                <a:lnTo>
                  <a:pt x="838682" y="269214"/>
                </a:lnTo>
                <a:lnTo>
                  <a:pt x="818959" y="230314"/>
                </a:lnTo>
                <a:lnTo>
                  <a:pt x="786866" y="245554"/>
                </a:lnTo>
                <a:lnTo>
                  <a:pt x="804875" y="281660"/>
                </a:lnTo>
                <a:lnTo>
                  <a:pt x="821994" y="316903"/>
                </a:lnTo>
                <a:lnTo>
                  <a:pt x="837958" y="351561"/>
                </a:lnTo>
                <a:lnTo>
                  <a:pt x="852487" y="385953"/>
                </a:lnTo>
                <a:lnTo>
                  <a:pt x="887539" y="370713"/>
                </a:lnTo>
                <a:close/>
              </a:path>
              <a:path w="1778634" h="436245">
                <a:moveTo>
                  <a:pt x="1015644" y="82384"/>
                </a:moveTo>
                <a:lnTo>
                  <a:pt x="1003439" y="69227"/>
                </a:lnTo>
                <a:lnTo>
                  <a:pt x="987767" y="52755"/>
                </a:lnTo>
                <a:lnTo>
                  <a:pt x="968717" y="32588"/>
                </a:lnTo>
                <a:lnTo>
                  <a:pt x="947064" y="9144"/>
                </a:lnTo>
                <a:lnTo>
                  <a:pt x="919543" y="33528"/>
                </a:lnTo>
                <a:lnTo>
                  <a:pt x="938034" y="52628"/>
                </a:lnTo>
                <a:lnTo>
                  <a:pt x="955217" y="71526"/>
                </a:lnTo>
                <a:lnTo>
                  <a:pt x="970838" y="89992"/>
                </a:lnTo>
                <a:lnTo>
                  <a:pt x="985164" y="108292"/>
                </a:lnTo>
                <a:lnTo>
                  <a:pt x="1015644" y="82384"/>
                </a:lnTo>
                <a:close/>
              </a:path>
              <a:path w="1778634" h="436245">
                <a:moveTo>
                  <a:pt x="1047648" y="363093"/>
                </a:moveTo>
                <a:lnTo>
                  <a:pt x="1046746" y="355384"/>
                </a:lnTo>
                <a:lnTo>
                  <a:pt x="1046162" y="346621"/>
                </a:lnTo>
                <a:lnTo>
                  <a:pt x="1045514" y="335991"/>
                </a:lnTo>
                <a:lnTo>
                  <a:pt x="1044600" y="324904"/>
                </a:lnTo>
                <a:lnTo>
                  <a:pt x="1029855" y="335991"/>
                </a:lnTo>
                <a:lnTo>
                  <a:pt x="988212" y="366141"/>
                </a:lnTo>
                <a:lnTo>
                  <a:pt x="988212" y="154114"/>
                </a:lnTo>
                <a:lnTo>
                  <a:pt x="896683" y="154114"/>
                </a:lnTo>
                <a:lnTo>
                  <a:pt x="896683" y="186118"/>
                </a:lnTo>
                <a:lnTo>
                  <a:pt x="954684" y="186118"/>
                </a:lnTo>
                <a:lnTo>
                  <a:pt x="954684" y="356908"/>
                </a:lnTo>
                <a:lnTo>
                  <a:pt x="953592" y="370433"/>
                </a:lnTo>
                <a:lnTo>
                  <a:pt x="950493" y="381368"/>
                </a:lnTo>
                <a:lnTo>
                  <a:pt x="945654" y="390004"/>
                </a:lnTo>
                <a:lnTo>
                  <a:pt x="939355" y="396621"/>
                </a:lnTo>
                <a:lnTo>
                  <a:pt x="959256" y="427101"/>
                </a:lnTo>
                <a:lnTo>
                  <a:pt x="976718" y="413677"/>
                </a:lnTo>
                <a:lnTo>
                  <a:pt x="997165" y="398526"/>
                </a:lnTo>
                <a:lnTo>
                  <a:pt x="1020775" y="381673"/>
                </a:lnTo>
                <a:lnTo>
                  <a:pt x="1043241" y="366141"/>
                </a:lnTo>
                <a:lnTo>
                  <a:pt x="1047648" y="363093"/>
                </a:lnTo>
                <a:close/>
              </a:path>
              <a:path w="1778634" h="436245">
                <a:moveTo>
                  <a:pt x="1332839" y="298996"/>
                </a:moveTo>
                <a:lnTo>
                  <a:pt x="1323695" y="296443"/>
                </a:lnTo>
                <a:lnTo>
                  <a:pt x="1314551" y="293471"/>
                </a:lnTo>
                <a:lnTo>
                  <a:pt x="1305407" y="290207"/>
                </a:lnTo>
                <a:lnTo>
                  <a:pt x="1296263" y="286804"/>
                </a:lnTo>
                <a:lnTo>
                  <a:pt x="1293977" y="308229"/>
                </a:lnTo>
                <a:lnTo>
                  <a:pt x="1287119" y="355384"/>
                </a:lnTo>
                <a:lnTo>
                  <a:pt x="1259687" y="382689"/>
                </a:lnTo>
                <a:lnTo>
                  <a:pt x="1241399" y="384429"/>
                </a:lnTo>
                <a:lnTo>
                  <a:pt x="1130046" y="384429"/>
                </a:lnTo>
                <a:lnTo>
                  <a:pt x="1116050" y="382422"/>
                </a:lnTo>
                <a:lnTo>
                  <a:pt x="1106043" y="376415"/>
                </a:lnTo>
                <a:lnTo>
                  <a:pt x="1100048" y="366382"/>
                </a:lnTo>
                <a:lnTo>
                  <a:pt x="1098042" y="352336"/>
                </a:lnTo>
                <a:lnTo>
                  <a:pt x="1098042" y="202882"/>
                </a:lnTo>
                <a:lnTo>
                  <a:pt x="1267307" y="202882"/>
                </a:lnTo>
                <a:lnTo>
                  <a:pt x="1267307" y="224218"/>
                </a:lnTo>
                <a:lnTo>
                  <a:pt x="1300835" y="224218"/>
                </a:lnTo>
                <a:lnTo>
                  <a:pt x="1300835" y="202882"/>
                </a:lnTo>
                <a:lnTo>
                  <a:pt x="1300835" y="25908"/>
                </a:lnTo>
                <a:lnTo>
                  <a:pt x="1046124" y="25908"/>
                </a:lnTo>
                <a:lnTo>
                  <a:pt x="1046124" y="58000"/>
                </a:lnTo>
                <a:lnTo>
                  <a:pt x="1267307" y="58000"/>
                </a:lnTo>
                <a:lnTo>
                  <a:pt x="1267307" y="170878"/>
                </a:lnTo>
                <a:lnTo>
                  <a:pt x="1064412" y="170878"/>
                </a:lnTo>
                <a:lnTo>
                  <a:pt x="1064412" y="361569"/>
                </a:lnTo>
                <a:lnTo>
                  <a:pt x="1067828" y="386448"/>
                </a:lnTo>
                <a:lnTo>
                  <a:pt x="1077950" y="404050"/>
                </a:lnTo>
                <a:lnTo>
                  <a:pt x="1094676" y="414502"/>
                </a:lnTo>
                <a:lnTo>
                  <a:pt x="1117854" y="417957"/>
                </a:lnTo>
                <a:lnTo>
                  <a:pt x="1249019" y="417957"/>
                </a:lnTo>
                <a:lnTo>
                  <a:pt x="1297978" y="406336"/>
                </a:lnTo>
                <a:lnTo>
                  <a:pt x="1320647" y="370713"/>
                </a:lnTo>
                <a:lnTo>
                  <a:pt x="1330286" y="318973"/>
                </a:lnTo>
                <a:lnTo>
                  <a:pt x="1332839" y="298996"/>
                </a:lnTo>
                <a:close/>
              </a:path>
              <a:path w="1778634" h="436245">
                <a:moveTo>
                  <a:pt x="1762887" y="19812"/>
                </a:moveTo>
                <a:lnTo>
                  <a:pt x="1599730" y="19812"/>
                </a:lnTo>
                <a:lnTo>
                  <a:pt x="1599730" y="48768"/>
                </a:lnTo>
                <a:lnTo>
                  <a:pt x="1599730" y="96100"/>
                </a:lnTo>
                <a:lnTo>
                  <a:pt x="1599730" y="125069"/>
                </a:lnTo>
                <a:lnTo>
                  <a:pt x="1599730" y="183070"/>
                </a:lnTo>
                <a:lnTo>
                  <a:pt x="1522006" y="183070"/>
                </a:lnTo>
                <a:lnTo>
                  <a:pt x="1522006" y="125069"/>
                </a:lnTo>
                <a:lnTo>
                  <a:pt x="1599730" y="125069"/>
                </a:lnTo>
                <a:lnTo>
                  <a:pt x="1599730" y="96100"/>
                </a:lnTo>
                <a:lnTo>
                  <a:pt x="1522006" y="96100"/>
                </a:lnTo>
                <a:lnTo>
                  <a:pt x="1522006" y="48768"/>
                </a:lnTo>
                <a:lnTo>
                  <a:pt x="1599730" y="48768"/>
                </a:lnTo>
                <a:lnTo>
                  <a:pt x="1599730" y="19812"/>
                </a:lnTo>
                <a:lnTo>
                  <a:pt x="1358734" y="19812"/>
                </a:lnTo>
                <a:lnTo>
                  <a:pt x="1358734" y="48768"/>
                </a:lnTo>
                <a:lnTo>
                  <a:pt x="1489900" y="48768"/>
                </a:lnTo>
                <a:lnTo>
                  <a:pt x="1489900" y="96100"/>
                </a:lnTo>
                <a:lnTo>
                  <a:pt x="1489900" y="125069"/>
                </a:lnTo>
                <a:lnTo>
                  <a:pt x="1489900" y="183070"/>
                </a:lnTo>
                <a:lnTo>
                  <a:pt x="1412176" y="183070"/>
                </a:lnTo>
                <a:lnTo>
                  <a:pt x="1412176" y="125069"/>
                </a:lnTo>
                <a:lnTo>
                  <a:pt x="1489900" y="125069"/>
                </a:lnTo>
                <a:lnTo>
                  <a:pt x="1489900" y="96100"/>
                </a:lnTo>
                <a:lnTo>
                  <a:pt x="1380172" y="96100"/>
                </a:lnTo>
                <a:lnTo>
                  <a:pt x="1380172" y="227266"/>
                </a:lnTo>
                <a:lnTo>
                  <a:pt x="1412176" y="227266"/>
                </a:lnTo>
                <a:lnTo>
                  <a:pt x="1412176" y="210502"/>
                </a:lnTo>
                <a:lnTo>
                  <a:pt x="1709547" y="210502"/>
                </a:lnTo>
                <a:lnTo>
                  <a:pt x="1709547" y="227266"/>
                </a:lnTo>
                <a:lnTo>
                  <a:pt x="1741551" y="227266"/>
                </a:lnTo>
                <a:lnTo>
                  <a:pt x="1741551" y="210502"/>
                </a:lnTo>
                <a:lnTo>
                  <a:pt x="1741551" y="183070"/>
                </a:lnTo>
                <a:lnTo>
                  <a:pt x="1741551" y="125069"/>
                </a:lnTo>
                <a:lnTo>
                  <a:pt x="1741551" y="96100"/>
                </a:lnTo>
                <a:lnTo>
                  <a:pt x="1709547" y="96100"/>
                </a:lnTo>
                <a:lnTo>
                  <a:pt x="1709547" y="125069"/>
                </a:lnTo>
                <a:lnTo>
                  <a:pt x="1709547" y="183070"/>
                </a:lnTo>
                <a:lnTo>
                  <a:pt x="1631734" y="183070"/>
                </a:lnTo>
                <a:lnTo>
                  <a:pt x="1631734" y="125069"/>
                </a:lnTo>
                <a:lnTo>
                  <a:pt x="1709547" y="125069"/>
                </a:lnTo>
                <a:lnTo>
                  <a:pt x="1709547" y="96100"/>
                </a:lnTo>
                <a:lnTo>
                  <a:pt x="1631734" y="96100"/>
                </a:lnTo>
                <a:lnTo>
                  <a:pt x="1631734" y="48768"/>
                </a:lnTo>
                <a:lnTo>
                  <a:pt x="1762887" y="48768"/>
                </a:lnTo>
                <a:lnTo>
                  <a:pt x="1762887" y="19812"/>
                </a:lnTo>
                <a:close/>
              </a:path>
              <a:path w="1778634" h="436245">
                <a:moveTo>
                  <a:pt x="1778127" y="253174"/>
                </a:moveTo>
                <a:lnTo>
                  <a:pt x="1636306" y="253174"/>
                </a:lnTo>
                <a:lnTo>
                  <a:pt x="1636306" y="283756"/>
                </a:lnTo>
                <a:lnTo>
                  <a:pt x="1623491" y="301231"/>
                </a:lnTo>
                <a:lnTo>
                  <a:pt x="1608112" y="317284"/>
                </a:lnTo>
                <a:lnTo>
                  <a:pt x="1590433" y="332181"/>
                </a:lnTo>
                <a:lnTo>
                  <a:pt x="1570774" y="346240"/>
                </a:lnTo>
                <a:lnTo>
                  <a:pt x="1494434" y="322872"/>
                </a:lnTo>
                <a:lnTo>
                  <a:pt x="1470088" y="315760"/>
                </a:lnTo>
                <a:lnTo>
                  <a:pt x="1492948" y="283756"/>
                </a:lnTo>
                <a:lnTo>
                  <a:pt x="1636306" y="283756"/>
                </a:lnTo>
                <a:lnTo>
                  <a:pt x="1636306" y="253174"/>
                </a:lnTo>
                <a:lnTo>
                  <a:pt x="1514386" y="253174"/>
                </a:lnTo>
                <a:lnTo>
                  <a:pt x="1532674" y="225742"/>
                </a:lnTo>
                <a:lnTo>
                  <a:pt x="1499044" y="212026"/>
                </a:lnTo>
                <a:lnTo>
                  <a:pt x="1493088" y="222313"/>
                </a:lnTo>
                <a:lnTo>
                  <a:pt x="1480616" y="242887"/>
                </a:lnTo>
                <a:lnTo>
                  <a:pt x="1474660" y="253174"/>
                </a:lnTo>
                <a:lnTo>
                  <a:pt x="1343494" y="253174"/>
                </a:lnTo>
                <a:lnTo>
                  <a:pt x="1343494" y="283756"/>
                </a:lnTo>
                <a:lnTo>
                  <a:pt x="1454848" y="283756"/>
                </a:lnTo>
                <a:lnTo>
                  <a:pt x="1446580" y="295186"/>
                </a:lnTo>
                <a:lnTo>
                  <a:pt x="1437894" y="306616"/>
                </a:lnTo>
                <a:lnTo>
                  <a:pt x="1428915" y="318046"/>
                </a:lnTo>
                <a:lnTo>
                  <a:pt x="1419796" y="329476"/>
                </a:lnTo>
                <a:lnTo>
                  <a:pt x="1475816" y="347764"/>
                </a:lnTo>
                <a:lnTo>
                  <a:pt x="1529626" y="366141"/>
                </a:lnTo>
                <a:lnTo>
                  <a:pt x="1493862" y="378714"/>
                </a:lnTo>
                <a:lnTo>
                  <a:pt x="1453134" y="389001"/>
                </a:lnTo>
                <a:lnTo>
                  <a:pt x="1407541" y="397002"/>
                </a:lnTo>
                <a:lnTo>
                  <a:pt x="1357210" y="402717"/>
                </a:lnTo>
                <a:lnTo>
                  <a:pt x="1361821" y="411594"/>
                </a:lnTo>
                <a:lnTo>
                  <a:pt x="1366253" y="420052"/>
                </a:lnTo>
                <a:lnTo>
                  <a:pt x="1370380" y="428218"/>
                </a:lnTo>
                <a:lnTo>
                  <a:pt x="1374076" y="436245"/>
                </a:lnTo>
                <a:lnTo>
                  <a:pt x="1432953" y="427456"/>
                </a:lnTo>
                <a:lnTo>
                  <a:pt x="1486141" y="415099"/>
                </a:lnTo>
                <a:lnTo>
                  <a:pt x="1533601" y="399592"/>
                </a:lnTo>
                <a:lnTo>
                  <a:pt x="1575346" y="381381"/>
                </a:lnTo>
                <a:lnTo>
                  <a:pt x="1692224" y="421246"/>
                </a:lnTo>
                <a:lnTo>
                  <a:pt x="1729359" y="434721"/>
                </a:lnTo>
                <a:lnTo>
                  <a:pt x="1749171" y="399669"/>
                </a:lnTo>
                <a:lnTo>
                  <a:pt x="1713166" y="389166"/>
                </a:lnTo>
                <a:lnTo>
                  <a:pt x="1687690" y="381381"/>
                </a:lnTo>
                <a:lnTo>
                  <a:pt x="1644548" y="368122"/>
                </a:lnTo>
                <a:lnTo>
                  <a:pt x="1611922" y="358432"/>
                </a:lnTo>
                <a:lnTo>
                  <a:pt x="1626793" y="346240"/>
                </a:lnTo>
                <a:lnTo>
                  <a:pt x="1631391" y="342468"/>
                </a:lnTo>
                <a:lnTo>
                  <a:pt x="1648726" y="324523"/>
                </a:lnTo>
                <a:lnTo>
                  <a:pt x="1664068" y="304850"/>
                </a:lnTo>
                <a:lnTo>
                  <a:pt x="1677543" y="283756"/>
                </a:lnTo>
                <a:lnTo>
                  <a:pt x="1778127" y="283756"/>
                </a:lnTo>
                <a:lnTo>
                  <a:pt x="1778127" y="25317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297584" y="4995671"/>
            <a:ext cx="1763395" cy="434975"/>
          </a:xfrm>
          <a:custGeom>
            <a:avLst/>
            <a:gdLst/>
            <a:ahLst/>
            <a:cxnLst/>
            <a:rect l="l" t="t" r="r" b="b"/>
            <a:pathLst>
              <a:path w="1763395" h="434975">
                <a:moveTo>
                  <a:pt x="434632" y="366153"/>
                </a:moveTo>
                <a:lnTo>
                  <a:pt x="294322" y="366153"/>
                </a:lnTo>
                <a:lnTo>
                  <a:pt x="294322" y="234899"/>
                </a:lnTo>
                <a:lnTo>
                  <a:pt x="408724" y="234899"/>
                </a:lnTo>
                <a:lnTo>
                  <a:pt x="408724" y="202895"/>
                </a:lnTo>
                <a:lnTo>
                  <a:pt x="294322" y="202895"/>
                </a:lnTo>
                <a:lnTo>
                  <a:pt x="294322" y="115925"/>
                </a:lnTo>
                <a:lnTo>
                  <a:pt x="257746" y="115925"/>
                </a:lnTo>
                <a:lnTo>
                  <a:pt x="257746" y="202895"/>
                </a:lnTo>
                <a:lnTo>
                  <a:pt x="143357" y="202895"/>
                </a:lnTo>
                <a:lnTo>
                  <a:pt x="143357" y="234899"/>
                </a:lnTo>
                <a:lnTo>
                  <a:pt x="257746" y="234899"/>
                </a:lnTo>
                <a:lnTo>
                  <a:pt x="257746" y="366153"/>
                </a:lnTo>
                <a:lnTo>
                  <a:pt x="120497" y="366153"/>
                </a:lnTo>
                <a:lnTo>
                  <a:pt x="120497" y="396633"/>
                </a:lnTo>
                <a:lnTo>
                  <a:pt x="434632" y="396633"/>
                </a:lnTo>
                <a:lnTo>
                  <a:pt x="434632" y="366153"/>
                </a:lnTo>
                <a:close/>
              </a:path>
              <a:path w="1763395" h="434975">
                <a:moveTo>
                  <a:pt x="434632" y="54965"/>
                </a:moveTo>
                <a:lnTo>
                  <a:pt x="180022" y="54965"/>
                </a:lnTo>
                <a:lnTo>
                  <a:pt x="184569" y="43522"/>
                </a:lnTo>
                <a:lnTo>
                  <a:pt x="188976" y="32054"/>
                </a:lnTo>
                <a:lnTo>
                  <a:pt x="193090" y="20599"/>
                </a:lnTo>
                <a:lnTo>
                  <a:pt x="196786" y="9144"/>
                </a:lnTo>
                <a:lnTo>
                  <a:pt x="160210" y="0"/>
                </a:lnTo>
                <a:lnTo>
                  <a:pt x="155562" y="13741"/>
                </a:lnTo>
                <a:lnTo>
                  <a:pt x="150787" y="27482"/>
                </a:lnTo>
                <a:lnTo>
                  <a:pt x="145757" y="41236"/>
                </a:lnTo>
                <a:lnTo>
                  <a:pt x="140309" y="54965"/>
                </a:lnTo>
                <a:lnTo>
                  <a:pt x="12192" y="54965"/>
                </a:lnTo>
                <a:lnTo>
                  <a:pt x="12192" y="86969"/>
                </a:lnTo>
                <a:lnTo>
                  <a:pt x="126593" y="86969"/>
                </a:lnTo>
                <a:lnTo>
                  <a:pt x="101460" y="135293"/>
                </a:lnTo>
                <a:lnTo>
                  <a:pt x="71907" y="181749"/>
                </a:lnTo>
                <a:lnTo>
                  <a:pt x="38036" y="226187"/>
                </a:lnTo>
                <a:lnTo>
                  <a:pt x="0" y="268516"/>
                </a:lnTo>
                <a:lnTo>
                  <a:pt x="5689" y="276517"/>
                </a:lnTo>
                <a:lnTo>
                  <a:pt x="11252" y="284518"/>
                </a:lnTo>
                <a:lnTo>
                  <a:pt x="16548" y="292519"/>
                </a:lnTo>
                <a:lnTo>
                  <a:pt x="21437" y="300520"/>
                </a:lnTo>
                <a:lnTo>
                  <a:pt x="34010" y="286778"/>
                </a:lnTo>
                <a:lnTo>
                  <a:pt x="46583" y="272897"/>
                </a:lnTo>
                <a:lnTo>
                  <a:pt x="59156" y="258724"/>
                </a:lnTo>
                <a:lnTo>
                  <a:pt x="71729" y="244132"/>
                </a:lnTo>
                <a:lnTo>
                  <a:pt x="71729" y="428637"/>
                </a:lnTo>
                <a:lnTo>
                  <a:pt x="105257" y="428637"/>
                </a:lnTo>
                <a:lnTo>
                  <a:pt x="105257" y="244132"/>
                </a:lnTo>
                <a:lnTo>
                  <a:pt x="105257" y="196799"/>
                </a:lnTo>
                <a:lnTo>
                  <a:pt x="122059" y="170205"/>
                </a:lnTo>
                <a:lnTo>
                  <a:pt x="138023" y="143027"/>
                </a:lnTo>
                <a:lnTo>
                  <a:pt x="152869" y="115277"/>
                </a:lnTo>
                <a:lnTo>
                  <a:pt x="166306" y="86969"/>
                </a:lnTo>
                <a:lnTo>
                  <a:pt x="434632" y="86969"/>
                </a:lnTo>
                <a:lnTo>
                  <a:pt x="434632" y="54965"/>
                </a:lnTo>
                <a:close/>
              </a:path>
              <a:path w="1763395" h="434975">
                <a:moveTo>
                  <a:pt x="841819" y="234886"/>
                </a:moveTo>
                <a:lnTo>
                  <a:pt x="806767" y="234886"/>
                </a:lnTo>
                <a:lnTo>
                  <a:pt x="806767" y="266992"/>
                </a:lnTo>
                <a:lnTo>
                  <a:pt x="806767" y="370725"/>
                </a:lnTo>
                <a:lnTo>
                  <a:pt x="610082" y="370725"/>
                </a:lnTo>
                <a:lnTo>
                  <a:pt x="610082" y="266992"/>
                </a:lnTo>
                <a:lnTo>
                  <a:pt x="806767" y="266992"/>
                </a:lnTo>
                <a:lnTo>
                  <a:pt x="806767" y="234886"/>
                </a:lnTo>
                <a:lnTo>
                  <a:pt x="575030" y="234886"/>
                </a:lnTo>
                <a:lnTo>
                  <a:pt x="575030" y="431685"/>
                </a:lnTo>
                <a:lnTo>
                  <a:pt x="610082" y="431685"/>
                </a:lnTo>
                <a:lnTo>
                  <a:pt x="610082" y="401205"/>
                </a:lnTo>
                <a:lnTo>
                  <a:pt x="806767" y="401205"/>
                </a:lnTo>
                <a:lnTo>
                  <a:pt x="806767" y="431685"/>
                </a:lnTo>
                <a:lnTo>
                  <a:pt x="841819" y="431685"/>
                </a:lnTo>
                <a:lnTo>
                  <a:pt x="841819" y="401205"/>
                </a:lnTo>
                <a:lnTo>
                  <a:pt x="841819" y="370725"/>
                </a:lnTo>
                <a:lnTo>
                  <a:pt x="841819" y="266992"/>
                </a:lnTo>
                <a:lnTo>
                  <a:pt x="841819" y="234886"/>
                </a:lnTo>
                <a:close/>
              </a:path>
              <a:path w="1763395" h="434975">
                <a:moveTo>
                  <a:pt x="881545" y="131165"/>
                </a:moveTo>
                <a:lnTo>
                  <a:pt x="535305" y="131165"/>
                </a:lnTo>
                <a:lnTo>
                  <a:pt x="535305" y="73253"/>
                </a:lnTo>
                <a:lnTo>
                  <a:pt x="583730" y="71234"/>
                </a:lnTo>
                <a:lnTo>
                  <a:pt x="634403" y="68287"/>
                </a:lnTo>
                <a:lnTo>
                  <a:pt x="687273" y="64490"/>
                </a:lnTo>
                <a:lnTo>
                  <a:pt x="742302" y="59931"/>
                </a:lnTo>
                <a:lnTo>
                  <a:pt x="858685" y="48869"/>
                </a:lnTo>
                <a:lnTo>
                  <a:pt x="837247" y="13716"/>
                </a:lnTo>
                <a:lnTo>
                  <a:pt x="794588" y="18757"/>
                </a:lnTo>
                <a:lnTo>
                  <a:pt x="750189" y="23406"/>
                </a:lnTo>
                <a:lnTo>
                  <a:pt x="703999" y="27635"/>
                </a:lnTo>
                <a:lnTo>
                  <a:pt x="655967" y="31407"/>
                </a:lnTo>
                <a:lnTo>
                  <a:pt x="606031" y="34709"/>
                </a:lnTo>
                <a:lnTo>
                  <a:pt x="554139" y="37490"/>
                </a:lnTo>
                <a:lnTo>
                  <a:pt x="500253" y="39725"/>
                </a:lnTo>
                <a:lnTo>
                  <a:pt x="500253" y="187642"/>
                </a:lnTo>
                <a:lnTo>
                  <a:pt x="499414" y="226517"/>
                </a:lnTo>
                <a:lnTo>
                  <a:pt x="493179" y="289331"/>
                </a:lnTo>
                <a:lnTo>
                  <a:pt x="481850" y="335394"/>
                </a:lnTo>
                <a:lnTo>
                  <a:pt x="460844" y="380098"/>
                </a:lnTo>
                <a:lnTo>
                  <a:pt x="446913" y="402729"/>
                </a:lnTo>
                <a:lnTo>
                  <a:pt x="453504" y="410489"/>
                </a:lnTo>
                <a:lnTo>
                  <a:pt x="459676" y="417969"/>
                </a:lnTo>
                <a:lnTo>
                  <a:pt x="465556" y="425437"/>
                </a:lnTo>
                <a:lnTo>
                  <a:pt x="471297" y="433209"/>
                </a:lnTo>
                <a:lnTo>
                  <a:pt x="489254" y="404317"/>
                </a:lnTo>
                <a:lnTo>
                  <a:pt x="515442" y="351078"/>
                </a:lnTo>
                <a:lnTo>
                  <a:pt x="528231" y="300736"/>
                </a:lnTo>
                <a:lnTo>
                  <a:pt x="534466" y="219011"/>
                </a:lnTo>
                <a:lnTo>
                  <a:pt x="535305" y="163258"/>
                </a:lnTo>
                <a:lnTo>
                  <a:pt x="881545" y="163258"/>
                </a:lnTo>
                <a:lnTo>
                  <a:pt x="881545" y="131165"/>
                </a:lnTo>
                <a:close/>
              </a:path>
              <a:path w="1763395" h="434975">
                <a:moveTo>
                  <a:pt x="1326832" y="27432"/>
                </a:moveTo>
                <a:lnTo>
                  <a:pt x="904392" y="27432"/>
                </a:lnTo>
                <a:lnTo>
                  <a:pt x="904392" y="59537"/>
                </a:lnTo>
                <a:lnTo>
                  <a:pt x="1087374" y="59537"/>
                </a:lnTo>
                <a:lnTo>
                  <a:pt x="1083424" y="72440"/>
                </a:lnTo>
                <a:lnTo>
                  <a:pt x="1078611" y="86207"/>
                </a:lnTo>
                <a:lnTo>
                  <a:pt x="1073302" y="100901"/>
                </a:lnTo>
                <a:lnTo>
                  <a:pt x="1067562" y="117449"/>
                </a:lnTo>
                <a:lnTo>
                  <a:pt x="1032510" y="117449"/>
                </a:lnTo>
                <a:lnTo>
                  <a:pt x="1032510" y="146507"/>
                </a:lnTo>
                <a:lnTo>
                  <a:pt x="1032510" y="376821"/>
                </a:lnTo>
                <a:lnTo>
                  <a:pt x="962317" y="376821"/>
                </a:lnTo>
                <a:lnTo>
                  <a:pt x="962317" y="146507"/>
                </a:lnTo>
                <a:lnTo>
                  <a:pt x="1032510" y="146507"/>
                </a:lnTo>
                <a:lnTo>
                  <a:pt x="1032510" y="117449"/>
                </a:lnTo>
                <a:lnTo>
                  <a:pt x="928789" y="117449"/>
                </a:lnTo>
                <a:lnTo>
                  <a:pt x="928789" y="430161"/>
                </a:lnTo>
                <a:lnTo>
                  <a:pt x="962317" y="430161"/>
                </a:lnTo>
                <a:lnTo>
                  <a:pt x="962317" y="405777"/>
                </a:lnTo>
                <a:lnTo>
                  <a:pt x="1268920" y="405777"/>
                </a:lnTo>
                <a:lnTo>
                  <a:pt x="1268920" y="430161"/>
                </a:lnTo>
                <a:lnTo>
                  <a:pt x="1302448" y="430161"/>
                </a:lnTo>
                <a:lnTo>
                  <a:pt x="1302448" y="405777"/>
                </a:lnTo>
                <a:lnTo>
                  <a:pt x="1302448" y="376821"/>
                </a:lnTo>
                <a:lnTo>
                  <a:pt x="1302448" y="146507"/>
                </a:lnTo>
                <a:lnTo>
                  <a:pt x="1302448" y="117449"/>
                </a:lnTo>
                <a:lnTo>
                  <a:pt x="1268920" y="117449"/>
                </a:lnTo>
                <a:lnTo>
                  <a:pt x="1268920" y="146507"/>
                </a:lnTo>
                <a:lnTo>
                  <a:pt x="1268920" y="376821"/>
                </a:lnTo>
                <a:lnTo>
                  <a:pt x="1197203" y="376821"/>
                </a:lnTo>
                <a:lnTo>
                  <a:pt x="1197203" y="146507"/>
                </a:lnTo>
                <a:lnTo>
                  <a:pt x="1268920" y="146507"/>
                </a:lnTo>
                <a:lnTo>
                  <a:pt x="1268920" y="117449"/>
                </a:lnTo>
                <a:lnTo>
                  <a:pt x="1166723" y="117449"/>
                </a:lnTo>
                <a:lnTo>
                  <a:pt x="1166723" y="146507"/>
                </a:lnTo>
                <a:lnTo>
                  <a:pt x="1166723" y="204419"/>
                </a:lnTo>
                <a:lnTo>
                  <a:pt x="1166723" y="231851"/>
                </a:lnTo>
                <a:lnTo>
                  <a:pt x="1166723" y="289852"/>
                </a:lnTo>
                <a:lnTo>
                  <a:pt x="1166723" y="318808"/>
                </a:lnTo>
                <a:lnTo>
                  <a:pt x="1166723" y="376821"/>
                </a:lnTo>
                <a:lnTo>
                  <a:pt x="1064514" y="376821"/>
                </a:lnTo>
                <a:lnTo>
                  <a:pt x="1064514" y="318808"/>
                </a:lnTo>
                <a:lnTo>
                  <a:pt x="1166723" y="318808"/>
                </a:lnTo>
                <a:lnTo>
                  <a:pt x="1166723" y="289852"/>
                </a:lnTo>
                <a:lnTo>
                  <a:pt x="1064514" y="289852"/>
                </a:lnTo>
                <a:lnTo>
                  <a:pt x="1064514" y="231851"/>
                </a:lnTo>
                <a:lnTo>
                  <a:pt x="1166723" y="231851"/>
                </a:lnTo>
                <a:lnTo>
                  <a:pt x="1166723" y="204419"/>
                </a:lnTo>
                <a:lnTo>
                  <a:pt x="1064514" y="204419"/>
                </a:lnTo>
                <a:lnTo>
                  <a:pt x="1064514" y="146507"/>
                </a:lnTo>
                <a:lnTo>
                  <a:pt x="1166723" y="146507"/>
                </a:lnTo>
                <a:lnTo>
                  <a:pt x="1166723" y="117449"/>
                </a:lnTo>
                <a:lnTo>
                  <a:pt x="1102614" y="117449"/>
                </a:lnTo>
                <a:lnTo>
                  <a:pt x="1109332" y="101117"/>
                </a:lnTo>
                <a:lnTo>
                  <a:pt x="1115949" y="85636"/>
                </a:lnTo>
                <a:lnTo>
                  <a:pt x="1121905" y="71805"/>
                </a:lnTo>
                <a:lnTo>
                  <a:pt x="1126998" y="59537"/>
                </a:lnTo>
                <a:lnTo>
                  <a:pt x="1326832" y="59537"/>
                </a:lnTo>
                <a:lnTo>
                  <a:pt x="1326832" y="27432"/>
                </a:lnTo>
                <a:close/>
              </a:path>
              <a:path w="1763395" h="434975">
                <a:moveTo>
                  <a:pt x="1554099" y="80873"/>
                </a:moveTo>
                <a:lnTo>
                  <a:pt x="1451889" y="80873"/>
                </a:lnTo>
                <a:lnTo>
                  <a:pt x="1451889" y="1524"/>
                </a:lnTo>
                <a:lnTo>
                  <a:pt x="1418361" y="1524"/>
                </a:lnTo>
                <a:lnTo>
                  <a:pt x="1418361" y="80873"/>
                </a:lnTo>
                <a:lnTo>
                  <a:pt x="1357312" y="80873"/>
                </a:lnTo>
                <a:lnTo>
                  <a:pt x="1357312" y="114401"/>
                </a:lnTo>
                <a:lnTo>
                  <a:pt x="1416837" y="114401"/>
                </a:lnTo>
                <a:lnTo>
                  <a:pt x="1416837" y="167843"/>
                </a:lnTo>
                <a:lnTo>
                  <a:pt x="1413167" y="227876"/>
                </a:lnTo>
                <a:lnTo>
                  <a:pt x="1403908" y="281698"/>
                </a:lnTo>
                <a:lnTo>
                  <a:pt x="1389024" y="329285"/>
                </a:lnTo>
                <a:lnTo>
                  <a:pt x="1368425" y="370649"/>
                </a:lnTo>
                <a:lnTo>
                  <a:pt x="1342072" y="405777"/>
                </a:lnTo>
                <a:lnTo>
                  <a:pt x="1349552" y="413512"/>
                </a:lnTo>
                <a:lnTo>
                  <a:pt x="1356131" y="420776"/>
                </a:lnTo>
                <a:lnTo>
                  <a:pt x="1362214" y="427850"/>
                </a:lnTo>
                <a:lnTo>
                  <a:pt x="1367980" y="434733"/>
                </a:lnTo>
                <a:lnTo>
                  <a:pt x="1392529" y="401955"/>
                </a:lnTo>
                <a:lnTo>
                  <a:pt x="1412748" y="364655"/>
                </a:lnTo>
                <a:lnTo>
                  <a:pt x="1428648" y="322846"/>
                </a:lnTo>
                <a:lnTo>
                  <a:pt x="1440205" y="276580"/>
                </a:lnTo>
                <a:lnTo>
                  <a:pt x="1447444" y="225920"/>
                </a:lnTo>
                <a:lnTo>
                  <a:pt x="1450365" y="170891"/>
                </a:lnTo>
                <a:lnTo>
                  <a:pt x="1450606" y="158648"/>
                </a:lnTo>
                <a:lnTo>
                  <a:pt x="1451127" y="144970"/>
                </a:lnTo>
                <a:lnTo>
                  <a:pt x="1451660" y="130124"/>
                </a:lnTo>
                <a:lnTo>
                  <a:pt x="1451889" y="114401"/>
                </a:lnTo>
                <a:lnTo>
                  <a:pt x="1518945" y="114401"/>
                </a:lnTo>
                <a:lnTo>
                  <a:pt x="1518640" y="158648"/>
                </a:lnTo>
                <a:lnTo>
                  <a:pt x="1517688" y="211442"/>
                </a:lnTo>
                <a:lnTo>
                  <a:pt x="1516341" y="256286"/>
                </a:lnTo>
                <a:lnTo>
                  <a:pt x="1514665" y="301167"/>
                </a:lnTo>
                <a:lnTo>
                  <a:pt x="1512849" y="343293"/>
                </a:lnTo>
                <a:lnTo>
                  <a:pt x="1493989" y="383362"/>
                </a:lnTo>
                <a:lnTo>
                  <a:pt x="1480845" y="385965"/>
                </a:lnTo>
                <a:lnTo>
                  <a:pt x="1470875" y="385673"/>
                </a:lnTo>
                <a:lnTo>
                  <a:pt x="1459318" y="384822"/>
                </a:lnTo>
                <a:lnTo>
                  <a:pt x="1446352" y="383387"/>
                </a:lnTo>
                <a:lnTo>
                  <a:pt x="1432077" y="381393"/>
                </a:lnTo>
                <a:lnTo>
                  <a:pt x="1433461" y="391414"/>
                </a:lnTo>
                <a:lnTo>
                  <a:pt x="1435125" y="401015"/>
                </a:lnTo>
                <a:lnTo>
                  <a:pt x="1436801" y="410324"/>
                </a:lnTo>
                <a:lnTo>
                  <a:pt x="1438173" y="419493"/>
                </a:lnTo>
                <a:lnTo>
                  <a:pt x="1454175" y="419722"/>
                </a:lnTo>
                <a:lnTo>
                  <a:pt x="1479321" y="420776"/>
                </a:lnTo>
                <a:lnTo>
                  <a:pt x="1488465" y="421017"/>
                </a:lnTo>
                <a:lnTo>
                  <a:pt x="1533093" y="403491"/>
                </a:lnTo>
                <a:lnTo>
                  <a:pt x="1548003" y="344817"/>
                </a:lnTo>
                <a:lnTo>
                  <a:pt x="1549666" y="303441"/>
                </a:lnTo>
                <a:lnTo>
                  <a:pt x="1551000" y="257225"/>
                </a:lnTo>
                <a:lnTo>
                  <a:pt x="1552168" y="203415"/>
                </a:lnTo>
                <a:lnTo>
                  <a:pt x="1553171" y="144970"/>
                </a:lnTo>
                <a:lnTo>
                  <a:pt x="1554099" y="80873"/>
                </a:lnTo>
                <a:close/>
              </a:path>
              <a:path w="1763395" h="434975">
                <a:moveTo>
                  <a:pt x="1762988" y="59537"/>
                </a:moveTo>
                <a:lnTo>
                  <a:pt x="1729460" y="59537"/>
                </a:lnTo>
                <a:lnTo>
                  <a:pt x="1729460" y="91541"/>
                </a:lnTo>
                <a:lnTo>
                  <a:pt x="1729460" y="344817"/>
                </a:lnTo>
                <a:lnTo>
                  <a:pt x="1631823" y="344817"/>
                </a:lnTo>
                <a:lnTo>
                  <a:pt x="1631823" y="91541"/>
                </a:lnTo>
                <a:lnTo>
                  <a:pt x="1729460" y="91541"/>
                </a:lnTo>
                <a:lnTo>
                  <a:pt x="1729460" y="59537"/>
                </a:lnTo>
                <a:lnTo>
                  <a:pt x="1596771" y="59537"/>
                </a:lnTo>
                <a:lnTo>
                  <a:pt x="1596771" y="419493"/>
                </a:lnTo>
                <a:lnTo>
                  <a:pt x="1631823" y="419493"/>
                </a:lnTo>
                <a:lnTo>
                  <a:pt x="1631823" y="375297"/>
                </a:lnTo>
                <a:lnTo>
                  <a:pt x="1729460" y="375297"/>
                </a:lnTo>
                <a:lnTo>
                  <a:pt x="1729460" y="419493"/>
                </a:lnTo>
                <a:lnTo>
                  <a:pt x="1762988" y="419493"/>
                </a:lnTo>
                <a:lnTo>
                  <a:pt x="1762988" y="375297"/>
                </a:lnTo>
                <a:lnTo>
                  <a:pt x="1762988" y="344817"/>
                </a:lnTo>
                <a:lnTo>
                  <a:pt x="1762988" y="91541"/>
                </a:lnTo>
                <a:lnTo>
                  <a:pt x="1762988" y="5953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3098673" y="4998720"/>
            <a:ext cx="1776730" cy="429259"/>
          </a:xfrm>
          <a:custGeom>
            <a:avLst/>
            <a:gdLst/>
            <a:ahLst/>
            <a:cxnLst/>
            <a:rect l="l" t="t" r="r" b="b"/>
            <a:pathLst>
              <a:path w="1776729" h="429260">
                <a:moveTo>
                  <a:pt x="425475" y="367665"/>
                </a:moveTo>
                <a:lnTo>
                  <a:pt x="210502" y="367665"/>
                </a:lnTo>
                <a:lnTo>
                  <a:pt x="210502" y="172085"/>
                </a:lnTo>
                <a:lnTo>
                  <a:pt x="390423" y="172085"/>
                </a:lnTo>
                <a:lnTo>
                  <a:pt x="390423" y="137795"/>
                </a:lnTo>
                <a:lnTo>
                  <a:pt x="210502" y="137795"/>
                </a:lnTo>
                <a:lnTo>
                  <a:pt x="210502" y="4445"/>
                </a:lnTo>
                <a:lnTo>
                  <a:pt x="170878" y="4445"/>
                </a:lnTo>
                <a:lnTo>
                  <a:pt x="170878" y="137795"/>
                </a:lnTo>
                <a:lnTo>
                  <a:pt x="170878" y="172085"/>
                </a:lnTo>
                <a:lnTo>
                  <a:pt x="170878" y="367665"/>
                </a:lnTo>
                <a:lnTo>
                  <a:pt x="0" y="367665"/>
                </a:lnTo>
                <a:lnTo>
                  <a:pt x="0" y="403225"/>
                </a:lnTo>
                <a:lnTo>
                  <a:pt x="425475" y="403225"/>
                </a:lnTo>
                <a:lnTo>
                  <a:pt x="425475" y="367665"/>
                </a:lnTo>
                <a:close/>
              </a:path>
              <a:path w="1776729" h="429260">
                <a:moveTo>
                  <a:pt x="878484" y="366141"/>
                </a:moveTo>
                <a:lnTo>
                  <a:pt x="701509" y="366141"/>
                </a:lnTo>
                <a:lnTo>
                  <a:pt x="701509" y="216281"/>
                </a:lnTo>
                <a:lnTo>
                  <a:pt x="846391" y="216281"/>
                </a:lnTo>
                <a:lnTo>
                  <a:pt x="846391" y="183261"/>
                </a:lnTo>
                <a:lnTo>
                  <a:pt x="701509" y="183261"/>
                </a:lnTo>
                <a:lnTo>
                  <a:pt x="701509" y="131191"/>
                </a:lnTo>
                <a:lnTo>
                  <a:pt x="701509" y="68961"/>
                </a:lnTo>
                <a:lnTo>
                  <a:pt x="861720" y="68961"/>
                </a:lnTo>
                <a:lnTo>
                  <a:pt x="861720" y="33401"/>
                </a:lnTo>
                <a:lnTo>
                  <a:pt x="463677" y="33401"/>
                </a:lnTo>
                <a:lnTo>
                  <a:pt x="463677" y="68961"/>
                </a:lnTo>
                <a:lnTo>
                  <a:pt x="663409" y="68961"/>
                </a:lnTo>
                <a:lnTo>
                  <a:pt x="663409" y="131191"/>
                </a:lnTo>
                <a:lnTo>
                  <a:pt x="663409" y="183261"/>
                </a:lnTo>
                <a:lnTo>
                  <a:pt x="663409" y="216281"/>
                </a:lnTo>
                <a:lnTo>
                  <a:pt x="663409" y="366141"/>
                </a:lnTo>
                <a:lnTo>
                  <a:pt x="552069" y="366141"/>
                </a:lnTo>
                <a:lnTo>
                  <a:pt x="552069" y="216281"/>
                </a:lnTo>
                <a:lnTo>
                  <a:pt x="552069" y="183261"/>
                </a:lnTo>
                <a:lnTo>
                  <a:pt x="552069" y="131191"/>
                </a:lnTo>
                <a:lnTo>
                  <a:pt x="513969" y="131191"/>
                </a:lnTo>
                <a:lnTo>
                  <a:pt x="513969" y="183261"/>
                </a:lnTo>
                <a:lnTo>
                  <a:pt x="513969" y="216281"/>
                </a:lnTo>
                <a:lnTo>
                  <a:pt x="513969" y="366141"/>
                </a:lnTo>
                <a:lnTo>
                  <a:pt x="442341" y="366141"/>
                </a:lnTo>
                <a:lnTo>
                  <a:pt x="442341" y="399161"/>
                </a:lnTo>
                <a:lnTo>
                  <a:pt x="878484" y="399161"/>
                </a:lnTo>
                <a:lnTo>
                  <a:pt x="878484" y="366141"/>
                </a:lnTo>
                <a:close/>
              </a:path>
              <a:path w="1776729" h="429260">
                <a:moveTo>
                  <a:pt x="971448" y="279184"/>
                </a:moveTo>
                <a:lnTo>
                  <a:pt x="939444" y="270040"/>
                </a:lnTo>
                <a:lnTo>
                  <a:pt x="929449" y="296887"/>
                </a:lnTo>
                <a:lnTo>
                  <a:pt x="917727" y="322478"/>
                </a:lnTo>
                <a:lnTo>
                  <a:pt x="904303" y="346633"/>
                </a:lnTo>
                <a:lnTo>
                  <a:pt x="889152" y="369201"/>
                </a:lnTo>
                <a:lnTo>
                  <a:pt x="897724" y="373773"/>
                </a:lnTo>
                <a:lnTo>
                  <a:pt x="905116" y="378320"/>
                </a:lnTo>
                <a:lnTo>
                  <a:pt x="911440" y="382917"/>
                </a:lnTo>
                <a:lnTo>
                  <a:pt x="916584" y="387489"/>
                </a:lnTo>
                <a:lnTo>
                  <a:pt x="931799" y="365201"/>
                </a:lnTo>
                <a:lnTo>
                  <a:pt x="945730" y="339623"/>
                </a:lnTo>
                <a:lnTo>
                  <a:pt x="958799" y="310896"/>
                </a:lnTo>
                <a:lnTo>
                  <a:pt x="971448" y="279184"/>
                </a:lnTo>
                <a:close/>
              </a:path>
              <a:path w="1776729" h="429260">
                <a:moveTo>
                  <a:pt x="1117854" y="100685"/>
                </a:moveTo>
                <a:lnTo>
                  <a:pt x="1096137" y="78066"/>
                </a:lnTo>
                <a:lnTo>
                  <a:pt x="1058887" y="39725"/>
                </a:lnTo>
                <a:lnTo>
                  <a:pt x="1052703" y="33350"/>
                </a:lnTo>
                <a:lnTo>
                  <a:pt x="1030986" y="10668"/>
                </a:lnTo>
                <a:lnTo>
                  <a:pt x="1035558" y="4572"/>
                </a:lnTo>
                <a:lnTo>
                  <a:pt x="997458" y="4572"/>
                </a:lnTo>
                <a:lnTo>
                  <a:pt x="972566" y="45237"/>
                </a:lnTo>
                <a:lnTo>
                  <a:pt x="946124" y="80302"/>
                </a:lnTo>
                <a:lnTo>
                  <a:pt x="918273" y="109943"/>
                </a:lnTo>
                <a:lnTo>
                  <a:pt x="889152" y="134302"/>
                </a:lnTo>
                <a:lnTo>
                  <a:pt x="896315" y="144043"/>
                </a:lnTo>
                <a:lnTo>
                  <a:pt x="901915" y="152781"/>
                </a:lnTo>
                <a:lnTo>
                  <a:pt x="906081" y="160667"/>
                </a:lnTo>
                <a:lnTo>
                  <a:pt x="908964" y="167830"/>
                </a:lnTo>
                <a:lnTo>
                  <a:pt x="915822" y="161861"/>
                </a:lnTo>
                <a:lnTo>
                  <a:pt x="922680" y="155448"/>
                </a:lnTo>
                <a:lnTo>
                  <a:pt x="929538" y="148767"/>
                </a:lnTo>
                <a:lnTo>
                  <a:pt x="936396" y="141922"/>
                </a:lnTo>
                <a:lnTo>
                  <a:pt x="936396" y="163258"/>
                </a:lnTo>
                <a:lnTo>
                  <a:pt x="994410" y="163258"/>
                </a:lnTo>
                <a:lnTo>
                  <a:pt x="994410" y="216598"/>
                </a:lnTo>
                <a:lnTo>
                  <a:pt x="898296" y="216598"/>
                </a:lnTo>
                <a:lnTo>
                  <a:pt x="898296" y="247180"/>
                </a:lnTo>
                <a:lnTo>
                  <a:pt x="994410" y="247180"/>
                </a:lnTo>
                <a:lnTo>
                  <a:pt x="994410" y="369201"/>
                </a:lnTo>
                <a:lnTo>
                  <a:pt x="992987" y="378320"/>
                </a:lnTo>
                <a:lnTo>
                  <a:pt x="988834" y="385013"/>
                </a:lnTo>
                <a:lnTo>
                  <a:pt x="982103" y="389128"/>
                </a:lnTo>
                <a:lnTo>
                  <a:pt x="972972" y="390537"/>
                </a:lnTo>
                <a:lnTo>
                  <a:pt x="962660" y="390245"/>
                </a:lnTo>
                <a:lnTo>
                  <a:pt x="952207" y="389394"/>
                </a:lnTo>
                <a:lnTo>
                  <a:pt x="941463" y="387959"/>
                </a:lnTo>
                <a:lnTo>
                  <a:pt x="930300" y="385965"/>
                </a:lnTo>
                <a:lnTo>
                  <a:pt x="932319" y="394246"/>
                </a:lnTo>
                <a:lnTo>
                  <a:pt x="933919" y="403110"/>
                </a:lnTo>
                <a:lnTo>
                  <a:pt x="935228" y="412534"/>
                </a:lnTo>
                <a:lnTo>
                  <a:pt x="936396" y="422541"/>
                </a:lnTo>
                <a:lnTo>
                  <a:pt x="951280" y="423418"/>
                </a:lnTo>
                <a:lnTo>
                  <a:pt x="964018" y="423875"/>
                </a:lnTo>
                <a:lnTo>
                  <a:pt x="974763" y="424040"/>
                </a:lnTo>
                <a:lnTo>
                  <a:pt x="983640" y="424065"/>
                </a:lnTo>
                <a:lnTo>
                  <a:pt x="1001941" y="420966"/>
                </a:lnTo>
                <a:lnTo>
                  <a:pt x="1015352" y="411873"/>
                </a:lnTo>
                <a:lnTo>
                  <a:pt x="1023594" y="397052"/>
                </a:lnTo>
                <a:lnTo>
                  <a:pt x="1024496" y="390537"/>
                </a:lnTo>
                <a:lnTo>
                  <a:pt x="1026414" y="376821"/>
                </a:lnTo>
                <a:lnTo>
                  <a:pt x="1026414" y="247180"/>
                </a:lnTo>
                <a:lnTo>
                  <a:pt x="1102614" y="247180"/>
                </a:lnTo>
                <a:lnTo>
                  <a:pt x="1102614" y="216598"/>
                </a:lnTo>
                <a:lnTo>
                  <a:pt x="1026414" y="216598"/>
                </a:lnTo>
                <a:lnTo>
                  <a:pt x="1026414" y="163258"/>
                </a:lnTo>
                <a:lnTo>
                  <a:pt x="1084326" y="163258"/>
                </a:lnTo>
                <a:lnTo>
                  <a:pt x="1084326" y="141922"/>
                </a:lnTo>
                <a:lnTo>
                  <a:pt x="1084326" y="132778"/>
                </a:lnTo>
                <a:lnTo>
                  <a:pt x="944016" y="132778"/>
                </a:lnTo>
                <a:lnTo>
                  <a:pt x="962063" y="112204"/>
                </a:lnTo>
                <a:lnTo>
                  <a:pt x="979690" y="89649"/>
                </a:lnTo>
                <a:lnTo>
                  <a:pt x="997026" y="65392"/>
                </a:lnTo>
                <a:lnTo>
                  <a:pt x="1014222" y="39725"/>
                </a:lnTo>
                <a:lnTo>
                  <a:pt x="1035646" y="61468"/>
                </a:lnTo>
                <a:lnTo>
                  <a:pt x="1056513" y="83350"/>
                </a:lnTo>
                <a:lnTo>
                  <a:pt x="1076794" y="105524"/>
                </a:lnTo>
                <a:lnTo>
                  <a:pt x="1096518" y="128117"/>
                </a:lnTo>
                <a:lnTo>
                  <a:pt x="1117854" y="100685"/>
                </a:lnTo>
                <a:close/>
              </a:path>
              <a:path w="1776729" h="429260">
                <a:moveTo>
                  <a:pt x="1119378" y="352437"/>
                </a:moveTo>
                <a:lnTo>
                  <a:pt x="1107655" y="331825"/>
                </a:lnTo>
                <a:lnTo>
                  <a:pt x="1095375" y="311391"/>
                </a:lnTo>
                <a:lnTo>
                  <a:pt x="1082509" y="291261"/>
                </a:lnTo>
                <a:lnTo>
                  <a:pt x="1069086" y="271564"/>
                </a:lnTo>
                <a:lnTo>
                  <a:pt x="1043178" y="286804"/>
                </a:lnTo>
                <a:lnTo>
                  <a:pt x="1056551" y="309130"/>
                </a:lnTo>
                <a:lnTo>
                  <a:pt x="1069086" y="330479"/>
                </a:lnTo>
                <a:lnTo>
                  <a:pt x="1080465" y="350964"/>
                </a:lnTo>
                <a:lnTo>
                  <a:pt x="1090422" y="370725"/>
                </a:lnTo>
                <a:lnTo>
                  <a:pt x="1119378" y="352437"/>
                </a:lnTo>
                <a:close/>
              </a:path>
              <a:path w="1776729" h="429260">
                <a:moveTo>
                  <a:pt x="1201762" y="210502"/>
                </a:moveTo>
                <a:lnTo>
                  <a:pt x="1185240" y="193382"/>
                </a:lnTo>
                <a:lnTo>
                  <a:pt x="1167853" y="176403"/>
                </a:lnTo>
                <a:lnTo>
                  <a:pt x="1149896" y="159715"/>
                </a:lnTo>
                <a:lnTo>
                  <a:pt x="1131658" y="143446"/>
                </a:lnTo>
                <a:lnTo>
                  <a:pt x="1110234" y="163258"/>
                </a:lnTo>
                <a:lnTo>
                  <a:pt x="1127429" y="180670"/>
                </a:lnTo>
                <a:lnTo>
                  <a:pt x="1144600" y="198513"/>
                </a:lnTo>
                <a:lnTo>
                  <a:pt x="1161694" y="216598"/>
                </a:lnTo>
                <a:lnTo>
                  <a:pt x="1178902" y="234988"/>
                </a:lnTo>
                <a:lnTo>
                  <a:pt x="1201762" y="210502"/>
                </a:lnTo>
                <a:close/>
              </a:path>
              <a:path w="1776729" h="429260">
                <a:moveTo>
                  <a:pt x="1213954" y="106781"/>
                </a:moveTo>
                <a:lnTo>
                  <a:pt x="1196784" y="89014"/>
                </a:lnTo>
                <a:lnTo>
                  <a:pt x="1179474" y="72110"/>
                </a:lnTo>
                <a:lnTo>
                  <a:pt x="1161872" y="55778"/>
                </a:lnTo>
                <a:lnTo>
                  <a:pt x="1143850" y="39725"/>
                </a:lnTo>
                <a:lnTo>
                  <a:pt x="1122426" y="59537"/>
                </a:lnTo>
                <a:lnTo>
                  <a:pt x="1139596" y="76949"/>
                </a:lnTo>
                <a:lnTo>
                  <a:pt x="1156601" y="94792"/>
                </a:lnTo>
                <a:lnTo>
                  <a:pt x="1173302" y="112941"/>
                </a:lnTo>
                <a:lnTo>
                  <a:pt x="1189570" y="131254"/>
                </a:lnTo>
                <a:lnTo>
                  <a:pt x="1213954" y="106781"/>
                </a:lnTo>
                <a:close/>
              </a:path>
              <a:path w="1776729" h="429260">
                <a:moveTo>
                  <a:pt x="1328356" y="277660"/>
                </a:moveTo>
                <a:lnTo>
                  <a:pt x="1326032" y="253276"/>
                </a:lnTo>
                <a:lnTo>
                  <a:pt x="1325308" y="245656"/>
                </a:lnTo>
                <a:lnTo>
                  <a:pt x="1271968" y="253276"/>
                </a:lnTo>
                <a:lnTo>
                  <a:pt x="1271968" y="0"/>
                </a:lnTo>
                <a:lnTo>
                  <a:pt x="1238338" y="0"/>
                </a:lnTo>
                <a:lnTo>
                  <a:pt x="1238338" y="257848"/>
                </a:lnTo>
                <a:lnTo>
                  <a:pt x="1094994" y="274612"/>
                </a:lnTo>
                <a:lnTo>
                  <a:pt x="1101090" y="306616"/>
                </a:lnTo>
                <a:lnTo>
                  <a:pt x="1238338" y="289852"/>
                </a:lnTo>
                <a:lnTo>
                  <a:pt x="1238338" y="428637"/>
                </a:lnTo>
                <a:lnTo>
                  <a:pt x="1271968" y="428637"/>
                </a:lnTo>
                <a:lnTo>
                  <a:pt x="1271968" y="289852"/>
                </a:lnTo>
                <a:lnTo>
                  <a:pt x="1271968" y="285280"/>
                </a:lnTo>
                <a:lnTo>
                  <a:pt x="1328356" y="277660"/>
                </a:lnTo>
                <a:close/>
              </a:path>
              <a:path w="1776729" h="429260">
                <a:moveTo>
                  <a:pt x="1526565" y="239560"/>
                </a:moveTo>
                <a:lnTo>
                  <a:pt x="1513446" y="225259"/>
                </a:lnTo>
                <a:lnTo>
                  <a:pt x="1499323" y="210134"/>
                </a:lnTo>
                <a:lnTo>
                  <a:pt x="1492402" y="202882"/>
                </a:lnTo>
                <a:lnTo>
                  <a:pt x="1490941" y="201358"/>
                </a:lnTo>
                <a:lnTo>
                  <a:pt x="1486573" y="196786"/>
                </a:lnTo>
                <a:lnTo>
                  <a:pt x="1484350" y="194462"/>
                </a:lnTo>
                <a:lnTo>
                  <a:pt x="1468653" y="178498"/>
                </a:lnTo>
                <a:lnTo>
                  <a:pt x="1448841" y="196786"/>
                </a:lnTo>
                <a:lnTo>
                  <a:pt x="1448841" y="120497"/>
                </a:lnTo>
                <a:lnTo>
                  <a:pt x="1515897" y="120497"/>
                </a:lnTo>
                <a:lnTo>
                  <a:pt x="1515897" y="88493"/>
                </a:lnTo>
                <a:lnTo>
                  <a:pt x="1448841" y="88493"/>
                </a:lnTo>
                <a:lnTo>
                  <a:pt x="1448841" y="1524"/>
                </a:lnTo>
                <a:lnTo>
                  <a:pt x="1413789" y="1524"/>
                </a:lnTo>
                <a:lnTo>
                  <a:pt x="1413789" y="88493"/>
                </a:lnTo>
                <a:lnTo>
                  <a:pt x="1345107" y="88493"/>
                </a:lnTo>
                <a:lnTo>
                  <a:pt x="1345107" y="120497"/>
                </a:lnTo>
                <a:lnTo>
                  <a:pt x="1413789" y="120497"/>
                </a:lnTo>
                <a:lnTo>
                  <a:pt x="1400378" y="162229"/>
                </a:lnTo>
                <a:lnTo>
                  <a:pt x="1383411" y="202501"/>
                </a:lnTo>
                <a:lnTo>
                  <a:pt x="1363332" y="241071"/>
                </a:lnTo>
                <a:lnTo>
                  <a:pt x="1340535" y="277660"/>
                </a:lnTo>
                <a:lnTo>
                  <a:pt x="1344853" y="286181"/>
                </a:lnTo>
                <a:lnTo>
                  <a:pt x="1348727" y="295567"/>
                </a:lnTo>
                <a:lnTo>
                  <a:pt x="1352334" y="305523"/>
                </a:lnTo>
                <a:lnTo>
                  <a:pt x="1355775" y="315760"/>
                </a:lnTo>
                <a:lnTo>
                  <a:pt x="1372120" y="291680"/>
                </a:lnTo>
                <a:lnTo>
                  <a:pt x="1387030" y="264883"/>
                </a:lnTo>
                <a:lnTo>
                  <a:pt x="1400822" y="234924"/>
                </a:lnTo>
                <a:lnTo>
                  <a:pt x="1413789" y="201358"/>
                </a:lnTo>
                <a:lnTo>
                  <a:pt x="1413789" y="427113"/>
                </a:lnTo>
                <a:lnTo>
                  <a:pt x="1448841" y="427113"/>
                </a:lnTo>
                <a:lnTo>
                  <a:pt x="1448841" y="202882"/>
                </a:lnTo>
                <a:lnTo>
                  <a:pt x="1459077" y="214363"/>
                </a:lnTo>
                <a:lnTo>
                  <a:pt x="1471320" y="228269"/>
                </a:lnTo>
                <a:lnTo>
                  <a:pt x="1485277" y="244754"/>
                </a:lnTo>
                <a:lnTo>
                  <a:pt x="1500657" y="263944"/>
                </a:lnTo>
                <a:lnTo>
                  <a:pt x="1526565" y="239560"/>
                </a:lnTo>
                <a:close/>
              </a:path>
              <a:path w="1776729" h="429260">
                <a:moveTo>
                  <a:pt x="1776691" y="369189"/>
                </a:moveTo>
                <a:lnTo>
                  <a:pt x="1653159" y="369189"/>
                </a:lnTo>
                <a:lnTo>
                  <a:pt x="1653159" y="74777"/>
                </a:lnTo>
                <a:lnTo>
                  <a:pt x="1759927" y="74777"/>
                </a:lnTo>
                <a:lnTo>
                  <a:pt x="1759927" y="42773"/>
                </a:lnTo>
                <a:lnTo>
                  <a:pt x="1515897" y="42773"/>
                </a:lnTo>
                <a:lnTo>
                  <a:pt x="1515897" y="74777"/>
                </a:lnTo>
                <a:lnTo>
                  <a:pt x="1618107" y="74777"/>
                </a:lnTo>
                <a:lnTo>
                  <a:pt x="1618107" y="369189"/>
                </a:lnTo>
                <a:lnTo>
                  <a:pt x="1489989" y="369189"/>
                </a:lnTo>
                <a:lnTo>
                  <a:pt x="1489989" y="401205"/>
                </a:lnTo>
                <a:lnTo>
                  <a:pt x="1776691" y="401205"/>
                </a:lnTo>
                <a:lnTo>
                  <a:pt x="1776691" y="3691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4934902" y="4995672"/>
            <a:ext cx="340360" cy="431800"/>
          </a:xfrm>
          <a:custGeom>
            <a:avLst/>
            <a:gdLst/>
            <a:ahLst/>
            <a:cxnLst/>
            <a:rect l="l" t="t" r="r" b="b"/>
            <a:pathLst>
              <a:path w="340360" h="431800">
                <a:moveTo>
                  <a:pt x="150971" y="61055"/>
                </a:moveTo>
                <a:lnTo>
                  <a:pt x="114300" y="61055"/>
                </a:lnTo>
                <a:lnTo>
                  <a:pt x="118910" y="47657"/>
                </a:lnTo>
                <a:lnTo>
                  <a:pt x="123682" y="32813"/>
                </a:lnTo>
                <a:lnTo>
                  <a:pt x="128739" y="16826"/>
                </a:lnTo>
                <a:lnTo>
                  <a:pt x="134207" y="0"/>
                </a:lnTo>
                <a:lnTo>
                  <a:pt x="172307" y="10668"/>
                </a:lnTo>
                <a:lnTo>
                  <a:pt x="166616" y="24153"/>
                </a:lnTo>
                <a:lnTo>
                  <a:pt x="161067" y="37040"/>
                </a:lnTo>
                <a:lnTo>
                  <a:pt x="155805" y="49338"/>
                </a:lnTo>
                <a:lnTo>
                  <a:pt x="150971" y="61055"/>
                </a:lnTo>
                <a:close/>
              </a:path>
              <a:path w="340360" h="431800">
                <a:moveTo>
                  <a:pt x="35052" y="431673"/>
                </a:moveTo>
                <a:lnTo>
                  <a:pt x="0" y="431673"/>
                </a:lnTo>
                <a:lnTo>
                  <a:pt x="0" y="61055"/>
                </a:lnTo>
                <a:lnTo>
                  <a:pt x="340042" y="61055"/>
                </a:lnTo>
                <a:lnTo>
                  <a:pt x="340042" y="91535"/>
                </a:lnTo>
                <a:lnTo>
                  <a:pt x="35052" y="91535"/>
                </a:lnTo>
                <a:lnTo>
                  <a:pt x="35052" y="164782"/>
                </a:lnTo>
                <a:lnTo>
                  <a:pt x="340042" y="164782"/>
                </a:lnTo>
                <a:lnTo>
                  <a:pt x="340042" y="195262"/>
                </a:lnTo>
                <a:lnTo>
                  <a:pt x="35052" y="195262"/>
                </a:lnTo>
                <a:lnTo>
                  <a:pt x="35052" y="268509"/>
                </a:lnTo>
                <a:lnTo>
                  <a:pt x="340042" y="268509"/>
                </a:lnTo>
                <a:lnTo>
                  <a:pt x="340042" y="298989"/>
                </a:lnTo>
                <a:lnTo>
                  <a:pt x="35052" y="298989"/>
                </a:lnTo>
                <a:lnTo>
                  <a:pt x="35052" y="373761"/>
                </a:lnTo>
                <a:lnTo>
                  <a:pt x="340042" y="373761"/>
                </a:lnTo>
                <a:lnTo>
                  <a:pt x="340042" y="404241"/>
                </a:lnTo>
                <a:lnTo>
                  <a:pt x="35052" y="404241"/>
                </a:lnTo>
                <a:lnTo>
                  <a:pt x="35052" y="431673"/>
                </a:lnTo>
                <a:close/>
              </a:path>
              <a:path w="340360" h="431800">
                <a:moveTo>
                  <a:pt x="340042" y="164782"/>
                </a:moveTo>
                <a:lnTo>
                  <a:pt x="304990" y="164782"/>
                </a:lnTo>
                <a:lnTo>
                  <a:pt x="304990" y="91535"/>
                </a:lnTo>
                <a:lnTo>
                  <a:pt x="340042" y="91535"/>
                </a:lnTo>
                <a:lnTo>
                  <a:pt x="340042" y="164782"/>
                </a:lnTo>
                <a:close/>
              </a:path>
              <a:path w="340360" h="431800">
                <a:moveTo>
                  <a:pt x="340042" y="268509"/>
                </a:moveTo>
                <a:lnTo>
                  <a:pt x="304990" y="268509"/>
                </a:lnTo>
                <a:lnTo>
                  <a:pt x="304990" y="195262"/>
                </a:lnTo>
                <a:lnTo>
                  <a:pt x="340042" y="195262"/>
                </a:lnTo>
                <a:lnTo>
                  <a:pt x="340042" y="268509"/>
                </a:lnTo>
                <a:close/>
              </a:path>
              <a:path w="340360" h="431800">
                <a:moveTo>
                  <a:pt x="340042" y="373761"/>
                </a:moveTo>
                <a:lnTo>
                  <a:pt x="304990" y="373761"/>
                </a:lnTo>
                <a:lnTo>
                  <a:pt x="304990" y="298989"/>
                </a:lnTo>
                <a:lnTo>
                  <a:pt x="340042" y="298989"/>
                </a:lnTo>
                <a:lnTo>
                  <a:pt x="340042" y="373761"/>
                </a:lnTo>
                <a:close/>
              </a:path>
              <a:path w="340360" h="431800">
                <a:moveTo>
                  <a:pt x="340042" y="431673"/>
                </a:moveTo>
                <a:lnTo>
                  <a:pt x="304990" y="431673"/>
                </a:lnTo>
                <a:lnTo>
                  <a:pt x="304990" y="404241"/>
                </a:lnTo>
                <a:lnTo>
                  <a:pt x="340042" y="404241"/>
                </a:lnTo>
                <a:lnTo>
                  <a:pt x="340042" y="4316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5339042" y="4994147"/>
            <a:ext cx="861694" cy="434975"/>
          </a:xfrm>
          <a:custGeom>
            <a:avLst/>
            <a:gdLst/>
            <a:ahLst/>
            <a:cxnLst/>
            <a:rect l="l" t="t" r="r" b="b"/>
            <a:pathLst>
              <a:path w="861695" h="434975">
                <a:moveTo>
                  <a:pt x="431584" y="393573"/>
                </a:moveTo>
                <a:lnTo>
                  <a:pt x="377748" y="374370"/>
                </a:lnTo>
                <a:lnTo>
                  <a:pt x="331520" y="349656"/>
                </a:lnTo>
                <a:lnTo>
                  <a:pt x="292836" y="319455"/>
                </a:lnTo>
                <a:lnTo>
                  <a:pt x="261632" y="283768"/>
                </a:lnTo>
                <a:lnTo>
                  <a:pt x="237845" y="242608"/>
                </a:lnTo>
                <a:lnTo>
                  <a:pt x="423964" y="242608"/>
                </a:lnTo>
                <a:lnTo>
                  <a:pt x="423964" y="208978"/>
                </a:lnTo>
                <a:lnTo>
                  <a:pt x="231749" y="208978"/>
                </a:lnTo>
                <a:lnTo>
                  <a:pt x="231749" y="125069"/>
                </a:lnTo>
                <a:lnTo>
                  <a:pt x="397954" y="125069"/>
                </a:lnTo>
                <a:lnTo>
                  <a:pt x="397954" y="91541"/>
                </a:lnTo>
                <a:lnTo>
                  <a:pt x="286702" y="91541"/>
                </a:lnTo>
                <a:lnTo>
                  <a:pt x="299567" y="75869"/>
                </a:lnTo>
                <a:lnTo>
                  <a:pt x="312991" y="58762"/>
                </a:lnTo>
                <a:lnTo>
                  <a:pt x="341566" y="21336"/>
                </a:lnTo>
                <a:lnTo>
                  <a:pt x="306514" y="1524"/>
                </a:lnTo>
                <a:lnTo>
                  <a:pt x="292468" y="23355"/>
                </a:lnTo>
                <a:lnTo>
                  <a:pt x="277698" y="45427"/>
                </a:lnTo>
                <a:lnTo>
                  <a:pt x="262077" y="68059"/>
                </a:lnTo>
                <a:lnTo>
                  <a:pt x="245465" y="91541"/>
                </a:lnTo>
                <a:lnTo>
                  <a:pt x="141833" y="91541"/>
                </a:lnTo>
                <a:lnTo>
                  <a:pt x="169265" y="67157"/>
                </a:lnTo>
                <a:lnTo>
                  <a:pt x="153809" y="51142"/>
                </a:lnTo>
                <a:lnTo>
                  <a:pt x="137210" y="35102"/>
                </a:lnTo>
                <a:lnTo>
                  <a:pt x="119456" y="19075"/>
                </a:lnTo>
                <a:lnTo>
                  <a:pt x="100584" y="3048"/>
                </a:lnTo>
                <a:lnTo>
                  <a:pt x="74676" y="25908"/>
                </a:lnTo>
                <a:lnTo>
                  <a:pt x="88988" y="39420"/>
                </a:lnTo>
                <a:lnTo>
                  <a:pt x="104597" y="54762"/>
                </a:lnTo>
                <a:lnTo>
                  <a:pt x="121653" y="72085"/>
                </a:lnTo>
                <a:lnTo>
                  <a:pt x="140309" y="91541"/>
                </a:lnTo>
                <a:lnTo>
                  <a:pt x="35052" y="91541"/>
                </a:lnTo>
                <a:lnTo>
                  <a:pt x="35052" y="125069"/>
                </a:lnTo>
                <a:lnTo>
                  <a:pt x="195173" y="125069"/>
                </a:lnTo>
                <a:lnTo>
                  <a:pt x="194932" y="157937"/>
                </a:lnTo>
                <a:lnTo>
                  <a:pt x="194411" y="183070"/>
                </a:lnTo>
                <a:lnTo>
                  <a:pt x="193649" y="208978"/>
                </a:lnTo>
                <a:lnTo>
                  <a:pt x="9144" y="208978"/>
                </a:lnTo>
                <a:lnTo>
                  <a:pt x="9144" y="242608"/>
                </a:lnTo>
                <a:lnTo>
                  <a:pt x="187553" y="242608"/>
                </a:lnTo>
                <a:lnTo>
                  <a:pt x="170535" y="282663"/>
                </a:lnTo>
                <a:lnTo>
                  <a:pt x="143256" y="318719"/>
                </a:lnTo>
                <a:lnTo>
                  <a:pt x="105740" y="350748"/>
                </a:lnTo>
                <a:lnTo>
                  <a:pt x="57988" y="378752"/>
                </a:lnTo>
                <a:lnTo>
                  <a:pt x="0" y="402717"/>
                </a:lnTo>
                <a:lnTo>
                  <a:pt x="13525" y="418719"/>
                </a:lnTo>
                <a:lnTo>
                  <a:pt x="19926" y="426720"/>
                </a:lnTo>
                <a:lnTo>
                  <a:pt x="25908" y="434721"/>
                </a:lnTo>
                <a:lnTo>
                  <a:pt x="82588" y="408381"/>
                </a:lnTo>
                <a:lnTo>
                  <a:pt x="129984" y="378726"/>
                </a:lnTo>
                <a:lnTo>
                  <a:pt x="167957" y="345782"/>
                </a:lnTo>
                <a:lnTo>
                  <a:pt x="196342" y="309549"/>
                </a:lnTo>
                <a:lnTo>
                  <a:pt x="214985" y="270040"/>
                </a:lnTo>
                <a:lnTo>
                  <a:pt x="237667" y="310705"/>
                </a:lnTo>
                <a:lnTo>
                  <a:pt x="267322" y="346748"/>
                </a:lnTo>
                <a:lnTo>
                  <a:pt x="303923" y="378320"/>
                </a:lnTo>
                <a:lnTo>
                  <a:pt x="347472" y="405561"/>
                </a:lnTo>
                <a:lnTo>
                  <a:pt x="397954" y="428625"/>
                </a:lnTo>
                <a:lnTo>
                  <a:pt x="405993" y="420370"/>
                </a:lnTo>
                <a:lnTo>
                  <a:pt x="422681" y="402704"/>
                </a:lnTo>
                <a:lnTo>
                  <a:pt x="431584" y="393573"/>
                </a:lnTo>
                <a:close/>
              </a:path>
              <a:path w="861695" h="434975">
                <a:moveTo>
                  <a:pt x="503199" y="85445"/>
                </a:moveTo>
                <a:lnTo>
                  <a:pt x="468147" y="85445"/>
                </a:lnTo>
                <a:lnTo>
                  <a:pt x="468147" y="430161"/>
                </a:lnTo>
                <a:lnTo>
                  <a:pt x="503199" y="430161"/>
                </a:lnTo>
                <a:lnTo>
                  <a:pt x="503199" y="85445"/>
                </a:lnTo>
                <a:close/>
              </a:path>
              <a:path w="861695" h="434975">
                <a:moveTo>
                  <a:pt x="582549" y="67157"/>
                </a:moveTo>
                <a:lnTo>
                  <a:pt x="567359" y="50876"/>
                </a:lnTo>
                <a:lnTo>
                  <a:pt x="551446" y="34150"/>
                </a:lnTo>
                <a:lnTo>
                  <a:pt x="534682" y="17145"/>
                </a:lnTo>
                <a:lnTo>
                  <a:pt x="516915" y="0"/>
                </a:lnTo>
                <a:lnTo>
                  <a:pt x="491007" y="22860"/>
                </a:lnTo>
                <a:lnTo>
                  <a:pt x="507657" y="39204"/>
                </a:lnTo>
                <a:lnTo>
                  <a:pt x="523595" y="56095"/>
                </a:lnTo>
                <a:lnTo>
                  <a:pt x="539280" y="73533"/>
                </a:lnTo>
                <a:lnTo>
                  <a:pt x="555117" y="91541"/>
                </a:lnTo>
                <a:lnTo>
                  <a:pt x="582549" y="67157"/>
                </a:lnTo>
                <a:close/>
              </a:path>
              <a:path w="861695" h="434975">
                <a:moveTo>
                  <a:pt x="799058" y="146494"/>
                </a:moveTo>
                <a:lnTo>
                  <a:pt x="721334" y="146494"/>
                </a:lnTo>
                <a:lnTo>
                  <a:pt x="721334" y="82397"/>
                </a:lnTo>
                <a:lnTo>
                  <a:pt x="689229" y="82397"/>
                </a:lnTo>
                <a:lnTo>
                  <a:pt x="689229" y="146494"/>
                </a:lnTo>
                <a:lnTo>
                  <a:pt x="538264" y="146494"/>
                </a:lnTo>
                <a:lnTo>
                  <a:pt x="538264" y="178511"/>
                </a:lnTo>
                <a:lnTo>
                  <a:pt x="678561" y="178511"/>
                </a:lnTo>
                <a:lnTo>
                  <a:pt x="645693" y="219430"/>
                </a:lnTo>
                <a:lnTo>
                  <a:pt x="608825" y="257797"/>
                </a:lnTo>
                <a:lnTo>
                  <a:pt x="567931" y="293890"/>
                </a:lnTo>
                <a:lnTo>
                  <a:pt x="523011" y="327952"/>
                </a:lnTo>
                <a:lnTo>
                  <a:pt x="529615" y="333946"/>
                </a:lnTo>
                <a:lnTo>
                  <a:pt x="535774" y="340385"/>
                </a:lnTo>
                <a:lnTo>
                  <a:pt x="541667" y="347103"/>
                </a:lnTo>
                <a:lnTo>
                  <a:pt x="547408" y="353961"/>
                </a:lnTo>
                <a:lnTo>
                  <a:pt x="587387" y="322160"/>
                </a:lnTo>
                <a:lnTo>
                  <a:pt x="624636" y="288518"/>
                </a:lnTo>
                <a:lnTo>
                  <a:pt x="658723" y="252882"/>
                </a:lnTo>
                <a:lnTo>
                  <a:pt x="689229" y="215087"/>
                </a:lnTo>
                <a:lnTo>
                  <a:pt x="689229" y="332524"/>
                </a:lnTo>
                <a:lnTo>
                  <a:pt x="687514" y="344817"/>
                </a:lnTo>
                <a:lnTo>
                  <a:pt x="682371" y="353949"/>
                </a:lnTo>
                <a:lnTo>
                  <a:pt x="673798" y="359625"/>
                </a:lnTo>
                <a:lnTo>
                  <a:pt x="661797" y="361581"/>
                </a:lnTo>
                <a:lnTo>
                  <a:pt x="651560" y="360667"/>
                </a:lnTo>
                <a:lnTo>
                  <a:pt x="625360" y="359435"/>
                </a:lnTo>
                <a:lnTo>
                  <a:pt x="609981" y="358533"/>
                </a:lnTo>
                <a:lnTo>
                  <a:pt x="611124" y="365696"/>
                </a:lnTo>
                <a:lnTo>
                  <a:pt x="612267" y="373583"/>
                </a:lnTo>
                <a:lnTo>
                  <a:pt x="613410" y="382320"/>
                </a:lnTo>
                <a:lnTo>
                  <a:pt x="614553" y="392061"/>
                </a:lnTo>
                <a:lnTo>
                  <a:pt x="632815" y="392290"/>
                </a:lnTo>
                <a:lnTo>
                  <a:pt x="661911" y="393344"/>
                </a:lnTo>
                <a:lnTo>
                  <a:pt x="672465" y="393585"/>
                </a:lnTo>
                <a:lnTo>
                  <a:pt x="693635" y="390461"/>
                </a:lnTo>
                <a:lnTo>
                  <a:pt x="708939" y="381203"/>
                </a:lnTo>
                <a:lnTo>
                  <a:pt x="718210" y="365937"/>
                </a:lnTo>
                <a:lnTo>
                  <a:pt x="718845" y="361581"/>
                </a:lnTo>
                <a:lnTo>
                  <a:pt x="721321" y="344817"/>
                </a:lnTo>
                <a:lnTo>
                  <a:pt x="721334" y="215087"/>
                </a:lnTo>
                <a:lnTo>
                  <a:pt x="721334" y="178511"/>
                </a:lnTo>
                <a:lnTo>
                  <a:pt x="799058" y="178511"/>
                </a:lnTo>
                <a:lnTo>
                  <a:pt x="799058" y="146494"/>
                </a:lnTo>
                <a:close/>
              </a:path>
              <a:path w="861695" h="434975">
                <a:moveTo>
                  <a:pt x="861631" y="28956"/>
                </a:moveTo>
                <a:lnTo>
                  <a:pt x="606933" y="28956"/>
                </a:lnTo>
                <a:lnTo>
                  <a:pt x="606933" y="61061"/>
                </a:lnTo>
                <a:lnTo>
                  <a:pt x="826490" y="61061"/>
                </a:lnTo>
                <a:lnTo>
                  <a:pt x="826490" y="364629"/>
                </a:lnTo>
                <a:lnTo>
                  <a:pt x="824484" y="378625"/>
                </a:lnTo>
                <a:lnTo>
                  <a:pt x="818489" y="388632"/>
                </a:lnTo>
                <a:lnTo>
                  <a:pt x="808482" y="394627"/>
                </a:lnTo>
                <a:lnTo>
                  <a:pt x="794753" y="396595"/>
                </a:lnTo>
                <a:lnTo>
                  <a:pt x="777316" y="396582"/>
                </a:lnTo>
                <a:lnTo>
                  <a:pt x="760006" y="396252"/>
                </a:lnTo>
                <a:lnTo>
                  <a:pt x="742403" y="395338"/>
                </a:lnTo>
                <a:lnTo>
                  <a:pt x="724382" y="393585"/>
                </a:lnTo>
                <a:lnTo>
                  <a:pt x="727278" y="404444"/>
                </a:lnTo>
                <a:lnTo>
                  <a:pt x="729335" y="414159"/>
                </a:lnTo>
                <a:lnTo>
                  <a:pt x="730808" y="422732"/>
                </a:lnTo>
                <a:lnTo>
                  <a:pt x="732002" y="430161"/>
                </a:lnTo>
                <a:lnTo>
                  <a:pt x="802106" y="430161"/>
                </a:lnTo>
                <a:lnTo>
                  <a:pt x="846759" y="414350"/>
                </a:lnTo>
                <a:lnTo>
                  <a:pt x="861631" y="367677"/>
                </a:lnTo>
                <a:lnTo>
                  <a:pt x="861631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5" name="object 7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5814822"/>
            <a:ext cx="109823" cy="109823"/>
          </a:xfrm>
          <a:prstGeom prst="rect">
            <a:avLst/>
          </a:prstGeom>
        </p:spPr>
      </p:pic>
      <p:grpSp>
        <p:nvGrpSpPr>
          <p:cNvPr id="76" name="object 76" descr=""/>
          <p:cNvGrpSpPr/>
          <p:nvPr/>
        </p:nvGrpSpPr>
        <p:grpSpPr>
          <a:xfrm>
            <a:off x="1294542" y="5636323"/>
            <a:ext cx="6228715" cy="441325"/>
            <a:chOff x="1294542" y="5636323"/>
            <a:chExt cx="6228715" cy="441325"/>
          </a:xfrm>
        </p:grpSpPr>
        <p:sp>
          <p:nvSpPr>
            <p:cNvPr id="77" name="object 77" descr=""/>
            <p:cNvSpPr/>
            <p:nvPr/>
          </p:nvSpPr>
          <p:spPr>
            <a:xfrm>
              <a:off x="1294536" y="5637847"/>
              <a:ext cx="1334770" cy="438150"/>
            </a:xfrm>
            <a:custGeom>
              <a:avLst/>
              <a:gdLst/>
              <a:ahLst/>
              <a:cxnLst/>
              <a:rect l="l" t="t" r="r" b="b"/>
              <a:pathLst>
                <a:path w="1334770" h="438150">
                  <a:moveTo>
                    <a:pt x="74764" y="151079"/>
                  </a:moveTo>
                  <a:lnTo>
                    <a:pt x="62750" y="128841"/>
                  </a:lnTo>
                  <a:lnTo>
                    <a:pt x="51714" y="108165"/>
                  </a:lnTo>
                  <a:lnTo>
                    <a:pt x="41554" y="89484"/>
                  </a:lnTo>
                  <a:lnTo>
                    <a:pt x="32092" y="73253"/>
                  </a:lnTo>
                  <a:lnTo>
                    <a:pt x="3048" y="88493"/>
                  </a:lnTo>
                  <a:lnTo>
                    <a:pt x="11391" y="103911"/>
                  </a:lnTo>
                  <a:lnTo>
                    <a:pt x="20624" y="122643"/>
                  </a:lnTo>
                  <a:lnTo>
                    <a:pt x="42760" y="169367"/>
                  </a:lnTo>
                  <a:lnTo>
                    <a:pt x="74764" y="151079"/>
                  </a:lnTo>
                  <a:close/>
                </a:path>
                <a:path w="1334770" h="438150">
                  <a:moveTo>
                    <a:pt x="115912" y="7620"/>
                  </a:moveTo>
                  <a:lnTo>
                    <a:pt x="80860" y="7620"/>
                  </a:lnTo>
                  <a:lnTo>
                    <a:pt x="80860" y="219748"/>
                  </a:lnTo>
                  <a:lnTo>
                    <a:pt x="59461" y="244017"/>
                  </a:lnTo>
                  <a:lnTo>
                    <a:pt x="38760" y="266420"/>
                  </a:lnTo>
                  <a:lnTo>
                    <a:pt x="18884" y="286829"/>
                  </a:lnTo>
                  <a:lnTo>
                    <a:pt x="0" y="305092"/>
                  </a:lnTo>
                  <a:lnTo>
                    <a:pt x="21336" y="337197"/>
                  </a:lnTo>
                  <a:lnTo>
                    <a:pt x="36893" y="319989"/>
                  </a:lnTo>
                  <a:lnTo>
                    <a:pt x="51714" y="302818"/>
                  </a:lnTo>
                  <a:lnTo>
                    <a:pt x="66217" y="285661"/>
                  </a:lnTo>
                  <a:lnTo>
                    <a:pt x="80860" y="268516"/>
                  </a:lnTo>
                  <a:lnTo>
                    <a:pt x="80860" y="437870"/>
                  </a:lnTo>
                  <a:lnTo>
                    <a:pt x="115912" y="437870"/>
                  </a:lnTo>
                  <a:lnTo>
                    <a:pt x="115912" y="268516"/>
                  </a:lnTo>
                  <a:lnTo>
                    <a:pt x="115912" y="7620"/>
                  </a:lnTo>
                  <a:close/>
                </a:path>
                <a:path w="1334770" h="438150">
                  <a:moveTo>
                    <a:pt x="269938" y="346341"/>
                  </a:moveTo>
                  <a:lnTo>
                    <a:pt x="255943" y="330288"/>
                  </a:lnTo>
                  <a:lnTo>
                    <a:pt x="241363" y="314096"/>
                  </a:lnTo>
                  <a:lnTo>
                    <a:pt x="226225" y="297611"/>
                  </a:lnTo>
                  <a:lnTo>
                    <a:pt x="210502" y="280708"/>
                  </a:lnTo>
                  <a:lnTo>
                    <a:pt x="184594" y="300520"/>
                  </a:lnTo>
                  <a:lnTo>
                    <a:pt x="199212" y="316865"/>
                  </a:lnTo>
                  <a:lnTo>
                    <a:pt x="213550" y="333756"/>
                  </a:lnTo>
                  <a:lnTo>
                    <a:pt x="227888" y="351193"/>
                  </a:lnTo>
                  <a:lnTo>
                    <a:pt x="242506" y="369201"/>
                  </a:lnTo>
                  <a:lnTo>
                    <a:pt x="269938" y="346341"/>
                  </a:lnTo>
                  <a:close/>
                </a:path>
                <a:path w="1334770" h="438150">
                  <a:moveTo>
                    <a:pt x="419392" y="56489"/>
                  </a:moveTo>
                  <a:lnTo>
                    <a:pt x="245554" y="56489"/>
                  </a:lnTo>
                  <a:lnTo>
                    <a:pt x="254457" y="47078"/>
                  </a:lnTo>
                  <a:lnTo>
                    <a:pt x="263080" y="37249"/>
                  </a:lnTo>
                  <a:lnTo>
                    <a:pt x="271703" y="27127"/>
                  </a:lnTo>
                  <a:lnTo>
                    <a:pt x="280606" y="16865"/>
                  </a:lnTo>
                  <a:lnTo>
                    <a:pt x="248602" y="1524"/>
                  </a:lnTo>
                  <a:lnTo>
                    <a:pt x="223151" y="33350"/>
                  </a:lnTo>
                  <a:lnTo>
                    <a:pt x="194678" y="62585"/>
                  </a:lnTo>
                  <a:lnTo>
                    <a:pt x="163055" y="89535"/>
                  </a:lnTo>
                  <a:lnTo>
                    <a:pt x="128117" y="114490"/>
                  </a:lnTo>
                  <a:lnTo>
                    <a:pt x="133807" y="121119"/>
                  </a:lnTo>
                  <a:lnTo>
                    <a:pt x="139357" y="127457"/>
                  </a:lnTo>
                  <a:lnTo>
                    <a:pt x="144614" y="133781"/>
                  </a:lnTo>
                  <a:lnTo>
                    <a:pt x="149453" y="140411"/>
                  </a:lnTo>
                  <a:lnTo>
                    <a:pt x="167462" y="126669"/>
                  </a:lnTo>
                  <a:lnTo>
                    <a:pt x="184581" y="112928"/>
                  </a:lnTo>
                  <a:lnTo>
                    <a:pt x="200545" y="99174"/>
                  </a:lnTo>
                  <a:lnTo>
                    <a:pt x="215074" y="85445"/>
                  </a:lnTo>
                  <a:lnTo>
                    <a:pt x="376720" y="85445"/>
                  </a:lnTo>
                  <a:lnTo>
                    <a:pt x="355879" y="104292"/>
                  </a:lnTo>
                  <a:lnTo>
                    <a:pt x="332320" y="121881"/>
                  </a:lnTo>
                  <a:lnTo>
                    <a:pt x="306158" y="138036"/>
                  </a:lnTo>
                  <a:lnTo>
                    <a:pt x="277558" y="152603"/>
                  </a:lnTo>
                  <a:lnTo>
                    <a:pt x="266433" y="143141"/>
                  </a:lnTo>
                  <a:lnTo>
                    <a:pt x="253746" y="132969"/>
                  </a:lnTo>
                  <a:lnTo>
                    <a:pt x="224218" y="109829"/>
                  </a:lnTo>
                  <a:lnTo>
                    <a:pt x="202882" y="131267"/>
                  </a:lnTo>
                  <a:lnTo>
                    <a:pt x="215785" y="140385"/>
                  </a:lnTo>
                  <a:lnTo>
                    <a:pt x="227266" y="149364"/>
                  </a:lnTo>
                  <a:lnTo>
                    <a:pt x="237604" y="158051"/>
                  </a:lnTo>
                  <a:lnTo>
                    <a:pt x="247078" y="166319"/>
                  </a:lnTo>
                  <a:lnTo>
                    <a:pt x="221576" y="176034"/>
                  </a:lnTo>
                  <a:lnTo>
                    <a:pt x="195059" y="184607"/>
                  </a:lnTo>
                  <a:lnTo>
                    <a:pt x="167093" y="192036"/>
                  </a:lnTo>
                  <a:lnTo>
                    <a:pt x="137261" y="198323"/>
                  </a:lnTo>
                  <a:lnTo>
                    <a:pt x="141566" y="206311"/>
                  </a:lnTo>
                  <a:lnTo>
                    <a:pt x="145453" y="214172"/>
                  </a:lnTo>
                  <a:lnTo>
                    <a:pt x="149047" y="221754"/>
                  </a:lnTo>
                  <a:lnTo>
                    <a:pt x="152501" y="228892"/>
                  </a:lnTo>
                  <a:lnTo>
                    <a:pt x="217068" y="210312"/>
                  </a:lnTo>
                  <a:lnTo>
                    <a:pt x="273545" y="189699"/>
                  </a:lnTo>
                  <a:lnTo>
                    <a:pt x="321983" y="167081"/>
                  </a:lnTo>
                  <a:lnTo>
                    <a:pt x="345706" y="152603"/>
                  </a:lnTo>
                  <a:lnTo>
                    <a:pt x="362407" y="142417"/>
                  </a:lnTo>
                  <a:lnTo>
                    <a:pt x="394855" y="115709"/>
                  </a:lnTo>
                  <a:lnTo>
                    <a:pt x="419392" y="86969"/>
                  </a:lnTo>
                  <a:lnTo>
                    <a:pt x="419392" y="85445"/>
                  </a:lnTo>
                  <a:lnTo>
                    <a:pt x="419392" y="56489"/>
                  </a:lnTo>
                  <a:close/>
                </a:path>
                <a:path w="1334770" h="438150">
                  <a:moveTo>
                    <a:pt x="440817" y="242608"/>
                  </a:moveTo>
                  <a:lnTo>
                    <a:pt x="376720" y="242608"/>
                  </a:lnTo>
                  <a:lnTo>
                    <a:pt x="376720" y="187655"/>
                  </a:lnTo>
                  <a:lnTo>
                    <a:pt x="341668" y="187655"/>
                  </a:lnTo>
                  <a:lnTo>
                    <a:pt x="341668" y="242608"/>
                  </a:lnTo>
                  <a:lnTo>
                    <a:pt x="135737" y="242608"/>
                  </a:lnTo>
                  <a:lnTo>
                    <a:pt x="135737" y="273088"/>
                  </a:lnTo>
                  <a:lnTo>
                    <a:pt x="341668" y="273088"/>
                  </a:lnTo>
                  <a:lnTo>
                    <a:pt x="341668" y="366153"/>
                  </a:lnTo>
                  <a:lnTo>
                    <a:pt x="339953" y="379031"/>
                  </a:lnTo>
                  <a:lnTo>
                    <a:pt x="334810" y="388061"/>
                  </a:lnTo>
                  <a:lnTo>
                    <a:pt x="326237" y="393369"/>
                  </a:lnTo>
                  <a:lnTo>
                    <a:pt x="314515" y="395071"/>
                  </a:lnTo>
                  <a:lnTo>
                    <a:pt x="301891" y="395058"/>
                  </a:lnTo>
                  <a:lnTo>
                    <a:pt x="287858" y="394728"/>
                  </a:lnTo>
                  <a:lnTo>
                    <a:pt x="272135" y="393814"/>
                  </a:lnTo>
                  <a:lnTo>
                    <a:pt x="254698" y="392061"/>
                  </a:lnTo>
                  <a:lnTo>
                    <a:pt x="256959" y="402297"/>
                  </a:lnTo>
                  <a:lnTo>
                    <a:pt x="259080" y="412254"/>
                  </a:lnTo>
                  <a:lnTo>
                    <a:pt x="260908" y="421665"/>
                  </a:lnTo>
                  <a:lnTo>
                    <a:pt x="262318" y="430250"/>
                  </a:lnTo>
                  <a:lnTo>
                    <a:pt x="324904" y="430250"/>
                  </a:lnTo>
                  <a:lnTo>
                    <a:pt x="363956" y="416483"/>
                  </a:lnTo>
                  <a:lnTo>
                    <a:pt x="376720" y="375297"/>
                  </a:lnTo>
                  <a:lnTo>
                    <a:pt x="376720" y="273088"/>
                  </a:lnTo>
                  <a:lnTo>
                    <a:pt x="440817" y="273088"/>
                  </a:lnTo>
                  <a:lnTo>
                    <a:pt x="440817" y="242608"/>
                  </a:lnTo>
                  <a:close/>
                </a:path>
                <a:path w="1334770" h="438150">
                  <a:moveTo>
                    <a:pt x="654278" y="51917"/>
                  </a:moveTo>
                  <a:lnTo>
                    <a:pt x="643610" y="18389"/>
                  </a:lnTo>
                  <a:lnTo>
                    <a:pt x="604126" y="25527"/>
                  </a:lnTo>
                  <a:lnTo>
                    <a:pt x="565645" y="30962"/>
                  </a:lnTo>
                  <a:lnTo>
                    <a:pt x="528015" y="34671"/>
                  </a:lnTo>
                  <a:lnTo>
                    <a:pt x="491109" y="36677"/>
                  </a:lnTo>
                  <a:lnTo>
                    <a:pt x="491109" y="227368"/>
                  </a:lnTo>
                  <a:lnTo>
                    <a:pt x="488530" y="285940"/>
                  </a:lnTo>
                  <a:lnTo>
                    <a:pt x="480822" y="335813"/>
                  </a:lnTo>
                  <a:lnTo>
                    <a:pt x="467956" y="376821"/>
                  </a:lnTo>
                  <a:lnTo>
                    <a:pt x="449961" y="408825"/>
                  </a:lnTo>
                  <a:lnTo>
                    <a:pt x="456552" y="414807"/>
                  </a:lnTo>
                  <a:lnTo>
                    <a:pt x="462724" y="421246"/>
                  </a:lnTo>
                  <a:lnTo>
                    <a:pt x="468604" y="427977"/>
                  </a:lnTo>
                  <a:lnTo>
                    <a:pt x="474345" y="434822"/>
                  </a:lnTo>
                  <a:lnTo>
                    <a:pt x="491782" y="403352"/>
                  </a:lnTo>
                  <a:lnTo>
                    <a:pt x="505206" y="366344"/>
                  </a:lnTo>
                  <a:lnTo>
                    <a:pt x="514642" y="323888"/>
                  </a:lnTo>
                  <a:lnTo>
                    <a:pt x="520065" y="276136"/>
                  </a:lnTo>
                  <a:lnTo>
                    <a:pt x="607034" y="276136"/>
                  </a:lnTo>
                  <a:lnTo>
                    <a:pt x="607034" y="295948"/>
                  </a:lnTo>
                  <a:lnTo>
                    <a:pt x="637514" y="295948"/>
                  </a:lnTo>
                  <a:lnTo>
                    <a:pt x="637514" y="276136"/>
                  </a:lnTo>
                  <a:lnTo>
                    <a:pt x="637514" y="247180"/>
                  </a:lnTo>
                  <a:lnTo>
                    <a:pt x="637514" y="163271"/>
                  </a:lnTo>
                  <a:lnTo>
                    <a:pt x="637514" y="134315"/>
                  </a:lnTo>
                  <a:lnTo>
                    <a:pt x="607034" y="134315"/>
                  </a:lnTo>
                  <a:lnTo>
                    <a:pt x="607034" y="163271"/>
                  </a:lnTo>
                  <a:lnTo>
                    <a:pt x="607034" y="247180"/>
                  </a:lnTo>
                  <a:lnTo>
                    <a:pt x="521589" y="247180"/>
                  </a:lnTo>
                  <a:lnTo>
                    <a:pt x="522465" y="234924"/>
                  </a:lnTo>
                  <a:lnTo>
                    <a:pt x="522922" y="216649"/>
                  </a:lnTo>
                  <a:lnTo>
                    <a:pt x="523062" y="196799"/>
                  </a:lnTo>
                  <a:lnTo>
                    <a:pt x="523113" y="163271"/>
                  </a:lnTo>
                  <a:lnTo>
                    <a:pt x="607034" y="163271"/>
                  </a:lnTo>
                  <a:lnTo>
                    <a:pt x="607034" y="134315"/>
                  </a:lnTo>
                  <a:lnTo>
                    <a:pt x="523113" y="134315"/>
                  </a:lnTo>
                  <a:lnTo>
                    <a:pt x="523113" y="65633"/>
                  </a:lnTo>
                  <a:lnTo>
                    <a:pt x="556247" y="63068"/>
                  </a:lnTo>
                  <a:lnTo>
                    <a:pt x="589267" y="59918"/>
                  </a:lnTo>
                  <a:lnTo>
                    <a:pt x="621995" y="56210"/>
                  </a:lnTo>
                  <a:lnTo>
                    <a:pt x="654278" y="51917"/>
                  </a:lnTo>
                  <a:close/>
                </a:path>
                <a:path w="1334770" h="438150">
                  <a:moveTo>
                    <a:pt x="889165" y="166319"/>
                  </a:moveTo>
                  <a:lnTo>
                    <a:pt x="712190" y="166319"/>
                  </a:lnTo>
                  <a:lnTo>
                    <a:pt x="712190" y="68681"/>
                  </a:lnTo>
                  <a:lnTo>
                    <a:pt x="784288" y="62776"/>
                  </a:lnTo>
                  <a:lnTo>
                    <a:pt x="881545" y="53441"/>
                  </a:lnTo>
                  <a:lnTo>
                    <a:pt x="869353" y="19913"/>
                  </a:lnTo>
                  <a:lnTo>
                    <a:pt x="825614" y="27051"/>
                  </a:lnTo>
                  <a:lnTo>
                    <a:pt x="779335" y="32486"/>
                  </a:lnTo>
                  <a:lnTo>
                    <a:pt x="730770" y="36195"/>
                  </a:lnTo>
                  <a:lnTo>
                    <a:pt x="680186" y="38201"/>
                  </a:lnTo>
                  <a:lnTo>
                    <a:pt x="680059" y="221272"/>
                  </a:lnTo>
                  <a:lnTo>
                    <a:pt x="675652" y="276085"/>
                  </a:lnTo>
                  <a:lnTo>
                    <a:pt x="662279" y="326288"/>
                  </a:lnTo>
                  <a:lnTo>
                    <a:pt x="640321" y="370484"/>
                  </a:lnTo>
                  <a:lnTo>
                    <a:pt x="610082" y="408825"/>
                  </a:lnTo>
                  <a:lnTo>
                    <a:pt x="616026" y="416572"/>
                  </a:lnTo>
                  <a:lnTo>
                    <a:pt x="622274" y="423913"/>
                  </a:lnTo>
                  <a:lnTo>
                    <a:pt x="628510" y="430974"/>
                  </a:lnTo>
                  <a:lnTo>
                    <a:pt x="634466" y="437870"/>
                  </a:lnTo>
                  <a:lnTo>
                    <a:pt x="662444" y="404190"/>
                  </a:lnTo>
                  <a:lnTo>
                    <a:pt x="684199" y="365531"/>
                  </a:lnTo>
                  <a:lnTo>
                    <a:pt x="699744" y="322072"/>
                  </a:lnTo>
                  <a:lnTo>
                    <a:pt x="709079" y="273926"/>
                  </a:lnTo>
                  <a:lnTo>
                    <a:pt x="712190" y="221272"/>
                  </a:lnTo>
                  <a:lnTo>
                    <a:pt x="712190" y="196799"/>
                  </a:lnTo>
                  <a:lnTo>
                    <a:pt x="788479" y="196799"/>
                  </a:lnTo>
                  <a:lnTo>
                    <a:pt x="788479" y="433298"/>
                  </a:lnTo>
                  <a:lnTo>
                    <a:pt x="822007" y="433298"/>
                  </a:lnTo>
                  <a:lnTo>
                    <a:pt x="822007" y="196799"/>
                  </a:lnTo>
                  <a:lnTo>
                    <a:pt x="889165" y="196799"/>
                  </a:lnTo>
                  <a:lnTo>
                    <a:pt x="889165" y="166319"/>
                  </a:lnTo>
                  <a:close/>
                </a:path>
                <a:path w="1334770" h="438150">
                  <a:moveTo>
                    <a:pt x="1334452" y="56489"/>
                  </a:moveTo>
                  <a:lnTo>
                    <a:pt x="1085850" y="56489"/>
                  </a:lnTo>
                  <a:lnTo>
                    <a:pt x="1091298" y="45034"/>
                  </a:lnTo>
                  <a:lnTo>
                    <a:pt x="1096327" y="33439"/>
                  </a:lnTo>
                  <a:lnTo>
                    <a:pt x="1101064" y="21551"/>
                  </a:lnTo>
                  <a:lnTo>
                    <a:pt x="1105662" y="9245"/>
                  </a:lnTo>
                  <a:lnTo>
                    <a:pt x="1069086" y="0"/>
                  </a:lnTo>
                  <a:lnTo>
                    <a:pt x="1064463" y="14655"/>
                  </a:lnTo>
                  <a:lnTo>
                    <a:pt x="1059561" y="28854"/>
                  </a:lnTo>
                  <a:lnTo>
                    <a:pt x="1054087" y="42748"/>
                  </a:lnTo>
                  <a:lnTo>
                    <a:pt x="1047750" y="56489"/>
                  </a:lnTo>
                  <a:lnTo>
                    <a:pt x="912012" y="56489"/>
                  </a:lnTo>
                  <a:lnTo>
                    <a:pt x="912012" y="90017"/>
                  </a:lnTo>
                  <a:lnTo>
                    <a:pt x="1030986" y="90017"/>
                  </a:lnTo>
                  <a:lnTo>
                    <a:pt x="1004925" y="131724"/>
                  </a:lnTo>
                  <a:lnTo>
                    <a:pt x="974547" y="171831"/>
                  </a:lnTo>
                  <a:lnTo>
                    <a:pt x="939609" y="209956"/>
                  </a:lnTo>
                  <a:lnTo>
                    <a:pt x="899820" y="245656"/>
                  </a:lnTo>
                  <a:lnTo>
                    <a:pt x="905281" y="254508"/>
                  </a:lnTo>
                  <a:lnTo>
                    <a:pt x="910297" y="262801"/>
                  </a:lnTo>
                  <a:lnTo>
                    <a:pt x="915047" y="270510"/>
                  </a:lnTo>
                  <a:lnTo>
                    <a:pt x="919632" y="277660"/>
                  </a:lnTo>
                  <a:lnTo>
                    <a:pt x="938733" y="260489"/>
                  </a:lnTo>
                  <a:lnTo>
                    <a:pt x="956970" y="243166"/>
                  </a:lnTo>
                  <a:lnTo>
                    <a:pt x="974077" y="225539"/>
                  </a:lnTo>
                  <a:lnTo>
                    <a:pt x="989736" y="207454"/>
                  </a:lnTo>
                  <a:lnTo>
                    <a:pt x="989736" y="433298"/>
                  </a:lnTo>
                  <a:lnTo>
                    <a:pt x="1024890" y="433298"/>
                  </a:lnTo>
                  <a:lnTo>
                    <a:pt x="1024890" y="335661"/>
                  </a:lnTo>
                  <a:lnTo>
                    <a:pt x="1245971" y="335661"/>
                  </a:lnTo>
                  <a:lnTo>
                    <a:pt x="1245971" y="366141"/>
                  </a:lnTo>
                  <a:lnTo>
                    <a:pt x="1243990" y="379031"/>
                  </a:lnTo>
                  <a:lnTo>
                    <a:pt x="1238161" y="388048"/>
                  </a:lnTo>
                  <a:lnTo>
                    <a:pt x="1228610" y="393369"/>
                  </a:lnTo>
                  <a:lnTo>
                    <a:pt x="1215720" y="395071"/>
                  </a:lnTo>
                  <a:lnTo>
                    <a:pt x="1202055" y="395058"/>
                  </a:lnTo>
                  <a:lnTo>
                    <a:pt x="1186916" y="394716"/>
                  </a:lnTo>
                  <a:lnTo>
                    <a:pt x="1170051" y="393814"/>
                  </a:lnTo>
                  <a:lnTo>
                    <a:pt x="1151483" y="392049"/>
                  </a:lnTo>
                  <a:lnTo>
                    <a:pt x="1153502" y="402920"/>
                  </a:lnTo>
                  <a:lnTo>
                    <a:pt x="1155103" y="412635"/>
                  </a:lnTo>
                  <a:lnTo>
                    <a:pt x="1156411" y="421246"/>
                  </a:lnTo>
                  <a:lnTo>
                    <a:pt x="1157579" y="428726"/>
                  </a:lnTo>
                  <a:lnTo>
                    <a:pt x="1227683" y="428726"/>
                  </a:lnTo>
                  <a:lnTo>
                    <a:pt x="1250810" y="425284"/>
                  </a:lnTo>
                  <a:lnTo>
                    <a:pt x="1267536" y="414959"/>
                  </a:lnTo>
                  <a:lnTo>
                    <a:pt x="1277696" y="397789"/>
                  </a:lnTo>
                  <a:lnTo>
                    <a:pt x="1278077" y="395097"/>
                  </a:lnTo>
                  <a:lnTo>
                    <a:pt x="1281112" y="373761"/>
                  </a:lnTo>
                  <a:lnTo>
                    <a:pt x="1281112" y="140398"/>
                  </a:lnTo>
                  <a:lnTo>
                    <a:pt x="1245971" y="140398"/>
                  </a:lnTo>
                  <a:lnTo>
                    <a:pt x="1245971" y="170878"/>
                  </a:lnTo>
                  <a:lnTo>
                    <a:pt x="1245971" y="222796"/>
                  </a:lnTo>
                  <a:lnTo>
                    <a:pt x="1245971" y="251752"/>
                  </a:lnTo>
                  <a:lnTo>
                    <a:pt x="1245971" y="305092"/>
                  </a:lnTo>
                  <a:lnTo>
                    <a:pt x="1024890" y="305092"/>
                  </a:lnTo>
                  <a:lnTo>
                    <a:pt x="1024890" y="251752"/>
                  </a:lnTo>
                  <a:lnTo>
                    <a:pt x="1245971" y="251752"/>
                  </a:lnTo>
                  <a:lnTo>
                    <a:pt x="1245971" y="222796"/>
                  </a:lnTo>
                  <a:lnTo>
                    <a:pt x="1024890" y="222796"/>
                  </a:lnTo>
                  <a:lnTo>
                    <a:pt x="1024890" y="207454"/>
                  </a:lnTo>
                  <a:lnTo>
                    <a:pt x="1024890" y="170878"/>
                  </a:lnTo>
                  <a:lnTo>
                    <a:pt x="1245971" y="170878"/>
                  </a:lnTo>
                  <a:lnTo>
                    <a:pt x="1245971" y="140398"/>
                  </a:lnTo>
                  <a:lnTo>
                    <a:pt x="1040130" y="140398"/>
                  </a:lnTo>
                  <a:lnTo>
                    <a:pt x="1048753" y="127812"/>
                  </a:lnTo>
                  <a:lnTo>
                    <a:pt x="1056513" y="115214"/>
                  </a:lnTo>
                  <a:lnTo>
                    <a:pt x="1063701" y="102603"/>
                  </a:lnTo>
                  <a:lnTo>
                    <a:pt x="1070610" y="90017"/>
                  </a:lnTo>
                  <a:lnTo>
                    <a:pt x="1334452" y="90017"/>
                  </a:lnTo>
                  <a:lnTo>
                    <a:pt x="1334452" y="5648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2523" y="5636323"/>
              <a:ext cx="4456176" cy="440912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7155370" y="5643943"/>
              <a:ext cx="367665" cy="429259"/>
            </a:xfrm>
            <a:custGeom>
              <a:avLst/>
              <a:gdLst/>
              <a:ahLst/>
              <a:cxnLst/>
              <a:rect l="l" t="t" r="r" b="b"/>
              <a:pathLst>
                <a:path w="367665" h="429260">
                  <a:moveTo>
                    <a:pt x="206332" y="382905"/>
                  </a:moveTo>
                  <a:lnTo>
                    <a:pt x="131159" y="382905"/>
                  </a:lnTo>
                  <a:lnTo>
                    <a:pt x="150328" y="380309"/>
                  </a:lnTo>
                  <a:lnTo>
                    <a:pt x="164496" y="372427"/>
                  </a:lnTo>
                  <a:lnTo>
                    <a:pt x="173807" y="359116"/>
                  </a:lnTo>
                  <a:lnTo>
                    <a:pt x="178403" y="340233"/>
                  </a:lnTo>
                  <a:lnTo>
                    <a:pt x="179808" y="324787"/>
                  </a:lnTo>
                  <a:lnTo>
                    <a:pt x="181641" y="305895"/>
                  </a:lnTo>
                  <a:lnTo>
                    <a:pt x="183761" y="283574"/>
                  </a:lnTo>
                  <a:lnTo>
                    <a:pt x="186023" y="257841"/>
                  </a:lnTo>
                  <a:lnTo>
                    <a:pt x="0" y="257841"/>
                  </a:lnTo>
                  <a:lnTo>
                    <a:pt x="25908" y="123634"/>
                  </a:lnTo>
                  <a:lnTo>
                    <a:pt x="182975" y="123634"/>
                  </a:lnTo>
                  <a:lnTo>
                    <a:pt x="182975" y="50387"/>
                  </a:lnTo>
                  <a:lnTo>
                    <a:pt x="0" y="50387"/>
                  </a:lnTo>
                  <a:lnTo>
                    <a:pt x="0" y="18383"/>
                  </a:lnTo>
                  <a:lnTo>
                    <a:pt x="219551" y="18383"/>
                  </a:lnTo>
                  <a:lnTo>
                    <a:pt x="219551" y="155638"/>
                  </a:lnTo>
                  <a:lnTo>
                    <a:pt x="54864" y="155638"/>
                  </a:lnTo>
                  <a:lnTo>
                    <a:pt x="42672" y="224313"/>
                  </a:lnTo>
                  <a:lnTo>
                    <a:pt x="224123" y="224313"/>
                  </a:lnTo>
                  <a:lnTo>
                    <a:pt x="220956" y="265786"/>
                  </a:lnTo>
                  <a:lnTo>
                    <a:pt x="218217" y="301132"/>
                  </a:lnTo>
                  <a:lnTo>
                    <a:pt x="215765" y="330478"/>
                  </a:lnTo>
                  <a:lnTo>
                    <a:pt x="213455" y="353949"/>
                  </a:lnTo>
                  <a:lnTo>
                    <a:pt x="206332" y="382905"/>
                  </a:lnTo>
                  <a:close/>
                </a:path>
                <a:path w="367665" h="429260">
                  <a:moveTo>
                    <a:pt x="219551" y="172402"/>
                  </a:moveTo>
                  <a:lnTo>
                    <a:pt x="182975" y="172402"/>
                  </a:lnTo>
                  <a:lnTo>
                    <a:pt x="182975" y="155638"/>
                  </a:lnTo>
                  <a:lnTo>
                    <a:pt x="219551" y="155638"/>
                  </a:lnTo>
                  <a:lnTo>
                    <a:pt x="219551" y="172402"/>
                  </a:lnTo>
                  <a:close/>
                </a:path>
                <a:path w="367665" h="429260">
                  <a:moveTo>
                    <a:pt x="138779" y="421100"/>
                  </a:moveTo>
                  <a:lnTo>
                    <a:pt x="117578" y="420838"/>
                  </a:lnTo>
                  <a:lnTo>
                    <a:pt x="95261" y="420147"/>
                  </a:lnTo>
                  <a:lnTo>
                    <a:pt x="47244" y="418052"/>
                  </a:lnTo>
                  <a:lnTo>
                    <a:pt x="45815" y="408591"/>
                  </a:lnTo>
                  <a:lnTo>
                    <a:pt x="43815" y="398728"/>
                  </a:lnTo>
                  <a:lnTo>
                    <a:pt x="41243" y="388597"/>
                  </a:lnTo>
                  <a:lnTo>
                    <a:pt x="38100" y="378333"/>
                  </a:lnTo>
                  <a:lnTo>
                    <a:pt x="61842" y="380333"/>
                  </a:lnTo>
                  <a:lnTo>
                    <a:pt x="85165" y="381762"/>
                  </a:lnTo>
                  <a:lnTo>
                    <a:pt x="108220" y="382619"/>
                  </a:lnTo>
                  <a:lnTo>
                    <a:pt x="131159" y="382905"/>
                  </a:lnTo>
                  <a:lnTo>
                    <a:pt x="206332" y="382905"/>
                  </a:lnTo>
                  <a:lnTo>
                    <a:pt x="206287" y="383086"/>
                  </a:lnTo>
                  <a:lnTo>
                    <a:pt x="191547" y="404098"/>
                  </a:lnTo>
                  <a:lnTo>
                    <a:pt x="169092" y="416822"/>
                  </a:lnTo>
                  <a:lnTo>
                    <a:pt x="138779" y="421100"/>
                  </a:lnTo>
                  <a:close/>
                </a:path>
                <a:path w="367665" h="429260">
                  <a:moveTo>
                    <a:pt x="367474" y="428720"/>
                  </a:moveTo>
                  <a:lnTo>
                    <a:pt x="330898" y="428720"/>
                  </a:lnTo>
                  <a:lnTo>
                    <a:pt x="330898" y="0"/>
                  </a:lnTo>
                  <a:lnTo>
                    <a:pt x="367474" y="0"/>
                  </a:lnTo>
                  <a:lnTo>
                    <a:pt x="367474" y="42872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/>
          <p:nvPr/>
        </p:nvSpPr>
        <p:spPr>
          <a:xfrm>
            <a:off x="7579328" y="5666898"/>
            <a:ext cx="405765" cy="412115"/>
          </a:xfrm>
          <a:custGeom>
            <a:avLst/>
            <a:gdLst/>
            <a:ahLst/>
            <a:cxnLst/>
            <a:rect l="l" t="t" r="r" b="b"/>
            <a:pathLst>
              <a:path w="405765" h="412114">
                <a:moveTo>
                  <a:pt x="25908" y="411861"/>
                </a:moveTo>
                <a:lnTo>
                  <a:pt x="19931" y="404083"/>
                </a:lnTo>
                <a:lnTo>
                  <a:pt x="13525" y="396573"/>
                </a:lnTo>
                <a:lnTo>
                  <a:pt x="6834" y="389063"/>
                </a:lnTo>
                <a:lnTo>
                  <a:pt x="0" y="381285"/>
                </a:lnTo>
                <a:lnTo>
                  <a:pt x="24193" y="338613"/>
                </a:lnTo>
                <a:lnTo>
                  <a:pt x="38100" y="291369"/>
                </a:lnTo>
                <a:lnTo>
                  <a:pt x="46291" y="233934"/>
                </a:lnTo>
                <a:lnTo>
                  <a:pt x="48768" y="157067"/>
                </a:lnTo>
                <a:lnTo>
                  <a:pt x="48768" y="0"/>
                </a:lnTo>
                <a:lnTo>
                  <a:pt x="405669" y="0"/>
                </a:lnTo>
                <a:lnTo>
                  <a:pt x="405669" y="33528"/>
                </a:lnTo>
                <a:lnTo>
                  <a:pt x="83820" y="33528"/>
                </a:lnTo>
                <a:lnTo>
                  <a:pt x="83820" y="114395"/>
                </a:lnTo>
                <a:lnTo>
                  <a:pt x="405669" y="114395"/>
                </a:lnTo>
                <a:lnTo>
                  <a:pt x="405669" y="146399"/>
                </a:lnTo>
                <a:lnTo>
                  <a:pt x="83820" y="146399"/>
                </a:lnTo>
                <a:lnTo>
                  <a:pt x="83772" y="166988"/>
                </a:lnTo>
                <a:lnTo>
                  <a:pt x="83439" y="187594"/>
                </a:lnTo>
                <a:lnTo>
                  <a:pt x="82534" y="208201"/>
                </a:lnTo>
                <a:lnTo>
                  <a:pt x="80772" y="228790"/>
                </a:lnTo>
                <a:lnTo>
                  <a:pt x="405669" y="228790"/>
                </a:lnTo>
                <a:lnTo>
                  <a:pt x="405669" y="259270"/>
                </a:lnTo>
                <a:lnTo>
                  <a:pt x="79248" y="259270"/>
                </a:lnTo>
                <a:lnTo>
                  <a:pt x="73271" y="303070"/>
                </a:lnTo>
                <a:lnTo>
                  <a:pt x="62293" y="342995"/>
                </a:lnTo>
                <a:lnTo>
                  <a:pt x="46458" y="379205"/>
                </a:lnTo>
                <a:lnTo>
                  <a:pt x="25908" y="411861"/>
                </a:lnTo>
                <a:close/>
              </a:path>
              <a:path w="405765" h="412114">
                <a:moveTo>
                  <a:pt x="242411" y="114395"/>
                </a:moveTo>
                <a:lnTo>
                  <a:pt x="207359" y="114395"/>
                </a:lnTo>
                <a:lnTo>
                  <a:pt x="207359" y="33528"/>
                </a:lnTo>
                <a:lnTo>
                  <a:pt x="242411" y="33528"/>
                </a:lnTo>
                <a:lnTo>
                  <a:pt x="242411" y="114395"/>
                </a:lnTo>
                <a:close/>
              </a:path>
              <a:path w="405765" h="412114">
                <a:moveTo>
                  <a:pt x="405669" y="114395"/>
                </a:moveTo>
                <a:lnTo>
                  <a:pt x="370522" y="114395"/>
                </a:lnTo>
                <a:lnTo>
                  <a:pt x="370522" y="33528"/>
                </a:lnTo>
                <a:lnTo>
                  <a:pt x="405669" y="33528"/>
                </a:lnTo>
                <a:lnTo>
                  <a:pt x="405669" y="114395"/>
                </a:lnTo>
                <a:close/>
              </a:path>
              <a:path w="405765" h="412114">
                <a:moveTo>
                  <a:pt x="242411" y="228790"/>
                </a:moveTo>
                <a:lnTo>
                  <a:pt x="207359" y="228790"/>
                </a:lnTo>
                <a:lnTo>
                  <a:pt x="207359" y="146399"/>
                </a:lnTo>
                <a:lnTo>
                  <a:pt x="242411" y="146399"/>
                </a:lnTo>
                <a:lnTo>
                  <a:pt x="242411" y="228790"/>
                </a:lnTo>
                <a:close/>
              </a:path>
              <a:path w="405765" h="412114">
                <a:moveTo>
                  <a:pt x="405669" y="228790"/>
                </a:moveTo>
                <a:lnTo>
                  <a:pt x="370522" y="228790"/>
                </a:lnTo>
                <a:lnTo>
                  <a:pt x="370522" y="146399"/>
                </a:lnTo>
                <a:lnTo>
                  <a:pt x="405669" y="146399"/>
                </a:lnTo>
                <a:lnTo>
                  <a:pt x="405669" y="228790"/>
                </a:lnTo>
                <a:close/>
              </a:path>
              <a:path w="405765" h="412114">
                <a:moveTo>
                  <a:pt x="242411" y="399669"/>
                </a:moveTo>
                <a:lnTo>
                  <a:pt x="207359" y="399669"/>
                </a:lnTo>
                <a:lnTo>
                  <a:pt x="207359" y="259270"/>
                </a:lnTo>
                <a:lnTo>
                  <a:pt x="242411" y="259270"/>
                </a:lnTo>
                <a:lnTo>
                  <a:pt x="242411" y="399669"/>
                </a:lnTo>
                <a:close/>
              </a:path>
              <a:path w="405765" h="412114">
                <a:moveTo>
                  <a:pt x="403375" y="366045"/>
                </a:moveTo>
                <a:lnTo>
                  <a:pt x="343090" y="366045"/>
                </a:lnTo>
                <a:lnTo>
                  <a:pt x="355092" y="364569"/>
                </a:lnTo>
                <a:lnTo>
                  <a:pt x="363664" y="359949"/>
                </a:lnTo>
                <a:lnTo>
                  <a:pt x="368808" y="351901"/>
                </a:lnTo>
                <a:lnTo>
                  <a:pt x="370522" y="340137"/>
                </a:lnTo>
                <a:lnTo>
                  <a:pt x="370522" y="259270"/>
                </a:lnTo>
                <a:lnTo>
                  <a:pt x="405669" y="259270"/>
                </a:lnTo>
                <a:lnTo>
                  <a:pt x="405669" y="349281"/>
                </a:lnTo>
                <a:lnTo>
                  <a:pt x="403375" y="366045"/>
                </a:lnTo>
                <a:close/>
              </a:path>
              <a:path w="405765" h="412114">
                <a:moveTo>
                  <a:pt x="356806" y="401193"/>
                </a:moveTo>
                <a:lnTo>
                  <a:pt x="324231" y="401002"/>
                </a:lnTo>
                <a:lnTo>
                  <a:pt x="306871" y="400550"/>
                </a:lnTo>
                <a:lnTo>
                  <a:pt x="288226" y="399669"/>
                </a:lnTo>
                <a:lnTo>
                  <a:pt x="285750" y="383583"/>
                </a:lnTo>
                <a:lnTo>
                  <a:pt x="284154" y="373857"/>
                </a:lnTo>
                <a:lnTo>
                  <a:pt x="282130" y="362997"/>
                </a:lnTo>
                <a:lnTo>
                  <a:pt x="299799" y="364759"/>
                </a:lnTo>
                <a:lnTo>
                  <a:pt x="316039" y="365664"/>
                </a:lnTo>
                <a:lnTo>
                  <a:pt x="330565" y="365998"/>
                </a:lnTo>
                <a:lnTo>
                  <a:pt x="403375" y="366045"/>
                </a:lnTo>
                <a:lnTo>
                  <a:pt x="402535" y="372180"/>
                </a:lnTo>
                <a:lnTo>
                  <a:pt x="393239" y="388381"/>
                </a:lnTo>
                <a:lnTo>
                  <a:pt x="377943" y="398011"/>
                </a:lnTo>
                <a:lnTo>
                  <a:pt x="356806" y="4011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739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011" y="0"/>
                </a:lnTo>
                <a:lnTo>
                  <a:pt x="9601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739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5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31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414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33716"/>
            <a:ext cx="604520" cy="432434"/>
          </a:xfrm>
          <a:custGeom>
            <a:avLst/>
            <a:gdLst/>
            <a:ahLst/>
            <a:cxnLst/>
            <a:rect l="l" t="t" r="r" b="b"/>
            <a:pathLst>
              <a:path w="604519" h="432434">
                <a:moveTo>
                  <a:pt x="257746" y="352132"/>
                </a:moveTo>
                <a:lnTo>
                  <a:pt x="97637" y="352132"/>
                </a:lnTo>
                <a:lnTo>
                  <a:pt x="97637" y="342"/>
                </a:lnTo>
                <a:lnTo>
                  <a:pt x="0" y="342"/>
                </a:lnTo>
                <a:lnTo>
                  <a:pt x="0" y="352132"/>
                </a:lnTo>
                <a:lnTo>
                  <a:pt x="0" y="432142"/>
                </a:lnTo>
                <a:lnTo>
                  <a:pt x="257746" y="432142"/>
                </a:lnTo>
                <a:lnTo>
                  <a:pt x="257746" y="352132"/>
                </a:lnTo>
                <a:close/>
              </a:path>
              <a:path w="604519" h="432434">
                <a:moveTo>
                  <a:pt x="603986" y="271564"/>
                </a:moveTo>
                <a:lnTo>
                  <a:pt x="553593" y="271564"/>
                </a:lnTo>
                <a:lnTo>
                  <a:pt x="553593" y="120497"/>
                </a:lnTo>
                <a:lnTo>
                  <a:pt x="553593" y="0"/>
                </a:lnTo>
                <a:lnTo>
                  <a:pt x="466725" y="0"/>
                </a:lnTo>
                <a:lnTo>
                  <a:pt x="466725" y="120497"/>
                </a:lnTo>
                <a:lnTo>
                  <a:pt x="466725" y="271564"/>
                </a:lnTo>
                <a:lnTo>
                  <a:pt x="362991" y="271564"/>
                </a:lnTo>
                <a:lnTo>
                  <a:pt x="369849" y="263512"/>
                </a:lnTo>
                <a:lnTo>
                  <a:pt x="376707" y="255320"/>
                </a:lnTo>
                <a:lnTo>
                  <a:pt x="404139" y="219456"/>
                </a:lnTo>
                <a:lnTo>
                  <a:pt x="417855" y="199834"/>
                </a:lnTo>
                <a:lnTo>
                  <a:pt x="424484" y="190423"/>
                </a:lnTo>
                <a:lnTo>
                  <a:pt x="430809" y="180594"/>
                </a:lnTo>
                <a:lnTo>
                  <a:pt x="437146" y="170472"/>
                </a:lnTo>
                <a:lnTo>
                  <a:pt x="443763" y="160210"/>
                </a:lnTo>
                <a:lnTo>
                  <a:pt x="449503" y="150787"/>
                </a:lnTo>
                <a:lnTo>
                  <a:pt x="455244" y="140919"/>
                </a:lnTo>
                <a:lnTo>
                  <a:pt x="460997" y="130771"/>
                </a:lnTo>
                <a:lnTo>
                  <a:pt x="466725" y="120497"/>
                </a:lnTo>
                <a:lnTo>
                  <a:pt x="466725" y="0"/>
                </a:lnTo>
                <a:lnTo>
                  <a:pt x="465201" y="0"/>
                </a:lnTo>
                <a:lnTo>
                  <a:pt x="456857" y="16281"/>
                </a:lnTo>
                <a:lnTo>
                  <a:pt x="447967" y="33007"/>
                </a:lnTo>
                <a:lnTo>
                  <a:pt x="428523" y="67157"/>
                </a:lnTo>
                <a:lnTo>
                  <a:pt x="405472" y="103543"/>
                </a:lnTo>
                <a:lnTo>
                  <a:pt x="381279" y="138785"/>
                </a:lnTo>
                <a:lnTo>
                  <a:pt x="355942" y="173151"/>
                </a:lnTo>
                <a:lnTo>
                  <a:pt x="329463" y="207454"/>
                </a:lnTo>
                <a:lnTo>
                  <a:pt x="302907" y="239661"/>
                </a:lnTo>
                <a:lnTo>
                  <a:pt x="277558" y="268516"/>
                </a:lnTo>
                <a:lnTo>
                  <a:pt x="277558" y="343192"/>
                </a:lnTo>
                <a:lnTo>
                  <a:pt x="466725" y="343192"/>
                </a:lnTo>
                <a:lnTo>
                  <a:pt x="466725" y="431673"/>
                </a:lnTo>
                <a:lnTo>
                  <a:pt x="553593" y="431673"/>
                </a:lnTo>
                <a:lnTo>
                  <a:pt x="553593" y="343192"/>
                </a:lnTo>
                <a:lnTo>
                  <a:pt x="603986" y="343192"/>
                </a:lnTo>
                <a:lnTo>
                  <a:pt x="603986" y="27156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17164" y="967740"/>
            <a:ext cx="166370" cy="67310"/>
          </a:xfrm>
          <a:custGeom>
            <a:avLst/>
            <a:gdLst/>
            <a:ahLst/>
            <a:cxnLst/>
            <a:rect l="l" t="t" r="r" b="b"/>
            <a:pathLst>
              <a:path w="166370" h="67309">
                <a:moveTo>
                  <a:pt x="166115" y="67056"/>
                </a:moveTo>
                <a:lnTo>
                  <a:pt x="0" y="67056"/>
                </a:lnTo>
                <a:lnTo>
                  <a:pt x="0" y="0"/>
                </a:lnTo>
                <a:lnTo>
                  <a:pt x="166115" y="0"/>
                </a:lnTo>
                <a:lnTo>
                  <a:pt x="166115" y="6705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02818" y="831342"/>
            <a:ext cx="280670" cy="311785"/>
          </a:xfrm>
          <a:custGeom>
            <a:avLst/>
            <a:gdLst/>
            <a:ahLst/>
            <a:cxnLst/>
            <a:rect l="l" t="t" r="r" b="b"/>
            <a:pathLst>
              <a:path w="280670" h="311784">
                <a:moveTo>
                  <a:pt x="0" y="311181"/>
                </a:moveTo>
                <a:lnTo>
                  <a:pt x="0" y="239458"/>
                </a:lnTo>
                <a:lnTo>
                  <a:pt x="201358" y="158686"/>
                </a:lnTo>
                <a:lnTo>
                  <a:pt x="0" y="71723"/>
                </a:lnTo>
                <a:lnTo>
                  <a:pt x="0" y="0"/>
                </a:lnTo>
                <a:lnTo>
                  <a:pt x="280606" y="134207"/>
                </a:lnTo>
                <a:lnTo>
                  <a:pt x="280606" y="183070"/>
                </a:lnTo>
                <a:lnTo>
                  <a:pt x="0" y="31118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032027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20" h="431800">
                <a:moveTo>
                  <a:pt x="401097" y="431672"/>
                </a:moveTo>
                <a:lnTo>
                  <a:pt x="285178" y="431672"/>
                </a:lnTo>
                <a:lnTo>
                  <a:pt x="210502" y="291369"/>
                </a:lnTo>
                <a:lnTo>
                  <a:pt x="205144" y="271867"/>
                </a:lnTo>
                <a:lnTo>
                  <a:pt x="202882" y="262413"/>
                </a:lnTo>
                <a:lnTo>
                  <a:pt x="201358" y="262413"/>
                </a:lnTo>
                <a:lnTo>
                  <a:pt x="115919" y="431672"/>
                </a:lnTo>
                <a:lnTo>
                  <a:pt x="0" y="431672"/>
                </a:lnTo>
                <a:lnTo>
                  <a:pt x="138779" y="215074"/>
                </a:lnTo>
                <a:lnTo>
                  <a:pt x="12191" y="0"/>
                </a:lnTo>
                <a:lnTo>
                  <a:pt x="131159" y="0"/>
                </a:lnTo>
                <a:lnTo>
                  <a:pt x="195603" y="137079"/>
                </a:lnTo>
                <a:lnTo>
                  <a:pt x="199060" y="145684"/>
                </a:lnTo>
                <a:lnTo>
                  <a:pt x="202500" y="155433"/>
                </a:lnTo>
                <a:lnTo>
                  <a:pt x="205930" y="166306"/>
                </a:lnTo>
                <a:lnTo>
                  <a:pt x="207454" y="166306"/>
                </a:lnTo>
                <a:lnTo>
                  <a:pt x="209145" y="158838"/>
                </a:lnTo>
                <a:lnTo>
                  <a:pt x="211835" y="150066"/>
                </a:lnTo>
                <a:lnTo>
                  <a:pt x="219646" y="128111"/>
                </a:lnTo>
                <a:lnTo>
                  <a:pt x="288226" y="0"/>
                </a:lnTo>
                <a:lnTo>
                  <a:pt x="396525" y="0"/>
                </a:lnTo>
                <a:lnTo>
                  <a:pt x="268414" y="213550"/>
                </a:lnTo>
                <a:lnTo>
                  <a:pt x="40109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481988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89" h="172719">
                <a:moveTo>
                  <a:pt x="0" y="0"/>
                </a:moveTo>
                <a:lnTo>
                  <a:pt x="97536" y="0"/>
                </a:lnTo>
                <a:lnTo>
                  <a:pt x="97536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81982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536" y="43180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91509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44" y="430530"/>
                </a:lnTo>
                <a:lnTo>
                  <a:pt x="219544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16092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633" y="431672"/>
                </a:moveTo>
                <a:lnTo>
                  <a:pt x="396525" y="431672"/>
                </a:lnTo>
                <a:lnTo>
                  <a:pt x="396573" y="151201"/>
                </a:lnTo>
                <a:lnTo>
                  <a:pt x="396906" y="128885"/>
                </a:lnTo>
                <a:lnTo>
                  <a:pt x="397811" y="105443"/>
                </a:lnTo>
                <a:lnTo>
                  <a:pt x="399573" y="80867"/>
                </a:lnTo>
                <a:lnTo>
                  <a:pt x="396525" y="80867"/>
                </a:lnTo>
                <a:lnTo>
                  <a:pt x="386881" y="127587"/>
                </a:lnTo>
                <a:lnTo>
                  <a:pt x="282130" y="431672"/>
                </a:lnTo>
                <a:lnTo>
                  <a:pt x="202882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915" y="80867"/>
                </a:lnTo>
                <a:lnTo>
                  <a:pt x="85677" y="111766"/>
                </a:lnTo>
                <a:lnTo>
                  <a:pt x="86582" y="140541"/>
                </a:lnTo>
                <a:lnTo>
                  <a:pt x="86915" y="167315"/>
                </a:lnTo>
                <a:lnTo>
                  <a:pt x="86963" y="431672"/>
                </a:lnTo>
                <a:lnTo>
                  <a:pt x="0" y="431672"/>
                </a:lnTo>
                <a:lnTo>
                  <a:pt x="0" y="0"/>
                </a:lnTo>
                <a:lnTo>
                  <a:pt x="141827" y="0"/>
                </a:lnTo>
                <a:lnTo>
                  <a:pt x="235481" y="271200"/>
                </a:lnTo>
                <a:lnTo>
                  <a:pt x="239649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7078" y="317277"/>
                </a:lnTo>
                <a:lnTo>
                  <a:pt x="260794" y="268843"/>
                </a:lnTo>
                <a:lnTo>
                  <a:pt x="353853" y="0"/>
                </a:lnTo>
                <a:lnTo>
                  <a:pt x="492633" y="0"/>
                </a:lnTo>
                <a:lnTo>
                  <a:pt x="492633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906351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657" y="351790"/>
                </a:moveTo>
                <a:lnTo>
                  <a:pt x="97536" y="351790"/>
                </a:lnTo>
                <a:lnTo>
                  <a:pt x="97536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657" y="431800"/>
                </a:lnTo>
                <a:lnTo>
                  <a:pt x="257657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296060" y="1873186"/>
            <a:ext cx="4458335" cy="439420"/>
          </a:xfrm>
          <a:custGeom>
            <a:avLst/>
            <a:gdLst/>
            <a:ahLst/>
            <a:cxnLst/>
            <a:rect l="l" t="t" r="r" b="b"/>
            <a:pathLst>
              <a:path w="4458335" h="439419">
                <a:moveTo>
                  <a:pt x="204406" y="50393"/>
                </a:moveTo>
                <a:lnTo>
                  <a:pt x="192214" y="18288"/>
                </a:lnTo>
                <a:lnTo>
                  <a:pt x="153365" y="25412"/>
                </a:lnTo>
                <a:lnTo>
                  <a:pt x="114973" y="30670"/>
                </a:lnTo>
                <a:lnTo>
                  <a:pt x="77457" y="33934"/>
                </a:lnTo>
                <a:lnTo>
                  <a:pt x="41249" y="35052"/>
                </a:lnTo>
                <a:lnTo>
                  <a:pt x="41249" y="225755"/>
                </a:lnTo>
                <a:lnTo>
                  <a:pt x="38671" y="285013"/>
                </a:lnTo>
                <a:lnTo>
                  <a:pt x="30949" y="334848"/>
                </a:lnTo>
                <a:lnTo>
                  <a:pt x="18059" y="375513"/>
                </a:lnTo>
                <a:lnTo>
                  <a:pt x="0" y="407301"/>
                </a:lnTo>
                <a:lnTo>
                  <a:pt x="6591" y="414159"/>
                </a:lnTo>
                <a:lnTo>
                  <a:pt x="12776" y="421017"/>
                </a:lnTo>
                <a:lnTo>
                  <a:pt x="18681" y="427875"/>
                </a:lnTo>
                <a:lnTo>
                  <a:pt x="24472" y="434733"/>
                </a:lnTo>
                <a:lnTo>
                  <a:pt x="41910" y="402450"/>
                </a:lnTo>
                <a:lnTo>
                  <a:pt x="55346" y="365150"/>
                </a:lnTo>
                <a:lnTo>
                  <a:pt x="64770" y="322986"/>
                </a:lnTo>
                <a:lnTo>
                  <a:pt x="70205" y="276136"/>
                </a:lnTo>
                <a:lnTo>
                  <a:pt x="157073" y="276136"/>
                </a:lnTo>
                <a:lnTo>
                  <a:pt x="157073" y="294424"/>
                </a:lnTo>
                <a:lnTo>
                  <a:pt x="187642" y="294424"/>
                </a:lnTo>
                <a:lnTo>
                  <a:pt x="187642" y="276136"/>
                </a:lnTo>
                <a:lnTo>
                  <a:pt x="187642" y="247091"/>
                </a:lnTo>
                <a:lnTo>
                  <a:pt x="187642" y="161747"/>
                </a:lnTo>
                <a:lnTo>
                  <a:pt x="187642" y="132689"/>
                </a:lnTo>
                <a:lnTo>
                  <a:pt x="157073" y="132689"/>
                </a:lnTo>
                <a:lnTo>
                  <a:pt x="157073" y="161747"/>
                </a:lnTo>
                <a:lnTo>
                  <a:pt x="157073" y="247091"/>
                </a:lnTo>
                <a:lnTo>
                  <a:pt x="71729" y="247091"/>
                </a:lnTo>
                <a:lnTo>
                  <a:pt x="71729" y="161747"/>
                </a:lnTo>
                <a:lnTo>
                  <a:pt x="157073" y="161747"/>
                </a:lnTo>
                <a:lnTo>
                  <a:pt x="157073" y="132689"/>
                </a:lnTo>
                <a:lnTo>
                  <a:pt x="71729" y="132689"/>
                </a:lnTo>
                <a:lnTo>
                  <a:pt x="71729" y="65633"/>
                </a:lnTo>
                <a:lnTo>
                  <a:pt x="105740" y="62826"/>
                </a:lnTo>
                <a:lnTo>
                  <a:pt x="139204" y="59156"/>
                </a:lnTo>
                <a:lnTo>
                  <a:pt x="172097" y="54914"/>
                </a:lnTo>
                <a:lnTo>
                  <a:pt x="204406" y="50393"/>
                </a:lnTo>
                <a:close/>
              </a:path>
              <a:path w="4458335" h="439419">
                <a:moveTo>
                  <a:pt x="439293" y="166319"/>
                </a:moveTo>
                <a:lnTo>
                  <a:pt x="260794" y="166319"/>
                </a:lnTo>
                <a:lnTo>
                  <a:pt x="260794" y="68681"/>
                </a:lnTo>
                <a:lnTo>
                  <a:pt x="294563" y="66065"/>
                </a:lnTo>
                <a:lnTo>
                  <a:pt x="334035" y="62585"/>
                </a:lnTo>
                <a:lnTo>
                  <a:pt x="379183" y="57962"/>
                </a:lnTo>
                <a:lnTo>
                  <a:pt x="430060" y="51917"/>
                </a:lnTo>
                <a:lnTo>
                  <a:pt x="419392" y="19812"/>
                </a:lnTo>
                <a:lnTo>
                  <a:pt x="375043" y="26098"/>
                </a:lnTo>
                <a:lnTo>
                  <a:pt x="328701" y="31242"/>
                </a:lnTo>
                <a:lnTo>
                  <a:pt x="280047" y="35255"/>
                </a:lnTo>
                <a:lnTo>
                  <a:pt x="228790" y="38112"/>
                </a:lnTo>
                <a:lnTo>
                  <a:pt x="228676" y="221183"/>
                </a:lnTo>
                <a:lnTo>
                  <a:pt x="224510" y="276034"/>
                </a:lnTo>
                <a:lnTo>
                  <a:pt x="211645" y="326275"/>
                </a:lnTo>
                <a:lnTo>
                  <a:pt x="190220" y="370484"/>
                </a:lnTo>
                <a:lnTo>
                  <a:pt x="160210" y="408825"/>
                </a:lnTo>
                <a:lnTo>
                  <a:pt x="166166" y="415696"/>
                </a:lnTo>
                <a:lnTo>
                  <a:pt x="172402" y="422732"/>
                </a:lnTo>
                <a:lnTo>
                  <a:pt x="178638" y="430034"/>
                </a:lnTo>
                <a:lnTo>
                  <a:pt x="184594" y="437781"/>
                </a:lnTo>
                <a:lnTo>
                  <a:pt x="212420" y="403555"/>
                </a:lnTo>
                <a:lnTo>
                  <a:pt x="233807" y="364858"/>
                </a:lnTo>
                <a:lnTo>
                  <a:pt x="248894" y="321602"/>
                </a:lnTo>
                <a:lnTo>
                  <a:pt x="257848" y="273735"/>
                </a:lnTo>
                <a:lnTo>
                  <a:pt x="260794" y="221183"/>
                </a:lnTo>
                <a:lnTo>
                  <a:pt x="260794" y="196799"/>
                </a:lnTo>
                <a:lnTo>
                  <a:pt x="338620" y="196799"/>
                </a:lnTo>
                <a:lnTo>
                  <a:pt x="338620" y="433209"/>
                </a:lnTo>
                <a:lnTo>
                  <a:pt x="370624" y="433209"/>
                </a:lnTo>
                <a:lnTo>
                  <a:pt x="370624" y="196799"/>
                </a:lnTo>
                <a:lnTo>
                  <a:pt x="439293" y="196799"/>
                </a:lnTo>
                <a:lnTo>
                  <a:pt x="439293" y="166319"/>
                </a:lnTo>
                <a:close/>
              </a:path>
              <a:path w="4458335" h="439419">
                <a:moveTo>
                  <a:pt x="883069" y="56489"/>
                </a:moveTo>
                <a:lnTo>
                  <a:pt x="635990" y="56489"/>
                </a:lnTo>
                <a:lnTo>
                  <a:pt x="641438" y="44767"/>
                </a:lnTo>
                <a:lnTo>
                  <a:pt x="646468" y="32778"/>
                </a:lnTo>
                <a:lnTo>
                  <a:pt x="655802" y="9144"/>
                </a:lnTo>
                <a:lnTo>
                  <a:pt x="619226" y="0"/>
                </a:lnTo>
                <a:lnTo>
                  <a:pt x="614387" y="14605"/>
                </a:lnTo>
                <a:lnTo>
                  <a:pt x="609130" y="28778"/>
                </a:lnTo>
                <a:lnTo>
                  <a:pt x="603580" y="42697"/>
                </a:lnTo>
                <a:lnTo>
                  <a:pt x="597890" y="56489"/>
                </a:lnTo>
                <a:lnTo>
                  <a:pt x="460629" y="56489"/>
                </a:lnTo>
                <a:lnTo>
                  <a:pt x="460629" y="88493"/>
                </a:lnTo>
                <a:lnTo>
                  <a:pt x="581126" y="88493"/>
                </a:lnTo>
                <a:lnTo>
                  <a:pt x="554774" y="130822"/>
                </a:lnTo>
                <a:lnTo>
                  <a:pt x="523887" y="171030"/>
                </a:lnTo>
                <a:lnTo>
                  <a:pt x="488442" y="209232"/>
                </a:lnTo>
                <a:lnTo>
                  <a:pt x="448437" y="245554"/>
                </a:lnTo>
                <a:lnTo>
                  <a:pt x="454774" y="253619"/>
                </a:lnTo>
                <a:lnTo>
                  <a:pt x="460248" y="261645"/>
                </a:lnTo>
                <a:lnTo>
                  <a:pt x="465150" y="269659"/>
                </a:lnTo>
                <a:lnTo>
                  <a:pt x="469773" y="277660"/>
                </a:lnTo>
                <a:lnTo>
                  <a:pt x="488657" y="260451"/>
                </a:lnTo>
                <a:lnTo>
                  <a:pt x="506539" y="242938"/>
                </a:lnTo>
                <a:lnTo>
                  <a:pt x="523570" y="224853"/>
                </a:lnTo>
                <a:lnTo>
                  <a:pt x="539877" y="205930"/>
                </a:lnTo>
                <a:lnTo>
                  <a:pt x="539877" y="433197"/>
                </a:lnTo>
                <a:lnTo>
                  <a:pt x="574929" y="433197"/>
                </a:lnTo>
                <a:lnTo>
                  <a:pt x="574929" y="334048"/>
                </a:lnTo>
                <a:lnTo>
                  <a:pt x="796099" y="334048"/>
                </a:lnTo>
                <a:lnTo>
                  <a:pt x="796099" y="364617"/>
                </a:lnTo>
                <a:lnTo>
                  <a:pt x="794118" y="378383"/>
                </a:lnTo>
                <a:lnTo>
                  <a:pt x="788289" y="387858"/>
                </a:lnTo>
                <a:lnTo>
                  <a:pt x="778738" y="393344"/>
                </a:lnTo>
                <a:lnTo>
                  <a:pt x="765619" y="395097"/>
                </a:lnTo>
                <a:lnTo>
                  <a:pt x="752170" y="394843"/>
                </a:lnTo>
                <a:lnTo>
                  <a:pt x="736841" y="394144"/>
                </a:lnTo>
                <a:lnTo>
                  <a:pt x="699998" y="392049"/>
                </a:lnTo>
                <a:lnTo>
                  <a:pt x="704380" y="411480"/>
                </a:lnTo>
                <a:lnTo>
                  <a:pt x="706208" y="420344"/>
                </a:lnTo>
                <a:lnTo>
                  <a:pt x="707618" y="428625"/>
                </a:lnTo>
                <a:lnTo>
                  <a:pt x="729335" y="428396"/>
                </a:lnTo>
                <a:lnTo>
                  <a:pt x="764717" y="427342"/>
                </a:lnTo>
                <a:lnTo>
                  <a:pt x="777811" y="427101"/>
                </a:lnTo>
                <a:lnTo>
                  <a:pt x="800938" y="423697"/>
                </a:lnTo>
                <a:lnTo>
                  <a:pt x="817626" y="413575"/>
                </a:lnTo>
                <a:lnTo>
                  <a:pt x="827747" y="396887"/>
                </a:lnTo>
                <a:lnTo>
                  <a:pt x="828014" y="395097"/>
                </a:lnTo>
                <a:lnTo>
                  <a:pt x="831151" y="373761"/>
                </a:lnTo>
                <a:lnTo>
                  <a:pt x="831151" y="334048"/>
                </a:lnTo>
                <a:lnTo>
                  <a:pt x="831151" y="305092"/>
                </a:lnTo>
                <a:lnTo>
                  <a:pt x="831151" y="251752"/>
                </a:lnTo>
                <a:lnTo>
                  <a:pt x="831151" y="222694"/>
                </a:lnTo>
                <a:lnTo>
                  <a:pt x="831151" y="169354"/>
                </a:lnTo>
                <a:lnTo>
                  <a:pt x="831151" y="138785"/>
                </a:lnTo>
                <a:lnTo>
                  <a:pt x="796099" y="138785"/>
                </a:lnTo>
                <a:lnTo>
                  <a:pt x="796099" y="169354"/>
                </a:lnTo>
                <a:lnTo>
                  <a:pt x="796099" y="222694"/>
                </a:lnTo>
                <a:lnTo>
                  <a:pt x="796099" y="251752"/>
                </a:lnTo>
                <a:lnTo>
                  <a:pt x="796099" y="305092"/>
                </a:lnTo>
                <a:lnTo>
                  <a:pt x="574929" y="305092"/>
                </a:lnTo>
                <a:lnTo>
                  <a:pt x="574929" y="251752"/>
                </a:lnTo>
                <a:lnTo>
                  <a:pt x="796099" y="251752"/>
                </a:lnTo>
                <a:lnTo>
                  <a:pt x="796099" y="222694"/>
                </a:lnTo>
                <a:lnTo>
                  <a:pt x="574929" y="222694"/>
                </a:lnTo>
                <a:lnTo>
                  <a:pt x="574929" y="205930"/>
                </a:lnTo>
                <a:lnTo>
                  <a:pt x="574929" y="169354"/>
                </a:lnTo>
                <a:lnTo>
                  <a:pt x="796099" y="169354"/>
                </a:lnTo>
                <a:lnTo>
                  <a:pt x="796099" y="138785"/>
                </a:lnTo>
                <a:lnTo>
                  <a:pt x="590270" y="138785"/>
                </a:lnTo>
                <a:lnTo>
                  <a:pt x="598246" y="126212"/>
                </a:lnTo>
                <a:lnTo>
                  <a:pt x="606082" y="113639"/>
                </a:lnTo>
                <a:lnTo>
                  <a:pt x="613625" y="101066"/>
                </a:lnTo>
                <a:lnTo>
                  <a:pt x="620750" y="88493"/>
                </a:lnTo>
                <a:lnTo>
                  <a:pt x="883069" y="88493"/>
                </a:lnTo>
                <a:lnTo>
                  <a:pt x="883069" y="56489"/>
                </a:lnTo>
                <a:close/>
              </a:path>
              <a:path w="4458335" h="439419">
                <a:moveTo>
                  <a:pt x="1087374" y="76301"/>
                </a:moveTo>
                <a:lnTo>
                  <a:pt x="1052322" y="76301"/>
                </a:lnTo>
                <a:lnTo>
                  <a:pt x="1052322" y="108305"/>
                </a:lnTo>
                <a:lnTo>
                  <a:pt x="1052322" y="215087"/>
                </a:lnTo>
                <a:lnTo>
                  <a:pt x="1052322" y="247091"/>
                </a:lnTo>
                <a:lnTo>
                  <a:pt x="1052322" y="357009"/>
                </a:lnTo>
                <a:lnTo>
                  <a:pt x="953173" y="357009"/>
                </a:lnTo>
                <a:lnTo>
                  <a:pt x="953173" y="247091"/>
                </a:lnTo>
                <a:lnTo>
                  <a:pt x="1052322" y="247091"/>
                </a:lnTo>
                <a:lnTo>
                  <a:pt x="1052322" y="215087"/>
                </a:lnTo>
                <a:lnTo>
                  <a:pt x="953173" y="215087"/>
                </a:lnTo>
                <a:lnTo>
                  <a:pt x="953173" y="108305"/>
                </a:lnTo>
                <a:lnTo>
                  <a:pt x="1052322" y="108305"/>
                </a:lnTo>
                <a:lnTo>
                  <a:pt x="1052322" y="76301"/>
                </a:lnTo>
                <a:lnTo>
                  <a:pt x="998982" y="76301"/>
                </a:lnTo>
                <a:lnTo>
                  <a:pt x="1005840" y="61163"/>
                </a:lnTo>
                <a:lnTo>
                  <a:pt x="1012698" y="45580"/>
                </a:lnTo>
                <a:lnTo>
                  <a:pt x="1019556" y="29718"/>
                </a:lnTo>
                <a:lnTo>
                  <a:pt x="1026414" y="13716"/>
                </a:lnTo>
                <a:lnTo>
                  <a:pt x="989749" y="3048"/>
                </a:lnTo>
                <a:lnTo>
                  <a:pt x="983742" y="19646"/>
                </a:lnTo>
                <a:lnTo>
                  <a:pt x="977176" y="37388"/>
                </a:lnTo>
                <a:lnTo>
                  <a:pt x="970026" y="56286"/>
                </a:lnTo>
                <a:lnTo>
                  <a:pt x="962317" y="76301"/>
                </a:lnTo>
                <a:lnTo>
                  <a:pt x="918121" y="76301"/>
                </a:lnTo>
                <a:lnTo>
                  <a:pt x="918121" y="427113"/>
                </a:lnTo>
                <a:lnTo>
                  <a:pt x="953173" y="427113"/>
                </a:lnTo>
                <a:lnTo>
                  <a:pt x="953173" y="390537"/>
                </a:lnTo>
                <a:lnTo>
                  <a:pt x="1052322" y="390537"/>
                </a:lnTo>
                <a:lnTo>
                  <a:pt x="1052322" y="424065"/>
                </a:lnTo>
                <a:lnTo>
                  <a:pt x="1087374" y="424065"/>
                </a:lnTo>
                <a:lnTo>
                  <a:pt x="1087374" y="390537"/>
                </a:lnTo>
                <a:lnTo>
                  <a:pt x="1087374" y="357009"/>
                </a:lnTo>
                <a:lnTo>
                  <a:pt x="1087374" y="247091"/>
                </a:lnTo>
                <a:lnTo>
                  <a:pt x="1087374" y="215087"/>
                </a:lnTo>
                <a:lnTo>
                  <a:pt x="1087374" y="108305"/>
                </a:lnTo>
                <a:lnTo>
                  <a:pt x="1087374" y="76301"/>
                </a:lnTo>
                <a:close/>
              </a:path>
              <a:path w="4458335" h="439419">
                <a:moveTo>
                  <a:pt x="1236827" y="274612"/>
                </a:moveTo>
                <a:lnTo>
                  <a:pt x="1220825" y="252869"/>
                </a:lnTo>
                <a:lnTo>
                  <a:pt x="1202537" y="228993"/>
                </a:lnTo>
                <a:lnTo>
                  <a:pt x="1181963" y="203149"/>
                </a:lnTo>
                <a:lnTo>
                  <a:pt x="1159103" y="175463"/>
                </a:lnTo>
                <a:lnTo>
                  <a:pt x="1131671" y="195275"/>
                </a:lnTo>
                <a:lnTo>
                  <a:pt x="1151648" y="221310"/>
                </a:lnTo>
                <a:lnTo>
                  <a:pt x="1170343" y="246938"/>
                </a:lnTo>
                <a:lnTo>
                  <a:pt x="1187602" y="272288"/>
                </a:lnTo>
                <a:lnTo>
                  <a:pt x="1203299" y="297472"/>
                </a:lnTo>
                <a:lnTo>
                  <a:pt x="1236827" y="274612"/>
                </a:lnTo>
                <a:close/>
              </a:path>
              <a:path w="4458335" h="439419">
                <a:moveTo>
                  <a:pt x="1317688" y="74777"/>
                </a:moveTo>
                <a:lnTo>
                  <a:pt x="1177391" y="74777"/>
                </a:lnTo>
                <a:lnTo>
                  <a:pt x="1183106" y="59639"/>
                </a:lnTo>
                <a:lnTo>
                  <a:pt x="1188821" y="44056"/>
                </a:lnTo>
                <a:lnTo>
                  <a:pt x="1194536" y="28194"/>
                </a:lnTo>
                <a:lnTo>
                  <a:pt x="1200251" y="12192"/>
                </a:lnTo>
                <a:lnTo>
                  <a:pt x="1163675" y="3048"/>
                </a:lnTo>
                <a:lnTo>
                  <a:pt x="1148194" y="49352"/>
                </a:lnTo>
                <a:lnTo>
                  <a:pt x="1131430" y="91922"/>
                </a:lnTo>
                <a:lnTo>
                  <a:pt x="1113231" y="130492"/>
                </a:lnTo>
                <a:lnTo>
                  <a:pt x="1093470" y="164795"/>
                </a:lnTo>
                <a:lnTo>
                  <a:pt x="1102309" y="169341"/>
                </a:lnTo>
                <a:lnTo>
                  <a:pt x="1110424" y="173748"/>
                </a:lnTo>
                <a:lnTo>
                  <a:pt x="1117688" y="177863"/>
                </a:lnTo>
                <a:lnTo>
                  <a:pt x="1123950" y="181559"/>
                </a:lnTo>
                <a:lnTo>
                  <a:pt x="1134059" y="164934"/>
                </a:lnTo>
                <a:lnTo>
                  <a:pt x="1143850" y="147027"/>
                </a:lnTo>
                <a:lnTo>
                  <a:pt x="1153617" y="127685"/>
                </a:lnTo>
                <a:lnTo>
                  <a:pt x="1163675" y="106781"/>
                </a:lnTo>
                <a:lnTo>
                  <a:pt x="1281112" y="106781"/>
                </a:lnTo>
                <a:lnTo>
                  <a:pt x="1279969" y="175463"/>
                </a:lnTo>
                <a:lnTo>
                  <a:pt x="1278674" y="228993"/>
                </a:lnTo>
                <a:lnTo>
                  <a:pt x="1277048" y="278650"/>
                </a:lnTo>
                <a:lnTo>
                  <a:pt x="1275308" y="318376"/>
                </a:lnTo>
                <a:lnTo>
                  <a:pt x="1269809" y="367347"/>
                </a:lnTo>
                <a:lnTo>
                  <a:pt x="1230731" y="390537"/>
                </a:lnTo>
                <a:lnTo>
                  <a:pt x="1211884" y="390220"/>
                </a:lnTo>
                <a:lnTo>
                  <a:pt x="1192060" y="389204"/>
                </a:lnTo>
                <a:lnTo>
                  <a:pt x="1171359" y="387311"/>
                </a:lnTo>
                <a:lnTo>
                  <a:pt x="1149959" y="384441"/>
                </a:lnTo>
                <a:lnTo>
                  <a:pt x="1151331" y="393623"/>
                </a:lnTo>
                <a:lnTo>
                  <a:pt x="1153007" y="403110"/>
                </a:lnTo>
                <a:lnTo>
                  <a:pt x="1154671" y="413156"/>
                </a:lnTo>
                <a:lnTo>
                  <a:pt x="1156055" y="424065"/>
                </a:lnTo>
                <a:lnTo>
                  <a:pt x="1197013" y="426161"/>
                </a:lnTo>
                <a:lnTo>
                  <a:pt x="1217129" y="426847"/>
                </a:lnTo>
                <a:lnTo>
                  <a:pt x="1236827" y="427113"/>
                </a:lnTo>
                <a:lnTo>
                  <a:pt x="1267802" y="422821"/>
                </a:lnTo>
                <a:lnTo>
                  <a:pt x="1290053" y="409968"/>
                </a:lnTo>
                <a:lnTo>
                  <a:pt x="1302689" y="390537"/>
                </a:lnTo>
                <a:lnTo>
                  <a:pt x="1303997" y="388531"/>
                </a:lnTo>
                <a:lnTo>
                  <a:pt x="1310944" y="334098"/>
                </a:lnTo>
                <a:lnTo>
                  <a:pt x="1313307" y="257797"/>
                </a:lnTo>
                <a:lnTo>
                  <a:pt x="1314691" y="205943"/>
                </a:lnTo>
                <a:lnTo>
                  <a:pt x="1316126" y="147027"/>
                </a:lnTo>
                <a:lnTo>
                  <a:pt x="1317002" y="106781"/>
                </a:lnTo>
                <a:lnTo>
                  <a:pt x="1317688" y="74777"/>
                </a:lnTo>
                <a:close/>
              </a:path>
              <a:path w="4458335" h="439419">
                <a:moveTo>
                  <a:pt x="1759940" y="24384"/>
                </a:moveTo>
                <a:lnTo>
                  <a:pt x="1729460" y="24384"/>
                </a:lnTo>
                <a:lnTo>
                  <a:pt x="1729460" y="48869"/>
                </a:lnTo>
                <a:lnTo>
                  <a:pt x="1729460" y="82397"/>
                </a:lnTo>
                <a:lnTo>
                  <a:pt x="1429029" y="82397"/>
                </a:lnTo>
                <a:lnTo>
                  <a:pt x="1429029" y="48869"/>
                </a:lnTo>
                <a:lnTo>
                  <a:pt x="1729460" y="48869"/>
                </a:lnTo>
                <a:lnTo>
                  <a:pt x="1729460" y="24384"/>
                </a:lnTo>
                <a:lnTo>
                  <a:pt x="1399984" y="24384"/>
                </a:lnTo>
                <a:lnTo>
                  <a:pt x="1399984" y="207467"/>
                </a:lnTo>
                <a:lnTo>
                  <a:pt x="1396580" y="272402"/>
                </a:lnTo>
                <a:lnTo>
                  <a:pt x="1386459" y="327609"/>
                </a:lnTo>
                <a:lnTo>
                  <a:pt x="1369771" y="373087"/>
                </a:lnTo>
                <a:lnTo>
                  <a:pt x="1346644" y="408825"/>
                </a:lnTo>
                <a:lnTo>
                  <a:pt x="1352334" y="415696"/>
                </a:lnTo>
                <a:lnTo>
                  <a:pt x="1357884" y="422732"/>
                </a:lnTo>
                <a:lnTo>
                  <a:pt x="1363141" y="430034"/>
                </a:lnTo>
                <a:lnTo>
                  <a:pt x="1367980" y="437781"/>
                </a:lnTo>
                <a:lnTo>
                  <a:pt x="1390167" y="404660"/>
                </a:lnTo>
                <a:lnTo>
                  <a:pt x="1407287" y="365683"/>
                </a:lnTo>
                <a:lnTo>
                  <a:pt x="1419428" y="320827"/>
                </a:lnTo>
                <a:lnTo>
                  <a:pt x="1426641" y="270129"/>
                </a:lnTo>
                <a:lnTo>
                  <a:pt x="1429029" y="213563"/>
                </a:lnTo>
                <a:lnTo>
                  <a:pt x="1429029" y="108305"/>
                </a:lnTo>
                <a:lnTo>
                  <a:pt x="1729460" y="108305"/>
                </a:lnTo>
                <a:lnTo>
                  <a:pt x="1729460" y="117449"/>
                </a:lnTo>
                <a:lnTo>
                  <a:pt x="1759940" y="117449"/>
                </a:lnTo>
                <a:lnTo>
                  <a:pt x="1759940" y="108305"/>
                </a:lnTo>
                <a:lnTo>
                  <a:pt x="1759940" y="82397"/>
                </a:lnTo>
                <a:lnTo>
                  <a:pt x="1759940" y="48869"/>
                </a:lnTo>
                <a:lnTo>
                  <a:pt x="1759940" y="24384"/>
                </a:lnTo>
                <a:close/>
              </a:path>
              <a:path w="4458335" h="439419">
                <a:moveTo>
                  <a:pt x="1767560" y="294424"/>
                </a:moveTo>
                <a:lnTo>
                  <a:pt x="1619631" y="294424"/>
                </a:lnTo>
                <a:lnTo>
                  <a:pt x="1619631" y="265468"/>
                </a:lnTo>
                <a:lnTo>
                  <a:pt x="1711172" y="265468"/>
                </a:lnTo>
                <a:lnTo>
                  <a:pt x="1711172" y="274612"/>
                </a:lnTo>
                <a:lnTo>
                  <a:pt x="1738604" y="274612"/>
                </a:lnTo>
                <a:lnTo>
                  <a:pt x="1738604" y="265468"/>
                </a:lnTo>
                <a:lnTo>
                  <a:pt x="1738604" y="242519"/>
                </a:lnTo>
                <a:lnTo>
                  <a:pt x="1738604" y="210515"/>
                </a:lnTo>
                <a:lnTo>
                  <a:pt x="1738604" y="186118"/>
                </a:lnTo>
                <a:lnTo>
                  <a:pt x="1711172" y="186118"/>
                </a:lnTo>
                <a:lnTo>
                  <a:pt x="1711172" y="210515"/>
                </a:lnTo>
                <a:lnTo>
                  <a:pt x="1711172" y="242519"/>
                </a:lnTo>
                <a:lnTo>
                  <a:pt x="1619631" y="242519"/>
                </a:lnTo>
                <a:lnTo>
                  <a:pt x="1619631" y="210515"/>
                </a:lnTo>
                <a:lnTo>
                  <a:pt x="1711172" y="210515"/>
                </a:lnTo>
                <a:lnTo>
                  <a:pt x="1711172" y="186118"/>
                </a:lnTo>
                <a:lnTo>
                  <a:pt x="1619631" y="186118"/>
                </a:lnTo>
                <a:lnTo>
                  <a:pt x="1619631" y="158686"/>
                </a:lnTo>
                <a:lnTo>
                  <a:pt x="1619631" y="157162"/>
                </a:lnTo>
                <a:lnTo>
                  <a:pt x="1695881" y="154686"/>
                </a:lnTo>
                <a:lnTo>
                  <a:pt x="1729016" y="153098"/>
                </a:lnTo>
                <a:lnTo>
                  <a:pt x="1758416" y="151066"/>
                </a:lnTo>
                <a:lnTo>
                  <a:pt x="1752320" y="126593"/>
                </a:lnTo>
                <a:lnTo>
                  <a:pt x="1445793" y="137261"/>
                </a:lnTo>
                <a:lnTo>
                  <a:pt x="1447177" y="144106"/>
                </a:lnTo>
                <a:lnTo>
                  <a:pt x="1448841" y="150837"/>
                </a:lnTo>
                <a:lnTo>
                  <a:pt x="1450492" y="157162"/>
                </a:lnTo>
                <a:lnTo>
                  <a:pt x="1451889" y="163258"/>
                </a:lnTo>
                <a:lnTo>
                  <a:pt x="1590675" y="158686"/>
                </a:lnTo>
                <a:lnTo>
                  <a:pt x="1590675" y="186118"/>
                </a:lnTo>
                <a:lnTo>
                  <a:pt x="1590675" y="210515"/>
                </a:lnTo>
                <a:lnTo>
                  <a:pt x="1590675" y="242519"/>
                </a:lnTo>
                <a:lnTo>
                  <a:pt x="1502194" y="242519"/>
                </a:lnTo>
                <a:lnTo>
                  <a:pt x="1502194" y="210515"/>
                </a:lnTo>
                <a:lnTo>
                  <a:pt x="1590675" y="210515"/>
                </a:lnTo>
                <a:lnTo>
                  <a:pt x="1590675" y="186118"/>
                </a:lnTo>
                <a:lnTo>
                  <a:pt x="1473238" y="186118"/>
                </a:lnTo>
                <a:lnTo>
                  <a:pt x="1473238" y="274612"/>
                </a:lnTo>
                <a:lnTo>
                  <a:pt x="1502194" y="274612"/>
                </a:lnTo>
                <a:lnTo>
                  <a:pt x="1502194" y="265468"/>
                </a:lnTo>
                <a:lnTo>
                  <a:pt x="1590675" y="265468"/>
                </a:lnTo>
                <a:lnTo>
                  <a:pt x="1590675" y="294424"/>
                </a:lnTo>
                <a:lnTo>
                  <a:pt x="1451889" y="294424"/>
                </a:lnTo>
                <a:lnTo>
                  <a:pt x="1451889" y="436257"/>
                </a:lnTo>
                <a:lnTo>
                  <a:pt x="1482382" y="436257"/>
                </a:lnTo>
                <a:lnTo>
                  <a:pt x="1482382" y="317284"/>
                </a:lnTo>
                <a:lnTo>
                  <a:pt x="1590675" y="317284"/>
                </a:lnTo>
                <a:lnTo>
                  <a:pt x="1590675" y="358533"/>
                </a:lnTo>
                <a:lnTo>
                  <a:pt x="1570990" y="359435"/>
                </a:lnTo>
                <a:lnTo>
                  <a:pt x="1531010" y="360667"/>
                </a:lnTo>
                <a:lnTo>
                  <a:pt x="1511338" y="361581"/>
                </a:lnTo>
                <a:lnTo>
                  <a:pt x="1515910" y="389013"/>
                </a:lnTo>
                <a:lnTo>
                  <a:pt x="1560537" y="384987"/>
                </a:lnTo>
                <a:lnTo>
                  <a:pt x="1602854" y="381965"/>
                </a:lnTo>
                <a:lnTo>
                  <a:pt x="1642872" y="379793"/>
                </a:lnTo>
                <a:lnTo>
                  <a:pt x="1680591" y="378345"/>
                </a:lnTo>
                <a:lnTo>
                  <a:pt x="1683639" y="382917"/>
                </a:lnTo>
                <a:lnTo>
                  <a:pt x="1686788" y="389013"/>
                </a:lnTo>
                <a:lnTo>
                  <a:pt x="1688312" y="395109"/>
                </a:lnTo>
                <a:lnTo>
                  <a:pt x="1714220" y="384441"/>
                </a:lnTo>
                <a:lnTo>
                  <a:pt x="1711604" y="378345"/>
                </a:lnTo>
                <a:lnTo>
                  <a:pt x="1707095" y="367804"/>
                </a:lnTo>
                <a:lnTo>
                  <a:pt x="1701927" y="357009"/>
                </a:lnTo>
                <a:lnTo>
                  <a:pt x="1699539" y="352005"/>
                </a:lnTo>
                <a:lnTo>
                  <a:pt x="1691665" y="336778"/>
                </a:lnTo>
                <a:lnTo>
                  <a:pt x="1683639" y="321856"/>
                </a:lnTo>
                <a:lnTo>
                  <a:pt x="1659255" y="334048"/>
                </a:lnTo>
                <a:lnTo>
                  <a:pt x="1662303" y="340144"/>
                </a:lnTo>
                <a:lnTo>
                  <a:pt x="1666875" y="346240"/>
                </a:lnTo>
                <a:lnTo>
                  <a:pt x="1669923" y="353860"/>
                </a:lnTo>
                <a:lnTo>
                  <a:pt x="1657350" y="354825"/>
                </a:lnTo>
                <a:lnTo>
                  <a:pt x="1632204" y="356095"/>
                </a:lnTo>
                <a:lnTo>
                  <a:pt x="1619631" y="357009"/>
                </a:lnTo>
                <a:lnTo>
                  <a:pt x="1619631" y="317284"/>
                </a:lnTo>
                <a:lnTo>
                  <a:pt x="1737080" y="317284"/>
                </a:lnTo>
                <a:lnTo>
                  <a:pt x="1737080" y="382917"/>
                </a:lnTo>
                <a:lnTo>
                  <a:pt x="1735645" y="392912"/>
                </a:lnTo>
                <a:lnTo>
                  <a:pt x="1731365" y="400062"/>
                </a:lnTo>
                <a:lnTo>
                  <a:pt x="1724215" y="404342"/>
                </a:lnTo>
                <a:lnTo>
                  <a:pt x="1714220" y="405777"/>
                </a:lnTo>
                <a:lnTo>
                  <a:pt x="1702435" y="405511"/>
                </a:lnTo>
                <a:lnTo>
                  <a:pt x="1689785" y="404825"/>
                </a:lnTo>
                <a:lnTo>
                  <a:pt x="1660779" y="402729"/>
                </a:lnTo>
                <a:lnTo>
                  <a:pt x="1663039" y="411340"/>
                </a:lnTo>
                <a:lnTo>
                  <a:pt x="1665160" y="419112"/>
                </a:lnTo>
                <a:lnTo>
                  <a:pt x="1666989" y="426300"/>
                </a:lnTo>
                <a:lnTo>
                  <a:pt x="1668399" y="433209"/>
                </a:lnTo>
                <a:lnTo>
                  <a:pt x="1723364" y="433209"/>
                </a:lnTo>
                <a:lnTo>
                  <a:pt x="1764715" y="408774"/>
                </a:lnTo>
                <a:lnTo>
                  <a:pt x="1767560" y="389013"/>
                </a:lnTo>
                <a:lnTo>
                  <a:pt x="1767560" y="317284"/>
                </a:lnTo>
                <a:lnTo>
                  <a:pt x="1767560" y="294424"/>
                </a:lnTo>
                <a:close/>
              </a:path>
              <a:path w="4458335" h="439419">
                <a:moveTo>
                  <a:pt x="1848421" y="111353"/>
                </a:moveTo>
                <a:lnTo>
                  <a:pt x="1819363" y="103733"/>
                </a:lnTo>
                <a:lnTo>
                  <a:pt x="1813648" y="134632"/>
                </a:lnTo>
                <a:lnTo>
                  <a:pt x="1807933" y="163410"/>
                </a:lnTo>
                <a:lnTo>
                  <a:pt x="1802218" y="190182"/>
                </a:lnTo>
                <a:lnTo>
                  <a:pt x="1796503" y="215074"/>
                </a:lnTo>
                <a:lnTo>
                  <a:pt x="1805101" y="217347"/>
                </a:lnTo>
                <a:lnTo>
                  <a:pt x="1819478" y="221297"/>
                </a:lnTo>
                <a:lnTo>
                  <a:pt x="1825561" y="222694"/>
                </a:lnTo>
                <a:lnTo>
                  <a:pt x="1832775" y="193509"/>
                </a:lnTo>
                <a:lnTo>
                  <a:pt x="1838706" y="165315"/>
                </a:lnTo>
                <a:lnTo>
                  <a:pt x="1843773" y="137972"/>
                </a:lnTo>
                <a:lnTo>
                  <a:pt x="1848421" y="111353"/>
                </a:lnTo>
                <a:close/>
              </a:path>
              <a:path w="4458335" h="439419">
                <a:moveTo>
                  <a:pt x="1952053" y="144881"/>
                </a:moveTo>
                <a:lnTo>
                  <a:pt x="1942858" y="129501"/>
                </a:lnTo>
                <a:lnTo>
                  <a:pt x="1933384" y="113258"/>
                </a:lnTo>
                <a:lnTo>
                  <a:pt x="1928596" y="105257"/>
                </a:lnTo>
                <a:lnTo>
                  <a:pt x="1923338" y="96443"/>
                </a:lnTo>
                <a:lnTo>
                  <a:pt x="1919236" y="90017"/>
                </a:lnTo>
                <a:lnTo>
                  <a:pt x="1912429" y="79349"/>
                </a:lnTo>
                <a:lnTo>
                  <a:pt x="1894141" y="90017"/>
                </a:lnTo>
                <a:lnTo>
                  <a:pt x="1894141" y="4572"/>
                </a:lnTo>
                <a:lnTo>
                  <a:pt x="1859089" y="4572"/>
                </a:lnTo>
                <a:lnTo>
                  <a:pt x="1859089" y="437781"/>
                </a:lnTo>
                <a:lnTo>
                  <a:pt x="1894141" y="437781"/>
                </a:lnTo>
                <a:lnTo>
                  <a:pt x="1894141" y="105257"/>
                </a:lnTo>
                <a:lnTo>
                  <a:pt x="1901266" y="118376"/>
                </a:lnTo>
                <a:lnTo>
                  <a:pt x="1908810" y="132511"/>
                </a:lnTo>
                <a:lnTo>
                  <a:pt x="1916645" y="147523"/>
                </a:lnTo>
                <a:lnTo>
                  <a:pt x="1924621" y="163258"/>
                </a:lnTo>
                <a:lnTo>
                  <a:pt x="1952053" y="144881"/>
                </a:lnTo>
                <a:close/>
              </a:path>
              <a:path w="4458335" h="439419">
                <a:moveTo>
                  <a:pt x="2234184" y="387477"/>
                </a:moveTo>
                <a:lnTo>
                  <a:pt x="2104644" y="387477"/>
                </a:lnTo>
                <a:lnTo>
                  <a:pt x="2104644" y="270040"/>
                </a:lnTo>
                <a:lnTo>
                  <a:pt x="2211324" y="270040"/>
                </a:lnTo>
                <a:lnTo>
                  <a:pt x="2211324" y="237934"/>
                </a:lnTo>
                <a:lnTo>
                  <a:pt x="2104644" y="237934"/>
                </a:lnTo>
                <a:lnTo>
                  <a:pt x="2104644" y="132689"/>
                </a:lnTo>
                <a:lnTo>
                  <a:pt x="2220468" y="132689"/>
                </a:lnTo>
                <a:lnTo>
                  <a:pt x="2220468" y="102209"/>
                </a:lnTo>
                <a:lnTo>
                  <a:pt x="2104644" y="102209"/>
                </a:lnTo>
                <a:lnTo>
                  <a:pt x="2104644" y="6096"/>
                </a:lnTo>
                <a:lnTo>
                  <a:pt x="2069503" y="6096"/>
                </a:lnTo>
                <a:lnTo>
                  <a:pt x="2069503" y="102209"/>
                </a:lnTo>
                <a:lnTo>
                  <a:pt x="2010067" y="102209"/>
                </a:lnTo>
                <a:lnTo>
                  <a:pt x="2015490" y="87350"/>
                </a:lnTo>
                <a:lnTo>
                  <a:pt x="2020354" y="72478"/>
                </a:lnTo>
                <a:lnTo>
                  <a:pt x="2024634" y="57594"/>
                </a:lnTo>
                <a:lnTo>
                  <a:pt x="2028355" y="42672"/>
                </a:lnTo>
                <a:lnTo>
                  <a:pt x="1993303" y="33528"/>
                </a:lnTo>
                <a:lnTo>
                  <a:pt x="1982685" y="74472"/>
                </a:lnTo>
                <a:lnTo>
                  <a:pt x="1969058" y="114973"/>
                </a:lnTo>
                <a:lnTo>
                  <a:pt x="1952282" y="155181"/>
                </a:lnTo>
                <a:lnTo>
                  <a:pt x="1932241" y="195262"/>
                </a:lnTo>
                <a:lnTo>
                  <a:pt x="1937626" y="198361"/>
                </a:lnTo>
                <a:lnTo>
                  <a:pt x="1944433" y="202882"/>
                </a:lnTo>
                <a:lnTo>
                  <a:pt x="1952383" y="208559"/>
                </a:lnTo>
                <a:lnTo>
                  <a:pt x="1961197" y="215074"/>
                </a:lnTo>
                <a:lnTo>
                  <a:pt x="1972132" y="194500"/>
                </a:lnTo>
                <a:lnTo>
                  <a:pt x="1982050" y="173926"/>
                </a:lnTo>
                <a:lnTo>
                  <a:pt x="1991080" y="153314"/>
                </a:lnTo>
                <a:lnTo>
                  <a:pt x="1999399" y="132689"/>
                </a:lnTo>
                <a:lnTo>
                  <a:pt x="2069503" y="132689"/>
                </a:lnTo>
                <a:lnTo>
                  <a:pt x="2069503" y="237934"/>
                </a:lnTo>
                <a:lnTo>
                  <a:pt x="1956625" y="237934"/>
                </a:lnTo>
                <a:lnTo>
                  <a:pt x="1956625" y="270040"/>
                </a:lnTo>
                <a:lnTo>
                  <a:pt x="2069503" y="270040"/>
                </a:lnTo>
                <a:lnTo>
                  <a:pt x="2069503" y="387477"/>
                </a:lnTo>
                <a:lnTo>
                  <a:pt x="1927669" y="387477"/>
                </a:lnTo>
                <a:lnTo>
                  <a:pt x="1927669" y="417969"/>
                </a:lnTo>
                <a:lnTo>
                  <a:pt x="2234184" y="417969"/>
                </a:lnTo>
                <a:lnTo>
                  <a:pt x="2234184" y="387477"/>
                </a:lnTo>
                <a:close/>
              </a:path>
              <a:path w="4458335" h="439419">
                <a:moveTo>
                  <a:pt x="2330297" y="137261"/>
                </a:moveTo>
                <a:lnTo>
                  <a:pt x="2296769" y="126593"/>
                </a:lnTo>
                <a:lnTo>
                  <a:pt x="2285352" y="169354"/>
                </a:lnTo>
                <a:lnTo>
                  <a:pt x="2273719" y="209169"/>
                </a:lnTo>
                <a:lnTo>
                  <a:pt x="2261832" y="245668"/>
                </a:lnTo>
                <a:lnTo>
                  <a:pt x="2249525" y="279184"/>
                </a:lnTo>
                <a:lnTo>
                  <a:pt x="2258377" y="282613"/>
                </a:lnTo>
                <a:lnTo>
                  <a:pt x="2266670" y="286042"/>
                </a:lnTo>
                <a:lnTo>
                  <a:pt x="2274379" y="289471"/>
                </a:lnTo>
                <a:lnTo>
                  <a:pt x="2281529" y="292900"/>
                </a:lnTo>
                <a:lnTo>
                  <a:pt x="2293213" y="263232"/>
                </a:lnTo>
                <a:lnTo>
                  <a:pt x="2305342" y="227114"/>
                </a:lnTo>
                <a:lnTo>
                  <a:pt x="2317737" y="184975"/>
                </a:lnTo>
                <a:lnTo>
                  <a:pt x="2330297" y="137261"/>
                </a:lnTo>
                <a:close/>
              </a:path>
              <a:path w="4458335" h="439419">
                <a:moveTo>
                  <a:pt x="2513266" y="77825"/>
                </a:moveTo>
                <a:lnTo>
                  <a:pt x="2493810" y="58432"/>
                </a:lnTo>
                <a:lnTo>
                  <a:pt x="2474214" y="39293"/>
                </a:lnTo>
                <a:lnTo>
                  <a:pt x="2454325" y="20739"/>
                </a:lnTo>
                <a:lnTo>
                  <a:pt x="2434018" y="3048"/>
                </a:lnTo>
                <a:lnTo>
                  <a:pt x="2409634" y="24384"/>
                </a:lnTo>
                <a:lnTo>
                  <a:pt x="2432469" y="46685"/>
                </a:lnTo>
                <a:lnTo>
                  <a:pt x="2452878" y="67525"/>
                </a:lnTo>
                <a:lnTo>
                  <a:pt x="2470708" y="86639"/>
                </a:lnTo>
                <a:lnTo>
                  <a:pt x="2485834" y="103733"/>
                </a:lnTo>
                <a:lnTo>
                  <a:pt x="2513266" y="77825"/>
                </a:lnTo>
                <a:close/>
              </a:path>
              <a:path w="4458335" h="439419">
                <a:moveTo>
                  <a:pt x="2624620" y="53441"/>
                </a:moveTo>
                <a:lnTo>
                  <a:pt x="2592616" y="36576"/>
                </a:lnTo>
                <a:lnTo>
                  <a:pt x="2566187" y="82613"/>
                </a:lnTo>
                <a:lnTo>
                  <a:pt x="2537218" y="126136"/>
                </a:lnTo>
                <a:lnTo>
                  <a:pt x="2505697" y="167220"/>
                </a:lnTo>
                <a:lnTo>
                  <a:pt x="2471636" y="205879"/>
                </a:lnTo>
                <a:lnTo>
                  <a:pt x="2435047" y="242176"/>
                </a:lnTo>
                <a:lnTo>
                  <a:pt x="2395918" y="276136"/>
                </a:lnTo>
                <a:lnTo>
                  <a:pt x="2395918" y="77825"/>
                </a:lnTo>
                <a:lnTo>
                  <a:pt x="2362301" y="77825"/>
                </a:lnTo>
                <a:lnTo>
                  <a:pt x="2362301" y="302044"/>
                </a:lnTo>
                <a:lnTo>
                  <a:pt x="2334577" y="321144"/>
                </a:lnTo>
                <a:lnTo>
                  <a:pt x="2306294" y="339394"/>
                </a:lnTo>
                <a:lnTo>
                  <a:pt x="2277427" y="356514"/>
                </a:lnTo>
                <a:lnTo>
                  <a:pt x="2248001" y="372237"/>
                </a:lnTo>
                <a:lnTo>
                  <a:pt x="2255443" y="380860"/>
                </a:lnTo>
                <a:lnTo>
                  <a:pt x="2261908" y="388632"/>
                </a:lnTo>
                <a:lnTo>
                  <a:pt x="2267496" y="395820"/>
                </a:lnTo>
                <a:lnTo>
                  <a:pt x="2272385" y="402729"/>
                </a:lnTo>
                <a:lnTo>
                  <a:pt x="2295220" y="389864"/>
                </a:lnTo>
                <a:lnTo>
                  <a:pt x="2317915" y="376428"/>
                </a:lnTo>
                <a:lnTo>
                  <a:pt x="2340318" y="362394"/>
                </a:lnTo>
                <a:lnTo>
                  <a:pt x="2362301" y="347764"/>
                </a:lnTo>
                <a:lnTo>
                  <a:pt x="2362301" y="355473"/>
                </a:lnTo>
                <a:lnTo>
                  <a:pt x="2365502" y="379717"/>
                </a:lnTo>
                <a:lnTo>
                  <a:pt x="2375293" y="397395"/>
                </a:lnTo>
                <a:lnTo>
                  <a:pt x="2391956" y="408203"/>
                </a:lnTo>
                <a:lnTo>
                  <a:pt x="2415730" y="411873"/>
                </a:lnTo>
                <a:lnTo>
                  <a:pt x="2540800" y="411873"/>
                </a:lnTo>
                <a:lnTo>
                  <a:pt x="2562517" y="409028"/>
                </a:lnTo>
                <a:lnTo>
                  <a:pt x="2579662" y="400634"/>
                </a:lnTo>
                <a:lnTo>
                  <a:pt x="2592235" y="386791"/>
                </a:lnTo>
                <a:lnTo>
                  <a:pt x="2595765" y="378345"/>
                </a:lnTo>
                <a:lnTo>
                  <a:pt x="2600236" y="367665"/>
                </a:lnTo>
                <a:lnTo>
                  <a:pt x="2602750" y="357708"/>
                </a:lnTo>
                <a:lnTo>
                  <a:pt x="2605570" y="344004"/>
                </a:lnTo>
                <a:lnTo>
                  <a:pt x="2608376" y="326872"/>
                </a:lnTo>
                <a:lnTo>
                  <a:pt x="2610904" y="306616"/>
                </a:lnTo>
                <a:lnTo>
                  <a:pt x="2603487" y="304038"/>
                </a:lnTo>
                <a:lnTo>
                  <a:pt x="2595092" y="300901"/>
                </a:lnTo>
                <a:lnTo>
                  <a:pt x="2585821" y="297180"/>
                </a:lnTo>
                <a:lnTo>
                  <a:pt x="2575852" y="292900"/>
                </a:lnTo>
                <a:lnTo>
                  <a:pt x="2572042" y="326809"/>
                </a:lnTo>
                <a:lnTo>
                  <a:pt x="2557754" y="371284"/>
                </a:lnTo>
                <a:lnTo>
                  <a:pt x="2534704" y="378345"/>
                </a:lnTo>
                <a:lnTo>
                  <a:pt x="2424874" y="378345"/>
                </a:lnTo>
                <a:lnTo>
                  <a:pt x="2411996" y="376605"/>
                </a:lnTo>
                <a:lnTo>
                  <a:pt x="2402967" y="371284"/>
                </a:lnTo>
                <a:lnTo>
                  <a:pt x="2397658" y="362229"/>
                </a:lnTo>
                <a:lnTo>
                  <a:pt x="2395918" y="349288"/>
                </a:lnTo>
                <a:lnTo>
                  <a:pt x="2395918" y="347764"/>
                </a:lnTo>
                <a:lnTo>
                  <a:pt x="2395918" y="321856"/>
                </a:lnTo>
                <a:lnTo>
                  <a:pt x="2434742" y="290004"/>
                </a:lnTo>
                <a:lnTo>
                  <a:pt x="2449715" y="276136"/>
                </a:lnTo>
                <a:lnTo>
                  <a:pt x="2471521" y="255955"/>
                </a:lnTo>
                <a:lnTo>
                  <a:pt x="2506243" y="219722"/>
                </a:lnTo>
                <a:lnTo>
                  <a:pt x="2538920" y="181330"/>
                </a:lnTo>
                <a:lnTo>
                  <a:pt x="2569540" y="140804"/>
                </a:lnTo>
                <a:lnTo>
                  <a:pt x="2598115" y="98171"/>
                </a:lnTo>
                <a:lnTo>
                  <a:pt x="2624620" y="53441"/>
                </a:lnTo>
                <a:close/>
              </a:path>
              <a:path w="4458335" h="439419">
                <a:moveTo>
                  <a:pt x="2679573" y="280708"/>
                </a:moveTo>
                <a:lnTo>
                  <a:pt x="2664383" y="248907"/>
                </a:lnTo>
                <a:lnTo>
                  <a:pt x="2648470" y="217563"/>
                </a:lnTo>
                <a:lnTo>
                  <a:pt x="2631706" y="186524"/>
                </a:lnTo>
                <a:lnTo>
                  <a:pt x="2613952" y="155638"/>
                </a:lnTo>
                <a:lnTo>
                  <a:pt x="2583472" y="169354"/>
                </a:lnTo>
                <a:lnTo>
                  <a:pt x="2601137" y="204838"/>
                </a:lnTo>
                <a:lnTo>
                  <a:pt x="2617381" y="238175"/>
                </a:lnTo>
                <a:lnTo>
                  <a:pt x="2631897" y="269519"/>
                </a:lnTo>
                <a:lnTo>
                  <a:pt x="2644432" y="298996"/>
                </a:lnTo>
                <a:lnTo>
                  <a:pt x="2679573" y="280708"/>
                </a:lnTo>
                <a:close/>
              </a:path>
              <a:path w="4458335" h="439419">
                <a:moveTo>
                  <a:pt x="2841206" y="25908"/>
                </a:moveTo>
                <a:lnTo>
                  <a:pt x="2813774" y="3048"/>
                </a:lnTo>
                <a:lnTo>
                  <a:pt x="2789174" y="38277"/>
                </a:lnTo>
                <a:lnTo>
                  <a:pt x="2761310" y="70764"/>
                </a:lnTo>
                <a:lnTo>
                  <a:pt x="2730322" y="100660"/>
                </a:lnTo>
                <a:lnTo>
                  <a:pt x="2696337" y="128117"/>
                </a:lnTo>
                <a:lnTo>
                  <a:pt x="2700909" y="137020"/>
                </a:lnTo>
                <a:lnTo>
                  <a:pt x="2705481" y="145503"/>
                </a:lnTo>
                <a:lnTo>
                  <a:pt x="2710053" y="153695"/>
                </a:lnTo>
                <a:lnTo>
                  <a:pt x="2714625" y="161747"/>
                </a:lnTo>
                <a:lnTo>
                  <a:pt x="2751759" y="129133"/>
                </a:lnTo>
                <a:lnTo>
                  <a:pt x="2785351" y="95542"/>
                </a:lnTo>
                <a:lnTo>
                  <a:pt x="2815221" y="61099"/>
                </a:lnTo>
                <a:lnTo>
                  <a:pt x="2841206" y="25908"/>
                </a:lnTo>
                <a:close/>
              </a:path>
              <a:path w="4458335" h="439419">
                <a:moveTo>
                  <a:pt x="2842730" y="152603"/>
                </a:moveTo>
                <a:lnTo>
                  <a:pt x="2813774" y="129641"/>
                </a:lnTo>
                <a:lnTo>
                  <a:pt x="2787434" y="167970"/>
                </a:lnTo>
                <a:lnTo>
                  <a:pt x="2758833" y="202704"/>
                </a:lnTo>
                <a:lnTo>
                  <a:pt x="2727960" y="233718"/>
                </a:lnTo>
                <a:lnTo>
                  <a:pt x="2694813" y="260896"/>
                </a:lnTo>
                <a:lnTo>
                  <a:pt x="2699118" y="269163"/>
                </a:lnTo>
                <a:lnTo>
                  <a:pt x="2703004" y="277850"/>
                </a:lnTo>
                <a:lnTo>
                  <a:pt x="2706598" y="286829"/>
                </a:lnTo>
                <a:lnTo>
                  <a:pt x="2710053" y="295948"/>
                </a:lnTo>
                <a:lnTo>
                  <a:pt x="2745790" y="265404"/>
                </a:lnTo>
                <a:lnTo>
                  <a:pt x="2779826" y="231127"/>
                </a:lnTo>
                <a:lnTo>
                  <a:pt x="2812148" y="193421"/>
                </a:lnTo>
                <a:lnTo>
                  <a:pt x="2842730" y="152603"/>
                </a:lnTo>
                <a:close/>
              </a:path>
              <a:path w="4458335" h="439419">
                <a:moveTo>
                  <a:pt x="2853398" y="279184"/>
                </a:moveTo>
                <a:lnTo>
                  <a:pt x="2825966" y="256324"/>
                </a:lnTo>
                <a:lnTo>
                  <a:pt x="2796463" y="298653"/>
                </a:lnTo>
                <a:lnTo>
                  <a:pt x="2765120" y="336575"/>
                </a:lnTo>
                <a:lnTo>
                  <a:pt x="2731795" y="370205"/>
                </a:lnTo>
                <a:lnTo>
                  <a:pt x="2696337" y="399681"/>
                </a:lnTo>
                <a:lnTo>
                  <a:pt x="2700883" y="408825"/>
                </a:lnTo>
                <a:lnTo>
                  <a:pt x="2705290" y="417969"/>
                </a:lnTo>
                <a:lnTo>
                  <a:pt x="2709405" y="427113"/>
                </a:lnTo>
                <a:lnTo>
                  <a:pt x="2713101" y="436257"/>
                </a:lnTo>
                <a:lnTo>
                  <a:pt x="2751099" y="402488"/>
                </a:lnTo>
                <a:lnTo>
                  <a:pt x="2787256" y="365150"/>
                </a:lnTo>
                <a:lnTo>
                  <a:pt x="2821406" y="324091"/>
                </a:lnTo>
                <a:lnTo>
                  <a:pt x="2853398" y="279184"/>
                </a:lnTo>
                <a:close/>
              </a:path>
              <a:path w="4458335" h="439419">
                <a:moveTo>
                  <a:pt x="3124873" y="28956"/>
                </a:moveTo>
                <a:lnTo>
                  <a:pt x="2856446" y="28956"/>
                </a:lnTo>
                <a:lnTo>
                  <a:pt x="2856446" y="61061"/>
                </a:lnTo>
                <a:lnTo>
                  <a:pt x="2963227" y="61061"/>
                </a:lnTo>
                <a:lnTo>
                  <a:pt x="2954083" y="120497"/>
                </a:lnTo>
                <a:lnTo>
                  <a:pt x="2868650" y="120497"/>
                </a:lnTo>
                <a:lnTo>
                  <a:pt x="2868650" y="332524"/>
                </a:lnTo>
                <a:lnTo>
                  <a:pt x="2902178" y="332524"/>
                </a:lnTo>
                <a:lnTo>
                  <a:pt x="2902178" y="152603"/>
                </a:lnTo>
                <a:lnTo>
                  <a:pt x="3071533" y="152603"/>
                </a:lnTo>
                <a:lnTo>
                  <a:pt x="3071533" y="331000"/>
                </a:lnTo>
                <a:lnTo>
                  <a:pt x="3106585" y="331000"/>
                </a:lnTo>
                <a:lnTo>
                  <a:pt x="3106585" y="152603"/>
                </a:lnTo>
                <a:lnTo>
                  <a:pt x="3106585" y="120497"/>
                </a:lnTo>
                <a:lnTo>
                  <a:pt x="2987611" y="120497"/>
                </a:lnTo>
                <a:lnTo>
                  <a:pt x="2991040" y="106286"/>
                </a:lnTo>
                <a:lnTo>
                  <a:pt x="2994469" y="91351"/>
                </a:lnTo>
                <a:lnTo>
                  <a:pt x="2997898" y="76136"/>
                </a:lnTo>
                <a:lnTo>
                  <a:pt x="3001327" y="61061"/>
                </a:lnTo>
                <a:lnTo>
                  <a:pt x="3124873" y="61061"/>
                </a:lnTo>
                <a:lnTo>
                  <a:pt x="3124873" y="28956"/>
                </a:lnTo>
                <a:close/>
              </a:path>
              <a:path w="4458335" h="439419">
                <a:moveTo>
                  <a:pt x="3129445" y="407301"/>
                </a:moveTo>
                <a:lnTo>
                  <a:pt x="3097720" y="384441"/>
                </a:lnTo>
                <a:lnTo>
                  <a:pt x="3064306" y="361581"/>
                </a:lnTo>
                <a:lnTo>
                  <a:pt x="3029064" y="338632"/>
                </a:lnTo>
                <a:lnTo>
                  <a:pt x="2992183" y="315760"/>
                </a:lnTo>
                <a:lnTo>
                  <a:pt x="2997301" y="295186"/>
                </a:lnTo>
                <a:lnTo>
                  <a:pt x="3001137" y="272313"/>
                </a:lnTo>
                <a:lnTo>
                  <a:pt x="3003537" y="247142"/>
                </a:lnTo>
                <a:lnTo>
                  <a:pt x="3004375" y="219659"/>
                </a:lnTo>
                <a:lnTo>
                  <a:pt x="3004375" y="173939"/>
                </a:lnTo>
                <a:lnTo>
                  <a:pt x="2969323" y="173939"/>
                </a:lnTo>
                <a:lnTo>
                  <a:pt x="2969323" y="219659"/>
                </a:lnTo>
                <a:lnTo>
                  <a:pt x="2967583" y="259994"/>
                </a:lnTo>
                <a:lnTo>
                  <a:pt x="2953245" y="321754"/>
                </a:lnTo>
                <a:lnTo>
                  <a:pt x="2920263" y="362699"/>
                </a:lnTo>
                <a:lnTo>
                  <a:pt x="2861830" y="395363"/>
                </a:lnTo>
                <a:lnTo>
                  <a:pt x="2822918" y="408825"/>
                </a:lnTo>
                <a:lnTo>
                  <a:pt x="2829255" y="416585"/>
                </a:lnTo>
                <a:lnTo>
                  <a:pt x="2834729" y="424065"/>
                </a:lnTo>
                <a:lnTo>
                  <a:pt x="2839643" y="431533"/>
                </a:lnTo>
                <a:lnTo>
                  <a:pt x="2844254" y="439305"/>
                </a:lnTo>
                <a:lnTo>
                  <a:pt x="2886545" y="423303"/>
                </a:lnTo>
                <a:lnTo>
                  <a:pt x="2921838" y="405015"/>
                </a:lnTo>
                <a:lnTo>
                  <a:pt x="2970847" y="361581"/>
                </a:lnTo>
                <a:lnTo>
                  <a:pt x="2976943" y="350812"/>
                </a:lnTo>
                <a:lnTo>
                  <a:pt x="2979991" y="346240"/>
                </a:lnTo>
                <a:lnTo>
                  <a:pt x="3012567" y="367411"/>
                </a:lnTo>
                <a:lnTo>
                  <a:pt x="3044012" y="389572"/>
                </a:lnTo>
                <a:lnTo>
                  <a:pt x="3074327" y="412559"/>
                </a:lnTo>
                <a:lnTo>
                  <a:pt x="3103537" y="436257"/>
                </a:lnTo>
                <a:lnTo>
                  <a:pt x="3129445" y="407301"/>
                </a:lnTo>
                <a:close/>
              </a:path>
              <a:path w="4458335" h="439419">
                <a:moveTo>
                  <a:pt x="3510724" y="19812"/>
                </a:moveTo>
                <a:lnTo>
                  <a:pt x="3477107" y="19812"/>
                </a:lnTo>
                <a:lnTo>
                  <a:pt x="3477107" y="50393"/>
                </a:lnTo>
                <a:lnTo>
                  <a:pt x="3477107" y="88493"/>
                </a:lnTo>
                <a:lnTo>
                  <a:pt x="3477107" y="117449"/>
                </a:lnTo>
                <a:lnTo>
                  <a:pt x="3477107" y="155651"/>
                </a:lnTo>
                <a:lnTo>
                  <a:pt x="3245358" y="155651"/>
                </a:lnTo>
                <a:lnTo>
                  <a:pt x="3245358" y="117449"/>
                </a:lnTo>
                <a:lnTo>
                  <a:pt x="3477107" y="117449"/>
                </a:lnTo>
                <a:lnTo>
                  <a:pt x="3477107" y="88493"/>
                </a:lnTo>
                <a:lnTo>
                  <a:pt x="3245358" y="88493"/>
                </a:lnTo>
                <a:lnTo>
                  <a:pt x="3245358" y="50393"/>
                </a:lnTo>
                <a:lnTo>
                  <a:pt x="3477107" y="50393"/>
                </a:lnTo>
                <a:lnTo>
                  <a:pt x="3477107" y="19812"/>
                </a:lnTo>
                <a:lnTo>
                  <a:pt x="3213354" y="19812"/>
                </a:lnTo>
                <a:lnTo>
                  <a:pt x="3213354" y="202895"/>
                </a:lnTo>
                <a:lnTo>
                  <a:pt x="3245358" y="202895"/>
                </a:lnTo>
                <a:lnTo>
                  <a:pt x="3245358" y="184607"/>
                </a:lnTo>
                <a:lnTo>
                  <a:pt x="3477107" y="184607"/>
                </a:lnTo>
                <a:lnTo>
                  <a:pt x="3477107" y="202895"/>
                </a:lnTo>
                <a:lnTo>
                  <a:pt x="3510724" y="202895"/>
                </a:lnTo>
                <a:lnTo>
                  <a:pt x="3510724" y="184607"/>
                </a:lnTo>
                <a:lnTo>
                  <a:pt x="3510724" y="155651"/>
                </a:lnTo>
                <a:lnTo>
                  <a:pt x="3510724" y="117449"/>
                </a:lnTo>
                <a:lnTo>
                  <a:pt x="3510724" y="88493"/>
                </a:lnTo>
                <a:lnTo>
                  <a:pt x="3510724" y="50393"/>
                </a:lnTo>
                <a:lnTo>
                  <a:pt x="3510724" y="19812"/>
                </a:lnTo>
                <a:close/>
              </a:path>
              <a:path w="4458335" h="439419">
                <a:moveTo>
                  <a:pt x="3580828" y="385965"/>
                </a:moveTo>
                <a:lnTo>
                  <a:pt x="3527399" y="387692"/>
                </a:lnTo>
                <a:lnTo>
                  <a:pt x="3482492" y="388366"/>
                </a:lnTo>
                <a:lnTo>
                  <a:pt x="3429660" y="388315"/>
                </a:lnTo>
                <a:lnTo>
                  <a:pt x="3385667" y="387489"/>
                </a:lnTo>
                <a:lnTo>
                  <a:pt x="3385667" y="385965"/>
                </a:lnTo>
                <a:lnTo>
                  <a:pt x="3385667" y="327952"/>
                </a:lnTo>
                <a:lnTo>
                  <a:pt x="3542728" y="327952"/>
                </a:lnTo>
                <a:lnTo>
                  <a:pt x="3542728" y="297472"/>
                </a:lnTo>
                <a:lnTo>
                  <a:pt x="3385667" y="297472"/>
                </a:lnTo>
                <a:lnTo>
                  <a:pt x="3385667" y="253276"/>
                </a:lnTo>
                <a:lnTo>
                  <a:pt x="3573208" y="253276"/>
                </a:lnTo>
                <a:lnTo>
                  <a:pt x="3573208" y="222707"/>
                </a:lnTo>
                <a:lnTo>
                  <a:pt x="3150768" y="222707"/>
                </a:lnTo>
                <a:lnTo>
                  <a:pt x="3150768" y="253276"/>
                </a:lnTo>
                <a:lnTo>
                  <a:pt x="3350615" y="253276"/>
                </a:lnTo>
                <a:lnTo>
                  <a:pt x="3350615" y="385965"/>
                </a:lnTo>
                <a:lnTo>
                  <a:pt x="3293567" y="364045"/>
                </a:lnTo>
                <a:lnTo>
                  <a:pt x="3251454" y="320332"/>
                </a:lnTo>
                <a:lnTo>
                  <a:pt x="3256000" y="310019"/>
                </a:lnTo>
                <a:lnTo>
                  <a:pt x="3260407" y="299567"/>
                </a:lnTo>
                <a:lnTo>
                  <a:pt x="3264522" y="288823"/>
                </a:lnTo>
                <a:lnTo>
                  <a:pt x="3268218" y="277660"/>
                </a:lnTo>
                <a:lnTo>
                  <a:pt x="3234690" y="266992"/>
                </a:lnTo>
                <a:lnTo>
                  <a:pt x="3219272" y="311899"/>
                </a:lnTo>
                <a:lnTo>
                  <a:pt x="3198253" y="350672"/>
                </a:lnTo>
                <a:lnTo>
                  <a:pt x="3171812" y="383438"/>
                </a:lnTo>
                <a:lnTo>
                  <a:pt x="3140100" y="410349"/>
                </a:lnTo>
                <a:lnTo>
                  <a:pt x="3145802" y="418058"/>
                </a:lnTo>
                <a:lnTo>
                  <a:pt x="3151340" y="425208"/>
                </a:lnTo>
                <a:lnTo>
                  <a:pt x="3161436" y="437781"/>
                </a:lnTo>
                <a:lnTo>
                  <a:pt x="3183191" y="420370"/>
                </a:lnTo>
                <a:lnTo>
                  <a:pt x="3203016" y="400050"/>
                </a:lnTo>
                <a:lnTo>
                  <a:pt x="3221101" y="376872"/>
                </a:lnTo>
                <a:lnTo>
                  <a:pt x="3237738" y="350812"/>
                </a:lnTo>
                <a:lnTo>
                  <a:pt x="3261461" y="380873"/>
                </a:lnTo>
                <a:lnTo>
                  <a:pt x="3327793" y="415201"/>
                </a:lnTo>
                <a:lnTo>
                  <a:pt x="3370427" y="419493"/>
                </a:lnTo>
                <a:lnTo>
                  <a:pt x="3409302" y="420370"/>
                </a:lnTo>
                <a:lnTo>
                  <a:pt x="3568636" y="421017"/>
                </a:lnTo>
                <a:lnTo>
                  <a:pt x="3571189" y="412750"/>
                </a:lnTo>
                <a:lnTo>
                  <a:pt x="3574161" y="404063"/>
                </a:lnTo>
                <a:lnTo>
                  <a:pt x="3577425" y="395084"/>
                </a:lnTo>
                <a:lnTo>
                  <a:pt x="3579901" y="388442"/>
                </a:lnTo>
                <a:lnTo>
                  <a:pt x="3580828" y="385965"/>
                </a:lnTo>
                <a:close/>
              </a:path>
              <a:path w="4458335" h="439419">
                <a:moveTo>
                  <a:pt x="3727234" y="117449"/>
                </a:moveTo>
                <a:lnTo>
                  <a:pt x="3690658" y="103733"/>
                </a:lnTo>
                <a:lnTo>
                  <a:pt x="3671430" y="155727"/>
                </a:lnTo>
                <a:lnTo>
                  <a:pt x="3652139" y="203695"/>
                </a:lnTo>
                <a:lnTo>
                  <a:pt x="3632695" y="247624"/>
                </a:lnTo>
                <a:lnTo>
                  <a:pt x="3613010" y="287528"/>
                </a:lnTo>
                <a:lnTo>
                  <a:pt x="3593020" y="323380"/>
                </a:lnTo>
                <a:lnTo>
                  <a:pt x="3603028" y="328193"/>
                </a:lnTo>
                <a:lnTo>
                  <a:pt x="3612464" y="333286"/>
                </a:lnTo>
                <a:lnTo>
                  <a:pt x="3629685" y="343192"/>
                </a:lnTo>
                <a:lnTo>
                  <a:pt x="3651250" y="299821"/>
                </a:lnTo>
                <a:lnTo>
                  <a:pt x="3671925" y="255638"/>
                </a:lnTo>
                <a:lnTo>
                  <a:pt x="3691572" y="210553"/>
                </a:lnTo>
                <a:lnTo>
                  <a:pt x="3710063" y="164515"/>
                </a:lnTo>
                <a:lnTo>
                  <a:pt x="3727234" y="117449"/>
                </a:lnTo>
                <a:close/>
              </a:path>
              <a:path w="4458335" h="439419">
                <a:moveTo>
                  <a:pt x="3834003" y="7620"/>
                </a:moveTo>
                <a:lnTo>
                  <a:pt x="3795903" y="7620"/>
                </a:lnTo>
                <a:lnTo>
                  <a:pt x="3795903" y="361581"/>
                </a:lnTo>
                <a:lnTo>
                  <a:pt x="3793896" y="373811"/>
                </a:lnTo>
                <a:lnTo>
                  <a:pt x="3787889" y="382917"/>
                </a:lnTo>
                <a:lnTo>
                  <a:pt x="3777856" y="388581"/>
                </a:lnTo>
                <a:lnTo>
                  <a:pt x="3763810" y="390537"/>
                </a:lnTo>
                <a:lnTo>
                  <a:pt x="3751872" y="390245"/>
                </a:lnTo>
                <a:lnTo>
                  <a:pt x="3736949" y="389394"/>
                </a:lnTo>
                <a:lnTo>
                  <a:pt x="3719436" y="387959"/>
                </a:lnTo>
                <a:lnTo>
                  <a:pt x="3699802" y="385965"/>
                </a:lnTo>
                <a:lnTo>
                  <a:pt x="3704183" y="407682"/>
                </a:lnTo>
                <a:lnTo>
                  <a:pt x="3706012" y="417677"/>
                </a:lnTo>
                <a:lnTo>
                  <a:pt x="3707422" y="427113"/>
                </a:lnTo>
                <a:lnTo>
                  <a:pt x="3726865" y="427990"/>
                </a:lnTo>
                <a:lnTo>
                  <a:pt x="3744188" y="428447"/>
                </a:lnTo>
                <a:lnTo>
                  <a:pt x="3773043" y="428637"/>
                </a:lnTo>
                <a:lnTo>
                  <a:pt x="3799929" y="424967"/>
                </a:lnTo>
                <a:lnTo>
                  <a:pt x="3818953" y="414159"/>
                </a:lnTo>
                <a:lnTo>
                  <a:pt x="3830269" y="396481"/>
                </a:lnTo>
                <a:lnTo>
                  <a:pt x="3831183" y="390537"/>
                </a:lnTo>
                <a:lnTo>
                  <a:pt x="3834003" y="372249"/>
                </a:lnTo>
                <a:lnTo>
                  <a:pt x="3834003" y="7620"/>
                </a:lnTo>
                <a:close/>
              </a:path>
              <a:path w="4458335" h="439419">
                <a:moveTo>
                  <a:pt x="4027652" y="317284"/>
                </a:moveTo>
                <a:lnTo>
                  <a:pt x="4006443" y="273558"/>
                </a:lnTo>
                <a:lnTo>
                  <a:pt x="3984955" y="230352"/>
                </a:lnTo>
                <a:lnTo>
                  <a:pt x="3963238" y="187807"/>
                </a:lnTo>
                <a:lnTo>
                  <a:pt x="3941381" y="146062"/>
                </a:lnTo>
                <a:lnTo>
                  <a:pt x="3919448" y="105257"/>
                </a:lnTo>
                <a:lnTo>
                  <a:pt x="3885819" y="120497"/>
                </a:lnTo>
                <a:lnTo>
                  <a:pt x="3905999" y="158572"/>
                </a:lnTo>
                <a:lnTo>
                  <a:pt x="3926230" y="199415"/>
                </a:lnTo>
                <a:lnTo>
                  <a:pt x="3946588" y="242887"/>
                </a:lnTo>
                <a:lnTo>
                  <a:pt x="3967162" y="288823"/>
                </a:lnTo>
                <a:lnTo>
                  <a:pt x="3988028" y="337096"/>
                </a:lnTo>
                <a:lnTo>
                  <a:pt x="4027652" y="317284"/>
                </a:lnTo>
                <a:close/>
              </a:path>
              <a:path w="4458335" h="439419">
                <a:moveTo>
                  <a:pt x="4364736" y="300520"/>
                </a:moveTo>
                <a:lnTo>
                  <a:pt x="4041457" y="300520"/>
                </a:lnTo>
                <a:lnTo>
                  <a:pt x="4041457" y="334048"/>
                </a:lnTo>
                <a:lnTo>
                  <a:pt x="4364736" y="334048"/>
                </a:lnTo>
                <a:lnTo>
                  <a:pt x="4364736" y="300520"/>
                </a:lnTo>
                <a:close/>
              </a:path>
              <a:path w="4458335" h="439419">
                <a:moveTo>
                  <a:pt x="4436364" y="213550"/>
                </a:moveTo>
                <a:lnTo>
                  <a:pt x="4151185" y="213550"/>
                </a:lnTo>
                <a:lnTo>
                  <a:pt x="4161853" y="158686"/>
                </a:lnTo>
                <a:lnTo>
                  <a:pt x="4425696" y="158686"/>
                </a:lnTo>
                <a:lnTo>
                  <a:pt x="4425696" y="126593"/>
                </a:lnTo>
                <a:lnTo>
                  <a:pt x="4167949" y="126593"/>
                </a:lnTo>
                <a:lnTo>
                  <a:pt x="4178617" y="74777"/>
                </a:lnTo>
                <a:lnTo>
                  <a:pt x="4142041" y="74777"/>
                </a:lnTo>
                <a:lnTo>
                  <a:pt x="4113085" y="215074"/>
                </a:lnTo>
                <a:lnTo>
                  <a:pt x="4113085" y="245554"/>
                </a:lnTo>
                <a:lnTo>
                  <a:pt x="4398264" y="245554"/>
                </a:lnTo>
                <a:lnTo>
                  <a:pt x="4396854" y="278434"/>
                </a:lnTo>
                <a:lnTo>
                  <a:pt x="4392904" y="334416"/>
                </a:lnTo>
                <a:lnTo>
                  <a:pt x="4386097" y="372122"/>
                </a:lnTo>
                <a:lnTo>
                  <a:pt x="4346448" y="392061"/>
                </a:lnTo>
                <a:lnTo>
                  <a:pt x="4322419" y="391769"/>
                </a:lnTo>
                <a:lnTo>
                  <a:pt x="4298543" y="390918"/>
                </a:lnTo>
                <a:lnTo>
                  <a:pt x="4274985" y="389483"/>
                </a:lnTo>
                <a:lnTo>
                  <a:pt x="4251871" y="387489"/>
                </a:lnTo>
                <a:lnTo>
                  <a:pt x="4253890" y="397510"/>
                </a:lnTo>
                <a:lnTo>
                  <a:pt x="4255490" y="407111"/>
                </a:lnTo>
                <a:lnTo>
                  <a:pt x="4256798" y="416420"/>
                </a:lnTo>
                <a:lnTo>
                  <a:pt x="4257967" y="425589"/>
                </a:lnTo>
                <a:lnTo>
                  <a:pt x="4283672" y="426466"/>
                </a:lnTo>
                <a:lnTo>
                  <a:pt x="4308106" y="426923"/>
                </a:lnTo>
                <a:lnTo>
                  <a:pt x="4352544" y="427113"/>
                </a:lnTo>
                <a:lnTo>
                  <a:pt x="4381995" y="423125"/>
                </a:lnTo>
                <a:lnTo>
                  <a:pt x="4404169" y="411302"/>
                </a:lnTo>
                <a:lnTo>
                  <a:pt x="4418952" y="392061"/>
                </a:lnTo>
                <a:lnTo>
                  <a:pt x="4419181" y="391769"/>
                </a:lnTo>
                <a:lnTo>
                  <a:pt x="4427220" y="364629"/>
                </a:lnTo>
                <a:lnTo>
                  <a:pt x="4429391" y="334416"/>
                </a:lnTo>
                <a:lnTo>
                  <a:pt x="4431792" y="297091"/>
                </a:lnTo>
                <a:lnTo>
                  <a:pt x="4434078" y="257327"/>
                </a:lnTo>
                <a:lnTo>
                  <a:pt x="4436364" y="213550"/>
                </a:lnTo>
                <a:close/>
              </a:path>
              <a:path w="4458335" h="439419">
                <a:moveTo>
                  <a:pt x="4457801" y="28956"/>
                </a:moveTo>
                <a:lnTo>
                  <a:pt x="4059745" y="28956"/>
                </a:lnTo>
                <a:lnTo>
                  <a:pt x="4059745" y="111353"/>
                </a:lnTo>
                <a:lnTo>
                  <a:pt x="4096321" y="111353"/>
                </a:lnTo>
                <a:lnTo>
                  <a:pt x="4096321" y="61061"/>
                </a:lnTo>
                <a:lnTo>
                  <a:pt x="4421124" y="61061"/>
                </a:lnTo>
                <a:lnTo>
                  <a:pt x="4421124" y="111353"/>
                </a:lnTo>
                <a:lnTo>
                  <a:pt x="4457801" y="111353"/>
                </a:lnTo>
                <a:lnTo>
                  <a:pt x="4457801" y="61061"/>
                </a:lnTo>
                <a:lnTo>
                  <a:pt x="4457801" y="289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804153" y="1876234"/>
            <a:ext cx="400050" cy="424180"/>
          </a:xfrm>
          <a:custGeom>
            <a:avLst/>
            <a:gdLst/>
            <a:ahLst/>
            <a:cxnLst/>
            <a:rect l="l" t="t" r="r" b="b"/>
            <a:pathLst>
              <a:path w="400050" h="424180">
                <a:moveTo>
                  <a:pt x="80772" y="73247"/>
                </a:moveTo>
                <a:lnTo>
                  <a:pt x="44196" y="73247"/>
                </a:lnTo>
                <a:lnTo>
                  <a:pt x="51673" y="53229"/>
                </a:lnTo>
                <a:lnTo>
                  <a:pt x="58293" y="34337"/>
                </a:lnTo>
                <a:lnTo>
                  <a:pt x="64341" y="16588"/>
                </a:lnTo>
                <a:lnTo>
                  <a:pt x="70104" y="0"/>
                </a:lnTo>
                <a:lnTo>
                  <a:pt x="106775" y="10668"/>
                </a:lnTo>
                <a:lnTo>
                  <a:pt x="99939" y="26661"/>
                </a:lnTo>
                <a:lnTo>
                  <a:pt x="93237" y="42529"/>
                </a:lnTo>
                <a:lnTo>
                  <a:pt x="86804" y="58111"/>
                </a:lnTo>
                <a:lnTo>
                  <a:pt x="80772" y="73247"/>
                </a:lnTo>
                <a:close/>
              </a:path>
              <a:path w="400050" h="424180">
                <a:moveTo>
                  <a:pt x="35052" y="424053"/>
                </a:moveTo>
                <a:lnTo>
                  <a:pt x="0" y="424053"/>
                </a:lnTo>
                <a:lnTo>
                  <a:pt x="0" y="73247"/>
                </a:lnTo>
                <a:lnTo>
                  <a:pt x="167735" y="73247"/>
                </a:lnTo>
                <a:lnTo>
                  <a:pt x="167735" y="105251"/>
                </a:lnTo>
                <a:lnTo>
                  <a:pt x="35052" y="105251"/>
                </a:lnTo>
                <a:lnTo>
                  <a:pt x="35052" y="212026"/>
                </a:lnTo>
                <a:lnTo>
                  <a:pt x="167735" y="212026"/>
                </a:lnTo>
                <a:lnTo>
                  <a:pt x="167735" y="244030"/>
                </a:lnTo>
                <a:lnTo>
                  <a:pt x="35052" y="244030"/>
                </a:lnTo>
                <a:lnTo>
                  <a:pt x="35052" y="353949"/>
                </a:lnTo>
                <a:lnTo>
                  <a:pt x="167735" y="353949"/>
                </a:lnTo>
                <a:lnTo>
                  <a:pt x="167735" y="387477"/>
                </a:lnTo>
                <a:lnTo>
                  <a:pt x="35052" y="387477"/>
                </a:lnTo>
                <a:lnTo>
                  <a:pt x="35052" y="424053"/>
                </a:lnTo>
                <a:close/>
              </a:path>
              <a:path w="400050" h="424180">
                <a:moveTo>
                  <a:pt x="167735" y="212026"/>
                </a:moveTo>
                <a:lnTo>
                  <a:pt x="132683" y="212026"/>
                </a:lnTo>
                <a:lnTo>
                  <a:pt x="132683" y="105251"/>
                </a:lnTo>
                <a:lnTo>
                  <a:pt x="167735" y="105251"/>
                </a:lnTo>
                <a:lnTo>
                  <a:pt x="167735" y="212026"/>
                </a:lnTo>
                <a:close/>
              </a:path>
              <a:path w="400050" h="424180">
                <a:moveTo>
                  <a:pt x="167735" y="353949"/>
                </a:moveTo>
                <a:lnTo>
                  <a:pt x="132683" y="353949"/>
                </a:lnTo>
                <a:lnTo>
                  <a:pt x="132683" y="244030"/>
                </a:lnTo>
                <a:lnTo>
                  <a:pt x="167735" y="244030"/>
                </a:lnTo>
                <a:lnTo>
                  <a:pt x="167735" y="353949"/>
                </a:lnTo>
                <a:close/>
              </a:path>
              <a:path w="400050" h="424180">
                <a:moveTo>
                  <a:pt x="167735" y="421005"/>
                </a:moveTo>
                <a:lnTo>
                  <a:pt x="132683" y="421005"/>
                </a:lnTo>
                <a:lnTo>
                  <a:pt x="132683" y="387477"/>
                </a:lnTo>
                <a:lnTo>
                  <a:pt x="167735" y="387477"/>
                </a:lnTo>
                <a:lnTo>
                  <a:pt x="167735" y="421005"/>
                </a:lnTo>
                <a:close/>
              </a:path>
              <a:path w="400050" h="424180">
                <a:moveTo>
                  <a:pt x="204311" y="178498"/>
                </a:moveTo>
                <a:lnTo>
                  <a:pt x="198262" y="174807"/>
                </a:lnTo>
                <a:lnTo>
                  <a:pt x="191357" y="170688"/>
                </a:lnTo>
                <a:lnTo>
                  <a:pt x="183308" y="166282"/>
                </a:lnTo>
                <a:lnTo>
                  <a:pt x="173831" y="161734"/>
                </a:lnTo>
                <a:lnTo>
                  <a:pt x="193787" y="127435"/>
                </a:lnTo>
                <a:lnTo>
                  <a:pt x="212324" y="88868"/>
                </a:lnTo>
                <a:lnTo>
                  <a:pt x="229164" y="46300"/>
                </a:lnTo>
                <a:lnTo>
                  <a:pt x="244030" y="0"/>
                </a:lnTo>
                <a:lnTo>
                  <a:pt x="280606" y="9144"/>
                </a:lnTo>
                <a:lnTo>
                  <a:pt x="274891" y="25137"/>
                </a:lnTo>
                <a:lnTo>
                  <a:pt x="269176" y="41005"/>
                </a:lnTo>
                <a:lnTo>
                  <a:pt x="263461" y="56587"/>
                </a:lnTo>
                <a:lnTo>
                  <a:pt x="257746" y="71723"/>
                </a:lnTo>
                <a:lnTo>
                  <a:pt x="399573" y="71723"/>
                </a:lnTo>
                <a:lnTo>
                  <a:pt x="398878" y="103727"/>
                </a:lnTo>
                <a:lnTo>
                  <a:pt x="244030" y="103727"/>
                </a:lnTo>
                <a:lnTo>
                  <a:pt x="234609" y="124625"/>
                </a:lnTo>
                <a:lnTo>
                  <a:pt x="224742" y="143970"/>
                </a:lnTo>
                <a:lnTo>
                  <a:pt x="214589" y="161886"/>
                </a:lnTo>
                <a:lnTo>
                  <a:pt x="204311" y="178498"/>
                </a:lnTo>
                <a:close/>
              </a:path>
              <a:path w="400050" h="424180">
                <a:moveTo>
                  <a:pt x="383715" y="387477"/>
                </a:moveTo>
                <a:lnTo>
                  <a:pt x="311086" y="387477"/>
                </a:lnTo>
                <a:lnTo>
                  <a:pt x="329136" y="384903"/>
                </a:lnTo>
                <a:lnTo>
                  <a:pt x="342328" y="377178"/>
                </a:lnTo>
                <a:lnTo>
                  <a:pt x="356940" y="315316"/>
                </a:lnTo>
                <a:lnTo>
                  <a:pt x="358306" y="275602"/>
                </a:lnTo>
                <a:lnTo>
                  <a:pt x="359472" y="225944"/>
                </a:lnTo>
                <a:lnTo>
                  <a:pt x="360451" y="169803"/>
                </a:lnTo>
                <a:lnTo>
                  <a:pt x="361378" y="103727"/>
                </a:lnTo>
                <a:lnTo>
                  <a:pt x="398878" y="103727"/>
                </a:lnTo>
                <a:lnTo>
                  <a:pt x="397997" y="143970"/>
                </a:lnTo>
                <a:lnTo>
                  <a:pt x="396525" y="202882"/>
                </a:lnTo>
                <a:lnTo>
                  <a:pt x="395001" y="254746"/>
                </a:lnTo>
                <a:lnTo>
                  <a:pt x="393477" y="297465"/>
                </a:lnTo>
                <a:lnTo>
                  <a:pt x="390429" y="355473"/>
                </a:lnTo>
                <a:lnTo>
                  <a:pt x="385009" y="385476"/>
                </a:lnTo>
                <a:lnTo>
                  <a:pt x="383715" y="387477"/>
                </a:lnTo>
                <a:close/>
              </a:path>
              <a:path w="400050" h="424180">
                <a:moveTo>
                  <a:pt x="285178" y="294417"/>
                </a:moveTo>
                <a:lnTo>
                  <a:pt x="268841" y="269233"/>
                </a:lnTo>
                <a:lnTo>
                  <a:pt x="251638" y="243887"/>
                </a:lnTo>
                <a:lnTo>
                  <a:pt x="233274" y="218256"/>
                </a:lnTo>
                <a:lnTo>
                  <a:pt x="213455" y="192214"/>
                </a:lnTo>
                <a:lnTo>
                  <a:pt x="239458" y="172402"/>
                </a:lnTo>
                <a:lnTo>
                  <a:pt x="262961" y="200097"/>
                </a:lnTo>
                <a:lnTo>
                  <a:pt x="283464" y="225944"/>
                </a:lnTo>
                <a:lnTo>
                  <a:pt x="301394" y="249809"/>
                </a:lnTo>
                <a:lnTo>
                  <a:pt x="317182" y="271557"/>
                </a:lnTo>
                <a:lnTo>
                  <a:pt x="285178" y="294417"/>
                </a:lnTo>
                <a:close/>
              </a:path>
              <a:path w="400050" h="424180">
                <a:moveTo>
                  <a:pt x="318706" y="424053"/>
                </a:moveTo>
                <a:lnTo>
                  <a:pt x="278320" y="423100"/>
                </a:lnTo>
                <a:lnTo>
                  <a:pt x="237934" y="421005"/>
                </a:lnTo>
                <a:lnTo>
                  <a:pt x="234124" y="400050"/>
                </a:lnTo>
                <a:lnTo>
                  <a:pt x="232362" y="390572"/>
                </a:lnTo>
                <a:lnTo>
                  <a:pt x="230314" y="381381"/>
                </a:lnTo>
                <a:lnTo>
                  <a:pt x="231838" y="381381"/>
                </a:lnTo>
                <a:lnTo>
                  <a:pt x="253007" y="384262"/>
                </a:lnTo>
                <a:lnTo>
                  <a:pt x="273177" y="386143"/>
                </a:lnTo>
                <a:lnTo>
                  <a:pt x="292488" y="387167"/>
                </a:lnTo>
                <a:lnTo>
                  <a:pt x="311086" y="387477"/>
                </a:lnTo>
                <a:lnTo>
                  <a:pt x="383715" y="387477"/>
                </a:lnTo>
                <a:lnTo>
                  <a:pt x="371141" y="406908"/>
                </a:lnTo>
                <a:lnTo>
                  <a:pt x="348987" y="419766"/>
                </a:lnTo>
                <a:lnTo>
                  <a:pt x="318706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6293643" y="2195036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5">
                <a:moveTo>
                  <a:pt x="30575" y="115919"/>
                </a:moveTo>
                <a:lnTo>
                  <a:pt x="0" y="115919"/>
                </a:lnTo>
                <a:lnTo>
                  <a:pt x="26003" y="0"/>
                </a:lnTo>
                <a:lnTo>
                  <a:pt x="67151" y="0"/>
                </a:lnTo>
                <a:lnTo>
                  <a:pt x="30575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677965" y="1876234"/>
            <a:ext cx="2651125" cy="436880"/>
          </a:xfrm>
          <a:custGeom>
            <a:avLst/>
            <a:gdLst/>
            <a:ahLst/>
            <a:cxnLst/>
            <a:rect l="l" t="t" r="r" b="b"/>
            <a:pathLst>
              <a:path w="2651125" h="436880">
                <a:moveTo>
                  <a:pt x="413296" y="21336"/>
                </a:moveTo>
                <a:lnTo>
                  <a:pt x="384340" y="21336"/>
                </a:lnTo>
                <a:lnTo>
                  <a:pt x="384340" y="45821"/>
                </a:lnTo>
                <a:lnTo>
                  <a:pt x="384340" y="79349"/>
                </a:lnTo>
                <a:lnTo>
                  <a:pt x="83921" y="79349"/>
                </a:lnTo>
                <a:lnTo>
                  <a:pt x="83921" y="45821"/>
                </a:lnTo>
                <a:lnTo>
                  <a:pt x="384340" y="45821"/>
                </a:lnTo>
                <a:lnTo>
                  <a:pt x="384340" y="21336"/>
                </a:lnTo>
                <a:lnTo>
                  <a:pt x="53441" y="21336"/>
                </a:lnTo>
                <a:lnTo>
                  <a:pt x="53441" y="204419"/>
                </a:lnTo>
                <a:lnTo>
                  <a:pt x="50241" y="269354"/>
                </a:lnTo>
                <a:lnTo>
                  <a:pt x="40436" y="324561"/>
                </a:lnTo>
                <a:lnTo>
                  <a:pt x="23787" y="370039"/>
                </a:lnTo>
                <a:lnTo>
                  <a:pt x="0" y="405777"/>
                </a:lnTo>
                <a:lnTo>
                  <a:pt x="5715" y="412648"/>
                </a:lnTo>
                <a:lnTo>
                  <a:pt x="11430" y="419684"/>
                </a:lnTo>
                <a:lnTo>
                  <a:pt x="17145" y="426986"/>
                </a:lnTo>
                <a:lnTo>
                  <a:pt x="22860" y="434733"/>
                </a:lnTo>
                <a:lnTo>
                  <a:pt x="44462" y="401612"/>
                </a:lnTo>
                <a:lnTo>
                  <a:pt x="61518" y="362635"/>
                </a:lnTo>
                <a:lnTo>
                  <a:pt x="73863" y="317779"/>
                </a:lnTo>
                <a:lnTo>
                  <a:pt x="81381" y="267081"/>
                </a:lnTo>
                <a:lnTo>
                  <a:pt x="83921" y="210515"/>
                </a:lnTo>
                <a:lnTo>
                  <a:pt x="83921" y="105257"/>
                </a:lnTo>
                <a:lnTo>
                  <a:pt x="384340" y="105257"/>
                </a:lnTo>
                <a:lnTo>
                  <a:pt x="384340" y="114401"/>
                </a:lnTo>
                <a:lnTo>
                  <a:pt x="413296" y="114401"/>
                </a:lnTo>
                <a:lnTo>
                  <a:pt x="413296" y="105257"/>
                </a:lnTo>
                <a:lnTo>
                  <a:pt x="413296" y="79349"/>
                </a:lnTo>
                <a:lnTo>
                  <a:pt x="413296" y="45821"/>
                </a:lnTo>
                <a:lnTo>
                  <a:pt x="413296" y="21336"/>
                </a:lnTo>
                <a:close/>
              </a:path>
              <a:path w="2651125" h="436880">
                <a:moveTo>
                  <a:pt x="420916" y="291376"/>
                </a:moveTo>
                <a:lnTo>
                  <a:pt x="272999" y="291376"/>
                </a:lnTo>
                <a:lnTo>
                  <a:pt x="272999" y="262420"/>
                </a:lnTo>
                <a:lnTo>
                  <a:pt x="364528" y="262420"/>
                </a:lnTo>
                <a:lnTo>
                  <a:pt x="364528" y="271564"/>
                </a:lnTo>
                <a:lnTo>
                  <a:pt x="393484" y="271564"/>
                </a:lnTo>
                <a:lnTo>
                  <a:pt x="393484" y="262420"/>
                </a:lnTo>
                <a:lnTo>
                  <a:pt x="393484" y="239471"/>
                </a:lnTo>
                <a:lnTo>
                  <a:pt x="393484" y="207467"/>
                </a:lnTo>
                <a:lnTo>
                  <a:pt x="393484" y="183070"/>
                </a:lnTo>
                <a:lnTo>
                  <a:pt x="364528" y="183070"/>
                </a:lnTo>
                <a:lnTo>
                  <a:pt x="364528" y="207467"/>
                </a:lnTo>
                <a:lnTo>
                  <a:pt x="364528" y="239471"/>
                </a:lnTo>
                <a:lnTo>
                  <a:pt x="272999" y="239471"/>
                </a:lnTo>
                <a:lnTo>
                  <a:pt x="272999" y="207467"/>
                </a:lnTo>
                <a:lnTo>
                  <a:pt x="364528" y="207467"/>
                </a:lnTo>
                <a:lnTo>
                  <a:pt x="364528" y="183070"/>
                </a:lnTo>
                <a:lnTo>
                  <a:pt x="272999" y="183070"/>
                </a:lnTo>
                <a:lnTo>
                  <a:pt x="272999" y="155638"/>
                </a:lnTo>
                <a:lnTo>
                  <a:pt x="272999" y="154114"/>
                </a:lnTo>
                <a:lnTo>
                  <a:pt x="349465" y="151638"/>
                </a:lnTo>
                <a:lnTo>
                  <a:pt x="383032" y="150050"/>
                </a:lnTo>
                <a:lnTo>
                  <a:pt x="413296" y="148018"/>
                </a:lnTo>
                <a:lnTo>
                  <a:pt x="405676" y="123545"/>
                </a:lnTo>
                <a:lnTo>
                  <a:pt x="99161" y="134213"/>
                </a:lnTo>
                <a:lnTo>
                  <a:pt x="101180" y="141058"/>
                </a:lnTo>
                <a:lnTo>
                  <a:pt x="102781" y="147789"/>
                </a:lnTo>
                <a:lnTo>
                  <a:pt x="104063" y="154114"/>
                </a:lnTo>
                <a:lnTo>
                  <a:pt x="105257" y="160210"/>
                </a:lnTo>
                <a:lnTo>
                  <a:pt x="245567" y="155638"/>
                </a:lnTo>
                <a:lnTo>
                  <a:pt x="245567" y="183070"/>
                </a:lnTo>
                <a:lnTo>
                  <a:pt x="245567" y="207467"/>
                </a:lnTo>
                <a:lnTo>
                  <a:pt x="245567" y="239471"/>
                </a:lnTo>
                <a:lnTo>
                  <a:pt x="155549" y="239471"/>
                </a:lnTo>
                <a:lnTo>
                  <a:pt x="155549" y="207467"/>
                </a:lnTo>
                <a:lnTo>
                  <a:pt x="245567" y="207467"/>
                </a:lnTo>
                <a:lnTo>
                  <a:pt x="245567" y="183070"/>
                </a:lnTo>
                <a:lnTo>
                  <a:pt x="126593" y="183070"/>
                </a:lnTo>
                <a:lnTo>
                  <a:pt x="126593" y="271564"/>
                </a:lnTo>
                <a:lnTo>
                  <a:pt x="155549" y="271564"/>
                </a:lnTo>
                <a:lnTo>
                  <a:pt x="155549" y="262420"/>
                </a:lnTo>
                <a:lnTo>
                  <a:pt x="245567" y="262420"/>
                </a:lnTo>
                <a:lnTo>
                  <a:pt x="245567" y="291376"/>
                </a:lnTo>
                <a:lnTo>
                  <a:pt x="106781" y="291376"/>
                </a:lnTo>
                <a:lnTo>
                  <a:pt x="106781" y="433209"/>
                </a:lnTo>
                <a:lnTo>
                  <a:pt x="135737" y="433209"/>
                </a:lnTo>
                <a:lnTo>
                  <a:pt x="135737" y="314236"/>
                </a:lnTo>
                <a:lnTo>
                  <a:pt x="245567" y="314236"/>
                </a:lnTo>
                <a:lnTo>
                  <a:pt x="245567" y="355485"/>
                </a:lnTo>
                <a:lnTo>
                  <a:pt x="225221" y="356387"/>
                </a:lnTo>
                <a:lnTo>
                  <a:pt x="185089" y="357619"/>
                </a:lnTo>
                <a:lnTo>
                  <a:pt x="164693" y="358533"/>
                </a:lnTo>
                <a:lnTo>
                  <a:pt x="170789" y="385965"/>
                </a:lnTo>
                <a:lnTo>
                  <a:pt x="215417" y="381939"/>
                </a:lnTo>
                <a:lnTo>
                  <a:pt x="257759" y="378917"/>
                </a:lnTo>
                <a:lnTo>
                  <a:pt x="297802" y="376745"/>
                </a:lnTo>
                <a:lnTo>
                  <a:pt x="335572" y="375297"/>
                </a:lnTo>
                <a:lnTo>
                  <a:pt x="337096" y="379869"/>
                </a:lnTo>
                <a:lnTo>
                  <a:pt x="343192" y="392061"/>
                </a:lnTo>
                <a:lnTo>
                  <a:pt x="369100" y="381393"/>
                </a:lnTo>
                <a:lnTo>
                  <a:pt x="366166" y="375297"/>
                </a:lnTo>
                <a:lnTo>
                  <a:pt x="361099" y="364756"/>
                </a:lnTo>
                <a:lnTo>
                  <a:pt x="355625" y="353961"/>
                </a:lnTo>
                <a:lnTo>
                  <a:pt x="353098" y="348957"/>
                </a:lnTo>
                <a:lnTo>
                  <a:pt x="345097" y="333730"/>
                </a:lnTo>
                <a:lnTo>
                  <a:pt x="337096" y="318808"/>
                </a:lnTo>
                <a:lnTo>
                  <a:pt x="314147" y="331000"/>
                </a:lnTo>
                <a:lnTo>
                  <a:pt x="320243" y="343192"/>
                </a:lnTo>
                <a:lnTo>
                  <a:pt x="323380" y="350812"/>
                </a:lnTo>
                <a:lnTo>
                  <a:pt x="310756" y="351777"/>
                </a:lnTo>
                <a:lnTo>
                  <a:pt x="285572" y="353047"/>
                </a:lnTo>
                <a:lnTo>
                  <a:pt x="272999" y="353961"/>
                </a:lnTo>
                <a:lnTo>
                  <a:pt x="272999" y="314236"/>
                </a:lnTo>
                <a:lnTo>
                  <a:pt x="390436" y="314236"/>
                </a:lnTo>
                <a:lnTo>
                  <a:pt x="390436" y="379869"/>
                </a:lnTo>
                <a:lnTo>
                  <a:pt x="389013" y="389864"/>
                </a:lnTo>
                <a:lnTo>
                  <a:pt x="384721" y="397014"/>
                </a:lnTo>
                <a:lnTo>
                  <a:pt x="377583" y="401294"/>
                </a:lnTo>
                <a:lnTo>
                  <a:pt x="367576" y="402729"/>
                </a:lnTo>
                <a:lnTo>
                  <a:pt x="356476" y="402463"/>
                </a:lnTo>
                <a:lnTo>
                  <a:pt x="343941" y="401777"/>
                </a:lnTo>
                <a:lnTo>
                  <a:pt x="315671" y="399681"/>
                </a:lnTo>
                <a:lnTo>
                  <a:pt x="317690" y="408292"/>
                </a:lnTo>
                <a:lnTo>
                  <a:pt x="319290" y="416064"/>
                </a:lnTo>
                <a:lnTo>
                  <a:pt x="320598" y="423252"/>
                </a:lnTo>
                <a:lnTo>
                  <a:pt x="321767" y="430161"/>
                </a:lnTo>
                <a:lnTo>
                  <a:pt x="376720" y="430161"/>
                </a:lnTo>
                <a:lnTo>
                  <a:pt x="418084" y="405726"/>
                </a:lnTo>
                <a:lnTo>
                  <a:pt x="420916" y="385965"/>
                </a:lnTo>
                <a:lnTo>
                  <a:pt x="420916" y="314236"/>
                </a:lnTo>
                <a:lnTo>
                  <a:pt x="420916" y="291376"/>
                </a:lnTo>
                <a:close/>
              </a:path>
              <a:path w="2651125" h="436880">
                <a:moveTo>
                  <a:pt x="501777" y="108305"/>
                </a:moveTo>
                <a:lnTo>
                  <a:pt x="472821" y="100685"/>
                </a:lnTo>
                <a:lnTo>
                  <a:pt x="467956" y="131584"/>
                </a:lnTo>
                <a:lnTo>
                  <a:pt x="462495" y="160362"/>
                </a:lnTo>
                <a:lnTo>
                  <a:pt x="456463" y="187134"/>
                </a:lnTo>
                <a:lnTo>
                  <a:pt x="449872" y="212026"/>
                </a:lnTo>
                <a:lnTo>
                  <a:pt x="474179" y="218249"/>
                </a:lnTo>
                <a:lnTo>
                  <a:pt x="480441" y="219646"/>
                </a:lnTo>
                <a:lnTo>
                  <a:pt x="486994" y="190461"/>
                </a:lnTo>
                <a:lnTo>
                  <a:pt x="492823" y="162267"/>
                </a:lnTo>
                <a:lnTo>
                  <a:pt x="497801" y="134924"/>
                </a:lnTo>
                <a:lnTo>
                  <a:pt x="501777" y="108305"/>
                </a:lnTo>
                <a:close/>
              </a:path>
              <a:path w="2651125" h="436880">
                <a:moveTo>
                  <a:pt x="605510" y="141833"/>
                </a:moveTo>
                <a:lnTo>
                  <a:pt x="582371" y="102209"/>
                </a:lnTo>
                <a:lnTo>
                  <a:pt x="565785" y="76301"/>
                </a:lnTo>
                <a:lnTo>
                  <a:pt x="547497" y="86969"/>
                </a:lnTo>
                <a:lnTo>
                  <a:pt x="547497" y="1524"/>
                </a:lnTo>
                <a:lnTo>
                  <a:pt x="513969" y="1524"/>
                </a:lnTo>
                <a:lnTo>
                  <a:pt x="513969" y="434733"/>
                </a:lnTo>
                <a:lnTo>
                  <a:pt x="547497" y="434733"/>
                </a:lnTo>
                <a:lnTo>
                  <a:pt x="547497" y="102209"/>
                </a:lnTo>
                <a:lnTo>
                  <a:pt x="555269" y="115328"/>
                </a:lnTo>
                <a:lnTo>
                  <a:pt x="562737" y="129463"/>
                </a:lnTo>
                <a:lnTo>
                  <a:pt x="570217" y="144475"/>
                </a:lnTo>
                <a:lnTo>
                  <a:pt x="577977" y="160210"/>
                </a:lnTo>
                <a:lnTo>
                  <a:pt x="605510" y="141833"/>
                </a:lnTo>
                <a:close/>
              </a:path>
              <a:path w="2651125" h="436880">
                <a:moveTo>
                  <a:pt x="887641" y="384429"/>
                </a:moveTo>
                <a:lnTo>
                  <a:pt x="759536" y="384429"/>
                </a:lnTo>
                <a:lnTo>
                  <a:pt x="759536" y="266992"/>
                </a:lnTo>
                <a:lnTo>
                  <a:pt x="864692" y="266992"/>
                </a:lnTo>
                <a:lnTo>
                  <a:pt x="864692" y="234886"/>
                </a:lnTo>
                <a:lnTo>
                  <a:pt x="759536" y="234886"/>
                </a:lnTo>
                <a:lnTo>
                  <a:pt x="759536" y="129641"/>
                </a:lnTo>
                <a:lnTo>
                  <a:pt x="873836" y="129641"/>
                </a:lnTo>
                <a:lnTo>
                  <a:pt x="873836" y="99161"/>
                </a:lnTo>
                <a:lnTo>
                  <a:pt x="759536" y="99161"/>
                </a:lnTo>
                <a:lnTo>
                  <a:pt x="759536" y="3048"/>
                </a:lnTo>
                <a:lnTo>
                  <a:pt x="724382" y="3048"/>
                </a:lnTo>
                <a:lnTo>
                  <a:pt x="724382" y="99161"/>
                </a:lnTo>
                <a:lnTo>
                  <a:pt x="664946" y="99161"/>
                </a:lnTo>
                <a:lnTo>
                  <a:pt x="669493" y="84302"/>
                </a:lnTo>
                <a:lnTo>
                  <a:pt x="673900" y="69430"/>
                </a:lnTo>
                <a:lnTo>
                  <a:pt x="678014" y="54546"/>
                </a:lnTo>
                <a:lnTo>
                  <a:pt x="681710" y="39624"/>
                </a:lnTo>
                <a:lnTo>
                  <a:pt x="648182" y="30480"/>
                </a:lnTo>
                <a:lnTo>
                  <a:pt x="637349" y="71424"/>
                </a:lnTo>
                <a:lnTo>
                  <a:pt x="623214" y="111925"/>
                </a:lnTo>
                <a:lnTo>
                  <a:pt x="605917" y="152133"/>
                </a:lnTo>
                <a:lnTo>
                  <a:pt x="585609" y="192214"/>
                </a:lnTo>
                <a:lnTo>
                  <a:pt x="591667" y="195313"/>
                </a:lnTo>
                <a:lnTo>
                  <a:pt x="598601" y="199834"/>
                </a:lnTo>
                <a:lnTo>
                  <a:pt x="606691" y="205511"/>
                </a:lnTo>
                <a:lnTo>
                  <a:pt x="616178" y="212026"/>
                </a:lnTo>
                <a:lnTo>
                  <a:pt x="626186" y="191452"/>
                </a:lnTo>
                <a:lnTo>
                  <a:pt x="635609" y="170878"/>
                </a:lnTo>
                <a:lnTo>
                  <a:pt x="644474" y="150266"/>
                </a:lnTo>
                <a:lnTo>
                  <a:pt x="652754" y="129641"/>
                </a:lnTo>
                <a:lnTo>
                  <a:pt x="724382" y="129641"/>
                </a:lnTo>
                <a:lnTo>
                  <a:pt x="724382" y="234886"/>
                </a:lnTo>
                <a:lnTo>
                  <a:pt x="611606" y="234886"/>
                </a:lnTo>
                <a:lnTo>
                  <a:pt x="611606" y="266992"/>
                </a:lnTo>
                <a:lnTo>
                  <a:pt x="724382" y="266992"/>
                </a:lnTo>
                <a:lnTo>
                  <a:pt x="724382" y="384429"/>
                </a:lnTo>
                <a:lnTo>
                  <a:pt x="582549" y="384429"/>
                </a:lnTo>
                <a:lnTo>
                  <a:pt x="582549" y="414921"/>
                </a:lnTo>
                <a:lnTo>
                  <a:pt x="887641" y="414921"/>
                </a:lnTo>
                <a:lnTo>
                  <a:pt x="887641" y="384429"/>
                </a:lnTo>
                <a:close/>
              </a:path>
              <a:path w="2651125" h="436880">
                <a:moveTo>
                  <a:pt x="1020330" y="12192"/>
                </a:moveTo>
                <a:lnTo>
                  <a:pt x="986701" y="3048"/>
                </a:lnTo>
                <a:lnTo>
                  <a:pt x="972820" y="51765"/>
                </a:lnTo>
                <a:lnTo>
                  <a:pt x="956805" y="97256"/>
                </a:lnTo>
                <a:lnTo>
                  <a:pt x="938745" y="139598"/>
                </a:lnTo>
                <a:lnTo>
                  <a:pt x="918718" y="178841"/>
                </a:lnTo>
                <a:lnTo>
                  <a:pt x="896785" y="215074"/>
                </a:lnTo>
                <a:lnTo>
                  <a:pt x="910501" y="251752"/>
                </a:lnTo>
                <a:lnTo>
                  <a:pt x="920762" y="236308"/>
                </a:lnTo>
                <a:lnTo>
                  <a:pt x="930884" y="220040"/>
                </a:lnTo>
                <a:lnTo>
                  <a:pt x="940714" y="203225"/>
                </a:lnTo>
                <a:lnTo>
                  <a:pt x="950125" y="186118"/>
                </a:lnTo>
                <a:lnTo>
                  <a:pt x="950125" y="430161"/>
                </a:lnTo>
                <a:lnTo>
                  <a:pt x="982129" y="430161"/>
                </a:lnTo>
                <a:lnTo>
                  <a:pt x="982129" y="186118"/>
                </a:lnTo>
                <a:lnTo>
                  <a:pt x="982129" y="118973"/>
                </a:lnTo>
                <a:lnTo>
                  <a:pt x="992149" y="93522"/>
                </a:lnTo>
                <a:lnTo>
                  <a:pt x="1001763" y="67335"/>
                </a:lnTo>
                <a:lnTo>
                  <a:pt x="1011097" y="40284"/>
                </a:lnTo>
                <a:lnTo>
                  <a:pt x="1020330" y="12192"/>
                </a:lnTo>
                <a:close/>
              </a:path>
              <a:path w="2651125" h="436880">
                <a:moveTo>
                  <a:pt x="1332941" y="387477"/>
                </a:moveTo>
                <a:lnTo>
                  <a:pt x="1291691" y="387477"/>
                </a:lnTo>
                <a:lnTo>
                  <a:pt x="1291691" y="347764"/>
                </a:lnTo>
                <a:lnTo>
                  <a:pt x="1291691" y="320332"/>
                </a:lnTo>
                <a:lnTo>
                  <a:pt x="1291691" y="117449"/>
                </a:lnTo>
                <a:lnTo>
                  <a:pt x="1259687" y="117449"/>
                </a:lnTo>
                <a:lnTo>
                  <a:pt x="1259687" y="387477"/>
                </a:lnTo>
                <a:lnTo>
                  <a:pt x="1081290" y="387477"/>
                </a:lnTo>
                <a:lnTo>
                  <a:pt x="1081290" y="347764"/>
                </a:lnTo>
                <a:lnTo>
                  <a:pt x="1259687" y="347764"/>
                </a:lnTo>
                <a:lnTo>
                  <a:pt x="1259687" y="320332"/>
                </a:lnTo>
                <a:lnTo>
                  <a:pt x="1081290" y="320332"/>
                </a:lnTo>
                <a:lnTo>
                  <a:pt x="1081290" y="280708"/>
                </a:lnTo>
                <a:lnTo>
                  <a:pt x="1259687" y="280708"/>
                </a:lnTo>
                <a:lnTo>
                  <a:pt x="1259687" y="253276"/>
                </a:lnTo>
                <a:lnTo>
                  <a:pt x="1081290" y="253276"/>
                </a:lnTo>
                <a:lnTo>
                  <a:pt x="1081290" y="213550"/>
                </a:lnTo>
                <a:lnTo>
                  <a:pt x="1259687" y="213550"/>
                </a:lnTo>
                <a:lnTo>
                  <a:pt x="1259687" y="184594"/>
                </a:lnTo>
                <a:lnTo>
                  <a:pt x="1081290" y="184594"/>
                </a:lnTo>
                <a:lnTo>
                  <a:pt x="1081290" y="146494"/>
                </a:lnTo>
                <a:lnTo>
                  <a:pt x="1259687" y="146494"/>
                </a:lnTo>
                <a:lnTo>
                  <a:pt x="1259687" y="117449"/>
                </a:lnTo>
                <a:lnTo>
                  <a:pt x="1186535" y="117449"/>
                </a:lnTo>
                <a:lnTo>
                  <a:pt x="1186535" y="76301"/>
                </a:lnTo>
                <a:lnTo>
                  <a:pt x="1323797" y="76301"/>
                </a:lnTo>
                <a:lnTo>
                  <a:pt x="1323797" y="47345"/>
                </a:lnTo>
                <a:lnTo>
                  <a:pt x="1186535" y="47345"/>
                </a:lnTo>
                <a:lnTo>
                  <a:pt x="1186535" y="0"/>
                </a:lnTo>
                <a:lnTo>
                  <a:pt x="1152918" y="0"/>
                </a:lnTo>
                <a:lnTo>
                  <a:pt x="1152918" y="47345"/>
                </a:lnTo>
                <a:lnTo>
                  <a:pt x="1024902" y="47345"/>
                </a:lnTo>
                <a:lnTo>
                  <a:pt x="1024902" y="76301"/>
                </a:lnTo>
                <a:lnTo>
                  <a:pt x="1152918" y="76301"/>
                </a:lnTo>
                <a:lnTo>
                  <a:pt x="1152918" y="117449"/>
                </a:lnTo>
                <a:lnTo>
                  <a:pt x="1049286" y="117449"/>
                </a:lnTo>
                <a:lnTo>
                  <a:pt x="1049286" y="387477"/>
                </a:lnTo>
                <a:lnTo>
                  <a:pt x="1004989" y="387477"/>
                </a:lnTo>
                <a:lnTo>
                  <a:pt x="1004989" y="417969"/>
                </a:lnTo>
                <a:lnTo>
                  <a:pt x="1332941" y="417969"/>
                </a:lnTo>
                <a:lnTo>
                  <a:pt x="1332941" y="387477"/>
                </a:lnTo>
                <a:close/>
              </a:path>
              <a:path w="2651125" h="436880">
                <a:moveTo>
                  <a:pt x="1432090" y="134213"/>
                </a:moveTo>
                <a:lnTo>
                  <a:pt x="1398473" y="123545"/>
                </a:lnTo>
                <a:lnTo>
                  <a:pt x="1386827" y="166306"/>
                </a:lnTo>
                <a:lnTo>
                  <a:pt x="1374660" y="206121"/>
                </a:lnTo>
                <a:lnTo>
                  <a:pt x="1362252" y="242620"/>
                </a:lnTo>
                <a:lnTo>
                  <a:pt x="1349705" y="276136"/>
                </a:lnTo>
                <a:lnTo>
                  <a:pt x="1359433" y="279565"/>
                </a:lnTo>
                <a:lnTo>
                  <a:pt x="1368183" y="282994"/>
                </a:lnTo>
                <a:lnTo>
                  <a:pt x="1376057" y="286423"/>
                </a:lnTo>
                <a:lnTo>
                  <a:pt x="1383233" y="289852"/>
                </a:lnTo>
                <a:lnTo>
                  <a:pt x="1394701" y="260184"/>
                </a:lnTo>
                <a:lnTo>
                  <a:pt x="1406474" y="224066"/>
                </a:lnTo>
                <a:lnTo>
                  <a:pt x="1418844" y="181927"/>
                </a:lnTo>
                <a:lnTo>
                  <a:pt x="1432090" y="134213"/>
                </a:lnTo>
                <a:close/>
              </a:path>
              <a:path w="2651125" h="436880">
                <a:moveTo>
                  <a:pt x="1613547" y="74777"/>
                </a:moveTo>
                <a:lnTo>
                  <a:pt x="1594091" y="55384"/>
                </a:lnTo>
                <a:lnTo>
                  <a:pt x="1574634" y="36245"/>
                </a:lnTo>
                <a:lnTo>
                  <a:pt x="1555165" y="17691"/>
                </a:lnTo>
                <a:lnTo>
                  <a:pt x="1535722" y="0"/>
                </a:lnTo>
                <a:lnTo>
                  <a:pt x="1509814" y="21336"/>
                </a:lnTo>
                <a:lnTo>
                  <a:pt x="1532648" y="43637"/>
                </a:lnTo>
                <a:lnTo>
                  <a:pt x="1553070" y="64477"/>
                </a:lnTo>
                <a:lnTo>
                  <a:pt x="1570939" y="83591"/>
                </a:lnTo>
                <a:lnTo>
                  <a:pt x="1586115" y="100685"/>
                </a:lnTo>
                <a:lnTo>
                  <a:pt x="1613547" y="74777"/>
                </a:lnTo>
                <a:close/>
              </a:path>
              <a:path w="2651125" h="436880">
                <a:moveTo>
                  <a:pt x="1726412" y="50393"/>
                </a:moveTo>
                <a:lnTo>
                  <a:pt x="1692795" y="33528"/>
                </a:lnTo>
                <a:lnTo>
                  <a:pt x="1666379" y="79565"/>
                </a:lnTo>
                <a:lnTo>
                  <a:pt x="1637474" y="123088"/>
                </a:lnTo>
                <a:lnTo>
                  <a:pt x="1606105" y="164172"/>
                </a:lnTo>
                <a:lnTo>
                  <a:pt x="1572310" y="202831"/>
                </a:lnTo>
                <a:lnTo>
                  <a:pt x="1536141" y="239128"/>
                </a:lnTo>
                <a:lnTo>
                  <a:pt x="1497622" y="273088"/>
                </a:lnTo>
                <a:lnTo>
                  <a:pt x="1497622" y="74777"/>
                </a:lnTo>
                <a:lnTo>
                  <a:pt x="1462570" y="74777"/>
                </a:lnTo>
                <a:lnTo>
                  <a:pt x="1462570" y="298996"/>
                </a:lnTo>
                <a:lnTo>
                  <a:pt x="1435658" y="318096"/>
                </a:lnTo>
                <a:lnTo>
                  <a:pt x="1407617" y="336346"/>
                </a:lnTo>
                <a:lnTo>
                  <a:pt x="1378470" y="353466"/>
                </a:lnTo>
                <a:lnTo>
                  <a:pt x="1348181" y="369189"/>
                </a:lnTo>
                <a:lnTo>
                  <a:pt x="1355623" y="377812"/>
                </a:lnTo>
                <a:lnTo>
                  <a:pt x="1362087" y="385584"/>
                </a:lnTo>
                <a:lnTo>
                  <a:pt x="1367675" y="392772"/>
                </a:lnTo>
                <a:lnTo>
                  <a:pt x="1372565" y="399681"/>
                </a:lnTo>
                <a:lnTo>
                  <a:pt x="1396047" y="386816"/>
                </a:lnTo>
                <a:lnTo>
                  <a:pt x="1418704" y="373380"/>
                </a:lnTo>
                <a:lnTo>
                  <a:pt x="1440789" y="359346"/>
                </a:lnTo>
                <a:lnTo>
                  <a:pt x="1462570" y="344716"/>
                </a:lnTo>
                <a:lnTo>
                  <a:pt x="1462570" y="352425"/>
                </a:lnTo>
                <a:lnTo>
                  <a:pt x="1465973" y="376669"/>
                </a:lnTo>
                <a:lnTo>
                  <a:pt x="1476095" y="394347"/>
                </a:lnTo>
                <a:lnTo>
                  <a:pt x="1492783" y="405155"/>
                </a:lnTo>
                <a:lnTo>
                  <a:pt x="1515910" y="408825"/>
                </a:lnTo>
                <a:lnTo>
                  <a:pt x="1640979" y="408825"/>
                </a:lnTo>
                <a:lnTo>
                  <a:pt x="1680984" y="397586"/>
                </a:lnTo>
                <a:lnTo>
                  <a:pt x="1700415" y="364617"/>
                </a:lnTo>
                <a:lnTo>
                  <a:pt x="1709445" y="323824"/>
                </a:lnTo>
                <a:lnTo>
                  <a:pt x="1712696" y="303568"/>
                </a:lnTo>
                <a:lnTo>
                  <a:pt x="1704352" y="300990"/>
                </a:lnTo>
                <a:lnTo>
                  <a:pt x="1695462" y="297853"/>
                </a:lnTo>
                <a:lnTo>
                  <a:pt x="1686026" y="294132"/>
                </a:lnTo>
                <a:lnTo>
                  <a:pt x="1676031" y="289852"/>
                </a:lnTo>
                <a:lnTo>
                  <a:pt x="1674647" y="308089"/>
                </a:lnTo>
                <a:lnTo>
                  <a:pt x="1669935" y="346240"/>
                </a:lnTo>
                <a:lnTo>
                  <a:pt x="1634883" y="375297"/>
                </a:lnTo>
                <a:lnTo>
                  <a:pt x="1525054" y="375297"/>
                </a:lnTo>
                <a:lnTo>
                  <a:pt x="1513052" y="373557"/>
                </a:lnTo>
                <a:lnTo>
                  <a:pt x="1504480" y="368236"/>
                </a:lnTo>
                <a:lnTo>
                  <a:pt x="1499336" y="359181"/>
                </a:lnTo>
                <a:lnTo>
                  <a:pt x="1497622" y="346240"/>
                </a:lnTo>
                <a:lnTo>
                  <a:pt x="1497622" y="344716"/>
                </a:lnTo>
                <a:lnTo>
                  <a:pt x="1497622" y="318808"/>
                </a:lnTo>
                <a:lnTo>
                  <a:pt x="1535912" y="286956"/>
                </a:lnTo>
                <a:lnTo>
                  <a:pt x="1572323" y="252907"/>
                </a:lnTo>
                <a:lnTo>
                  <a:pt x="1606880" y="216674"/>
                </a:lnTo>
                <a:lnTo>
                  <a:pt x="1639557" y="178282"/>
                </a:lnTo>
                <a:lnTo>
                  <a:pt x="1670367" y="137756"/>
                </a:lnTo>
                <a:lnTo>
                  <a:pt x="1699323" y="95123"/>
                </a:lnTo>
                <a:lnTo>
                  <a:pt x="1726412" y="50393"/>
                </a:lnTo>
                <a:close/>
              </a:path>
              <a:path w="2651125" h="436880">
                <a:moveTo>
                  <a:pt x="1779752" y="277660"/>
                </a:moveTo>
                <a:lnTo>
                  <a:pt x="1764614" y="245859"/>
                </a:lnTo>
                <a:lnTo>
                  <a:pt x="1748891" y="214515"/>
                </a:lnTo>
                <a:lnTo>
                  <a:pt x="1732610" y="183476"/>
                </a:lnTo>
                <a:lnTo>
                  <a:pt x="1715744" y="152590"/>
                </a:lnTo>
                <a:lnTo>
                  <a:pt x="1685175" y="166306"/>
                </a:lnTo>
                <a:lnTo>
                  <a:pt x="1702650" y="201790"/>
                </a:lnTo>
                <a:lnTo>
                  <a:pt x="1718398" y="235127"/>
                </a:lnTo>
                <a:lnTo>
                  <a:pt x="1732407" y="266471"/>
                </a:lnTo>
                <a:lnTo>
                  <a:pt x="1744700" y="295948"/>
                </a:lnTo>
                <a:lnTo>
                  <a:pt x="1779752" y="277660"/>
                </a:lnTo>
                <a:close/>
              </a:path>
              <a:path w="2651125" h="436880">
                <a:moveTo>
                  <a:pt x="1941385" y="22860"/>
                </a:moveTo>
                <a:lnTo>
                  <a:pt x="1913953" y="0"/>
                </a:lnTo>
                <a:lnTo>
                  <a:pt x="1889633" y="35229"/>
                </a:lnTo>
                <a:lnTo>
                  <a:pt x="1862289" y="67716"/>
                </a:lnTo>
                <a:lnTo>
                  <a:pt x="1831797" y="97612"/>
                </a:lnTo>
                <a:lnTo>
                  <a:pt x="1798040" y="125069"/>
                </a:lnTo>
                <a:lnTo>
                  <a:pt x="1802587" y="133972"/>
                </a:lnTo>
                <a:lnTo>
                  <a:pt x="1806994" y="142455"/>
                </a:lnTo>
                <a:lnTo>
                  <a:pt x="1811108" y="150647"/>
                </a:lnTo>
                <a:lnTo>
                  <a:pt x="1814804" y="158699"/>
                </a:lnTo>
                <a:lnTo>
                  <a:pt x="1851977" y="126085"/>
                </a:lnTo>
                <a:lnTo>
                  <a:pt x="1885569" y="92494"/>
                </a:lnTo>
                <a:lnTo>
                  <a:pt x="1915414" y="58051"/>
                </a:lnTo>
                <a:lnTo>
                  <a:pt x="1941385" y="22860"/>
                </a:lnTo>
                <a:close/>
              </a:path>
              <a:path w="2651125" h="436880">
                <a:moveTo>
                  <a:pt x="1942909" y="149555"/>
                </a:moveTo>
                <a:lnTo>
                  <a:pt x="1915477" y="126593"/>
                </a:lnTo>
                <a:lnTo>
                  <a:pt x="1888324" y="164922"/>
                </a:lnTo>
                <a:lnTo>
                  <a:pt x="1859432" y="199656"/>
                </a:lnTo>
                <a:lnTo>
                  <a:pt x="1828825" y="230670"/>
                </a:lnTo>
                <a:lnTo>
                  <a:pt x="1796516" y="257848"/>
                </a:lnTo>
                <a:lnTo>
                  <a:pt x="1800186" y="266115"/>
                </a:lnTo>
                <a:lnTo>
                  <a:pt x="1804136" y="274802"/>
                </a:lnTo>
                <a:lnTo>
                  <a:pt x="1808086" y="283781"/>
                </a:lnTo>
                <a:lnTo>
                  <a:pt x="1811756" y="292900"/>
                </a:lnTo>
                <a:lnTo>
                  <a:pt x="1847291" y="262356"/>
                </a:lnTo>
                <a:lnTo>
                  <a:pt x="1880806" y="228079"/>
                </a:lnTo>
                <a:lnTo>
                  <a:pt x="1912581" y="190373"/>
                </a:lnTo>
                <a:lnTo>
                  <a:pt x="1942909" y="149555"/>
                </a:lnTo>
                <a:close/>
              </a:path>
              <a:path w="2651125" h="436880">
                <a:moveTo>
                  <a:pt x="1953577" y="276136"/>
                </a:moveTo>
                <a:lnTo>
                  <a:pt x="1926145" y="253276"/>
                </a:lnTo>
                <a:lnTo>
                  <a:pt x="1897329" y="295605"/>
                </a:lnTo>
                <a:lnTo>
                  <a:pt x="1865909" y="333527"/>
                </a:lnTo>
                <a:lnTo>
                  <a:pt x="1832203" y="367157"/>
                </a:lnTo>
                <a:lnTo>
                  <a:pt x="1796516" y="396633"/>
                </a:lnTo>
                <a:lnTo>
                  <a:pt x="1801710" y="405777"/>
                </a:lnTo>
                <a:lnTo>
                  <a:pt x="1806041" y="414921"/>
                </a:lnTo>
                <a:lnTo>
                  <a:pt x="1809800" y="424065"/>
                </a:lnTo>
                <a:lnTo>
                  <a:pt x="1813280" y="433209"/>
                </a:lnTo>
                <a:lnTo>
                  <a:pt x="1851964" y="399440"/>
                </a:lnTo>
                <a:lnTo>
                  <a:pt x="1888045" y="362102"/>
                </a:lnTo>
                <a:lnTo>
                  <a:pt x="1921814" y="321043"/>
                </a:lnTo>
                <a:lnTo>
                  <a:pt x="1953577" y="276136"/>
                </a:lnTo>
                <a:close/>
              </a:path>
              <a:path w="2651125" h="436880">
                <a:moveTo>
                  <a:pt x="2226576" y="25908"/>
                </a:moveTo>
                <a:lnTo>
                  <a:pt x="1958149" y="25908"/>
                </a:lnTo>
                <a:lnTo>
                  <a:pt x="1958149" y="58013"/>
                </a:lnTo>
                <a:lnTo>
                  <a:pt x="2064931" y="58013"/>
                </a:lnTo>
                <a:lnTo>
                  <a:pt x="2062619" y="72872"/>
                </a:lnTo>
                <a:lnTo>
                  <a:pt x="2060168" y="87731"/>
                </a:lnTo>
                <a:lnTo>
                  <a:pt x="2057425" y="102590"/>
                </a:lnTo>
                <a:lnTo>
                  <a:pt x="2054263" y="117449"/>
                </a:lnTo>
                <a:lnTo>
                  <a:pt x="1968817" y="117449"/>
                </a:lnTo>
                <a:lnTo>
                  <a:pt x="1968817" y="329476"/>
                </a:lnTo>
                <a:lnTo>
                  <a:pt x="2003971" y="329476"/>
                </a:lnTo>
                <a:lnTo>
                  <a:pt x="2003971" y="149555"/>
                </a:lnTo>
                <a:lnTo>
                  <a:pt x="2173236" y="149555"/>
                </a:lnTo>
                <a:lnTo>
                  <a:pt x="2173236" y="327952"/>
                </a:lnTo>
                <a:lnTo>
                  <a:pt x="2206764" y="327952"/>
                </a:lnTo>
                <a:lnTo>
                  <a:pt x="2206764" y="149555"/>
                </a:lnTo>
                <a:lnTo>
                  <a:pt x="2206764" y="117449"/>
                </a:lnTo>
                <a:lnTo>
                  <a:pt x="2087791" y="117449"/>
                </a:lnTo>
                <a:lnTo>
                  <a:pt x="2091220" y="103238"/>
                </a:lnTo>
                <a:lnTo>
                  <a:pt x="2094649" y="88303"/>
                </a:lnTo>
                <a:lnTo>
                  <a:pt x="2098078" y="73088"/>
                </a:lnTo>
                <a:lnTo>
                  <a:pt x="2101507" y="58013"/>
                </a:lnTo>
                <a:lnTo>
                  <a:pt x="2226576" y="58013"/>
                </a:lnTo>
                <a:lnTo>
                  <a:pt x="2226576" y="25908"/>
                </a:lnTo>
                <a:close/>
              </a:path>
              <a:path w="2651125" h="436880">
                <a:moveTo>
                  <a:pt x="2229624" y="404253"/>
                </a:moveTo>
                <a:lnTo>
                  <a:pt x="2198801" y="381393"/>
                </a:lnTo>
                <a:lnTo>
                  <a:pt x="2165858" y="358533"/>
                </a:lnTo>
                <a:lnTo>
                  <a:pt x="2130780" y="335584"/>
                </a:lnTo>
                <a:lnTo>
                  <a:pt x="2093887" y="312712"/>
                </a:lnTo>
                <a:lnTo>
                  <a:pt x="2098763" y="292138"/>
                </a:lnTo>
                <a:lnTo>
                  <a:pt x="2102078" y="269265"/>
                </a:lnTo>
                <a:lnTo>
                  <a:pt x="2103958" y="244094"/>
                </a:lnTo>
                <a:lnTo>
                  <a:pt x="2104555" y="216611"/>
                </a:lnTo>
                <a:lnTo>
                  <a:pt x="2104555" y="170891"/>
                </a:lnTo>
                <a:lnTo>
                  <a:pt x="2071027" y="170891"/>
                </a:lnTo>
                <a:lnTo>
                  <a:pt x="2071027" y="216611"/>
                </a:lnTo>
                <a:lnTo>
                  <a:pt x="2069045" y="256946"/>
                </a:lnTo>
                <a:lnTo>
                  <a:pt x="2053666" y="318706"/>
                </a:lnTo>
                <a:lnTo>
                  <a:pt x="2021154" y="359651"/>
                </a:lnTo>
                <a:lnTo>
                  <a:pt x="1962886" y="392315"/>
                </a:lnTo>
                <a:lnTo>
                  <a:pt x="1924621" y="405777"/>
                </a:lnTo>
                <a:lnTo>
                  <a:pt x="1930298" y="413537"/>
                </a:lnTo>
                <a:lnTo>
                  <a:pt x="1935670" y="421017"/>
                </a:lnTo>
                <a:lnTo>
                  <a:pt x="1940483" y="428485"/>
                </a:lnTo>
                <a:lnTo>
                  <a:pt x="1944433" y="436257"/>
                </a:lnTo>
                <a:lnTo>
                  <a:pt x="1987410" y="420255"/>
                </a:lnTo>
                <a:lnTo>
                  <a:pt x="2022627" y="401967"/>
                </a:lnTo>
                <a:lnTo>
                  <a:pt x="2050402" y="381393"/>
                </a:lnTo>
                <a:lnTo>
                  <a:pt x="2071027" y="358533"/>
                </a:lnTo>
                <a:lnTo>
                  <a:pt x="2075599" y="353961"/>
                </a:lnTo>
                <a:lnTo>
                  <a:pt x="2078647" y="347764"/>
                </a:lnTo>
                <a:lnTo>
                  <a:pt x="2081695" y="343192"/>
                </a:lnTo>
                <a:lnTo>
                  <a:pt x="2113432" y="364363"/>
                </a:lnTo>
                <a:lnTo>
                  <a:pt x="2144611" y="386524"/>
                </a:lnTo>
                <a:lnTo>
                  <a:pt x="2175218" y="409511"/>
                </a:lnTo>
                <a:lnTo>
                  <a:pt x="2205240" y="433209"/>
                </a:lnTo>
                <a:lnTo>
                  <a:pt x="2229624" y="404253"/>
                </a:lnTo>
                <a:close/>
              </a:path>
              <a:path w="2651125" h="436880">
                <a:moveTo>
                  <a:pt x="2650528" y="25908"/>
                </a:moveTo>
                <a:lnTo>
                  <a:pt x="2615476" y="25908"/>
                </a:lnTo>
                <a:lnTo>
                  <a:pt x="2615476" y="58013"/>
                </a:lnTo>
                <a:lnTo>
                  <a:pt x="2615476" y="140309"/>
                </a:lnTo>
                <a:lnTo>
                  <a:pt x="2615476" y="172402"/>
                </a:lnTo>
                <a:lnTo>
                  <a:pt x="2615476" y="253276"/>
                </a:lnTo>
                <a:lnTo>
                  <a:pt x="2487371" y="253276"/>
                </a:lnTo>
                <a:lnTo>
                  <a:pt x="2487371" y="172402"/>
                </a:lnTo>
                <a:lnTo>
                  <a:pt x="2615476" y="172402"/>
                </a:lnTo>
                <a:lnTo>
                  <a:pt x="2615476" y="140309"/>
                </a:lnTo>
                <a:lnTo>
                  <a:pt x="2487371" y="140309"/>
                </a:lnTo>
                <a:lnTo>
                  <a:pt x="2487371" y="58013"/>
                </a:lnTo>
                <a:lnTo>
                  <a:pt x="2615476" y="58013"/>
                </a:lnTo>
                <a:lnTo>
                  <a:pt x="2615476" y="25908"/>
                </a:lnTo>
                <a:lnTo>
                  <a:pt x="2452319" y="25908"/>
                </a:lnTo>
                <a:lnTo>
                  <a:pt x="2452319" y="58013"/>
                </a:lnTo>
                <a:lnTo>
                  <a:pt x="2452319" y="140309"/>
                </a:lnTo>
                <a:lnTo>
                  <a:pt x="2452319" y="172402"/>
                </a:lnTo>
                <a:lnTo>
                  <a:pt x="2452319" y="253276"/>
                </a:lnTo>
                <a:lnTo>
                  <a:pt x="2327249" y="253276"/>
                </a:lnTo>
                <a:lnTo>
                  <a:pt x="2328341" y="233527"/>
                </a:lnTo>
                <a:lnTo>
                  <a:pt x="2329154" y="213372"/>
                </a:lnTo>
                <a:lnTo>
                  <a:pt x="2329396" y="192963"/>
                </a:lnTo>
                <a:lnTo>
                  <a:pt x="2328773" y="172402"/>
                </a:lnTo>
                <a:lnTo>
                  <a:pt x="2452319" y="172402"/>
                </a:lnTo>
                <a:lnTo>
                  <a:pt x="2452319" y="140309"/>
                </a:lnTo>
                <a:lnTo>
                  <a:pt x="2328773" y="140309"/>
                </a:lnTo>
                <a:lnTo>
                  <a:pt x="2328773" y="58013"/>
                </a:lnTo>
                <a:lnTo>
                  <a:pt x="2452319" y="58013"/>
                </a:lnTo>
                <a:lnTo>
                  <a:pt x="2452319" y="25908"/>
                </a:lnTo>
                <a:lnTo>
                  <a:pt x="2293721" y="25908"/>
                </a:lnTo>
                <a:lnTo>
                  <a:pt x="2293721" y="183070"/>
                </a:lnTo>
                <a:lnTo>
                  <a:pt x="2293150" y="223977"/>
                </a:lnTo>
                <a:lnTo>
                  <a:pt x="2288578" y="290957"/>
                </a:lnTo>
                <a:lnTo>
                  <a:pt x="2277986" y="340969"/>
                </a:lnTo>
                <a:lnTo>
                  <a:pt x="2259038" y="385521"/>
                </a:lnTo>
                <a:lnTo>
                  <a:pt x="2246376" y="405765"/>
                </a:lnTo>
                <a:lnTo>
                  <a:pt x="2253208" y="413753"/>
                </a:lnTo>
                <a:lnTo>
                  <a:pt x="2259761" y="421576"/>
                </a:lnTo>
                <a:lnTo>
                  <a:pt x="2265756" y="429133"/>
                </a:lnTo>
                <a:lnTo>
                  <a:pt x="2270861" y="436257"/>
                </a:lnTo>
                <a:lnTo>
                  <a:pt x="2291410" y="404520"/>
                </a:lnTo>
                <a:lnTo>
                  <a:pt x="2307247" y="368769"/>
                </a:lnTo>
                <a:lnTo>
                  <a:pt x="2318220" y="329018"/>
                </a:lnTo>
                <a:lnTo>
                  <a:pt x="2324201" y="285280"/>
                </a:lnTo>
                <a:lnTo>
                  <a:pt x="2452319" y="285280"/>
                </a:lnTo>
                <a:lnTo>
                  <a:pt x="2452319" y="424053"/>
                </a:lnTo>
                <a:lnTo>
                  <a:pt x="2487371" y="424053"/>
                </a:lnTo>
                <a:lnTo>
                  <a:pt x="2487371" y="285280"/>
                </a:lnTo>
                <a:lnTo>
                  <a:pt x="2615476" y="285280"/>
                </a:lnTo>
                <a:lnTo>
                  <a:pt x="2615476" y="366141"/>
                </a:lnTo>
                <a:lnTo>
                  <a:pt x="2613761" y="377266"/>
                </a:lnTo>
                <a:lnTo>
                  <a:pt x="2608618" y="385381"/>
                </a:lnTo>
                <a:lnTo>
                  <a:pt x="2600045" y="390359"/>
                </a:lnTo>
                <a:lnTo>
                  <a:pt x="2588044" y="392049"/>
                </a:lnTo>
                <a:lnTo>
                  <a:pt x="2575737" y="391795"/>
                </a:lnTo>
                <a:lnTo>
                  <a:pt x="2561552" y="391096"/>
                </a:lnTo>
                <a:lnTo>
                  <a:pt x="2526995" y="389001"/>
                </a:lnTo>
                <a:lnTo>
                  <a:pt x="2529014" y="399859"/>
                </a:lnTo>
                <a:lnTo>
                  <a:pt x="2530614" y="409575"/>
                </a:lnTo>
                <a:lnTo>
                  <a:pt x="2533091" y="425589"/>
                </a:lnTo>
                <a:lnTo>
                  <a:pt x="2552001" y="425818"/>
                </a:lnTo>
                <a:lnTo>
                  <a:pt x="2586329" y="426872"/>
                </a:lnTo>
                <a:lnTo>
                  <a:pt x="2601760" y="427113"/>
                </a:lnTo>
                <a:lnTo>
                  <a:pt x="2622880" y="423722"/>
                </a:lnTo>
                <a:lnTo>
                  <a:pt x="2638145" y="413766"/>
                </a:lnTo>
                <a:lnTo>
                  <a:pt x="2647404" y="397535"/>
                </a:lnTo>
                <a:lnTo>
                  <a:pt x="2648178" y="392049"/>
                </a:lnTo>
                <a:lnTo>
                  <a:pt x="2650528" y="375285"/>
                </a:lnTo>
                <a:lnTo>
                  <a:pt x="2650528" y="285280"/>
                </a:lnTo>
                <a:lnTo>
                  <a:pt x="2650528" y="253276"/>
                </a:lnTo>
                <a:lnTo>
                  <a:pt x="2650528" y="172402"/>
                </a:lnTo>
                <a:lnTo>
                  <a:pt x="2650528" y="140309"/>
                </a:lnTo>
                <a:lnTo>
                  <a:pt x="2650528" y="58013"/>
                </a:lnTo>
                <a:lnTo>
                  <a:pt x="2650528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302156" y="2413164"/>
            <a:ext cx="1737360" cy="434975"/>
          </a:xfrm>
          <a:custGeom>
            <a:avLst/>
            <a:gdLst/>
            <a:ahLst/>
            <a:cxnLst/>
            <a:rect l="l" t="t" r="r" b="b"/>
            <a:pathLst>
              <a:path w="1737360" h="434975">
                <a:moveTo>
                  <a:pt x="428536" y="38188"/>
                </a:moveTo>
                <a:lnTo>
                  <a:pt x="324904" y="38188"/>
                </a:lnTo>
                <a:lnTo>
                  <a:pt x="324904" y="1524"/>
                </a:lnTo>
                <a:lnTo>
                  <a:pt x="268414" y="1524"/>
                </a:lnTo>
                <a:lnTo>
                  <a:pt x="268414" y="38188"/>
                </a:lnTo>
                <a:lnTo>
                  <a:pt x="160210" y="38188"/>
                </a:lnTo>
                <a:lnTo>
                  <a:pt x="160210" y="1524"/>
                </a:lnTo>
                <a:lnTo>
                  <a:pt x="102209" y="1524"/>
                </a:lnTo>
                <a:lnTo>
                  <a:pt x="102209" y="38188"/>
                </a:lnTo>
                <a:lnTo>
                  <a:pt x="0" y="38188"/>
                </a:lnTo>
                <a:lnTo>
                  <a:pt x="0" y="93065"/>
                </a:lnTo>
                <a:lnTo>
                  <a:pt x="102209" y="93065"/>
                </a:lnTo>
                <a:lnTo>
                  <a:pt x="102209" y="134302"/>
                </a:lnTo>
                <a:lnTo>
                  <a:pt x="160210" y="134302"/>
                </a:lnTo>
                <a:lnTo>
                  <a:pt x="160210" y="93065"/>
                </a:lnTo>
                <a:lnTo>
                  <a:pt x="268414" y="93065"/>
                </a:lnTo>
                <a:lnTo>
                  <a:pt x="268414" y="134302"/>
                </a:lnTo>
                <a:lnTo>
                  <a:pt x="324904" y="134302"/>
                </a:lnTo>
                <a:lnTo>
                  <a:pt x="324904" y="93065"/>
                </a:lnTo>
                <a:lnTo>
                  <a:pt x="428536" y="93065"/>
                </a:lnTo>
                <a:lnTo>
                  <a:pt x="428536" y="38188"/>
                </a:lnTo>
                <a:close/>
              </a:path>
              <a:path w="1737360" h="434975">
                <a:moveTo>
                  <a:pt x="430060" y="253276"/>
                </a:moveTo>
                <a:lnTo>
                  <a:pt x="379768" y="253276"/>
                </a:lnTo>
                <a:lnTo>
                  <a:pt x="379768" y="201358"/>
                </a:lnTo>
                <a:lnTo>
                  <a:pt x="379768" y="149542"/>
                </a:lnTo>
                <a:lnTo>
                  <a:pt x="315760" y="149542"/>
                </a:lnTo>
                <a:lnTo>
                  <a:pt x="315760" y="201358"/>
                </a:lnTo>
                <a:lnTo>
                  <a:pt x="315760" y="253276"/>
                </a:lnTo>
                <a:lnTo>
                  <a:pt x="242506" y="253276"/>
                </a:lnTo>
                <a:lnTo>
                  <a:pt x="243624" y="239585"/>
                </a:lnTo>
                <a:lnTo>
                  <a:pt x="244602" y="226174"/>
                </a:lnTo>
                <a:lnTo>
                  <a:pt x="245287" y="213321"/>
                </a:lnTo>
                <a:lnTo>
                  <a:pt x="245554" y="201358"/>
                </a:lnTo>
                <a:lnTo>
                  <a:pt x="315760" y="201358"/>
                </a:lnTo>
                <a:lnTo>
                  <a:pt x="315760" y="149542"/>
                </a:lnTo>
                <a:lnTo>
                  <a:pt x="245554" y="149542"/>
                </a:lnTo>
                <a:lnTo>
                  <a:pt x="245554" y="114401"/>
                </a:lnTo>
                <a:lnTo>
                  <a:pt x="181546" y="114401"/>
                </a:lnTo>
                <a:lnTo>
                  <a:pt x="181546" y="149542"/>
                </a:lnTo>
                <a:lnTo>
                  <a:pt x="181546" y="201358"/>
                </a:lnTo>
                <a:lnTo>
                  <a:pt x="181279" y="216750"/>
                </a:lnTo>
                <a:lnTo>
                  <a:pt x="180594" y="230746"/>
                </a:lnTo>
                <a:lnTo>
                  <a:pt x="179616" y="243014"/>
                </a:lnTo>
                <a:lnTo>
                  <a:pt x="178498" y="253276"/>
                </a:lnTo>
                <a:lnTo>
                  <a:pt x="112877" y="253276"/>
                </a:lnTo>
                <a:lnTo>
                  <a:pt x="112877" y="201358"/>
                </a:lnTo>
                <a:lnTo>
                  <a:pt x="181546" y="201358"/>
                </a:lnTo>
                <a:lnTo>
                  <a:pt x="181546" y="149542"/>
                </a:lnTo>
                <a:lnTo>
                  <a:pt x="48869" y="149542"/>
                </a:lnTo>
                <a:lnTo>
                  <a:pt x="48869" y="253276"/>
                </a:lnTo>
                <a:lnTo>
                  <a:pt x="1524" y="253276"/>
                </a:lnTo>
                <a:lnTo>
                  <a:pt x="1524" y="306616"/>
                </a:lnTo>
                <a:lnTo>
                  <a:pt x="161734" y="306616"/>
                </a:lnTo>
                <a:lnTo>
                  <a:pt x="143725" y="328383"/>
                </a:lnTo>
                <a:lnTo>
                  <a:pt x="110591" y="347840"/>
                </a:lnTo>
                <a:lnTo>
                  <a:pt x="62585" y="364998"/>
                </a:lnTo>
                <a:lnTo>
                  <a:pt x="0" y="379857"/>
                </a:lnTo>
                <a:lnTo>
                  <a:pt x="12077" y="394411"/>
                </a:lnTo>
                <a:lnTo>
                  <a:pt x="23139" y="408241"/>
                </a:lnTo>
                <a:lnTo>
                  <a:pt x="42773" y="433197"/>
                </a:lnTo>
                <a:lnTo>
                  <a:pt x="99885" y="417766"/>
                </a:lnTo>
                <a:lnTo>
                  <a:pt x="147586" y="396621"/>
                </a:lnTo>
                <a:lnTo>
                  <a:pt x="185585" y="369760"/>
                </a:lnTo>
                <a:lnTo>
                  <a:pt x="213550" y="337185"/>
                </a:lnTo>
                <a:lnTo>
                  <a:pt x="243903" y="370382"/>
                </a:lnTo>
                <a:lnTo>
                  <a:pt x="282562" y="397002"/>
                </a:lnTo>
                <a:lnTo>
                  <a:pt x="329793" y="417334"/>
                </a:lnTo>
                <a:lnTo>
                  <a:pt x="385864" y="431673"/>
                </a:lnTo>
                <a:lnTo>
                  <a:pt x="428536" y="373761"/>
                </a:lnTo>
                <a:lnTo>
                  <a:pt x="374002" y="365213"/>
                </a:lnTo>
                <a:lnTo>
                  <a:pt x="327177" y="351078"/>
                </a:lnTo>
                <a:lnTo>
                  <a:pt x="299605" y="337185"/>
                </a:lnTo>
                <a:lnTo>
                  <a:pt x="288328" y="331495"/>
                </a:lnTo>
                <a:lnTo>
                  <a:pt x="257746" y="306616"/>
                </a:lnTo>
                <a:lnTo>
                  <a:pt x="430060" y="306616"/>
                </a:lnTo>
                <a:lnTo>
                  <a:pt x="430060" y="253276"/>
                </a:lnTo>
                <a:close/>
              </a:path>
              <a:path w="1737360" h="434975">
                <a:moveTo>
                  <a:pt x="880021" y="367665"/>
                </a:moveTo>
                <a:lnTo>
                  <a:pt x="832573" y="353669"/>
                </a:lnTo>
                <a:lnTo>
                  <a:pt x="788873" y="336943"/>
                </a:lnTo>
                <a:lnTo>
                  <a:pt x="749185" y="317652"/>
                </a:lnTo>
                <a:lnTo>
                  <a:pt x="713803" y="295948"/>
                </a:lnTo>
                <a:lnTo>
                  <a:pt x="742924" y="259664"/>
                </a:lnTo>
                <a:lnTo>
                  <a:pt x="747966" y="251752"/>
                </a:lnTo>
                <a:lnTo>
                  <a:pt x="768477" y="219506"/>
                </a:lnTo>
                <a:lnTo>
                  <a:pt x="790308" y="175628"/>
                </a:lnTo>
                <a:lnTo>
                  <a:pt x="808291" y="128206"/>
                </a:lnTo>
                <a:lnTo>
                  <a:pt x="873925" y="128206"/>
                </a:lnTo>
                <a:lnTo>
                  <a:pt x="873925" y="68668"/>
                </a:lnTo>
                <a:lnTo>
                  <a:pt x="735139" y="68668"/>
                </a:lnTo>
                <a:lnTo>
                  <a:pt x="735139" y="128206"/>
                </a:lnTo>
                <a:lnTo>
                  <a:pt x="721982" y="162496"/>
                </a:lnTo>
                <a:lnTo>
                  <a:pt x="705370" y="194513"/>
                </a:lnTo>
                <a:lnTo>
                  <a:pt x="685342" y="224256"/>
                </a:lnTo>
                <a:lnTo>
                  <a:pt x="661898" y="251752"/>
                </a:lnTo>
                <a:lnTo>
                  <a:pt x="638467" y="224256"/>
                </a:lnTo>
                <a:lnTo>
                  <a:pt x="618464" y="194513"/>
                </a:lnTo>
                <a:lnTo>
                  <a:pt x="601891" y="162496"/>
                </a:lnTo>
                <a:lnTo>
                  <a:pt x="588746" y="128206"/>
                </a:lnTo>
                <a:lnTo>
                  <a:pt x="735139" y="128206"/>
                </a:lnTo>
                <a:lnTo>
                  <a:pt x="735139" y="68668"/>
                </a:lnTo>
                <a:lnTo>
                  <a:pt x="707618" y="68668"/>
                </a:lnTo>
                <a:lnTo>
                  <a:pt x="702487" y="54952"/>
                </a:lnTo>
                <a:lnTo>
                  <a:pt x="689394" y="20624"/>
                </a:lnTo>
                <a:lnTo>
                  <a:pt x="681710" y="0"/>
                </a:lnTo>
                <a:lnTo>
                  <a:pt x="614654" y="13716"/>
                </a:lnTo>
                <a:lnTo>
                  <a:pt x="620077" y="29197"/>
                </a:lnTo>
                <a:lnTo>
                  <a:pt x="624941" y="43522"/>
                </a:lnTo>
                <a:lnTo>
                  <a:pt x="629221" y="56667"/>
                </a:lnTo>
                <a:lnTo>
                  <a:pt x="632942" y="68668"/>
                </a:lnTo>
                <a:lnTo>
                  <a:pt x="449961" y="68668"/>
                </a:lnTo>
                <a:lnTo>
                  <a:pt x="449961" y="128206"/>
                </a:lnTo>
                <a:lnTo>
                  <a:pt x="521589" y="128206"/>
                </a:lnTo>
                <a:lnTo>
                  <a:pt x="536689" y="174752"/>
                </a:lnTo>
                <a:lnTo>
                  <a:pt x="556653" y="218173"/>
                </a:lnTo>
                <a:lnTo>
                  <a:pt x="581202" y="258165"/>
                </a:lnTo>
                <a:lnTo>
                  <a:pt x="610082" y="294424"/>
                </a:lnTo>
                <a:lnTo>
                  <a:pt x="574878" y="316407"/>
                </a:lnTo>
                <a:lnTo>
                  <a:pt x="535698" y="336562"/>
                </a:lnTo>
                <a:lnTo>
                  <a:pt x="492544" y="354723"/>
                </a:lnTo>
                <a:lnTo>
                  <a:pt x="445389" y="370713"/>
                </a:lnTo>
                <a:lnTo>
                  <a:pt x="455942" y="384149"/>
                </a:lnTo>
                <a:lnTo>
                  <a:pt x="466915" y="399288"/>
                </a:lnTo>
                <a:lnTo>
                  <a:pt x="478180" y="416153"/>
                </a:lnTo>
                <a:lnTo>
                  <a:pt x="489585" y="434721"/>
                </a:lnTo>
                <a:lnTo>
                  <a:pt x="538797" y="414439"/>
                </a:lnTo>
                <a:lnTo>
                  <a:pt x="583742" y="392430"/>
                </a:lnTo>
                <a:lnTo>
                  <a:pt x="624687" y="368719"/>
                </a:lnTo>
                <a:lnTo>
                  <a:pt x="661898" y="343281"/>
                </a:lnTo>
                <a:lnTo>
                  <a:pt x="699122" y="369303"/>
                </a:lnTo>
                <a:lnTo>
                  <a:pt x="739889" y="392620"/>
                </a:lnTo>
                <a:lnTo>
                  <a:pt x="784364" y="413359"/>
                </a:lnTo>
                <a:lnTo>
                  <a:pt x="832675" y="431673"/>
                </a:lnTo>
                <a:lnTo>
                  <a:pt x="839863" y="419963"/>
                </a:lnTo>
                <a:lnTo>
                  <a:pt x="850061" y="405384"/>
                </a:lnTo>
                <a:lnTo>
                  <a:pt x="863396" y="387959"/>
                </a:lnTo>
                <a:lnTo>
                  <a:pt x="880021" y="367665"/>
                </a:lnTo>
                <a:close/>
              </a:path>
              <a:path w="1737360" h="434975">
                <a:moveTo>
                  <a:pt x="1047750" y="108292"/>
                </a:moveTo>
                <a:lnTo>
                  <a:pt x="1027772" y="84531"/>
                </a:lnTo>
                <a:lnTo>
                  <a:pt x="1006779" y="61048"/>
                </a:lnTo>
                <a:lnTo>
                  <a:pt x="984910" y="37541"/>
                </a:lnTo>
                <a:lnTo>
                  <a:pt x="962317" y="13716"/>
                </a:lnTo>
                <a:lnTo>
                  <a:pt x="918121" y="51904"/>
                </a:lnTo>
                <a:lnTo>
                  <a:pt x="939520" y="75057"/>
                </a:lnTo>
                <a:lnTo>
                  <a:pt x="960221" y="98780"/>
                </a:lnTo>
                <a:lnTo>
                  <a:pt x="980097" y="123101"/>
                </a:lnTo>
                <a:lnTo>
                  <a:pt x="998982" y="148018"/>
                </a:lnTo>
                <a:lnTo>
                  <a:pt x="1047750" y="108292"/>
                </a:lnTo>
                <a:close/>
              </a:path>
              <a:path w="1737360" h="434975">
                <a:moveTo>
                  <a:pt x="1303972" y="51904"/>
                </a:moveTo>
                <a:lnTo>
                  <a:pt x="1253591" y="12192"/>
                </a:lnTo>
                <a:lnTo>
                  <a:pt x="1233627" y="38849"/>
                </a:lnTo>
                <a:lnTo>
                  <a:pt x="1212824" y="63906"/>
                </a:lnTo>
                <a:lnTo>
                  <a:pt x="1191437" y="87515"/>
                </a:lnTo>
                <a:lnTo>
                  <a:pt x="1169771" y="109816"/>
                </a:lnTo>
                <a:lnTo>
                  <a:pt x="1212443" y="148018"/>
                </a:lnTo>
                <a:lnTo>
                  <a:pt x="1237030" y="123101"/>
                </a:lnTo>
                <a:lnTo>
                  <a:pt x="1260487" y="98780"/>
                </a:lnTo>
                <a:lnTo>
                  <a:pt x="1282814" y="75057"/>
                </a:lnTo>
                <a:lnTo>
                  <a:pt x="1303972" y="51904"/>
                </a:lnTo>
                <a:close/>
              </a:path>
              <a:path w="1737360" h="434975">
                <a:moveTo>
                  <a:pt x="1326832" y="270027"/>
                </a:moveTo>
                <a:lnTo>
                  <a:pt x="1145387" y="270027"/>
                </a:lnTo>
                <a:lnTo>
                  <a:pt x="1145387" y="215074"/>
                </a:lnTo>
                <a:lnTo>
                  <a:pt x="1308544" y="215074"/>
                </a:lnTo>
                <a:lnTo>
                  <a:pt x="1308544" y="157162"/>
                </a:lnTo>
                <a:lnTo>
                  <a:pt x="1145387" y="157162"/>
                </a:lnTo>
                <a:lnTo>
                  <a:pt x="1145387" y="3048"/>
                </a:lnTo>
                <a:lnTo>
                  <a:pt x="1076706" y="3048"/>
                </a:lnTo>
                <a:lnTo>
                  <a:pt x="1076706" y="157162"/>
                </a:lnTo>
                <a:lnTo>
                  <a:pt x="915073" y="157162"/>
                </a:lnTo>
                <a:lnTo>
                  <a:pt x="915073" y="215074"/>
                </a:lnTo>
                <a:lnTo>
                  <a:pt x="1076706" y="215074"/>
                </a:lnTo>
                <a:lnTo>
                  <a:pt x="1076706" y="270027"/>
                </a:lnTo>
                <a:lnTo>
                  <a:pt x="896785" y="270027"/>
                </a:lnTo>
                <a:lnTo>
                  <a:pt x="896785" y="327952"/>
                </a:lnTo>
                <a:lnTo>
                  <a:pt x="1076706" y="327952"/>
                </a:lnTo>
                <a:lnTo>
                  <a:pt x="1076706" y="431673"/>
                </a:lnTo>
                <a:lnTo>
                  <a:pt x="1145387" y="431673"/>
                </a:lnTo>
                <a:lnTo>
                  <a:pt x="1145387" y="327952"/>
                </a:lnTo>
                <a:lnTo>
                  <a:pt x="1326832" y="327952"/>
                </a:lnTo>
                <a:lnTo>
                  <a:pt x="1326832" y="270027"/>
                </a:lnTo>
                <a:close/>
              </a:path>
              <a:path w="1737360" h="434975">
                <a:moveTo>
                  <a:pt x="1737080" y="108305"/>
                </a:moveTo>
                <a:lnTo>
                  <a:pt x="1677543" y="108305"/>
                </a:lnTo>
                <a:lnTo>
                  <a:pt x="1677543" y="160210"/>
                </a:lnTo>
                <a:lnTo>
                  <a:pt x="1677543" y="198310"/>
                </a:lnTo>
                <a:lnTo>
                  <a:pt x="1677543" y="245656"/>
                </a:lnTo>
                <a:lnTo>
                  <a:pt x="1677543" y="283756"/>
                </a:lnTo>
                <a:lnTo>
                  <a:pt x="1596771" y="283756"/>
                </a:lnTo>
                <a:lnTo>
                  <a:pt x="1596771" y="245656"/>
                </a:lnTo>
                <a:lnTo>
                  <a:pt x="1677543" y="245656"/>
                </a:lnTo>
                <a:lnTo>
                  <a:pt x="1677543" y="198310"/>
                </a:lnTo>
                <a:lnTo>
                  <a:pt x="1596771" y="198310"/>
                </a:lnTo>
                <a:lnTo>
                  <a:pt x="1596771" y="160210"/>
                </a:lnTo>
                <a:lnTo>
                  <a:pt x="1677543" y="160210"/>
                </a:lnTo>
                <a:lnTo>
                  <a:pt x="1677543" y="108305"/>
                </a:lnTo>
                <a:lnTo>
                  <a:pt x="1651635" y="108305"/>
                </a:lnTo>
                <a:lnTo>
                  <a:pt x="1679168" y="73253"/>
                </a:lnTo>
                <a:lnTo>
                  <a:pt x="1679168" y="26009"/>
                </a:lnTo>
                <a:lnTo>
                  <a:pt x="1602867" y="26009"/>
                </a:lnTo>
                <a:lnTo>
                  <a:pt x="1602867" y="73253"/>
                </a:lnTo>
                <a:lnTo>
                  <a:pt x="1575435" y="108305"/>
                </a:lnTo>
                <a:lnTo>
                  <a:pt x="1535722" y="108305"/>
                </a:lnTo>
                <a:lnTo>
                  <a:pt x="1535722" y="160210"/>
                </a:lnTo>
                <a:lnTo>
                  <a:pt x="1535722" y="198310"/>
                </a:lnTo>
                <a:lnTo>
                  <a:pt x="1535722" y="245656"/>
                </a:lnTo>
                <a:lnTo>
                  <a:pt x="1535722" y="283756"/>
                </a:lnTo>
                <a:lnTo>
                  <a:pt x="1457985" y="283756"/>
                </a:lnTo>
                <a:lnTo>
                  <a:pt x="1458874" y="273507"/>
                </a:lnTo>
                <a:lnTo>
                  <a:pt x="1459318" y="263563"/>
                </a:lnTo>
                <a:lnTo>
                  <a:pt x="1459496" y="254177"/>
                </a:lnTo>
                <a:lnTo>
                  <a:pt x="1459509" y="245656"/>
                </a:lnTo>
                <a:lnTo>
                  <a:pt x="1535722" y="245656"/>
                </a:lnTo>
                <a:lnTo>
                  <a:pt x="1535722" y="198310"/>
                </a:lnTo>
                <a:lnTo>
                  <a:pt x="1459509" y="198310"/>
                </a:lnTo>
                <a:lnTo>
                  <a:pt x="1459509" y="166306"/>
                </a:lnTo>
                <a:lnTo>
                  <a:pt x="1459509" y="160210"/>
                </a:lnTo>
                <a:lnTo>
                  <a:pt x="1535722" y="160210"/>
                </a:lnTo>
                <a:lnTo>
                  <a:pt x="1535722" y="108305"/>
                </a:lnTo>
                <a:lnTo>
                  <a:pt x="1459509" y="108305"/>
                </a:lnTo>
                <a:lnTo>
                  <a:pt x="1467256" y="100037"/>
                </a:lnTo>
                <a:lnTo>
                  <a:pt x="1474571" y="91351"/>
                </a:lnTo>
                <a:lnTo>
                  <a:pt x="1481594" y="82372"/>
                </a:lnTo>
                <a:lnTo>
                  <a:pt x="1488478" y="73253"/>
                </a:lnTo>
                <a:lnTo>
                  <a:pt x="1602867" y="73253"/>
                </a:lnTo>
                <a:lnTo>
                  <a:pt x="1602867" y="26009"/>
                </a:lnTo>
                <a:lnTo>
                  <a:pt x="1517434" y="26009"/>
                </a:lnTo>
                <a:lnTo>
                  <a:pt x="1521714" y="19329"/>
                </a:lnTo>
                <a:lnTo>
                  <a:pt x="1525435" y="12966"/>
                </a:lnTo>
                <a:lnTo>
                  <a:pt x="1528572" y="6616"/>
                </a:lnTo>
                <a:lnTo>
                  <a:pt x="1531150" y="0"/>
                </a:lnTo>
                <a:lnTo>
                  <a:pt x="1462570" y="0"/>
                </a:lnTo>
                <a:lnTo>
                  <a:pt x="1438833" y="37769"/>
                </a:lnTo>
                <a:lnTo>
                  <a:pt x="1411084" y="73253"/>
                </a:lnTo>
                <a:lnTo>
                  <a:pt x="1379334" y="106438"/>
                </a:lnTo>
                <a:lnTo>
                  <a:pt x="1343596" y="137350"/>
                </a:lnTo>
                <a:lnTo>
                  <a:pt x="1355598" y="146761"/>
                </a:lnTo>
                <a:lnTo>
                  <a:pt x="1366456" y="156591"/>
                </a:lnTo>
                <a:lnTo>
                  <a:pt x="1376172" y="166712"/>
                </a:lnTo>
                <a:lnTo>
                  <a:pt x="1384744" y="176974"/>
                </a:lnTo>
                <a:lnTo>
                  <a:pt x="1398460" y="166306"/>
                </a:lnTo>
                <a:lnTo>
                  <a:pt x="1398460" y="242608"/>
                </a:lnTo>
                <a:lnTo>
                  <a:pt x="1395577" y="287794"/>
                </a:lnTo>
                <a:lnTo>
                  <a:pt x="1386840" y="327418"/>
                </a:lnTo>
                <a:lnTo>
                  <a:pt x="1372095" y="361619"/>
                </a:lnTo>
                <a:lnTo>
                  <a:pt x="1351216" y="390525"/>
                </a:lnTo>
                <a:lnTo>
                  <a:pt x="1365745" y="401929"/>
                </a:lnTo>
                <a:lnTo>
                  <a:pt x="1379423" y="413194"/>
                </a:lnTo>
                <a:lnTo>
                  <a:pt x="1391970" y="424167"/>
                </a:lnTo>
                <a:lnTo>
                  <a:pt x="1403121" y="434721"/>
                </a:lnTo>
                <a:lnTo>
                  <a:pt x="1420634" y="412953"/>
                </a:lnTo>
                <a:lnTo>
                  <a:pt x="1434553" y="388607"/>
                </a:lnTo>
                <a:lnTo>
                  <a:pt x="1445348" y="361391"/>
                </a:lnTo>
                <a:lnTo>
                  <a:pt x="1453413" y="331000"/>
                </a:lnTo>
                <a:lnTo>
                  <a:pt x="1535722" y="331000"/>
                </a:lnTo>
                <a:lnTo>
                  <a:pt x="1535722" y="424053"/>
                </a:lnTo>
                <a:lnTo>
                  <a:pt x="1596771" y="424053"/>
                </a:lnTo>
                <a:lnTo>
                  <a:pt x="1596771" y="331000"/>
                </a:lnTo>
                <a:lnTo>
                  <a:pt x="1677543" y="331000"/>
                </a:lnTo>
                <a:lnTo>
                  <a:pt x="1677543" y="346329"/>
                </a:lnTo>
                <a:lnTo>
                  <a:pt x="1676133" y="358330"/>
                </a:lnTo>
                <a:lnTo>
                  <a:pt x="1672018" y="366903"/>
                </a:lnTo>
                <a:lnTo>
                  <a:pt x="1665325" y="372046"/>
                </a:lnTo>
                <a:lnTo>
                  <a:pt x="1656321" y="373748"/>
                </a:lnTo>
                <a:lnTo>
                  <a:pt x="1643926" y="373735"/>
                </a:lnTo>
                <a:lnTo>
                  <a:pt x="1632204" y="373570"/>
                </a:lnTo>
                <a:lnTo>
                  <a:pt x="1621066" y="373113"/>
                </a:lnTo>
                <a:lnTo>
                  <a:pt x="1610487" y="372237"/>
                </a:lnTo>
                <a:lnTo>
                  <a:pt x="1613890" y="386194"/>
                </a:lnTo>
                <a:lnTo>
                  <a:pt x="1617103" y="400215"/>
                </a:lnTo>
                <a:lnTo>
                  <a:pt x="1620126" y="414667"/>
                </a:lnTo>
                <a:lnTo>
                  <a:pt x="1622679" y="428625"/>
                </a:lnTo>
                <a:lnTo>
                  <a:pt x="1649844" y="429247"/>
                </a:lnTo>
                <a:lnTo>
                  <a:pt x="1688769" y="428193"/>
                </a:lnTo>
                <a:lnTo>
                  <a:pt x="1727936" y="408813"/>
                </a:lnTo>
                <a:lnTo>
                  <a:pt x="1736737" y="373761"/>
                </a:lnTo>
                <a:lnTo>
                  <a:pt x="1737042" y="366903"/>
                </a:lnTo>
                <a:lnTo>
                  <a:pt x="1737080" y="331000"/>
                </a:lnTo>
                <a:lnTo>
                  <a:pt x="1737080" y="283756"/>
                </a:lnTo>
                <a:lnTo>
                  <a:pt x="1737080" y="245656"/>
                </a:lnTo>
                <a:lnTo>
                  <a:pt x="1737080" y="198310"/>
                </a:lnTo>
                <a:lnTo>
                  <a:pt x="1737080" y="160210"/>
                </a:lnTo>
                <a:lnTo>
                  <a:pt x="1737080" y="1083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110864" y="2422302"/>
            <a:ext cx="375285" cy="419734"/>
          </a:xfrm>
          <a:custGeom>
            <a:avLst/>
            <a:gdLst/>
            <a:ahLst/>
            <a:cxnLst/>
            <a:rect l="l" t="t" r="r" b="b"/>
            <a:pathLst>
              <a:path w="375285" h="419735">
                <a:moveTo>
                  <a:pt x="375189" y="419481"/>
                </a:moveTo>
                <a:lnTo>
                  <a:pt x="309657" y="419481"/>
                </a:lnTo>
                <a:lnTo>
                  <a:pt x="309657" y="0"/>
                </a:lnTo>
                <a:lnTo>
                  <a:pt x="375189" y="0"/>
                </a:lnTo>
                <a:lnTo>
                  <a:pt x="375189" y="419481"/>
                </a:lnTo>
                <a:close/>
              </a:path>
              <a:path w="375285" h="419735">
                <a:moveTo>
                  <a:pt x="224574" y="356997"/>
                </a:moveTo>
                <a:lnTo>
                  <a:pt x="108299" y="356997"/>
                </a:lnTo>
                <a:lnTo>
                  <a:pt x="120872" y="356949"/>
                </a:lnTo>
                <a:lnTo>
                  <a:pt x="131159" y="356616"/>
                </a:lnTo>
                <a:lnTo>
                  <a:pt x="161734" y="320944"/>
                </a:lnTo>
                <a:lnTo>
                  <a:pt x="164782" y="282225"/>
                </a:lnTo>
                <a:lnTo>
                  <a:pt x="0" y="282225"/>
                </a:lnTo>
                <a:lnTo>
                  <a:pt x="15335" y="120586"/>
                </a:lnTo>
                <a:lnTo>
                  <a:pt x="169354" y="120586"/>
                </a:lnTo>
                <a:lnTo>
                  <a:pt x="169354" y="70199"/>
                </a:lnTo>
                <a:lnTo>
                  <a:pt x="3048" y="70199"/>
                </a:lnTo>
                <a:lnTo>
                  <a:pt x="3048" y="13811"/>
                </a:lnTo>
                <a:lnTo>
                  <a:pt x="233362" y="13811"/>
                </a:lnTo>
                <a:lnTo>
                  <a:pt x="233362" y="176974"/>
                </a:lnTo>
                <a:lnTo>
                  <a:pt x="73247" y="176974"/>
                </a:lnTo>
                <a:lnTo>
                  <a:pt x="70199" y="225837"/>
                </a:lnTo>
                <a:lnTo>
                  <a:pt x="234886" y="225837"/>
                </a:lnTo>
                <a:lnTo>
                  <a:pt x="227266" y="338709"/>
                </a:lnTo>
                <a:lnTo>
                  <a:pt x="225552" y="352734"/>
                </a:lnTo>
                <a:lnTo>
                  <a:pt x="224574" y="356997"/>
                </a:lnTo>
                <a:close/>
              </a:path>
              <a:path w="375285" h="419735">
                <a:moveTo>
                  <a:pt x="61055" y="419481"/>
                </a:moveTo>
                <a:lnTo>
                  <a:pt x="56483" y="402621"/>
                </a:lnTo>
                <a:lnTo>
                  <a:pt x="51800" y="385953"/>
                </a:lnTo>
                <a:lnTo>
                  <a:pt x="47339" y="370617"/>
                </a:lnTo>
                <a:lnTo>
                  <a:pt x="42767" y="355473"/>
                </a:lnTo>
                <a:lnTo>
                  <a:pt x="59007" y="356354"/>
                </a:lnTo>
                <a:lnTo>
                  <a:pt x="75533" y="356806"/>
                </a:lnTo>
                <a:lnTo>
                  <a:pt x="224574" y="356997"/>
                </a:lnTo>
                <a:lnTo>
                  <a:pt x="222694" y="365188"/>
                </a:lnTo>
                <a:lnTo>
                  <a:pt x="200025" y="401764"/>
                </a:lnTo>
                <a:lnTo>
                  <a:pt x="142065" y="417385"/>
                </a:lnTo>
                <a:lnTo>
                  <a:pt x="106480" y="418933"/>
                </a:lnTo>
                <a:lnTo>
                  <a:pt x="61055" y="4194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542538" y="2429922"/>
            <a:ext cx="434975" cy="412115"/>
          </a:xfrm>
          <a:custGeom>
            <a:avLst/>
            <a:gdLst/>
            <a:ahLst/>
            <a:cxnLst/>
            <a:rect l="l" t="t" r="r" b="b"/>
            <a:pathLst>
              <a:path w="434975" h="412114">
                <a:moveTo>
                  <a:pt x="381190" y="144970"/>
                </a:moveTo>
                <a:lnTo>
                  <a:pt x="54864" y="144970"/>
                </a:lnTo>
                <a:lnTo>
                  <a:pt x="54864" y="0"/>
                </a:lnTo>
                <a:lnTo>
                  <a:pt x="381190" y="0"/>
                </a:lnTo>
                <a:lnTo>
                  <a:pt x="381190" y="51911"/>
                </a:lnTo>
                <a:lnTo>
                  <a:pt x="118872" y="51911"/>
                </a:lnTo>
                <a:lnTo>
                  <a:pt x="118872" y="93059"/>
                </a:lnTo>
                <a:lnTo>
                  <a:pt x="381190" y="93059"/>
                </a:lnTo>
                <a:lnTo>
                  <a:pt x="381190" y="144970"/>
                </a:lnTo>
                <a:close/>
              </a:path>
              <a:path w="434975" h="412114">
                <a:moveTo>
                  <a:pt x="381190" y="93059"/>
                </a:moveTo>
                <a:lnTo>
                  <a:pt x="317182" y="93059"/>
                </a:lnTo>
                <a:lnTo>
                  <a:pt x="317182" y="51911"/>
                </a:lnTo>
                <a:lnTo>
                  <a:pt x="381190" y="51911"/>
                </a:lnTo>
                <a:lnTo>
                  <a:pt x="381190" y="93059"/>
                </a:lnTo>
                <a:close/>
              </a:path>
              <a:path w="434975" h="412114">
                <a:moveTo>
                  <a:pt x="434625" y="224313"/>
                </a:moveTo>
                <a:lnTo>
                  <a:pt x="0" y="224313"/>
                </a:lnTo>
                <a:lnTo>
                  <a:pt x="0" y="170878"/>
                </a:lnTo>
                <a:lnTo>
                  <a:pt x="434625" y="170878"/>
                </a:lnTo>
                <a:lnTo>
                  <a:pt x="434625" y="224313"/>
                </a:lnTo>
                <a:close/>
              </a:path>
              <a:path w="434975" h="412114">
                <a:moveTo>
                  <a:pt x="372106" y="355473"/>
                </a:moveTo>
                <a:lnTo>
                  <a:pt x="251555" y="355473"/>
                </a:lnTo>
                <a:lnTo>
                  <a:pt x="265088" y="355211"/>
                </a:lnTo>
                <a:lnTo>
                  <a:pt x="276022" y="354520"/>
                </a:lnTo>
                <a:lnTo>
                  <a:pt x="310062" y="336873"/>
                </a:lnTo>
                <a:lnTo>
                  <a:pt x="314134" y="303561"/>
                </a:lnTo>
                <a:lnTo>
                  <a:pt x="57912" y="303561"/>
                </a:lnTo>
                <a:lnTo>
                  <a:pt x="70104" y="224313"/>
                </a:lnTo>
                <a:lnTo>
                  <a:pt x="132683" y="224313"/>
                </a:lnTo>
                <a:lnTo>
                  <a:pt x="129540" y="251745"/>
                </a:lnTo>
                <a:lnTo>
                  <a:pt x="382714" y="251745"/>
                </a:lnTo>
                <a:lnTo>
                  <a:pt x="373570" y="346329"/>
                </a:lnTo>
                <a:lnTo>
                  <a:pt x="372106" y="355473"/>
                </a:lnTo>
                <a:close/>
              </a:path>
              <a:path w="434975" h="412114">
                <a:moveTo>
                  <a:pt x="294322" y="411861"/>
                </a:moveTo>
                <a:lnTo>
                  <a:pt x="169259" y="411861"/>
                </a:lnTo>
                <a:lnTo>
                  <a:pt x="165782" y="397597"/>
                </a:lnTo>
                <a:lnTo>
                  <a:pt x="162020" y="382333"/>
                </a:lnTo>
                <a:lnTo>
                  <a:pt x="157686" y="366212"/>
                </a:lnTo>
                <a:lnTo>
                  <a:pt x="152495" y="349377"/>
                </a:lnTo>
                <a:lnTo>
                  <a:pt x="182760" y="352258"/>
                </a:lnTo>
                <a:lnTo>
                  <a:pt x="209454" y="354139"/>
                </a:lnTo>
                <a:lnTo>
                  <a:pt x="232433" y="355163"/>
                </a:lnTo>
                <a:lnTo>
                  <a:pt x="251555" y="355473"/>
                </a:lnTo>
                <a:lnTo>
                  <a:pt x="372106" y="355473"/>
                </a:lnTo>
                <a:lnTo>
                  <a:pt x="371046" y="362092"/>
                </a:lnTo>
                <a:lnTo>
                  <a:pt x="349186" y="395097"/>
                </a:lnTo>
                <a:lnTo>
                  <a:pt x="310610" y="410741"/>
                </a:lnTo>
                <a:lnTo>
                  <a:pt x="294322" y="4118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268438" y="2448306"/>
            <a:ext cx="139065" cy="415290"/>
          </a:xfrm>
          <a:custGeom>
            <a:avLst/>
            <a:gdLst/>
            <a:ahLst/>
            <a:cxnLst/>
            <a:rect l="l" t="t" r="r" b="b"/>
            <a:pathLst>
              <a:path w="139064" h="415289">
                <a:moveTo>
                  <a:pt x="138779" y="414909"/>
                </a:moveTo>
                <a:lnTo>
                  <a:pt x="79248" y="414909"/>
                </a:lnTo>
                <a:lnTo>
                  <a:pt x="50523" y="378081"/>
                </a:lnTo>
                <a:lnTo>
                  <a:pt x="28309" y="338990"/>
                </a:lnTo>
                <a:lnTo>
                  <a:pt x="12533" y="297568"/>
                </a:lnTo>
                <a:lnTo>
                  <a:pt x="3121" y="253746"/>
                </a:lnTo>
                <a:lnTo>
                  <a:pt x="0" y="207454"/>
                </a:lnTo>
                <a:lnTo>
                  <a:pt x="3133" y="159654"/>
                </a:lnTo>
                <a:lnTo>
                  <a:pt x="12630" y="115077"/>
                </a:lnTo>
                <a:lnTo>
                  <a:pt x="28639" y="73654"/>
                </a:lnTo>
                <a:lnTo>
                  <a:pt x="51303" y="35318"/>
                </a:lnTo>
                <a:lnTo>
                  <a:pt x="80772" y="0"/>
                </a:lnTo>
                <a:lnTo>
                  <a:pt x="138779" y="0"/>
                </a:lnTo>
                <a:lnTo>
                  <a:pt x="110752" y="38232"/>
                </a:lnTo>
                <a:lnTo>
                  <a:pt x="88961" y="77946"/>
                </a:lnTo>
                <a:lnTo>
                  <a:pt x="73401" y="119137"/>
                </a:lnTo>
                <a:lnTo>
                  <a:pt x="64069" y="161800"/>
                </a:lnTo>
                <a:lnTo>
                  <a:pt x="60960" y="205930"/>
                </a:lnTo>
                <a:lnTo>
                  <a:pt x="64069" y="250917"/>
                </a:lnTo>
                <a:lnTo>
                  <a:pt x="73401" y="294386"/>
                </a:lnTo>
                <a:lnTo>
                  <a:pt x="88961" y="336259"/>
                </a:lnTo>
                <a:lnTo>
                  <a:pt x="110752" y="376460"/>
                </a:lnTo>
                <a:lnTo>
                  <a:pt x="138779" y="4149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474261" y="2469641"/>
            <a:ext cx="139065" cy="96520"/>
          </a:xfrm>
          <a:custGeom>
            <a:avLst/>
            <a:gdLst/>
            <a:ahLst/>
            <a:cxnLst/>
            <a:rect l="l" t="t" r="r" b="b"/>
            <a:pathLst>
              <a:path w="139064" h="96519">
                <a:moveTo>
                  <a:pt x="51917" y="0"/>
                </a:moveTo>
                <a:lnTo>
                  <a:pt x="0" y="0"/>
                </a:lnTo>
                <a:lnTo>
                  <a:pt x="0" y="96113"/>
                </a:lnTo>
                <a:lnTo>
                  <a:pt x="51917" y="96113"/>
                </a:lnTo>
                <a:lnTo>
                  <a:pt x="51917" y="0"/>
                </a:lnTo>
                <a:close/>
              </a:path>
              <a:path w="139064" h="96519">
                <a:moveTo>
                  <a:pt x="138785" y="0"/>
                </a:moveTo>
                <a:lnTo>
                  <a:pt x="86969" y="0"/>
                </a:lnTo>
                <a:lnTo>
                  <a:pt x="86969" y="96113"/>
                </a:lnTo>
                <a:lnTo>
                  <a:pt x="138785" y="96113"/>
                </a:lnTo>
                <a:lnTo>
                  <a:pt x="138785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680203" y="2448306"/>
            <a:ext cx="139065" cy="415290"/>
          </a:xfrm>
          <a:custGeom>
            <a:avLst/>
            <a:gdLst/>
            <a:ahLst/>
            <a:cxnLst/>
            <a:rect l="l" t="t" r="r" b="b"/>
            <a:pathLst>
              <a:path w="139064" h="415289">
                <a:moveTo>
                  <a:pt x="57912" y="414909"/>
                </a:moveTo>
                <a:lnTo>
                  <a:pt x="0" y="414909"/>
                </a:lnTo>
                <a:lnTo>
                  <a:pt x="27980" y="377203"/>
                </a:lnTo>
                <a:lnTo>
                  <a:pt x="49743" y="337454"/>
                </a:lnTo>
                <a:lnTo>
                  <a:pt x="65288" y="295812"/>
                </a:lnTo>
                <a:lnTo>
                  <a:pt x="74615" y="252429"/>
                </a:lnTo>
                <a:lnTo>
                  <a:pt x="77724" y="207454"/>
                </a:lnTo>
                <a:lnTo>
                  <a:pt x="74615" y="163165"/>
                </a:lnTo>
                <a:lnTo>
                  <a:pt x="65288" y="120124"/>
                </a:lnTo>
                <a:lnTo>
                  <a:pt x="49743" y="78482"/>
                </a:lnTo>
                <a:lnTo>
                  <a:pt x="27980" y="38391"/>
                </a:lnTo>
                <a:lnTo>
                  <a:pt x="0" y="0"/>
                </a:lnTo>
                <a:lnTo>
                  <a:pt x="57912" y="0"/>
                </a:lnTo>
                <a:lnTo>
                  <a:pt x="86841" y="36781"/>
                </a:lnTo>
                <a:lnTo>
                  <a:pt x="109461" y="75849"/>
                </a:lnTo>
                <a:lnTo>
                  <a:pt x="125703" y="117271"/>
                </a:lnTo>
                <a:lnTo>
                  <a:pt x="135498" y="161117"/>
                </a:lnTo>
                <a:lnTo>
                  <a:pt x="138779" y="207454"/>
                </a:lnTo>
                <a:lnTo>
                  <a:pt x="135498" y="255209"/>
                </a:lnTo>
                <a:lnTo>
                  <a:pt x="125703" y="299763"/>
                </a:lnTo>
                <a:lnTo>
                  <a:pt x="109461" y="341185"/>
                </a:lnTo>
                <a:lnTo>
                  <a:pt x="86841" y="379544"/>
                </a:lnTo>
                <a:lnTo>
                  <a:pt x="57912" y="4149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110251" y="2413164"/>
            <a:ext cx="1334770" cy="433705"/>
          </a:xfrm>
          <a:custGeom>
            <a:avLst/>
            <a:gdLst/>
            <a:ahLst/>
            <a:cxnLst/>
            <a:rect l="l" t="t" r="r" b="b"/>
            <a:pathLst>
              <a:path w="1334770" h="433705">
                <a:moveTo>
                  <a:pt x="141820" y="86956"/>
                </a:moveTo>
                <a:lnTo>
                  <a:pt x="93052" y="86956"/>
                </a:lnTo>
                <a:lnTo>
                  <a:pt x="93052" y="3048"/>
                </a:lnTo>
                <a:lnTo>
                  <a:pt x="59436" y="3048"/>
                </a:lnTo>
                <a:lnTo>
                  <a:pt x="59436" y="86956"/>
                </a:lnTo>
                <a:lnTo>
                  <a:pt x="4572" y="86956"/>
                </a:lnTo>
                <a:lnTo>
                  <a:pt x="4572" y="115912"/>
                </a:lnTo>
                <a:lnTo>
                  <a:pt x="59436" y="115912"/>
                </a:lnTo>
                <a:lnTo>
                  <a:pt x="59436" y="219646"/>
                </a:lnTo>
                <a:lnTo>
                  <a:pt x="26289" y="227698"/>
                </a:lnTo>
                <a:lnTo>
                  <a:pt x="12280" y="230873"/>
                </a:lnTo>
                <a:lnTo>
                  <a:pt x="0" y="233451"/>
                </a:lnTo>
                <a:lnTo>
                  <a:pt x="1524" y="270040"/>
                </a:lnTo>
                <a:lnTo>
                  <a:pt x="28765" y="262420"/>
                </a:lnTo>
                <a:lnTo>
                  <a:pt x="43738" y="258457"/>
                </a:lnTo>
                <a:lnTo>
                  <a:pt x="59436" y="254800"/>
                </a:lnTo>
                <a:lnTo>
                  <a:pt x="59436" y="369189"/>
                </a:lnTo>
                <a:lnTo>
                  <a:pt x="58026" y="378955"/>
                </a:lnTo>
                <a:lnTo>
                  <a:pt x="53911" y="385572"/>
                </a:lnTo>
                <a:lnTo>
                  <a:pt x="47218" y="389331"/>
                </a:lnTo>
                <a:lnTo>
                  <a:pt x="38265" y="390512"/>
                </a:lnTo>
                <a:lnTo>
                  <a:pt x="30911" y="390499"/>
                </a:lnTo>
                <a:lnTo>
                  <a:pt x="22860" y="390334"/>
                </a:lnTo>
                <a:lnTo>
                  <a:pt x="13665" y="389877"/>
                </a:lnTo>
                <a:lnTo>
                  <a:pt x="3048" y="389001"/>
                </a:lnTo>
                <a:lnTo>
                  <a:pt x="5067" y="398145"/>
                </a:lnTo>
                <a:lnTo>
                  <a:pt x="6667" y="407289"/>
                </a:lnTo>
                <a:lnTo>
                  <a:pt x="7975" y="416433"/>
                </a:lnTo>
                <a:lnTo>
                  <a:pt x="9144" y="425577"/>
                </a:lnTo>
                <a:lnTo>
                  <a:pt x="48768" y="425577"/>
                </a:lnTo>
                <a:lnTo>
                  <a:pt x="67906" y="421627"/>
                </a:lnTo>
                <a:lnTo>
                  <a:pt x="81775" y="412242"/>
                </a:lnTo>
                <a:lnTo>
                  <a:pt x="90208" y="397713"/>
                </a:lnTo>
                <a:lnTo>
                  <a:pt x="91262" y="390525"/>
                </a:lnTo>
                <a:lnTo>
                  <a:pt x="92964" y="378955"/>
                </a:lnTo>
                <a:lnTo>
                  <a:pt x="93052" y="254800"/>
                </a:lnTo>
                <a:lnTo>
                  <a:pt x="93052" y="245656"/>
                </a:lnTo>
                <a:lnTo>
                  <a:pt x="104749" y="242239"/>
                </a:lnTo>
                <a:lnTo>
                  <a:pt x="116865" y="238975"/>
                </a:lnTo>
                <a:lnTo>
                  <a:pt x="129273" y="236004"/>
                </a:lnTo>
                <a:lnTo>
                  <a:pt x="141820" y="233451"/>
                </a:lnTo>
                <a:lnTo>
                  <a:pt x="141820" y="210502"/>
                </a:lnTo>
                <a:lnTo>
                  <a:pt x="141820" y="198310"/>
                </a:lnTo>
                <a:lnTo>
                  <a:pt x="116865" y="204978"/>
                </a:lnTo>
                <a:lnTo>
                  <a:pt x="104749" y="207949"/>
                </a:lnTo>
                <a:lnTo>
                  <a:pt x="93052" y="210502"/>
                </a:lnTo>
                <a:lnTo>
                  <a:pt x="93052" y="115912"/>
                </a:lnTo>
                <a:lnTo>
                  <a:pt x="141820" y="115912"/>
                </a:lnTo>
                <a:lnTo>
                  <a:pt x="141820" y="86956"/>
                </a:lnTo>
                <a:close/>
              </a:path>
              <a:path w="1334770" h="433705">
                <a:moveTo>
                  <a:pt x="434632" y="134302"/>
                </a:moveTo>
                <a:lnTo>
                  <a:pt x="300418" y="134302"/>
                </a:lnTo>
                <a:lnTo>
                  <a:pt x="300418" y="62572"/>
                </a:lnTo>
                <a:lnTo>
                  <a:pt x="300418" y="61048"/>
                </a:lnTo>
                <a:lnTo>
                  <a:pt x="334225" y="58762"/>
                </a:lnTo>
                <a:lnTo>
                  <a:pt x="419392" y="51904"/>
                </a:lnTo>
                <a:lnTo>
                  <a:pt x="413296" y="19812"/>
                </a:lnTo>
                <a:lnTo>
                  <a:pt x="362407" y="24218"/>
                </a:lnTo>
                <a:lnTo>
                  <a:pt x="310426" y="28105"/>
                </a:lnTo>
                <a:lnTo>
                  <a:pt x="257365" y="31318"/>
                </a:lnTo>
                <a:lnTo>
                  <a:pt x="203200" y="33705"/>
                </a:lnTo>
                <a:lnTo>
                  <a:pt x="147916" y="35140"/>
                </a:lnTo>
                <a:lnTo>
                  <a:pt x="149110" y="38887"/>
                </a:lnTo>
                <a:lnTo>
                  <a:pt x="150583" y="45618"/>
                </a:lnTo>
                <a:lnTo>
                  <a:pt x="152641" y="55511"/>
                </a:lnTo>
                <a:lnTo>
                  <a:pt x="155536" y="68668"/>
                </a:lnTo>
                <a:lnTo>
                  <a:pt x="213499" y="66192"/>
                </a:lnTo>
                <a:lnTo>
                  <a:pt x="240919" y="64604"/>
                </a:lnTo>
                <a:lnTo>
                  <a:pt x="266890" y="62572"/>
                </a:lnTo>
                <a:lnTo>
                  <a:pt x="266890" y="134302"/>
                </a:lnTo>
                <a:lnTo>
                  <a:pt x="138772" y="134302"/>
                </a:lnTo>
                <a:lnTo>
                  <a:pt x="138772" y="166306"/>
                </a:lnTo>
                <a:lnTo>
                  <a:pt x="266890" y="166306"/>
                </a:lnTo>
                <a:lnTo>
                  <a:pt x="266890" y="241071"/>
                </a:lnTo>
                <a:lnTo>
                  <a:pt x="163169" y="241071"/>
                </a:lnTo>
                <a:lnTo>
                  <a:pt x="163169" y="431673"/>
                </a:lnTo>
                <a:lnTo>
                  <a:pt x="196697" y="431673"/>
                </a:lnTo>
                <a:lnTo>
                  <a:pt x="196697" y="407289"/>
                </a:lnTo>
                <a:lnTo>
                  <a:pt x="370624" y="407289"/>
                </a:lnTo>
                <a:lnTo>
                  <a:pt x="370624" y="431673"/>
                </a:lnTo>
                <a:lnTo>
                  <a:pt x="404152" y="431673"/>
                </a:lnTo>
                <a:lnTo>
                  <a:pt x="404152" y="407289"/>
                </a:lnTo>
                <a:lnTo>
                  <a:pt x="404152" y="376809"/>
                </a:lnTo>
                <a:lnTo>
                  <a:pt x="404152" y="271564"/>
                </a:lnTo>
                <a:lnTo>
                  <a:pt x="404152" y="241071"/>
                </a:lnTo>
                <a:lnTo>
                  <a:pt x="370624" y="241071"/>
                </a:lnTo>
                <a:lnTo>
                  <a:pt x="370624" y="271564"/>
                </a:lnTo>
                <a:lnTo>
                  <a:pt x="370624" y="376809"/>
                </a:lnTo>
                <a:lnTo>
                  <a:pt x="196697" y="376809"/>
                </a:lnTo>
                <a:lnTo>
                  <a:pt x="196697" y="271564"/>
                </a:lnTo>
                <a:lnTo>
                  <a:pt x="370624" y="271564"/>
                </a:lnTo>
                <a:lnTo>
                  <a:pt x="370624" y="241071"/>
                </a:lnTo>
                <a:lnTo>
                  <a:pt x="300418" y="241071"/>
                </a:lnTo>
                <a:lnTo>
                  <a:pt x="300418" y="166306"/>
                </a:lnTo>
                <a:lnTo>
                  <a:pt x="434632" y="166306"/>
                </a:lnTo>
                <a:lnTo>
                  <a:pt x="434632" y="134302"/>
                </a:lnTo>
                <a:close/>
              </a:path>
              <a:path w="1334770" h="433705">
                <a:moveTo>
                  <a:pt x="876871" y="234975"/>
                </a:moveTo>
                <a:lnTo>
                  <a:pt x="867130" y="232422"/>
                </a:lnTo>
                <a:lnTo>
                  <a:pt x="858393" y="229412"/>
                </a:lnTo>
                <a:lnTo>
                  <a:pt x="850506" y="226110"/>
                </a:lnTo>
                <a:lnTo>
                  <a:pt x="843343" y="222694"/>
                </a:lnTo>
                <a:lnTo>
                  <a:pt x="842200" y="241033"/>
                </a:lnTo>
                <a:lnTo>
                  <a:pt x="838771" y="282219"/>
                </a:lnTo>
                <a:lnTo>
                  <a:pt x="811339" y="303555"/>
                </a:lnTo>
                <a:lnTo>
                  <a:pt x="735050" y="303555"/>
                </a:lnTo>
                <a:lnTo>
                  <a:pt x="725043" y="302107"/>
                </a:lnTo>
                <a:lnTo>
                  <a:pt x="717905" y="297649"/>
                </a:lnTo>
                <a:lnTo>
                  <a:pt x="713613" y="290055"/>
                </a:lnTo>
                <a:lnTo>
                  <a:pt x="712190" y="279171"/>
                </a:lnTo>
                <a:lnTo>
                  <a:pt x="712190" y="173926"/>
                </a:lnTo>
                <a:lnTo>
                  <a:pt x="814387" y="173926"/>
                </a:lnTo>
                <a:lnTo>
                  <a:pt x="814387" y="189166"/>
                </a:lnTo>
                <a:lnTo>
                  <a:pt x="847915" y="189166"/>
                </a:lnTo>
                <a:lnTo>
                  <a:pt x="847915" y="173926"/>
                </a:lnTo>
                <a:lnTo>
                  <a:pt x="847915" y="27520"/>
                </a:lnTo>
                <a:lnTo>
                  <a:pt x="669518" y="27520"/>
                </a:lnTo>
                <a:lnTo>
                  <a:pt x="669518" y="59524"/>
                </a:lnTo>
                <a:lnTo>
                  <a:pt x="814387" y="59524"/>
                </a:lnTo>
                <a:lnTo>
                  <a:pt x="814387" y="141922"/>
                </a:lnTo>
                <a:lnTo>
                  <a:pt x="678662" y="141922"/>
                </a:lnTo>
                <a:lnTo>
                  <a:pt x="678662" y="285267"/>
                </a:lnTo>
                <a:lnTo>
                  <a:pt x="681558" y="306412"/>
                </a:lnTo>
                <a:lnTo>
                  <a:pt x="690473" y="321703"/>
                </a:lnTo>
                <a:lnTo>
                  <a:pt x="705662" y="331000"/>
                </a:lnTo>
                <a:lnTo>
                  <a:pt x="727430" y="334137"/>
                </a:lnTo>
                <a:lnTo>
                  <a:pt x="814387" y="334137"/>
                </a:lnTo>
                <a:lnTo>
                  <a:pt x="851916" y="324942"/>
                </a:lnTo>
                <a:lnTo>
                  <a:pt x="870013" y="286626"/>
                </a:lnTo>
                <a:lnTo>
                  <a:pt x="874585" y="255244"/>
                </a:lnTo>
                <a:lnTo>
                  <a:pt x="876871" y="234975"/>
                </a:lnTo>
                <a:close/>
              </a:path>
              <a:path w="1334770" h="433705">
                <a:moveTo>
                  <a:pt x="884491" y="384429"/>
                </a:moveTo>
                <a:lnTo>
                  <a:pt x="657326" y="385953"/>
                </a:lnTo>
                <a:lnTo>
                  <a:pt x="638378" y="385089"/>
                </a:lnTo>
                <a:lnTo>
                  <a:pt x="620471" y="382524"/>
                </a:lnTo>
                <a:lnTo>
                  <a:pt x="603427" y="378231"/>
                </a:lnTo>
                <a:lnTo>
                  <a:pt x="587121" y="372237"/>
                </a:lnTo>
                <a:lnTo>
                  <a:pt x="587121" y="353949"/>
                </a:lnTo>
                <a:lnTo>
                  <a:pt x="587121" y="289839"/>
                </a:lnTo>
                <a:lnTo>
                  <a:pt x="654278" y="289839"/>
                </a:lnTo>
                <a:lnTo>
                  <a:pt x="654278" y="257835"/>
                </a:lnTo>
                <a:lnTo>
                  <a:pt x="587121" y="257835"/>
                </a:lnTo>
                <a:lnTo>
                  <a:pt x="587121" y="190690"/>
                </a:lnTo>
                <a:lnTo>
                  <a:pt x="657326" y="190690"/>
                </a:lnTo>
                <a:lnTo>
                  <a:pt x="657326" y="158686"/>
                </a:lnTo>
                <a:lnTo>
                  <a:pt x="574929" y="158686"/>
                </a:lnTo>
                <a:lnTo>
                  <a:pt x="574929" y="96100"/>
                </a:lnTo>
                <a:lnTo>
                  <a:pt x="649706" y="96100"/>
                </a:lnTo>
                <a:lnTo>
                  <a:pt x="649706" y="64096"/>
                </a:lnTo>
                <a:lnTo>
                  <a:pt x="574929" y="64096"/>
                </a:lnTo>
                <a:lnTo>
                  <a:pt x="574929" y="1524"/>
                </a:lnTo>
                <a:lnTo>
                  <a:pt x="541401" y="1524"/>
                </a:lnTo>
                <a:lnTo>
                  <a:pt x="541401" y="64096"/>
                </a:lnTo>
                <a:lnTo>
                  <a:pt x="466636" y="64096"/>
                </a:lnTo>
                <a:lnTo>
                  <a:pt x="466636" y="96100"/>
                </a:lnTo>
                <a:lnTo>
                  <a:pt x="541401" y="96100"/>
                </a:lnTo>
                <a:lnTo>
                  <a:pt x="541401" y="158686"/>
                </a:lnTo>
                <a:lnTo>
                  <a:pt x="451396" y="158686"/>
                </a:lnTo>
                <a:lnTo>
                  <a:pt x="451396" y="190690"/>
                </a:lnTo>
                <a:lnTo>
                  <a:pt x="555117" y="190690"/>
                </a:lnTo>
                <a:lnTo>
                  <a:pt x="555117" y="353949"/>
                </a:lnTo>
                <a:lnTo>
                  <a:pt x="541997" y="342557"/>
                </a:lnTo>
                <a:lnTo>
                  <a:pt x="539953" y="340233"/>
                </a:lnTo>
                <a:lnTo>
                  <a:pt x="530161" y="329133"/>
                </a:lnTo>
                <a:lnTo>
                  <a:pt x="519760" y="314007"/>
                </a:lnTo>
                <a:lnTo>
                  <a:pt x="510921" y="297459"/>
                </a:lnTo>
                <a:lnTo>
                  <a:pt x="513118" y="279171"/>
                </a:lnTo>
                <a:lnTo>
                  <a:pt x="515112" y="259549"/>
                </a:lnTo>
                <a:lnTo>
                  <a:pt x="516496" y="239344"/>
                </a:lnTo>
                <a:lnTo>
                  <a:pt x="517017" y="218122"/>
                </a:lnTo>
                <a:lnTo>
                  <a:pt x="484924" y="216598"/>
                </a:lnTo>
                <a:lnTo>
                  <a:pt x="481799" y="271487"/>
                </a:lnTo>
                <a:lnTo>
                  <a:pt x="474827" y="319214"/>
                </a:lnTo>
                <a:lnTo>
                  <a:pt x="464134" y="359498"/>
                </a:lnTo>
                <a:lnTo>
                  <a:pt x="449872" y="392049"/>
                </a:lnTo>
                <a:lnTo>
                  <a:pt x="468160" y="433197"/>
                </a:lnTo>
                <a:lnTo>
                  <a:pt x="478993" y="414388"/>
                </a:lnTo>
                <a:lnTo>
                  <a:pt x="488543" y="392430"/>
                </a:lnTo>
                <a:lnTo>
                  <a:pt x="496658" y="367614"/>
                </a:lnTo>
                <a:lnTo>
                  <a:pt x="503212" y="340233"/>
                </a:lnTo>
                <a:lnTo>
                  <a:pt x="526961" y="373354"/>
                </a:lnTo>
                <a:lnTo>
                  <a:pt x="559117" y="397192"/>
                </a:lnTo>
                <a:lnTo>
                  <a:pt x="599567" y="411594"/>
                </a:lnTo>
                <a:lnTo>
                  <a:pt x="648182" y="416433"/>
                </a:lnTo>
                <a:lnTo>
                  <a:pt x="694537" y="417309"/>
                </a:lnTo>
                <a:lnTo>
                  <a:pt x="872299" y="417957"/>
                </a:lnTo>
                <a:lnTo>
                  <a:pt x="877252" y="402336"/>
                </a:lnTo>
                <a:lnTo>
                  <a:pt x="880440" y="393522"/>
                </a:lnTo>
                <a:lnTo>
                  <a:pt x="883818" y="385953"/>
                </a:lnTo>
                <a:lnTo>
                  <a:pt x="884491" y="384429"/>
                </a:lnTo>
                <a:close/>
              </a:path>
              <a:path w="1334770" h="433705">
                <a:moveTo>
                  <a:pt x="1052220" y="175450"/>
                </a:moveTo>
                <a:lnTo>
                  <a:pt x="1037983" y="157441"/>
                </a:lnTo>
                <a:lnTo>
                  <a:pt x="1022883" y="140004"/>
                </a:lnTo>
                <a:lnTo>
                  <a:pt x="1007224" y="123113"/>
                </a:lnTo>
                <a:lnTo>
                  <a:pt x="991260" y="106768"/>
                </a:lnTo>
                <a:lnTo>
                  <a:pt x="965352" y="128206"/>
                </a:lnTo>
                <a:lnTo>
                  <a:pt x="982548" y="148183"/>
                </a:lnTo>
                <a:lnTo>
                  <a:pt x="997737" y="166878"/>
                </a:lnTo>
                <a:lnTo>
                  <a:pt x="1011224" y="184137"/>
                </a:lnTo>
                <a:lnTo>
                  <a:pt x="1023264" y="199834"/>
                </a:lnTo>
                <a:lnTo>
                  <a:pt x="1052220" y="175450"/>
                </a:lnTo>
                <a:close/>
              </a:path>
              <a:path w="1334770" h="433705">
                <a:moveTo>
                  <a:pt x="1267294" y="128206"/>
                </a:moveTo>
                <a:lnTo>
                  <a:pt x="1236814" y="105244"/>
                </a:lnTo>
                <a:lnTo>
                  <a:pt x="1225130" y="121907"/>
                </a:lnTo>
                <a:lnTo>
                  <a:pt x="1210716" y="139814"/>
                </a:lnTo>
                <a:lnTo>
                  <a:pt x="1193698" y="159143"/>
                </a:lnTo>
                <a:lnTo>
                  <a:pt x="1174242" y="180022"/>
                </a:lnTo>
                <a:lnTo>
                  <a:pt x="1200238" y="201358"/>
                </a:lnTo>
                <a:lnTo>
                  <a:pt x="1217371" y="183921"/>
                </a:lnTo>
                <a:lnTo>
                  <a:pt x="1234338" y="165925"/>
                </a:lnTo>
                <a:lnTo>
                  <a:pt x="1251038" y="147345"/>
                </a:lnTo>
                <a:lnTo>
                  <a:pt x="1267294" y="128206"/>
                </a:lnTo>
                <a:close/>
              </a:path>
              <a:path w="1334770" h="433705">
                <a:moveTo>
                  <a:pt x="1334363" y="364617"/>
                </a:moveTo>
                <a:lnTo>
                  <a:pt x="1287741" y="345020"/>
                </a:lnTo>
                <a:lnTo>
                  <a:pt x="1244904" y="322783"/>
                </a:lnTo>
                <a:lnTo>
                  <a:pt x="1206017" y="297840"/>
                </a:lnTo>
                <a:lnTo>
                  <a:pt x="1171244" y="270116"/>
                </a:lnTo>
                <a:lnTo>
                  <a:pt x="1166596" y="265455"/>
                </a:lnTo>
                <a:lnTo>
                  <a:pt x="1163548" y="262407"/>
                </a:lnTo>
                <a:lnTo>
                  <a:pt x="1140714" y="239547"/>
                </a:lnTo>
                <a:lnTo>
                  <a:pt x="1326730" y="239547"/>
                </a:lnTo>
                <a:lnTo>
                  <a:pt x="1326730" y="208978"/>
                </a:lnTo>
                <a:lnTo>
                  <a:pt x="1131570" y="208978"/>
                </a:lnTo>
                <a:lnTo>
                  <a:pt x="1131570" y="93052"/>
                </a:lnTo>
                <a:lnTo>
                  <a:pt x="1303870" y="93052"/>
                </a:lnTo>
                <a:lnTo>
                  <a:pt x="1303870" y="62572"/>
                </a:lnTo>
                <a:lnTo>
                  <a:pt x="1131570" y="62572"/>
                </a:lnTo>
                <a:lnTo>
                  <a:pt x="1131570" y="0"/>
                </a:lnTo>
                <a:lnTo>
                  <a:pt x="1098042" y="0"/>
                </a:lnTo>
                <a:lnTo>
                  <a:pt x="1098042" y="62572"/>
                </a:lnTo>
                <a:lnTo>
                  <a:pt x="928776" y="62572"/>
                </a:lnTo>
                <a:lnTo>
                  <a:pt x="928776" y="93052"/>
                </a:lnTo>
                <a:lnTo>
                  <a:pt x="1098042" y="93052"/>
                </a:lnTo>
                <a:lnTo>
                  <a:pt x="1098042" y="208978"/>
                </a:lnTo>
                <a:lnTo>
                  <a:pt x="902779" y="208978"/>
                </a:lnTo>
                <a:lnTo>
                  <a:pt x="902779" y="239547"/>
                </a:lnTo>
                <a:lnTo>
                  <a:pt x="1087374" y="239547"/>
                </a:lnTo>
                <a:lnTo>
                  <a:pt x="1054773" y="269011"/>
                </a:lnTo>
                <a:lnTo>
                  <a:pt x="1019263" y="297014"/>
                </a:lnTo>
                <a:lnTo>
                  <a:pt x="980833" y="323557"/>
                </a:lnTo>
                <a:lnTo>
                  <a:pt x="939469" y="348640"/>
                </a:lnTo>
                <a:lnTo>
                  <a:pt x="895159" y="372237"/>
                </a:lnTo>
                <a:lnTo>
                  <a:pt x="902614" y="380860"/>
                </a:lnTo>
                <a:lnTo>
                  <a:pt x="909066" y="388620"/>
                </a:lnTo>
                <a:lnTo>
                  <a:pt x="914666" y="395808"/>
                </a:lnTo>
                <a:lnTo>
                  <a:pt x="919543" y="402717"/>
                </a:lnTo>
                <a:lnTo>
                  <a:pt x="963295" y="376567"/>
                </a:lnTo>
                <a:lnTo>
                  <a:pt x="1003020" y="349377"/>
                </a:lnTo>
                <a:lnTo>
                  <a:pt x="1038707" y="321233"/>
                </a:lnTo>
                <a:lnTo>
                  <a:pt x="1070381" y="292227"/>
                </a:lnTo>
                <a:lnTo>
                  <a:pt x="1098042" y="262407"/>
                </a:lnTo>
                <a:lnTo>
                  <a:pt x="1098042" y="433197"/>
                </a:lnTo>
                <a:lnTo>
                  <a:pt x="1131570" y="433197"/>
                </a:lnTo>
                <a:lnTo>
                  <a:pt x="1131570" y="265455"/>
                </a:lnTo>
                <a:lnTo>
                  <a:pt x="1166736" y="303745"/>
                </a:lnTo>
                <a:lnTo>
                  <a:pt x="1208201" y="338467"/>
                </a:lnTo>
                <a:lnTo>
                  <a:pt x="1255953" y="369481"/>
                </a:lnTo>
                <a:lnTo>
                  <a:pt x="1309966" y="396621"/>
                </a:lnTo>
                <a:lnTo>
                  <a:pt x="1314856" y="389483"/>
                </a:lnTo>
                <a:lnTo>
                  <a:pt x="1320444" y="381762"/>
                </a:lnTo>
                <a:lnTo>
                  <a:pt x="1326908" y="373481"/>
                </a:lnTo>
                <a:lnTo>
                  <a:pt x="1334363" y="3646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3232308"/>
            <a:ext cx="109823" cy="111347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1294536" y="3055340"/>
            <a:ext cx="4012565" cy="441325"/>
          </a:xfrm>
          <a:custGeom>
            <a:avLst/>
            <a:gdLst/>
            <a:ahLst/>
            <a:cxnLst/>
            <a:rect l="l" t="t" r="r" b="b"/>
            <a:pathLst>
              <a:path w="4012565" h="441325">
                <a:moveTo>
                  <a:pt x="58000" y="126682"/>
                </a:moveTo>
                <a:lnTo>
                  <a:pt x="53174" y="106629"/>
                </a:lnTo>
                <a:lnTo>
                  <a:pt x="42367" y="63157"/>
                </a:lnTo>
                <a:lnTo>
                  <a:pt x="36664" y="39712"/>
                </a:lnTo>
                <a:lnTo>
                  <a:pt x="1524" y="50380"/>
                </a:lnTo>
                <a:lnTo>
                  <a:pt x="8039" y="72148"/>
                </a:lnTo>
                <a:lnTo>
                  <a:pt x="14008" y="94056"/>
                </a:lnTo>
                <a:lnTo>
                  <a:pt x="19570" y="116255"/>
                </a:lnTo>
                <a:lnTo>
                  <a:pt x="24472" y="137350"/>
                </a:lnTo>
                <a:lnTo>
                  <a:pt x="58000" y="126682"/>
                </a:lnTo>
                <a:close/>
              </a:path>
              <a:path w="4012565" h="441325">
                <a:moveTo>
                  <a:pt x="175450" y="50380"/>
                </a:moveTo>
                <a:lnTo>
                  <a:pt x="140296" y="39712"/>
                </a:lnTo>
                <a:lnTo>
                  <a:pt x="114388" y="126682"/>
                </a:lnTo>
                <a:lnTo>
                  <a:pt x="147916" y="138874"/>
                </a:lnTo>
                <a:lnTo>
                  <a:pt x="155651" y="116255"/>
                </a:lnTo>
                <a:lnTo>
                  <a:pt x="162712" y="94437"/>
                </a:lnTo>
                <a:lnTo>
                  <a:pt x="169379" y="72339"/>
                </a:lnTo>
                <a:lnTo>
                  <a:pt x="175450" y="50380"/>
                </a:lnTo>
                <a:close/>
              </a:path>
              <a:path w="4012565" h="441325">
                <a:moveTo>
                  <a:pt x="183070" y="288328"/>
                </a:moveTo>
                <a:lnTo>
                  <a:pt x="177063" y="282232"/>
                </a:lnTo>
                <a:lnTo>
                  <a:pt x="157683" y="262420"/>
                </a:lnTo>
                <a:lnTo>
                  <a:pt x="148564" y="253276"/>
                </a:lnTo>
                <a:lnTo>
                  <a:pt x="144627" y="249313"/>
                </a:lnTo>
                <a:lnTo>
                  <a:pt x="131152" y="236512"/>
                </a:lnTo>
                <a:lnTo>
                  <a:pt x="112864" y="253276"/>
                </a:lnTo>
                <a:lnTo>
                  <a:pt x="112864" y="205930"/>
                </a:lnTo>
                <a:lnTo>
                  <a:pt x="161734" y="205930"/>
                </a:lnTo>
                <a:lnTo>
                  <a:pt x="161734" y="160210"/>
                </a:lnTo>
                <a:lnTo>
                  <a:pt x="112864" y="160210"/>
                </a:lnTo>
                <a:lnTo>
                  <a:pt x="112864" y="6184"/>
                </a:lnTo>
                <a:lnTo>
                  <a:pt x="61048" y="6184"/>
                </a:lnTo>
                <a:lnTo>
                  <a:pt x="61048" y="160210"/>
                </a:lnTo>
                <a:lnTo>
                  <a:pt x="6096" y="160210"/>
                </a:lnTo>
                <a:lnTo>
                  <a:pt x="6096" y="205930"/>
                </a:lnTo>
                <a:lnTo>
                  <a:pt x="58000" y="205930"/>
                </a:lnTo>
                <a:lnTo>
                  <a:pt x="44018" y="239445"/>
                </a:lnTo>
                <a:lnTo>
                  <a:pt x="29578" y="269087"/>
                </a:lnTo>
                <a:lnTo>
                  <a:pt x="14846" y="295008"/>
                </a:lnTo>
                <a:lnTo>
                  <a:pt x="0" y="317373"/>
                </a:lnTo>
                <a:lnTo>
                  <a:pt x="4572" y="335330"/>
                </a:lnTo>
                <a:lnTo>
                  <a:pt x="9144" y="352425"/>
                </a:lnTo>
                <a:lnTo>
                  <a:pt x="13716" y="368376"/>
                </a:lnTo>
                <a:lnTo>
                  <a:pt x="18288" y="382905"/>
                </a:lnTo>
                <a:lnTo>
                  <a:pt x="29514" y="364896"/>
                </a:lnTo>
                <a:lnTo>
                  <a:pt x="40284" y="345173"/>
                </a:lnTo>
                <a:lnTo>
                  <a:pt x="50749" y="323710"/>
                </a:lnTo>
                <a:lnTo>
                  <a:pt x="61048" y="300520"/>
                </a:lnTo>
                <a:lnTo>
                  <a:pt x="61048" y="434822"/>
                </a:lnTo>
                <a:lnTo>
                  <a:pt x="112864" y="434822"/>
                </a:lnTo>
                <a:lnTo>
                  <a:pt x="112864" y="300520"/>
                </a:lnTo>
                <a:lnTo>
                  <a:pt x="112864" y="282232"/>
                </a:lnTo>
                <a:lnTo>
                  <a:pt x="123494" y="293992"/>
                </a:lnTo>
                <a:lnTo>
                  <a:pt x="132676" y="304330"/>
                </a:lnTo>
                <a:lnTo>
                  <a:pt x="140728" y="313550"/>
                </a:lnTo>
                <a:lnTo>
                  <a:pt x="147916" y="321945"/>
                </a:lnTo>
                <a:lnTo>
                  <a:pt x="183070" y="288328"/>
                </a:lnTo>
                <a:close/>
              </a:path>
              <a:path w="4012565" h="441325">
                <a:moveTo>
                  <a:pt x="419392" y="207454"/>
                </a:moveTo>
                <a:lnTo>
                  <a:pt x="366052" y="207454"/>
                </a:lnTo>
                <a:lnTo>
                  <a:pt x="366052" y="248704"/>
                </a:lnTo>
                <a:lnTo>
                  <a:pt x="366052" y="270040"/>
                </a:lnTo>
                <a:lnTo>
                  <a:pt x="366052" y="305092"/>
                </a:lnTo>
                <a:lnTo>
                  <a:pt x="366052" y="326517"/>
                </a:lnTo>
                <a:lnTo>
                  <a:pt x="244030" y="326517"/>
                </a:lnTo>
                <a:lnTo>
                  <a:pt x="244030" y="305092"/>
                </a:lnTo>
                <a:lnTo>
                  <a:pt x="366052" y="305092"/>
                </a:lnTo>
                <a:lnTo>
                  <a:pt x="366052" y="270040"/>
                </a:lnTo>
                <a:lnTo>
                  <a:pt x="244030" y="270040"/>
                </a:lnTo>
                <a:lnTo>
                  <a:pt x="244030" y="248704"/>
                </a:lnTo>
                <a:lnTo>
                  <a:pt x="366052" y="248704"/>
                </a:lnTo>
                <a:lnTo>
                  <a:pt x="366052" y="207454"/>
                </a:lnTo>
                <a:lnTo>
                  <a:pt x="189166" y="207454"/>
                </a:lnTo>
                <a:lnTo>
                  <a:pt x="189166" y="434822"/>
                </a:lnTo>
                <a:lnTo>
                  <a:pt x="244030" y="434822"/>
                </a:lnTo>
                <a:lnTo>
                  <a:pt x="244030" y="363093"/>
                </a:lnTo>
                <a:lnTo>
                  <a:pt x="366052" y="363093"/>
                </a:lnTo>
                <a:lnTo>
                  <a:pt x="366052" y="369189"/>
                </a:lnTo>
                <a:lnTo>
                  <a:pt x="364909" y="378307"/>
                </a:lnTo>
                <a:lnTo>
                  <a:pt x="361480" y="385000"/>
                </a:lnTo>
                <a:lnTo>
                  <a:pt x="355765" y="389115"/>
                </a:lnTo>
                <a:lnTo>
                  <a:pt x="348018" y="390486"/>
                </a:lnTo>
                <a:lnTo>
                  <a:pt x="338899" y="390474"/>
                </a:lnTo>
                <a:lnTo>
                  <a:pt x="326034" y="390144"/>
                </a:lnTo>
                <a:lnTo>
                  <a:pt x="309143" y="389242"/>
                </a:lnTo>
                <a:lnTo>
                  <a:pt x="288226" y="387477"/>
                </a:lnTo>
                <a:lnTo>
                  <a:pt x="294906" y="411530"/>
                </a:lnTo>
                <a:lnTo>
                  <a:pt x="297916" y="422706"/>
                </a:lnTo>
                <a:lnTo>
                  <a:pt x="300520" y="433298"/>
                </a:lnTo>
                <a:lnTo>
                  <a:pt x="372148" y="433298"/>
                </a:lnTo>
                <a:lnTo>
                  <a:pt x="407200" y="418058"/>
                </a:lnTo>
                <a:lnTo>
                  <a:pt x="419392" y="372237"/>
                </a:lnTo>
                <a:lnTo>
                  <a:pt x="419392" y="363093"/>
                </a:lnTo>
                <a:lnTo>
                  <a:pt x="419392" y="326517"/>
                </a:lnTo>
                <a:lnTo>
                  <a:pt x="419392" y="305092"/>
                </a:lnTo>
                <a:lnTo>
                  <a:pt x="419392" y="270040"/>
                </a:lnTo>
                <a:lnTo>
                  <a:pt x="419392" y="248704"/>
                </a:lnTo>
                <a:lnTo>
                  <a:pt x="419392" y="207454"/>
                </a:lnTo>
                <a:close/>
              </a:path>
              <a:path w="4012565" h="441325">
                <a:moveTo>
                  <a:pt x="439293" y="152590"/>
                </a:moveTo>
                <a:lnTo>
                  <a:pt x="331000" y="152590"/>
                </a:lnTo>
                <a:lnTo>
                  <a:pt x="331000" y="132778"/>
                </a:lnTo>
                <a:lnTo>
                  <a:pt x="422440" y="132778"/>
                </a:lnTo>
                <a:lnTo>
                  <a:pt x="422440" y="96100"/>
                </a:lnTo>
                <a:lnTo>
                  <a:pt x="331000" y="96100"/>
                </a:lnTo>
                <a:lnTo>
                  <a:pt x="331000" y="76288"/>
                </a:lnTo>
                <a:lnTo>
                  <a:pt x="433108" y="76288"/>
                </a:lnTo>
                <a:lnTo>
                  <a:pt x="433108" y="38188"/>
                </a:lnTo>
                <a:lnTo>
                  <a:pt x="331000" y="38188"/>
                </a:lnTo>
                <a:lnTo>
                  <a:pt x="331000" y="3136"/>
                </a:lnTo>
                <a:lnTo>
                  <a:pt x="274510" y="3136"/>
                </a:lnTo>
                <a:lnTo>
                  <a:pt x="274510" y="38188"/>
                </a:lnTo>
                <a:lnTo>
                  <a:pt x="178498" y="38188"/>
                </a:lnTo>
                <a:lnTo>
                  <a:pt x="178498" y="76288"/>
                </a:lnTo>
                <a:lnTo>
                  <a:pt x="274510" y="76288"/>
                </a:lnTo>
                <a:lnTo>
                  <a:pt x="274510" y="96100"/>
                </a:lnTo>
                <a:lnTo>
                  <a:pt x="187642" y="96100"/>
                </a:lnTo>
                <a:lnTo>
                  <a:pt x="187642" y="132778"/>
                </a:lnTo>
                <a:lnTo>
                  <a:pt x="274510" y="132778"/>
                </a:lnTo>
                <a:lnTo>
                  <a:pt x="274510" y="152590"/>
                </a:lnTo>
                <a:lnTo>
                  <a:pt x="170878" y="152590"/>
                </a:lnTo>
                <a:lnTo>
                  <a:pt x="170878" y="190690"/>
                </a:lnTo>
                <a:lnTo>
                  <a:pt x="439293" y="190690"/>
                </a:lnTo>
                <a:lnTo>
                  <a:pt x="439293" y="152590"/>
                </a:lnTo>
                <a:close/>
              </a:path>
              <a:path w="4012565" h="441325">
                <a:moveTo>
                  <a:pt x="538353" y="166306"/>
                </a:moveTo>
                <a:lnTo>
                  <a:pt x="480441" y="166306"/>
                </a:lnTo>
                <a:lnTo>
                  <a:pt x="480441" y="436346"/>
                </a:lnTo>
                <a:lnTo>
                  <a:pt x="538353" y="436346"/>
                </a:lnTo>
                <a:lnTo>
                  <a:pt x="538353" y="166306"/>
                </a:lnTo>
                <a:close/>
              </a:path>
              <a:path w="4012565" h="441325">
                <a:moveTo>
                  <a:pt x="608545" y="163258"/>
                </a:moveTo>
                <a:lnTo>
                  <a:pt x="597954" y="148374"/>
                </a:lnTo>
                <a:lnTo>
                  <a:pt x="586638" y="133337"/>
                </a:lnTo>
                <a:lnTo>
                  <a:pt x="574433" y="117995"/>
                </a:lnTo>
                <a:lnTo>
                  <a:pt x="561213" y="102209"/>
                </a:lnTo>
                <a:lnTo>
                  <a:pt x="518541" y="125158"/>
                </a:lnTo>
                <a:lnTo>
                  <a:pt x="529678" y="140284"/>
                </a:lnTo>
                <a:lnTo>
                  <a:pt x="540258" y="155829"/>
                </a:lnTo>
                <a:lnTo>
                  <a:pt x="550252" y="171665"/>
                </a:lnTo>
                <a:lnTo>
                  <a:pt x="559689" y="187642"/>
                </a:lnTo>
                <a:lnTo>
                  <a:pt x="608545" y="163258"/>
                </a:lnTo>
                <a:close/>
              </a:path>
              <a:path w="4012565" h="441325">
                <a:moveTo>
                  <a:pt x="867829" y="126682"/>
                </a:moveTo>
                <a:lnTo>
                  <a:pt x="623785" y="126682"/>
                </a:lnTo>
                <a:lnTo>
                  <a:pt x="623785" y="173926"/>
                </a:lnTo>
                <a:lnTo>
                  <a:pt x="809815" y="173926"/>
                </a:lnTo>
                <a:lnTo>
                  <a:pt x="809815" y="356997"/>
                </a:lnTo>
                <a:lnTo>
                  <a:pt x="808291" y="363093"/>
                </a:lnTo>
                <a:lnTo>
                  <a:pt x="805243" y="367665"/>
                </a:lnTo>
                <a:lnTo>
                  <a:pt x="802195" y="373761"/>
                </a:lnTo>
                <a:lnTo>
                  <a:pt x="797623" y="375285"/>
                </a:lnTo>
                <a:lnTo>
                  <a:pt x="794575" y="376809"/>
                </a:lnTo>
                <a:lnTo>
                  <a:pt x="770191" y="376809"/>
                </a:lnTo>
                <a:lnTo>
                  <a:pt x="770191" y="202882"/>
                </a:lnTo>
                <a:lnTo>
                  <a:pt x="716851" y="202882"/>
                </a:lnTo>
                <a:lnTo>
                  <a:pt x="716851" y="245656"/>
                </a:lnTo>
                <a:lnTo>
                  <a:pt x="716851" y="273088"/>
                </a:lnTo>
                <a:lnTo>
                  <a:pt x="716851" y="314325"/>
                </a:lnTo>
                <a:lnTo>
                  <a:pt x="716851" y="343281"/>
                </a:lnTo>
                <a:lnTo>
                  <a:pt x="631405" y="343281"/>
                </a:lnTo>
                <a:lnTo>
                  <a:pt x="631405" y="314325"/>
                </a:lnTo>
                <a:lnTo>
                  <a:pt x="716851" y="314325"/>
                </a:lnTo>
                <a:lnTo>
                  <a:pt x="716851" y="273088"/>
                </a:lnTo>
                <a:lnTo>
                  <a:pt x="631405" y="273088"/>
                </a:lnTo>
                <a:lnTo>
                  <a:pt x="631405" y="245656"/>
                </a:lnTo>
                <a:lnTo>
                  <a:pt x="716851" y="245656"/>
                </a:lnTo>
                <a:lnTo>
                  <a:pt x="716851" y="202882"/>
                </a:lnTo>
                <a:lnTo>
                  <a:pt x="576453" y="202882"/>
                </a:lnTo>
                <a:lnTo>
                  <a:pt x="576453" y="405765"/>
                </a:lnTo>
                <a:lnTo>
                  <a:pt x="631405" y="405765"/>
                </a:lnTo>
                <a:lnTo>
                  <a:pt x="631405" y="385953"/>
                </a:lnTo>
                <a:lnTo>
                  <a:pt x="739711" y="385953"/>
                </a:lnTo>
                <a:lnTo>
                  <a:pt x="742238" y="397446"/>
                </a:lnTo>
                <a:lnTo>
                  <a:pt x="744943" y="408813"/>
                </a:lnTo>
                <a:lnTo>
                  <a:pt x="747852" y="421614"/>
                </a:lnTo>
                <a:lnTo>
                  <a:pt x="750379" y="434822"/>
                </a:lnTo>
                <a:lnTo>
                  <a:pt x="771817" y="434530"/>
                </a:lnTo>
                <a:lnTo>
                  <a:pt x="790384" y="433679"/>
                </a:lnTo>
                <a:lnTo>
                  <a:pt x="829818" y="427977"/>
                </a:lnTo>
                <a:lnTo>
                  <a:pt x="861390" y="398792"/>
                </a:lnTo>
                <a:lnTo>
                  <a:pt x="865301" y="385953"/>
                </a:lnTo>
                <a:lnTo>
                  <a:pt x="866648" y="376809"/>
                </a:lnTo>
                <a:lnTo>
                  <a:pt x="867206" y="373024"/>
                </a:lnTo>
                <a:lnTo>
                  <a:pt x="867829" y="356997"/>
                </a:lnTo>
                <a:lnTo>
                  <a:pt x="867829" y="126682"/>
                </a:lnTo>
                <a:close/>
              </a:path>
              <a:path w="4012565" h="441325">
                <a:moveTo>
                  <a:pt x="883069" y="35153"/>
                </a:moveTo>
                <a:lnTo>
                  <a:pt x="757999" y="35153"/>
                </a:lnTo>
                <a:lnTo>
                  <a:pt x="771715" y="3136"/>
                </a:lnTo>
                <a:lnTo>
                  <a:pt x="713714" y="3136"/>
                </a:lnTo>
                <a:lnTo>
                  <a:pt x="703986" y="23761"/>
                </a:lnTo>
                <a:lnTo>
                  <a:pt x="693127" y="42392"/>
                </a:lnTo>
                <a:lnTo>
                  <a:pt x="681126" y="59296"/>
                </a:lnTo>
                <a:lnTo>
                  <a:pt x="667981" y="74777"/>
                </a:lnTo>
                <a:lnTo>
                  <a:pt x="667981" y="35153"/>
                </a:lnTo>
                <a:lnTo>
                  <a:pt x="567309" y="35153"/>
                </a:lnTo>
                <a:lnTo>
                  <a:pt x="572782" y="27152"/>
                </a:lnTo>
                <a:lnTo>
                  <a:pt x="577837" y="19151"/>
                </a:lnTo>
                <a:lnTo>
                  <a:pt x="582599" y="11150"/>
                </a:lnTo>
                <a:lnTo>
                  <a:pt x="587209" y="3136"/>
                </a:lnTo>
                <a:lnTo>
                  <a:pt x="524637" y="3136"/>
                </a:lnTo>
                <a:lnTo>
                  <a:pt x="508063" y="27698"/>
                </a:lnTo>
                <a:lnTo>
                  <a:pt x="490347" y="50965"/>
                </a:lnTo>
                <a:lnTo>
                  <a:pt x="471487" y="72796"/>
                </a:lnTo>
                <a:lnTo>
                  <a:pt x="451485" y="93065"/>
                </a:lnTo>
                <a:lnTo>
                  <a:pt x="457441" y="104000"/>
                </a:lnTo>
                <a:lnTo>
                  <a:pt x="463677" y="116192"/>
                </a:lnTo>
                <a:lnTo>
                  <a:pt x="469912" y="129806"/>
                </a:lnTo>
                <a:lnTo>
                  <a:pt x="475869" y="144970"/>
                </a:lnTo>
                <a:lnTo>
                  <a:pt x="492709" y="128663"/>
                </a:lnTo>
                <a:lnTo>
                  <a:pt x="508825" y="111772"/>
                </a:lnTo>
                <a:lnTo>
                  <a:pt x="524090" y="94310"/>
                </a:lnTo>
                <a:lnTo>
                  <a:pt x="538353" y="76301"/>
                </a:lnTo>
                <a:lnTo>
                  <a:pt x="559689" y="76301"/>
                </a:lnTo>
                <a:lnTo>
                  <a:pt x="565645" y="87769"/>
                </a:lnTo>
                <a:lnTo>
                  <a:pt x="571893" y="99390"/>
                </a:lnTo>
                <a:lnTo>
                  <a:pt x="578154" y="111302"/>
                </a:lnTo>
                <a:lnTo>
                  <a:pt x="584161" y="123634"/>
                </a:lnTo>
                <a:lnTo>
                  <a:pt x="639025" y="103733"/>
                </a:lnTo>
                <a:lnTo>
                  <a:pt x="635444" y="97066"/>
                </a:lnTo>
                <a:lnTo>
                  <a:pt x="631215" y="90017"/>
                </a:lnTo>
                <a:lnTo>
                  <a:pt x="626821" y="83159"/>
                </a:lnTo>
                <a:lnTo>
                  <a:pt x="622261" y="76301"/>
                </a:lnTo>
                <a:lnTo>
                  <a:pt x="666457" y="76301"/>
                </a:lnTo>
                <a:lnTo>
                  <a:pt x="657313" y="88493"/>
                </a:lnTo>
                <a:lnTo>
                  <a:pt x="651217" y="93065"/>
                </a:lnTo>
                <a:lnTo>
                  <a:pt x="664679" y="99695"/>
                </a:lnTo>
                <a:lnTo>
                  <a:pt x="677697" y="106057"/>
                </a:lnTo>
                <a:lnTo>
                  <a:pt x="690448" y="112433"/>
                </a:lnTo>
                <a:lnTo>
                  <a:pt x="703033" y="119062"/>
                </a:lnTo>
                <a:lnTo>
                  <a:pt x="711034" y="108737"/>
                </a:lnTo>
                <a:lnTo>
                  <a:pt x="718896" y="98247"/>
                </a:lnTo>
                <a:lnTo>
                  <a:pt x="726478" y="87477"/>
                </a:lnTo>
                <a:lnTo>
                  <a:pt x="733615" y="76301"/>
                </a:lnTo>
                <a:lnTo>
                  <a:pt x="759523" y="76301"/>
                </a:lnTo>
                <a:lnTo>
                  <a:pt x="763828" y="86601"/>
                </a:lnTo>
                <a:lnTo>
                  <a:pt x="767638" y="96875"/>
                </a:lnTo>
                <a:lnTo>
                  <a:pt x="771309" y="107835"/>
                </a:lnTo>
                <a:lnTo>
                  <a:pt x="774763" y="119062"/>
                </a:lnTo>
                <a:lnTo>
                  <a:pt x="831151" y="106870"/>
                </a:lnTo>
                <a:lnTo>
                  <a:pt x="828586" y="99695"/>
                </a:lnTo>
                <a:lnTo>
                  <a:pt x="825436" y="92113"/>
                </a:lnTo>
                <a:lnTo>
                  <a:pt x="821728" y="84277"/>
                </a:lnTo>
                <a:lnTo>
                  <a:pt x="817435" y="76301"/>
                </a:lnTo>
                <a:lnTo>
                  <a:pt x="883069" y="76301"/>
                </a:lnTo>
                <a:lnTo>
                  <a:pt x="883069" y="74777"/>
                </a:lnTo>
                <a:lnTo>
                  <a:pt x="883069" y="35153"/>
                </a:lnTo>
                <a:close/>
              </a:path>
              <a:path w="4012565" h="441325">
                <a:moveTo>
                  <a:pt x="1313116" y="19900"/>
                </a:moveTo>
                <a:lnTo>
                  <a:pt x="1255102" y="19900"/>
                </a:lnTo>
                <a:lnTo>
                  <a:pt x="1255102" y="65633"/>
                </a:lnTo>
                <a:lnTo>
                  <a:pt x="1255102" y="83921"/>
                </a:lnTo>
                <a:lnTo>
                  <a:pt x="992886" y="83921"/>
                </a:lnTo>
                <a:lnTo>
                  <a:pt x="992886" y="65633"/>
                </a:lnTo>
                <a:lnTo>
                  <a:pt x="1255102" y="65633"/>
                </a:lnTo>
                <a:lnTo>
                  <a:pt x="1255102" y="19900"/>
                </a:lnTo>
                <a:lnTo>
                  <a:pt x="934872" y="19900"/>
                </a:lnTo>
                <a:lnTo>
                  <a:pt x="934872" y="213652"/>
                </a:lnTo>
                <a:lnTo>
                  <a:pt x="934326" y="245935"/>
                </a:lnTo>
                <a:lnTo>
                  <a:pt x="930376" y="298551"/>
                </a:lnTo>
                <a:lnTo>
                  <a:pt x="922350" y="337134"/>
                </a:lnTo>
                <a:lnTo>
                  <a:pt x="901344" y="389001"/>
                </a:lnTo>
                <a:lnTo>
                  <a:pt x="910539" y="400113"/>
                </a:lnTo>
                <a:lnTo>
                  <a:pt x="920013" y="412673"/>
                </a:lnTo>
                <a:lnTo>
                  <a:pt x="930071" y="426377"/>
                </a:lnTo>
                <a:lnTo>
                  <a:pt x="940968" y="440918"/>
                </a:lnTo>
                <a:lnTo>
                  <a:pt x="974394" y="370332"/>
                </a:lnTo>
                <a:lnTo>
                  <a:pt x="984707" y="324815"/>
                </a:lnTo>
                <a:lnTo>
                  <a:pt x="990854" y="272567"/>
                </a:lnTo>
                <a:lnTo>
                  <a:pt x="992886" y="213652"/>
                </a:lnTo>
                <a:lnTo>
                  <a:pt x="992886" y="125158"/>
                </a:lnTo>
                <a:lnTo>
                  <a:pt x="1313116" y="125158"/>
                </a:lnTo>
                <a:lnTo>
                  <a:pt x="1313116" y="83921"/>
                </a:lnTo>
                <a:lnTo>
                  <a:pt x="1313116" y="65633"/>
                </a:lnTo>
                <a:lnTo>
                  <a:pt x="1313116" y="19900"/>
                </a:lnTo>
                <a:close/>
              </a:path>
              <a:path w="4012565" h="441325">
                <a:moveTo>
                  <a:pt x="1320736" y="292900"/>
                </a:moveTo>
                <a:lnTo>
                  <a:pt x="1186522" y="292900"/>
                </a:lnTo>
                <a:lnTo>
                  <a:pt x="1186522" y="277660"/>
                </a:lnTo>
                <a:lnTo>
                  <a:pt x="1300924" y="277660"/>
                </a:lnTo>
                <a:lnTo>
                  <a:pt x="1300924" y="244132"/>
                </a:lnTo>
                <a:lnTo>
                  <a:pt x="1300924" y="225844"/>
                </a:lnTo>
                <a:lnTo>
                  <a:pt x="1300924" y="192214"/>
                </a:lnTo>
                <a:lnTo>
                  <a:pt x="1249006" y="192214"/>
                </a:lnTo>
                <a:lnTo>
                  <a:pt x="1249006" y="225844"/>
                </a:lnTo>
                <a:lnTo>
                  <a:pt x="1249006" y="244132"/>
                </a:lnTo>
                <a:lnTo>
                  <a:pt x="1186522" y="244132"/>
                </a:lnTo>
                <a:lnTo>
                  <a:pt x="1186522" y="225844"/>
                </a:lnTo>
                <a:lnTo>
                  <a:pt x="1249006" y="225844"/>
                </a:lnTo>
                <a:lnTo>
                  <a:pt x="1249006" y="192214"/>
                </a:lnTo>
                <a:lnTo>
                  <a:pt x="1186522" y="192214"/>
                </a:lnTo>
                <a:lnTo>
                  <a:pt x="1186522" y="175450"/>
                </a:lnTo>
                <a:lnTo>
                  <a:pt x="1186522" y="173926"/>
                </a:lnTo>
                <a:lnTo>
                  <a:pt x="1285189" y="171145"/>
                </a:lnTo>
                <a:lnTo>
                  <a:pt x="1310068" y="170878"/>
                </a:lnTo>
                <a:lnTo>
                  <a:pt x="1299400" y="135826"/>
                </a:lnTo>
                <a:lnTo>
                  <a:pt x="1211427" y="138366"/>
                </a:lnTo>
                <a:lnTo>
                  <a:pt x="1058557" y="140271"/>
                </a:lnTo>
                <a:lnTo>
                  <a:pt x="1002030" y="140398"/>
                </a:lnTo>
                <a:lnTo>
                  <a:pt x="1012698" y="176974"/>
                </a:lnTo>
                <a:lnTo>
                  <a:pt x="1133182" y="175450"/>
                </a:lnTo>
                <a:lnTo>
                  <a:pt x="1133182" y="192214"/>
                </a:lnTo>
                <a:lnTo>
                  <a:pt x="1133182" y="225844"/>
                </a:lnTo>
                <a:lnTo>
                  <a:pt x="1133182" y="244132"/>
                </a:lnTo>
                <a:lnTo>
                  <a:pt x="1072134" y="244132"/>
                </a:lnTo>
                <a:lnTo>
                  <a:pt x="1072134" y="225844"/>
                </a:lnTo>
                <a:lnTo>
                  <a:pt x="1133182" y="225844"/>
                </a:lnTo>
                <a:lnTo>
                  <a:pt x="1133182" y="192214"/>
                </a:lnTo>
                <a:lnTo>
                  <a:pt x="1018794" y="192214"/>
                </a:lnTo>
                <a:lnTo>
                  <a:pt x="1018794" y="277660"/>
                </a:lnTo>
                <a:lnTo>
                  <a:pt x="1133182" y="277660"/>
                </a:lnTo>
                <a:lnTo>
                  <a:pt x="1133182" y="292900"/>
                </a:lnTo>
                <a:lnTo>
                  <a:pt x="1000506" y="292900"/>
                </a:lnTo>
                <a:lnTo>
                  <a:pt x="1000506" y="437870"/>
                </a:lnTo>
                <a:lnTo>
                  <a:pt x="1053846" y="437870"/>
                </a:lnTo>
                <a:lnTo>
                  <a:pt x="1053846" y="331089"/>
                </a:lnTo>
                <a:lnTo>
                  <a:pt x="1133182" y="331089"/>
                </a:lnTo>
                <a:lnTo>
                  <a:pt x="1133182" y="356997"/>
                </a:lnTo>
                <a:lnTo>
                  <a:pt x="1064514" y="360045"/>
                </a:lnTo>
                <a:lnTo>
                  <a:pt x="1070610" y="404241"/>
                </a:lnTo>
                <a:lnTo>
                  <a:pt x="1215478" y="389001"/>
                </a:lnTo>
                <a:lnTo>
                  <a:pt x="1217002" y="392049"/>
                </a:lnTo>
                <a:lnTo>
                  <a:pt x="1217002" y="399669"/>
                </a:lnTo>
                <a:lnTo>
                  <a:pt x="1253578" y="393573"/>
                </a:lnTo>
                <a:lnTo>
                  <a:pt x="1252651" y="389001"/>
                </a:lnTo>
                <a:lnTo>
                  <a:pt x="1249540" y="373837"/>
                </a:lnTo>
                <a:lnTo>
                  <a:pt x="1246339" y="357949"/>
                </a:lnTo>
                <a:lnTo>
                  <a:pt x="1245819" y="355473"/>
                </a:lnTo>
                <a:lnTo>
                  <a:pt x="1243723" y="345782"/>
                </a:lnTo>
                <a:lnTo>
                  <a:pt x="1241386" y="337185"/>
                </a:lnTo>
                <a:lnTo>
                  <a:pt x="1207858" y="341757"/>
                </a:lnTo>
                <a:lnTo>
                  <a:pt x="1209382" y="353949"/>
                </a:lnTo>
                <a:lnTo>
                  <a:pt x="1186522" y="355473"/>
                </a:lnTo>
                <a:lnTo>
                  <a:pt x="1186522" y="331089"/>
                </a:lnTo>
                <a:lnTo>
                  <a:pt x="1267294" y="331089"/>
                </a:lnTo>
                <a:lnTo>
                  <a:pt x="1267294" y="382905"/>
                </a:lnTo>
                <a:lnTo>
                  <a:pt x="1266151" y="391782"/>
                </a:lnTo>
                <a:lnTo>
                  <a:pt x="1262722" y="397954"/>
                </a:lnTo>
                <a:lnTo>
                  <a:pt x="1257007" y="401548"/>
                </a:lnTo>
                <a:lnTo>
                  <a:pt x="1249006" y="402717"/>
                </a:lnTo>
                <a:lnTo>
                  <a:pt x="1207858" y="402717"/>
                </a:lnTo>
                <a:lnTo>
                  <a:pt x="1210144" y="410133"/>
                </a:lnTo>
                <a:lnTo>
                  <a:pt x="1212430" y="418579"/>
                </a:lnTo>
                <a:lnTo>
                  <a:pt x="1214716" y="427875"/>
                </a:lnTo>
                <a:lnTo>
                  <a:pt x="1217002" y="437870"/>
                </a:lnTo>
                <a:lnTo>
                  <a:pt x="1240790" y="437629"/>
                </a:lnTo>
                <a:lnTo>
                  <a:pt x="1274102" y="436575"/>
                </a:lnTo>
                <a:lnTo>
                  <a:pt x="1284160" y="436346"/>
                </a:lnTo>
                <a:lnTo>
                  <a:pt x="1292491" y="435483"/>
                </a:lnTo>
                <a:lnTo>
                  <a:pt x="1318260" y="406349"/>
                </a:lnTo>
                <a:lnTo>
                  <a:pt x="1320736" y="384429"/>
                </a:lnTo>
                <a:lnTo>
                  <a:pt x="1320736" y="331089"/>
                </a:lnTo>
                <a:lnTo>
                  <a:pt x="1320736" y="292900"/>
                </a:lnTo>
                <a:close/>
              </a:path>
              <a:path w="4012565" h="441325">
                <a:moveTo>
                  <a:pt x="1399984" y="94576"/>
                </a:moveTo>
                <a:lnTo>
                  <a:pt x="1361884" y="90004"/>
                </a:lnTo>
                <a:lnTo>
                  <a:pt x="1360220" y="119240"/>
                </a:lnTo>
                <a:lnTo>
                  <a:pt x="1357693" y="149733"/>
                </a:lnTo>
                <a:lnTo>
                  <a:pt x="1354594" y="181660"/>
                </a:lnTo>
                <a:lnTo>
                  <a:pt x="1351216" y="215163"/>
                </a:lnTo>
                <a:lnTo>
                  <a:pt x="1359484" y="216598"/>
                </a:lnTo>
                <a:lnTo>
                  <a:pt x="1368171" y="218592"/>
                </a:lnTo>
                <a:lnTo>
                  <a:pt x="1377149" y="221170"/>
                </a:lnTo>
                <a:lnTo>
                  <a:pt x="1386268" y="224307"/>
                </a:lnTo>
                <a:lnTo>
                  <a:pt x="1389697" y="194589"/>
                </a:lnTo>
                <a:lnTo>
                  <a:pt x="1393126" y="162877"/>
                </a:lnTo>
                <a:lnTo>
                  <a:pt x="1396555" y="129451"/>
                </a:lnTo>
                <a:lnTo>
                  <a:pt x="1399984" y="94576"/>
                </a:lnTo>
                <a:close/>
              </a:path>
              <a:path w="4012565" h="441325">
                <a:moveTo>
                  <a:pt x="1518958" y="86956"/>
                </a:moveTo>
                <a:lnTo>
                  <a:pt x="1480375" y="70459"/>
                </a:lnTo>
                <a:lnTo>
                  <a:pt x="1468653" y="65620"/>
                </a:lnTo>
                <a:lnTo>
                  <a:pt x="1468653" y="4660"/>
                </a:lnTo>
                <a:lnTo>
                  <a:pt x="1410741" y="4660"/>
                </a:lnTo>
                <a:lnTo>
                  <a:pt x="1410741" y="436346"/>
                </a:lnTo>
                <a:lnTo>
                  <a:pt x="1468653" y="436346"/>
                </a:lnTo>
                <a:lnTo>
                  <a:pt x="1468653" y="117538"/>
                </a:lnTo>
                <a:lnTo>
                  <a:pt x="1496085" y="135826"/>
                </a:lnTo>
                <a:lnTo>
                  <a:pt x="1504645" y="117538"/>
                </a:lnTo>
                <a:lnTo>
                  <a:pt x="1518958" y="86956"/>
                </a:lnTo>
                <a:close/>
              </a:path>
              <a:path w="4012565" h="441325">
                <a:moveTo>
                  <a:pt x="1785848" y="361569"/>
                </a:moveTo>
                <a:lnTo>
                  <a:pt x="1682115" y="361569"/>
                </a:lnTo>
                <a:lnTo>
                  <a:pt x="1682115" y="280695"/>
                </a:lnTo>
                <a:lnTo>
                  <a:pt x="1770608" y="280695"/>
                </a:lnTo>
                <a:lnTo>
                  <a:pt x="1770608" y="224307"/>
                </a:lnTo>
                <a:lnTo>
                  <a:pt x="1682115" y="224307"/>
                </a:lnTo>
                <a:lnTo>
                  <a:pt x="1682115" y="146494"/>
                </a:lnTo>
                <a:lnTo>
                  <a:pt x="1772132" y="146494"/>
                </a:lnTo>
                <a:lnTo>
                  <a:pt x="1772132" y="88480"/>
                </a:lnTo>
                <a:lnTo>
                  <a:pt x="1682115" y="88480"/>
                </a:lnTo>
                <a:lnTo>
                  <a:pt x="1682115" y="4660"/>
                </a:lnTo>
                <a:lnTo>
                  <a:pt x="1622679" y="4660"/>
                </a:lnTo>
                <a:lnTo>
                  <a:pt x="1622679" y="88480"/>
                </a:lnTo>
                <a:lnTo>
                  <a:pt x="1580007" y="88480"/>
                </a:lnTo>
                <a:lnTo>
                  <a:pt x="1582280" y="75717"/>
                </a:lnTo>
                <a:lnTo>
                  <a:pt x="1584579" y="62382"/>
                </a:lnTo>
                <a:lnTo>
                  <a:pt x="1589151" y="35140"/>
                </a:lnTo>
                <a:lnTo>
                  <a:pt x="1535722" y="30568"/>
                </a:lnTo>
                <a:lnTo>
                  <a:pt x="1528241" y="73787"/>
                </a:lnTo>
                <a:lnTo>
                  <a:pt x="1519339" y="114439"/>
                </a:lnTo>
                <a:lnTo>
                  <a:pt x="1508709" y="152819"/>
                </a:lnTo>
                <a:lnTo>
                  <a:pt x="1496085" y="189166"/>
                </a:lnTo>
                <a:lnTo>
                  <a:pt x="1521434" y="203085"/>
                </a:lnTo>
                <a:lnTo>
                  <a:pt x="1534490" y="210426"/>
                </a:lnTo>
                <a:lnTo>
                  <a:pt x="1548003" y="218211"/>
                </a:lnTo>
                <a:lnTo>
                  <a:pt x="1553476" y="201612"/>
                </a:lnTo>
                <a:lnTo>
                  <a:pt x="1558671" y="184035"/>
                </a:lnTo>
                <a:lnTo>
                  <a:pt x="1563865" y="165620"/>
                </a:lnTo>
                <a:lnTo>
                  <a:pt x="1569339" y="146494"/>
                </a:lnTo>
                <a:lnTo>
                  <a:pt x="1622679" y="146494"/>
                </a:lnTo>
                <a:lnTo>
                  <a:pt x="1622679" y="224307"/>
                </a:lnTo>
                <a:lnTo>
                  <a:pt x="1523530" y="224307"/>
                </a:lnTo>
                <a:lnTo>
                  <a:pt x="1523530" y="280695"/>
                </a:lnTo>
                <a:lnTo>
                  <a:pt x="1622679" y="280695"/>
                </a:lnTo>
                <a:lnTo>
                  <a:pt x="1622679" y="361569"/>
                </a:lnTo>
                <a:lnTo>
                  <a:pt x="1500657" y="361569"/>
                </a:lnTo>
                <a:lnTo>
                  <a:pt x="1500657" y="419582"/>
                </a:lnTo>
                <a:lnTo>
                  <a:pt x="1785848" y="419582"/>
                </a:lnTo>
                <a:lnTo>
                  <a:pt x="1785848" y="361569"/>
                </a:lnTo>
                <a:close/>
              </a:path>
              <a:path w="4012565" h="441325">
                <a:moveTo>
                  <a:pt x="2165604" y="21424"/>
                </a:moveTo>
                <a:lnTo>
                  <a:pt x="2133600" y="21424"/>
                </a:lnTo>
                <a:lnTo>
                  <a:pt x="2133600" y="50393"/>
                </a:lnTo>
                <a:lnTo>
                  <a:pt x="2133600" y="88493"/>
                </a:lnTo>
                <a:lnTo>
                  <a:pt x="2133600" y="117538"/>
                </a:lnTo>
                <a:lnTo>
                  <a:pt x="2133600" y="157162"/>
                </a:lnTo>
                <a:lnTo>
                  <a:pt x="1901761" y="157162"/>
                </a:lnTo>
                <a:lnTo>
                  <a:pt x="1901761" y="117538"/>
                </a:lnTo>
                <a:lnTo>
                  <a:pt x="2133600" y="117538"/>
                </a:lnTo>
                <a:lnTo>
                  <a:pt x="2133600" y="88493"/>
                </a:lnTo>
                <a:lnTo>
                  <a:pt x="1901761" y="88493"/>
                </a:lnTo>
                <a:lnTo>
                  <a:pt x="1901761" y="50393"/>
                </a:lnTo>
                <a:lnTo>
                  <a:pt x="2133600" y="50393"/>
                </a:lnTo>
                <a:lnTo>
                  <a:pt x="2133600" y="21424"/>
                </a:lnTo>
                <a:lnTo>
                  <a:pt x="1868233" y="21424"/>
                </a:lnTo>
                <a:lnTo>
                  <a:pt x="1868233" y="204406"/>
                </a:lnTo>
                <a:lnTo>
                  <a:pt x="1901761" y="204406"/>
                </a:lnTo>
                <a:lnTo>
                  <a:pt x="1901761" y="186118"/>
                </a:lnTo>
                <a:lnTo>
                  <a:pt x="2133600" y="186118"/>
                </a:lnTo>
                <a:lnTo>
                  <a:pt x="2133600" y="204406"/>
                </a:lnTo>
                <a:lnTo>
                  <a:pt x="2165604" y="204406"/>
                </a:lnTo>
                <a:lnTo>
                  <a:pt x="2165604" y="186118"/>
                </a:lnTo>
                <a:lnTo>
                  <a:pt x="2165604" y="157162"/>
                </a:lnTo>
                <a:lnTo>
                  <a:pt x="2165604" y="117538"/>
                </a:lnTo>
                <a:lnTo>
                  <a:pt x="2165604" y="88493"/>
                </a:lnTo>
                <a:lnTo>
                  <a:pt x="2165604" y="50393"/>
                </a:lnTo>
                <a:lnTo>
                  <a:pt x="2165604" y="21424"/>
                </a:lnTo>
                <a:close/>
              </a:path>
              <a:path w="4012565" h="441325">
                <a:moveTo>
                  <a:pt x="2237232" y="387477"/>
                </a:moveTo>
                <a:lnTo>
                  <a:pt x="2183168" y="389216"/>
                </a:lnTo>
                <a:lnTo>
                  <a:pt x="2137892" y="389890"/>
                </a:lnTo>
                <a:lnTo>
                  <a:pt x="2085848" y="389839"/>
                </a:lnTo>
                <a:lnTo>
                  <a:pt x="2042071" y="389001"/>
                </a:lnTo>
                <a:lnTo>
                  <a:pt x="2042071" y="387477"/>
                </a:lnTo>
                <a:lnTo>
                  <a:pt x="2042071" y="328041"/>
                </a:lnTo>
                <a:lnTo>
                  <a:pt x="2197608" y="328041"/>
                </a:lnTo>
                <a:lnTo>
                  <a:pt x="2197608" y="298996"/>
                </a:lnTo>
                <a:lnTo>
                  <a:pt x="2042071" y="298996"/>
                </a:lnTo>
                <a:lnTo>
                  <a:pt x="2042071" y="254800"/>
                </a:lnTo>
                <a:lnTo>
                  <a:pt x="2228088" y="254800"/>
                </a:lnTo>
                <a:lnTo>
                  <a:pt x="2228088" y="224320"/>
                </a:lnTo>
                <a:lnTo>
                  <a:pt x="1807171" y="224320"/>
                </a:lnTo>
                <a:lnTo>
                  <a:pt x="1807171" y="254800"/>
                </a:lnTo>
                <a:lnTo>
                  <a:pt x="2007019" y="254800"/>
                </a:lnTo>
                <a:lnTo>
                  <a:pt x="2007019" y="387477"/>
                </a:lnTo>
                <a:lnTo>
                  <a:pt x="1975840" y="379171"/>
                </a:lnTo>
                <a:lnTo>
                  <a:pt x="1948827" y="365569"/>
                </a:lnTo>
                <a:lnTo>
                  <a:pt x="1933143" y="352425"/>
                </a:lnTo>
                <a:lnTo>
                  <a:pt x="1926120" y="346544"/>
                </a:lnTo>
                <a:lnTo>
                  <a:pt x="1907857" y="321945"/>
                </a:lnTo>
                <a:lnTo>
                  <a:pt x="1912162" y="311581"/>
                </a:lnTo>
                <a:lnTo>
                  <a:pt x="1916049" y="301091"/>
                </a:lnTo>
                <a:lnTo>
                  <a:pt x="1919643" y="290347"/>
                </a:lnTo>
                <a:lnTo>
                  <a:pt x="1923097" y="279184"/>
                </a:lnTo>
                <a:lnTo>
                  <a:pt x="1889569" y="268516"/>
                </a:lnTo>
                <a:lnTo>
                  <a:pt x="1875015" y="313448"/>
                </a:lnTo>
                <a:lnTo>
                  <a:pt x="1854314" y="352221"/>
                </a:lnTo>
                <a:lnTo>
                  <a:pt x="1827593" y="384975"/>
                </a:lnTo>
                <a:lnTo>
                  <a:pt x="1794979" y="411861"/>
                </a:lnTo>
                <a:lnTo>
                  <a:pt x="1801317" y="418985"/>
                </a:lnTo>
                <a:lnTo>
                  <a:pt x="1806790" y="426237"/>
                </a:lnTo>
                <a:lnTo>
                  <a:pt x="1811705" y="433171"/>
                </a:lnTo>
                <a:lnTo>
                  <a:pt x="1816315" y="439394"/>
                </a:lnTo>
                <a:lnTo>
                  <a:pt x="1838350" y="421728"/>
                </a:lnTo>
                <a:lnTo>
                  <a:pt x="1858505" y="401053"/>
                </a:lnTo>
                <a:lnTo>
                  <a:pt x="1876640" y="377799"/>
                </a:lnTo>
                <a:lnTo>
                  <a:pt x="1892617" y="352425"/>
                </a:lnTo>
                <a:lnTo>
                  <a:pt x="1916379" y="381800"/>
                </a:lnTo>
                <a:lnTo>
                  <a:pt x="1983346" y="416585"/>
                </a:lnTo>
                <a:lnTo>
                  <a:pt x="2026831" y="421106"/>
                </a:lnTo>
                <a:lnTo>
                  <a:pt x="2225040" y="422630"/>
                </a:lnTo>
                <a:lnTo>
                  <a:pt x="2227592" y="414312"/>
                </a:lnTo>
                <a:lnTo>
                  <a:pt x="2230564" y="405587"/>
                </a:lnTo>
                <a:lnTo>
                  <a:pt x="2233828" y="396595"/>
                </a:lnTo>
                <a:lnTo>
                  <a:pt x="2236305" y="389953"/>
                </a:lnTo>
                <a:lnTo>
                  <a:pt x="2237232" y="387477"/>
                </a:lnTo>
                <a:close/>
              </a:path>
              <a:path w="4012565" h="441325">
                <a:moveTo>
                  <a:pt x="2675001" y="42760"/>
                </a:moveTo>
                <a:lnTo>
                  <a:pt x="2257133" y="42760"/>
                </a:lnTo>
                <a:lnTo>
                  <a:pt x="2257133" y="76301"/>
                </a:lnTo>
                <a:lnTo>
                  <a:pt x="2466022" y="76301"/>
                </a:lnTo>
                <a:lnTo>
                  <a:pt x="2436406" y="121945"/>
                </a:lnTo>
                <a:lnTo>
                  <a:pt x="2403906" y="164388"/>
                </a:lnTo>
                <a:lnTo>
                  <a:pt x="2368423" y="203682"/>
                </a:lnTo>
                <a:lnTo>
                  <a:pt x="2329891" y="239915"/>
                </a:lnTo>
                <a:lnTo>
                  <a:pt x="2288222" y="273189"/>
                </a:lnTo>
                <a:lnTo>
                  <a:pt x="2243328" y="303568"/>
                </a:lnTo>
                <a:lnTo>
                  <a:pt x="2250198" y="311327"/>
                </a:lnTo>
                <a:lnTo>
                  <a:pt x="2256752" y="318808"/>
                </a:lnTo>
                <a:lnTo>
                  <a:pt x="2262708" y="326275"/>
                </a:lnTo>
                <a:lnTo>
                  <a:pt x="2267813" y="334048"/>
                </a:lnTo>
                <a:lnTo>
                  <a:pt x="2307704" y="307174"/>
                </a:lnTo>
                <a:lnTo>
                  <a:pt x="2345207" y="277876"/>
                </a:lnTo>
                <a:lnTo>
                  <a:pt x="2380450" y="246303"/>
                </a:lnTo>
                <a:lnTo>
                  <a:pt x="2413558" y="212623"/>
                </a:lnTo>
                <a:lnTo>
                  <a:pt x="2444686" y="176974"/>
                </a:lnTo>
                <a:lnTo>
                  <a:pt x="2444686" y="437769"/>
                </a:lnTo>
                <a:lnTo>
                  <a:pt x="2482786" y="437769"/>
                </a:lnTo>
                <a:lnTo>
                  <a:pt x="2482786" y="176974"/>
                </a:lnTo>
                <a:lnTo>
                  <a:pt x="2482786" y="163258"/>
                </a:lnTo>
                <a:lnTo>
                  <a:pt x="2456878" y="163258"/>
                </a:lnTo>
                <a:lnTo>
                  <a:pt x="2473401" y="138912"/>
                </a:lnTo>
                <a:lnTo>
                  <a:pt x="2488501" y="116306"/>
                </a:lnTo>
                <a:lnTo>
                  <a:pt x="2501887" y="95440"/>
                </a:lnTo>
                <a:lnTo>
                  <a:pt x="2513266" y="76301"/>
                </a:lnTo>
                <a:lnTo>
                  <a:pt x="2675001" y="76301"/>
                </a:lnTo>
                <a:lnTo>
                  <a:pt x="2675001" y="42760"/>
                </a:lnTo>
                <a:close/>
              </a:path>
              <a:path w="4012565" h="441325">
                <a:moveTo>
                  <a:pt x="2684145" y="279184"/>
                </a:moveTo>
                <a:lnTo>
                  <a:pt x="2645816" y="253136"/>
                </a:lnTo>
                <a:lnTo>
                  <a:pt x="2606522" y="227507"/>
                </a:lnTo>
                <a:lnTo>
                  <a:pt x="2566352" y="202158"/>
                </a:lnTo>
                <a:lnTo>
                  <a:pt x="2525458" y="176974"/>
                </a:lnTo>
                <a:lnTo>
                  <a:pt x="2504122" y="205930"/>
                </a:lnTo>
                <a:lnTo>
                  <a:pt x="2538539" y="227977"/>
                </a:lnTo>
                <a:lnTo>
                  <a:pt x="2575649" y="253034"/>
                </a:lnTo>
                <a:lnTo>
                  <a:pt x="2615869" y="281228"/>
                </a:lnTo>
                <a:lnTo>
                  <a:pt x="2659672" y="312712"/>
                </a:lnTo>
                <a:lnTo>
                  <a:pt x="2684145" y="279184"/>
                </a:lnTo>
                <a:close/>
              </a:path>
              <a:path w="4012565" h="441325">
                <a:moveTo>
                  <a:pt x="3130969" y="315849"/>
                </a:moveTo>
                <a:lnTo>
                  <a:pt x="3110204" y="309664"/>
                </a:lnTo>
                <a:lnTo>
                  <a:pt x="3101175" y="306755"/>
                </a:lnTo>
                <a:lnTo>
                  <a:pt x="3092869" y="303555"/>
                </a:lnTo>
                <a:lnTo>
                  <a:pt x="3091726" y="323049"/>
                </a:lnTo>
                <a:lnTo>
                  <a:pt x="3088297" y="367665"/>
                </a:lnTo>
                <a:lnTo>
                  <a:pt x="3054667" y="392049"/>
                </a:lnTo>
                <a:lnTo>
                  <a:pt x="3004375" y="392049"/>
                </a:lnTo>
                <a:lnTo>
                  <a:pt x="2993250" y="390309"/>
                </a:lnTo>
                <a:lnTo>
                  <a:pt x="2985135" y="385000"/>
                </a:lnTo>
                <a:lnTo>
                  <a:pt x="2980156" y="375970"/>
                </a:lnTo>
                <a:lnTo>
                  <a:pt x="2978467" y="363093"/>
                </a:lnTo>
                <a:lnTo>
                  <a:pt x="2978467" y="187642"/>
                </a:lnTo>
                <a:lnTo>
                  <a:pt x="3019615" y="185547"/>
                </a:lnTo>
                <a:lnTo>
                  <a:pt x="3040189" y="184861"/>
                </a:lnTo>
                <a:lnTo>
                  <a:pt x="3060763" y="184594"/>
                </a:lnTo>
                <a:lnTo>
                  <a:pt x="3068777" y="194017"/>
                </a:lnTo>
                <a:lnTo>
                  <a:pt x="3076816" y="203885"/>
                </a:lnTo>
                <a:lnTo>
                  <a:pt x="3092869" y="224307"/>
                </a:lnTo>
                <a:lnTo>
                  <a:pt x="3124873" y="198310"/>
                </a:lnTo>
                <a:lnTo>
                  <a:pt x="3094850" y="165188"/>
                </a:lnTo>
                <a:lnTo>
                  <a:pt x="3064243" y="132194"/>
                </a:lnTo>
                <a:lnTo>
                  <a:pt x="3033064" y="99466"/>
                </a:lnTo>
                <a:lnTo>
                  <a:pt x="3001327" y="67144"/>
                </a:lnTo>
                <a:lnTo>
                  <a:pt x="2976943" y="88480"/>
                </a:lnTo>
                <a:lnTo>
                  <a:pt x="2990926" y="104546"/>
                </a:lnTo>
                <a:lnTo>
                  <a:pt x="3005328" y="120573"/>
                </a:lnTo>
                <a:lnTo>
                  <a:pt x="3034855" y="152590"/>
                </a:lnTo>
                <a:lnTo>
                  <a:pt x="2983242" y="155155"/>
                </a:lnTo>
                <a:lnTo>
                  <a:pt x="2932569" y="157340"/>
                </a:lnTo>
                <a:lnTo>
                  <a:pt x="2882684" y="159169"/>
                </a:lnTo>
                <a:lnTo>
                  <a:pt x="2833459" y="160642"/>
                </a:lnTo>
                <a:lnTo>
                  <a:pt x="2784729" y="161734"/>
                </a:lnTo>
                <a:lnTo>
                  <a:pt x="2822841" y="124574"/>
                </a:lnTo>
                <a:lnTo>
                  <a:pt x="2857208" y="88531"/>
                </a:lnTo>
                <a:lnTo>
                  <a:pt x="2888119" y="53644"/>
                </a:lnTo>
                <a:lnTo>
                  <a:pt x="2915894" y="19900"/>
                </a:lnTo>
                <a:lnTo>
                  <a:pt x="2883890" y="0"/>
                </a:lnTo>
                <a:lnTo>
                  <a:pt x="2851835" y="40906"/>
                </a:lnTo>
                <a:lnTo>
                  <a:pt x="2819489" y="78803"/>
                </a:lnTo>
                <a:lnTo>
                  <a:pt x="2786545" y="113550"/>
                </a:lnTo>
                <a:lnTo>
                  <a:pt x="2752725" y="144970"/>
                </a:lnTo>
                <a:lnTo>
                  <a:pt x="2716149" y="166306"/>
                </a:lnTo>
                <a:lnTo>
                  <a:pt x="2729865" y="204406"/>
                </a:lnTo>
                <a:lnTo>
                  <a:pt x="2752725" y="200025"/>
                </a:lnTo>
                <a:lnTo>
                  <a:pt x="2764155" y="198196"/>
                </a:lnTo>
                <a:lnTo>
                  <a:pt x="2775585" y="196786"/>
                </a:lnTo>
                <a:lnTo>
                  <a:pt x="2790266" y="196545"/>
                </a:lnTo>
                <a:lnTo>
                  <a:pt x="2818968" y="195503"/>
                </a:lnTo>
                <a:lnTo>
                  <a:pt x="2833598" y="195262"/>
                </a:lnTo>
                <a:lnTo>
                  <a:pt x="2830753" y="235254"/>
                </a:lnTo>
                <a:lnTo>
                  <a:pt x="2824645" y="270217"/>
                </a:lnTo>
                <a:lnTo>
                  <a:pt x="2803118" y="323469"/>
                </a:lnTo>
                <a:lnTo>
                  <a:pt x="2762072" y="368236"/>
                </a:lnTo>
                <a:lnTo>
                  <a:pt x="2694813" y="402717"/>
                </a:lnTo>
                <a:lnTo>
                  <a:pt x="2707386" y="419950"/>
                </a:lnTo>
                <a:lnTo>
                  <a:pt x="2755976" y="418541"/>
                </a:lnTo>
                <a:lnTo>
                  <a:pt x="2788589" y="397243"/>
                </a:lnTo>
                <a:lnTo>
                  <a:pt x="2836646" y="340233"/>
                </a:lnTo>
                <a:lnTo>
                  <a:pt x="2858744" y="279933"/>
                </a:lnTo>
                <a:lnTo>
                  <a:pt x="2864497" y="239369"/>
                </a:lnTo>
                <a:lnTo>
                  <a:pt x="2867126" y="192214"/>
                </a:lnTo>
                <a:lnTo>
                  <a:pt x="2886316" y="191312"/>
                </a:lnTo>
                <a:lnTo>
                  <a:pt x="2924162" y="190068"/>
                </a:lnTo>
                <a:lnTo>
                  <a:pt x="2943415" y="189166"/>
                </a:lnTo>
                <a:lnTo>
                  <a:pt x="2943415" y="369189"/>
                </a:lnTo>
                <a:lnTo>
                  <a:pt x="2946819" y="393204"/>
                </a:lnTo>
                <a:lnTo>
                  <a:pt x="2956941" y="410387"/>
                </a:lnTo>
                <a:lnTo>
                  <a:pt x="2973628" y="420700"/>
                </a:lnTo>
                <a:lnTo>
                  <a:pt x="2996755" y="424141"/>
                </a:lnTo>
                <a:lnTo>
                  <a:pt x="3062287" y="424141"/>
                </a:lnTo>
                <a:lnTo>
                  <a:pt x="3104286" y="413054"/>
                </a:lnTo>
                <a:lnTo>
                  <a:pt x="3125393" y="367931"/>
                </a:lnTo>
                <a:lnTo>
                  <a:pt x="3127159" y="352615"/>
                </a:lnTo>
                <a:lnTo>
                  <a:pt x="3130969" y="315849"/>
                </a:lnTo>
                <a:close/>
              </a:path>
              <a:path w="4012565" h="441325">
                <a:moveTo>
                  <a:pt x="3260598" y="83908"/>
                </a:moveTo>
                <a:lnTo>
                  <a:pt x="3247720" y="70764"/>
                </a:lnTo>
                <a:lnTo>
                  <a:pt x="3231934" y="54317"/>
                </a:lnTo>
                <a:lnTo>
                  <a:pt x="3190392" y="10756"/>
                </a:lnTo>
                <a:lnTo>
                  <a:pt x="3164484" y="35140"/>
                </a:lnTo>
                <a:lnTo>
                  <a:pt x="3182099" y="54190"/>
                </a:lnTo>
                <a:lnTo>
                  <a:pt x="3198787" y="73063"/>
                </a:lnTo>
                <a:lnTo>
                  <a:pt x="3214255" y="91554"/>
                </a:lnTo>
                <a:lnTo>
                  <a:pt x="3228594" y="109918"/>
                </a:lnTo>
                <a:lnTo>
                  <a:pt x="3260598" y="83908"/>
                </a:lnTo>
                <a:close/>
              </a:path>
              <a:path w="4012565" h="441325">
                <a:moveTo>
                  <a:pt x="3320034" y="343281"/>
                </a:moveTo>
                <a:lnTo>
                  <a:pt x="3317748" y="334975"/>
                </a:lnTo>
                <a:lnTo>
                  <a:pt x="3315462" y="325932"/>
                </a:lnTo>
                <a:lnTo>
                  <a:pt x="3313176" y="316026"/>
                </a:lnTo>
                <a:lnTo>
                  <a:pt x="3310890" y="305092"/>
                </a:lnTo>
                <a:lnTo>
                  <a:pt x="3292627" y="320357"/>
                </a:lnTo>
                <a:lnTo>
                  <a:pt x="3274504" y="334314"/>
                </a:lnTo>
                <a:lnTo>
                  <a:pt x="3239262" y="360045"/>
                </a:lnTo>
                <a:lnTo>
                  <a:pt x="3239262" y="155638"/>
                </a:lnTo>
                <a:lnTo>
                  <a:pt x="3144672" y="155638"/>
                </a:lnTo>
                <a:lnTo>
                  <a:pt x="3144672" y="187642"/>
                </a:lnTo>
                <a:lnTo>
                  <a:pt x="3202584" y="187642"/>
                </a:lnTo>
                <a:lnTo>
                  <a:pt x="3202584" y="353949"/>
                </a:lnTo>
                <a:lnTo>
                  <a:pt x="3201682" y="367957"/>
                </a:lnTo>
                <a:lnTo>
                  <a:pt x="3198774" y="380238"/>
                </a:lnTo>
                <a:lnTo>
                  <a:pt x="3193592" y="390817"/>
                </a:lnTo>
                <a:lnTo>
                  <a:pt x="3185820" y="399669"/>
                </a:lnTo>
                <a:lnTo>
                  <a:pt x="3216402" y="428726"/>
                </a:lnTo>
                <a:lnTo>
                  <a:pt x="3259378" y="387858"/>
                </a:lnTo>
                <a:lnTo>
                  <a:pt x="3296285" y="360045"/>
                </a:lnTo>
                <a:lnTo>
                  <a:pt x="3298863" y="358140"/>
                </a:lnTo>
                <a:lnTo>
                  <a:pt x="3320034" y="343281"/>
                </a:lnTo>
                <a:close/>
              </a:path>
              <a:path w="4012565" h="441325">
                <a:moveTo>
                  <a:pt x="3579304" y="216687"/>
                </a:moveTo>
                <a:lnTo>
                  <a:pt x="3448151" y="216687"/>
                </a:lnTo>
                <a:lnTo>
                  <a:pt x="3448151" y="103720"/>
                </a:lnTo>
                <a:lnTo>
                  <a:pt x="3559492" y="103720"/>
                </a:lnTo>
                <a:lnTo>
                  <a:pt x="3559492" y="71716"/>
                </a:lnTo>
                <a:lnTo>
                  <a:pt x="3355187" y="71716"/>
                </a:lnTo>
                <a:lnTo>
                  <a:pt x="3360902" y="57721"/>
                </a:lnTo>
                <a:lnTo>
                  <a:pt x="3366617" y="43141"/>
                </a:lnTo>
                <a:lnTo>
                  <a:pt x="3372332" y="28003"/>
                </a:lnTo>
                <a:lnTo>
                  <a:pt x="3378047" y="12280"/>
                </a:lnTo>
                <a:lnTo>
                  <a:pt x="3342894" y="3136"/>
                </a:lnTo>
                <a:lnTo>
                  <a:pt x="3327438" y="48285"/>
                </a:lnTo>
                <a:lnTo>
                  <a:pt x="3310699" y="89865"/>
                </a:lnTo>
                <a:lnTo>
                  <a:pt x="3292525" y="127736"/>
                </a:lnTo>
                <a:lnTo>
                  <a:pt x="3272790" y="161734"/>
                </a:lnTo>
                <a:lnTo>
                  <a:pt x="3280740" y="167449"/>
                </a:lnTo>
                <a:lnTo>
                  <a:pt x="3288411" y="173164"/>
                </a:lnTo>
                <a:lnTo>
                  <a:pt x="3295510" y="178879"/>
                </a:lnTo>
                <a:lnTo>
                  <a:pt x="3301746" y="184594"/>
                </a:lnTo>
                <a:lnTo>
                  <a:pt x="3312033" y="165760"/>
                </a:lnTo>
                <a:lnTo>
                  <a:pt x="3322320" y="145910"/>
                </a:lnTo>
                <a:lnTo>
                  <a:pt x="3332607" y="125183"/>
                </a:lnTo>
                <a:lnTo>
                  <a:pt x="3342894" y="103720"/>
                </a:lnTo>
                <a:lnTo>
                  <a:pt x="3411575" y="103720"/>
                </a:lnTo>
                <a:lnTo>
                  <a:pt x="3411575" y="216687"/>
                </a:lnTo>
                <a:lnTo>
                  <a:pt x="3272790" y="216687"/>
                </a:lnTo>
                <a:lnTo>
                  <a:pt x="3272790" y="248704"/>
                </a:lnTo>
                <a:lnTo>
                  <a:pt x="3411575" y="248704"/>
                </a:lnTo>
                <a:lnTo>
                  <a:pt x="3411575" y="433298"/>
                </a:lnTo>
                <a:lnTo>
                  <a:pt x="3448151" y="433298"/>
                </a:lnTo>
                <a:lnTo>
                  <a:pt x="3448151" y="248704"/>
                </a:lnTo>
                <a:lnTo>
                  <a:pt x="3579304" y="248704"/>
                </a:lnTo>
                <a:lnTo>
                  <a:pt x="3579304" y="216687"/>
                </a:lnTo>
                <a:close/>
              </a:path>
              <a:path w="4012565" h="441325">
                <a:moveTo>
                  <a:pt x="3782187" y="76288"/>
                </a:moveTo>
                <a:lnTo>
                  <a:pt x="3747046" y="76288"/>
                </a:lnTo>
                <a:lnTo>
                  <a:pt x="3747046" y="109918"/>
                </a:lnTo>
                <a:lnTo>
                  <a:pt x="3747046" y="216700"/>
                </a:lnTo>
                <a:lnTo>
                  <a:pt x="3747046" y="247180"/>
                </a:lnTo>
                <a:lnTo>
                  <a:pt x="3747046" y="358521"/>
                </a:lnTo>
                <a:lnTo>
                  <a:pt x="3647986" y="358521"/>
                </a:lnTo>
                <a:lnTo>
                  <a:pt x="3647986" y="247180"/>
                </a:lnTo>
                <a:lnTo>
                  <a:pt x="3747046" y="247180"/>
                </a:lnTo>
                <a:lnTo>
                  <a:pt x="3747046" y="216700"/>
                </a:lnTo>
                <a:lnTo>
                  <a:pt x="3647986" y="216700"/>
                </a:lnTo>
                <a:lnTo>
                  <a:pt x="3647986" y="109918"/>
                </a:lnTo>
                <a:lnTo>
                  <a:pt x="3747046" y="109918"/>
                </a:lnTo>
                <a:lnTo>
                  <a:pt x="3747046" y="76288"/>
                </a:lnTo>
                <a:lnTo>
                  <a:pt x="3693706" y="76288"/>
                </a:lnTo>
                <a:lnTo>
                  <a:pt x="3700564" y="62052"/>
                </a:lnTo>
                <a:lnTo>
                  <a:pt x="3707422" y="46951"/>
                </a:lnTo>
                <a:lnTo>
                  <a:pt x="3714280" y="31292"/>
                </a:lnTo>
                <a:lnTo>
                  <a:pt x="3721138" y="15328"/>
                </a:lnTo>
                <a:lnTo>
                  <a:pt x="3684562" y="4660"/>
                </a:lnTo>
                <a:lnTo>
                  <a:pt x="3678555" y="21221"/>
                </a:lnTo>
                <a:lnTo>
                  <a:pt x="3671989" y="38760"/>
                </a:lnTo>
                <a:lnTo>
                  <a:pt x="3664839" y="57175"/>
                </a:lnTo>
                <a:lnTo>
                  <a:pt x="3657130" y="76288"/>
                </a:lnTo>
                <a:lnTo>
                  <a:pt x="3612832" y="76288"/>
                </a:lnTo>
                <a:lnTo>
                  <a:pt x="3612832" y="428726"/>
                </a:lnTo>
                <a:lnTo>
                  <a:pt x="3647986" y="428726"/>
                </a:lnTo>
                <a:lnTo>
                  <a:pt x="3647986" y="392049"/>
                </a:lnTo>
                <a:lnTo>
                  <a:pt x="3747046" y="392049"/>
                </a:lnTo>
                <a:lnTo>
                  <a:pt x="3747046" y="425678"/>
                </a:lnTo>
                <a:lnTo>
                  <a:pt x="3782187" y="425678"/>
                </a:lnTo>
                <a:lnTo>
                  <a:pt x="3782187" y="392049"/>
                </a:lnTo>
                <a:lnTo>
                  <a:pt x="3782187" y="358521"/>
                </a:lnTo>
                <a:lnTo>
                  <a:pt x="3782187" y="247180"/>
                </a:lnTo>
                <a:lnTo>
                  <a:pt x="3782187" y="216700"/>
                </a:lnTo>
                <a:lnTo>
                  <a:pt x="3782187" y="109918"/>
                </a:lnTo>
                <a:lnTo>
                  <a:pt x="3782187" y="76288"/>
                </a:lnTo>
                <a:close/>
              </a:path>
              <a:path w="4012565" h="441325">
                <a:moveTo>
                  <a:pt x="3931640" y="276136"/>
                </a:moveTo>
                <a:lnTo>
                  <a:pt x="3915613" y="254431"/>
                </a:lnTo>
                <a:lnTo>
                  <a:pt x="3897299" y="230593"/>
                </a:lnTo>
                <a:lnTo>
                  <a:pt x="3876687" y="204724"/>
                </a:lnTo>
                <a:lnTo>
                  <a:pt x="3853815" y="176974"/>
                </a:lnTo>
                <a:lnTo>
                  <a:pt x="3826383" y="196786"/>
                </a:lnTo>
                <a:lnTo>
                  <a:pt x="3846360" y="222224"/>
                </a:lnTo>
                <a:lnTo>
                  <a:pt x="3865054" y="247929"/>
                </a:lnTo>
                <a:lnTo>
                  <a:pt x="3882313" y="273608"/>
                </a:lnTo>
                <a:lnTo>
                  <a:pt x="3898011" y="298996"/>
                </a:lnTo>
                <a:lnTo>
                  <a:pt x="3931640" y="276136"/>
                </a:lnTo>
                <a:close/>
              </a:path>
              <a:path w="4012565" h="441325">
                <a:moveTo>
                  <a:pt x="4012412" y="76288"/>
                </a:moveTo>
                <a:lnTo>
                  <a:pt x="3872103" y="76288"/>
                </a:lnTo>
                <a:lnTo>
                  <a:pt x="3877818" y="61175"/>
                </a:lnTo>
                <a:lnTo>
                  <a:pt x="3883533" y="45618"/>
                </a:lnTo>
                <a:lnTo>
                  <a:pt x="3889248" y="29794"/>
                </a:lnTo>
                <a:lnTo>
                  <a:pt x="3894963" y="13804"/>
                </a:lnTo>
                <a:lnTo>
                  <a:pt x="3858387" y="4660"/>
                </a:lnTo>
                <a:lnTo>
                  <a:pt x="3842931" y="50927"/>
                </a:lnTo>
                <a:lnTo>
                  <a:pt x="3826192" y="93484"/>
                </a:lnTo>
                <a:lnTo>
                  <a:pt x="3808018" y="132054"/>
                </a:lnTo>
                <a:lnTo>
                  <a:pt x="3788283" y="166306"/>
                </a:lnTo>
                <a:lnTo>
                  <a:pt x="3805237" y="174688"/>
                </a:lnTo>
                <a:lnTo>
                  <a:pt x="3812502" y="178739"/>
                </a:lnTo>
                <a:lnTo>
                  <a:pt x="3818763" y="183070"/>
                </a:lnTo>
                <a:lnTo>
                  <a:pt x="3828808" y="166471"/>
                </a:lnTo>
                <a:lnTo>
                  <a:pt x="3838575" y="148590"/>
                </a:lnTo>
                <a:lnTo>
                  <a:pt x="3848341" y="129273"/>
                </a:lnTo>
                <a:lnTo>
                  <a:pt x="3858387" y="108394"/>
                </a:lnTo>
                <a:lnTo>
                  <a:pt x="3975836" y="108394"/>
                </a:lnTo>
                <a:lnTo>
                  <a:pt x="3974681" y="176974"/>
                </a:lnTo>
                <a:lnTo>
                  <a:pt x="3973398" y="230593"/>
                </a:lnTo>
                <a:lnTo>
                  <a:pt x="3971772" y="280225"/>
                </a:lnTo>
                <a:lnTo>
                  <a:pt x="3970032" y="319951"/>
                </a:lnTo>
                <a:lnTo>
                  <a:pt x="3964546" y="368909"/>
                </a:lnTo>
                <a:lnTo>
                  <a:pt x="3925544" y="392049"/>
                </a:lnTo>
                <a:lnTo>
                  <a:pt x="3906647" y="391744"/>
                </a:lnTo>
                <a:lnTo>
                  <a:pt x="3886784" y="390715"/>
                </a:lnTo>
                <a:lnTo>
                  <a:pt x="3866083" y="388835"/>
                </a:lnTo>
                <a:lnTo>
                  <a:pt x="3844671" y="385953"/>
                </a:lnTo>
                <a:lnTo>
                  <a:pt x="3843147" y="385953"/>
                </a:lnTo>
                <a:lnTo>
                  <a:pt x="3845407" y="395147"/>
                </a:lnTo>
                <a:lnTo>
                  <a:pt x="3847528" y="404634"/>
                </a:lnTo>
                <a:lnTo>
                  <a:pt x="3849357" y="414705"/>
                </a:lnTo>
                <a:lnTo>
                  <a:pt x="3850767" y="425678"/>
                </a:lnTo>
                <a:lnTo>
                  <a:pt x="3891775" y="427774"/>
                </a:lnTo>
                <a:lnTo>
                  <a:pt x="3911930" y="428459"/>
                </a:lnTo>
                <a:lnTo>
                  <a:pt x="3931640" y="428726"/>
                </a:lnTo>
                <a:lnTo>
                  <a:pt x="3961930" y="424180"/>
                </a:lnTo>
                <a:lnTo>
                  <a:pt x="3984218" y="410768"/>
                </a:lnTo>
                <a:lnTo>
                  <a:pt x="3996372" y="392049"/>
                </a:lnTo>
                <a:lnTo>
                  <a:pt x="3998506" y="388772"/>
                </a:lnTo>
                <a:lnTo>
                  <a:pt x="4005669" y="334772"/>
                </a:lnTo>
                <a:lnTo>
                  <a:pt x="4008031" y="259194"/>
                </a:lnTo>
                <a:lnTo>
                  <a:pt x="4009415" y="207467"/>
                </a:lnTo>
                <a:lnTo>
                  <a:pt x="4010837" y="148590"/>
                </a:lnTo>
                <a:lnTo>
                  <a:pt x="4011714" y="108394"/>
                </a:lnTo>
                <a:lnTo>
                  <a:pt x="4012412" y="762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18844" y="3887723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988439" y="3714369"/>
            <a:ext cx="102235" cy="365125"/>
          </a:xfrm>
          <a:custGeom>
            <a:avLst/>
            <a:gdLst/>
            <a:ahLst/>
            <a:cxnLst/>
            <a:rect l="l" t="t" r="r" b="b"/>
            <a:pathLst>
              <a:path w="102235" h="365125">
                <a:moveTo>
                  <a:pt x="102203" y="364521"/>
                </a:moveTo>
                <a:lnTo>
                  <a:pt x="68675" y="364521"/>
                </a:lnTo>
                <a:lnTo>
                  <a:pt x="38656" y="324811"/>
                </a:lnTo>
                <a:lnTo>
                  <a:pt x="17192" y="281225"/>
                </a:lnTo>
                <a:lnTo>
                  <a:pt x="4301" y="233925"/>
                </a:lnTo>
                <a:lnTo>
                  <a:pt x="0" y="183070"/>
                </a:lnTo>
                <a:lnTo>
                  <a:pt x="4301" y="131279"/>
                </a:lnTo>
                <a:lnTo>
                  <a:pt x="17192" y="83498"/>
                </a:lnTo>
                <a:lnTo>
                  <a:pt x="38656" y="39735"/>
                </a:lnTo>
                <a:lnTo>
                  <a:pt x="68675" y="0"/>
                </a:lnTo>
                <a:lnTo>
                  <a:pt x="102203" y="0"/>
                </a:lnTo>
                <a:lnTo>
                  <a:pt x="72199" y="40592"/>
                </a:lnTo>
                <a:lnTo>
                  <a:pt x="50768" y="84641"/>
                </a:lnTo>
                <a:lnTo>
                  <a:pt x="37909" y="132137"/>
                </a:lnTo>
                <a:lnTo>
                  <a:pt x="33623" y="183070"/>
                </a:lnTo>
                <a:lnTo>
                  <a:pt x="37909" y="233067"/>
                </a:lnTo>
                <a:lnTo>
                  <a:pt x="50768" y="280082"/>
                </a:lnTo>
                <a:lnTo>
                  <a:pt x="72199" y="323954"/>
                </a:lnTo>
                <a:lnTo>
                  <a:pt x="102203" y="36452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2147023" y="3685413"/>
            <a:ext cx="732155" cy="377190"/>
          </a:xfrm>
          <a:custGeom>
            <a:avLst/>
            <a:gdLst/>
            <a:ahLst/>
            <a:cxnLst/>
            <a:rect l="l" t="t" r="r" b="b"/>
            <a:pathLst>
              <a:path w="732155" h="377189">
                <a:moveTo>
                  <a:pt x="151066" y="125069"/>
                </a:moveTo>
                <a:lnTo>
                  <a:pt x="42760" y="125069"/>
                </a:lnTo>
                <a:lnTo>
                  <a:pt x="42760" y="10680"/>
                </a:lnTo>
                <a:lnTo>
                  <a:pt x="12280" y="10680"/>
                </a:lnTo>
                <a:lnTo>
                  <a:pt x="12280" y="308140"/>
                </a:lnTo>
                <a:lnTo>
                  <a:pt x="11455" y="317588"/>
                </a:lnTo>
                <a:lnTo>
                  <a:pt x="9042" y="325475"/>
                </a:lnTo>
                <a:lnTo>
                  <a:pt x="5168" y="331927"/>
                </a:lnTo>
                <a:lnTo>
                  <a:pt x="0" y="337096"/>
                </a:lnTo>
                <a:lnTo>
                  <a:pt x="22948" y="366052"/>
                </a:lnTo>
                <a:lnTo>
                  <a:pt x="74015" y="335927"/>
                </a:lnTo>
                <a:lnTo>
                  <a:pt x="119659" y="315760"/>
                </a:lnTo>
                <a:lnTo>
                  <a:pt x="122059" y="314731"/>
                </a:lnTo>
                <a:lnTo>
                  <a:pt x="149542" y="303568"/>
                </a:lnTo>
                <a:lnTo>
                  <a:pt x="148666" y="295249"/>
                </a:lnTo>
                <a:lnTo>
                  <a:pt x="148209" y="286524"/>
                </a:lnTo>
                <a:lnTo>
                  <a:pt x="148043" y="277545"/>
                </a:lnTo>
                <a:lnTo>
                  <a:pt x="148018" y="268427"/>
                </a:lnTo>
                <a:lnTo>
                  <a:pt x="117386" y="283324"/>
                </a:lnTo>
                <a:lnTo>
                  <a:pt x="89636" y="296087"/>
                </a:lnTo>
                <a:lnTo>
                  <a:pt x="64770" y="306857"/>
                </a:lnTo>
                <a:lnTo>
                  <a:pt x="42760" y="315760"/>
                </a:lnTo>
                <a:lnTo>
                  <a:pt x="42760" y="154025"/>
                </a:lnTo>
                <a:lnTo>
                  <a:pt x="151066" y="154025"/>
                </a:lnTo>
                <a:lnTo>
                  <a:pt x="151066" y="125069"/>
                </a:lnTo>
                <a:close/>
              </a:path>
              <a:path w="732155" h="377189">
                <a:moveTo>
                  <a:pt x="364528" y="260807"/>
                </a:moveTo>
                <a:lnTo>
                  <a:pt x="355638" y="257606"/>
                </a:lnTo>
                <a:lnTo>
                  <a:pt x="347192" y="254711"/>
                </a:lnTo>
                <a:lnTo>
                  <a:pt x="339013" y="251802"/>
                </a:lnTo>
                <a:lnTo>
                  <a:pt x="331000" y="248615"/>
                </a:lnTo>
                <a:lnTo>
                  <a:pt x="329590" y="266331"/>
                </a:lnTo>
                <a:lnTo>
                  <a:pt x="327761" y="282905"/>
                </a:lnTo>
                <a:lnTo>
                  <a:pt x="320560" y="322719"/>
                </a:lnTo>
                <a:lnTo>
                  <a:pt x="294424" y="335572"/>
                </a:lnTo>
                <a:lnTo>
                  <a:pt x="230314" y="335572"/>
                </a:lnTo>
                <a:lnTo>
                  <a:pt x="207454" y="199847"/>
                </a:lnTo>
                <a:lnTo>
                  <a:pt x="249453" y="168617"/>
                </a:lnTo>
                <a:lnTo>
                  <a:pt x="257962" y="161645"/>
                </a:lnTo>
                <a:lnTo>
                  <a:pt x="288467" y="136690"/>
                </a:lnTo>
                <a:lnTo>
                  <a:pt x="324332" y="103911"/>
                </a:lnTo>
                <a:lnTo>
                  <a:pt x="356908" y="70116"/>
                </a:lnTo>
                <a:lnTo>
                  <a:pt x="329476" y="50304"/>
                </a:lnTo>
                <a:lnTo>
                  <a:pt x="303758" y="78841"/>
                </a:lnTo>
                <a:lnTo>
                  <a:pt x="274751" y="107111"/>
                </a:lnTo>
                <a:lnTo>
                  <a:pt x="242595" y="134823"/>
                </a:lnTo>
                <a:lnTo>
                  <a:pt x="207454" y="161645"/>
                </a:lnTo>
                <a:lnTo>
                  <a:pt x="207454" y="0"/>
                </a:lnTo>
                <a:lnTo>
                  <a:pt x="175450" y="0"/>
                </a:lnTo>
                <a:lnTo>
                  <a:pt x="175450" y="315760"/>
                </a:lnTo>
                <a:lnTo>
                  <a:pt x="178282" y="336638"/>
                </a:lnTo>
                <a:lnTo>
                  <a:pt x="186690" y="351383"/>
                </a:lnTo>
                <a:lnTo>
                  <a:pt x="200520" y="360121"/>
                </a:lnTo>
                <a:lnTo>
                  <a:pt x="219646" y="363004"/>
                </a:lnTo>
                <a:lnTo>
                  <a:pt x="303568" y="363004"/>
                </a:lnTo>
                <a:lnTo>
                  <a:pt x="323011" y="360692"/>
                </a:lnTo>
                <a:lnTo>
                  <a:pt x="338048" y="353669"/>
                </a:lnTo>
                <a:lnTo>
                  <a:pt x="348780" y="341782"/>
                </a:lnTo>
                <a:lnTo>
                  <a:pt x="351205" y="335572"/>
                </a:lnTo>
                <a:lnTo>
                  <a:pt x="355384" y="324904"/>
                </a:lnTo>
                <a:lnTo>
                  <a:pt x="357670" y="309740"/>
                </a:lnTo>
                <a:lnTo>
                  <a:pt x="359956" y="293992"/>
                </a:lnTo>
                <a:lnTo>
                  <a:pt x="362242" y="277672"/>
                </a:lnTo>
                <a:lnTo>
                  <a:pt x="364528" y="260807"/>
                </a:lnTo>
                <a:close/>
              </a:path>
              <a:path w="732155" h="377189">
                <a:moveTo>
                  <a:pt x="564349" y="320332"/>
                </a:moveTo>
                <a:lnTo>
                  <a:pt x="548322" y="306603"/>
                </a:lnTo>
                <a:lnTo>
                  <a:pt x="533793" y="294335"/>
                </a:lnTo>
                <a:lnTo>
                  <a:pt x="532460" y="293192"/>
                </a:lnTo>
                <a:lnTo>
                  <a:pt x="516902" y="280377"/>
                </a:lnTo>
                <a:lnTo>
                  <a:pt x="501777" y="268427"/>
                </a:lnTo>
                <a:lnTo>
                  <a:pt x="511124" y="248615"/>
                </a:lnTo>
                <a:lnTo>
                  <a:pt x="516610" y="236969"/>
                </a:lnTo>
                <a:lnTo>
                  <a:pt x="529018" y="199796"/>
                </a:lnTo>
                <a:lnTo>
                  <a:pt x="538848" y="156895"/>
                </a:lnTo>
                <a:lnTo>
                  <a:pt x="545973" y="108305"/>
                </a:lnTo>
                <a:lnTo>
                  <a:pt x="545973" y="79260"/>
                </a:lnTo>
                <a:lnTo>
                  <a:pt x="515493" y="79260"/>
                </a:lnTo>
                <a:lnTo>
                  <a:pt x="515493" y="108305"/>
                </a:lnTo>
                <a:lnTo>
                  <a:pt x="510400" y="150368"/>
                </a:lnTo>
                <a:lnTo>
                  <a:pt x="502158" y="187604"/>
                </a:lnTo>
                <a:lnTo>
                  <a:pt x="491058" y="220256"/>
                </a:lnTo>
                <a:lnTo>
                  <a:pt x="477393" y="248615"/>
                </a:lnTo>
                <a:lnTo>
                  <a:pt x="464845" y="238582"/>
                </a:lnTo>
                <a:lnTo>
                  <a:pt x="440321" y="219671"/>
                </a:lnTo>
                <a:lnTo>
                  <a:pt x="428625" y="210515"/>
                </a:lnTo>
                <a:lnTo>
                  <a:pt x="435457" y="186143"/>
                </a:lnTo>
                <a:lnTo>
                  <a:pt x="442150" y="161086"/>
                </a:lnTo>
                <a:lnTo>
                  <a:pt x="448551" y="135191"/>
                </a:lnTo>
                <a:lnTo>
                  <a:pt x="454533" y="108305"/>
                </a:lnTo>
                <a:lnTo>
                  <a:pt x="515493" y="108305"/>
                </a:lnTo>
                <a:lnTo>
                  <a:pt x="515493" y="79260"/>
                </a:lnTo>
                <a:lnTo>
                  <a:pt x="460629" y="79260"/>
                </a:lnTo>
                <a:lnTo>
                  <a:pt x="464908" y="61582"/>
                </a:lnTo>
                <a:lnTo>
                  <a:pt x="468630" y="43053"/>
                </a:lnTo>
                <a:lnTo>
                  <a:pt x="471766" y="23964"/>
                </a:lnTo>
                <a:lnTo>
                  <a:pt x="474345" y="4572"/>
                </a:lnTo>
                <a:lnTo>
                  <a:pt x="442341" y="0"/>
                </a:lnTo>
                <a:lnTo>
                  <a:pt x="439788" y="20320"/>
                </a:lnTo>
                <a:lnTo>
                  <a:pt x="436816" y="40195"/>
                </a:lnTo>
                <a:lnTo>
                  <a:pt x="433552" y="59804"/>
                </a:lnTo>
                <a:lnTo>
                  <a:pt x="430149" y="79260"/>
                </a:lnTo>
                <a:lnTo>
                  <a:pt x="376707" y="79260"/>
                </a:lnTo>
                <a:lnTo>
                  <a:pt x="376707" y="108305"/>
                </a:lnTo>
                <a:lnTo>
                  <a:pt x="424053" y="108305"/>
                </a:lnTo>
                <a:lnTo>
                  <a:pt x="417118" y="137477"/>
                </a:lnTo>
                <a:lnTo>
                  <a:pt x="410057" y="165658"/>
                </a:lnTo>
                <a:lnTo>
                  <a:pt x="402742" y="193001"/>
                </a:lnTo>
                <a:lnTo>
                  <a:pt x="394995" y="219659"/>
                </a:lnTo>
                <a:lnTo>
                  <a:pt x="411048" y="232486"/>
                </a:lnTo>
                <a:lnTo>
                  <a:pt x="460629" y="272999"/>
                </a:lnTo>
                <a:lnTo>
                  <a:pt x="442353" y="294817"/>
                </a:lnTo>
                <a:lnTo>
                  <a:pt x="421906" y="314604"/>
                </a:lnTo>
                <a:lnTo>
                  <a:pt x="399592" y="332574"/>
                </a:lnTo>
                <a:lnTo>
                  <a:pt x="375183" y="349288"/>
                </a:lnTo>
                <a:lnTo>
                  <a:pt x="380619" y="356146"/>
                </a:lnTo>
                <a:lnTo>
                  <a:pt x="385470" y="363004"/>
                </a:lnTo>
                <a:lnTo>
                  <a:pt x="389763" y="369862"/>
                </a:lnTo>
                <a:lnTo>
                  <a:pt x="393471" y="376720"/>
                </a:lnTo>
                <a:lnTo>
                  <a:pt x="418934" y="358711"/>
                </a:lnTo>
                <a:lnTo>
                  <a:pt x="442518" y="338988"/>
                </a:lnTo>
                <a:lnTo>
                  <a:pt x="464083" y="317525"/>
                </a:lnTo>
                <a:lnTo>
                  <a:pt x="483489" y="294335"/>
                </a:lnTo>
                <a:lnTo>
                  <a:pt x="497471" y="306336"/>
                </a:lnTo>
                <a:lnTo>
                  <a:pt x="511873" y="319176"/>
                </a:lnTo>
                <a:lnTo>
                  <a:pt x="526567" y="332574"/>
                </a:lnTo>
                <a:lnTo>
                  <a:pt x="541401" y="346240"/>
                </a:lnTo>
                <a:lnTo>
                  <a:pt x="564349" y="320332"/>
                </a:lnTo>
                <a:close/>
              </a:path>
              <a:path w="732155" h="377189">
                <a:moveTo>
                  <a:pt x="732091" y="45720"/>
                </a:moveTo>
                <a:lnTo>
                  <a:pt x="701611" y="45720"/>
                </a:lnTo>
                <a:lnTo>
                  <a:pt x="701611" y="74688"/>
                </a:lnTo>
                <a:lnTo>
                  <a:pt x="701611" y="301955"/>
                </a:lnTo>
                <a:lnTo>
                  <a:pt x="610082" y="301955"/>
                </a:lnTo>
                <a:lnTo>
                  <a:pt x="610082" y="74688"/>
                </a:lnTo>
                <a:lnTo>
                  <a:pt x="701611" y="74688"/>
                </a:lnTo>
                <a:lnTo>
                  <a:pt x="701611" y="45720"/>
                </a:lnTo>
                <a:lnTo>
                  <a:pt x="581126" y="45720"/>
                </a:lnTo>
                <a:lnTo>
                  <a:pt x="581126" y="363004"/>
                </a:lnTo>
                <a:lnTo>
                  <a:pt x="610082" y="363004"/>
                </a:lnTo>
                <a:lnTo>
                  <a:pt x="610082" y="329476"/>
                </a:lnTo>
                <a:lnTo>
                  <a:pt x="701611" y="329476"/>
                </a:lnTo>
                <a:lnTo>
                  <a:pt x="701611" y="359956"/>
                </a:lnTo>
                <a:lnTo>
                  <a:pt x="732091" y="359956"/>
                </a:lnTo>
                <a:lnTo>
                  <a:pt x="732091" y="329476"/>
                </a:lnTo>
                <a:lnTo>
                  <a:pt x="732091" y="301955"/>
                </a:lnTo>
                <a:lnTo>
                  <a:pt x="732091" y="74688"/>
                </a:lnTo>
                <a:lnTo>
                  <a:pt x="732091" y="4572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9988" y="3799713"/>
            <a:ext cx="164687" cy="186118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3203924" y="3725036"/>
            <a:ext cx="41275" cy="285750"/>
          </a:xfrm>
          <a:custGeom>
            <a:avLst/>
            <a:gdLst/>
            <a:ahLst/>
            <a:cxnLst/>
            <a:rect l="l" t="t" r="r" b="b"/>
            <a:pathLst>
              <a:path w="41275" h="285750">
                <a:moveTo>
                  <a:pt x="25908" y="39624"/>
                </a:moveTo>
                <a:lnTo>
                  <a:pt x="15240" y="39624"/>
                </a:lnTo>
                <a:lnTo>
                  <a:pt x="9144" y="38100"/>
                </a:lnTo>
                <a:lnTo>
                  <a:pt x="1524" y="30480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5240" y="0"/>
                </a:lnTo>
                <a:lnTo>
                  <a:pt x="25908" y="0"/>
                </a:lnTo>
                <a:lnTo>
                  <a:pt x="30480" y="1524"/>
                </a:lnTo>
                <a:lnTo>
                  <a:pt x="38100" y="9144"/>
                </a:lnTo>
                <a:lnTo>
                  <a:pt x="41148" y="13716"/>
                </a:lnTo>
                <a:lnTo>
                  <a:pt x="41148" y="25908"/>
                </a:lnTo>
                <a:lnTo>
                  <a:pt x="35052" y="35052"/>
                </a:lnTo>
                <a:lnTo>
                  <a:pt x="30480" y="38100"/>
                </a:lnTo>
                <a:lnTo>
                  <a:pt x="25908" y="39624"/>
                </a:lnTo>
                <a:close/>
              </a:path>
              <a:path w="41275" h="285750">
                <a:moveTo>
                  <a:pt x="35052" y="285273"/>
                </a:moveTo>
                <a:lnTo>
                  <a:pt x="4572" y="285273"/>
                </a:lnTo>
                <a:lnTo>
                  <a:pt x="4572" y="90011"/>
                </a:lnTo>
                <a:lnTo>
                  <a:pt x="35052" y="90011"/>
                </a:lnTo>
                <a:lnTo>
                  <a:pt x="35052" y="2852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1555" y="3810476"/>
            <a:ext cx="163163" cy="199834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3522630" y="3810476"/>
            <a:ext cx="180340" cy="290195"/>
          </a:xfrm>
          <a:custGeom>
            <a:avLst/>
            <a:gdLst/>
            <a:ahLst/>
            <a:cxnLst/>
            <a:rect l="l" t="t" r="r" b="b"/>
            <a:pathLst>
              <a:path w="180339" h="290195">
                <a:moveTo>
                  <a:pt x="54926" y="39624"/>
                </a:moveTo>
                <a:lnTo>
                  <a:pt x="32099" y="39624"/>
                </a:lnTo>
                <a:lnTo>
                  <a:pt x="44958" y="22502"/>
                </a:lnTo>
                <a:lnTo>
                  <a:pt x="60674" y="10096"/>
                </a:lnTo>
                <a:lnTo>
                  <a:pt x="79248" y="2547"/>
                </a:lnTo>
                <a:lnTo>
                  <a:pt x="100679" y="0"/>
                </a:lnTo>
                <a:lnTo>
                  <a:pt x="118087" y="1690"/>
                </a:lnTo>
                <a:lnTo>
                  <a:pt x="133647" y="6667"/>
                </a:lnTo>
                <a:lnTo>
                  <a:pt x="147225" y="14787"/>
                </a:lnTo>
                <a:lnTo>
                  <a:pt x="158686" y="25908"/>
                </a:lnTo>
                <a:lnTo>
                  <a:pt x="93059" y="25908"/>
                </a:lnTo>
                <a:lnTo>
                  <a:pt x="79938" y="27074"/>
                </a:lnTo>
                <a:lnTo>
                  <a:pt x="68103" y="30670"/>
                </a:lnTo>
                <a:lnTo>
                  <a:pt x="57697" y="36837"/>
                </a:lnTo>
                <a:lnTo>
                  <a:pt x="54926" y="39624"/>
                </a:lnTo>
                <a:close/>
              </a:path>
              <a:path w="180339" h="290195">
                <a:moveTo>
                  <a:pt x="32099" y="289845"/>
                </a:moveTo>
                <a:lnTo>
                  <a:pt x="0" y="289845"/>
                </a:lnTo>
                <a:lnTo>
                  <a:pt x="0" y="4572"/>
                </a:lnTo>
                <a:lnTo>
                  <a:pt x="32099" y="4572"/>
                </a:lnTo>
                <a:lnTo>
                  <a:pt x="32099" y="39624"/>
                </a:lnTo>
                <a:lnTo>
                  <a:pt x="54926" y="39624"/>
                </a:lnTo>
                <a:lnTo>
                  <a:pt x="33218" y="79661"/>
                </a:lnTo>
                <a:lnTo>
                  <a:pt x="32099" y="93059"/>
                </a:lnTo>
                <a:lnTo>
                  <a:pt x="32099" y="120491"/>
                </a:lnTo>
                <a:lnTo>
                  <a:pt x="47339" y="161639"/>
                </a:lnTo>
                <a:lnTo>
                  <a:pt x="62259" y="172307"/>
                </a:lnTo>
                <a:lnTo>
                  <a:pt x="32099" y="172307"/>
                </a:lnTo>
                <a:lnTo>
                  <a:pt x="32099" y="289845"/>
                </a:lnTo>
                <a:close/>
              </a:path>
              <a:path w="180339" h="290195">
                <a:moveTo>
                  <a:pt x="153880" y="178498"/>
                </a:moveTo>
                <a:lnTo>
                  <a:pt x="86963" y="178498"/>
                </a:lnTo>
                <a:lnTo>
                  <a:pt x="100965" y="177078"/>
                </a:lnTo>
                <a:lnTo>
                  <a:pt x="113252" y="172926"/>
                </a:lnTo>
                <a:lnTo>
                  <a:pt x="139565" y="144756"/>
                </a:lnTo>
                <a:lnTo>
                  <a:pt x="147923" y="96107"/>
                </a:lnTo>
                <a:lnTo>
                  <a:pt x="147042" y="80923"/>
                </a:lnTo>
                <a:lnTo>
                  <a:pt x="132683" y="44196"/>
                </a:lnTo>
                <a:lnTo>
                  <a:pt x="93059" y="25908"/>
                </a:lnTo>
                <a:lnTo>
                  <a:pt x="158686" y="25908"/>
                </a:lnTo>
                <a:lnTo>
                  <a:pt x="168449" y="40506"/>
                </a:lnTo>
                <a:lnTo>
                  <a:pt x="175069" y="56971"/>
                </a:lnTo>
                <a:lnTo>
                  <a:pt x="178831" y="75454"/>
                </a:lnTo>
                <a:lnTo>
                  <a:pt x="180022" y="96107"/>
                </a:lnTo>
                <a:lnTo>
                  <a:pt x="178593" y="119848"/>
                </a:lnTo>
                <a:lnTo>
                  <a:pt x="174307" y="140874"/>
                </a:lnTo>
                <a:lnTo>
                  <a:pt x="167163" y="159329"/>
                </a:lnTo>
                <a:lnTo>
                  <a:pt x="157162" y="175355"/>
                </a:lnTo>
                <a:lnTo>
                  <a:pt x="153880" y="178498"/>
                </a:lnTo>
                <a:close/>
              </a:path>
              <a:path w="180339" h="290195">
                <a:moveTo>
                  <a:pt x="91535" y="204406"/>
                </a:moveTo>
                <a:lnTo>
                  <a:pt x="73247" y="202404"/>
                </a:lnTo>
                <a:lnTo>
                  <a:pt x="57245" y="196393"/>
                </a:lnTo>
                <a:lnTo>
                  <a:pt x="43529" y="186364"/>
                </a:lnTo>
                <a:lnTo>
                  <a:pt x="32099" y="172307"/>
                </a:lnTo>
                <a:lnTo>
                  <a:pt x="62259" y="172307"/>
                </a:lnTo>
                <a:lnTo>
                  <a:pt x="65436" y="174069"/>
                </a:lnTo>
                <a:lnTo>
                  <a:pt x="75842" y="177364"/>
                </a:lnTo>
                <a:lnTo>
                  <a:pt x="86963" y="178498"/>
                </a:lnTo>
                <a:lnTo>
                  <a:pt x="153880" y="178498"/>
                </a:lnTo>
                <a:lnTo>
                  <a:pt x="143653" y="188292"/>
                </a:lnTo>
                <a:lnTo>
                  <a:pt x="128313" y="197346"/>
                </a:lnTo>
                <a:lnTo>
                  <a:pt x="110991" y="202666"/>
                </a:lnTo>
                <a:lnTo>
                  <a:pt x="91535" y="20440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3749897" y="3757041"/>
            <a:ext cx="316230" cy="258445"/>
            <a:chOff x="3749897" y="3757041"/>
            <a:chExt cx="316230" cy="258445"/>
          </a:xfrm>
        </p:grpSpPr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897" y="3815048"/>
              <a:ext cx="161639" cy="199834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951255" y="3757041"/>
              <a:ext cx="114300" cy="258445"/>
            </a:xfrm>
            <a:custGeom>
              <a:avLst/>
              <a:gdLst/>
              <a:ahLst/>
              <a:cxnLst/>
              <a:rect l="l" t="t" r="r" b="b"/>
              <a:pathLst>
                <a:path w="114300" h="258445">
                  <a:moveTo>
                    <a:pt x="85344" y="257841"/>
                  </a:moveTo>
                  <a:lnTo>
                    <a:pt x="63103" y="254387"/>
                  </a:lnTo>
                  <a:lnTo>
                    <a:pt x="46862" y="243923"/>
                  </a:lnTo>
                  <a:lnTo>
                    <a:pt x="36909" y="226297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667"/>
                  </a:lnTo>
                  <a:lnTo>
                    <a:pt x="65532" y="0"/>
                  </a:lnTo>
                  <a:lnTo>
                    <a:pt x="65532" y="58007"/>
                  </a:lnTo>
                  <a:lnTo>
                    <a:pt x="114300" y="58007"/>
                  </a:lnTo>
                  <a:lnTo>
                    <a:pt x="114300" y="85439"/>
                  </a:lnTo>
                  <a:lnTo>
                    <a:pt x="65532" y="85439"/>
                  </a:lnTo>
                  <a:lnTo>
                    <a:pt x="65532" y="195262"/>
                  </a:lnTo>
                  <a:lnTo>
                    <a:pt x="83820" y="231933"/>
                  </a:lnTo>
                  <a:lnTo>
                    <a:pt x="102107" y="231933"/>
                  </a:lnTo>
                  <a:lnTo>
                    <a:pt x="114300" y="225742"/>
                  </a:lnTo>
                  <a:lnTo>
                    <a:pt x="114300" y="251745"/>
                  </a:lnTo>
                  <a:lnTo>
                    <a:pt x="108275" y="254627"/>
                  </a:lnTo>
                  <a:lnTo>
                    <a:pt x="101536" y="256508"/>
                  </a:lnTo>
                  <a:lnTo>
                    <a:pt x="93940" y="257532"/>
                  </a:lnTo>
                  <a:lnTo>
                    <a:pt x="85344" y="25784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4195190" y="3757041"/>
            <a:ext cx="734060" cy="346710"/>
            <a:chOff x="4195190" y="3757041"/>
            <a:chExt cx="734060" cy="346710"/>
          </a:xfrm>
        </p:grpSpPr>
        <p:sp>
          <p:nvSpPr>
            <p:cNvPr id="40" name="object 40" descr=""/>
            <p:cNvSpPr/>
            <p:nvPr/>
          </p:nvSpPr>
          <p:spPr>
            <a:xfrm>
              <a:off x="4195191" y="3757041"/>
              <a:ext cx="526415" cy="346710"/>
            </a:xfrm>
            <a:custGeom>
              <a:avLst/>
              <a:gdLst/>
              <a:ahLst/>
              <a:cxnLst/>
              <a:rect l="l" t="t" r="r" b="b"/>
              <a:pathLst>
                <a:path w="526414" h="346710">
                  <a:moveTo>
                    <a:pt x="114388" y="58013"/>
                  </a:moveTo>
                  <a:lnTo>
                    <a:pt x="64096" y="58013"/>
                  </a:lnTo>
                  <a:lnTo>
                    <a:pt x="64096" y="0"/>
                  </a:lnTo>
                  <a:lnTo>
                    <a:pt x="33616" y="10668"/>
                  </a:lnTo>
                  <a:lnTo>
                    <a:pt x="33616" y="58013"/>
                  </a:lnTo>
                  <a:lnTo>
                    <a:pt x="0" y="58013"/>
                  </a:lnTo>
                  <a:lnTo>
                    <a:pt x="0" y="85445"/>
                  </a:lnTo>
                  <a:lnTo>
                    <a:pt x="33616" y="85445"/>
                  </a:lnTo>
                  <a:lnTo>
                    <a:pt x="33616" y="201358"/>
                  </a:lnTo>
                  <a:lnTo>
                    <a:pt x="36779" y="226301"/>
                  </a:lnTo>
                  <a:lnTo>
                    <a:pt x="46380" y="243928"/>
                  </a:lnTo>
                  <a:lnTo>
                    <a:pt x="62547" y="254393"/>
                  </a:lnTo>
                  <a:lnTo>
                    <a:pt x="85432" y="257848"/>
                  </a:lnTo>
                  <a:lnTo>
                    <a:pt x="94030" y="257543"/>
                  </a:lnTo>
                  <a:lnTo>
                    <a:pt x="101625" y="256514"/>
                  </a:lnTo>
                  <a:lnTo>
                    <a:pt x="108369" y="254635"/>
                  </a:lnTo>
                  <a:lnTo>
                    <a:pt x="114388" y="251752"/>
                  </a:lnTo>
                  <a:lnTo>
                    <a:pt x="114388" y="225742"/>
                  </a:lnTo>
                  <a:lnTo>
                    <a:pt x="102196" y="231940"/>
                  </a:lnTo>
                  <a:lnTo>
                    <a:pt x="83908" y="231940"/>
                  </a:lnTo>
                  <a:lnTo>
                    <a:pt x="64096" y="195262"/>
                  </a:lnTo>
                  <a:lnTo>
                    <a:pt x="64096" y="85445"/>
                  </a:lnTo>
                  <a:lnTo>
                    <a:pt x="114388" y="85445"/>
                  </a:lnTo>
                  <a:lnTo>
                    <a:pt x="114388" y="58013"/>
                  </a:lnTo>
                  <a:close/>
                </a:path>
                <a:path w="526414" h="346710">
                  <a:moveTo>
                    <a:pt x="311175" y="58013"/>
                  </a:moveTo>
                  <a:lnTo>
                    <a:pt x="279082" y="58013"/>
                  </a:lnTo>
                  <a:lnTo>
                    <a:pt x="224218" y="208978"/>
                  </a:lnTo>
                  <a:lnTo>
                    <a:pt x="221170" y="215074"/>
                  </a:lnTo>
                  <a:lnTo>
                    <a:pt x="221170" y="221170"/>
                  </a:lnTo>
                  <a:lnTo>
                    <a:pt x="219646" y="224218"/>
                  </a:lnTo>
                  <a:lnTo>
                    <a:pt x="218122" y="224218"/>
                  </a:lnTo>
                  <a:lnTo>
                    <a:pt x="216598" y="215074"/>
                  </a:lnTo>
                  <a:lnTo>
                    <a:pt x="215074" y="210502"/>
                  </a:lnTo>
                  <a:lnTo>
                    <a:pt x="215074" y="208978"/>
                  </a:lnTo>
                  <a:lnTo>
                    <a:pt x="161632" y="58013"/>
                  </a:lnTo>
                  <a:lnTo>
                    <a:pt x="126580" y="58013"/>
                  </a:lnTo>
                  <a:lnTo>
                    <a:pt x="202882" y="253276"/>
                  </a:lnTo>
                  <a:lnTo>
                    <a:pt x="187642" y="289852"/>
                  </a:lnTo>
                  <a:lnTo>
                    <a:pt x="181076" y="302729"/>
                  </a:lnTo>
                  <a:lnTo>
                    <a:pt x="172923" y="311759"/>
                  </a:lnTo>
                  <a:lnTo>
                    <a:pt x="163334" y="317068"/>
                  </a:lnTo>
                  <a:lnTo>
                    <a:pt x="152488" y="318808"/>
                  </a:lnTo>
                  <a:lnTo>
                    <a:pt x="146392" y="318808"/>
                  </a:lnTo>
                  <a:lnTo>
                    <a:pt x="134200" y="315760"/>
                  </a:lnTo>
                  <a:lnTo>
                    <a:pt x="134200" y="343281"/>
                  </a:lnTo>
                  <a:lnTo>
                    <a:pt x="138772" y="344805"/>
                  </a:lnTo>
                  <a:lnTo>
                    <a:pt x="146392" y="346329"/>
                  </a:lnTo>
                  <a:lnTo>
                    <a:pt x="154012" y="346329"/>
                  </a:lnTo>
                  <a:lnTo>
                    <a:pt x="174612" y="342582"/>
                  </a:lnTo>
                  <a:lnTo>
                    <a:pt x="192773" y="331241"/>
                  </a:lnTo>
                  <a:lnTo>
                    <a:pt x="208330" y="312178"/>
                  </a:lnTo>
                  <a:lnTo>
                    <a:pt x="221170" y="285280"/>
                  </a:lnTo>
                  <a:lnTo>
                    <a:pt x="311175" y="58013"/>
                  </a:lnTo>
                  <a:close/>
                </a:path>
                <a:path w="526414" h="346710">
                  <a:moveTo>
                    <a:pt x="526161" y="149542"/>
                  </a:moveTo>
                  <a:lnTo>
                    <a:pt x="520636" y="110413"/>
                  </a:lnTo>
                  <a:lnTo>
                    <a:pt x="494157" y="69532"/>
                  </a:lnTo>
                  <a:lnTo>
                    <a:pt x="494157" y="149542"/>
                  </a:lnTo>
                  <a:lnTo>
                    <a:pt x="493026" y="167855"/>
                  </a:lnTo>
                  <a:lnTo>
                    <a:pt x="477393" y="210502"/>
                  </a:lnTo>
                  <a:lnTo>
                    <a:pt x="433095" y="231940"/>
                  </a:lnTo>
                  <a:lnTo>
                    <a:pt x="421093" y="230809"/>
                  </a:lnTo>
                  <a:lnTo>
                    <a:pt x="410235" y="227507"/>
                  </a:lnTo>
                  <a:lnTo>
                    <a:pt x="406996" y="225742"/>
                  </a:lnTo>
                  <a:lnTo>
                    <a:pt x="400519" y="222211"/>
                  </a:lnTo>
                  <a:lnTo>
                    <a:pt x="377799" y="185928"/>
                  </a:lnTo>
                  <a:lnTo>
                    <a:pt x="376707" y="173926"/>
                  </a:lnTo>
                  <a:lnTo>
                    <a:pt x="376707" y="146494"/>
                  </a:lnTo>
                  <a:lnTo>
                    <a:pt x="386346" y="109131"/>
                  </a:lnTo>
                  <a:lnTo>
                    <a:pt x="424548" y="80518"/>
                  </a:lnTo>
                  <a:lnTo>
                    <a:pt x="437667" y="79349"/>
                  </a:lnTo>
                  <a:lnTo>
                    <a:pt x="449719" y="80492"/>
                  </a:lnTo>
                  <a:lnTo>
                    <a:pt x="485152" y="108534"/>
                  </a:lnTo>
                  <a:lnTo>
                    <a:pt x="494157" y="149542"/>
                  </a:lnTo>
                  <a:lnTo>
                    <a:pt x="494157" y="69532"/>
                  </a:lnTo>
                  <a:lnTo>
                    <a:pt x="492747" y="68224"/>
                  </a:lnTo>
                  <a:lnTo>
                    <a:pt x="479094" y="60109"/>
                  </a:lnTo>
                  <a:lnTo>
                    <a:pt x="463410" y="55130"/>
                  </a:lnTo>
                  <a:lnTo>
                    <a:pt x="445287" y="53441"/>
                  </a:lnTo>
                  <a:lnTo>
                    <a:pt x="424091" y="55994"/>
                  </a:lnTo>
                  <a:lnTo>
                    <a:pt x="406044" y="63538"/>
                  </a:lnTo>
                  <a:lnTo>
                    <a:pt x="390855" y="75946"/>
                  </a:lnTo>
                  <a:lnTo>
                    <a:pt x="378231" y="93065"/>
                  </a:lnTo>
                  <a:lnTo>
                    <a:pt x="376707" y="93065"/>
                  </a:lnTo>
                  <a:lnTo>
                    <a:pt x="376707" y="58013"/>
                  </a:lnTo>
                  <a:lnTo>
                    <a:pt x="346227" y="58013"/>
                  </a:lnTo>
                  <a:lnTo>
                    <a:pt x="346227" y="343293"/>
                  </a:lnTo>
                  <a:lnTo>
                    <a:pt x="376707" y="343293"/>
                  </a:lnTo>
                  <a:lnTo>
                    <a:pt x="376707" y="225742"/>
                  </a:lnTo>
                  <a:lnTo>
                    <a:pt x="378231" y="225742"/>
                  </a:lnTo>
                  <a:lnTo>
                    <a:pt x="389420" y="239801"/>
                  </a:lnTo>
                  <a:lnTo>
                    <a:pt x="402615" y="249834"/>
                  </a:lnTo>
                  <a:lnTo>
                    <a:pt x="418096" y="255841"/>
                  </a:lnTo>
                  <a:lnTo>
                    <a:pt x="436143" y="257848"/>
                  </a:lnTo>
                  <a:lnTo>
                    <a:pt x="455866" y="256108"/>
                  </a:lnTo>
                  <a:lnTo>
                    <a:pt x="473570" y="250786"/>
                  </a:lnTo>
                  <a:lnTo>
                    <a:pt x="488962" y="241731"/>
                  </a:lnTo>
                  <a:lnTo>
                    <a:pt x="498652" y="231940"/>
                  </a:lnTo>
                  <a:lnTo>
                    <a:pt x="501777" y="228803"/>
                  </a:lnTo>
                  <a:lnTo>
                    <a:pt x="512013" y="212775"/>
                  </a:lnTo>
                  <a:lnTo>
                    <a:pt x="519684" y="194310"/>
                  </a:lnTo>
                  <a:lnTo>
                    <a:pt x="524484" y="173291"/>
                  </a:lnTo>
                  <a:lnTo>
                    <a:pt x="526161" y="14954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7927" y="3810476"/>
              <a:ext cx="170878" cy="204406"/>
            </a:xfrm>
            <a:prstGeom prst="rect">
              <a:avLst/>
            </a:prstGeom>
          </p:spPr>
        </p:pic>
      </p:grpSp>
      <p:sp>
        <p:nvSpPr>
          <p:cNvPr id="42" name="object 42" descr=""/>
          <p:cNvSpPr/>
          <p:nvPr/>
        </p:nvSpPr>
        <p:spPr>
          <a:xfrm>
            <a:off x="4988242" y="3844004"/>
            <a:ext cx="180340" cy="24765"/>
          </a:xfrm>
          <a:custGeom>
            <a:avLst/>
            <a:gdLst/>
            <a:ahLst/>
            <a:cxnLst/>
            <a:rect l="l" t="t" r="r" b="b"/>
            <a:pathLst>
              <a:path w="180339" h="24764">
                <a:moveTo>
                  <a:pt x="179927" y="24384"/>
                </a:moveTo>
                <a:lnTo>
                  <a:pt x="0" y="24384"/>
                </a:lnTo>
                <a:lnTo>
                  <a:pt x="0" y="0"/>
                </a:lnTo>
                <a:lnTo>
                  <a:pt x="179927" y="0"/>
                </a:lnTo>
                <a:lnTo>
                  <a:pt x="179927" y="24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988242" y="3924871"/>
            <a:ext cx="180340" cy="26034"/>
          </a:xfrm>
          <a:custGeom>
            <a:avLst/>
            <a:gdLst/>
            <a:ahLst/>
            <a:cxnLst/>
            <a:rect l="l" t="t" r="r" b="b"/>
            <a:pathLst>
              <a:path w="180339" h="26035">
                <a:moveTo>
                  <a:pt x="179927" y="25908"/>
                </a:moveTo>
                <a:lnTo>
                  <a:pt x="0" y="25908"/>
                </a:lnTo>
                <a:lnTo>
                  <a:pt x="0" y="0"/>
                </a:lnTo>
                <a:lnTo>
                  <a:pt x="179927" y="0"/>
                </a:lnTo>
                <a:lnTo>
                  <a:pt x="179927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5242928" y="3737228"/>
            <a:ext cx="92075" cy="85725"/>
          </a:xfrm>
          <a:custGeom>
            <a:avLst/>
            <a:gdLst/>
            <a:ahLst/>
            <a:cxnLst/>
            <a:rect l="l" t="t" r="r" b="b"/>
            <a:pathLst>
              <a:path w="92075" h="85725">
                <a:moveTo>
                  <a:pt x="27444" y="0"/>
                </a:moveTo>
                <a:lnTo>
                  <a:pt x="0" y="0"/>
                </a:lnTo>
                <a:lnTo>
                  <a:pt x="0" y="85445"/>
                </a:lnTo>
                <a:lnTo>
                  <a:pt x="27444" y="85445"/>
                </a:lnTo>
                <a:lnTo>
                  <a:pt x="27444" y="0"/>
                </a:lnTo>
                <a:close/>
              </a:path>
              <a:path w="92075" h="85725">
                <a:moveTo>
                  <a:pt x="91452" y="0"/>
                </a:moveTo>
                <a:lnTo>
                  <a:pt x="64020" y="0"/>
                </a:lnTo>
                <a:lnTo>
                  <a:pt x="64020" y="85445"/>
                </a:lnTo>
                <a:lnTo>
                  <a:pt x="91452" y="85445"/>
                </a:lnTo>
                <a:lnTo>
                  <a:pt x="91452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83244" y="3810476"/>
            <a:ext cx="147923" cy="204406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5578411" y="3720560"/>
            <a:ext cx="161925" cy="290195"/>
          </a:xfrm>
          <a:custGeom>
            <a:avLst/>
            <a:gdLst/>
            <a:ahLst/>
            <a:cxnLst/>
            <a:rect l="l" t="t" r="r" b="b"/>
            <a:pathLst>
              <a:path w="161925" h="290195">
                <a:moveTo>
                  <a:pt x="161639" y="289750"/>
                </a:moveTo>
                <a:lnTo>
                  <a:pt x="131159" y="289750"/>
                </a:lnTo>
                <a:lnTo>
                  <a:pt x="131159" y="176879"/>
                </a:lnTo>
                <a:lnTo>
                  <a:pt x="128301" y="150637"/>
                </a:lnTo>
                <a:lnTo>
                  <a:pt x="119729" y="131540"/>
                </a:lnTo>
                <a:lnTo>
                  <a:pt x="105441" y="119872"/>
                </a:lnTo>
                <a:lnTo>
                  <a:pt x="85439" y="115919"/>
                </a:lnTo>
                <a:lnTo>
                  <a:pt x="74501" y="117062"/>
                </a:lnTo>
                <a:lnTo>
                  <a:pt x="40124" y="143922"/>
                </a:lnTo>
                <a:lnTo>
                  <a:pt x="30480" y="179927"/>
                </a:lnTo>
                <a:lnTo>
                  <a:pt x="30480" y="289750"/>
                </a:lnTo>
                <a:lnTo>
                  <a:pt x="0" y="289750"/>
                </a:lnTo>
                <a:lnTo>
                  <a:pt x="0" y="0"/>
                </a:lnTo>
                <a:lnTo>
                  <a:pt x="30480" y="0"/>
                </a:lnTo>
                <a:lnTo>
                  <a:pt x="30480" y="126587"/>
                </a:lnTo>
                <a:lnTo>
                  <a:pt x="32004" y="126587"/>
                </a:lnTo>
                <a:lnTo>
                  <a:pt x="44578" y="110570"/>
                </a:lnTo>
                <a:lnTo>
                  <a:pt x="59447" y="99107"/>
                </a:lnTo>
                <a:lnTo>
                  <a:pt x="76621" y="92216"/>
                </a:lnTo>
                <a:lnTo>
                  <a:pt x="96107" y="89915"/>
                </a:lnTo>
                <a:lnTo>
                  <a:pt x="124991" y="94812"/>
                </a:lnTo>
                <a:lnTo>
                  <a:pt x="145446" y="109585"/>
                </a:lnTo>
                <a:lnTo>
                  <a:pt x="157614" y="134359"/>
                </a:lnTo>
                <a:lnTo>
                  <a:pt x="161639" y="169259"/>
                </a:lnTo>
                <a:lnTo>
                  <a:pt x="161639" y="2897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5785865" y="3810476"/>
            <a:ext cx="352425" cy="204470"/>
            <a:chOff x="5785865" y="3810476"/>
            <a:chExt cx="352425" cy="204470"/>
          </a:xfrm>
        </p:grpSpPr>
        <p:pic>
          <p:nvPicPr>
            <p:cNvPr id="48" name="object 4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5865" y="3810476"/>
              <a:ext cx="170783" cy="20440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90177" y="3810476"/>
              <a:ext cx="147923" cy="204406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6185439" y="3720465"/>
            <a:ext cx="925830" cy="294640"/>
            <a:chOff x="6185439" y="3720465"/>
            <a:chExt cx="925830" cy="294640"/>
          </a:xfrm>
        </p:grpSpPr>
        <p:sp>
          <p:nvSpPr>
            <p:cNvPr id="51" name="object 51" descr=""/>
            <p:cNvSpPr/>
            <p:nvPr/>
          </p:nvSpPr>
          <p:spPr>
            <a:xfrm>
              <a:off x="6185433" y="3720464"/>
              <a:ext cx="375285" cy="294640"/>
            </a:xfrm>
            <a:custGeom>
              <a:avLst/>
              <a:gdLst/>
              <a:ahLst/>
              <a:cxnLst/>
              <a:rect l="l" t="t" r="r" b="b"/>
              <a:pathLst>
                <a:path w="375284" h="294639">
                  <a:moveTo>
                    <a:pt x="161645" y="289852"/>
                  </a:moveTo>
                  <a:lnTo>
                    <a:pt x="64008" y="189166"/>
                  </a:lnTo>
                  <a:lnTo>
                    <a:pt x="155549" y="94589"/>
                  </a:lnTo>
                  <a:lnTo>
                    <a:pt x="114300" y="94589"/>
                  </a:lnTo>
                  <a:lnTo>
                    <a:pt x="32004" y="184594"/>
                  </a:lnTo>
                  <a:lnTo>
                    <a:pt x="30480" y="184594"/>
                  </a:lnTo>
                  <a:lnTo>
                    <a:pt x="30480" y="0"/>
                  </a:lnTo>
                  <a:lnTo>
                    <a:pt x="0" y="0"/>
                  </a:lnTo>
                  <a:lnTo>
                    <a:pt x="0" y="289852"/>
                  </a:lnTo>
                  <a:lnTo>
                    <a:pt x="30480" y="289852"/>
                  </a:lnTo>
                  <a:lnTo>
                    <a:pt x="30480" y="196786"/>
                  </a:lnTo>
                  <a:lnTo>
                    <a:pt x="32004" y="196786"/>
                  </a:lnTo>
                  <a:lnTo>
                    <a:pt x="117348" y="289852"/>
                  </a:lnTo>
                  <a:lnTo>
                    <a:pt x="161645" y="289852"/>
                  </a:lnTo>
                  <a:close/>
                </a:path>
                <a:path w="375284" h="294639">
                  <a:moveTo>
                    <a:pt x="375094" y="186118"/>
                  </a:moveTo>
                  <a:lnTo>
                    <a:pt x="370141" y="146989"/>
                  </a:lnTo>
                  <a:lnTo>
                    <a:pt x="343090" y="105524"/>
                  </a:lnTo>
                  <a:lnTo>
                    <a:pt x="343090" y="186118"/>
                  </a:lnTo>
                  <a:lnTo>
                    <a:pt x="342214" y="204431"/>
                  </a:lnTo>
                  <a:lnTo>
                    <a:pt x="327850" y="247078"/>
                  </a:lnTo>
                  <a:lnTo>
                    <a:pt x="282130" y="268516"/>
                  </a:lnTo>
                  <a:lnTo>
                    <a:pt x="270992" y="267385"/>
                  </a:lnTo>
                  <a:lnTo>
                    <a:pt x="260553" y="264083"/>
                  </a:lnTo>
                  <a:lnTo>
                    <a:pt x="257365" y="262318"/>
                  </a:lnTo>
                  <a:lnTo>
                    <a:pt x="250977" y="258787"/>
                  </a:lnTo>
                  <a:lnTo>
                    <a:pt x="228053" y="222504"/>
                  </a:lnTo>
                  <a:lnTo>
                    <a:pt x="227177" y="210502"/>
                  </a:lnTo>
                  <a:lnTo>
                    <a:pt x="227177" y="183070"/>
                  </a:lnTo>
                  <a:lnTo>
                    <a:pt x="236169" y="145707"/>
                  </a:lnTo>
                  <a:lnTo>
                    <a:pt x="274447" y="117094"/>
                  </a:lnTo>
                  <a:lnTo>
                    <a:pt x="286702" y="115925"/>
                  </a:lnTo>
                  <a:lnTo>
                    <a:pt x="299567" y="117068"/>
                  </a:lnTo>
                  <a:lnTo>
                    <a:pt x="334733" y="145110"/>
                  </a:lnTo>
                  <a:lnTo>
                    <a:pt x="343090" y="186118"/>
                  </a:lnTo>
                  <a:lnTo>
                    <a:pt x="343090" y="105524"/>
                  </a:lnTo>
                  <a:lnTo>
                    <a:pt x="342353" y="104800"/>
                  </a:lnTo>
                  <a:lnTo>
                    <a:pt x="328803" y="96685"/>
                  </a:lnTo>
                  <a:lnTo>
                    <a:pt x="313258" y="91706"/>
                  </a:lnTo>
                  <a:lnTo>
                    <a:pt x="295846" y="90017"/>
                  </a:lnTo>
                  <a:lnTo>
                    <a:pt x="274396" y="92570"/>
                  </a:lnTo>
                  <a:lnTo>
                    <a:pt x="255790" y="100114"/>
                  </a:lnTo>
                  <a:lnTo>
                    <a:pt x="240042" y="112522"/>
                  </a:lnTo>
                  <a:lnTo>
                    <a:pt x="227177" y="129641"/>
                  </a:lnTo>
                  <a:lnTo>
                    <a:pt x="227177" y="0"/>
                  </a:lnTo>
                  <a:lnTo>
                    <a:pt x="195160" y="0"/>
                  </a:lnTo>
                  <a:lnTo>
                    <a:pt x="195160" y="289852"/>
                  </a:lnTo>
                  <a:lnTo>
                    <a:pt x="227177" y="289852"/>
                  </a:lnTo>
                  <a:lnTo>
                    <a:pt x="227177" y="262318"/>
                  </a:lnTo>
                  <a:lnTo>
                    <a:pt x="238607" y="276377"/>
                  </a:lnTo>
                  <a:lnTo>
                    <a:pt x="252323" y="286410"/>
                  </a:lnTo>
                  <a:lnTo>
                    <a:pt x="268363" y="292417"/>
                  </a:lnTo>
                  <a:lnTo>
                    <a:pt x="286702" y="294424"/>
                  </a:lnTo>
                  <a:lnTo>
                    <a:pt x="306158" y="292684"/>
                  </a:lnTo>
                  <a:lnTo>
                    <a:pt x="323469" y="287362"/>
                  </a:lnTo>
                  <a:lnTo>
                    <a:pt x="338785" y="278307"/>
                  </a:lnTo>
                  <a:lnTo>
                    <a:pt x="348970" y="268516"/>
                  </a:lnTo>
                  <a:lnTo>
                    <a:pt x="352234" y="265379"/>
                  </a:lnTo>
                  <a:lnTo>
                    <a:pt x="362242" y="249351"/>
                  </a:lnTo>
                  <a:lnTo>
                    <a:pt x="369379" y="230886"/>
                  </a:lnTo>
                  <a:lnTo>
                    <a:pt x="373672" y="209867"/>
                  </a:lnTo>
                  <a:lnTo>
                    <a:pt x="375094" y="186118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97205" y="3810476"/>
              <a:ext cx="193643" cy="204406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3708" y="3815048"/>
              <a:ext cx="169259" cy="195262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7019633" y="3737228"/>
              <a:ext cx="91440" cy="85725"/>
            </a:xfrm>
            <a:custGeom>
              <a:avLst/>
              <a:gdLst/>
              <a:ahLst/>
              <a:cxnLst/>
              <a:rect l="l" t="t" r="r" b="b"/>
              <a:pathLst>
                <a:path w="91440" h="85725">
                  <a:moveTo>
                    <a:pt x="27432" y="0"/>
                  </a:moveTo>
                  <a:lnTo>
                    <a:pt x="0" y="0"/>
                  </a:lnTo>
                  <a:lnTo>
                    <a:pt x="0" y="85445"/>
                  </a:lnTo>
                  <a:lnTo>
                    <a:pt x="27432" y="85445"/>
                  </a:lnTo>
                  <a:lnTo>
                    <a:pt x="27432" y="0"/>
                  </a:lnTo>
                  <a:close/>
                </a:path>
                <a:path w="91440" h="85725">
                  <a:moveTo>
                    <a:pt x="91440" y="0"/>
                  </a:moveTo>
                  <a:lnTo>
                    <a:pt x="64008" y="0"/>
                  </a:lnTo>
                  <a:lnTo>
                    <a:pt x="64008" y="85445"/>
                  </a:lnTo>
                  <a:lnTo>
                    <a:pt x="91440" y="85445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5" name="object 5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68146" y="3810476"/>
            <a:ext cx="146399" cy="204406"/>
          </a:xfrm>
          <a:prstGeom prst="rect">
            <a:avLst/>
          </a:prstGeom>
        </p:spPr>
      </p:pic>
      <p:sp>
        <p:nvSpPr>
          <p:cNvPr id="56" name="object 56" descr=""/>
          <p:cNvSpPr/>
          <p:nvPr/>
        </p:nvSpPr>
        <p:spPr>
          <a:xfrm>
            <a:off x="7461884" y="3720560"/>
            <a:ext cx="161925" cy="290195"/>
          </a:xfrm>
          <a:custGeom>
            <a:avLst/>
            <a:gdLst/>
            <a:ahLst/>
            <a:cxnLst/>
            <a:rect l="l" t="t" r="r" b="b"/>
            <a:pathLst>
              <a:path w="161925" h="290195">
                <a:moveTo>
                  <a:pt x="161639" y="289750"/>
                </a:moveTo>
                <a:lnTo>
                  <a:pt x="131159" y="289750"/>
                </a:lnTo>
                <a:lnTo>
                  <a:pt x="131159" y="176879"/>
                </a:lnTo>
                <a:lnTo>
                  <a:pt x="128301" y="150637"/>
                </a:lnTo>
                <a:lnTo>
                  <a:pt x="119729" y="131540"/>
                </a:lnTo>
                <a:lnTo>
                  <a:pt x="105441" y="119872"/>
                </a:lnTo>
                <a:lnTo>
                  <a:pt x="85439" y="115919"/>
                </a:lnTo>
                <a:lnTo>
                  <a:pt x="74501" y="117062"/>
                </a:lnTo>
                <a:lnTo>
                  <a:pt x="40124" y="143922"/>
                </a:lnTo>
                <a:lnTo>
                  <a:pt x="30479" y="179927"/>
                </a:lnTo>
                <a:lnTo>
                  <a:pt x="30479" y="289750"/>
                </a:lnTo>
                <a:lnTo>
                  <a:pt x="0" y="289750"/>
                </a:lnTo>
                <a:lnTo>
                  <a:pt x="0" y="0"/>
                </a:lnTo>
                <a:lnTo>
                  <a:pt x="30479" y="0"/>
                </a:lnTo>
                <a:lnTo>
                  <a:pt x="30479" y="126587"/>
                </a:lnTo>
                <a:lnTo>
                  <a:pt x="32003" y="126587"/>
                </a:lnTo>
                <a:lnTo>
                  <a:pt x="44578" y="110570"/>
                </a:lnTo>
                <a:lnTo>
                  <a:pt x="59447" y="99107"/>
                </a:lnTo>
                <a:lnTo>
                  <a:pt x="76621" y="92216"/>
                </a:lnTo>
                <a:lnTo>
                  <a:pt x="96107" y="89915"/>
                </a:lnTo>
                <a:lnTo>
                  <a:pt x="124991" y="94812"/>
                </a:lnTo>
                <a:lnTo>
                  <a:pt x="145446" y="109585"/>
                </a:lnTo>
                <a:lnTo>
                  <a:pt x="157614" y="134359"/>
                </a:lnTo>
                <a:lnTo>
                  <a:pt x="161639" y="169259"/>
                </a:lnTo>
                <a:lnTo>
                  <a:pt x="161639" y="28975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7670768" y="3810476"/>
            <a:ext cx="352425" cy="204470"/>
            <a:chOff x="7670768" y="3810476"/>
            <a:chExt cx="352425" cy="204470"/>
          </a:xfrm>
        </p:grpSpPr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70768" y="3810476"/>
              <a:ext cx="170878" cy="204406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75174" y="3810476"/>
              <a:ext cx="147923" cy="204406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8070342" y="3720465"/>
            <a:ext cx="567690" cy="294640"/>
            <a:chOff x="8070342" y="3720465"/>
            <a:chExt cx="567690" cy="294640"/>
          </a:xfrm>
        </p:grpSpPr>
        <p:sp>
          <p:nvSpPr>
            <p:cNvPr id="61" name="object 61" descr=""/>
            <p:cNvSpPr/>
            <p:nvPr/>
          </p:nvSpPr>
          <p:spPr>
            <a:xfrm>
              <a:off x="8070342" y="3720465"/>
              <a:ext cx="161925" cy="290195"/>
            </a:xfrm>
            <a:custGeom>
              <a:avLst/>
              <a:gdLst/>
              <a:ahLst/>
              <a:cxnLst/>
              <a:rect l="l" t="t" r="r" b="b"/>
              <a:pathLst>
                <a:path w="161925" h="290195">
                  <a:moveTo>
                    <a:pt x="161639" y="289845"/>
                  </a:moveTo>
                  <a:lnTo>
                    <a:pt x="117347" y="289845"/>
                  </a:lnTo>
                  <a:lnTo>
                    <a:pt x="32003" y="196786"/>
                  </a:lnTo>
                  <a:lnTo>
                    <a:pt x="30479" y="196786"/>
                  </a:lnTo>
                  <a:lnTo>
                    <a:pt x="30479" y="289845"/>
                  </a:lnTo>
                  <a:lnTo>
                    <a:pt x="0" y="289845"/>
                  </a:lnTo>
                  <a:lnTo>
                    <a:pt x="0" y="0"/>
                  </a:lnTo>
                  <a:lnTo>
                    <a:pt x="30479" y="0"/>
                  </a:lnTo>
                  <a:lnTo>
                    <a:pt x="30479" y="184594"/>
                  </a:lnTo>
                  <a:lnTo>
                    <a:pt x="32003" y="184594"/>
                  </a:lnTo>
                  <a:lnTo>
                    <a:pt x="114299" y="94583"/>
                  </a:lnTo>
                  <a:lnTo>
                    <a:pt x="155543" y="94583"/>
                  </a:lnTo>
                  <a:lnTo>
                    <a:pt x="64007" y="189166"/>
                  </a:lnTo>
                  <a:lnTo>
                    <a:pt x="161639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50364" y="3810476"/>
              <a:ext cx="170783" cy="20440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8456200" y="3720465"/>
              <a:ext cx="181610" cy="294640"/>
            </a:xfrm>
            <a:custGeom>
              <a:avLst/>
              <a:gdLst/>
              <a:ahLst/>
              <a:cxnLst/>
              <a:rect l="l" t="t" r="r" b="b"/>
              <a:pathLst>
                <a:path w="181609" h="294639">
                  <a:moveTo>
                    <a:pt x="181451" y="122015"/>
                  </a:moveTo>
                  <a:lnTo>
                    <a:pt x="149447" y="122015"/>
                  </a:lnTo>
                  <a:lnTo>
                    <a:pt x="149447" y="0"/>
                  </a:lnTo>
                  <a:lnTo>
                    <a:pt x="181451" y="0"/>
                  </a:lnTo>
                  <a:lnTo>
                    <a:pt x="181451" y="122015"/>
                  </a:lnTo>
                  <a:close/>
                </a:path>
                <a:path w="181609" h="294639">
                  <a:moveTo>
                    <a:pt x="82391" y="294417"/>
                  </a:moveTo>
                  <a:lnTo>
                    <a:pt x="35148" y="280273"/>
                  </a:lnTo>
                  <a:lnTo>
                    <a:pt x="5715" y="237755"/>
                  </a:lnTo>
                  <a:lnTo>
                    <a:pt x="0" y="196786"/>
                  </a:lnTo>
                  <a:lnTo>
                    <a:pt x="1690" y="173911"/>
                  </a:lnTo>
                  <a:lnTo>
                    <a:pt x="14787" y="134984"/>
                  </a:lnTo>
                  <a:lnTo>
                    <a:pt x="53351" y="97059"/>
                  </a:lnTo>
                  <a:lnTo>
                    <a:pt x="90011" y="90011"/>
                  </a:lnTo>
                  <a:lnTo>
                    <a:pt x="109156" y="92011"/>
                  </a:lnTo>
                  <a:lnTo>
                    <a:pt x="125444" y="98012"/>
                  </a:lnTo>
                  <a:lnTo>
                    <a:pt x="138874" y="108013"/>
                  </a:lnTo>
                  <a:lnTo>
                    <a:pt x="144844" y="115919"/>
                  </a:lnTo>
                  <a:lnTo>
                    <a:pt x="94583" y="115919"/>
                  </a:lnTo>
                  <a:lnTo>
                    <a:pt x="80780" y="117324"/>
                  </a:lnTo>
                  <a:lnTo>
                    <a:pt x="41886" y="148676"/>
                  </a:lnTo>
                  <a:lnTo>
                    <a:pt x="33528" y="195262"/>
                  </a:lnTo>
                  <a:lnTo>
                    <a:pt x="34409" y="211526"/>
                  </a:lnTo>
                  <a:lnTo>
                    <a:pt x="48768" y="248602"/>
                  </a:lnTo>
                  <a:lnTo>
                    <a:pt x="91535" y="268509"/>
                  </a:lnTo>
                  <a:lnTo>
                    <a:pt x="140987" y="268509"/>
                  </a:lnTo>
                  <a:lnTo>
                    <a:pt x="136826" y="273803"/>
                  </a:lnTo>
                  <a:lnTo>
                    <a:pt x="121634" y="285261"/>
                  </a:lnTo>
                  <a:lnTo>
                    <a:pt x="103584" y="292130"/>
                  </a:lnTo>
                  <a:lnTo>
                    <a:pt x="82391" y="294417"/>
                  </a:lnTo>
                  <a:close/>
                </a:path>
                <a:path w="181609" h="294639">
                  <a:moveTo>
                    <a:pt x="140987" y="268509"/>
                  </a:moveTo>
                  <a:lnTo>
                    <a:pt x="91535" y="268509"/>
                  </a:lnTo>
                  <a:lnTo>
                    <a:pt x="103560" y="267351"/>
                  </a:lnTo>
                  <a:lnTo>
                    <a:pt x="114585" y="263890"/>
                  </a:lnTo>
                  <a:lnTo>
                    <a:pt x="145827" y="228028"/>
                  </a:lnTo>
                  <a:lnTo>
                    <a:pt x="149447" y="201358"/>
                  </a:lnTo>
                  <a:lnTo>
                    <a:pt x="149447" y="172402"/>
                  </a:lnTo>
                  <a:lnTo>
                    <a:pt x="134207" y="132683"/>
                  </a:lnTo>
                  <a:lnTo>
                    <a:pt x="94583" y="115919"/>
                  </a:lnTo>
                  <a:lnTo>
                    <a:pt x="144844" y="115919"/>
                  </a:lnTo>
                  <a:lnTo>
                    <a:pt x="149447" y="122015"/>
                  </a:lnTo>
                  <a:lnTo>
                    <a:pt x="181451" y="122015"/>
                  </a:lnTo>
                  <a:lnTo>
                    <a:pt x="181451" y="257746"/>
                  </a:lnTo>
                  <a:lnTo>
                    <a:pt x="149447" y="257746"/>
                  </a:lnTo>
                  <a:lnTo>
                    <a:pt x="140987" y="268509"/>
                  </a:lnTo>
                  <a:close/>
                </a:path>
                <a:path w="181609" h="294639">
                  <a:moveTo>
                    <a:pt x="181451" y="289845"/>
                  </a:moveTo>
                  <a:lnTo>
                    <a:pt x="149447" y="289845"/>
                  </a:lnTo>
                  <a:lnTo>
                    <a:pt x="149447" y="257746"/>
                  </a:lnTo>
                  <a:lnTo>
                    <a:pt x="181451" y="257746"/>
                  </a:lnTo>
                  <a:lnTo>
                    <a:pt x="181451" y="2898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8768810" y="3737229"/>
            <a:ext cx="161925" cy="319405"/>
          </a:xfrm>
          <a:custGeom>
            <a:avLst/>
            <a:gdLst/>
            <a:ahLst/>
            <a:cxnLst/>
            <a:rect l="l" t="t" r="r" b="b"/>
            <a:pathLst>
              <a:path w="161925" h="319404">
                <a:moveTo>
                  <a:pt x="28955" y="318801"/>
                </a:moveTo>
                <a:lnTo>
                  <a:pt x="0" y="318801"/>
                </a:lnTo>
                <a:lnTo>
                  <a:pt x="131159" y="0"/>
                </a:lnTo>
                <a:lnTo>
                  <a:pt x="161639" y="0"/>
                </a:lnTo>
                <a:lnTo>
                  <a:pt x="28955" y="3188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979312" y="3799808"/>
            <a:ext cx="164687" cy="186023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9232392" y="3714369"/>
            <a:ext cx="100965" cy="365125"/>
          </a:xfrm>
          <a:custGeom>
            <a:avLst/>
            <a:gdLst/>
            <a:ahLst/>
            <a:cxnLst/>
            <a:rect l="l" t="t" r="r" b="b"/>
            <a:pathLst>
              <a:path w="100965" h="365125">
                <a:moveTo>
                  <a:pt x="33623" y="364521"/>
                </a:moveTo>
                <a:lnTo>
                  <a:pt x="0" y="364521"/>
                </a:lnTo>
                <a:lnTo>
                  <a:pt x="30058" y="323928"/>
                </a:lnTo>
                <a:lnTo>
                  <a:pt x="51518" y="279880"/>
                </a:lnTo>
                <a:lnTo>
                  <a:pt x="64387" y="232384"/>
                </a:lnTo>
                <a:lnTo>
                  <a:pt x="68675" y="181451"/>
                </a:lnTo>
                <a:lnTo>
                  <a:pt x="64387" y="130810"/>
                </a:lnTo>
                <a:lnTo>
                  <a:pt x="51518" y="83867"/>
                </a:lnTo>
                <a:lnTo>
                  <a:pt x="30058" y="40353"/>
                </a:lnTo>
                <a:lnTo>
                  <a:pt x="0" y="0"/>
                </a:lnTo>
                <a:lnTo>
                  <a:pt x="33623" y="0"/>
                </a:lnTo>
                <a:lnTo>
                  <a:pt x="62745" y="39496"/>
                </a:lnTo>
                <a:lnTo>
                  <a:pt x="83724" y="82724"/>
                </a:lnTo>
                <a:lnTo>
                  <a:pt x="96416" y="129953"/>
                </a:lnTo>
                <a:lnTo>
                  <a:pt x="100679" y="181451"/>
                </a:lnTo>
                <a:lnTo>
                  <a:pt x="96416" y="233241"/>
                </a:lnTo>
                <a:lnTo>
                  <a:pt x="83724" y="281023"/>
                </a:lnTo>
                <a:lnTo>
                  <a:pt x="62745" y="324786"/>
                </a:lnTo>
                <a:lnTo>
                  <a:pt x="33623" y="36452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49928" y="4443507"/>
            <a:ext cx="109823" cy="109823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28166" y="4413027"/>
            <a:ext cx="186023" cy="230314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6005" y="4413027"/>
            <a:ext cx="176974" cy="234886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1811559" y="4413027"/>
            <a:ext cx="318770" cy="230504"/>
          </a:xfrm>
          <a:custGeom>
            <a:avLst/>
            <a:gdLst/>
            <a:ahLst/>
            <a:cxnLst/>
            <a:rect l="l" t="t" r="r" b="b"/>
            <a:pathLst>
              <a:path w="318769" h="230504">
                <a:moveTo>
                  <a:pt x="318706" y="230314"/>
                </a:moveTo>
                <a:lnTo>
                  <a:pt x="282130" y="230314"/>
                </a:lnTo>
                <a:lnTo>
                  <a:pt x="282130" y="100679"/>
                </a:lnTo>
                <a:lnTo>
                  <a:pt x="281535" y="83502"/>
                </a:lnTo>
                <a:lnTo>
                  <a:pt x="264628" y="40124"/>
                </a:lnTo>
                <a:lnTo>
                  <a:pt x="231838" y="30479"/>
                </a:lnTo>
                <a:lnTo>
                  <a:pt x="220954" y="31670"/>
                </a:lnTo>
                <a:lnTo>
                  <a:pt x="186523" y="62675"/>
                </a:lnTo>
                <a:lnTo>
                  <a:pt x="176879" y="102203"/>
                </a:lnTo>
                <a:lnTo>
                  <a:pt x="176879" y="230314"/>
                </a:lnTo>
                <a:lnTo>
                  <a:pt x="140303" y="230314"/>
                </a:lnTo>
                <a:lnTo>
                  <a:pt x="140303" y="96107"/>
                </a:lnTo>
                <a:lnTo>
                  <a:pt x="137160" y="67167"/>
                </a:lnTo>
                <a:lnTo>
                  <a:pt x="127730" y="46684"/>
                </a:lnTo>
                <a:lnTo>
                  <a:pt x="112014" y="34505"/>
                </a:lnTo>
                <a:lnTo>
                  <a:pt x="90011" y="30479"/>
                </a:lnTo>
                <a:lnTo>
                  <a:pt x="78889" y="31646"/>
                </a:lnTo>
                <a:lnTo>
                  <a:pt x="44053" y="60532"/>
                </a:lnTo>
                <a:lnTo>
                  <a:pt x="35051" y="102203"/>
                </a:lnTo>
                <a:lnTo>
                  <a:pt x="35051" y="230314"/>
                </a:lnTo>
                <a:lnTo>
                  <a:pt x="0" y="230314"/>
                </a:lnTo>
                <a:lnTo>
                  <a:pt x="0" y="4571"/>
                </a:lnTo>
                <a:lnTo>
                  <a:pt x="35051" y="4571"/>
                </a:lnTo>
                <a:lnTo>
                  <a:pt x="35051" y="41147"/>
                </a:lnTo>
                <a:lnTo>
                  <a:pt x="36575" y="41147"/>
                </a:lnTo>
                <a:lnTo>
                  <a:pt x="49687" y="23145"/>
                </a:lnTo>
                <a:lnTo>
                  <a:pt x="65960" y="10286"/>
                </a:lnTo>
                <a:lnTo>
                  <a:pt x="85090" y="2571"/>
                </a:lnTo>
                <a:lnTo>
                  <a:pt x="106775" y="0"/>
                </a:lnTo>
                <a:lnTo>
                  <a:pt x="117681" y="833"/>
                </a:lnTo>
                <a:lnTo>
                  <a:pt x="153828" y="19359"/>
                </a:lnTo>
                <a:lnTo>
                  <a:pt x="169259" y="45719"/>
                </a:lnTo>
                <a:lnTo>
                  <a:pt x="183299" y="25717"/>
                </a:lnTo>
                <a:lnTo>
                  <a:pt x="200358" y="11429"/>
                </a:lnTo>
                <a:lnTo>
                  <a:pt x="220560" y="2857"/>
                </a:lnTo>
                <a:lnTo>
                  <a:pt x="244030" y="0"/>
                </a:lnTo>
                <a:lnTo>
                  <a:pt x="276272" y="5714"/>
                </a:lnTo>
                <a:lnTo>
                  <a:pt x="299656" y="22859"/>
                </a:lnTo>
                <a:lnTo>
                  <a:pt x="313896" y="51434"/>
                </a:lnTo>
                <a:lnTo>
                  <a:pt x="318706" y="91439"/>
                </a:lnTo>
                <a:lnTo>
                  <a:pt x="318706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82177" y="4413027"/>
            <a:ext cx="196691" cy="234886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2520683" y="4269587"/>
            <a:ext cx="3562985" cy="436245"/>
          </a:xfrm>
          <a:custGeom>
            <a:avLst/>
            <a:gdLst/>
            <a:ahLst/>
            <a:cxnLst/>
            <a:rect l="l" t="t" r="r" b="b"/>
            <a:pathLst>
              <a:path w="3562985" h="436245">
                <a:moveTo>
                  <a:pt x="414820" y="21336"/>
                </a:moveTo>
                <a:lnTo>
                  <a:pt x="384340" y="21336"/>
                </a:lnTo>
                <a:lnTo>
                  <a:pt x="384340" y="45808"/>
                </a:lnTo>
                <a:lnTo>
                  <a:pt x="384340" y="79336"/>
                </a:lnTo>
                <a:lnTo>
                  <a:pt x="83921" y="79336"/>
                </a:lnTo>
                <a:lnTo>
                  <a:pt x="83921" y="45808"/>
                </a:lnTo>
                <a:lnTo>
                  <a:pt x="384340" y="45808"/>
                </a:lnTo>
                <a:lnTo>
                  <a:pt x="384340" y="21336"/>
                </a:lnTo>
                <a:lnTo>
                  <a:pt x="53441" y="21336"/>
                </a:lnTo>
                <a:lnTo>
                  <a:pt x="53441" y="204406"/>
                </a:lnTo>
                <a:lnTo>
                  <a:pt x="50241" y="269341"/>
                </a:lnTo>
                <a:lnTo>
                  <a:pt x="40436" y="324548"/>
                </a:lnTo>
                <a:lnTo>
                  <a:pt x="23787" y="370027"/>
                </a:lnTo>
                <a:lnTo>
                  <a:pt x="0" y="405765"/>
                </a:lnTo>
                <a:lnTo>
                  <a:pt x="6362" y="412648"/>
                </a:lnTo>
                <a:lnTo>
                  <a:pt x="12001" y="419671"/>
                </a:lnTo>
                <a:lnTo>
                  <a:pt x="17360" y="426986"/>
                </a:lnTo>
                <a:lnTo>
                  <a:pt x="22860" y="434721"/>
                </a:lnTo>
                <a:lnTo>
                  <a:pt x="45059" y="401612"/>
                </a:lnTo>
                <a:lnTo>
                  <a:pt x="62179" y="362623"/>
                </a:lnTo>
                <a:lnTo>
                  <a:pt x="74307" y="317779"/>
                </a:lnTo>
                <a:lnTo>
                  <a:pt x="81534" y="267068"/>
                </a:lnTo>
                <a:lnTo>
                  <a:pt x="83921" y="210502"/>
                </a:lnTo>
                <a:lnTo>
                  <a:pt x="83921" y="105244"/>
                </a:lnTo>
                <a:lnTo>
                  <a:pt x="384340" y="105244"/>
                </a:lnTo>
                <a:lnTo>
                  <a:pt x="384340" y="114388"/>
                </a:lnTo>
                <a:lnTo>
                  <a:pt x="414820" y="114388"/>
                </a:lnTo>
                <a:lnTo>
                  <a:pt x="414820" y="105244"/>
                </a:lnTo>
                <a:lnTo>
                  <a:pt x="414820" y="79336"/>
                </a:lnTo>
                <a:lnTo>
                  <a:pt x="414820" y="45808"/>
                </a:lnTo>
                <a:lnTo>
                  <a:pt x="414820" y="21336"/>
                </a:lnTo>
                <a:close/>
              </a:path>
              <a:path w="3562985" h="436245">
                <a:moveTo>
                  <a:pt x="420916" y="291376"/>
                </a:moveTo>
                <a:lnTo>
                  <a:pt x="274523" y="291376"/>
                </a:lnTo>
                <a:lnTo>
                  <a:pt x="274523" y="262420"/>
                </a:lnTo>
                <a:lnTo>
                  <a:pt x="364528" y="262420"/>
                </a:lnTo>
                <a:lnTo>
                  <a:pt x="364528" y="271564"/>
                </a:lnTo>
                <a:lnTo>
                  <a:pt x="393484" y="271564"/>
                </a:lnTo>
                <a:lnTo>
                  <a:pt x="393484" y="262420"/>
                </a:lnTo>
                <a:lnTo>
                  <a:pt x="393484" y="239560"/>
                </a:lnTo>
                <a:lnTo>
                  <a:pt x="393484" y="207454"/>
                </a:lnTo>
                <a:lnTo>
                  <a:pt x="393484" y="183070"/>
                </a:lnTo>
                <a:lnTo>
                  <a:pt x="364528" y="183070"/>
                </a:lnTo>
                <a:lnTo>
                  <a:pt x="364528" y="207454"/>
                </a:lnTo>
                <a:lnTo>
                  <a:pt x="364528" y="239560"/>
                </a:lnTo>
                <a:lnTo>
                  <a:pt x="274523" y="239560"/>
                </a:lnTo>
                <a:lnTo>
                  <a:pt x="274523" y="207454"/>
                </a:lnTo>
                <a:lnTo>
                  <a:pt x="364528" y="207454"/>
                </a:lnTo>
                <a:lnTo>
                  <a:pt x="364528" y="183070"/>
                </a:lnTo>
                <a:lnTo>
                  <a:pt x="274523" y="183070"/>
                </a:lnTo>
                <a:lnTo>
                  <a:pt x="274523" y="155638"/>
                </a:lnTo>
                <a:lnTo>
                  <a:pt x="274523" y="154114"/>
                </a:lnTo>
                <a:lnTo>
                  <a:pt x="350227" y="151638"/>
                </a:lnTo>
                <a:lnTo>
                  <a:pt x="383273" y="150037"/>
                </a:lnTo>
                <a:lnTo>
                  <a:pt x="413296" y="148018"/>
                </a:lnTo>
                <a:lnTo>
                  <a:pt x="407200" y="123532"/>
                </a:lnTo>
                <a:lnTo>
                  <a:pt x="99161" y="134302"/>
                </a:lnTo>
                <a:lnTo>
                  <a:pt x="101180" y="141135"/>
                </a:lnTo>
                <a:lnTo>
                  <a:pt x="102781" y="147828"/>
                </a:lnTo>
                <a:lnTo>
                  <a:pt x="104063" y="154114"/>
                </a:lnTo>
                <a:lnTo>
                  <a:pt x="105257" y="160210"/>
                </a:lnTo>
                <a:lnTo>
                  <a:pt x="245567" y="155638"/>
                </a:lnTo>
                <a:lnTo>
                  <a:pt x="245567" y="183070"/>
                </a:lnTo>
                <a:lnTo>
                  <a:pt x="245567" y="207454"/>
                </a:lnTo>
                <a:lnTo>
                  <a:pt x="245567" y="239560"/>
                </a:lnTo>
                <a:lnTo>
                  <a:pt x="155549" y="239560"/>
                </a:lnTo>
                <a:lnTo>
                  <a:pt x="155549" y="207454"/>
                </a:lnTo>
                <a:lnTo>
                  <a:pt x="245567" y="207454"/>
                </a:lnTo>
                <a:lnTo>
                  <a:pt x="245567" y="183070"/>
                </a:lnTo>
                <a:lnTo>
                  <a:pt x="128117" y="183070"/>
                </a:lnTo>
                <a:lnTo>
                  <a:pt x="128117" y="271564"/>
                </a:lnTo>
                <a:lnTo>
                  <a:pt x="155549" y="271564"/>
                </a:lnTo>
                <a:lnTo>
                  <a:pt x="155549" y="262420"/>
                </a:lnTo>
                <a:lnTo>
                  <a:pt x="245567" y="262420"/>
                </a:lnTo>
                <a:lnTo>
                  <a:pt x="245567" y="291376"/>
                </a:lnTo>
                <a:lnTo>
                  <a:pt x="106781" y="291376"/>
                </a:lnTo>
                <a:lnTo>
                  <a:pt x="106781" y="433197"/>
                </a:lnTo>
                <a:lnTo>
                  <a:pt x="137261" y="433197"/>
                </a:lnTo>
                <a:lnTo>
                  <a:pt x="137261" y="314236"/>
                </a:lnTo>
                <a:lnTo>
                  <a:pt x="245567" y="314236"/>
                </a:lnTo>
                <a:lnTo>
                  <a:pt x="245567" y="355473"/>
                </a:lnTo>
                <a:lnTo>
                  <a:pt x="225894" y="356374"/>
                </a:lnTo>
                <a:lnTo>
                  <a:pt x="185940" y="357619"/>
                </a:lnTo>
                <a:lnTo>
                  <a:pt x="166217" y="358521"/>
                </a:lnTo>
                <a:lnTo>
                  <a:pt x="170789" y="385953"/>
                </a:lnTo>
                <a:lnTo>
                  <a:pt x="257759" y="379476"/>
                </a:lnTo>
                <a:lnTo>
                  <a:pt x="297802" y="376948"/>
                </a:lnTo>
                <a:lnTo>
                  <a:pt x="335572" y="375285"/>
                </a:lnTo>
                <a:lnTo>
                  <a:pt x="338620" y="381381"/>
                </a:lnTo>
                <a:lnTo>
                  <a:pt x="341668" y="385953"/>
                </a:lnTo>
                <a:lnTo>
                  <a:pt x="343192" y="392049"/>
                </a:lnTo>
                <a:lnTo>
                  <a:pt x="369100" y="381381"/>
                </a:lnTo>
                <a:lnTo>
                  <a:pt x="366179" y="375285"/>
                </a:lnTo>
                <a:lnTo>
                  <a:pt x="361124" y="364744"/>
                </a:lnTo>
                <a:lnTo>
                  <a:pt x="355765" y="353949"/>
                </a:lnTo>
                <a:lnTo>
                  <a:pt x="345744" y="333717"/>
                </a:lnTo>
                <a:lnTo>
                  <a:pt x="338620" y="318808"/>
                </a:lnTo>
                <a:lnTo>
                  <a:pt x="314147" y="331000"/>
                </a:lnTo>
                <a:lnTo>
                  <a:pt x="317195" y="337096"/>
                </a:lnTo>
                <a:lnTo>
                  <a:pt x="321856" y="343281"/>
                </a:lnTo>
                <a:lnTo>
                  <a:pt x="324904" y="350901"/>
                </a:lnTo>
                <a:lnTo>
                  <a:pt x="312280" y="351802"/>
                </a:lnTo>
                <a:lnTo>
                  <a:pt x="287096" y="353047"/>
                </a:lnTo>
                <a:lnTo>
                  <a:pt x="274523" y="353949"/>
                </a:lnTo>
                <a:lnTo>
                  <a:pt x="274523" y="314236"/>
                </a:lnTo>
                <a:lnTo>
                  <a:pt x="391960" y="314236"/>
                </a:lnTo>
                <a:lnTo>
                  <a:pt x="391960" y="379857"/>
                </a:lnTo>
                <a:lnTo>
                  <a:pt x="390512" y="389864"/>
                </a:lnTo>
                <a:lnTo>
                  <a:pt x="386054" y="397002"/>
                </a:lnTo>
                <a:lnTo>
                  <a:pt x="378460" y="401294"/>
                </a:lnTo>
                <a:lnTo>
                  <a:pt x="367576" y="402717"/>
                </a:lnTo>
                <a:lnTo>
                  <a:pt x="356692" y="402450"/>
                </a:lnTo>
                <a:lnTo>
                  <a:pt x="344512" y="401764"/>
                </a:lnTo>
                <a:lnTo>
                  <a:pt x="315671" y="399669"/>
                </a:lnTo>
                <a:lnTo>
                  <a:pt x="317919" y="408508"/>
                </a:lnTo>
                <a:lnTo>
                  <a:pt x="319900" y="416623"/>
                </a:lnTo>
                <a:lnTo>
                  <a:pt x="321322" y="423887"/>
                </a:lnTo>
                <a:lnTo>
                  <a:pt x="321856" y="430149"/>
                </a:lnTo>
                <a:lnTo>
                  <a:pt x="376720" y="430149"/>
                </a:lnTo>
                <a:lnTo>
                  <a:pt x="396481" y="427532"/>
                </a:lnTo>
                <a:lnTo>
                  <a:pt x="410248" y="419481"/>
                </a:lnTo>
                <a:lnTo>
                  <a:pt x="418299" y="405714"/>
                </a:lnTo>
                <a:lnTo>
                  <a:pt x="418693" y="402717"/>
                </a:lnTo>
                <a:lnTo>
                  <a:pt x="420916" y="385953"/>
                </a:lnTo>
                <a:lnTo>
                  <a:pt x="420916" y="314236"/>
                </a:lnTo>
                <a:lnTo>
                  <a:pt x="420916" y="291376"/>
                </a:lnTo>
                <a:close/>
              </a:path>
              <a:path w="3562985" h="436245">
                <a:moveTo>
                  <a:pt x="501777" y="108292"/>
                </a:moveTo>
                <a:lnTo>
                  <a:pt x="472821" y="100672"/>
                </a:lnTo>
                <a:lnTo>
                  <a:pt x="467956" y="131622"/>
                </a:lnTo>
                <a:lnTo>
                  <a:pt x="462495" y="160388"/>
                </a:lnTo>
                <a:lnTo>
                  <a:pt x="456463" y="187147"/>
                </a:lnTo>
                <a:lnTo>
                  <a:pt x="449872" y="212026"/>
                </a:lnTo>
                <a:lnTo>
                  <a:pt x="474179" y="218236"/>
                </a:lnTo>
                <a:lnTo>
                  <a:pt x="480441" y="219646"/>
                </a:lnTo>
                <a:lnTo>
                  <a:pt x="486994" y="190474"/>
                </a:lnTo>
                <a:lnTo>
                  <a:pt x="492823" y="162293"/>
                </a:lnTo>
                <a:lnTo>
                  <a:pt x="497801" y="134950"/>
                </a:lnTo>
                <a:lnTo>
                  <a:pt x="501777" y="108292"/>
                </a:lnTo>
                <a:close/>
              </a:path>
              <a:path w="3562985" h="436245">
                <a:moveTo>
                  <a:pt x="605510" y="141922"/>
                </a:moveTo>
                <a:lnTo>
                  <a:pt x="583374" y="102196"/>
                </a:lnTo>
                <a:lnTo>
                  <a:pt x="567309" y="76288"/>
                </a:lnTo>
                <a:lnTo>
                  <a:pt x="547497" y="85432"/>
                </a:lnTo>
                <a:lnTo>
                  <a:pt x="547497" y="1524"/>
                </a:lnTo>
                <a:lnTo>
                  <a:pt x="513969" y="1524"/>
                </a:lnTo>
                <a:lnTo>
                  <a:pt x="513969" y="434721"/>
                </a:lnTo>
                <a:lnTo>
                  <a:pt x="547497" y="434721"/>
                </a:lnTo>
                <a:lnTo>
                  <a:pt x="547497" y="102196"/>
                </a:lnTo>
                <a:lnTo>
                  <a:pt x="555485" y="115341"/>
                </a:lnTo>
                <a:lnTo>
                  <a:pt x="563308" y="129489"/>
                </a:lnTo>
                <a:lnTo>
                  <a:pt x="570865" y="144500"/>
                </a:lnTo>
                <a:lnTo>
                  <a:pt x="577977" y="160210"/>
                </a:lnTo>
                <a:lnTo>
                  <a:pt x="605510" y="141922"/>
                </a:lnTo>
                <a:close/>
              </a:path>
              <a:path w="3562985" h="436245">
                <a:moveTo>
                  <a:pt x="887641" y="384429"/>
                </a:moveTo>
                <a:lnTo>
                  <a:pt x="759536" y="384429"/>
                </a:lnTo>
                <a:lnTo>
                  <a:pt x="759536" y="266979"/>
                </a:lnTo>
                <a:lnTo>
                  <a:pt x="866216" y="266979"/>
                </a:lnTo>
                <a:lnTo>
                  <a:pt x="866216" y="236410"/>
                </a:lnTo>
                <a:lnTo>
                  <a:pt x="759536" y="236410"/>
                </a:lnTo>
                <a:lnTo>
                  <a:pt x="759536" y="129628"/>
                </a:lnTo>
                <a:lnTo>
                  <a:pt x="873836" y="129628"/>
                </a:lnTo>
                <a:lnTo>
                  <a:pt x="873836" y="99148"/>
                </a:lnTo>
                <a:lnTo>
                  <a:pt x="759536" y="99148"/>
                </a:lnTo>
                <a:lnTo>
                  <a:pt x="759536" y="3048"/>
                </a:lnTo>
                <a:lnTo>
                  <a:pt x="724382" y="3048"/>
                </a:lnTo>
                <a:lnTo>
                  <a:pt x="724382" y="99148"/>
                </a:lnTo>
                <a:lnTo>
                  <a:pt x="664946" y="99148"/>
                </a:lnTo>
                <a:lnTo>
                  <a:pt x="670166" y="84289"/>
                </a:lnTo>
                <a:lnTo>
                  <a:pt x="674662" y="69430"/>
                </a:lnTo>
                <a:lnTo>
                  <a:pt x="678878" y="54571"/>
                </a:lnTo>
                <a:lnTo>
                  <a:pt x="683234" y="39712"/>
                </a:lnTo>
                <a:lnTo>
                  <a:pt x="648182" y="30568"/>
                </a:lnTo>
                <a:lnTo>
                  <a:pt x="637590" y="71475"/>
                </a:lnTo>
                <a:lnTo>
                  <a:pt x="623976" y="111963"/>
                </a:lnTo>
                <a:lnTo>
                  <a:pt x="607212" y="152171"/>
                </a:lnTo>
                <a:lnTo>
                  <a:pt x="587133" y="192214"/>
                </a:lnTo>
                <a:lnTo>
                  <a:pt x="592518" y="195313"/>
                </a:lnTo>
                <a:lnTo>
                  <a:pt x="599363" y="199834"/>
                </a:lnTo>
                <a:lnTo>
                  <a:pt x="607352" y="205498"/>
                </a:lnTo>
                <a:lnTo>
                  <a:pt x="616178" y="212026"/>
                </a:lnTo>
                <a:lnTo>
                  <a:pt x="626414" y="191452"/>
                </a:lnTo>
                <a:lnTo>
                  <a:pt x="636371" y="170865"/>
                </a:lnTo>
                <a:lnTo>
                  <a:pt x="645756" y="150266"/>
                </a:lnTo>
                <a:lnTo>
                  <a:pt x="654278" y="129628"/>
                </a:lnTo>
                <a:lnTo>
                  <a:pt x="724382" y="129628"/>
                </a:lnTo>
                <a:lnTo>
                  <a:pt x="724382" y="236410"/>
                </a:lnTo>
                <a:lnTo>
                  <a:pt x="611606" y="236410"/>
                </a:lnTo>
                <a:lnTo>
                  <a:pt x="611606" y="266979"/>
                </a:lnTo>
                <a:lnTo>
                  <a:pt x="724382" y="266979"/>
                </a:lnTo>
                <a:lnTo>
                  <a:pt x="724382" y="384429"/>
                </a:lnTo>
                <a:lnTo>
                  <a:pt x="582561" y="384429"/>
                </a:lnTo>
                <a:lnTo>
                  <a:pt x="582561" y="414909"/>
                </a:lnTo>
                <a:lnTo>
                  <a:pt x="887641" y="414909"/>
                </a:lnTo>
                <a:lnTo>
                  <a:pt x="887641" y="384429"/>
                </a:lnTo>
                <a:close/>
              </a:path>
              <a:path w="3562985" h="436245">
                <a:moveTo>
                  <a:pt x="1326845" y="38188"/>
                </a:moveTo>
                <a:lnTo>
                  <a:pt x="908977" y="38188"/>
                </a:lnTo>
                <a:lnTo>
                  <a:pt x="908977" y="73253"/>
                </a:lnTo>
                <a:lnTo>
                  <a:pt x="1119390" y="73253"/>
                </a:lnTo>
                <a:lnTo>
                  <a:pt x="1089672" y="118262"/>
                </a:lnTo>
                <a:lnTo>
                  <a:pt x="1056932" y="160261"/>
                </a:lnTo>
                <a:lnTo>
                  <a:pt x="1021232" y="199301"/>
                </a:lnTo>
                <a:lnTo>
                  <a:pt x="982611" y="235407"/>
                </a:lnTo>
                <a:lnTo>
                  <a:pt x="941108" y="268617"/>
                </a:lnTo>
                <a:lnTo>
                  <a:pt x="896785" y="298996"/>
                </a:lnTo>
                <a:lnTo>
                  <a:pt x="903376" y="306997"/>
                </a:lnTo>
                <a:lnTo>
                  <a:pt x="909548" y="314998"/>
                </a:lnTo>
                <a:lnTo>
                  <a:pt x="915428" y="322999"/>
                </a:lnTo>
                <a:lnTo>
                  <a:pt x="921169" y="331000"/>
                </a:lnTo>
                <a:lnTo>
                  <a:pt x="960488" y="303530"/>
                </a:lnTo>
                <a:lnTo>
                  <a:pt x="997915" y="274078"/>
                </a:lnTo>
                <a:lnTo>
                  <a:pt x="1033373" y="242493"/>
                </a:lnTo>
                <a:lnTo>
                  <a:pt x="1066774" y="208648"/>
                </a:lnTo>
                <a:lnTo>
                  <a:pt x="1098054" y="172402"/>
                </a:lnTo>
                <a:lnTo>
                  <a:pt x="1098054" y="433197"/>
                </a:lnTo>
                <a:lnTo>
                  <a:pt x="1134630" y="433197"/>
                </a:lnTo>
                <a:lnTo>
                  <a:pt x="1134630" y="172402"/>
                </a:lnTo>
                <a:lnTo>
                  <a:pt x="1134630" y="158686"/>
                </a:lnTo>
                <a:lnTo>
                  <a:pt x="1110246" y="158686"/>
                </a:lnTo>
                <a:lnTo>
                  <a:pt x="1126528" y="134366"/>
                </a:lnTo>
                <a:lnTo>
                  <a:pt x="1141107" y="111925"/>
                </a:lnTo>
                <a:lnTo>
                  <a:pt x="1153998" y="91516"/>
                </a:lnTo>
                <a:lnTo>
                  <a:pt x="1165199" y="73253"/>
                </a:lnTo>
                <a:lnTo>
                  <a:pt x="1326845" y="73253"/>
                </a:lnTo>
                <a:lnTo>
                  <a:pt x="1326845" y="38188"/>
                </a:lnTo>
                <a:close/>
              </a:path>
              <a:path w="3562985" h="436245">
                <a:moveTo>
                  <a:pt x="1337513" y="274612"/>
                </a:moveTo>
                <a:lnTo>
                  <a:pt x="1299184" y="248564"/>
                </a:lnTo>
                <a:lnTo>
                  <a:pt x="1259890" y="222935"/>
                </a:lnTo>
                <a:lnTo>
                  <a:pt x="1219758" y="197586"/>
                </a:lnTo>
                <a:lnTo>
                  <a:pt x="1178915" y="172402"/>
                </a:lnTo>
                <a:lnTo>
                  <a:pt x="1157579" y="202882"/>
                </a:lnTo>
                <a:lnTo>
                  <a:pt x="1191272" y="224066"/>
                </a:lnTo>
                <a:lnTo>
                  <a:pt x="1228267" y="248843"/>
                </a:lnTo>
                <a:lnTo>
                  <a:pt x="1268425" y="277329"/>
                </a:lnTo>
                <a:lnTo>
                  <a:pt x="1311605" y="309664"/>
                </a:lnTo>
                <a:lnTo>
                  <a:pt x="1337513" y="274612"/>
                </a:lnTo>
                <a:close/>
              </a:path>
              <a:path w="3562985" h="436245">
                <a:moveTo>
                  <a:pt x="1784324" y="276123"/>
                </a:moveTo>
                <a:lnTo>
                  <a:pt x="1726412" y="276123"/>
                </a:lnTo>
                <a:lnTo>
                  <a:pt x="1726412" y="219646"/>
                </a:lnTo>
                <a:lnTo>
                  <a:pt x="1726412" y="190690"/>
                </a:lnTo>
                <a:lnTo>
                  <a:pt x="1726412" y="134302"/>
                </a:lnTo>
                <a:lnTo>
                  <a:pt x="1726412" y="105244"/>
                </a:lnTo>
                <a:lnTo>
                  <a:pt x="1691271" y="105244"/>
                </a:lnTo>
                <a:lnTo>
                  <a:pt x="1691271" y="134302"/>
                </a:lnTo>
                <a:lnTo>
                  <a:pt x="1691271" y="190690"/>
                </a:lnTo>
                <a:lnTo>
                  <a:pt x="1691271" y="219646"/>
                </a:lnTo>
                <a:lnTo>
                  <a:pt x="1691271" y="276123"/>
                </a:lnTo>
                <a:lnTo>
                  <a:pt x="1584591" y="276123"/>
                </a:lnTo>
                <a:lnTo>
                  <a:pt x="1584591" y="219646"/>
                </a:lnTo>
                <a:lnTo>
                  <a:pt x="1691271" y="219646"/>
                </a:lnTo>
                <a:lnTo>
                  <a:pt x="1691271" y="190690"/>
                </a:lnTo>
                <a:lnTo>
                  <a:pt x="1584591" y="190690"/>
                </a:lnTo>
                <a:lnTo>
                  <a:pt x="1584591" y="134302"/>
                </a:lnTo>
                <a:lnTo>
                  <a:pt x="1691271" y="134302"/>
                </a:lnTo>
                <a:lnTo>
                  <a:pt x="1691271" y="105244"/>
                </a:lnTo>
                <a:lnTo>
                  <a:pt x="1584591" y="105244"/>
                </a:lnTo>
                <a:lnTo>
                  <a:pt x="1584591" y="56476"/>
                </a:lnTo>
                <a:lnTo>
                  <a:pt x="1767560" y="56476"/>
                </a:lnTo>
                <a:lnTo>
                  <a:pt x="1767560" y="25908"/>
                </a:lnTo>
                <a:lnTo>
                  <a:pt x="1366456" y="25908"/>
                </a:lnTo>
                <a:lnTo>
                  <a:pt x="1366456" y="56476"/>
                </a:lnTo>
                <a:lnTo>
                  <a:pt x="1549438" y="56476"/>
                </a:lnTo>
                <a:lnTo>
                  <a:pt x="1549438" y="105244"/>
                </a:lnTo>
                <a:lnTo>
                  <a:pt x="1549438" y="134302"/>
                </a:lnTo>
                <a:lnTo>
                  <a:pt x="1549438" y="190690"/>
                </a:lnTo>
                <a:lnTo>
                  <a:pt x="1549438" y="219646"/>
                </a:lnTo>
                <a:lnTo>
                  <a:pt x="1549438" y="276123"/>
                </a:lnTo>
                <a:lnTo>
                  <a:pt x="1442758" y="276123"/>
                </a:lnTo>
                <a:lnTo>
                  <a:pt x="1442758" y="219646"/>
                </a:lnTo>
                <a:lnTo>
                  <a:pt x="1549438" y="219646"/>
                </a:lnTo>
                <a:lnTo>
                  <a:pt x="1549438" y="190690"/>
                </a:lnTo>
                <a:lnTo>
                  <a:pt x="1442758" y="190690"/>
                </a:lnTo>
                <a:lnTo>
                  <a:pt x="1442758" y="134302"/>
                </a:lnTo>
                <a:lnTo>
                  <a:pt x="1549438" y="134302"/>
                </a:lnTo>
                <a:lnTo>
                  <a:pt x="1549438" y="105244"/>
                </a:lnTo>
                <a:lnTo>
                  <a:pt x="1407604" y="105244"/>
                </a:lnTo>
                <a:lnTo>
                  <a:pt x="1407604" y="276123"/>
                </a:lnTo>
                <a:lnTo>
                  <a:pt x="1351216" y="276123"/>
                </a:lnTo>
                <a:lnTo>
                  <a:pt x="1351216" y="306603"/>
                </a:lnTo>
                <a:lnTo>
                  <a:pt x="1407604" y="306603"/>
                </a:lnTo>
                <a:lnTo>
                  <a:pt x="1407604" y="430149"/>
                </a:lnTo>
                <a:lnTo>
                  <a:pt x="1442758" y="430149"/>
                </a:lnTo>
                <a:lnTo>
                  <a:pt x="1442758" y="306603"/>
                </a:lnTo>
                <a:lnTo>
                  <a:pt x="1691271" y="306603"/>
                </a:lnTo>
                <a:lnTo>
                  <a:pt x="1691271" y="370713"/>
                </a:lnTo>
                <a:lnTo>
                  <a:pt x="1689569" y="381571"/>
                </a:lnTo>
                <a:lnTo>
                  <a:pt x="1684604" y="389001"/>
                </a:lnTo>
                <a:lnTo>
                  <a:pt x="1676476" y="393001"/>
                </a:lnTo>
                <a:lnTo>
                  <a:pt x="1667738" y="393458"/>
                </a:lnTo>
                <a:lnTo>
                  <a:pt x="1636407" y="393382"/>
                </a:lnTo>
                <a:lnTo>
                  <a:pt x="1620354" y="392925"/>
                </a:lnTo>
                <a:lnTo>
                  <a:pt x="1602879" y="392049"/>
                </a:lnTo>
                <a:lnTo>
                  <a:pt x="1604899" y="400900"/>
                </a:lnTo>
                <a:lnTo>
                  <a:pt x="1606499" y="409194"/>
                </a:lnTo>
                <a:lnTo>
                  <a:pt x="1607807" y="416902"/>
                </a:lnTo>
                <a:lnTo>
                  <a:pt x="1608975" y="424053"/>
                </a:lnTo>
                <a:lnTo>
                  <a:pt x="1629803" y="424903"/>
                </a:lnTo>
                <a:lnTo>
                  <a:pt x="1648790" y="425196"/>
                </a:lnTo>
                <a:lnTo>
                  <a:pt x="1665757" y="424903"/>
                </a:lnTo>
                <a:lnTo>
                  <a:pt x="1680603" y="424053"/>
                </a:lnTo>
                <a:lnTo>
                  <a:pt x="1700657" y="421170"/>
                </a:lnTo>
                <a:lnTo>
                  <a:pt x="1714969" y="412432"/>
                </a:lnTo>
                <a:lnTo>
                  <a:pt x="1723555" y="397687"/>
                </a:lnTo>
                <a:lnTo>
                  <a:pt x="1724113" y="393573"/>
                </a:lnTo>
                <a:lnTo>
                  <a:pt x="1726412" y="376809"/>
                </a:lnTo>
                <a:lnTo>
                  <a:pt x="1726412" y="306603"/>
                </a:lnTo>
                <a:lnTo>
                  <a:pt x="1784324" y="306603"/>
                </a:lnTo>
                <a:lnTo>
                  <a:pt x="1784324" y="276123"/>
                </a:lnTo>
                <a:close/>
              </a:path>
              <a:path w="3562985" h="436245">
                <a:moveTo>
                  <a:pt x="2165616" y="16764"/>
                </a:moveTo>
                <a:lnTo>
                  <a:pt x="2132088" y="16764"/>
                </a:lnTo>
                <a:lnTo>
                  <a:pt x="2132088" y="47345"/>
                </a:lnTo>
                <a:lnTo>
                  <a:pt x="2132088" y="85445"/>
                </a:lnTo>
                <a:lnTo>
                  <a:pt x="2132088" y="114401"/>
                </a:lnTo>
                <a:lnTo>
                  <a:pt x="2132088" y="152590"/>
                </a:lnTo>
                <a:lnTo>
                  <a:pt x="1900250" y="152590"/>
                </a:lnTo>
                <a:lnTo>
                  <a:pt x="1900250" y="114401"/>
                </a:lnTo>
                <a:lnTo>
                  <a:pt x="2132088" y="114401"/>
                </a:lnTo>
                <a:lnTo>
                  <a:pt x="2132088" y="85445"/>
                </a:lnTo>
                <a:lnTo>
                  <a:pt x="1900250" y="85445"/>
                </a:lnTo>
                <a:lnTo>
                  <a:pt x="1900250" y="47345"/>
                </a:lnTo>
                <a:lnTo>
                  <a:pt x="2132088" y="47345"/>
                </a:lnTo>
                <a:lnTo>
                  <a:pt x="2132088" y="16764"/>
                </a:lnTo>
                <a:lnTo>
                  <a:pt x="1866722" y="16764"/>
                </a:lnTo>
                <a:lnTo>
                  <a:pt x="1866722" y="199834"/>
                </a:lnTo>
                <a:lnTo>
                  <a:pt x="1900250" y="199834"/>
                </a:lnTo>
                <a:lnTo>
                  <a:pt x="1900250" y="181546"/>
                </a:lnTo>
                <a:lnTo>
                  <a:pt x="2132088" y="181546"/>
                </a:lnTo>
                <a:lnTo>
                  <a:pt x="2132088" y="199834"/>
                </a:lnTo>
                <a:lnTo>
                  <a:pt x="2165616" y="199834"/>
                </a:lnTo>
                <a:lnTo>
                  <a:pt x="2165616" y="181546"/>
                </a:lnTo>
                <a:lnTo>
                  <a:pt x="2165616" y="152590"/>
                </a:lnTo>
                <a:lnTo>
                  <a:pt x="2165616" y="114401"/>
                </a:lnTo>
                <a:lnTo>
                  <a:pt x="2165616" y="85445"/>
                </a:lnTo>
                <a:lnTo>
                  <a:pt x="2165616" y="47345"/>
                </a:lnTo>
                <a:lnTo>
                  <a:pt x="2165616" y="16764"/>
                </a:lnTo>
                <a:close/>
              </a:path>
              <a:path w="3562985" h="436245">
                <a:moveTo>
                  <a:pt x="2235720" y="382905"/>
                </a:moveTo>
                <a:lnTo>
                  <a:pt x="2182291" y="384670"/>
                </a:lnTo>
                <a:lnTo>
                  <a:pt x="2131847" y="385572"/>
                </a:lnTo>
                <a:lnTo>
                  <a:pt x="2040547" y="385953"/>
                </a:lnTo>
                <a:lnTo>
                  <a:pt x="2040547" y="382905"/>
                </a:lnTo>
                <a:lnTo>
                  <a:pt x="2040547" y="324904"/>
                </a:lnTo>
                <a:lnTo>
                  <a:pt x="2196096" y="324904"/>
                </a:lnTo>
                <a:lnTo>
                  <a:pt x="2196096" y="294424"/>
                </a:lnTo>
                <a:lnTo>
                  <a:pt x="2040547" y="294424"/>
                </a:lnTo>
                <a:lnTo>
                  <a:pt x="2040547" y="250228"/>
                </a:lnTo>
                <a:lnTo>
                  <a:pt x="2228100" y="250228"/>
                </a:lnTo>
                <a:lnTo>
                  <a:pt x="2228100" y="219646"/>
                </a:lnTo>
                <a:lnTo>
                  <a:pt x="1805660" y="219646"/>
                </a:lnTo>
                <a:lnTo>
                  <a:pt x="1805660" y="250228"/>
                </a:lnTo>
                <a:lnTo>
                  <a:pt x="2005495" y="250228"/>
                </a:lnTo>
                <a:lnTo>
                  <a:pt x="2005495" y="382905"/>
                </a:lnTo>
                <a:lnTo>
                  <a:pt x="1974532" y="374599"/>
                </a:lnTo>
                <a:lnTo>
                  <a:pt x="1947875" y="360984"/>
                </a:lnTo>
                <a:lnTo>
                  <a:pt x="1932279" y="347853"/>
                </a:lnTo>
                <a:lnTo>
                  <a:pt x="1925243" y="341934"/>
                </a:lnTo>
                <a:lnTo>
                  <a:pt x="1906346" y="317284"/>
                </a:lnTo>
                <a:lnTo>
                  <a:pt x="1910892" y="306971"/>
                </a:lnTo>
                <a:lnTo>
                  <a:pt x="1915299" y="296519"/>
                </a:lnTo>
                <a:lnTo>
                  <a:pt x="1919414" y="285775"/>
                </a:lnTo>
                <a:lnTo>
                  <a:pt x="1923110" y="274612"/>
                </a:lnTo>
                <a:lnTo>
                  <a:pt x="1889582" y="263944"/>
                </a:lnTo>
                <a:lnTo>
                  <a:pt x="1874126" y="308838"/>
                </a:lnTo>
                <a:lnTo>
                  <a:pt x="1852955" y="347611"/>
                </a:lnTo>
                <a:lnTo>
                  <a:pt x="1826056" y="380390"/>
                </a:lnTo>
                <a:lnTo>
                  <a:pt x="1793468" y="407289"/>
                </a:lnTo>
                <a:lnTo>
                  <a:pt x="1800021" y="415023"/>
                </a:lnTo>
                <a:lnTo>
                  <a:pt x="1805851" y="422338"/>
                </a:lnTo>
                <a:lnTo>
                  <a:pt x="1810829" y="429361"/>
                </a:lnTo>
                <a:lnTo>
                  <a:pt x="1814804" y="436245"/>
                </a:lnTo>
                <a:lnTo>
                  <a:pt x="1836775" y="417957"/>
                </a:lnTo>
                <a:lnTo>
                  <a:pt x="1856955" y="397192"/>
                </a:lnTo>
                <a:lnTo>
                  <a:pt x="1875104" y="373875"/>
                </a:lnTo>
                <a:lnTo>
                  <a:pt x="1891106" y="347853"/>
                </a:lnTo>
                <a:lnTo>
                  <a:pt x="1915058" y="377863"/>
                </a:lnTo>
                <a:lnTo>
                  <a:pt x="1982431" y="412153"/>
                </a:lnTo>
                <a:lnTo>
                  <a:pt x="2025307" y="416433"/>
                </a:lnTo>
                <a:lnTo>
                  <a:pt x="2063559" y="417309"/>
                </a:lnTo>
                <a:lnTo>
                  <a:pt x="2223528" y="417957"/>
                </a:lnTo>
                <a:lnTo>
                  <a:pt x="2226068" y="409905"/>
                </a:lnTo>
                <a:lnTo>
                  <a:pt x="2229053" y="401574"/>
                </a:lnTo>
                <a:lnTo>
                  <a:pt x="2232304" y="392671"/>
                </a:lnTo>
                <a:lnTo>
                  <a:pt x="2234654" y="385953"/>
                </a:lnTo>
                <a:lnTo>
                  <a:pt x="2235720" y="382905"/>
                </a:lnTo>
                <a:close/>
              </a:path>
              <a:path w="3562985" h="436245">
                <a:moveTo>
                  <a:pt x="2617000" y="239547"/>
                </a:moveTo>
                <a:lnTo>
                  <a:pt x="2581948" y="239547"/>
                </a:lnTo>
                <a:lnTo>
                  <a:pt x="2581948" y="271564"/>
                </a:lnTo>
                <a:lnTo>
                  <a:pt x="2581948" y="373761"/>
                </a:lnTo>
                <a:lnTo>
                  <a:pt x="2347061" y="373761"/>
                </a:lnTo>
                <a:lnTo>
                  <a:pt x="2347061" y="271564"/>
                </a:lnTo>
                <a:lnTo>
                  <a:pt x="2581948" y="271564"/>
                </a:lnTo>
                <a:lnTo>
                  <a:pt x="2581948" y="239547"/>
                </a:lnTo>
                <a:lnTo>
                  <a:pt x="2312009" y="239547"/>
                </a:lnTo>
                <a:lnTo>
                  <a:pt x="2312009" y="434721"/>
                </a:lnTo>
                <a:lnTo>
                  <a:pt x="2347061" y="434721"/>
                </a:lnTo>
                <a:lnTo>
                  <a:pt x="2347061" y="404241"/>
                </a:lnTo>
                <a:lnTo>
                  <a:pt x="2581948" y="404241"/>
                </a:lnTo>
                <a:lnTo>
                  <a:pt x="2581948" y="433197"/>
                </a:lnTo>
                <a:lnTo>
                  <a:pt x="2617000" y="433197"/>
                </a:lnTo>
                <a:lnTo>
                  <a:pt x="2617000" y="404241"/>
                </a:lnTo>
                <a:lnTo>
                  <a:pt x="2617000" y="373761"/>
                </a:lnTo>
                <a:lnTo>
                  <a:pt x="2617000" y="271564"/>
                </a:lnTo>
                <a:lnTo>
                  <a:pt x="2617000" y="239547"/>
                </a:lnTo>
                <a:close/>
              </a:path>
              <a:path w="3562985" h="436245">
                <a:moveTo>
                  <a:pt x="2682633" y="161734"/>
                </a:moveTo>
                <a:lnTo>
                  <a:pt x="2636113" y="140639"/>
                </a:lnTo>
                <a:lnTo>
                  <a:pt x="2593543" y="115836"/>
                </a:lnTo>
                <a:lnTo>
                  <a:pt x="2583472" y="108394"/>
                </a:lnTo>
                <a:lnTo>
                  <a:pt x="2583472" y="152590"/>
                </a:lnTo>
                <a:lnTo>
                  <a:pt x="2348585" y="152590"/>
                </a:lnTo>
                <a:lnTo>
                  <a:pt x="2382583" y="126847"/>
                </a:lnTo>
                <a:lnTo>
                  <a:pt x="2413597" y="100114"/>
                </a:lnTo>
                <a:lnTo>
                  <a:pt x="2441460" y="72555"/>
                </a:lnTo>
                <a:lnTo>
                  <a:pt x="2466035" y="44284"/>
                </a:lnTo>
                <a:lnTo>
                  <a:pt x="2492083" y="74269"/>
                </a:lnTo>
                <a:lnTo>
                  <a:pt x="2520137" y="102400"/>
                </a:lnTo>
                <a:lnTo>
                  <a:pt x="2550503" y="128562"/>
                </a:lnTo>
                <a:lnTo>
                  <a:pt x="2583472" y="152590"/>
                </a:lnTo>
                <a:lnTo>
                  <a:pt x="2583472" y="108394"/>
                </a:lnTo>
                <a:lnTo>
                  <a:pt x="2554859" y="87223"/>
                </a:lnTo>
                <a:lnTo>
                  <a:pt x="2519997" y="54737"/>
                </a:lnTo>
                <a:lnTo>
                  <a:pt x="2511082" y="44284"/>
                </a:lnTo>
                <a:lnTo>
                  <a:pt x="2488895" y="18288"/>
                </a:lnTo>
                <a:lnTo>
                  <a:pt x="2499563" y="6096"/>
                </a:lnTo>
                <a:lnTo>
                  <a:pt x="2449271" y="6096"/>
                </a:lnTo>
                <a:lnTo>
                  <a:pt x="2419096" y="43434"/>
                </a:lnTo>
                <a:lnTo>
                  <a:pt x="2383485" y="78498"/>
                </a:lnTo>
                <a:lnTo>
                  <a:pt x="2342527" y="111213"/>
                </a:lnTo>
                <a:lnTo>
                  <a:pt x="2296287" y="141516"/>
                </a:lnTo>
                <a:lnTo>
                  <a:pt x="2244852" y="169354"/>
                </a:lnTo>
                <a:lnTo>
                  <a:pt x="2251430" y="178231"/>
                </a:lnTo>
                <a:lnTo>
                  <a:pt x="2257437" y="186690"/>
                </a:lnTo>
                <a:lnTo>
                  <a:pt x="2262898" y="194856"/>
                </a:lnTo>
                <a:lnTo>
                  <a:pt x="2267813" y="202882"/>
                </a:lnTo>
                <a:lnTo>
                  <a:pt x="2285581" y="192595"/>
                </a:lnTo>
                <a:lnTo>
                  <a:pt x="2302484" y="182308"/>
                </a:lnTo>
                <a:lnTo>
                  <a:pt x="2318816" y="172021"/>
                </a:lnTo>
                <a:lnTo>
                  <a:pt x="2334869" y="161734"/>
                </a:lnTo>
                <a:lnTo>
                  <a:pt x="2334869" y="183070"/>
                </a:lnTo>
                <a:lnTo>
                  <a:pt x="2592616" y="183070"/>
                </a:lnTo>
                <a:lnTo>
                  <a:pt x="2592616" y="161734"/>
                </a:lnTo>
                <a:lnTo>
                  <a:pt x="2592616" y="158686"/>
                </a:lnTo>
                <a:lnTo>
                  <a:pt x="2608669" y="168922"/>
                </a:lnTo>
                <a:lnTo>
                  <a:pt x="2625001" y="178879"/>
                </a:lnTo>
                <a:lnTo>
                  <a:pt x="2641904" y="188264"/>
                </a:lnTo>
                <a:lnTo>
                  <a:pt x="2659672" y="196786"/>
                </a:lnTo>
                <a:lnTo>
                  <a:pt x="2664536" y="188734"/>
                </a:lnTo>
                <a:lnTo>
                  <a:pt x="2669971" y="180403"/>
                </a:lnTo>
                <a:lnTo>
                  <a:pt x="2682633" y="161734"/>
                </a:lnTo>
                <a:close/>
              </a:path>
              <a:path w="3562985" h="436245">
                <a:moveTo>
                  <a:pt x="2793873" y="259359"/>
                </a:moveTo>
                <a:lnTo>
                  <a:pt x="2775775" y="252501"/>
                </a:lnTo>
                <a:lnTo>
                  <a:pt x="2767088" y="249072"/>
                </a:lnTo>
                <a:lnTo>
                  <a:pt x="2758821" y="245643"/>
                </a:lnTo>
                <a:lnTo>
                  <a:pt x="2744876" y="290741"/>
                </a:lnTo>
                <a:lnTo>
                  <a:pt x="2730627" y="334276"/>
                </a:lnTo>
                <a:lnTo>
                  <a:pt x="2716390" y="375818"/>
                </a:lnTo>
                <a:lnTo>
                  <a:pt x="2702433" y="414909"/>
                </a:lnTo>
                <a:lnTo>
                  <a:pt x="2739009" y="428625"/>
                </a:lnTo>
                <a:lnTo>
                  <a:pt x="2751010" y="389750"/>
                </a:lnTo>
                <a:lnTo>
                  <a:pt x="2764155" y="348564"/>
                </a:lnTo>
                <a:lnTo>
                  <a:pt x="2778442" y="305104"/>
                </a:lnTo>
                <a:lnTo>
                  <a:pt x="2793873" y="259359"/>
                </a:lnTo>
                <a:close/>
              </a:path>
              <a:path w="3562985" h="436245">
                <a:moveTo>
                  <a:pt x="2793873" y="178498"/>
                </a:moveTo>
                <a:lnTo>
                  <a:pt x="2771876" y="161061"/>
                </a:lnTo>
                <a:lnTo>
                  <a:pt x="2751582" y="145338"/>
                </a:lnTo>
                <a:lnTo>
                  <a:pt x="2733014" y="131305"/>
                </a:lnTo>
                <a:lnTo>
                  <a:pt x="2716149" y="118960"/>
                </a:lnTo>
                <a:lnTo>
                  <a:pt x="2694813" y="144970"/>
                </a:lnTo>
                <a:lnTo>
                  <a:pt x="2707957" y="155803"/>
                </a:lnTo>
                <a:lnTo>
                  <a:pt x="2724531" y="169926"/>
                </a:lnTo>
                <a:lnTo>
                  <a:pt x="2744432" y="187096"/>
                </a:lnTo>
                <a:lnTo>
                  <a:pt x="2767965" y="207454"/>
                </a:lnTo>
                <a:lnTo>
                  <a:pt x="2773095" y="201434"/>
                </a:lnTo>
                <a:lnTo>
                  <a:pt x="2779204" y="194691"/>
                </a:lnTo>
                <a:lnTo>
                  <a:pt x="2786100" y="187185"/>
                </a:lnTo>
                <a:lnTo>
                  <a:pt x="2793873" y="178498"/>
                </a:lnTo>
                <a:close/>
              </a:path>
              <a:path w="3562985" h="436245">
                <a:moveTo>
                  <a:pt x="2809113" y="70192"/>
                </a:moveTo>
                <a:lnTo>
                  <a:pt x="2789072" y="52463"/>
                </a:lnTo>
                <a:lnTo>
                  <a:pt x="2769870" y="35864"/>
                </a:lnTo>
                <a:lnTo>
                  <a:pt x="2751251" y="20396"/>
                </a:lnTo>
                <a:lnTo>
                  <a:pt x="2732913" y="6096"/>
                </a:lnTo>
                <a:lnTo>
                  <a:pt x="2711577" y="28956"/>
                </a:lnTo>
                <a:lnTo>
                  <a:pt x="2783205" y="96100"/>
                </a:lnTo>
                <a:lnTo>
                  <a:pt x="2788970" y="90131"/>
                </a:lnTo>
                <a:lnTo>
                  <a:pt x="2795016" y="83718"/>
                </a:lnTo>
                <a:lnTo>
                  <a:pt x="2801645" y="77038"/>
                </a:lnTo>
                <a:lnTo>
                  <a:pt x="2809113" y="70192"/>
                </a:lnTo>
                <a:close/>
              </a:path>
              <a:path w="3562985" h="436245">
                <a:moveTo>
                  <a:pt x="3129445" y="204406"/>
                </a:moveTo>
                <a:lnTo>
                  <a:pt x="2987611" y="204406"/>
                </a:lnTo>
                <a:lnTo>
                  <a:pt x="2987611" y="111340"/>
                </a:lnTo>
                <a:lnTo>
                  <a:pt x="3108109" y="111340"/>
                </a:lnTo>
                <a:lnTo>
                  <a:pt x="3108109" y="79336"/>
                </a:lnTo>
                <a:lnTo>
                  <a:pt x="2987611" y="79336"/>
                </a:lnTo>
                <a:lnTo>
                  <a:pt x="2987611" y="0"/>
                </a:lnTo>
                <a:lnTo>
                  <a:pt x="2952470" y="0"/>
                </a:lnTo>
                <a:lnTo>
                  <a:pt x="2952470" y="79336"/>
                </a:lnTo>
                <a:lnTo>
                  <a:pt x="2836646" y="79336"/>
                </a:lnTo>
                <a:lnTo>
                  <a:pt x="2836646" y="111340"/>
                </a:lnTo>
                <a:lnTo>
                  <a:pt x="2952470" y="111340"/>
                </a:lnTo>
                <a:lnTo>
                  <a:pt x="2952470" y="204406"/>
                </a:lnTo>
                <a:lnTo>
                  <a:pt x="2813685" y="204406"/>
                </a:lnTo>
                <a:lnTo>
                  <a:pt x="2813685" y="236410"/>
                </a:lnTo>
                <a:lnTo>
                  <a:pt x="2929610" y="236410"/>
                </a:lnTo>
                <a:lnTo>
                  <a:pt x="2916771" y="259041"/>
                </a:lnTo>
                <a:lnTo>
                  <a:pt x="2889961" y="302514"/>
                </a:lnTo>
                <a:lnTo>
                  <a:pt x="2862554" y="341147"/>
                </a:lnTo>
                <a:lnTo>
                  <a:pt x="2821406" y="373761"/>
                </a:lnTo>
                <a:lnTo>
                  <a:pt x="2838170" y="411861"/>
                </a:lnTo>
                <a:lnTo>
                  <a:pt x="3063824" y="392049"/>
                </a:lnTo>
                <a:lnTo>
                  <a:pt x="3069552" y="402094"/>
                </a:lnTo>
                <a:lnTo>
                  <a:pt x="3075444" y="411861"/>
                </a:lnTo>
                <a:lnTo>
                  <a:pt x="3081604" y="421627"/>
                </a:lnTo>
                <a:lnTo>
                  <a:pt x="3088208" y="431673"/>
                </a:lnTo>
                <a:lnTo>
                  <a:pt x="3096285" y="426859"/>
                </a:lnTo>
                <a:lnTo>
                  <a:pt x="3104477" y="421767"/>
                </a:lnTo>
                <a:lnTo>
                  <a:pt x="3112947" y="416674"/>
                </a:lnTo>
                <a:lnTo>
                  <a:pt x="3097898" y="375285"/>
                </a:lnTo>
                <a:lnTo>
                  <a:pt x="3074873" y="341706"/>
                </a:lnTo>
                <a:lnTo>
                  <a:pt x="3052292" y="310197"/>
                </a:lnTo>
                <a:lnTo>
                  <a:pt x="3030296" y="280695"/>
                </a:lnTo>
                <a:lnTo>
                  <a:pt x="3001327" y="298996"/>
                </a:lnTo>
                <a:lnTo>
                  <a:pt x="3022854" y="329895"/>
                </a:lnTo>
                <a:lnTo>
                  <a:pt x="3034119" y="346214"/>
                </a:lnTo>
                <a:lnTo>
                  <a:pt x="3045536" y="363093"/>
                </a:lnTo>
                <a:lnTo>
                  <a:pt x="3003461" y="367144"/>
                </a:lnTo>
                <a:lnTo>
                  <a:pt x="2961665" y="370332"/>
                </a:lnTo>
                <a:lnTo>
                  <a:pt x="2877794" y="375285"/>
                </a:lnTo>
                <a:lnTo>
                  <a:pt x="2901581" y="344347"/>
                </a:lnTo>
                <a:lnTo>
                  <a:pt x="2925241" y="310997"/>
                </a:lnTo>
                <a:lnTo>
                  <a:pt x="2949206" y="275069"/>
                </a:lnTo>
                <a:lnTo>
                  <a:pt x="2973895" y="236410"/>
                </a:lnTo>
                <a:lnTo>
                  <a:pt x="3129445" y="236410"/>
                </a:lnTo>
                <a:lnTo>
                  <a:pt x="3129445" y="204406"/>
                </a:lnTo>
                <a:close/>
              </a:path>
              <a:path w="3562985" h="436245">
                <a:moveTo>
                  <a:pt x="3330714" y="73240"/>
                </a:moveTo>
                <a:lnTo>
                  <a:pt x="3295662" y="73240"/>
                </a:lnTo>
                <a:lnTo>
                  <a:pt x="3295662" y="105257"/>
                </a:lnTo>
                <a:lnTo>
                  <a:pt x="3295662" y="212026"/>
                </a:lnTo>
                <a:lnTo>
                  <a:pt x="3295662" y="244132"/>
                </a:lnTo>
                <a:lnTo>
                  <a:pt x="3295662" y="353949"/>
                </a:lnTo>
                <a:lnTo>
                  <a:pt x="3196501" y="353949"/>
                </a:lnTo>
                <a:lnTo>
                  <a:pt x="3196501" y="244132"/>
                </a:lnTo>
                <a:lnTo>
                  <a:pt x="3295662" y="244132"/>
                </a:lnTo>
                <a:lnTo>
                  <a:pt x="3295662" y="212026"/>
                </a:lnTo>
                <a:lnTo>
                  <a:pt x="3196501" y="212026"/>
                </a:lnTo>
                <a:lnTo>
                  <a:pt x="3196501" y="105257"/>
                </a:lnTo>
                <a:lnTo>
                  <a:pt x="3295662" y="105257"/>
                </a:lnTo>
                <a:lnTo>
                  <a:pt x="3295662" y="73240"/>
                </a:lnTo>
                <a:lnTo>
                  <a:pt x="3242322" y="73240"/>
                </a:lnTo>
                <a:lnTo>
                  <a:pt x="3249180" y="58127"/>
                </a:lnTo>
                <a:lnTo>
                  <a:pt x="3256038" y="42570"/>
                </a:lnTo>
                <a:lnTo>
                  <a:pt x="3262896" y="26695"/>
                </a:lnTo>
                <a:lnTo>
                  <a:pt x="3269754" y="10668"/>
                </a:lnTo>
                <a:lnTo>
                  <a:pt x="3233178" y="0"/>
                </a:lnTo>
                <a:lnTo>
                  <a:pt x="3227120" y="16586"/>
                </a:lnTo>
                <a:lnTo>
                  <a:pt x="3220516" y="34340"/>
                </a:lnTo>
                <a:lnTo>
                  <a:pt x="3213366" y="53225"/>
                </a:lnTo>
                <a:lnTo>
                  <a:pt x="3205645" y="73240"/>
                </a:lnTo>
                <a:lnTo>
                  <a:pt x="3161449" y="73240"/>
                </a:lnTo>
                <a:lnTo>
                  <a:pt x="3161449" y="424053"/>
                </a:lnTo>
                <a:lnTo>
                  <a:pt x="3196501" y="424053"/>
                </a:lnTo>
                <a:lnTo>
                  <a:pt x="3196501" y="387477"/>
                </a:lnTo>
                <a:lnTo>
                  <a:pt x="3295662" y="387477"/>
                </a:lnTo>
                <a:lnTo>
                  <a:pt x="3295662" y="421005"/>
                </a:lnTo>
                <a:lnTo>
                  <a:pt x="3330714" y="421005"/>
                </a:lnTo>
                <a:lnTo>
                  <a:pt x="3330714" y="387477"/>
                </a:lnTo>
                <a:lnTo>
                  <a:pt x="3330714" y="353949"/>
                </a:lnTo>
                <a:lnTo>
                  <a:pt x="3330714" y="244132"/>
                </a:lnTo>
                <a:lnTo>
                  <a:pt x="3330714" y="212026"/>
                </a:lnTo>
                <a:lnTo>
                  <a:pt x="3330714" y="105257"/>
                </a:lnTo>
                <a:lnTo>
                  <a:pt x="3330714" y="73240"/>
                </a:lnTo>
                <a:close/>
              </a:path>
              <a:path w="3562985" h="436245">
                <a:moveTo>
                  <a:pt x="3480155" y="271564"/>
                </a:moveTo>
                <a:lnTo>
                  <a:pt x="3464153" y="249847"/>
                </a:lnTo>
                <a:lnTo>
                  <a:pt x="3445865" y="225983"/>
                </a:lnTo>
                <a:lnTo>
                  <a:pt x="3425291" y="200113"/>
                </a:lnTo>
                <a:lnTo>
                  <a:pt x="3402431" y="172402"/>
                </a:lnTo>
                <a:lnTo>
                  <a:pt x="3376523" y="192214"/>
                </a:lnTo>
                <a:lnTo>
                  <a:pt x="3395649" y="218262"/>
                </a:lnTo>
                <a:lnTo>
                  <a:pt x="3414052" y="243890"/>
                </a:lnTo>
                <a:lnTo>
                  <a:pt x="3431603" y="269227"/>
                </a:lnTo>
                <a:lnTo>
                  <a:pt x="3448151" y="294424"/>
                </a:lnTo>
                <a:lnTo>
                  <a:pt x="3480155" y="271564"/>
                </a:lnTo>
                <a:close/>
              </a:path>
              <a:path w="3562985" h="436245">
                <a:moveTo>
                  <a:pt x="3562553" y="71716"/>
                </a:moveTo>
                <a:lnTo>
                  <a:pt x="3420719" y="71716"/>
                </a:lnTo>
                <a:lnTo>
                  <a:pt x="3426434" y="56603"/>
                </a:lnTo>
                <a:lnTo>
                  <a:pt x="3432149" y="41046"/>
                </a:lnTo>
                <a:lnTo>
                  <a:pt x="3437864" y="25171"/>
                </a:lnTo>
                <a:lnTo>
                  <a:pt x="3443579" y="9144"/>
                </a:lnTo>
                <a:lnTo>
                  <a:pt x="3407003" y="0"/>
                </a:lnTo>
                <a:lnTo>
                  <a:pt x="3391535" y="46329"/>
                </a:lnTo>
                <a:lnTo>
                  <a:pt x="3374758" y="89065"/>
                </a:lnTo>
                <a:lnTo>
                  <a:pt x="3356559" y="128079"/>
                </a:lnTo>
                <a:lnTo>
                  <a:pt x="3336810" y="163258"/>
                </a:lnTo>
                <a:lnTo>
                  <a:pt x="3345637" y="166928"/>
                </a:lnTo>
                <a:lnTo>
                  <a:pt x="3353765" y="170878"/>
                </a:lnTo>
                <a:lnTo>
                  <a:pt x="3361017" y="174828"/>
                </a:lnTo>
                <a:lnTo>
                  <a:pt x="3367290" y="178498"/>
                </a:lnTo>
                <a:lnTo>
                  <a:pt x="3377603" y="161886"/>
                </a:lnTo>
                <a:lnTo>
                  <a:pt x="3387750" y="143967"/>
                </a:lnTo>
                <a:lnTo>
                  <a:pt x="3397593" y="124625"/>
                </a:lnTo>
                <a:lnTo>
                  <a:pt x="3407003" y="103733"/>
                </a:lnTo>
                <a:lnTo>
                  <a:pt x="3524453" y="103733"/>
                </a:lnTo>
                <a:lnTo>
                  <a:pt x="3523310" y="172402"/>
                </a:lnTo>
                <a:lnTo>
                  <a:pt x="3521989" y="227761"/>
                </a:lnTo>
                <a:lnTo>
                  <a:pt x="3520389" y="276059"/>
                </a:lnTo>
                <a:lnTo>
                  <a:pt x="3518649" y="315506"/>
                </a:lnTo>
                <a:lnTo>
                  <a:pt x="3513353" y="364566"/>
                </a:lnTo>
                <a:lnTo>
                  <a:pt x="3474059" y="389001"/>
                </a:lnTo>
                <a:lnTo>
                  <a:pt x="3455466" y="388480"/>
                </a:lnTo>
                <a:lnTo>
                  <a:pt x="3436150" y="387096"/>
                </a:lnTo>
                <a:lnTo>
                  <a:pt x="3394811" y="382905"/>
                </a:lnTo>
                <a:lnTo>
                  <a:pt x="3393287" y="382905"/>
                </a:lnTo>
                <a:lnTo>
                  <a:pt x="3395307" y="391426"/>
                </a:lnTo>
                <a:lnTo>
                  <a:pt x="3396907" y="400812"/>
                </a:lnTo>
                <a:lnTo>
                  <a:pt x="3398215" y="410768"/>
                </a:lnTo>
                <a:lnTo>
                  <a:pt x="3399383" y="421005"/>
                </a:lnTo>
                <a:lnTo>
                  <a:pt x="3440531" y="423100"/>
                </a:lnTo>
                <a:lnTo>
                  <a:pt x="3461105" y="423786"/>
                </a:lnTo>
                <a:lnTo>
                  <a:pt x="3481679" y="424053"/>
                </a:lnTo>
                <a:lnTo>
                  <a:pt x="3511994" y="419773"/>
                </a:lnTo>
                <a:lnTo>
                  <a:pt x="3534156" y="406908"/>
                </a:lnTo>
                <a:lnTo>
                  <a:pt x="3545713" y="389001"/>
                </a:lnTo>
                <a:lnTo>
                  <a:pt x="3547999" y="385483"/>
                </a:lnTo>
                <a:lnTo>
                  <a:pt x="3554819" y="331038"/>
                </a:lnTo>
                <a:lnTo>
                  <a:pt x="3557409" y="254749"/>
                </a:lnTo>
                <a:lnTo>
                  <a:pt x="3560432" y="143967"/>
                </a:lnTo>
                <a:lnTo>
                  <a:pt x="3561613" y="103733"/>
                </a:lnTo>
                <a:lnTo>
                  <a:pt x="3562553" y="717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6398895" y="4303204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3"/>
                </a:moveTo>
                <a:lnTo>
                  <a:pt x="77819" y="416433"/>
                </a:lnTo>
                <a:lnTo>
                  <a:pt x="49792" y="381126"/>
                </a:lnTo>
                <a:lnTo>
                  <a:pt x="28001" y="342875"/>
                </a:lnTo>
                <a:lnTo>
                  <a:pt x="12441" y="301684"/>
                </a:lnTo>
                <a:lnTo>
                  <a:pt x="3109" y="257559"/>
                </a:lnTo>
                <a:lnTo>
                  <a:pt x="0" y="210502"/>
                </a:lnTo>
                <a:lnTo>
                  <a:pt x="3109" y="162577"/>
                </a:lnTo>
                <a:lnTo>
                  <a:pt x="12441" y="117559"/>
                </a:lnTo>
                <a:lnTo>
                  <a:pt x="28001" y="75454"/>
                </a:lnTo>
                <a:lnTo>
                  <a:pt x="49792" y="36266"/>
                </a:lnTo>
                <a:lnTo>
                  <a:pt x="77819" y="0"/>
                </a:lnTo>
                <a:lnTo>
                  <a:pt x="115919" y="0"/>
                </a:lnTo>
                <a:lnTo>
                  <a:pt x="87892" y="36985"/>
                </a:lnTo>
                <a:lnTo>
                  <a:pt x="66101" y="76454"/>
                </a:lnTo>
                <a:lnTo>
                  <a:pt x="50541" y="118327"/>
                </a:lnTo>
                <a:lnTo>
                  <a:pt x="41209" y="162528"/>
                </a:lnTo>
                <a:lnTo>
                  <a:pt x="38099" y="208978"/>
                </a:lnTo>
                <a:lnTo>
                  <a:pt x="41209" y="255315"/>
                </a:lnTo>
                <a:lnTo>
                  <a:pt x="50541" y="299161"/>
                </a:lnTo>
                <a:lnTo>
                  <a:pt x="66101" y="340583"/>
                </a:lnTo>
                <a:lnTo>
                  <a:pt x="87892" y="379651"/>
                </a:lnTo>
                <a:lnTo>
                  <a:pt x="115919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6583388" y="4266539"/>
            <a:ext cx="3097530" cy="438150"/>
          </a:xfrm>
          <a:custGeom>
            <a:avLst/>
            <a:gdLst/>
            <a:ahLst/>
            <a:cxnLst/>
            <a:rect l="l" t="t" r="r" b="b"/>
            <a:pathLst>
              <a:path w="3097529" h="438150">
                <a:moveTo>
                  <a:pt x="126771" y="287705"/>
                </a:moveTo>
                <a:lnTo>
                  <a:pt x="120154" y="233311"/>
                </a:lnTo>
                <a:lnTo>
                  <a:pt x="100634" y="194411"/>
                </a:lnTo>
                <a:lnTo>
                  <a:pt x="85432" y="172402"/>
                </a:lnTo>
                <a:lnTo>
                  <a:pt x="93713" y="146494"/>
                </a:lnTo>
                <a:lnTo>
                  <a:pt x="102768" y="118440"/>
                </a:lnTo>
                <a:lnTo>
                  <a:pt x="112560" y="88836"/>
                </a:lnTo>
                <a:lnTo>
                  <a:pt x="123532" y="56476"/>
                </a:lnTo>
                <a:lnTo>
                  <a:pt x="123532" y="25908"/>
                </a:lnTo>
                <a:lnTo>
                  <a:pt x="0" y="25908"/>
                </a:lnTo>
                <a:lnTo>
                  <a:pt x="0" y="436245"/>
                </a:lnTo>
                <a:lnTo>
                  <a:pt x="32092" y="436245"/>
                </a:lnTo>
                <a:lnTo>
                  <a:pt x="32092" y="308140"/>
                </a:lnTo>
                <a:lnTo>
                  <a:pt x="32092" y="56476"/>
                </a:lnTo>
                <a:lnTo>
                  <a:pt x="86956" y="56476"/>
                </a:lnTo>
                <a:lnTo>
                  <a:pt x="77927" y="88531"/>
                </a:lnTo>
                <a:lnTo>
                  <a:pt x="68859" y="119773"/>
                </a:lnTo>
                <a:lnTo>
                  <a:pt x="60172" y="149580"/>
                </a:lnTo>
                <a:lnTo>
                  <a:pt x="51904" y="178498"/>
                </a:lnTo>
                <a:lnTo>
                  <a:pt x="78384" y="217373"/>
                </a:lnTo>
                <a:lnTo>
                  <a:pt x="93154" y="276898"/>
                </a:lnTo>
                <a:lnTo>
                  <a:pt x="91147" y="295186"/>
                </a:lnTo>
                <a:lnTo>
                  <a:pt x="84010" y="306616"/>
                </a:lnTo>
                <a:lnTo>
                  <a:pt x="71716" y="311188"/>
                </a:lnTo>
                <a:lnTo>
                  <a:pt x="62318" y="311772"/>
                </a:lnTo>
                <a:lnTo>
                  <a:pt x="52476" y="311378"/>
                </a:lnTo>
                <a:lnTo>
                  <a:pt x="42367" y="310108"/>
                </a:lnTo>
                <a:lnTo>
                  <a:pt x="32092" y="308140"/>
                </a:lnTo>
                <a:lnTo>
                  <a:pt x="35242" y="317284"/>
                </a:lnTo>
                <a:lnTo>
                  <a:pt x="37807" y="326428"/>
                </a:lnTo>
                <a:lnTo>
                  <a:pt x="39776" y="335419"/>
                </a:lnTo>
                <a:lnTo>
                  <a:pt x="41236" y="344805"/>
                </a:lnTo>
                <a:lnTo>
                  <a:pt x="54127" y="345668"/>
                </a:lnTo>
                <a:lnTo>
                  <a:pt x="65430" y="345948"/>
                </a:lnTo>
                <a:lnTo>
                  <a:pt x="75323" y="345668"/>
                </a:lnTo>
                <a:lnTo>
                  <a:pt x="83908" y="344805"/>
                </a:lnTo>
                <a:lnTo>
                  <a:pt x="106197" y="334695"/>
                </a:lnTo>
                <a:lnTo>
                  <a:pt x="120484" y="315760"/>
                </a:lnTo>
                <a:lnTo>
                  <a:pt x="121386" y="311772"/>
                </a:lnTo>
                <a:lnTo>
                  <a:pt x="126771" y="287705"/>
                </a:lnTo>
                <a:close/>
              </a:path>
              <a:path w="3097529" h="438150">
                <a:moveTo>
                  <a:pt x="201358" y="306616"/>
                </a:moveTo>
                <a:lnTo>
                  <a:pt x="172402" y="291376"/>
                </a:lnTo>
                <a:lnTo>
                  <a:pt x="157010" y="319747"/>
                </a:lnTo>
                <a:lnTo>
                  <a:pt x="140766" y="345668"/>
                </a:lnTo>
                <a:lnTo>
                  <a:pt x="123888" y="369671"/>
                </a:lnTo>
                <a:lnTo>
                  <a:pt x="106768" y="392049"/>
                </a:lnTo>
                <a:lnTo>
                  <a:pt x="121627" y="402526"/>
                </a:lnTo>
                <a:lnTo>
                  <a:pt x="128206" y="407263"/>
                </a:lnTo>
                <a:lnTo>
                  <a:pt x="134200" y="411861"/>
                </a:lnTo>
                <a:lnTo>
                  <a:pt x="151384" y="387286"/>
                </a:lnTo>
                <a:lnTo>
                  <a:pt x="168389" y="361556"/>
                </a:lnTo>
                <a:lnTo>
                  <a:pt x="185077" y="334695"/>
                </a:lnTo>
                <a:lnTo>
                  <a:pt x="201358" y="306616"/>
                </a:lnTo>
                <a:close/>
              </a:path>
              <a:path w="3097529" h="438150">
                <a:moveTo>
                  <a:pt x="411772" y="379857"/>
                </a:moveTo>
                <a:lnTo>
                  <a:pt x="379285" y="345706"/>
                </a:lnTo>
                <a:lnTo>
                  <a:pt x="369481" y="335419"/>
                </a:lnTo>
                <a:lnTo>
                  <a:pt x="349186" y="314413"/>
                </a:lnTo>
                <a:lnTo>
                  <a:pt x="329476" y="294424"/>
                </a:lnTo>
                <a:lnTo>
                  <a:pt x="305092" y="315760"/>
                </a:lnTo>
                <a:lnTo>
                  <a:pt x="322580" y="334670"/>
                </a:lnTo>
                <a:lnTo>
                  <a:pt x="341858" y="355993"/>
                </a:lnTo>
                <a:lnTo>
                  <a:pt x="362305" y="379056"/>
                </a:lnTo>
                <a:lnTo>
                  <a:pt x="384340" y="404241"/>
                </a:lnTo>
                <a:lnTo>
                  <a:pt x="411772" y="379857"/>
                </a:lnTo>
                <a:close/>
              </a:path>
              <a:path w="3097529" h="438150">
                <a:moveTo>
                  <a:pt x="417957" y="146494"/>
                </a:moveTo>
                <a:lnTo>
                  <a:pt x="374802" y="122453"/>
                </a:lnTo>
                <a:lnTo>
                  <a:pt x="337096" y="94005"/>
                </a:lnTo>
                <a:lnTo>
                  <a:pt x="305130" y="61277"/>
                </a:lnTo>
                <a:lnTo>
                  <a:pt x="300685" y="54952"/>
                </a:lnTo>
                <a:lnTo>
                  <a:pt x="279184" y="24384"/>
                </a:lnTo>
                <a:lnTo>
                  <a:pt x="285280" y="12192"/>
                </a:lnTo>
                <a:lnTo>
                  <a:pt x="248602" y="12192"/>
                </a:lnTo>
                <a:lnTo>
                  <a:pt x="222643" y="53111"/>
                </a:lnTo>
                <a:lnTo>
                  <a:pt x="190677" y="91147"/>
                </a:lnTo>
                <a:lnTo>
                  <a:pt x="152984" y="126339"/>
                </a:lnTo>
                <a:lnTo>
                  <a:pt x="109816" y="158686"/>
                </a:lnTo>
                <a:lnTo>
                  <a:pt x="115519" y="166662"/>
                </a:lnTo>
                <a:lnTo>
                  <a:pt x="121056" y="174498"/>
                </a:lnTo>
                <a:lnTo>
                  <a:pt x="126326" y="182041"/>
                </a:lnTo>
                <a:lnTo>
                  <a:pt x="131152" y="189166"/>
                </a:lnTo>
                <a:lnTo>
                  <a:pt x="139217" y="183184"/>
                </a:lnTo>
                <a:lnTo>
                  <a:pt x="147243" y="176784"/>
                </a:lnTo>
                <a:lnTo>
                  <a:pt x="155257" y="170091"/>
                </a:lnTo>
                <a:lnTo>
                  <a:pt x="163258" y="163258"/>
                </a:lnTo>
                <a:lnTo>
                  <a:pt x="163258" y="184594"/>
                </a:lnTo>
                <a:lnTo>
                  <a:pt x="245554" y="184594"/>
                </a:lnTo>
                <a:lnTo>
                  <a:pt x="245554" y="239458"/>
                </a:lnTo>
                <a:lnTo>
                  <a:pt x="134200" y="239458"/>
                </a:lnTo>
                <a:lnTo>
                  <a:pt x="134200" y="271564"/>
                </a:lnTo>
                <a:lnTo>
                  <a:pt x="245554" y="271564"/>
                </a:lnTo>
                <a:lnTo>
                  <a:pt x="245554" y="372237"/>
                </a:lnTo>
                <a:lnTo>
                  <a:pt x="244106" y="383120"/>
                </a:lnTo>
                <a:lnTo>
                  <a:pt x="239649" y="390715"/>
                </a:lnTo>
                <a:lnTo>
                  <a:pt x="232054" y="395173"/>
                </a:lnTo>
                <a:lnTo>
                  <a:pt x="221170" y="396621"/>
                </a:lnTo>
                <a:lnTo>
                  <a:pt x="210604" y="396354"/>
                </a:lnTo>
                <a:lnTo>
                  <a:pt x="199453" y="395668"/>
                </a:lnTo>
                <a:lnTo>
                  <a:pt x="175450" y="393573"/>
                </a:lnTo>
                <a:lnTo>
                  <a:pt x="177685" y="403580"/>
                </a:lnTo>
                <a:lnTo>
                  <a:pt x="179641" y="413004"/>
                </a:lnTo>
                <a:lnTo>
                  <a:pt x="181025" y="421868"/>
                </a:lnTo>
                <a:lnTo>
                  <a:pt x="181546" y="430149"/>
                </a:lnTo>
                <a:lnTo>
                  <a:pt x="231838" y="430149"/>
                </a:lnTo>
                <a:lnTo>
                  <a:pt x="252095" y="427012"/>
                </a:lnTo>
                <a:lnTo>
                  <a:pt x="266941" y="417576"/>
                </a:lnTo>
                <a:lnTo>
                  <a:pt x="276072" y="401866"/>
                </a:lnTo>
                <a:lnTo>
                  <a:pt x="276809" y="396621"/>
                </a:lnTo>
                <a:lnTo>
                  <a:pt x="279184" y="379857"/>
                </a:lnTo>
                <a:lnTo>
                  <a:pt x="279184" y="271564"/>
                </a:lnTo>
                <a:lnTo>
                  <a:pt x="396532" y="271564"/>
                </a:lnTo>
                <a:lnTo>
                  <a:pt x="396532" y="239458"/>
                </a:lnTo>
                <a:lnTo>
                  <a:pt x="279184" y="239458"/>
                </a:lnTo>
                <a:lnTo>
                  <a:pt x="279184" y="184594"/>
                </a:lnTo>
                <a:lnTo>
                  <a:pt x="353860" y="184594"/>
                </a:lnTo>
                <a:lnTo>
                  <a:pt x="353860" y="163258"/>
                </a:lnTo>
                <a:lnTo>
                  <a:pt x="353860" y="154114"/>
                </a:lnTo>
                <a:lnTo>
                  <a:pt x="173926" y="154114"/>
                </a:lnTo>
                <a:lnTo>
                  <a:pt x="198221" y="131724"/>
                </a:lnTo>
                <a:lnTo>
                  <a:pt x="220789" y="107924"/>
                </a:lnTo>
                <a:lnTo>
                  <a:pt x="241655" y="82435"/>
                </a:lnTo>
                <a:lnTo>
                  <a:pt x="260794" y="54952"/>
                </a:lnTo>
                <a:lnTo>
                  <a:pt x="288302" y="91262"/>
                </a:lnTo>
                <a:lnTo>
                  <a:pt x="320509" y="124726"/>
                </a:lnTo>
                <a:lnTo>
                  <a:pt x="357543" y="155333"/>
                </a:lnTo>
                <a:lnTo>
                  <a:pt x="399580" y="183070"/>
                </a:lnTo>
                <a:lnTo>
                  <a:pt x="403288" y="174777"/>
                </a:lnTo>
                <a:lnTo>
                  <a:pt x="407581" y="165925"/>
                </a:lnTo>
                <a:lnTo>
                  <a:pt x="412470" y="156489"/>
                </a:lnTo>
                <a:lnTo>
                  <a:pt x="417957" y="146494"/>
                </a:lnTo>
                <a:close/>
              </a:path>
              <a:path w="3097529" h="438150">
                <a:moveTo>
                  <a:pt x="832675" y="35140"/>
                </a:moveTo>
                <a:lnTo>
                  <a:pt x="443865" y="35140"/>
                </a:lnTo>
                <a:lnTo>
                  <a:pt x="443865" y="71716"/>
                </a:lnTo>
                <a:lnTo>
                  <a:pt x="773239" y="71716"/>
                </a:lnTo>
                <a:lnTo>
                  <a:pt x="739749" y="95707"/>
                </a:lnTo>
                <a:lnTo>
                  <a:pt x="705370" y="119545"/>
                </a:lnTo>
                <a:lnTo>
                  <a:pt x="669861" y="143129"/>
                </a:lnTo>
                <a:lnTo>
                  <a:pt x="632942" y="166306"/>
                </a:lnTo>
                <a:lnTo>
                  <a:pt x="632942" y="344805"/>
                </a:lnTo>
                <a:lnTo>
                  <a:pt x="630389" y="362800"/>
                </a:lnTo>
                <a:lnTo>
                  <a:pt x="622846" y="375666"/>
                </a:lnTo>
                <a:lnTo>
                  <a:pt x="610438" y="383374"/>
                </a:lnTo>
                <a:lnTo>
                  <a:pt x="593318" y="385953"/>
                </a:lnTo>
                <a:lnTo>
                  <a:pt x="538149" y="381876"/>
                </a:lnTo>
                <a:lnTo>
                  <a:pt x="517017" y="379857"/>
                </a:lnTo>
                <a:lnTo>
                  <a:pt x="521398" y="400621"/>
                </a:lnTo>
                <a:lnTo>
                  <a:pt x="523227" y="411365"/>
                </a:lnTo>
                <a:lnTo>
                  <a:pt x="524637" y="422529"/>
                </a:lnTo>
                <a:lnTo>
                  <a:pt x="546341" y="423405"/>
                </a:lnTo>
                <a:lnTo>
                  <a:pt x="565645" y="423862"/>
                </a:lnTo>
                <a:lnTo>
                  <a:pt x="596366" y="424053"/>
                </a:lnTo>
                <a:lnTo>
                  <a:pt x="616369" y="422910"/>
                </a:lnTo>
                <a:lnTo>
                  <a:pt x="655802" y="405765"/>
                </a:lnTo>
                <a:lnTo>
                  <a:pt x="671436" y="366331"/>
                </a:lnTo>
                <a:lnTo>
                  <a:pt x="672566" y="346329"/>
                </a:lnTo>
                <a:lnTo>
                  <a:pt x="672566" y="184594"/>
                </a:lnTo>
                <a:lnTo>
                  <a:pt x="713473" y="158292"/>
                </a:lnTo>
                <a:lnTo>
                  <a:pt x="753795" y="131965"/>
                </a:lnTo>
                <a:lnTo>
                  <a:pt x="793521" y="105651"/>
                </a:lnTo>
                <a:lnTo>
                  <a:pt x="832675" y="79336"/>
                </a:lnTo>
                <a:lnTo>
                  <a:pt x="832675" y="35140"/>
                </a:lnTo>
                <a:close/>
              </a:path>
              <a:path w="3097529" h="438150">
                <a:moveTo>
                  <a:pt x="1308544" y="369189"/>
                </a:moveTo>
                <a:lnTo>
                  <a:pt x="1168247" y="369189"/>
                </a:lnTo>
                <a:lnTo>
                  <a:pt x="1168247" y="237934"/>
                </a:lnTo>
                <a:lnTo>
                  <a:pt x="1284160" y="237934"/>
                </a:lnTo>
                <a:lnTo>
                  <a:pt x="1284160" y="205930"/>
                </a:lnTo>
                <a:lnTo>
                  <a:pt x="1168247" y="205930"/>
                </a:lnTo>
                <a:lnTo>
                  <a:pt x="1168247" y="117449"/>
                </a:lnTo>
                <a:lnTo>
                  <a:pt x="1131671" y="117449"/>
                </a:lnTo>
                <a:lnTo>
                  <a:pt x="1131671" y="205930"/>
                </a:lnTo>
                <a:lnTo>
                  <a:pt x="1018794" y="205930"/>
                </a:lnTo>
                <a:lnTo>
                  <a:pt x="1018794" y="237934"/>
                </a:lnTo>
                <a:lnTo>
                  <a:pt x="1131671" y="237934"/>
                </a:lnTo>
                <a:lnTo>
                  <a:pt x="1131671" y="369189"/>
                </a:lnTo>
                <a:lnTo>
                  <a:pt x="994410" y="369189"/>
                </a:lnTo>
                <a:lnTo>
                  <a:pt x="994410" y="399669"/>
                </a:lnTo>
                <a:lnTo>
                  <a:pt x="1308544" y="399669"/>
                </a:lnTo>
                <a:lnTo>
                  <a:pt x="1308544" y="369189"/>
                </a:lnTo>
                <a:close/>
              </a:path>
              <a:path w="3097529" h="438150">
                <a:moveTo>
                  <a:pt x="1308544" y="56476"/>
                </a:moveTo>
                <a:lnTo>
                  <a:pt x="1053846" y="56476"/>
                </a:lnTo>
                <a:lnTo>
                  <a:pt x="1058392" y="45923"/>
                </a:lnTo>
                <a:lnTo>
                  <a:pt x="1062799" y="34912"/>
                </a:lnTo>
                <a:lnTo>
                  <a:pt x="1066914" y="23609"/>
                </a:lnTo>
                <a:lnTo>
                  <a:pt x="1070610" y="12192"/>
                </a:lnTo>
                <a:lnTo>
                  <a:pt x="1034034" y="3048"/>
                </a:lnTo>
                <a:lnTo>
                  <a:pt x="1029462" y="16751"/>
                </a:lnTo>
                <a:lnTo>
                  <a:pt x="1024890" y="30340"/>
                </a:lnTo>
                <a:lnTo>
                  <a:pt x="1020318" y="43637"/>
                </a:lnTo>
                <a:lnTo>
                  <a:pt x="1015746" y="56476"/>
                </a:lnTo>
                <a:lnTo>
                  <a:pt x="886117" y="56476"/>
                </a:lnTo>
                <a:lnTo>
                  <a:pt x="886117" y="88493"/>
                </a:lnTo>
                <a:lnTo>
                  <a:pt x="1000506" y="88493"/>
                </a:lnTo>
                <a:lnTo>
                  <a:pt x="975334" y="136829"/>
                </a:lnTo>
                <a:lnTo>
                  <a:pt x="945743" y="183451"/>
                </a:lnTo>
                <a:lnTo>
                  <a:pt x="911898" y="228358"/>
                </a:lnTo>
                <a:lnTo>
                  <a:pt x="873912" y="271564"/>
                </a:lnTo>
                <a:lnTo>
                  <a:pt x="879614" y="279539"/>
                </a:lnTo>
                <a:lnTo>
                  <a:pt x="885151" y="287375"/>
                </a:lnTo>
                <a:lnTo>
                  <a:pt x="890422" y="294919"/>
                </a:lnTo>
                <a:lnTo>
                  <a:pt x="895261" y="302044"/>
                </a:lnTo>
                <a:lnTo>
                  <a:pt x="908469" y="288937"/>
                </a:lnTo>
                <a:lnTo>
                  <a:pt x="920978" y="274993"/>
                </a:lnTo>
                <a:lnTo>
                  <a:pt x="945553" y="245656"/>
                </a:lnTo>
                <a:lnTo>
                  <a:pt x="945553" y="431673"/>
                </a:lnTo>
                <a:lnTo>
                  <a:pt x="979170" y="431673"/>
                </a:lnTo>
                <a:lnTo>
                  <a:pt x="979170" y="245656"/>
                </a:lnTo>
                <a:lnTo>
                  <a:pt x="979170" y="199834"/>
                </a:lnTo>
                <a:lnTo>
                  <a:pt x="996619" y="173215"/>
                </a:lnTo>
                <a:lnTo>
                  <a:pt x="1012507" y="145872"/>
                </a:lnTo>
                <a:lnTo>
                  <a:pt x="1026960" y="117678"/>
                </a:lnTo>
                <a:lnTo>
                  <a:pt x="1040130" y="88493"/>
                </a:lnTo>
                <a:lnTo>
                  <a:pt x="1308544" y="88493"/>
                </a:lnTo>
                <a:lnTo>
                  <a:pt x="1308544" y="56476"/>
                </a:lnTo>
                <a:close/>
              </a:path>
              <a:path w="3097529" h="438150">
                <a:moveTo>
                  <a:pt x="1758416" y="378333"/>
                </a:moveTo>
                <a:lnTo>
                  <a:pt x="1721015" y="369760"/>
                </a:lnTo>
                <a:lnTo>
                  <a:pt x="1686737" y="357746"/>
                </a:lnTo>
                <a:lnTo>
                  <a:pt x="1655889" y="342290"/>
                </a:lnTo>
                <a:lnTo>
                  <a:pt x="1628775" y="323367"/>
                </a:lnTo>
                <a:lnTo>
                  <a:pt x="1726412" y="274599"/>
                </a:lnTo>
                <a:lnTo>
                  <a:pt x="1702028" y="244119"/>
                </a:lnTo>
                <a:lnTo>
                  <a:pt x="1676285" y="260680"/>
                </a:lnTo>
                <a:lnTo>
                  <a:pt x="1651685" y="275932"/>
                </a:lnTo>
                <a:lnTo>
                  <a:pt x="1628216" y="289775"/>
                </a:lnTo>
                <a:lnTo>
                  <a:pt x="1605915" y="302031"/>
                </a:lnTo>
                <a:lnTo>
                  <a:pt x="1591894" y="285445"/>
                </a:lnTo>
                <a:lnTo>
                  <a:pt x="1579435" y="267550"/>
                </a:lnTo>
                <a:lnTo>
                  <a:pt x="1568411" y="248208"/>
                </a:lnTo>
                <a:lnTo>
                  <a:pt x="1558671" y="227266"/>
                </a:lnTo>
                <a:lnTo>
                  <a:pt x="1753844" y="227266"/>
                </a:lnTo>
                <a:lnTo>
                  <a:pt x="1753844" y="196786"/>
                </a:lnTo>
                <a:lnTo>
                  <a:pt x="1557147" y="196786"/>
                </a:lnTo>
                <a:lnTo>
                  <a:pt x="1557147" y="152590"/>
                </a:lnTo>
                <a:lnTo>
                  <a:pt x="1721840" y="152590"/>
                </a:lnTo>
                <a:lnTo>
                  <a:pt x="1721840" y="122008"/>
                </a:lnTo>
                <a:lnTo>
                  <a:pt x="1557147" y="122008"/>
                </a:lnTo>
                <a:lnTo>
                  <a:pt x="1557147" y="79336"/>
                </a:lnTo>
                <a:lnTo>
                  <a:pt x="1741652" y="79336"/>
                </a:lnTo>
                <a:lnTo>
                  <a:pt x="1741652" y="48856"/>
                </a:lnTo>
                <a:lnTo>
                  <a:pt x="1557147" y="48856"/>
                </a:lnTo>
                <a:lnTo>
                  <a:pt x="1557147" y="0"/>
                </a:lnTo>
                <a:lnTo>
                  <a:pt x="1523530" y="0"/>
                </a:lnTo>
                <a:lnTo>
                  <a:pt x="1523530" y="48856"/>
                </a:lnTo>
                <a:lnTo>
                  <a:pt x="1340548" y="48856"/>
                </a:lnTo>
                <a:lnTo>
                  <a:pt x="1340548" y="79336"/>
                </a:lnTo>
                <a:lnTo>
                  <a:pt x="1523530" y="79336"/>
                </a:lnTo>
                <a:lnTo>
                  <a:pt x="1523530" y="122008"/>
                </a:lnTo>
                <a:lnTo>
                  <a:pt x="1357312" y="122008"/>
                </a:lnTo>
                <a:lnTo>
                  <a:pt x="1357312" y="152590"/>
                </a:lnTo>
                <a:lnTo>
                  <a:pt x="1523530" y="152590"/>
                </a:lnTo>
                <a:lnTo>
                  <a:pt x="1523530" y="196786"/>
                </a:lnTo>
                <a:lnTo>
                  <a:pt x="1326832" y="196786"/>
                </a:lnTo>
                <a:lnTo>
                  <a:pt x="1326832" y="227266"/>
                </a:lnTo>
                <a:lnTo>
                  <a:pt x="1499146" y="227266"/>
                </a:lnTo>
                <a:lnTo>
                  <a:pt x="1464017" y="264210"/>
                </a:lnTo>
                <a:lnTo>
                  <a:pt x="1422742" y="297268"/>
                </a:lnTo>
                <a:lnTo>
                  <a:pt x="1375435" y="326631"/>
                </a:lnTo>
                <a:lnTo>
                  <a:pt x="1322260" y="352425"/>
                </a:lnTo>
                <a:lnTo>
                  <a:pt x="1327950" y="359549"/>
                </a:lnTo>
                <a:lnTo>
                  <a:pt x="1333500" y="367093"/>
                </a:lnTo>
                <a:lnTo>
                  <a:pt x="1338757" y="374929"/>
                </a:lnTo>
                <a:lnTo>
                  <a:pt x="1343596" y="382905"/>
                </a:lnTo>
                <a:lnTo>
                  <a:pt x="1371587" y="367995"/>
                </a:lnTo>
                <a:lnTo>
                  <a:pt x="1398320" y="352793"/>
                </a:lnTo>
                <a:lnTo>
                  <a:pt x="1423619" y="337007"/>
                </a:lnTo>
                <a:lnTo>
                  <a:pt x="1447330" y="320319"/>
                </a:lnTo>
                <a:lnTo>
                  <a:pt x="1447330" y="381381"/>
                </a:lnTo>
                <a:lnTo>
                  <a:pt x="1446491" y="388835"/>
                </a:lnTo>
                <a:lnTo>
                  <a:pt x="1444091" y="395287"/>
                </a:lnTo>
                <a:lnTo>
                  <a:pt x="1440256" y="400888"/>
                </a:lnTo>
                <a:lnTo>
                  <a:pt x="1435138" y="405765"/>
                </a:lnTo>
                <a:lnTo>
                  <a:pt x="1454950" y="437769"/>
                </a:lnTo>
                <a:lnTo>
                  <a:pt x="1561033" y="395363"/>
                </a:lnTo>
                <a:lnTo>
                  <a:pt x="1587627" y="385953"/>
                </a:lnTo>
                <a:lnTo>
                  <a:pt x="1586776" y="376783"/>
                </a:lnTo>
                <a:lnTo>
                  <a:pt x="1586484" y="367474"/>
                </a:lnTo>
                <a:lnTo>
                  <a:pt x="1586776" y="357873"/>
                </a:lnTo>
                <a:lnTo>
                  <a:pt x="1587627" y="347853"/>
                </a:lnTo>
                <a:lnTo>
                  <a:pt x="1561922" y="358114"/>
                </a:lnTo>
                <a:lnTo>
                  <a:pt x="1535188" y="368236"/>
                </a:lnTo>
                <a:lnTo>
                  <a:pt x="1507604" y="378066"/>
                </a:lnTo>
                <a:lnTo>
                  <a:pt x="1479334" y="387477"/>
                </a:lnTo>
                <a:lnTo>
                  <a:pt x="1479334" y="294411"/>
                </a:lnTo>
                <a:lnTo>
                  <a:pt x="1493634" y="281559"/>
                </a:lnTo>
                <a:lnTo>
                  <a:pt x="1506956" y="268122"/>
                </a:lnTo>
                <a:lnTo>
                  <a:pt x="1519440" y="254088"/>
                </a:lnTo>
                <a:lnTo>
                  <a:pt x="1531239" y="239458"/>
                </a:lnTo>
                <a:lnTo>
                  <a:pt x="1553451" y="283070"/>
                </a:lnTo>
                <a:lnTo>
                  <a:pt x="1580400" y="320827"/>
                </a:lnTo>
                <a:lnTo>
                  <a:pt x="1612023" y="352742"/>
                </a:lnTo>
                <a:lnTo>
                  <a:pt x="1648218" y="378815"/>
                </a:lnTo>
                <a:lnTo>
                  <a:pt x="1688909" y="399021"/>
                </a:lnTo>
                <a:lnTo>
                  <a:pt x="1734032" y="413385"/>
                </a:lnTo>
                <a:lnTo>
                  <a:pt x="1738909" y="405333"/>
                </a:lnTo>
                <a:lnTo>
                  <a:pt x="1744510" y="397002"/>
                </a:lnTo>
                <a:lnTo>
                  <a:pt x="1750961" y="388099"/>
                </a:lnTo>
                <a:lnTo>
                  <a:pt x="1758416" y="378333"/>
                </a:lnTo>
                <a:close/>
              </a:path>
              <a:path w="3097529" h="438150">
                <a:moveTo>
                  <a:pt x="2203704" y="312699"/>
                </a:moveTo>
                <a:lnTo>
                  <a:pt x="2005495" y="312699"/>
                </a:lnTo>
                <a:lnTo>
                  <a:pt x="2005495" y="262407"/>
                </a:lnTo>
                <a:lnTo>
                  <a:pt x="2127504" y="262407"/>
                </a:lnTo>
                <a:lnTo>
                  <a:pt x="2127504" y="283743"/>
                </a:lnTo>
                <a:lnTo>
                  <a:pt x="2161032" y="283743"/>
                </a:lnTo>
                <a:lnTo>
                  <a:pt x="2161032" y="70192"/>
                </a:lnTo>
                <a:lnTo>
                  <a:pt x="2127504" y="70192"/>
                </a:lnTo>
                <a:lnTo>
                  <a:pt x="2127504" y="102196"/>
                </a:lnTo>
                <a:lnTo>
                  <a:pt x="2127504" y="151066"/>
                </a:lnTo>
                <a:lnTo>
                  <a:pt x="2127504" y="181546"/>
                </a:lnTo>
                <a:lnTo>
                  <a:pt x="2127504" y="231838"/>
                </a:lnTo>
                <a:lnTo>
                  <a:pt x="2005495" y="231838"/>
                </a:lnTo>
                <a:lnTo>
                  <a:pt x="2005495" y="181546"/>
                </a:lnTo>
                <a:lnTo>
                  <a:pt x="2127504" y="181546"/>
                </a:lnTo>
                <a:lnTo>
                  <a:pt x="2127504" y="151066"/>
                </a:lnTo>
                <a:lnTo>
                  <a:pt x="2005495" y="151066"/>
                </a:lnTo>
                <a:lnTo>
                  <a:pt x="2005495" y="102196"/>
                </a:lnTo>
                <a:lnTo>
                  <a:pt x="2127504" y="102196"/>
                </a:lnTo>
                <a:lnTo>
                  <a:pt x="2127504" y="70192"/>
                </a:lnTo>
                <a:lnTo>
                  <a:pt x="2071027" y="70192"/>
                </a:lnTo>
                <a:lnTo>
                  <a:pt x="2081618" y="58483"/>
                </a:lnTo>
                <a:lnTo>
                  <a:pt x="2092629" y="46189"/>
                </a:lnTo>
                <a:lnTo>
                  <a:pt x="2103907" y="33299"/>
                </a:lnTo>
                <a:lnTo>
                  <a:pt x="2115312" y="19812"/>
                </a:lnTo>
                <a:lnTo>
                  <a:pt x="2080171" y="1524"/>
                </a:lnTo>
                <a:lnTo>
                  <a:pt x="2067610" y="19545"/>
                </a:lnTo>
                <a:lnTo>
                  <a:pt x="2055215" y="37007"/>
                </a:lnTo>
                <a:lnTo>
                  <a:pt x="2031403" y="70192"/>
                </a:lnTo>
                <a:lnTo>
                  <a:pt x="1971967" y="70192"/>
                </a:lnTo>
                <a:lnTo>
                  <a:pt x="1971967" y="102196"/>
                </a:lnTo>
                <a:lnTo>
                  <a:pt x="1971967" y="151066"/>
                </a:lnTo>
                <a:lnTo>
                  <a:pt x="1971967" y="181546"/>
                </a:lnTo>
                <a:lnTo>
                  <a:pt x="1971967" y="231838"/>
                </a:lnTo>
                <a:lnTo>
                  <a:pt x="1849945" y="231838"/>
                </a:lnTo>
                <a:lnTo>
                  <a:pt x="1849945" y="181546"/>
                </a:lnTo>
                <a:lnTo>
                  <a:pt x="1971967" y="181546"/>
                </a:lnTo>
                <a:lnTo>
                  <a:pt x="1971967" y="151066"/>
                </a:lnTo>
                <a:lnTo>
                  <a:pt x="1849945" y="151066"/>
                </a:lnTo>
                <a:lnTo>
                  <a:pt x="1849945" y="102196"/>
                </a:lnTo>
                <a:lnTo>
                  <a:pt x="1971967" y="102196"/>
                </a:lnTo>
                <a:lnTo>
                  <a:pt x="1971967" y="70192"/>
                </a:lnTo>
                <a:lnTo>
                  <a:pt x="1927669" y="70192"/>
                </a:lnTo>
                <a:lnTo>
                  <a:pt x="1944535" y="56476"/>
                </a:lnTo>
                <a:lnTo>
                  <a:pt x="1931593" y="43370"/>
                </a:lnTo>
                <a:lnTo>
                  <a:pt x="1917966" y="29387"/>
                </a:lnTo>
                <a:lnTo>
                  <a:pt x="1903501" y="14820"/>
                </a:lnTo>
                <a:lnTo>
                  <a:pt x="1888045" y="0"/>
                </a:lnTo>
                <a:lnTo>
                  <a:pt x="1862137" y="19812"/>
                </a:lnTo>
                <a:lnTo>
                  <a:pt x="1907857" y="70192"/>
                </a:lnTo>
                <a:lnTo>
                  <a:pt x="1816417" y="70192"/>
                </a:lnTo>
                <a:lnTo>
                  <a:pt x="1816417" y="283743"/>
                </a:lnTo>
                <a:lnTo>
                  <a:pt x="1849945" y="283743"/>
                </a:lnTo>
                <a:lnTo>
                  <a:pt x="1849945" y="262407"/>
                </a:lnTo>
                <a:lnTo>
                  <a:pt x="1971967" y="262407"/>
                </a:lnTo>
                <a:lnTo>
                  <a:pt x="1971967" y="312699"/>
                </a:lnTo>
                <a:lnTo>
                  <a:pt x="1772132" y="312699"/>
                </a:lnTo>
                <a:lnTo>
                  <a:pt x="1772132" y="344805"/>
                </a:lnTo>
                <a:lnTo>
                  <a:pt x="1971967" y="344805"/>
                </a:lnTo>
                <a:lnTo>
                  <a:pt x="1971967" y="436245"/>
                </a:lnTo>
                <a:lnTo>
                  <a:pt x="2005495" y="436245"/>
                </a:lnTo>
                <a:lnTo>
                  <a:pt x="2005495" y="344805"/>
                </a:lnTo>
                <a:lnTo>
                  <a:pt x="2203704" y="344805"/>
                </a:lnTo>
                <a:lnTo>
                  <a:pt x="2203704" y="312699"/>
                </a:lnTo>
                <a:close/>
              </a:path>
              <a:path w="3097529" h="438150">
                <a:moveTo>
                  <a:pt x="2607856" y="32004"/>
                </a:moveTo>
                <a:lnTo>
                  <a:pt x="2267813" y="32004"/>
                </a:lnTo>
                <a:lnTo>
                  <a:pt x="2267813" y="65620"/>
                </a:lnTo>
                <a:lnTo>
                  <a:pt x="2607856" y="65620"/>
                </a:lnTo>
                <a:lnTo>
                  <a:pt x="2607856" y="32004"/>
                </a:lnTo>
                <a:close/>
              </a:path>
              <a:path w="3097529" h="438150">
                <a:moveTo>
                  <a:pt x="2655189" y="309664"/>
                </a:moveTo>
                <a:lnTo>
                  <a:pt x="2645143" y="307352"/>
                </a:lnTo>
                <a:lnTo>
                  <a:pt x="2635516" y="304901"/>
                </a:lnTo>
                <a:lnTo>
                  <a:pt x="2626182" y="302158"/>
                </a:lnTo>
                <a:lnTo>
                  <a:pt x="2617000" y="298996"/>
                </a:lnTo>
                <a:lnTo>
                  <a:pt x="2615831" y="316699"/>
                </a:lnTo>
                <a:lnTo>
                  <a:pt x="2610904" y="361569"/>
                </a:lnTo>
                <a:lnTo>
                  <a:pt x="2574328" y="390525"/>
                </a:lnTo>
                <a:lnTo>
                  <a:pt x="2537752" y="390525"/>
                </a:lnTo>
                <a:lnTo>
                  <a:pt x="2525750" y="388835"/>
                </a:lnTo>
                <a:lnTo>
                  <a:pt x="2517178" y="383857"/>
                </a:lnTo>
                <a:lnTo>
                  <a:pt x="2512034" y="375742"/>
                </a:lnTo>
                <a:lnTo>
                  <a:pt x="2510320" y="364617"/>
                </a:lnTo>
                <a:lnTo>
                  <a:pt x="2510320" y="193738"/>
                </a:lnTo>
                <a:lnTo>
                  <a:pt x="2649093" y="193738"/>
                </a:lnTo>
                <a:lnTo>
                  <a:pt x="2649093" y="160210"/>
                </a:lnTo>
                <a:lnTo>
                  <a:pt x="2226665" y="160210"/>
                </a:lnTo>
                <a:lnTo>
                  <a:pt x="2226665" y="193738"/>
                </a:lnTo>
                <a:lnTo>
                  <a:pt x="2347061" y="193738"/>
                </a:lnTo>
                <a:lnTo>
                  <a:pt x="2347061" y="208978"/>
                </a:lnTo>
                <a:lnTo>
                  <a:pt x="2340965" y="278790"/>
                </a:lnTo>
                <a:lnTo>
                  <a:pt x="2321153" y="327952"/>
                </a:lnTo>
                <a:lnTo>
                  <a:pt x="2283231" y="368033"/>
                </a:lnTo>
                <a:lnTo>
                  <a:pt x="2218944" y="405765"/>
                </a:lnTo>
                <a:lnTo>
                  <a:pt x="2224976" y="411810"/>
                </a:lnTo>
                <a:lnTo>
                  <a:pt x="2231415" y="418719"/>
                </a:lnTo>
                <a:lnTo>
                  <a:pt x="2238108" y="426770"/>
                </a:lnTo>
                <a:lnTo>
                  <a:pt x="2244953" y="436245"/>
                </a:lnTo>
                <a:lnTo>
                  <a:pt x="2283549" y="414248"/>
                </a:lnTo>
                <a:lnTo>
                  <a:pt x="2314867" y="391668"/>
                </a:lnTo>
                <a:lnTo>
                  <a:pt x="2356205" y="344805"/>
                </a:lnTo>
                <a:lnTo>
                  <a:pt x="2377617" y="288137"/>
                </a:lnTo>
                <a:lnTo>
                  <a:pt x="2385187" y="208978"/>
                </a:lnTo>
                <a:lnTo>
                  <a:pt x="2385250" y="193738"/>
                </a:lnTo>
                <a:lnTo>
                  <a:pt x="2473642" y="193738"/>
                </a:lnTo>
                <a:lnTo>
                  <a:pt x="2473693" y="368033"/>
                </a:lnTo>
                <a:lnTo>
                  <a:pt x="2487371" y="407479"/>
                </a:lnTo>
                <a:lnTo>
                  <a:pt x="2528608" y="421005"/>
                </a:lnTo>
                <a:lnTo>
                  <a:pt x="2583472" y="421005"/>
                </a:lnTo>
                <a:lnTo>
                  <a:pt x="2607818" y="418096"/>
                </a:lnTo>
                <a:lnTo>
                  <a:pt x="2626182" y="409194"/>
                </a:lnTo>
                <a:lnTo>
                  <a:pt x="2638844" y="394004"/>
                </a:lnTo>
                <a:lnTo>
                  <a:pt x="2639987" y="390525"/>
                </a:lnTo>
                <a:lnTo>
                  <a:pt x="2646045" y="372237"/>
                </a:lnTo>
                <a:lnTo>
                  <a:pt x="2648331" y="359029"/>
                </a:lnTo>
                <a:lnTo>
                  <a:pt x="2650553" y="344805"/>
                </a:lnTo>
                <a:lnTo>
                  <a:pt x="2652903" y="328002"/>
                </a:lnTo>
                <a:lnTo>
                  <a:pt x="2655189" y="309664"/>
                </a:lnTo>
                <a:close/>
              </a:path>
              <a:path w="3097529" h="438150">
                <a:moveTo>
                  <a:pt x="2809202" y="361569"/>
                </a:moveTo>
                <a:lnTo>
                  <a:pt x="2787866" y="337096"/>
                </a:lnTo>
                <a:lnTo>
                  <a:pt x="2756700" y="356311"/>
                </a:lnTo>
                <a:lnTo>
                  <a:pt x="2727401" y="372795"/>
                </a:lnTo>
                <a:lnTo>
                  <a:pt x="2700121" y="386689"/>
                </a:lnTo>
                <a:lnTo>
                  <a:pt x="2675001" y="398145"/>
                </a:lnTo>
                <a:lnTo>
                  <a:pt x="2680424" y="406742"/>
                </a:lnTo>
                <a:lnTo>
                  <a:pt x="2689568" y="421081"/>
                </a:lnTo>
                <a:lnTo>
                  <a:pt x="2693289" y="427101"/>
                </a:lnTo>
                <a:lnTo>
                  <a:pt x="2718676" y="413651"/>
                </a:lnTo>
                <a:lnTo>
                  <a:pt x="2746641" y="398335"/>
                </a:lnTo>
                <a:lnTo>
                  <a:pt x="2776905" y="381025"/>
                </a:lnTo>
                <a:lnTo>
                  <a:pt x="2809202" y="361569"/>
                </a:lnTo>
                <a:close/>
              </a:path>
              <a:path w="3097529" h="438150">
                <a:moveTo>
                  <a:pt x="3082201" y="396621"/>
                </a:moveTo>
                <a:lnTo>
                  <a:pt x="3049282" y="378282"/>
                </a:lnTo>
                <a:lnTo>
                  <a:pt x="2967799" y="334048"/>
                </a:lnTo>
                <a:lnTo>
                  <a:pt x="2947987" y="358521"/>
                </a:lnTo>
                <a:lnTo>
                  <a:pt x="2973730" y="372186"/>
                </a:lnTo>
                <a:lnTo>
                  <a:pt x="3000768" y="387858"/>
                </a:lnTo>
                <a:lnTo>
                  <a:pt x="3029254" y="405244"/>
                </a:lnTo>
                <a:lnTo>
                  <a:pt x="3059341" y="424053"/>
                </a:lnTo>
                <a:lnTo>
                  <a:pt x="3082201" y="396621"/>
                </a:lnTo>
                <a:close/>
              </a:path>
              <a:path w="3097529" h="438150">
                <a:moveTo>
                  <a:pt x="3097441" y="154114"/>
                </a:moveTo>
                <a:lnTo>
                  <a:pt x="2902166" y="154114"/>
                </a:lnTo>
                <a:lnTo>
                  <a:pt x="2902166" y="123532"/>
                </a:lnTo>
                <a:lnTo>
                  <a:pt x="3050095" y="123532"/>
                </a:lnTo>
                <a:lnTo>
                  <a:pt x="3050095" y="96100"/>
                </a:lnTo>
                <a:lnTo>
                  <a:pt x="2902166" y="96100"/>
                </a:lnTo>
                <a:lnTo>
                  <a:pt x="2902166" y="67144"/>
                </a:lnTo>
                <a:lnTo>
                  <a:pt x="3080677" y="67144"/>
                </a:lnTo>
                <a:lnTo>
                  <a:pt x="3080677" y="38188"/>
                </a:lnTo>
                <a:lnTo>
                  <a:pt x="2902166" y="38188"/>
                </a:lnTo>
                <a:lnTo>
                  <a:pt x="2902166" y="1524"/>
                </a:lnTo>
                <a:lnTo>
                  <a:pt x="2867114" y="1524"/>
                </a:lnTo>
                <a:lnTo>
                  <a:pt x="2867114" y="38188"/>
                </a:lnTo>
                <a:lnTo>
                  <a:pt x="2688717" y="38188"/>
                </a:lnTo>
                <a:lnTo>
                  <a:pt x="2688717" y="67144"/>
                </a:lnTo>
                <a:lnTo>
                  <a:pt x="2867114" y="67144"/>
                </a:lnTo>
                <a:lnTo>
                  <a:pt x="2867114" y="96100"/>
                </a:lnTo>
                <a:lnTo>
                  <a:pt x="2714625" y="96100"/>
                </a:lnTo>
                <a:lnTo>
                  <a:pt x="2714625" y="123532"/>
                </a:lnTo>
                <a:lnTo>
                  <a:pt x="2867114" y="123532"/>
                </a:lnTo>
                <a:lnTo>
                  <a:pt x="2867114" y="154114"/>
                </a:lnTo>
                <a:lnTo>
                  <a:pt x="2673477" y="154114"/>
                </a:lnTo>
                <a:lnTo>
                  <a:pt x="2673477" y="181546"/>
                </a:lnTo>
                <a:lnTo>
                  <a:pt x="2807678" y="181546"/>
                </a:lnTo>
                <a:lnTo>
                  <a:pt x="2794165" y="188645"/>
                </a:lnTo>
                <a:lnTo>
                  <a:pt x="2780779" y="196024"/>
                </a:lnTo>
                <a:lnTo>
                  <a:pt x="2744178" y="214782"/>
                </a:lnTo>
                <a:lnTo>
                  <a:pt x="2713101" y="224218"/>
                </a:lnTo>
                <a:lnTo>
                  <a:pt x="2728341" y="256324"/>
                </a:lnTo>
                <a:lnTo>
                  <a:pt x="2761869" y="251752"/>
                </a:lnTo>
                <a:lnTo>
                  <a:pt x="2784208" y="249694"/>
                </a:lnTo>
                <a:lnTo>
                  <a:pt x="2857970" y="244132"/>
                </a:lnTo>
                <a:lnTo>
                  <a:pt x="2834856" y="254393"/>
                </a:lnTo>
                <a:lnTo>
                  <a:pt x="2787421" y="274345"/>
                </a:lnTo>
                <a:lnTo>
                  <a:pt x="2750274" y="288061"/>
                </a:lnTo>
                <a:lnTo>
                  <a:pt x="2705481" y="298996"/>
                </a:lnTo>
                <a:lnTo>
                  <a:pt x="2722245" y="334048"/>
                </a:lnTo>
                <a:lnTo>
                  <a:pt x="2774061" y="327952"/>
                </a:lnTo>
                <a:lnTo>
                  <a:pt x="2873210" y="323380"/>
                </a:lnTo>
                <a:lnTo>
                  <a:pt x="2873121" y="372795"/>
                </a:lnTo>
                <a:lnTo>
                  <a:pt x="2871495" y="382244"/>
                </a:lnTo>
                <a:lnTo>
                  <a:pt x="2866352" y="389382"/>
                </a:lnTo>
                <a:lnTo>
                  <a:pt x="2857779" y="393674"/>
                </a:lnTo>
                <a:lnTo>
                  <a:pt x="2846133" y="395058"/>
                </a:lnTo>
                <a:lnTo>
                  <a:pt x="2835783" y="395046"/>
                </a:lnTo>
                <a:lnTo>
                  <a:pt x="2824061" y="394716"/>
                </a:lnTo>
                <a:lnTo>
                  <a:pt x="2810637" y="393814"/>
                </a:lnTo>
                <a:lnTo>
                  <a:pt x="2795486" y="392049"/>
                </a:lnTo>
                <a:lnTo>
                  <a:pt x="2797492" y="402031"/>
                </a:lnTo>
                <a:lnTo>
                  <a:pt x="2798915" y="411289"/>
                </a:lnTo>
                <a:lnTo>
                  <a:pt x="2799778" y="419696"/>
                </a:lnTo>
                <a:lnTo>
                  <a:pt x="2800058" y="427101"/>
                </a:lnTo>
                <a:lnTo>
                  <a:pt x="2815259" y="427977"/>
                </a:lnTo>
                <a:lnTo>
                  <a:pt x="2829014" y="428434"/>
                </a:lnTo>
                <a:lnTo>
                  <a:pt x="2841637" y="428599"/>
                </a:lnTo>
                <a:lnTo>
                  <a:pt x="2853398" y="428625"/>
                </a:lnTo>
                <a:lnTo>
                  <a:pt x="2877401" y="425462"/>
                </a:lnTo>
                <a:lnTo>
                  <a:pt x="2894546" y="415861"/>
                </a:lnTo>
                <a:lnTo>
                  <a:pt x="2904833" y="399694"/>
                </a:lnTo>
                <a:lnTo>
                  <a:pt x="2905531" y="395097"/>
                </a:lnTo>
                <a:lnTo>
                  <a:pt x="2908262" y="376809"/>
                </a:lnTo>
                <a:lnTo>
                  <a:pt x="2908262" y="323380"/>
                </a:lnTo>
                <a:lnTo>
                  <a:pt x="2908262" y="321856"/>
                </a:lnTo>
                <a:lnTo>
                  <a:pt x="2994939" y="317131"/>
                </a:lnTo>
                <a:lnTo>
                  <a:pt x="3027235" y="315760"/>
                </a:lnTo>
                <a:lnTo>
                  <a:pt x="3034068" y="322618"/>
                </a:lnTo>
                <a:lnTo>
                  <a:pt x="3040773" y="329476"/>
                </a:lnTo>
                <a:lnTo>
                  <a:pt x="3047212" y="336372"/>
                </a:lnTo>
                <a:lnTo>
                  <a:pt x="3053245" y="343281"/>
                </a:lnTo>
                <a:lnTo>
                  <a:pt x="3061792" y="335559"/>
                </a:lnTo>
                <a:lnTo>
                  <a:pt x="3069056" y="328714"/>
                </a:lnTo>
                <a:lnTo>
                  <a:pt x="3074886" y="323037"/>
                </a:lnTo>
                <a:lnTo>
                  <a:pt x="3079153" y="318808"/>
                </a:lnTo>
                <a:lnTo>
                  <a:pt x="3076105" y="315760"/>
                </a:lnTo>
                <a:lnTo>
                  <a:pt x="3062452" y="302044"/>
                </a:lnTo>
                <a:lnTo>
                  <a:pt x="3058630" y="298208"/>
                </a:lnTo>
                <a:lnTo>
                  <a:pt x="3036239" y="277456"/>
                </a:lnTo>
                <a:lnTo>
                  <a:pt x="3012414" y="256400"/>
                </a:lnTo>
                <a:lnTo>
                  <a:pt x="2987611" y="234886"/>
                </a:lnTo>
                <a:lnTo>
                  <a:pt x="2964751" y="256324"/>
                </a:lnTo>
                <a:lnTo>
                  <a:pt x="2974048" y="264515"/>
                </a:lnTo>
                <a:lnTo>
                  <a:pt x="2983801" y="273278"/>
                </a:lnTo>
                <a:lnTo>
                  <a:pt x="2993466" y="282244"/>
                </a:lnTo>
                <a:lnTo>
                  <a:pt x="3002851" y="291376"/>
                </a:lnTo>
                <a:lnTo>
                  <a:pt x="2784818" y="302044"/>
                </a:lnTo>
                <a:lnTo>
                  <a:pt x="2828899" y="284289"/>
                </a:lnTo>
                <a:lnTo>
                  <a:pt x="2873273" y="265722"/>
                </a:lnTo>
                <a:lnTo>
                  <a:pt x="2917875" y="246278"/>
                </a:lnTo>
                <a:lnTo>
                  <a:pt x="2959544" y="227266"/>
                </a:lnTo>
                <a:lnTo>
                  <a:pt x="3007423" y="204406"/>
                </a:lnTo>
                <a:lnTo>
                  <a:pt x="2983039" y="184594"/>
                </a:lnTo>
                <a:lnTo>
                  <a:pt x="2965894" y="193471"/>
                </a:lnTo>
                <a:lnTo>
                  <a:pt x="2948749" y="201930"/>
                </a:lnTo>
                <a:lnTo>
                  <a:pt x="2914459" y="218122"/>
                </a:lnTo>
                <a:lnTo>
                  <a:pt x="2876131" y="221056"/>
                </a:lnTo>
                <a:lnTo>
                  <a:pt x="2769489" y="227266"/>
                </a:lnTo>
                <a:lnTo>
                  <a:pt x="2837523" y="192976"/>
                </a:lnTo>
                <a:lnTo>
                  <a:pt x="2859494" y="181546"/>
                </a:lnTo>
                <a:lnTo>
                  <a:pt x="3097441" y="181546"/>
                </a:lnTo>
                <a:lnTo>
                  <a:pt x="3097441" y="1541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329677" y="4806505"/>
            <a:ext cx="377190" cy="434975"/>
          </a:xfrm>
          <a:custGeom>
            <a:avLst/>
            <a:gdLst/>
            <a:ahLst/>
            <a:cxnLst/>
            <a:rect l="l" t="t" r="r" b="b"/>
            <a:pathLst>
              <a:path w="377189" h="434975">
                <a:moveTo>
                  <a:pt x="205841" y="271564"/>
                </a:moveTo>
                <a:lnTo>
                  <a:pt x="167741" y="271564"/>
                </a:lnTo>
                <a:lnTo>
                  <a:pt x="167741" y="434733"/>
                </a:lnTo>
                <a:lnTo>
                  <a:pt x="205841" y="434733"/>
                </a:lnTo>
                <a:lnTo>
                  <a:pt x="205841" y="271564"/>
                </a:lnTo>
                <a:close/>
              </a:path>
              <a:path w="377189" h="434975">
                <a:moveTo>
                  <a:pt x="205841" y="128117"/>
                </a:moveTo>
                <a:lnTo>
                  <a:pt x="167741" y="128117"/>
                </a:lnTo>
                <a:lnTo>
                  <a:pt x="167741" y="239560"/>
                </a:lnTo>
                <a:lnTo>
                  <a:pt x="205841" y="239560"/>
                </a:lnTo>
                <a:lnTo>
                  <a:pt x="205841" y="128117"/>
                </a:lnTo>
                <a:close/>
              </a:path>
              <a:path w="377189" h="434975">
                <a:moveTo>
                  <a:pt x="376631" y="271564"/>
                </a:moveTo>
                <a:lnTo>
                  <a:pt x="340055" y="271564"/>
                </a:lnTo>
                <a:lnTo>
                  <a:pt x="340055" y="295948"/>
                </a:lnTo>
                <a:lnTo>
                  <a:pt x="376631" y="295948"/>
                </a:lnTo>
                <a:lnTo>
                  <a:pt x="376631" y="271564"/>
                </a:lnTo>
                <a:close/>
              </a:path>
              <a:path w="377189" h="434975">
                <a:moveTo>
                  <a:pt x="376631" y="128117"/>
                </a:moveTo>
                <a:lnTo>
                  <a:pt x="340055" y="128117"/>
                </a:lnTo>
                <a:lnTo>
                  <a:pt x="340055" y="239560"/>
                </a:lnTo>
                <a:lnTo>
                  <a:pt x="376631" y="239560"/>
                </a:lnTo>
                <a:lnTo>
                  <a:pt x="376631" y="128117"/>
                </a:lnTo>
                <a:close/>
              </a:path>
              <a:path w="377189" h="434975">
                <a:moveTo>
                  <a:pt x="376631" y="96113"/>
                </a:moveTo>
                <a:lnTo>
                  <a:pt x="205841" y="96113"/>
                </a:lnTo>
                <a:lnTo>
                  <a:pt x="205841" y="0"/>
                </a:lnTo>
                <a:lnTo>
                  <a:pt x="167741" y="0"/>
                </a:lnTo>
                <a:lnTo>
                  <a:pt x="167741" y="96113"/>
                </a:lnTo>
                <a:lnTo>
                  <a:pt x="0" y="96113"/>
                </a:lnTo>
                <a:lnTo>
                  <a:pt x="0" y="127863"/>
                </a:lnTo>
                <a:lnTo>
                  <a:pt x="0" y="239623"/>
                </a:lnTo>
                <a:lnTo>
                  <a:pt x="0" y="271373"/>
                </a:lnTo>
                <a:lnTo>
                  <a:pt x="0" y="295503"/>
                </a:lnTo>
                <a:lnTo>
                  <a:pt x="35064" y="295503"/>
                </a:lnTo>
                <a:lnTo>
                  <a:pt x="35064" y="271373"/>
                </a:lnTo>
                <a:lnTo>
                  <a:pt x="376631" y="271373"/>
                </a:lnTo>
                <a:lnTo>
                  <a:pt x="376631" y="239623"/>
                </a:lnTo>
                <a:lnTo>
                  <a:pt x="35064" y="239623"/>
                </a:lnTo>
                <a:lnTo>
                  <a:pt x="35064" y="127863"/>
                </a:lnTo>
                <a:lnTo>
                  <a:pt x="376631" y="127863"/>
                </a:lnTo>
                <a:lnTo>
                  <a:pt x="376631" y="961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781079" y="4841652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5" h="416560">
                <a:moveTo>
                  <a:pt x="38100" y="416433"/>
                </a:moveTo>
                <a:lnTo>
                  <a:pt x="0" y="416433"/>
                </a:lnTo>
                <a:lnTo>
                  <a:pt x="27990" y="379639"/>
                </a:lnTo>
                <a:lnTo>
                  <a:pt x="49776" y="340485"/>
                </a:lnTo>
                <a:lnTo>
                  <a:pt x="65349" y="298832"/>
                </a:lnTo>
                <a:lnTo>
                  <a:pt x="74700" y="254535"/>
                </a:lnTo>
                <a:lnTo>
                  <a:pt x="77819" y="207454"/>
                </a:lnTo>
                <a:lnTo>
                  <a:pt x="74700" y="161163"/>
                </a:lnTo>
                <a:lnTo>
                  <a:pt x="65349" y="117340"/>
                </a:lnTo>
                <a:lnTo>
                  <a:pt x="49776" y="75918"/>
                </a:lnTo>
                <a:lnTo>
                  <a:pt x="27990" y="36827"/>
                </a:lnTo>
                <a:lnTo>
                  <a:pt x="0" y="0"/>
                </a:lnTo>
                <a:lnTo>
                  <a:pt x="38100" y="0"/>
                </a:lnTo>
                <a:lnTo>
                  <a:pt x="66127" y="35364"/>
                </a:lnTo>
                <a:lnTo>
                  <a:pt x="87918" y="73723"/>
                </a:lnTo>
                <a:lnTo>
                  <a:pt x="103477" y="115145"/>
                </a:lnTo>
                <a:lnTo>
                  <a:pt x="112809" y="159699"/>
                </a:lnTo>
                <a:lnTo>
                  <a:pt x="115919" y="207454"/>
                </a:lnTo>
                <a:lnTo>
                  <a:pt x="112809" y="255266"/>
                </a:lnTo>
                <a:lnTo>
                  <a:pt x="103477" y="299929"/>
                </a:lnTo>
                <a:lnTo>
                  <a:pt x="87918" y="341583"/>
                </a:lnTo>
                <a:lnTo>
                  <a:pt x="66127" y="380370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2256853" y="5126831"/>
            <a:ext cx="69215" cy="116205"/>
          </a:xfrm>
          <a:custGeom>
            <a:avLst/>
            <a:gdLst/>
            <a:ahLst/>
            <a:cxnLst/>
            <a:rect l="l" t="t" r="r" b="b"/>
            <a:pathLst>
              <a:path w="69214" h="116204">
                <a:moveTo>
                  <a:pt x="30575" y="116014"/>
                </a:moveTo>
                <a:lnTo>
                  <a:pt x="0" y="116014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60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2639657" y="4803457"/>
            <a:ext cx="1760220" cy="441325"/>
          </a:xfrm>
          <a:custGeom>
            <a:avLst/>
            <a:gdLst/>
            <a:ahLst/>
            <a:cxnLst/>
            <a:rect l="l" t="t" r="r" b="b"/>
            <a:pathLst>
              <a:path w="1760220" h="441325">
                <a:moveTo>
                  <a:pt x="196684" y="331101"/>
                </a:moveTo>
                <a:lnTo>
                  <a:pt x="183857" y="282143"/>
                </a:lnTo>
                <a:lnTo>
                  <a:pt x="170586" y="235902"/>
                </a:lnTo>
                <a:lnTo>
                  <a:pt x="157048" y="192265"/>
                </a:lnTo>
                <a:lnTo>
                  <a:pt x="143344" y="151079"/>
                </a:lnTo>
                <a:lnTo>
                  <a:pt x="109816" y="163271"/>
                </a:lnTo>
                <a:lnTo>
                  <a:pt x="124091" y="208749"/>
                </a:lnTo>
                <a:lnTo>
                  <a:pt x="137058" y="253657"/>
                </a:lnTo>
                <a:lnTo>
                  <a:pt x="148615" y="297992"/>
                </a:lnTo>
                <a:lnTo>
                  <a:pt x="158584" y="341769"/>
                </a:lnTo>
                <a:lnTo>
                  <a:pt x="196684" y="331101"/>
                </a:lnTo>
                <a:close/>
              </a:path>
              <a:path w="1760220" h="441325">
                <a:moveTo>
                  <a:pt x="289750" y="308140"/>
                </a:moveTo>
                <a:lnTo>
                  <a:pt x="281203" y="260362"/>
                </a:lnTo>
                <a:lnTo>
                  <a:pt x="271653" y="215125"/>
                </a:lnTo>
                <a:lnTo>
                  <a:pt x="261251" y="172186"/>
                </a:lnTo>
                <a:lnTo>
                  <a:pt x="250126" y="131267"/>
                </a:lnTo>
                <a:lnTo>
                  <a:pt x="216598" y="141935"/>
                </a:lnTo>
                <a:lnTo>
                  <a:pt x="227215" y="186499"/>
                </a:lnTo>
                <a:lnTo>
                  <a:pt x="236410" y="230936"/>
                </a:lnTo>
                <a:lnTo>
                  <a:pt x="244462" y="275094"/>
                </a:lnTo>
                <a:lnTo>
                  <a:pt x="251650" y="318808"/>
                </a:lnTo>
                <a:lnTo>
                  <a:pt x="289750" y="308140"/>
                </a:lnTo>
                <a:close/>
              </a:path>
              <a:path w="1760220" h="441325">
                <a:moveTo>
                  <a:pt x="430060" y="65633"/>
                </a:moveTo>
                <a:lnTo>
                  <a:pt x="253174" y="65633"/>
                </a:lnTo>
                <a:lnTo>
                  <a:pt x="274510" y="51917"/>
                </a:lnTo>
                <a:lnTo>
                  <a:pt x="265582" y="38468"/>
                </a:lnTo>
                <a:lnTo>
                  <a:pt x="256794" y="25425"/>
                </a:lnTo>
                <a:lnTo>
                  <a:pt x="247726" y="12661"/>
                </a:lnTo>
                <a:lnTo>
                  <a:pt x="237934" y="0"/>
                </a:lnTo>
                <a:lnTo>
                  <a:pt x="205930" y="16865"/>
                </a:lnTo>
                <a:lnTo>
                  <a:pt x="214795" y="29197"/>
                </a:lnTo>
                <a:lnTo>
                  <a:pt x="223075" y="41249"/>
                </a:lnTo>
                <a:lnTo>
                  <a:pt x="230797" y="53301"/>
                </a:lnTo>
                <a:lnTo>
                  <a:pt x="237934" y="65633"/>
                </a:lnTo>
                <a:lnTo>
                  <a:pt x="53340" y="65633"/>
                </a:lnTo>
                <a:lnTo>
                  <a:pt x="53340" y="205943"/>
                </a:lnTo>
                <a:lnTo>
                  <a:pt x="49936" y="271729"/>
                </a:lnTo>
                <a:lnTo>
                  <a:pt x="39814" y="327228"/>
                </a:lnTo>
                <a:lnTo>
                  <a:pt x="23126" y="372414"/>
                </a:lnTo>
                <a:lnTo>
                  <a:pt x="0" y="407301"/>
                </a:lnTo>
                <a:lnTo>
                  <a:pt x="7480" y="415061"/>
                </a:lnTo>
                <a:lnTo>
                  <a:pt x="14097" y="422541"/>
                </a:lnTo>
                <a:lnTo>
                  <a:pt x="20142" y="430047"/>
                </a:lnTo>
                <a:lnTo>
                  <a:pt x="25908" y="437870"/>
                </a:lnTo>
                <a:lnTo>
                  <a:pt x="48996" y="403771"/>
                </a:lnTo>
                <a:lnTo>
                  <a:pt x="66941" y="363677"/>
                </a:lnTo>
                <a:lnTo>
                  <a:pt x="79768" y="317436"/>
                </a:lnTo>
                <a:lnTo>
                  <a:pt x="87452" y="264909"/>
                </a:lnTo>
                <a:lnTo>
                  <a:pt x="89890" y="208749"/>
                </a:lnTo>
                <a:lnTo>
                  <a:pt x="90004" y="97637"/>
                </a:lnTo>
                <a:lnTo>
                  <a:pt x="430060" y="97637"/>
                </a:lnTo>
                <a:lnTo>
                  <a:pt x="430060" y="65633"/>
                </a:lnTo>
                <a:close/>
              </a:path>
              <a:path w="1760220" h="441325">
                <a:moveTo>
                  <a:pt x="436156" y="378345"/>
                </a:moveTo>
                <a:lnTo>
                  <a:pt x="327850" y="378345"/>
                </a:lnTo>
                <a:lnTo>
                  <a:pt x="340906" y="342087"/>
                </a:lnTo>
                <a:lnTo>
                  <a:pt x="354457" y="301078"/>
                </a:lnTo>
                <a:lnTo>
                  <a:pt x="368642" y="255333"/>
                </a:lnTo>
                <a:lnTo>
                  <a:pt x="383641" y="204825"/>
                </a:lnTo>
                <a:lnTo>
                  <a:pt x="399580" y="149555"/>
                </a:lnTo>
                <a:lnTo>
                  <a:pt x="361480" y="138887"/>
                </a:lnTo>
                <a:lnTo>
                  <a:pt x="346811" y="196875"/>
                </a:lnTo>
                <a:lnTo>
                  <a:pt x="332232" y="249961"/>
                </a:lnTo>
                <a:lnTo>
                  <a:pt x="317817" y="297992"/>
                </a:lnTo>
                <a:lnTo>
                  <a:pt x="303644" y="340829"/>
                </a:lnTo>
                <a:lnTo>
                  <a:pt x="289750" y="378345"/>
                </a:lnTo>
                <a:lnTo>
                  <a:pt x="86956" y="378345"/>
                </a:lnTo>
                <a:lnTo>
                  <a:pt x="86956" y="411873"/>
                </a:lnTo>
                <a:lnTo>
                  <a:pt x="436156" y="411873"/>
                </a:lnTo>
                <a:lnTo>
                  <a:pt x="436156" y="378345"/>
                </a:lnTo>
                <a:close/>
              </a:path>
              <a:path w="1760220" h="441325">
                <a:moveTo>
                  <a:pt x="562737" y="80873"/>
                </a:moveTo>
                <a:lnTo>
                  <a:pt x="549325" y="64820"/>
                </a:lnTo>
                <a:lnTo>
                  <a:pt x="534352" y="48488"/>
                </a:lnTo>
                <a:lnTo>
                  <a:pt x="517944" y="31584"/>
                </a:lnTo>
                <a:lnTo>
                  <a:pt x="500253" y="13817"/>
                </a:lnTo>
                <a:lnTo>
                  <a:pt x="474243" y="35153"/>
                </a:lnTo>
                <a:lnTo>
                  <a:pt x="489191" y="51460"/>
                </a:lnTo>
                <a:lnTo>
                  <a:pt x="504240" y="68491"/>
                </a:lnTo>
                <a:lnTo>
                  <a:pt x="519569" y="86372"/>
                </a:lnTo>
                <a:lnTo>
                  <a:pt x="535305" y="105257"/>
                </a:lnTo>
                <a:lnTo>
                  <a:pt x="562737" y="80873"/>
                </a:lnTo>
                <a:close/>
              </a:path>
              <a:path w="1760220" h="441325">
                <a:moveTo>
                  <a:pt x="588645" y="360057"/>
                </a:moveTo>
                <a:lnTo>
                  <a:pt x="586625" y="351764"/>
                </a:lnTo>
                <a:lnTo>
                  <a:pt x="585025" y="342900"/>
                </a:lnTo>
                <a:lnTo>
                  <a:pt x="583717" y="333438"/>
                </a:lnTo>
                <a:lnTo>
                  <a:pt x="582549" y="323380"/>
                </a:lnTo>
                <a:lnTo>
                  <a:pt x="571119" y="332816"/>
                </a:lnTo>
                <a:lnTo>
                  <a:pt x="548259" y="352196"/>
                </a:lnTo>
                <a:lnTo>
                  <a:pt x="536829" y="361581"/>
                </a:lnTo>
                <a:lnTo>
                  <a:pt x="536829" y="151066"/>
                </a:lnTo>
                <a:lnTo>
                  <a:pt x="452907" y="151066"/>
                </a:lnTo>
                <a:lnTo>
                  <a:pt x="452907" y="183070"/>
                </a:lnTo>
                <a:lnTo>
                  <a:pt x="503301" y="183070"/>
                </a:lnTo>
                <a:lnTo>
                  <a:pt x="503301" y="353961"/>
                </a:lnTo>
                <a:lnTo>
                  <a:pt x="502437" y="366814"/>
                </a:lnTo>
                <a:lnTo>
                  <a:pt x="499872" y="377964"/>
                </a:lnTo>
                <a:lnTo>
                  <a:pt x="495579" y="387388"/>
                </a:lnTo>
                <a:lnTo>
                  <a:pt x="489585" y="395109"/>
                </a:lnTo>
                <a:lnTo>
                  <a:pt x="513969" y="424065"/>
                </a:lnTo>
                <a:lnTo>
                  <a:pt x="547497" y="392836"/>
                </a:lnTo>
                <a:lnTo>
                  <a:pt x="586663" y="361581"/>
                </a:lnTo>
                <a:lnTo>
                  <a:pt x="588645" y="360057"/>
                </a:lnTo>
                <a:close/>
              </a:path>
              <a:path w="1760220" h="441325">
                <a:moveTo>
                  <a:pt x="881443" y="399681"/>
                </a:moveTo>
                <a:lnTo>
                  <a:pt x="857415" y="379361"/>
                </a:lnTo>
                <a:lnTo>
                  <a:pt x="833247" y="359473"/>
                </a:lnTo>
                <a:lnTo>
                  <a:pt x="811187" y="341769"/>
                </a:lnTo>
                <a:lnTo>
                  <a:pt x="808786" y="339839"/>
                </a:lnTo>
                <a:lnTo>
                  <a:pt x="783907" y="320332"/>
                </a:lnTo>
                <a:lnTo>
                  <a:pt x="805319" y="298043"/>
                </a:lnTo>
                <a:lnTo>
                  <a:pt x="826008" y="274612"/>
                </a:lnTo>
                <a:lnTo>
                  <a:pt x="845845" y="250037"/>
                </a:lnTo>
                <a:lnTo>
                  <a:pt x="864679" y="224320"/>
                </a:lnTo>
                <a:lnTo>
                  <a:pt x="834199" y="204406"/>
                </a:lnTo>
                <a:lnTo>
                  <a:pt x="800658" y="249428"/>
                </a:lnTo>
                <a:lnTo>
                  <a:pt x="764070" y="289966"/>
                </a:lnTo>
                <a:lnTo>
                  <a:pt x="724408" y="326085"/>
                </a:lnTo>
                <a:lnTo>
                  <a:pt x="681697" y="357873"/>
                </a:lnTo>
                <a:lnTo>
                  <a:pt x="635939" y="385432"/>
                </a:lnTo>
                <a:lnTo>
                  <a:pt x="587121" y="408825"/>
                </a:lnTo>
                <a:lnTo>
                  <a:pt x="594575" y="417436"/>
                </a:lnTo>
                <a:lnTo>
                  <a:pt x="601027" y="425056"/>
                </a:lnTo>
                <a:lnTo>
                  <a:pt x="606628" y="431825"/>
                </a:lnTo>
                <a:lnTo>
                  <a:pt x="611505" y="437870"/>
                </a:lnTo>
                <a:lnTo>
                  <a:pt x="651586" y="418096"/>
                </a:lnTo>
                <a:lnTo>
                  <a:pt x="689521" y="395490"/>
                </a:lnTo>
                <a:lnTo>
                  <a:pt x="725436" y="370052"/>
                </a:lnTo>
                <a:lnTo>
                  <a:pt x="759523" y="341769"/>
                </a:lnTo>
                <a:lnTo>
                  <a:pt x="786104" y="365201"/>
                </a:lnTo>
                <a:lnTo>
                  <a:pt x="810844" y="387388"/>
                </a:lnTo>
                <a:lnTo>
                  <a:pt x="834110" y="408673"/>
                </a:lnTo>
                <a:lnTo>
                  <a:pt x="855535" y="428726"/>
                </a:lnTo>
                <a:lnTo>
                  <a:pt x="881443" y="399681"/>
                </a:lnTo>
                <a:close/>
              </a:path>
              <a:path w="1760220" h="441325">
                <a:moveTo>
                  <a:pt x="882967" y="70205"/>
                </a:moveTo>
                <a:lnTo>
                  <a:pt x="736574" y="70205"/>
                </a:lnTo>
                <a:lnTo>
                  <a:pt x="764095" y="51917"/>
                </a:lnTo>
                <a:lnTo>
                  <a:pt x="752919" y="37630"/>
                </a:lnTo>
                <a:lnTo>
                  <a:pt x="732929" y="12446"/>
                </a:lnTo>
                <a:lnTo>
                  <a:pt x="724382" y="1524"/>
                </a:lnTo>
                <a:lnTo>
                  <a:pt x="696950" y="19913"/>
                </a:lnTo>
                <a:lnTo>
                  <a:pt x="713905" y="43916"/>
                </a:lnTo>
                <a:lnTo>
                  <a:pt x="722871" y="56769"/>
                </a:lnTo>
                <a:lnTo>
                  <a:pt x="732002" y="70205"/>
                </a:lnTo>
                <a:lnTo>
                  <a:pt x="584073" y="70205"/>
                </a:lnTo>
                <a:lnTo>
                  <a:pt x="584073" y="102209"/>
                </a:lnTo>
                <a:lnTo>
                  <a:pt x="669518" y="102209"/>
                </a:lnTo>
                <a:lnTo>
                  <a:pt x="655815" y="122478"/>
                </a:lnTo>
                <a:lnTo>
                  <a:pt x="628967" y="159524"/>
                </a:lnTo>
                <a:lnTo>
                  <a:pt x="601675" y="189293"/>
                </a:lnTo>
                <a:lnTo>
                  <a:pt x="587121" y="199834"/>
                </a:lnTo>
                <a:lnTo>
                  <a:pt x="603885" y="231940"/>
                </a:lnTo>
                <a:lnTo>
                  <a:pt x="611657" y="229704"/>
                </a:lnTo>
                <a:lnTo>
                  <a:pt x="619175" y="227749"/>
                </a:lnTo>
                <a:lnTo>
                  <a:pt x="626681" y="226364"/>
                </a:lnTo>
                <a:lnTo>
                  <a:pt x="634466" y="225844"/>
                </a:lnTo>
                <a:lnTo>
                  <a:pt x="655612" y="223545"/>
                </a:lnTo>
                <a:lnTo>
                  <a:pt x="725906" y="216598"/>
                </a:lnTo>
                <a:lnTo>
                  <a:pt x="695871" y="244348"/>
                </a:lnTo>
                <a:lnTo>
                  <a:pt x="662838" y="270217"/>
                </a:lnTo>
                <a:lnTo>
                  <a:pt x="626630" y="294068"/>
                </a:lnTo>
                <a:lnTo>
                  <a:pt x="587121" y="315760"/>
                </a:lnTo>
                <a:lnTo>
                  <a:pt x="613029" y="341769"/>
                </a:lnTo>
                <a:lnTo>
                  <a:pt x="659041" y="314413"/>
                </a:lnTo>
                <a:lnTo>
                  <a:pt x="700951" y="284289"/>
                </a:lnTo>
                <a:lnTo>
                  <a:pt x="738695" y="251371"/>
                </a:lnTo>
                <a:lnTo>
                  <a:pt x="771359" y="216598"/>
                </a:lnTo>
                <a:lnTo>
                  <a:pt x="772248" y="215658"/>
                </a:lnTo>
                <a:lnTo>
                  <a:pt x="791248" y="190690"/>
                </a:lnTo>
                <a:lnTo>
                  <a:pt x="801560" y="177152"/>
                </a:lnTo>
                <a:lnTo>
                  <a:pt x="826579" y="135826"/>
                </a:lnTo>
                <a:lnTo>
                  <a:pt x="794575" y="119062"/>
                </a:lnTo>
                <a:lnTo>
                  <a:pt x="786053" y="135826"/>
                </a:lnTo>
                <a:lnTo>
                  <a:pt x="776274" y="152209"/>
                </a:lnTo>
                <a:lnTo>
                  <a:pt x="765390" y="167932"/>
                </a:lnTo>
                <a:lnTo>
                  <a:pt x="753338" y="183070"/>
                </a:lnTo>
                <a:lnTo>
                  <a:pt x="668248" y="189293"/>
                </a:lnTo>
                <a:lnTo>
                  <a:pt x="645134" y="190690"/>
                </a:lnTo>
                <a:lnTo>
                  <a:pt x="662254" y="168960"/>
                </a:lnTo>
                <a:lnTo>
                  <a:pt x="679234" y="147066"/>
                </a:lnTo>
                <a:lnTo>
                  <a:pt x="695921" y="124866"/>
                </a:lnTo>
                <a:lnTo>
                  <a:pt x="712190" y="102209"/>
                </a:lnTo>
                <a:lnTo>
                  <a:pt x="882967" y="102209"/>
                </a:lnTo>
                <a:lnTo>
                  <a:pt x="882967" y="70205"/>
                </a:lnTo>
                <a:close/>
              </a:path>
              <a:path w="1760220" h="441325">
                <a:moveTo>
                  <a:pt x="1026312" y="13817"/>
                </a:moveTo>
                <a:lnTo>
                  <a:pt x="992784" y="4572"/>
                </a:lnTo>
                <a:lnTo>
                  <a:pt x="978903" y="52705"/>
                </a:lnTo>
                <a:lnTo>
                  <a:pt x="962901" y="98120"/>
                </a:lnTo>
                <a:lnTo>
                  <a:pt x="944841" y="140677"/>
                </a:lnTo>
                <a:lnTo>
                  <a:pt x="924814" y="180225"/>
                </a:lnTo>
                <a:lnTo>
                  <a:pt x="902868" y="216598"/>
                </a:lnTo>
                <a:lnTo>
                  <a:pt x="905421" y="225564"/>
                </a:lnTo>
                <a:lnTo>
                  <a:pt x="908392" y="234213"/>
                </a:lnTo>
                <a:lnTo>
                  <a:pt x="911656" y="242849"/>
                </a:lnTo>
                <a:lnTo>
                  <a:pt x="915060" y="251752"/>
                </a:lnTo>
                <a:lnTo>
                  <a:pt x="925334" y="237477"/>
                </a:lnTo>
                <a:lnTo>
                  <a:pt x="935443" y="222173"/>
                </a:lnTo>
                <a:lnTo>
                  <a:pt x="945286" y="206019"/>
                </a:lnTo>
                <a:lnTo>
                  <a:pt x="954684" y="189166"/>
                </a:lnTo>
                <a:lnTo>
                  <a:pt x="954684" y="436346"/>
                </a:lnTo>
                <a:lnTo>
                  <a:pt x="986688" y="436346"/>
                </a:lnTo>
                <a:lnTo>
                  <a:pt x="986688" y="189166"/>
                </a:lnTo>
                <a:lnTo>
                  <a:pt x="986688" y="123634"/>
                </a:lnTo>
                <a:lnTo>
                  <a:pt x="996861" y="98120"/>
                </a:lnTo>
                <a:lnTo>
                  <a:pt x="1007071" y="70980"/>
                </a:lnTo>
                <a:lnTo>
                  <a:pt x="1016914" y="42964"/>
                </a:lnTo>
                <a:lnTo>
                  <a:pt x="1026312" y="13817"/>
                </a:lnTo>
                <a:close/>
              </a:path>
              <a:path w="1760220" h="441325">
                <a:moveTo>
                  <a:pt x="1339024" y="398157"/>
                </a:moveTo>
                <a:lnTo>
                  <a:pt x="1287576" y="392722"/>
                </a:lnTo>
                <a:lnTo>
                  <a:pt x="1241018" y="383298"/>
                </a:lnTo>
                <a:lnTo>
                  <a:pt x="1199591" y="369862"/>
                </a:lnTo>
                <a:lnTo>
                  <a:pt x="1163574" y="352437"/>
                </a:lnTo>
                <a:lnTo>
                  <a:pt x="1163574" y="350913"/>
                </a:lnTo>
                <a:lnTo>
                  <a:pt x="1173035" y="334035"/>
                </a:lnTo>
                <a:lnTo>
                  <a:pt x="1173543" y="332625"/>
                </a:lnTo>
                <a:lnTo>
                  <a:pt x="1180617" y="313143"/>
                </a:lnTo>
                <a:lnTo>
                  <a:pt x="1186167" y="288251"/>
                </a:lnTo>
                <a:lnTo>
                  <a:pt x="1189583" y="259372"/>
                </a:lnTo>
                <a:lnTo>
                  <a:pt x="1277975" y="259372"/>
                </a:lnTo>
                <a:lnTo>
                  <a:pt x="1277975" y="277660"/>
                </a:lnTo>
                <a:lnTo>
                  <a:pt x="1311592" y="277660"/>
                </a:lnTo>
                <a:lnTo>
                  <a:pt x="1311592" y="230416"/>
                </a:lnTo>
                <a:lnTo>
                  <a:pt x="1311592" y="167830"/>
                </a:lnTo>
                <a:lnTo>
                  <a:pt x="1311592" y="138874"/>
                </a:lnTo>
                <a:lnTo>
                  <a:pt x="1277975" y="138874"/>
                </a:lnTo>
                <a:lnTo>
                  <a:pt x="1277975" y="167830"/>
                </a:lnTo>
                <a:lnTo>
                  <a:pt x="1277975" y="230416"/>
                </a:lnTo>
                <a:lnTo>
                  <a:pt x="1192631" y="230416"/>
                </a:lnTo>
                <a:lnTo>
                  <a:pt x="1193507" y="209448"/>
                </a:lnTo>
                <a:lnTo>
                  <a:pt x="1193965" y="192227"/>
                </a:lnTo>
                <a:lnTo>
                  <a:pt x="1194104" y="180225"/>
                </a:lnTo>
                <a:lnTo>
                  <a:pt x="1194155" y="167830"/>
                </a:lnTo>
                <a:lnTo>
                  <a:pt x="1277975" y="167830"/>
                </a:lnTo>
                <a:lnTo>
                  <a:pt x="1277975" y="138874"/>
                </a:lnTo>
                <a:lnTo>
                  <a:pt x="1194155" y="138874"/>
                </a:lnTo>
                <a:lnTo>
                  <a:pt x="1194155" y="96113"/>
                </a:lnTo>
                <a:lnTo>
                  <a:pt x="1335976" y="96113"/>
                </a:lnTo>
                <a:lnTo>
                  <a:pt x="1335976" y="65633"/>
                </a:lnTo>
                <a:lnTo>
                  <a:pt x="1194155" y="65633"/>
                </a:lnTo>
                <a:lnTo>
                  <a:pt x="1194155" y="6096"/>
                </a:lnTo>
                <a:lnTo>
                  <a:pt x="1160526" y="6096"/>
                </a:lnTo>
                <a:lnTo>
                  <a:pt x="1160526" y="65633"/>
                </a:lnTo>
                <a:lnTo>
                  <a:pt x="1020216" y="65633"/>
                </a:lnTo>
                <a:lnTo>
                  <a:pt x="1020216" y="96113"/>
                </a:lnTo>
                <a:lnTo>
                  <a:pt x="1160526" y="96113"/>
                </a:lnTo>
                <a:lnTo>
                  <a:pt x="1160526" y="138874"/>
                </a:lnTo>
                <a:lnTo>
                  <a:pt x="1160526" y="167830"/>
                </a:lnTo>
                <a:lnTo>
                  <a:pt x="1160449" y="192227"/>
                </a:lnTo>
                <a:lnTo>
                  <a:pt x="1160335" y="204228"/>
                </a:lnTo>
                <a:lnTo>
                  <a:pt x="1159878" y="218668"/>
                </a:lnTo>
                <a:lnTo>
                  <a:pt x="1159002" y="230416"/>
                </a:lnTo>
                <a:lnTo>
                  <a:pt x="1075182" y="230416"/>
                </a:lnTo>
                <a:lnTo>
                  <a:pt x="1075182" y="167830"/>
                </a:lnTo>
                <a:lnTo>
                  <a:pt x="1160526" y="167830"/>
                </a:lnTo>
                <a:lnTo>
                  <a:pt x="1160526" y="138874"/>
                </a:lnTo>
                <a:lnTo>
                  <a:pt x="1041654" y="138874"/>
                </a:lnTo>
                <a:lnTo>
                  <a:pt x="1041654" y="259372"/>
                </a:lnTo>
                <a:lnTo>
                  <a:pt x="1155954" y="259372"/>
                </a:lnTo>
                <a:lnTo>
                  <a:pt x="1152829" y="282803"/>
                </a:lnTo>
                <a:lnTo>
                  <a:pt x="1148143" y="302818"/>
                </a:lnTo>
                <a:lnTo>
                  <a:pt x="1142022" y="319417"/>
                </a:lnTo>
                <a:lnTo>
                  <a:pt x="1134618" y="332625"/>
                </a:lnTo>
                <a:lnTo>
                  <a:pt x="1120330" y="319443"/>
                </a:lnTo>
                <a:lnTo>
                  <a:pt x="1107186" y="305295"/>
                </a:lnTo>
                <a:lnTo>
                  <a:pt x="1095184" y="290309"/>
                </a:lnTo>
                <a:lnTo>
                  <a:pt x="1084326" y="274612"/>
                </a:lnTo>
                <a:lnTo>
                  <a:pt x="1055370" y="289852"/>
                </a:lnTo>
                <a:lnTo>
                  <a:pt x="1067396" y="308698"/>
                </a:lnTo>
                <a:lnTo>
                  <a:pt x="1080706" y="326288"/>
                </a:lnTo>
                <a:lnTo>
                  <a:pt x="1095451" y="342442"/>
                </a:lnTo>
                <a:lnTo>
                  <a:pt x="1111758" y="357009"/>
                </a:lnTo>
                <a:lnTo>
                  <a:pt x="1091450" y="371309"/>
                </a:lnTo>
                <a:lnTo>
                  <a:pt x="1066977" y="384632"/>
                </a:lnTo>
                <a:lnTo>
                  <a:pt x="1038212" y="397078"/>
                </a:lnTo>
                <a:lnTo>
                  <a:pt x="1004976" y="408825"/>
                </a:lnTo>
                <a:lnTo>
                  <a:pt x="1010602" y="416445"/>
                </a:lnTo>
                <a:lnTo>
                  <a:pt x="1016406" y="423913"/>
                </a:lnTo>
                <a:lnTo>
                  <a:pt x="1022121" y="430974"/>
                </a:lnTo>
                <a:lnTo>
                  <a:pt x="1027836" y="437870"/>
                </a:lnTo>
                <a:lnTo>
                  <a:pt x="1062443" y="424459"/>
                </a:lnTo>
                <a:lnTo>
                  <a:pt x="1092885" y="409778"/>
                </a:lnTo>
                <a:lnTo>
                  <a:pt x="1119022" y="394271"/>
                </a:lnTo>
                <a:lnTo>
                  <a:pt x="1140714" y="378345"/>
                </a:lnTo>
                <a:lnTo>
                  <a:pt x="1177340" y="398081"/>
                </a:lnTo>
                <a:lnTo>
                  <a:pt x="1218539" y="413969"/>
                </a:lnTo>
                <a:lnTo>
                  <a:pt x="1264297" y="426173"/>
                </a:lnTo>
                <a:lnTo>
                  <a:pt x="1314640" y="434822"/>
                </a:lnTo>
                <a:lnTo>
                  <a:pt x="1320380" y="425627"/>
                </a:lnTo>
                <a:lnTo>
                  <a:pt x="1326184" y="416572"/>
                </a:lnTo>
                <a:lnTo>
                  <a:pt x="1332433" y="407301"/>
                </a:lnTo>
                <a:lnTo>
                  <a:pt x="1339024" y="398157"/>
                </a:lnTo>
                <a:close/>
              </a:path>
              <a:path w="1760220" h="441325">
                <a:moveTo>
                  <a:pt x="1759940" y="30581"/>
                </a:moveTo>
                <a:lnTo>
                  <a:pt x="1724787" y="30581"/>
                </a:lnTo>
                <a:lnTo>
                  <a:pt x="1724787" y="62585"/>
                </a:lnTo>
                <a:lnTo>
                  <a:pt x="1724787" y="144970"/>
                </a:lnTo>
                <a:lnTo>
                  <a:pt x="1724787" y="175450"/>
                </a:lnTo>
                <a:lnTo>
                  <a:pt x="1724787" y="257848"/>
                </a:lnTo>
                <a:lnTo>
                  <a:pt x="1595247" y="257848"/>
                </a:lnTo>
                <a:lnTo>
                  <a:pt x="1595247" y="175450"/>
                </a:lnTo>
                <a:lnTo>
                  <a:pt x="1724787" y="175450"/>
                </a:lnTo>
                <a:lnTo>
                  <a:pt x="1724787" y="144970"/>
                </a:lnTo>
                <a:lnTo>
                  <a:pt x="1595247" y="144970"/>
                </a:lnTo>
                <a:lnTo>
                  <a:pt x="1595247" y="62585"/>
                </a:lnTo>
                <a:lnTo>
                  <a:pt x="1724787" y="62585"/>
                </a:lnTo>
                <a:lnTo>
                  <a:pt x="1724787" y="30581"/>
                </a:lnTo>
                <a:lnTo>
                  <a:pt x="1560106" y="30581"/>
                </a:lnTo>
                <a:lnTo>
                  <a:pt x="1560106" y="62585"/>
                </a:lnTo>
                <a:lnTo>
                  <a:pt x="1560106" y="144970"/>
                </a:lnTo>
                <a:lnTo>
                  <a:pt x="1560106" y="175450"/>
                </a:lnTo>
                <a:lnTo>
                  <a:pt x="1560106" y="257848"/>
                </a:lnTo>
                <a:lnTo>
                  <a:pt x="1435036" y="257848"/>
                </a:lnTo>
                <a:lnTo>
                  <a:pt x="1436801" y="238112"/>
                </a:lnTo>
                <a:lnTo>
                  <a:pt x="1437703" y="217792"/>
                </a:lnTo>
                <a:lnTo>
                  <a:pt x="1438033" y="196900"/>
                </a:lnTo>
                <a:lnTo>
                  <a:pt x="1438084" y="175450"/>
                </a:lnTo>
                <a:lnTo>
                  <a:pt x="1560106" y="175450"/>
                </a:lnTo>
                <a:lnTo>
                  <a:pt x="1560106" y="144970"/>
                </a:lnTo>
                <a:lnTo>
                  <a:pt x="1438084" y="144970"/>
                </a:lnTo>
                <a:lnTo>
                  <a:pt x="1438084" y="62585"/>
                </a:lnTo>
                <a:lnTo>
                  <a:pt x="1560106" y="62585"/>
                </a:lnTo>
                <a:lnTo>
                  <a:pt x="1560106" y="30581"/>
                </a:lnTo>
                <a:lnTo>
                  <a:pt x="1403032" y="30581"/>
                </a:lnTo>
                <a:lnTo>
                  <a:pt x="1403032" y="187642"/>
                </a:lnTo>
                <a:lnTo>
                  <a:pt x="1402435" y="228587"/>
                </a:lnTo>
                <a:lnTo>
                  <a:pt x="1397241" y="295541"/>
                </a:lnTo>
                <a:lnTo>
                  <a:pt x="1386408" y="345579"/>
                </a:lnTo>
                <a:lnTo>
                  <a:pt x="1367078" y="390105"/>
                </a:lnTo>
                <a:lnTo>
                  <a:pt x="1354264" y="410337"/>
                </a:lnTo>
                <a:lnTo>
                  <a:pt x="1361097" y="418338"/>
                </a:lnTo>
                <a:lnTo>
                  <a:pt x="1374190" y="433781"/>
                </a:lnTo>
                <a:lnTo>
                  <a:pt x="1380172" y="440918"/>
                </a:lnTo>
                <a:lnTo>
                  <a:pt x="1400721" y="409143"/>
                </a:lnTo>
                <a:lnTo>
                  <a:pt x="1416558" y="373380"/>
                </a:lnTo>
                <a:lnTo>
                  <a:pt x="1427530" y="333629"/>
                </a:lnTo>
                <a:lnTo>
                  <a:pt x="1433512" y="289852"/>
                </a:lnTo>
                <a:lnTo>
                  <a:pt x="1560106" y="289852"/>
                </a:lnTo>
                <a:lnTo>
                  <a:pt x="1560106" y="428726"/>
                </a:lnTo>
                <a:lnTo>
                  <a:pt x="1595247" y="428726"/>
                </a:lnTo>
                <a:lnTo>
                  <a:pt x="1595247" y="289852"/>
                </a:lnTo>
                <a:lnTo>
                  <a:pt x="1724787" y="289852"/>
                </a:lnTo>
                <a:lnTo>
                  <a:pt x="1724787" y="370713"/>
                </a:lnTo>
                <a:lnTo>
                  <a:pt x="1723072" y="381838"/>
                </a:lnTo>
                <a:lnTo>
                  <a:pt x="1717929" y="389953"/>
                </a:lnTo>
                <a:lnTo>
                  <a:pt x="1709356" y="394931"/>
                </a:lnTo>
                <a:lnTo>
                  <a:pt x="1697355" y="396621"/>
                </a:lnTo>
                <a:lnTo>
                  <a:pt x="1684832" y="396367"/>
                </a:lnTo>
                <a:lnTo>
                  <a:pt x="1670304" y="395668"/>
                </a:lnTo>
                <a:lnTo>
                  <a:pt x="1636395" y="393573"/>
                </a:lnTo>
                <a:lnTo>
                  <a:pt x="1637779" y="404444"/>
                </a:lnTo>
                <a:lnTo>
                  <a:pt x="1639443" y="414159"/>
                </a:lnTo>
                <a:lnTo>
                  <a:pt x="1641106" y="422770"/>
                </a:lnTo>
                <a:lnTo>
                  <a:pt x="1642491" y="430250"/>
                </a:lnTo>
                <a:lnTo>
                  <a:pt x="1660474" y="430491"/>
                </a:lnTo>
                <a:lnTo>
                  <a:pt x="1694141" y="431533"/>
                </a:lnTo>
                <a:lnTo>
                  <a:pt x="1709547" y="431774"/>
                </a:lnTo>
                <a:lnTo>
                  <a:pt x="1731606" y="428383"/>
                </a:lnTo>
                <a:lnTo>
                  <a:pt x="1747354" y="418388"/>
                </a:lnTo>
                <a:lnTo>
                  <a:pt x="1756791" y="402120"/>
                </a:lnTo>
                <a:lnTo>
                  <a:pt x="1757565" y="396621"/>
                </a:lnTo>
                <a:lnTo>
                  <a:pt x="1759940" y="379857"/>
                </a:lnTo>
                <a:lnTo>
                  <a:pt x="1759940" y="62585"/>
                </a:lnTo>
                <a:lnTo>
                  <a:pt x="1759940" y="305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4584096" y="4852320"/>
            <a:ext cx="47625" cy="328295"/>
          </a:xfrm>
          <a:custGeom>
            <a:avLst/>
            <a:gdLst/>
            <a:ahLst/>
            <a:cxnLst/>
            <a:rect l="l" t="t" r="r" b="b"/>
            <a:pathLst>
              <a:path w="47625" h="328295">
                <a:moveTo>
                  <a:pt x="28956" y="47244"/>
                </a:moveTo>
                <a:lnTo>
                  <a:pt x="16764" y="47244"/>
                </a:lnTo>
                <a:lnTo>
                  <a:pt x="10668" y="45720"/>
                </a:lnTo>
                <a:lnTo>
                  <a:pt x="1524" y="36576"/>
                </a:lnTo>
                <a:lnTo>
                  <a:pt x="0" y="30480"/>
                </a:lnTo>
                <a:lnTo>
                  <a:pt x="0" y="16764"/>
                </a:lnTo>
                <a:lnTo>
                  <a:pt x="1524" y="12192"/>
                </a:lnTo>
                <a:lnTo>
                  <a:pt x="10668" y="3048"/>
                </a:lnTo>
                <a:lnTo>
                  <a:pt x="16764" y="0"/>
                </a:lnTo>
                <a:lnTo>
                  <a:pt x="28956" y="0"/>
                </a:lnTo>
                <a:lnTo>
                  <a:pt x="35052" y="3048"/>
                </a:lnTo>
                <a:lnTo>
                  <a:pt x="44196" y="12192"/>
                </a:lnTo>
                <a:lnTo>
                  <a:pt x="47244" y="16764"/>
                </a:lnTo>
                <a:lnTo>
                  <a:pt x="47244" y="30480"/>
                </a:lnTo>
                <a:lnTo>
                  <a:pt x="44196" y="36576"/>
                </a:lnTo>
                <a:lnTo>
                  <a:pt x="35052" y="45720"/>
                </a:lnTo>
                <a:lnTo>
                  <a:pt x="28956" y="47244"/>
                </a:lnTo>
                <a:close/>
              </a:path>
              <a:path w="47625" h="328295">
                <a:moveTo>
                  <a:pt x="41148" y="327945"/>
                </a:moveTo>
                <a:lnTo>
                  <a:pt x="4572" y="327945"/>
                </a:lnTo>
                <a:lnTo>
                  <a:pt x="4572" y="103727"/>
                </a:lnTo>
                <a:lnTo>
                  <a:pt x="41148" y="103727"/>
                </a:lnTo>
                <a:lnTo>
                  <a:pt x="41148" y="3279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4681728" y="4849272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207359" y="138779"/>
                </a:moveTo>
                <a:lnTo>
                  <a:pt x="170783" y="138779"/>
                </a:lnTo>
                <a:lnTo>
                  <a:pt x="170783" y="0"/>
                </a:lnTo>
                <a:lnTo>
                  <a:pt x="207359" y="0"/>
                </a:lnTo>
                <a:lnTo>
                  <a:pt x="207359" y="138779"/>
                </a:lnTo>
                <a:close/>
              </a:path>
              <a:path w="207645" h="337185">
                <a:moveTo>
                  <a:pt x="92964" y="337089"/>
                </a:moveTo>
                <a:lnTo>
                  <a:pt x="55435" y="329279"/>
                </a:lnTo>
                <a:lnTo>
                  <a:pt x="14787" y="290307"/>
                </a:lnTo>
                <a:lnTo>
                  <a:pt x="1690" y="249093"/>
                </a:lnTo>
                <a:lnTo>
                  <a:pt x="0" y="224218"/>
                </a:lnTo>
                <a:lnTo>
                  <a:pt x="1714" y="198176"/>
                </a:lnTo>
                <a:lnTo>
                  <a:pt x="15430" y="154057"/>
                </a:lnTo>
                <a:lnTo>
                  <a:pt x="43173" y="120848"/>
                </a:lnTo>
                <a:lnTo>
                  <a:pt x="80407" y="104227"/>
                </a:lnTo>
                <a:lnTo>
                  <a:pt x="102203" y="102203"/>
                </a:lnTo>
                <a:lnTo>
                  <a:pt x="124277" y="104489"/>
                </a:lnTo>
                <a:lnTo>
                  <a:pt x="142779" y="111347"/>
                </a:lnTo>
                <a:lnTo>
                  <a:pt x="158138" y="122777"/>
                </a:lnTo>
                <a:lnTo>
                  <a:pt x="165966" y="132683"/>
                </a:lnTo>
                <a:lnTo>
                  <a:pt x="106775" y="132683"/>
                </a:lnTo>
                <a:lnTo>
                  <a:pt x="91575" y="134135"/>
                </a:lnTo>
                <a:lnTo>
                  <a:pt x="56388" y="157067"/>
                </a:lnTo>
                <a:lnTo>
                  <a:pt x="37742" y="203010"/>
                </a:lnTo>
                <a:lnTo>
                  <a:pt x="36576" y="222694"/>
                </a:lnTo>
                <a:lnTo>
                  <a:pt x="37719" y="241222"/>
                </a:lnTo>
                <a:lnTo>
                  <a:pt x="54864" y="283749"/>
                </a:lnTo>
                <a:lnTo>
                  <a:pt x="89408" y="305181"/>
                </a:lnTo>
                <a:lnTo>
                  <a:pt x="103727" y="306609"/>
                </a:lnTo>
                <a:lnTo>
                  <a:pt x="161232" y="306609"/>
                </a:lnTo>
                <a:lnTo>
                  <a:pt x="156494" y="312658"/>
                </a:lnTo>
                <a:lnTo>
                  <a:pt x="138767" y="326040"/>
                </a:lnTo>
                <a:lnTo>
                  <a:pt x="117593" y="334279"/>
                </a:lnTo>
                <a:lnTo>
                  <a:pt x="92964" y="337089"/>
                </a:lnTo>
                <a:close/>
              </a:path>
              <a:path w="207645" h="337185">
                <a:moveTo>
                  <a:pt x="161232" y="306609"/>
                </a:moveTo>
                <a:lnTo>
                  <a:pt x="103727" y="306609"/>
                </a:lnTo>
                <a:lnTo>
                  <a:pt x="117990" y="305204"/>
                </a:lnTo>
                <a:lnTo>
                  <a:pt x="130968" y="301085"/>
                </a:lnTo>
                <a:lnTo>
                  <a:pt x="160496" y="273217"/>
                </a:lnTo>
                <a:lnTo>
                  <a:pt x="170783" y="230314"/>
                </a:lnTo>
                <a:lnTo>
                  <a:pt x="170783" y="196786"/>
                </a:lnTo>
                <a:lnTo>
                  <a:pt x="152495" y="150971"/>
                </a:lnTo>
                <a:lnTo>
                  <a:pt x="106775" y="132683"/>
                </a:lnTo>
                <a:lnTo>
                  <a:pt x="165966" y="132683"/>
                </a:lnTo>
                <a:lnTo>
                  <a:pt x="170783" y="138779"/>
                </a:lnTo>
                <a:lnTo>
                  <a:pt x="207359" y="138779"/>
                </a:lnTo>
                <a:lnTo>
                  <a:pt x="207359" y="294417"/>
                </a:lnTo>
                <a:lnTo>
                  <a:pt x="170783" y="294417"/>
                </a:lnTo>
                <a:lnTo>
                  <a:pt x="161232" y="306609"/>
                </a:lnTo>
                <a:close/>
              </a:path>
              <a:path w="207645" h="337185">
                <a:moveTo>
                  <a:pt x="207359" y="330993"/>
                </a:moveTo>
                <a:lnTo>
                  <a:pt x="170783" y="330993"/>
                </a:lnTo>
                <a:lnTo>
                  <a:pt x="170783" y="294417"/>
                </a:lnTo>
                <a:lnTo>
                  <a:pt x="207359" y="294417"/>
                </a:lnTo>
                <a:lnTo>
                  <a:pt x="207359" y="3309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5050714" y="4806505"/>
            <a:ext cx="1336040" cy="434975"/>
          </a:xfrm>
          <a:custGeom>
            <a:avLst/>
            <a:gdLst/>
            <a:ahLst/>
            <a:cxnLst/>
            <a:rect l="l" t="t" r="r" b="b"/>
            <a:pathLst>
              <a:path w="1336039" h="434975">
                <a:moveTo>
                  <a:pt x="157162" y="176974"/>
                </a:moveTo>
                <a:lnTo>
                  <a:pt x="142875" y="158978"/>
                </a:lnTo>
                <a:lnTo>
                  <a:pt x="127749" y="141541"/>
                </a:lnTo>
                <a:lnTo>
                  <a:pt x="112064" y="124650"/>
                </a:lnTo>
                <a:lnTo>
                  <a:pt x="96113" y="108305"/>
                </a:lnTo>
                <a:lnTo>
                  <a:pt x="70205" y="128206"/>
                </a:lnTo>
                <a:lnTo>
                  <a:pt x="87617" y="148196"/>
                </a:lnTo>
                <a:lnTo>
                  <a:pt x="103162" y="166878"/>
                </a:lnTo>
                <a:lnTo>
                  <a:pt x="116713" y="184150"/>
                </a:lnTo>
                <a:lnTo>
                  <a:pt x="128117" y="199834"/>
                </a:lnTo>
                <a:lnTo>
                  <a:pt x="157162" y="176974"/>
                </a:lnTo>
                <a:close/>
              </a:path>
              <a:path w="1336039" h="434975">
                <a:moveTo>
                  <a:pt x="372148" y="129730"/>
                </a:moveTo>
                <a:lnTo>
                  <a:pt x="343192" y="106781"/>
                </a:lnTo>
                <a:lnTo>
                  <a:pt x="330619" y="122770"/>
                </a:lnTo>
                <a:lnTo>
                  <a:pt x="315747" y="140589"/>
                </a:lnTo>
                <a:lnTo>
                  <a:pt x="298577" y="159816"/>
                </a:lnTo>
                <a:lnTo>
                  <a:pt x="279082" y="180022"/>
                </a:lnTo>
                <a:lnTo>
                  <a:pt x="305092" y="202882"/>
                </a:lnTo>
                <a:lnTo>
                  <a:pt x="322211" y="185458"/>
                </a:lnTo>
                <a:lnTo>
                  <a:pt x="339191" y="167449"/>
                </a:lnTo>
                <a:lnTo>
                  <a:pt x="355879" y="148882"/>
                </a:lnTo>
                <a:lnTo>
                  <a:pt x="372148" y="129730"/>
                </a:lnTo>
                <a:close/>
              </a:path>
              <a:path w="1336039" h="434975">
                <a:moveTo>
                  <a:pt x="439293" y="364617"/>
                </a:moveTo>
                <a:lnTo>
                  <a:pt x="392645" y="345033"/>
                </a:lnTo>
                <a:lnTo>
                  <a:pt x="349796" y="322795"/>
                </a:lnTo>
                <a:lnTo>
                  <a:pt x="310921" y="297853"/>
                </a:lnTo>
                <a:lnTo>
                  <a:pt x="276123" y="270129"/>
                </a:lnTo>
                <a:lnTo>
                  <a:pt x="271475" y="265468"/>
                </a:lnTo>
                <a:lnTo>
                  <a:pt x="269951" y="263944"/>
                </a:lnTo>
                <a:lnTo>
                  <a:pt x="245554" y="239560"/>
                </a:lnTo>
                <a:lnTo>
                  <a:pt x="431673" y="239560"/>
                </a:lnTo>
                <a:lnTo>
                  <a:pt x="431673" y="208978"/>
                </a:lnTo>
                <a:lnTo>
                  <a:pt x="236410" y="208978"/>
                </a:lnTo>
                <a:lnTo>
                  <a:pt x="236410" y="93065"/>
                </a:lnTo>
                <a:lnTo>
                  <a:pt x="408724" y="93065"/>
                </a:lnTo>
                <a:lnTo>
                  <a:pt x="408724" y="62585"/>
                </a:lnTo>
                <a:lnTo>
                  <a:pt x="236410" y="62585"/>
                </a:lnTo>
                <a:lnTo>
                  <a:pt x="236410" y="0"/>
                </a:lnTo>
                <a:lnTo>
                  <a:pt x="202882" y="0"/>
                </a:lnTo>
                <a:lnTo>
                  <a:pt x="202882" y="62585"/>
                </a:lnTo>
                <a:lnTo>
                  <a:pt x="33629" y="62585"/>
                </a:lnTo>
                <a:lnTo>
                  <a:pt x="33629" y="93065"/>
                </a:lnTo>
                <a:lnTo>
                  <a:pt x="202882" y="93065"/>
                </a:lnTo>
                <a:lnTo>
                  <a:pt x="202882" y="208978"/>
                </a:lnTo>
                <a:lnTo>
                  <a:pt x="7620" y="208978"/>
                </a:lnTo>
                <a:lnTo>
                  <a:pt x="7620" y="239560"/>
                </a:lnTo>
                <a:lnTo>
                  <a:pt x="192214" y="239560"/>
                </a:lnTo>
                <a:lnTo>
                  <a:pt x="159626" y="269011"/>
                </a:lnTo>
                <a:lnTo>
                  <a:pt x="124104" y="297014"/>
                </a:lnTo>
                <a:lnTo>
                  <a:pt x="85674" y="323557"/>
                </a:lnTo>
                <a:lnTo>
                  <a:pt x="44310" y="348640"/>
                </a:lnTo>
                <a:lnTo>
                  <a:pt x="0" y="372249"/>
                </a:lnTo>
                <a:lnTo>
                  <a:pt x="7518" y="381076"/>
                </a:lnTo>
                <a:lnTo>
                  <a:pt x="13995" y="389204"/>
                </a:lnTo>
                <a:lnTo>
                  <a:pt x="19608" y="396455"/>
                </a:lnTo>
                <a:lnTo>
                  <a:pt x="24485" y="402729"/>
                </a:lnTo>
                <a:lnTo>
                  <a:pt x="78511" y="369900"/>
                </a:lnTo>
                <a:lnTo>
                  <a:pt x="126263" y="335622"/>
                </a:lnTo>
                <a:lnTo>
                  <a:pt x="167728" y="300202"/>
                </a:lnTo>
                <a:lnTo>
                  <a:pt x="202882" y="263944"/>
                </a:lnTo>
                <a:lnTo>
                  <a:pt x="202882" y="433298"/>
                </a:lnTo>
                <a:lnTo>
                  <a:pt x="236410" y="433298"/>
                </a:lnTo>
                <a:lnTo>
                  <a:pt x="236410" y="265468"/>
                </a:lnTo>
                <a:lnTo>
                  <a:pt x="271576" y="303771"/>
                </a:lnTo>
                <a:lnTo>
                  <a:pt x="313042" y="338670"/>
                </a:lnTo>
                <a:lnTo>
                  <a:pt x="360794" y="370128"/>
                </a:lnTo>
                <a:lnTo>
                  <a:pt x="414820" y="398157"/>
                </a:lnTo>
                <a:lnTo>
                  <a:pt x="419722" y="390131"/>
                </a:lnTo>
                <a:lnTo>
                  <a:pt x="425348" y="381965"/>
                </a:lnTo>
                <a:lnTo>
                  <a:pt x="431825" y="373507"/>
                </a:lnTo>
                <a:lnTo>
                  <a:pt x="439293" y="364617"/>
                </a:lnTo>
                <a:close/>
              </a:path>
              <a:path w="1336039" h="434975">
                <a:moveTo>
                  <a:pt x="590270" y="13817"/>
                </a:moveTo>
                <a:lnTo>
                  <a:pt x="555117" y="1524"/>
                </a:lnTo>
                <a:lnTo>
                  <a:pt x="538314" y="48044"/>
                </a:lnTo>
                <a:lnTo>
                  <a:pt x="519010" y="92341"/>
                </a:lnTo>
                <a:lnTo>
                  <a:pt x="497293" y="134454"/>
                </a:lnTo>
                <a:lnTo>
                  <a:pt x="473240" y="174345"/>
                </a:lnTo>
                <a:lnTo>
                  <a:pt x="446913" y="212039"/>
                </a:lnTo>
                <a:lnTo>
                  <a:pt x="451231" y="222351"/>
                </a:lnTo>
                <a:lnTo>
                  <a:pt x="455104" y="232498"/>
                </a:lnTo>
                <a:lnTo>
                  <a:pt x="462153" y="251752"/>
                </a:lnTo>
                <a:lnTo>
                  <a:pt x="475615" y="234048"/>
                </a:lnTo>
                <a:lnTo>
                  <a:pt x="488632" y="215315"/>
                </a:lnTo>
                <a:lnTo>
                  <a:pt x="501383" y="195732"/>
                </a:lnTo>
                <a:lnTo>
                  <a:pt x="513969" y="175463"/>
                </a:lnTo>
                <a:lnTo>
                  <a:pt x="513969" y="433298"/>
                </a:lnTo>
                <a:lnTo>
                  <a:pt x="549021" y="433298"/>
                </a:lnTo>
                <a:lnTo>
                  <a:pt x="549021" y="175463"/>
                </a:lnTo>
                <a:lnTo>
                  <a:pt x="549021" y="108305"/>
                </a:lnTo>
                <a:lnTo>
                  <a:pt x="560222" y="86042"/>
                </a:lnTo>
                <a:lnTo>
                  <a:pt x="570826" y="62776"/>
                </a:lnTo>
                <a:lnTo>
                  <a:pt x="580834" y="38658"/>
                </a:lnTo>
                <a:lnTo>
                  <a:pt x="590270" y="13817"/>
                </a:lnTo>
                <a:close/>
              </a:path>
              <a:path w="1336039" h="434975">
                <a:moveTo>
                  <a:pt x="851065" y="80873"/>
                </a:moveTo>
                <a:lnTo>
                  <a:pt x="830694" y="63131"/>
                </a:lnTo>
                <a:lnTo>
                  <a:pt x="810780" y="46393"/>
                </a:lnTo>
                <a:lnTo>
                  <a:pt x="791171" y="30505"/>
                </a:lnTo>
                <a:lnTo>
                  <a:pt x="771728" y="15341"/>
                </a:lnTo>
                <a:lnTo>
                  <a:pt x="748868" y="38201"/>
                </a:lnTo>
                <a:lnTo>
                  <a:pt x="768032" y="54508"/>
                </a:lnTo>
                <a:lnTo>
                  <a:pt x="786777" y="71539"/>
                </a:lnTo>
                <a:lnTo>
                  <a:pt x="805230" y="89420"/>
                </a:lnTo>
                <a:lnTo>
                  <a:pt x="823544" y="108305"/>
                </a:lnTo>
                <a:lnTo>
                  <a:pt x="851065" y="80873"/>
                </a:lnTo>
                <a:close/>
              </a:path>
              <a:path w="1336039" h="434975">
                <a:moveTo>
                  <a:pt x="887641" y="318808"/>
                </a:moveTo>
                <a:lnTo>
                  <a:pt x="878738" y="316255"/>
                </a:lnTo>
                <a:lnTo>
                  <a:pt x="870115" y="313283"/>
                </a:lnTo>
                <a:lnTo>
                  <a:pt x="852589" y="306616"/>
                </a:lnTo>
                <a:lnTo>
                  <a:pt x="849134" y="325551"/>
                </a:lnTo>
                <a:lnTo>
                  <a:pt x="837272" y="376770"/>
                </a:lnTo>
                <a:lnTo>
                  <a:pt x="821397" y="391604"/>
                </a:lnTo>
                <a:lnTo>
                  <a:pt x="812876" y="389013"/>
                </a:lnTo>
                <a:lnTo>
                  <a:pt x="763587" y="336829"/>
                </a:lnTo>
                <a:lnTo>
                  <a:pt x="744613" y="293357"/>
                </a:lnTo>
                <a:lnTo>
                  <a:pt x="729526" y="238086"/>
                </a:lnTo>
                <a:lnTo>
                  <a:pt x="719137" y="175463"/>
                </a:lnTo>
                <a:lnTo>
                  <a:pt x="718388" y="170891"/>
                </a:lnTo>
                <a:lnTo>
                  <a:pt x="878497" y="154114"/>
                </a:lnTo>
                <a:lnTo>
                  <a:pt x="877049" y="138874"/>
                </a:lnTo>
                <a:lnTo>
                  <a:pt x="875449" y="122110"/>
                </a:lnTo>
                <a:lnTo>
                  <a:pt x="713816" y="138874"/>
                </a:lnTo>
                <a:lnTo>
                  <a:pt x="710958" y="104584"/>
                </a:lnTo>
                <a:lnTo>
                  <a:pt x="709244" y="70586"/>
                </a:lnTo>
                <a:lnTo>
                  <a:pt x="708850" y="48044"/>
                </a:lnTo>
                <a:lnTo>
                  <a:pt x="708787" y="30505"/>
                </a:lnTo>
                <a:lnTo>
                  <a:pt x="709244" y="4572"/>
                </a:lnTo>
                <a:lnTo>
                  <a:pt x="671042" y="4572"/>
                </a:lnTo>
                <a:lnTo>
                  <a:pt x="672211" y="44094"/>
                </a:lnTo>
                <a:lnTo>
                  <a:pt x="673519" y="80302"/>
                </a:lnTo>
                <a:lnTo>
                  <a:pt x="675119" y="113372"/>
                </a:lnTo>
                <a:lnTo>
                  <a:pt x="677138" y="143446"/>
                </a:lnTo>
                <a:lnTo>
                  <a:pt x="573506" y="154114"/>
                </a:lnTo>
                <a:lnTo>
                  <a:pt x="579602" y="186131"/>
                </a:lnTo>
                <a:lnTo>
                  <a:pt x="681710" y="175463"/>
                </a:lnTo>
                <a:lnTo>
                  <a:pt x="693750" y="245249"/>
                </a:lnTo>
                <a:lnTo>
                  <a:pt x="709383" y="303606"/>
                </a:lnTo>
                <a:lnTo>
                  <a:pt x="728726" y="350507"/>
                </a:lnTo>
                <a:lnTo>
                  <a:pt x="751916" y="385965"/>
                </a:lnTo>
                <a:lnTo>
                  <a:pt x="787349" y="419150"/>
                </a:lnTo>
                <a:lnTo>
                  <a:pt x="825068" y="431774"/>
                </a:lnTo>
                <a:lnTo>
                  <a:pt x="840828" y="429450"/>
                </a:lnTo>
                <a:lnTo>
                  <a:pt x="853719" y="422389"/>
                </a:lnTo>
                <a:lnTo>
                  <a:pt x="863727" y="410476"/>
                </a:lnTo>
                <a:lnTo>
                  <a:pt x="870877" y="393585"/>
                </a:lnTo>
                <a:lnTo>
                  <a:pt x="871410" y="391604"/>
                </a:lnTo>
                <a:lnTo>
                  <a:pt x="875411" y="376821"/>
                </a:lnTo>
                <a:lnTo>
                  <a:pt x="879830" y="358521"/>
                </a:lnTo>
                <a:lnTo>
                  <a:pt x="883945" y="339102"/>
                </a:lnTo>
                <a:lnTo>
                  <a:pt x="887641" y="318808"/>
                </a:lnTo>
                <a:close/>
              </a:path>
              <a:path w="1336039" h="434975">
                <a:moveTo>
                  <a:pt x="1111770" y="116014"/>
                </a:moveTo>
                <a:lnTo>
                  <a:pt x="1037094" y="116014"/>
                </a:lnTo>
                <a:lnTo>
                  <a:pt x="1038847" y="106540"/>
                </a:lnTo>
                <a:lnTo>
                  <a:pt x="1039761" y="96507"/>
                </a:lnTo>
                <a:lnTo>
                  <a:pt x="1040066" y="86779"/>
                </a:lnTo>
                <a:lnTo>
                  <a:pt x="1040142" y="74777"/>
                </a:lnTo>
                <a:lnTo>
                  <a:pt x="1108722" y="74777"/>
                </a:lnTo>
                <a:lnTo>
                  <a:pt x="1108722" y="47345"/>
                </a:lnTo>
                <a:lnTo>
                  <a:pt x="1040142" y="47345"/>
                </a:lnTo>
                <a:lnTo>
                  <a:pt x="1040142" y="3048"/>
                </a:lnTo>
                <a:lnTo>
                  <a:pt x="1011186" y="3048"/>
                </a:lnTo>
                <a:lnTo>
                  <a:pt x="1011186" y="47345"/>
                </a:lnTo>
                <a:lnTo>
                  <a:pt x="918121" y="47345"/>
                </a:lnTo>
                <a:lnTo>
                  <a:pt x="918121" y="74777"/>
                </a:lnTo>
                <a:lnTo>
                  <a:pt x="1011186" y="74777"/>
                </a:lnTo>
                <a:lnTo>
                  <a:pt x="1010272" y="85928"/>
                </a:lnTo>
                <a:lnTo>
                  <a:pt x="1009662" y="96507"/>
                </a:lnTo>
                <a:lnTo>
                  <a:pt x="1009040" y="106540"/>
                </a:lnTo>
                <a:lnTo>
                  <a:pt x="1008138" y="116014"/>
                </a:lnTo>
                <a:lnTo>
                  <a:pt x="905929" y="116014"/>
                </a:lnTo>
                <a:lnTo>
                  <a:pt x="905929" y="143446"/>
                </a:lnTo>
                <a:lnTo>
                  <a:pt x="1000518" y="143446"/>
                </a:lnTo>
                <a:lnTo>
                  <a:pt x="989063" y="166865"/>
                </a:lnTo>
                <a:lnTo>
                  <a:pt x="968463" y="188988"/>
                </a:lnTo>
                <a:lnTo>
                  <a:pt x="938707" y="209715"/>
                </a:lnTo>
                <a:lnTo>
                  <a:pt x="899833" y="228892"/>
                </a:lnTo>
                <a:lnTo>
                  <a:pt x="905522" y="236613"/>
                </a:lnTo>
                <a:lnTo>
                  <a:pt x="911072" y="243751"/>
                </a:lnTo>
                <a:lnTo>
                  <a:pt x="921169" y="256324"/>
                </a:lnTo>
                <a:lnTo>
                  <a:pt x="953782" y="238620"/>
                </a:lnTo>
                <a:lnTo>
                  <a:pt x="980846" y="219887"/>
                </a:lnTo>
                <a:lnTo>
                  <a:pt x="1002474" y="200304"/>
                </a:lnTo>
                <a:lnTo>
                  <a:pt x="1018806" y="180022"/>
                </a:lnTo>
                <a:lnTo>
                  <a:pt x="1035710" y="190627"/>
                </a:lnTo>
                <a:lnTo>
                  <a:pt x="1052334" y="201942"/>
                </a:lnTo>
                <a:lnTo>
                  <a:pt x="1068946" y="214147"/>
                </a:lnTo>
                <a:lnTo>
                  <a:pt x="1085862" y="227368"/>
                </a:lnTo>
                <a:lnTo>
                  <a:pt x="1104150" y="202882"/>
                </a:lnTo>
                <a:lnTo>
                  <a:pt x="1085621" y="189725"/>
                </a:lnTo>
                <a:lnTo>
                  <a:pt x="1070635" y="180022"/>
                </a:lnTo>
                <a:lnTo>
                  <a:pt x="1066812" y="177546"/>
                </a:lnTo>
                <a:lnTo>
                  <a:pt x="1047991" y="166243"/>
                </a:lnTo>
                <a:lnTo>
                  <a:pt x="1029474" y="155638"/>
                </a:lnTo>
                <a:lnTo>
                  <a:pt x="1030998" y="151066"/>
                </a:lnTo>
                <a:lnTo>
                  <a:pt x="1032522" y="148018"/>
                </a:lnTo>
                <a:lnTo>
                  <a:pt x="1032522" y="143446"/>
                </a:lnTo>
                <a:lnTo>
                  <a:pt x="1111770" y="143446"/>
                </a:lnTo>
                <a:lnTo>
                  <a:pt x="1111770" y="116014"/>
                </a:lnTo>
                <a:close/>
              </a:path>
              <a:path w="1336039" h="434975">
                <a:moveTo>
                  <a:pt x="1273505" y="234988"/>
                </a:moveTo>
                <a:lnTo>
                  <a:pt x="1242923" y="234988"/>
                </a:lnTo>
                <a:lnTo>
                  <a:pt x="1242923" y="265468"/>
                </a:lnTo>
                <a:lnTo>
                  <a:pt x="1242923" y="308140"/>
                </a:lnTo>
                <a:lnTo>
                  <a:pt x="1242923" y="337197"/>
                </a:lnTo>
                <a:lnTo>
                  <a:pt x="1242923" y="379869"/>
                </a:lnTo>
                <a:lnTo>
                  <a:pt x="994422" y="379869"/>
                </a:lnTo>
                <a:lnTo>
                  <a:pt x="994422" y="337197"/>
                </a:lnTo>
                <a:lnTo>
                  <a:pt x="1242923" y="337197"/>
                </a:lnTo>
                <a:lnTo>
                  <a:pt x="1242923" y="308140"/>
                </a:lnTo>
                <a:lnTo>
                  <a:pt x="994422" y="308140"/>
                </a:lnTo>
                <a:lnTo>
                  <a:pt x="994422" y="265468"/>
                </a:lnTo>
                <a:lnTo>
                  <a:pt x="1242923" y="265468"/>
                </a:lnTo>
                <a:lnTo>
                  <a:pt x="1242923" y="234988"/>
                </a:lnTo>
                <a:lnTo>
                  <a:pt x="962317" y="234988"/>
                </a:lnTo>
                <a:lnTo>
                  <a:pt x="962317" y="434822"/>
                </a:lnTo>
                <a:lnTo>
                  <a:pt x="994422" y="434822"/>
                </a:lnTo>
                <a:lnTo>
                  <a:pt x="994422" y="410349"/>
                </a:lnTo>
                <a:lnTo>
                  <a:pt x="1242923" y="410349"/>
                </a:lnTo>
                <a:lnTo>
                  <a:pt x="1242923" y="433298"/>
                </a:lnTo>
                <a:lnTo>
                  <a:pt x="1273505" y="433298"/>
                </a:lnTo>
                <a:lnTo>
                  <a:pt x="1273505" y="410349"/>
                </a:lnTo>
                <a:lnTo>
                  <a:pt x="1273505" y="379869"/>
                </a:lnTo>
                <a:lnTo>
                  <a:pt x="1273505" y="337197"/>
                </a:lnTo>
                <a:lnTo>
                  <a:pt x="1273505" y="308140"/>
                </a:lnTo>
                <a:lnTo>
                  <a:pt x="1273505" y="265468"/>
                </a:lnTo>
                <a:lnTo>
                  <a:pt x="1273505" y="234988"/>
                </a:lnTo>
                <a:close/>
              </a:path>
              <a:path w="1336039" h="434975">
                <a:moveTo>
                  <a:pt x="1335989" y="219748"/>
                </a:moveTo>
                <a:lnTo>
                  <a:pt x="1302207" y="208000"/>
                </a:lnTo>
                <a:lnTo>
                  <a:pt x="1273835" y="191274"/>
                </a:lnTo>
                <a:lnTo>
                  <a:pt x="1250607" y="169722"/>
                </a:lnTo>
                <a:lnTo>
                  <a:pt x="1245031" y="161734"/>
                </a:lnTo>
                <a:lnTo>
                  <a:pt x="1232255" y="143446"/>
                </a:lnTo>
                <a:lnTo>
                  <a:pt x="1325321" y="143446"/>
                </a:lnTo>
                <a:lnTo>
                  <a:pt x="1325321" y="116014"/>
                </a:lnTo>
                <a:lnTo>
                  <a:pt x="1227683" y="116014"/>
                </a:lnTo>
                <a:lnTo>
                  <a:pt x="1228801" y="106540"/>
                </a:lnTo>
                <a:lnTo>
                  <a:pt x="1229779" y="96507"/>
                </a:lnTo>
                <a:lnTo>
                  <a:pt x="1230464" y="85928"/>
                </a:lnTo>
                <a:lnTo>
                  <a:pt x="1230731" y="74777"/>
                </a:lnTo>
                <a:lnTo>
                  <a:pt x="1317701" y="74777"/>
                </a:lnTo>
                <a:lnTo>
                  <a:pt x="1317701" y="47345"/>
                </a:lnTo>
                <a:lnTo>
                  <a:pt x="1230731" y="47345"/>
                </a:lnTo>
                <a:lnTo>
                  <a:pt x="1230731" y="3048"/>
                </a:lnTo>
                <a:lnTo>
                  <a:pt x="1201775" y="3048"/>
                </a:lnTo>
                <a:lnTo>
                  <a:pt x="1201775" y="47345"/>
                </a:lnTo>
                <a:lnTo>
                  <a:pt x="1125575" y="47345"/>
                </a:lnTo>
                <a:lnTo>
                  <a:pt x="1125575" y="74777"/>
                </a:lnTo>
                <a:lnTo>
                  <a:pt x="1200251" y="74777"/>
                </a:lnTo>
                <a:lnTo>
                  <a:pt x="1199984" y="86779"/>
                </a:lnTo>
                <a:lnTo>
                  <a:pt x="1199299" y="97650"/>
                </a:lnTo>
                <a:lnTo>
                  <a:pt x="1198321" y="107391"/>
                </a:lnTo>
                <a:lnTo>
                  <a:pt x="1197203" y="116014"/>
                </a:lnTo>
                <a:lnTo>
                  <a:pt x="1122527" y="116014"/>
                </a:lnTo>
                <a:lnTo>
                  <a:pt x="1122527" y="143446"/>
                </a:lnTo>
                <a:lnTo>
                  <a:pt x="1188059" y="143446"/>
                </a:lnTo>
                <a:lnTo>
                  <a:pt x="1177201" y="160007"/>
                </a:lnTo>
                <a:lnTo>
                  <a:pt x="1160614" y="175260"/>
                </a:lnTo>
                <a:lnTo>
                  <a:pt x="1138301" y="189103"/>
                </a:lnTo>
                <a:lnTo>
                  <a:pt x="1110246" y="201358"/>
                </a:lnTo>
                <a:lnTo>
                  <a:pt x="1114806" y="208216"/>
                </a:lnTo>
                <a:lnTo>
                  <a:pt x="1119238" y="214934"/>
                </a:lnTo>
                <a:lnTo>
                  <a:pt x="1123391" y="221373"/>
                </a:lnTo>
                <a:lnTo>
                  <a:pt x="1127099" y="227368"/>
                </a:lnTo>
                <a:lnTo>
                  <a:pt x="1157389" y="212140"/>
                </a:lnTo>
                <a:lnTo>
                  <a:pt x="1181963" y="196227"/>
                </a:lnTo>
                <a:lnTo>
                  <a:pt x="1200823" y="179476"/>
                </a:lnTo>
                <a:lnTo>
                  <a:pt x="1213967" y="161734"/>
                </a:lnTo>
                <a:lnTo>
                  <a:pt x="1232268" y="189471"/>
                </a:lnTo>
                <a:lnTo>
                  <a:pt x="1255166" y="213220"/>
                </a:lnTo>
                <a:lnTo>
                  <a:pt x="1282623" y="232968"/>
                </a:lnTo>
                <a:lnTo>
                  <a:pt x="1314653" y="248704"/>
                </a:lnTo>
                <a:lnTo>
                  <a:pt x="1319479" y="240969"/>
                </a:lnTo>
                <a:lnTo>
                  <a:pt x="1324749" y="233654"/>
                </a:lnTo>
                <a:lnTo>
                  <a:pt x="1330286" y="226631"/>
                </a:lnTo>
                <a:lnTo>
                  <a:pt x="1335989" y="21974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2" name="object 8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49928" y="5625655"/>
            <a:ext cx="109823" cy="111347"/>
          </a:xfrm>
          <a:prstGeom prst="rect">
            <a:avLst/>
          </a:prstGeom>
        </p:spPr>
      </p:pic>
      <p:graphicFrame>
        <p:nvGraphicFramePr>
          <p:cNvPr id="83" name="object 83" descr=""/>
          <p:cNvGraphicFramePr>
            <a:graphicFrameLocks noGrp="1"/>
          </p:cNvGraphicFramePr>
          <p:nvPr/>
        </p:nvGraphicFramePr>
        <p:xfrm>
          <a:off x="1358646" y="5474049"/>
          <a:ext cx="393700" cy="34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/>
              </a:tblGrid>
              <a:tr h="113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80C11"/>
                      </a:solidFill>
                      <a:prstDash val="solid"/>
                    </a:lnL>
                    <a:lnR w="38100">
                      <a:solidFill>
                        <a:srgbClr val="080C11"/>
                      </a:solidFill>
                      <a:prstDash val="solid"/>
                    </a:lnR>
                    <a:lnT w="38100">
                      <a:solidFill>
                        <a:srgbClr val="080C11"/>
                      </a:solidFill>
                      <a:prstDash val="solid"/>
                    </a:lnT>
                    <a:lnB w="38100">
                      <a:solidFill>
                        <a:srgbClr val="080C1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4" name="object 84" descr=""/>
          <p:cNvGrpSpPr/>
          <p:nvPr/>
        </p:nvGrpSpPr>
        <p:grpSpPr>
          <a:xfrm>
            <a:off x="1746027" y="5454872"/>
            <a:ext cx="1689735" cy="433705"/>
            <a:chOff x="1746027" y="5454872"/>
            <a:chExt cx="1689735" cy="433705"/>
          </a:xfrm>
        </p:grpSpPr>
        <p:sp>
          <p:nvSpPr>
            <p:cNvPr id="85" name="object 85" descr=""/>
            <p:cNvSpPr/>
            <p:nvPr/>
          </p:nvSpPr>
          <p:spPr>
            <a:xfrm>
              <a:off x="1746021" y="5454878"/>
              <a:ext cx="1480820" cy="433705"/>
            </a:xfrm>
            <a:custGeom>
              <a:avLst/>
              <a:gdLst/>
              <a:ahLst/>
              <a:cxnLst/>
              <a:rect l="l" t="t" r="r" b="b"/>
              <a:pathLst>
                <a:path w="1480820" h="433704">
                  <a:moveTo>
                    <a:pt x="169265" y="219646"/>
                  </a:moveTo>
                  <a:lnTo>
                    <a:pt x="157543" y="208203"/>
                  </a:lnTo>
                  <a:lnTo>
                    <a:pt x="145249" y="196735"/>
                  </a:lnTo>
                  <a:lnTo>
                    <a:pt x="143586" y="195262"/>
                  </a:lnTo>
                  <a:lnTo>
                    <a:pt x="141871" y="193738"/>
                  </a:lnTo>
                  <a:lnTo>
                    <a:pt x="132359" y="185280"/>
                  </a:lnTo>
                  <a:lnTo>
                    <a:pt x="118872" y="173824"/>
                  </a:lnTo>
                  <a:lnTo>
                    <a:pt x="100584" y="193738"/>
                  </a:lnTo>
                  <a:lnTo>
                    <a:pt x="100584" y="190588"/>
                  </a:lnTo>
                  <a:lnTo>
                    <a:pt x="100584" y="115912"/>
                  </a:lnTo>
                  <a:lnTo>
                    <a:pt x="160121" y="115912"/>
                  </a:lnTo>
                  <a:lnTo>
                    <a:pt x="160121" y="85344"/>
                  </a:lnTo>
                  <a:lnTo>
                    <a:pt x="100584" y="85344"/>
                  </a:lnTo>
                  <a:lnTo>
                    <a:pt x="100584" y="0"/>
                  </a:lnTo>
                  <a:lnTo>
                    <a:pt x="70104" y="0"/>
                  </a:lnTo>
                  <a:lnTo>
                    <a:pt x="70104" y="85344"/>
                  </a:lnTo>
                  <a:lnTo>
                    <a:pt x="3048" y="85344"/>
                  </a:lnTo>
                  <a:lnTo>
                    <a:pt x="3048" y="115912"/>
                  </a:lnTo>
                  <a:lnTo>
                    <a:pt x="67056" y="115912"/>
                  </a:lnTo>
                  <a:lnTo>
                    <a:pt x="55930" y="156540"/>
                  </a:lnTo>
                  <a:lnTo>
                    <a:pt x="40957" y="196164"/>
                  </a:lnTo>
                  <a:lnTo>
                    <a:pt x="22263" y="234937"/>
                  </a:lnTo>
                  <a:lnTo>
                    <a:pt x="0" y="272986"/>
                  </a:lnTo>
                  <a:lnTo>
                    <a:pt x="4292" y="282384"/>
                  </a:lnTo>
                  <a:lnTo>
                    <a:pt x="8001" y="292087"/>
                  </a:lnTo>
                  <a:lnTo>
                    <a:pt x="11150" y="301790"/>
                  </a:lnTo>
                  <a:lnTo>
                    <a:pt x="13716" y="311188"/>
                  </a:lnTo>
                  <a:lnTo>
                    <a:pt x="30022" y="286308"/>
                  </a:lnTo>
                  <a:lnTo>
                    <a:pt x="44767" y="257746"/>
                  </a:lnTo>
                  <a:lnTo>
                    <a:pt x="58077" y="225755"/>
                  </a:lnTo>
                  <a:lnTo>
                    <a:pt x="70104" y="190588"/>
                  </a:lnTo>
                  <a:lnTo>
                    <a:pt x="70104" y="427101"/>
                  </a:lnTo>
                  <a:lnTo>
                    <a:pt x="100584" y="427101"/>
                  </a:lnTo>
                  <a:lnTo>
                    <a:pt x="100584" y="195262"/>
                  </a:lnTo>
                  <a:lnTo>
                    <a:pt x="144881" y="244030"/>
                  </a:lnTo>
                  <a:lnTo>
                    <a:pt x="169265" y="219646"/>
                  </a:lnTo>
                  <a:close/>
                </a:path>
                <a:path w="1480820" h="433704">
                  <a:moveTo>
                    <a:pt x="233273" y="239458"/>
                  </a:moveTo>
                  <a:lnTo>
                    <a:pt x="199745" y="227266"/>
                  </a:lnTo>
                  <a:lnTo>
                    <a:pt x="182359" y="266979"/>
                  </a:lnTo>
                  <a:lnTo>
                    <a:pt x="164693" y="303707"/>
                  </a:lnTo>
                  <a:lnTo>
                    <a:pt x="147015" y="337286"/>
                  </a:lnTo>
                  <a:lnTo>
                    <a:pt x="129641" y="367576"/>
                  </a:lnTo>
                  <a:lnTo>
                    <a:pt x="138493" y="371017"/>
                  </a:lnTo>
                  <a:lnTo>
                    <a:pt x="146786" y="374624"/>
                  </a:lnTo>
                  <a:lnTo>
                    <a:pt x="154495" y="378498"/>
                  </a:lnTo>
                  <a:lnTo>
                    <a:pt x="161645" y="382816"/>
                  </a:lnTo>
                  <a:lnTo>
                    <a:pt x="179692" y="349910"/>
                  </a:lnTo>
                  <a:lnTo>
                    <a:pt x="197459" y="315137"/>
                  </a:lnTo>
                  <a:lnTo>
                    <a:pt x="215214" y="278358"/>
                  </a:lnTo>
                  <a:lnTo>
                    <a:pt x="233273" y="239458"/>
                  </a:lnTo>
                  <a:close/>
                </a:path>
                <a:path w="1480820" h="433704">
                  <a:moveTo>
                    <a:pt x="413296" y="25908"/>
                  </a:moveTo>
                  <a:lnTo>
                    <a:pt x="179933" y="25908"/>
                  </a:lnTo>
                  <a:lnTo>
                    <a:pt x="179933" y="56388"/>
                  </a:lnTo>
                  <a:lnTo>
                    <a:pt x="413296" y="56388"/>
                  </a:lnTo>
                  <a:lnTo>
                    <a:pt x="413296" y="25908"/>
                  </a:lnTo>
                  <a:close/>
                </a:path>
                <a:path w="1480820" h="433704">
                  <a:moveTo>
                    <a:pt x="433108" y="154012"/>
                  </a:moveTo>
                  <a:lnTo>
                    <a:pt x="160121" y="154012"/>
                  </a:lnTo>
                  <a:lnTo>
                    <a:pt x="160121" y="184492"/>
                  </a:lnTo>
                  <a:lnTo>
                    <a:pt x="279082" y="184492"/>
                  </a:lnTo>
                  <a:lnTo>
                    <a:pt x="279082" y="356908"/>
                  </a:lnTo>
                  <a:lnTo>
                    <a:pt x="277393" y="371144"/>
                  </a:lnTo>
                  <a:lnTo>
                    <a:pt x="272402" y="381673"/>
                  </a:lnTo>
                  <a:lnTo>
                    <a:pt x="264248" y="388188"/>
                  </a:lnTo>
                  <a:lnTo>
                    <a:pt x="253085" y="390436"/>
                  </a:lnTo>
                  <a:lnTo>
                    <a:pt x="240195" y="390144"/>
                  </a:lnTo>
                  <a:lnTo>
                    <a:pt x="226606" y="389293"/>
                  </a:lnTo>
                  <a:lnTo>
                    <a:pt x="212140" y="387858"/>
                  </a:lnTo>
                  <a:lnTo>
                    <a:pt x="196697" y="385864"/>
                  </a:lnTo>
                  <a:lnTo>
                    <a:pt x="198716" y="395909"/>
                  </a:lnTo>
                  <a:lnTo>
                    <a:pt x="200317" y="405371"/>
                  </a:lnTo>
                  <a:lnTo>
                    <a:pt x="201625" y="414235"/>
                  </a:lnTo>
                  <a:lnTo>
                    <a:pt x="202793" y="422529"/>
                  </a:lnTo>
                  <a:lnTo>
                    <a:pt x="220002" y="423392"/>
                  </a:lnTo>
                  <a:lnTo>
                    <a:pt x="235369" y="423672"/>
                  </a:lnTo>
                  <a:lnTo>
                    <a:pt x="249288" y="423392"/>
                  </a:lnTo>
                  <a:lnTo>
                    <a:pt x="262229" y="422529"/>
                  </a:lnTo>
                  <a:lnTo>
                    <a:pt x="300024" y="408800"/>
                  </a:lnTo>
                  <a:lnTo>
                    <a:pt x="312610" y="367576"/>
                  </a:lnTo>
                  <a:lnTo>
                    <a:pt x="312610" y="184492"/>
                  </a:lnTo>
                  <a:lnTo>
                    <a:pt x="433108" y="184492"/>
                  </a:lnTo>
                  <a:lnTo>
                    <a:pt x="433108" y="154012"/>
                  </a:lnTo>
                  <a:close/>
                </a:path>
                <a:path w="1480820" h="433704">
                  <a:moveTo>
                    <a:pt x="442252" y="366052"/>
                  </a:moveTo>
                  <a:lnTo>
                    <a:pt x="410006" y="301231"/>
                  </a:lnTo>
                  <a:lnTo>
                    <a:pt x="391807" y="265239"/>
                  </a:lnTo>
                  <a:lnTo>
                    <a:pt x="372046" y="227266"/>
                  </a:lnTo>
                  <a:lnTo>
                    <a:pt x="341566" y="240982"/>
                  </a:lnTo>
                  <a:lnTo>
                    <a:pt x="359308" y="277266"/>
                  </a:lnTo>
                  <a:lnTo>
                    <a:pt x="376059" y="312851"/>
                  </a:lnTo>
                  <a:lnTo>
                    <a:pt x="391972" y="347573"/>
                  </a:lnTo>
                  <a:lnTo>
                    <a:pt x="407200" y="381292"/>
                  </a:lnTo>
                  <a:lnTo>
                    <a:pt x="442252" y="366052"/>
                  </a:lnTo>
                  <a:close/>
                </a:path>
                <a:path w="1480820" h="433704">
                  <a:moveTo>
                    <a:pt x="861631" y="19812"/>
                  </a:moveTo>
                  <a:lnTo>
                    <a:pt x="831151" y="19812"/>
                  </a:lnTo>
                  <a:lnTo>
                    <a:pt x="831151" y="44196"/>
                  </a:lnTo>
                  <a:lnTo>
                    <a:pt x="831151" y="77724"/>
                  </a:lnTo>
                  <a:lnTo>
                    <a:pt x="530631" y="77724"/>
                  </a:lnTo>
                  <a:lnTo>
                    <a:pt x="530631" y="44196"/>
                  </a:lnTo>
                  <a:lnTo>
                    <a:pt x="831151" y="44196"/>
                  </a:lnTo>
                  <a:lnTo>
                    <a:pt x="831151" y="19812"/>
                  </a:lnTo>
                  <a:lnTo>
                    <a:pt x="500151" y="19812"/>
                  </a:lnTo>
                  <a:lnTo>
                    <a:pt x="500037" y="204406"/>
                  </a:lnTo>
                  <a:lnTo>
                    <a:pt x="497636" y="267157"/>
                  </a:lnTo>
                  <a:lnTo>
                    <a:pt x="487959" y="322808"/>
                  </a:lnTo>
                  <a:lnTo>
                    <a:pt x="471436" y="368439"/>
                  </a:lnTo>
                  <a:lnTo>
                    <a:pt x="448335" y="404241"/>
                  </a:lnTo>
                  <a:lnTo>
                    <a:pt x="454037" y="411124"/>
                  </a:lnTo>
                  <a:lnTo>
                    <a:pt x="459574" y="418147"/>
                  </a:lnTo>
                  <a:lnTo>
                    <a:pt x="464845" y="425462"/>
                  </a:lnTo>
                  <a:lnTo>
                    <a:pt x="469671" y="433197"/>
                  </a:lnTo>
                  <a:lnTo>
                    <a:pt x="491820" y="400037"/>
                  </a:lnTo>
                  <a:lnTo>
                    <a:pt x="508914" y="360959"/>
                  </a:lnTo>
                  <a:lnTo>
                    <a:pt x="521030" y="315899"/>
                  </a:lnTo>
                  <a:lnTo>
                    <a:pt x="528243" y="264756"/>
                  </a:lnTo>
                  <a:lnTo>
                    <a:pt x="530631" y="207454"/>
                  </a:lnTo>
                  <a:lnTo>
                    <a:pt x="530631" y="103720"/>
                  </a:lnTo>
                  <a:lnTo>
                    <a:pt x="831151" y="103720"/>
                  </a:lnTo>
                  <a:lnTo>
                    <a:pt x="831151" y="112864"/>
                  </a:lnTo>
                  <a:lnTo>
                    <a:pt x="861631" y="112864"/>
                  </a:lnTo>
                  <a:lnTo>
                    <a:pt x="861631" y="103720"/>
                  </a:lnTo>
                  <a:lnTo>
                    <a:pt x="861631" y="77724"/>
                  </a:lnTo>
                  <a:lnTo>
                    <a:pt x="861631" y="44196"/>
                  </a:lnTo>
                  <a:lnTo>
                    <a:pt x="861631" y="19812"/>
                  </a:lnTo>
                  <a:close/>
                </a:path>
                <a:path w="1480820" h="433704">
                  <a:moveTo>
                    <a:pt x="869251" y="289750"/>
                  </a:moveTo>
                  <a:lnTo>
                    <a:pt x="721334" y="289750"/>
                  </a:lnTo>
                  <a:lnTo>
                    <a:pt x="721334" y="260794"/>
                  </a:lnTo>
                  <a:lnTo>
                    <a:pt x="812774" y="260794"/>
                  </a:lnTo>
                  <a:lnTo>
                    <a:pt x="812774" y="269938"/>
                  </a:lnTo>
                  <a:lnTo>
                    <a:pt x="840295" y="269938"/>
                  </a:lnTo>
                  <a:lnTo>
                    <a:pt x="840295" y="260794"/>
                  </a:lnTo>
                  <a:lnTo>
                    <a:pt x="840295" y="237934"/>
                  </a:lnTo>
                  <a:lnTo>
                    <a:pt x="840295" y="204406"/>
                  </a:lnTo>
                  <a:lnTo>
                    <a:pt x="840295" y="181444"/>
                  </a:lnTo>
                  <a:lnTo>
                    <a:pt x="812774" y="181444"/>
                  </a:lnTo>
                  <a:lnTo>
                    <a:pt x="812774" y="204406"/>
                  </a:lnTo>
                  <a:lnTo>
                    <a:pt x="812774" y="237934"/>
                  </a:lnTo>
                  <a:lnTo>
                    <a:pt x="721334" y="237934"/>
                  </a:lnTo>
                  <a:lnTo>
                    <a:pt x="721334" y="204406"/>
                  </a:lnTo>
                  <a:lnTo>
                    <a:pt x="812774" y="204406"/>
                  </a:lnTo>
                  <a:lnTo>
                    <a:pt x="812774" y="181444"/>
                  </a:lnTo>
                  <a:lnTo>
                    <a:pt x="721334" y="181444"/>
                  </a:lnTo>
                  <a:lnTo>
                    <a:pt x="721334" y="154012"/>
                  </a:lnTo>
                  <a:lnTo>
                    <a:pt x="721334" y="152488"/>
                  </a:lnTo>
                  <a:lnTo>
                    <a:pt x="797572" y="150012"/>
                  </a:lnTo>
                  <a:lnTo>
                    <a:pt x="830707" y="148424"/>
                  </a:lnTo>
                  <a:lnTo>
                    <a:pt x="860107" y="146392"/>
                  </a:lnTo>
                  <a:lnTo>
                    <a:pt x="854011" y="122008"/>
                  </a:lnTo>
                  <a:lnTo>
                    <a:pt x="547497" y="131152"/>
                  </a:lnTo>
                  <a:lnTo>
                    <a:pt x="548881" y="138874"/>
                  </a:lnTo>
                  <a:lnTo>
                    <a:pt x="550545" y="146011"/>
                  </a:lnTo>
                  <a:lnTo>
                    <a:pt x="552183" y="152488"/>
                  </a:lnTo>
                  <a:lnTo>
                    <a:pt x="553593" y="158584"/>
                  </a:lnTo>
                  <a:lnTo>
                    <a:pt x="692378" y="154012"/>
                  </a:lnTo>
                  <a:lnTo>
                    <a:pt x="692378" y="181444"/>
                  </a:lnTo>
                  <a:lnTo>
                    <a:pt x="692378" y="204406"/>
                  </a:lnTo>
                  <a:lnTo>
                    <a:pt x="692378" y="237934"/>
                  </a:lnTo>
                  <a:lnTo>
                    <a:pt x="603885" y="237934"/>
                  </a:lnTo>
                  <a:lnTo>
                    <a:pt x="603885" y="204406"/>
                  </a:lnTo>
                  <a:lnTo>
                    <a:pt x="692378" y="204406"/>
                  </a:lnTo>
                  <a:lnTo>
                    <a:pt x="692378" y="181444"/>
                  </a:lnTo>
                  <a:lnTo>
                    <a:pt x="574929" y="181444"/>
                  </a:lnTo>
                  <a:lnTo>
                    <a:pt x="574929" y="269938"/>
                  </a:lnTo>
                  <a:lnTo>
                    <a:pt x="603885" y="269938"/>
                  </a:lnTo>
                  <a:lnTo>
                    <a:pt x="603885" y="260794"/>
                  </a:lnTo>
                  <a:lnTo>
                    <a:pt x="692378" y="260794"/>
                  </a:lnTo>
                  <a:lnTo>
                    <a:pt x="692378" y="289750"/>
                  </a:lnTo>
                  <a:lnTo>
                    <a:pt x="553593" y="289750"/>
                  </a:lnTo>
                  <a:lnTo>
                    <a:pt x="553593" y="431673"/>
                  </a:lnTo>
                  <a:lnTo>
                    <a:pt x="584073" y="431673"/>
                  </a:lnTo>
                  <a:lnTo>
                    <a:pt x="584073" y="312712"/>
                  </a:lnTo>
                  <a:lnTo>
                    <a:pt x="692378" y="312712"/>
                  </a:lnTo>
                  <a:lnTo>
                    <a:pt x="692378" y="353860"/>
                  </a:lnTo>
                  <a:lnTo>
                    <a:pt x="672642" y="354761"/>
                  </a:lnTo>
                  <a:lnTo>
                    <a:pt x="632701" y="355993"/>
                  </a:lnTo>
                  <a:lnTo>
                    <a:pt x="613029" y="356908"/>
                  </a:lnTo>
                  <a:lnTo>
                    <a:pt x="617601" y="384340"/>
                  </a:lnTo>
                  <a:lnTo>
                    <a:pt x="662190" y="380314"/>
                  </a:lnTo>
                  <a:lnTo>
                    <a:pt x="704519" y="377291"/>
                  </a:lnTo>
                  <a:lnTo>
                    <a:pt x="744550" y="375119"/>
                  </a:lnTo>
                  <a:lnTo>
                    <a:pt x="782294" y="373672"/>
                  </a:lnTo>
                  <a:lnTo>
                    <a:pt x="785342" y="378244"/>
                  </a:lnTo>
                  <a:lnTo>
                    <a:pt x="788390" y="384340"/>
                  </a:lnTo>
                  <a:lnTo>
                    <a:pt x="789914" y="390436"/>
                  </a:lnTo>
                  <a:lnTo>
                    <a:pt x="815822" y="379768"/>
                  </a:lnTo>
                  <a:lnTo>
                    <a:pt x="812965" y="373672"/>
                  </a:lnTo>
                  <a:lnTo>
                    <a:pt x="808050" y="363143"/>
                  </a:lnTo>
                  <a:lnTo>
                    <a:pt x="802919" y="352336"/>
                  </a:lnTo>
                  <a:lnTo>
                    <a:pt x="800582" y="347383"/>
                  </a:lnTo>
                  <a:lnTo>
                    <a:pt x="793102" y="332181"/>
                  </a:lnTo>
                  <a:lnTo>
                    <a:pt x="785342" y="317284"/>
                  </a:lnTo>
                  <a:lnTo>
                    <a:pt x="760958" y="329476"/>
                  </a:lnTo>
                  <a:lnTo>
                    <a:pt x="764006" y="335572"/>
                  </a:lnTo>
                  <a:lnTo>
                    <a:pt x="768578" y="341668"/>
                  </a:lnTo>
                  <a:lnTo>
                    <a:pt x="771626" y="349288"/>
                  </a:lnTo>
                  <a:lnTo>
                    <a:pt x="759053" y="350189"/>
                  </a:lnTo>
                  <a:lnTo>
                    <a:pt x="733907" y="351421"/>
                  </a:lnTo>
                  <a:lnTo>
                    <a:pt x="721334" y="352336"/>
                  </a:lnTo>
                  <a:lnTo>
                    <a:pt x="721334" y="312712"/>
                  </a:lnTo>
                  <a:lnTo>
                    <a:pt x="838771" y="312712"/>
                  </a:lnTo>
                  <a:lnTo>
                    <a:pt x="838771" y="378244"/>
                  </a:lnTo>
                  <a:lnTo>
                    <a:pt x="837336" y="388251"/>
                  </a:lnTo>
                  <a:lnTo>
                    <a:pt x="833043" y="395427"/>
                  </a:lnTo>
                  <a:lnTo>
                    <a:pt x="825868" y="399745"/>
                  </a:lnTo>
                  <a:lnTo>
                    <a:pt x="815822" y="401193"/>
                  </a:lnTo>
                  <a:lnTo>
                    <a:pt x="804049" y="400926"/>
                  </a:lnTo>
                  <a:lnTo>
                    <a:pt x="791438" y="400240"/>
                  </a:lnTo>
                  <a:lnTo>
                    <a:pt x="762482" y="398145"/>
                  </a:lnTo>
                  <a:lnTo>
                    <a:pt x="764743" y="406768"/>
                  </a:lnTo>
                  <a:lnTo>
                    <a:pt x="766864" y="414528"/>
                  </a:lnTo>
                  <a:lnTo>
                    <a:pt x="768692" y="421716"/>
                  </a:lnTo>
                  <a:lnTo>
                    <a:pt x="770102" y="428625"/>
                  </a:lnTo>
                  <a:lnTo>
                    <a:pt x="825055" y="428625"/>
                  </a:lnTo>
                  <a:lnTo>
                    <a:pt x="844181" y="426008"/>
                  </a:lnTo>
                  <a:lnTo>
                    <a:pt x="858012" y="417944"/>
                  </a:lnTo>
                  <a:lnTo>
                    <a:pt x="866419" y="404152"/>
                  </a:lnTo>
                  <a:lnTo>
                    <a:pt x="866838" y="401193"/>
                  </a:lnTo>
                  <a:lnTo>
                    <a:pt x="869251" y="384340"/>
                  </a:lnTo>
                  <a:lnTo>
                    <a:pt x="869251" y="312712"/>
                  </a:lnTo>
                  <a:lnTo>
                    <a:pt x="869251" y="289750"/>
                  </a:lnTo>
                  <a:close/>
                </a:path>
                <a:path w="1480820" h="433704">
                  <a:moveTo>
                    <a:pt x="950023" y="105244"/>
                  </a:moveTo>
                  <a:lnTo>
                    <a:pt x="921067" y="99148"/>
                  </a:lnTo>
                  <a:lnTo>
                    <a:pt x="915327" y="130035"/>
                  </a:lnTo>
                  <a:lnTo>
                    <a:pt x="909447" y="158788"/>
                  </a:lnTo>
                  <a:lnTo>
                    <a:pt x="903274" y="185559"/>
                  </a:lnTo>
                  <a:lnTo>
                    <a:pt x="896683" y="210502"/>
                  </a:lnTo>
                  <a:lnTo>
                    <a:pt x="920902" y="216712"/>
                  </a:lnTo>
                  <a:lnTo>
                    <a:pt x="927163" y="218122"/>
                  </a:lnTo>
                  <a:lnTo>
                    <a:pt x="933729" y="188874"/>
                  </a:lnTo>
                  <a:lnTo>
                    <a:pt x="939736" y="160502"/>
                  </a:lnTo>
                  <a:lnTo>
                    <a:pt x="945159" y="132727"/>
                  </a:lnTo>
                  <a:lnTo>
                    <a:pt x="950023" y="105244"/>
                  </a:lnTo>
                  <a:close/>
                </a:path>
                <a:path w="1480820" h="433704">
                  <a:moveTo>
                    <a:pt x="1052233" y="140296"/>
                  </a:moveTo>
                  <a:lnTo>
                    <a:pt x="1030198" y="100672"/>
                  </a:lnTo>
                  <a:lnTo>
                    <a:pt x="1014120" y="74676"/>
                  </a:lnTo>
                  <a:lnTo>
                    <a:pt x="994308" y="83820"/>
                  </a:lnTo>
                  <a:lnTo>
                    <a:pt x="994308" y="0"/>
                  </a:lnTo>
                  <a:lnTo>
                    <a:pt x="960780" y="0"/>
                  </a:lnTo>
                  <a:lnTo>
                    <a:pt x="960780" y="433197"/>
                  </a:lnTo>
                  <a:lnTo>
                    <a:pt x="994308" y="433197"/>
                  </a:lnTo>
                  <a:lnTo>
                    <a:pt x="994308" y="100672"/>
                  </a:lnTo>
                  <a:lnTo>
                    <a:pt x="1002309" y="113804"/>
                  </a:lnTo>
                  <a:lnTo>
                    <a:pt x="1010310" y="127914"/>
                  </a:lnTo>
                  <a:lnTo>
                    <a:pt x="1018311" y="142900"/>
                  </a:lnTo>
                  <a:lnTo>
                    <a:pt x="1026312" y="158584"/>
                  </a:lnTo>
                  <a:lnTo>
                    <a:pt x="1052233" y="140296"/>
                  </a:lnTo>
                  <a:close/>
                </a:path>
                <a:path w="1480820" h="433704">
                  <a:moveTo>
                    <a:pt x="1335887" y="382803"/>
                  </a:moveTo>
                  <a:lnTo>
                    <a:pt x="1206246" y="382803"/>
                  </a:lnTo>
                  <a:lnTo>
                    <a:pt x="1206246" y="265366"/>
                  </a:lnTo>
                  <a:lnTo>
                    <a:pt x="1313027" y="265366"/>
                  </a:lnTo>
                  <a:lnTo>
                    <a:pt x="1313027" y="233362"/>
                  </a:lnTo>
                  <a:lnTo>
                    <a:pt x="1206246" y="233362"/>
                  </a:lnTo>
                  <a:lnTo>
                    <a:pt x="1206246" y="128104"/>
                  </a:lnTo>
                  <a:lnTo>
                    <a:pt x="1322171" y="128104"/>
                  </a:lnTo>
                  <a:lnTo>
                    <a:pt x="1322171" y="97624"/>
                  </a:lnTo>
                  <a:lnTo>
                    <a:pt x="1206246" y="97624"/>
                  </a:lnTo>
                  <a:lnTo>
                    <a:pt x="1206246" y="1524"/>
                  </a:lnTo>
                  <a:lnTo>
                    <a:pt x="1171194" y="1524"/>
                  </a:lnTo>
                  <a:lnTo>
                    <a:pt x="1171194" y="97624"/>
                  </a:lnTo>
                  <a:lnTo>
                    <a:pt x="1111758" y="97624"/>
                  </a:lnTo>
                  <a:lnTo>
                    <a:pt x="1117193" y="82715"/>
                  </a:lnTo>
                  <a:lnTo>
                    <a:pt x="1122045" y="67830"/>
                  </a:lnTo>
                  <a:lnTo>
                    <a:pt x="1126337" y="52959"/>
                  </a:lnTo>
                  <a:lnTo>
                    <a:pt x="1130046" y="38100"/>
                  </a:lnTo>
                  <a:lnTo>
                    <a:pt x="1094905" y="28956"/>
                  </a:lnTo>
                  <a:lnTo>
                    <a:pt x="1084300" y="69862"/>
                  </a:lnTo>
                  <a:lnTo>
                    <a:pt x="1070711" y="110350"/>
                  </a:lnTo>
                  <a:lnTo>
                    <a:pt x="1053960" y="150545"/>
                  </a:lnTo>
                  <a:lnTo>
                    <a:pt x="1033945" y="190588"/>
                  </a:lnTo>
                  <a:lnTo>
                    <a:pt x="1039317" y="193751"/>
                  </a:lnTo>
                  <a:lnTo>
                    <a:pt x="1046137" y="198297"/>
                  </a:lnTo>
                  <a:lnTo>
                    <a:pt x="1054087" y="203974"/>
                  </a:lnTo>
                  <a:lnTo>
                    <a:pt x="1062901" y="210502"/>
                  </a:lnTo>
                  <a:lnTo>
                    <a:pt x="1073137" y="189877"/>
                  </a:lnTo>
                  <a:lnTo>
                    <a:pt x="1083094" y="169265"/>
                  </a:lnTo>
                  <a:lnTo>
                    <a:pt x="1092504" y="148691"/>
                  </a:lnTo>
                  <a:lnTo>
                    <a:pt x="1101090" y="128104"/>
                  </a:lnTo>
                  <a:lnTo>
                    <a:pt x="1171194" y="128104"/>
                  </a:lnTo>
                  <a:lnTo>
                    <a:pt x="1171194" y="233362"/>
                  </a:lnTo>
                  <a:lnTo>
                    <a:pt x="1058329" y="233362"/>
                  </a:lnTo>
                  <a:lnTo>
                    <a:pt x="1058329" y="265366"/>
                  </a:lnTo>
                  <a:lnTo>
                    <a:pt x="1171194" y="265366"/>
                  </a:lnTo>
                  <a:lnTo>
                    <a:pt x="1171194" y="382803"/>
                  </a:lnTo>
                  <a:lnTo>
                    <a:pt x="1029373" y="382803"/>
                  </a:lnTo>
                  <a:lnTo>
                    <a:pt x="1029373" y="413385"/>
                  </a:lnTo>
                  <a:lnTo>
                    <a:pt x="1335887" y="413385"/>
                  </a:lnTo>
                  <a:lnTo>
                    <a:pt x="1335887" y="382803"/>
                  </a:lnTo>
                  <a:close/>
                </a:path>
                <a:path w="1480820" h="433704">
                  <a:moveTo>
                    <a:pt x="1480756" y="146392"/>
                  </a:moveTo>
                  <a:lnTo>
                    <a:pt x="1424368" y="146392"/>
                  </a:lnTo>
                  <a:lnTo>
                    <a:pt x="1424368" y="80772"/>
                  </a:lnTo>
                  <a:lnTo>
                    <a:pt x="1389316" y="91528"/>
                  </a:lnTo>
                  <a:lnTo>
                    <a:pt x="1389316" y="146392"/>
                  </a:lnTo>
                  <a:lnTo>
                    <a:pt x="1349603" y="146392"/>
                  </a:lnTo>
                  <a:lnTo>
                    <a:pt x="1349603" y="178396"/>
                  </a:lnTo>
                  <a:lnTo>
                    <a:pt x="1389316" y="178396"/>
                  </a:lnTo>
                  <a:lnTo>
                    <a:pt x="1389316" y="311175"/>
                  </a:lnTo>
                  <a:lnTo>
                    <a:pt x="1392796" y="339420"/>
                  </a:lnTo>
                  <a:lnTo>
                    <a:pt x="1403413" y="359943"/>
                  </a:lnTo>
                  <a:lnTo>
                    <a:pt x="1421460" y="372478"/>
                  </a:lnTo>
                  <a:lnTo>
                    <a:pt x="1447228" y="376707"/>
                  </a:lnTo>
                  <a:lnTo>
                    <a:pt x="1457185" y="376161"/>
                  </a:lnTo>
                  <a:lnTo>
                    <a:pt x="1466278" y="374611"/>
                  </a:lnTo>
                  <a:lnTo>
                    <a:pt x="1474228" y="372211"/>
                  </a:lnTo>
                  <a:lnTo>
                    <a:pt x="1480756" y="369087"/>
                  </a:lnTo>
                  <a:lnTo>
                    <a:pt x="1480756" y="338607"/>
                  </a:lnTo>
                  <a:lnTo>
                    <a:pt x="1474660" y="343179"/>
                  </a:lnTo>
                  <a:lnTo>
                    <a:pt x="1467040" y="346227"/>
                  </a:lnTo>
                  <a:lnTo>
                    <a:pt x="1457896" y="346227"/>
                  </a:lnTo>
                  <a:lnTo>
                    <a:pt x="1449349" y="345655"/>
                  </a:lnTo>
                  <a:lnTo>
                    <a:pt x="1424914" y="314159"/>
                  </a:lnTo>
                  <a:lnTo>
                    <a:pt x="1424368" y="303555"/>
                  </a:lnTo>
                  <a:lnTo>
                    <a:pt x="1424368" y="178396"/>
                  </a:lnTo>
                  <a:lnTo>
                    <a:pt x="1480756" y="178396"/>
                  </a:lnTo>
                  <a:lnTo>
                    <a:pt x="1480756" y="14639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58883" y="5596699"/>
              <a:ext cx="176879" cy="234886"/>
            </a:xfrm>
            <a:prstGeom prst="rect">
              <a:avLst/>
            </a:prstGeom>
          </p:spPr>
        </p:pic>
      </p:grpSp>
      <p:grpSp>
        <p:nvGrpSpPr>
          <p:cNvPr id="87" name="object 87" descr=""/>
          <p:cNvGrpSpPr/>
          <p:nvPr/>
        </p:nvGrpSpPr>
        <p:grpSpPr>
          <a:xfrm>
            <a:off x="3504342" y="5596699"/>
            <a:ext cx="347980" cy="335915"/>
            <a:chOff x="3504342" y="5596699"/>
            <a:chExt cx="347980" cy="335915"/>
          </a:xfrm>
        </p:grpSpPr>
        <p:pic>
          <p:nvPicPr>
            <p:cNvPr id="88" name="object 8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04342" y="5598223"/>
              <a:ext cx="115919" cy="228790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3644645" y="5596699"/>
              <a:ext cx="207645" cy="335915"/>
            </a:xfrm>
            <a:custGeom>
              <a:avLst/>
              <a:gdLst/>
              <a:ahLst/>
              <a:cxnLst/>
              <a:rect l="l" t="t" r="r" b="b"/>
              <a:pathLst>
                <a:path w="207645" h="335914">
                  <a:moveTo>
                    <a:pt x="93059" y="234886"/>
                  </a:moveTo>
                  <a:lnTo>
                    <a:pt x="55518" y="227076"/>
                  </a:lnTo>
                  <a:lnTo>
                    <a:pt x="14787" y="188379"/>
                  </a:lnTo>
                  <a:lnTo>
                    <a:pt x="1690" y="148859"/>
                  </a:lnTo>
                  <a:lnTo>
                    <a:pt x="0" y="125063"/>
                  </a:lnTo>
                  <a:lnTo>
                    <a:pt x="1714" y="97915"/>
                  </a:lnTo>
                  <a:lnTo>
                    <a:pt x="15430" y="52156"/>
                  </a:lnTo>
                  <a:lnTo>
                    <a:pt x="42369" y="18645"/>
                  </a:lnTo>
                  <a:lnTo>
                    <a:pt x="79603" y="2024"/>
                  </a:lnTo>
                  <a:lnTo>
                    <a:pt x="102203" y="0"/>
                  </a:lnTo>
                  <a:lnTo>
                    <a:pt x="123635" y="2286"/>
                  </a:lnTo>
                  <a:lnTo>
                    <a:pt x="142220" y="9144"/>
                  </a:lnTo>
                  <a:lnTo>
                    <a:pt x="157964" y="20574"/>
                  </a:lnTo>
                  <a:lnTo>
                    <a:pt x="165958" y="30480"/>
                  </a:lnTo>
                  <a:lnTo>
                    <a:pt x="108299" y="30480"/>
                  </a:lnTo>
                  <a:lnTo>
                    <a:pt x="92249" y="31934"/>
                  </a:lnTo>
                  <a:lnTo>
                    <a:pt x="54959" y="54959"/>
                  </a:lnTo>
                  <a:lnTo>
                    <a:pt x="37814" y="101465"/>
                  </a:lnTo>
                  <a:lnTo>
                    <a:pt x="36671" y="122015"/>
                  </a:lnTo>
                  <a:lnTo>
                    <a:pt x="37814" y="140318"/>
                  </a:lnTo>
                  <a:lnTo>
                    <a:pt x="54959" y="181546"/>
                  </a:lnTo>
                  <a:lnTo>
                    <a:pt x="88177" y="202977"/>
                  </a:lnTo>
                  <a:lnTo>
                    <a:pt x="102203" y="204406"/>
                  </a:lnTo>
                  <a:lnTo>
                    <a:pt x="161064" y="204406"/>
                  </a:lnTo>
                  <a:lnTo>
                    <a:pt x="155678" y="211097"/>
                  </a:lnTo>
                  <a:lnTo>
                    <a:pt x="137648" y="224409"/>
                  </a:lnTo>
                  <a:lnTo>
                    <a:pt x="116777" y="232290"/>
                  </a:lnTo>
                  <a:lnTo>
                    <a:pt x="93059" y="234886"/>
                  </a:lnTo>
                  <a:close/>
                </a:path>
                <a:path w="207645" h="335914">
                  <a:moveTo>
                    <a:pt x="207454" y="36576"/>
                  </a:moveTo>
                  <a:lnTo>
                    <a:pt x="170878" y="36576"/>
                  </a:lnTo>
                  <a:lnTo>
                    <a:pt x="170878" y="4572"/>
                  </a:lnTo>
                  <a:lnTo>
                    <a:pt x="207454" y="4572"/>
                  </a:lnTo>
                  <a:lnTo>
                    <a:pt x="207454" y="36576"/>
                  </a:lnTo>
                  <a:close/>
                </a:path>
                <a:path w="207645" h="335914">
                  <a:moveTo>
                    <a:pt x="161064" y="204406"/>
                  </a:moveTo>
                  <a:lnTo>
                    <a:pt x="102203" y="204406"/>
                  </a:lnTo>
                  <a:lnTo>
                    <a:pt x="117133" y="203215"/>
                  </a:lnTo>
                  <a:lnTo>
                    <a:pt x="130206" y="199453"/>
                  </a:lnTo>
                  <a:lnTo>
                    <a:pt x="160511" y="171911"/>
                  </a:lnTo>
                  <a:lnTo>
                    <a:pt x="170878" y="128111"/>
                  </a:lnTo>
                  <a:lnTo>
                    <a:pt x="170878" y="94583"/>
                  </a:lnTo>
                  <a:lnTo>
                    <a:pt x="152495" y="48768"/>
                  </a:lnTo>
                  <a:lnTo>
                    <a:pt x="108299" y="30480"/>
                  </a:lnTo>
                  <a:lnTo>
                    <a:pt x="165958" y="30480"/>
                  </a:lnTo>
                  <a:lnTo>
                    <a:pt x="170878" y="36576"/>
                  </a:lnTo>
                  <a:lnTo>
                    <a:pt x="207454" y="36576"/>
                  </a:lnTo>
                  <a:lnTo>
                    <a:pt x="207454" y="192214"/>
                  </a:lnTo>
                  <a:lnTo>
                    <a:pt x="170878" y="192214"/>
                  </a:lnTo>
                  <a:lnTo>
                    <a:pt x="161064" y="204406"/>
                  </a:lnTo>
                  <a:close/>
                </a:path>
                <a:path w="207645" h="335914">
                  <a:moveTo>
                    <a:pt x="177093" y="305085"/>
                  </a:moveTo>
                  <a:lnTo>
                    <a:pt x="88487" y="305085"/>
                  </a:lnTo>
                  <a:lnTo>
                    <a:pt x="124506" y="299416"/>
                  </a:lnTo>
                  <a:lnTo>
                    <a:pt x="150256" y="282594"/>
                  </a:lnTo>
                  <a:lnTo>
                    <a:pt x="165720" y="254896"/>
                  </a:lnTo>
                  <a:lnTo>
                    <a:pt x="170753" y="217527"/>
                  </a:lnTo>
                  <a:lnTo>
                    <a:pt x="170878" y="192214"/>
                  </a:lnTo>
                  <a:lnTo>
                    <a:pt x="207454" y="192214"/>
                  </a:lnTo>
                  <a:lnTo>
                    <a:pt x="207454" y="212026"/>
                  </a:lnTo>
                  <a:lnTo>
                    <a:pt x="200023" y="266088"/>
                  </a:lnTo>
                  <a:lnTo>
                    <a:pt x="177724" y="304692"/>
                  </a:lnTo>
                  <a:lnTo>
                    <a:pt x="177093" y="305085"/>
                  </a:lnTo>
                  <a:close/>
                </a:path>
                <a:path w="207645" h="335914">
                  <a:moveTo>
                    <a:pt x="88487" y="335565"/>
                  </a:moveTo>
                  <a:lnTo>
                    <a:pt x="68483" y="334470"/>
                  </a:lnTo>
                  <a:lnTo>
                    <a:pt x="49613" y="331374"/>
                  </a:lnTo>
                  <a:lnTo>
                    <a:pt x="31868" y="326564"/>
                  </a:lnTo>
                  <a:lnTo>
                    <a:pt x="15240" y="320325"/>
                  </a:lnTo>
                  <a:lnTo>
                    <a:pt x="15240" y="283749"/>
                  </a:lnTo>
                  <a:lnTo>
                    <a:pt x="34440" y="292869"/>
                  </a:lnTo>
                  <a:lnTo>
                    <a:pt x="53042" y="299561"/>
                  </a:lnTo>
                  <a:lnTo>
                    <a:pt x="71055" y="303680"/>
                  </a:lnTo>
                  <a:lnTo>
                    <a:pt x="88487" y="305085"/>
                  </a:lnTo>
                  <a:lnTo>
                    <a:pt x="177093" y="305085"/>
                  </a:lnTo>
                  <a:lnTo>
                    <a:pt x="140548" y="327849"/>
                  </a:lnTo>
                  <a:lnTo>
                    <a:pt x="88487" y="3355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 descr=""/>
          <p:cNvGrpSpPr/>
          <p:nvPr/>
        </p:nvGrpSpPr>
        <p:grpSpPr>
          <a:xfrm>
            <a:off x="3908583" y="5453348"/>
            <a:ext cx="4395470" cy="436245"/>
            <a:chOff x="3908583" y="5453348"/>
            <a:chExt cx="4395470" cy="436245"/>
          </a:xfrm>
        </p:grpSpPr>
        <p:pic>
          <p:nvPicPr>
            <p:cNvPr id="91" name="object 9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08583" y="5596699"/>
              <a:ext cx="196691" cy="234886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4132694" y="5453354"/>
              <a:ext cx="4171315" cy="436245"/>
            </a:xfrm>
            <a:custGeom>
              <a:avLst/>
              <a:gdLst/>
              <a:ahLst/>
              <a:cxnLst/>
              <a:rect l="l" t="t" r="r" b="b"/>
              <a:pathLst>
                <a:path w="4171315" h="436245">
                  <a:moveTo>
                    <a:pt x="131165" y="147916"/>
                  </a:moveTo>
                  <a:lnTo>
                    <a:pt x="74676" y="147916"/>
                  </a:lnTo>
                  <a:lnTo>
                    <a:pt x="74676" y="82296"/>
                  </a:lnTo>
                  <a:lnTo>
                    <a:pt x="38100" y="93052"/>
                  </a:lnTo>
                  <a:lnTo>
                    <a:pt x="38100" y="147916"/>
                  </a:lnTo>
                  <a:lnTo>
                    <a:pt x="0" y="147916"/>
                  </a:lnTo>
                  <a:lnTo>
                    <a:pt x="0" y="179920"/>
                  </a:lnTo>
                  <a:lnTo>
                    <a:pt x="38100" y="179920"/>
                  </a:lnTo>
                  <a:lnTo>
                    <a:pt x="38100" y="312699"/>
                  </a:lnTo>
                  <a:lnTo>
                    <a:pt x="41821" y="340944"/>
                  </a:lnTo>
                  <a:lnTo>
                    <a:pt x="52971" y="361467"/>
                  </a:lnTo>
                  <a:lnTo>
                    <a:pt x="71577" y="374002"/>
                  </a:lnTo>
                  <a:lnTo>
                    <a:pt x="97637" y="378231"/>
                  </a:lnTo>
                  <a:lnTo>
                    <a:pt x="107378" y="377685"/>
                  </a:lnTo>
                  <a:lnTo>
                    <a:pt x="116116" y="376135"/>
                  </a:lnTo>
                  <a:lnTo>
                    <a:pt x="124002" y="373735"/>
                  </a:lnTo>
                  <a:lnTo>
                    <a:pt x="131165" y="370611"/>
                  </a:lnTo>
                  <a:lnTo>
                    <a:pt x="131165" y="340131"/>
                  </a:lnTo>
                  <a:lnTo>
                    <a:pt x="125425" y="343255"/>
                  </a:lnTo>
                  <a:lnTo>
                    <a:pt x="119545" y="345655"/>
                  </a:lnTo>
                  <a:lnTo>
                    <a:pt x="113372" y="347205"/>
                  </a:lnTo>
                  <a:lnTo>
                    <a:pt x="106781" y="347751"/>
                  </a:lnTo>
                  <a:lnTo>
                    <a:pt x="99098" y="347179"/>
                  </a:lnTo>
                  <a:lnTo>
                    <a:pt x="75018" y="315683"/>
                  </a:lnTo>
                  <a:lnTo>
                    <a:pt x="74676" y="305079"/>
                  </a:lnTo>
                  <a:lnTo>
                    <a:pt x="74676" y="179920"/>
                  </a:lnTo>
                  <a:lnTo>
                    <a:pt x="131165" y="179920"/>
                  </a:lnTo>
                  <a:lnTo>
                    <a:pt x="131165" y="147916"/>
                  </a:lnTo>
                  <a:close/>
                </a:path>
                <a:path w="4171315" h="436245">
                  <a:moveTo>
                    <a:pt x="574941" y="38100"/>
                  </a:moveTo>
                  <a:lnTo>
                    <a:pt x="157073" y="38100"/>
                  </a:lnTo>
                  <a:lnTo>
                    <a:pt x="157073" y="73152"/>
                  </a:lnTo>
                  <a:lnTo>
                    <a:pt x="365963" y="73152"/>
                  </a:lnTo>
                  <a:lnTo>
                    <a:pt x="336245" y="118160"/>
                  </a:lnTo>
                  <a:lnTo>
                    <a:pt x="303530" y="160172"/>
                  </a:lnTo>
                  <a:lnTo>
                    <a:pt x="267843" y="199212"/>
                  </a:lnTo>
                  <a:lnTo>
                    <a:pt x="229222" y="235343"/>
                  </a:lnTo>
                  <a:lnTo>
                    <a:pt x="187718" y="268579"/>
                  </a:lnTo>
                  <a:lnTo>
                    <a:pt x="143357" y="298996"/>
                  </a:lnTo>
                  <a:lnTo>
                    <a:pt x="149948" y="306997"/>
                  </a:lnTo>
                  <a:lnTo>
                    <a:pt x="156121" y="314998"/>
                  </a:lnTo>
                  <a:lnTo>
                    <a:pt x="162001" y="322999"/>
                  </a:lnTo>
                  <a:lnTo>
                    <a:pt x="167741" y="331000"/>
                  </a:lnTo>
                  <a:lnTo>
                    <a:pt x="207683" y="303339"/>
                  </a:lnTo>
                  <a:lnTo>
                    <a:pt x="245186" y="273583"/>
                  </a:lnTo>
                  <a:lnTo>
                    <a:pt x="280416" y="241782"/>
                  </a:lnTo>
                  <a:lnTo>
                    <a:pt x="313512" y="208000"/>
                  </a:lnTo>
                  <a:lnTo>
                    <a:pt x="344627" y="172313"/>
                  </a:lnTo>
                  <a:lnTo>
                    <a:pt x="344627" y="433197"/>
                  </a:lnTo>
                  <a:lnTo>
                    <a:pt x="382816" y="433197"/>
                  </a:lnTo>
                  <a:lnTo>
                    <a:pt x="382816" y="172313"/>
                  </a:lnTo>
                  <a:lnTo>
                    <a:pt x="382816" y="158597"/>
                  </a:lnTo>
                  <a:lnTo>
                    <a:pt x="356819" y="158597"/>
                  </a:lnTo>
                  <a:lnTo>
                    <a:pt x="373392" y="134327"/>
                  </a:lnTo>
                  <a:lnTo>
                    <a:pt x="388518" y="111912"/>
                  </a:lnTo>
                  <a:lnTo>
                    <a:pt x="401916" y="91465"/>
                  </a:lnTo>
                  <a:lnTo>
                    <a:pt x="413296" y="73152"/>
                  </a:lnTo>
                  <a:lnTo>
                    <a:pt x="574941" y="73152"/>
                  </a:lnTo>
                  <a:lnTo>
                    <a:pt x="574941" y="38100"/>
                  </a:lnTo>
                  <a:close/>
                </a:path>
                <a:path w="4171315" h="436245">
                  <a:moveTo>
                    <a:pt x="584085" y="274510"/>
                  </a:moveTo>
                  <a:lnTo>
                    <a:pt x="545795" y="248488"/>
                  </a:lnTo>
                  <a:lnTo>
                    <a:pt x="506501" y="222872"/>
                  </a:lnTo>
                  <a:lnTo>
                    <a:pt x="466344" y="197535"/>
                  </a:lnTo>
                  <a:lnTo>
                    <a:pt x="425488" y="172313"/>
                  </a:lnTo>
                  <a:lnTo>
                    <a:pt x="404152" y="202882"/>
                  </a:lnTo>
                  <a:lnTo>
                    <a:pt x="437870" y="224028"/>
                  </a:lnTo>
                  <a:lnTo>
                    <a:pt x="475030" y="248615"/>
                  </a:lnTo>
                  <a:lnTo>
                    <a:pt x="515632" y="276644"/>
                  </a:lnTo>
                  <a:lnTo>
                    <a:pt x="559701" y="308140"/>
                  </a:lnTo>
                  <a:lnTo>
                    <a:pt x="584085" y="274510"/>
                  </a:lnTo>
                  <a:close/>
                </a:path>
                <a:path w="4171315" h="436245">
                  <a:moveTo>
                    <a:pt x="963841" y="16764"/>
                  </a:moveTo>
                  <a:lnTo>
                    <a:pt x="930313" y="16764"/>
                  </a:lnTo>
                  <a:lnTo>
                    <a:pt x="930313" y="47244"/>
                  </a:lnTo>
                  <a:lnTo>
                    <a:pt x="930313" y="85344"/>
                  </a:lnTo>
                  <a:lnTo>
                    <a:pt x="930313" y="114401"/>
                  </a:lnTo>
                  <a:lnTo>
                    <a:pt x="930313" y="152501"/>
                  </a:lnTo>
                  <a:lnTo>
                    <a:pt x="698474" y="152501"/>
                  </a:lnTo>
                  <a:lnTo>
                    <a:pt x="698474" y="114401"/>
                  </a:lnTo>
                  <a:lnTo>
                    <a:pt x="930313" y="114401"/>
                  </a:lnTo>
                  <a:lnTo>
                    <a:pt x="930313" y="85344"/>
                  </a:lnTo>
                  <a:lnTo>
                    <a:pt x="698474" y="85344"/>
                  </a:lnTo>
                  <a:lnTo>
                    <a:pt x="698474" y="47244"/>
                  </a:lnTo>
                  <a:lnTo>
                    <a:pt x="930313" y="47244"/>
                  </a:lnTo>
                  <a:lnTo>
                    <a:pt x="930313" y="16764"/>
                  </a:lnTo>
                  <a:lnTo>
                    <a:pt x="664946" y="16764"/>
                  </a:lnTo>
                  <a:lnTo>
                    <a:pt x="664946" y="199834"/>
                  </a:lnTo>
                  <a:lnTo>
                    <a:pt x="698474" y="199834"/>
                  </a:lnTo>
                  <a:lnTo>
                    <a:pt x="698474" y="181457"/>
                  </a:lnTo>
                  <a:lnTo>
                    <a:pt x="930313" y="181457"/>
                  </a:lnTo>
                  <a:lnTo>
                    <a:pt x="930313" y="199834"/>
                  </a:lnTo>
                  <a:lnTo>
                    <a:pt x="963841" y="199834"/>
                  </a:lnTo>
                  <a:lnTo>
                    <a:pt x="963841" y="181457"/>
                  </a:lnTo>
                  <a:lnTo>
                    <a:pt x="963841" y="152501"/>
                  </a:lnTo>
                  <a:lnTo>
                    <a:pt x="963841" y="114401"/>
                  </a:lnTo>
                  <a:lnTo>
                    <a:pt x="963841" y="85344"/>
                  </a:lnTo>
                  <a:lnTo>
                    <a:pt x="963841" y="47244"/>
                  </a:lnTo>
                  <a:lnTo>
                    <a:pt x="963841" y="16764"/>
                  </a:lnTo>
                  <a:close/>
                </a:path>
                <a:path w="4171315" h="436245">
                  <a:moveTo>
                    <a:pt x="1033945" y="382816"/>
                  </a:moveTo>
                  <a:lnTo>
                    <a:pt x="980516" y="384543"/>
                  </a:lnTo>
                  <a:lnTo>
                    <a:pt x="935609" y="385216"/>
                  </a:lnTo>
                  <a:lnTo>
                    <a:pt x="882777" y="385165"/>
                  </a:lnTo>
                  <a:lnTo>
                    <a:pt x="838784" y="384340"/>
                  </a:lnTo>
                  <a:lnTo>
                    <a:pt x="838784" y="382816"/>
                  </a:lnTo>
                  <a:lnTo>
                    <a:pt x="838784" y="324904"/>
                  </a:lnTo>
                  <a:lnTo>
                    <a:pt x="995845" y="324904"/>
                  </a:lnTo>
                  <a:lnTo>
                    <a:pt x="995845" y="294322"/>
                  </a:lnTo>
                  <a:lnTo>
                    <a:pt x="838784" y="294322"/>
                  </a:lnTo>
                  <a:lnTo>
                    <a:pt x="838784" y="250126"/>
                  </a:lnTo>
                  <a:lnTo>
                    <a:pt x="1026325" y="250126"/>
                  </a:lnTo>
                  <a:lnTo>
                    <a:pt x="1026325" y="219646"/>
                  </a:lnTo>
                  <a:lnTo>
                    <a:pt x="603885" y="219646"/>
                  </a:lnTo>
                  <a:lnTo>
                    <a:pt x="603885" y="250126"/>
                  </a:lnTo>
                  <a:lnTo>
                    <a:pt x="803732" y="250126"/>
                  </a:lnTo>
                  <a:lnTo>
                    <a:pt x="803732" y="382816"/>
                  </a:lnTo>
                  <a:lnTo>
                    <a:pt x="746112" y="360908"/>
                  </a:lnTo>
                  <a:lnTo>
                    <a:pt x="704570" y="317284"/>
                  </a:lnTo>
                  <a:lnTo>
                    <a:pt x="709117" y="306946"/>
                  </a:lnTo>
                  <a:lnTo>
                    <a:pt x="713524" y="296468"/>
                  </a:lnTo>
                  <a:lnTo>
                    <a:pt x="717638" y="285699"/>
                  </a:lnTo>
                  <a:lnTo>
                    <a:pt x="721334" y="274510"/>
                  </a:lnTo>
                  <a:lnTo>
                    <a:pt x="687806" y="263842"/>
                  </a:lnTo>
                  <a:lnTo>
                    <a:pt x="672363" y="308787"/>
                  </a:lnTo>
                  <a:lnTo>
                    <a:pt x="651179" y="347573"/>
                  </a:lnTo>
                  <a:lnTo>
                    <a:pt x="624293" y="380352"/>
                  </a:lnTo>
                  <a:lnTo>
                    <a:pt x="591693" y="407289"/>
                  </a:lnTo>
                  <a:lnTo>
                    <a:pt x="598246" y="415023"/>
                  </a:lnTo>
                  <a:lnTo>
                    <a:pt x="604075" y="422338"/>
                  </a:lnTo>
                  <a:lnTo>
                    <a:pt x="609053" y="429361"/>
                  </a:lnTo>
                  <a:lnTo>
                    <a:pt x="613029" y="436245"/>
                  </a:lnTo>
                  <a:lnTo>
                    <a:pt x="635622" y="417957"/>
                  </a:lnTo>
                  <a:lnTo>
                    <a:pt x="655751" y="397141"/>
                  </a:lnTo>
                  <a:lnTo>
                    <a:pt x="673557" y="373799"/>
                  </a:lnTo>
                  <a:lnTo>
                    <a:pt x="689330" y="347764"/>
                  </a:lnTo>
                  <a:lnTo>
                    <a:pt x="713282" y="377774"/>
                  </a:lnTo>
                  <a:lnTo>
                    <a:pt x="780669" y="412127"/>
                  </a:lnTo>
                  <a:lnTo>
                    <a:pt x="823544" y="416433"/>
                  </a:lnTo>
                  <a:lnTo>
                    <a:pt x="862444" y="417309"/>
                  </a:lnTo>
                  <a:lnTo>
                    <a:pt x="1021753" y="417957"/>
                  </a:lnTo>
                  <a:lnTo>
                    <a:pt x="1024305" y="409892"/>
                  </a:lnTo>
                  <a:lnTo>
                    <a:pt x="1027277" y="401523"/>
                  </a:lnTo>
                  <a:lnTo>
                    <a:pt x="1030541" y="392582"/>
                  </a:lnTo>
                  <a:lnTo>
                    <a:pt x="1033081" y="385292"/>
                  </a:lnTo>
                  <a:lnTo>
                    <a:pt x="1033945" y="382816"/>
                  </a:lnTo>
                  <a:close/>
                </a:path>
                <a:path w="4171315" h="436245">
                  <a:moveTo>
                    <a:pt x="1480197" y="182397"/>
                  </a:moveTo>
                  <a:lnTo>
                    <a:pt x="1044333" y="182397"/>
                  </a:lnTo>
                  <a:lnTo>
                    <a:pt x="1044333" y="222021"/>
                  </a:lnTo>
                  <a:lnTo>
                    <a:pt x="1480197" y="222021"/>
                  </a:lnTo>
                  <a:lnTo>
                    <a:pt x="1480197" y="182397"/>
                  </a:lnTo>
                  <a:close/>
                </a:path>
                <a:path w="4171315" h="436245">
                  <a:moveTo>
                    <a:pt x="1730895" y="160108"/>
                  </a:moveTo>
                  <a:lnTo>
                    <a:pt x="1691271" y="160108"/>
                  </a:lnTo>
                  <a:lnTo>
                    <a:pt x="1691271" y="431673"/>
                  </a:lnTo>
                  <a:lnTo>
                    <a:pt x="1730895" y="431673"/>
                  </a:lnTo>
                  <a:lnTo>
                    <a:pt x="1730895" y="160108"/>
                  </a:lnTo>
                  <a:close/>
                </a:path>
                <a:path w="4171315" h="436245">
                  <a:moveTo>
                    <a:pt x="1929206" y="187553"/>
                  </a:moveTo>
                  <a:lnTo>
                    <a:pt x="1881060" y="164693"/>
                  </a:lnTo>
                  <a:lnTo>
                    <a:pt x="1837309" y="136436"/>
                  </a:lnTo>
                  <a:lnTo>
                    <a:pt x="1797964" y="102819"/>
                  </a:lnTo>
                  <a:lnTo>
                    <a:pt x="1763001" y="63919"/>
                  </a:lnTo>
                  <a:lnTo>
                    <a:pt x="1732419" y="19812"/>
                  </a:lnTo>
                  <a:lnTo>
                    <a:pt x="1738515" y="9144"/>
                  </a:lnTo>
                  <a:lnTo>
                    <a:pt x="1695843" y="9144"/>
                  </a:lnTo>
                  <a:lnTo>
                    <a:pt x="1671701" y="46113"/>
                  </a:lnTo>
                  <a:lnTo>
                    <a:pt x="1643545" y="80860"/>
                  </a:lnTo>
                  <a:lnTo>
                    <a:pt x="1611401" y="113411"/>
                  </a:lnTo>
                  <a:lnTo>
                    <a:pt x="1575308" y="143802"/>
                  </a:lnTo>
                  <a:lnTo>
                    <a:pt x="1535341" y="172097"/>
                  </a:lnTo>
                  <a:lnTo>
                    <a:pt x="1491526" y="198310"/>
                  </a:lnTo>
                  <a:lnTo>
                    <a:pt x="1498092" y="207429"/>
                  </a:lnTo>
                  <a:lnTo>
                    <a:pt x="1504099" y="216408"/>
                  </a:lnTo>
                  <a:lnTo>
                    <a:pt x="1509522" y="225094"/>
                  </a:lnTo>
                  <a:lnTo>
                    <a:pt x="1514386" y="233362"/>
                  </a:lnTo>
                  <a:lnTo>
                    <a:pt x="1564690" y="200571"/>
                  </a:lnTo>
                  <a:lnTo>
                    <a:pt x="1609521" y="166255"/>
                  </a:lnTo>
                  <a:lnTo>
                    <a:pt x="1648866" y="130327"/>
                  </a:lnTo>
                  <a:lnTo>
                    <a:pt x="1682724" y="92722"/>
                  </a:lnTo>
                  <a:lnTo>
                    <a:pt x="1711083" y="53340"/>
                  </a:lnTo>
                  <a:lnTo>
                    <a:pt x="1740154" y="93992"/>
                  </a:lnTo>
                  <a:lnTo>
                    <a:pt x="1774291" y="131699"/>
                  </a:lnTo>
                  <a:lnTo>
                    <a:pt x="1813420" y="166471"/>
                  </a:lnTo>
                  <a:lnTo>
                    <a:pt x="1857451" y="198310"/>
                  </a:lnTo>
                  <a:lnTo>
                    <a:pt x="1906346" y="227266"/>
                  </a:lnTo>
                  <a:lnTo>
                    <a:pt x="1911413" y="217855"/>
                  </a:lnTo>
                  <a:lnTo>
                    <a:pt x="1917204" y="208013"/>
                  </a:lnTo>
                  <a:lnTo>
                    <a:pt x="1922995" y="198323"/>
                  </a:lnTo>
                  <a:lnTo>
                    <a:pt x="1929206" y="187553"/>
                  </a:lnTo>
                  <a:close/>
                </a:path>
                <a:path w="4171315" h="436245">
                  <a:moveTo>
                    <a:pt x="2311920" y="239458"/>
                  </a:moveTo>
                  <a:lnTo>
                    <a:pt x="2276868" y="239458"/>
                  </a:lnTo>
                  <a:lnTo>
                    <a:pt x="2276868" y="271462"/>
                  </a:lnTo>
                  <a:lnTo>
                    <a:pt x="2276868" y="373672"/>
                  </a:lnTo>
                  <a:lnTo>
                    <a:pt x="2042071" y="373672"/>
                  </a:lnTo>
                  <a:lnTo>
                    <a:pt x="2042071" y="271462"/>
                  </a:lnTo>
                  <a:lnTo>
                    <a:pt x="2276868" y="271462"/>
                  </a:lnTo>
                  <a:lnTo>
                    <a:pt x="2276868" y="239458"/>
                  </a:lnTo>
                  <a:lnTo>
                    <a:pt x="2006930" y="239458"/>
                  </a:lnTo>
                  <a:lnTo>
                    <a:pt x="2006930" y="434721"/>
                  </a:lnTo>
                  <a:lnTo>
                    <a:pt x="2042071" y="434721"/>
                  </a:lnTo>
                  <a:lnTo>
                    <a:pt x="2042071" y="404241"/>
                  </a:lnTo>
                  <a:lnTo>
                    <a:pt x="2276868" y="404241"/>
                  </a:lnTo>
                  <a:lnTo>
                    <a:pt x="2276868" y="433197"/>
                  </a:lnTo>
                  <a:lnTo>
                    <a:pt x="2311920" y="433197"/>
                  </a:lnTo>
                  <a:lnTo>
                    <a:pt x="2311920" y="404241"/>
                  </a:lnTo>
                  <a:lnTo>
                    <a:pt x="2311920" y="373672"/>
                  </a:lnTo>
                  <a:lnTo>
                    <a:pt x="2311920" y="271462"/>
                  </a:lnTo>
                  <a:lnTo>
                    <a:pt x="2311920" y="239458"/>
                  </a:lnTo>
                  <a:close/>
                </a:path>
                <a:path w="4171315" h="436245">
                  <a:moveTo>
                    <a:pt x="2379065" y="161632"/>
                  </a:moveTo>
                  <a:lnTo>
                    <a:pt x="2372309" y="158584"/>
                  </a:lnTo>
                  <a:lnTo>
                    <a:pt x="2358796" y="152488"/>
                  </a:lnTo>
                  <a:lnTo>
                    <a:pt x="2332393" y="140589"/>
                  </a:lnTo>
                  <a:lnTo>
                    <a:pt x="2289479" y="115785"/>
                  </a:lnTo>
                  <a:lnTo>
                    <a:pt x="2278392" y="107683"/>
                  </a:lnTo>
                  <a:lnTo>
                    <a:pt x="2278392" y="152488"/>
                  </a:lnTo>
                  <a:lnTo>
                    <a:pt x="2043595" y="152488"/>
                  </a:lnTo>
                  <a:lnTo>
                    <a:pt x="2078215" y="126784"/>
                  </a:lnTo>
                  <a:lnTo>
                    <a:pt x="2109127" y="100063"/>
                  </a:lnTo>
                  <a:lnTo>
                    <a:pt x="2136610" y="72478"/>
                  </a:lnTo>
                  <a:lnTo>
                    <a:pt x="2160943" y="44196"/>
                  </a:lnTo>
                  <a:lnTo>
                    <a:pt x="2187257" y="74193"/>
                  </a:lnTo>
                  <a:lnTo>
                    <a:pt x="2215705" y="102349"/>
                  </a:lnTo>
                  <a:lnTo>
                    <a:pt x="2246122" y="128498"/>
                  </a:lnTo>
                  <a:lnTo>
                    <a:pt x="2278392" y="152488"/>
                  </a:lnTo>
                  <a:lnTo>
                    <a:pt x="2278392" y="107683"/>
                  </a:lnTo>
                  <a:lnTo>
                    <a:pt x="2250376" y="87185"/>
                  </a:lnTo>
                  <a:lnTo>
                    <a:pt x="2215159" y="54698"/>
                  </a:lnTo>
                  <a:lnTo>
                    <a:pt x="2206142" y="44196"/>
                  </a:lnTo>
                  <a:lnTo>
                    <a:pt x="2183904" y="18288"/>
                  </a:lnTo>
                  <a:lnTo>
                    <a:pt x="2194572" y="6096"/>
                  </a:lnTo>
                  <a:lnTo>
                    <a:pt x="2145703" y="6096"/>
                  </a:lnTo>
                  <a:lnTo>
                    <a:pt x="2115528" y="43395"/>
                  </a:lnTo>
                  <a:lnTo>
                    <a:pt x="2079929" y="78447"/>
                  </a:lnTo>
                  <a:lnTo>
                    <a:pt x="2038985" y="111163"/>
                  </a:lnTo>
                  <a:lnTo>
                    <a:pt x="1992782" y="141465"/>
                  </a:lnTo>
                  <a:lnTo>
                    <a:pt x="1941385" y="169252"/>
                  </a:lnTo>
                  <a:lnTo>
                    <a:pt x="1947087" y="178142"/>
                  </a:lnTo>
                  <a:lnTo>
                    <a:pt x="1952625" y="186601"/>
                  </a:lnTo>
                  <a:lnTo>
                    <a:pt x="1957895" y="194805"/>
                  </a:lnTo>
                  <a:lnTo>
                    <a:pt x="1962721" y="202882"/>
                  </a:lnTo>
                  <a:lnTo>
                    <a:pt x="1980730" y="192544"/>
                  </a:lnTo>
                  <a:lnTo>
                    <a:pt x="1998154" y="182219"/>
                  </a:lnTo>
                  <a:lnTo>
                    <a:pt x="2015020" y="171932"/>
                  </a:lnTo>
                  <a:lnTo>
                    <a:pt x="2031314" y="161632"/>
                  </a:lnTo>
                  <a:lnTo>
                    <a:pt x="2031314" y="182968"/>
                  </a:lnTo>
                  <a:lnTo>
                    <a:pt x="2287536" y="182968"/>
                  </a:lnTo>
                  <a:lnTo>
                    <a:pt x="2287536" y="161632"/>
                  </a:lnTo>
                  <a:lnTo>
                    <a:pt x="2287536" y="158584"/>
                  </a:lnTo>
                  <a:lnTo>
                    <a:pt x="2303805" y="168833"/>
                  </a:lnTo>
                  <a:lnTo>
                    <a:pt x="2320531" y="178790"/>
                  </a:lnTo>
                  <a:lnTo>
                    <a:pt x="2337549" y="188201"/>
                  </a:lnTo>
                  <a:lnTo>
                    <a:pt x="2354681" y="196786"/>
                  </a:lnTo>
                  <a:lnTo>
                    <a:pt x="2366302" y="180314"/>
                  </a:lnTo>
                  <a:lnTo>
                    <a:pt x="2372474" y="171399"/>
                  </a:lnTo>
                  <a:lnTo>
                    <a:pt x="2379065" y="161632"/>
                  </a:lnTo>
                  <a:close/>
                </a:path>
                <a:path w="4171315" h="436245">
                  <a:moveTo>
                    <a:pt x="2488882" y="259270"/>
                  </a:moveTo>
                  <a:lnTo>
                    <a:pt x="2480005" y="255816"/>
                  </a:lnTo>
                  <a:lnTo>
                    <a:pt x="2471547" y="252222"/>
                  </a:lnTo>
                  <a:lnTo>
                    <a:pt x="2463381" y="248335"/>
                  </a:lnTo>
                  <a:lnTo>
                    <a:pt x="2455354" y="244030"/>
                  </a:lnTo>
                  <a:lnTo>
                    <a:pt x="2440686" y="290042"/>
                  </a:lnTo>
                  <a:lnTo>
                    <a:pt x="2426322" y="334048"/>
                  </a:lnTo>
                  <a:lnTo>
                    <a:pt x="2411971" y="375754"/>
                  </a:lnTo>
                  <a:lnTo>
                    <a:pt x="2397353" y="414909"/>
                  </a:lnTo>
                  <a:lnTo>
                    <a:pt x="2435453" y="428625"/>
                  </a:lnTo>
                  <a:lnTo>
                    <a:pt x="2447442" y="389712"/>
                  </a:lnTo>
                  <a:lnTo>
                    <a:pt x="2460460" y="348526"/>
                  </a:lnTo>
                  <a:lnTo>
                    <a:pt x="2488882" y="259270"/>
                  </a:lnTo>
                  <a:close/>
                </a:path>
                <a:path w="4171315" h="436245">
                  <a:moveTo>
                    <a:pt x="2488882" y="178396"/>
                  </a:moveTo>
                  <a:lnTo>
                    <a:pt x="2467749" y="160972"/>
                  </a:lnTo>
                  <a:lnTo>
                    <a:pt x="2447887" y="145249"/>
                  </a:lnTo>
                  <a:lnTo>
                    <a:pt x="2429446" y="131254"/>
                  </a:lnTo>
                  <a:lnTo>
                    <a:pt x="2412593" y="118960"/>
                  </a:lnTo>
                  <a:lnTo>
                    <a:pt x="2389733" y="144868"/>
                  </a:lnTo>
                  <a:lnTo>
                    <a:pt x="2403741" y="155498"/>
                  </a:lnTo>
                  <a:lnTo>
                    <a:pt x="2420607" y="169265"/>
                  </a:lnTo>
                  <a:lnTo>
                    <a:pt x="2440355" y="186486"/>
                  </a:lnTo>
                  <a:lnTo>
                    <a:pt x="2462974" y="207454"/>
                  </a:lnTo>
                  <a:lnTo>
                    <a:pt x="2468105" y="201409"/>
                  </a:lnTo>
                  <a:lnTo>
                    <a:pt x="2474214" y="194640"/>
                  </a:lnTo>
                  <a:lnTo>
                    <a:pt x="2481199" y="187020"/>
                  </a:lnTo>
                  <a:lnTo>
                    <a:pt x="2488882" y="178396"/>
                  </a:lnTo>
                  <a:close/>
                </a:path>
                <a:path w="4171315" h="436245">
                  <a:moveTo>
                    <a:pt x="2504122" y="68580"/>
                  </a:moveTo>
                  <a:lnTo>
                    <a:pt x="2446871" y="20358"/>
                  </a:lnTo>
                  <a:lnTo>
                    <a:pt x="2429357" y="6096"/>
                  </a:lnTo>
                  <a:lnTo>
                    <a:pt x="2406497" y="28956"/>
                  </a:lnTo>
                  <a:lnTo>
                    <a:pt x="2423058" y="43510"/>
                  </a:lnTo>
                  <a:lnTo>
                    <a:pt x="2440648" y="59639"/>
                  </a:lnTo>
                  <a:lnTo>
                    <a:pt x="2459088" y="77216"/>
                  </a:lnTo>
                  <a:lnTo>
                    <a:pt x="2478214" y="96100"/>
                  </a:lnTo>
                  <a:lnTo>
                    <a:pt x="2484196" y="90055"/>
                  </a:lnTo>
                  <a:lnTo>
                    <a:pt x="2490597" y="83451"/>
                  </a:lnTo>
                  <a:lnTo>
                    <a:pt x="2497290" y="76301"/>
                  </a:lnTo>
                  <a:lnTo>
                    <a:pt x="2504122" y="68580"/>
                  </a:lnTo>
                  <a:close/>
                </a:path>
                <a:path w="4171315" h="436245">
                  <a:moveTo>
                    <a:pt x="2824365" y="204406"/>
                  </a:moveTo>
                  <a:lnTo>
                    <a:pt x="2682532" y="204406"/>
                  </a:lnTo>
                  <a:lnTo>
                    <a:pt x="2682532" y="111340"/>
                  </a:lnTo>
                  <a:lnTo>
                    <a:pt x="2804553" y="111340"/>
                  </a:lnTo>
                  <a:lnTo>
                    <a:pt x="2804553" y="79248"/>
                  </a:lnTo>
                  <a:lnTo>
                    <a:pt x="2682532" y="79248"/>
                  </a:lnTo>
                  <a:lnTo>
                    <a:pt x="2682532" y="0"/>
                  </a:lnTo>
                  <a:lnTo>
                    <a:pt x="2647480" y="0"/>
                  </a:lnTo>
                  <a:lnTo>
                    <a:pt x="2647480" y="79248"/>
                  </a:lnTo>
                  <a:lnTo>
                    <a:pt x="2531554" y="79248"/>
                  </a:lnTo>
                  <a:lnTo>
                    <a:pt x="2531554" y="111340"/>
                  </a:lnTo>
                  <a:lnTo>
                    <a:pt x="2647480" y="111340"/>
                  </a:lnTo>
                  <a:lnTo>
                    <a:pt x="2647480" y="204406"/>
                  </a:lnTo>
                  <a:lnTo>
                    <a:pt x="2510218" y="204406"/>
                  </a:lnTo>
                  <a:lnTo>
                    <a:pt x="2510218" y="236410"/>
                  </a:lnTo>
                  <a:lnTo>
                    <a:pt x="2624620" y="236410"/>
                  </a:lnTo>
                  <a:lnTo>
                    <a:pt x="2612644" y="258991"/>
                  </a:lnTo>
                  <a:lnTo>
                    <a:pt x="2585783" y="302463"/>
                  </a:lnTo>
                  <a:lnTo>
                    <a:pt x="2558351" y="341096"/>
                  </a:lnTo>
                  <a:lnTo>
                    <a:pt x="2517838" y="373672"/>
                  </a:lnTo>
                  <a:lnTo>
                    <a:pt x="2533078" y="411861"/>
                  </a:lnTo>
                  <a:lnTo>
                    <a:pt x="2758833" y="391960"/>
                  </a:lnTo>
                  <a:lnTo>
                    <a:pt x="2764777" y="402056"/>
                  </a:lnTo>
                  <a:lnTo>
                    <a:pt x="2777261" y="421627"/>
                  </a:lnTo>
                  <a:lnTo>
                    <a:pt x="2783217" y="431673"/>
                  </a:lnTo>
                  <a:lnTo>
                    <a:pt x="2791447" y="426859"/>
                  </a:lnTo>
                  <a:lnTo>
                    <a:pt x="2808503" y="416674"/>
                  </a:lnTo>
                  <a:lnTo>
                    <a:pt x="2816745" y="411861"/>
                  </a:lnTo>
                  <a:lnTo>
                    <a:pt x="2803791" y="391960"/>
                  </a:lnTo>
                  <a:lnTo>
                    <a:pt x="2792869" y="375196"/>
                  </a:lnTo>
                  <a:lnTo>
                    <a:pt x="2770060" y="341477"/>
                  </a:lnTo>
                  <a:lnTo>
                    <a:pt x="2726728" y="279082"/>
                  </a:lnTo>
                  <a:lnTo>
                    <a:pt x="2697772" y="298996"/>
                  </a:lnTo>
                  <a:lnTo>
                    <a:pt x="2708084" y="313486"/>
                  </a:lnTo>
                  <a:lnTo>
                    <a:pt x="2718549" y="329285"/>
                  </a:lnTo>
                  <a:lnTo>
                    <a:pt x="2729319" y="345922"/>
                  </a:lnTo>
                  <a:lnTo>
                    <a:pt x="2740545" y="363004"/>
                  </a:lnTo>
                  <a:lnTo>
                    <a:pt x="2699093" y="367042"/>
                  </a:lnTo>
                  <a:lnTo>
                    <a:pt x="2657386" y="370243"/>
                  </a:lnTo>
                  <a:lnTo>
                    <a:pt x="2574226" y="375196"/>
                  </a:lnTo>
                  <a:lnTo>
                    <a:pt x="2597404" y="344284"/>
                  </a:lnTo>
                  <a:lnTo>
                    <a:pt x="2620988" y="310946"/>
                  </a:lnTo>
                  <a:lnTo>
                    <a:pt x="2644838" y="275031"/>
                  </a:lnTo>
                  <a:lnTo>
                    <a:pt x="2668816" y="236410"/>
                  </a:lnTo>
                  <a:lnTo>
                    <a:pt x="2824365" y="236410"/>
                  </a:lnTo>
                  <a:lnTo>
                    <a:pt x="2824365" y="204406"/>
                  </a:lnTo>
                  <a:close/>
                </a:path>
                <a:path w="4171315" h="436245">
                  <a:moveTo>
                    <a:pt x="3025724" y="73152"/>
                  </a:moveTo>
                  <a:lnTo>
                    <a:pt x="2990570" y="73152"/>
                  </a:lnTo>
                  <a:lnTo>
                    <a:pt x="2990570" y="105257"/>
                  </a:lnTo>
                  <a:lnTo>
                    <a:pt x="2990570" y="212026"/>
                  </a:lnTo>
                  <a:lnTo>
                    <a:pt x="2990570" y="244030"/>
                  </a:lnTo>
                  <a:lnTo>
                    <a:pt x="2990570" y="353860"/>
                  </a:lnTo>
                  <a:lnTo>
                    <a:pt x="2893034" y="353860"/>
                  </a:lnTo>
                  <a:lnTo>
                    <a:pt x="2893034" y="244030"/>
                  </a:lnTo>
                  <a:lnTo>
                    <a:pt x="2990570" y="244030"/>
                  </a:lnTo>
                  <a:lnTo>
                    <a:pt x="2990570" y="212026"/>
                  </a:lnTo>
                  <a:lnTo>
                    <a:pt x="2893034" y="212026"/>
                  </a:lnTo>
                  <a:lnTo>
                    <a:pt x="2893034" y="105257"/>
                  </a:lnTo>
                  <a:lnTo>
                    <a:pt x="2990570" y="105257"/>
                  </a:lnTo>
                  <a:lnTo>
                    <a:pt x="2990570" y="73152"/>
                  </a:lnTo>
                  <a:lnTo>
                    <a:pt x="2938754" y="73152"/>
                  </a:lnTo>
                  <a:lnTo>
                    <a:pt x="2945371" y="58026"/>
                  </a:lnTo>
                  <a:lnTo>
                    <a:pt x="2951708" y="42481"/>
                  </a:lnTo>
                  <a:lnTo>
                    <a:pt x="2958046" y="26644"/>
                  </a:lnTo>
                  <a:lnTo>
                    <a:pt x="2964662" y="10668"/>
                  </a:lnTo>
                  <a:lnTo>
                    <a:pt x="2928086" y="0"/>
                  </a:lnTo>
                  <a:lnTo>
                    <a:pt x="2922968" y="16573"/>
                  </a:lnTo>
                  <a:lnTo>
                    <a:pt x="2916847" y="34290"/>
                  </a:lnTo>
                  <a:lnTo>
                    <a:pt x="2909874" y="53149"/>
                  </a:lnTo>
                  <a:lnTo>
                    <a:pt x="2902178" y="73152"/>
                  </a:lnTo>
                  <a:lnTo>
                    <a:pt x="2857881" y="73152"/>
                  </a:lnTo>
                  <a:lnTo>
                    <a:pt x="2857881" y="424053"/>
                  </a:lnTo>
                  <a:lnTo>
                    <a:pt x="2893034" y="424053"/>
                  </a:lnTo>
                  <a:lnTo>
                    <a:pt x="2893034" y="387388"/>
                  </a:lnTo>
                  <a:lnTo>
                    <a:pt x="2990570" y="387388"/>
                  </a:lnTo>
                  <a:lnTo>
                    <a:pt x="2990570" y="421005"/>
                  </a:lnTo>
                  <a:lnTo>
                    <a:pt x="3025724" y="421005"/>
                  </a:lnTo>
                  <a:lnTo>
                    <a:pt x="3025724" y="387388"/>
                  </a:lnTo>
                  <a:lnTo>
                    <a:pt x="3025724" y="353860"/>
                  </a:lnTo>
                  <a:lnTo>
                    <a:pt x="3025724" y="244030"/>
                  </a:lnTo>
                  <a:lnTo>
                    <a:pt x="3025724" y="212026"/>
                  </a:lnTo>
                  <a:lnTo>
                    <a:pt x="3025724" y="105257"/>
                  </a:lnTo>
                  <a:lnTo>
                    <a:pt x="3025724" y="73152"/>
                  </a:lnTo>
                  <a:close/>
                </a:path>
                <a:path w="4171315" h="436245">
                  <a:moveTo>
                    <a:pt x="3175165" y="271462"/>
                  </a:moveTo>
                  <a:lnTo>
                    <a:pt x="3160026" y="249770"/>
                  </a:lnTo>
                  <a:lnTo>
                    <a:pt x="3142157" y="225920"/>
                  </a:lnTo>
                  <a:lnTo>
                    <a:pt x="3121723" y="200050"/>
                  </a:lnTo>
                  <a:lnTo>
                    <a:pt x="3098876" y="172313"/>
                  </a:lnTo>
                  <a:lnTo>
                    <a:pt x="3071444" y="192125"/>
                  </a:lnTo>
                  <a:lnTo>
                    <a:pt x="3091421" y="218198"/>
                  </a:lnTo>
                  <a:lnTo>
                    <a:pt x="3110115" y="243827"/>
                  </a:lnTo>
                  <a:lnTo>
                    <a:pt x="3127375" y="269151"/>
                  </a:lnTo>
                  <a:lnTo>
                    <a:pt x="3143072" y="294322"/>
                  </a:lnTo>
                  <a:lnTo>
                    <a:pt x="3175165" y="271462"/>
                  </a:lnTo>
                  <a:close/>
                </a:path>
                <a:path w="4171315" h="436245">
                  <a:moveTo>
                    <a:pt x="3257461" y="71628"/>
                  </a:moveTo>
                  <a:lnTo>
                    <a:pt x="3117164" y="71628"/>
                  </a:lnTo>
                  <a:lnTo>
                    <a:pt x="3122879" y="56502"/>
                  </a:lnTo>
                  <a:lnTo>
                    <a:pt x="3128594" y="40957"/>
                  </a:lnTo>
                  <a:lnTo>
                    <a:pt x="3134309" y="25120"/>
                  </a:lnTo>
                  <a:lnTo>
                    <a:pt x="3140024" y="9144"/>
                  </a:lnTo>
                  <a:lnTo>
                    <a:pt x="3101924" y="0"/>
                  </a:lnTo>
                  <a:lnTo>
                    <a:pt x="3087344" y="46253"/>
                  </a:lnTo>
                  <a:lnTo>
                    <a:pt x="3071063" y="88823"/>
                  </a:lnTo>
                  <a:lnTo>
                    <a:pt x="3053054" y="127381"/>
                  </a:lnTo>
                  <a:lnTo>
                    <a:pt x="3033344" y="161645"/>
                  </a:lnTo>
                  <a:lnTo>
                    <a:pt x="3041954" y="165976"/>
                  </a:lnTo>
                  <a:lnTo>
                    <a:pt x="3049727" y="170027"/>
                  </a:lnTo>
                  <a:lnTo>
                    <a:pt x="3056915" y="174066"/>
                  </a:lnTo>
                  <a:lnTo>
                    <a:pt x="3063824" y="178409"/>
                  </a:lnTo>
                  <a:lnTo>
                    <a:pt x="3073196" y="161810"/>
                  </a:lnTo>
                  <a:lnTo>
                    <a:pt x="3082874" y="143929"/>
                  </a:lnTo>
                  <a:lnTo>
                    <a:pt x="3092539" y="124612"/>
                  </a:lnTo>
                  <a:lnTo>
                    <a:pt x="3101924" y="103733"/>
                  </a:lnTo>
                  <a:lnTo>
                    <a:pt x="3219361" y="103733"/>
                  </a:lnTo>
                  <a:lnTo>
                    <a:pt x="3218434" y="170027"/>
                  </a:lnTo>
                  <a:lnTo>
                    <a:pt x="3217456" y="225920"/>
                  </a:lnTo>
                  <a:lnTo>
                    <a:pt x="3216287" y="275602"/>
                  </a:lnTo>
                  <a:lnTo>
                    <a:pt x="3214928" y="315315"/>
                  </a:lnTo>
                  <a:lnTo>
                    <a:pt x="3208959" y="364236"/>
                  </a:lnTo>
                  <a:lnTo>
                    <a:pt x="3170593" y="387388"/>
                  </a:lnTo>
                  <a:lnTo>
                    <a:pt x="3151746" y="387070"/>
                  </a:lnTo>
                  <a:lnTo>
                    <a:pt x="3131870" y="386054"/>
                  </a:lnTo>
                  <a:lnTo>
                    <a:pt x="3111144" y="384162"/>
                  </a:lnTo>
                  <a:lnTo>
                    <a:pt x="3089732" y="381292"/>
                  </a:lnTo>
                  <a:lnTo>
                    <a:pt x="3088208" y="381292"/>
                  </a:lnTo>
                  <a:lnTo>
                    <a:pt x="3090468" y="390486"/>
                  </a:lnTo>
                  <a:lnTo>
                    <a:pt x="3092589" y="399999"/>
                  </a:lnTo>
                  <a:lnTo>
                    <a:pt x="3094418" y="410083"/>
                  </a:lnTo>
                  <a:lnTo>
                    <a:pt x="3095828" y="421005"/>
                  </a:lnTo>
                  <a:lnTo>
                    <a:pt x="3136823" y="423100"/>
                  </a:lnTo>
                  <a:lnTo>
                    <a:pt x="3156978" y="423786"/>
                  </a:lnTo>
                  <a:lnTo>
                    <a:pt x="3176689" y="424053"/>
                  </a:lnTo>
                  <a:lnTo>
                    <a:pt x="3206953" y="419760"/>
                  </a:lnTo>
                  <a:lnTo>
                    <a:pt x="3241662" y="387388"/>
                  </a:lnTo>
                  <a:lnTo>
                    <a:pt x="3249841" y="330987"/>
                  </a:lnTo>
                  <a:lnTo>
                    <a:pt x="3252889" y="254723"/>
                  </a:lnTo>
                  <a:lnTo>
                    <a:pt x="3254413" y="202857"/>
                  </a:lnTo>
                  <a:lnTo>
                    <a:pt x="3255886" y="143929"/>
                  </a:lnTo>
                  <a:lnTo>
                    <a:pt x="3256762" y="103733"/>
                  </a:lnTo>
                  <a:lnTo>
                    <a:pt x="3257461" y="71628"/>
                  </a:lnTo>
                  <a:close/>
                </a:path>
                <a:path w="4171315" h="436245">
                  <a:moveTo>
                    <a:pt x="3699713" y="21336"/>
                  </a:moveTo>
                  <a:lnTo>
                    <a:pt x="3669233" y="21336"/>
                  </a:lnTo>
                  <a:lnTo>
                    <a:pt x="3669233" y="45720"/>
                  </a:lnTo>
                  <a:lnTo>
                    <a:pt x="3669233" y="79248"/>
                  </a:lnTo>
                  <a:lnTo>
                    <a:pt x="3368802" y="79248"/>
                  </a:lnTo>
                  <a:lnTo>
                    <a:pt x="3368802" y="45720"/>
                  </a:lnTo>
                  <a:lnTo>
                    <a:pt x="3669233" y="45720"/>
                  </a:lnTo>
                  <a:lnTo>
                    <a:pt x="3669233" y="21336"/>
                  </a:lnTo>
                  <a:lnTo>
                    <a:pt x="3338322" y="21336"/>
                  </a:lnTo>
                  <a:lnTo>
                    <a:pt x="3338322" y="202882"/>
                  </a:lnTo>
                  <a:lnTo>
                    <a:pt x="3335134" y="268681"/>
                  </a:lnTo>
                  <a:lnTo>
                    <a:pt x="3325368" y="324332"/>
                  </a:lnTo>
                  <a:lnTo>
                    <a:pt x="3308756" y="369963"/>
                  </a:lnTo>
                  <a:lnTo>
                    <a:pt x="3284982" y="405765"/>
                  </a:lnTo>
                  <a:lnTo>
                    <a:pt x="3291344" y="412648"/>
                  </a:lnTo>
                  <a:lnTo>
                    <a:pt x="3296983" y="419671"/>
                  </a:lnTo>
                  <a:lnTo>
                    <a:pt x="3302343" y="426986"/>
                  </a:lnTo>
                  <a:lnTo>
                    <a:pt x="3307842" y="434721"/>
                  </a:lnTo>
                  <a:lnTo>
                    <a:pt x="3329990" y="401561"/>
                  </a:lnTo>
                  <a:lnTo>
                    <a:pt x="3347085" y="362483"/>
                  </a:lnTo>
                  <a:lnTo>
                    <a:pt x="3359200" y="317423"/>
                  </a:lnTo>
                  <a:lnTo>
                    <a:pt x="3366414" y="266280"/>
                  </a:lnTo>
                  <a:lnTo>
                    <a:pt x="3368802" y="208978"/>
                  </a:lnTo>
                  <a:lnTo>
                    <a:pt x="3368802" y="105244"/>
                  </a:lnTo>
                  <a:lnTo>
                    <a:pt x="3669233" y="105244"/>
                  </a:lnTo>
                  <a:lnTo>
                    <a:pt x="3669233" y="114388"/>
                  </a:lnTo>
                  <a:lnTo>
                    <a:pt x="3699713" y="114388"/>
                  </a:lnTo>
                  <a:lnTo>
                    <a:pt x="3699713" y="105244"/>
                  </a:lnTo>
                  <a:lnTo>
                    <a:pt x="3699713" y="79248"/>
                  </a:lnTo>
                  <a:lnTo>
                    <a:pt x="3699713" y="45720"/>
                  </a:lnTo>
                  <a:lnTo>
                    <a:pt x="3699713" y="21336"/>
                  </a:lnTo>
                  <a:close/>
                </a:path>
                <a:path w="4171315" h="436245">
                  <a:moveTo>
                    <a:pt x="3705898" y="291274"/>
                  </a:moveTo>
                  <a:lnTo>
                    <a:pt x="3557879" y="291274"/>
                  </a:lnTo>
                  <a:lnTo>
                    <a:pt x="3557879" y="262318"/>
                  </a:lnTo>
                  <a:lnTo>
                    <a:pt x="3649421" y="262318"/>
                  </a:lnTo>
                  <a:lnTo>
                    <a:pt x="3649421" y="271462"/>
                  </a:lnTo>
                  <a:lnTo>
                    <a:pt x="3678377" y="271462"/>
                  </a:lnTo>
                  <a:lnTo>
                    <a:pt x="3678377" y="262318"/>
                  </a:lnTo>
                  <a:lnTo>
                    <a:pt x="3678377" y="239458"/>
                  </a:lnTo>
                  <a:lnTo>
                    <a:pt x="3678377" y="205930"/>
                  </a:lnTo>
                  <a:lnTo>
                    <a:pt x="3678377" y="182968"/>
                  </a:lnTo>
                  <a:lnTo>
                    <a:pt x="3649421" y="182968"/>
                  </a:lnTo>
                  <a:lnTo>
                    <a:pt x="3649421" y="205930"/>
                  </a:lnTo>
                  <a:lnTo>
                    <a:pt x="3649421" y="239458"/>
                  </a:lnTo>
                  <a:lnTo>
                    <a:pt x="3557879" y="239458"/>
                  </a:lnTo>
                  <a:lnTo>
                    <a:pt x="3557879" y="205930"/>
                  </a:lnTo>
                  <a:lnTo>
                    <a:pt x="3649421" y="205930"/>
                  </a:lnTo>
                  <a:lnTo>
                    <a:pt x="3649421" y="182968"/>
                  </a:lnTo>
                  <a:lnTo>
                    <a:pt x="3557879" y="182968"/>
                  </a:lnTo>
                  <a:lnTo>
                    <a:pt x="3557879" y="155536"/>
                  </a:lnTo>
                  <a:lnTo>
                    <a:pt x="3557879" y="154012"/>
                  </a:lnTo>
                  <a:lnTo>
                    <a:pt x="3634930" y="151536"/>
                  </a:lnTo>
                  <a:lnTo>
                    <a:pt x="3668128" y="149948"/>
                  </a:lnTo>
                  <a:lnTo>
                    <a:pt x="3698189" y="147916"/>
                  </a:lnTo>
                  <a:lnTo>
                    <a:pt x="3692093" y="123532"/>
                  </a:lnTo>
                  <a:lnTo>
                    <a:pt x="3384042" y="132676"/>
                  </a:lnTo>
                  <a:lnTo>
                    <a:pt x="3386074" y="140398"/>
                  </a:lnTo>
                  <a:lnTo>
                    <a:pt x="3387661" y="147535"/>
                  </a:lnTo>
                  <a:lnTo>
                    <a:pt x="3388957" y="154012"/>
                  </a:lnTo>
                  <a:lnTo>
                    <a:pt x="3390138" y="160108"/>
                  </a:lnTo>
                  <a:lnTo>
                    <a:pt x="3530447" y="155536"/>
                  </a:lnTo>
                  <a:lnTo>
                    <a:pt x="3530447" y="182968"/>
                  </a:lnTo>
                  <a:lnTo>
                    <a:pt x="3530447" y="205930"/>
                  </a:lnTo>
                  <a:lnTo>
                    <a:pt x="3530447" y="239458"/>
                  </a:lnTo>
                  <a:lnTo>
                    <a:pt x="3440531" y="239458"/>
                  </a:lnTo>
                  <a:lnTo>
                    <a:pt x="3440531" y="205930"/>
                  </a:lnTo>
                  <a:lnTo>
                    <a:pt x="3530447" y="205930"/>
                  </a:lnTo>
                  <a:lnTo>
                    <a:pt x="3530447" y="182968"/>
                  </a:lnTo>
                  <a:lnTo>
                    <a:pt x="3411486" y="182968"/>
                  </a:lnTo>
                  <a:lnTo>
                    <a:pt x="3411486" y="271462"/>
                  </a:lnTo>
                  <a:lnTo>
                    <a:pt x="3440531" y="271462"/>
                  </a:lnTo>
                  <a:lnTo>
                    <a:pt x="3440531" y="262318"/>
                  </a:lnTo>
                  <a:lnTo>
                    <a:pt x="3530447" y="262318"/>
                  </a:lnTo>
                  <a:lnTo>
                    <a:pt x="3530447" y="291274"/>
                  </a:lnTo>
                  <a:lnTo>
                    <a:pt x="3391662" y="291274"/>
                  </a:lnTo>
                  <a:lnTo>
                    <a:pt x="3391662" y="433197"/>
                  </a:lnTo>
                  <a:lnTo>
                    <a:pt x="3420630" y="433197"/>
                  </a:lnTo>
                  <a:lnTo>
                    <a:pt x="3420630" y="314236"/>
                  </a:lnTo>
                  <a:lnTo>
                    <a:pt x="3530447" y="314236"/>
                  </a:lnTo>
                  <a:lnTo>
                    <a:pt x="3530447" y="355384"/>
                  </a:lnTo>
                  <a:lnTo>
                    <a:pt x="3510750" y="356285"/>
                  </a:lnTo>
                  <a:lnTo>
                    <a:pt x="3470224" y="357517"/>
                  </a:lnTo>
                  <a:lnTo>
                    <a:pt x="3449675" y="358432"/>
                  </a:lnTo>
                  <a:lnTo>
                    <a:pt x="3455771" y="385864"/>
                  </a:lnTo>
                  <a:lnTo>
                    <a:pt x="3500361" y="381838"/>
                  </a:lnTo>
                  <a:lnTo>
                    <a:pt x="3542690" y="378815"/>
                  </a:lnTo>
                  <a:lnTo>
                    <a:pt x="3582720" y="376643"/>
                  </a:lnTo>
                  <a:lnTo>
                    <a:pt x="3620465" y="375196"/>
                  </a:lnTo>
                  <a:lnTo>
                    <a:pt x="3623513" y="379768"/>
                  </a:lnTo>
                  <a:lnTo>
                    <a:pt x="3625037" y="385864"/>
                  </a:lnTo>
                  <a:lnTo>
                    <a:pt x="3628085" y="391960"/>
                  </a:lnTo>
                  <a:lnTo>
                    <a:pt x="3653993" y="381292"/>
                  </a:lnTo>
                  <a:lnTo>
                    <a:pt x="3651046" y="375196"/>
                  </a:lnTo>
                  <a:lnTo>
                    <a:pt x="3645992" y="364667"/>
                  </a:lnTo>
                  <a:lnTo>
                    <a:pt x="3640493" y="353860"/>
                  </a:lnTo>
                  <a:lnTo>
                    <a:pt x="3637991" y="348907"/>
                  </a:lnTo>
                  <a:lnTo>
                    <a:pt x="3629990" y="333705"/>
                  </a:lnTo>
                  <a:lnTo>
                    <a:pt x="3621989" y="318808"/>
                  </a:lnTo>
                  <a:lnTo>
                    <a:pt x="3599129" y="331000"/>
                  </a:lnTo>
                  <a:lnTo>
                    <a:pt x="3605225" y="343192"/>
                  </a:lnTo>
                  <a:lnTo>
                    <a:pt x="3609797" y="350812"/>
                  </a:lnTo>
                  <a:lnTo>
                    <a:pt x="3597198" y="351713"/>
                  </a:lnTo>
                  <a:lnTo>
                    <a:pt x="3571392" y="352945"/>
                  </a:lnTo>
                  <a:lnTo>
                    <a:pt x="3557879" y="353860"/>
                  </a:lnTo>
                  <a:lnTo>
                    <a:pt x="3557879" y="314236"/>
                  </a:lnTo>
                  <a:lnTo>
                    <a:pt x="3676853" y="314236"/>
                  </a:lnTo>
                  <a:lnTo>
                    <a:pt x="3676853" y="379768"/>
                  </a:lnTo>
                  <a:lnTo>
                    <a:pt x="3675392" y="389775"/>
                  </a:lnTo>
                  <a:lnTo>
                    <a:pt x="3670947" y="396951"/>
                  </a:lnTo>
                  <a:lnTo>
                    <a:pt x="3663340" y="401269"/>
                  </a:lnTo>
                  <a:lnTo>
                    <a:pt x="3652469" y="402717"/>
                  </a:lnTo>
                  <a:lnTo>
                    <a:pt x="3641369" y="402450"/>
                  </a:lnTo>
                  <a:lnTo>
                    <a:pt x="3628847" y="401764"/>
                  </a:lnTo>
                  <a:lnTo>
                    <a:pt x="3600653" y="399669"/>
                  </a:lnTo>
                  <a:lnTo>
                    <a:pt x="3602672" y="408292"/>
                  </a:lnTo>
                  <a:lnTo>
                    <a:pt x="3604272" y="416052"/>
                  </a:lnTo>
                  <a:lnTo>
                    <a:pt x="3605580" y="423240"/>
                  </a:lnTo>
                  <a:lnTo>
                    <a:pt x="3606749" y="430149"/>
                  </a:lnTo>
                  <a:lnTo>
                    <a:pt x="3661613" y="430149"/>
                  </a:lnTo>
                  <a:lnTo>
                    <a:pt x="3703269" y="405676"/>
                  </a:lnTo>
                  <a:lnTo>
                    <a:pt x="3705898" y="385864"/>
                  </a:lnTo>
                  <a:lnTo>
                    <a:pt x="3705898" y="314236"/>
                  </a:lnTo>
                  <a:lnTo>
                    <a:pt x="3705898" y="291274"/>
                  </a:lnTo>
                  <a:close/>
                </a:path>
                <a:path w="4171315" h="436245">
                  <a:moveTo>
                    <a:pt x="3785146" y="106768"/>
                  </a:moveTo>
                  <a:lnTo>
                    <a:pt x="3756190" y="100672"/>
                  </a:lnTo>
                  <a:lnTo>
                    <a:pt x="3751326" y="131559"/>
                  </a:lnTo>
                  <a:lnTo>
                    <a:pt x="3745903" y="160312"/>
                  </a:lnTo>
                  <a:lnTo>
                    <a:pt x="3739896" y="187083"/>
                  </a:lnTo>
                  <a:lnTo>
                    <a:pt x="3733330" y="212026"/>
                  </a:lnTo>
                  <a:lnTo>
                    <a:pt x="3757549" y="218236"/>
                  </a:lnTo>
                  <a:lnTo>
                    <a:pt x="3763810" y="219646"/>
                  </a:lnTo>
                  <a:lnTo>
                    <a:pt x="3770363" y="190398"/>
                  </a:lnTo>
                  <a:lnTo>
                    <a:pt x="3776192" y="162026"/>
                  </a:lnTo>
                  <a:lnTo>
                    <a:pt x="3781171" y="134251"/>
                  </a:lnTo>
                  <a:lnTo>
                    <a:pt x="3785146" y="106768"/>
                  </a:lnTo>
                  <a:close/>
                </a:path>
                <a:path w="4171315" h="436245">
                  <a:moveTo>
                    <a:pt x="3888879" y="141820"/>
                  </a:moveTo>
                  <a:lnTo>
                    <a:pt x="3865842" y="102196"/>
                  </a:lnTo>
                  <a:lnTo>
                    <a:pt x="3849243" y="76200"/>
                  </a:lnTo>
                  <a:lnTo>
                    <a:pt x="3830866" y="85344"/>
                  </a:lnTo>
                  <a:lnTo>
                    <a:pt x="3830866" y="1524"/>
                  </a:lnTo>
                  <a:lnTo>
                    <a:pt x="3797338" y="1524"/>
                  </a:lnTo>
                  <a:lnTo>
                    <a:pt x="3797338" y="434721"/>
                  </a:lnTo>
                  <a:lnTo>
                    <a:pt x="3830866" y="434721"/>
                  </a:lnTo>
                  <a:lnTo>
                    <a:pt x="3830866" y="102196"/>
                  </a:lnTo>
                  <a:lnTo>
                    <a:pt x="3838689" y="115328"/>
                  </a:lnTo>
                  <a:lnTo>
                    <a:pt x="3846195" y="129438"/>
                  </a:lnTo>
                  <a:lnTo>
                    <a:pt x="3853675" y="144424"/>
                  </a:lnTo>
                  <a:lnTo>
                    <a:pt x="3861435" y="160108"/>
                  </a:lnTo>
                  <a:lnTo>
                    <a:pt x="3888879" y="141820"/>
                  </a:lnTo>
                  <a:close/>
                </a:path>
                <a:path w="4171315" h="436245">
                  <a:moveTo>
                    <a:pt x="4171010" y="384327"/>
                  </a:moveTo>
                  <a:lnTo>
                    <a:pt x="4042892" y="384327"/>
                  </a:lnTo>
                  <a:lnTo>
                    <a:pt x="4042892" y="266890"/>
                  </a:lnTo>
                  <a:lnTo>
                    <a:pt x="4148150" y="266890"/>
                  </a:lnTo>
                  <a:lnTo>
                    <a:pt x="4148150" y="234886"/>
                  </a:lnTo>
                  <a:lnTo>
                    <a:pt x="4042892" y="234886"/>
                  </a:lnTo>
                  <a:lnTo>
                    <a:pt x="4042892" y="129628"/>
                  </a:lnTo>
                  <a:lnTo>
                    <a:pt x="4157294" y="129628"/>
                  </a:lnTo>
                  <a:lnTo>
                    <a:pt x="4157294" y="99148"/>
                  </a:lnTo>
                  <a:lnTo>
                    <a:pt x="4042892" y="99148"/>
                  </a:lnTo>
                  <a:lnTo>
                    <a:pt x="4042892" y="3048"/>
                  </a:lnTo>
                  <a:lnTo>
                    <a:pt x="4007840" y="3048"/>
                  </a:lnTo>
                  <a:lnTo>
                    <a:pt x="4007840" y="99148"/>
                  </a:lnTo>
                  <a:lnTo>
                    <a:pt x="3948315" y="99148"/>
                  </a:lnTo>
                  <a:lnTo>
                    <a:pt x="3952862" y="84239"/>
                  </a:lnTo>
                  <a:lnTo>
                    <a:pt x="3957269" y="69354"/>
                  </a:lnTo>
                  <a:lnTo>
                    <a:pt x="3961384" y="54483"/>
                  </a:lnTo>
                  <a:lnTo>
                    <a:pt x="3965079" y="39624"/>
                  </a:lnTo>
                  <a:lnTo>
                    <a:pt x="3931551" y="30480"/>
                  </a:lnTo>
                  <a:lnTo>
                    <a:pt x="3920706" y="71386"/>
                  </a:lnTo>
                  <a:lnTo>
                    <a:pt x="3906596" y="111874"/>
                  </a:lnTo>
                  <a:lnTo>
                    <a:pt x="3889324" y="152069"/>
                  </a:lnTo>
                  <a:lnTo>
                    <a:pt x="3869067" y="192112"/>
                  </a:lnTo>
                  <a:lnTo>
                    <a:pt x="3875113" y="195275"/>
                  </a:lnTo>
                  <a:lnTo>
                    <a:pt x="3882021" y="199821"/>
                  </a:lnTo>
                  <a:lnTo>
                    <a:pt x="3890060" y="205498"/>
                  </a:lnTo>
                  <a:lnTo>
                    <a:pt x="3899547" y="212026"/>
                  </a:lnTo>
                  <a:lnTo>
                    <a:pt x="3909542" y="191401"/>
                  </a:lnTo>
                  <a:lnTo>
                    <a:pt x="3918978" y="170789"/>
                  </a:lnTo>
                  <a:lnTo>
                    <a:pt x="3927830" y="150215"/>
                  </a:lnTo>
                  <a:lnTo>
                    <a:pt x="3936123" y="129628"/>
                  </a:lnTo>
                  <a:lnTo>
                    <a:pt x="4007840" y="129628"/>
                  </a:lnTo>
                  <a:lnTo>
                    <a:pt x="4007840" y="234886"/>
                  </a:lnTo>
                  <a:lnTo>
                    <a:pt x="3894975" y="234886"/>
                  </a:lnTo>
                  <a:lnTo>
                    <a:pt x="3894975" y="266890"/>
                  </a:lnTo>
                  <a:lnTo>
                    <a:pt x="4007840" y="266890"/>
                  </a:lnTo>
                  <a:lnTo>
                    <a:pt x="4007840" y="384327"/>
                  </a:lnTo>
                  <a:lnTo>
                    <a:pt x="3866007" y="384327"/>
                  </a:lnTo>
                  <a:lnTo>
                    <a:pt x="3866007" y="414909"/>
                  </a:lnTo>
                  <a:lnTo>
                    <a:pt x="4171010" y="414909"/>
                  </a:lnTo>
                  <a:lnTo>
                    <a:pt x="4171010" y="38432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3" name="object 9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49928" y="6272498"/>
            <a:ext cx="109823" cy="109823"/>
          </a:xfrm>
          <a:prstGeom prst="rect">
            <a:avLst/>
          </a:prstGeom>
        </p:spPr>
      </p:pic>
      <p:sp>
        <p:nvSpPr>
          <p:cNvPr id="94" name="object 94" descr=""/>
          <p:cNvSpPr/>
          <p:nvPr/>
        </p:nvSpPr>
        <p:spPr>
          <a:xfrm>
            <a:off x="1297590" y="6098476"/>
            <a:ext cx="434975" cy="428625"/>
          </a:xfrm>
          <a:custGeom>
            <a:avLst/>
            <a:gdLst/>
            <a:ahLst/>
            <a:cxnLst/>
            <a:rect l="l" t="t" r="r" b="b"/>
            <a:pathLst>
              <a:path w="434975" h="428625">
                <a:moveTo>
                  <a:pt x="180022" y="54959"/>
                </a:moveTo>
                <a:lnTo>
                  <a:pt x="140303" y="54959"/>
                </a:lnTo>
                <a:lnTo>
                  <a:pt x="145757" y="41228"/>
                </a:lnTo>
                <a:lnTo>
                  <a:pt x="150792" y="27479"/>
                </a:lnTo>
                <a:lnTo>
                  <a:pt x="155559" y="13730"/>
                </a:lnTo>
                <a:lnTo>
                  <a:pt x="160210" y="0"/>
                </a:lnTo>
                <a:lnTo>
                  <a:pt x="196786" y="9144"/>
                </a:lnTo>
                <a:lnTo>
                  <a:pt x="193095" y="20588"/>
                </a:lnTo>
                <a:lnTo>
                  <a:pt x="188976" y="32051"/>
                </a:lnTo>
                <a:lnTo>
                  <a:pt x="184570" y="43514"/>
                </a:lnTo>
                <a:lnTo>
                  <a:pt x="180022" y="54959"/>
                </a:lnTo>
                <a:close/>
              </a:path>
              <a:path w="434975" h="428625">
                <a:moveTo>
                  <a:pt x="434625" y="86963"/>
                </a:moveTo>
                <a:lnTo>
                  <a:pt x="12192" y="86963"/>
                </a:lnTo>
                <a:lnTo>
                  <a:pt x="12192" y="54959"/>
                </a:lnTo>
                <a:lnTo>
                  <a:pt x="434625" y="54959"/>
                </a:lnTo>
                <a:lnTo>
                  <a:pt x="434625" y="86963"/>
                </a:lnTo>
                <a:close/>
              </a:path>
              <a:path w="434975" h="428625">
                <a:moveTo>
                  <a:pt x="21431" y="300513"/>
                </a:moveTo>
                <a:lnTo>
                  <a:pt x="16542" y="292512"/>
                </a:lnTo>
                <a:lnTo>
                  <a:pt x="11251" y="284511"/>
                </a:lnTo>
                <a:lnTo>
                  <a:pt x="5692" y="276510"/>
                </a:lnTo>
                <a:lnTo>
                  <a:pt x="0" y="268509"/>
                </a:lnTo>
                <a:lnTo>
                  <a:pt x="38036" y="226186"/>
                </a:lnTo>
                <a:lnTo>
                  <a:pt x="71901" y="181737"/>
                </a:lnTo>
                <a:lnTo>
                  <a:pt x="101463" y="135287"/>
                </a:lnTo>
                <a:lnTo>
                  <a:pt x="126587" y="86963"/>
                </a:lnTo>
                <a:lnTo>
                  <a:pt x="166306" y="86963"/>
                </a:lnTo>
                <a:lnTo>
                  <a:pt x="152868" y="115267"/>
                </a:lnTo>
                <a:lnTo>
                  <a:pt x="138029" y="143017"/>
                </a:lnTo>
                <a:lnTo>
                  <a:pt x="122064" y="170196"/>
                </a:lnTo>
                <a:lnTo>
                  <a:pt x="105251" y="196786"/>
                </a:lnTo>
                <a:lnTo>
                  <a:pt x="105251" y="244125"/>
                </a:lnTo>
                <a:lnTo>
                  <a:pt x="71723" y="244125"/>
                </a:lnTo>
                <a:lnTo>
                  <a:pt x="59150" y="258722"/>
                </a:lnTo>
                <a:lnTo>
                  <a:pt x="46577" y="272891"/>
                </a:lnTo>
                <a:lnTo>
                  <a:pt x="34004" y="286773"/>
                </a:lnTo>
                <a:lnTo>
                  <a:pt x="21431" y="300513"/>
                </a:lnTo>
                <a:close/>
              </a:path>
              <a:path w="434975" h="428625">
                <a:moveTo>
                  <a:pt x="294322" y="202882"/>
                </a:moveTo>
                <a:lnTo>
                  <a:pt x="257746" y="202882"/>
                </a:lnTo>
                <a:lnTo>
                  <a:pt x="257746" y="115919"/>
                </a:lnTo>
                <a:lnTo>
                  <a:pt x="294322" y="115919"/>
                </a:lnTo>
                <a:lnTo>
                  <a:pt x="294322" y="202882"/>
                </a:lnTo>
                <a:close/>
              </a:path>
              <a:path w="434975" h="428625">
                <a:moveTo>
                  <a:pt x="408717" y="234886"/>
                </a:moveTo>
                <a:lnTo>
                  <a:pt x="143351" y="234886"/>
                </a:lnTo>
                <a:lnTo>
                  <a:pt x="143351" y="202882"/>
                </a:lnTo>
                <a:lnTo>
                  <a:pt x="408717" y="202882"/>
                </a:lnTo>
                <a:lnTo>
                  <a:pt x="408717" y="234886"/>
                </a:lnTo>
                <a:close/>
              </a:path>
              <a:path w="434975" h="428625">
                <a:moveTo>
                  <a:pt x="294322" y="366141"/>
                </a:moveTo>
                <a:lnTo>
                  <a:pt x="257746" y="366141"/>
                </a:lnTo>
                <a:lnTo>
                  <a:pt x="257746" y="234886"/>
                </a:lnTo>
                <a:lnTo>
                  <a:pt x="294322" y="234886"/>
                </a:lnTo>
                <a:lnTo>
                  <a:pt x="294322" y="366141"/>
                </a:lnTo>
                <a:close/>
              </a:path>
              <a:path w="434975" h="428625">
                <a:moveTo>
                  <a:pt x="105251" y="428625"/>
                </a:moveTo>
                <a:lnTo>
                  <a:pt x="71723" y="428625"/>
                </a:lnTo>
                <a:lnTo>
                  <a:pt x="71723" y="244125"/>
                </a:lnTo>
                <a:lnTo>
                  <a:pt x="105251" y="244125"/>
                </a:lnTo>
                <a:lnTo>
                  <a:pt x="105251" y="428625"/>
                </a:lnTo>
                <a:close/>
              </a:path>
              <a:path w="434975" h="428625">
                <a:moveTo>
                  <a:pt x="434625" y="396621"/>
                </a:moveTo>
                <a:lnTo>
                  <a:pt x="120491" y="396621"/>
                </a:lnTo>
                <a:lnTo>
                  <a:pt x="120491" y="366141"/>
                </a:lnTo>
                <a:lnTo>
                  <a:pt x="434625" y="366141"/>
                </a:lnTo>
                <a:lnTo>
                  <a:pt x="434625" y="39662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895475" y="6144292"/>
            <a:ext cx="45720" cy="328295"/>
          </a:xfrm>
          <a:custGeom>
            <a:avLst/>
            <a:gdLst/>
            <a:ahLst/>
            <a:cxnLst/>
            <a:rect l="l" t="t" r="r" b="b"/>
            <a:pathLst>
              <a:path w="45719" h="328295">
                <a:moveTo>
                  <a:pt x="28956" y="45815"/>
                </a:moveTo>
                <a:lnTo>
                  <a:pt x="16764" y="45815"/>
                </a:lnTo>
                <a:lnTo>
                  <a:pt x="10668" y="44291"/>
                </a:lnTo>
                <a:lnTo>
                  <a:pt x="1524" y="35147"/>
                </a:lnTo>
                <a:lnTo>
                  <a:pt x="0" y="30575"/>
                </a:lnTo>
                <a:lnTo>
                  <a:pt x="0" y="16764"/>
                </a:lnTo>
                <a:lnTo>
                  <a:pt x="1524" y="10668"/>
                </a:lnTo>
                <a:lnTo>
                  <a:pt x="10668" y="1524"/>
                </a:lnTo>
                <a:lnTo>
                  <a:pt x="16764" y="0"/>
                </a:lnTo>
                <a:lnTo>
                  <a:pt x="28956" y="0"/>
                </a:lnTo>
                <a:lnTo>
                  <a:pt x="35052" y="1524"/>
                </a:lnTo>
                <a:lnTo>
                  <a:pt x="44196" y="10668"/>
                </a:lnTo>
                <a:lnTo>
                  <a:pt x="45720" y="16764"/>
                </a:lnTo>
                <a:lnTo>
                  <a:pt x="45720" y="29051"/>
                </a:lnTo>
                <a:lnTo>
                  <a:pt x="44196" y="35147"/>
                </a:lnTo>
                <a:lnTo>
                  <a:pt x="35052" y="44291"/>
                </a:lnTo>
                <a:lnTo>
                  <a:pt x="28956" y="45815"/>
                </a:lnTo>
                <a:close/>
              </a:path>
              <a:path w="45719" h="328295">
                <a:moveTo>
                  <a:pt x="39624" y="327945"/>
                </a:moveTo>
                <a:lnTo>
                  <a:pt x="4572" y="327945"/>
                </a:lnTo>
                <a:lnTo>
                  <a:pt x="4572" y="103727"/>
                </a:lnTo>
                <a:lnTo>
                  <a:pt x="39624" y="103727"/>
                </a:lnTo>
                <a:lnTo>
                  <a:pt x="39624" y="3279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2008251" y="6241923"/>
            <a:ext cx="319405" cy="230504"/>
          </a:xfrm>
          <a:custGeom>
            <a:avLst/>
            <a:gdLst/>
            <a:ahLst/>
            <a:cxnLst/>
            <a:rect l="l" t="t" r="r" b="b"/>
            <a:pathLst>
              <a:path w="319405" h="230504">
                <a:moveTo>
                  <a:pt x="59965" y="41243"/>
                </a:moveTo>
                <a:lnTo>
                  <a:pt x="36671" y="41243"/>
                </a:lnTo>
                <a:lnTo>
                  <a:pt x="50411" y="23185"/>
                </a:lnTo>
                <a:lnTo>
                  <a:pt x="66579" y="10298"/>
                </a:lnTo>
                <a:lnTo>
                  <a:pt x="85320" y="2573"/>
                </a:lnTo>
                <a:lnTo>
                  <a:pt x="106775" y="0"/>
                </a:lnTo>
                <a:lnTo>
                  <a:pt x="117897" y="857"/>
                </a:lnTo>
                <a:lnTo>
                  <a:pt x="154781" y="20255"/>
                </a:lnTo>
                <a:lnTo>
                  <a:pt x="162595" y="30575"/>
                </a:lnTo>
                <a:lnTo>
                  <a:pt x="90011" y="30575"/>
                </a:lnTo>
                <a:lnTo>
                  <a:pt x="78914" y="31742"/>
                </a:lnTo>
                <a:lnTo>
                  <a:pt x="68675" y="35337"/>
                </a:lnTo>
                <a:lnTo>
                  <a:pt x="59965" y="41243"/>
                </a:lnTo>
                <a:close/>
              </a:path>
              <a:path w="319405" h="230504">
                <a:moveTo>
                  <a:pt x="197904" y="47339"/>
                </a:moveTo>
                <a:lnTo>
                  <a:pt x="169354" y="47339"/>
                </a:lnTo>
                <a:lnTo>
                  <a:pt x="183594" y="27043"/>
                </a:lnTo>
                <a:lnTo>
                  <a:pt x="200977" y="12203"/>
                </a:lnTo>
                <a:lnTo>
                  <a:pt x="221218" y="3097"/>
                </a:lnTo>
                <a:lnTo>
                  <a:pt x="244030" y="0"/>
                </a:lnTo>
                <a:lnTo>
                  <a:pt x="276970" y="5729"/>
                </a:lnTo>
                <a:lnTo>
                  <a:pt x="300311" y="22907"/>
                </a:lnTo>
                <a:lnTo>
                  <a:pt x="304035" y="30575"/>
                </a:lnTo>
                <a:lnTo>
                  <a:pt x="231838" y="30575"/>
                </a:lnTo>
                <a:lnTo>
                  <a:pt x="220956" y="31980"/>
                </a:lnTo>
                <a:lnTo>
                  <a:pt x="211074" y="36099"/>
                </a:lnTo>
                <a:lnTo>
                  <a:pt x="202049" y="42791"/>
                </a:lnTo>
                <a:lnTo>
                  <a:pt x="197904" y="47339"/>
                </a:lnTo>
                <a:close/>
              </a:path>
              <a:path w="319405" h="230504">
                <a:moveTo>
                  <a:pt x="36671" y="230314"/>
                </a:moveTo>
                <a:lnTo>
                  <a:pt x="0" y="230314"/>
                </a:lnTo>
                <a:lnTo>
                  <a:pt x="0" y="6096"/>
                </a:lnTo>
                <a:lnTo>
                  <a:pt x="36671" y="6096"/>
                </a:lnTo>
                <a:lnTo>
                  <a:pt x="36671" y="41243"/>
                </a:lnTo>
                <a:lnTo>
                  <a:pt x="59965" y="41243"/>
                </a:lnTo>
                <a:lnTo>
                  <a:pt x="37552" y="87034"/>
                </a:lnTo>
                <a:lnTo>
                  <a:pt x="36759" y="100679"/>
                </a:lnTo>
                <a:lnTo>
                  <a:pt x="36671" y="230314"/>
                </a:lnTo>
                <a:close/>
              </a:path>
              <a:path w="319405" h="230504">
                <a:moveTo>
                  <a:pt x="176974" y="230314"/>
                </a:moveTo>
                <a:lnTo>
                  <a:pt x="141922" y="230314"/>
                </a:lnTo>
                <a:lnTo>
                  <a:pt x="141922" y="97631"/>
                </a:lnTo>
                <a:lnTo>
                  <a:pt x="138740" y="68508"/>
                </a:lnTo>
                <a:lnTo>
                  <a:pt x="129111" y="47529"/>
                </a:lnTo>
                <a:lnTo>
                  <a:pt x="112909" y="34837"/>
                </a:lnTo>
                <a:lnTo>
                  <a:pt x="90011" y="30575"/>
                </a:lnTo>
                <a:lnTo>
                  <a:pt x="162595" y="30575"/>
                </a:lnTo>
                <a:lnTo>
                  <a:pt x="166211" y="37370"/>
                </a:lnTo>
                <a:lnTo>
                  <a:pt x="169354" y="47339"/>
                </a:lnTo>
                <a:lnTo>
                  <a:pt x="197904" y="47339"/>
                </a:lnTo>
                <a:lnTo>
                  <a:pt x="178093" y="87915"/>
                </a:lnTo>
                <a:lnTo>
                  <a:pt x="177093" y="100679"/>
                </a:lnTo>
                <a:lnTo>
                  <a:pt x="176974" y="230314"/>
                </a:lnTo>
                <a:close/>
              </a:path>
              <a:path w="319405" h="230504">
                <a:moveTo>
                  <a:pt x="318801" y="230314"/>
                </a:moveTo>
                <a:lnTo>
                  <a:pt x="282225" y="230314"/>
                </a:lnTo>
                <a:lnTo>
                  <a:pt x="282119" y="97631"/>
                </a:lnTo>
                <a:lnTo>
                  <a:pt x="281628" y="83558"/>
                </a:lnTo>
                <a:lnTo>
                  <a:pt x="264628" y="40219"/>
                </a:lnTo>
                <a:lnTo>
                  <a:pt x="231838" y="30575"/>
                </a:lnTo>
                <a:lnTo>
                  <a:pt x="304035" y="30575"/>
                </a:lnTo>
                <a:lnTo>
                  <a:pt x="314204" y="51515"/>
                </a:lnTo>
                <a:lnTo>
                  <a:pt x="318801" y="91535"/>
                </a:lnTo>
                <a:lnTo>
                  <a:pt x="318801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2378868" y="6241923"/>
            <a:ext cx="207645" cy="335915"/>
          </a:xfrm>
          <a:custGeom>
            <a:avLst/>
            <a:gdLst/>
            <a:ahLst/>
            <a:cxnLst/>
            <a:rect l="l" t="t" r="r" b="b"/>
            <a:pathLst>
              <a:path w="207644" h="335915">
                <a:moveTo>
                  <a:pt x="93059" y="234981"/>
                </a:moveTo>
                <a:lnTo>
                  <a:pt x="55483" y="227885"/>
                </a:lnTo>
                <a:lnTo>
                  <a:pt x="14787" y="189665"/>
                </a:lnTo>
                <a:lnTo>
                  <a:pt x="1690" y="149097"/>
                </a:lnTo>
                <a:lnTo>
                  <a:pt x="0" y="125063"/>
                </a:lnTo>
                <a:lnTo>
                  <a:pt x="1714" y="97917"/>
                </a:lnTo>
                <a:lnTo>
                  <a:pt x="15430" y="52197"/>
                </a:lnTo>
                <a:lnTo>
                  <a:pt x="42567" y="19328"/>
                </a:lnTo>
                <a:lnTo>
                  <a:pt x="80876" y="2239"/>
                </a:lnTo>
                <a:lnTo>
                  <a:pt x="103727" y="0"/>
                </a:lnTo>
                <a:lnTo>
                  <a:pt x="124277" y="2287"/>
                </a:lnTo>
                <a:lnTo>
                  <a:pt x="142398" y="9155"/>
                </a:lnTo>
                <a:lnTo>
                  <a:pt x="157948" y="20614"/>
                </a:lnTo>
                <a:lnTo>
                  <a:pt x="165910" y="30575"/>
                </a:lnTo>
                <a:lnTo>
                  <a:pt x="108299" y="30575"/>
                </a:lnTo>
                <a:lnTo>
                  <a:pt x="92273" y="32027"/>
                </a:lnTo>
                <a:lnTo>
                  <a:pt x="56483" y="54959"/>
                </a:lnTo>
                <a:lnTo>
                  <a:pt x="37958" y="101679"/>
                </a:lnTo>
                <a:lnTo>
                  <a:pt x="36576" y="122015"/>
                </a:lnTo>
                <a:lnTo>
                  <a:pt x="37720" y="140382"/>
                </a:lnTo>
                <a:lnTo>
                  <a:pt x="54959" y="183070"/>
                </a:lnTo>
                <a:lnTo>
                  <a:pt x="89463" y="203215"/>
                </a:lnTo>
                <a:lnTo>
                  <a:pt x="103727" y="204406"/>
                </a:lnTo>
                <a:lnTo>
                  <a:pt x="161151" y="204406"/>
                </a:lnTo>
                <a:lnTo>
                  <a:pt x="155852" y="211112"/>
                </a:lnTo>
                <a:lnTo>
                  <a:pt x="138207" y="224456"/>
                </a:lnTo>
                <a:lnTo>
                  <a:pt x="117419" y="232371"/>
                </a:lnTo>
                <a:lnTo>
                  <a:pt x="93059" y="234981"/>
                </a:lnTo>
                <a:close/>
              </a:path>
              <a:path w="207644" h="335915">
                <a:moveTo>
                  <a:pt x="207454" y="36671"/>
                </a:moveTo>
                <a:lnTo>
                  <a:pt x="170783" y="36671"/>
                </a:lnTo>
                <a:lnTo>
                  <a:pt x="170783" y="6096"/>
                </a:lnTo>
                <a:lnTo>
                  <a:pt x="207454" y="6096"/>
                </a:lnTo>
                <a:lnTo>
                  <a:pt x="207454" y="36671"/>
                </a:lnTo>
                <a:close/>
              </a:path>
              <a:path w="207644" h="335915">
                <a:moveTo>
                  <a:pt x="161151" y="204406"/>
                </a:moveTo>
                <a:lnTo>
                  <a:pt x="103727" y="204406"/>
                </a:lnTo>
                <a:lnTo>
                  <a:pt x="117990" y="203215"/>
                </a:lnTo>
                <a:lnTo>
                  <a:pt x="130968" y="199453"/>
                </a:lnTo>
                <a:lnTo>
                  <a:pt x="160496" y="171924"/>
                </a:lnTo>
                <a:lnTo>
                  <a:pt x="170783" y="128111"/>
                </a:lnTo>
                <a:lnTo>
                  <a:pt x="170783" y="96107"/>
                </a:lnTo>
                <a:lnTo>
                  <a:pt x="152495" y="50387"/>
                </a:lnTo>
                <a:lnTo>
                  <a:pt x="108299" y="30575"/>
                </a:lnTo>
                <a:lnTo>
                  <a:pt x="165910" y="30575"/>
                </a:lnTo>
                <a:lnTo>
                  <a:pt x="170783" y="36671"/>
                </a:lnTo>
                <a:lnTo>
                  <a:pt x="207454" y="36671"/>
                </a:lnTo>
                <a:lnTo>
                  <a:pt x="207454" y="192214"/>
                </a:lnTo>
                <a:lnTo>
                  <a:pt x="170783" y="192214"/>
                </a:lnTo>
                <a:lnTo>
                  <a:pt x="161151" y="204406"/>
                </a:lnTo>
                <a:close/>
              </a:path>
              <a:path w="207644" h="335915">
                <a:moveTo>
                  <a:pt x="177058" y="305085"/>
                </a:moveTo>
                <a:lnTo>
                  <a:pt x="88487" y="305085"/>
                </a:lnTo>
                <a:lnTo>
                  <a:pt x="124491" y="299631"/>
                </a:lnTo>
                <a:lnTo>
                  <a:pt x="150209" y="283166"/>
                </a:lnTo>
                <a:lnTo>
                  <a:pt x="165639" y="255539"/>
                </a:lnTo>
                <a:lnTo>
                  <a:pt x="170783" y="216598"/>
                </a:lnTo>
                <a:lnTo>
                  <a:pt x="170783" y="192214"/>
                </a:lnTo>
                <a:lnTo>
                  <a:pt x="207454" y="192214"/>
                </a:lnTo>
                <a:lnTo>
                  <a:pt x="207454" y="212026"/>
                </a:lnTo>
                <a:lnTo>
                  <a:pt x="200010" y="266088"/>
                </a:lnTo>
                <a:lnTo>
                  <a:pt x="177688" y="304692"/>
                </a:lnTo>
                <a:lnTo>
                  <a:pt x="177058" y="305085"/>
                </a:lnTo>
                <a:close/>
              </a:path>
              <a:path w="207644" h="335915">
                <a:moveTo>
                  <a:pt x="88487" y="335565"/>
                </a:moveTo>
                <a:lnTo>
                  <a:pt x="68493" y="334684"/>
                </a:lnTo>
                <a:lnTo>
                  <a:pt x="49768" y="331946"/>
                </a:lnTo>
                <a:lnTo>
                  <a:pt x="32471" y="327207"/>
                </a:lnTo>
                <a:lnTo>
                  <a:pt x="16764" y="320325"/>
                </a:lnTo>
                <a:lnTo>
                  <a:pt x="16764" y="283749"/>
                </a:lnTo>
                <a:lnTo>
                  <a:pt x="35043" y="292869"/>
                </a:lnTo>
                <a:lnTo>
                  <a:pt x="53197" y="299561"/>
                </a:lnTo>
                <a:lnTo>
                  <a:pt x="71065" y="303680"/>
                </a:lnTo>
                <a:lnTo>
                  <a:pt x="88487" y="305085"/>
                </a:lnTo>
                <a:lnTo>
                  <a:pt x="177058" y="305085"/>
                </a:lnTo>
                <a:lnTo>
                  <a:pt x="140508" y="327849"/>
                </a:lnTo>
                <a:lnTo>
                  <a:pt x="88487" y="3355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2752534" y="6122580"/>
            <a:ext cx="436245" cy="386715"/>
          </a:xfrm>
          <a:custGeom>
            <a:avLst/>
            <a:gdLst/>
            <a:ahLst/>
            <a:cxnLst/>
            <a:rect l="l" t="t" r="r" b="b"/>
            <a:pathLst>
              <a:path w="436244" h="386715">
                <a:moveTo>
                  <a:pt x="234886" y="30861"/>
                </a:moveTo>
                <a:lnTo>
                  <a:pt x="199732" y="30861"/>
                </a:lnTo>
                <a:lnTo>
                  <a:pt x="199732" y="88861"/>
                </a:lnTo>
                <a:lnTo>
                  <a:pt x="234886" y="88861"/>
                </a:lnTo>
                <a:lnTo>
                  <a:pt x="234886" y="30861"/>
                </a:lnTo>
                <a:close/>
              </a:path>
              <a:path w="436244" h="386715">
                <a:moveTo>
                  <a:pt x="391947" y="30861"/>
                </a:moveTo>
                <a:lnTo>
                  <a:pt x="356806" y="30861"/>
                </a:lnTo>
                <a:lnTo>
                  <a:pt x="356806" y="88861"/>
                </a:lnTo>
                <a:lnTo>
                  <a:pt x="391947" y="88861"/>
                </a:lnTo>
                <a:lnTo>
                  <a:pt x="391947" y="30861"/>
                </a:lnTo>
                <a:close/>
              </a:path>
              <a:path w="436244" h="386715">
                <a:moveTo>
                  <a:pt x="436143" y="354330"/>
                </a:moveTo>
                <a:lnTo>
                  <a:pt x="234886" y="354330"/>
                </a:lnTo>
                <a:lnTo>
                  <a:pt x="234886" y="297840"/>
                </a:lnTo>
                <a:lnTo>
                  <a:pt x="407187" y="297840"/>
                </a:lnTo>
                <a:lnTo>
                  <a:pt x="407187" y="265836"/>
                </a:lnTo>
                <a:lnTo>
                  <a:pt x="234886" y="265836"/>
                </a:lnTo>
                <a:lnTo>
                  <a:pt x="234886" y="209550"/>
                </a:lnTo>
                <a:lnTo>
                  <a:pt x="356806" y="209550"/>
                </a:lnTo>
                <a:lnTo>
                  <a:pt x="356806" y="224599"/>
                </a:lnTo>
                <a:lnTo>
                  <a:pt x="391947" y="224599"/>
                </a:lnTo>
                <a:lnTo>
                  <a:pt x="391947" y="209550"/>
                </a:lnTo>
                <a:lnTo>
                  <a:pt x="391947" y="209359"/>
                </a:lnTo>
                <a:lnTo>
                  <a:pt x="391947" y="179070"/>
                </a:lnTo>
                <a:lnTo>
                  <a:pt x="77724" y="179070"/>
                </a:lnTo>
                <a:lnTo>
                  <a:pt x="77724" y="119380"/>
                </a:lnTo>
                <a:lnTo>
                  <a:pt x="199732" y="119380"/>
                </a:lnTo>
                <a:lnTo>
                  <a:pt x="199732" y="178879"/>
                </a:lnTo>
                <a:lnTo>
                  <a:pt x="234886" y="178879"/>
                </a:lnTo>
                <a:lnTo>
                  <a:pt x="234886" y="119380"/>
                </a:lnTo>
                <a:lnTo>
                  <a:pt x="356806" y="119380"/>
                </a:lnTo>
                <a:lnTo>
                  <a:pt x="356806" y="178879"/>
                </a:lnTo>
                <a:lnTo>
                  <a:pt x="391947" y="178879"/>
                </a:lnTo>
                <a:lnTo>
                  <a:pt x="391947" y="119380"/>
                </a:lnTo>
                <a:lnTo>
                  <a:pt x="391947" y="88900"/>
                </a:lnTo>
                <a:lnTo>
                  <a:pt x="77724" y="88900"/>
                </a:lnTo>
                <a:lnTo>
                  <a:pt x="77724" y="30480"/>
                </a:lnTo>
                <a:lnTo>
                  <a:pt x="391947" y="30480"/>
                </a:lnTo>
                <a:lnTo>
                  <a:pt x="391947" y="0"/>
                </a:lnTo>
                <a:lnTo>
                  <a:pt x="42672" y="0"/>
                </a:lnTo>
                <a:lnTo>
                  <a:pt x="42672" y="30480"/>
                </a:lnTo>
                <a:lnTo>
                  <a:pt x="42672" y="88900"/>
                </a:lnTo>
                <a:lnTo>
                  <a:pt x="42672" y="119380"/>
                </a:lnTo>
                <a:lnTo>
                  <a:pt x="42672" y="179070"/>
                </a:lnTo>
                <a:lnTo>
                  <a:pt x="42672" y="209550"/>
                </a:lnTo>
                <a:lnTo>
                  <a:pt x="42672" y="224790"/>
                </a:lnTo>
                <a:lnTo>
                  <a:pt x="77724" y="224790"/>
                </a:lnTo>
                <a:lnTo>
                  <a:pt x="77724" y="209550"/>
                </a:lnTo>
                <a:lnTo>
                  <a:pt x="199732" y="209550"/>
                </a:lnTo>
                <a:lnTo>
                  <a:pt x="199732" y="265836"/>
                </a:lnTo>
                <a:lnTo>
                  <a:pt x="27432" y="265836"/>
                </a:lnTo>
                <a:lnTo>
                  <a:pt x="27432" y="297840"/>
                </a:lnTo>
                <a:lnTo>
                  <a:pt x="199732" y="297840"/>
                </a:lnTo>
                <a:lnTo>
                  <a:pt x="199732" y="354330"/>
                </a:lnTo>
                <a:lnTo>
                  <a:pt x="0" y="354330"/>
                </a:lnTo>
                <a:lnTo>
                  <a:pt x="0" y="386334"/>
                </a:lnTo>
                <a:lnTo>
                  <a:pt x="436143" y="386334"/>
                </a:lnTo>
                <a:lnTo>
                  <a:pt x="436143" y="3543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3261931" y="6417373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10" h="117475">
                <a:moveTo>
                  <a:pt x="30480" y="117443"/>
                </a:moveTo>
                <a:lnTo>
                  <a:pt x="0" y="117443"/>
                </a:lnTo>
                <a:lnTo>
                  <a:pt x="27432" y="0"/>
                </a:lnTo>
                <a:lnTo>
                  <a:pt x="67056" y="0"/>
                </a:lnTo>
                <a:lnTo>
                  <a:pt x="30480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662934" y="6241923"/>
            <a:ext cx="176974" cy="234981"/>
          </a:xfrm>
          <a:prstGeom prst="rect">
            <a:avLst/>
          </a:prstGeom>
        </p:spPr>
      </p:pic>
      <p:sp>
        <p:nvSpPr>
          <p:cNvPr id="101" name="object 101" descr=""/>
          <p:cNvSpPr/>
          <p:nvPr/>
        </p:nvSpPr>
        <p:spPr>
          <a:xfrm>
            <a:off x="3907535" y="6140196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5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5" y="0"/>
                </a:lnTo>
                <a:lnTo>
                  <a:pt x="36575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3989349" y="6098578"/>
            <a:ext cx="2811145" cy="436245"/>
          </a:xfrm>
          <a:custGeom>
            <a:avLst/>
            <a:gdLst/>
            <a:ahLst/>
            <a:cxnLst/>
            <a:rect l="l" t="t" r="r" b="b"/>
            <a:pathLst>
              <a:path w="2811145" h="436245">
                <a:moveTo>
                  <a:pt x="131165" y="149440"/>
                </a:moveTo>
                <a:lnTo>
                  <a:pt x="74676" y="149440"/>
                </a:lnTo>
                <a:lnTo>
                  <a:pt x="74676" y="82384"/>
                </a:lnTo>
                <a:lnTo>
                  <a:pt x="38100" y="94576"/>
                </a:lnTo>
                <a:lnTo>
                  <a:pt x="38100" y="149440"/>
                </a:lnTo>
                <a:lnTo>
                  <a:pt x="0" y="149440"/>
                </a:lnTo>
                <a:lnTo>
                  <a:pt x="0" y="180022"/>
                </a:lnTo>
                <a:lnTo>
                  <a:pt x="38100" y="180022"/>
                </a:lnTo>
                <a:lnTo>
                  <a:pt x="38100" y="312699"/>
                </a:lnTo>
                <a:lnTo>
                  <a:pt x="41821" y="341604"/>
                </a:lnTo>
                <a:lnTo>
                  <a:pt x="52959" y="362089"/>
                </a:lnTo>
                <a:lnTo>
                  <a:pt x="71539" y="374294"/>
                </a:lnTo>
                <a:lnTo>
                  <a:pt x="97536" y="378333"/>
                </a:lnTo>
                <a:lnTo>
                  <a:pt x="107543" y="377774"/>
                </a:lnTo>
                <a:lnTo>
                  <a:pt x="116674" y="376186"/>
                </a:lnTo>
                <a:lnTo>
                  <a:pt x="124637" y="373748"/>
                </a:lnTo>
                <a:lnTo>
                  <a:pt x="131165" y="370611"/>
                </a:lnTo>
                <a:lnTo>
                  <a:pt x="131165" y="340131"/>
                </a:lnTo>
                <a:lnTo>
                  <a:pt x="125069" y="346227"/>
                </a:lnTo>
                <a:lnTo>
                  <a:pt x="117449" y="347751"/>
                </a:lnTo>
                <a:lnTo>
                  <a:pt x="108305" y="347751"/>
                </a:lnTo>
                <a:lnTo>
                  <a:pt x="99695" y="347179"/>
                </a:lnTo>
                <a:lnTo>
                  <a:pt x="75222" y="317182"/>
                </a:lnTo>
                <a:lnTo>
                  <a:pt x="74676" y="306603"/>
                </a:lnTo>
                <a:lnTo>
                  <a:pt x="74676" y="180022"/>
                </a:lnTo>
                <a:lnTo>
                  <a:pt x="131165" y="180022"/>
                </a:lnTo>
                <a:lnTo>
                  <a:pt x="131165" y="149440"/>
                </a:lnTo>
                <a:close/>
              </a:path>
              <a:path w="2811145" h="436245">
                <a:moveTo>
                  <a:pt x="561213" y="21336"/>
                </a:moveTo>
                <a:lnTo>
                  <a:pt x="530733" y="21336"/>
                </a:lnTo>
                <a:lnTo>
                  <a:pt x="530733" y="47244"/>
                </a:lnTo>
                <a:lnTo>
                  <a:pt x="530733" y="80860"/>
                </a:lnTo>
                <a:lnTo>
                  <a:pt x="230212" y="80860"/>
                </a:lnTo>
                <a:lnTo>
                  <a:pt x="230212" y="47244"/>
                </a:lnTo>
                <a:lnTo>
                  <a:pt x="530733" y="47244"/>
                </a:lnTo>
                <a:lnTo>
                  <a:pt x="530733" y="21336"/>
                </a:lnTo>
                <a:lnTo>
                  <a:pt x="199732" y="21336"/>
                </a:lnTo>
                <a:lnTo>
                  <a:pt x="199618" y="207454"/>
                </a:lnTo>
                <a:lnTo>
                  <a:pt x="197218" y="269328"/>
                </a:lnTo>
                <a:lnTo>
                  <a:pt x="187540" y="324523"/>
                </a:lnTo>
                <a:lnTo>
                  <a:pt x="171018" y="369989"/>
                </a:lnTo>
                <a:lnTo>
                  <a:pt x="147916" y="405765"/>
                </a:lnTo>
                <a:lnTo>
                  <a:pt x="153619" y="412864"/>
                </a:lnTo>
                <a:lnTo>
                  <a:pt x="159156" y="420243"/>
                </a:lnTo>
                <a:lnTo>
                  <a:pt x="164426" y="427621"/>
                </a:lnTo>
                <a:lnTo>
                  <a:pt x="169252" y="434721"/>
                </a:lnTo>
                <a:lnTo>
                  <a:pt x="191401" y="401612"/>
                </a:lnTo>
                <a:lnTo>
                  <a:pt x="208495" y="362623"/>
                </a:lnTo>
                <a:lnTo>
                  <a:pt x="220611" y="317779"/>
                </a:lnTo>
                <a:lnTo>
                  <a:pt x="227825" y="267068"/>
                </a:lnTo>
                <a:lnTo>
                  <a:pt x="230212" y="210502"/>
                </a:lnTo>
                <a:lnTo>
                  <a:pt x="230212" y="105244"/>
                </a:lnTo>
                <a:lnTo>
                  <a:pt x="530733" y="105244"/>
                </a:lnTo>
                <a:lnTo>
                  <a:pt x="530733" y="114388"/>
                </a:lnTo>
                <a:lnTo>
                  <a:pt x="561213" y="114388"/>
                </a:lnTo>
                <a:lnTo>
                  <a:pt x="561213" y="105244"/>
                </a:lnTo>
                <a:lnTo>
                  <a:pt x="561213" y="80860"/>
                </a:lnTo>
                <a:lnTo>
                  <a:pt x="561213" y="47244"/>
                </a:lnTo>
                <a:lnTo>
                  <a:pt x="561213" y="21336"/>
                </a:lnTo>
                <a:close/>
              </a:path>
              <a:path w="2811145" h="436245">
                <a:moveTo>
                  <a:pt x="567309" y="291376"/>
                </a:moveTo>
                <a:lnTo>
                  <a:pt x="420916" y="291376"/>
                </a:lnTo>
                <a:lnTo>
                  <a:pt x="420916" y="263842"/>
                </a:lnTo>
                <a:lnTo>
                  <a:pt x="510832" y="263842"/>
                </a:lnTo>
                <a:lnTo>
                  <a:pt x="510832" y="271462"/>
                </a:lnTo>
                <a:lnTo>
                  <a:pt x="539877" y="271462"/>
                </a:lnTo>
                <a:lnTo>
                  <a:pt x="539877" y="263842"/>
                </a:lnTo>
                <a:lnTo>
                  <a:pt x="539877" y="239458"/>
                </a:lnTo>
                <a:lnTo>
                  <a:pt x="539877" y="207454"/>
                </a:lnTo>
                <a:lnTo>
                  <a:pt x="539877" y="183070"/>
                </a:lnTo>
                <a:lnTo>
                  <a:pt x="510832" y="183070"/>
                </a:lnTo>
                <a:lnTo>
                  <a:pt x="510832" y="207454"/>
                </a:lnTo>
                <a:lnTo>
                  <a:pt x="510832" y="239458"/>
                </a:lnTo>
                <a:lnTo>
                  <a:pt x="420916" y="239458"/>
                </a:lnTo>
                <a:lnTo>
                  <a:pt x="420916" y="207454"/>
                </a:lnTo>
                <a:lnTo>
                  <a:pt x="510832" y="207454"/>
                </a:lnTo>
                <a:lnTo>
                  <a:pt x="510832" y="183070"/>
                </a:lnTo>
                <a:lnTo>
                  <a:pt x="420916" y="183070"/>
                </a:lnTo>
                <a:lnTo>
                  <a:pt x="420916" y="155536"/>
                </a:lnTo>
                <a:lnTo>
                  <a:pt x="460387" y="153517"/>
                </a:lnTo>
                <a:lnTo>
                  <a:pt x="559689" y="149440"/>
                </a:lnTo>
                <a:lnTo>
                  <a:pt x="553593" y="123532"/>
                </a:lnTo>
                <a:lnTo>
                  <a:pt x="373189" y="130759"/>
                </a:lnTo>
                <a:lnTo>
                  <a:pt x="245554" y="134200"/>
                </a:lnTo>
                <a:lnTo>
                  <a:pt x="247789" y="141046"/>
                </a:lnTo>
                <a:lnTo>
                  <a:pt x="249745" y="147726"/>
                </a:lnTo>
                <a:lnTo>
                  <a:pt x="251129" y="154139"/>
                </a:lnTo>
                <a:lnTo>
                  <a:pt x="251650" y="160108"/>
                </a:lnTo>
                <a:lnTo>
                  <a:pt x="391960" y="155536"/>
                </a:lnTo>
                <a:lnTo>
                  <a:pt x="391960" y="183070"/>
                </a:lnTo>
                <a:lnTo>
                  <a:pt x="391960" y="207454"/>
                </a:lnTo>
                <a:lnTo>
                  <a:pt x="391960" y="239458"/>
                </a:lnTo>
                <a:lnTo>
                  <a:pt x="303466" y="239458"/>
                </a:lnTo>
                <a:lnTo>
                  <a:pt x="303466" y="207454"/>
                </a:lnTo>
                <a:lnTo>
                  <a:pt x="391960" y="207454"/>
                </a:lnTo>
                <a:lnTo>
                  <a:pt x="391960" y="183070"/>
                </a:lnTo>
                <a:lnTo>
                  <a:pt x="274510" y="183070"/>
                </a:lnTo>
                <a:lnTo>
                  <a:pt x="274510" y="271462"/>
                </a:lnTo>
                <a:lnTo>
                  <a:pt x="303466" y="271462"/>
                </a:lnTo>
                <a:lnTo>
                  <a:pt x="303466" y="263842"/>
                </a:lnTo>
                <a:lnTo>
                  <a:pt x="391960" y="263842"/>
                </a:lnTo>
                <a:lnTo>
                  <a:pt x="391960" y="291376"/>
                </a:lnTo>
                <a:lnTo>
                  <a:pt x="253174" y="291376"/>
                </a:lnTo>
                <a:lnTo>
                  <a:pt x="253174" y="433197"/>
                </a:lnTo>
                <a:lnTo>
                  <a:pt x="283654" y="433197"/>
                </a:lnTo>
                <a:lnTo>
                  <a:pt x="283654" y="314236"/>
                </a:lnTo>
                <a:lnTo>
                  <a:pt x="391960" y="314236"/>
                </a:lnTo>
                <a:lnTo>
                  <a:pt x="391960" y="355384"/>
                </a:lnTo>
                <a:lnTo>
                  <a:pt x="352247" y="357479"/>
                </a:lnTo>
                <a:lnTo>
                  <a:pt x="332282" y="358165"/>
                </a:lnTo>
                <a:lnTo>
                  <a:pt x="312610" y="358432"/>
                </a:lnTo>
                <a:lnTo>
                  <a:pt x="317182" y="387477"/>
                </a:lnTo>
                <a:lnTo>
                  <a:pt x="361810" y="383209"/>
                </a:lnTo>
                <a:lnTo>
                  <a:pt x="404139" y="379653"/>
                </a:lnTo>
                <a:lnTo>
                  <a:pt x="444144" y="376936"/>
                </a:lnTo>
                <a:lnTo>
                  <a:pt x="481876" y="375196"/>
                </a:lnTo>
                <a:lnTo>
                  <a:pt x="484924" y="381381"/>
                </a:lnTo>
                <a:lnTo>
                  <a:pt x="486448" y="387477"/>
                </a:lnTo>
                <a:lnTo>
                  <a:pt x="489496" y="393573"/>
                </a:lnTo>
                <a:lnTo>
                  <a:pt x="515404" y="381381"/>
                </a:lnTo>
                <a:lnTo>
                  <a:pt x="512305" y="375196"/>
                </a:lnTo>
                <a:lnTo>
                  <a:pt x="507403" y="365366"/>
                </a:lnTo>
                <a:lnTo>
                  <a:pt x="501523" y="353860"/>
                </a:lnTo>
                <a:lnTo>
                  <a:pt x="499402" y="349669"/>
                </a:lnTo>
                <a:lnTo>
                  <a:pt x="491401" y="334568"/>
                </a:lnTo>
                <a:lnTo>
                  <a:pt x="483400" y="320332"/>
                </a:lnTo>
                <a:lnTo>
                  <a:pt x="460540" y="331000"/>
                </a:lnTo>
                <a:lnTo>
                  <a:pt x="463588" y="337096"/>
                </a:lnTo>
                <a:lnTo>
                  <a:pt x="466636" y="344716"/>
                </a:lnTo>
                <a:lnTo>
                  <a:pt x="471208" y="350812"/>
                </a:lnTo>
                <a:lnTo>
                  <a:pt x="458635" y="351713"/>
                </a:lnTo>
                <a:lnTo>
                  <a:pt x="433489" y="352945"/>
                </a:lnTo>
                <a:lnTo>
                  <a:pt x="420916" y="353860"/>
                </a:lnTo>
                <a:lnTo>
                  <a:pt x="420916" y="314236"/>
                </a:lnTo>
                <a:lnTo>
                  <a:pt x="538353" y="314236"/>
                </a:lnTo>
                <a:lnTo>
                  <a:pt x="538353" y="379857"/>
                </a:lnTo>
                <a:lnTo>
                  <a:pt x="536905" y="389864"/>
                </a:lnTo>
                <a:lnTo>
                  <a:pt x="532434" y="397002"/>
                </a:lnTo>
                <a:lnTo>
                  <a:pt x="524814" y="401294"/>
                </a:lnTo>
                <a:lnTo>
                  <a:pt x="513880" y="402717"/>
                </a:lnTo>
                <a:lnTo>
                  <a:pt x="502780" y="402450"/>
                </a:lnTo>
                <a:lnTo>
                  <a:pt x="490258" y="401764"/>
                </a:lnTo>
                <a:lnTo>
                  <a:pt x="462064" y="399669"/>
                </a:lnTo>
                <a:lnTo>
                  <a:pt x="464083" y="408508"/>
                </a:lnTo>
                <a:lnTo>
                  <a:pt x="465683" y="416623"/>
                </a:lnTo>
                <a:lnTo>
                  <a:pt x="466991" y="423887"/>
                </a:lnTo>
                <a:lnTo>
                  <a:pt x="468160" y="430149"/>
                </a:lnTo>
                <a:lnTo>
                  <a:pt x="484441" y="430390"/>
                </a:lnTo>
                <a:lnTo>
                  <a:pt x="511911" y="431431"/>
                </a:lnTo>
                <a:lnTo>
                  <a:pt x="523113" y="431673"/>
                </a:lnTo>
                <a:lnTo>
                  <a:pt x="542874" y="428815"/>
                </a:lnTo>
                <a:lnTo>
                  <a:pt x="556641" y="420243"/>
                </a:lnTo>
                <a:lnTo>
                  <a:pt x="564692" y="405955"/>
                </a:lnTo>
                <a:lnTo>
                  <a:pt x="565111" y="402717"/>
                </a:lnTo>
                <a:lnTo>
                  <a:pt x="567309" y="385953"/>
                </a:lnTo>
                <a:lnTo>
                  <a:pt x="567309" y="314236"/>
                </a:lnTo>
                <a:lnTo>
                  <a:pt x="567309" y="291376"/>
                </a:lnTo>
                <a:close/>
              </a:path>
              <a:path w="2811145" h="436245">
                <a:moveTo>
                  <a:pt x="648081" y="108292"/>
                </a:moveTo>
                <a:lnTo>
                  <a:pt x="620649" y="102196"/>
                </a:lnTo>
                <a:lnTo>
                  <a:pt x="614908" y="132219"/>
                </a:lnTo>
                <a:lnTo>
                  <a:pt x="609028" y="160540"/>
                </a:lnTo>
                <a:lnTo>
                  <a:pt x="602856" y="187147"/>
                </a:lnTo>
                <a:lnTo>
                  <a:pt x="596265" y="212026"/>
                </a:lnTo>
                <a:lnTo>
                  <a:pt x="605104" y="214312"/>
                </a:lnTo>
                <a:lnTo>
                  <a:pt x="613219" y="216598"/>
                </a:lnTo>
                <a:lnTo>
                  <a:pt x="620483" y="218884"/>
                </a:lnTo>
                <a:lnTo>
                  <a:pt x="626745" y="221170"/>
                </a:lnTo>
                <a:lnTo>
                  <a:pt x="633298" y="191744"/>
                </a:lnTo>
                <a:lnTo>
                  <a:pt x="639127" y="163017"/>
                </a:lnTo>
                <a:lnTo>
                  <a:pt x="644105" y="135153"/>
                </a:lnTo>
                <a:lnTo>
                  <a:pt x="648081" y="108292"/>
                </a:lnTo>
                <a:close/>
              </a:path>
              <a:path w="2811145" h="436245">
                <a:moveTo>
                  <a:pt x="751814" y="143344"/>
                </a:moveTo>
                <a:lnTo>
                  <a:pt x="729703" y="102196"/>
                </a:lnTo>
                <a:lnTo>
                  <a:pt x="713701" y="76288"/>
                </a:lnTo>
                <a:lnTo>
                  <a:pt x="693889" y="86956"/>
                </a:lnTo>
                <a:lnTo>
                  <a:pt x="693889" y="3048"/>
                </a:lnTo>
                <a:lnTo>
                  <a:pt x="660361" y="3048"/>
                </a:lnTo>
                <a:lnTo>
                  <a:pt x="660361" y="434721"/>
                </a:lnTo>
                <a:lnTo>
                  <a:pt x="693889" y="434721"/>
                </a:lnTo>
                <a:lnTo>
                  <a:pt x="693889" y="102196"/>
                </a:lnTo>
                <a:lnTo>
                  <a:pt x="701878" y="115328"/>
                </a:lnTo>
                <a:lnTo>
                  <a:pt x="709701" y="129438"/>
                </a:lnTo>
                <a:lnTo>
                  <a:pt x="717257" y="144424"/>
                </a:lnTo>
                <a:lnTo>
                  <a:pt x="724369" y="160108"/>
                </a:lnTo>
                <a:lnTo>
                  <a:pt x="751814" y="143344"/>
                </a:lnTo>
                <a:close/>
              </a:path>
              <a:path w="2811145" h="436245">
                <a:moveTo>
                  <a:pt x="1033945" y="384429"/>
                </a:moveTo>
                <a:lnTo>
                  <a:pt x="905827" y="384429"/>
                </a:lnTo>
                <a:lnTo>
                  <a:pt x="905827" y="266890"/>
                </a:lnTo>
                <a:lnTo>
                  <a:pt x="1012609" y="266890"/>
                </a:lnTo>
                <a:lnTo>
                  <a:pt x="1012609" y="236410"/>
                </a:lnTo>
                <a:lnTo>
                  <a:pt x="905827" y="236410"/>
                </a:lnTo>
                <a:lnTo>
                  <a:pt x="905827" y="129628"/>
                </a:lnTo>
                <a:lnTo>
                  <a:pt x="1020229" y="129628"/>
                </a:lnTo>
                <a:lnTo>
                  <a:pt x="1020229" y="99148"/>
                </a:lnTo>
                <a:lnTo>
                  <a:pt x="905827" y="99148"/>
                </a:lnTo>
                <a:lnTo>
                  <a:pt x="905827" y="3048"/>
                </a:lnTo>
                <a:lnTo>
                  <a:pt x="870775" y="3048"/>
                </a:lnTo>
                <a:lnTo>
                  <a:pt x="870775" y="99148"/>
                </a:lnTo>
                <a:lnTo>
                  <a:pt x="811339" y="99148"/>
                </a:lnTo>
                <a:lnTo>
                  <a:pt x="816559" y="84277"/>
                </a:lnTo>
                <a:lnTo>
                  <a:pt x="821055" y="69392"/>
                </a:lnTo>
                <a:lnTo>
                  <a:pt x="825271" y="54495"/>
                </a:lnTo>
                <a:lnTo>
                  <a:pt x="829627" y="39624"/>
                </a:lnTo>
                <a:lnTo>
                  <a:pt x="794575" y="30480"/>
                </a:lnTo>
                <a:lnTo>
                  <a:pt x="783920" y="71640"/>
                </a:lnTo>
                <a:lnTo>
                  <a:pt x="770293" y="112483"/>
                </a:lnTo>
                <a:lnTo>
                  <a:pt x="753541" y="152768"/>
                </a:lnTo>
                <a:lnTo>
                  <a:pt x="733526" y="192214"/>
                </a:lnTo>
                <a:lnTo>
                  <a:pt x="738898" y="195338"/>
                </a:lnTo>
                <a:lnTo>
                  <a:pt x="745718" y="200025"/>
                </a:lnTo>
                <a:lnTo>
                  <a:pt x="753668" y="206146"/>
                </a:lnTo>
                <a:lnTo>
                  <a:pt x="762482" y="213550"/>
                </a:lnTo>
                <a:lnTo>
                  <a:pt x="772718" y="192722"/>
                </a:lnTo>
                <a:lnTo>
                  <a:pt x="782675" y="171589"/>
                </a:lnTo>
                <a:lnTo>
                  <a:pt x="792086" y="150456"/>
                </a:lnTo>
                <a:lnTo>
                  <a:pt x="800671" y="129628"/>
                </a:lnTo>
                <a:lnTo>
                  <a:pt x="870775" y="129628"/>
                </a:lnTo>
                <a:lnTo>
                  <a:pt x="870775" y="236410"/>
                </a:lnTo>
                <a:lnTo>
                  <a:pt x="757910" y="236410"/>
                </a:lnTo>
                <a:lnTo>
                  <a:pt x="757910" y="266890"/>
                </a:lnTo>
                <a:lnTo>
                  <a:pt x="870775" y="266890"/>
                </a:lnTo>
                <a:lnTo>
                  <a:pt x="870775" y="384429"/>
                </a:lnTo>
                <a:lnTo>
                  <a:pt x="728954" y="384429"/>
                </a:lnTo>
                <a:lnTo>
                  <a:pt x="728954" y="414909"/>
                </a:lnTo>
                <a:lnTo>
                  <a:pt x="1033945" y="414909"/>
                </a:lnTo>
                <a:lnTo>
                  <a:pt x="1033945" y="384429"/>
                </a:lnTo>
                <a:close/>
              </a:path>
              <a:path w="2811145" h="436245">
                <a:moveTo>
                  <a:pt x="1413700" y="16764"/>
                </a:moveTo>
                <a:lnTo>
                  <a:pt x="1381696" y="16764"/>
                </a:lnTo>
                <a:lnTo>
                  <a:pt x="1381696" y="47244"/>
                </a:lnTo>
                <a:lnTo>
                  <a:pt x="1381696" y="85445"/>
                </a:lnTo>
                <a:lnTo>
                  <a:pt x="1381696" y="114401"/>
                </a:lnTo>
                <a:lnTo>
                  <a:pt x="1381696" y="152501"/>
                </a:lnTo>
                <a:lnTo>
                  <a:pt x="1149858" y="152501"/>
                </a:lnTo>
                <a:lnTo>
                  <a:pt x="1149858" y="114401"/>
                </a:lnTo>
                <a:lnTo>
                  <a:pt x="1381696" y="114401"/>
                </a:lnTo>
                <a:lnTo>
                  <a:pt x="1381696" y="85445"/>
                </a:lnTo>
                <a:lnTo>
                  <a:pt x="1149858" y="85445"/>
                </a:lnTo>
                <a:lnTo>
                  <a:pt x="1149858" y="47244"/>
                </a:lnTo>
                <a:lnTo>
                  <a:pt x="1381696" y="47244"/>
                </a:lnTo>
                <a:lnTo>
                  <a:pt x="1381696" y="16764"/>
                </a:lnTo>
                <a:lnTo>
                  <a:pt x="1116330" y="16764"/>
                </a:lnTo>
                <a:lnTo>
                  <a:pt x="1116330" y="199834"/>
                </a:lnTo>
                <a:lnTo>
                  <a:pt x="1149858" y="199834"/>
                </a:lnTo>
                <a:lnTo>
                  <a:pt x="1149858" y="183070"/>
                </a:lnTo>
                <a:lnTo>
                  <a:pt x="1381696" y="183070"/>
                </a:lnTo>
                <a:lnTo>
                  <a:pt x="1381696" y="199834"/>
                </a:lnTo>
                <a:lnTo>
                  <a:pt x="1413700" y="199834"/>
                </a:lnTo>
                <a:lnTo>
                  <a:pt x="1413700" y="183070"/>
                </a:lnTo>
                <a:lnTo>
                  <a:pt x="1413700" y="152501"/>
                </a:lnTo>
                <a:lnTo>
                  <a:pt x="1413700" y="114401"/>
                </a:lnTo>
                <a:lnTo>
                  <a:pt x="1413700" y="85445"/>
                </a:lnTo>
                <a:lnTo>
                  <a:pt x="1413700" y="47244"/>
                </a:lnTo>
                <a:lnTo>
                  <a:pt x="1413700" y="16764"/>
                </a:lnTo>
                <a:close/>
              </a:path>
              <a:path w="2811145" h="436245">
                <a:moveTo>
                  <a:pt x="1485328" y="384429"/>
                </a:moveTo>
                <a:lnTo>
                  <a:pt x="1290167" y="385953"/>
                </a:lnTo>
                <a:lnTo>
                  <a:pt x="1290167" y="382905"/>
                </a:lnTo>
                <a:lnTo>
                  <a:pt x="1290167" y="324904"/>
                </a:lnTo>
                <a:lnTo>
                  <a:pt x="1445704" y="324904"/>
                </a:lnTo>
                <a:lnTo>
                  <a:pt x="1445704" y="294424"/>
                </a:lnTo>
                <a:lnTo>
                  <a:pt x="1290167" y="294424"/>
                </a:lnTo>
                <a:lnTo>
                  <a:pt x="1290167" y="251650"/>
                </a:lnTo>
                <a:lnTo>
                  <a:pt x="1476184" y="251650"/>
                </a:lnTo>
                <a:lnTo>
                  <a:pt x="1476184" y="219646"/>
                </a:lnTo>
                <a:lnTo>
                  <a:pt x="1055268" y="219646"/>
                </a:lnTo>
                <a:lnTo>
                  <a:pt x="1055268" y="251650"/>
                </a:lnTo>
                <a:lnTo>
                  <a:pt x="1255115" y="251650"/>
                </a:lnTo>
                <a:lnTo>
                  <a:pt x="1255115" y="382905"/>
                </a:lnTo>
                <a:lnTo>
                  <a:pt x="1196962" y="361099"/>
                </a:lnTo>
                <a:lnTo>
                  <a:pt x="1155954" y="318808"/>
                </a:lnTo>
                <a:lnTo>
                  <a:pt x="1160259" y="308254"/>
                </a:lnTo>
                <a:lnTo>
                  <a:pt x="1164145" y="297281"/>
                </a:lnTo>
                <a:lnTo>
                  <a:pt x="1167739" y="286016"/>
                </a:lnTo>
                <a:lnTo>
                  <a:pt x="1171194" y="274612"/>
                </a:lnTo>
                <a:lnTo>
                  <a:pt x="1137666" y="263842"/>
                </a:lnTo>
                <a:lnTo>
                  <a:pt x="1123111" y="308787"/>
                </a:lnTo>
                <a:lnTo>
                  <a:pt x="1102410" y="347573"/>
                </a:lnTo>
                <a:lnTo>
                  <a:pt x="1075690" y="380352"/>
                </a:lnTo>
                <a:lnTo>
                  <a:pt x="1043076" y="407289"/>
                </a:lnTo>
                <a:lnTo>
                  <a:pt x="1049413" y="415023"/>
                </a:lnTo>
                <a:lnTo>
                  <a:pt x="1054887" y="422338"/>
                </a:lnTo>
                <a:lnTo>
                  <a:pt x="1059802" y="429361"/>
                </a:lnTo>
                <a:lnTo>
                  <a:pt x="1064412" y="436245"/>
                </a:lnTo>
                <a:lnTo>
                  <a:pt x="1086421" y="417957"/>
                </a:lnTo>
                <a:lnTo>
                  <a:pt x="1106601" y="397179"/>
                </a:lnTo>
                <a:lnTo>
                  <a:pt x="1124737" y="373837"/>
                </a:lnTo>
                <a:lnTo>
                  <a:pt x="1140714" y="347764"/>
                </a:lnTo>
                <a:lnTo>
                  <a:pt x="1164475" y="377812"/>
                </a:lnTo>
                <a:lnTo>
                  <a:pt x="1231442" y="412140"/>
                </a:lnTo>
                <a:lnTo>
                  <a:pt x="1274927" y="416433"/>
                </a:lnTo>
                <a:lnTo>
                  <a:pt x="1473136" y="417957"/>
                </a:lnTo>
                <a:lnTo>
                  <a:pt x="1475689" y="409930"/>
                </a:lnTo>
                <a:lnTo>
                  <a:pt x="1478661" y="401764"/>
                </a:lnTo>
                <a:lnTo>
                  <a:pt x="1484744" y="385953"/>
                </a:lnTo>
                <a:lnTo>
                  <a:pt x="1485328" y="384429"/>
                </a:lnTo>
                <a:close/>
              </a:path>
              <a:path w="2811145" h="436245">
                <a:moveTo>
                  <a:pt x="1579918" y="134200"/>
                </a:moveTo>
                <a:lnTo>
                  <a:pt x="1546390" y="123532"/>
                </a:lnTo>
                <a:lnTo>
                  <a:pt x="1534934" y="166700"/>
                </a:lnTo>
                <a:lnTo>
                  <a:pt x="1523339" y="206692"/>
                </a:lnTo>
                <a:lnTo>
                  <a:pt x="1511452" y="243255"/>
                </a:lnTo>
                <a:lnTo>
                  <a:pt x="1499146" y="276123"/>
                </a:lnTo>
                <a:lnTo>
                  <a:pt x="1507998" y="279552"/>
                </a:lnTo>
                <a:lnTo>
                  <a:pt x="1516291" y="282981"/>
                </a:lnTo>
                <a:lnTo>
                  <a:pt x="1524000" y="286410"/>
                </a:lnTo>
                <a:lnTo>
                  <a:pt x="1531150" y="289839"/>
                </a:lnTo>
                <a:lnTo>
                  <a:pt x="1542834" y="260362"/>
                </a:lnTo>
                <a:lnTo>
                  <a:pt x="1554962" y="224599"/>
                </a:lnTo>
                <a:lnTo>
                  <a:pt x="1567357" y="182549"/>
                </a:lnTo>
                <a:lnTo>
                  <a:pt x="1579918" y="134200"/>
                </a:lnTo>
                <a:close/>
              </a:path>
              <a:path w="2811145" h="436245">
                <a:moveTo>
                  <a:pt x="1762887" y="76288"/>
                </a:moveTo>
                <a:lnTo>
                  <a:pt x="1743430" y="56184"/>
                </a:lnTo>
                <a:lnTo>
                  <a:pt x="1723834" y="36969"/>
                </a:lnTo>
                <a:lnTo>
                  <a:pt x="1703946" y="18338"/>
                </a:lnTo>
                <a:lnTo>
                  <a:pt x="1683639" y="0"/>
                </a:lnTo>
                <a:lnTo>
                  <a:pt x="1659255" y="22860"/>
                </a:lnTo>
                <a:lnTo>
                  <a:pt x="1682089" y="44881"/>
                </a:lnTo>
                <a:lnTo>
                  <a:pt x="1702498" y="65201"/>
                </a:lnTo>
                <a:lnTo>
                  <a:pt x="1720329" y="83807"/>
                </a:lnTo>
                <a:lnTo>
                  <a:pt x="1735455" y="100672"/>
                </a:lnTo>
                <a:lnTo>
                  <a:pt x="1762887" y="76288"/>
                </a:lnTo>
                <a:close/>
              </a:path>
              <a:path w="2811145" h="436245">
                <a:moveTo>
                  <a:pt x="1874240" y="51816"/>
                </a:moveTo>
                <a:lnTo>
                  <a:pt x="1842236" y="35052"/>
                </a:lnTo>
                <a:lnTo>
                  <a:pt x="1815807" y="80441"/>
                </a:lnTo>
                <a:lnTo>
                  <a:pt x="1786839" y="123532"/>
                </a:lnTo>
                <a:lnTo>
                  <a:pt x="1755317" y="164350"/>
                </a:lnTo>
                <a:lnTo>
                  <a:pt x="1721256" y="202882"/>
                </a:lnTo>
                <a:lnTo>
                  <a:pt x="1684667" y="239128"/>
                </a:lnTo>
                <a:lnTo>
                  <a:pt x="1645539" y="273075"/>
                </a:lnTo>
                <a:lnTo>
                  <a:pt x="1645539" y="74764"/>
                </a:lnTo>
                <a:lnTo>
                  <a:pt x="1611922" y="74764"/>
                </a:lnTo>
                <a:lnTo>
                  <a:pt x="1611922" y="298983"/>
                </a:lnTo>
                <a:lnTo>
                  <a:pt x="1584198" y="318757"/>
                </a:lnTo>
                <a:lnTo>
                  <a:pt x="1555915" y="337083"/>
                </a:lnTo>
                <a:lnTo>
                  <a:pt x="1527048" y="354279"/>
                </a:lnTo>
                <a:lnTo>
                  <a:pt x="1497609" y="370611"/>
                </a:lnTo>
                <a:lnTo>
                  <a:pt x="1505064" y="378409"/>
                </a:lnTo>
                <a:lnTo>
                  <a:pt x="1511528" y="385749"/>
                </a:lnTo>
                <a:lnTo>
                  <a:pt x="1517116" y="392785"/>
                </a:lnTo>
                <a:lnTo>
                  <a:pt x="1522006" y="399669"/>
                </a:lnTo>
                <a:lnTo>
                  <a:pt x="1544840" y="386791"/>
                </a:lnTo>
                <a:lnTo>
                  <a:pt x="1567535" y="373329"/>
                </a:lnTo>
                <a:lnTo>
                  <a:pt x="1589824" y="359371"/>
                </a:lnTo>
                <a:lnTo>
                  <a:pt x="1611922" y="344703"/>
                </a:lnTo>
                <a:lnTo>
                  <a:pt x="1611922" y="352323"/>
                </a:lnTo>
                <a:lnTo>
                  <a:pt x="1615122" y="377266"/>
                </a:lnTo>
                <a:lnTo>
                  <a:pt x="1624914" y="394893"/>
                </a:lnTo>
                <a:lnTo>
                  <a:pt x="1641576" y="405358"/>
                </a:lnTo>
                <a:lnTo>
                  <a:pt x="1665351" y="408813"/>
                </a:lnTo>
                <a:lnTo>
                  <a:pt x="1790420" y="408813"/>
                </a:lnTo>
                <a:lnTo>
                  <a:pt x="1812137" y="405980"/>
                </a:lnTo>
                <a:lnTo>
                  <a:pt x="1829282" y="397560"/>
                </a:lnTo>
                <a:lnTo>
                  <a:pt x="1841855" y="383692"/>
                </a:lnTo>
                <a:lnTo>
                  <a:pt x="1844725" y="376809"/>
                </a:lnTo>
                <a:lnTo>
                  <a:pt x="1849856" y="364515"/>
                </a:lnTo>
                <a:lnTo>
                  <a:pt x="1852155" y="354787"/>
                </a:lnTo>
                <a:lnTo>
                  <a:pt x="1854619" y="341464"/>
                </a:lnTo>
                <a:lnTo>
                  <a:pt x="1857336" y="324510"/>
                </a:lnTo>
                <a:lnTo>
                  <a:pt x="1860524" y="303555"/>
                </a:lnTo>
                <a:lnTo>
                  <a:pt x="1853107" y="300990"/>
                </a:lnTo>
                <a:lnTo>
                  <a:pt x="1844713" y="297840"/>
                </a:lnTo>
                <a:lnTo>
                  <a:pt x="1835442" y="294132"/>
                </a:lnTo>
                <a:lnTo>
                  <a:pt x="1825472" y="289839"/>
                </a:lnTo>
                <a:lnTo>
                  <a:pt x="1823415" y="308749"/>
                </a:lnTo>
                <a:lnTo>
                  <a:pt x="1817852" y="347751"/>
                </a:lnTo>
                <a:lnTo>
                  <a:pt x="1784324" y="376809"/>
                </a:lnTo>
                <a:lnTo>
                  <a:pt x="1672971" y="376809"/>
                </a:lnTo>
                <a:lnTo>
                  <a:pt x="1660969" y="374815"/>
                </a:lnTo>
                <a:lnTo>
                  <a:pt x="1652397" y="368947"/>
                </a:lnTo>
                <a:lnTo>
                  <a:pt x="1647253" y="359371"/>
                </a:lnTo>
                <a:lnTo>
                  <a:pt x="1645539" y="346227"/>
                </a:lnTo>
                <a:lnTo>
                  <a:pt x="1645539" y="344703"/>
                </a:lnTo>
                <a:lnTo>
                  <a:pt x="1645539" y="320319"/>
                </a:lnTo>
                <a:lnTo>
                  <a:pt x="1684362" y="287997"/>
                </a:lnTo>
                <a:lnTo>
                  <a:pt x="1700364" y="273075"/>
                </a:lnTo>
                <a:lnTo>
                  <a:pt x="1721142" y="253733"/>
                </a:lnTo>
                <a:lnTo>
                  <a:pt x="1755863" y="217512"/>
                </a:lnTo>
                <a:lnTo>
                  <a:pt x="1788541" y="179260"/>
                </a:lnTo>
                <a:lnTo>
                  <a:pt x="1819160" y="138925"/>
                </a:lnTo>
                <a:lnTo>
                  <a:pt x="1847735" y="96469"/>
                </a:lnTo>
                <a:lnTo>
                  <a:pt x="1874240" y="51816"/>
                </a:lnTo>
                <a:close/>
              </a:path>
              <a:path w="2811145" h="436245">
                <a:moveTo>
                  <a:pt x="1929193" y="277647"/>
                </a:moveTo>
                <a:lnTo>
                  <a:pt x="1914004" y="246494"/>
                </a:lnTo>
                <a:lnTo>
                  <a:pt x="1898091" y="215074"/>
                </a:lnTo>
                <a:lnTo>
                  <a:pt x="1881327" y="183654"/>
                </a:lnTo>
                <a:lnTo>
                  <a:pt x="1863572" y="152488"/>
                </a:lnTo>
                <a:lnTo>
                  <a:pt x="1833092" y="167728"/>
                </a:lnTo>
                <a:lnTo>
                  <a:pt x="1850758" y="202387"/>
                </a:lnTo>
                <a:lnTo>
                  <a:pt x="1867001" y="235458"/>
                </a:lnTo>
                <a:lnTo>
                  <a:pt x="1881517" y="267093"/>
                </a:lnTo>
                <a:lnTo>
                  <a:pt x="1894052" y="297459"/>
                </a:lnTo>
                <a:lnTo>
                  <a:pt x="1929193" y="277647"/>
                </a:lnTo>
                <a:close/>
              </a:path>
              <a:path w="2811145" h="436245">
                <a:moveTo>
                  <a:pt x="2090826" y="22860"/>
                </a:moveTo>
                <a:lnTo>
                  <a:pt x="2063394" y="1524"/>
                </a:lnTo>
                <a:lnTo>
                  <a:pt x="2038794" y="35826"/>
                </a:lnTo>
                <a:lnTo>
                  <a:pt x="2010930" y="67868"/>
                </a:lnTo>
                <a:lnTo>
                  <a:pt x="1979942" y="97612"/>
                </a:lnTo>
                <a:lnTo>
                  <a:pt x="1945957" y="125069"/>
                </a:lnTo>
                <a:lnTo>
                  <a:pt x="1950529" y="133972"/>
                </a:lnTo>
                <a:lnTo>
                  <a:pt x="1959673" y="151206"/>
                </a:lnTo>
                <a:lnTo>
                  <a:pt x="1964245" y="160121"/>
                </a:lnTo>
                <a:lnTo>
                  <a:pt x="2001380" y="126898"/>
                </a:lnTo>
                <a:lnTo>
                  <a:pt x="2034971" y="93243"/>
                </a:lnTo>
                <a:lnTo>
                  <a:pt x="2064842" y="58699"/>
                </a:lnTo>
                <a:lnTo>
                  <a:pt x="2090826" y="22860"/>
                </a:lnTo>
                <a:close/>
              </a:path>
              <a:path w="2811145" h="436245">
                <a:moveTo>
                  <a:pt x="2092350" y="149453"/>
                </a:moveTo>
                <a:lnTo>
                  <a:pt x="2063394" y="126593"/>
                </a:lnTo>
                <a:lnTo>
                  <a:pt x="2036203" y="164909"/>
                </a:lnTo>
                <a:lnTo>
                  <a:pt x="2007311" y="199631"/>
                </a:lnTo>
                <a:lnTo>
                  <a:pt x="1976729" y="230619"/>
                </a:lnTo>
                <a:lnTo>
                  <a:pt x="1944433" y="257746"/>
                </a:lnTo>
                <a:lnTo>
                  <a:pt x="1948738" y="266661"/>
                </a:lnTo>
                <a:lnTo>
                  <a:pt x="1952625" y="275323"/>
                </a:lnTo>
                <a:lnTo>
                  <a:pt x="1956219" y="283972"/>
                </a:lnTo>
                <a:lnTo>
                  <a:pt x="1959673" y="292900"/>
                </a:lnTo>
                <a:lnTo>
                  <a:pt x="1995411" y="262521"/>
                </a:lnTo>
                <a:lnTo>
                  <a:pt x="2029447" y="228600"/>
                </a:lnTo>
                <a:lnTo>
                  <a:pt x="2061768" y="190957"/>
                </a:lnTo>
                <a:lnTo>
                  <a:pt x="2092350" y="149453"/>
                </a:lnTo>
                <a:close/>
              </a:path>
              <a:path w="2811145" h="436245">
                <a:moveTo>
                  <a:pt x="2103018" y="276136"/>
                </a:moveTo>
                <a:lnTo>
                  <a:pt x="2075586" y="253174"/>
                </a:lnTo>
                <a:lnTo>
                  <a:pt x="2046084" y="295541"/>
                </a:lnTo>
                <a:lnTo>
                  <a:pt x="2014740" y="333476"/>
                </a:lnTo>
                <a:lnTo>
                  <a:pt x="1981415" y="367106"/>
                </a:lnTo>
                <a:lnTo>
                  <a:pt x="1945957" y="396621"/>
                </a:lnTo>
                <a:lnTo>
                  <a:pt x="1950504" y="405765"/>
                </a:lnTo>
                <a:lnTo>
                  <a:pt x="1954911" y="414909"/>
                </a:lnTo>
                <a:lnTo>
                  <a:pt x="1959025" y="424053"/>
                </a:lnTo>
                <a:lnTo>
                  <a:pt x="1962721" y="433197"/>
                </a:lnTo>
                <a:lnTo>
                  <a:pt x="2000719" y="399440"/>
                </a:lnTo>
                <a:lnTo>
                  <a:pt x="2036876" y="362089"/>
                </a:lnTo>
                <a:lnTo>
                  <a:pt x="2071027" y="321030"/>
                </a:lnTo>
                <a:lnTo>
                  <a:pt x="2103018" y="276136"/>
                </a:lnTo>
                <a:close/>
              </a:path>
              <a:path w="2811145" h="436245">
                <a:moveTo>
                  <a:pt x="2374493" y="25908"/>
                </a:moveTo>
                <a:lnTo>
                  <a:pt x="2106066" y="25908"/>
                </a:lnTo>
                <a:lnTo>
                  <a:pt x="2106066" y="57912"/>
                </a:lnTo>
                <a:lnTo>
                  <a:pt x="2212848" y="57912"/>
                </a:lnTo>
                <a:lnTo>
                  <a:pt x="2203704" y="117436"/>
                </a:lnTo>
                <a:lnTo>
                  <a:pt x="2118271" y="117436"/>
                </a:lnTo>
                <a:lnTo>
                  <a:pt x="2118271" y="329476"/>
                </a:lnTo>
                <a:lnTo>
                  <a:pt x="2151799" y="329476"/>
                </a:lnTo>
                <a:lnTo>
                  <a:pt x="2151799" y="149453"/>
                </a:lnTo>
                <a:lnTo>
                  <a:pt x="2321153" y="149453"/>
                </a:lnTo>
                <a:lnTo>
                  <a:pt x="2321153" y="327952"/>
                </a:lnTo>
                <a:lnTo>
                  <a:pt x="2354681" y="327952"/>
                </a:lnTo>
                <a:lnTo>
                  <a:pt x="2354681" y="149453"/>
                </a:lnTo>
                <a:lnTo>
                  <a:pt x="2354681" y="117436"/>
                </a:lnTo>
                <a:lnTo>
                  <a:pt x="2237232" y="117436"/>
                </a:lnTo>
                <a:lnTo>
                  <a:pt x="2239784" y="103441"/>
                </a:lnTo>
                <a:lnTo>
                  <a:pt x="2242756" y="88861"/>
                </a:lnTo>
                <a:lnTo>
                  <a:pt x="2249424" y="57912"/>
                </a:lnTo>
                <a:lnTo>
                  <a:pt x="2374493" y="57912"/>
                </a:lnTo>
                <a:lnTo>
                  <a:pt x="2374493" y="25908"/>
                </a:lnTo>
                <a:close/>
              </a:path>
              <a:path w="2811145" h="436245">
                <a:moveTo>
                  <a:pt x="2379065" y="404241"/>
                </a:moveTo>
                <a:lnTo>
                  <a:pt x="2347341" y="381342"/>
                </a:lnTo>
                <a:lnTo>
                  <a:pt x="2313863" y="358432"/>
                </a:lnTo>
                <a:lnTo>
                  <a:pt x="2290394" y="343192"/>
                </a:lnTo>
                <a:lnTo>
                  <a:pt x="2278684" y="335572"/>
                </a:lnTo>
                <a:lnTo>
                  <a:pt x="2241804" y="312712"/>
                </a:lnTo>
                <a:lnTo>
                  <a:pt x="2246922" y="292112"/>
                </a:lnTo>
                <a:lnTo>
                  <a:pt x="2250757" y="269227"/>
                </a:lnTo>
                <a:lnTo>
                  <a:pt x="2253157" y="244043"/>
                </a:lnTo>
                <a:lnTo>
                  <a:pt x="2253945" y="218122"/>
                </a:lnTo>
                <a:lnTo>
                  <a:pt x="2253996" y="170878"/>
                </a:lnTo>
                <a:lnTo>
                  <a:pt x="2218944" y="170878"/>
                </a:lnTo>
                <a:lnTo>
                  <a:pt x="2218944" y="218122"/>
                </a:lnTo>
                <a:lnTo>
                  <a:pt x="2217204" y="257581"/>
                </a:lnTo>
                <a:lnTo>
                  <a:pt x="2202865" y="318731"/>
                </a:lnTo>
                <a:lnTo>
                  <a:pt x="2169668" y="359816"/>
                </a:lnTo>
                <a:lnTo>
                  <a:pt x="2110816" y="392938"/>
                </a:lnTo>
                <a:lnTo>
                  <a:pt x="2072538" y="405765"/>
                </a:lnTo>
                <a:lnTo>
                  <a:pt x="2078875" y="413740"/>
                </a:lnTo>
                <a:lnTo>
                  <a:pt x="2084349" y="421576"/>
                </a:lnTo>
                <a:lnTo>
                  <a:pt x="2093874" y="436245"/>
                </a:lnTo>
                <a:lnTo>
                  <a:pt x="2136165" y="420243"/>
                </a:lnTo>
                <a:lnTo>
                  <a:pt x="2171458" y="401942"/>
                </a:lnTo>
                <a:lnTo>
                  <a:pt x="2220455" y="358432"/>
                </a:lnTo>
                <a:lnTo>
                  <a:pt x="2229612" y="343192"/>
                </a:lnTo>
                <a:lnTo>
                  <a:pt x="2262187" y="364350"/>
                </a:lnTo>
                <a:lnTo>
                  <a:pt x="2293632" y="386664"/>
                </a:lnTo>
                <a:lnTo>
                  <a:pt x="2323947" y="410133"/>
                </a:lnTo>
                <a:lnTo>
                  <a:pt x="2353157" y="434721"/>
                </a:lnTo>
                <a:lnTo>
                  <a:pt x="2379065" y="404241"/>
                </a:lnTo>
                <a:close/>
              </a:path>
              <a:path w="2811145" h="436245">
                <a:moveTo>
                  <a:pt x="2580322" y="73240"/>
                </a:moveTo>
                <a:lnTo>
                  <a:pt x="2545270" y="73240"/>
                </a:lnTo>
                <a:lnTo>
                  <a:pt x="2545270" y="105257"/>
                </a:lnTo>
                <a:lnTo>
                  <a:pt x="2545270" y="212026"/>
                </a:lnTo>
                <a:lnTo>
                  <a:pt x="2545270" y="244030"/>
                </a:lnTo>
                <a:lnTo>
                  <a:pt x="2545270" y="355384"/>
                </a:lnTo>
                <a:lnTo>
                  <a:pt x="2446121" y="355384"/>
                </a:lnTo>
                <a:lnTo>
                  <a:pt x="2446121" y="244030"/>
                </a:lnTo>
                <a:lnTo>
                  <a:pt x="2545270" y="244030"/>
                </a:lnTo>
                <a:lnTo>
                  <a:pt x="2545270" y="212026"/>
                </a:lnTo>
                <a:lnTo>
                  <a:pt x="2446121" y="212026"/>
                </a:lnTo>
                <a:lnTo>
                  <a:pt x="2446121" y="105257"/>
                </a:lnTo>
                <a:lnTo>
                  <a:pt x="2545270" y="105257"/>
                </a:lnTo>
                <a:lnTo>
                  <a:pt x="2545270" y="73240"/>
                </a:lnTo>
                <a:lnTo>
                  <a:pt x="2491930" y="73240"/>
                </a:lnTo>
                <a:lnTo>
                  <a:pt x="2498788" y="58280"/>
                </a:lnTo>
                <a:lnTo>
                  <a:pt x="2505646" y="43065"/>
                </a:lnTo>
                <a:lnTo>
                  <a:pt x="2512504" y="27292"/>
                </a:lnTo>
                <a:lnTo>
                  <a:pt x="2519362" y="10668"/>
                </a:lnTo>
                <a:lnTo>
                  <a:pt x="2481262" y="0"/>
                </a:lnTo>
                <a:lnTo>
                  <a:pt x="2476144" y="17437"/>
                </a:lnTo>
                <a:lnTo>
                  <a:pt x="2470010" y="35445"/>
                </a:lnTo>
                <a:lnTo>
                  <a:pt x="2463000" y="54051"/>
                </a:lnTo>
                <a:lnTo>
                  <a:pt x="2455265" y="73240"/>
                </a:lnTo>
                <a:lnTo>
                  <a:pt x="2411069" y="73240"/>
                </a:lnTo>
                <a:lnTo>
                  <a:pt x="2411069" y="425577"/>
                </a:lnTo>
                <a:lnTo>
                  <a:pt x="2446121" y="425577"/>
                </a:lnTo>
                <a:lnTo>
                  <a:pt x="2446121" y="387477"/>
                </a:lnTo>
                <a:lnTo>
                  <a:pt x="2545270" y="387477"/>
                </a:lnTo>
                <a:lnTo>
                  <a:pt x="2545270" y="422529"/>
                </a:lnTo>
                <a:lnTo>
                  <a:pt x="2580322" y="422529"/>
                </a:lnTo>
                <a:lnTo>
                  <a:pt x="2580322" y="387477"/>
                </a:lnTo>
                <a:lnTo>
                  <a:pt x="2580322" y="355384"/>
                </a:lnTo>
                <a:lnTo>
                  <a:pt x="2580322" y="244030"/>
                </a:lnTo>
                <a:lnTo>
                  <a:pt x="2580322" y="212026"/>
                </a:lnTo>
                <a:lnTo>
                  <a:pt x="2580322" y="105257"/>
                </a:lnTo>
                <a:lnTo>
                  <a:pt x="2580322" y="73240"/>
                </a:lnTo>
                <a:close/>
              </a:path>
              <a:path w="2811145" h="436245">
                <a:moveTo>
                  <a:pt x="2729776" y="273088"/>
                </a:moveTo>
                <a:lnTo>
                  <a:pt x="2713774" y="250456"/>
                </a:lnTo>
                <a:lnTo>
                  <a:pt x="2695486" y="226136"/>
                </a:lnTo>
                <a:lnTo>
                  <a:pt x="2674912" y="200126"/>
                </a:lnTo>
                <a:lnTo>
                  <a:pt x="2652052" y="172402"/>
                </a:lnTo>
                <a:lnTo>
                  <a:pt x="2624620" y="192214"/>
                </a:lnTo>
                <a:lnTo>
                  <a:pt x="2644597" y="218262"/>
                </a:lnTo>
                <a:lnTo>
                  <a:pt x="2663291" y="244043"/>
                </a:lnTo>
                <a:lnTo>
                  <a:pt x="2680551" y="269836"/>
                </a:lnTo>
                <a:lnTo>
                  <a:pt x="2696248" y="295948"/>
                </a:lnTo>
                <a:lnTo>
                  <a:pt x="2729776" y="273088"/>
                </a:lnTo>
                <a:close/>
              </a:path>
              <a:path w="2811145" h="436245">
                <a:moveTo>
                  <a:pt x="2810637" y="71716"/>
                </a:moveTo>
                <a:lnTo>
                  <a:pt x="2670340" y="71716"/>
                </a:lnTo>
                <a:lnTo>
                  <a:pt x="2676055" y="56756"/>
                </a:lnTo>
                <a:lnTo>
                  <a:pt x="2681770" y="41541"/>
                </a:lnTo>
                <a:lnTo>
                  <a:pt x="2687485" y="25768"/>
                </a:lnTo>
                <a:lnTo>
                  <a:pt x="2693200" y="9144"/>
                </a:lnTo>
                <a:lnTo>
                  <a:pt x="2656624" y="0"/>
                </a:lnTo>
                <a:lnTo>
                  <a:pt x="2641168" y="46964"/>
                </a:lnTo>
                <a:lnTo>
                  <a:pt x="2624417" y="89623"/>
                </a:lnTo>
                <a:lnTo>
                  <a:pt x="2606217" y="128257"/>
                </a:lnTo>
                <a:lnTo>
                  <a:pt x="2586418" y="163169"/>
                </a:lnTo>
                <a:lnTo>
                  <a:pt x="2595092" y="166839"/>
                </a:lnTo>
                <a:lnTo>
                  <a:pt x="2602890" y="170827"/>
                </a:lnTo>
                <a:lnTo>
                  <a:pt x="2610091" y="174815"/>
                </a:lnTo>
                <a:lnTo>
                  <a:pt x="2617000" y="178498"/>
                </a:lnTo>
                <a:lnTo>
                  <a:pt x="2627045" y="161874"/>
                </a:lnTo>
                <a:lnTo>
                  <a:pt x="2636812" y="144119"/>
                </a:lnTo>
                <a:lnTo>
                  <a:pt x="2646565" y="125260"/>
                </a:lnTo>
                <a:lnTo>
                  <a:pt x="2656624" y="105257"/>
                </a:lnTo>
                <a:lnTo>
                  <a:pt x="2774061" y="105257"/>
                </a:lnTo>
                <a:lnTo>
                  <a:pt x="2772943" y="172402"/>
                </a:lnTo>
                <a:lnTo>
                  <a:pt x="2771597" y="228523"/>
                </a:lnTo>
                <a:lnTo>
                  <a:pt x="2769997" y="276796"/>
                </a:lnTo>
                <a:lnTo>
                  <a:pt x="2768257" y="316064"/>
                </a:lnTo>
                <a:lnTo>
                  <a:pt x="2762770" y="365137"/>
                </a:lnTo>
                <a:lnTo>
                  <a:pt x="2723680" y="389001"/>
                </a:lnTo>
                <a:lnTo>
                  <a:pt x="2704833" y="388480"/>
                </a:lnTo>
                <a:lnTo>
                  <a:pt x="2685008" y="387096"/>
                </a:lnTo>
                <a:lnTo>
                  <a:pt x="2664307" y="385140"/>
                </a:lnTo>
                <a:lnTo>
                  <a:pt x="2642908" y="382905"/>
                </a:lnTo>
                <a:lnTo>
                  <a:pt x="2641384" y="382905"/>
                </a:lnTo>
                <a:lnTo>
                  <a:pt x="2643644" y="391426"/>
                </a:lnTo>
                <a:lnTo>
                  <a:pt x="2645765" y="400812"/>
                </a:lnTo>
                <a:lnTo>
                  <a:pt x="2647594" y="410768"/>
                </a:lnTo>
                <a:lnTo>
                  <a:pt x="2649004" y="421005"/>
                </a:lnTo>
                <a:lnTo>
                  <a:pt x="2689961" y="423100"/>
                </a:lnTo>
                <a:lnTo>
                  <a:pt x="2710078" y="423786"/>
                </a:lnTo>
                <a:lnTo>
                  <a:pt x="2729776" y="424053"/>
                </a:lnTo>
                <a:lnTo>
                  <a:pt x="2760091" y="419760"/>
                </a:lnTo>
                <a:lnTo>
                  <a:pt x="2793784" y="389001"/>
                </a:lnTo>
                <a:lnTo>
                  <a:pt x="2803017" y="330987"/>
                </a:lnTo>
                <a:lnTo>
                  <a:pt x="2806065" y="254736"/>
                </a:lnTo>
                <a:lnTo>
                  <a:pt x="2807589" y="202882"/>
                </a:lnTo>
                <a:lnTo>
                  <a:pt x="2809062" y="144119"/>
                </a:lnTo>
                <a:lnTo>
                  <a:pt x="2809913" y="105257"/>
                </a:lnTo>
                <a:lnTo>
                  <a:pt x="2810637" y="717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739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011" y="0"/>
                </a:lnTo>
                <a:lnTo>
                  <a:pt x="9601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739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5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31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414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33716"/>
            <a:ext cx="604520" cy="432434"/>
          </a:xfrm>
          <a:custGeom>
            <a:avLst/>
            <a:gdLst/>
            <a:ahLst/>
            <a:cxnLst/>
            <a:rect l="l" t="t" r="r" b="b"/>
            <a:pathLst>
              <a:path w="604519" h="432434">
                <a:moveTo>
                  <a:pt x="257746" y="352132"/>
                </a:moveTo>
                <a:lnTo>
                  <a:pt x="97637" y="352132"/>
                </a:lnTo>
                <a:lnTo>
                  <a:pt x="97637" y="342"/>
                </a:lnTo>
                <a:lnTo>
                  <a:pt x="0" y="342"/>
                </a:lnTo>
                <a:lnTo>
                  <a:pt x="0" y="352132"/>
                </a:lnTo>
                <a:lnTo>
                  <a:pt x="0" y="432142"/>
                </a:lnTo>
                <a:lnTo>
                  <a:pt x="257746" y="432142"/>
                </a:lnTo>
                <a:lnTo>
                  <a:pt x="257746" y="352132"/>
                </a:lnTo>
                <a:close/>
              </a:path>
              <a:path w="604519" h="432434">
                <a:moveTo>
                  <a:pt x="603986" y="271564"/>
                </a:moveTo>
                <a:lnTo>
                  <a:pt x="553593" y="271564"/>
                </a:lnTo>
                <a:lnTo>
                  <a:pt x="553593" y="120497"/>
                </a:lnTo>
                <a:lnTo>
                  <a:pt x="553593" y="0"/>
                </a:lnTo>
                <a:lnTo>
                  <a:pt x="466725" y="0"/>
                </a:lnTo>
                <a:lnTo>
                  <a:pt x="466725" y="120497"/>
                </a:lnTo>
                <a:lnTo>
                  <a:pt x="466725" y="271564"/>
                </a:lnTo>
                <a:lnTo>
                  <a:pt x="362991" y="271564"/>
                </a:lnTo>
                <a:lnTo>
                  <a:pt x="369849" y="263512"/>
                </a:lnTo>
                <a:lnTo>
                  <a:pt x="376707" y="255320"/>
                </a:lnTo>
                <a:lnTo>
                  <a:pt x="404139" y="219456"/>
                </a:lnTo>
                <a:lnTo>
                  <a:pt x="417855" y="199834"/>
                </a:lnTo>
                <a:lnTo>
                  <a:pt x="424484" y="190423"/>
                </a:lnTo>
                <a:lnTo>
                  <a:pt x="430809" y="180594"/>
                </a:lnTo>
                <a:lnTo>
                  <a:pt x="437146" y="170472"/>
                </a:lnTo>
                <a:lnTo>
                  <a:pt x="443763" y="160210"/>
                </a:lnTo>
                <a:lnTo>
                  <a:pt x="449503" y="150787"/>
                </a:lnTo>
                <a:lnTo>
                  <a:pt x="455244" y="140919"/>
                </a:lnTo>
                <a:lnTo>
                  <a:pt x="460997" y="130771"/>
                </a:lnTo>
                <a:lnTo>
                  <a:pt x="466725" y="120497"/>
                </a:lnTo>
                <a:lnTo>
                  <a:pt x="466725" y="0"/>
                </a:lnTo>
                <a:lnTo>
                  <a:pt x="465201" y="0"/>
                </a:lnTo>
                <a:lnTo>
                  <a:pt x="456857" y="16281"/>
                </a:lnTo>
                <a:lnTo>
                  <a:pt x="447967" y="33007"/>
                </a:lnTo>
                <a:lnTo>
                  <a:pt x="428523" y="67157"/>
                </a:lnTo>
                <a:lnTo>
                  <a:pt x="405472" y="103543"/>
                </a:lnTo>
                <a:lnTo>
                  <a:pt x="381279" y="138785"/>
                </a:lnTo>
                <a:lnTo>
                  <a:pt x="355942" y="173151"/>
                </a:lnTo>
                <a:lnTo>
                  <a:pt x="329463" y="207454"/>
                </a:lnTo>
                <a:lnTo>
                  <a:pt x="302907" y="239661"/>
                </a:lnTo>
                <a:lnTo>
                  <a:pt x="277558" y="268516"/>
                </a:lnTo>
                <a:lnTo>
                  <a:pt x="277558" y="343192"/>
                </a:lnTo>
                <a:lnTo>
                  <a:pt x="466725" y="343192"/>
                </a:lnTo>
                <a:lnTo>
                  <a:pt x="466725" y="431673"/>
                </a:lnTo>
                <a:lnTo>
                  <a:pt x="553593" y="431673"/>
                </a:lnTo>
                <a:lnTo>
                  <a:pt x="553593" y="343192"/>
                </a:lnTo>
                <a:lnTo>
                  <a:pt x="603986" y="343192"/>
                </a:lnTo>
                <a:lnTo>
                  <a:pt x="603986" y="27156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17164" y="967740"/>
            <a:ext cx="166370" cy="67310"/>
          </a:xfrm>
          <a:custGeom>
            <a:avLst/>
            <a:gdLst/>
            <a:ahLst/>
            <a:cxnLst/>
            <a:rect l="l" t="t" r="r" b="b"/>
            <a:pathLst>
              <a:path w="166370" h="67309">
                <a:moveTo>
                  <a:pt x="166115" y="67056"/>
                </a:moveTo>
                <a:lnTo>
                  <a:pt x="0" y="67056"/>
                </a:lnTo>
                <a:lnTo>
                  <a:pt x="0" y="0"/>
                </a:lnTo>
                <a:lnTo>
                  <a:pt x="166115" y="0"/>
                </a:lnTo>
                <a:lnTo>
                  <a:pt x="166115" y="67056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02818" y="831342"/>
            <a:ext cx="280670" cy="311785"/>
          </a:xfrm>
          <a:custGeom>
            <a:avLst/>
            <a:gdLst/>
            <a:ahLst/>
            <a:cxnLst/>
            <a:rect l="l" t="t" r="r" b="b"/>
            <a:pathLst>
              <a:path w="280670" h="311784">
                <a:moveTo>
                  <a:pt x="0" y="311181"/>
                </a:moveTo>
                <a:lnTo>
                  <a:pt x="0" y="239458"/>
                </a:lnTo>
                <a:lnTo>
                  <a:pt x="201358" y="158686"/>
                </a:lnTo>
                <a:lnTo>
                  <a:pt x="0" y="71723"/>
                </a:lnTo>
                <a:lnTo>
                  <a:pt x="0" y="0"/>
                </a:lnTo>
                <a:lnTo>
                  <a:pt x="280606" y="134207"/>
                </a:lnTo>
                <a:lnTo>
                  <a:pt x="280606" y="183070"/>
                </a:lnTo>
                <a:lnTo>
                  <a:pt x="0" y="311181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032027" y="733710"/>
            <a:ext cx="401320" cy="431800"/>
          </a:xfrm>
          <a:custGeom>
            <a:avLst/>
            <a:gdLst/>
            <a:ahLst/>
            <a:cxnLst/>
            <a:rect l="l" t="t" r="r" b="b"/>
            <a:pathLst>
              <a:path w="401320" h="431800">
                <a:moveTo>
                  <a:pt x="401097" y="431672"/>
                </a:moveTo>
                <a:lnTo>
                  <a:pt x="285178" y="431672"/>
                </a:lnTo>
                <a:lnTo>
                  <a:pt x="210502" y="291369"/>
                </a:lnTo>
                <a:lnTo>
                  <a:pt x="205144" y="271867"/>
                </a:lnTo>
                <a:lnTo>
                  <a:pt x="202882" y="262413"/>
                </a:lnTo>
                <a:lnTo>
                  <a:pt x="201358" y="262413"/>
                </a:lnTo>
                <a:lnTo>
                  <a:pt x="115919" y="431672"/>
                </a:lnTo>
                <a:lnTo>
                  <a:pt x="0" y="431672"/>
                </a:lnTo>
                <a:lnTo>
                  <a:pt x="138779" y="215074"/>
                </a:lnTo>
                <a:lnTo>
                  <a:pt x="12191" y="0"/>
                </a:lnTo>
                <a:lnTo>
                  <a:pt x="131159" y="0"/>
                </a:lnTo>
                <a:lnTo>
                  <a:pt x="195603" y="137079"/>
                </a:lnTo>
                <a:lnTo>
                  <a:pt x="199060" y="145684"/>
                </a:lnTo>
                <a:lnTo>
                  <a:pt x="202500" y="155433"/>
                </a:lnTo>
                <a:lnTo>
                  <a:pt x="205930" y="166306"/>
                </a:lnTo>
                <a:lnTo>
                  <a:pt x="207454" y="166306"/>
                </a:lnTo>
                <a:lnTo>
                  <a:pt x="209145" y="158838"/>
                </a:lnTo>
                <a:lnTo>
                  <a:pt x="211835" y="150066"/>
                </a:lnTo>
                <a:lnTo>
                  <a:pt x="219646" y="128111"/>
                </a:lnTo>
                <a:lnTo>
                  <a:pt x="288226" y="0"/>
                </a:lnTo>
                <a:lnTo>
                  <a:pt x="396525" y="0"/>
                </a:lnTo>
                <a:lnTo>
                  <a:pt x="268414" y="213550"/>
                </a:lnTo>
                <a:lnTo>
                  <a:pt x="40109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481988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89" h="172719">
                <a:moveTo>
                  <a:pt x="0" y="0"/>
                </a:moveTo>
                <a:lnTo>
                  <a:pt x="97536" y="0"/>
                </a:lnTo>
                <a:lnTo>
                  <a:pt x="97536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81982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536" y="43180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91509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44" y="430530"/>
                </a:lnTo>
                <a:lnTo>
                  <a:pt x="219544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316092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633" y="431672"/>
                </a:moveTo>
                <a:lnTo>
                  <a:pt x="396525" y="431672"/>
                </a:lnTo>
                <a:lnTo>
                  <a:pt x="396573" y="151201"/>
                </a:lnTo>
                <a:lnTo>
                  <a:pt x="396906" y="128885"/>
                </a:lnTo>
                <a:lnTo>
                  <a:pt x="397811" y="105443"/>
                </a:lnTo>
                <a:lnTo>
                  <a:pt x="399573" y="80867"/>
                </a:lnTo>
                <a:lnTo>
                  <a:pt x="396525" y="80867"/>
                </a:lnTo>
                <a:lnTo>
                  <a:pt x="386881" y="127587"/>
                </a:lnTo>
                <a:lnTo>
                  <a:pt x="282130" y="431672"/>
                </a:lnTo>
                <a:lnTo>
                  <a:pt x="202882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915" y="80867"/>
                </a:lnTo>
                <a:lnTo>
                  <a:pt x="85677" y="111766"/>
                </a:lnTo>
                <a:lnTo>
                  <a:pt x="86582" y="140541"/>
                </a:lnTo>
                <a:lnTo>
                  <a:pt x="86915" y="167315"/>
                </a:lnTo>
                <a:lnTo>
                  <a:pt x="86963" y="431672"/>
                </a:lnTo>
                <a:lnTo>
                  <a:pt x="0" y="431672"/>
                </a:lnTo>
                <a:lnTo>
                  <a:pt x="0" y="0"/>
                </a:lnTo>
                <a:lnTo>
                  <a:pt x="141827" y="0"/>
                </a:lnTo>
                <a:lnTo>
                  <a:pt x="235481" y="271200"/>
                </a:lnTo>
                <a:lnTo>
                  <a:pt x="239649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7078" y="317277"/>
                </a:lnTo>
                <a:lnTo>
                  <a:pt x="260794" y="268843"/>
                </a:lnTo>
                <a:lnTo>
                  <a:pt x="353853" y="0"/>
                </a:lnTo>
                <a:lnTo>
                  <a:pt x="492633" y="0"/>
                </a:lnTo>
                <a:lnTo>
                  <a:pt x="492633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906351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657" y="351790"/>
                </a:moveTo>
                <a:lnTo>
                  <a:pt x="97536" y="351790"/>
                </a:lnTo>
                <a:lnTo>
                  <a:pt x="97536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657" y="431800"/>
                </a:lnTo>
                <a:lnTo>
                  <a:pt x="257657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325117" y="1873186"/>
            <a:ext cx="4441190" cy="436245"/>
            <a:chOff x="1325117" y="1873186"/>
            <a:chExt cx="4441190" cy="436245"/>
          </a:xfrm>
        </p:grpSpPr>
        <p:sp>
          <p:nvSpPr>
            <p:cNvPr id="17" name="object 17" descr=""/>
            <p:cNvSpPr/>
            <p:nvPr/>
          </p:nvSpPr>
          <p:spPr>
            <a:xfrm>
              <a:off x="1325118" y="1902142"/>
              <a:ext cx="382905" cy="401320"/>
            </a:xfrm>
            <a:custGeom>
              <a:avLst/>
              <a:gdLst/>
              <a:ahLst/>
              <a:cxnLst/>
              <a:rect l="l" t="t" r="r" b="b"/>
              <a:pathLst>
                <a:path w="382905" h="401319">
                  <a:moveTo>
                    <a:pt x="285178" y="266992"/>
                  </a:moveTo>
                  <a:lnTo>
                    <a:pt x="250024" y="266992"/>
                  </a:lnTo>
                  <a:lnTo>
                    <a:pt x="250024" y="291376"/>
                  </a:lnTo>
                  <a:lnTo>
                    <a:pt x="285178" y="291376"/>
                  </a:lnTo>
                  <a:lnTo>
                    <a:pt x="285178" y="266992"/>
                  </a:lnTo>
                  <a:close/>
                </a:path>
                <a:path w="382905" h="401319">
                  <a:moveTo>
                    <a:pt x="285178" y="99060"/>
                  </a:moveTo>
                  <a:lnTo>
                    <a:pt x="99060" y="99060"/>
                  </a:lnTo>
                  <a:lnTo>
                    <a:pt x="99060" y="129540"/>
                  </a:lnTo>
                  <a:lnTo>
                    <a:pt x="99060" y="236220"/>
                  </a:lnTo>
                  <a:lnTo>
                    <a:pt x="99060" y="266700"/>
                  </a:lnTo>
                  <a:lnTo>
                    <a:pt x="99060" y="290830"/>
                  </a:lnTo>
                  <a:lnTo>
                    <a:pt x="132676" y="290830"/>
                  </a:lnTo>
                  <a:lnTo>
                    <a:pt x="132676" y="266700"/>
                  </a:lnTo>
                  <a:lnTo>
                    <a:pt x="285178" y="266700"/>
                  </a:lnTo>
                  <a:lnTo>
                    <a:pt x="285178" y="236512"/>
                  </a:lnTo>
                  <a:lnTo>
                    <a:pt x="285178" y="236220"/>
                  </a:lnTo>
                  <a:lnTo>
                    <a:pt x="285178" y="129743"/>
                  </a:lnTo>
                  <a:lnTo>
                    <a:pt x="250024" y="129743"/>
                  </a:lnTo>
                  <a:lnTo>
                    <a:pt x="250024" y="236220"/>
                  </a:lnTo>
                  <a:lnTo>
                    <a:pt x="132676" y="236220"/>
                  </a:lnTo>
                  <a:lnTo>
                    <a:pt x="132676" y="129540"/>
                  </a:lnTo>
                  <a:lnTo>
                    <a:pt x="285178" y="129540"/>
                  </a:lnTo>
                  <a:lnTo>
                    <a:pt x="285178" y="99060"/>
                  </a:lnTo>
                  <a:close/>
                </a:path>
                <a:path w="382905" h="401319">
                  <a:moveTo>
                    <a:pt x="382714" y="373773"/>
                  </a:moveTo>
                  <a:lnTo>
                    <a:pt x="346138" y="373773"/>
                  </a:lnTo>
                  <a:lnTo>
                    <a:pt x="346138" y="401205"/>
                  </a:lnTo>
                  <a:lnTo>
                    <a:pt x="382714" y="401205"/>
                  </a:lnTo>
                  <a:lnTo>
                    <a:pt x="382714" y="373773"/>
                  </a:lnTo>
                  <a:close/>
                </a:path>
                <a:path w="382905" h="401319">
                  <a:moveTo>
                    <a:pt x="382714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0" y="341630"/>
                  </a:lnTo>
                  <a:lnTo>
                    <a:pt x="0" y="373380"/>
                  </a:lnTo>
                  <a:lnTo>
                    <a:pt x="0" y="401320"/>
                  </a:lnTo>
                  <a:lnTo>
                    <a:pt x="36576" y="401320"/>
                  </a:lnTo>
                  <a:lnTo>
                    <a:pt x="36576" y="373380"/>
                  </a:lnTo>
                  <a:lnTo>
                    <a:pt x="382714" y="373380"/>
                  </a:lnTo>
                  <a:lnTo>
                    <a:pt x="382714" y="341769"/>
                  </a:lnTo>
                  <a:lnTo>
                    <a:pt x="382714" y="341630"/>
                  </a:lnTo>
                  <a:lnTo>
                    <a:pt x="382714" y="32105"/>
                  </a:lnTo>
                  <a:lnTo>
                    <a:pt x="346138" y="32105"/>
                  </a:lnTo>
                  <a:lnTo>
                    <a:pt x="346138" y="341630"/>
                  </a:lnTo>
                  <a:lnTo>
                    <a:pt x="36576" y="341630"/>
                  </a:lnTo>
                  <a:lnTo>
                    <a:pt x="36576" y="31750"/>
                  </a:lnTo>
                  <a:lnTo>
                    <a:pt x="382714" y="31750"/>
                  </a:lnTo>
                  <a:lnTo>
                    <a:pt x="382714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123" y="1873186"/>
              <a:ext cx="4013930" cy="436245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5862065" y="2001297"/>
            <a:ext cx="58419" cy="253365"/>
          </a:xfrm>
          <a:custGeom>
            <a:avLst/>
            <a:gdLst/>
            <a:ahLst/>
            <a:cxnLst/>
            <a:rect l="l" t="t" r="r" b="b"/>
            <a:pathLst>
              <a:path w="58420" h="253364">
                <a:moveTo>
                  <a:pt x="36671" y="56483"/>
                </a:moveTo>
                <a:lnTo>
                  <a:pt x="21336" y="56483"/>
                </a:lnTo>
                <a:lnTo>
                  <a:pt x="13716" y="53435"/>
                </a:lnTo>
                <a:lnTo>
                  <a:pt x="9144" y="47339"/>
                </a:lnTo>
                <a:lnTo>
                  <a:pt x="3048" y="42767"/>
                </a:lnTo>
                <a:lnTo>
                  <a:pt x="0" y="35147"/>
                </a:lnTo>
                <a:lnTo>
                  <a:pt x="0" y="19907"/>
                </a:lnTo>
                <a:lnTo>
                  <a:pt x="3048" y="13716"/>
                </a:lnTo>
                <a:lnTo>
                  <a:pt x="9144" y="9144"/>
                </a:lnTo>
                <a:lnTo>
                  <a:pt x="15240" y="3048"/>
                </a:lnTo>
                <a:lnTo>
                  <a:pt x="21336" y="0"/>
                </a:lnTo>
                <a:lnTo>
                  <a:pt x="36671" y="0"/>
                </a:lnTo>
                <a:lnTo>
                  <a:pt x="42767" y="3048"/>
                </a:lnTo>
                <a:lnTo>
                  <a:pt x="48863" y="9144"/>
                </a:lnTo>
                <a:lnTo>
                  <a:pt x="54959" y="13716"/>
                </a:lnTo>
                <a:lnTo>
                  <a:pt x="58007" y="19907"/>
                </a:lnTo>
                <a:lnTo>
                  <a:pt x="58007" y="35147"/>
                </a:lnTo>
                <a:lnTo>
                  <a:pt x="54959" y="42767"/>
                </a:lnTo>
                <a:lnTo>
                  <a:pt x="48863" y="47339"/>
                </a:lnTo>
                <a:lnTo>
                  <a:pt x="44291" y="53435"/>
                </a:lnTo>
                <a:lnTo>
                  <a:pt x="36671" y="56483"/>
                </a:lnTo>
                <a:close/>
              </a:path>
              <a:path w="58420" h="253364">
                <a:moveTo>
                  <a:pt x="36671" y="253269"/>
                </a:moveTo>
                <a:lnTo>
                  <a:pt x="21336" y="253269"/>
                </a:lnTo>
                <a:lnTo>
                  <a:pt x="15240" y="250221"/>
                </a:lnTo>
                <a:lnTo>
                  <a:pt x="9144" y="245649"/>
                </a:lnTo>
                <a:lnTo>
                  <a:pt x="3048" y="239553"/>
                </a:lnTo>
                <a:lnTo>
                  <a:pt x="0" y="233457"/>
                </a:lnTo>
                <a:lnTo>
                  <a:pt x="0" y="218122"/>
                </a:lnTo>
                <a:lnTo>
                  <a:pt x="3048" y="212026"/>
                </a:lnTo>
                <a:lnTo>
                  <a:pt x="15240" y="199834"/>
                </a:lnTo>
                <a:lnTo>
                  <a:pt x="21336" y="198310"/>
                </a:lnTo>
                <a:lnTo>
                  <a:pt x="36671" y="198310"/>
                </a:lnTo>
                <a:lnTo>
                  <a:pt x="42767" y="199834"/>
                </a:lnTo>
                <a:lnTo>
                  <a:pt x="48863" y="205930"/>
                </a:lnTo>
                <a:lnTo>
                  <a:pt x="54959" y="210502"/>
                </a:lnTo>
                <a:lnTo>
                  <a:pt x="58007" y="218122"/>
                </a:lnTo>
                <a:lnTo>
                  <a:pt x="58007" y="233457"/>
                </a:lnTo>
                <a:lnTo>
                  <a:pt x="54959" y="239553"/>
                </a:lnTo>
                <a:lnTo>
                  <a:pt x="48863" y="245649"/>
                </a:lnTo>
                <a:lnTo>
                  <a:pt x="42767" y="250221"/>
                </a:lnTo>
                <a:lnTo>
                  <a:pt x="36671" y="2532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418844" y="270662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7"/>
                </a:moveTo>
                <a:lnTo>
                  <a:pt x="0" y="25907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770316" y="2555017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5" h="119380">
                <a:moveTo>
                  <a:pt x="0" y="0"/>
                </a:moveTo>
                <a:lnTo>
                  <a:pt x="32004" y="0"/>
                </a:lnTo>
                <a:lnTo>
                  <a:pt x="32004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770303" y="2553309"/>
            <a:ext cx="762635" cy="274955"/>
          </a:xfrm>
          <a:custGeom>
            <a:avLst/>
            <a:gdLst/>
            <a:ahLst/>
            <a:cxnLst/>
            <a:rect l="l" t="t" r="r" b="b"/>
            <a:pathLst>
              <a:path w="762635" h="274955">
                <a:moveTo>
                  <a:pt x="205930" y="1714"/>
                </a:moveTo>
                <a:lnTo>
                  <a:pt x="173837" y="1714"/>
                </a:lnTo>
                <a:lnTo>
                  <a:pt x="173837" y="121094"/>
                </a:lnTo>
                <a:lnTo>
                  <a:pt x="0" y="121094"/>
                </a:lnTo>
                <a:lnTo>
                  <a:pt x="0" y="149034"/>
                </a:lnTo>
                <a:lnTo>
                  <a:pt x="0" y="274764"/>
                </a:lnTo>
                <a:lnTo>
                  <a:pt x="32004" y="274764"/>
                </a:lnTo>
                <a:lnTo>
                  <a:pt x="32004" y="149034"/>
                </a:lnTo>
                <a:lnTo>
                  <a:pt x="173837" y="149034"/>
                </a:lnTo>
                <a:lnTo>
                  <a:pt x="173837" y="274764"/>
                </a:lnTo>
                <a:lnTo>
                  <a:pt x="205930" y="274764"/>
                </a:lnTo>
                <a:lnTo>
                  <a:pt x="205930" y="149034"/>
                </a:lnTo>
                <a:lnTo>
                  <a:pt x="205930" y="121094"/>
                </a:lnTo>
                <a:lnTo>
                  <a:pt x="205930" y="1714"/>
                </a:lnTo>
                <a:close/>
              </a:path>
              <a:path w="762635" h="274955">
                <a:moveTo>
                  <a:pt x="439293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7952" y="29210"/>
                </a:lnTo>
                <a:lnTo>
                  <a:pt x="327952" y="274320"/>
                </a:lnTo>
                <a:lnTo>
                  <a:pt x="359956" y="274320"/>
                </a:lnTo>
                <a:lnTo>
                  <a:pt x="359956" y="29210"/>
                </a:lnTo>
                <a:lnTo>
                  <a:pt x="439293" y="29210"/>
                </a:lnTo>
                <a:lnTo>
                  <a:pt x="439293" y="0"/>
                </a:lnTo>
                <a:close/>
              </a:path>
              <a:path w="762635" h="274955">
                <a:moveTo>
                  <a:pt x="762584" y="254"/>
                </a:moveTo>
                <a:lnTo>
                  <a:pt x="721423" y="254"/>
                </a:lnTo>
                <a:lnTo>
                  <a:pt x="635990" y="190842"/>
                </a:lnTo>
                <a:lnTo>
                  <a:pt x="633412" y="197218"/>
                </a:lnTo>
                <a:lnTo>
                  <a:pt x="626554" y="213880"/>
                </a:lnTo>
                <a:lnTo>
                  <a:pt x="622274" y="224472"/>
                </a:lnTo>
                <a:lnTo>
                  <a:pt x="619912" y="218160"/>
                </a:lnTo>
                <a:lnTo>
                  <a:pt x="617131" y="210553"/>
                </a:lnTo>
                <a:lnTo>
                  <a:pt x="613486" y="201498"/>
                </a:lnTo>
                <a:lnTo>
                  <a:pt x="608558" y="190842"/>
                </a:lnTo>
                <a:lnTo>
                  <a:pt x="540829" y="36830"/>
                </a:lnTo>
                <a:lnTo>
                  <a:pt x="524738" y="254"/>
                </a:lnTo>
                <a:lnTo>
                  <a:pt x="481965" y="254"/>
                </a:lnTo>
                <a:lnTo>
                  <a:pt x="481965" y="274764"/>
                </a:lnTo>
                <a:lnTo>
                  <a:pt x="513969" y="274764"/>
                </a:lnTo>
                <a:lnTo>
                  <a:pt x="513969" y="90258"/>
                </a:lnTo>
                <a:lnTo>
                  <a:pt x="513740" y="73088"/>
                </a:lnTo>
                <a:lnTo>
                  <a:pt x="513245" y="59118"/>
                </a:lnTo>
                <a:lnTo>
                  <a:pt x="512686" y="46240"/>
                </a:lnTo>
                <a:lnTo>
                  <a:pt x="512445" y="36830"/>
                </a:lnTo>
                <a:lnTo>
                  <a:pt x="514743" y="45377"/>
                </a:lnTo>
                <a:lnTo>
                  <a:pt x="517017" y="52641"/>
                </a:lnTo>
                <a:lnTo>
                  <a:pt x="519391" y="59118"/>
                </a:lnTo>
                <a:lnTo>
                  <a:pt x="521690" y="64262"/>
                </a:lnTo>
                <a:lnTo>
                  <a:pt x="614654" y="274764"/>
                </a:lnTo>
                <a:lnTo>
                  <a:pt x="629894" y="274764"/>
                </a:lnTo>
                <a:lnTo>
                  <a:pt x="652335" y="224472"/>
                </a:lnTo>
                <a:lnTo>
                  <a:pt x="724471" y="62738"/>
                </a:lnTo>
                <a:lnTo>
                  <a:pt x="732091" y="36830"/>
                </a:lnTo>
                <a:lnTo>
                  <a:pt x="733615" y="36830"/>
                </a:lnTo>
                <a:lnTo>
                  <a:pt x="731862" y="52019"/>
                </a:lnTo>
                <a:lnTo>
                  <a:pt x="730948" y="65798"/>
                </a:lnTo>
                <a:lnTo>
                  <a:pt x="730618" y="78447"/>
                </a:lnTo>
                <a:lnTo>
                  <a:pt x="730567" y="274764"/>
                </a:lnTo>
                <a:lnTo>
                  <a:pt x="762584" y="274764"/>
                </a:lnTo>
                <a:lnTo>
                  <a:pt x="762584" y="36830"/>
                </a:lnTo>
                <a:lnTo>
                  <a:pt x="762584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2603087" y="2501646"/>
            <a:ext cx="1656714" cy="418465"/>
            <a:chOff x="2603087" y="2501646"/>
            <a:chExt cx="1656714" cy="418465"/>
          </a:xfrm>
        </p:grpSpPr>
        <p:sp>
          <p:nvSpPr>
            <p:cNvPr id="24" name="object 24" descr=""/>
            <p:cNvSpPr/>
            <p:nvPr/>
          </p:nvSpPr>
          <p:spPr>
            <a:xfrm>
              <a:off x="2603081" y="2553563"/>
              <a:ext cx="405765" cy="274955"/>
            </a:xfrm>
            <a:custGeom>
              <a:avLst/>
              <a:gdLst/>
              <a:ahLst/>
              <a:cxnLst/>
              <a:rect l="l" t="t" r="r" b="b"/>
              <a:pathLst>
                <a:path w="405764" h="274955">
                  <a:moveTo>
                    <a:pt x="141833" y="244246"/>
                  </a:moveTo>
                  <a:lnTo>
                    <a:pt x="32004" y="244246"/>
                  </a:lnTo>
                  <a:lnTo>
                    <a:pt x="32004" y="406"/>
                  </a:lnTo>
                  <a:lnTo>
                    <a:pt x="0" y="406"/>
                  </a:lnTo>
                  <a:lnTo>
                    <a:pt x="0" y="244246"/>
                  </a:lnTo>
                  <a:lnTo>
                    <a:pt x="0" y="274726"/>
                  </a:lnTo>
                  <a:lnTo>
                    <a:pt x="141833" y="274726"/>
                  </a:lnTo>
                  <a:lnTo>
                    <a:pt x="141833" y="244246"/>
                  </a:lnTo>
                  <a:close/>
                </a:path>
                <a:path w="405764" h="274955">
                  <a:moveTo>
                    <a:pt x="405676" y="132676"/>
                  </a:moveTo>
                  <a:lnTo>
                    <a:pt x="399821" y="84899"/>
                  </a:lnTo>
                  <a:lnTo>
                    <a:pt x="382320" y="47752"/>
                  </a:lnTo>
                  <a:lnTo>
                    <a:pt x="372046" y="38379"/>
                  </a:lnTo>
                  <a:lnTo>
                    <a:pt x="372046" y="134200"/>
                  </a:lnTo>
                  <a:lnTo>
                    <a:pt x="370065" y="159080"/>
                  </a:lnTo>
                  <a:lnTo>
                    <a:pt x="354685" y="200291"/>
                  </a:lnTo>
                  <a:lnTo>
                    <a:pt x="325259" y="228600"/>
                  </a:lnTo>
                  <a:lnTo>
                    <a:pt x="283489" y="242316"/>
                  </a:lnTo>
                  <a:lnTo>
                    <a:pt x="257746" y="244030"/>
                  </a:lnTo>
                  <a:lnTo>
                    <a:pt x="216509" y="244030"/>
                  </a:lnTo>
                  <a:lnTo>
                    <a:pt x="216509" y="28956"/>
                  </a:lnTo>
                  <a:lnTo>
                    <a:pt x="259270" y="28956"/>
                  </a:lnTo>
                  <a:lnTo>
                    <a:pt x="308394" y="35534"/>
                  </a:lnTo>
                  <a:lnTo>
                    <a:pt x="343662" y="55257"/>
                  </a:lnTo>
                  <a:lnTo>
                    <a:pt x="364921" y="88150"/>
                  </a:lnTo>
                  <a:lnTo>
                    <a:pt x="372046" y="134200"/>
                  </a:lnTo>
                  <a:lnTo>
                    <a:pt x="372046" y="38379"/>
                  </a:lnTo>
                  <a:lnTo>
                    <a:pt x="361734" y="28956"/>
                  </a:lnTo>
                  <a:lnTo>
                    <a:pt x="353263" y="21221"/>
                  </a:lnTo>
                  <a:lnTo>
                    <a:pt x="312724" y="5308"/>
                  </a:lnTo>
                  <a:lnTo>
                    <a:pt x="260794" y="0"/>
                  </a:lnTo>
                  <a:lnTo>
                    <a:pt x="184505" y="0"/>
                  </a:lnTo>
                  <a:lnTo>
                    <a:pt x="184505" y="274510"/>
                  </a:lnTo>
                  <a:lnTo>
                    <a:pt x="257746" y="274510"/>
                  </a:lnTo>
                  <a:lnTo>
                    <a:pt x="317944" y="264414"/>
                  </a:lnTo>
                  <a:lnTo>
                    <a:pt x="353009" y="244030"/>
                  </a:lnTo>
                  <a:lnTo>
                    <a:pt x="382485" y="213982"/>
                  </a:lnTo>
                  <a:lnTo>
                    <a:pt x="403098" y="163017"/>
                  </a:lnTo>
                  <a:lnTo>
                    <a:pt x="405676" y="13267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5332" y="2626709"/>
              <a:ext cx="192119" cy="20593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274110" y="2501645"/>
              <a:ext cx="985519" cy="418465"/>
            </a:xfrm>
            <a:custGeom>
              <a:avLst/>
              <a:gdLst/>
              <a:ahLst/>
              <a:cxnLst/>
              <a:rect l="l" t="t" r="r" b="b"/>
              <a:pathLst>
                <a:path w="985520" h="418464">
                  <a:moveTo>
                    <a:pt x="179933" y="129641"/>
                  </a:moveTo>
                  <a:lnTo>
                    <a:pt x="149453" y="129641"/>
                  </a:lnTo>
                  <a:lnTo>
                    <a:pt x="149453" y="157162"/>
                  </a:lnTo>
                  <a:lnTo>
                    <a:pt x="149453" y="208978"/>
                  </a:lnTo>
                  <a:lnTo>
                    <a:pt x="149453" y="237934"/>
                  </a:lnTo>
                  <a:lnTo>
                    <a:pt x="148336" y="251383"/>
                  </a:lnTo>
                  <a:lnTo>
                    <a:pt x="123825" y="293281"/>
                  </a:lnTo>
                  <a:lnTo>
                    <a:pt x="89916" y="303568"/>
                  </a:lnTo>
                  <a:lnTo>
                    <a:pt x="77038" y="302399"/>
                  </a:lnTo>
                  <a:lnTo>
                    <a:pt x="41008" y="273519"/>
                  </a:lnTo>
                  <a:lnTo>
                    <a:pt x="32004" y="231838"/>
                  </a:lnTo>
                  <a:lnTo>
                    <a:pt x="33134" y="213766"/>
                  </a:lnTo>
                  <a:lnTo>
                    <a:pt x="48768" y="172402"/>
                  </a:lnTo>
                  <a:lnTo>
                    <a:pt x="94488" y="151066"/>
                  </a:lnTo>
                  <a:lnTo>
                    <a:pt x="105600" y="152196"/>
                  </a:lnTo>
                  <a:lnTo>
                    <a:pt x="139814" y="177050"/>
                  </a:lnTo>
                  <a:lnTo>
                    <a:pt x="149453" y="208978"/>
                  </a:lnTo>
                  <a:lnTo>
                    <a:pt x="149453" y="157162"/>
                  </a:lnTo>
                  <a:lnTo>
                    <a:pt x="147929" y="157162"/>
                  </a:lnTo>
                  <a:lnTo>
                    <a:pt x="143344" y="151066"/>
                  </a:lnTo>
                  <a:lnTo>
                    <a:pt x="137363" y="143116"/>
                  </a:lnTo>
                  <a:lnTo>
                    <a:pt x="124066" y="133083"/>
                  </a:lnTo>
                  <a:lnTo>
                    <a:pt x="108204" y="127076"/>
                  </a:lnTo>
                  <a:lnTo>
                    <a:pt x="89916" y="125069"/>
                  </a:lnTo>
                  <a:lnTo>
                    <a:pt x="70256" y="127025"/>
                  </a:lnTo>
                  <a:lnTo>
                    <a:pt x="24384" y="154114"/>
                  </a:lnTo>
                  <a:lnTo>
                    <a:pt x="5905" y="189357"/>
                  </a:lnTo>
                  <a:lnTo>
                    <a:pt x="0" y="234886"/>
                  </a:lnTo>
                  <a:lnTo>
                    <a:pt x="1435" y="255524"/>
                  </a:lnTo>
                  <a:lnTo>
                    <a:pt x="22860" y="303568"/>
                  </a:lnTo>
                  <a:lnTo>
                    <a:pt x="63373" y="329285"/>
                  </a:lnTo>
                  <a:lnTo>
                    <a:pt x="80772" y="331000"/>
                  </a:lnTo>
                  <a:lnTo>
                    <a:pt x="102196" y="328472"/>
                  </a:lnTo>
                  <a:lnTo>
                    <a:pt x="120637" y="321094"/>
                  </a:lnTo>
                  <a:lnTo>
                    <a:pt x="135940" y="309143"/>
                  </a:lnTo>
                  <a:lnTo>
                    <a:pt x="140055" y="303568"/>
                  </a:lnTo>
                  <a:lnTo>
                    <a:pt x="147929" y="292900"/>
                  </a:lnTo>
                  <a:lnTo>
                    <a:pt x="149453" y="292900"/>
                  </a:lnTo>
                  <a:lnTo>
                    <a:pt x="149453" y="314236"/>
                  </a:lnTo>
                  <a:lnTo>
                    <a:pt x="144881" y="348056"/>
                  </a:lnTo>
                  <a:lnTo>
                    <a:pt x="131152" y="371856"/>
                  </a:lnTo>
                  <a:lnTo>
                    <a:pt x="108267" y="385914"/>
                  </a:lnTo>
                  <a:lnTo>
                    <a:pt x="76200" y="390537"/>
                  </a:lnTo>
                  <a:lnTo>
                    <a:pt x="61087" y="389394"/>
                  </a:lnTo>
                  <a:lnTo>
                    <a:pt x="45529" y="385965"/>
                  </a:lnTo>
                  <a:lnTo>
                    <a:pt x="29705" y="380250"/>
                  </a:lnTo>
                  <a:lnTo>
                    <a:pt x="13716" y="372249"/>
                  </a:lnTo>
                  <a:lnTo>
                    <a:pt x="13716" y="404253"/>
                  </a:lnTo>
                  <a:lnTo>
                    <a:pt x="28003" y="410248"/>
                  </a:lnTo>
                  <a:lnTo>
                    <a:pt x="43434" y="414540"/>
                  </a:lnTo>
                  <a:lnTo>
                    <a:pt x="60007" y="417106"/>
                  </a:lnTo>
                  <a:lnTo>
                    <a:pt x="77724" y="417969"/>
                  </a:lnTo>
                  <a:lnTo>
                    <a:pt x="122669" y="411124"/>
                  </a:lnTo>
                  <a:lnTo>
                    <a:pt x="154584" y="390715"/>
                  </a:lnTo>
                  <a:lnTo>
                    <a:pt x="154686" y="390537"/>
                  </a:lnTo>
                  <a:lnTo>
                    <a:pt x="173621" y="356844"/>
                  </a:lnTo>
                  <a:lnTo>
                    <a:pt x="179933" y="309664"/>
                  </a:lnTo>
                  <a:lnTo>
                    <a:pt x="179933" y="292900"/>
                  </a:lnTo>
                  <a:lnTo>
                    <a:pt x="179933" y="157162"/>
                  </a:lnTo>
                  <a:lnTo>
                    <a:pt x="179933" y="129641"/>
                  </a:lnTo>
                  <a:close/>
                </a:path>
                <a:path w="985520" h="418464">
                  <a:moveTo>
                    <a:pt x="350710" y="74777"/>
                  </a:moveTo>
                  <a:lnTo>
                    <a:pt x="300418" y="74777"/>
                  </a:lnTo>
                  <a:lnTo>
                    <a:pt x="300418" y="1524"/>
                  </a:lnTo>
                  <a:lnTo>
                    <a:pt x="272986" y="1524"/>
                  </a:lnTo>
                  <a:lnTo>
                    <a:pt x="272986" y="74777"/>
                  </a:lnTo>
                  <a:lnTo>
                    <a:pt x="221081" y="74777"/>
                  </a:lnTo>
                  <a:lnTo>
                    <a:pt x="221081" y="102209"/>
                  </a:lnTo>
                  <a:lnTo>
                    <a:pt x="272986" y="102209"/>
                  </a:lnTo>
                  <a:lnTo>
                    <a:pt x="272986" y="192227"/>
                  </a:lnTo>
                  <a:lnTo>
                    <a:pt x="259219" y="194767"/>
                  </a:lnTo>
                  <a:lnTo>
                    <a:pt x="245478" y="197751"/>
                  </a:lnTo>
                  <a:lnTo>
                    <a:pt x="231749" y="201002"/>
                  </a:lnTo>
                  <a:lnTo>
                    <a:pt x="218033" y="204419"/>
                  </a:lnTo>
                  <a:lnTo>
                    <a:pt x="222605" y="237947"/>
                  </a:lnTo>
                  <a:lnTo>
                    <a:pt x="246621" y="230327"/>
                  </a:lnTo>
                  <a:lnTo>
                    <a:pt x="259511" y="226364"/>
                  </a:lnTo>
                  <a:lnTo>
                    <a:pt x="272986" y="222707"/>
                  </a:lnTo>
                  <a:lnTo>
                    <a:pt x="272986" y="324904"/>
                  </a:lnTo>
                  <a:lnTo>
                    <a:pt x="271843" y="332905"/>
                  </a:lnTo>
                  <a:lnTo>
                    <a:pt x="268414" y="338620"/>
                  </a:lnTo>
                  <a:lnTo>
                    <a:pt x="262661" y="342049"/>
                  </a:lnTo>
                  <a:lnTo>
                    <a:pt x="254762" y="343179"/>
                  </a:lnTo>
                  <a:lnTo>
                    <a:pt x="248081" y="343166"/>
                  </a:lnTo>
                  <a:lnTo>
                    <a:pt x="240131" y="343001"/>
                  </a:lnTo>
                  <a:lnTo>
                    <a:pt x="231038" y="342544"/>
                  </a:lnTo>
                  <a:lnTo>
                    <a:pt x="221081" y="341668"/>
                  </a:lnTo>
                  <a:lnTo>
                    <a:pt x="223075" y="348843"/>
                  </a:lnTo>
                  <a:lnTo>
                    <a:pt x="224510" y="356425"/>
                  </a:lnTo>
                  <a:lnTo>
                    <a:pt x="225361" y="364261"/>
                  </a:lnTo>
                  <a:lnTo>
                    <a:pt x="225653" y="372249"/>
                  </a:lnTo>
                  <a:lnTo>
                    <a:pt x="263842" y="372249"/>
                  </a:lnTo>
                  <a:lnTo>
                    <a:pt x="298132" y="347776"/>
                  </a:lnTo>
                  <a:lnTo>
                    <a:pt x="300418" y="329476"/>
                  </a:lnTo>
                  <a:lnTo>
                    <a:pt x="300418" y="222707"/>
                  </a:lnTo>
                  <a:lnTo>
                    <a:pt x="300418" y="213563"/>
                  </a:lnTo>
                  <a:lnTo>
                    <a:pt x="310946" y="211035"/>
                  </a:lnTo>
                  <a:lnTo>
                    <a:pt x="332574" y="205409"/>
                  </a:lnTo>
                  <a:lnTo>
                    <a:pt x="343090" y="202895"/>
                  </a:lnTo>
                  <a:lnTo>
                    <a:pt x="342188" y="195986"/>
                  </a:lnTo>
                  <a:lnTo>
                    <a:pt x="341566" y="188798"/>
                  </a:lnTo>
                  <a:lnTo>
                    <a:pt x="341236" y="184594"/>
                  </a:lnTo>
                  <a:lnTo>
                    <a:pt x="340982" y="181406"/>
                  </a:lnTo>
                  <a:lnTo>
                    <a:pt x="340042" y="172402"/>
                  </a:lnTo>
                  <a:lnTo>
                    <a:pt x="330644" y="175602"/>
                  </a:lnTo>
                  <a:lnTo>
                    <a:pt x="310692" y="181406"/>
                  </a:lnTo>
                  <a:lnTo>
                    <a:pt x="300418" y="184594"/>
                  </a:lnTo>
                  <a:lnTo>
                    <a:pt x="300418" y="102209"/>
                  </a:lnTo>
                  <a:lnTo>
                    <a:pt x="350710" y="102209"/>
                  </a:lnTo>
                  <a:lnTo>
                    <a:pt x="350710" y="74777"/>
                  </a:lnTo>
                  <a:close/>
                </a:path>
                <a:path w="985520" h="418464">
                  <a:moveTo>
                    <a:pt x="570369" y="184594"/>
                  </a:moveTo>
                  <a:lnTo>
                    <a:pt x="541413" y="184594"/>
                  </a:lnTo>
                  <a:lnTo>
                    <a:pt x="541413" y="210515"/>
                  </a:lnTo>
                  <a:lnTo>
                    <a:pt x="541413" y="256324"/>
                  </a:lnTo>
                  <a:lnTo>
                    <a:pt x="541413" y="280708"/>
                  </a:lnTo>
                  <a:lnTo>
                    <a:pt x="541413" y="326428"/>
                  </a:lnTo>
                  <a:lnTo>
                    <a:pt x="397967" y="326428"/>
                  </a:lnTo>
                  <a:lnTo>
                    <a:pt x="397967" y="280708"/>
                  </a:lnTo>
                  <a:lnTo>
                    <a:pt x="541413" y="280708"/>
                  </a:lnTo>
                  <a:lnTo>
                    <a:pt x="541413" y="256324"/>
                  </a:lnTo>
                  <a:lnTo>
                    <a:pt x="397967" y="256324"/>
                  </a:lnTo>
                  <a:lnTo>
                    <a:pt x="397967" y="210515"/>
                  </a:lnTo>
                  <a:lnTo>
                    <a:pt x="541413" y="210515"/>
                  </a:lnTo>
                  <a:lnTo>
                    <a:pt x="541413" y="184594"/>
                  </a:lnTo>
                  <a:lnTo>
                    <a:pt x="369011" y="184594"/>
                  </a:lnTo>
                  <a:lnTo>
                    <a:pt x="369011" y="376821"/>
                  </a:lnTo>
                  <a:lnTo>
                    <a:pt x="397967" y="376821"/>
                  </a:lnTo>
                  <a:lnTo>
                    <a:pt x="397967" y="352437"/>
                  </a:lnTo>
                  <a:lnTo>
                    <a:pt x="541413" y="352437"/>
                  </a:lnTo>
                  <a:lnTo>
                    <a:pt x="541413" y="376821"/>
                  </a:lnTo>
                  <a:lnTo>
                    <a:pt x="570369" y="376821"/>
                  </a:lnTo>
                  <a:lnTo>
                    <a:pt x="570369" y="352437"/>
                  </a:lnTo>
                  <a:lnTo>
                    <a:pt x="570369" y="326428"/>
                  </a:lnTo>
                  <a:lnTo>
                    <a:pt x="570369" y="280708"/>
                  </a:lnTo>
                  <a:lnTo>
                    <a:pt x="570369" y="256324"/>
                  </a:lnTo>
                  <a:lnTo>
                    <a:pt x="570369" y="210515"/>
                  </a:lnTo>
                  <a:lnTo>
                    <a:pt x="570369" y="184594"/>
                  </a:lnTo>
                  <a:close/>
                </a:path>
                <a:path w="985520" h="418464">
                  <a:moveTo>
                    <a:pt x="597801" y="73253"/>
                  </a:moveTo>
                  <a:lnTo>
                    <a:pt x="590054" y="70942"/>
                  </a:lnTo>
                  <a:lnTo>
                    <a:pt x="582752" y="68491"/>
                  </a:lnTo>
                  <a:lnTo>
                    <a:pt x="575716" y="65747"/>
                  </a:lnTo>
                  <a:lnTo>
                    <a:pt x="568845" y="62585"/>
                  </a:lnTo>
                  <a:lnTo>
                    <a:pt x="566788" y="74561"/>
                  </a:lnTo>
                  <a:lnTo>
                    <a:pt x="557479" y="112445"/>
                  </a:lnTo>
                  <a:lnTo>
                    <a:pt x="527596" y="126593"/>
                  </a:lnTo>
                  <a:lnTo>
                    <a:pt x="422440" y="126593"/>
                  </a:lnTo>
                  <a:lnTo>
                    <a:pt x="410425" y="124879"/>
                  </a:lnTo>
                  <a:lnTo>
                    <a:pt x="401815" y="119735"/>
                  </a:lnTo>
                  <a:lnTo>
                    <a:pt x="396646" y="111163"/>
                  </a:lnTo>
                  <a:lnTo>
                    <a:pt x="394919" y="99161"/>
                  </a:lnTo>
                  <a:lnTo>
                    <a:pt x="394919" y="85445"/>
                  </a:lnTo>
                  <a:lnTo>
                    <a:pt x="450684" y="74891"/>
                  </a:lnTo>
                  <a:lnTo>
                    <a:pt x="501307" y="63919"/>
                  </a:lnTo>
                  <a:lnTo>
                    <a:pt x="518998" y="59537"/>
                  </a:lnTo>
                  <a:lnTo>
                    <a:pt x="546785" y="52654"/>
                  </a:lnTo>
                  <a:lnTo>
                    <a:pt x="587133" y="41249"/>
                  </a:lnTo>
                  <a:lnTo>
                    <a:pt x="576465" y="15240"/>
                  </a:lnTo>
                  <a:lnTo>
                    <a:pt x="530923" y="28168"/>
                  </a:lnTo>
                  <a:lnTo>
                    <a:pt x="485686" y="39674"/>
                  </a:lnTo>
                  <a:lnTo>
                    <a:pt x="440448" y="50050"/>
                  </a:lnTo>
                  <a:lnTo>
                    <a:pt x="394919" y="59537"/>
                  </a:lnTo>
                  <a:lnTo>
                    <a:pt x="394919" y="0"/>
                  </a:lnTo>
                  <a:lnTo>
                    <a:pt x="365950" y="0"/>
                  </a:lnTo>
                  <a:lnTo>
                    <a:pt x="365950" y="100685"/>
                  </a:lnTo>
                  <a:lnTo>
                    <a:pt x="368833" y="123583"/>
                  </a:lnTo>
                  <a:lnTo>
                    <a:pt x="377583" y="139788"/>
                  </a:lnTo>
                  <a:lnTo>
                    <a:pt x="392353" y="149415"/>
                  </a:lnTo>
                  <a:lnTo>
                    <a:pt x="413296" y="152590"/>
                  </a:lnTo>
                  <a:lnTo>
                    <a:pt x="533692" y="152590"/>
                  </a:lnTo>
                  <a:lnTo>
                    <a:pt x="554316" y="150063"/>
                  </a:lnTo>
                  <a:lnTo>
                    <a:pt x="570357" y="142646"/>
                  </a:lnTo>
                  <a:lnTo>
                    <a:pt x="581787" y="130657"/>
                  </a:lnTo>
                  <a:lnTo>
                    <a:pt x="583501" y="126593"/>
                  </a:lnTo>
                  <a:lnTo>
                    <a:pt x="588657" y="114401"/>
                  </a:lnTo>
                  <a:lnTo>
                    <a:pt x="590943" y="105829"/>
                  </a:lnTo>
                  <a:lnTo>
                    <a:pt x="593229" y="96113"/>
                  </a:lnTo>
                  <a:lnTo>
                    <a:pt x="595464" y="85445"/>
                  </a:lnTo>
                  <a:lnTo>
                    <a:pt x="597801" y="73253"/>
                  </a:lnTo>
                  <a:close/>
                </a:path>
                <a:path w="985520" h="418464">
                  <a:moveTo>
                    <a:pt x="779246" y="186131"/>
                  </a:moveTo>
                  <a:lnTo>
                    <a:pt x="770978" y="175602"/>
                  </a:lnTo>
                  <a:lnTo>
                    <a:pt x="762292" y="164795"/>
                  </a:lnTo>
                  <a:lnTo>
                    <a:pt x="753313" y="153974"/>
                  </a:lnTo>
                  <a:lnTo>
                    <a:pt x="744194" y="143459"/>
                  </a:lnTo>
                  <a:lnTo>
                    <a:pt x="721334" y="158699"/>
                  </a:lnTo>
                  <a:lnTo>
                    <a:pt x="730211" y="169240"/>
                  </a:lnTo>
                  <a:lnTo>
                    <a:pt x="738670" y="180225"/>
                  </a:lnTo>
                  <a:lnTo>
                    <a:pt x="746836" y="191477"/>
                  </a:lnTo>
                  <a:lnTo>
                    <a:pt x="754862" y="202895"/>
                  </a:lnTo>
                  <a:lnTo>
                    <a:pt x="779246" y="186131"/>
                  </a:lnTo>
                  <a:close/>
                </a:path>
                <a:path w="985520" h="418464">
                  <a:moveTo>
                    <a:pt x="918032" y="270040"/>
                  </a:moveTo>
                  <a:lnTo>
                    <a:pt x="815924" y="270040"/>
                  </a:lnTo>
                  <a:lnTo>
                    <a:pt x="815924" y="228803"/>
                  </a:lnTo>
                  <a:lnTo>
                    <a:pt x="905840" y="228803"/>
                  </a:lnTo>
                  <a:lnTo>
                    <a:pt x="905840" y="202895"/>
                  </a:lnTo>
                  <a:lnTo>
                    <a:pt x="847928" y="202895"/>
                  </a:lnTo>
                  <a:lnTo>
                    <a:pt x="855306" y="193192"/>
                  </a:lnTo>
                  <a:lnTo>
                    <a:pt x="863549" y="182511"/>
                  </a:lnTo>
                  <a:lnTo>
                    <a:pt x="872350" y="170954"/>
                  </a:lnTo>
                  <a:lnTo>
                    <a:pt x="881456" y="158699"/>
                  </a:lnTo>
                  <a:lnTo>
                    <a:pt x="852500" y="143459"/>
                  </a:lnTo>
                  <a:lnTo>
                    <a:pt x="843356" y="159169"/>
                  </a:lnTo>
                  <a:lnTo>
                    <a:pt x="834212" y="174320"/>
                  </a:lnTo>
                  <a:lnTo>
                    <a:pt x="825068" y="188887"/>
                  </a:lnTo>
                  <a:lnTo>
                    <a:pt x="815924" y="202895"/>
                  </a:lnTo>
                  <a:lnTo>
                    <a:pt x="754862" y="202895"/>
                  </a:lnTo>
                  <a:lnTo>
                    <a:pt x="695426" y="202895"/>
                  </a:lnTo>
                  <a:lnTo>
                    <a:pt x="695426" y="228803"/>
                  </a:lnTo>
                  <a:lnTo>
                    <a:pt x="786866" y="228803"/>
                  </a:lnTo>
                  <a:lnTo>
                    <a:pt x="786866" y="270040"/>
                  </a:lnTo>
                  <a:lnTo>
                    <a:pt x="683234" y="270040"/>
                  </a:lnTo>
                  <a:lnTo>
                    <a:pt x="683234" y="295948"/>
                  </a:lnTo>
                  <a:lnTo>
                    <a:pt x="786866" y="295948"/>
                  </a:lnTo>
                  <a:lnTo>
                    <a:pt x="786866" y="369201"/>
                  </a:lnTo>
                  <a:lnTo>
                    <a:pt x="815924" y="369201"/>
                  </a:lnTo>
                  <a:lnTo>
                    <a:pt x="815924" y="295948"/>
                  </a:lnTo>
                  <a:lnTo>
                    <a:pt x="918032" y="295948"/>
                  </a:lnTo>
                  <a:lnTo>
                    <a:pt x="918032" y="270040"/>
                  </a:lnTo>
                  <a:close/>
                </a:path>
                <a:path w="985520" h="418464">
                  <a:moveTo>
                    <a:pt x="985177" y="47345"/>
                  </a:moveTo>
                  <a:lnTo>
                    <a:pt x="817448" y="47345"/>
                  </a:lnTo>
                  <a:lnTo>
                    <a:pt x="817448" y="4572"/>
                  </a:lnTo>
                  <a:lnTo>
                    <a:pt x="785342" y="4572"/>
                  </a:lnTo>
                  <a:lnTo>
                    <a:pt x="785342" y="47345"/>
                  </a:lnTo>
                  <a:lnTo>
                    <a:pt x="614565" y="47345"/>
                  </a:lnTo>
                  <a:lnTo>
                    <a:pt x="614565" y="74777"/>
                  </a:lnTo>
                  <a:lnTo>
                    <a:pt x="785342" y="74777"/>
                  </a:lnTo>
                  <a:lnTo>
                    <a:pt x="785342" y="112877"/>
                  </a:lnTo>
                  <a:lnTo>
                    <a:pt x="638949" y="112877"/>
                  </a:lnTo>
                  <a:lnTo>
                    <a:pt x="638949" y="376821"/>
                  </a:lnTo>
                  <a:lnTo>
                    <a:pt x="669429" y="376821"/>
                  </a:lnTo>
                  <a:lnTo>
                    <a:pt x="669429" y="140411"/>
                  </a:lnTo>
                  <a:lnTo>
                    <a:pt x="933272" y="140411"/>
                  </a:lnTo>
                  <a:lnTo>
                    <a:pt x="933272" y="323380"/>
                  </a:lnTo>
                  <a:lnTo>
                    <a:pt x="931811" y="332498"/>
                  </a:lnTo>
                  <a:lnTo>
                    <a:pt x="927366" y="339191"/>
                  </a:lnTo>
                  <a:lnTo>
                    <a:pt x="919759" y="343306"/>
                  </a:lnTo>
                  <a:lnTo>
                    <a:pt x="909040" y="344703"/>
                  </a:lnTo>
                  <a:lnTo>
                    <a:pt x="897470" y="344690"/>
                  </a:lnTo>
                  <a:lnTo>
                    <a:pt x="883932" y="344525"/>
                  </a:lnTo>
                  <a:lnTo>
                    <a:pt x="868375" y="344068"/>
                  </a:lnTo>
                  <a:lnTo>
                    <a:pt x="850976" y="343192"/>
                  </a:lnTo>
                  <a:lnTo>
                    <a:pt x="853262" y="359092"/>
                  </a:lnTo>
                  <a:lnTo>
                    <a:pt x="890981" y="375107"/>
                  </a:lnTo>
                  <a:lnTo>
                    <a:pt x="919556" y="375297"/>
                  </a:lnTo>
                  <a:lnTo>
                    <a:pt x="938682" y="372427"/>
                  </a:lnTo>
                  <a:lnTo>
                    <a:pt x="952550" y="363855"/>
                  </a:lnTo>
                  <a:lnTo>
                    <a:pt x="960996" y="349529"/>
                  </a:lnTo>
                  <a:lnTo>
                    <a:pt x="961682" y="344716"/>
                  </a:lnTo>
                  <a:lnTo>
                    <a:pt x="963841" y="329476"/>
                  </a:lnTo>
                  <a:lnTo>
                    <a:pt x="963841" y="140411"/>
                  </a:lnTo>
                  <a:lnTo>
                    <a:pt x="963841" y="112877"/>
                  </a:lnTo>
                  <a:lnTo>
                    <a:pt x="817448" y="112877"/>
                  </a:lnTo>
                  <a:lnTo>
                    <a:pt x="817448" y="74777"/>
                  </a:lnTo>
                  <a:lnTo>
                    <a:pt x="985177" y="74777"/>
                  </a:lnTo>
                  <a:lnTo>
                    <a:pt x="985177" y="473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1601" y="2617565"/>
            <a:ext cx="164687" cy="186118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4789932" y="2555017"/>
            <a:ext cx="32384" cy="119380"/>
          </a:xfrm>
          <a:custGeom>
            <a:avLst/>
            <a:gdLst/>
            <a:ahLst/>
            <a:cxnLst/>
            <a:rect l="l" t="t" r="r" b="b"/>
            <a:pathLst>
              <a:path w="32385" h="119380">
                <a:moveTo>
                  <a:pt x="0" y="0"/>
                </a:moveTo>
                <a:lnTo>
                  <a:pt x="32003" y="0"/>
                </a:lnTo>
                <a:lnTo>
                  <a:pt x="32003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789932" y="2553309"/>
            <a:ext cx="761365" cy="274955"/>
          </a:xfrm>
          <a:custGeom>
            <a:avLst/>
            <a:gdLst/>
            <a:ahLst/>
            <a:cxnLst/>
            <a:rect l="l" t="t" r="r" b="b"/>
            <a:pathLst>
              <a:path w="761364" h="274955">
                <a:moveTo>
                  <a:pt x="205930" y="1714"/>
                </a:moveTo>
                <a:lnTo>
                  <a:pt x="173824" y="1714"/>
                </a:lnTo>
                <a:lnTo>
                  <a:pt x="173824" y="121094"/>
                </a:lnTo>
                <a:lnTo>
                  <a:pt x="0" y="121094"/>
                </a:lnTo>
                <a:lnTo>
                  <a:pt x="0" y="149034"/>
                </a:lnTo>
                <a:lnTo>
                  <a:pt x="0" y="274764"/>
                </a:lnTo>
                <a:lnTo>
                  <a:pt x="32004" y="274764"/>
                </a:lnTo>
                <a:lnTo>
                  <a:pt x="32004" y="149034"/>
                </a:lnTo>
                <a:lnTo>
                  <a:pt x="173824" y="149034"/>
                </a:lnTo>
                <a:lnTo>
                  <a:pt x="173824" y="274764"/>
                </a:lnTo>
                <a:lnTo>
                  <a:pt x="205930" y="274764"/>
                </a:lnTo>
                <a:lnTo>
                  <a:pt x="205930" y="149034"/>
                </a:lnTo>
                <a:lnTo>
                  <a:pt x="205930" y="121094"/>
                </a:lnTo>
                <a:lnTo>
                  <a:pt x="205930" y="1714"/>
                </a:lnTo>
                <a:close/>
              </a:path>
              <a:path w="761364" h="274955">
                <a:moveTo>
                  <a:pt x="440817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9463" y="29210"/>
                </a:lnTo>
                <a:lnTo>
                  <a:pt x="329463" y="274320"/>
                </a:lnTo>
                <a:lnTo>
                  <a:pt x="361467" y="274320"/>
                </a:lnTo>
                <a:lnTo>
                  <a:pt x="361467" y="29210"/>
                </a:lnTo>
                <a:lnTo>
                  <a:pt x="440817" y="29210"/>
                </a:lnTo>
                <a:lnTo>
                  <a:pt x="440817" y="0"/>
                </a:lnTo>
                <a:close/>
              </a:path>
              <a:path w="761364" h="274955">
                <a:moveTo>
                  <a:pt x="761047" y="254"/>
                </a:moveTo>
                <a:lnTo>
                  <a:pt x="721410" y="254"/>
                </a:lnTo>
                <a:lnTo>
                  <a:pt x="635977" y="190842"/>
                </a:lnTo>
                <a:lnTo>
                  <a:pt x="633399" y="197218"/>
                </a:lnTo>
                <a:lnTo>
                  <a:pt x="626541" y="213880"/>
                </a:lnTo>
                <a:lnTo>
                  <a:pt x="622261" y="224472"/>
                </a:lnTo>
                <a:lnTo>
                  <a:pt x="620737" y="224472"/>
                </a:lnTo>
                <a:lnTo>
                  <a:pt x="619048" y="218160"/>
                </a:lnTo>
                <a:lnTo>
                  <a:pt x="616356" y="210553"/>
                </a:lnTo>
                <a:lnTo>
                  <a:pt x="612813" y="201498"/>
                </a:lnTo>
                <a:lnTo>
                  <a:pt x="608545" y="190842"/>
                </a:lnTo>
                <a:lnTo>
                  <a:pt x="540740" y="36830"/>
                </a:lnTo>
                <a:lnTo>
                  <a:pt x="524624" y="254"/>
                </a:lnTo>
                <a:lnTo>
                  <a:pt x="481952" y="254"/>
                </a:lnTo>
                <a:lnTo>
                  <a:pt x="481952" y="274764"/>
                </a:lnTo>
                <a:lnTo>
                  <a:pt x="512432" y="274764"/>
                </a:lnTo>
                <a:lnTo>
                  <a:pt x="512330" y="65798"/>
                </a:lnTo>
                <a:lnTo>
                  <a:pt x="512241" y="58369"/>
                </a:lnTo>
                <a:lnTo>
                  <a:pt x="511797" y="46240"/>
                </a:lnTo>
                <a:lnTo>
                  <a:pt x="510908" y="36830"/>
                </a:lnTo>
                <a:lnTo>
                  <a:pt x="512432" y="36830"/>
                </a:lnTo>
                <a:lnTo>
                  <a:pt x="514692" y="45377"/>
                </a:lnTo>
                <a:lnTo>
                  <a:pt x="516763" y="52641"/>
                </a:lnTo>
                <a:lnTo>
                  <a:pt x="518439" y="58369"/>
                </a:lnTo>
                <a:lnTo>
                  <a:pt x="520052" y="64262"/>
                </a:lnTo>
                <a:lnTo>
                  <a:pt x="614641" y="274764"/>
                </a:lnTo>
                <a:lnTo>
                  <a:pt x="629881" y="274764"/>
                </a:lnTo>
                <a:lnTo>
                  <a:pt x="651954" y="224472"/>
                </a:lnTo>
                <a:lnTo>
                  <a:pt x="722934" y="62738"/>
                </a:lnTo>
                <a:lnTo>
                  <a:pt x="725220" y="58470"/>
                </a:lnTo>
                <a:lnTo>
                  <a:pt x="727506" y="52641"/>
                </a:lnTo>
                <a:lnTo>
                  <a:pt x="729792" y="45402"/>
                </a:lnTo>
                <a:lnTo>
                  <a:pt x="732078" y="36830"/>
                </a:lnTo>
                <a:lnTo>
                  <a:pt x="729983" y="65798"/>
                </a:lnTo>
                <a:lnTo>
                  <a:pt x="729297" y="78447"/>
                </a:lnTo>
                <a:lnTo>
                  <a:pt x="729030" y="90258"/>
                </a:lnTo>
                <a:lnTo>
                  <a:pt x="729030" y="274764"/>
                </a:lnTo>
                <a:lnTo>
                  <a:pt x="761047" y="274764"/>
                </a:lnTo>
                <a:lnTo>
                  <a:pt x="761047" y="36830"/>
                </a:lnTo>
                <a:lnTo>
                  <a:pt x="761047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624220" y="2497073"/>
            <a:ext cx="1703705" cy="383540"/>
          </a:xfrm>
          <a:custGeom>
            <a:avLst/>
            <a:gdLst/>
            <a:ahLst/>
            <a:cxnLst/>
            <a:rect l="l" t="t" r="r" b="b"/>
            <a:pathLst>
              <a:path w="1703704" h="383539">
                <a:moveTo>
                  <a:pt x="141833" y="300736"/>
                </a:moveTo>
                <a:lnTo>
                  <a:pt x="32004" y="300736"/>
                </a:lnTo>
                <a:lnTo>
                  <a:pt x="32004" y="56896"/>
                </a:lnTo>
                <a:lnTo>
                  <a:pt x="0" y="56896"/>
                </a:lnTo>
                <a:lnTo>
                  <a:pt x="0" y="300736"/>
                </a:lnTo>
                <a:lnTo>
                  <a:pt x="0" y="331216"/>
                </a:lnTo>
                <a:lnTo>
                  <a:pt x="141833" y="331216"/>
                </a:lnTo>
                <a:lnTo>
                  <a:pt x="141833" y="300736"/>
                </a:lnTo>
                <a:close/>
              </a:path>
              <a:path w="1703704" h="383539">
                <a:moveTo>
                  <a:pt x="431584" y="248704"/>
                </a:moveTo>
                <a:lnTo>
                  <a:pt x="404050" y="248704"/>
                </a:lnTo>
                <a:lnTo>
                  <a:pt x="404050" y="273088"/>
                </a:lnTo>
                <a:lnTo>
                  <a:pt x="404050" y="305092"/>
                </a:lnTo>
                <a:lnTo>
                  <a:pt x="286702" y="305092"/>
                </a:lnTo>
                <a:lnTo>
                  <a:pt x="286702" y="273088"/>
                </a:lnTo>
                <a:lnTo>
                  <a:pt x="404050" y="273088"/>
                </a:lnTo>
                <a:lnTo>
                  <a:pt x="404050" y="248704"/>
                </a:lnTo>
                <a:lnTo>
                  <a:pt x="259181" y="248704"/>
                </a:lnTo>
                <a:lnTo>
                  <a:pt x="259181" y="344716"/>
                </a:lnTo>
                <a:lnTo>
                  <a:pt x="286702" y="344716"/>
                </a:lnTo>
                <a:lnTo>
                  <a:pt x="286702" y="327952"/>
                </a:lnTo>
                <a:lnTo>
                  <a:pt x="431584" y="327952"/>
                </a:lnTo>
                <a:lnTo>
                  <a:pt x="431584" y="305092"/>
                </a:lnTo>
                <a:lnTo>
                  <a:pt x="431584" y="273088"/>
                </a:lnTo>
                <a:lnTo>
                  <a:pt x="431584" y="248704"/>
                </a:lnTo>
                <a:close/>
              </a:path>
              <a:path w="1703704" h="383539">
                <a:moveTo>
                  <a:pt x="469684" y="90017"/>
                </a:moveTo>
                <a:lnTo>
                  <a:pt x="440728" y="90017"/>
                </a:lnTo>
                <a:lnTo>
                  <a:pt x="440728" y="114401"/>
                </a:lnTo>
                <a:lnTo>
                  <a:pt x="440728" y="148031"/>
                </a:lnTo>
                <a:lnTo>
                  <a:pt x="250037" y="148031"/>
                </a:lnTo>
                <a:lnTo>
                  <a:pt x="250037" y="114401"/>
                </a:lnTo>
                <a:lnTo>
                  <a:pt x="440728" y="114401"/>
                </a:lnTo>
                <a:lnTo>
                  <a:pt x="440728" y="90017"/>
                </a:lnTo>
                <a:lnTo>
                  <a:pt x="221081" y="90017"/>
                </a:lnTo>
                <a:lnTo>
                  <a:pt x="221081" y="183083"/>
                </a:lnTo>
                <a:lnTo>
                  <a:pt x="250037" y="183083"/>
                </a:lnTo>
                <a:lnTo>
                  <a:pt x="250037" y="170891"/>
                </a:lnTo>
                <a:lnTo>
                  <a:pt x="440728" y="170891"/>
                </a:lnTo>
                <a:lnTo>
                  <a:pt x="440728" y="183083"/>
                </a:lnTo>
                <a:lnTo>
                  <a:pt x="469684" y="183083"/>
                </a:lnTo>
                <a:lnTo>
                  <a:pt x="469684" y="170891"/>
                </a:lnTo>
                <a:lnTo>
                  <a:pt x="469684" y="148031"/>
                </a:lnTo>
                <a:lnTo>
                  <a:pt x="469684" y="114401"/>
                </a:lnTo>
                <a:lnTo>
                  <a:pt x="469684" y="90017"/>
                </a:lnTo>
                <a:close/>
              </a:path>
              <a:path w="1703704" h="383539">
                <a:moveTo>
                  <a:pt x="512356" y="198323"/>
                </a:moveTo>
                <a:lnTo>
                  <a:pt x="178396" y="198323"/>
                </a:lnTo>
                <a:lnTo>
                  <a:pt x="178396" y="378345"/>
                </a:lnTo>
                <a:lnTo>
                  <a:pt x="207352" y="378345"/>
                </a:lnTo>
                <a:lnTo>
                  <a:pt x="207352" y="222707"/>
                </a:lnTo>
                <a:lnTo>
                  <a:pt x="483400" y="222707"/>
                </a:lnTo>
                <a:lnTo>
                  <a:pt x="483400" y="324904"/>
                </a:lnTo>
                <a:lnTo>
                  <a:pt x="481965" y="334911"/>
                </a:lnTo>
                <a:lnTo>
                  <a:pt x="477685" y="342049"/>
                </a:lnTo>
                <a:lnTo>
                  <a:pt x="470535" y="346341"/>
                </a:lnTo>
                <a:lnTo>
                  <a:pt x="460540" y="347764"/>
                </a:lnTo>
                <a:lnTo>
                  <a:pt x="450240" y="347497"/>
                </a:lnTo>
                <a:lnTo>
                  <a:pt x="437667" y="346811"/>
                </a:lnTo>
                <a:lnTo>
                  <a:pt x="405574" y="344716"/>
                </a:lnTo>
                <a:lnTo>
                  <a:pt x="407657" y="353390"/>
                </a:lnTo>
                <a:lnTo>
                  <a:pt x="409282" y="361188"/>
                </a:lnTo>
                <a:lnTo>
                  <a:pt x="410603" y="368388"/>
                </a:lnTo>
                <a:lnTo>
                  <a:pt x="411772" y="375297"/>
                </a:lnTo>
                <a:lnTo>
                  <a:pt x="427215" y="375526"/>
                </a:lnTo>
                <a:lnTo>
                  <a:pt x="455269" y="376580"/>
                </a:lnTo>
                <a:lnTo>
                  <a:pt x="468160" y="376821"/>
                </a:lnTo>
                <a:lnTo>
                  <a:pt x="487273" y="373722"/>
                </a:lnTo>
                <a:lnTo>
                  <a:pt x="501116" y="364617"/>
                </a:lnTo>
                <a:lnTo>
                  <a:pt x="509511" y="349770"/>
                </a:lnTo>
                <a:lnTo>
                  <a:pt x="509790" y="347764"/>
                </a:lnTo>
                <a:lnTo>
                  <a:pt x="512356" y="329476"/>
                </a:lnTo>
                <a:lnTo>
                  <a:pt x="512356" y="222707"/>
                </a:lnTo>
                <a:lnTo>
                  <a:pt x="512356" y="198323"/>
                </a:lnTo>
                <a:close/>
              </a:path>
              <a:path w="1703704" h="383539">
                <a:moveTo>
                  <a:pt x="532168" y="39624"/>
                </a:moveTo>
                <a:lnTo>
                  <a:pt x="364426" y="39624"/>
                </a:lnTo>
                <a:lnTo>
                  <a:pt x="359587" y="29362"/>
                </a:lnTo>
                <a:lnTo>
                  <a:pt x="354330" y="19240"/>
                </a:lnTo>
                <a:lnTo>
                  <a:pt x="348780" y="9410"/>
                </a:lnTo>
                <a:lnTo>
                  <a:pt x="343090" y="0"/>
                </a:lnTo>
                <a:lnTo>
                  <a:pt x="315658" y="10668"/>
                </a:lnTo>
                <a:lnTo>
                  <a:pt x="319112" y="17551"/>
                </a:lnTo>
                <a:lnTo>
                  <a:pt x="322707" y="24574"/>
                </a:lnTo>
                <a:lnTo>
                  <a:pt x="326593" y="31889"/>
                </a:lnTo>
                <a:lnTo>
                  <a:pt x="330898" y="39624"/>
                </a:lnTo>
                <a:lnTo>
                  <a:pt x="155536" y="39624"/>
                </a:lnTo>
                <a:lnTo>
                  <a:pt x="155536" y="65633"/>
                </a:lnTo>
                <a:lnTo>
                  <a:pt x="532168" y="65633"/>
                </a:lnTo>
                <a:lnTo>
                  <a:pt x="532168" y="39624"/>
                </a:lnTo>
                <a:close/>
              </a:path>
              <a:path w="1703704" h="383539">
                <a:moveTo>
                  <a:pt x="670941" y="297472"/>
                </a:moveTo>
                <a:lnTo>
                  <a:pt x="670864" y="289661"/>
                </a:lnTo>
                <a:lnTo>
                  <a:pt x="670750" y="285089"/>
                </a:lnTo>
                <a:lnTo>
                  <a:pt x="670293" y="278396"/>
                </a:lnTo>
                <a:lnTo>
                  <a:pt x="669417" y="271564"/>
                </a:lnTo>
                <a:lnTo>
                  <a:pt x="638556" y="280428"/>
                </a:lnTo>
                <a:lnTo>
                  <a:pt x="607695" y="288709"/>
                </a:lnTo>
                <a:lnTo>
                  <a:pt x="576834" y="296430"/>
                </a:lnTo>
                <a:lnTo>
                  <a:pt x="545973" y="303568"/>
                </a:lnTo>
                <a:lnTo>
                  <a:pt x="556641" y="331000"/>
                </a:lnTo>
                <a:lnTo>
                  <a:pt x="582637" y="322973"/>
                </a:lnTo>
                <a:lnTo>
                  <a:pt x="670941" y="297472"/>
                </a:lnTo>
                <a:close/>
              </a:path>
              <a:path w="1703704" h="383539">
                <a:moveTo>
                  <a:pt x="686269" y="85445"/>
                </a:moveTo>
                <a:lnTo>
                  <a:pt x="658749" y="73253"/>
                </a:lnTo>
                <a:lnTo>
                  <a:pt x="651014" y="86448"/>
                </a:lnTo>
                <a:lnTo>
                  <a:pt x="643699" y="98780"/>
                </a:lnTo>
                <a:lnTo>
                  <a:pt x="629793" y="122021"/>
                </a:lnTo>
                <a:lnTo>
                  <a:pt x="616597" y="122923"/>
                </a:lnTo>
                <a:lnTo>
                  <a:pt x="592505" y="124167"/>
                </a:lnTo>
                <a:lnTo>
                  <a:pt x="581025" y="125069"/>
                </a:lnTo>
                <a:lnTo>
                  <a:pt x="596455" y="102158"/>
                </a:lnTo>
                <a:lnTo>
                  <a:pt x="613029" y="76669"/>
                </a:lnTo>
                <a:lnTo>
                  <a:pt x="630745" y="48310"/>
                </a:lnTo>
                <a:lnTo>
                  <a:pt x="649605" y="16764"/>
                </a:lnTo>
                <a:lnTo>
                  <a:pt x="620649" y="4572"/>
                </a:lnTo>
                <a:lnTo>
                  <a:pt x="600646" y="44691"/>
                </a:lnTo>
                <a:lnTo>
                  <a:pt x="581787" y="78193"/>
                </a:lnTo>
                <a:lnTo>
                  <a:pt x="564070" y="105397"/>
                </a:lnTo>
                <a:lnTo>
                  <a:pt x="547497" y="126593"/>
                </a:lnTo>
                <a:lnTo>
                  <a:pt x="555117" y="151066"/>
                </a:lnTo>
                <a:lnTo>
                  <a:pt x="570191" y="149047"/>
                </a:lnTo>
                <a:lnTo>
                  <a:pt x="585406" y="147447"/>
                </a:lnTo>
                <a:lnTo>
                  <a:pt x="614553" y="144970"/>
                </a:lnTo>
                <a:lnTo>
                  <a:pt x="598246" y="169265"/>
                </a:lnTo>
                <a:lnTo>
                  <a:pt x="583501" y="189560"/>
                </a:lnTo>
                <a:lnTo>
                  <a:pt x="570191" y="205841"/>
                </a:lnTo>
                <a:lnTo>
                  <a:pt x="558165" y="218135"/>
                </a:lnTo>
                <a:lnTo>
                  <a:pt x="564261" y="245567"/>
                </a:lnTo>
                <a:lnTo>
                  <a:pt x="589140" y="241223"/>
                </a:lnTo>
                <a:lnTo>
                  <a:pt x="615886" y="237185"/>
                </a:lnTo>
                <a:lnTo>
                  <a:pt x="675513" y="228803"/>
                </a:lnTo>
                <a:lnTo>
                  <a:pt x="675513" y="221183"/>
                </a:lnTo>
                <a:lnTo>
                  <a:pt x="677037" y="213563"/>
                </a:lnTo>
                <a:lnTo>
                  <a:pt x="678561" y="204419"/>
                </a:lnTo>
                <a:lnTo>
                  <a:pt x="658012" y="207556"/>
                </a:lnTo>
                <a:lnTo>
                  <a:pt x="637603" y="210134"/>
                </a:lnTo>
                <a:lnTo>
                  <a:pt x="617486" y="212128"/>
                </a:lnTo>
                <a:lnTo>
                  <a:pt x="597789" y="213563"/>
                </a:lnTo>
                <a:lnTo>
                  <a:pt x="614603" y="190754"/>
                </a:lnTo>
                <a:lnTo>
                  <a:pt x="635139" y="161505"/>
                </a:lnTo>
                <a:lnTo>
                  <a:pt x="646379" y="144970"/>
                </a:lnTo>
                <a:lnTo>
                  <a:pt x="659117" y="126250"/>
                </a:lnTo>
                <a:lnTo>
                  <a:pt x="659904" y="125069"/>
                </a:lnTo>
                <a:lnTo>
                  <a:pt x="686269" y="85445"/>
                </a:lnTo>
                <a:close/>
              </a:path>
              <a:path w="1703704" h="383539">
                <a:moveTo>
                  <a:pt x="927163" y="347764"/>
                </a:moveTo>
                <a:lnTo>
                  <a:pt x="901115" y="333451"/>
                </a:lnTo>
                <a:lnTo>
                  <a:pt x="877633" y="317855"/>
                </a:lnTo>
                <a:lnTo>
                  <a:pt x="865543" y="308140"/>
                </a:lnTo>
                <a:lnTo>
                  <a:pt x="856437" y="300824"/>
                </a:lnTo>
                <a:lnTo>
                  <a:pt x="837247" y="282232"/>
                </a:lnTo>
                <a:lnTo>
                  <a:pt x="852258" y="259372"/>
                </a:lnTo>
                <a:lnTo>
                  <a:pt x="854684" y="255689"/>
                </a:lnTo>
                <a:lnTo>
                  <a:pt x="870394" y="226555"/>
                </a:lnTo>
                <a:lnTo>
                  <a:pt x="884402" y="195135"/>
                </a:lnTo>
                <a:lnTo>
                  <a:pt x="896683" y="161734"/>
                </a:lnTo>
                <a:lnTo>
                  <a:pt x="896683" y="134213"/>
                </a:lnTo>
                <a:lnTo>
                  <a:pt x="864679" y="134213"/>
                </a:lnTo>
                <a:lnTo>
                  <a:pt x="864679" y="160210"/>
                </a:lnTo>
                <a:lnTo>
                  <a:pt x="855560" y="187058"/>
                </a:lnTo>
                <a:lnTo>
                  <a:pt x="844283" y="212610"/>
                </a:lnTo>
                <a:lnTo>
                  <a:pt x="830986" y="236766"/>
                </a:lnTo>
                <a:lnTo>
                  <a:pt x="815822" y="259372"/>
                </a:lnTo>
                <a:lnTo>
                  <a:pt x="794956" y="229933"/>
                </a:lnTo>
                <a:lnTo>
                  <a:pt x="775817" y="194513"/>
                </a:lnTo>
                <a:lnTo>
                  <a:pt x="767740" y="175450"/>
                </a:lnTo>
                <a:lnTo>
                  <a:pt x="758380" y="153365"/>
                </a:lnTo>
                <a:lnTo>
                  <a:pt x="742670" y="106781"/>
                </a:lnTo>
                <a:lnTo>
                  <a:pt x="742670" y="54965"/>
                </a:lnTo>
                <a:lnTo>
                  <a:pt x="838771" y="54965"/>
                </a:lnTo>
                <a:lnTo>
                  <a:pt x="802106" y="132689"/>
                </a:lnTo>
                <a:lnTo>
                  <a:pt x="802106" y="160210"/>
                </a:lnTo>
                <a:lnTo>
                  <a:pt x="864679" y="160210"/>
                </a:lnTo>
                <a:lnTo>
                  <a:pt x="864679" y="134213"/>
                </a:lnTo>
                <a:lnTo>
                  <a:pt x="832675" y="134213"/>
                </a:lnTo>
                <a:lnTo>
                  <a:pt x="870775" y="56489"/>
                </a:lnTo>
                <a:lnTo>
                  <a:pt x="870775" y="27432"/>
                </a:lnTo>
                <a:lnTo>
                  <a:pt x="680085" y="27432"/>
                </a:lnTo>
                <a:lnTo>
                  <a:pt x="680085" y="54965"/>
                </a:lnTo>
                <a:lnTo>
                  <a:pt x="713701" y="54965"/>
                </a:lnTo>
                <a:lnTo>
                  <a:pt x="713066" y="116420"/>
                </a:lnTo>
                <a:lnTo>
                  <a:pt x="710844" y="168173"/>
                </a:lnTo>
                <a:lnTo>
                  <a:pt x="706640" y="210134"/>
                </a:lnTo>
                <a:lnTo>
                  <a:pt x="690854" y="273735"/>
                </a:lnTo>
                <a:lnTo>
                  <a:pt x="659409" y="331584"/>
                </a:lnTo>
                <a:lnTo>
                  <a:pt x="637413" y="358533"/>
                </a:lnTo>
                <a:lnTo>
                  <a:pt x="643153" y="362508"/>
                </a:lnTo>
                <a:lnTo>
                  <a:pt x="649033" y="367487"/>
                </a:lnTo>
                <a:lnTo>
                  <a:pt x="655205" y="373316"/>
                </a:lnTo>
                <a:lnTo>
                  <a:pt x="661797" y="379869"/>
                </a:lnTo>
                <a:lnTo>
                  <a:pt x="693496" y="337820"/>
                </a:lnTo>
                <a:lnTo>
                  <a:pt x="717321" y="289661"/>
                </a:lnTo>
                <a:lnTo>
                  <a:pt x="732828" y="235496"/>
                </a:lnTo>
                <a:lnTo>
                  <a:pt x="739622" y="175450"/>
                </a:lnTo>
                <a:lnTo>
                  <a:pt x="751636" y="206095"/>
                </a:lnTo>
                <a:lnTo>
                  <a:pt x="764959" y="234175"/>
                </a:lnTo>
                <a:lnTo>
                  <a:pt x="779691" y="259981"/>
                </a:lnTo>
                <a:lnTo>
                  <a:pt x="796010" y="283756"/>
                </a:lnTo>
                <a:lnTo>
                  <a:pt x="775690" y="304622"/>
                </a:lnTo>
                <a:lnTo>
                  <a:pt x="753529" y="323773"/>
                </a:lnTo>
                <a:lnTo>
                  <a:pt x="729348" y="341236"/>
                </a:lnTo>
                <a:lnTo>
                  <a:pt x="703033" y="357009"/>
                </a:lnTo>
                <a:lnTo>
                  <a:pt x="707872" y="362762"/>
                </a:lnTo>
                <a:lnTo>
                  <a:pt x="713130" y="368820"/>
                </a:lnTo>
                <a:lnTo>
                  <a:pt x="718680" y="375437"/>
                </a:lnTo>
                <a:lnTo>
                  <a:pt x="724369" y="382917"/>
                </a:lnTo>
                <a:lnTo>
                  <a:pt x="749808" y="366941"/>
                </a:lnTo>
                <a:lnTo>
                  <a:pt x="773531" y="348957"/>
                </a:lnTo>
                <a:lnTo>
                  <a:pt x="795528" y="329247"/>
                </a:lnTo>
                <a:lnTo>
                  <a:pt x="815822" y="308140"/>
                </a:lnTo>
                <a:lnTo>
                  <a:pt x="834136" y="326161"/>
                </a:lnTo>
                <a:lnTo>
                  <a:pt x="854570" y="343623"/>
                </a:lnTo>
                <a:lnTo>
                  <a:pt x="876985" y="360514"/>
                </a:lnTo>
                <a:lnTo>
                  <a:pt x="901255" y="376821"/>
                </a:lnTo>
                <a:lnTo>
                  <a:pt x="908088" y="368223"/>
                </a:lnTo>
                <a:lnTo>
                  <a:pt x="914781" y="360616"/>
                </a:lnTo>
                <a:lnTo>
                  <a:pt x="921181" y="353847"/>
                </a:lnTo>
                <a:lnTo>
                  <a:pt x="927163" y="347764"/>
                </a:lnTo>
                <a:close/>
              </a:path>
              <a:path w="1703704" h="383539">
                <a:moveTo>
                  <a:pt x="1068984" y="79349"/>
                </a:moveTo>
                <a:lnTo>
                  <a:pt x="1020216" y="79349"/>
                </a:lnTo>
                <a:lnTo>
                  <a:pt x="1020216" y="6096"/>
                </a:lnTo>
                <a:lnTo>
                  <a:pt x="991260" y="6096"/>
                </a:lnTo>
                <a:lnTo>
                  <a:pt x="991260" y="79349"/>
                </a:lnTo>
                <a:lnTo>
                  <a:pt x="939355" y="79349"/>
                </a:lnTo>
                <a:lnTo>
                  <a:pt x="939355" y="106781"/>
                </a:lnTo>
                <a:lnTo>
                  <a:pt x="991260" y="106781"/>
                </a:lnTo>
                <a:lnTo>
                  <a:pt x="991260" y="196799"/>
                </a:lnTo>
                <a:lnTo>
                  <a:pt x="977531" y="199339"/>
                </a:lnTo>
                <a:lnTo>
                  <a:pt x="963790" y="202323"/>
                </a:lnTo>
                <a:lnTo>
                  <a:pt x="950036" y="205574"/>
                </a:lnTo>
                <a:lnTo>
                  <a:pt x="936307" y="208991"/>
                </a:lnTo>
                <a:lnTo>
                  <a:pt x="940879" y="242519"/>
                </a:lnTo>
                <a:lnTo>
                  <a:pt x="964933" y="234899"/>
                </a:lnTo>
                <a:lnTo>
                  <a:pt x="977823" y="230936"/>
                </a:lnTo>
                <a:lnTo>
                  <a:pt x="991260" y="227279"/>
                </a:lnTo>
                <a:lnTo>
                  <a:pt x="991260" y="329476"/>
                </a:lnTo>
                <a:lnTo>
                  <a:pt x="990117" y="337477"/>
                </a:lnTo>
                <a:lnTo>
                  <a:pt x="986688" y="343192"/>
                </a:lnTo>
                <a:lnTo>
                  <a:pt x="980973" y="346621"/>
                </a:lnTo>
                <a:lnTo>
                  <a:pt x="973124" y="347751"/>
                </a:lnTo>
                <a:lnTo>
                  <a:pt x="966444" y="347738"/>
                </a:lnTo>
                <a:lnTo>
                  <a:pt x="958456" y="347573"/>
                </a:lnTo>
                <a:lnTo>
                  <a:pt x="949325" y="347116"/>
                </a:lnTo>
                <a:lnTo>
                  <a:pt x="939355" y="346240"/>
                </a:lnTo>
                <a:lnTo>
                  <a:pt x="941349" y="353415"/>
                </a:lnTo>
                <a:lnTo>
                  <a:pt x="942784" y="360997"/>
                </a:lnTo>
                <a:lnTo>
                  <a:pt x="943635" y="368833"/>
                </a:lnTo>
                <a:lnTo>
                  <a:pt x="943927" y="376821"/>
                </a:lnTo>
                <a:lnTo>
                  <a:pt x="982116" y="376821"/>
                </a:lnTo>
                <a:lnTo>
                  <a:pt x="998359" y="374002"/>
                </a:lnTo>
                <a:lnTo>
                  <a:pt x="1010310" y="365760"/>
                </a:lnTo>
                <a:lnTo>
                  <a:pt x="1017701" y="352348"/>
                </a:lnTo>
                <a:lnTo>
                  <a:pt x="1018324" y="347764"/>
                </a:lnTo>
                <a:lnTo>
                  <a:pt x="1020216" y="334048"/>
                </a:lnTo>
                <a:lnTo>
                  <a:pt x="1020216" y="227279"/>
                </a:lnTo>
                <a:lnTo>
                  <a:pt x="1020216" y="218135"/>
                </a:lnTo>
                <a:lnTo>
                  <a:pt x="1050874" y="209981"/>
                </a:lnTo>
                <a:lnTo>
                  <a:pt x="1061364" y="207467"/>
                </a:lnTo>
                <a:lnTo>
                  <a:pt x="1060462" y="200558"/>
                </a:lnTo>
                <a:lnTo>
                  <a:pt x="1059840" y="193370"/>
                </a:lnTo>
                <a:lnTo>
                  <a:pt x="1059510" y="189166"/>
                </a:lnTo>
                <a:lnTo>
                  <a:pt x="1059256" y="185978"/>
                </a:lnTo>
                <a:lnTo>
                  <a:pt x="1058316" y="176974"/>
                </a:lnTo>
                <a:lnTo>
                  <a:pt x="1048943" y="180174"/>
                </a:lnTo>
                <a:lnTo>
                  <a:pt x="1029601" y="185978"/>
                </a:lnTo>
                <a:lnTo>
                  <a:pt x="1020216" y="189166"/>
                </a:lnTo>
                <a:lnTo>
                  <a:pt x="1020216" y="106781"/>
                </a:lnTo>
                <a:lnTo>
                  <a:pt x="1068984" y="106781"/>
                </a:lnTo>
                <a:lnTo>
                  <a:pt x="1068984" y="79349"/>
                </a:lnTo>
                <a:close/>
              </a:path>
              <a:path w="1703704" h="383539">
                <a:moveTo>
                  <a:pt x="1290167" y="189166"/>
                </a:moveTo>
                <a:lnTo>
                  <a:pt x="1259687" y="189166"/>
                </a:lnTo>
                <a:lnTo>
                  <a:pt x="1259687" y="215087"/>
                </a:lnTo>
                <a:lnTo>
                  <a:pt x="1259687" y="260896"/>
                </a:lnTo>
                <a:lnTo>
                  <a:pt x="1259687" y="285280"/>
                </a:lnTo>
                <a:lnTo>
                  <a:pt x="1259687" y="331000"/>
                </a:lnTo>
                <a:lnTo>
                  <a:pt x="1116330" y="331000"/>
                </a:lnTo>
                <a:lnTo>
                  <a:pt x="1116330" y="285280"/>
                </a:lnTo>
                <a:lnTo>
                  <a:pt x="1259687" y="285280"/>
                </a:lnTo>
                <a:lnTo>
                  <a:pt x="1259687" y="260896"/>
                </a:lnTo>
                <a:lnTo>
                  <a:pt x="1116330" y="260896"/>
                </a:lnTo>
                <a:lnTo>
                  <a:pt x="1116330" y="215087"/>
                </a:lnTo>
                <a:lnTo>
                  <a:pt x="1259687" y="215087"/>
                </a:lnTo>
                <a:lnTo>
                  <a:pt x="1259687" y="189166"/>
                </a:lnTo>
                <a:lnTo>
                  <a:pt x="1087285" y="189166"/>
                </a:lnTo>
                <a:lnTo>
                  <a:pt x="1087285" y="381393"/>
                </a:lnTo>
                <a:lnTo>
                  <a:pt x="1116330" y="381393"/>
                </a:lnTo>
                <a:lnTo>
                  <a:pt x="1116330" y="357009"/>
                </a:lnTo>
                <a:lnTo>
                  <a:pt x="1259687" y="357009"/>
                </a:lnTo>
                <a:lnTo>
                  <a:pt x="1259687" y="381393"/>
                </a:lnTo>
                <a:lnTo>
                  <a:pt x="1290167" y="381393"/>
                </a:lnTo>
                <a:lnTo>
                  <a:pt x="1290167" y="357009"/>
                </a:lnTo>
                <a:lnTo>
                  <a:pt x="1290167" y="331000"/>
                </a:lnTo>
                <a:lnTo>
                  <a:pt x="1290167" y="285280"/>
                </a:lnTo>
                <a:lnTo>
                  <a:pt x="1290167" y="260896"/>
                </a:lnTo>
                <a:lnTo>
                  <a:pt x="1290167" y="215087"/>
                </a:lnTo>
                <a:lnTo>
                  <a:pt x="1290167" y="189166"/>
                </a:lnTo>
                <a:close/>
              </a:path>
              <a:path w="1703704" h="383539">
                <a:moveTo>
                  <a:pt x="1316075" y="77825"/>
                </a:moveTo>
                <a:lnTo>
                  <a:pt x="1308328" y="75514"/>
                </a:lnTo>
                <a:lnTo>
                  <a:pt x="1301026" y="73063"/>
                </a:lnTo>
                <a:lnTo>
                  <a:pt x="1293990" y="70319"/>
                </a:lnTo>
                <a:lnTo>
                  <a:pt x="1287119" y="67157"/>
                </a:lnTo>
                <a:lnTo>
                  <a:pt x="1285062" y="79133"/>
                </a:lnTo>
                <a:lnTo>
                  <a:pt x="1275753" y="117017"/>
                </a:lnTo>
                <a:lnTo>
                  <a:pt x="1245971" y="131165"/>
                </a:lnTo>
                <a:lnTo>
                  <a:pt x="1140714" y="131165"/>
                </a:lnTo>
                <a:lnTo>
                  <a:pt x="1128712" y="129451"/>
                </a:lnTo>
                <a:lnTo>
                  <a:pt x="1120140" y="124307"/>
                </a:lnTo>
                <a:lnTo>
                  <a:pt x="1114996" y="115735"/>
                </a:lnTo>
                <a:lnTo>
                  <a:pt x="1113282" y="103733"/>
                </a:lnTo>
                <a:lnTo>
                  <a:pt x="1113282" y="90017"/>
                </a:lnTo>
                <a:lnTo>
                  <a:pt x="1169022" y="79463"/>
                </a:lnTo>
                <a:lnTo>
                  <a:pt x="1219631" y="68491"/>
                </a:lnTo>
                <a:lnTo>
                  <a:pt x="1237310" y="64109"/>
                </a:lnTo>
                <a:lnTo>
                  <a:pt x="1265097" y="57226"/>
                </a:lnTo>
                <a:lnTo>
                  <a:pt x="1305407" y="45821"/>
                </a:lnTo>
                <a:lnTo>
                  <a:pt x="1294739" y="19812"/>
                </a:lnTo>
                <a:lnTo>
                  <a:pt x="1249197" y="32740"/>
                </a:lnTo>
                <a:lnTo>
                  <a:pt x="1203972" y="44246"/>
                </a:lnTo>
                <a:lnTo>
                  <a:pt x="1158760" y="54622"/>
                </a:lnTo>
                <a:lnTo>
                  <a:pt x="1113282" y="64109"/>
                </a:lnTo>
                <a:lnTo>
                  <a:pt x="1113282" y="4572"/>
                </a:lnTo>
                <a:lnTo>
                  <a:pt x="1084224" y="4572"/>
                </a:lnTo>
                <a:lnTo>
                  <a:pt x="1084224" y="105257"/>
                </a:lnTo>
                <a:lnTo>
                  <a:pt x="1087145" y="128155"/>
                </a:lnTo>
                <a:lnTo>
                  <a:pt x="1096086" y="144360"/>
                </a:lnTo>
                <a:lnTo>
                  <a:pt x="1111313" y="153987"/>
                </a:lnTo>
                <a:lnTo>
                  <a:pt x="1133094" y="157162"/>
                </a:lnTo>
                <a:lnTo>
                  <a:pt x="1252067" y="157162"/>
                </a:lnTo>
                <a:lnTo>
                  <a:pt x="1272641" y="154635"/>
                </a:lnTo>
                <a:lnTo>
                  <a:pt x="1288643" y="147218"/>
                </a:lnTo>
                <a:lnTo>
                  <a:pt x="1300073" y="135229"/>
                </a:lnTo>
                <a:lnTo>
                  <a:pt x="1301775" y="131165"/>
                </a:lnTo>
                <a:lnTo>
                  <a:pt x="1306931" y="118973"/>
                </a:lnTo>
                <a:lnTo>
                  <a:pt x="1309217" y="110401"/>
                </a:lnTo>
                <a:lnTo>
                  <a:pt x="1311503" y="100685"/>
                </a:lnTo>
                <a:lnTo>
                  <a:pt x="1313738" y="90017"/>
                </a:lnTo>
                <a:lnTo>
                  <a:pt x="1316075" y="77825"/>
                </a:lnTo>
                <a:close/>
              </a:path>
              <a:path w="1703704" h="383539">
                <a:moveTo>
                  <a:pt x="1497520" y="190703"/>
                </a:moveTo>
                <a:lnTo>
                  <a:pt x="1489252" y="180174"/>
                </a:lnTo>
                <a:lnTo>
                  <a:pt x="1480566" y="169367"/>
                </a:lnTo>
                <a:lnTo>
                  <a:pt x="1471587" y="158546"/>
                </a:lnTo>
                <a:lnTo>
                  <a:pt x="1462468" y="148031"/>
                </a:lnTo>
                <a:lnTo>
                  <a:pt x="1439608" y="163271"/>
                </a:lnTo>
                <a:lnTo>
                  <a:pt x="1448485" y="173812"/>
                </a:lnTo>
                <a:lnTo>
                  <a:pt x="1456944" y="184797"/>
                </a:lnTo>
                <a:lnTo>
                  <a:pt x="1465110" y="196049"/>
                </a:lnTo>
                <a:lnTo>
                  <a:pt x="1473136" y="207467"/>
                </a:lnTo>
                <a:lnTo>
                  <a:pt x="1497520" y="190703"/>
                </a:lnTo>
                <a:close/>
              </a:path>
              <a:path w="1703704" h="383539">
                <a:moveTo>
                  <a:pt x="1636306" y="274612"/>
                </a:moveTo>
                <a:lnTo>
                  <a:pt x="1534198" y="274612"/>
                </a:lnTo>
                <a:lnTo>
                  <a:pt x="1534198" y="233375"/>
                </a:lnTo>
                <a:lnTo>
                  <a:pt x="1624114" y="233375"/>
                </a:lnTo>
                <a:lnTo>
                  <a:pt x="1624114" y="207467"/>
                </a:lnTo>
                <a:lnTo>
                  <a:pt x="1566202" y="207467"/>
                </a:lnTo>
                <a:lnTo>
                  <a:pt x="1574215" y="197764"/>
                </a:lnTo>
                <a:lnTo>
                  <a:pt x="1582394" y="187083"/>
                </a:lnTo>
                <a:lnTo>
                  <a:pt x="1590840" y="175526"/>
                </a:lnTo>
                <a:lnTo>
                  <a:pt x="1599730" y="163271"/>
                </a:lnTo>
                <a:lnTo>
                  <a:pt x="1572298" y="148031"/>
                </a:lnTo>
                <a:lnTo>
                  <a:pt x="1562265" y="163741"/>
                </a:lnTo>
                <a:lnTo>
                  <a:pt x="1552676" y="178892"/>
                </a:lnTo>
                <a:lnTo>
                  <a:pt x="1543354" y="193459"/>
                </a:lnTo>
                <a:lnTo>
                  <a:pt x="1534198" y="207467"/>
                </a:lnTo>
                <a:lnTo>
                  <a:pt x="1473136" y="207467"/>
                </a:lnTo>
                <a:lnTo>
                  <a:pt x="1415224" y="207467"/>
                </a:lnTo>
                <a:lnTo>
                  <a:pt x="1415224" y="233375"/>
                </a:lnTo>
                <a:lnTo>
                  <a:pt x="1505140" y="233375"/>
                </a:lnTo>
                <a:lnTo>
                  <a:pt x="1505140" y="274612"/>
                </a:lnTo>
                <a:lnTo>
                  <a:pt x="1401508" y="274612"/>
                </a:lnTo>
                <a:lnTo>
                  <a:pt x="1401508" y="300520"/>
                </a:lnTo>
                <a:lnTo>
                  <a:pt x="1505140" y="300520"/>
                </a:lnTo>
                <a:lnTo>
                  <a:pt x="1505140" y="373773"/>
                </a:lnTo>
                <a:lnTo>
                  <a:pt x="1534198" y="373773"/>
                </a:lnTo>
                <a:lnTo>
                  <a:pt x="1534198" y="300520"/>
                </a:lnTo>
                <a:lnTo>
                  <a:pt x="1636306" y="300520"/>
                </a:lnTo>
                <a:lnTo>
                  <a:pt x="1636306" y="274612"/>
                </a:lnTo>
                <a:close/>
              </a:path>
              <a:path w="1703704" h="383539">
                <a:moveTo>
                  <a:pt x="1703451" y="51917"/>
                </a:moveTo>
                <a:lnTo>
                  <a:pt x="1535722" y="51917"/>
                </a:lnTo>
                <a:lnTo>
                  <a:pt x="1535722" y="9144"/>
                </a:lnTo>
                <a:lnTo>
                  <a:pt x="1503616" y="9144"/>
                </a:lnTo>
                <a:lnTo>
                  <a:pt x="1503616" y="51917"/>
                </a:lnTo>
                <a:lnTo>
                  <a:pt x="1332839" y="51917"/>
                </a:lnTo>
                <a:lnTo>
                  <a:pt x="1332839" y="79349"/>
                </a:lnTo>
                <a:lnTo>
                  <a:pt x="1503616" y="79349"/>
                </a:lnTo>
                <a:lnTo>
                  <a:pt x="1503616" y="117449"/>
                </a:lnTo>
                <a:lnTo>
                  <a:pt x="1357223" y="117449"/>
                </a:lnTo>
                <a:lnTo>
                  <a:pt x="1357223" y="381393"/>
                </a:lnTo>
                <a:lnTo>
                  <a:pt x="1387792" y="381393"/>
                </a:lnTo>
                <a:lnTo>
                  <a:pt x="1387792" y="144983"/>
                </a:lnTo>
                <a:lnTo>
                  <a:pt x="1651546" y="144983"/>
                </a:lnTo>
                <a:lnTo>
                  <a:pt x="1651546" y="327952"/>
                </a:lnTo>
                <a:lnTo>
                  <a:pt x="1650085" y="337070"/>
                </a:lnTo>
                <a:lnTo>
                  <a:pt x="1645640" y="343763"/>
                </a:lnTo>
                <a:lnTo>
                  <a:pt x="1638033" y="347878"/>
                </a:lnTo>
                <a:lnTo>
                  <a:pt x="1627314" y="349275"/>
                </a:lnTo>
                <a:lnTo>
                  <a:pt x="1615744" y="349262"/>
                </a:lnTo>
                <a:lnTo>
                  <a:pt x="1602206" y="349097"/>
                </a:lnTo>
                <a:lnTo>
                  <a:pt x="1586649" y="348640"/>
                </a:lnTo>
                <a:lnTo>
                  <a:pt x="1569250" y="347764"/>
                </a:lnTo>
                <a:lnTo>
                  <a:pt x="1570621" y="355790"/>
                </a:lnTo>
                <a:lnTo>
                  <a:pt x="1572298" y="363664"/>
                </a:lnTo>
                <a:lnTo>
                  <a:pt x="1573961" y="371221"/>
                </a:lnTo>
                <a:lnTo>
                  <a:pt x="1575346" y="378345"/>
                </a:lnTo>
                <a:lnTo>
                  <a:pt x="1593037" y="379222"/>
                </a:lnTo>
                <a:lnTo>
                  <a:pt x="1609445" y="379679"/>
                </a:lnTo>
                <a:lnTo>
                  <a:pt x="1637830" y="379869"/>
                </a:lnTo>
                <a:lnTo>
                  <a:pt x="1656994" y="376999"/>
                </a:lnTo>
                <a:lnTo>
                  <a:pt x="1670862" y="368427"/>
                </a:lnTo>
                <a:lnTo>
                  <a:pt x="1679282" y="354101"/>
                </a:lnTo>
                <a:lnTo>
                  <a:pt x="1679956" y="349288"/>
                </a:lnTo>
                <a:lnTo>
                  <a:pt x="1682115" y="334048"/>
                </a:lnTo>
                <a:lnTo>
                  <a:pt x="1682115" y="144983"/>
                </a:lnTo>
                <a:lnTo>
                  <a:pt x="1682115" y="117449"/>
                </a:lnTo>
                <a:lnTo>
                  <a:pt x="1535722" y="117449"/>
                </a:lnTo>
                <a:lnTo>
                  <a:pt x="1535722" y="79349"/>
                </a:lnTo>
                <a:lnTo>
                  <a:pt x="1703451" y="79349"/>
                </a:lnTo>
                <a:lnTo>
                  <a:pt x="1703451" y="519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99984" y="2617565"/>
            <a:ext cx="164687" cy="186118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7827836" y="2498597"/>
            <a:ext cx="1551305" cy="383540"/>
          </a:xfrm>
          <a:custGeom>
            <a:avLst/>
            <a:gdLst/>
            <a:ahLst/>
            <a:cxnLst/>
            <a:rect l="l" t="t" r="r" b="b"/>
            <a:pathLst>
              <a:path w="1551304" h="383539">
                <a:moveTo>
                  <a:pt x="146494" y="196786"/>
                </a:moveTo>
                <a:lnTo>
                  <a:pt x="136982" y="186715"/>
                </a:lnTo>
                <a:lnTo>
                  <a:pt x="126784" y="176784"/>
                </a:lnTo>
                <a:lnTo>
                  <a:pt x="125349" y="175450"/>
                </a:lnTo>
                <a:lnTo>
                  <a:pt x="123698" y="173926"/>
                </a:lnTo>
                <a:lnTo>
                  <a:pt x="115747" y="166573"/>
                </a:lnTo>
                <a:lnTo>
                  <a:pt x="103720" y="155638"/>
                </a:lnTo>
                <a:lnTo>
                  <a:pt x="86956" y="173926"/>
                </a:lnTo>
                <a:lnTo>
                  <a:pt x="86956" y="170878"/>
                </a:lnTo>
                <a:lnTo>
                  <a:pt x="86956" y="105257"/>
                </a:lnTo>
                <a:lnTo>
                  <a:pt x="138772" y="105257"/>
                </a:lnTo>
                <a:lnTo>
                  <a:pt x="138772" y="79349"/>
                </a:lnTo>
                <a:lnTo>
                  <a:pt x="86956" y="79349"/>
                </a:lnTo>
                <a:lnTo>
                  <a:pt x="86956" y="4572"/>
                </a:lnTo>
                <a:lnTo>
                  <a:pt x="61048" y="4572"/>
                </a:lnTo>
                <a:lnTo>
                  <a:pt x="61048" y="79349"/>
                </a:lnTo>
                <a:lnTo>
                  <a:pt x="1524" y="79349"/>
                </a:lnTo>
                <a:lnTo>
                  <a:pt x="1524" y="105257"/>
                </a:lnTo>
                <a:lnTo>
                  <a:pt x="58000" y="105257"/>
                </a:lnTo>
                <a:lnTo>
                  <a:pt x="48310" y="141097"/>
                </a:lnTo>
                <a:lnTo>
                  <a:pt x="35318" y="175641"/>
                </a:lnTo>
                <a:lnTo>
                  <a:pt x="19164" y="209296"/>
                </a:lnTo>
                <a:lnTo>
                  <a:pt x="0" y="242506"/>
                </a:lnTo>
                <a:lnTo>
                  <a:pt x="3416" y="251447"/>
                </a:lnTo>
                <a:lnTo>
                  <a:pt x="6705" y="259930"/>
                </a:lnTo>
                <a:lnTo>
                  <a:pt x="9652" y="267931"/>
                </a:lnTo>
                <a:lnTo>
                  <a:pt x="12280" y="276136"/>
                </a:lnTo>
                <a:lnTo>
                  <a:pt x="25692" y="254762"/>
                </a:lnTo>
                <a:lnTo>
                  <a:pt x="38379" y="229793"/>
                </a:lnTo>
                <a:lnTo>
                  <a:pt x="50215" y="201688"/>
                </a:lnTo>
                <a:lnTo>
                  <a:pt x="61048" y="170878"/>
                </a:lnTo>
                <a:lnTo>
                  <a:pt x="61048" y="378345"/>
                </a:lnTo>
                <a:lnTo>
                  <a:pt x="86956" y="378345"/>
                </a:lnTo>
                <a:lnTo>
                  <a:pt x="86956" y="175450"/>
                </a:lnTo>
                <a:lnTo>
                  <a:pt x="97218" y="185978"/>
                </a:lnTo>
                <a:lnTo>
                  <a:pt x="107340" y="196786"/>
                </a:lnTo>
                <a:lnTo>
                  <a:pt x="117170" y="207606"/>
                </a:lnTo>
                <a:lnTo>
                  <a:pt x="126580" y="218122"/>
                </a:lnTo>
                <a:lnTo>
                  <a:pt x="146494" y="196786"/>
                </a:lnTo>
                <a:close/>
              </a:path>
              <a:path w="1551304" h="383539">
                <a:moveTo>
                  <a:pt x="202882" y="213550"/>
                </a:moveTo>
                <a:lnTo>
                  <a:pt x="173926" y="202882"/>
                </a:lnTo>
                <a:lnTo>
                  <a:pt x="158813" y="237858"/>
                </a:lnTo>
                <a:lnTo>
                  <a:pt x="143395" y="269646"/>
                </a:lnTo>
                <a:lnTo>
                  <a:pt x="127977" y="298564"/>
                </a:lnTo>
                <a:lnTo>
                  <a:pt x="112864" y="324904"/>
                </a:lnTo>
                <a:lnTo>
                  <a:pt x="120586" y="328333"/>
                </a:lnTo>
                <a:lnTo>
                  <a:pt x="127723" y="331762"/>
                </a:lnTo>
                <a:lnTo>
                  <a:pt x="134302" y="335191"/>
                </a:lnTo>
                <a:lnTo>
                  <a:pt x="140296" y="338620"/>
                </a:lnTo>
                <a:lnTo>
                  <a:pt x="156121" y="310311"/>
                </a:lnTo>
                <a:lnTo>
                  <a:pt x="171627" y="280123"/>
                </a:lnTo>
                <a:lnTo>
                  <a:pt x="187109" y="247929"/>
                </a:lnTo>
                <a:lnTo>
                  <a:pt x="202882" y="213550"/>
                </a:lnTo>
                <a:close/>
              </a:path>
              <a:path w="1551304" h="383539">
                <a:moveTo>
                  <a:pt x="359943" y="27432"/>
                </a:moveTo>
                <a:lnTo>
                  <a:pt x="155638" y="27432"/>
                </a:lnTo>
                <a:lnTo>
                  <a:pt x="155638" y="53441"/>
                </a:lnTo>
                <a:lnTo>
                  <a:pt x="359943" y="53441"/>
                </a:lnTo>
                <a:lnTo>
                  <a:pt x="359943" y="27432"/>
                </a:lnTo>
                <a:close/>
              </a:path>
              <a:path w="1551304" h="383539">
                <a:moveTo>
                  <a:pt x="376707" y="138785"/>
                </a:moveTo>
                <a:lnTo>
                  <a:pt x="138772" y="138785"/>
                </a:lnTo>
                <a:lnTo>
                  <a:pt x="138772" y="166306"/>
                </a:lnTo>
                <a:lnTo>
                  <a:pt x="242506" y="166306"/>
                </a:lnTo>
                <a:lnTo>
                  <a:pt x="242506" y="315760"/>
                </a:lnTo>
                <a:lnTo>
                  <a:pt x="241071" y="328637"/>
                </a:lnTo>
                <a:lnTo>
                  <a:pt x="236791" y="337667"/>
                </a:lnTo>
                <a:lnTo>
                  <a:pt x="229641" y="342976"/>
                </a:lnTo>
                <a:lnTo>
                  <a:pt x="219646" y="344716"/>
                </a:lnTo>
                <a:lnTo>
                  <a:pt x="208800" y="344449"/>
                </a:lnTo>
                <a:lnTo>
                  <a:pt x="196977" y="343763"/>
                </a:lnTo>
                <a:lnTo>
                  <a:pt x="170878" y="341668"/>
                </a:lnTo>
                <a:lnTo>
                  <a:pt x="172897" y="350583"/>
                </a:lnTo>
                <a:lnTo>
                  <a:pt x="174498" y="358902"/>
                </a:lnTo>
                <a:lnTo>
                  <a:pt x="175806" y="366623"/>
                </a:lnTo>
                <a:lnTo>
                  <a:pt x="176974" y="373773"/>
                </a:lnTo>
                <a:lnTo>
                  <a:pt x="227266" y="373773"/>
                </a:lnTo>
                <a:lnTo>
                  <a:pt x="247027" y="370890"/>
                </a:lnTo>
                <a:lnTo>
                  <a:pt x="260794" y="362140"/>
                </a:lnTo>
                <a:lnTo>
                  <a:pt x="268833" y="347370"/>
                </a:lnTo>
                <a:lnTo>
                  <a:pt x="269163" y="344716"/>
                </a:lnTo>
                <a:lnTo>
                  <a:pt x="271462" y="326428"/>
                </a:lnTo>
                <a:lnTo>
                  <a:pt x="271462" y="166306"/>
                </a:lnTo>
                <a:lnTo>
                  <a:pt x="376707" y="166306"/>
                </a:lnTo>
                <a:lnTo>
                  <a:pt x="376707" y="138785"/>
                </a:lnTo>
                <a:close/>
              </a:path>
              <a:path w="1551304" h="383539">
                <a:moveTo>
                  <a:pt x="384327" y="324904"/>
                </a:moveTo>
                <a:lnTo>
                  <a:pt x="371830" y="297497"/>
                </a:lnTo>
                <a:lnTo>
                  <a:pt x="357555" y="268109"/>
                </a:lnTo>
                <a:lnTo>
                  <a:pt x="324891" y="202882"/>
                </a:lnTo>
                <a:lnTo>
                  <a:pt x="297459" y="215074"/>
                </a:lnTo>
                <a:lnTo>
                  <a:pt x="312915" y="246824"/>
                </a:lnTo>
                <a:lnTo>
                  <a:pt x="327367" y="277837"/>
                </a:lnTo>
                <a:lnTo>
                  <a:pt x="340969" y="307975"/>
                </a:lnTo>
                <a:lnTo>
                  <a:pt x="353847" y="337096"/>
                </a:lnTo>
                <a:lnTo>
                  <a:pt x="384327" y="324904"/>
                </a:lnTo>
                <a:close/>
              </a:path>
              <a:path w="1551304" h="383539">
                <a:moveTo>
                  <a:pt x="481965" y="193751"/>
                </a:moveTo>
                <a:lnTo>
                  <a:pt x="474865" y="191173"/>
                </a:lnTo>
                <a:lnTo>
                  <a:pt x="467474" y="188036"/>
                </a:lnTo>
                <a:lnTo>
                  <a:pt x="460095" y="184315"/>
                </a:lnTo>
                <a:lnTo>
                  <a:pt x="452996" y="180035"/>
                </a:lnTo>
                <a:lnTo>
                  <a:pt x="439242" y="222567"/>
                </a:lnTo>
                <a:lnTo>
                  <a:pt x="425335" y="263131"/>
                </a:lnTo>
                <a:lnTo>
                  <a:pt x="411137" y="301409"/>
                </a:lnTo>
                <a:lnTo>
                  <a:pt x="396519" y="337096"/>
                </a:lnTo>
                <a:lnTo>
                  <a:pt x="428612" y="350913"/>
                </a:lnTo>
                <a:lnTo>
                  <a:pt x="441452" y="311962"/>
                </a:lnTo>
                <a:lnTo>
                  <a:pt x="454710" y="272897"/>
                </a:lnTo>
                <a:lnTo>
                  <a:pt x="481965" y="193751"/>
                </a:lnTo>
                <a:close/>
              </a:path>
              <a:path w="1551304" h="383539">
                <a:moveTo>
                  <a:pt x="483489" y="102209"/>
                </a:moveTo>
                <a:lnTo>
                  <a:pt x="467474" y="81902"/>
                </a:lnTo>
                <a:lnTo>
                  <a:pt x="451472" y="62001"/>
                </a:lnTo>
                <a:lnTo>
                  <a:pt x="419379" y="22860"/>
                </a:lnTo>
                <a:lnTo>
                  <a:pt x="394995" y="42773"/>
                </a:lnTo>
                <a:lnTo>
                  <a:pt x="410984" y="63347"/>
                </a:lnTo>
                <a:lnTo>
                  <a:pt x="426859" y="83921"/>
                </a:lnTo>
                <a:lnTo>
                  <a:pt x="442442" y="104495"/>
                </a:lnTo>
                <a:lnTo>
                  <a:pt x="457568" y="125069"/>
                </a:lnTo>
                <a:lnTo>
                  <a:pt x="467842" y="115925"/>
                </a:lnTo>
                <a:lnTo>
                  <a:pt x="480936" y="104495"/>
                </a:lnTo>
                <a:lnTo>
                  <a:pt x="483489" y="102209"/>
                </a:lnTo>
                <a:close/>
              </a:path>
              <a:path w="1551304" h="383539">
                <a:moveTo>
                  <a:pt x="684745" y="45821"/>
                </a:moveTo>
                <a:lnTo>
                  <a:pt x="675652" y="32626"/>
                </a:lnTo>
                <a:lnTo>
                  <a:pt x="666838" y="20586"/>
                </a:lnTo>
                <a:lnTo>
                  <a:pt x="651217" y="0"/>
                </a:lnTo>
                <a:lnTo>
                  <a:pt x="626833" y="15240"/>
                </a:lnTo>
                <a:lnTo>
                  <a:pt x="633984" y="26098"/>
                </a:lnTo>
                <a:lnTo>
                  <a:pt x="649986" y="50685"/>
                </a:lnTo>
                <a:lnTo>
                  <a:pt x="658837" y="64109"/>
                </a:lnTo>
                <a:lnTo>
                  <a:pt x="684745" y="45821"/>
                </a:lnTo>
                <a:close/>
              </a:path>
              <a:path w="1551304" h="383539">
                <a:moveTo>
                  <a:pt x="770191" y="323380"/>
                </a:moveTo>
                <a:lnTo>
                  <a:pt x="672553" y="323380"/>
                </a:lnTo>
                <a:lnTo>
                  <a:pt x="672553" y="262420"/>
                </a:lnTo>
                <a:lnTo>
                  <a:pt x="756475" y="262420"/>
                </a:lnTo>
                <a:lnTo>
                  <a:pt x="756475" y="234899"/>
                </a:lnTo>
                <a:lnTo>
                  <a:pt x="672553" y="234899"/>
                </a:lnTo>
                <a:lnTo>
                  <a:pt x="672553" y="178511"/>
                </a:lnTo>
                <a:lnTo>
                  <a:pt x="754951" y="178511"/>
                </a:lnTo>
                <a:lnTo>
                  <a:pt x="754951" y="152590"/>
                </a:lnTo>
                <a:lnTo>
                  <a:pt x="672553" y="152590"/>
                </a:lnTo>
                <a:lnTo>
                  <a:pt x="672553" y="94589"/>
                </a:lnTo>
                <a:lnTo>
                  <a:pt x="765619" y="94589"/>
                </a:lnTo>
                <a:lnTo>
                  <a:pt x="765619" y="68681"/>
                </a:lnTo>
                <a:lnTo>
                  <a:pt x="642073" y="68681"/>
                </a:lnTo>
                <a:lnTo>
                  <a:pt x="642073" y="94589"/>
                </a:lnTo>
                <a:lnTo>
                  <a:pt x="642073" y="152590"/>
                </a:lnTo>
                <a:lnTo>
                  <a:pt x="642073" y="178511"/>
                </a:lnTo>
                <a:lnTo>
                  <a:pt x="642073" y="234899"/>
                </a:lnTo>
                <a:lnTo>
                  <a:pt x="642073" y="262420"/>
                </a:lnTo>
                <a:lnTo>
                  <a:pt x="642073" y="323380"/>
                </a:lnTo>
                <a:lnTo>
                  <a:pt x="555117" y="323380"/>
                </a:lnTo>
                <a:lnTo>
                  <a:pt x="555117" y="262420"/>
                </a:lnTo>
                <a:lnTo>
                  <a:pt x="642073" y="262420"/>
                </a:lnTo>
                <a:lnTo>
                  <a:pt x="642073" y="234899"/>
                </a:lnTo>
                <a:lnTo>
                  <a:pt x="555117" y="234899"/>
                </a:lnTo>
                <a:lnTo>
                  <a:pt x="555117" y="178511"/>
                </a:lnTo>
                <a:lnTo>
                  <a:pt x="642073" y="178511"/>
                </a:lnTo>
                <a:lnTo>
                  <a:pt x="642073" y="152590"/>
                </a:lnTo>
                <a:lnTo>
                  <a:pt x="555117" y="152590"/>
                </a:lnTo>
                <a:lnTo>
                  <a:pt x="555117" y="137261"/>
                </a:lnTo>
                <a:lnTo>
                  <a:pt x="555117" y="94589"/>
                </a:lnTo>
                <a:lnTo>
                  <a:pt x="642073" y="94589"/>
                </a:lnTo>
                <a:lnTo>
                  <a:pt x="642073" y="68681"/>
                </a:lnTo>
                <a:lnTo>
                  <a:pt x="564349" y="68681"/>
                </a:lnTo>
                <a:lnTo>
                  <a:pt x="571182" y="54927"/>
                </a:lnTo>
                <a:lnTo>
                  <a:pt x="577875" y="41008"/>
                </a:lnTo>
                <a:lnTo>
                  <a:pt x="584276" y="26809"/>
                </a:lnTo>
                <a:lnTo>
                  <a:pt x="590257" y="12192"/>
                </a:lnTo>
                <a:lnTo>
                  <a:pt x="561301" y="3048"/>
                </a:lnTo>
                <a:lnTo>
                  <a:pt x="543572" y="46278"/>
                </a:lnTo>
                <a:lnTo>
                  <a:pt x="522732" y="86779"/>
                </a:lnTo>
                <a:lnTo>
                  <a:pt x="499059" y="124701"/>
                </a:lnTo>
                <a:lnTo>
                  <a:pt x="472821" y="160210"/>
                </a:lnTo>
                <a:lnTo>
                  <a:pt x="479361" y="165938"/>
                </a:lnTo>
                <a:lnTo>
                  <a:pt x="485190" y="171640"/>
                </a:lnTo>
                <a:lnTo>
                  <a:pt x="490169" y="177368"/>
                </a:lnTo>
                <a:lnTo>
                  <a:pt x="494157" y="183083"/>
                </a:lnTo>
                <a:lnTo>
                  <a:pt x="502145" y="171653"/>
                </a:lnTo>
                <a:lnTo>
                  <a:pt x="526161" y="137261"/>
                </a:lnTo>
                <a:lnTo>
                  <a:pt x="526161" y="379869"/>
                </a:lnTo>
                <a:lnTo>
                  <a:pt x="555117" y="379869"/>
                </a:lnTo>
                <a:lnTo>
                  <a:pt x="555117" y="349288"/>
                </a:lnTo>
                <a:lnTo>
                  <a:pt x="770191" y="349288"/>
                </a:lnTo>
                <a:lnTo>
                  <a:pt x="770191" y="323380"/>
                </a:lnTo>
                <a:close/>
              </a:path>
              <a:path w="1551304" h="383539">
                <a:moveTo>
                  <a:pt x="1149946" y="18288"/>
                </a:moveTo>
                <a:lnTo>
                  <a:pt x="1008126" y="18288"/>
                </a:lnTo>
                <a:lnTo>
                  <a:pt x="1008126" y="44297"/>
                </a:lnTo>
                <a:lnTo>
                  <a:pt x="1008126" y="85445"/>
                </a:lnTo>
                <a:lnTo>
                  <a:pt x="1008126" y="109829"/>
                </a:lnTo>
                <a:lnTo>
                  <a:pt x="1008126" y="160223"/>
                </a:lnTo>
                <a:lnTo>
                  <a:pt x="939444" y="160223"/>
                </a:lnTo>
                <a:lnTo>
                  <a:pt x="939444" y="109829"/>
                </a:lnTo>
                <a:lnTo>
                  <a:pt x="1008126" y="109829"/>
                </a:lnTo>
                <a:lnTo>
                  <a:pt x="1008126" y="85445"/>
                </a:lnTo>
                <a:lnTo>
                  <a:pt x="939444" y="85445"/>
                </a:lnTo>
                <a:lnTo>
                  <a:pt x="939444" y="44297"/>
                </a:lnTo>
                <a:lnTo>
                  <a:pt x="1008126" y="44297"/>
                </a:lnTo>
                <a:lnTo>
                  <a:pt x="1008126" y="18288"/>
                </a:lnTo>
                <a:lnTo>
                  <a:pt x="797610" y="18288"/>
                </a:lnTo>
                <a:lnTo>
                  <a:pt x="797610" y="44297"/>
                </a:lnTo>
                <a:lnTo>
                  <a:pt x="912012" y="44297"/>
                </a:lnTo>
                <a:lnTo>
                  <a:pt x="912012" y="85445"/>
                </a:lnTo>
                <a:lnTo>
                  <a:pt x="912012" y="109829"/>
                </a:lnTo>
                <a:lnTo>
                  <a:pt x="912012" y="160223"/>
                </a:lnTo>
                <a:lnTo>
                  <a:pt x="843432" y="160223"/>
                </a:lnTo>
                <a:lnTo>
                  <a:pt x="843432" y="109829"/>
                </a:lnTo>
                <a:lnTo>
                  <a:pt x="912012" y="109829"/>
                </a:lnTo>
                <a:lnTo>
                  <a:pt x="912012" y="85445"/>
                </a:lnTo>
                <a:lnTo>
                  <a:pt x="815911" y="85445"/>
                </a:lnTo>
                <a:lnTo>
                  <a:pt x="815911" y="199847"/>
                </a:lnTo>
                <a:lnTo>
                  <a:pt x="843432" y="199847"/>
                </a:lnTo>
                <a:lnTo>
                  <a:pt x="843432" y="184607"/>
                </a:lnTo>
                <a:lnTo>
                  <a:pt x="1102614" y="184607"/>
                </a:lnTo>
                <a:lnTo>
                  <a:pt x="1102614" y="199847"/>
                </a:lnTo>
                <a:lnTo>
                  <a:pt x="1131658" y="199847"/>
                </a:lnTo>
                <a:lnTo>
                  <a:pt x="1131658" y="184607"/>
                </a:lnTo>
                <a:lnTo>
                  <a:pt x="1131658" y="160223"/>
                </a:lnTo>
                <a:lnTo>
                  <a:pt x="1131658" y="109829"/>
                </a:lnTo>
                <a:lnTo>
                  <a:pt x="1131658" y="85445"/>
                </a:lnTo>
                <a:lnTo>
                  <a:pt x="1102614" y="85445"/>
                </a:lnTo>
                <a:lnTo>
                  <a:pt x="1102614" y="109829"/>
                </a:lnTo>
                <a:lnTo>
                  <a:pt x="1102614" y="160223"/>
                </a:lnTo>
                <a:lnTo>
                  <a:pt x="1035558" y="160223"/>
                </a:lnTo>
                <a:lnTo>
                  <a:pt x="1035558" y="109829"/>
                </a:lnTo>
                <a:lnTo>
                  <a:pt x="1102614" y="109829"/>
                </a:lnTo>
                <a:lnTo>
                  <a:pt x="1102614" y="85445"/>
                </a:lnTo>
                <a:lnTo>
                  <a:pt x="1035558" y="85445"/>
                </a:lnTo>
                <a:lnTo>
                  <a:pt x="1035558" y="44297"/>
                </a:lnTo>
                <a:lnTo>
                  <a:pt x="1149946" y="44297"/>
                </a:lnTo>
                <a:lnTo>
                  <a:pt x="1149946" y="18288"/>
                </a:lnTo>
                <a:close/>
              </a:path>
              <a:path w="1551304" h="383539">
                <a:moveTo>
                  <a:pt x="1163662" y="222707"/>
                </a:moveTo>
                <a:lnTo>
                  <a:pt x="1038606" y="222707"/>
                </a:lnTo>
                <a:lnTo>
                  <a:pt x="1038606" y="248704"/>
                </a:lnTo>
                <a:lnTo>
                  <a:pt x="1027430" y="264109"/>
                </a:lnTo>
                <a:lnTo>
                  <a:pt x="1014412" y="278231"/>
                </a:lnTo>
                <a:lnTo>
                  <a:pt x="999375" y="290918"/>
                </a:lnTo>
                <a:lnTo>
                  <a:pt x="982218" y="302044"/>
                </a:lnTo>
                <a:lnTo>
                  <a:pt x="915466" y="282752"/>
                </a:lnTo>
                <a:lnTo>
                  <a:pt x="893724" y="276136"/>
                </a:lnTo>
                <a:lnTo>
                  <a:pt x="899198" y="269278"/>
                </a:lnTo>
                <a:lnTo>
                  <a:pt x="909586" y="255562"/>
                </a:lnTo>
                <a:lnTo>
                  <a:pt x="915060" y="248704"/>
                </a:lnTo>
                <a:lnTo>
                  <a:pt x="1038606" y="248704"/>
                </a:lnTo>
                <a:lnTo>
                  <a:pt x="1038606" y="222707"/>
                </a:lnTo>
                <a:lnTo>
                  <a:pt x="933348" y="222707"/>
                </a:lnTo>
                <a:lnTo>
                  <a:pt x="937018" y="216077"/>
                </a:lnTo>
                <a:lnTo>
                  <a:pt x="944918" y="203415"/>
                </a:lnTo>
                <a:lnTo>
                  <a:pt x="948588" y="196799"/>
                </a:lnTo>
                <a:lnTo>
                  <a:pt x="919632" y="186131"/>
                </a:lnTo>
                <a:lnTo>
                  <a:pt x="914793" y="195275"/>
                </a:lnTo>
                <a:lnTo>
                  <a:pt x="909535" y="204419"/>
                </a:lnTo>
                <a:lnTo>
                  <a:pt x="903986" y="213563"/>
                </a:lnTo>
                <a:lnTo>
                  <a:pt x="898296" y="222707"/>
                </a:lnTo>
                <a:lnTo>
                  <a:pt x="783894" y="222707"/>
                </a:lnTo>
                <a:lnTo>
                  <a:pt x="783894" y="248704"/>
                </a:lnTo>
                <a:lnTo>
                  <a:pt x="880008" y="248704"/>
                </a:lnTo>
                <a:lnTo>
                  <a:pt x="873125" y="258965"/>
                </a:lnTo>
                <a:lnTo>
                  <a:pt x="866101" y="269087"/>
                </a:lnTo>
                <a:lnTo>
                  <a:pt x="858786" y="278917"/>
                </a:lnTo>
                <a:lnTo>
                  <a:pt x="851052" y="288328"/>
                </a:lnTo>
                <a:lnTo>
                  <a:pt x="945540" y="320332"/>
                </a:lnTo>
                <a:lnTo>
                  <a:pt x="914704" y="331762"/>
                </a:lnTo>
                <a:lnTo>
                  <a:pt x="879424" y="340918"/>
                </a:lnTo>
                <a:lnTo>
                  <a:pt x="839838" y="347802"/>
                </a:lnTo>
                <a:lnTo>
                  <a:pt x="796086" y="352437"/>
                </a:lnTo>
                <a:lnTo>
                  <a:pt x="799515" y="360197"/>
                </a:lnTo>
                <a:lnTo>
                  <a:pt x="806373" y="375145"/>
                </a:lnTo>
                <a:lnTo>
                  <a:pt x="809802" y="382917"/>
                </a:lnTo>
                <a:lnTo>
                  <a:pt x="861898" y="374650"/>
                </a:lnTo>
                <a:lnTo>
                  <a:pt x="908392" y="363664"/>
                </a:lnTo>
                <a:lnTo>
                  <a:pt x="949464" y="350075"/>
                </a:lnTo>
                <a:lnTo>
                  <a:pt x="985266" y="334048"/>
                </a:lnTo>
                <a:lnTo>
                  <a:pt x="1054798" y="356958"/>
                </a:lnTo>
                <a:lnTo>
                  <a:pt x="1120990" y="379869"/>
                </a:lnTo>
                <a:lnTo>
                  <a:pt x="1137754" y="349288"/>
                </a:lnTo>
                <a:lnTo>
                  <a:pt x="1085596" y="334048"/>
                </a:lnTo>
                <a:lnTo>
                  <a:pt x="1018794" y="314236"/>
                </a:lnTo>
                <a:lnTo>
                  <a:pt x="1049845" y="284327"/>
                </a:lnTo>
                <a:lnTo>
                  <a:pt x="1075182" y="248704"/>
                </a:lnTo>
                <a:lnTo>
                  <a:pt x="1163662" y="248704"/>
                </a:lnTo>
                <a:lnTo>
                  <a:pt x="1163662" y="222707"/>
                </a:lnTo>
                <a:close/>
              </a:path>
              <a:path w="1551304" h="383539">
                <a:moveTo>
                  <a:pt x="1253680" y="294424"/>
                </a:moveTo>
                <a:lnTo>
                  <a:pt x="1226146" y="279184"/>
                </a:lnTo>
                <a:lnTo>
                  <a:pt x="1213573" y="301421"/>
                </a:lnTo>
                <a:lnTo>
                  <a:pt x="1201000" y="322249"/>
                </a:lnTo>
                <a:lnTo>
                  <a:pt x="1188453" y="341337"/>
                </a:lnTo>
                <a:lnTo>
                  <a:pt x="1175854" y="358533"/>
                </a:lnTo>
                <a:lnTo>
                  <a:pt x="1201762" y="376821"/>
                </a:lnTo>
                <a:lnTo>
                  <a:pt x="1213497" y="360514"/>
                </a:lnTo>
                <a:lnTo>
                  <a:pt x="1225943" y="341376"/>
                </a:lnTo>
                <a:lnTo>
                  <a:pt x="1239304" y="319303"/>
                </a:lnTo>
                <a:lnTo>
                  <a:pt x="1253680" y="294424"/>
                </a:lnTo>
                <a:close/>
              </a:path>
              <a:path w="1551304" h="383539">
                <a:moveTo>
                  <a:pt x="1348168" y="360057"/>
                </a:moveTo>
                <a:lnTo>
                  <a:pt x="1341043" y="338569"/>
                </a:lnTo>
                <a:lnTo>
                  <a:pt x="1333500" y="317677"/>
                </a:lnTo>
                <a:lnTo>
                  <a:pt x="1325664" y="297383"/>
                </a:lnTo>
                <a:lnTo>
                  <a:pt x="1317688" y="277660"/>
                </a:lnTo>
                <a:lnTo>
                  <a:pt x="1290256" y="288328"/>
                </a:lnTo>
                <a:lnTo>
                  <a:pt x="1297089" y="308902"/>
                </a:lnTo>
                <a:lnTo>
                  <a:pt x="1303782" y="329488"/>
                </a:lnTo>
                <a:lnTo>
                  <a:pt x="1310182" y="350088"/>
                </a:lnTo>
                <a:lnTo>
                  <a:pt x="1316164" y="370725"/>
                </a:lnTo>
                <a:lnTo>
                  <a:pt x="1348168" y="360057"/>
                </a:lnTo>
                <a:close/>
              </a:path>
              <a:path w="1551304" h="383539">
                <a:moveTo>
                  <a:pt x="1441221" y="353961"/>
                </a:moveTo>
                <a:lnTo>
                  <a:pt x="1434084" y="333616"/>
                </a:lnTo>
                <a:lnTo>
                  <a:pt x="1426362" y="313867"/>
                </a:lnTo>
                <a:lnTo>
                  <a:pt x="1418082" y="294716"/>
                </a:lnTo>
                <a:lnTo>
                  <a:pt x="1409217" y="276136"/>
                </a:lnTo>
                <a:lnTo>
                  <a:pt x="1380172" y="286804"/>
                </a:lnTo>
                <a:lnTo>
                  <a:pt x="1389938" y="308825"/>
                </a:lnTo>
                <a:lnTo>
                  <a:pt x="1398536" y="329298"/>
                </a:lnTo>
                <a:lnTo>
                  <a:pt x="1405978" y="348348"/>
                </a:lnTo>
                <a:lnTo>
                  <a:pt x="1412265" y="366153"/>
                </a:lnTo>
                <a:lnTo>
                  <a:pt x="1441221" y="353961"/>
                </a:lnTo>
                <a:close/>
              </a:path>
              <a:path w="1551304" h="383539">
                <a:moveTo>
                  <a:pt x="1548003" y="47345"/>
                </a:moveTo>
                <a:lnTo>
                  <a:pt x="1377124" y="47345"/>
                </a:lnTo>
                <a:lnTo>
                  <a:pt x="1377124" y="1524"/>
                </a:lnTo>
                <a:lnTo>
                  <a:pt x="1345120" y="1524"/>
                </a:lnTo>
                <a:lnTo>
                  <a:pt x="1345120" y="122021"/>
                </a:lnTo>
                <a:lnTo>
                  <a:pt x="1224622" y="122021"/>
                </a:lnTo>
                <a:lnTo>
                  <a:pt x="1224622" y="268516"/>
                </a:lnTo>
                <a:lnTo>
                  <a:pt x="1255204" y="268516"/>
                </a:lnTo>
                <a:lnTo>
                  <a:pt x="1255204" y="251752"/>
                </a:lnTo>
                <a:lnTo>
                  <a:pt x="1480845" y="251752"/>
                </a:lnTo>
                <a:lnTo>
                  <a:pt x="1480845" y="268516"/>
                </a:lnTo>
                <a:lnTo>
                  <a:pt x="1511325" y="268516"/>
                </a:lnTo>
                <a:lnTo>
                  <a:pt x="1511325" y="251752"/>
                </a:lnTo>
                <a:lnTo>
                  <a:pt x="1511325" y="224231"/>
                </a:lnTo>
                <a:lnTo>
                  <a:pt x="1511325" y="149555"/>
                </a:lnTo>
                <a:lnTo>
                  <a:pt x="1511325" y="122021"/>
                </a:lnTo>
                <a:lnTo>
                  <a:pt x="1480845" y="122021"/>
                </a:lnTo>
                <a:lnTo>
                  <a:pt x="1480845" y="149555"/>
                </a:lnTo>
                <a:lnTo>
                  <a:pt x="1480845" y="224231"/>
                </a:lnTo>
                <a:lnTo>
                  <a:pt x="1255204" y="224231"/>
                </a:lnTo>
                <a:lnTo>
                  <a:pt x="1255204" y="149555"/>
                </a:lnTo>
                <a:lnTo>
                  <a:pt x="1480845" y="149555"/>
                </a:lnTo>
                <a:lnTo>
                  <a:pt x="1480845" y="122021"/>
                </a:lnTo>
                <a:lnTo>
                  <a:pt x="1377124" y="122021"/>
                </a:lnTo>
                <a:lnTo>
                  <a:pt x="1377124" y="74777"/>
                </a:lnTo>
                <a:lnTo>
                  <a:pt x="1548003" y="74777"/>
                </a:lnTo>
                <a:lnTo>
                  <a:pt x="1548003" y="47345"/>
                </a:lnTo>
                <a:close/>
              </a:path>
              <a:path w="1551304" h="383539">
                <a:moveTo>
                  <a:pt x="1551051" y="360057"/>
                </a:moveTo>
                <a:lnTo>
                  <a:pt x="1540383" y="341134"/>
                </a:lnTo>
                <a:lnTo>
                  <a:pt x="1528711" y="321106"/>
                </a:lnTo>
                <a:lnTo>
                  <a:pt x="1515605" y="299948"/>
                </a:lnTo>
                <a:lnTo>
                  <a:pt x="1500657" y="277660"/>
                </a:lnTo>
                <a:lnTo>
                  <a:pt x="1474749" y="291376"/>
                </a:lnTo>
                <a:lnTo>
                  <a:pt x="1487893" y="313715"/>
                </a:lnTo>
                <a:lnTo>
                  <a:pt x="1499895" y="335203"/>
                </a:lnTo>
                <a:lnTo>
                  <a:pt x="1510753" y="356133"/>
                </a:lnTo>
                <a:lnTo>
                  <a:pt x="1520469" y="376821"/>
                </a:lnTo>
                <a:lnTo>
                  <a:pt x="1551051" y="3600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418844" y="3270504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770316" y="3118199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99" y="0"/>
                </a:lnTo>
                <a:lnTo>
                  <a:pt x="3209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770303" y="3117659"/>
            <a:ext cx="762635" cy="274955"/>
          </a:xfrm>
          <a:custGeom>
            <a:avLst/>
            <a:gdLst/>
            <a:ahLst/>
            <a:cxnLst/>
            <a:rect l="l" t="t" r="r" b="b"/>
            <a:pathLst>
              <a:path w="762635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105" y="274866"/>
                </a:lnTo>
                <a:lnTo>
                  <a:pt x="32105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762635" h="274954">
                <a:moveTo>
                  <a:pt x="439293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7952" y="29210"/>
                </a:lnTo>
                <a:lnTo>
                  <a:pt x="327952" y="274320"/>
                </a:lnTo>
                <a:lnTo>
                  <a:pt x="359956" y="274320"/>
                </a:lnTo>
                <a:lnTo>
                  <a:pt x="359956" y="29210"/>
                </a:lnTo>
                <a:lnTo>
                  <a:pt x="439293" y="29210"/>
                </a:lnTo>
                <a:lnTo>
                  <a:pt x="439293" y="0"/>
                </a:lnTo>
                <a:close/>
              </a:path>
              <a:path w="762635" h="274954">
                <a:moveTo>
                  <a:pt x="762584" y="254"/>
                </a:moveTo>
                <a:lnTo>
                  <a:pt x="721423" y="254"/>
                </a:lnTo>
                <a:lnTo>
                  <a:pt x="635990" y="190944"/>
                </a:lnTo>
                <a:lnTo>
                  <a:pt x="633412" y="197256"/>
                </a:lnTo>
                <a:lnTo>
                  <a:pt x="626554" y="213880"/>
                </a:lnTo>
                <a:lnTo>
                  <a:pt x="622274" y="224472"/>
                </a:lnTo>
                <a:lnTo>
                  <a:pt x="617131" y="210756"/>
                </a:lnTo>
                <a:lnTo>
                  <a:pt x="613486" y="202184"/>
                </a:lnTo>
                <a:lnTo>
                  <a:pt x="608558" y="192468"/>
                </a:lnTo>
                <a:lnTo>
                  <a:pt x="540689" y="36830"/>
                </a:lnTo>
                <a:lnTo>
                  <a:pt x="524738" y="254"/>
                </a:lnTo>
                <a:lnTo>
                  <a:pt x="481965" y="254"/>
                </a:lnTo>
                <a:lnTo>
                  <a:pt x="481965" y="274866"/>
                </a:lnTo>
                <a:lnTo>
                  <a:pt x="513969" y="274866"/>
                </a:lnTo>
                <a:lnTo>
                  <a:pt x="513956" y="90271"/>
                </a:lnTo>
                <a:lnTo>
                  <a:pt x="513740" y="74002"/>
                </a:lnTo>
                <a:lnTo>
                  <a:pt x="513270" y="60718"/>
                </a:lnTo>
                <a:lnTo>
                  <a:pt x="512686" y="46964"/>
                </a:lnTo>
                <a:lnTo>
                  <a:pt x="512445" y="36830"/>
                </a:lnTo>
                <a:lnTo>
                  <a:pt x="514756" y="46342"/>
                </a:lnTo>
                <a:lnTo>
                  <a:pt x="517067" y="54254"/>
                </a:lnTo>
                <a:lnTo>
                  <a:pt x="519391" y="60718"/>
                </a:lnTo>
                <a:lnTo>
                  <a:pt x="614654" y="274866"/>
                </a:lnTo>
                <a:lnTo>
                  <a:pt x="629894" y="274866"/>
                </a:lnTo>
                <a:lnTo>
                  <a:pt x="652538" y="224472"/>
                </a:lnTo>
                <a:lnTo>
                  <a:pt x="724471" y="64363"/>
                </a:lnTo>
                <a:lnTo>
                  <a:pt x="725881" y="59220"/>
                </a:lnTo>
                <a:lnTo>
                  <a:pt x="727710" y="52920"/>
                </a:lnTo>
                <a:lnTo>
                  <a:pt x="729830" y="45466"/>
                </a:lnTo>
                <a:lnTo>
                  <a:pt x="732091" y="36830"/>
                </a:lnTo>
                <a:lnTo>
                  <a:pt x="733615" y="36830"/>
                </a:lnTo>
                <a:lnTo>
                  <a:pt x="731862" y="52298"/>
                </a:lnTo>
                <a:lnTo>
                  <a:pt x="730948" y="66446"/>
                </a:lnTo>
                <a:lnTo>
                  <a:pt x="730618" y="79146"/>
                </a:lnTo>
                <a:lnTo>
                  <a:pt x="730567" y="274866"/>
                </a:lnTo>
                <a:lnTo>
                  <a:pt x="762584" y="274866"/>
                </a:lnTo>
                <a:lnTo>
                  <a:pt x="762584" y="36830"/>
                </a:lnTo>
                <a:lnTo>
                  <a:pt x="762584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2603087" y="3066097"/>
            <a:ext cx="1656714" cy="418465"/>
            <a:chOff x="2603087" y="3066097"/>
            <a:chExt cx="1656714" cy="418465"/>
          </a:xfrm>
        </p:grpSpPr>
        <p:sp>
          <p:nvSpPr>
            <p:cNvPr id="37" name="object 37" descr=""/>
            <p:cNvSpPr/>
            <p:nvPr/>
          </p:nvSpPr>
          <p:spPr>
            <a:xfrm>
              <a:off x="2603081" y="3117849"/>
              <a:ext cx="405765" cy="274955"/>
            </a:xfrm>
            <a:custGeom>
              <a:avLst/>
              <a:gdLst/>
              <a:ahLst/>
              <a:cxnLst/>
              <a:rect l="l" t="t" r="r" b="b"/>
              <a:pathLst>
                <a:path w="405764" h="274954">
                  <a:moveTo>
                    <a:pt x="141833" y="245110"/>
                  </a:moveTo>
                  <a:lnTo>
                    <a:pt x="32004" y="245110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245110"/>
                  </a:lnTo>
                  <a:lnTo>
                    <a:pt x="0" y="274320"/>
                  </a:lnTo>
                  <a:lnTo>
                    <a:pt x="141833" y="274320"/>
                  </a:lnTo>
                  <a:lnTo>
                    <a:pt x="141833" y="245110"/>
                  </a:lnTo>
                  <a:close/>
                </a:path>
                <a:path w="405764" h="274954">
                  <a:moveTo>
                    <a:pt x="405574" y="134366"/>
                  </a:moveTo>
                  <a:lnTo>
                    <a:pt x="399732" y="85839"/>
                  </a:lnTo>
                  <a:lnTo>
                    <a:pt x="382257" y="48209"/>
                  </a:lnTo>
                  <a:lnTo>
                    <a:pt x="372046" y="38798"/>
                  </a:lnTo>
                  <a:lnTo>
                    <a:pt x="372046" y="134366"/>
                  </a:lnTo>
                  <a:lnTo>
                    <a:pt x="370065" y="159232"/>
                  </a:lnTo>
                  <a:lnTo>
                    <a:pt x="354685" y="200418"/>
                  </a:lnTo>
                  <a:lnTo>
                    <a:pt x="325196" y="229641"/>
                  </a:lnTo>
                  <a:lnTo>
                    <a:pt x="283387" y="243979"/>
                  </a:lnTo>
                  <a:lnTo>
                    <a:pt x="257657" y="245719"/>
                  </a:lnTo>
                  <a:lnTo>
                    <a:pt x="216509" y="245719"/>
                  </a:lnTo>
                  <a:lnTo>
                    <a:pt x="216509" y="29121"/>
                  </a:lnTo>
                  <a:lnTo>
                    <a:pt x="259181" y="29121"/>
                  </a:lnTo>
                  <a:lnTo>
                    <a:pt x="308356" y="35699"/>
                  </a:lnTo>
                  <a:lnTo>
                    <a:pt x="343649" y="55422"/>
                  </a:lnTo>
                  <a:lnTo>
                    <a:pt x="364921" y="88315"/>
                  </a:lnTo>
                  <a:lnTo>
                    <a:pt x="372046" y="134366"/>
                  </a:lnTo>
                  <a:lnTo>
                    <a:pt x="372046" y="38798"/>
                  </a:lnTo>
                  <a:lnTo>
                    <a:pt x="361556" y="29121"/>
                  </a:lnTo>
                  <a:lnTo>
                    <a:pt x="353212" y="21424"/>
                  </a:lnTo>
                  <a:lnTo>
                    <a:pt x="312674" y="5397"/>
                  </a:lnTo>
                  <a:lnTo>
                    <a:pt x="260705" y="63"/>
                  </a:lnTo>
                  <a:lnTo>
                    <a:pt x="184505" y="63"/>
                  </a:lnTo>
                  <a:lnTo>
                    <a:pt x="184505" y="274675"/>
                  </a:lnTo>
                  <a:lnTo>
                    <a:pt x="257657" y="274675"/>
                  </a:lnTo>
                  <a:lnTo>
                    <a:pt x="289331" y="272148"/>
                  </a:lnTo>
                  <a:lnTo>
                    <a:pt x="317893" y="264769"/>
                  </a:lnTo>
                  <a:lnTo>
                    <a:pt x="343027" y="252818"/>
                  </a:lnTo>
                  <a:lnTo>
                    <a:pt x="352374" y="245719"/>
                  </a:lnTo>
                  <a:lnTo>
                    <a:pt x="364426" y="236575"/>
                  </a:lnTo>
                  <a:lnTo>
                    <a:pt x="382435" y="215417"/>
                  </a:lnTo>
                  <a:lnTo>
                    <a:pt x="395287" y="191147"/>
                  </a:lnTo>
                  <a:lnTo>
                    <a:pt x="403009" y="164045"/>
                  </a:lnTo>
                  <a:lnTo>
                    <a:pt x="405574" y="13436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5332" y="3192684"/>
              <a:ext cx="192119" cy="20440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274212" y="3066097"/>
              <a:ext cx="985519" cy="418465"/>
            </a:xfrm>
            <a:custGeom>
              <a:avLst/>
              <a:gdLst/>
              <a:ahLst/>
              <a:cxnLst/>
              <a:rect l="l" t="t" r="r" b="b"/>
              <a:pathLst>
                <a:path w="985520" h="418464">
                  <a:moveTo>
                    <a:pt x="179832" y="131165"/>
                  </a:moveTo>
                  <a:lnTo>
                    <a:pt x="149352" y="131165"/>
                  </a:lnTo>
                  <a:lnTo>
                    <a:pt x="149352" y="157073"/>
                  </a:lnTo>
                  <a:lnTo>
                    <a:pt x="149352" y="208978"/>
                  </a:lnTo>
                  <a:lnTo>
                    <a:pt x="149352" y="237934"/>
                  </a:lnTo>
                  <a:lnTo>
                    <a:pt x="148234" y="251968"/>
                  </a:lnTo>
                  <a:lnTo>
                    <a:pt x="123723" y="294081"/>
                  </a:lnTo>
                  <a:lnTo>
                    <a:pt x="89814" y="305092"/>
                  </a:lnTo>
                  <a:lnTo>
                    <a:pt x="76936" y="303695"/>
                  </a:lnTo>
                  <a:lnTo>
                    <a:pt x="40906" y="274307"/>
                  </a:lnTo>
                  <a:lnTo>
                    <a:pt x="31902" y="233362"/>
                  </a:lnTo>
                  <a:lnTo>
                    <a:pt x="33032" y="215061"/>
                  </a:lnTo>
                  <a:lnTo>
                    <a:pt x="48666" y="173837"/>
                  </a:lnTo>
                  <a:lnTo>
                    <a:pt x="94386" y="152501"/>
                  </a:lnTo>
                  <a:lnTo>
                    <a:pt x="105498" y="153403"/>
                  </a:lnTo>
                  <a:lnTo>
                    <a:pt x="139712" y="177812"/>
                  </a:lnTo>
                  <a:lnTo>
                    <a:pt x="149352" y="208978"/>
                  </a:lnTo>
                  <a:lnTo>
                    <a:pt x="149352" y="157073"/>
                  </a:lnTo>
                  <a:lnTo>
                    <a:pt x="147828" y="157073"/>
                  </a:lnTo>
                  <a:lnTo>
                    <a:pt x="144322" y="152501"/>
                  </a:lnTo>
                  <a:lnTo>
                    <a:pt x="137261" y="143306"/>
                  </a:lnTo>
                  <a:lnTo>
                    <a:pt x="123964" y="133832"/>
                  </a:lnTo>
                  <a:lnTo>
                    <a:pt x="108102" y="128358"/>
                  </a:lnTo>
                  <a:lnTo>
                    <a:pt x="89814" y="126593"/>
                  </a:lnTo>
                  <a:lnTo>
                    <a:pt x="70154" y="128333"/>
                  </a:lnTo>
                  <a:lnTo>
                    <a:pt x="24282" y="155549"/>
                  </a:lnTo>
                  <a:lnTo>
                    <a:pt x="5803" y="190080"/>
                  </a:lnTo>
                  <a:lnTo>
                    <a:pt x="0" y="233362"/>
                  </a:lnTo>
                  <a:lnTo>
                    <a:pt x="114" y="237934"/>
                  </a:lnTo>
                  <a:lnTo>
                    <a:pt x="12763" y="290436"/>
                  </a:lnTo>
                  <a:lnTo>
                    <a:pt x="47713" y="324332"/>
                  </a:lnTo>
                  <a:lnTo>
                    <a:pt x="80670" y="331000"/>
                  </a:lnTo>
                  <a:lnTo>
                    <a:pt x="102095" y="328688"/>
                  </a:lnTo>
                  <a:lnTo>
                    <a:pt x="120535" y="321652"/>
                  </a:lnTo>
                  <a:lnTo>
                    <a:pt x="135839" y="309740"/>
                  </a:lnTo>
                  <a:lnTo>
                    <a:pt x="139128" y="305092"/>
                  </a:lnTo>
                  <a:lnTo>
                    <a:pt x="147828" y="292798"/>
                  </a:lnTo>
                  <a:lnTo>
                    <a:pt x="149352" y="292798"/>
                  </a:lnTo>
                  <a:lnTo>
                    <a:pt x="149352" y="314236"/>
                  </a:lnTo>
                  <a:lnTo>
                    <a:pt x="144780" y="348246"/>
                  </a:lnTo>
                  <a:lnTo>
                    <a:pt x="131051" y="372529"/>
                  </a:lnTo>
                  <a:lnTo>
                    <a:pt x="108165" y="387108"/>
                  </a:lnTo>
                  <a:lnTo>
                    <a:pt x="76098" y="391960"/>
                  </a:lnTo>
                  <a:lnTo>
                    <a:pt x="60985" y="390817"/>
                  </a:lnTo>
                  <a:lnTo>
                    <a:pt x="45427" y="387388"/>
                  </a:lnTo>
                  <a:lnTo>
                    <a:pt x="29603" y="381673"/>
                  </a:lnTo>
                  <a:lnTo>
                    <a:pt x="13614" y="373672"/>
                  </a:lnTo>
                  <a:lnTo>
                    <a:pt x="13614" y="404253"/>
                  </a:lnTo>
                  <a:lnTo>
                    <a:pt x="27901" y="410248"/>
                  </a:lnTo>
                  <a:lnTo>
                    <a:pt x="43332" y="414540"/>
                  </a:lnTo>
                  <a:lnTo>
                    <a:pt x="59905" y="417106"/>
                  </a:lnTo>
                  <a:lnTo>
                    <a:pt x="77622" y="417969"/>
                  </a:lnTo>
                  <a:lnTo>
                    <a:pt x="122567" y="411353"/>
                  </a:lnTo>
                  <a:lnTo>
                    <a:pt x="153644" y="391960"/>
                  </a:lnTo>
                  <a:lnTo>
                    <a:pt x="154482" y="391439"/>
                  </a:lnTo>
                  <a:lnTo>
                    <a:pt x="173520" y="358089"/>
                  </a:lnTo>
                  <a:lnTo>
                    <a:pt x="179832" y="311188"/>
                  </a:lnTo>
                  <a:lnTo>
                    <a:pt x="179832" y="292798"/>
                  </a:lnTo>
                  <a:lnTo>
                    <a:pt x="179832" y="157073"/>
                  </a:lnTo>
                  <a:lnTo>
                    <a:pt x="179832" y="131165"/>
                  </a:lnTo>
                  <a:close/>
                </a:path>
                <a:path w="985520" h="418464">
                  <a:moveTo>
                    <a:pt x="350608" y="76200"/>
                  </a:moveTo>
                  <a:lnTo>
                    <a:pt x="300316" y="76200"/>
                  </a:lnTo>
                  <a:lnTo>
                    <a:pt x="300316" y="1524"/>
                  </a:lnTo>
                  <a:lnTo>
                    <a:pt x="272884" y="1524"/>
                  </a:lnTo>
                  <a:lnTo>
                    <a:pt x="272884" y="76200"/>
                  </a:lnTo>
                  <a:lnTo>
                    <a:pt x="220980" y="76200"/>
                  </a:lnTo>
                  <a:lnTo>
                    <a:pt x="220980" y="103733"/>
                  </a:lnTo>
                  <a:lnTo>
                    <a:pt x="272884" y="103733"/>
                  </a:lnTo>
                  <a:lnTo>
                    <a:pt x="272884" y="192125"/>
                  </a:lnTo>
                  <a:lnTo>
                    <a:pt x="217932" y="205943"/>
                  </a:lnTo>
                  <a:lnTo>
                    <a:pt x="222504" y="237947"/>
                  </a:lnTo>
                  <a:lnTo>
                    <a:pt x="259410" y="227012"/>
                  </a:lnTo>
                  <a:lnTo>
                    <a:pt x="272884" y="222707"/>
                  </a:lnTo>
                  <a:lnTo>
                    <a:pt x="272884" y="324904"/>
                  </a:lnTo>
                  <a:lnTo>
                    <a:pt x="271741" y="333781"/>
                  </a:lnTo>
                  <a:lnTo>
                    <a:pt x="268312" y="339953"/>
                  </a:lnTo>
                  <a:lnTo>
                    <a:pt x="262559" y="343547"/>
                  </a:lnTo>
                  <a:lnTo>
                    <a:pt x="254508" y="344716"/>
                  </a:lnTo>
                  <a:lnTo>
                    <a:pt x="247980" y="344449"/>
                  </a:lnTo>
                  <a:lnTo>
                    <a:pt x="240030" y="343763"/>
                  </a:lnTo>
                  <a:lnTo>
                    <a:pt x="220980" y="341668"/>
                  </a:lnTo>
                  <a:lnTo>
                    <a:pt x="222973" y="349427"/>
                  </a:lnTo>
                  <a:lnTo>
                    <a:pt x="224409" y="356908"/>
                  </a:lnTo>
                  <a:lnTo>
                    <a:pt x="225259" y="364388"/>
                  </a:lnTo>
                  <a:lnTo>
                    <a:pt x="225552" y="372148"/>
                  </a:lnTo>
                  <a:lnTo>
                    <a:pt x="236651" y="372364"/>
                  </a:lnTo>
                  <a:lnTo>
                    <a:pt x="246900" y="372719"/>
                  </a:lnTo>
                  <a:lnTo>
                    <a:pt x="256019" y="372795"/>
                  </a:lnTo>
                  <a:lnTo>
                    <a:pt x="263740" y="372148"/>
                  </a:lnTo>
                  <a:lnTo>
                    <a:pt x="298030" y="348361"/>
                  </a:lnTo>
                  <a:lnTo>
                    <a:pt x="300316" y="329476"/>
                  </a:lnTo>
                  <a:lnTo>
                    <a:pt x="300316" y="222707"/>
                  </a:lnTo>
                  <a:lnTo>
                    <a:pt x="300316" y="215087"/>
                  </a:lnTo>
                  <a:lnTo>
                    <a:pt x="310845" y="211886"/>
                  </a:lnTo>
                  <a:lnTo>
                    <a:pt x="332473" y="206082"/>
                  </a:lnTo>
                  <a:lnTo>
                    <a:pt x="342988" y="202895"/>
                  </a:lnTo>
                  <a:lnTo>
                    <a:pt x="342087" y="196596"/>
                  </a:lnTo>
                  <a:lnTo>
                    <a:pt x="341464" y="189471"/>
                  </a:lnTo>
                  <a:lnTo>
                    <a:pt x="341071" y="184505"/>
                  </a:lnTo>
                  <a:lnTo>
                    <a:pt x="340868" y="181978"/>
                  </a:lnTo>
                  <a:lnTo>
                    <a:pt x="339940" y="173837"/>
                  </a:lnTo>
                  <a:lnTo>
                    <a:pt x="330542" y="176364"/>
                  </a:lnTo>
                  <a:lnTo>
                    <a:pt x="310591" y="181978"/>
                  </a:lnTo>
                  <a:lnTo>
                    <a:pt x="300316" y="184505"/>
                  </a:lnTo>
                  <a:lnTo>
                    <a:pt x="300316" y="103733"/>
                  </a:lnTo>
                  <a:lnTo>
                    <a:pt x="350608" y="103733"/>
                  </a:lnTo>
                  <a:lnTo>
                    <a:pt x="350608" y="76200"/>
                  </a:lnTo>
                  <a:close/>
                </a:path>
                <a:path w="985520" h="418464">
                  <a:moveTo>
                    <a:pt x="570268" y="184505"/>
                  </a:moveTo>
                  <a:lnTo>
                    <a:pt x="541312" y="184505"/>
                  </a:lnTo>
                  <a:lnTo>
                    <a:pt x="541312" y="210515"/>
                  </a:lnTo>
                  <a:lnTo>
                    <a:pt x="541312" y="256235"/>
                  </a:lnTo>
                  <a:lnTo>
                    <a:pt x="541312" y="280619"/>
                  </a:lnTo>
                  <a:lnTo>
                    <a:pt x="541312" y="327952"/>
                  </a:lnTo>
                  <a:lnTo>
                    <a:pt x="397865" y="327952"/>
                  </a:lnTo>
                  <a:lnTo>
                    <a:pt x="397865" y="280619"/>
                  </a:lnTo>
                  <a:lnTo>
                    <a:pt x="541312" y="280619"/>
                  </a:lnTo>
                  <a:lnTo>
                    <a:pt x="541312" y="256235"/>
                  </a:lnTo>
                  <a:lnTo>
                    <a:pt x="397865" y="256235"/>
                  </a:lnTo>
                  <a:lnTo>
                    <a:pt x="397865" y="210515"/>
                  </a:lnTo>
                  <a:lnTo>
                    <a:pt x="541312" y="210515"/>
                  </a:lnTo>
                  <a:lnTo>
                    <a:pt x="541312" y="184505"/>
                  </a:lnTo>
                  <a:lnTo>
                    <a:pt x="368909" y="184505"/>
                  </a:lnTo>
                  <a:lnTo>
                    <a:pt x="368909" y="376720"/>
                  </a:lnTo>
                  <a:lnTo>
                    <a:pt x="397865" y="376720"/>
                  </a:lnTo>
                  <a:lnTo>
                    <a:pt x="397865" y="353860"/>
                  </a:lnTo>
                  <a:lnTo>
                    <a:pt x="541312" y="353860"/>
                  </a:lnTo>
                  <a:lnTo>
                    <a:pt x="541312" y="376720"/>
                  </a:lnTo>
                  <a:lnTo>
                    <a:pt x="570268" y="376720"/>
                  </a:lnTo>
                  <a:lnTo>
                    <a:pt x="570268" y="353860"/>
                  </a:lnTo>
                  <a:lnTo>
                    <a:pt x="570268" y="327952"/>
                  </a:lnTo>
                  <a:lnTo>
                    <a:pt x="570268" y="280619"/>
                  </a:lnTo>
                  <a:lnTo>
                    <a:pt x="570268" y="256235"/>
                  </a:lnTo>
                  <a:lnTo>
                    <a:pt x="570268" y="210515"/>
                  </a:lnTo>
                  <a:lnTo>
                    <a:pt x="570268" y="184505"/>
                  </a:lnTo>
                  <a:close/>
                </a:path>
                <a:path w="985520" h="418464">
                  <a:moveTo>
                    <a:pt x="597700" y="74676"/>
                  </a:moveTo>
                  <a:lnTo>
                    <a:pt x="589953" y="72161"/>
                  </a:lnTo>
                  <a:lnTo>
                    <a:pt x="582650" y="69342"/>
                  </a:lnTo>
                  <a:lnTo>
                    <a:pt x="575614" y="66535"/>
                  </a:lnTo>
                  <a:lnTo>
                    <a:pt x="568744" y="64008"/>
                  </a:lnTo>
                  <a:lnTo>
                    <a:pt x="561124" y="102209"/>
                  </a:lnTo>
                  <a:lnTo>
                    <a:pt x="527494" y="126593"/>
                  </a:lnTo>
                  <a:lnTo>
                    <a:pt x="422338" y="126593"/>
                  </a:lnTo>
                  <a:lnTo>
                    <a:pt x="410324" y="124879"/>
                  </a:lnTo>
                  <a:lnTo>
                    <a:pt x="401713" y="119735"/>
                  </a:lnTo>
                  <a:lnTo>
                    <a:pt x="396544" y="111163"/>
                  </a:lnTo>
                  <a:lnTo>
                    <a:pt x="394817" y="99161"/>
                  </a:lnTo>
                  <a:lnTo>
                    <a:pt x="394817" y="86868"/>
                  </a:lnTo>
                  <a:lnTo>
                    <a:pt x="450583" y="76327"/>
                  </a:lnTo>
                  <a:lnTo>
                    <a:pt x="501205" y="65341"/>
                  </a:lnTo>
                  <a:lnTo>
                    <a:pt x="525043" y="59436"/>
                  </a:lnTo>
                  <a:lnTo>
                    <a:pt x="546684" y="54089"/>
                  </a:lnTo>
                  <a:lnTo>
                    <a:pt x="587032" y="42672"/>
                  </a:lnTo>
                  <a:lnTo>
                    <a:pt x="576364" y="15240"/>
                  </a:lnTo>
                  <a:lnTo>
                    <a:pt x="530821" y="28371"/>
                  </a:lnTo>
                  <a:lnTo>
                    <a:pt x="485584" y="40195"/>
                  </a:lnTo>
                  <a:lnTo>
                    <a:pt x="440347" y="50609"/>
                  </a:lnTo>
                  <a:lnTo>
                    <a:pt x="394817" y="59436"/>
                  </a:lnTo>
                  <a:lnTo>
                    <a:pt x="394817" y="0"/>
                  </a:lnTo>
                  <a:lnTo>
                    <a:pt x="365848" y="0"/>
                  </a:lnTo>
                  <a:lnTo>
                    <a:pt x="365848" y="100685"/>
                  </a:lnTo>
                  <a:lnTo>
                    <a:pt x="368731" y="123571"/>
                  </a:lnTo>
                  <a:lnTo>
                    <a:pt x="377482" y="139738"/>
                  </a:lnTo>
                  <a:lnTo>
                    <a:pt x="392252" y="149339"/>
                  </a:lnTo>
                  <a:lnTo>
                    <a:pt x="413194" y="152501"/>
                  </a:lnTo>
                  <a:lnTo>
                    <a:pt x="533590" y="152501"/>
                  </a:lnTo>
                  <a:lnTo>
                    <a:pt x="554215" y="150190"/>
                  </a:lnTo>
                  <a:lnTo>
                    <a:pt x="570255" y="143167"/>
                  </a:lnTo>
                  <a:lnTo>
                    <a:pt x="581685" y="131279"/>
                  </a:lnTo>
                  <a:lnTo>
                    <a:pt x="583590" y="126593"/>
                  </a:lnTo>
                  <a:lnTo>
                    <a:pt x="588556" y="114401"/>
                  </a:lnTo>
                  <a:lnTo>
                    <a:pt x="590842" y="105841"/>
                  </a:lnTo>
                  <a:lnTo>
                    <a:pt x="593128" y="96253"/>
                  </a:lnTo>
                  <a:lnTo>
                    <a:pt x="595376" y="85928"/>
                  </a:lnTo>
                  <a:lnTo>
                    <a:pt x="597700" y="74676"/>
                  </a:lnTo>
                  <a:close/>
                </a:path>
                <a:path w="985520" h="418464">
                  <a:moveTo>
                    <a:pt x="779145" y="187553"/>
                  </a:moveTo>
                  <a:lnTo>
                    <a:pt x="770877" y="176364"/>
                  </a:lnTo>
                  <a:lnTo>
                    <a:pt x="762190" y="165455"/>
                  </a:lnTo>
                  <a:lnTo>
                    <a:pt x="753211" y="154546"/>
                  </a:lnTo>
                  <a:lnTo>
                    <a:pt x="744093" y="143357"/>
                  </a:lnTo>
                  <a:lnTo>
                    <a:pt x="721233" y="158597"/>
                  </a:lnTo>
                  <a:lnTo>
                    <a:pt x="730110" y="169786"/>
                  </a:lnTo>
                  <a:lnTo>
                    <a:pt x="738568" y="180708"/>
                  </a:lnTo>
                  <a:lnTo>
                    <a:pt x="746734" y="191643"/>
                  </a:lnTo>
                  <a:lnTo>
                    <a:pt x="754761" y="202895"/>
                  </a:lnTo>
                  <a:lnTo>
                    <a:pt x="779145" y="187553"/>
                  </a:lnTo>
                  <a:close/>
                </a:path>
                <a:path w="985520" h="418464">
                  <a:moveTo>
                    <a:pt x="917930" y="269951"/>
                  </a:moveTo>
                  <a:lnTo>
                    <a:pt x="815822" y="269951"/>
                  </a:lnTo>
                  <a:lnTo>
                    <a:pt x="815822" y="228803"/>
                  </a:lnTo>
                  <a:lnTo>
                    <a:pt x="905738" y="228803"/>
                  </a:lnTo>
                  <a:lnTo>
                    <a:pt x="905738" y="204419"/>
                  </a:lnTo>
                  <a:lnTo>
                    <a:pt x="847826" y="204419"/>
                  </a:lnTo>
                  <a:lnTo>
                    <a:pt x="855205" y="193789"/>
                  </a:lnTo>
                  <a:lnTo>
                    <a:pt x="863447" y="182613"/>
                  </a:lnTo>
                  <a:lnTo>
                    <a:pt x="872248" y="170891"/>
                  </a:lnTo>
                  <a:lnTo>
                    <a:pt x="881354" y="158597"/>
                  </a:lnTo>
                  <a:lnTo>
                    <a:pt x="852398" y="143357"/>
                  </a:lnTo>
                  <a:lnTo>
                    <a:pt x="843254" y="159308"/>
                  </a:lnTo>
                  <a:lnTo>
                    <a:pt x="834110" y="174993"/>
                  </a:lnTo>
                  <a:lnTo>
                    <a:pt x="824966" y="190119"/>
                  </a:lnTo>
                  <a:lnTo>
                    <a:pt x="815822" y="204419"/>
                  </a:lnTo>
                  <a:lnTo>
                    <a:pt x="695325" y="204419"/>
                  </a:lnTo>
                  <a:lnTo>
                    <a:pt x="695325" y="228803"/>
                  </a:lnTo>
                  <a:lnTo>
                    <a:pt x="786765" y="228803"/>
                  </a:lnTo>
                  <a:lnTo>
                    <a:pt x="786765" y="269951"/>
                  </a:lnTo>
                  <a:lnTo>
                    <a:pt x="683133" y="269951"/>
                  </a:lnTo>
                  <a:lnTo>
                    <a:pt x="683133" y="295859"/>
                  </a:lnTo>
                  <a:lnTo>
                    <a:pt x="786765" y="295859"/>
                  </a:lnTo>
                  <a:lnTo>
                    <a:pt x="786765" y="369100"/>
                  </a:lnTo>
                  <a:lnTo>
                    <a:pt x="815822" y="369100"/>
                  </a:lnTo>
                  <a:lnTo>
                    <a:pt x="815822" y="295859"/>
                  </a:lnTo>
                  <a:lnTo>
                    <a:pt x="917930" y="295859"/>
                  </a:lnTo>
                  <a:lnTo>
                    <a:pt x="917930" y="269951"/>
                  </a:lnTo>
                  <a:close/>
                </a:path>
                <a:path w="985520" h="418464">
                  <a:moveTo>
                    <a:pt x="985075" y="47244"/>
                  </a:moveTo>
                  <a:lnTo>
                    <a:pt x="817346" y="47244"/>
                  </a:lnTo>
                  <a:lnTo>
                    <a:pt x="817346" y="4572"/>
                  </a:lnTo>
                  <a:lnTo>
                    <a:pt x="785241" y="4572"/>
                  </a:lnTo>
                  <a:lnTo>
                    <a:pt x="785241" y="47244"/>
                  </a:lnTo>
                  <a:lnTo>
                    <a:pt x="614464" y="47244"/>
                  </a:lnTo>
                  <a:lnTo>
                    <a:pt x="614464" y="74688"/>
                  </a:lnTo>
                  <a:lnTo>
                    <a:pt x="785241" y="74688"/>
                  </a:lnTo>
                  <a:lnTo>
                    <a:pt x="785241" y="114401"/>
                  </a:lnTo>
                  <a:lnTo>
                    <a:pt x="638848" y="114401"/>
                  </a:lnTo>
                  <a:lnTo>
                    <a:pt x="638848" y="376720"/>
                  </a:lnTo>
                  <a:lnTo>
                    <a:pt x="669328" y="376720"/>
                  </a:lnTo>
                  <a:lnTo>
                    <a:pt x="669328" y="140309"/>
                  </a:lnTo>
                  <a:lnTo>
                    <a:pt x="933170" y="140309"/>
                  </a:lnTo>
                  <a:lnTo>
                    <a:pt x="933170" y="323380"/>
                  </a:lnTo>
                  <a:lnTo>
                    <a:pt x="931710" y="333387"/>
                  </a:lnTo>
                  <a:lnTo>
                    <a:pt x="927265" y="340525"/>
                  </a:lnTo>
                  <a:lnTo>
                    <a:pt x="919657" y="344817"/>
                  </a:lnTo>
                  <a:lnTo>
                    <a:pt x="908786" y="346240"/>
                  </a:lnTo>
                  <a:lnTo>
                    <a:pt x="897369" y="345973"/>
                  </a:lnTo>
                  <a:lnTo>
                    <a:pt x="883831" y="345287"/>
                  </a:lnTo>
                  <a:lnTo>
                    <a:pt x="850874" y="343192"/>
                  </a:lnTo>
                  <a:lnTo>
                    <a:pt x="852017" y="351840"/>
                  </a:lnTo>
                  <a:lnTo>
                    <a:pt x="853160" y="359765"/>
                  </a:lnTo>
                  <a:lnTo>
                    <a:pt x="855446" y="375196"/>
                  </a:lnTo>
                  <a:lnTo>
                    <a:pt x="890879" y="375767"/>
                  </a:lnTo>
                  <a:lnTo>
                    <a:pt x="906018" y="375843"/>
                  </a:lnTo>
                  <a:lnTo>
                    <a:pt x="919454" y="375196"/>
                  </a:lnTo>
                  <a:lnTo>
                    <a:pt x="938580" y="372364"/>
                  </a:lnTo>
                  <a:lnTo>
                    <a:pt x="952449" y="363956"/>
                  </a:lnTo>
                  <a:lnTo>
                    <a:pt x="960894" y="350126"/>
                  </a:lnTo>
                  <a:lnTo>
                    <a:pt x="961466" y="346240"/>
                  </a:lnTo>
                  <a:lnTo>
                    <a:pt x="963739" y="331000"/>
                  </a:lnTo>
                  <a:lnTo>
                    <a:pt x="963739" y="140309"/>
                  </a:lnTo>
                  <a:lnTo>
                    <a:pt x="963739" y="114401"/>
                  </a:lnTo>
                  <a:lnTo>
                    <a:pt x="817346" y="114401"/>
                  </a:lnTo>
                  <a:lnTo>
                    <a:pt x="817346" y="74688"/>
                  </a:lnTo>
                  <a:lnTo>
                    <a:pt x="985075" y="74688"/>
                  </a:lnTo>
                  <a:lnTo>
                    <a:pt x="985075" y="4724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31601" y="3182016"/>
            <a:ext cx="164687" cy="186118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4789932" y="3118199"/>
            <a:ext cx="32384" cy="120650"/>
          </a:xfrm>
          <a:custGeom>
            <a:avLst/>
            <a:gdLst/>
            <a:ahLst/>
            <a:cxnLst/>
            <a:rect l="l" t="t" r="r" b="b"/>
            <a:pathLst>
              <a:path w="32385" h="120650">
                <a:moveTo>
                  <a:pt x="0" y="0"/>
                </a:moveTo>
                <a:lnTo>
                  <a:pt x="32099" y="0"/>
                </a:lnTo>
                <a:lnTo>
                  <a:pt x="3209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4789932" y="3117659"/>
            <a:ext cx="761365" cy="274955"/>
          </a:xfrm>
          <a:custGeom>
            <a:avLst/>
            <a:gdLst/>
            <a:ahLst/>
            <a:cxnLst/>
            <a:rect l="l" t="t" r="r" b="b"/>
            <a:pathLst>
              <a:path w="761364" h="274954">
                <a:moveTo>
                  <a:pt x="205930" y="546"/>
                </a:moveTo>
                <a:lnTo>
                  <a:pt x="173926" y="546"/>
                </a:lnTo>
                <a:lnTo>
                  <a:pt x="173926" y="121196"/>
                </a:lnTo>
                <a:lnTo>
                  <a:pt x="0" y="121196"/>
                </a:lnTo>
                <a:lnTo>
                  <a:pt x="0" y="149136"/>
                </a:lnTo>
                <a:lnTo>
                  <a:pt x="0" y="274866"/>
                </a:lnTo>
                <a:lnTo>
                  <a:pt x="32092" y="274866"/>
                </a:lnTo>
                <a:lnTo>
                  <a:pt x="32092" y="149136"/>
                </a:lnTo>
                <a:lnTo>
                  <a:pt x="173926" y="149136"/>
                </a:lnTo>
                <a:lnTo>
                  <a:pt x="173926" y="274866"/>
                </a:lnTo>
                <a:lnTo>
                  <a:pt x="205930" y="274866"/>
                </a:lnTo>
                <a:lnTo>
                  <a:pt x="205930" y="149136"/>
                </a:lnTo>
                <a:lnTo>
                  <a:pt x="205930" y="121196"/>
                </a:lnTo>
                <a:lnTo>
                  <a:pt x="205930" y="546"/>
                </a:lnTo>
                <a:close/>
              </a:path>
              <a:path w="761364" h="274954">
                <a:moveTo>
                  <a:pt x="440817" y="0"/>
                </a:moveTo>
                <a:lnTo>
                  <a:pt x="250126" y="0"/>
                </a:lnTo>
                <a:lnTo>
                  <a:pt x="250126" y="29210"/>
                </a:lnTo>
                <a:lnTo>
                  <a:pt x="329463" y="29210"/>
                </a:lnTo>
                <a:lnTo>
                  <a:pt x="329463" y="274320"/>
                </a:lnTo>
                <a:lnTo>
                  <a:pt x="361467" y="274320"/>
                </a:lnTo>
                <a:lnTo>
                  <a:pt x="361467" y="29210"/>
                </a:lnTo>
                <a:lnTo>
                  <a:pt x="440817" y="29210"/>
                </a:lnTo>
                <a:lnTo>
                  <a:pt x="440817" y="0"/>
                </a:lnTo>
                <a:close/>
              </a:path>
              <a:path w="761364" h="274954">
                <a:moveTo>
                  <a:pt x="761047" y="254"/>
                </a:moveTo>
                <a:lnTo>
                  <a:pt x="721410" y="254"/>
                </a:lnTo>
                <a:lnTo>
                  <a:pt x="635977" y="190944"/>
                </a:lnTo>
                <a:lnTo>
                  <a:pt x="633399" y="197256"/>
                </a:lnTo>
                <a:lnTo>
                  <a:pt x="626541" y="213880"/>
                </a:lnTo>
                <a:lnTo>
                  <a:pt x="622261" y="224472"/>
                </a:lnTo>
                <a:lnTo>
                  <a:pt x="620737" y="224472"/>
                </a:lnTo>
                <a:lnTo>
                  <a:pt x="619048" y="218186"/>
                </a:lnTo>
                <a:lnTo>
                  <a:pt x="616356" y="210756"/>
                </a:lnTo>
                <a:lnTo>
                  <a:pt x="612813" y="202184"/>
                </a:lnTo>
                <a:lnTo>
                  <a:pt x="608545" y="192468"/>
                </a:lnTo>
                <a:lnTo>
                  <a:pt x="540677" y="36830"/>
                </a:lnTo>
                <a:lnTo>
                  <a:pt x="524725" y="254"/>
                </a:lnTo>
                <a:lnTo>
                  <a:pt x="481952" y="254"/>
                </a:lnTo>
                <a:lnTo>
                  <a:pt x="481952" y="274866"/>
                </a:lnTo>
                <a:lnTo>
                  <a:pt x="512533" y="274866"/>
                </a:lnTo>
                <a:lnTo>
                  <a:pt x="512419" y="66446"/>
                </a:lnTo>
                <a:lnTo>
                  <a:pt x="512343" y="59207"/>
                </a:lnTo>
                <a:lnTo>
                  <a:pt x="511886" y="46964"/>
                </a:lnTo>
                <a:lnTo>
                  <a:pt x="511009" y="36830"/>
                </a:lnTo>
                <a:lnTo>
                  <a:pt x="512533" y="36830"/>
                </a:lnTo>
                <a:lnTo>
                  <a:pt x="514794" y="46342"/>
                </a:lnTo>
                <a:lnTo>
                  <a:pt x="516915" y="54254"/>
                </a:lnTo>
                <a:lnTo>
                  <a:pt x="518744" y="60718"/>
                </a:lnTo>
                <a:lnTo>
                  <a:pt x="520153" y="65887"/>
                </a:lnTo>
                <a:lnTo>
                  <a:pt x="614641" y="274866"/>
                </a:lnTo>
                <a:lnTo>
                  <a:pt x="629881" y="274866"/>
                </a:lnTo>
                <a:lnTo>
                  <a:pt x="652157" y="224472"/>
                </a:lnTo>
                <a:lnTo>
                  <a:pt x="725220" y="59220"/>
                </a:lnTo>
                <a:lnTo>
                  <a:pt x="727506" y="52920"/>
                </a:lnTo>
                <a:lnTo>
                  <a:pt x="729792" y="45466"/>
                </a:lnTo>
                <a:lnTo>
                  <a:pt x="732078" y="36830"/>
                </a:lnTo>
                <a:lnTo>
                  <a:pt x="730961" y="52298"/>
                </a:lnTo>
                <a:lnTo>
                  <a:pt x="730034" y="65887"/>
                </a:lnTo>
                <a:lnTo>
                  <a:pt x="729297" y="79146"/>
                </a:lnTo>
                <a:lnTo>
                  <a:pt x="729030" y="90271"/>
                </a:lnTo>
                <a:lnTo>
                  <a:pt x="729030" y="274866"/>
                </a:lnTo>
                <a:lnTo>
                  <a:pt x="761047" y="274866"/>
                </a:lnTo>
                <a:lnTo>
                  <a:pt x="761047" y="36830"/>
                </a:lnTo>
                <a:lnTo>
                  <a:pt x="761047" y="2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624220" y="3061525"/>
            <a:ext cx="1703705" cy="382905"/>
          </a:xfrm>
          <a:custGeom>
            <a:avLst/>
            <a:gdLst/>
            <a:ahLst/>
            <a:cxnLst/>
            <a:rect l="l" t="t" r="r" b="b"/>
            <a:pathLst>
              <a:path w="1703704" h="382904">
                <a:moveTo>
                  <a:pt x="141833" y="301434"/>
                </a:moveTo>
                <a:lnTo>
                  <a:pt x="32004" y="301434"/>
                </a:lnTo>
                <a:lnTo>
                  <a:pt x="32004" y="56324"/>
                </a:lnTo>
                <a:lnTo>
                  <a:pt x="0" y="56324"/>
                </a:lnTo>
                <a:lnTo>
                  <a:pt x="0" y="301434"/>
                </a:lnTo>
                <a:lnTo>
                  <a:pt x="0" y="330644"/>
                </a:lnTo>
                <a:lnTo>
                  <a:pt x="141833" y="330644"/>
                </a:lnTo>
                <a:lnTo>
                  <a:pt x="141833" y="301434"/>
                </a:lnTo>
                <a:close/>
              </a:path>
              <a:path w="1703704" h="382904">
                <a:moveTo>
                  <a:pt x="431584" y="248615"/>
                </a:moveTo>
                <a:lnTo>
                  <a:pt x="404050" y="248615"/>
                </a:lnTo>
                <a:lnTo>
                  <a:pt x="404050" y="272999"/>
                </a:lnTo>
                <a:lnTo>
                  <a:pt x="404050" y="305003"/>
                </a:lnTo>
                <a:lnTo>
                  <a:pt x="286702" y="305003"/>
                </a:lnTo>
                <a:lnTo>
                  <a:pt x="286702" y="272999"/>
                </a:lnTo>
                <a:lnTo>
                  <a:pt x="404050" y="272999"/>
                </a:lnTo>
                <a:lnTo>
                  <a:pt x="404050" y="248615"/>
                </a:lnTo>
                <a:lnTo>
                  <a:pt x="259181" y="248615"/>
                </a:lnTo>
                <a:lnTo>
                  <a:pt x="259181" y="346240"/>
                </a:lnTo>
                <a:lnTo>
                  <a:pt x="286702" y="346240"/>
                </a:lnTo>
                <a:lnTo>
                  <a:pt x="286702" y="329476"/>
                </a:lnTo>
                <a:lnTo>
                  <a:pt x="431584" y="329476"/>
                </a:lnTo>
                <a:lnTo>
                  <a:pt x="431584" y="305003"/>
                </a:lnTo>
                <a:lnTo>
                  <a:pt x="431584" y="272999"/>
                </a:lnTo>
                <a:lnTo>
                  <a:pt x="431584" y="248615"/>
                </a:lnTo>
                <a:close/>
              </a:path>
              <a:path w="1703704" h="382904">
                <a:moveTo>
                  <a:pt x="469684" y="91440"/>
                </a:moveTo>
                <a:lnTo>
                  <a:pt x="440728" y="91440"/>
                </a:lnTo>
                <a:lnTo>
                  <a:pt x="440728" y="114401"/>
                </a:lnTo>
                <a:lnTo>
                  <a:pt x="440728" y="147929"/>
                </a:lnTo>
                <a:lnTo>
                  <a:pt x="250037" y="147929"/>
                </a:lnTo>
                <a:lnTo>
                  <a:pt x="250037" y="114401"/>
                </a:lnTo>
                <a:lnTo>
                  <a:pt x="440728" y="114401"/>
                </a:lnTo>
                <a:lnTo>
                  <a:pt x="440728" y="91440"/>
                </a:lnTo>
                <a:lnTo>
                  <a:pt x="221081" y="91440"/>
                </a:lnTo>
                <a:lnTo>
                  <a:pt x="221081" y="184505"/>
                </a:lnTo>
                <a:lnTo>
                  <a:pt x="250037" y="184505"/>
                </a:lnTo>
                <a:lnTo>
                  <a:pt x="250037" y="172313"/>
                </a:lnTo>
                <a:lnTo>
                  <a:pt x="440728" y="172313"/>
                </a:lnTo>
                <a:lnTo>
                  <a:pt x="440728" y="184505"/>
                </a:lnTo>
                <a:lnTo>
                  <a:pt x="469684" y="184505"/>
                </a:lnTo>
                <a:lnTo>
                  <a:pt x="469684" y="172313"/>
                </a:lnTo>
                <a:lnTo>
                  <a:pt x="469684" y="147929"/>
                </a:lnTo>
                <a:lnTo>
                  <a:pt x="469684" y="114401"/>
                </a:lnTo>
                <a:lnTo>
                  <a:pt x="469684" y="91440"/>
                </a:lnTo>
                <a:close/>
              </a:path>
              <a:path w="1703704" h="382904">
                <a:moveTo>
                  <a:pt x="512356" y="199745"/>
                </a:moveTo>
                <a:lnTo>
                  <a:pt x="178396" y="199745"/>
                </a:lnTo>
                <a:lnTo>
                  <a:pt x="178396" y="378244"/>
                </a:lnTo>
                <a:lnTo>
                  <a:pt x="207352" y="378244"/>
                </a:lnTo>
                <a:lnTo>
                  <a:pt x="207352" y="224231"/>
                </a:lnTo>
                <a:lnTo>
                  <a:pt x="483400" y="224231"/>
                </a:lnTo>
                <a:lnTo>
                  <a:pt x="483400" y="324904"/>
                </a:lnTo>
                <a:lnTo>
                  <a:pt x="481965" y="334911"/>
                </a:lnTo>
                <a:lnTo>
                  <a:pt x="477685" y="342049"/>
                </a:lnTo>
                <a:lnTo>
                  <a:pt x="470535" y="346341"/>
                </a:lnTo>
                <a:lnTo>
                  <a:pt x="460679" y="347751"/>
                </a:lnTo>
                <a:lnTo>
                  <a:pt x="450240" y="347738"/>
                </a:lnTo>
                <a:lnTo>
                  <a:pt x="437667" y="347573"/>
                </a:lnTo>
                <a:lnTo>
                  <a:pt x="422770" y="347116"/>
                </a:lnTo>
                <a:lnTo>
                  <a:pt x="405574" y="346240"/>
                </a:lnTo>
                <a:lnTo>
                  <a:pt x="407657" y="354190"/>
                </a:lnTo>
                <a:lnTo>
                  <a:pt x="409282" y="361861"/>
                </a:lnTo>
                <a:lnTo>
                  <a:pt x="411772" y="375196"/>
                </a:lnTo>
                <a:lnTo>
                  <a:pt x="427215" y="376072"/>
                </a:lnTo>
                <a:lnTo>
                  <a:pt x="441680" y="376529"/>
                </a:lnTo>
                <a:lnTo>
                  <a:pt x="455269" y="376694"/>
                </a:lnTo>
                <a:lnTo>
                  <a:pt x="468160" y="376720"/>
                </a:lnTo>
                <a:lnTo>
                  <a:pt x="487273" y="373837"/>
                </a:lnTo>
                <a:lnTo>
                  <a:pt x="501116" y="365099"/>
                </a:lnTo>
                <a:lnTo>
                  <a:pt x="509511" y="350354"/>
                </a:lnTo>
                <a:lnTo>
                  <a:pt x="509866" y="347764"/>
                </a:lnTo>
                <a:lnTo>
                  <a:pt x="512356" y="329476"/>
                </a:lnTo>
                <a:lnTo>
                  <a:pt x="512356" y="224231"/>
                </a:lnTo>
                <a:lnTo>
                  <a:pt x="512356" y="199745"/>
                </a:lnTo>
                <a:close/>
              </a:path>
              <a:path w="1703704" h="382904">
                <a:moveTo>
                  <a:pt x="532168" y="41148"/>
                </a:moveTo>
                <a:lnTo>
                  <a:pt x="364426" y="41148"/>
                </a:lnTo>
                <a:lnTo>
                  <a:pt x="359587" y="30010"/>
                </a:lnTo>
                <a:lnTo>
                  <a:pt x="354330" y="19431"/>
                </a:lnTo>
                <a:lnTo>
                  <a:pt x="348780" y="9436"/>
                </a:lnTo>
                <a:lnTo>
                  <a:pt x="343090" y="0"/>
                </a:lnTo>
                <a:lnTo>
                  <a:pt x="315658" y="12192"/>
                </a:lnTo>
                <a:lnTo>
                  <a:pt x="319112" y="18224"/>
                </a:lnTo>
                <a:lnTo>
                  <a:pt x="322707" y="24955"/>
                </a:lnTo>
                <a:lnTo>
                  <a:pt x="326593" y="32562"/>
                </a:lnTo>
                <a:lnTo>
                  <a:pt x="330898" y="41148"/>
                </a:lnTo>
                <a:lnTo>
                  <a:pt x="155536" y="41148"/>
                </a:lnTo>
                <a:lnTo>
                  <a:pt x="155536" y="65532"/>
                </a:lnTo>
                <a:lnTo>
                  <a:pt x="532168" y="65532"/>
                </a:lnTo>
                <a:lnTo>
                  <a:pt x="532168" y="41148"/>
                </a:lnTo>
                <a:close/>
              </a:path>
              <a:path w="1703704" h="382904">
                <a:moveTo>
                  <a:pt x="670941" y="298907"/>
                </a:moveTo>
                <a:lnTo>
                  <a:pt x="670877" y="290360"/>
                </a:lnTo>
                <a:lnTo>
                  <a:pt x="670750" y="285191"/>
                </a:lnTo>
                <a:lnTo>
                  <a:pt x="670293" y="278333"/>
                </a:lnTo>
                <a:lnTo>
                  <a:pt x="669417" y="271475"/>
                </a:lnTo>
                <a:lnTo>
                  <a:pt x="638556" y="280327"/>
                </a:lnTo>
                <a:lnTo>
                  <a:pt x="607695" y="288620"/>
                </a:lnTo>
                <a:lnTo>
                  <a:pt x="576834" y="296329"/>
                </a:lnTo>
                <a:lnTo>
                  <a:pt x="545973" y="303479"/>
                </a:lnTo>
                <a:lnTo>
                  <a:pt x="556641" y="331000"/>
                </a:lnTo>
                <a:lnTo>
                  <a:pt x="639787" y="307174"/>
                </a:lnTo>
                <a:lnTo>
                  <a:pt x="670941" y="298907"/>
                </a:lnTo>
                <a:close/>
              </a:path>
              <a:path w="1703704" h="382904">
                <a:moveTo>
                  <a:pt x="686269" y="86868"/>
                </a:moveTo>
                <a:lnTo>
                  <a:pt x="658749" y="73152"/>
                </a:lnTo>
                <a:lnTo>
                  <a:pt x="651014" y="86601"/>
                </a:lnTo>
                <a:lnTo>
                  <a:pt x="636676" y="111810"/>
                </a:lnTo>
                <a:lnTo>
                  <a:pt x="629793" y="123545"/>
                </a:lnTo>
                <a:lnTo>
                  <a:pt x="616597" y="123786"/>
                </a:lnTo>
                <a:lnTo>
                  <a:pt x="592505" y="124828"/>
                </a:lnTo>
                <a:lnTo>
                  <a:pt x="581025" y="125069"/>
                </a:lnTo>
                <a:lnTo>
                  <a:pt x="596455" y="102755"/>
                </a:lnTo>
                <a:lnTo>
                  <a:pt x="613029" y="77165"/>
                </a:lnTo>
                <a:lnTo>
                  <a:pt x="630745" y="48463"/>
                </a:lnTo>
                <a:lnTo>
                  <a:pt x="649605" y="16764"/>
                </a:lnTo>
                <a:lnTo>
                  <a:pt x="620649" y="4572"/>
                </a:lnTo>
                <a:lnTo>
                  <a:pt x="600646" y="44856"/>
                </a:lnTo>
                <a:lnTo>
                  <a:pt x="581787" y="78727"/>
                </a:lnTo>
                <a:lnTo>
                  <a:pt x="564070" y="106032"/>
                </a:lnTo>
                <a:lnTo>
                  <a:pt x="547497" y="126593"/>
                </a:lnTo>
                <a:lnTo>
                  <a:pt x="555117" y="150977"/>
                </a:lnTo>
                <a:lnTo>
                  <a:pt x="570191" y="149593"/>
                </a:lnTo>
                <a:lnTo>
                  <a:pt x="600341" y="146265"/>
                </a:lnTo>
                <a:lnTo>
                  <a:pt x="614553" y="144881"/>
                </a:lnTo>
                <a:lnTo>
                  <a:pt x="598246" y="170040"/>
                </a:lnTo>
                <a:lnTo>
                  <a:pt x="583501" y="190652"/>
                </a:lnTo>
                <a:lnTo>
                  <a:pt x="570191" y="206679"/>
                </a:lnTo>
                <a:lnTo>
                  <a:pt x="558165" y="218135"/>
                </a:lnTo>
                <a:lnTo>
                  <a:pt x="564261" y="245567"/>
                </a:lnTo>
                <a:lnTo>
                  <a:pt x="615886" y="237947"/>
                </a:lnTo>
                <a:lnTo>
                  <a:pt x="644626" y="233984"/>
                </a:lnTo>
                <a:lnTo>
                  <a:pt x="675513" y="230327"/>
                </a:lnTo>
                <a:lnTo>
                  <a:pt x="675513" y="221183"/>
                </a:lnTo>
                <a:lnTo>
                  <a:pt x="676732" y="215087"/>
                </a:lnTo>
                <a:lnTo>
                  <a:pt x="678561" y="205943"/>
                </a:lnTo>
                <a:lnTo>
                  <a:pt x="597789" y="215087"/>
                </a:lnTo>
                <a:lnTo>
                  <a:pt x="614603" y="191592"/>
                </a:lnTo>
                <a:lnTo>
                  <a:pt x="635139" y="162407"/>
                </a:lnTo>
                <a:lnTo>
                  <a:pt x="647179" y="144881"/>
                </a:lnTo>
                <a:lnTo>
                  <a:pt x="659117" y="127508"/>
                </a:lnTo>
                <a:lnTo>
                  <a:pt x="660755" y="125069"/>
                </a:lnTo>
                <a:lnTo>
                  <a:pt x="686269" y="86868"/>
                </a:lnTo>
                <a:close/>
              </a:path>
              <a:path w="1703704" h="382904">
                <a:moveTo>
                  <a:pt x="927163" y="349288"/>
                </a:moveTo>
                <a:lnTo>
                  <a:pt x="901115" y="334124"/>
                </a:lnTo>
                <a:lnTo>
                  <a:pt x="877633" y="318223"/>
                </a:lnTo>
                <a:lnTo>
                  <a:pt x="866813" y="309664"/>
                </a:lnTo>
                <a:lnTo>
                  <a:pt x="856437" y="301459"/>
                </a:lnTo>
                <a:lnTo>
                  <a:pt x="837247" y="283667"/>
                </a:lnTo>
                <a:lnTo>
                  <a:pt x="851903" y="260807"/>
                </a:lnTo>
                <a:lnTo>
                  <a:pt x="854684" y="256463"/>
                </a:lnTo>
                <a:lnTo>
                  <a:pt x="870394" y="227266"/>
                </a:lnTo>
                <a:lnTo>
                  <a:pt x="884402" y="195757"/>
                </a:lnTo>
                <a:lnTo>
                  <a:pt x="896683" y="161645"/>
                </a:lnTo>
                <a:lnTo>
                  <a:pt x="896683" y="134213"/>
                </a:lnTo>
                <a:lnTo>
                  <a:pt x="864679" y="134213"/>
                </a:lnTo>
                <a:lnTo>
                  <a:pt x="864679" y="161645"/>
                </a:lnTo>
                <a:lnTo>
                  <a:pt x="855560" y="188277"/>
                </a:lnTo>
                <a:lnTo>
                  <a:pt x="844283" y="213512"/>
                </a:lnTo>
                <a:lnTo>
                  <a:pt x="830986" y="237591"/>
                </a:lnTo>
                <a:lnTo>
                  <a:pt x="815822" y="260807"/>
                </a:lnTo>
                <a:lnTo>
                  <a:pt x="794956" y="230733"/>
                </a:lnTo>
                <a:lnTo>
                  <a:pt x="775817" y="195224"/>
                </a:lnTo>
                <a:lnTo>
                  <a:pt x="768057" y="176885"/>
                </a:lnTo>
                <a:lnTo>
                  <a:pt x="758380" y="153987"/>
                </a:lnTo>
                <a:lnTo>
                  <a:pt x="742670" y="106781"/>
                </a:lnTo>
                <a:lnTo>
                  <a:pt x="742670" y="56388"/>
                </a:lnTo>
                <a:lnTo>
                  <a:pt x="838771" y="56388"/>
                </a:lnTo>
                <a:lnTo>
                  <a:pt x="802106" y="132689"/>
                </a:lnTo>
                <a:lnTo>
                  <a:pt x="802106" y="161645"/>
                </a:lnTo>
                <a:lnTo>
                  <a:pt x="864679" y="161645"/>
                </a:lnTo>
                <a:lnTo>
                  <a:pt x="864679" y="134213"/>
                </a:lnTo>
                <a:lnTo>
                  <a:pt x="832675" y="134213"/>
                </a:lnTo>
                <a:lnTo>
                  <a:pt x="870775" y="57912"/>
                </a:lnTo>
                <a:lnTo>
                  <a:pt x="870775" y="28956"/>
                </a:lnTo>
                <a:lnTo>
                  <a:pt x="680085" y="28956"/>
                </a:lnTo>
                <a:lnTo>
                  <a:pt x="680085" y="56388"/>
                </a:lnTo>
                <a:lnTo>
                  <a:pt x="713701" y="56388"/>
                </a:lnTo>
                <a:lnTo>
                  <a:pt x="713066" y="117906"/>
                </a:lnTo>
                <a:lnTo>
                  <a:pt x="710844" y="169684"/>
                </a:lnTo>
                <a:lnTo>
                  <a:pt x="706640" y="211734"/>
                </a:lnTo>
                <a:lnTo>
                  <a:pt x="690854" y="274561"/>
                </a:lnTo>
                <a:lnTo>
                  <a:pt x="659409" y="332193"/>
                </a:lnTo>
                <a:lnTo>
                  <a:pt x="637413" y="358432"/>
                </a:lnTo>
                <a:lnTo>
                  <a:pt x="643153" y="362407"/>
                </a:lnTo>
                <a:lnTo>
                  <a:pt x="649033" y="367385"/>
                </a:lnTo>
                <a:lnTo>
                  <a:pt x="655205" y="373214"/>
                </a:lnTo>
                <a:lnTo>
                  <a:pt x="661797" y="379768"/>
                </a:lnTo>
                <a:lnTo>
                  <a:pt x="693496" y="338010"/>
                </a:lnTo>
                <a:lnTo>
                  <a:pt x="717321" y="290360"/>
                </a:lnTo>
                <a:lnTo>
                  <a:pt x="732828" y="236702"/>
                </a:lnTo>
                <a:lnTo>
                  <a:pt x="739622" y="176885"/>
                </a:lnTo>
                <a:lnTo>
                  <a:pt x="751636" y="206921"/>
                </a:lnTo>
                <a:lnTo>
                  <a:pt x="764959" y="235077"/>
                </a:lnTo>
                <a:lnTo>
                  <a:pt x="779691" y="261200"/>
                </a:lnTo>
                <a:lnTo>
                  <a:pt x="796010" y="285191"/>
                </a:lnTo>
                <a:lnTo>
                  <a:pt x="775690" y="305244"/>
                </a:lnTo>
                <a:lnTo>
                  <a:pt x="753529" y="324129"/>
                </a:lnTo>
                <a:lnTo>
                  <a:pt x="729348" y="341858"/>
                </a:lnTo>
                <a:lnTo>
                  <a:pt x="703033" y="358432"/>
                </a:lnTo>
                <a:lnTo>
                  <a:pt x="707872" y="363524"/>
                </a:lnTo>
                <a:lnTo>
                  <a:pt x="713130" y="369481"/>
                </a:lnTo>
                <a:lnTo>
                  <a:pt x="718680" y="376008"/>
                </a:lnTo>
                <a:lnTo>
                  <a:pt x="724369" y="382816"/>
                </a:lnTo>
                <a:lnTo>
                  <a:pt x="749808" y="367106"/>
                </a:lnTo>
                <a:lnTo>
                  <a:pt x="773531" y="349669"/>
                </a:lnTo>
                <a:lnTo>
                  <a:pt x="795528" y="330530"/>
                </a:lnTo>
                <a:lnTo>
                  <a:pt x="815822" y="309664"/>
                </a:lnTo>
                <a:lnTo>
                  <a:pt x="834136" y="326783"/>
                </a:lnTo>
                <a:lnTo>
                  <a:pt x="854570" y="343763"/>
                </a:lnTo>
                <a:lnTo>
                  <a:pt x="876985" y="360451"/>
                </a:lnTo>
                <a:lnTo>
                  <a:pt x="901255" y="376720"/>
                </a:lnTo>
                <a:lnTo>
                  <a:pt x="908088" y="368795"/>
                </a:lnTo>
                <a:lnTo>
                  <a:pt x="914781" y="361289"/>
                </a:lnTo>
                <a:lnTo>
                  <a:pt x="921181" y="354647"/>
                </a:lnTo>
                <a:lnTo>
                  <a:pt x="927163" y="349288"/>
                </a:lnTo>
                <a:close/>
              </a:path>
              <a:path w="1703704" h="382904">
                <a:moveTo>
                  <a:pt x="1068984" y="80772"/>
                </a:moveTo>
                <a:lnTo>
                  <a:pt x="1020216" y="80772"/>
                </a:lnTo>
                <a:lnTo>
                  <a:pt x="1020216" y="6096"/>
                </a:lnTo>
                <a:lnTo>
                  <a:pt x="991260" y="6096"/>
                </a:lnTo>
                <a:lnTo>
                  <a:pt x="991260" y="80772"/>
                </a:lnTo>
                <a:lnTo>
                  <a:pt x="939355" y="80772"/>
                </a:lnTo>
                <a:lnTo>
                  <a:pt x="939355" y="108305"/>
                </a:lnTo>
                <a:lnTo>
                  <a:pt x="991260" y="108305"/>
                </a:lnTo>
                <a:lnTo>
                  <a:pt x="991260" y="196697"/>
                </a:lnTo>
                <a:lnTo>
                  <a:pt x="936307" y="210515"/>
                </a:lnTo>
                <a:lnTo>
                  <a:pt x="940879" y="242519"/>
                </a:lnTo>
                <a:lnTo>
                  <a:pt x="977823" y="231584"/>
                </a:lnTo>
                <a:lnTo>
                  <a:pt x="991260" y="227279"/>
                </a:lnTo>
                <a:lnTo>
                  <a:pt x="991260" y="329476"/>
                </a:lnTo>
                <a:lnTo>
                  <a:pt x="990117" y="338353"/>
                </a:lnTo>
                <a:lnTo>
                  <a:pt x="986688" y="344525"/>
                </a:lnTo>
                <a:lnTo>
                  <a:pt x="980973" y="348119"/>
                </a:lnTo>
                <a:lnTo>
                  <a:pt x="972972" y="349288"/>
                </a:lnTo>
                <a:lnTo>
                  <a:pt x="966444" y="349021"/>
                </a:lnTo>
                <a:lnTo>
                  <a:pt x="958456" y="348335"/>
                </a:lnTo>
                <a:lnTo>
                  <a:pt x="939355" y="346240"/>
                </a:lnTo>
                <a:lnTo>
                  <a:pt x="941349" y="353999"/>
                </a:lnTo>
                <a:lnTo>
                  <a:pt x="942784" y="361480"/>
                </a:lnTo>
                <a:lnTo>
                  <a:pt x="943635" y="368960"/>
                </a:lnTo>
                <a:lnTo>
                  <a:pt x="943927" y="376720"/>
                </a:lnTo>
                <a:lnTo>
                  <a:pt x="955040" y="376936"/>
                </a:lnTo>
                <a:lnTo>
                  <a:pt x="965314" y="377291"/>
                </a:lnTo>
                <a:lnTo>
                  <a:pt x="974445" y="377367"/>
                </a:lnTo>
                <a:lnTo>
                  <a:pt x="982116" y="376720"/>
                </a:lnTo>
                <a:lnTo>
                  <a:pt x="998359" y="374129"/>
                </a:lnTo>
                <a:lnTo>
                  <a:pt x="1010310" y="366242"/>
                </a:lnTo>
                <a:lnTo>
                  <a:pt x="1017701" y="352933"/>
                </a:lnTo>
                <a:lnTo>
                  <a:pt x="1018184" y="349288"/>
                </a:lnTo>
                <a:lnTo>
                  <a:pt x="1020216" y="334048"/>
                </a:lnTo>
                <a:lnTo>
                  <a:pt x="1020216" y="227279"/>
                </a:lnTo>
                <a:lnTo>
                  <a:pt x="1020216" y="219659"/>
                </a:lnTo>
                <a:lnTo>
                  <a:pt x="1029868" y="216458"/>
                </a:lnTo>
                <a:lnTo>
                  <a:pt x="1050874" y="210654"/>
                </a:lnTo>
                <a:lnTo>
                  <a:pt x="1061364" y="207467"/>
                </a:lnTo>
                <a:lnTo>
                  <a:pt x="1060462" y="201168"/>
                </a:lnTo>
                <a:lnTo>
                  <a:pt x="1059840" y="194043"/>
                </a:lnTo>
                <a:lnTo>
                  <a:pt x="1059446" y="189077"/>
                </a:lnTo>
                <a:lnTo>
                  <a:pt x="1059243" y="186550"/>
                </a:lnTo>
                <a:lnTo>
                  <a:pt x="1058316" y="178409"/>
                </a:lnTo>
                <a:lnTo>
                  <a:pt x="1048943" y="180936"/>
                </a:lnTo>
                <a:lnTo>
                  <a:pt x="1029601" y="186550"/>
                </a:lnTo>
                <a:lnTo>
                  <a:pt x="1020216" y="189077"/>
                </a:lnTo>
                <a:lnTo>
                  <a:pt x="1020216" y="108305"/>
                </a:lnTo>
                <a:lnTo>
                  <a:pt x="1068984" y="108305"/>
                </a:lnTo>
                <a:lnTo>
                  <a:pt x="1068984" y="80772"/>
                </a:lnTo>
                <a:close/>
              </a:path>
              <a:path w="1703704" h="382904">
                <a:moveTo>
                  <a:pt x="1290167" y="189077"/>
                </a:moveTo>
                <a:lnTo>
                  <a:pt x="1259687" y="189077"/>
                </a:lnTo>
                <a:lnTo>
                  <a:pt x="1259687" y="215087"/>
                </a:lnTo>
                <a:lnTo>
                  <a:pt x="1259687" y="260807"/>
                </a:lnTo>
                <a:lnTo>
                  <a:pt x="1259687" y="285191"/>
                </a:lnTo>
                <a:lnTo>
                  <a:pt x="1259687" y="332524"/>
                </a:lnTo>
                <a:lnTo>
                  <a:pt x="1116330" y="332524"/>
                </a:lnTo>
                <a:lnTo>
                  <a:pt x="1116330" y="285191"/>
                </a:lnTo>
                <a:lnTo>
                  <a:pt x="1259687" y="285191"/>
                </a:lnTo>
                <a:lnTo>
                  <a:pt x="1259687" y="260807"/>
                </a:lnTo>
                <a:lnTo>
                  <a:pt x="1116330" y="260807"/>
                </a:lnTo>
                <a:lnTo>
                  <a:pt x="1116330" y="215087"/>
                </a:lnTo>
                <a:lnTo>
                  <a:pt x="1259687" y="215087"/>
                </a:lnTo>
                <a:lnTo>
                  <a:pt x="1259687" y="189077"/>
                </a:lnTo>
                <a:lnTo>
                  <a:pt x="1087285" y="189077"/>
                </a:lnTo>
                <a:lnTo>
                  <a:pt x="1087285" y="381292"/>
                </a:lnTo>
                <a:lnTo>
                  <a:pt x="1116330" y="381292"/>
                </a:lnTo>
                <a:lnTo>
                  <a:pt x="1116330" y="358432"/>
                </a:lnTo>
                <a:lnTo>
                  <a:pt x="1259687" y="358432"/>
                </a:lnTo>
                <a:lnTo>
                  <a:pt x="1259687" y="381292"/>
                </a:lnTo>
                <a:lnTo>
                  <a:pt x="1290167" y="381292"/>
                </a:lnTo>
                <a:lnTo>
                  <a:pt x="1290167" y="358432"/>
                </a:lnTo>
                <a:lnTo>
                  <a:pt x="1290167" y="332524"/>
                </a:lnTo>
                <a:lnTo>
                  <a:pt x="1290167" y="285191"/>
                </a:lnTo>
                <a:lnTo>
                  <a:pt x="1290167" y="260807"/>
                </a:lnTo>
                <a:lnTo>
                  <a:pt x="1290167" y="215087"/>
                </a:lnTo>
                <a:lnTo>
                  <a:pt x="1290167" y="189077"/>
                </a:lnTo>
                <a:close/>
              </a:path>
              <a:path w="1703704" h="382904">
                <a:moveTo>
                  <a:pt x="1316075" y="79248"/>
                </a:moveTo>
                <a:lnTo>
                  <a:pt x="1308328" y="76733"/>
                </a:lnTo>
                <a:lnTo>
                  <a:pt x="1301026" y="73914"/>
                </a:lnTo>
                <a:lnTo>
                  <a:pt x="1293990" y="71107"/>
                </a:lnTo>
                <a:lnTo>
                  <a:pt x="1287119" y="68580"/>
                </a:lnTo>
                <a:lnTo>
                  <a:pt x="1279499" y="106781"/>
                </a:lnTo>
                <a:lnTo>
                  <a:pt x="1245971" y="131165"/>
                </a:lnTo>
                <a:lnTo>
                  <a:pt x="1140714" y="131165"/>
                </a:lnTo>
                <a:lnTo>
                  <a:pt x="1128712" y="129451"/>
                </a:lnTo>
                <a:lnTo>
                  <a:pt x="1120140" y="124307"/>
                </a:lnTo>
                <a:lnTo>
                  <a:pt x="1114996" y="115735"/>
                </a:lnTo>
                <a:lnTo>
                  <a:pt x="1113282" y="103733"/>
                </a:lnTo>
                <a:lnTo>
                  <a:pt x="1113282" y="91440"/>
                </a:lnTo>
                <a:lnTo>
                  <a:pt x="1169022" y="80899"/>
                </a:lnTo>
                <a:lnTo>
                  <a:pt x="1219631" y="69913"/>
                </a:lnTo>
                <a:lnTo>
                  <a:pt x="1243469" y="64008"/>
                </a:lnTo>
                <a:lnTo>
                  <a:pt x="1265097" y="58661"/>
                </a:lnTo>
                <a:lnTo>
                  <a:pt x="1305407" y="47244"/>
                </a:lnTo>
                <a:lnTo>
                  <a:pt x="1294739" y="19812"/>
                </a:lnTo>
                <a:lnTo>
                  <a:pt x="1249197" y="32943"/>
                </a:lnTo>
                <a:lnTo>
                  <a:pt x="1203972" y="44767"/>
                </a:lnTo>
                <a:lnTo>
                  <a:pt x="1158760" y="55181"/>
                </a:lnTo>
                <a:lnTo>
                  <a:pt x="1113282" y="64008"/>
                </a:lnTo>
                <a:lnTo>
                  <a:pt x="1113282" y="4572"/>
                </a:lnTo>
                <a:lnTo>
                  <a:pt x="1084224" y="4572"/>
                </a:lnTo>
                <a:lnTo>
                  <a:pt x="1084224" y="105257"/>
                </a:lnTo>
                <a:lnTo>
                  <a:pt x="1087145" y="128143"/>
                </a:lnTo>
                <a:lnTo>
                  <a:pt x="1096086" y="144310"/>
                </a:lnTo>
                <a:lnTo>
                  <a:pt x="1111313" y="153911"/>
                </a:lnTo>
                <a:lnTo>
                  <a:pt x="1133094" y="157073"/>
                </a:lnTo>
                <a:lnTo>
                  <a:pt x="1252067" y="157073"/>
                </a:lnTo>
                <a:lnTo>
                  <a:pt x="1300073" y="135851"/>
                </a:lnTo>
                <a:lnTo>
                  <a:pt x="1313751" y="90500"/>
                </a:lnTo>
                <a:lnTo>
                  <a:pt x="1316075" y="79248"/>
                </a:lnTo>
                <a:close/>
              </a:path>
              <a:path w="1703704" h="382904">
                <a:moveTo>
                  <a:pt x="1497520" y="192125"/>
                </a:moveTo>
                <a:lnTo>
                  <a:pt x="1489252" y="180936"/>
                </a:lnTo>
                <a:lnTo>
                  <a:pt x="1480566" y="170027"/>
                </a:lnTo>
                <a:lnTo>
                  <a:pt x="1471587" y="159118"/>
                </a:lnTo>
                <a:lnTo>
                  <a:pt x="1462468" y="147929"/>
                </a:lnTo>
                <a:lnTo>
                  <a:pt x="1439608" y="163169"/>
                </a:lnTo>
                <a:lnTo>
                  <a:pt x="1448485" y="174358"/>
                </a:lnTo>
                <a:lnTo>
                  <a:pt x="1456944" y="185280"/>
                </a:lnTo>
                <a:lnTo>
                  <a:pt x="1465110" y="196215"/>
                </a:lnTo>
                <a:lnTo>
                  <a:pt x="1473136" y="207467"/>
                </a:lnTo>
                <a:lnTo>
                  <a:pt x="1497520" y="192125"/>
                </a:lnTo>
                <a:close/>
              </a:path>
              <a:path w="1703704" h="382904">
                <a:moveTo>
                  <a:pt x="1636306" y="274523"/>
                </a:moveTo>
                <a:lnTo>
                  <a:pt x="1534198" y="274523"/>
                </a:lnTo>
                <a:lnTo>
                  <a:pt x="1534198" y="233375"/>
                </a:lnTo>
                <a:lnTo>
                  <a:pt x="1624114" y="233375"/>
                </a:lnTo>
                <a:lnTo>
                  <a:pt x="1624114" y="208991"/>
                </a:lnTo>
                <a:lnTo>
                  <a:pt x="1566202" y="208991"/>
                </a:lnTo>
                <a:lnTo>
                  <a:pt x="1574215" y="198361"/>
                </a:lnTo>
                <a:lnTo>
                  <a:pt x="1582394" y="187185"/>
                </a:lnTo>
                <a:lnTo>
                  <a:pt x="1599730" y="163169"/>
                </a:lnTo>
                <a:lnTo>
                  <a:pt x="1572298" y="147929"/>
                </a:lnTo>
                <a:lnTo>
                  <a:pt x="1562265" y="163880"/>
                </a:lnTo>
                <a:lnTo>
                  <a:pt x="1543354" y="194691"/>
                </a:lnTo>
                <a:lnTo>
                  <a:pt x="1534198" y="208991"/>
                </a:lnTo>
                <a:lnTo>
                  <a:pt x="1415224" y="208991"/>
                </a:lnTo>
                <a:lnTo>
                  <a:pt x="1415224" y="233375"/>
                </a:lnTo>
                <a:lnTo>
                  <a:pt x="1505140" y="233375"/>
                </a:lnTo>
                <a:lnTo>
                  <a:pt x="1505140" y="274523"/>
                </a:lnTo>
                <a:lnTo>
                  <a:pt x="1401508" y="274523"/>
                </a:lnTo>
                <a:lnTo>
                  <a:pt x="1401508" y="300431"/>
                </a:lnTo>
                <a:lnTo>
                  <a:pt x="1505140" y="300431"/>
                </a:lnTo>
                <a:lnTo>
                  <a:pt x="1505140" y="373672"/>
                </a:lnTo>
                <a:lnTo>
                  <a:pt x="1534198" y="373672"/>
                </a:lnTo>
                <a:lnTo>
                  <a:pt x="1534198" y="300431"/>
                </a:lnTo>
                <a:lnTo>
                  <a:pt x="1636306" y="300431"/>
                </a:lnTo>
                <a:lnTo>
                  <a:pt x="1636306" y="274523"/>
                </a:lnTo>
                <a:close/>
              </a:path>
              <a:path w="1703704" h="382904">
                <a:moveTo>
                  <a:pt x="1703451" y="51816"/>
                </a:moveTo>
                <a:lnTo>
                  <a:pt x="1535722" y="51816"/>
                </a:lnTo>
                <a:lnTo>
                  <a:pt x="1535722" y="9144"/>
                </a:lnTo>
                <a:lnTo>
                  <a:pt x="1503616" y="9144"/>
                </a:lnTo>
                <a:lnTo>
                  <a:pt x="1503616" y="51816"/>
                </a:lnTo>
                <a:lnTo>
                  <a:pt x="1332839" y="51816"/>
                </a:lnTo>
                <a:lnTo>
                  <a:pt x="1332839" y="79260"/>
                </a:lnTo>
                <a:lnTo>
                  <a:pt x="1503616" y="79260"/>
                </a:lnTo>
                <a:lnTo>
                  <a:pt x="1503616" y="118973"/>
                </a:lnTo>
                <a:lnTo>
                  <a:pt x="1357223" y="118973"/>
                </a:lnTo>
                <a:lnTo>
                  <a:pt x="1357223" y="381292"/>
                </a:lnTo>
                <a:lnTo>
                  <a:pt x="1387792" y="381292"/>
                </a:lnTo>
                <a:lnTo>
                  <a:pt x="1387792" y="144881"/>
                </a:lnTo>
                <a:lnTo>
                  <a:pt x="1651546" y="144881"/>
                </a:lnTo>
                <a:lnTo>
                  <a:pt x="1651546" y="327952"/>
                </a:lnTo>
                <a:lnTo>
                  <a:pt x="1650085" y="337959"/>
                </a:lnTo>
                <a:lnTo>
                  <a:pt x="1645640" y="345097"/>
                </a:lnTo>
                <a:lnTo>
                  <a:pt x="1638033" y="349389"/>
                </a:lnTo>
                <a:lnTo>
                  <a:pt x="1627162" y="350812"/>
                </a:lnTo>
                <a:lnTo>
                  <a:pt x="1615744" y="350545"/>
                </a:lnTo>
                <a:lnTo>
                  <a:pt x="1602206" y="349859"/>
                </a:lnTo>
                <a:lnTo>
                  <a:pt x="1569250" y="347764"/>
                </a:lnTo>
                <a:lnTo>
                  <a:pt x="1570621" y="356412"/>
                </a:lnTo>
                <a:lnTo>
                  <a:pt x="1572298" y="364337"/>
                </a:lnTo>
                <a:lnTo>
                  <a:pt x="1573961" y="371983"/>
                </a:lnTo>
                <a:lnTo>
                  <a:pt x="1575346" y="379768"/>
                </a:lnTo>
                <a:lnTo>
                  <a:pt x="1609445" y="380339"/>
                </a:lnTo>
                <a:lnTo>
                  <a:pt x="1624418" y="380415"/>
                </a:lnTo>
                <a:lnTo>
                  <a:pt x="1637830" y="379768"/>
                </a:lnTo>
                <a:lnTo>
                  <a:pt x="1656994" y="376936"/>
                </a:lnTo>
                <a:lnTo>
                  <a:pt x="1670862" y="368528"/>
                </a:lnTo>
                <a:lnTo>
                  <a:pt x="1679282" y="354698"/>
                </a:lnTo>
                <a:lnTo>
                  <a:pt x="1679854" y="350812"/>
                </a:lnTo>
                <a:lnTo>
                  <a:pt x="1682115" y="335572"/>
                </a:lnTo>
                <a:lnTo>
                  <a:pt x="1682115" y="144881"/>
                </a:lnTo>
                <a:lnTo>
                  <a:pt x="1682115" y="118973"/>
                </a:lnTo>
                <a:lnTo>
                  <a:pt x="1535722" y="118973"/>
                </a:lnTo>
                <a:lnTo>
                  <a:pt x="1535722" y="79260"/>
                </a:lnTo>
                <a:lnTo>
                  <a:pt x="1703451" y="79260"/>
                </a:lnTo>
                <a:lnTo>
                  <a:pt x="1703451" y="5181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9984" y="3182016"/>
            <a:ext cx="164687" cy="186118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7829346" y="3067621"/>
            <a:ext cx="747395" cy="378460"/>
          </a:xfrm>
          <a:custGeom>
            <a:avLst/>
            <a:gdLst/>
            <a:ahLst/>
            <a:cxnLst/>
            <a:rect l="l" t="t" r="r" b="b"/>
            <a:pathLst>
              <a:path w="747395" h="378460">
                <a:moveTo>
                  <a:pt x="335572" y="161645"/>
                </a:moveTo>
                <a:lnTo>
                  <a:pt x="305092" y="161645"/>
                </a:lnTo>
                <a:lnTo>
                  <a:pt x="305092" y="187553"/>
                </a:lnTo>
                <a:lnTo>
                  <a:pt x="305092" y="242519"/>
                </a:lnTo>
                <a:lnTo>
                  <a:pt x="208991" y="242519"/>
                </a:lnTo>
                <a:lnTo>
                  <a:pt x="208991" y="187553"/>
                </a:lnTo>
                <a:lnTo>
                  <a:pt x="305092" y="187553"/>
                </a:lnTo>
                <a:lnTo>
                  <a:pt x="305092" y="161645"/>
                </a:lnTo>
                <a:lnTo>
                  <a:pt x="178511" y="161645"/>
                </a:lnTo>
                <a:lnTo>
                  <a:pt x="178511" y="187553"/>
                </a:lnTo>
                <a:lnTo>
                  <a:pt x="178511" y="242519"/>
                </a:lnTo>
                <a:lnTo>
                  <a:pt x="82397" y="242519"/>
                </a:lnTo>
                <a:lnTo>
                  <a:pt x="82397" y="187553"/>
                </a:lnTo>
                <a:lnTo>
                  <a:pt x="178511" y="187553"/>
                </a:lnTo>
                <a:lnTo>
                  <a:pt x="178511" y="161645"/>
                </a:lnTo>
                <a:lnTo>
                  <a:pt x="51917" y="161645"/>
                </a:lnTo>
                <a:lnTo>
                  <a:pt x="51917" y="227279"/>
                </a:lnTo>
                <a:lnTo>
                  <a:pt x="48755" y="265861"/>
                </a:lnTo>
                <a:lnTo>
                  <a:pt x="39141" y="299326"/>
                </a:lnTo>
                <a:lnTo>
                  <a:pt x="22948" y="327647"/>
                </a:lnTo>
                <a:lnTo>
                  <a:pt x="0" y="350812"/>
                </a:lnTo>
                <a:lnTo>
                  <a:pt x="4876" y="357644"/>
                </a:lnTo>
                <a:lnTo>
                  <a:pt x="9994" y="364337"/>
                </a:lnTo>
                <a:lnTo>
                  <a:pt x="15100" y="370738"/>
                </a:lnTo>
                <a:lnTo>
                  <a:pt x="19913" y="376720"/>
                </a:lnTo>
                <a:lnTo>
                  <a:pt x="43345" y="352742"/>
                </a:lnTo>
                <a:lnTo>
                  <a:pt x="61061" y="326605"/>
                </a:lnTo>
                <a:lnTo>
                  <a:pt x="73063" y="298450"/>
                </a:lnTo>
                <a:lnTo>
                  <a:pt x="79349" y="268427"/>
                </a:lnTo>
                <a:lnTo>
                  <a:pt x="305092" y="268427"/>
                </a:lnTo>
                <a:lnTo>
                  <a:pt x="305092" y="286715"/>
                </a:lnTo>
                <a:lnTo>
                  <a:pt x="335572" y="286715"/>
                </a:lnTo>
                <a:lnTo>
                  <a:pt x="335572" y="268427"/>
                </a:lnTo>
                <a:lnTo>
                  <a:pt x="335572" y="242519"/>
                </a:lnTo>
                <a:lnTo>
                  <a:pt x="335572" y="187553"/>
                </a:lnTo>
                <a:lnTo>
                  <a:pt x="335572" y="161645"/>
                </a:lnTo>
                <a:close/>
              </a:path>
              <a:path w="747395" h="378460">
                <a:moveTo>
                  <a:pt x="378244" y="39624"/>
                </a:moveTo>
                <a:lnTo>
                  <a:pt x="208991" y="39624"/>
                </a:lnTo>
                <a:lnTo>
                  <a:pt x="208991" y="0"/>
                </a:lnTo>
                <a:lnTo>
                  <a:pt x="178511" y="0"/>
                </a:lnTo>
                <a:lnTo>
                  <a:pt x="178511" y="39624"/>
                </a:lnTo>
                <a:lnTo>
                  <a:pt x="7721" y="39624"/>
                </a:lnTo>
                <a:lnTo>
                  <a:pt x="7721" y="65532"/>
                </a:lnTo>
                <a:lnTo>
                  <a:pt x="178511" y="65532"/>
                </a:lnTo>
                <a:lnTo>
                  <a:pt x="178511" y="103733"/>
                </a:lnTo>
                <a:lnTo>
                  <a:pt x="39725" y="103733"/>
                </a:lnTo>
                <a:lnTo>
                  <a:pt x="39725" y="129641"/>
                </a:lnTo>
                <a:lnTo>
                  <a:pt x="347764" y="129641"/>
                </a:lnTo>
                <a:lnTo>
                  <a:pt x="347764" y="103733"/>
                </a:lnTo>
                <a:lnTo>
                  <a:pt x="208991" y="103733"/>
                </a:lnTo>
                <a:lnTo>
                  <a:pt x="208991" y="65532"/>
                </a:lnTo>
                <a:lnTo>
                  <a:pt x="378244" y="65532"/>
                </a:lnTo>
                <a:lnTo>
                  <a:pt x="378244" y="39624"/>
                </a:lnTo>
                <a:close/>
              </a:path>
              <a:path w="747395" h="378460">
                <a:moveTo>
                  <a:pt x="533793" y="30480"/>
                </a:moveTo>
                <a:lnTo>
                  <a:pt x="504825" y="30480"/>
                </a:lnTo>
                <a:lnTo>
                  <a:pt x="504825" y="57912"/>
                </a:lnTo>
                <a:lnTo>
                  <a:pt x="504825" y="144881"/>
                </a:lnTo>
                <a:lnTo>
                  <a:pt x="504825" y="172313"/>
                </a:lnTo>
                <a:lnTo>
                  <a:pt x="504825" y="262318"/>
                </a:lnTo>
                <a:lnTo>
                  <a:pt x="442341" y="262318"/>
                </a:lnTo>
                <a:lnTo>
                  <a:pt x="442341" y="172313"/>
                </a:lnTo>
                <a:lnTo>
                  <a:pt x="504825" y="172313"/>
                </a:lnTo>
                <a:lnTo>
                  <a:pt x="504825" y="144881"/>
                </a:lnTo>
                <a:lnTo>
                  <a:pt x="442341" y="144881"/>
                </a:lnTo>
                <a:lnTo>
                  <a:pt x="442341" y="57912"/>
                </a:lnTo>
                <a:lnTo>
                  <a:pt x="504825" y="57912"/>
                </a:lnTo>
                <a:lnTo>
                  <a:pt x="504825" y="30480"/>
                </a:lnTo>
                <a:lnTo>
                  <a:pt x="413296" y="30480"/>
                </a:lnTo>
                <a:lnTo>
                  <a:pt x="413296" y="318808"/>
                </a:lnTo>
                <a:lnTo>
                  <a:pt x="442341" y="318808"/>
                </a:lnTo>
                <a:lnTo>
                  <a:pt x="442341" y="289750"/>
                </a:lnTo>
                <a:lnTo>
                  <a:pt x="533793" y="289750"/>
                </a:lnTo>
                <a:lnTo>
                  <a:pt x="533793" y="262318"/>
                </a:lnTo>
                <a:lnTo>
                  <a:pt x="533793" y="172313"/>
                </a:lnTo>
                <a:lnTo>
                  <a:pt x="533793" y="144881"/>
                </a:lnTo>
                <a:lnTo>
                  <a:pt x="533793" y="57912"/>
                </a:lnTo>
                <a:lnTo>
                  <a:pt x="533793" y="30480"/>
                </a:lnTo>
                <a:close/>
              </a:path>
              <a:path w="747395" h="378460">
                <a:moveTo>
                  <a:pt x="747344" y="18288"/>
                </a:moveTo>
                <a:lnTo>
                  <a:pt x="716864" y="18288"/>
                </a:lnTo>
                <a:lnTo>
                  <a:pt x="716864" y="47244"/>
                </a:lnTo>
                <a:lnTo>
                  <a:pt x="716864" y="118973"/>
                </a:lnTo>
                <a:lnTo>
                  <a:pt x="716864" y="146405"/>
                </a:lnTo>
                <a:lnTo>
                  <a:pt x="716864" y="218122"/>
                </a:lnTo>
                <a:lnTo>
                  <a:pt x="607034" y="218122"/>
                </a:lnTo>
                <a:lnTo>
                  <a:pt x="608799" y="201561"/>
                </a:lnTo>
                <a:lnTo>
                  <a:pt x="609701" y="183984"/>
                </a:lnTo>
                <a:lnTo>
                  <a:pt x="610031" y="165544"/>
                </a:lnTo>
                <a:lnTo>
                  <a:pt x="610082" y="146405"/>
                </a:lnTo>
                <a:lnTo>
                  <a:pt x="716864" y="146405"/>
                </a:lnTo>
                <a:lnTo>
                  <a:pt x="716864" y="118973"/>
                </a:lnTo>
                <a:lnTo>
                  <a:pt x="610082" y="118973"/>
                </a:lnTo>
                <a:lnTo>
                  <a:pt x="610082" y="47244"/>
                </a:lnTo>
                <a:lnTo>
                  <a:pt x="716864" y="47244"/>
                </a:lnTo>
                <a:lnTo>
                  <a:pt x="716864" y="18288"/>
                </a:lnTo>
                <a:lnTo>
                  <a:pt x="579602" y="18288"/>
                </a:lnTo>
                <a:lnTo>
                  <a:pt x="579602" y="152501"/>
                </a:lnTo>
                <a:lnTo>
                  <a:pt x="578751" y="190868"/>
                </a:lnTo>
                <a:lnTo>
                  <a:pt x="571893" y="250964"/>
                </a:lnTo>
                <a:lnTo>
                  <a:pt x="556069" y="292722"/>
                </a:lnTo>
                <a:lnTo>
                  <a:pt x="525068" y="333933"/>
                </a:lnTo>
                <a:lnTo>
                  <a:pt x="503301" y="355384"/>
                </a:lnTo>
                <a:lnTo>
                  <a:pt x="510781" y="361099"/>
                </a:lnTo>
                <a:lnTo>
                  <a:pt x="517398" y="366814"/>
                </a:lnTo>
                <a:lnTo>
                  <a:pt x="523455" y="372529"/>
                </a:lnTo>
                <a:lnTo>
                  <a:pt x="529221" y="378244"/>
                </a:lnTo>
                <a:lnTo>
                  <a:pt x="557872" y="347014"/>
                </a:lnTo>
                <a:lnTo>
                  <a:pt x="579780" y="314756"/>
                </a:lnTo>
                <a:lnTo>
                  <a:pt x="595109" y="281076"/>
                </a:lnTo>
                <a:lnTo>
                  <a:pt x="603986" y="245554"/>
                </a:lnTo>
                <a:lnTo>
                  <a:pt x="716864" y="245554"/>
                </a:lnTo>
                <a:lnTo>
                  <a:pt x="716864" y="320332"/>
                </a:lnTo>
                <a:lnTo>
                  <a:pt x="715429" y="330327"/>
                </a:lnTo>
                <a:lnTo>
                  <a:pt x="711136" y="337477"/>
                </a:lnTo>
                <a:lnTo>
                  <a:pt x="703961" y="341757"/>
                </a:lnTo>
                <a:lnTo>
                  <a:pt x="693902" y="343192"/>
                </a:lnTo>
                <a:lnTo>
                  <a:pt x="681596" y="342925"/>
                </a:lnTo>
                <a:lnTo>
                  <a:pt x="667423" y="342239"/>
                </a:lnTo>
                <a:lnTo>
                  <a:pt x="632942" y="340144"/>
                </a:lnTo>
                <a:lnTo>
                  <a:pt x="634923" y="347954"/>
                </a:lnTo>
                <a:lnTo>
                  <a:pt x="636562" y="356146"/>
                </a:lnTo>
                <a:lnTo>
                  <a:pt x="637870" y="364147"/>
                </a:lnTo>
                <a:lnTo>
                  <a:pt x="639038" y="372148"/>
                </a:lnTo>
                <a:lnTo>
                  <a:pt x="656971" y="372389"/>
                </a:lnTo>
                <a:lnTo>
                  <a:pt x="689444" y="373430"/>
                </a:lnTo>
                <a:lnTo>
                  <a:pt x="703148" y="373672"/>
                </a:lnTo>
                <a:lnTo>
                  <a:pt x="722909" y="370814"/>
                </a:lnTo>
                <a:lnTo>
                  <a:pt x="736676" y="362242"/>
                </a:lnTo>
                <a:lnTo>
                  <a:pt x="744715" y="347954"/>
                </a:lnTo>
                <a:lnTo>
                  <a:pt x="745337" y="343192"/>
                </a:lnTo>
                <a:lnTo>
                  <a:pt x="747344" y="327952"/>
                </a:lnTo>
                <a:lnTo>
                  <a:pt x="747344" y="47244"/>
                </a:lnTo>
                <a:lnTo>
                  <a:pt x="747344" y="182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9928" y="4388548"/>
            <a:ext cx="109823" cy="111347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1332738" y="4274692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0" y="0"/>
                </a:moveTo>
                <a:lnTo>
                  <a:pt x="38100" y="0"/>
                </a:lnTo>
                <a:lnTo>
                  <a:pt x="38100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332725" y="427469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5" h="313689">
                <a:moveTo>
                  <a:pt x="236321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321" y="313690"/>
                </a:lnTo>
                <a:lnTo>
                  <a:pt x="236321" y="170180"/>
                </a:lnTo>
                <a:lnTo>
                  <a:pt x="236321" y="138430"/>
                </a:lnTo>
                <a:lnTo>
                  <a:pt x="236321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619440" y="427475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20" y="0"/>
                </a:moveTo>
                <a:lnTo>
                  <a:pt x="0" y="0"/>
                </a:lnTo>
                <a:lnTo>
                  <a:pt x="0" y="33020"/>
                </a:lnTo>
                <a:lnTo>
                  <a:pt x="91440" y="33020"/>
                </a:lnTo>
                <a:lnTo>
                  <a:pt x="91440" y="313690"/>
                </a:lnTo>
                <a:lnTo>
                  <a:pt x="128104" y="313690"/>
                </a:lnTo>
                <a:lnTo>
                  <a:pt x="128104" y="33020"/>
                </a:lnTo>
                <a:lnTo>
                  <a:pt x="218020" y="33020"/>
                </a:lnTo>
                <a:lnTo>
                  <a:pt x="21802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887854" y="4274153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0" y="42767"/>
                </a:lnTo>
                <a:lnTo>
                  <a:pt x="33528" y="42767"/>
                </a:lnTo>
                <a:lnTo>
                  <a:pt x="34409" y="53578"/>
                </a:lnTo>
                <a:lnTo>
                  <a:pt x="34861" y="67532"/>
                </a:lnTo>
                <a:lnTo>
                  <a:pt x="34946" y="76104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243" y="257841"/>
                </a:moveTo>
                <a:lnTo>
                  <a:pt x="160115" y="257841"/>
                </a:lnTo>
                <a:lnTo>
                  <a:pt x="164639" y="245206"/>
                </a:lnTo>
                <a:lnTo>
                  <a:pt x="168878" y="234553"/>
                </a:lnTo>
                <a:lnTo>
                  <a:pt x="172545" y="225614"/>
                </a:lnTo>
                <a:lnTo>
                  <a:pt x="175355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5178" y="42767"/>
                </a:lnTo>
                <a:lnTo>
                  <a:pt x="282827" y="52697"/>
                </a:lnTo>
                <a:lnTo>
                  <a:pt x="280606" y="60864"/>
                </a:lnTo>
                <a:lnTo>
                  <a:pt x="278320" y="67841"/>
                </a:lnTo>
                <a:lnTo>
                  <a:pt x="276034" y="73247"/>
                </a:lnTo>
                <a:lnTo>
                  <a:pt x="194243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886" y="69127"/>
                </a:lnTo>
                <a:lnTo>
                  <a:pt x="39433" y="61626"/>
                </a:lnTo>
                <a:lnTo>
                  <a:pt x="36619" y="52458"/>
                </a:lnTo>
                <a:lnTo>
                  <a:pt x="33528" y="42767"/>
                </a:lnTo>
                <a:lnTo>
                  <a:pt x="67480" y="42767"/>
                </a:lnTo>
                <a:lnTo>
                  <a:pt x="150018" y="231441"/>
                </a:lnTo>
                <a:lnTo>
                  <a:pt x="154019" y="241637"/>
                </a:lnTo>
                <a:lnTo>
                  <a:pt x="156876" y="250386"/>
                </a:lnTo>
                <a:lnTo>
                  <a:pt x="158591" y="257841"/>
                </a:lnTo>
                <a:lnTo>
                  <a:pt x="194243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702" y="90558"/>
                </a:lnTo>
                <a:lnTo>
                  <a:pt x="284035" y="76104"/>
                </a:lnTo>
                <a:lnTo>
                  <a:pt x="284940" y="60221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2290470" y="4273550"/>
            <a:ext cx="382905" cy="321310"/>
          </a:xfrm>
          <a:custGeom>
            <a:avLst/>
            <a:gdLst/>
            <a:ahLst/>
            <a:cxnLst/>
            <a:rect l="l" t="t" r="r" b="b"/>
            <a:pathLst>
              <a:path w="382905" h="321310">
                <a:moveTo>
                  <a:pt x="163169" y="283210"/>
                </a:moveTo>
                <a:lnTo>
                  <a:pt x="36576" y="283210"/>
                </a:lnTo>
                <a:lnTo>
                  <a:pt x="36576" y="0"/>
                </a:lnTo>
                <a:lnTo>
                  <a:pt x="0" y="0"/>
                </a:lnTo>
                <a:lnTo>
                  <a:pt x="0" y="283210"/>
                </a:lnTo>
                <a:lnTo>
                  <a:pt x="0" y="314960"/>
                </a:lnTo>
                <a:lnTo>
                  <a:pt x="163169" y="314960"/>
                </a:lnTo>
                <a:lnTo>
                  <a:pt x="163169" y="283210"/>
                </a:lnTo>
                <a:close/>
              </a:path>
              <a:path w="382905" h="321310">
                <a:moveTo>
                  <a:pt x="382714" y="218732"/>
                </a:moveTo>
                <a:lnTo>
                  <a:pt x="375094" y="179108"/>
                </a:lnTo>
                <a:lnTo>
                  <a:pt x="347903" y="144716"/>
                </a:lnTo>
                <a:lnTo>
                  <a:pt x="311175" y="128689"/>
                </a:lnTo>
                <a:lnTo>
                  <a:pt x="276034" y="124142"/>
                </a:lnTo>
                <a:lnTo>
                  <a:pt x="268312" y="124142"/>
                </a:lnTo>
                <a:lnTo>
                  <a:pt x="262216" y="125666"/>
                </a:lnTo>
                <a:lnTo>
                  <a:pt x="246976" y="125666"/>
                </a:lnTo>
                <a:lnTo>
                  <a:pt x="254596" y="34226"/>
                </a:lnTo>
                <a:lnTo>
                  <a:pt x="368998" y="34226"/>
                </a:lnTo>
                <a:lnTo>
                  <a:pt x="368998" y="609"/>
                </a:lnTo>
                <a:lnTo>
                  <a:pt x="222592" y="609"/>
                </a:lnTo>
                <a:lnTo>
                  <a:pt x="211924" y="159296"/>
                </a:lnTo>
                <a:lnTo>
                  <a:pt x="216496" y="157772"/>
                </a:lnTo>
                <a:lnTo>
                  <a:pt x="233260" y="157772"/>
                </a:lnTo>
                <a:lnTo>
                  <a:pt x="237832" y="156248"/>
                </a:lnTo>
                <a:lnTo>
                  <a:pt x="265264" y="156248"/>
                </a:lnTo>
                <a:lnTo>
                  <a:pt x="313372" y="165887"/>
                </a:lnTo>
                <a:lnTo>
                  <a:pt x="340614" y="194538"/>
                </a:lnTo>
                <a:lnTo>
                  <a:pt x="346138" y="221780"/>
                </a:lnTo>
                <a:lnTo>
                  <a:pt x="345833" y="228866"/>
                </a:lnTo>
                <a:lnTo>
                  <a:pt x="344805" y="236118"/>
                </a:lnTo>
                <a:lnTo>
                  <a:pt x="342925" y="243078"/>
                </a:lnTo>
                <a:lnTo>
                  <a:pt x="340042" y="249301"/>
                </a:lnTo>
                <a:lnTo>
                  <a:pt x="336994" y="258445"/>
                </a:lnTo>
                <a:lnTo>
                  <a:pt x="301942" y="285877"/>
                </a:lnTo>
                <a:lnTo>
                  <a:pt x="271360" y="290449"/>
                </a:lnTo>
                <a:lnTo>
                  <a:pt x="255130" y="289052"/>
                </a:lnTo>
                <a:lnTo>
                  <a:pt x="238594" y="284924"/>
                </a:lnTo>
                <a:lnTo>
                  <a:pt x="222072" y="278244"/>
                </a:lnTo>
                <a:lnTo>
                  <a:pt x="205828" y="269113"/>
                </a:lnTo>
                <a:lnTo>
                  <a:pt x="205828" y="307213"/>
                </a:lnTo>
                <a:lnTo>
                  <a:pt x="218427" y="313220"/>
                </a:lnTo>
                <a:lnTo>
                  <a:pt x="233451" y="317500"/>
                </a:lnTo>
                <a:lnTo>
                  <a:pt x="251053" y="320078"/>
                </a:lnTo>
                <a:lnTo>
                  <a:pt x="271360" y="320929"/>
                </a:lnTo>
                <a:lnTo>
                  <a:pt x="283705" y="320382"/>
                </a:lnTo>
                <a:lnTo>
                  <a:pt x="327164" y="309575"/>
                </a:lnTo>
                <a:lnTo>
                  <a:pt x="358800" y="286359"/>
                </a:lnTo>
                <a:lnTo>
                  <a:pt x="378218" y="251828"/>
                </a:lnTo>
                <a:lnTo>
                  <a:pt x="382168" y="230174"/>
                </a:lnTo>
                <a:lnTo>
                  <a:pt x="382714" y="2187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2828721" y="4216247"/>
            <a:ext cx="859155" cy="436245"/>
          </a:xfrm>
          <a:custGeom>
            <a:avLst/>
            <a:gdLst/>
            <a:ahLst/>
            <a:cxnLst/>
            <a:rect l="l" t="t" r="r" b="b"/>
            <a:pathLst>
              <a:path w="859154" h="436245">
                <a:moveTo>
                  <a:pt x="123545" y="9144"/>
                </a:moveTo>
                <a:lnTo>
                  <a:pt x="91541" y="0"/>
                </a:lnTo>
                <a:lnTo>
                  <a:pt x="77647" y="47942"/>
                </a:lnTo>
                <a:lnTo>
                  <a:pt x="61544" y="93040"/>
                </a:lnTo>
                <a:lnTo>
                  <a:pt x="43243" y="135382"/>
                </a:lnTo>
                <a:lnTo>
                  <a:pt x="22733" y="175018"/>
                </a:lnTo>
                <a:lnTo>
                  <a:pt x="0" y="212026"/>
                </a:lnTo>
                <a:lnTo>
                  <a:pt x="3441" y="220929"/>
                </a:lnTo>
                <a:lnTo>
                  <a:pt x="10337" y="238175"/>
                </a:lnTo>
                <a:lnTo>
                  <a:pt x="13817" y="247078"/>
                </a:lnTo>
                <a:lnTo>
                  <a:pt x="24079" y="231927"/>
                </a:lnTo>
                <a:lnTo>
                  <a:pt x="34201" y="216204"/>
                </a:lnTo>
                <a:lnTo>
                  <a:pt x="44030" y="199885"/>
                </a:lnTo>
                <a:lnTo>
                  <a:pt x="53441" y="182968"/>
                </a:lnTo>
                <a:lnTo>
                  <a:pt x="53441" y="431673"/>
                </a:lnTo>
                <a:lnTo>
                  <a:pt x="85445" y="431673"/>
                </a:lnTo>
                <a:lnTo>
                  <a:pt x="85445" y="182968"/>
                </a:lnTo>
                <a:lnTo>
                  <a:pt x="85445" y="118960"/>
                </a:lnTo>
                <a:lnTo>
                  <a:pt x="95681" y="93230"/>
                </a:lnTo>
                <a:lnTo>
                  <a:pt x="105638" y="66344"/>
                </a:lnTo>
                <a:lnTo>
                  <a:pt x="115023" y="38303"/>
                </a:lnTo>
                <a:lnTo>
                  <a:pt x="123545" y="9144"/>
                </a:lnTo>
                <a:close/>
              </a:path>
              <a:path w="859154" h="436245">
                <a:moveTo>
                  <a:pt x="437781" y="393573"/>
                </a:moveTo>
                <a:lnTo>
                  <a:pt x="386334" y="388086"/>
                </a:lnTo>
                <a:lnTo>
                  <a:pt x="339763" y="378625"/>
                </a:lnTo>
                <a:lnTo>
                  <a:pt x="298335" y="365188"/>
                </a:lnTo>
                <a:lnTo>
                  <a:pt x="262331" y="347764"/>
                </a:lnTo>
                <a:lnTo>
                  <a:pt x="262331" y="346240"/>
                </a:lnTo>
                <a:lnTo>
                  <a:pt x="271513" y="329374"/>
                </a:lnTo>
                <a:lnTo>
                  <a:pt x="272008" y="327952"/>
                </a:lnTo>
                <a:lnTo>
                  <a:pt x="278714" y="308508"/>
                </a:lnTo>
                <a:lnTo>
                  <a:pt x="284187" y="283616"/>
                </a:lnTo>
                <a:lnTo>
                  <a:pt x="288239" y="254698"/>
                </a:lnTo>
                <a:lnTo>
                  <a:pt x="376720" y="254698"/>
                </a:lnTo>
                <a:lnTo>
                  <a:pt x="376720" y="272986"/>
                </a:lnTo>
                <a:lnTo>
                  <a:pt x="410248" y="272986"/>
                </a:lnTo>
                <a:lnTo>
                  <a:pt x="410248" y="225742"/>
                </a:lnTo>
                <a:lnTo>
                  <a:pt x="410248" y="163156"/>
                </a:lnTo>
                <a:lnTo>
                  <a:pt x="410248" y="134200"/>
                </a:lnTo>
                <a:lnTo>
                  <a:pt x="376720" y="134200"/>
                </a:lnTo>
                <a:lnTo>
                  <a:pt x="376720" y="163156"/>
                </a:lnTo>
                <a:lnTo>
                  <a:pt x="376720" y="225742"/>
                </a:lnTo>
                <a:lnTo>
                  <a:pt x="291376" y="225742"/>
                </a:lnTo>
                <a:lnTo>
                  <a:pt x="292252" y="204825"/>
                </a:lnTo>
                <a:lnTo>
                  <a:pt x="292709" y="187591"/>
                </a:lnTo>
                <a:lnTo>
                  <a:pt x="292862" y="175018"/>
                </a:lnTo>
                <a:lnTo>
                  <a:pt x="292900" y="163156"/>
                </a:lnTo>
                <a:lnTo>
                  <a:pt x="376720" y="163156"/>
                </a:lnTo>
                <a:lnTo>
                  <a:pt x="376720" y="134200"/>
                </a:lnTo>
                <a:lnTo>
                  <a:pt x="292900" y="134200"/>
                </a:lnTo>
                <a:lnTo>
                  <a:pt x="292900" y="90004"/>
                </a:lnTo>
                <a:lnTo>
                  <a:pt x="434733" y="90004"/>
                </a:lnTo>
                <a:lnTo>
                  <a:pt x="434733" y="60960"/>
                </a:lnTo>
                <a:lnTo>
                  <a:pt x="292900" y="60960"/>
                </a:lnTo>
                <a:lnTo>
                  <a:pt x="292900" y="1524"/>
                </a:lnTo>
                <a:lnTo>
                  <a:pt x="259283" y="1524"/>
                </a:lnTo>
                <a:lnTo>
                  <a:pt x="259283" y="60960"/>
                </a:lnTo>
                <a:lnTo>
                  <a:pt x="118973" y="60960"/>
                </a:lnTo>
                <a:lnTo>
                  <a:pt x="118973" y="90004"/>
                </a:lnTo>
                <a:lnTo>
                  <a:pt x="259283" y="90004"/>
                </a:lnTo>
                <a:lnTo>
                  <a:pt x="259283" y="134200"/>
                </a:lnTo>
                <a:lnTo>
                  <a:pt x="259283" y="163156"/>
                </a:lnTo>
                <a:lnTo>
                  <a:pt x="259029" y="182968"/>
                </a:lnTo>
                <a:lnTo>
                  <a:pt x="258521" y="199631"/>
                </a:lnTo>
                <a:lnTo>
                  <a:pt x="258064" y="212026"/>
                </a:lnTo>
                <a:lnTo>
                  <a:pt x="257949" y="216204"/>
                </a:lnTo>
                <a:lnTo>
                  <a:pt x="257759" y="225742"/>
                </a:lnTo>
                <a:lnTo>
                  <a:pt x="173939" y="225742"/>
                </a:lnTo>
                <a:lnTo>
                  <a:pt x="173939" y="163156"/>
                </a:lnTo>
                <a:lnTo>
                  <a:pt x="259283" y="163156"/>
                </a:lnTo>
                <a:lnTo>
                  <a:pt x="259283" y="134200"/>
                </a:lnTo>
                <a:lnTo>
                  <a:pt x="140309" y="134200"/>
                </a:lnTo>
                <a:lnTo>
                  <a:pt x="140309" y="254698"/>
                </a:lnTo>
                <a:lnTo>
                  <a:pt x="254711" y="254698"/>
                </a:lnTo>
                <a:lnTo>
                  <a:pt x="251587" y="278142"/>
                </a:lnTo>
                <a:lnTo>
                  <a:pt x="246900" y="298183"/>
                </a:lnTo>
                <a:lnTo>
                  <a:pt x="240779" y="314782"/>
                </a:lnTo>
                <a:lnTo>
                  <a:pt x="233375" y="327952"/>
                </a:lnTo>
                <a:lnTo>
                  <a:pt x="218224" y="314794"/>
                </a:lnTo>
                <a:lnTo>
                  <a:pt x="204800" y="300507"/>
                </a:lnTo>
                <a:lnTo>
                  <a:pt x="193078" y="285038"/>
                </a:lnTo>
                <a:lnTo>
                  <a:pt x="183083" y="268414"/>
                </a:lnTo>
                <a:lnTo>
                  <a:pt x="152603" y="285178"/>
                </a:lnTo>
                <a:lnTo>
                  <a:pt x="164858" y="304063"/>
                </a:lnTo>
                <a:lnTo>
                  <a:pt x="178701" y="321652"/>
                </a:lnTo>
                <a:lnTo>
                  <a:pt x="193954" y="337781"/>
                </a:lnTo>
                <a:lnTo>
                  <a:pt x="210515" y="352336"/>
                </a:lnTo>
                <a:lnTo>
                  <a:pt x="190182" y="366636"/>
                </a:lnTo>
                <a:lnTo>
                  <a:pt x="165696" y="379958"/>
                </a:lnTo>
                <a:lnTo>
                  <a:pt x="136918" y="392442"/>
                </a:lnTo>
                <a:lnTo>
                  <a:pt x="103733" y="404241"/>
                </a:lnTo>
                <a:lnTo>
                  <a:pt x="109359" y="411861"/>
                </a:lnTo>
                <a:lnTo>
                  <a:pt x="115163" y="419290"/>
                </a:lnTo>
                <a:lnTo>
                  <a:pt x="120878" y="426313"/>
                </a:lnTo>
                <a:lnTo>
                  <a:pt x="126593" y="433197"/>
                </a:lnTo>
                <a:lnTo>
                  <a:pt x="161201" y="419836"/>
                </a:lnTo>
                <a:lnTo>
                  <a:pt x="191643" y="405180"/>
                </a:lnTo>
                <a:lnTo>
                  <a:pt x="217766" y="389648"/>
                </a:lnTo>
                <a:lnTo>
                  <a:pt x="239471" y="373672"/>
                </a:lnTo>
                <a:lnTo>
                  <a:pt x="276059" y="393458"/>
                </a:lnTo>
                <a:lnTo>
                  <a:pt x="317233" y="409371"/>
                </a:lnTo>
                <a:lnTo>
                  <a:pt x="362991" y="421551"/>
                </a:lnTo>
                <a:lnTo>
                  <a:pt x="413296" y="430149"/>
                </a:lnTo>
                <a:lnTo>
                  <a:pt x="419036" y="421005"/>
                </a:lnTo>
                <a:lnTo>
                  <a:pt x="424853" y="411975"/>
                </a:lnTo>
                <a:lnTo>
                  <a:pt x="431126" y="402717"/>
                </a:lnTo>
                <a:lnTo>
                  <a:pt x="437781" y="393573"/>
                </a:lnTo>
                <a:close/>
              </a:path>
              <a:path w="859154" h="436245">
                <a:moveTo>
                  <a:pt x="858685" y="25908"/>
                </a:moveTo>
                <a:lnTo>
                  <a:pt x="823544" y="25908"/>
                </a:lnTo>
                <a:lnTo>
                  <a:pt x="823544" y="57912"/>
                </a:lnTo>
                <a:lnTo>
                  <a:pt x="823544" y="140296"/>
                </a:lnTo>
                <a:lnTo>
                  <a:pt x="823544" y="170776"/>
                </a:lnTo>
                <a:lnTo>
                  <a:pt x="823544" y="253174"/>
                </a:lnTo>
                <a:lnTo>
                  <a:pt x="693902" y="253174"/>
                </a:lnTo>
                <a:lnTo>
                  <a:pt x="693902" y="170776"/>
                </a:lnTo>
                <a:lnTo>
                  <a:pt x="823544" y="170776"/>
                </a:lnTo>
                <a:lnTo>
                  <a:pt x="823544" y="140296"/>
                </a:lnTo>
                <a:lnTo>
                  <a:pt x="693902" y="140296"/>
                </a:lnTo>
                <a:lnTo>
                  <a:pt x="693902" y="57912"/>
                </a:lnTo>
                <a:lnTo>
                  <a:pt x="823544" y="57912"/>
                </a:lnTo>
                <a:lnTo>
                  <a:pt x="823544" y="25908"/>
                </a:lnTo>
                <a:lnTo>
                  <a:pt x="658850" y="25908"/>
                </a:lnTo>
                <a:lnTo>
                  <a:pt x="658850" y="57912"/>
                </a:lnTo>
                <a:lnTo>
                  <a:pt x="658850" y="140296"/>
                </a:lnTo>
                <a:lnTo>
                  <a:pt x="658850" y="170776"/>
                </a:lnTo>
                <a:lnTo>
                  <a:pt x="658850" y="253174"/>
                </a:lnTo>
                <a:lnTo>
                  <a:pt x="533781" y="253174"/>
                </a:lnTo>
                <a:lnTo>
                  <a:pt x="535520" y="233451"/>
                </a:lnTo>
                <a:lnTo>
                  <a:pt x="536257" y="213156"/>
                </a:lnTo>
                <a:lnTo>
                  <a:pt x="536143" y="192265"/>
                </a:lnTo>
                <a:lnTo>
                  <a:pt x="535305" y="170776"/>
                </a:lnTo>
                <a:lnTo>
                  <a:pt x="658850" y="170776"/>
                </a:lnTo>
                <a:lnTo>
                  <a:pt x="658850" y="140296"/>
                </a:lnTo>
                <a:lnTo>
                  <a:pt x="535305" y="140296"/>
                </a:lnTo>
                <a:lnTo>
                  <a:pt x="535305" y="57912"/>
                </a:lnTo>
                <a:lnTo>
                  <a:pt x="658850" y="57912"/>
                </a:lnTo>
                <a:lnTo>
                  <a:pt x="658850" y="25908"/>
                </a:lnTo>
                <a:lnTo>
                  <a:pt x="500253" y="25908"/>
                </a:lnTo>
                <a:lnTo>
                  <a:pt x="500253" y="181444"/>
                </a:lnTo>
                <a:lnTo>
                  <a:pt x="499681" y="222605"/>
                </a:lnTo>
                <a:lnTo>
                  <a:pt x="495109" y="290029"/>
                </a:lnTo>
                <a:lnTo>
                  <a:pt x="485165" y="340093"/>
                </a:lnTo>
                <a:lnTo>
                  <a:pt x="465823" y="384797"/>
                </a:lnTo>
                <a:lnTo>
                  <a:pt x="453009" y="405765"/>
                </a:lnTo>
                <a:lnTo>
                  <a:pt x="472948" y="429120"/>
                </a:lnTo>
                <a:lnTo>
                  <a:pt x="514731" y="368744"/>
                </a:lnTo>
                <a:lnTo>
                  <a:pt x="525640" y="328968"/>
                </a:lnTo>
                <a:lnTo>
                  <a:pt x="532257" y="285178"/>
                </a:lnTo>
                <a:lnTo>
                  <a:pt x="658850" y="285178"/>
                </a:lnTo>
                <a:lnTo>
                  <a:pt x="658850" y="424053"/>
                </a:lnTo>
                <a:lnTo>
                  <a:pt x="693902" y="424053"/>
                </a:lnTo>
                <a:lnTo>
                  <a:pt x="693902" y="285178"/>
                </a:lnTo>
                <a:lnTo>
                  <a:pt x="823544" y="285178"/>
                </a:lnTo>
                <a:lnTo>
                  <a:pt x="823544" y="366039"/>
                </a:lnTo>
                <a:lnTo>
                  <a:pt x="821829" y="377164"/>
                </a:lnTo>
                <a:lnTo>
                  <a:pt x="816686" y="385279"/>
                </a:lnTo>
                <a:lnTo>
                  <a:pt x="808113" y="390258"/>
                </a:lnTo>
                <a:lnTo>
                  <a:pt x="796112" y="391947"/>
                </a:lnTo>
                <a:lnTo>
                  <a:pt x="783551" y="391693"/>
                </a:lnTo>
                <a:lnTo>
                  <a:pt x="768870" y="390994"/>
                </a:lnTo>
                <a:lnTo>
                  <a:pt x="733628" y="388899"/>
                </a:lnTo>
                <a:lnTo>
                  <a:pt x="735888" y="399605"/>
                </a:lnTo>
                <a:lnTo>
                  <a:pt x="738009" y="408990"/>
                </a:lnTo>
                <a:lnTo>
                  <a:pt x="739838" y="417499"/>
                </a:lnTo>
                <a:lnTo>
                  <a:pt x="741248" y="425577"/>
                </a:lnTo>
                <a:lnTo>
                  <a:pt x="759218" y="425818"/>
                </a:lnTo>
                <a:lnTo>
                  <a:pt x="792886" y="426859"/>
                </a:lnTo>
                <a:lnTo>
                  <a:pt x="808304" y="427101"/>
                </a:lnTo>
                <a:lnTo>
                  <a:pt x="830313" y="423697"/>
                </a:lnTo>
                <a:lnTo>
                  <a:pt x="846061" y="413562"/>
                </a:lnTo>
                <a:lnTo>
                  <a:pt x="855522" y="396836"/>
                </a:lnTo>
                <a:lnTo>
                  <a:pt x="856195" y="391947"/>
                </a:lnTo>
                <a:lnTo>
                  <a:pt x="858685" y="373659"/>
                </a:lnTo>
                <a:lnTo>
                  <a:pt x="858685" y="285178"/>
                </a:lnTo>
                <a:lnTo>
                  <a:pt x="858685" y="253174"/>
                </a:lnTo>
                <a:lnTo>
                  <a:pt x="858685" y="170776"/>
                </a:lnTo>
                <a:lnTo>
                  <a:pt x="858685" y="140296"/>
                </a:lnTo>
                <a:lnTo>
                  <a:pt x="858685" y="57912"/>
                </a:lnTo>
                <a:lnTo>
                  <a:pt x="85868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849052" y="4274153"/>
            <a:ext cx="252095" cy="314325"/>
          </a:xfrm>
          <a:custGeom>
            <a:avLst/>
            <a:gdLst/>
            <a:ahLst/>
            <a:cxnLst/>
            <a:rect l="l" t="t" r="r" b="b"/>
            <a:pathLst>
              <a:path w="252095" h="314325">
                <a:moveTo>
                  <a:pt x="251650" y="314229"/>
                </a:moveTo>
                <a:lnTo>
                  <a:pt x="207359" y="314229"/>
                </a:lnTo>
                <a:lnTo>
                  <a:pt x="135731" y="193738"/>
                </a:lnTo>
                <a:lnTo>
                  <a:pt x="132683" y="190690"/>
                </a:lnTo>
                <a:lnTo>
                  <a:pt x="131159" y="186118"/>
                </a:lnTo>
                <a:lnTo>
                  <a:pt x="128111" y="178498"/>
                </a:lnTo>
                <a:lnTo>
                  <a:pt x="126587" y="178498"/>
                </a:lnTo>
                <a:lnTo>
                  <a:pt x="125063" y="181546"/>
                </a:lnTo>
                <a:lnTo>
                  <a:pt x="123539" y="187642"/>
                </a:lnTo>
                <a:lnTo>
                  <a:pt x="118967" y="193738"/>
                </a:lnTo>
                <a:lnTo>
                  <a:pt x="44195" y="314229"/>
                </a:lnTo>
                <a:lnTo>
                  <a:pt x="0" y="314229"/>
                </a:lnTo>
                <a:lnTo>
                  <a:pt x="105251" y="157162"/>
                </a:lnTo>
                <a:lnTo>
                  <a:pt x="7619" y="0"/>
                </a:lnTo>
                <a:lnTo>
                  <a:pt x="53339" y="0"/>
                </a:lnTo>
                <a:lnTo>
                  <a:pt x="117443" y="111347"/>
                </a:lnTo>
                <a:lnTo>
                  <a:pt x="122015" y="117443"/>
                </a:lnTo>
                <a:lnTo>
                  <a:pt x="128111" y="132778"/>
                </a:lnTo>
                <a:lnTo>
                  <a:pt x="129635" y="132778"/>
                </a:lnTo>
                <a:lnTo>
                  <a:pt x="141827" y="109823"/>
                </a:lnTo>
                <a:lnTo>
                  <a:pt x="208883" y="0"/>
                </a:lnTo>
                <a:lnTo>
                  <a:pt x="251650" y="0"/>
                </a:lnTo>
                <a:lnTo>
                  <a:pt x="152495" y="155638"/>
                </a:lnTo>
                <a:lnTo>
                  <a:pt x="25165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4149471" y="4274692"/>
            <a:ext cx="36830" cy="138430"/>
          </a:xfrm>
          <a:custGeom>
            <a:avLst/>
            <a:gdLst/>
            <a:ahLst/>
            <a:cxnLst/>
            <a:rect l="l" t="t" r="r" b="b"/>
            <a:pathLst>
              <a:path w="36829" h="138429">
                <a:moveTo>
                  <a:pt x="0" y="0"/>
                </a:moveTo>
                <a:lnTo>
                  <a:pt x="36576" y="0"/>
                </a:lnTo>
                <a:lnTo>
                  <a:pt x="36576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4149458" y="4274692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4436262" y="4274756"/>
            <a:ext cx="218440" cy="313690"/>
          </a:xfrm>
          <a:custGeom>
            <a:avLst/>
            <a:gdLst/>
            <a:ahLst/>
            <a:cxnLst/>
            <a:rect l="l" t="t" r="r" b="b"/>
            <a:pathLst>
              <a:path w="218439" h="313689">
                <a:moveTo>
                  <a:pt x="218033" y="0"/>
                </a:moveTo>
                <a:lnTo>
                  <a:pt x="0" y="0"/>
                </a:lnTo>
                <a:lnTo>
                  <a:pt x="0" y="33020"/>
                </a:lnTo>
                <a:lnTo>
                  <a:pt x="89916" y="33020"/>
                </a:lnTo>
                <a:lnTo>
                  <a:pt x="89916" y="313690"/>
                </a:lnTo>
                <a:lnTo>
                  <a:pt x="126593" y="313690"/>
                </a:lnTo>
                <a:lnTo>
                  <a:pt x="126593" y="33020"/>
                </a:lnTo>
                <a:lnTo>
                  <a:pt x="218033" y="33020"/>
                </a:lnTo>
                <a:lnTo>
                  <a:pt x="218033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4703064" y="4274153"/>
            <a:ext cx="320675" cy="314325"/>
          </a:xfrm>
          <a:custGeom>
            <a:avLst/>
            <a:gdLst/>
            <a:ahLst/>
            <a:cxnLst/>
            <a:rect l="l" t="t" r="r" b="b"/>
            <a:pathLst>
              <a:path w="320675" h="314325">
                <a:moveTo>
                  <a:pt x="35052" y="314229"/>
                </a:moveTo>
                <a:lnTo>
                  <a:pt x="0" y="314229"/>
                </a:lnTo>
                <a:lnTo>
                  <a:pt x="0" y="0"/>
                </a:lnTo>
                <a:lnTo>
                  <a:pt x="48768" y="0"/>
                </a:lnTo>
                <a:lnTo>
                  <a:pt x="67482" y="42767"/>
                </a:lnTo>
                <a:lnTo>
                  <a:pt x="33528" y="42767"/>
                </a:lnTo>
                <a:lnTo>
                  <a:pt x="34409" y="53578"/>
                </a:lnTo>
                <a:lnTo>
                  <a:pt x="34861" y="67532"/>
                </a:lnTo>
                <a:lnTo>
                  <a:pt x="34946" y="76104"/>
                </a:lnTo>
                <a:lnTo>
                  <a:pt x="35052" y="314229"/>
                </a:lnTo>
                <a:close/>
              </a:path>
              <a:path w="320675" h="314325">
                <a:moveTo>
                  <a:pt x="194600" y="257841"/>
                </a:moveTo>
                <a:lnTo>
                  <a:pt x="161639" y="257841"/>
                </a:lnTo>
                <a:lnTo>
                  <a:pt x="165949" y="245206"/>
                </a:lnTo>
                <a:lnTo>
                  <a:pt x="169830" y="234553"/>
                </a:lnTo>
                <a:lnTo>
                  <a:pt x="173426" y="225614"/>
                </a:lnTo>
                <a:lnTo>
                  <a:pt x="176879" y="218122"/>
                </a:lnTo>
                <a:lnTo>
                  <a:pt x="274510" y="0"/>
                </a:lnTo>
                <a:lnTo>
                  <a:pt x="320230" y="0"/>
                </a:lnTo>
                <a:lnTo>
                  <a:pt x="320230" y="42767"/>
                </a:lnTo>
                <a:lnTo>
                  <a:pt x="286702" y="42767"/>
                </a:lnTo>
                <a:lnTo>
                  <a:pt x="283486" y="52697"/>
                </a:lnTo>
                <a:lnTo>
                  <a:pt x="280987" y="60864"/>
                </a:lnTo>
                <a:lnTo>
                  <a:pt x="278987" y="67841"/>
                </a:lnTo>
                <a:lnTo>
                  <a:pt x="277558" y="73247"/>
                </a:lnTo>
                <a:lnTo>
                  <a:pt x="194600" y="257841"/>
                </a:lnTo>
                <a:close/>
              </a:path>
              <a:path w="320675" h="314325">
                <a:moveTo>
                  <a:pt x="169259" y="314229"/>
                </a:moveTo>
                <a:lnTo>
                  <a:pt x="150971" y="314229"/>
                </a:lnTo>
                <a:lnTo>
                  <a:pt x="44196" y="74771"/>
                </a:lnTo>
                <a:lnTo>
                  <a:pt x="41910" y="69127"/>
                </a:lnTo>
                <a:lnTo>
                  <a:pt x="39624" y="61626"/>
                </a:lnTo>
                <a:lnTo>
                  <a:pt x="37283" y="52458"/>
                </a:lnTo>
                <a:lnTo>
                  <a:pt x="35052" y="42767"/>
                </a:lnTo>
                <a:lnTo>
                  <a:pt x="67482" y="42767"/>
                </a:lnTo>
                <a:lnTo>
                  <a:pt x="150042" y="231441"/>
                </a:lnTo>
                <a:lnTo>
                  <a:pt x="154209" y="241637"/>
                </a:lnTo>
                <a:lnTo>
                  <a:pt x="157519" y="250386"/>
                </a:lnTo>
                <a:lnTo>
                  <a:pt x="160115" y="257841"/>
                </a:lnTo>
                <a:lnTo>
                  <a:pt x="194600" y="257841"/>
                </a:lnTo>
                <a:lnTo>
                  <a:pt x="169259" y="314229"/>
                </a:lnTo>
                <a:close/>
              </a:path>
              <a:path w="320675" h="314325">
                <a:moveTo>
                  <a:pt x="320230" y="314229"/>
                </a:moveTo>
                <a:lnTo>
                  <a:pt x="283654" y="314229"/>
                </a:lnTo>
                <a:lnTo>
                  <a:pt x="283654" y="103727"/>
                </a:lnTo>
                <a:lnTo>
                  <a:pt x="283916" y="90558"/>
                </a:lnTo>
                <a:lnTo>
                  <a:pt x="284607" y="76104"/>
                </a:lnTo>
                <a:lnTo>
                  <a:pt x="286702" y="42767"/>
                </a:lnTo>
                <a:lnTo>
                  <a:pt x="320230" y="42767"/>
                </a:lnTo>
                <a:lnTo>
                  <a:pt x="320230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5107203" y="4273550"/>
            <a:ext cx="161925" cy="314960"/>
          </a:xfrm>
          <a:custGeom>
            <a:avLst/>
            <a:gdLst/>
            <a:ahLst/>
            <a:cxnLst/>
            <a:rect l="l" t="t" r="r" b="b"/>
            <a:pathLst>
              <a:path w="161925" h="314960">
                <a:moveTo>
                  <a:pt x="161645" y="283210"/>
                </a:moveTo>
                <a:lnTo>
                  <a:pt x="36576" y="283210"/>
                </a:lnTo>
                <a:lnTo>
                  <a:pt x="36576" y="0"/>
                </a:lnTo>
                <a:lnTo>
                  <a:pt x="0" y="0"/>
                </a:lnTo>
                <a:lnTo>
                  <a:pt x="0" y="283210"/>
                </a:lnTo>
                <a:lnTo>
                  <a:pt x="0" y="314960"/>
                </a:lnTo>
                <a:lnTo>
                  <a:pt x="161645" y="314960"/>
                </a:lnTo>
                <a:lnTo>
                  <a:pt x="161645" y="2832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5404573" y="4216247"/>
            <a:ext cx="1333500" cy="431800"/>
          </a:xfrm>
          <a:custGeom>
            <a:avLst/>
            <a:gdLst/>
            <a:ahLst/>
            <a:cxnLst/>
            <a:rect l="l" t="t" r="r" b="b"/>
            <a:pathLst>
              <a:path w="1333500" h="431800">
                <a:moveTo>
                  <a:pt x="114388" y="79248"/>
                </a:moveTo>
                <a:lnTo>
                  <a:pt x="101511" y="66103"/>
                </a:lnTo>
                <a:lnTo>
                  <a:pt x="44196" y="6096"/>
                </a:lnTo>
                <a:lnTo>
                  <a:pt x="18288" y="28956"/>
                </a:lnTo>
                <a:lnTo>
                  <a:pt x="53352" y="68211"/>
                </a:lnTo>
                <a:lnTo>
                  <a:pt x="69329" y="86855"/>
                </a:lnTo>
                <a:lnTo>
                  <a:pt x="83908" y="105244"/>
                </a:lnTo>
                <a:lnTo>
                  <a:pt x="114388" y="79248"/>
                </a:lnTo>
                <a:close/>
              </a:path>
              <a:path w="1333500" h="431800">
                <a:moveTo>
                  <a:pt x="143357" y="359956"/>
                </a:moveTo>
                <a:lnTo>
                  <a:pt x="142227" y="352285"/>
                </a:lnTo>
                <a:lnTo>
                  <a:pt x="141262" y="343192"/>
                </a:lnTo>
                <a:lnTo>
                  <a:pt x="140563" y="332943"/>
                </a:lnTo>
                <a:lnTo>
                  <a:pt x="140309" y="321856"/>
                </a:lnTo>
                <a:lnTo>
                  <a:pt x="112674" y="342430"/>
                </a:lnTo>
                <a:lnTo>
                  <a:pt x="98513" y="352717"/>
                </a:lnTo>
                <a:lnTo>
                  <a:pt x="83908" y="363004"/>
                </a:lnTo>
                <a:lnTo>
                  <a:pt x="83908" y="150964"/>
                </a:lnTo>
                <a:lnTo>
                  <a:pt x="0" y="150964"/>
                </a:lnTo>
                <a:lnTo>
                  <a:pt x="0" y="181444"/>
                </a:lnTo>
                <a:lnTo>
                  <a:pt x="50292" y="181444"/>
                </a:lnTo>
                <a:lnTo>
                  <a:pt x="50292" y="353860"/>
                </a:lnTo>
                <a:lnTo>
                  <a:pt x="49199" y="366471"/>
                </a:lnTo>
                <a:lnTo>
                  <a:pt x="46101" y="377101"/>
                </a:lnTo>
                <a:lnTo>
                  <a:pt x="41287" y="386041"/>
                </a:lnTo>
                <a:lnTo>
                  <a:pt x="35052" y="393573"/>
                </a:lnTo>
                <a:lnTo>
                  <a:pt x="54864" y="424053"/>
                </a:lnTo>
                <a:lnTo>
                  <a:pt x="77520" y="406323"/>
                </a:lnTo>
                <a:lnTo>
                  <a:pt x="99720" y="389712"/>
                </a:lnTo>
                <a:lnTo>
                  <a:pt x="121615" y="374256"/>
                </a:lnTo>
                <a:lnTo>
                  <a:pt x="138722" y="363004"/>
                </a:lnTo>
                <a:lnTo>
                  <a:pt x="143357" y="359956"/>
                </a:lnTo>
                <a:close/>
              </a:path>
              <a:path w="1333500" h="431800">
                <a:moveTo>
                  <a:pt x="395008" y="269938"/>
                </a:moveTo>
                <a:lnTo>
                  <a:pt x="361480" y="269938"/>
                </a:lnTo>
                <a:lnTo>
                  <a:pt x="361480" y="300520"/>
                </a:lnTo>
                <a:lnTo>
                  <a:pt x="361480" y="373672"/>
                </a:lnTo>
                <a:lnTo>
                  <a:pt x="192125" y="373672"/>
                </a:lnTo>
                <a:lnTo>
                  <a:pt x="192125" y="300520"/>
                </a:lnTo>
                <a:lnTo>
                  <a:pt x="361480" y="300520"/>
                </a:lnTo>
                <a:lnTo>
                  <a:pt x="361480" y="269938"/>
                </a:lnTo>
                <a:lnTo>
                  <a:pt x="160121" y="269938"/>
                </a:lnTo>
                <a:lnTo>
                  <a:pt x="160121" y="430149"/>
                </a:lnTo>
                <a:lnTo>
                  <a:pt x="192125" y="430149"/>
                </a:lnTo>
                <a:lnTo>
                  <a:pt x="192125" y="404241"/>
                </a:lnTo>
                <a:lnTo>
                  <a:pt x="361480" y="404241"/>
                </a:lnTo>
                <a:lnTo>
                  <a:pt x="361480" y="430149"/>
                </a:lnTo>
                <a:lnTo>
                  <a:pt x="395008" y="430149"/>
                </a:lnTo>
                <a:lnTo>
                  <a:pt x="395008" y="404241"/>
                </a:lnTo>
                <a:lnTo>
                  <a:pt x="395008" y="373672"/>
                </a:lnTo>
                <a:lnTo>
                  <a:pt x="395008" y="300520"/>
                </a:lnTo>
                <a:lnTo>
                  <a:pt x="395008" y="269938"/>
                </a:lnTo>
                <a:close/>
              </a:path>
              <a:path w="1333500" h="431800">
                <a:moveTo>
                  <a:pt x="434632" y="193738"/>
                </a:moveTo>
                <a:lnTo>
                  <a:pt x="379768" y="193738"/>
                </a:lnTo>
                <a:lnTo>
                  <a:pt x="379768" y="102196"/>
                </a:lnTo>
                <a:lnTo>
                  <a:pt x="346138" y="102196"/>
                </a:lnTo>
                <a:lnTo>
                  <a:pt x="346138" y="132676"/>
                </a:lnTo>
                <a:lnTo>
                  <a:pt x="346138" y="193738"/>
                </a:lnTo>
                <a:lnTo>
                  <a:pt x="228790" y="193738"/>
                </a:lnTo>
                <a:lnTo>
                  <a:pt x="237934" y="132676"/>
                </a:lnTo>
                <a:lnTo>
                  <a:pt x="346138" y="132676"/>
                </a:lnTo>
                <a:lnTo>
                  <a:pt x="346138" y="102196"/>
                </a:lnTo>
                <a:lnTo>
                  <a:pt x="240982" y="102196"/>
                </a:lnTo>
                <a:lnTo>
                  <a:pt x="248602" y="51816"/>
                </a:lnTo>
                <a:lnTo>
                  <a:pt x="416344" y="51816"/>
                </a:lnTo>
                <a:lnTo>
                  <a:pt x="416344" y="19812"/>
                </a:lnTo>
                <a:lnTo>
                  <a:pt x="131165" y="19812"/>
                </a:lnTo>
                <a:lnTo>
                  <a:pt x="131165" y="51816"/>
                </a:lnTo>
                <a:lnTo>
                  <a:pt x="215074" y="51816"/>
                </a:lnTo>
                <a:lnTo>
                  <a:pt x="208889" y="102196"/>
                </a:lnTo>
                <a:lnTo>
                  <a:pt x="141833" y="102196"/>
                </a:lnTo>
                <a:lnTo>
                  <a:pt x="141833" y="132676"/>
                </a:lnTo>
                <a:lnTo>
                  <a:pt x="204317" y="132676"/>
                </a:lnTo>
                <a:lnTo>
                  <a:pt x="195173" y="193738"/>
                </a:lnTo>
                <a:lnTo>
                  <a:pt x="120484" y="193738"/>
                </a:lnTo>
                <a:lnTo>
                  <a:pt x="120484" y="224218"/>
                </a:lnTo>
                <a:lnTo>
                  <a:pt x="434632" y="224218"/>
                </a:lnTo>
                <a:lnTo>
                  <a:pt x="434632" y="193738"/>
                </a:lnTo>
                <a:close/>
              </a:path>
              <a:path w="1333500" h="431800">
                <a:moveTo>
                  <a:pt x="547497" y="259270"/>
                </a:moveTo>
                <a:lnTo>
                  <a:pt x="538378" y="254965"/>
                </a:lnTo>
                <a:lnTo>
                  <a:pt x="529399" y="251079"/>
                </a:lnTo>
                <a:lnTo>
                  <a:pt x="512445" y="244030"/>
                </a:lnTo>
                <a:lnTo>
                  <a:pt x="498475" y="289826"/>
                </a:lnTo>
                <a:lnTo>
                  <a:pt x="484200" y="333476"/>
                </a:lnTo>
                <a:lnTo>
                  <a:pt x="469925" y="375107"/>
                </a:lnTo>
                <a:lnTo>
                  <a:pt x="455955" y="414909"/>
                </a:lnTo>
                <a:lnTo>
                  <a:pt x="492633" y="427101"/>
                </a:lnTo>
                <a:lnTo>
                  <a:pt x="505282" y="388416"/>
                </a:lnTo>
                <a:lnTo>
                  <a:pt x="518350" y="347764"/>
                </a:lnTo>
                <a:lnTo>
                  <a:pt x="532282" y="304812"/>
                </a:lnTo>
                <a:lnTo>
                  <a:pt x="547497" y="259270"/>
                </a:lnTo>
                <a:close/>
              </a:path>
              <a:path w="1333500" h="431800">
                <a:moveTo>
                  <a:pt x="547497" y="178396"/>
                </a:moveTo>
                <a:lnTo>
                  <a:pt x="525487" y="160972"/>
                </a:lnTo>
                <a:lnTo>
                  <a:pt x="505193" y="145249"/>
                </a:lnTo>
                <a:lnTo>
                  <a:pt x="486587" y="131254"/>
                </a:lnTo>
                <a:lnTo>
                  <a:pt x="469671" y="118960"/>
                </a:lnTo>
                <a:lnTo>
                  <a:pt x="448335" y="143344"/>
                </a:lnTo>
                <a:lnTo>
                  <a:pt x="461505" y="154851"/>
                </a:lnTo>
                <a:lnTo>
                  <a:pt x="478104" y="169075"/>
                </a:lnTo>
                <a:lnTo>
                  <a:pt x="498144" y="186474"/>
                </a:lnTo>
                <a:lnTo>
                  <a:pt x="521589" y="207454"/>
                </a:lnTo>
                <a:lnTo>
                  <a:pt x="526707" y="201434"/>
                </a:lnTo>
                <a:lnTo>
                  <a:pt x="532828" y="194678"/>
                </a:lnTo>
                <a:lnTo>
                  <a:pt x="539800" y="187058"/>
                </a:lnTo>
                <a:lnTo>
                  <a:pt x="547497" y="178396"/>
                </a:lnTo>
                <a:close/>
              </a:path>
              <a:path w="1333500" h="431800">
                <a:moveTo>
                  <a:pt x="562737" y="68580"/>
                </a:moveTo>
                <a:lnTo>
                  <a:pt x="504837" y="19710"/>
                </a:lnTo>
                <a:lnTo>
                  <a:pt x="486435" y="4572"/>
                </a:lnTo>
                <a:lnTo>
                  <a:pt x="465099" y="28956"/>
                </a:lnTo>
                <a:lnTo>
                  <a:pt x="516839" y="77216"/>
                </a:lnTo>
                <a:lnTo>
                  <a:pt x="536829" y="96100"/>
                </a:lnTo>
                <a:lnTo>
                  <a:pt x="542594" y="90093"/>
                </a:lnTo>
                <a:lnTo>
                  <a:pt x="555256" y="76314"/>
                </a:lnTo>
                <a:lnTo>
                  <a:pt x="562737" y="68580"/>
                </a:lnTo>
                <a:close/>
              </a:path>
              <a:path w="1333500" h="431800">
                <a:moveTo>
                  <a:pt x="882967" y="204406"/>
                </a:moveTo>
                <a:lnTo>
                  <a:pt x="741133" y="204406"/>
                </a:lnTo>
                <a:lnTo>
                  <a:pt x="741133" y="111340"/>
                </a:lnTo>
                <a:lnTo>
                  <a:pt x="861631" y="111340"/>
                </a:lnTo>
                <a:lnTo>
                  <a:pt x="861631" y="79248"/>
                </a:lnTo>
                <a:lnTo>
                  <a:pt x="741133" y="79248"/>
                </a:lnTo>
                <a:lnTo>
                  <a:pt x="741133" y="0"/>
                </a:lnTo>
                <a:lnTo>
                  <a:pt x="706081" y="0"/>
                </a:lnTo>
                <a:lnTo>
                  <a:pt x="706081" y="79248"/>
                </a:lnTo>
                <a:lnTo>
                  <a:pt x="590169" y="79248"/>
                </a:lnTo>
                <a:lnTo>
                  <a:pt x="590169" y="111340"/>
                </a:lnTo>
                <a:lnTo>
                  <a:pt x="706081" y="111340"/>
                </a:lnTo>
                <a:lnTo>
                  <a:pt x="706081" y="204406"/>
                </a:lnTo>
                <a:lnTo>
                  <a:pt x="567309" y="204406"/>
                </a:lnTo>
                <a:lnTo>
                  <a:pt x="567309" y="236410"/>
                </a:lnTo>
                <a:lnTo>
                  <a:pt x="683221" y="236410"/>
                </a:lnTo>
                <a:lnTo>
                  <a:pt x="670394" y="258978"/>
                </a:lnTo>
                <a:lnTo>
                  <a:pt x="643585" y="301853"/>
                </a:lnTo>
                <a:lnTo>
                  <a:pt x="616115" y="340448"/>
                </a:lnTo>
                <a:lnTo>
                  <a:pt x="574929" y="373672"/>
                </a:lnTo>
                <a:lnTo>
                  <a:pt x="591693" y="411861"/>
                </a:lnTo>
                <a:lnTo>
                  <a:pt x="817435" y="391960"/>
                </a:lnTo>
                <a:lnTo>
                  <a:pt x="823175" y="402056"/>
                </a:lnTo>
                <a:lnTo>
                  <a:pt x="829056" y="411848"/>
                </a:lnTo>
                <a:lnTo>
                  <a:pt x="835228" y="421627"/>
                </a:lnTo>
                <a:lnTo>
                  <a:pt x="841819" y="431673"/>
                </a:lnTo>
                <a:lnTo>
                  <a:pt x="849845" y="426859"/>
                </a:lnTo>
                <a:lnTo>
                  <a:pt x="858012" y="421767"/>
                </a:lnTo>
                <a:lnTo>
                  <a:pt x="866470" y="416674"/>
                </a:lnTo>
                <a:lnTo>
                  <a:pt x="875347" y="411861"/>
                </a:lnTo>
                <a:lnTo>
                  <a:pt x="862457" y="391960"/>
                </a:lnTo>
                <a:lnTo>
                  <a:pt x="851598" y="375196"/>
                </a:lnTo>
                <a:lnTo>
                  <a:pt x="828484" y="340906"/>
                </a:lnTo>
                <a:lnTo>
                  <a:pt x="805916" y="308851"/>
                </a:lnTo>
                <a:lnTo>
                  <a:pt x="783907" y="279082"/>
                </a:lnTo>
                <a:lnTo>
                  <a:pt x="756373" y="297472"/>
                </a:lnTo>
                <a:lnTo>
                  <a:pt x="766102" y="312851"/>
                </a:lnTo>
                <a:lnTo>
                  <a:pt x="776655" y="329095"/>
                </a:lnTo>
                <a:lnTo>
                  <a:pt x="787768" y="345897"/>
                </a:lnTo>
                <a:lnTo>
                  <a:pt x="799147" y="363004"/>
                </a:lnTo>
                <a:lnTo>
                  <a:pt x="673468" y="372643"/>
                </a:lnTo>
                <a:lnTo>
                  <a:pt x="631405" y="375196"/>
                </a:lnTo>
                <a:lnTo>
                  <a:pt x="655205" y="344284"/>
                </a:lnTo>
                <a:lnTo>
                  <a:pt x="678840" y="310946"/>
                </a:lnTo>
                <a:lnTo>
                  <a:pt x="702779" y="275031"/>
                </a:lnTo>
                <a:lnTo>
                  <a:pt x="727417" y="236410"/>
                </a:lnTo>
                <a:lnTo>
                  <a:pt x="882967" y="236410"/>
                </a:lnTo>
                <a:lnTo>
                  <a:pt x="882967" y="204406"/>
                </a:lnTo>
                <a:close/>
              </a:path>
              <a:path w="1333500" h="431800">
                <a:moveTo>
                  <a:pt x="1066038" y="41148"/>
                </a:moveTo>
                <a:lnTo>
                  <a:pt x="1030897" y="41148"/>
                </a:lnTo>
                <a:lnTo>
                  <a:pt x="1030897" y="73152"/>
                </a:lnTo>
                <a:lnTo>
                  <a:pt x="1030897" y="184505"/>
                </a:lnTo>
                <a:lnTo>
                  <a:pt x="1030897" y="216598"/>
                </a:lnTo>
                <a:lnTo>
                  <a:pt x="1030897" y="329476"/>
                </a:lnTo>
                <a:lnTo>
                  <a:pt x="948601" y="329476"/>
                </a:lnTo>
                <a:lnTo>
                  <a:pt x="948601" y="216598"/>
                </a:lnTo>
                <a:lnTo>
                  <a:pt x="1030897" y="216598"/>
                </a:lnTo>
                <a:lnTo>
                  <a:pt x="1030897" y="184505"/>
                </a:lnTo>
                <a:lnTo>
                  <a:pt x="948601" y="184505"/>
                </a:lnTo>
                <a:lnTo>
                  <a:pt x="948601" y="73152"/>
                </a:lnTo>
                <a:lnTo>
                  <a:pt x="1030897" y="73152"/>
                </a:lnTo>
                <a:lnTo>
                  <a:pt x="1030897" y="41148"/>
                </a:lnTo>
                <a:lnTo>
                  <a:pt x="915073" y="41148"/>
                </a:lnTo>
                <a:lnTo>
                  <a:pt x="915073" y="404241"/>
                </a:lnTo>
                <a:lnTo>
                  <a:pt x="948601" y="404241"/>
                </a:lnTo>
                <a:lnTo>
                  <a:pt x="948601" y="361480"/>
                </a:lnTo>
                <a:lnTo>
                  <a:pt x="1030897" y="361480"/>
                </a:lnTo>
                <a:lnTo>
                  <a:pt x="1030897" y="398145"/>
                </a:lnTo>
                <a:lnTo>
                  <a:pt x="1066038" y="398145"/>
                </a:lnTo>
                <a:lnTo>
                  <a:pt x="1066038" y="361480"/>
                </a:lnTo>
                <a:lnTo>
                  <a:pt x="1066038" y="329476"/>
                </a:lnTo>
                <a:lnTo>
                  <a:pt x="1066038" y="216598"/>
                </a:lnTo>
                <a:lnTo>
                  <a:pt x="1066038" y="184505"/>
                </a:lnTo>
                <a:lnTo>
                  <a:pt x="1066038" y="73152"/>
                </a:lnTo>
                <a:lnTo>
                  <a:pt x="1066038" y="41148"/>
                </a:lnTo>
                <a:close/>
              </a:path>
              <a:path w="1333500" h="431800">
                <a:moveTo>
                  <a:pt x="1181963" y="272986"/>
                </a:moveTo>
                <a:lnTo>
                  <a:pt x="1171879" y="252107"/>
                </a:lnTo>
                <a:lnTo>
                  <a:pt x="1159967" y="228206"/>
                </a:lnTo>
                <a:lnTo>
                  <a:pt x="1146073" y="201155"/>
                </a:lnTo>
                <a:lnTo>
                  <a:pt x="1130046" y="170789"/>
                </a:lnTo>
                <a:lnTo>
                  <a:pt x="1098042" y="186029"/>
                </a:lnTo>
                <a:lnTo>
                  <a:pt x="1113167" y="216420"/>
                </a:lnTo>
                <a:lnTo>
                  <a:pt x="1126426" y="243636"/>
                </a:lnTo>
                <a:lnTo>
                  <a:pt x="1137691" y="267982"/>
                </a:lnTo>
                <a:lnTo>
                  <a:pt x="1146810" y="289750"/>
                </a:lnTo>
                <a:lnTo>
                  <a:pt x="1158290" y="284340"/>
                </a:lnTo>
                <a:lnTo>
                  <a:pt x="1175562" y="275818"/>
                </a:lnTo>
                <a:lnTo>
                  <a:pt x="1181963" y="272986"/>
                </a:lnTo>
                <a:close/>
              </a:path>
              <a:path w="1333500" h="431800">
                <a:moveTo>
                  <a:pt x="1332928" y="96113"/>
                </a:moveTo>
                <a:lnTo>
                  <a:pt x="1270355" y="96113"/>
                </a:lnTo>
                <a:lnTo>
                  <a:pt x="1270355" y="0"/>
                </a:lnTo>
                <a:lnTo>
                  <a:pt x="1235303" y="0"/>
                </a:lnTo>
                <a:lnTo>
                  <a:pt x="1235303" y="96113"/>
                </a:lnTo>
                <a:lnTo>
                  <a:pt x="1079754" y="96113"/>
                </a:lnTo>
                <a:lnTo>
                  <a:pt x="1079754" y="128117"/>
                </a:lnTo>
                <a:lnTo>
                  <a:pt x="1235303" y="128117"/>
                </a:lnTo>
                <a:lnTo>
                  <a:pt x="1235303" y="356908"/>
                </a:lnTo>
                <a:lnTo>
                  <a:pt x="1233538" y="370903"/>
                </a:lnTo>
                <a:lnTo>
                  <a:pt x="1228064" y="380911"/>
                </a:lnTo>
                <a:lnTo>
                  <a:pt x="1218577" y="386905"/>
                </a:lnTo>
                <a:lnTo>
                  <a:pt x="1204823" y="388912"/>
                </a:lnTo>
                <a:lnTo>
                  <a:pt x="1190828" y="388645"/>
                </a:lnTo>
                <a:lnTo>
                  <a:pt x="1133094" y="385864"/>
                </a:lnTo>
                <a:lnTo>
                  <a:pt x="1137475" y="405371"/>
                </a:lnTo>
                <a:lnTo>
                  <a:pt x="1139304" y="414235"/>
                </a:lnTo>
                <a:lnTo>
                  <a:pt x="1140714" y="422529"/>
                </a:lnTo>
                <a:lnTo>
                  <a:pt x="1163535" y="422770"/>
                </a:lnTo>
                <a:lnTo>
                  <a:pt x="1201229" y="423811"/>
                </a:lnTo>
                <a:lnTo>
                  <a:pt x="1215491" y="424053"/>
                </a:lnTo>
                <a:lnTo>
                  <a:pt x="1239494" y="420331"/>
                </a:lnTo>
                <a:lnTo>
                  <a:pt x="1256639" y="409181"/>
                </a:lnTo>
                <a:lnTo>
                  <a:pt x="1266926" y="390575"/>
                </a:lnTo>
                <a:lnTo>
                  <a:pt x="1267142" y="388912"/>
                </a:lnTo>
                <a:lnTo>
                  <a:pt x="1270355" y="364528"/>
                </a:lnTo>
                <a:lnTo>
                  <a:pt x="1270355" y="128117"/>
                </a:lnTo>
                <a:lnTo>
                  <a:pt x="1332928" y="128117"/>
                </a:lnTo>
                <a:lnTo>
                  <a:pt x="1332928" y="961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6810661" y="4535042"/>
            <a:ext cx="69215" cy="116205"/>
          </a:xfrm>
          <a:custGeom>
            <a:avLst/>
            <a:gdLst/>
            <a:ahLst/>
            <a:cxnLst/>
            <a:rect l="l" t="t" r="r" b="b"/>
            <a:pathLst>
              <a:path w="69215" h="116204">
                <a:moveTo>
                  <a:pt x="32003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8675" y="0"/>
                </a:lnTo>
                <a:lnTo>
                  <a:pt x="32003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7214806" y="4216241"/>
            <a:ext cx="422909" cy="434975"/>
          </a:xfrm>
          <a:custGeom>
            <a:avLst/>
            <a:gdLst/>
            <a:ahLst/>
            <a:cxnLst/>
            <a:rect l="l" t="t" r="r" b="b"/>
            <a:pathLst>
              <a:path w="422909" h="434975">
                <a:moveTo>
                  <a:pt x="192119" y="131159"/>
                </a:moveTo>
                <a:lnTo>
                  <a:pt x="175521" y="98283"/>
                </a:lnTo>
                <a:lnTo>
                  <a:pt x="159924" y="68246"/>
                </a:lnTo>
                <a:lnTo>
                  <a:pt x="145184" y="41067"/>
                </a:lnTo>
                <a:lnTo>
                  <a:pt x="131159" y="16764"/>
                </a:lnTo>
                <a:lnTo>
                  <a:pt x="161639" y="0"/>
                </a:lnTo>
                <a:lnTo>
                  <a:pt x="176822" y="24242"/>
                </a:lnTo>
                <a:lnTo>
                  <a:pt x="192738" y="51065"/>
                </a:lnTo>
                <a:lnTo>
                  <a:pt x="209511" y="80193"/>
                </a:lnTo>
                <a:lnTo>
                  <a:pt x="227266" y="111347"/>
                </a:lnTo>
                <a:lnTo>
                  <a:pt x="192119" y="131159"/>
                </a:lnTo>
                <a:close/>
              </a:path>
              <a:path w="422909" h="434975">
                <a:moveTo>
                  <a:pt x="150971" y="434721"/>
                </a:moveTo>
                <a:lnTo>
                  <a:pt x="145232" y="427601"/>
                </a:lnTo>
                <a:lnTo>
                  <a:pt x="139350" y="420052"/>
                </a:lnTo>
                <a:lnTo>
                  <a:pt x="133183" y="412218"/>
                </a:lnTo>
                <a:lnTo>
                  <a:pt x="126587" y="404241"/>
                </a:lnTo>
                <a:lnTo>
                  <a:pt x="177799" y="377252"/>
                </a:lnTo>
                <a:lnTo>
                  <a:pt x="219598" y="348710"/>
                </a:lnTo>
                <a:lnTo>
                  <a:pt x="252254" y="318167"/>
                </a:lnTo>
                <a:lnTo>
                  <a:pt x="276034" y="285178"/>
                </a:lnTo>
                <a:lnTo>
                  <a:pt x="293798" y="248659"/>
                </a:lnTo>
                <a:lnTo>
                  <a:pt x="306133" y="203406"/>
                </a:lnTo>
                <a:lnTo>
                  <a:pt x="313324" y="149866"/>
                </a:lnTo>
                <a:lnTo>
                  <a:pt x="315658" y="88487"/>
                </a:lnTo>
                <a:lnTo>
                  <a:pt x="315658" y="9144"/>
                </a:lnTo>
                <a:lnTo>
                  <a:pt x="350805" y="9144"/>
                </a:lnTo>
                <a:lnTo>
                  <a:pt x="350805" y="88487"/>
                </a:lnTo>
                <a:lnTo>
                  <a:pt x="349042" y="145937"/>
                </a:lnTo>
                <a:lnTo>
                  <a:pt x="343554" y="197119"/>
                </a:lnTo>
                <a:lnTo>
                  <a:pt x="334049" y="242015"/>
                </a:lnTo>
                <a:lnTo>
                  <a:pt x="320230" y="280606"/>
                </a:lnTo>
                <a:lnTo>
                  <a:pt x="347169" y="308974"/>
                </a:lnTo>
                <a:lnTo>
                  <a:pt x="352048" y="314229"/>
                </a:lnTo>
                <a:lnTo>
                  <a:pt x="303466" y="314229"/>
                </a:lnTo>
                <a:lnTo>
                  <a:pt x="274937" y="350201"/>
                </a:lnTo>
                <a:lnTo>
                  <a:pt x="239827" y="382476"/>
                </a:lnTo>
                <a:lnTo>
                  <a:pt x="198413" y="410750"/>
                </a:lnTo>
                <a:lnTo>
                  <a:pt x="150971" y="434721"/>
                </a:lnTo>
                <a:close/>
              </a:path>
              <a:path w="422909" h="434975">
                <a:moveTo>
                  <a:pt x="24384" y="399669"/>
                </a:moveTo>
                <a:lnTo>
                  <a:pt x="0" y="364521"/>
                </a:lnTo>
                <a:lnTo>
                  <a:pt x="8882" y="355044"/>
                </a:lnTo>
                <a:lnTo>
                  <a:pt x="15049" y="344709"/>
                </a:lnTo>
                <a:lnTo>
                  <a:pt x="18645" y="333232"/>
                </a:lnTo>
                <a:lnTo>
                  <a:pt x="19812" y="320325"/>
                </a:lnTo>
                <a:lnTo>
                  <a:pt x="19812" y="16764"/>
                </a:lnTo>
                <a:lnTo>
                  <a:pt x="54864" y="16764"/>
                </a:lnTo>
                <a:lnTo>
                  <a:pt x="54864" y="329469"/>
                </a:lnTo>
                <a:lnTo>
                  <a:pt x="127315" y="329469"/>
                </a:lnTo>
                <a:lnTo>
                  <a:pt x="97428" y="348329"/>
                </a:lnTo>
                <a:lnTo>
                  <a:pt x="51816" y="378237"/>
                </a:lnTo>
                <a:lnTo>
                  <a:pt x="31242" y="393922"/>
                </a:lnTo>
                <a:lnTo>
                  <a:pt x="24384" y="399669"/>
                </a:lnTo>
                <a:close/>
              </a:path>
              <a:path w="422909" h="434975">
                <a:moveTo>
                  <a:pt x="127315" y="329469"/>
                </a:moveTo>
                <a:lnTo>
                  <a:pt x="54864" y="329469"/>
                </a:lnTo>
                <a:lnTo>
                  <a:pt x="143683" y="275811"/>
                </a:lnTo>
                <a:lnTo>
                  <a:pt x="179927" y="253174"/>
                </a:lnTo>
                <a:lnTo>
                  <a:pt x="180189" y="266034"/>
                </a:lnTo>
                <a:lnTo>
                  <a:pt x="180879" y="277189"/>
                </a:lnTo>
                <a:lnTo>
                  <a:pt x="181856" y="286647"/>
                </a:lnTo>
                <a:lnTo>
                  <a:pt x="182975" y="294417"/>
                </a:lnTo>
                <a:lnTo>
                  <a:pt x="127315" y="329469"/>
                </a:lnTo>
                <a:close/>
              </a:path>
              <a:path w="422909" h="434975">
                <a:moveTo>
                  <a:pt x="391953" y="419481"/>
                </a:moveTo>
                <a:lnTo>
                  <a:pt x="369983" y="392279"/>
                </a:lnTo>
                <a:lnTo>
                  <a:pt x="347710" y="365676"/>
                </a:lnTo>
                <a:lnTo>
                  <a:pt x="325436" y="339662"/>
                </a:lnTo>
                <a:lnTo>
                  <a:pt x="303466" y="314229"/>
                </a:lnTo>
                <a:lnTo>
                  <a:pt x="352048" y="314229"/>
                </a:lnTo>
                <a:lnTo>
                  <a:pt x="373082" y="336887"/>
                </a:lnTo>
                <a:lnTo>
                  <a:pt x="398142" y="364521"/>
                </a:lnTo>
                <a:lnTo>
                  <a:pt x="422433" y="391953"/>
                </a:lnTo>
                <a:lnTo>
                  <a:pt x="391953" y="4194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7652473" y="4216247"/>
            <a:ext cx="1778635" cy="438150"/>
          </a:xfrm>
          <a:custGeom>
            <a:avLst/>
            <a:gdLst/>
            <a:ahLst/>
            <a:cxnLst/>
            <a:rect l="l" t="t" r="r" b="b"/>
            <a:pathLst>
              <a:path w="1778634" h="438150">
                <a:moveTo>
                  <a:pt x="427012" y="369087"/>
                </a:moveTo>
                <a:lnTo>
                  <a:pt x="212026" y="369087"/>
                </a:lnTo>
                <a:lnTo>
                  <a:pt x="212026" y="173507"/>
                </a:lnTo>
                <a:lnTo>
                  <a:pt x="391960" y="173507"/>
                </a:lnTo>
                <a:lnTo>
                  <a:pt x="391960" y="139217"/>
                </a:lnTo>
                <a:lnTo>
                  <a:pt x="212026" y="139217"/>
                </a:lnTo>
                <a:lnTo>
                  <a:pt x="212026" y="7137"/>
                </a:lnTo>
                <a:lnTo>
                  <a:pt x="172313" y="7137"/>
                </a:lnTo>
                <a:lnTo>
                  <a:pt x="172313" y="139217"/>
                </a:lnTo>
                <a:lnTo>
                  <a:pt x="172313" y="173507"/>
                </a:lnTo>
                <a:lnTo>
                  <a:pt x="172313" y="369087"/>
                </a:lnTo>
                <a:lnTo>
                  <a:pt x="0" y="369087"/>
                </a:lnTo>
                <a:lnTo>
                  <a:pt x="0" y="404647"/>
                </a:lnTo>
                <a:lnTo>
                  <a:pt x="427012" y="404647"/>
                </a:lnTo>
                <a:lnTo>
                  <a:pt x="427012" y="369087"/>
                </a:lnTo>
                <a:close/>
              </a:path>
              <a:path w="1778634" h="438150">
                <a:moveTo>
                  <a:pt x="878497" y="260794"/>
                </a:moveTo>
                <a:lnTo>
                  <a:pt x="829627" y="260794"/>
                </a:lnTo>
                <a:lnTo>
                  <a:pt x="829627" y="202882"/>
                </a:lnTo>
                <a:lnTo>
                  <a:pt x="797623" y="202882"/>
                </a:lnTo>
                <a:lnTo>
                  <a:pt x="797623" y="228790"/>
                </a:lnTo>
                <a:lnTo>
                  <a:pt x="797623" y="260794"/>
                </a:lnTo>
                <a:lnTo>
                  <a:pt x="797623" y="288226"/>
                </a:lnTo>
                <a:lnTo>
                  <a:pt x="797623" y="321843"/>
                </a:lnTo>
                <a:lnTo>
                  <a:pt x="678662" y="321843"/>
                </a:lnTo>
                <a:lnTo>
                  <a:pt x="678662" y="288226"/>
                </a:lnTo>
                <a:lnTo>
                  <a:pt x="797623" y="288226"/>
                </a:lnTo>
                <a:lnTo>
                  <a:pt x="797623" y="260794"/>
                </a:lnTo>
                <a:lnTo>
                  <a:pt x="678662" y="260794"/>
                </a:lnTo>
                <a:lnTo>
                  <a:pt x="678662" y="228790"/>
                </a:lnTo>
                <a:lnTo>
                  <a:pt x="797623" y="228790"/>
                </a:lnTo>
                <a:lnTo>
                  <a:pt x="797623" y="202882"/>
                </a:lnTo>
                <a:lnTo>
                  <a:pt x="678662" y="202882"/>
                </a:lnTo>
                <a:lnTo>
                  <a:pt x="678662" y="172300"/>
                </a:lnTo>
                <a:lnTo>
                  <a:pt x="790003" y="172300"/>
                </a:lnTo>
                <a:lnTo>
                  <a:pt x="790003" y="184492"/>
                </a:lnTo>
                <a:lnTo>
                  <a:pt x="820483" y="184492"/>
                </a:lnTo>
                <a:lnTo>
                  <a:pt x="820483" y="172300"/>
                </a:lnTo>
                <a:lnTo>
                  <a:pt x="820483" y="147916"/>
                </a:lnTo>
                <a:lnTo>
                  <a:pt x="820483" y="114388"/>
                </a:lnTo>
                <a:lnTo>
                  <a:pt x="820483" y="90004"/>
                </a:lnTo>
                <a:lnTo>
                  <a:pt x="790003" y="90004"/>
                </a:lnTo>
                <a:lnTo>
                  <a:pt x="790003" y="114388"/>
                </a:lnTo>
                <a:lnTo>
                  <a:pt x="790003" y="147916"/>
                </a:lnTo>
                <a:lnTo>
                  <a:pt x="678662" y="147916"/>
                </a:lnTo>
                <a:lnTo>
                  <a:pt x="678662" y="114388"/>
                </a:lnTo>
                <a:lnTo>
                  <a:pt x="790003" y="114388"/>
                </a:lnTo>
                <a:lnTo>
                  <a:pt x="790003" y="90004"/>
                </a:lnTo>
                <a:lnTo>
                  <a:pt x="678662" y="90004"/>
                </a:lnTo>
                <a:lnTo>
                  <a:pt x="678662" y="60960"/>
                </a:lnTo>
                <a:lnTo>
                  <a:pt x="875449" y="60960"/>
                </a:lnTo>
                <a:lnTo>
                  <a:pt x="875449" y="33528"/>
                </a:lnTo>
                <a:lnTo>
                  <a:pt x="678662" y="33528"/>
                </a:lnTo>
                <a:lnTo>
                  <a:pt x="678662" y="0"/>
                </a:lnTo>
                <a:lnTo>
                  <a:pt x="645134" y="0"/>
                </a:lnTo>
                <a:lnTo>
                  <a:pt x="645134" y="33528"/>
                </a:lnTo>
                <a:lnTo>
                  <a:pt x="448335" y="33528"/>
                </a:lnTo>
                <a:lnTo>
                  <a:pt x="448335" y="60960"/>
                </a:lnTo>
                <a:lnTo>
                  <a:pt x="645134" y="60960"/>
                </a:lnTo>
                <a:lnTo>
                  <a:pt x="645134" y="90004"/>
                </a:lnTo>
                <a:lnTo>
                  <a:pt x="645134" y="114388"/>
                </a:lnTo>
                <a:lnTo>
                  <a:pt x="645134" y="147916"/>
                </a:lnTo>
                <a:lnTo>
                  <a:pt x="533781" y="147916"/>
                </a:lnTo>
                <a:lnTo>
                  <a:pt x="533781" y="114388"/>
                </a:lnTo>
                <a:lnTo>
                  <a:pt x="645134" y="114388"/>
                </a:lnTo>
                <a:lnTo>
                  <a:pt x="645134" y="90004"/>
                </a:lnTo>
                <a:lnTo>
                  <a:pt x="503301" y="90004"/>
                </a:lnTo>
                <a:lnTo>
                  <a:pt x="503301" y="184492"/>
                </a:lnTo>
                <a:lnTo>
                  <a:pt x="533781" y="184492"/>
                </a:lnTo>
                <a:lnTo>
                  <a:pt x="533781" y="172300"/>
                </a:lnTo>
                <a:lnTo>
                  <a:pt x="645134" y="172300"/>
                </a:lnTo>
                <a:lnTo>
                  <a:pt x="645134" y="202882"/>
                </a:lnTo>
                <a:lnTo>
                  <a:pt x="475869" y="202882"/>
                </a:lnTo>
                <a:lnTo>
                  <a:pt x="475869" y="228790"/>
                </a:lnTo>
                <a:lnTo>
                  <a:pt x="645134" y="228790"/>
                </a:lnTo>
                <a:lnTo>
                  <a:pt x="645134" y="260794"/>
                </a:lnTo>
                <a:lnTo>
                  <a:pt x="446811" y="260794"/>
                </a:lnTo>
                <a:lnTo>
                  <a:pt x="446811" y="288226"/>
                </a:lnTo>
                <a:lnTo>
                  <a:pt x="645134" y="288226"/>
                </a:lnTo>
                <a:lnTo>
                  <a:pt x="645134" y="321843"/>
                </a:lnTo>
                <a:lnTo>
                  <a:pt x="474345" y="321843"/>
                </a:lnTo>
                <a:lnTo>
                  <a:pt x="474345" y="347764"/>
                </a:lnTo>
                <a:lnTo>
                  <a:pt x="645134" y="347764"/>
                </a:lnTo>
                <a:lnTo>
                  <a:pt x="645134" y="367576"/>
                </a:lnTo>
                <a:lnTo>
                  <a:pt x="643648" y="378701"/>
                </a:lnTo>
                <a:lnTo>
                  <a:pt x="639038" y="386854"/>
                </a:lnTo>
                <a:lnTo>
                  <a:pt x="630986" y="391871"/>
                </a:lnTo>
                <a:lnTo>
                  <a:pt x="619226" y="393573"/>
                </a:lnTo>
                <a:lnTo>
                  <a:pt x="605840" y="393268"/>
                </a:lnTo>
                <a:lnTo>
                  <a:pt x="591172" y="392379"/>
                </a:lnTo>
                <a:lnTo>
                  <a:pt x="575640" y="390918"/>
                </a:lnTo>
                <a:lnTo>
                  <a:pt x="559689" y="388912"/>
                </a:lnTo>
                <a:lnTo>
                  <a:pt x="560832" y="399821"/>
                </a:lnTo>
                <a:lnTo>
                  <a:pt x="561975" y="409562"/>
                </a:lnTo>
                <a:lnTo>
                  <a:pt x="563118" y="418147"/>
                </a:lnTo>
                <a:lnTo>
                  <a:pt x="564261" y="425577"/>
                </a:lnTo>
                <a:lnTo>
                  <a:pt x="582828" y="425818"/>
                </a:lnTo>
                <a:lnTo>
                  <a:pt x="614273" y="426859"/>
                </a:lnTo>
                <a:lnTo>
                  <a:pt x="665899" y="412991"/>
                </a:lnTo>
                <a:lnTo>
                  <a:pt x="675906" y="393573"/>
                </a:lnTo>
                <a:lnTo>
                  <a:pt x="678662" y="373672"/>
                </a:lnTo>
                <a:lnTo>
                  <a:pt x="678662" y="347764"/>
                </a:lnTo>
                <a:lnTo>
                  <a:pt x="797623" y="347764"/>
                </a:lnTo>
                <a:lnTo>
                  <a:pt x="797623" y="369100"/>
                </a:lnTo>
                <a:lnTo>
                  <a:pt x="829627" y="369100"/>
                </a:lnTo>
                <a:lnTo>
                  <a:pt x="829627" y="288226"/>
                </a:lnTo>
                <a:lnTo>
                  <a:pt x="878497" y="288226"/>
                </a:lnTo>
                <a:lnTo>
                  <a:pt x="878497" y="260794"/>
                </a:lnTo>
                <a:close/>
              </a:path>
              <a:path w="1778634" h="438150">
                <a:moveTo>
                  <a:pt x="1053846" y="321856"/>
                </a:moveTo>
                <a:lnTo>
                  <a:pt x="1052944" y="314655"/>
                </a:lnTo>
                <a:lnTo>
                  <a:pt x="1052322" y="306603"/>
                </a:lnTo>
                <a:lnTo>
                  <a:pt x="1052017" y="302044"/>
                </a:lnTo>
                <a:lnTo>
                  <a:pt x="1051725" y="297726"/>
                </a:lnTo>
                <a:lnTo>
                  <a:pt x="1050798" y="286702"/>
                </a:lnTo>
                <a:lnTo>
                  <a:pt x="1037412" y="290207"/>
                </a:lnTo>
                <a:lnTo>
                  <a:pt x="1006614" y="297726"/>
                </a:lnTo>
                <a:lnTo>
                  <a:pt x="989736" y="302044"/>
                </a:lnTo>
                <a:lnTo>
                  <a:pt x="989736" y="77724"/>
                </a:lnTo>
                <a:lnTo>
                  <a:pt x="1044702" y="77724"/>
                </a:lnTo>
                <a:lnTo>
                  <a:pt x="1044702" y="45720"/>
                </a:lnTo>
                <a:lnTo>
                  <a:pt x="895248" y="45720"/>
                </a:lnTo>
                <a:lnTo>
                  <a:pt x="895248" y="77724"/>
                </a:lnTo>
                <a:lnTo>
                  <a:pt x="954684" y="77724"/>
                </a:lnTo>
                <a:lnTo>
                  <a:pt x="954684" y="311188"/>
                </a:lnTo>
                <a:lnTo>
                  <a:pt x="939304" y="314629"/>
                </a:lnTo>
                <a:lnTo>
                  <a:pt x="906259" y="322110"/>
                </a:lnTo>
                <a:lnTo>
                  <a:pt x="889152" y="326428"/>
                </a:lnTo>
                <a:lnTo>
                  <a:pt x="898296" y="361480"/>
                </a:lnTo>
                <a:lnTo>
                  <a:pt x="962317" y="344525"/>
                </a:lnTo>
                <a:lnTo>
                  <a:pt x="1053846" y="321856"/>
                </a:lnTo>
                <a:close/>
              </a:path>
              <a:path w="1778634" h="438150">
                <a:moveTo>
                  <a:pt x="1322260" y="25908"/>
                </a:moveTo>
                <a:lnTo>
                  <a:pt x="1056894" y="25908"/>
                </a:lnTo>
                <a:lnTo>
                  <a:pt x="1056894" y="56388"/>
                </a:lnTo>
                <a:lnTo>
                  <a:pt x="1160627" y="56388"/>
                </a:lnTo>
                <a:lnTo>
                  <a:pt x="1148334" y="111340"/>
                </a:lnTo>
                <a:lnTo>
                  <a:pt x="1067562" y="111340"/>
                </a:lnTo>
                <a:lnTo>
                  <a:pt x="1067562" y="340144"/>
                </a:lnTo>
                <a:lnTo>
                  <a:pt x="1101090" y="340144"/>
                </a:lnTo>
                <a:lnTo>
                  <a:pt x="1101090" y="141833"/>
                </a:lnTo>
                <a:lnTo>
                  <a:pt x="1265783" y="141833"/>
                </a:lnTo>
                <a:lnTo>
                  <a:pt x="1265783" y="340144"/>
                </a:lnTo>
                <a:lnTo>
                  <a:pt x="1299400" y="340144"/>
                </a:lnTo>
                <a:lnTo>
                  <a:pt x="1299400" y="141833"/>
                </a:lnTo>
                <a:lnTo>
                  <a:pt x="1299400" y="111340"/>
                </a:lnTo>
                <a:lnTo>
                  <a:pt x="1185011" y="111340"/>
                </a:lnTo>
                <a:lnTo>
                  <a:pt x="1198727" y="56388"/>
                </a:lnTo>
                <a:lnTo>
                  <a:pt x="1322260" y="56388"/>
                </a:lnTo>
                <a:lnTo>
                  <a:pt x="1322260" y="25908"/>
                </a:lnTo>
                <a:close/>
              </a:path>
              <a:path w="1778634" h="438150">
                <a:moveTo>
                  <a:pt x="1325308" y="401193"/>
                </a:moveTo>
                <a:lnTo>
                  <a:pt x="1294396" y="380568"/>
                </a:lnTo>
                <a:lnTo>
                  <a:pt x="1261211" y="359956"/>
                </a:lnTo>
                <a:lnTo>
                  <a:pt x="1240205" y="347764"/>
                </a:lnTo>
                <a:lnTo>
                  <a:pt x="1225778" y="339382"/>
                </a:lnTo>
                <a:lnTo>
                  <a:pt x="1188059" y="318808"/>
                </a:lnTo>
                <a:lnTo>
                  <a:pt x="1193812" y="300812"/>
                </a:lnTo>
                <a:lnTo>
                  <a:pt x="1197584" y="281228"/>
                </a:lnTo>
                <a:lnTo>
                  <a:pt x="1199629" y="260210"/>
                </a:lnTo>
                <a:lnTo>
                  <a:pt x="1200251" y="237934"/>
                </a:lnTo>
                <a:lnTo>
                  <a:pt x="1200251" y="170789"/>
                </a:lnTo>
                <a:lnTo>
                  <a:pt x="1166723" y="170789"/>
                </a:lnTo>
                <a:lnTo>
                  <a:pt x="1166634" y="237934"/>
                </a:lnTo>
                <a:lnTo>
                  <a:pt x="1165021" y="267335"/>
                </a:lnTo>
                <a:lnTo>
                  <a:pt x="1151890" y="316649"/>
                </a:lnTo>
                <a:lnTo>
                  <a:pt x="1121283" y="356400"/>
                </a:lnTo>
                <a:lnTo>
                  <a:pt x="1061847" y="392404"/>
                </a:lnTo>
                <a:lnTo>
                  <a:pt x="1021842" y="407289"/>
                </a:lnTo>
                <a:lnTo>
                  <a:pt x="1028407" y="415264"/>
                </a:lnTo>
                <a:lnTo>
                  <a:pt x="1034415" y="423100"/>
                </a:lnTo>
                <a:lnTo>
                  <a:pt x="1039837" y="430644"/>
                </a:lnTo>
                <a:lnTo>
                  <a:pt x="1044702" y="437769"/>
                </a:lnTo>
                <a:lnTo>
                  <a:pt x="1085850" y="420636"/>
                </a:lnTo>
                <a:lnTo>
                  <a:pt x="1120152" y="401332"/>
                </a:lnTo>
                <a:lnTo>
                  <a:pt x="1147610" y="380034"/>
                </a:lnTo>
                <a:lnTo>
                  <a:pt x="1168247" y="356908"/>
                </a:lnTo>
                <a:lnTo>
                  <a:pt x="1171295" y="353860"/>
                </a:lnTo>
                <a:lnTo>
                  <a:pt x="1172819" y="350812"/>
                </a:lnTo>
                <a:lnTo>
                  <a:pt x="1175867" y="347764"/>
                </a:lnTo>
                <a:lnTo>
                  <a:pt x="1208697" y="367512"/>
                </a:lnTo>
                <a:lnTo>
                  <a:pt x="1240828" y="387997"/>
                </a:lnTo>
                <a:lnTo>
                  <a:pt x="1272133" y="409346"/>
                </a:lnTo>
                <a:lnTo>
                  <a:pt x="1302448" y="431673"/>
                </a:lnTo>
                <a:lnTo>
                  <a:pt x="1325308" y="401193"/>
                </a:lnTo>
                <a:close/>
              </a:path>
              <a:path w="1778634" h="438150">
                <a:moveTo>
                  <a:pt x="1496085" y="73152"/>
                </a:moveTo>
                <a:lnTo>
                  <a:pt x="1480083" y="59143"/>
                </a:lnTo>
                <a:lnTo>
                  <a:pt x="1461795" y="44577"/>
                </a:lnTo>
                <a:lnTo>
                  <a:pt x="1441183" y="29425"/>
                </a:lnTo>
                <a:lnTo>
                  <a:pt x="1418272" y="13716"/>
                </a:lnTo>
                <a:lnTo>
                  <a:pt x="1396936" y="36576"/>
                </a:lnTo>
                <a:lnTo>
                  <a:pt x="1419821" y="54051"/>
                </a:lnTo>
                <a:lnTo>
                  <a:pt x="1440268" y="70116"/>
                </a:lnTo>
                <a:lnTo>
                  <a:pt x="1458112" y="85051"/>
                </a:lnTo>
                <a:lnTo>
                  <a:pt x="1473225" y="99148"/>
                </a:lnTo>
                <a:lnTo>
                  <a:pt x="1496085" y="73152"/>
                </a:lnTo>
                <a:close/>
              </a:path>
              <a:path w="1778634" h="438150">
                <a:moveTo>
                  <a:pt x="1723351" y="36576"/>
                </a:moveTo>
                <a:lnTo>
                  <a:pt x="1698879" y="13716"/>
                </a:lnTo>
                <a:lnTo>
                  <a:pt x="1677492" y="31407"/>
                </a:lnTo>
                <a:lnTo>
                  <a:pt x="1656969" y="47815"/>
                </a:lnTo>
                <a:lnTo>
                  <a:pt x="1637588" y="62788"/>
                </a:lnTo>
                <a:lnTo>
                  <a:pt x="1619631" y="76200"/>
                </a:lnTo>
                <a:lnTo>
                  <a:pt x="1642491" y="99148"/>
                </a:lnTo>
                <a:lnTo>
                  <a:pt x="1667967" y="80556"/>
                </a:lnTo>
                <a:lnTo>
                  <a:pt x="1689747" y="63830"/>
                </a:lnTo>
                <a:lnTo>
                  <a:pt x="1708111" y="49123"/>
                </a:lnTo>
                <a:lnTo>
                  <a:pt x="1723351" y="36576"/>
                </a:lnTo>
                <a:close/>
              </a:path>
              <a:path w="1778634" h="438150">
                <a:moveTo>
                  <a:pt x="1772119" y="224218"/>
                </a:moveTo>
                <a:lnTo>
                  <a:pt x="1736674" y="208457"/>
                </a:lnTo>
                <a:lnTo>
                  <a:pt x="1694357" y="190830"/>
                </a:lnTo>
                <a:lnTo>
                  <a:pt x="1647939" y="172300"/>
                </a:lnTo>
                <a:lnTo>
                  <a:pt x="1589151" y="149440"/>
                </a:lnTo>
                <a:lnTo>
                  <a:pt x="1576959" y="166204"/>
                </a:lnTo>
                <a:lnTo>
                  <a:pt x="1576959" y="144868"/>
                </a:lnTo>
                <a:lnTo>
                  <a:pt x="1576959" y="140296"/>
                </a:lnTo>
                <a:lnTo>
                  <a:pt x="1759927" y="140296"/>
                </a:lnTo>
                <a:lnTo>
                  <a:pt x="1759927" y="109816"/>
                </a:lnTo>
                <a:lnTo>
                  <a:pt x="1576959" y="109816"/>
                </a:lnTo>
                <a:lnTo>
                  <a:pt x="1576959" y="0"/>
                </a:lnTo>
                <a:lnTo>
                  <a:pt x="1543329" y="0"/>
                </a:lnTo>
                <a:lnTo>
                  <a:pt x="1543329" y="109816"/>
                </a:lnTo>
                <a:lnTo>
                  <a:pt x="1357312" y="109816"/>
                </a:lnTo>
                <a:lnTo>
                  <a:pt x="1357312" y="140296"/>
                </a:lnTo>
                <a:lnTo>
                  <a:pt x="1512849" y="140296"/>
                </a:lnTo>
                <a:lnTo>
                  <a:pt x="1476578" y="165150"/>
                </a:lnTo>
                <a:lnTo>
                  <a:pt x="1436420" y="187020"/>
                </a:lnTo>
                <a:lnTo>
                  <a:pt x="1392542" y="205752"/>
                </a:lnTo>
                <a:lnTo>
                  <a:pt x="1345120" y="221170"/>
                </a:lnTo>
                <a:lnTo>
                  <a:pt x="1350810" y="228904"/>
                </a:lnTo>
                <a:lnTo>
                  <a:pt x="1356360" y="236220"/>
                </a:lnTo>
                <a:lnTo>
                  <a:pt x="1361617" y="243243"/>
                </a:lnTo>
                <a:lnTo>
                  <a:pt x="1366456" y="250126"/>
                </a:lnTo>
                <a:lnTo>
                  <a:pt x="1414487" y="232410"/>
                </a:lnTo>
                <a:lnTo>
                  <a:pt x="1460080" y="208965"/>
                </a:lnTo>
                <a:lnTo>
                  <a:pt x="1503070" y="179793"/>
                </a:lnTo>
                <a:lnTo>
                  <a:pt x="1543329" y="144868"/>
                </a:lnTo>
                <a:lnTo>
                  <a:pt x="1543329" y="218122"/>
                </a:lnTo>
                <a:lnTo>
                  <a:pt x="1576959" y="218122"/>
                </a:lnTo>
                <a:lnTo>
                  <a:pt x="1576959" y="172300"/>
                </a:lnTo>
                <a:lnTo>
                  <a:pt x="1627581" y="192887"/>
                </a:lnTo>
                <a:lnTo>
                  <a:pt x="1674355" y="213156"/>
                </a:lnTo>
                <a:lnTo>
                  <a:pt x="1717408" y="232841"/>
                </a:lnTo>
                <a:lnTo>
                  <a:pt x="1756879" y="251650"/>
                </a:lnTo>
                <a:lnTo>
                  <a:pt x="1772119" y="224218"/>
                </a:lnTo>
                <a:close/>
              </a:path>
              <a:path w="1778634" h="438150">
                <a:moveTo>
                  <a:pt x="1778228" y="398145"/>
                </a:moveTo>
                <a:lnTo>
                  <a:pt x="1728812" y="389699"/>
                </a:lnTo>
                <a:lnTo>
                  <a:pt x="1684972" y="375488"/>
                </a:lnTo>
                <a:lnTo>
                  <a:pt x="1646783" y="355587"/>
                </a:lnTo>
                <a:lnTo>
                  <a:pt x="1614309" y="330073"/>
                </a:lnTo>
                <a:lnTo>
                  <a:pt x="1598091" y="311175"/>
                </a:lnTo>
                <a:lnTo>
                  <a:pt x="1587627" y="298983"/>
                </a:lnTo>
                <a:lnTo>
                  <a:pt x="1764499" y="298983"/>
                </a:lnTo>
                <a:lnTo>
                  <a:pt x="1764499" y="268414"/>
                </a:lnTo>
                <a:lnTo>
                  <a:pt x="1570863" y="268414"/>
                </a:lnTo>
                <a:lnTo>
                  <a:pt x="1572247" y="261010"/>
                </a:lnTo>
                <a:lnTo>
                  <a:pt x="1573911" y="252603"/>
                </a:lnTo>
                <a:lnTo>
                  <a:pt x="1575574" y="243344"/>
                </a:lnTo>
                <a:lnTo>
                  <a:pt x="1576959" y="233362"/>
                </a:lnTo>
                <a:lnTo>
                  <a:pt x="1541805" y="233362"/>
                </a:lnTo>
                <a:lnTo>
                  <a:pt x="1540662" y="243243"/>
                </a:lnTo>
                <a:lnTo>
                  <a:pt x="1539328" y="252603"/>
                </a:lnTo>
                <a:lnTo>
                  <a:pt x="1537741" y="261010"/>
                </a:lnTo>
                <a:lnTo>
                  <a:pt x="1535709" y="268414"/>
                </a:lnTo>
                <a:lnTo>
                  <a:pt x="1354264" y="268414"/>
                </a:lnTo>
                <a:lnTo>
                  <a:pt x="1354264" y="298983"/>
                </a:lnTo>
                <a:lnTo>
                  <a:pt x="1526565" y="298983"/>
                </a:lnTo>
                <a:lnTo>
                  <a:pt x="1508277" y="330250"/>
                </a:lnTo>
                <a:lnTo>
                  <a:pt x="1480845" y="356323"/>
                </a:lnTo>
                <a:lnTo>
                  <a:pt x="1444256" y="377139"/>
                </a:lnTo>
                <a:lnTo>
                  <a:pt x="1398511" y="392620"/>
                </a:lnTo>
                <a:lnTo>
                  <a:pt x="1343596" y="402717"/>
                </a:lnTo>
                <a:lnTo>
                  <a:pt x="1349019" y="411594"/>
                </a:lnTo>
                <a:lnTo>
                  <a:pt x="1353883" y="420052"/>
                </a:lnTo>
                <a:lnTo>
                  <a:pt x="1358163" y="428218"/>
                </a:lnTo>
                <a:lnTo>
                  <a:pt x="1361884" y="436245"/>
                </a:lnTo>
                <a:lnTo>
                  <a:pt x="1420266" y="421779"/>
                </a:lnTo>
                <a:lnTo>
                  <a:pt x="1469123" y="402094"/>
                </a:lnTo>
                <a:lnTo>
                  <a:pt x="1508455" y="377151"/>
                </a:lnTo>
                <a:lnTo>
                  <a:pt x="1538274" y="346862"/>
                </a:lnTo>
                <a:lnTo>
                  <a:pt x="1558569" y="311175"/>
                </a:lnTo>
                <a:lnTo>
                  <a:pt x="1584045" y="346113"/>
                </a:lnTo>
                <a:lnTo>
                  <a:pt x="1616443" y="375856"/>
                </a:lnTo>
                <a:lnTo>
                  <a:pt x="1655800" y="400342"/>
                </a:lnTo>
                <a:lnTo>
                  <a:pt x="1702092" y="419481"/>
                </a:lnTo>
                <a:lnTo>
                  <a:pt x="1755355" y="433197"/>
                </a:lnTo>
                <a:lnTo>
                  <a:pt x="1769071" y="411670"/>
                </a:lnTo>
                <a:lnTo>
                  <a:pt x="1774215" y="403834"/>
                </a:lnTo>
                <a:lnTo>
                  <a:pt x="1778228" y="3981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297590" y="4754689"/>
            <a:ext cx="438150" cy="431800"/>
          </a:xfrm>
          <a:custGeom>
            <a:avLst/>
            <a:gdLst/>
            <a:ahLst/>
            <a:cxnLst/>
            <a:rect l="l" t="t" r="r" b="b"/>
            <a:pathLst>
              <a:path w="438150" h="431800">
                <a:moveTo>
                  <a:pt x="272986" y="132683"/>
                </a:moveTo>
                <a:lnTo>
                  <a:pt x="258389" y="100664"/>
                </a:lnTo>
                <a:lnTo>
                  <a:pt x="244221" y="70913"/>
                </a:lnTo>
                <a:lnTo>
                  <a:pt x="230338" y="43448"/>
                </a:lnTo>
                <a:lnTo>
                  <a:pt x="216598" y="18288"/>
                </a:lnTo>
                <a:lnTo>
                  <a:pt x="247078" y="3048"/>
                </a:lnTo>
                <a:lnTo>
                  <a:pt x="279856" y="62150"/>
                </a:lnTo>
                <a:lnTo>
                  <a:pt x="294696" y="89281"/>
                </a:lnTo>
                <a:lnTo>
                  <a:pt x="308133" y="114395"/>
                </a:lnTo>
                <a:lnTo>
                  <a:pt x="272986" y="132683"/>
                </a:lnTo>
                <a:close/>
              </a:path>
              <a:path w="438150" h="431800">
                <a:moveTo>
                  <a:pt x="239458" y="431673"/>
                </a:moveTo>
                <a:lnTo>
                  <a:pt x="233457" y="424791"/>
                </a:lnTo>
                <a:lnTo>
                  <a:pt x="226885" y="417766"/>
                </a:lnTo>
                <a:lnTo>
                  <a:pt x="219741" y="410456"/>
                </a:lnTo>
                <a:lnTo>
                  <a:pt x="212026" y="402717"/>
                </a:lnTo>
                <a:lnTo>
                  <a:pt x="253928" y="376152"/>
                </a:lnTo>
                <a:lnTo>
                  <a:pt x="288235" y="344114"/>
                </a:lnTo>
                <a:lnTo>
                  <a:pt x="315013" y="306595"/>
                </a:lnTo>
                <a:lnTo>
                  <a:pt x="334324" y="263584"/>
                </a:lnTo>
                <a:lnTo>
                  <a:pt x="346233" y="215074"/>
                </a:lnTo>
                <a:lnTo>
                  <a:pt x="353091" y="137290"/>
                </a:lnTo>
                <a:lnTo>
                  <a:pt x="354806" y="81222"/>
                </a:lnTo>
                <a:lnTo>
                  <a:pt x="355377" y="13716"/>
                </a:lnTo>
                <a:lnTo>
                  <a:pt x="390429" y="13716"/>
                </a:lnTo>
                <a:lnTo>
                  <a:pt x="389620" y="78079"/>
                </a:lnTo>
                <a:lnTo>
                  <a:pt x="387381" y="133861"/>
                </a:lnTo>
                <a:lnTo>
                  <a:pt x="384000" y="181053"/>
                </a:lnTo>
                <a:lnTo>
                  <a:pt x="379761" y="219646"/>
                </a:lnTo>
                <a:lnTo>
                  <a:pt x="371951" y="261794"/>
                </a:lnTo>
                <a:lnTo>
                  <a:pt x="358425" y="300513"/>
                </a:lnTo>
                <a:lnTo>
                  <a:pt x="384918" y="332517"/>
                </a:lnTo>
                <a:lnTo>
                  <a:pt x="341661" y="332517"/>
                </a:lnTo>
                <a:lnTo>
                  <a:pt x="322263" y="360226"/>
                </a:lnTo>
                <a:lnTo>
                  <a:pt x="298561" y="386095"/>
                </a:lnTo>
                <a:lnTo>
                  <a:pt x="270858" y="409964"/>
                </a:lnTo>
                <a:lnTo>
                  <a:pt x="239458" y="431673"/>
                </a:lnTo>
                <a:close/>
              </a:path>
              <a:path w="438150" h="431800">
                <a:moveTo>
                  <a:pt x="152495" y="375285"/>
                </a:moveTo>
                <a:lnTo>
                  <a:pt x="128111" y="344709"/>
                </a:lnTo>
                <a:lnTo>
                  <a:pt x="135231" y="337018"/>
                </a:lnTo>
                <a:lnTo>
                  <a:pt x="140493" y="327755"/>
                </a:lnTo>
                <a:lnTo>
                  <a:pt x="143756" y="317063"/>
                </a:lnTo>
                <a:lnTo>
                  <a:pt x="144875" y="305085"/>
                </a:lnTo>
                <a:lnTo>
                  <a:pt x="144875" y="47244"/>
                </a:lnTo>
                <a:lnTo>
                  <a:pt x="178498" y="47244"/>
                </a:lnTo>
                <a:lnTo>
                  <a:pt x="178498" y="309657"/>
                </a:lnTo>
                <a:lnTo>
                  <a:pt x="244592" y="309657"/>
                </a:lnTo>
                <a:lnTo>
                  <a:pt x="236029" y="315182"/>
                </a:lnTo>
                <a:lnTo>
                  <a:pt x="175450" y="355377"/>
                </a:lnTo>
                <a:lnTo>
                  <a:pt x="158265" y="369776"/>
                </a:lnTo>
                <a:lnTo>
                  <a:pt x="152495" y="375285"/>
                </a:lnTo>
                <a:close/>
              </a:path>
              <a:path w="438150" h="431800">
                <a:moveTo>
                  <a:pt x="244592" y="309657"/>
                </a:moveTo>
                <a:lnTo>
                  <a:pt x="178498" y="309657"/>
                </a:lnTo>
                <a:lnTo>
                  <a:pt x="256722" y="259213"/>
                </a:lnTo>
                <a:lnTo>
                  <a:pt x="286702" y="239458"/>
                </a:lnTo>
                <a:lnTo>
                  <a:pt x="286964" y="251474"/>
                </a:lnTo>
                <a:lnTo>
                  <a:pt x="287655" y="262366"/>
                </a:lnTo>
                <a:lnTo>
                  <a:pt x="288631" y="272114"/>
                </a:lnTo>
                <a:lnTo>
                  <a:pt x="289750" y="280701"/>
                </a:lnTo>
                <a:lnTo>
                  <a:pt x="244592" y="309657"/>
                </a:lnTo>
                <a:close/>
              </a:path>
              <a:path w="438150" h="431800">
                <a:moveTo>
                  <a:pt x="405669" y="422529"/>
                </a:moveTo>
                <a:lnTo>
                  <a:pt x="391382" y="400535"/>
                </a:lnTo>
                <a:lnTo>
                  <a:pt x="375951" y="378094"/>
                </a:lnTo>
                <a:lnTo>
                  <a:pt x="359378" y="355368"/>
                </a:lnTo>
                <a:lnTo>
                  <a:pt x="341661" y="332517"/>
                </a:lnTo>
                <a:lnTo>
                  <a:pt x="384918" y="332517"/>
                </a:lnTo>
                <a:lnTo>
                  <a:pt x="420098" y="375285"/>
                </a:lnTo>
                <a:lnTo>
                  <a:pt x="437769" y="396621"/>
                </a:lnTo>
                <a:lnTo>
                  <a:pt x="405669" y="422529"/>
                </a:lnTo>
                <a:close/>
              </a:path>
              <a:path w="438150" h="431800">
                <a:moveTo>
                  <a:pt x="15240" y="250126"/>
                </a:moveTo>
                <a:lnTo>
                  <a:pt x="11787" y="240982"/>
                </a:lnTo>
                <a:lnTo>
                  <a:pt x="8191" y="231838"/>
                </a:lnTo>
                <a:lnTo>
                  <a:pt x="4310" y="222694"/>
                </a:lnTo>
                <a:lnTo>
                  <a:pt x="0" y="213550"/>
                </a:lnTo>
                <a:lnTo>
                  <a:pt x="22357" y="172733"/>
                </a:lnTo>
                <a:lnTo>
                  <a:pt x="41771" y="130905"/>
                </a:lnTo>
                <a:lnTo>
                  <a:pt x="58244" y="88131"/>
                </a:lnTo>
                <a:lnTo>
                  <a:pt x="71783" y="44474"/>
                </a:lnTo>
                <a:lnTo>
                  <a:pt x="82391" y="0"/>
                </a:lnTo>
                <a:lnTo>
                  <a:pt x="114395" y="7620"/>
                </a:lnTo>
                <a:lnTo>
                  <a:pt x="108418" y="30471"/>
                </a:lnTo>
                <a:lnTo>
                  <a:pt x="102012" y="53197"/>
                </a:lnTo>
                <a:lnTo>
                  <a:pt x="95321" y="75637"/>
                </a:lnTo>
                <a:lnTo>
                  <a:pt x="88487" y="97631"/>
                </a:lnTo>
                <a:lnTo>
                  <a:pt x="88487" y="180022"/>
                </a:lnTo>
                <a:lnTo>
                  <a:pt x="53435" y="180022"/>
                </a:lnTo>
                <a:lnTo>
                  <a:pt x="44908" y="198048"/>
                </a:lnTo>
                <a:lnTo>
                  <a:pt x="35516" y="215646"/>
                </a:lnTo>
                <a:lnTo>
                  <a:pt x="25534" y="232957"/>
                </a:lnTo>
                <a:lnTo>
                  <a:pt x="15240" y="250126"/>
                </a:lnTo>
                <a:close/>
              </a:path>
              <a:path w="438150" h="431800">
                <a:moveTo>
                  <a:pt x="88487" y="430149"/>
                </a:moveTo>
                <a:lnTo>
                  <a:pt x="53435" y="430149"/>
                </a:lnTo>
                <a:lnTo>
                  <a:pt x="53435" y="180022"/>
                </a:lnTo>
                <a:lnTo>
                  <a:pt x="88487" y="180022"/>
                </a:lnTo>
                <a:lnTo>
                  <a:pt x="88487" y="4301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808511" y="5073491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7151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194356" y="4748593"/>
            <a:ext cx="2681605" cy="441325"/>
          </a:xfrm>
          <a:custGeom>
            <a:avLst/>
            <a:gdLst/>
            <a:ahLst/>
            <a:cxnLst/>
            <a:rect l="l" t="t" r="r" b="b"/>
            <a:pathLst>
              <a:path w="2681604" h="441325">
                <a:moveTo>
                  <a:pt x="96113" y="265366"/>
                </a:moveTo>
                <a:lnTo>
                  <a:pt x="79832" y="258508"/>
                </a:lnTo>
                <a:lnTo>
                  <a:pt x="71374" y="255079"/>
                </a:lnTo>
                <a:lnTo>
                  <a:pt x="62484" y="251650"/>
                </a:lnTo>
                <a:lnTo>
                  <a:pt x="49009" y="297434"/>
                </a:lnTo>
                <a:lnTo>
                  <a:pt x="35814" y="340906"/>
                </a:lnTo>
                <a:lnTo>
                  <a:pt x="22631" y="382092"/>
                </a:lnTo>
                <a:lnTo>
                  <a:pt x="9144" y="421017"/>
                </a:lnTo>
                <a:lnTo>
                  <a:pt x="45720" y="434733"/>
                </a:lnTo>
                <a:lnTo>
                  <a:pt x="59156" y="389813"/>
                </a:lnTo>
                <a:lnTo>
                  <a:pt x="72021" y="346621"/>
                </a:lnTo>
                <a:lnTo>
                  <a:pt x="84340" y="305142"/>
                </a:lnTo>
                <a:lnTo>
                  <a:pt x="96113" y="265366"/>
                </a:lnTo>
                <a:close/>
              </a:path>
              <a:path w="2681604" h="441325">
                <a:moveTo>
                  <a:pt x="100685" y="184594"/>
                </a:moveTo>
                <a:lnTo>
                  <a:pt x="78625" y="167119"/>
                </a:lnTo>
                <a:lnTo>
                  <a:pt x="58305" y="151371"/>
                </a:lnTo>
                <a:lnTo>
                  <a:pt x="39725" y="137363"/>
                </a:lnTo>
                <a:lnTo>
                  <a:pt x="22860" y="125069"/>
                </a:lnTo>
                <a:lnTo>
                  <a:pt x="0" y="149453"/>
                </a:lnTo>
                <a:lnTo>
                  <a:pt x="15748" y="161823"/>
                </a:lnTo>
                <a:lnTo>
                  <a:pt x="33337" y="176364"/>
                </a:lnTo>
                <a:lnTo>
                  <a:pt x="52946" y="193471"/>
                </a:lnTo>
                <a:lnTo>
                  <a:pt x="74676" y="213550"/>
                </a:lnTo>
                <a:lnTo>
                  <a:pt x="79806" y="207530"/>
                </a:lnTo>
                <a:lnTo>
                  <a:pt x="85928" y="200787"/>
                </a:lnTo>
                <a:lnTo>
                  <a:pt x="92938" y="193192"/>
                </a:lnTo>
                <a:lnTo>
                  <a:pt x="100685" y="184594"/>
                </a:lnTo>
                <a:close/>
              </a:path>
              <a:path w="2681604" h="441325">
                <a:moveTo>
                  <a:pt x="114401" y="76301"/>
                </a:moveTo>
                <a:lnTo>
                  <a:pt x="97574" y="60248"/>
                </a:lnTo>
                <a:lnTo>
                  <a:pt x="79298" y="44208"/>
                </a:lnTo>
                <a:lnTo>
                  <a:pt x="59880" y="28206"/>
                </a:lnTo>
                <a:lnTo>
                  <a:pt x="39624" y="12192"/>
                </a:lnTo>
                <a:lnTo>
                  <a:pt x="16764" y="35052"/>
                </a:lnTo>
                <a:lnTo>
                  <a:pt x="32600" y="49339"/>
                </a:lnTo>
                <a:lnTo>
                  <a:pt x="58864" y="73202"/>
                </a:lnTo>
                <a:lnTo>
                  <a:pt x="75272" y="88722"/>
                </a:lnTo>
                <a:lnTo>
                  <a:pt x="88392" y="102209"/>
                </a:lnTo>
                <a:lnTo>
                  <a:pt x="114401" y="76301"/>
                </a:lnTo>
                <a:close/>
              </a:path>
              <a:path w="2681604" h="441325">
                <a:moveTo>
                  <a:pt x="434632" y="378244"/>
                </a:moveTo>
                <a:lnTo>
                  <a:pt x="292811" y="378244"/>
                </a:lnTo>
                <a:lnTo>
                  <a:pt x="292811" y="253174"/>
                </a:lnTo>
                <a:lnTo>
                  <a:pt x="407200" y="253174"/>
                </a:lnTo>
                <a:lnTo>
                  <a:pt x="407200" y="219646"/>
                </a:lnTo>
                <a:lnTo>
                  <a:pt x="292811" y="219646"/>
                </a:lnTo>
                <a:lnTo>
                  <a:pt x="292811" y="114401"/>
                </a:lnTo>
                <a:lnTo>
                  <a:pt x="422440" y="114401"/>
                </a:lnTo>
                <a:lnTo>
                  <a:pt x="422440" y="80873"/>
                </a:lnTo>
                <a:lnTo>
                  <a:pt x="276047" y="80873"/>
                </a:lnTo>
                <a:lnTo>
                  <a:pt x="303479" y="62484"/>
                </a:lnTo>
                <a:lnTo>
                  <a:pt x="293738" y="49352"/>
                </a:lnTo>
                <a:lnTo>
                  <a:pt x="282714" y="35052"/>
                </a:lnTo>
                <a:lnTo>
                  <a:pt x="270256" y="19621"/>
                </a:lnTo>
                <a:lnTo>
                  <a:pt x="256235" y="3048"/>
                </a:lnTo>
                <a:lnTo>
                  <a:pt x="227177" y="21336"/>
                </a:lnTo>
                <a:lnTo>
                  <a:pt x="238404" y="34696"/>
                </a:lnTo>
                <a:lnTo>
                  <a:pt x="249161" y="49339"/>
                </a:lnTo>
                <a:lnTo>
                  <a:pt x="259638" y="64884"/>
                </a:lnTo>
                <a:lnTo>
                  <a:pt x="269951" y="80873"/>
                </a:lnTo>
                <a:lnTo>
                  <a:pt x="129641" y="80873"/>
                </a:lnTo>
                <a:lnTo>
                  <a:pt x="129641" y="114401"/>
                </a:lnTo>
                <a:lnTo>
                  <a:pt x="256235" y="114401"/>
                </a:lnTo>
                <a:lnTo>
                  <a:pt x="256235" y="219646"/>
                </a:lnTo>
                <a:lnTo>
                  <a:pt x="141833" y="219646"/>
                </a:lnTo>
                <a:lnTo>
                  <a:pt x="141833" y="253174"/>
                </a:lnTo>
                <a:lnTo>
                  <a:pt x="256235" y="253174"/>
                </a:lnTo>
                <a:lnTo>
                  <a:pt x="256235" y="378244"/>
                </a:lnTo>
                <a:lnTo>
                  <a:pt x="108305" y="378244"/>
                </a:lnTo>
                <a:lnTo>
                  <a:pt x="108305" y="410349"/>
                </a:lnTo>
                <a:lnTo>
                  <a:pt x="434632" y="410349"/>
                </a:lnTo>
                <a:lnTo>
                  <a:pt x="434632" y="378244"/>
                </a:lnTo>
                <a:close/>
              </a:path>
              <a:path w="2681604" h="441325">
                <a:moveTo>
                  <a:pt x="520065" y="337096"/>
                </a:moveTo>
                <a:lnTo>
                  <a:pt x="489496" y="324904"/>
                </a:lnTo>
                <a:lnTo>
                  <a:pt x="480364" y="347764"/>
                </a:lnTo>
                <a:lnTo>
                  <a:pt x="471208" y="368579"/>
                </a:lnTo>
                <a:lnTo>
                  <a:pt x="462064" y="387350"/>
                </a:lnTo>
                <a:lnTo>
                  <a:pt x="452920" y="404253"/>
                </a:lnTo>
                <a:lnTo>
                  <a:pt x="461543" y="407682"/>
                </a:lnTo>
                <a:lnTo>
                  <a:pt x="469303" y="411111"/>
                </a:lnTo>
                <a:lnTo>
                  <a:pt x="476491" y="414540"/>
                </a:lnTo>
                <a:lnTo>
                  <a:pt x="483400" y="417969"/>
                </a:lnTo>
                <a:lnTo>
                  <a:pt x="493420" y="397395"/>
                </a:lnTo>
                <a:lnTo>
                  <a:pt x="502881" y="376961"/>
                </a:lnTo>
                <a:lnTo>
                  <a:pt x="511771" y="356806"/>
                </a:lnTo>
                <a:lnTo>
                  <a:pt x="520065" y="337096"/>
                </a:lnTo>
                <a:close/>
              </a:path>
              <a:path w="2681604" h="441325">
                <a:moveTo>
                  <a:pt x="790016" y="347764"/>
                </a:moveTo>
                <a:lnTo>
                  <a:pt x="781075" y="344576"/>
                </a:lnTo>
                <a:lnTo>
                  <a:pt x="772591" y="341668"/>
                </a:lnTo>
                <a:lnTo>
                  <a:pt x="764413" y="338759"/>
                </a:lnTo>
                <a:lnTo>
                  <a:pt x="756386" y="335572"/>
                </a:lnTo>
                <a:lnTo>
                  <a:pt x="754341" y="346481"/>
                </a:lnTo>
                <a:lnTo>
                  <a:pt x="752576" y="356527"/>
                </a:lnTo>
                <a:lnTo>
                  <a:pt x="750811" y="366001"/>
                </a:lnTo>
                <a:lnTo>
                  <a:pt x="724979" y="396722"/>
                </a:lnTo>
                <a:lnTo>
                  <a:pt x="710666" y="398157"/>
                </a:lnTo>
                <a:lnTo>
                  <a:pt x="622173" y="398157"/>
                </a:lnTo>
                <a:lnTo>
                  <a:pt x="609295" y="396697"/>
                </a:lnTo>
                <a:lnTo>
                  <a:pt x="600265" y="392239"/>
                </a:lnTo>
                <a:lnTo>
                  <a:pt x="594956" y="384606"/>
                </a:lnTo>
                <a:lnTo>
                  <a:pt x="593217" y="373672"/>
                </a:lnTo>
                <a:lnTo>
                  <a:pt x="593217" y="323380"/>
                </a:lnTo>
                <a:lnTo>
                  <a:pt x="559689" y="323380"/>
                </a:lnTo>
                <a:lnTo>
                  <a:pt x="559727" y="376961"/>
                </a:lnTo>
                <a:lnTo>
                  <a:pt x="573405" y="415290"/>
                </a:lnTo>
                <a:lnTo>
                  <a:pt x="614553" y="428637"/>
                </a:lnTo>
                <a:lnTo>
                  <a:pt x="719810" y="428637"/>
                </a:lnTo>
                <a:lnTo>
                  <a:pt x="759815" y="418350"/>
                </a:lnTo>
                <a:lnTo>
                  <a:pt x="781558" y="379095"/>
                </a:lnTo>
                <a:lnTo>
                  <a:pt x="786790" y="359524"/>
                </a:lnTo>
                <a:lnTo>
                  <a:pt x="790016" y="347764"/>
                </a:lnTo>
                <a:close/>
              </a:path>
              <a:path w="2681604" h="441325">
                <a:moveTo>
                  <a:pt x="822020" y="167741"/>
                </a:moveTo>
                <a:lnTo>
                  <a:pt x="790016" y="167741"/>
                </a:lnTo>
                <a:lnTo>
                  <a:pt x="790016" y="193738"/>
                </a:lnTo>
                <a:lnTo>
                  <a:pt x="790016" y="225742"/>
                </a:lnTo>
                <a:lnTo>
                  <a:pt x="790016" y="250126"/>
                </a:lnTo>
                <a:lnTo>
                  <a:pt x="790016" y="280708"/>
                </a:lnTo>
                <a:lnTo>
                  <a:pt x="542925" y="280708"/>
                </a:lnTo>
                <a:lnTo>
                  <a:pt x="542925" y="250126"/>
                </a:lnTo>
                <a:lnTo>
                  <a:pt x="790016" y="250126"/>
                </a:lnTo>
                <a:lnTo>
                  <a:pt x="790016" y="225742"/>
                </a:lnTo>
                <a:lnTo>
                  <a:pt x="542925" y="225742"/>
                </a:lnTo>
                <a:lnTo>
                  <a:pt x="542925" y="193738"/>
                </a:lnTo>
                <a:lnTo>
                  <a:pt x="790016" y="193738"/>
                </a:lnTo>
                <a:lnTo>
                  <a:pt x="790016" y="167741"/>
                </a:lnTo>
                <a:lnTo>
                  <a:pt x="510921" y="167741"/>
                </a:lnTo>
                <a:lnTo>
                  <a:pt x="510921" y="320332"/>
                </a:lnTo>
                <a:lnTo>
                  <a:pt x="542925" y="320332"/>
                </a:lnTo>
                <a:lnTo>
                  <a:pt x="542925" y="306616"/>
                </a:lnTo>
                <a:lnTo>
                  <a:pt x="655802" y="306616"/>
                </a:lnTo>
                <a:lnTo>
                  <a:pt x="632853" y="324904"/>
                </a:lnTo>
                <a:lnTo>
                  <a:pt x="647166" y="339191"/>
                </a:lnTo>
                <a:lnTo>
                  <a:pt x="660171" y="352336"/>
                </a:lnTo>
                <a:lnTo>
                  <a:pt x="671728" y="364337"/>
                </a:lnTo>
                <a:lnTo>
                  <a:pt x="681710" y="375196"/>
                </a:lnTo>
                <a:lnTo>
                  <a:pt x="707618" y="353860"/>
                </a:lnTo>
                <a:lnTo>
                  <a:pt x="695909" y="342404"/>
                </a:lnTo>
                <a:lnTo>
                  <a:pt x="683615" y="330809"/>
                </a:lnTo>
                <a:lnTo>
                  <a:pt x="657326" y="306616"/>
                </a:lnTo>
                <a:lnTo>
                  <a:pt x="790016" y="306616"/>
                </a:lnTo>
                <a:lnTo>
                  <a:pt x="790016" y="320332"/>
                </a:lnTo>
                <a:lnTo>
                  <a:pt x="822020" y="320332"/>
                </a:lnTo>
                <a:lnTo>
                  <a:pt x="822020" y="306616"/>
                </a:lnTo>
                <a:lnTo>
                  <a:pt x="822020" y="280708"/>
                </a:lnTo>
                <a:lnTo>
                  <a:pt x="822020" y="250126"/>
                </a:lnTo>
                <a:lnTo>
                  <a:pt x="822020" y="225742"/>
                </a:lnTo>
                <a:lnTo>
                  <a:pt x="822020" y="193738"/>
                </a:lnTo>
                <a:lnTo>
                  <a:pt x="822020" y="167741"/>
                </a:lnTo>
                <a:close/>
              </a:path>
              <a:path w="2681604" h="441325">
                <a:moveTo>
                  <a:pt x="881456" y="117449"/>
                </a:moveTo>
                <a:lnTo>
                  <a:pt x="756386" y="117449"/>
                </a:lnTo>
                <a:lnTo>
                  <a:pt x="766394" y="109448"/>
                </a:lnTo>
                <a:lnTo>
                  <a:pt x="775830" y="101447"/>
                </a:lnTo>
                <a:lnTo>
                  <a:pt x="784720" y="93446"/>
                </a:lnTo>
                <a:lnTo>
                  <a:pt x="793064" y="85445"/>
                </a:lnTo>
                <a:lnTo>
                  <a:pt x="777722" y="73253"/>
                </a:lnTo>
                <a:lnTo>
                  <a:pt x="854024" y="73253"/>
                </a:lnTo>
                <a:lnTo>
                  <a:pt x="854024" y="47244"/>
                </a:lnTo>
                <a:lnTo>
                  <a:pt x="757910" y="47244"/>
                </a:lnTo>
                <a:lnTo>
                  <a:pt x="757910" y="73253"/>
                </a:lnTo>
                <a:lnTo>
                  <a:pt x="747649" y="84112"/>
                </a:lnTo>
                <a:lnTo>
                  <a:pt x="737527" y="93827"/>
                </a:lnTo>
                <a:lnTo>
                  <a:pt x="727697" y="102400"/>
                </a:lnTo>
                <a:lnTo>
                  <a:pt x="718286" y="109829"/>
                </a:lnTo>
                <a:lnTo>
                  <a:pt x="727430" y="117449"/>
                </a:lnTo>
                <a:lnTo>
                  <a:pt x="597789" y="117449"/>
                </a:lnTo>
                <a:lnTo>
                  <a:pt x="609981" y="105257"/>
                </a:lnTo>
                <a:lnTo>
                  <a:pt x="600824" y="96608"/>
                </a:lnTo>
                <a:lnTo>
                  <a:pt x="591502" y="88684"/>
                </a:lnTo>
                <a:lnTo>
                  <a:pt x="581914" y="81038"/>
                </a:lnTo>
                <a:lnTo>
                  <a:pt x="571881" y="73253"/>
                </a:lnTo>
                <a:lnTo>
                  <a:pt x="757910" y="73253"/>
                </a:lnTo>
                <a:lnTo>
                  <a:pt x="757910" y="47244"/>
                </a:lnTo>
                <a:lnTo>
                  <a:pt x="692378" y="47244"/>
                </a:lnTo>
                <a:lnTo>
                  <a:pt x="686612" y="35801"/>
                </a:lnTo>
                <a:lnTo>
                  <a:pt x="680567" y="24193"/>
                </a:lnTo>
                <a:lnTo>
                  <a:pt x="673950" y="12319"/>
                </a:lnTo>
                <a:lnTo>
                  <a:pt x="666470" y="0"/>
                </a:lnTo>
                <a:lnTo>
                  <a:pt x="637425" y="13716"/>
                </a:lnTo>
                <a:lnTo>
                  <a:pt x="642010" y="21742"/>
                </a:lnTo>
                <a:lnTo>
                  <a:pt x="646607" y="29908"/>
                </a:lnTo>
                <a:lnTo>
                  <a:pt x="651217" y="38366"/>
                </a:lnTo>
                <a:lnTo>
                  <a:pt x="655802" y="47244"/>
                </a:lnTo>
                <a:lnTo>
                  <a:pt x="481876" y="47244"/>
                </a:lnTo>
                <a:lnTo>
                  <a:pt x="481876" y="73253"/>
                </a:lnTo>
                <a:lnTo>
                  <a:pt x="555117" y="73253"/>
                </a:lnTo>
                <a:lnTo>
                  <a:pt x="542925" y="85445"/>
                </a:lnTo>
                <a:lnTo>
                  <a:pt x="551192" y="93446"/>
                </a:lnTo>
                <a:lnTo>
                  <a:pt x="559879" y="101447"/>
                </a:lnTo>
                <a:lnTo>
                  <a:pt x="568858" y="109448"/>
                </a:lnTo>
                <a:lnTo>
                  <a:pt x="577977" y="117449"/>
                </a:lnTo>
                <a:lnTo>
                  <a:pt x="454444" y="117449"/>
                </a:lnTo>
                <a:lnTo>
                  <a:pt x="454444" y="143357"/>
                </a:lnTo>
                <a:lnTo>
                  <a:pt x="881456" y="143357"/>
                </a:lnTo>
                <a:lnTo>
                  <a:pt x="881456" y="117449"/>
                </a:lnTo>
                <a:close/>
              </a:path>
              <a:path w="2681604" h="441325">
                <a:moveTo>
                  <a:pt x="887552" y="387489"/>
                </a:moveTo>
                <a:lnTo>
                  <a:pt x="874661" y="372287"/>
                </a:lnTo>
                <a:lnTo>
                  <a:pt x="861072" y="356539"/>
                </a:lnTo>
                <a:lnTo>
                  <a:pt x="846607" y="340245"/>
                </a:lnTo>
                <a:lnTo>
                  <a:pt x="831164" y="323380"/>
                </a:lnTo>
                <a:lnTo>
                  <a:pt x="806780" y="343192"/>
                </a:lnTo>
                <a:lnTo>
                  <a:pt x="819607" y="358584"/>
                </a:lnTo>
                <a:lnTo>
                  <a:pt x="832878" y="374865"/>
                </a:lnTo>
                <a:lnTo>
                  <a:pt x="842911" y="387350"/>
                </a:lnTo>
                <a:lnTo>
                  <a:pt x="860120" y="408825"/>
                </a:lnTo>
                <a:lnTo>
                  <a:pt x="887552" y="387489"/>
                </a:lnTo>
                <a:close/>
              </a:path>
              <a:path w="2681604" h="441325">
                <a:moveTo>
                  <a:pt x="968413" y="154025"/>
                </a:moveTo>
                <a:lnTo>
                  <a:pt x="957262" y="131140"/>
                </a:lnTo>
                <a:lnTo>
                  <a:pt x="946696" y="110401"/>
                </a:lnTo>
                <a:lnTo>
                  <a:pt x="936688" y="91655"/>
                </a:lnTo>
                <a:lnTo>
                  <a:pt x="927265" y="74777"/>
                </a:lnTo>
                <a:lnTo>
                  <a:pt x="898207" y="91541"/>
                </a:lnTo>
                <a:lnTo>
                  <a:pt x="906526" y="106705"/>
                </a:lnTo>
                <a:lnTo>
                  <a:pt x="915555" y="124879"/>
                </a:lnTo>
                <a:lnTo>
                  <a:pt x="925474" y="146189"/>
                </a:lnTo>
                <a:lnTo>
                  <a:pt x="936409" y="170789"/>
                </a:lnTo>
                <a:lnTo>
                  <a:pt x="968413" y="154025"/>
                </a:lnTo>
                <a:close/>
              </a:path>
              <a:path w="2681604" h="441325">
                <a:moveTo>
                  <a:pt x="1009561" y="9144"/>
                </a:moveTo>
                <a:lnTo>
                  <a:pt x="976033" y="9144"/>
                </a:lnTo>
                <a:lnTo>
                  <a:pt x="976033" y="222707"/>
                </a:lnTo>
                <a:lnTo>
                  <a:pt x="953731" y="246761"/>
                </a:lnTo>
                <a:lnTo>
                  <a:pt x="932548" y="268846"/>
                </a:lnTo>
                <a:lnTo>
                  <a:pt x="912520" y="289217"/>
                </a:lnTo>
                <a:lnTo>
                  <a:pt x="893635" y="308140"/>
                </a:lnTo>
                <a:lnTo>
                  <a:pt x="916495" y="340144"/>
                </a:lnTo>
                <a:lnTo>
                  <a:pt x="931418" y="322135"/>
                </a:lnTo>
                <a:lnTo>
                  <a:pt x="946302" y="304698"/>
                </a:lnTo>
                <a:lnTo>
                  <a:pt x="961174" y="287807"/>
                </a:lnTo>
                <a:lnTo>
                  <a:pt x="976033" y="271475"/>
                </a:lnTo>
                <a:lnTo>
                  <a:pt x="976033" y="440829"/>
                </a:lnTo>
                <a:lnTo>
                  <a:pt x="1009561" y="440829"/>
                </a:lnTo>
                <a:lnTo>
                  <a:pt x="1009561" y="271475"/>
                </a:lnTo>
                <a:lnTo>
                  <a:pt x="1009561" y="9144"/>
                </a:lnTo>
                <a:close/>
              </a:path>
              <a:path w="2681604" h="441325">
                <a:moveTo>
                  <a:pt x="1163586" y="347764"/>
                </a:moveTo>
                <a:lnTo>
                  <a:pt x="1150442" y="332409"/>
                </a:lnTo>
                <a:lnTo>
                  <a:pt x="1136154" y="316331"/>
                </a:lnTo>
                <a:lnTo>
                  <a:pt x="1120724" y="299974"/>
                </a:lnTo>
                <a:lnTo>
                  <a:pt x="1104150" y="283756"/>
                </a:lnTo>
                <a:lnTo>
                  <a:pt x="1079766" y="303568"/>
                </a:lnTo>
                <a:lnTo>
                  <a:pt x="1094359" y="319620"/>
                </a:lnTo>
                <a:lnTo>
                  <a:pt x="1108532" y="335953"/>
                </a:lnTo>
                <a:lnTo>
                  <a:pt x="1122413" y="352856"/>
                </a:lnTo>
                <a:lnTo>
                  <a:pt x="1136154" y="370624"/>
                </a:lnTo>
                <a:lnTo>
                  <a:pt x="1163586" y="347764"/>
                </a:lnTo>
                <a:close/>
              </a:path>
              <a:path w="2681604" h="441325">
                <a:moveTo>
                  <a:pt x="1313027" y="57912"/>
                </a:moveTo>
                <a:lnTo>
                  <a:pt x="1140726" y="57912"/>
                </a:lnTo>
                <a:lnTo>
                  <a:pt x="1148956" y="48755"/>
                </a:lnTo>
                <a:lnTo>
                  <a:pt x="1157490" y="39433"/>
                </a:lnTo>
                <a:lnTo>
                  <a:pt x="1166012" y="29845"/>
                </a:lnTo>
                <a:lnTo>
                  <a:pt x="1174254" y="19812"/>
                </a:lnTo>
                <a:lnTo>
                  <a:pt x="1143774" y="3048"/>
                </a:lnTo>
                <a:lnTo>
                  <a:pt x="1118095" y="35077"/>
                </a:lnTo>
                <a:lnTo>
                  <a:pt x="1089279" y="64820"/>
                </a:lnTo>
                <a:lnTo>
                  <a:pt x="1057579" y="92290"/>
                </a:lnTo>
                <a:lnTo>
                  <a:pt x="1023277" y="117449"/>
                </a:lnTo>
                <a:lnTo>
                  <a:pt x="1028725" y="123405"/>
                </a:lnTo>
                <a:lnTo>
                  <a:pt x="1033754" y="129641"/>
                </a:lnTo>
                <a:lnTo>
                  <a:pt x="1038491" y="135877"/>
                </a:lnTo>
                <a:lnTo>
                  <a:pt x="1043089" y="141833"/>
                </a:lnTo>
                <a:lnTo>
                  <a:pt x="1061770" y="128143"/>
                </a:lnTo>
                <a:lnTo>
                  <a:pt x="1078992" y="114592"/>
                </a:lnTo>
                <a:lnTo>
                  <a:pt x="1095044" y="101333"/>
                </a:lnTo>
                <a:lnTo>
                  <a:pt x="1110246" y="88493"/>
                </a:lnTo>
                <a:lnTo>
                  <a:pt x="1271879" y="88493"/>
                </a:lnTo>
                <a:lnTo>
                  <a:pt x="1251013" y="107111"/>
                </a:lnTo>
                <a:lnTo>
                  <a:pt x="1227289" y="124307"/>
                </a:lnTo>
                <a:lnTo>
                  <a:pt x="1200683" y="140360"/>
                </a:lnTo>
                <a:lnTo>
                  <a:pt x="1171206" y="155549"/>
                </a:lnTo>
                <a:lnTo>
                  <a:pt x="1160322" y="145859"/>
                </a:lnTo>
                <a:lnTo>
                  <a:pt x="1148156" y="135166"/>
                </a:lnTo>
                <a:lnTo>
                  <a:pt x="1134554" y="123621"/>
                </a:lnTo>
                <a:lnTo>
                  <a:pt x="1119390" y="111353"/>
                </a:lnTo>
                <a:lnTo>
                  <a:pt x="1098054" y="132689"/>
                </a:lnTo>
                <a:lnTo>
                  <a:pt x="1131912" y="160337"/>
                </a:lnTo>
                <a:lnTo>
                  <a:pt x="1140726" y="167741"/>
                </a:lnTo>
                <a:lnTo>
                  <a:pt x="1115885" y="177507"/>
                </a:lnTo>
                <a:lnTo>
                  <a:pt x="1089469" y="186118"/>
                </a:lnTo>
                <a:lnTo>
                  <a:pt x="1061593" y="193548"/>
                </a:lnTo>
                <a:lnTo>
                  <a:pt x="1032421" y="199847"/>
                </a:lnTo>
                <a:lnTo>
                  <a:pt x="1036726" y="208483"/>
                </a:lnTo>
                <a:lnTo>
                  <a:pt x="1040612" y="216420"/>
                </a:lnTo>
                <a:lnTo>
                  <a:pt x="1044206" y="224053"/>
                </a:lnTo>
                <a:lnTo>
                  <a:pt x="1047661" y="231851"/>
                </a:lnTo>
                <a:lnTo>
                  <a:pt x="1111592" y="212648"/>
                </a:lnTo>
                <a:lnTo>
                  <a:pt x="1167638" y="191630"/>
                </a:lnTo>
                <a:lnTo>
                  <a:pt x="1215809" y="168744"/>
                </a:lnTo>
                <a:lnTo>
                  <a:pt x="1237246" y="155549"/>
                </a:lnTo>
                <a:lnTo>
                  <a:pt x="1256106" y="143941"/>
                </a:lnTo>
                <a:lnTo>
                  <a:pt x="1288503" y="117208"/>
                </a:lnTo>
                <a:lnTo>
                  <a:pt x="1313027" y="88493"/>
                </a:lnTo>
                <a:lnTo>
                  <a:pt x="1313027" y="57912"/>
                </a:lnTo>
                <a:close/>
              </a:path>
              <a:path w="2681604" h="441325">
                <a:moveTo>
                  <a:pt x="1335887" y="244043"/>
                </a:moveTo>
                <a:lnTo>
                  <a:pt x="1271879" y="244043"/>
                </a:lnTo>
                <a:lnTo>
                  <a:pt x="1271879" y="189179"/>
                </a:lnTo>
                <a:lnTo>
                  <a:pt x="1236827" y="189179"/>
                </a:lnTo>
                <a:lnTo>
                  <a:pt x="1236827" y="244043"/>
                </a:lnTo>
                <a:lnTo>
                  <a:pt x="1030897" y="244043"/>
                </a:lnTo>
                <a:lnTo>
                  <a:pt x="1030897" y="274523"/>
                </a:lnTo>
                <a:lnTo>
                  <a:pt x="1236827" y="274523"/>
                </a:lnTo>
                <a:lnTo>
                  <a:pt x="1236827" y="367576"/>
                </a:lnTo>
                <a:lnTo>
                  <a:pt x="1235113" y="380746"/>
                </a:lnTo>
                <a:lnTo>
                  <a:pt x="1229969" y="390334"/>
                </a:lnTo>
                <a:lnTo>
                  <a:pt x="1221397" y="396176"/>
                </a:lnTo>
                <a:lnTo>
                  <a:pt x="1209395" y="398157"/>
                </a:lnTo>
                <a:lnTo>
                  <a:pt x="1197051" y="397865"/>
                </a:lnTo>
                <a:lnTo>
                  <a:pt x="1183017" y="397014"/>
                </a:lnTo>
                <a:lnTo>
                  <a:pt x="1167295" y="395579"/>
                </a:lnTo>
                <a:lnTo>
                  <a:pt x="1149870" y="393585"/>
                </a:lnTo>
                <a:lnTo>
                  <a:pt x="1151915" y="404456"/>
                </a:lnTo>
                <a:lnTo>
                  <a:pt x="1153680" y="414350"/>
                </a:lnTo>
                <a:lnTo>
                  <a:pt x="1155433" y="423367"/>
                </a:lnTo>
                <a:lnTo>
                  <a:pt x="1157490" y="431685"/>
                </a:lnTo>
                <a:lnTo>
                  <a:pt x="1218539" y="431685"/>
                </a:lnTo>
                <a:lnTo>
                  <a:pt x="1241666" y="428244"/>
                </a:lnTo>
                <a:lnTo>
                  <a:pt x="1258354" y="417957"/>
                </a:lnTo>
                <a:lnTo>
                  <a:pt x="1268476" y="400773"/>
                </a:lnTo>
                <a:lnTo>
                  <a:pt x="1268844" y="398157"/>
                </a:lnTo>
                <a:lnTo>
                  <a:pt x="1271879" y="376720"/>
                </a:lnTo>
                <a:lnTo>
                  <a:pt x="1271879" y="274523"/>
                </a:lnTo>
                <a:lnTo>
                  <a:pt x="1335887" y="274523"/>
                </a:lnTo>
                <a:lnTo>
                  <a:pt x="1335887" y="244043"/>
                </a:lnTo>
                <a:close/>
              </a:path>
              <a:path w="2681604" h="441325">
                <a:moveTo>
                  <a:pt x="1573822" y="44208"/>
                </a:moveTo>
                <a:lnTo>
                  <a:pt x="1447228" y="44208"/>
                </a:lnTo>
                <a:lnTo>
                  <a:pt x="1452930" y="34772"/>
                </a:lnTo>
                <a:lnTo>
                  <a:pt x="1458468" y="24777"/>
                </a:lnTo>
                <a:lnTo>
                  <a:pt x="1463738" y="14198"/>
                </a:lnTo>
                <a:lnTo>
                  <a:pt x="1468564" y="3048"/>
                </a:lnTo>
                <a:lnTo>
                  <a:pt x="1431988" y="3048"/>
                </a:lnTo>
                <a:lnTo>
                  <a:pt x="1415440" y="33934"/>
                </a:lnTo>
                <a:lnTo>
                  <a:pt x="1395603" y="62534"/>
                </a:lnTo>
                <a:lnTo>
                  <a:pt x="1372628" y="88861"/>
                </a:lnTo>
                <a:lnTo>
                  <a:pt x="1346644" y="112877"/>
                </a:lnTo>
                <a:lnTo>
                  <a:pt x="1352346" y="118808"/>
                </a:lnTo>
                <a:lnTo>
                  <a:pt x="1363154" y="130670"/>
                </a:lnTo>
                <a:lnTo>
                  <a:pt x="1367980" y="135737"/>
                </a:lnTo>
                <a:lnTo>
                  <a:pt x="1384579" y="120802"/>
                </a:lnTo>
                <a:lnTo>
                  <a:pt x="1400136" y="105498"/>
                </a:lnTo>
                <a:lnTo>
                  <a:pt x="1414919" y="89230"/>
                </a:lnTo>
                <a:lnTo>
                  <a:pt x="1428940" y="71729"/>
                </a:lnTo>
                <a:lnTo>
                  <a:pt x="1460944" y="71729"/>
                </a:lnTo>
                <a:lnTo>
                  <a:pt x="1442656" y="85445"/>
                </a:lnTo>
                <a:lnTo>
                  <a:pt x="1451813" y="95999"/>
                </a:lnTo>
                <a:lnTo>
                  <a:pt x="1460957" y="106972"/>
                </a:lnTo>
                <a:lnTo>
                  <a:pt x="1470139" y="118237"/>
                </a:lnTo>
                <a:lnTo>
                  <a:pt x="1479334" y="129641"/>
                </a:lnTo>
                <a:lnTo>
                  <a:pt x="1503718" y="109829"/>
                </a:lnTo>
                <a:lnTo>
                  <a:pt x="1495450" y="99809"/>
                </a:lnTo>
                <a:lnTo>
                  <a:pt x="1486750" y="90208"/>
                </a:lnTo>
                <a:lnTo>
                  <a:pt x="1477746" y="80899"/>
                </a:lnTo>
                <a:lnTo>
                  <a:pt x="1468564" y="71729"/>
                </a:lnTo>
                <a:lnTo>
                  <a:pt x="1573822" y="71729"/>
                </a:lnTo>
                <a:lnTo>
                  <a:pt x="1573822" y="44208"/>
                </a:lnTo>
                <a:close/>
              </a:path>
              <a:path w="2681604" h="441325">
                <a:moveTo>
                  <a:pt x="1756892" y="274523"/>
                </a:moveTo>
                <a:lnTo>
                  <a:pt x="1581442" y="274523"/>
                </a:lnTo>
                <a:lnTo>
                  <a:pt x="1581442" y="230327"/>
                </a:lnTo>
                <a:lnTo>
                  <a:pt x="1700415" y="230327"/>
                </a:lnTo>
                <a:lnTo>
                  <a:pt x="1700415" y="247091"/>
                </a:lnTo>
                <a:lnTo>
                  <a:pt x="1733943" y="247091"/>
                </a:lnTo>
                <a:lnTo>
                  <a:pt x="1733943" y="230327"/>
                </a:lnTo>
                <a:lnTo>
                  <a:pt x="1733943" y="129641"/>
                </a:lnTo>
                <a:lnTo>
                  <a:pt x="1700415" y="129641"/>
                </a:lnTo>
                <a:lnTo>
                  <a:pt x="1700415" y="158597"/>
                </a:lnTo>
                <a:lnTo>
                  <a:pt x="1700415" y="201371"/>
                </a:lnTo>
                <a:lnTo>
                  <a:pt x="1581442" y="201371"/>
                </a:lnTo>
                <a:lnTo>
                  <a:pt x="1581442" y="158597"/>
                </a:lnTo>
                <a:lnTo>
                  <a:pt x="1700415" y="158597"/>
                </a:lnTo>
                <a:lnTo>
                  <a:pt x="1700415" y="129641"/>
                </a:lnTo>
                <a:lnTo>
                  <a:pt x="1677555" y="129641"/>
                </a:lnTo>
                <a:lnTo>
                  <a:pt x="1479334" y="129641"/>
                </a:lnTo>
                <a:lnTo>
                  <a:pt x="1392364" y="129641"/>
                </a:lnTo>
                <a:lnTo>
                  <a:pt x="1392364" y="158597"/>
                </a:lnTo>
                <a:lnTo>
                  <a:pt x="1546390" y="158597"/>
                </a:lnTo>
                <a:lnTo>
                  <a:pt x="1546390" y="201371"/>
                </a:lnTo>
                <a:lnTo>
                  <a:pt x="1546390" y="230327"/>
                </a:lnTo>
                <a:lnTo>
                  <a:pt x="1546390" y="274523"/>
                </a:lnTo>
                <a:lnTo>
                  <a:pt x="1416748" y="274523"/>
                </a:lnTo>
                <a:lnTo>
                  <a:pt x="1428940" y="230327"/>
                </a:lnTo>
                <a:lnTo>
                  <a:pt x="1546390" y="230327"/>
                </a:lnTo>
                <a:lnTo>
                  <a:pt x="1546390" y="201371"/>
                </a:lnTo>
                <a:lnTo>
                  <a:pt x="1401508" y="201371"/>
                </a:lnTo>
                <a:lnTo>
                  <a:pt x="1380172" y="274523"/>
                </a:lnTo>
                <a:lnTo>
                  <a:pt x="1380172" y="305092"/>
                </a:lnTo>
                <a:lnTo>
                  <a:pt x="1512862" y="305092"/>
                </a:lnTo>
                <a:lnTo>
                  <a:pt x="1479092" y="335089"/>
                </a:lnTo>
                <a:lnTo>
                  <a:pt x="1439621" y="360959"/>
                </a:lnTo>
                <a:lnTo>
                  <a:pt x="1394472" y="382536"/>
                </a:lnTo>
                <a:lnTo>
                  <a:pt x="1343596" y="399681"/>
                </a:lnTo>
                <a:lnTo>
                  <a:pt x="1349032" y="407416"/>
                </a:lnTo>
                <a:lnTo>
                  <a:pt x="1353883" y="414731"/>
                </a:lnTo>
                <a:lnTo>
                  <a:pt x="1358176" y="421754"/>
                </a:lnTo>
                <a:lnTo>
                  <a:pt x="1361884" y="428637"/>
                </a:lnTo>
                <a:lnTo>
                  <a:pt x="1419656" y="406260"/>
                </a:lnTo>
                <a:lnTo>
                  <a:pt x="1469567" y="380009"/>
                </a:lnTo>
                <a:lnTo>
                  <a:pt x="1511769" y="349465"/>
                </a:lnTo>
                <a:lnTo>
                  <a:pt x="1546390" y="314236"/>
                </a:lnTo>
                <a:lnTo>
                  <a:pt x="1546390" y="437781"/>
                </a:lnTo>
                <a:lnTo>
                  <a:pt x="1581442" y="437781"/>
                </a:lnTo>
                <a:lnTo>
                  <a:pt x="1581442" y="314236"/>
                </a:lnTo>
                <a:lnTo>
                  <a:pt x="1581442" y="305092"/>
                </a:lnTo>
                <a:lnTo>
                  <a:pt x="1721751" y="305092"/>
                </a:lnTo>
                <a:lnTo>
                  <a:pt x="1720837" y="315379"/>
                </a:lnTo>
                <a:lnTo>
                  <a:pt x="1719605" y="335953"/>
                </a:lnTo>
                <a:lnTo>
                  <a:pt x="1702409" y="370459"/>
                </a:lnTo>
                <a:lnTo>
                  <a:pt x="1691271" y="372148"/>
                </a:lnTo>
                <a:lnTo>
                  <a:pt x="1677568" y="371881"/>
                </a:lnTo>
                <a:lnTo>
                  <a:pt x="1661744" y="371195"/>
                </a:lnTo>
                <a:lnTo>
                  <a:pt x="1624215" y="369100"/>
                </a:lnTo>
                <a:lnTo>
                  <a:pt x="1626235" y="378269"/>
                </a:lnTo>
                <a:lnTo>
                  <a:pt x="1627835" y="387286"/>
                </a:lnTo>
                <a:lnTo>
                  <a:pt x="1629143" y="395986"/>
                </a:lnTo>
                <a:lnTo>
                  <a:pt x="1630311" y="404253"/>
                </a:lnTo>
                <a:lnTo>
                  <a:pt x="1697367" y="404253"/>
                </a:lnTo>
                <a:lnTo>
                  <a:pt x="1720532" y="400812"/>
                </a:lnTo>
                <a:lnTo>
                  <a:pt x="1737563" y="390525"/>
                </a:lnTo>
                <a:lnTo>
                  <a:pt x="1748586" y="373341"/>
                </a:lnTo>
                <a:lnTo>
                  <a:pt x="1748840" y="372148"/>
                </a:lnTo>
                <a:lnTo>
                  <a:pt x="1753755" y="349288"/>
                </a:lnTo>
                <a:lnTo>
                  <a:pt x="1754886" y="331622"/>
                </a:lnTo>
                <a:lnTo>
                  <a:pt x="1755889" y="313080"/>
                </a:lnTo>
                <a:lnTo>
                  <a:pt x="1756613" y="293954"/>
                </a:lnTo>
                <a:lnTo>
                  <a:pt x="1756892" y="274523"/>
                </a:lnTo>
                <a:close/>
              </a:path>
              <a:path w="2681604" h="441325">
                <a:moveTo>
                  <a:pt x="1776704" y="44208"/>
                </a:moveTo>
                <a:lnTo>
                  <a:pt x="1639455" y="44208"/>
                </a:lnTo>
                <a:lnTo>
                  <a:pt x="1644904" y="34772"/>
                </a:lnTo>
                <a:lnTo>
                  <a:pt x="1649933" y="24777"/>
                </a:lnTo>
                <a:lnTo>
                  <a:pt x="1654670" y="14198"/>
                </a:lnTo>
                <a:lnTo>
                  <a:pt x="1659267" y="3048"/>
                </a:lnTo>
                <a:lnTo>
                  <a:pt x="1621167" y="3048"/>
                </a:lnTo>
                <a:lnTo>
                  <a:pt x="1608582" y="31356"/>
                </a:lnTo>
                <a:lnTo>
                  <a:pt x="1594027" y="56819"/>
                </a:lnTo>
                <a:lnTo>
                  <a:pt x="1577771" y="79425"/>
                </a:lnTo>
                <a:lnTo>
                  <a:pt x="1560106" y="99161"/>
                </a:lnTo>
                <a:lnTo>
                  <a:pt x="1567738" y="105448"/>
                </a:lnTo>
                <a:lnTo>
                  <a:pt x="1574774" y="110972"/>
                </a:lnTo>
                <a:lnTo>
                  <a:pt x="1580896" y="115874"/>
                </a:lnTo>
                <a:lnTo>
                  <a:pt x="1586014" y="120497"/>
                </a:lnTo>
                <a:lnTo>
                  <a:pt x="1596021" y="109664"/>
                </a:lnTo>
                <a:lnTo>
                  <a:pt x="1605457" y="97828"/>
                </a:lnTo>
                <a:lnTo>
                  <a:pt x="1614347" y="85140"/>
                </a:lnTo>
                <a:lnTo>
                  <a:pt x="1622691" y="71729"/>
                </a:lnTo>
                <a:lnTo>
                  <a:pt x="1660791" y="71729"/>
                </a:lnTo>
                <a:lnTo>
                  <a:pt x="1642503" y="85445"/>
                </a:lnTo>
                <a:lnTo>
                  <a:pt x="1650758" y="95999"/>
                </a:lnTo>
                <a:lnTo>
                  <a:pt x="1658239" y="105448"/>
                </a:lnTo>
                <a:lnTo>
                  <a:pt x="1677555" y="129641"/>
                </a:lnTo>
                <a:lnTo>
                  <a:pt x="1703463" y="111353"/>
                </a:lnTo>
                <a:lnTo>
                  <a:pt x="1694319" y="101092"/>
                </a:lnTo>
                <a:lnTo>
                  <a:pt x="1685175" y="90970"/>
                </a:lnTo>
                <a:lnTo>
                  <a:pt x="1676031" y="81140"/>
                </a:lnTo>
                <a:lnTo>
                  <a:pt x="1666887" y="71729"/>
                </a:lnTo>
                <a:lnTo>
                  <a:pt x="1776704" y="71729"/>
                </a:lnTo>
                <a:lnTo>
                  <a:pt x="1776704" y="44208"/>
                </a:lnTo>
                <a:close/>
              </a:path>
              <a:path w="2681604" h="441325">
                <a:moveTo>
                  <a:pt x="2232863" y="189166"/>
                </a:moveTo>
                <a:lnTo>
                  <a:pt x="1796999" y="189166"/>
                </a:lnTo>
                <a:lnTo>
                  <a:pt x="1796999" y="228790"/>
                </a:lnTo>
                <a:lnTo>
                  <a:pt x="2232863" y="228790"/>
                </a:lnTo>
                <a:lnTo>
                  <a:pt x="2232863" y="189166"/>
                </a:lnTo>
                <a:close/>
              </a:path>
              <a:path w="2681604" h="441325">
                <a:moveTo>
                  <a:pt x="2391257" y="22860"/>
                </a:moveTo>
                <a:lnTo>
                  <a:pt x="2359253" y="3048"/>
                </a:lnTo>
                <a:lnTo>
                  <a:pt x="2336711" y="38265"/>
                </a:lnTo>
                <a:lnTo>
                  <a:pt x="2310434" y="70916"/>
                </a:lnTo>
                <a:lnTo>
                  <a:pt x="2280729" y="101295"/>
                </a:lnTo>
                <a:lnTo>
                  <a:pt x="2247900" y="129641"/>
                </a:lnTo>
                <a:lnTo>
                  <a:pt x="2252459" y="137668"/>
                </a:lnTo>
                <a:lnTo>
                  <a:pt x="2256853" y="145834"/>
                </a:lnTo>
                <a:lnTo>
                  <a:pt x="2260981" y="154292"/>
                </a:lnTo>
                <a:lnTo>
                  <a:pt x="2264664" y="163169"/>
                </a:lnTo>
                <a:lnTo>
                  <a:pt x="2300986" y="131191"/>
                </a:lnTo>
                <a:lnTo>
                  <a:pt x="2334285" y="97053"/>
                </a:lnTo>
                <a:lnTo>
                  <a:pt x="2364422" y="60896"/>
                </a:lnTo>
                <a:lnTo>
                  <a:pt x="2391257" y="22860"/>
                </a:lnTo>
                <a:close/>
              </a:path>
              <a:path w="2681604" h="441325">
                <a:moveTo>
                  <a:pt x="2398877" y="129641"/>
                </a:moveTo>
                <a:lnTo>
                  <a:pt x="2368397" y="111353"/>
                </a:lnTo>
                <a:lnTo>
                  <a:pt x="2340089" y="158864"/>
                </a:lnTo>
                <a:lnTo>
                  <a:pt x="2310053" y="200787"/>
                </a:lnTo>
                <a:lnTo>
                  <a:pt x="2278303" y="237248"/>
                </a:lnTo>
                <a:lnTo>
                  <a:pt x="2244852" y="268427"/>
                </a:lnTo>
                <a:lnTo>
                  <a:pt x="2249170" y="276733"/>
                </a:lnTo>
                <a:lnTo>
                  <a:pt x="2253043" y="285457"/>
                </a:lnTo>
                <a:lnTo>
                  <a:pt x="2256650" y="294449"/>
                </a:lnTo>
                <a:lnTo>
                  <a:pt x="2260092" y="303568"/>
                </a:lnTo>
                <a:lnTo>
                  <a:pt x="2274671" y="290690"/>
                </a:lnTo>
                <a:lnTo>
                  <a:pt x="2288679" y="277228"/>
                </a:lnTo>
                <a:lnTo>
                  <a:pt x="2302141" y="263194"/>
                </a:lnTo>
                <a:lnTo>
                  <a:pt x="2315057" y="248615"/>
                </a:lnTo>
                <a:lnTo>
                  <a:pt x="2315057" y="434733"/>
                </a:lnTo>
                <a:lnTo>
                  <a:pt x="2351633" y="434733"/>
                </a:lnTo>
                <a:lnTo>
                  <a:pt x="2351633" y="248615"/>
                </a:lnTo>
                <a:lnTo>
                  <a:pt x="2351633" y="202895"/>
                </a:lnTo>
                <a:lnTo>
                  <a:pt x="2364155" y="185661"/>
                </a:lnTo>
                <a:lnTo>
                  <a:pt x="2376398" y="167982"/>
                </a:lnTo>
                <a:lnTo>
                  <a:pt x="2388070" y="149440"/>
                </a:lnTo>
                <a:lnTo>
                  <a:pt x="2398877" y="129641"/>
                </a:lnTo>
                <a:close/>
              </a:path>
              <a:path w="2681604" h="441325">
                <a:moveTo>
                  <a:pt x="2656624" y="38100"/>
                </a:moveTo>
                <a:lnTo>
                  <a:pt x="2429357" y="38100"/>
                </a:lnTo>
                <a:lnTo>
                  <a:pt x="2429357" y="70205"/>
                </a:lnTo>
                <a:lnTo>
                  <a:pt x="2656624" y="70205"/>
                </a:lnTo>
                <a:lnTo>
                  <a:pt x="2656624" y="38100"/>
                </a:lnTo>
                <a:close/>
              </a:path>
              <a:path w="2681604" h="441325">
                <a:moveTo>
                  <a:pt x="2681008" y="169265"/>
                </a:moveTo>
                <a:lnTo>
                  <a:pt x="2403449" y="169265"/>
                </a:lnTo>
                <a:lnTo>
                  <a:pt x="2403449" y="202895"/>
                </a:lnTo>
                <a:lnTo>
                  <a:pt x="2558999" y="202895"/>
                </a:lnTo>
                <a:lnTo>
                  <a:pt x="2558999" y="361480"/>
                </a:lnTo>
                <a:lnTo>
                  <a:pt x="2557018" y="375297"/>
                </a:lnTo>
                <a:lnTo>
                  <a:pt x="2551188" y="384810"/>
                </a:lnTo>
                <a:lnTo>
                  <a:pt x="2541638" y="390296"/>
                </a:lnTo>
                <a:lnTo>
                  <a:pt x="2528519" y="392061"/>
                </a:lnTo>
                <a:lnTo>
                  <a:pt x="2511374" y="391795"/>
                </a:lnTo>
                <a:lnTo>
                  <a:pt x="2494229" y="391109"/>
                </a:lnTo>
                <a:lnTo>
                  <a:pt x="2459939" y="389013"/>
                </a:lnTo>
                <a:lnTo>
                  <a:pt x="2461958" y="399275"/>
                </a:lnTo>
                <a:lnTo>
                  <a:pt x="2463558" y="409397"/>
                </a:lnTo>
                <a:lnTo>
                  <a:pt x="2464866" y="419227"/>
                </a:lnTo>
                <a:lnTo>
                  <a:pt x="2466035" y="428637"/>
                </a:lnTo>
                <a:lnTo>
                  <a:pt x="2540711" y="428637"/>
                </a:lnTo>
                <a:lnTo>
                  <a:pt x="2581897" y="414909"/>
                </a:lnTo>
                <a:lnTo>
                  <a:pt x="2595664" y="373672"/>
                </a:lnTo>
                <a:lnTo>
                  <a:pt x="2595664" y="202895"/>
                </a:lnTo>
                <a:lnTo>
                  <a:pt x="2681008" y="202895"/>
                </a:lnTo>
                <a:lnTo>
                  <a:pt x="2681008" y="1692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5040058" y="4808029"/>
            <a:ext cx="1365250" cy="325120"/>
          </a:xfrm>
          <a:custGeom>
            <a:avLst/>
            <a:gdLst/>
            <a:ahLst/>
            <a:cxnLst/>
            <a:rect l="l" t="t" r="r" b="b"/>
            <a:pathLst>
              <a:path w="1365250" h="325120">
                <a:moveTo>
                  <a:pt x="253174" y="158686"/>
                </a:moveTo>
                <a:lnTo>
                  <a:pt x="248589" y="111785"/>
                </a:lnTo>
                <a:lnTo>
                  <a:pt x="234823" y="73317"/>
                </a:lnTo>
                <a:lnTo>
                  <a:pt x="215074" y="47561"/>
                </a:lnTo>
                <a:lnTo>
                  <a:pt x="215074" y="158686"/>
                </a:lnTo>
                <a:lnTo>
                  <a:pt x="212801" y="187617"/>
                </a:lnTo>
                <a:lnTo>
                  <a:pt x="195135" y="234645"/>
                </a:lnTo>
                <a:lnTo>
                  <a:pt x="161099" y="267271"/>
                </a:lnTo>
                <a:lnTo>
                  <a:pt x="113055" y="283273"/>
                </a:lnTo>
                <a:lnTo>
                  <a:pt x="83908" y="285280"/>
                </a:lnTo>
                <a:lnTo>
                  <a:pt x="36664" y="285280"/>
                </a:lnTo>
                <a:lnTo>
                  <a:pt x="36664" y="38201"/>
                </a:lnTo>
                <a:lnTo>
                  <a:pt x="85432" y="38201"/>
                </a:lnTo>
                <a:lnTo>
                  <a:pt x="142379" y="45872"/>
                </a:lnTo>
                <a:lnTo>
                  <a:pt x="182867" y="68694"/>
                </a:lnTo>
                <a:lnTo>
                  <a:pt x="207048" y="106387"/>
                </a:lnTo>
                <a:lnTo>
                  <a:pt x="215074" y="158686"/>
                </a:lnTo>
                <a:lnTo>
                  <a:pt x="215074" y="47561"/>
                </a:lnTo>
                <a:lnTo>
                  <a:pt x="211823" y="43307"/>
                </a:lnTo>
                <a:lnTo>
                  <a:pt x="204139" y="38201"/>
                </a:lnTo>
                <a:lnTo>
                  <a:pt x="179539" y="21818"/>
                </a:lnTo>
                <a:lnTo>
                  <a:pt x="137934" y="8902"/>
                </a:lnTo>
                <a:lnTo>
                  <a:pt x="86956" y="4572"/>
                </a:lnTo>
                <a:lnTo>
                  <a:pt x="0" y="4572"/>
                </a:lnTo>
                <a:lnTo>
                  <a:pt x="0" y="318808"/>
                </a:lnTo>
                <a:lnTo>
                  <a:pt x="83908" y="318808"/>
                </a:lnTo>
                <a:lnTo>
                  <a:pt x="120789" y="316191"/>
                </a:lnTo>
                <a:lnTo>
                  <a:pt x="153682" y="308140"/>
                </a:lnTo>
                <a:lnTo>
                  <a:pt x="182575" y="294373"/>
                </a:lnTo>
                <a:lnTo>
                  <a:pt x="194017" y="285280"/>
                </a:lnTo>
                <a:lnTo>
                  <a:pt x="207454" y="274612"/>
                </a:lnTo>
                <a:lnTo>
                  <a:pt x="227457" y="250926"/>
                </a:lnTo>
                <a:lnTo>
                  <a:pt x="241744" y="223507"/>
                </a:lnTo>
                <a:lnTo>
                  <a:pt x="250317" y="192659"/>
                </a:lnTo>
                <a:lnTo>
                  <a:pt x="253174" y="158686"/>
                </a:lnTo>
                <a:close/>
              </a:path>
              <a:path w="1365250" h="325120">
                <a:moveTo>
                  <a:pt x="591781" y="158686"/>
                </a:moveTo>
                <a:lnTo>
                  <a:pt x="589229" y="124917"/>
                </a:lnTo>
                <a:lnTo>
                  <a:pt x="581672" y="94602"/>
                </a:lnTo>
                <a:lnTo>
                  <a:pt x="569239" y="67729"/>
                </a:lnTo>
                <a:lnTo>
                  <a:pt x="552069" y="44297"/>
                </a:lnTo>
                <a:lnTo>
                  <a:pt x="552069" y="163258"/>
                </a:lnTo>
                <a:lnTo>
                  <a:pt x="550329" y="192189"/>
                </a:lnTo>
                <a:lnTo>
                  <a:pt x="535990" y="239217"/>
                </a:lnTo>
                <a:lnTo>
                  <a:pt x="506818" y="272732"/>
                </a:lnTo>
                <a:lnTo>
                  <a:pt x="465670" y="289356"/>
                </a:lnTo>
                <a:lnTo>
                  <a:pt x="440804" y="291376"/>
                </a:lnTo>
                <a:lnTo>
                  <a:pt x="417893" y="289115"/>
                </a:lnTo>
                <a:lnTo>
                  <a:pt x="378993" y="271449"/>
                </a:lnTo>
                <a:lnTo>
                  <a:pt x="349872" y="236855"/>
                </a:lnTo>
                <a:lnTo>
                  <a:pt x="334492" y="190449"/>
                </a:lnTo>
                <a:lnTo>
                  <a:pt x="332511" y="163258"/>
                </a:lnTo>
                <a:lnTo>
                  <a:pt x="334492" y="135204"/>
                </a:lnTo>
                <a:lnTo>
                  <a:pt x="349872" y="88176"/>
                </a:lnTo>
                <a:lnTo>
                  <a:pt x="380111" y="52920"/>
                </a:lnTo>
                <a:lnTo>
                  <a:pt x="420687" y="35674"/>
                </a:lnTo>
                <a:lnTo>
                  <a:pt x="443865" y="33629"/>
                </a:lnTo>
                <a:lnTo>
                  <a:pt x="467817" y="35648"/>
                </a:lnTo>
                <a:lnTo>
                  <a:pt x="507720" y="52273"/>
                </a:lnTo>
                <a:lnTo>
                  <a:pt x="535990" y="86029"/>
                </a:lnTo>
                <a:lnTo>
                  <a:pt x="550329" y="134099"/>
                </a:lnTo>
                <a:lnTo>
                  <a:pt x="552069" y="163258"/>
                </a:lnTo>
                <a:lnTo>
                  <a:pt x="552069" y="44297"/>
                </a:lnTo>
                <a:lnTo>
                  <a:pt x="540194" y="33629"/>
                </a:lnTo>
                <a:lnTo>
                  <a:pt x="530059" y="24523"/>
                </a:lnTo>
                <a:lnTo>
                  <a:pt x="505206" y="10718"/>
                </a:lnTo>
                <a:lnTo>
                  <a:pt x="477481" y="2641"/>
                </a:lnTo>
                <a:lnTo>
                  <a:pt x="446913" y="0"/>
                </a:lnTo>
                <a:lnTo>
                  <a:pt x="413397" y="2857"/>
                </a:lnTo>
                <a:lnTo>
                  <a:pt x="357873" y="25158"/>
                </a:lnTo>
                <a:lnTo>
                  <a:pt x="317538" y="69151"/>
                </a:lnTo>
                <a:lnTo>
                  <a:pt x="296900" y="130314"/>
                </a:lnTo>
                <a:lnTo>
                  <a:pt x="294309" y="166306"/>
                </a:lnTo>
                <a:lnTo>
                  <a:pt x="296875" y="200050"/>
                </a:lnTo>
                <a:lnTo>
                  <a:pt x="316903" y="257263"/>
                </a:lnTo>
                <a:lnTo>
                  <a:pt x="356057" y="299847"/>
                </a:lnTo>
                <a:lnTo>
                  <a:pt x="409295" y="322148"/>
                </a:lnTo>
                <a:lnTo>
                  <a:pt x="440804" y="324993"/>
                </a:lnTo>
                <a:lnTo>
                  <a:pt x="473392" y="322122"/>
                </a:lnTo>
                <a:lnTo>
                  <a:pt x="528256" y="299199"/>
                </a:lnTo>
                <a:lnTo>
                  <a:pt x="568591" y="255219"/>
                </a:lnTo>
                <a:lnTo>
                  <a:pt x="589203" y="194665"/>
                </a:lnTo>
                <a:lnTo>
                  <a:pt x="591781" y="158686"/>
                </a:lnTo>
                <a:close/>
              </a:path>
              <a:path w="1365250" h="325120">
                <a:moveTo>
                  <a:pt x="866292" y="12293"/>
                </a:moveTo>
                <a:lnTo>
                  <a:pt x="851166" y="7124"/>
                </a:lnTo>
                <a:lnTo>
                  <a:pt x="833628" y="3251"/>
                </a:lnTo>
                <a:lnTo>
                  <a:pt x="814120" y="838"/>
                </a:lnTo>
                <a:lnTo>
                  <a:pt x="793051" y="0"/>
                </a:lnTo>
                <a:lnTo>
                  <a:pt x="759282" y="2882"/>
                </a:lnTo>
                <a:lnTo>
                  <a:pt x="701459" y="25806"/>
                </a:lnTo>
                <a:lnTo>
                  <a:pt x="657999" y="71310"/>
                </a:lnTo>
                <a:lnTo>
                  <a:pt x="635762" y="132054"/>
                </a:lnTo>
                <a:lnTo>
                  <a:pt x="632929" y="167830"/>
                </a:lnTo>
                <a:lnTo>
                  <a:pt x="635482" y="201549"/>
                </a:lnTo>
                <a:lnTo>
                  <a:pt x="655434" y="258140"/>
                </a:lnTo>
                <a:lnTo>
                  <a:pt x="694613" y="299847"/>
                </a:lnTo>
                <a:lnTo>
                  <a:pt x="748499" y="322148"/>
                </a:lnTo>
                <a:lnTo>
                  <a:pt x="780859" y="324993"/>
                </a:lnTo>
                <a:lnTo>
                  <a:pt x="805116" y="323837"/>
                </a:lnTo>
                <a:lnTo>
                  <a:pt x="827532" y="320382"/>
                </a:lnTo>
                <a:lnTo>
                  <a:pt x="847979" y="314629"/>
                </a:lnTo>
                <a:lnTo>
                  <a:pt x="866292" y="306616"/>
                </a:lnTo>
                <a:lnTo>
                  <a:pt x="866292" y="270040"/>
                </a:lnTo>
                <a:lnTo>
                  <a:pt x="848258" y="279158"/>
                </a:lnTo>
                <a:lnTo>
                  <a:pt x="828675" y="285851"/>
                </a:lnTo>
                <a:lnTo>
                  <a:pt x="807694" y="289966"/>
                </a:lnTo>
                <a:lnTo>
                  <a:pt x="785431" y="291376"/>
                </a:lnTo>
                <a:lnTo>
                  <a:pt x="760564" y="289356"/>
                </a:lnTo>
                <a:lnTo>
                  <a:pt x="719378" y="272732"/>
                </a:lnTo>
                <a:lnTo>
                  <a:pt x="689038" y="239255"/>
                </a:lnTo>
                <a:lnTo>
                  <a:pt x="673036" y="193471"/>
                </a:lnTo>
                <a:lnTo>
                  <a:pt x="671029" y="166306"/>
                </a:lnTo>
                <a:lnTo>
                  <a:pt x="673049" y="137121"/>
                </a:lnTo>
                <a:lnTo>
                  <a:pt x="689673" y="88442"/>
                </a:lnTo>
                <a:lnTo>
                  <a:pt x="722922" y="53555"/>
                </a:lnTo>
                <a:lnTo>
                  <a:pt x="767016" y="35890"/>
                </a:lnTo>
                <a:lnTo>
                  <a:pt x="793051" y="33629"/>
                </a:lnTo>
                <a:lnTo>
                  <a:pt x="812406" y="34772"/>
                </a:lnTo>
                <a:lnTo>
                  <a:pt x="831342" y="38201"/>
                </a:lnTo>
                <a:lnTo>
                  <a:pt x="849452" y="43916"/>
                </a:lnTo>
                <a:lnTo>
                  <a:pt x="866292" y="51917"/>
                </a:lnTo>
                <a:lnTo>
                  <a:pt x="866292" y="12293"/>
                </a:lnTo>
                <a:close/>
              </a:path>
              <a:path w="1365250" h="325120">
                <a:moveTo>
                  <a:pt x="1134706" y="4572"/>
                </a:moveTo>
                <a:lnTo>
                  <a:pt x="1096518" y="4572"/>
                </a:lnTo>
                <a:lnTo>
                  <a:pt x="1021842" y="146494"/>
                </a:lnTo>
                <a:lnTo>
                  <a:pt x="1018794" y="155638"/>
                </a:lnTo>
                <a:lnTo>
                  <a:pt x="1015746" y="161734"/>
                </a:lnTo>
                <a:lnTo>
                  <a:pt x="1014222" y="166306"/>
                </a:lnTo>
                <a:lnTo>
                  <a:pt x="1012698" y="166306"/>
                </a:lnTo>
                <a:lnTo>
                  <a:pt x="1009650" y="155638"/>
                </a:lnTo>
                <a:lnTo>
                  <a:pt x="1006602" y="148018"/>
                </a:lnTo>
                <a:lnTo>
                  <a:pt x="1005078" y="146494"/>
                </a:lnTo>
                <a:lnTo>
                  <a:pt x="934872" y="4572"/>
                </a:lnTo>
                <a:lnTo>
                  <a:pt x="893724" y="4572"/>
                </a:lnTo>
                <a:lnTo>
                  <a:pt x="994410" y="204406"/>
                </a:lnTo>
                <a:lnTo>
                  <a:pt x="994410" y="318808"/>
                </a:lnTo>
                <a:lnTo>
                  <a:pt x="1030986" y="318808"/>
                </a:lnTo>
                <a:lnTo>
                  <a:pt x="1030986" y="202882"/>
                </a:lnTo>
                <a:lnTo>
                  <a:pt x="1134706" y="4572"/>
                </a:lnTo>
                <a:close/>
              </a:path>
              <a:path w="1365250" h="325120">
                <a:moveTo>
                  <a:pt x="1364932" y="5181"/>
                </a:moveTo>
                <a:lnTo>
                  <a:pt x="1146810" y="5181"/>
                </a:lnTo>
                <a:lnTo>
                  <a:pt x="1146810" y="38201"/>
                </a:lnTo>
                <a:lnTo>
                  <a:pt x="1236814" y="38201"/>
                </a:lnTo>
                <a:lnTo>
                  <a:pt x="1236814" y="318871"/>
                </a:lnTo>
                <a:lnTo>
                  <a:pt x="1274914" y="318871"/>
                </a:lnTo>
                <a:lnTo>
                  <a:pt x="1274914" y="38201"/>
                </a:lnTo>
                <a:lnTo>
                  <a:pt x="1364932" y="38201"/>
                </a:lnTo>
                <a:lnTo>
                  <a:pt x="1364932" y="51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6453854" y="4812601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576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10600" y="1681"/>
                </a:lnTo>
                <a:lnTo>
                  <a:pt x="131492" y="6524"/>
                </a:lnTo>
                <a:lnTo>
                  <a:pt x="149527" y="14224"/>
                </a:lnTo>
                <a:lnTo>
                  <a:pt x="164687" y="24479"/>
                </a:lnTo>
                <a:lnTo>
                  <a:pt x="172674" y="33623"/>
                </a:lnTo>
                <a:lnTo>
                  <a:pt x="36576" y="33623"/>
                </a:lnTo>
                <a:lnTo>
                  <a:pt x="36576" y="163258"/>
                </a:lnTo>
                <a:lnTo>
                  <a:pt x="165455" y="163258"/>
                </a:lnTo>
                <a:lnTo>
                  <a:pt x="161639" y="167830"/>
                </a:lnTo>
                <a:lnTo>
                  <a:pt x="145098" y="179832"/>
                </a:lnTo>
                <a:lnTo>
                  <a:pt x="125396" y="188404"/>
                </a:lnTo>
                <a:lnTo>
                  <a:pt x="102837" y="193548"/>
                </a:lnTo>
                <a:lnTo>
                  <a:pt x="77724" y="195262"/>
                </a:lnTo>
                <a:lnTo>
                  <a:pt x="36576" y="195262"/>
                </a:lnTo>
                <a:lnTo>
                  <a:pt x="36576" y="314229"/>
                </a:lnTo>
                <a:close/>
              </a:path>
              <a:path w="192404" h="314325">
                <a:moveTo>
                  <a:pt x="165455" y="163258"/>
                </a:moveTo>
                <a:lnTo>
                  <a:pt x="76200" y="163258"/>
                </a:lnTo>
                <a:lnTo>
                  <a:pt x="93608" y="162115"/>
                </a:lnTo>
                <a:lnTo>
                  <a:pt x="109168" y="158686"/>
                </a:lnTo>
                <a:lnTo>
                  <a:pt x="142446" y="135848"/>
                </a:lnTo>
                <a:lnTo>
                  <a:pt x="154019" y="96107"/>
                </a:lnTo>
                <a:lnTo>
                  <a:pt x="149432" y="68984"/>
                </a:lnTo>
                <a:lnTo>
                  <a:pt x="135683" y="49434"/>
                </a:lnTo>
                <a:lnTo>
                  <a:pt x="112790" y="37599"/>
                </a:lnTo>
                <a:lnTo>
                  <a:pt x="80772" y="33623"/>
                </a:lnTo>
                <a:lnTo>
                  <a:pt x="172674" y="33623"/>
                </a:lnTo>
                <a:lnTo>
                  <a:pt x="176688" y="38219"/>
                </a:lnTo>
                <a:lnTo>
                  <a:pt x="185261" y="54387"/>
                </a:lnTo>
                <a:lnTo>
                  <a:pt x="190404" y="73128"/>
                </a:lnTo>
                <a:lnTo>
                  <a:pt x="192119" y="94583"/>
                </a:lnTo>
                <a:lnTo>
                  <a:pt x="190142" y="115498"/>
                </a:lnTo>
                <a:lnTo>
                  <a:pt x="184308" y="134671"/>
                </a:lnTo>
                <a:lnTo>
                  <a:pt x="174759" y="152112"/>
                </a:lnTo>
                <a:lnTo>
                  <a:pt x="165455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6706934" y="4813147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70" h="313689">
                <a:moveTo>
                  <a:pt x="166306" y="280670"/>
                </a:moveTo>
                <a:lnTo>
                  <a:pt x="36664" y="280670"/>
                </a:lnTo>
                <a:lnTo>
                  <a:pt x="36664" y="170180"/>
                </a:lnTo>
                <a:lnTo>
                  <a:pt x="149440" y="170180"/>
                </a:lnTo>
                <a:lnTo>
                  <a:pt x="149440" y="138430"/>
                </a:lnTo>
                <a:lnTo>
                  <a:pt x="36664" y="138430"/>
                </a:lnTo>
                <a:lnTo>
                  <a:pt x="36664" y="33020"/>
                </a:lnTo>
                <a:lnTo>
                  <a:pt x="158686" y="33020"/>
                </a:lnTo>
                <a:lnTo>
                  <a:pt x="158686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306" y="313690"/>
                </a:lnTo>
                <a:lnTo>
                  <a:pt x="16630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7030301" y="4753165"/>
            <a:ext cx="846455" cy="438150"/>
          </a:xfrm>
          <a:custGeom>
            <a:avLst/>
            <a:gdLst/>
            <a:ahLst/>
            <a:cxnLst/>
            <a:rect l="l" t="t" r="r" b="b"/>
            <a:pathLst>
              <a:path w="846454" h="438150">
                <a:moveTo>
                  <a:pt x="166217" y="331000"/>
                </a:moveTo>
                <a:lnTo>
                  <a:pt x="164160" y="323596"/>
                </a:lnTo>
                <a:lnTo>
                  <a:pt x="162407" y="315188"/>
                </a:lnTo>
                <a:lnTo>
                  <a:pt x="160642" y="305930"/>
                </a:lnTo>
                <a:lnTo>
                  <a:pt x="158584" y="295948"/>
                </a:lnTo>
                <a:lnTo>
                  <a:pt x="131165" y="311404"/>
                </a:lnTo>
                <a:lnTo>
                  <a:pt x="103873" y="325856"/>
                </a:lnTo>
                <a:lnTo>
                  <a:pt x="76860" y="339458"/>
                </a:lnTo>
                <a:lnTo>
                  <a:pt x="50292" y="352336"/>
                </a:lnTo>
                <a:lnTo>
                  <a:pt x="50292" y="207467"/>
                </a:lnTo>
                <a:lnTo>
                  <a:pt x="125056" y="207467"/>
                </a:lnTo>
                <a:lnTo>
                  <a:pt x="125056" y="231851"/>
                </a:lnTo>
                <a:lnTo>
                  <a:pt x="158584" y="231851"/>
                </a:lnTo>
                <a:lnTo>
                  <a:pt x="158584" y="207467"/>
                </a:lnTo>
                <a:lnTo>
                  <a:pt x="158584" y="36576"/>
                </a:lnTo>
                <a:lnTo>
                  <a:pt x="7620" y="36576"/>
                </a:lnTo>
                <a:lnTo>
                  <a:pt x="7620" y="67157"/>
                </a:lnTo>
                <a:lnTo>
                  <a:pt x="125056" y="67157"/>
                </a:lnTo>
                <a:lnTo>
                  <a:pt x="125056" y="176974"/>
                </a:lnTo>
                <a:lnTo>
                  <a:pt x="15240" y="176974"/>
                </a:lnTo>
                <a:lnTo>
                  <a:pt x="15125" y="346240"/>
                </a:lnTo>
                <a:lnTo>
                  <a:pt x="14363" y="356704"/>
                </a:lnTo>
                <a:lnTo>
                  <a:pt x="11620" y="367436"/>
                </a:lnTo>
                <a:lnTo>
                  <a:pt x="6883" y="376732"/>
                </a:lnTo>
                <a:lnTo>
                  <a:pt x="0" y="384441"/>
                </a:lnTo>
                <a:lnTo>
                  <a:pt x="24384" y="414921"/>
                </a:lnTo>
                <a:lnTo>
                  <a:pt x="79121" y="376897"/>
                </a:lnTo>
                <a:lnTo>
                  <a:pt x="125336" y="352336"/>
                </a:lnTo>
                <a:lnTo>
                  <a:pt x="166217" y="331000"/>
                </a:lnTo>
                <a:close/>
              </a:path>
              <a:path w="846454" h="438150">
                <a:moveTo>
                  <a:pt x="427012" y="392061"/>
                </a:moveTo>
                <a:lnTo>
                  <a:pt x="390131" y="377380"/>
                </a:lnTo>
                <a:lnTo>
                  <a:pt x="336156" y="346240"/>
                </a:lnTo>
                <a:lnTo>
                  <a:pt x="306514" y="320332"/>
                </a:lnTo>
                <a:lnTo>
                  <a:pt x="323545" y="291376"/>
                </a:lnTo>
                <a:lnTo>
                  <a:pt x="329374" y="281457"/>
                </a:lnTo>
                <a:lnTo>
                  <a:pt x="347662" y="233400"/>
                </a:lnTo>
                <a:lnTo>
                  <a:pt x="361378" y="176199"/>
                </a:lnTo>
                <a:lnTo>
                  <a:pt x="370522" y="109829"/>
                </a:lnTo>
                <a:lnTo>
                  <a:pt x="420916" y="109829"/>
                </a:lnTo>
                <a:lnTo>
                  <a:pt x="420916" y="77825"/>
                </a:lnTo>
                <a:lnTo>
                  <a:pt x="335470" y="77825"/>
                </a:lnTo>
                <a:lnTo>
                  <a:pt x="335470" y="109829"/>
                </a:lnTo>
                <a:lnTo>
                  <a:pt x="328015" y="166725"/>
                </a:lnTo>
                <a:lnTo>
                  <a:pt x="316992" y="216039"/>
                </a:lnTo>
                <a:lnTo>
                  <a:pt x="302272" y="257556"/>
                </a:lnTo>
                <a:lnTo>
                  <a:pt x="283654" y="291376"/>
                </a:lnTo>
                <a:lnTo>
                  <a:pt x="264579" y="257619"/>
                </a:lnTo>
                <a:lnTo>
                  <a:pt x="248551" y="217754"/>
                </a:lnTo>
                <a:lnTo>
                  <a:pt x="235991" y="171653"/>
                </a:lnTo>
                <a:lnTo>
                  <a:pt x="235356" y="167830"/>
                </a:lnTo>
                <a:lnTo>
                  <a:pt x="227177" y="118973"/>
                </a:lnTo>
                <a:lnTo>
                  <a:pt x="230225" y="109829"/>
                </a:lnTo>
                <a:lnTo>
                  <a:pt x="335470" y="109829"/>
                </a:lnTo>
                <a:lnTo>
                  <a:pt x="335470" y="77825"/>
                </a:lnTo>
                <a:lnTo>
                  <a:pt x="243941" y="77825"/>
                </a:lnTo>
                <a:lnTo>
                  <a:pt x="250583" y="61480"/>
                </a:lnTo>
                <a:lnTo>
                  <a:pt x="256781" y="44589"/>
                </a:lnTo>
                <a:lnTo>
                  <a:pt x="262674" y="27152"/>
                </a:lnTo>
                <a:lnTo>
                  <a:pt x="268414" y="9144"/>
                </a:lnTo>
                <a:lnTo>
                  <a:pt x="234797" y="0"/>
                </a:lnTo>
                <a:lnTo>
                  <a:pt x="217335" y="52019"/>
                </a:lnTo>
                <a:lnTo>
                  <a:pt x="199174" y="100304"/>
                </a:lnTo>
                <a:lnTo>
                  <a:pt x="180136" y="144589"/>
                </a:lnTo>
                <a:lnTo>
                  <a:pt x="160121" y="184594"/>
                </a:lnTo>
                <a:lnTo>
                  <a:pt x="165722" y="190512"/>
                </a:lnTo>
                <a:lnTo>
                  <a:pt x="171361" y="197180"/>
                </a:lnTo>
                <a:lnTo>
                  <a:pt x="176618" y="204317"/>
                </a:lnTo>
                <a:lnTo>
                  <a:pt x="181457" y="212039"/>
                </a:lnTo>
                <a:lnTo>
                  <a:pt x="187172" y="201485"/>
                </a:lnTo>
                <a:lnTo>
                  <a:pt x="192836" y="190601"/>
                </a:lnTo>
                <a:lnTo>
                  <a:pt x="198602" y="179247"/>
                </a:lnTo>
                <a:lnTo>
                  <a:pt x="204317" y="167830"/>
                </a:lnTo>
                <a:lnTo>
                  <a:pt x="213766" y="212432"/>
                </a:lnTo>
                <a:lnTo>
                  <a:pt x="226225" y="252463"/>
                </a:lnTo>
                <a:lnTo>
                  <a:pt x="241858" y="287934"/>
                </a:lnTo>
                <a:lnTo>
                  <a:pt x="260794" y="318808"/>
                </a:lnTo>
                <a:lnTo>
                  <a:pt x="235026" y="341134"/>
                </a:lnTo>
                <a:lnTo>
                  <a:pt x="203555" y="362483"/>
                </a:lnTo>
                <a:lnTo>
                  <a:pt x="166408" y="382968"/>
                </a:lnTo>
                <a:lnTo>
                  <a:pt x="123532" y="402729"/>
                </a:lnTo>
                <a:lnTo>
                  <a:pt x="131013" y="410489"/>
                </a:lnTo>
                <a:lnTo>
                  <a:pt x="137629" y="417969"/>
                </a:lnTo>
                <a:lnTo>
                  <a:pt x="143687" y="425437"/>
                </a:lnTo>
                <a:lnTo>
                  <a:pt x="149440" y="433209"/>
                </a:lnTo>
                <a:lnTo>
                  <a:pt x="191211" y="412343"/>
                </a:lnTo>
                <a:lnTo>
                  <a:pt x="227406" y="390906"/>
                </a:lnTo>
                <a:lnTo>
                  <a:pt x="258178" y="368871"/>
                </a:lnTo>
                <a:lnTo>
                  <a:pt x="283654" y="346240"/>
                </a:lnTo>
                <a:lnTo>
                  <a:pt x="306247" y="367703"/>
                </a:lnTo>
                <a:lnTo>
                  <a:pt x="333006" y="388429"/>
                </a:lnTo>
                <a:lnTo>
                  <a:pt x="364058" y="408266"/>
                </a:lnTo>
                <a:lnTo>
                  <a:pt x="399580" y="427113"/>
                </a:lnTo>
                <a:lnTo>
                  <a:pt x="407289" y="416267"/>
                </a:lnTo>
                <a:lnTo>
                  <a:pt x="414439" y="406730"/>
                </a:lnTo>
                <a:lnTo>
                  <a:pt x="421005" y="398602"/>
                </a:lnTo>
                <a:lnTo>
                  <a:pt x="427012" y="392061"/>
                </a:lnTo>
                <a:close/>
              </a:path>
              <a:path w="846454" h="438150">
                <a:moveTo>
                  <a:pt x="582549" y="71729"/>
                </a:moveTo>
                <a:lnTo>
                  <a:pt x="548055" y="39065"/>
                </a:lnTo>
                <a:lnTo>
                  <a:pt x="530428" y="22987"/>
                </a:lnTo>
                <a:lnTo>
                  <a:pt x="512356" y="7620"/>
                </a:lnTo>
                <a:lnTo>
                  <a:pt x="489496" y="28956"/>
                </a:lnTo>
                <a:lnTo>
                  <a:pt x="506412" y="45262"/>
                </a:lnTo>
                <a:lnTo>
                  <a:pt x="523062" y="62153"/>
                </a:lnTo>
                <a:lnTo>
                  <a:pt x="539724" y="79616"/>
                </a:lnTo>
                <a:lnTo>
                  <a:pt x="556641" y="97637"/>
                </a:lnTo>
                <a:lnTo>
                  <a:pt x="582549" y="71729"/>
                </a:lnTo>
                <a:close/>
              </a:path>
              <a:path w="846454" h="438150">
                <a:moveTo>
                  <a:pt x="765530" y="283756"/>
                </a:moveTo>
                <a:lnTo>
                  <a:pt x="748690" y="265150"/>
                </a:lnTo>
                <a:lnTo>
                  <a:pt x="730288" y="246138"/>
                </a:lnTo>
                <a:lnTo>
                  <a:pt x="710450" y="226872"/>
                </a:lnTo>
                <a:lnTo>
                  <a:pt x="689330" y="207467"/>
                </a:lnTo>
                <a:lnTo>
                  <a:pt x="666470" y="228803"/>
                </a:lnTo>
                <a:lnTo>
                  <a:pt x="685609" y="248475"/>
                </a:lnTo>
                <a:lnTo>
                  <a:pt x="704189" y="268465"/>
                </a:lnTo>
                <a:lnTo>
                  <a:pt x="722185" y="288455"/>
                </a:lnTo>
                <a:lnTo>
                  <a:pt x="739622" y="308140"/>
                </a:lnTo>
                <a:lnTo>
                  <a:pt x="765530" y="283756"/>
                </a:lnTo>
                <a:close/>
              </a:path>
              <a:path w="846454" h="438150">
                <a:moveTo>
                  <a:pt x="846391" y="115925"/>
                </a:moveTo>
                <a:lnTo>
                  <a:pt x="660273" y="115925"/>
                </a:lnTo>
                <a:lnTo>
                  <a:pt x="663206" y="89674"/>
                </a:lnTo>
                <a:lnTo>
                  <a:pt x="665073" y="62153"/>
                </a:lnTo>
                <a:lnTo>
                  <a:pt x="665175" y="59677"/>
                </a:lnTo>
                <a:lnTo>
                  <a:pt x="666153" y="31407"/>
                </a:lnTo>
                <a:lnTo>
                  <a:pt x="666470" y="0"/>
                </a:lnTo>
                <a:lnTo>
                  <a:pt x="628269" y="0"/>
                </a:lnTo>
                <a:lnTo>
                  <a:pt x="628040" y="22987"/>
                </a:lnTo>
                <a:lnTo>
                  <a:pt x="627926" y="31407"/>
                </a:lnTo>
                <a:lnTo>
                  <a:pt x="626935" y="59677"/>
                </a:lnTo>
                <a:lnTo>
                  <a:pt x="625055" y="88163"/>
                </a:lnTo>
                <a:lnTo>
                  <a:pt x="622173" y="115925"/>
                </a:lnTo>
                <a:lnTo>
                  <a:pt x="457492" y="115925"/>
                </a:lnTo>
                <a:lnTo>
                  <a:pt x="457492" y="149453"/>
                </a:lnTo>
                <a:lnTo>
                  <a:pt x="617601" y="149453"/>
                </a:lnTo>
                <a:lnTo>
                  <a:pt x="604012" y="205397"/>
                </a:lnTo>
                <a:lnTo>
                  <a:pt x="584581" y="255828"/>
                </a:lnTo>
                <a:lnTo>
                  <a:pt x="559295" y="300850"/>
                </a:lnTo>
                <a:lnTo>
                  <a:pt x="528167" y="340537"/>
                </a:lnTo>
                <a:lnTo>
                  <a:pt x="491185" y="374980"/>
                </a:lnTo>
                <a:lnTo>
                  <a:pt x="448335" y="404253"/>
                </a:lnTo>
                <a:lnTo>
                  <a:pt x="455193" y="413131"/>
                </a:lnTo>
                <a:lnTo>
                  <a:pt x="461568" y="420992"/>
                </a:lnTo>
                <a:lnTo>
                  <a:pt x="468922" y="429755"/>
                </a:lnTo>
                <a:lnTo>
                  <a:pt x="475780" y="437781"/>
                </a:lnTo>
                <a:lnTo>
                  <a:pt x="515366" y="408940"/>
                </a:lnTo>
                <a:lnTo>
                  <a:pt x="550405" y="375983"/>
                </a:lnTo>
                <a:lnTo>
                  <a:pt x="580859" y="338912"/>
                </a:lnTo>
                <a:lnTo>
                  <a:pt x="606666" y="297726"/>
                </a:lnTo>
                <a:lnTo>
                  <a:pt x="627773" y="252412"/>
                </a:lnTo>
                <a:lnTo>
                  <a:pt x="644144" y="202996"/>
                </a:lnTo>
                <a:lnTo>
                  <a:pt x="655701" y="149453"/>
                </a:lnTo>
                <a:lnTo>
                  <a:pt x="808291" y="149453"/>
                </a:lnTo>
                <a:lnTo>
                  <a:pt x="807097" y="196964"/>
                </a:lnTo>
                <a:lnTo>
                  <a:pt x="805611" y="243306"/>
                </a:lnTo>
                <a:lnTo>
                  <a:pt x="803541" y="288455"/>
                </a:lnTo>
                <a:lnTo>
                  <a:pt x="800582" y="332524"/>
                </a:lnTo>
                <a:lnTo>
                  <a:pt x="785723" y="371055"/>
                </a:lnTo>
                <a:lnTo>
                  <a:pt x="745718" y="384441"/>
                </a:lnTo>
                <a:lnTo>
                  <a:pt x="725157" y="383908"/>
                </a:lnTo>
                <a:lnTo>
                  <a:pt x="704761" y="382536"/>
                </a:lnTo>
                <a:lnTo>
                  <a:pt x="684631" y="380580"/>
                </a:lnTo>
                <a:lnTo>
                  <a:pt x="664946" y="378345"/>
                </a:lnTo>
                <a:lnTo>
                  <a:pt x="666965" y="389483"/>
                </a:lnTo>
                <a:lnTo>
                  <a:pt x="668566" y="400062"/>
                </a:lnTo>
                <a:lnTo>
                  <a:pt x="669874" y="410057"/>
                </a:lnTo>
                <a:lnTo>
                  <a:pt x="671042" y="419493"/>
                </a:lnTo>
                <a:lnTo>
                  <a:pt x="693305" y="420370"/>
                </a:lnTo>
                <a:lnTo>
                  <a:pt x="714286" y="420827"/>
                </a:lnTo>
                <a:lnTo>
                  <a:pt x="751814" y="421017"/>
                </a:lnTo>
                <a:lnTo>
                  <a:pt x="788149" y="415861"/>
                </a:lnTo>
                <a:lnTo>
                  <a:pt x="825233" y="384441"/>
                </a:lnTo>
                <a:lnTo>
                  <a:pt x="838771" y="338620"/>
                </a:lnTo>
                <a:lnTo>
                  <a:pt x="841032" y="292049"/>
                </a:lnTo>
                <a:lnTo>
                  <a:pt x="843153" y="239306"/>
                </a:lnTo>
                <a:lnTo>
                  <a:pt x="844981" y="180555"/>
                </a:lnTo>
                <a:lnTo>
                  <a:pt x="846391" y="1159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51025" y="5424297"/>
            <a:ext cx="189071" cy="213550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1637728" y="5351145"/>
            <a:ext cx="48895" cy="317500"/>
          </a:xfrm>
          <a:custGeom>
            <a:avLst/>
            <a:gdLst/>
            <a:ahLst/>
            <a:cxnLst/>
            <a:rect l="l" t="t" r="r" b="b"/>
            <a:pathLst>
              <a:path w="48894" h="317500">
                <a:moveTo>
                  <a:pt x="39624" y="225742"/>
                </a:moveTo>
                <a:lnTo>
                  <a:pt x="9144" y="225742"/>
                </a:lnTo>
                <a:lnTo>
                  <a:pt x="6096" y="0"/>
                </a:lnTo>
                <a:lnTo>
                  <a:pt x="42672" y="0"/>
                </a:lnTo>
                <a:lnTo>
                  <a:pt x="39624" y="225742"/>
                </a:lnTo>
                <a:close/>
              </a:path>
              <a:path w="48894" h="317500">
                <a:moveTo>
                  <a:pt x="32004" y="317277"/>
                </a:moveTo>
                <a:lnTo>
                  <a:pt x="18288" y="317277"/>
                </a:lnTo>
                <a:lnTo>
                  <a:pt x="12192" y="315753"/>
                </a:lnTo>
                <a:lnTo>
                  <a:pt x="3048" y="306609"/>
                </a:lnTo>
                <a:lnTo>
                  <a:pt x="0" y="300513"/>
                </a:lnTo>
                <a:lnTo>
                  <a:pt x="0" y="286702"/>
                </a:lnTo>
                <a:lnTo>
                  <a:pt x="3048" y="280606"/>
                </a:lnTo>
                <a:lnTo>
                  <a:pt x="12192" y="271462"/>
                </a:lnTo>
                <a:lnTo>
                  <a:pt x="18288" y="269938"/>
                </a:lnTo>
                <a:lnTo>
                  <a:pt x="32004" y="269938"/>
                </a:lnTo>
                <a:lnTo>
                  <a:pt x="36576" y="271462"/>
                </a:lnTo>
                <a:lnTo>
                  <a:pt x="42672" y="276034"/>
                </a:lnTo>
                <a:lnTo>
                  <a:pt x="47244" y="280606"/>
                </a:lnTo>
                <a:lnTo>
                  <a:pt x="48768" y="286702"/>
                </a:lnTo>
                <a:lnTo>
                  <a:pt x="48768" y="300513"/>
                </a:lnTo>
                <a:lnTo>
                  <a:pt x="47244" y="306609"/>
                </a:lnTo>
                <a:lnTo>
                  <a:pt x="42672" y="311181"/>
                </a:lnTo>
                <a:lnTo>
                  <a:pt x="36576" y="315753"/>
                </a:lnTo>
                <a:lnTo>
                  <a:pt x="32004" y="3172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767357" y="5345048"/>
            <a:ext cx="1605915" cy="325120"/>
          </a:xfrm>
          <a:custGeom>
            <a:avLst/>
            <a:gdLst/>
            <a:ahLst/>
            <a:cxnLst/>
            <a:rect l="l" t="t" r="r" b="b"/>
            <a:pathLst>
              <a:path w="1605914" h="325120">
                <a:moveTo>
                  <a:pt x="253174" y="158597"/>
                </a:moveTo>
                <a:lnTo>
                  <a:pt x="248589" y="111810"/>
                </a:lnTo>
                <a:lnTo>
                  <a:pt x="234797" y="73634"/>
                </a:lnTo>
                <a:lnTo>
                  <a:pt x="214985" y="48158"/>
                </a:lnTo>
                <a:lnTo>
                  <a:pt x="214985" y="160121"/>
                </a:lnTo>
                <a:lnTo>
                  <a:pt x="212712" y="188417"/>
                </a:lnTo>
                <a:lnTo>
                  <a:pt x="195046" y="235229"/>
                </a:lnTo>
                <a:lnTo>
                  <a:pt x="161061" y="268058"/>
                </a:lnTo>
                <a:lnTo>
                  <a:pt x="113017" y="284683"/>
                </a:lnTo>
                <a:lnTo>
                  <a:pt x="83820" y="286702"/>
                </a:lnTo>
                <a:lnTo>
                  <a:pt x="36576" y="286702"/>
                </a:lnTo>
                <a:lnTo>
                  <a:pt x="36576" y="39624"/>
                </a:lnTo>
                <a:lnTo>
                  <a:pt x="85344" y="39624"/>
                </a:lnTo>
                <a:lnTo>
                  <a:pt x="142290" y="47078"/>
                </a:lnTo>
                <a:lnTo>
                  <a:pt x="182778" y="69545"/>
                </a:lnTo>
                <a:lnTo>
                  <a:pt x="206959" y="107175"/>
                </a:lnTo>
                <a:lnTo>
                  <a:pt x="214985" y="160121"/>
                </a:lnTo>
                <a:lnTo>
                  <a:pt x="214985" y="48158"/>
                </a:lnTo>
                <a:lnTo>
                  <a:pt x="179476" y="22923"/>
                </a:lnTo>
                <a:lnTo>
                  <a:pt x="137845" y="10299"/>
                </a:lnTo>
                <a:lnTo>
                  <a:pt x="86868" y="6096"/>
                </a:lnTo>
                <a:lnTo>
                  <a:pt x="0" y="6096"/>
                </a:lnTo>
                <a:lnTo>
                  <a:pt x="0" y="320332"/>
                </a:lnTo>
                <a:lnTo>
                  <a:pt x="83820" y="320332"/>
                </a:lnTo>
                <a:lnTo>
                  <a:pt x="120738" y="317500"/>
                </a:lnTo>
                <a:lnTo>
                  <a:pt x="153631" y="309079"/>
                </a:lnTo>
                <a:lnTo>
                  <a:pt x="182499" y="295211"/>
                </a:lnTo>
                <a:lnTo>
                  <a:pt x="193522" y="286702"/>
                </a:lnTo>
                <a:lnTo>
                  <a:pt x="207365" y="276034"/>
                </a:lnTo>
                <a:lnTo>
                  <a:pt x="227380" y="252349"/>
                </a:lnTo>
                <a:lnTo>
                  <a:pt x="241693" y="224790"/>
                </a:lnTo>
                <a:lnTo>
                  <a:pt x="250304" y="193484"/>
                </a:lnTo>
                <a:lnTo>
                  <a:pt x="253174" y="158597"/>
                </a:lnTo>
                <a:close/>
              </a:path>
              <a:path w="1605914" h="325120">
                <a:moveTo>
                  <a:pt x="591693" y="158597"/>
                </a:moveTo>
                <a:lnTo>
                  <a:pt x="581596" y="94538"/>
                </a:lnTo>
                <a:lnTo>
                  <a:pt x="552069" y="44196"/>
                </a:lnTo>
                <a:lnTo>
                  <a:pt x="551980" y="163169"/>
                </a:lnTo>
                <a:lnTo>
                  <a:pt x="551980" y="166217"/>
                </a:lnTo>
                <a:lnTo>
                  <a:pt x="545020" y="218122"/>
                </a:lnTo>
                <a:lnTo>
                  <a:pt x="523113" y="257746"/>
                </a:lnTo>
                <a:lnTo>
                  <a:pt x="487591" y="283845"/>
                </a:lnTo>
                <a:lnTo>
                  <a:pt x="440728" y="292798"/>
                </a:lnTo>
                <a:lnTo>
                  <a:pt x="417855" y="290512"/>
                </a:lnTo>
                <a:lnTo>
                  <a:pt x="378955" y="272224"/>
                </a:lnTo>
                <a:lnTo>
                  <a:pt x="349783" y="237413"/>
                </a:lnTo>
                <a:lnTo>
                  <a:pt x="334403" y="190614"/>
                </a:lnTo>
                <a:lnTo>
                  <a:pt x="332422" y="163169"/>
                </a:lnTo>
                <a:lnTo>
                  <a:pt x="334403" y="135775"/>
                </a:lnTo>
                <a:lnTo>
                  <a:pt x="349783" y="88938"/>
                </a:lnTo>
                <a:lnTo>
                  <a:pt x="379869" y="54102"/>
                </a:lnTo>
                <a:lnTo>
                  <a:pt x="420001" y="35814"/>
                </a:lnTo>
                <a:lnTo>
                  <a:pt x="443776" y="33528"/>
                </a:lnTo>
                <a:lnTo>
                  <a:pt x="467728" y="35775"/>
                </a:lnTo>
                <a:lnTo>
                  <a:pt x="507669" y="52819"/>
                </a:lnTo>
                <a:lnTo>
                  <a:pt x="535990" y="85966"/>
                </a:lnTo>
                <a:lnTo>
                  <a:pt x="550329" y="134645"/>
                </a:lnTo>
                <a:lnTo>
                  <a:pt x="551980" y="163169"/>
                </a:lnTo>
                <a:lnTo>
                  <a:pt x="551980" y="44119"/>
                </a:lnTo>
                <a:lnTo>
                  <a:pt x="505155" y="11239"/>
                </a:lnTo>
                <a:lnTo>
                  <a:pt x="446824" y="0"/>
                </a:lnTo>
                <a:lnTo>
                  <a:pt x="413346" y="2857"/>
                </a:lnTo>
                <a:lnTo>
                  <a:pt x="357797" y="25717"/>
                </a:lnTo>
                <a:lnTo>
                  <a:pt x="317461" y="70345"/>
                </a:lnTo>
                <a:lnTo>
                  <a:pt x="296887" y="130454"/>
                </a:lnTo>
                <a:lnTo>
                  <a:pt x="294322" y="166217"/>
                </a:lnTo>
                <a:lnTo>
                  <a:pt x="296875" y="199986"/>
                </a:lnTo>
                <a:lnTo>
                  <a:pt x="316826" y="257175"/>
                </a:lnTo>
                <a:lnTo>
                  <a:pt x="355993" y="300431"/>
                </a:lnTo>
                <a:lnTo>
                  <a:pt x="409244" y="322287"/>
                </a:lnTo>
                <a:lnTo>
                  <a:pt x="440728" y="324904"/>
                </a:lnTo>
                <a:lnTo>
                  <a:pt x="473316" y="322072"/>
                </a:lnTo>
                <a:lnTo>
                  <a:pt x="502488" y="313651"/>
                </a:lnTo>
                <a:lnTo>
                  <a:pt x="528243" y="299783"/>
                </a:lnTo>
                <a:lnTo>
                  <a:pt x="536359" y="292798"/>
                </a:lnTo>
                <a:lnTo>
                  <a:pt x="550545" y="280606"/>
                </a:lnTo>
                <a:lnTo>
                  <a:pt x="568553" y="255993"/>
                </a:lnTo>
                <a:lnTo>
                  <a:pt x="581406" y="227647"/>
                </a:lnTo>
                <a:lnTo>
                  <a:pt x="589127" y="195275"/>
                </a:lnTo>
                <a:lnTo>
                  <a:pt x="591693" y="158597"/>
                </a:lnTo>
                <a:close/>
              </a:path>
              <a:path w="1605914" h="325120">
                <a:moveTo>
                  <a:pt x="866203" y="13716"/>
                </a:moveTo>
                <a:lnTo>
                  <a:pt x="851128" y="7721"/>
                </a:lnTo>
                <a:lnTo>
                  <a:pt x="833615" y="3429"/>
                </a:lnTo>
                <a:lnTo>
                  <a:pt x="814082" y="863"/>
                </a:lnTo>
                <a:lnTo>
                  <a:pt x="792962" y="0"/>
                </a:lnTo>
                <a:lnTo>
                  <a:pt x="759218" y="3098"/>
                </a:lnTo>
                <a:lnTo>
                  <a:pt x="701446" y="27012"/>
                </a:lnTo>
                <a:lnTo>
                  <a:pt x="657961" y="72097"/>
                </a:lnTo>
                <a:lnTo>
                  <a:pt x="635673" y="133273"/>
                </a:lnTo>
                <a:lnTo>
                  <a:pt x="632841" y="169265"/>
                </a:lnTo>
                <a:lnTo>
                  <a:pt x="635393" y="202158"/>
                </a:lnTo>
                <a:lnTo>
                  <a:pt x="655383" y="258724"/>
                </a:lnTo>
                <a:lnTo>
                  <a:pt x="694588" y="301078"/>
                </a:lnTo>
                <a:lnTo>
                  <a:pt x="747788" y="322313"/>
                </a:lnTo>
                <a:lnTo>
                  <a:pt x="779246" y="324904"/>
                </a:lnTo>
                <a:lnTo>
                  <a:pt x="804443" y="323761"/>
                </a:lnTo>
                <a:lnTo>
                  <a:pt x="827328" y="320332"/>
                </a:lnTo>
                <a:lnTo>
                  <a:pt x="847915" y="314617"/>
                </a:lnTo>
                <a:lnTo>
                  <a:pt x="866203" y="306616"/>
                </a:lnTo>
                <a:lnTo>
                  <a:pt x="866203" y="271462"/>
                </a:lnTo>
                <a:lnTo>
                  <a:pt x="848220" y="280593"/>
                </a:lnTo>
                <a:lnTo>
                  <a:pt x="828662" y="287274"/>
                </a:lnTo>
                <a:lnTo>
                  <a:pt x="807656" y="291401"/>
                </a:lnTo>
                <a:lnTo>
                  <a:pt x="785342" y="292798"/>
                </a:lnTo>
                <a:lnTo>
                  <a:pt x="760476" y="290537"/>
                </a:lnTo>
                <a:lnTo>
                  <a:pt x="719328" y="272872"/>
                </a:lnTo>
                <a:lnTo>
                  <a:pt x="689038" y="239179"/>
                </a:lnTo>
                <a:lnTo>
                  <a:pt x="673036" y="193421"/>
                </a:lnTo>
                <a:lnTo>
                  <a:pt x="671042" y="166217"/>
                </a:lnTo>
                <a:lnTo>
                  <a:pt x="673061" y="137922"/>
                </a:lnTo>
                <a:lnTo>
                  <a:pt x="689686" y="89877"/>
                </a:lnTo>
                <a:lnTo>
                  <a:pt x="722871" y="54102"/>
                </a:lnTo>
                <a:lnTo>
                  <a:pt x="766927" y="35814"/>
                </a:lnTo>
                <a:lnTo>
                  <a:pt x="792962" y="33528"/>
                </a:lnTo>
                <a:lnTo>
                  <a:pt x="812368" y="34696"/>
                </a:lnTo>
                <a:lnTo>
                  <a:pt x="831329" y="38290"/>
                </a:lnTo>
                <a:lnTo>
                  <a:pt x="849414" y="44462"/>
                </a:lnTo>
                <a:lnTo>
                  <a:pt x="866203" y="53340"/>
                </a:lnTo>
                <a:lnTo>
                  <a:pt x="866203" y="13716"/>
                </a:lnTo>
                <a:close/>
              </a:path>
              <a:path w="1605914" h="325120">
                <a:moveTo>
                  <a:pt x="1116330" y="6604"/>
                </a:moveTo>
                <a:lnTo>
                  <a:pt x="898207" y="6604"/>
                </a:lnTo>
                <a:lnTo>
                  <a:pt x="898207" y="39624"/>
                </a:lnTo>
                <a:lnTo>
                  <a:pt x="988225" y="39624"/>
                </a:lnTo>
                <a:lnTo>
                  <a:pt x="988225" y="320294"/>
                </a:lnTo>
                <a:lnTo>
                  <a:pt x="1026325" y="320294"/>
                </a:lnTo>
                <a:lnTo>
                  <a:pt x="1026325" y="39624"/>
                </a:lnTo>
                <a:lnTo>
                  <a:pt x="1116330" y="39624"/>
                </a:lnTo>
                <a:lnTo>
                  <a:pt x="1116330" y="6604"/>
                </a:lnTo>
                <a:close/>
              </a:path>
              <a:path w="1605914" h="325120">
                <a:moveTo>
                  <a:pt x="1369504" y="6096"/>
                </a:moveTo>
                <a:lnTo>
                  <a:pt x="1331302" y="6096"/>
                </a:lnTo>
                <a:lnTo>
                  <a:pt x="1256626" y="147929"/>
                </a:lnTo>
                <a:lnTo>
                  <a:pt x="1253578" y="155549"/>
                </a:lnTo>
                <a:lnTo>
                  <a:pt x="1250530" y="161645"/>
                </a:lnTo>
                <a:lnTo>
                  <a:pt x="1249006" y="167741"/>
                </a:lnTo>
                <a:lnTo>
                  <a:pt x="1244434" y="155549"/>
                </a:lnTo>
                <a:lnTo>
                  <a:pt x="1241386" y="149453"/>
                </a:lnTo>
                <a:lnTo>
                  <a:pt x="1241386" y="147929"/>
                </a:lnTo>
                <a:lnTo>
                  <a:pt x="1169670" y="6096"/>
                </a:lnTo>
                <a:lnTo>
                  <a:pt x="1128522" y="6096"/>
                </a:lnTo>
                <a:lnTo>
                  <a:pt x="1229194" y="204419"/>
                </a:lnTo>
                <a:lnTo>
                  <a:pt x="1229194" y="320332"/>
                </a:lnTo>
                <a:lnTo>
                  <a:pt x="1265770" y="320332"/>
                </a:lnTo>
                <a:lnTo>
                  <a:pt x="1265770" y="204419"/>
                </a:lnTo>
                <a:lnTo>
                  <a:pt x="1284960" y="167741"/>
                </a:lnTo>
                <a:lnTo>
                  <a:pt x="1369504" y="6096"/>
                </a:lnTo>
                <a:close/>
              </a:path>
              <a:path w="1605914" h="325120">
                <a:moveTo>
                  <a:pt x="1605826" y="99161"/>
                </a:moveTo>
                <a:lnTo>
                  <a:pt x="1604111" y="78536"/>
                </a:lnTo>
                <a:lnTo>
                  <a:pt x="1598968" y="60210"/>
                </a:lnTo>
                <a:lnTo>
                  <a:pt x="1590395" y="44208"/>
                </a:lnTo>
                <a:lnTo>
                  <a:pt x="1586382" y="39624"/>
                </a:lnTo>
                <a:lnTo>
                  <a:pt x="1578394" y="30480"/>
                </a:lnTo>
                <a:lnTo>
                  <a:pt x="1567726" y="22834"/>
                </a:lnTo>
                <a:lnTo>
                  <a:pt x="1567726" y="100685"/>
                </a:lnTo>
                <a:lnTo>
                  <a:pt x="1566341" y="115824"/>
                </a:lnTo>
                <a:lnTo>
                  <a:pt x="1547914" y="150977"/>
                </a:lnTo>
                <a:lnTo>
                  <a:pt x="1507363" y="166624"/>
                </a:lnTo>
                <a:lnTo>
                  <a:pt x="1489900" y="167741"/>
                </a:lnTo>
                <a:lnTo>
                  <a:pt x="1450276" y="167741"/>
                </a:lnTo>
                <a:lnTo>
                  <a:pt x="1450276" y="39624"/>
                </a:lnTo>
                <a:lnTo>
                  <a:pt x="1494574" y="39624"/>
                </a:lnTo>
                <a:lnTo>
                  <a:pt x="1526578" y="43370"/>
                </a:lnTo>
                <a:lnTo>
                  <a:pt x="1549438" y="54686"/>
                </a:lnTo>
                <a:lnTo>
                  <a:pt x="1563154" y="73748"/>
                </a:lnTo>
                <a:lnTo>
                  <a:pt x="1567726" y="100685"/>
                </a:lnTo>
                <a:lnTo>
                  <a:pt x="1567726" y="22834"/>
                </a:lnTo>
                <a:lnTo>
                  <a:pt x="1563243" y="19608"/>
                </a:lnTo>
                <a:lnTo>
                  <a:pt x="1545247" y="12001"/>
                </a:lnTo>
                <a:lnTo>
                  <a:pt x="1524381" y="7556"/>
                </a:lnTo>
                <a:lnTo>
                  <a:pt x="1500670" y="6096"/>
                </a:lnTo>
                <a:lnTo>
                  <a:pt x="1413700" y="6096"/>
                </a:lnTo>
                <a:lnTo>
                  <a:pt x="1413700" y="320332"/>
                </a:lnTo>
                <a:lnTo>
                  <a:pt x="1450276" y="320332"/>
                </a:lnTo>
                <a:lnTo>
                  <a:pt x="1450276" y="201358"/>
                </a:lnTo>
                <a:lnTo>
                  <a:pt x="1491526" y="201358"/>
                </a:lnTo>
                <a:lnTo>
                  <a:pt x="1538579" y="194271"/>
                </a:lnTo>
                <a:lnTo>
                  <a:pt x="1575346" y="172313"/>
                </a:lnTo>
                <a:lnTo>
                  <a:pt x="1579372" y="167741"/>
                </a:lnTo>
                <a:lnTo>
                  <a:pt x="1588465" y="157454"/>
                </a:lnTo>
                <a:lnTo>
                  <a:pt x="1598015" y="140309"/>
                </a:lnTo>
                <a:lnTo>
                  <a:pt x="1603844" y="120878"/>
                </a:lnTo>
                <a:lnTo>
                  <a:pt x="1605826" y="991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3432708" y="5351691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70" h="313689">
                <a:moveTo>
                  <a:pt x="166217" y="280670"/>
                </a:moveTo>
                <a:lnTo>
                  <a:pt x="36576" y="280670"/>
                </a:lnTo>
                <a:lnTo>
                  <a:pt x="36576" y="170180"/>
                </a:lnTo>
                <a:lnTo>
                  <a:pt x="149453" y="170180"/>
                </a:lnTo>
                <a:lnTo>
                  <a:pt x="149453" y="137160"/>
                </a:lnTo>
                <a:lnTo>
                  <a:pt x="36576" y="137160"/>
                </a:lnTo>
                <a:lnTo>
                  <a:pt x="36576" y="33020"/>
                </a:lnTo>
                <a:lnTo>
                  <a:pt x="158597" y="33020"/>
                </a:lnTo>
                <a:lnTo>
                  <a:pt x="158597" y="0"/>
                </a:lnTo>
                <a:lnTo>
                  <a:pt x="0" y="0"/>
                </a:lnTo>
                <a:lnTo>
                  <a:pt x="0" y="33020"/>
                </a:lnTo>
                <a:lnTo>
                  <a:pt x="0" y="13716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217" y="313690"/>
                </a:lnTo>
                <a:lnTo>
                  <a:pt x="166217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3777322" y="5332767"/>
            <a:ext cx="358775" cy="337185"/>
          </a:xfrm>
          <a:custGeom>
            <a:avLst/>
            <a:gdLst/>
            <a:ahLst/>
            <a:cxnLst/>
            <a:rect l="l" t="t" r="r" b="b"/>
            <a:pathLst>
              <a:path w="358775" h="337185">
                <a:moveTo>
                  <a:pt x="186118" y="193738"/>
                </a:moveTo>
                <a:lnTo>
                  <a:pt x="181508" y="153720"/>
                </a:lnTo>
                <a:lnTo>
                  <a:pt x="144246" y="107937"/>
                </a:lnTo>
                <a:lnTo>
                  <a:pt x="111340" y="102196"/>
                </a:lnTo>
                <a:lnTo>
                  <a:pt x="88747" y="105029"/>
                </a:lnTo>
                <a:lnTo>
                  <a:pt x="68859" y="113296"/>
                </a:lnTo>
                <a:lnTo>
                  <a:pt x="51549" y="126720"/>
                </a:lnTo>
                <a:lnTo>
                  <a:pt x="36664" y="144970"/>
                </a:lnTo>
                <a:lnTo>
                  <a:pt x="36664" y="0"/>
                </a:lnTo>
                <a:lnTo>
                  <a:pt x="0" y="0"/>
                </a:lnTo>
                <a:lnTo>
                  <a:pt x="0" y="332613"/>
                </a:lnTo>
                <a:lnTo>
                  <a:pt x="36664" y="332613"/>
                </a:lnTo>
                <a:lnTo>
                  <a:pt x="36791" y="202882"/>
                </a:lnTo>
                <a:lnTo>
                  <a:pt x="37795" y="189877"/>
                </a:lnTo>
                <a:lnTo>
                  <a:pt x="41046" y="176212"/>
                </a:lnTo>
                <a:lnTo>
                  <a:pt x="46316" y="163690"/>
                </a:lnTo>
                <a:lnTo>
                  <a:pt x="53428" y="152590"/>
                </a:lnTo>
                <a:lnTo>
                  <a:pt x="61772" y="144970"/>
                </a:lnTo>
                <a:lnTo>
                  <a:pt x="63144" y="143713"/>
                </a:lnTo>
                <a:lnTo>
                  <a:pt x="74002" y="137541"/>
                </a:lnTo>
                <a:lnTo>
                  <a:pt x="86004" y="133946"/>
                </a:lnTo>
                <a:lnTo>
                  <a:pt x="99148" y="132778"/>
                </a:lnTo>
                <a:lnTo>
                  <a:pt x="121399" y="137083"/>
                </a:lnTo>
                <a:lnTo>
                  <a:pt x="137629" y="150114"/>
                </a:lnTo>
                <a:lnTo>
                  <a:pt x="147586" y="171996"/>
                </a:lnTo>
                <a:lnTo>
                  <a:pt x="150964" y="202882"/>
                </a:lnTo>
                <a:lnTo>
                  <a:pt x="150964" y="332613"/>
                </a:lnTo>
                <a:lnTo>
                  <a:pt x="186118" y="332613"/>
                </a:lnTo>
                <a:lnTo>
                  <a:pt x="186118" y="193738"/>
                </a:lnTo>
                <a:close/>
              </a:path>
              <a:path w="358775" h="337185">
                <a:moveTo>
                  <a:pt x="358432" y="108394"/>
                </a:moveTo>
                <a:lnTo>
                  <a:pt x="301942" y="108394"/>
                </a:lnTo>
                <a:lnTo>
                  <a:pt x="301942" y="41236"/>
                </a:lnTo>
                <a:lnTo>
                  <a:pt x="265366" y="53428"/>
                </a:lnTo>
                <a:lnTo>
                  <a:pt x="265366" y="108394"/>
                </a:lnTo>
                <a:lnTo>
                  <a:pt x="227266" y="108394"/>
                </a:lnTo>
                <a:lnTo>
                  <a:pt x="227266" y="138874"/>
                </a:lnTo>
                <a:lnTo>
                  <a:pt x="265366" y="138874"/>
                </a:lnTo>
                <a:lnTo>
                  <a:pt x="265366" y="271551"/>
                </a:lnTo>
                <a:lnTo>
                  <a:pt x="269087" y="300494"/>
                </a:lnTo>
                <a:lnTo>
                  <a:pt x="280238" y="320979"/>
                </a:lnTo>
                <a:lnTo>
                  <a:pt x="298843" y="333159"/>
                </a:lnTo>
                <a:lnTo>
                  <a:pt x="324904" y="337185"/>
                </a:lnTo>
                <a:lnTo>
                  <a:pt x="334632" y="336638"/>
                </a:lnTo>
                <a:lnTo>
                  <a:pt x="343382" y="335089"/>
                </a:lnTo>
                <a:lnTo>
                  <a:pt x="351256" y="332689"/>
                </a:lnTo>
                <a:lnTo>
                  <a:pt x="358432" y="329565"/>
                </a:lnTo>
                <a:lnTo>
                  <a:pt x="358432" y="298983"/>
                </a:lnTo>
                <a:lnTo>
                  <a:pt x="352336" y="305079"/>
                </a:lnTo>
                <a:lnTo>
                  <a:pt x="343192" y="306603"/>
                </a:lnTo>
                <a:lnTo>
                  <a:pt x="335572" y="306603"/>
                </a:lnTo>
                <a:lnTo>
                  <a:pt x="327012" y="306031"/>
                </a:lnTo>
                <a:lnTo>
                  <a:pt x="302272" y="276034"/>
                </a:lnTo>
                <a:lnTo>
                  <a:pt x="301942" y="265455"/>
                </a:lnTo>
                <a:lnTo>
                  <a:pt x="301942" y="138874"/>
                </a:lnTo>
                <a:lnTo>
                  <a:pt x="358432" y="138874"/>
                </a:lnTo>
                <a:lnTo>
                  <a:pt x="358432" y="10839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4181475" y="5434965"/>
            <a:ext cx="318770" cy="230504"/>
          </a:xfrm>
          <a:custGeom>
            <a:avLst/>
            <a:gdLst/>
            <a:ahLst/>
            <a:cxnLst/>
            <a:rect l="l" t="t" r="r" b="b"/>
            <a:pathLst>
              <a:path w="318770" h="230504">
                <a:moveTo>
                  <a:pt x="60605" y="41243"/>
                </a:moveTo>
                <a:lnTo>
                  <a:pt x="36576" y="41243"/>
                </a:lnTo>
                <a:lnTo>
                  <a:pt x="50370" y="23226"/>
                </a:lnTo>
                <a:lnTo>
                  <a:pt x="66567" y="10334"/>
                </a:lnTo>
                <a:lnTo>
                  <a:pt x="85318" y="2586"/>
                </a:lnTo>
                <a:lnTo>
                  <a:pt x="106775" y="0"/>
                </a:lnTo>
                <a:lnTo>
                  <a:pt x="117895" y="872"/>
                </a:lnTo>
                <a:lnTo>
                  <a:pt x="154709" y="20335"/>
                </a:lnTo>
                <a:lnTo>
                  <a:pt x="162783" y="30575"/>
                </a:lnTo>
                <a:lnTo>
                  <a:pt x="90011" y="30575"/>
                </a:lnTo>
                <a:lnTo>
                  <a:pt x="79128" y="31742"/>
                </a:lnTo>
                <a:lnTo>
                  <a:pt x="69246" y="35337"/>
                </a:lnTo>
                <a:lnTo>
                  <a:pt x="60605" y="41243"/>
                </a:lnTo>
                <a:close/>
              </a:path>
              <a:path w="318770" h="230504">
                <a:moveTo>
                  <a:pt x="198024" y="47339"/>
                </a:moveTo>
                <a:lnTo>
                  <a:pt x="170783" y="47339"/>
                </a:lnTo>
                <a:lnTo>
                  <a:pt x="184863" y="26440"/>
                </a:lnTo>
                <a:lnTo>
                  <a:pt x="201918" y="11668"/>
                </a:lnTo>
                <a:lnTo>
                  <a:pt x="222097" y="2896"/>
                </a:lnTo>
                <a:lnTo>
                  <a:pt x="245554" y="0"/>
                </a:lnTo>
                <a:lnTo>
                  <a:pt x="277558" y="5729"/>
                </a:lnTo>
                <a:lnTo>
                  <a:pt x="300418" y="22907"/>
                </a:lnTo>
                <a:lnTo>
                  <a:pt x="304094" y="30575"/>
                </a:lnTo>
                <a:lnTo>
                  <a:pt x="233362" y="30575"/>
                </a:lnTo>
                <a:lnTo>
                  <a:pt x="222242" y="31980"/>
                </a:lnTo>
                <a:lnTo>
                  <a:pt x="211836" y="36099"/>
                </a:lnTo>
                <a:lnTo>
                  <a:pt x="202287" y="42791"/>
                </a:lnTo>
                <a:lnTo>
                  <a:pt x="198024" y="47339"/>
                </a:lnTo>
                <a:close/>
              </a:path>
              <a:path w="318770" h="230504">
                <a:moveTo>
                  <a:pt x="36576" y="230409"/>
                </a:moveTo>
                <a:lnTo>
                  <a:pt x="0" y="230409"/>
                </a:lnTo>
                <a:lnTo>
                  <a:pt x="0" y="6191"/>
                </a:lnTo>
                <a:lnTo>
                  <a:pt x="36576" y="6191"/>
                </a:lnTo>
                <a:lnTo>
                  <a:pt x="36576" y="41243"/>
                </a:lnTo>
                <a:lnTo>
                  <a:pt x="60605" y="41243"/>
                </a:lnTo>
                <a:lnTo>
                  <a:pt x="40207" y="73437"/>
                </a:lnTo>
                <a:lnTo>
                  <a:pt x="36664" y="100679"/>
                </a:lnTo>
                <a:lnTo>
                  <a:pt x="36576" y="230409"/>
                </a:lnTo>
                <a:close/>
              </a:path>
              <a:path w="318770" h="230504">
                <a:moveTo>
                  <a:pt x="176879" y="230409"/>
                </a:moveTo>
                <a:lnTo>
                  <a:pt x="141827" y="230409"/>
                </a:lnTo>
                <a:lnTo>
                  <a:pt x="141827" y="96107"/>
                </a:lnTo>
                <a:lnTo>
                  <a:pt x="138660" y="67865"/>
                </a:lnTo>
                <a:lnTo>
                  <a:pt x="129063" y="47339"/>
                </a:lnTo>
                <a:lnTo>
                  <a:pt x="112895" y="34813"/>
                </a:lnTo>
                <a:lnTo>
                  <a:pt x="90011" y="30575"/>
                </a:lnTo>
                <a:lnTo>
                  <a:pt x="162783" y="30575"/>
                </a:lnTo>
                <a:lnTo>
                  <a:pt x="166758" y="37385"/>
                </a:lnTo>
                <a:lnTo>
                  <a:pt x="170783" y="47339"/>
                </a:lnTo>
                <a:lnTo>
                  <a:pt x="198024" y="47339"/>
                </a:lnTo>
                <a:lnTo>
                  <a:pt x="177999" y="87915"/>
                </a:lnTo>
                <a:lnTo>
                  <a:pt x="176998" y="100679"/>
                </a:lnTo>
                <a:lnTo>
                  <a:pt x="176879" y="230409"/>
                </a:lnTo>
                <a:close/>
              </a:path>
              <a:path w="318770" h="230504">
                <a:moveTo>
                  <a:pt x="318706" y="230409"/>
                </a:moveTo>
                <a:lnTo>
                  <a:pt x="283654" y="230409"/>
                </a:lnTo>
                <a:lnTo>
                  <a:pt x="283654" y="100679"/>
                </a:lnTo>
                <a:lnTo>
                  <a:pt x="282821" y="83558"/>
                </a:lnTo>
                <a:lnTo>
                  <a:pt x="264866" y="40219"/>
                </a:lnTo>
                <a:lnTo>
                  <a:pt x="233362" y="30575"/>
                </a:lnTo>
                <a:lnTo>
                  <a:pt x="304094" y="30575"/>
                </a:lnTo>
                <a:lnTo>
                  <a:pt x="314134" y="51515"/>
                </a:lnTo>
                <a:lnTo>
                  <a:pt x="318706" y="91535"/>
                </a:lnTo>
                <a:lnTo>
                  <a:pt x="318706" y="2304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4567428" y="5332476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5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5" y="0"/>
                </a:lnTo>
                <a:lnTo>
                  <a:pt x="36575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00015" y="5424297"/>
            <a:ext cx="187547" cy="213550"/>
          </a:xfrm>
          <a:prstGeom prst="rect">
            <a:avLst/>
          </a:prstGeom>
        </p:spPr>
      </p:pic>
      <p:sp>
        <p:nvSpPr>
          <p:cNvPr id="78" name="object 78" descr=""/>
          <p:cNvSpPr/>
          <p:nvPr/>
        </p:nvSpPr>
        <p:spPr>
          <a:xfrm>
            <a:off x="5017198" y="5610415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10" h="117475">
                <a:moveTo>
                  <a:pt x="30480" y="117443"/>
                </a:moveTo>
                <a:lnTo>
                  <a:pt x="0" y="117443"/>
                </a:lnTo>
                <a:lnTo>
                  <a:pt x="25908" y="0"/>
                </a:lnTo>
                <a:lnTo>
                  <a:pt x="67151" y="0"/>
                </a:lnTo>
                <a:lnTo>
                  <a:pt x="30480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5404573" y="5288572"/>
            <a:ext cx="1755775" cy="438150"/>
          </a:xfrm>
          <a:custGeom>
            <a:avLst/>
            <a:gdLst/>
            <a:ahLst/>
            <a:cxnLst/>
            <a:rect l="l" t="t" r="r" b="b"/>
            <a:pathLst>
              <a:path w="1755775" h="438150">
                <a:moveTo>
                  <a:pt x="114388" y="82384"/>
                </a:moveTo>
                <a:lnTo>
                  <a:pt x="101511" y="69253"/>
                </a:lnTo>
                <a:lnTo>
                  <a:pt x="66560" y="33235"/>
                </a:lnTo>
                <a:lnTo>
                  <a:pt x="44196" y="10668"/>
                </a:lnTo>
                <a:lnTo>
                  <a:pt x="18288" y="33528"/>
                </a:lnTo>
                <a:lnTo>
                  <a:pt x="36245" y="52971"/>
                </a:lnTo>
                <a:lnTo>
                  <a:pt x="53352" y="72097"/>
                </a:lnTo>
                <a:lnTo>
                  <a:pt x="69329" y="90627"/>
                </a:lnTo>
                <a:lnTo>
                  <a:pt x="83908" y="108292"/>
                </a:lnTo>
                <a:lnTo>
                  <a:pt x="114388" y="82384"/>
                </a:lnTo>
                <a:close/>
              </a:path>
              <a:path w="1755775" h="438150">
                <a:moveTo>
                  <a:pt x="143357" y="364617"/>
                </a:moveTo>
                <a:lnTo>
                  <a:pt x="142227" y="356247"/>
                </a:lnTo>
                <a:lnTo>
                  <a:pt x="141262" y="347192"/>
                </a:lnTo>
                <a:lnTo>
                  <a:pt x="140563" y="337299"/>
                </a:lnTo>
                <a:lnTo>
                  <a:pt x="140309" y="326428"/>
                </a:lnTo>
                <a:lnTo>
                  <a:pt x="126568" y="335826"/>
                </a:lnTo>
                <a:lnTo>
                  <a:pt x="83908" y="366141"/>
                </a:lnTo>
                <a:lnTo>
                  <a:pt x="83908" y="154114"/>
                </a:lnTo>
                <a:lnTo>
                  <a:pt x="0" y="154114"/>
                </a:lnTo>
                <a:lnTo>
                  <a:pt x="0" y="186118"/>
                </a:lnTo>
                <a:lnTo>
                  <a:pt x="50292" y="186118"/>
                </a:lnTo>
                <a:lnTo>
                  <a:pt x="50292" y="358521"/>
                </a:lnTo>
                <a:lnTo>
                  <a:pt x="49199" y="370497"/>
                </a:lnTo>
                <a:lnTo>
                  <a:pt x="46101" y="381190"/>
                </a:lnTo>
                <a:lnTo>
                  <a:pt x="41287" y="390448"/>
                </a:lnTo>
                <a:lnTo>
                  <a:pt x="35052" y="398145"/>
                </a:lnTo>
                <a:lnTo>
                  <a:pt x="54864" y="427101"/>
                </a:lnTo>
                <a:lnTo>
                  <a:pt x="77520" y="409625"/>
                </a:lnTo>
                <a:lnTo>
                  <a:pt x="99720" y="393573"/>
                </a:lnTo>
                <a:lnTo>
                  <a:pt x="121615" y="378663"/>
                </a:lnTo>
                <a:lnTo>
                  <a:pt x="140995" y="366141"/>
                </a:lnTo>
                <a:lnTo>
                  <a:pt x="143357" y="364617"/>
                </a:lnTo>
                <a:close/>
              </a:path>
              <a:path w="1755775" h="438150">
                <a:moveTo>
                  <a:pt x="393484" y="273088"/>
                </a:moveTo>
                <a:lnTo>
                  <a:pt x="361480" y="273088"/>
                </a:lnTo>
                <a:lnTo>
                  <a:pt x="361480" y="305092"/>
                </a:lnTo>
                <a:lnTo>
                  <a:pt x="361480" y="376809"/>
                </a:lnTo>
                <a:lnTo>
                  <a:pt x="192125" y="376809"/>
                </a:lnTo>
                <a:lnTo>
                  <a:pt x="192125" y="305092"/>
                </a:lnTo>
                <a:lnTo>
                  <a:pt x="361480" y="305092"/>
                </a:lnTo>
                <a:lnTo>
                  <a:pt x="361480" y="273088"/>
                </a:lnTo>
                <a:lnTo>
                  <a:pt x="160121" y="273088"/>
                </a:lnTo>
                <a:lnTo>
                  <a:pt x="160121" y="434721"/>
                </a:lnTo>
                <a:lnTo>
                  <a:pt x="192125" y="434721"/>
                </a:lnTo>
                <a:lnTo>
                  <a:pt x="192125" y="407289"/>
                </a:lnTo>
                <a:lnTo>
                  <a:pt x="361480" y="407289"/>
                </a:lnTo>
                <a:lnTo>
                  <a:pt x="361480" y="434721"/>
                </a:lnTo>
                <a:lnTo>
                  <a:pt x="393484" y="434721"/>
                </a:lnTo>
                <a:lnTo>
                  <a:pt x="393484" y="407289"/>
                </a:lnTo>
                <a:lnTo>
                  <a:pt x="393484" y="376809"/>
                </a:lnTo>
                <a:lnTo>
                  <a:pt x="393484" y="305092"/>
                </a:lnTo>
                <a:lnTo>
                  <a:pt x="393484" y="273088"/>
                </a:lnTo>
                <a:close/>
              </a:path>
              <a:path w="1755775" h="438150">
                <a:moveTo>
                  <a:pt x="434632" y="198310"/>
                </a:moveTo>
                <a:lnTo>
                  <a:pt x="379768" y="198310"/>
                </a:lnTo>
                <a:lnTo>
                  <a:pt x="379768" y="105244"/>
                </a:lnTo>
                <a:lnTo>
                  <a:pt x="346138" y="105244"/>
                </a:lnTo>
                <a:lnTo>
                  <a:pt x="346138" y="135724"/>
                </a:lnTo>
                <a:lnTo>
                  <a:pt x="346138" y="198310"/>
                </a:lnTo>
                <a:lnTo>
                  <a:pt x="228790" y="198310"/>
                </a:lnTo>
                <a:lnTo>
                  <a:pt x="237934" y="135724"/>
                </a:lnTo>
                <a:lnTo>
                  <a:pt x="346138" y="135724"/>
                </a:lnTo>
                <a:lnTo>
                  <a:pt x="346138" y="105244"/>
                </a:lnTo>
                <a:lnTo>
                  <a:pt x="240982" y="105244"/>
                </a:lnTo>
                <a:lnTo>
                  <a:pt x="248602" y="54952"/>
                </a:lnTo>
                <a:lnTo>
                  <a:pt x="414820" y="54952"/>
                </a:lnTo>
                <a:lnTo>
                  <a:pt x="414820" y="24384"/>
                </a:lnTo>
                <a:lnTo>
                  <a:pt x="131165" y="24384"/>
                </a:lnTo>
                <a:lnTo>
                  <a:pt x="131165" y="54952"/>
                </a:lnTo>
                <a:lnTo>
                  <a:pt x="215074" y="54952"/>
                </a:lnTo>
                <a:lnTo>
                  <a:pt x="207365" y="105244"/>
                </a:lnTo>
                <a:lnTo>
                  <a:pt x="141833" y="105244"/>
                </a:lnTo>
                <a:lnTo>
                  <a:pt x="141833" y="135724"/>
                </a:lnTo>
                <a:lnTo>
                  <a:pt x="204317" y="135724"/>
                </a:lnTo>
                <a:lnTo>
                  <a:pt x="195173" y="198310"/>
                </a:lnTo>
                <a:lnTo>
                  <a:pt x="120484" y="198310"/>
                </a:lnTo>
                <a:lnTo>
                  <a:pt x="120484" y="228790"/>
                </a:lnTo>
                <a:lnTo>
                  <a:pt x="434632" y="228790"/>
                </a:lnTo>
                <a:lnTo>
                  <a:pt x="434632" y="198310"/>
                </a:lnTo>
                <a:close/>
              </a:path>
              <a:path w="1755775" h="438150">
                <a:moveTo>
                  <a:pt x="826579" y="271551"/>
                </a:moveTo>
                <a:lnTo>
                  <a:pt x="791527" y="271551"/>
                </a:lnTo>
                <a:lnTo>
                  <a:pt x="791527" y="303568"/>
                </a:lnTo>
                <a:lnTo>
                  <a:pt x="791527" y="378333"/>
                </a:lnTo>
                <a:lnTo>
                  <a:pt x="541401" y="378333"/>
                </a:lnTo>
                <a:lnTo>
                  <a:pt x="541401" y="303568"/>
                </a:lnTo>
                <a:lnTo>
                  <a:pt x="791527" y="303568"/>
                </a:lnTo>
                <a:lnTo>
                  <a:pt x="791527" y="271551"/>
                </a:lnTo>
                <a:lnTo>
                  <a:pt x="506349" y="271551"/>
                </a:lnTo>
                <a:lnTo>
                  <a:pt x="506349" y="436245"/>
                </a:lnTo>
                <a:lnTo>
                  <a:pt x="541401" y="436245"/>
                </a:lnTo>
                <a:lnTo>
                  <a:pt x="541401" y="410337"/>
                </a:lnTo>
                <a:lnTo>
                  <a:pt x="791527" y="410337"/>
                </a:lnTo>
                <a:lnTo>
                  <a:pt x="791527" y="434721"/>
                </a:lnTo>
                <a:lnTo>
                  <a:pt x="826579" y="434721"/>
                </a:lnTo>
                <a:lnTo>
                  <a:pt x="826579" y="410337"/>
                </a:lnTo>
                <a:lnTo>
                  <a:pt x="826579" y="378333"/>
                </a:lnTo>
                <a:lnTo>
                  <a:pt x="826579" y="303568"/>
                </a:lnTo>
                <a:lnTo>
                  <a:pt x="826579" y="271551"/>
                </a:lnTo>
                <a:close/>
              </a:path>
              <a:path w="1755775" h="438150">
                <a:moveTo>
                  <a:pt x="838771" y="202882"/>
                </a:moveTo>
                <a:lnTo>
                  <a:pt x="497205" y="202882"/>
                </a:lnTo>
                <a:lnTo>
                  <a:pt x="497205" y="234886"/>
                </a:lnTo>
                <a:lnTo>
                  <a:pt x="838771" y="234886"/>
                </a:lnTo>
                <a:lnTo>
                  <a:pt x="838771" y="202882"/>
                </a:lnTo>
                <a:close/>
              </a:path>
              <a:path w="1755775" h="438150">
                <a:moveTo>
                  <a:pt x="838771" y="134200"/>
                </a:moveTo>
                <a:lnTo>
                  <a:pt x="497205" y="134200"/>
                </a:lnTo>
                <a:lnTo>
                  <a:pt x="497205" y="164782"/>
                </a:lnTo>
                <a:lnTo>
                  <a:pt x="838771" y="164782"/>
                </a:lnTo>
                <a:lnTo>
                  <a:pt x="838771" y="134200"/>
                </a:lnTo>
                <a:close/>
              </a:path>
              <a:path w="1755775" h="438150">
                <a:moveTo>
                  <a:pt x="879919" y="64096"/>
                </a:moveTo>
                <a:lnTo>
                  <a:pt x="677138" y="64096"/>
                </a:lnTo>
                <a:lnTo>
                  <a:pt x="696950" y="54952"/>
                </a:lnTo>
                <a:lnTo>
                  <a:pt x="689800" y="42049"/>
                </a:lnTo>
                <a:lnTo>
                  <a:pt x="682091" y="28587"/>
                </a:lnTo>
                <a:lnTo>
                  <a:pt x="673798" y="14579"/>
                </a:lnTo>
                <a:lnTo>
                  <a:pt x="664946" y="0"/>
                </a:lnTo>
                <a:lnTo>
                  <a:pt x="631418" y="16764"/>
                </a:lnTo>
                <a:lnTo>
                  <a:pt x="639127" y="29095"/>
                </a:lnTo>
                <a:lnTo>
                  <a:pt x="646277" y="41008"/>
                </a:lnTo>
                <a:lnTo>
                  <a:pt x="652843" y="52628"/>
                </a:lnTo>
                <a:lnTo>
                  <a:pt x="658850" y="64096"/>
                </a:lnTo>
                <a:lnTo>
                  <a:pt x="454431" y="64096"/>
                </a:lnTo>
                <a:lnTo>
                  <a:pt x="454431" y="96100"/>
                </a:lnTo>
                <a:lnTo>
                  <a:pt x="879919" y="96100"/>
                </a:lnTo>
                <a:lnTo>
                  <a:pt x="879919" y="64096"/>
                </a:lnTo>
                <a:close/>
              </a:path>
              <a:path w="1755775" h="438150">
                <a:moveTo>
                  <a:pt x="1282547" y="189166"/>
                </a:moveTo>
                <a:lnTo>
                  <a:pt x="1247495" y="189166"/>
                </a:lnTo>
                <a:lnTo>
                  <a:pt x="1247495" y="219646"/>
                </a:lnTo>
                <a:lnTo>
                  <a:pt x="1247495" y="282232"/>
                </a:lnTo>
                <a:lnTo>
                  <a:pt x="1137666" y="282232"/>
                </a:lnTo>
                <a:lnTo>
                  <a:pt x="1137666" y="219646"/>
                </a:lnTo>
                <a:lnTo>
                  <a:pt x="1247495" y="219646"/>
                </a:lnTo>
                <a:lnTo>
                  <a:pt x="1247495" y="189166"/>
                </a:lnTo>
                <a:lnTo>
                  <a:pt x="1102614" y="189166"/>
                </a:lnTo>
                <a:lnTo>
                  <a:pt x="1102614" y="219646"/>
                </a:lnTo>
                <a:lnTo>
                  <a:pt x="1102614" y="282232"/>
                </a:lnTo>
                <a:lnTo>
                  <a:pt x="992797" y="282232"/>
                </a:lnTo>
                <a:lnTo>
                  <a:pt x="992797" y="219646"/>
                </a:lnTo>
                <a:lnTo>
                  <a:pt x="1102614" y="219646"/>
                </a:lnTo>
                <a:lnTo>
                  <a:pt x="1102614" y="189166"/>
                </a:lnTo>
                <a:lnTo>
                  <a:pt x="957745" y="189166"/>
                </a:lnTo>
                <a:lnTo>
                  <a:pt x="957745" y="263944"/>
                </a:lnTo>
                <a:lnTo>
                  <a:pt x="954024" y="308813"/>
                </a:lnTo>
                <a:lnTo>
                  <a:pt x="942873" y="347421"/>
                </a:lnTo>
                <a:lnTo>
                  <a:pt x="924267" y="379742"/>
                </a:lnTo>
                <a:lnTo>
                  <a:pt x="898207" y="405765"/>
                </a:lnTo>
                <a:lnTo>
                  <a:pt x="903973" y="413740"/>
                </a:lnTo>
                <a:lnTo>
                  <a:pt x="909726" y="421576"/>
                </a:lnTo>
                <a:lnTo>
                  <a:pt x="915441" y="429120"/>
                </a:lnTo>
                <a:lnTo>
                  <a:pt x="921156" y="436245"/>
                </a:lnTo>
                <a:lnTo>
                  <a:pt x="947737" y="407949"/>
                </a:lnTo>
                <a:lnTo>
                  <a:pt x="968032" y="377939"/>
                </a:lnTo>
                <a:lnTo>
                  <a:pt x="982027" y="346189"/>
                </a:lnTo>
                <a:lnTo>
                  <a:pt x="989749" y="312712"/>
                </a:lnTo>
                <a:lnTo>
                  <a:pt x="1247495" y="312712"/>
                </a:lnTo>
                <a:lnTo>
                  <a:pt x="1247495" y="332524"/>
                </a:lnTo>
                <a:lnTo>
                  <a:pt x="1282547" y="332524"/>
                </a:lnTo>
                <a:lnTo>
                  <a:pt x="1282547" y="312712"/>
                </a:lnTo>
                <a:lnTo>
                  <a:pt x="1282547" y="282232"/>
                </a:lnTo>
                <a:lnTo>
                  <a:pt x="1282547" y="219646"/>
                </a:lnTo>
                <a:lnTo>
                  <a:pt x="1282547" y="189166"/>
                </a:lnTo>
                <a:close/>
              </a:path>
              <a:path w="1755775" h="438150">
                <a:moveTo>
                  <a:pt x="1332928" y="50380"/>
                </a:moveTo>
                <a:lnTo>
                  <a:pt x="1139190" y="50380"/>
                </a:lnTo>
                <a:lnTo>
                  <a:pt x="1139190" y="3048"/>
                </a:lnTo>
                <a:lnTo>
                  <a:pt x="1102614" y="3048"/>
                </a:lnTo>
                <a:lnTo>
                  <a:pt x="1102614" y="50380"/>
                </a:lnTo>
                <a:lnTo>
                  <a:pt x="907440" y="50380"/>
                </a:lnTo>
                <a:lnTo>
                  <a:pt x="907440" y="79336"/>
                </a:lnTo>
                <a:lnTo>
                  <a:pt x="1102614" y="79336"/>
                </a:lnTo>
                <a:lnTo>
                  <a:pt x="1102614" y="123532"/>
                </a:lnTo>
                <a:lnTo>
                  <a:pt x="944016" y="123532"/>
                </a:lnTo>
                <a:lnTo>
                  <a:pt x="944016" y="154114"/>
                </a:lnTo>
                <a:lnTo>
                  <a:pt x="1296263" y="154114"/>
                </a:lnTo>
                <a:lnTo>
                  <a:pt x="1296263" y="123532"/>
                </a:lnTo>
                <a:lnTo>
                  <a:pt x="1139190" y="123532"/>
                </a:lnTo>
                <a:lnTo>
                  <a:pt x="1139190" y="79336"/>
                </a:lnTo>
                <a:lnTo>
                  <a:pt x="1332928" y="79336"/>
                </a:lnTo>
                <a:lnTo>
                  <a:pt x="1332928" y="50380"/>
                </a:lnTo>
                <a:close/>
              </a:path>
              <a:path w="1755775" h="438150">
                <a:moveTo>
                  <a:pt x="1509814" y="38100"/>
                </a:moveTo>
                <a:lnTo>
                  <a:pt x="1477797" y="38100"/>
                </a:lnTo>
                <a:lnTo>
                  <a:pt x="1477797" y="70192"/>
                </a:lnTo>
                <a:lnTo>
                  <a:pt x="1477797" y="170878"/>
                </a:lnTo>
                <a:lnTo>
                  <a:pt x="1477797" y="201358"/>
                </a:lnTo>
                <a:lnTo>
                  <a:pt x="1477797" y="305079"/>
                </a:lnTo>
                <a:lnTo>
                  <a:pt x="1406080" y="305079"/>
                </a:lnTo>
                <a:lnTo>
                  <a:pt x="1406080" y="201358"/>
                </a:lnTo>
                <a:lnTo>
                  <a:pt x="1477797" y="201358"/>
                </a:lnTo>
                <a:lnTo>
                  <a:pt x="1477797" y="170878"/>
                </a:lnTo>
                <a:lnTo>
                  <a:pt x="1406080" y="170878"/>
                </a:lnTo>
                <a:lnTo>
                  <a:pt x="1406080" y="70192"/>
                </a:lnTo>
                <a:lnTo>
                  <a:pt x="1477797" y="70192"/>
                </a:lnTo>
                <a:lnTo>
                  <a:pt x="1477797" y="38100"/>
                </a:lnTo>
                <a:lnTo>
                  <a:pt x="1374076" y="38100"/>
                </a:lnTo>
                <a:lnTo>
                  <a:pt x="1374076" y="369189"/>
                </a:lnTo>
                <a:lnTo>
                  <a:pt x="1406080" y="369189"/>
                </a:lnTo>
                <a:lnTo>
                  <a:pt x="1406080" y="337083"/>
                </a:lnTo>
                <a:lnTo>
                  <a:pt x="1509814" y="337083"/>
                </a:lnTo>
                <a:lnTo>
                  <a:pt x="1509814" y="305079"/>
                </a:lnTo>
                <a:lnTo>
                  <a:pt x="1509814" y="201358"/>
                </a:lnTo>
                <a:lnTo>
                  <a:pt x="1509814" y="170878"/>
                </a:lnTo>
                <a:lnTo>
                  <a:pt x="1509814" y="70192"/>
                </a:lnTo>
                <a:lnTo>
                  <a:pt x="1509814" y="38100"/>
                </a:lnTo>
                <a:close/>
              </a:path>
              <a:path w="1755775" h="438150">
                <a:moveTo>
                  <a:pt x="1755368" y="24384"/>
                </a:moveTo>
                <a:lnTo>
                  <a:pt x="1721739" y="24384"/>
                </a:lnTo>
                <a:lnTo>
                  <a:pt x="1721739" y="58000"/>
                </a:lnTo>
                <a:lnTo>
                  <a:pt x="1721739" y="140296"/>
                </a:lnTo>
                <a:lnTo>
                  <a:pt x="1721739" y="172402"/>
                </a:lnTo>
                <a:lnTo>
                  <a:pt x="1721739" y="254787"/>
                </a:lnTo>
                <a:lnTo>
                  <a:pt x="1595158" y="254787"/>
                </a:lnTo>
                <a:lnTo>
                  <a:pt x="1596326" y="235026"/>
                </a:lnTo>
                <a:lnTo>
                  <a:pt x="1597329" y="214706"/>
                </a:lnTo>
                <a:lnTo>
                  <a:pt x="1598028" y="193840"/>
                </a:lnTo>
                <a:lnTo>
                  <a:pt x="1598295" y="172402"/>
                </a:lnTo>
                <a:lnTo>
                  <a:pt x="1721739" y="172402"/>
                </a:lnTo>
                <a:lnTo>
                  <a:pt x="1721739" y="140296"/>
                </a:lnTo>
                <a:lnTo>
                  <a:pt x="1598295" y="140296"/>
                </a:lnTo>
                <a:lnTo>
                  <a:pt x="1598295" y="58000"/>
                </a:lnTo>
                <a:lnTo>
                  <a:pt x="1721739" y="58000"/>
                </a:lnTo>
                <a:lnTo>
                  <a:pt x="1721739" y="24384"/>
                </a:lnTo>
                <a:lnTo>
                  <a:pt x="1563154" y="24384"/>
                </a:lnTo>
                <a:lnTo>
                  <a:pt x="1563154" y="178498"/>
                </a:lnTo>
                <a:lnTo>
                  <a:pt x="1562239" y="223113"/>
                </a:lnTo>
                <a:lnTo>
                  <a:pt x="1554149" y="292379"/>
                </a:lnTo>
                <a:lnTo>
                  <a:pt x="1535861" y="340182"/>
                </a:lnTo>
                <a:lnTo>
                  <a:pt x="1500517" y="386575"/>
                </a:lnTo>
                <a:lnTo>
                  <a:pt x="1476273" y="410337"/>
                </a:lnTo>
                <a:lnTo>
                  <a:pt x="1484871" y="417842"/>
                </a:lnTo>
                <a:lnTo>
                  <a:pt x="1492465" y="424624"/>
                </a:lnTo>
                <a:lnTo>
                  <a:pt x="1499108" y="431025"/>
                </a:lnTo>
                <a:lnTo>
                  <a:pt x="1505242" y="437769"/>
                </a:lnTo>
                <a:lnTo>
                  <a:pt x="1538071" y="402602"/>
                </a:lnTo>
                <a:lnTo>
                  <a:pt x="1563344" y="365709"/>
                </a:lnTo>
                <a:lnTo>
                  <a:pt x="1580883" y="327101"/>
                </a:lnTo>
                <a:lnTo>
                  <a:pt x="1590586" y="286791"/>
                </a:lnTo>
                <a:lnTo>
                  <a:pt x="1721739" y="286791"/>
                </a:lnTo>
                <a:lnTo>
                  <a:pt x="1721739" y="372237"/>
                </a:lnTo>
                <a:lnTo>
                  <a:pt x="1720024" y="383120"/>
                </a:lnTo>
                <a:lnTo>
                  <a:pt x="1714881" y="390715"/>
                </a:lnTo>
                <a:lnTo>
                  <a:pt x="1706308" y="395173"/>
                </a:lnTo>
                <a:lnTo>
                  <a:pt x="1695310" y="396506"/>
                </a:lnTo>
                <a:lnTo>
                  <a:pt x="1663255" y="396430"/>
                </a:lnTo>
                <a:lnTo>
                  <a:pt x="1644802" y="395973"/>
                </a:lnTo>
                <a:lnTo>
                  <a:pt x="1624203" y="395097"/>
                </a:lnTo>
                <a:lnTo>
                  <a:pt x="1626222" y="404215"/>
                </a:lnTo>
                <a:lnTo>
                  <a:pt x="1627822" y="413194"/>
                </a:lnTo>
                <a:lnTo>
                  <a:pt x="1629130" y="421881"/>
                </a:lnTo>
                <a:lnTo>
                  <a:pt x="1630299" y="430149"/>
                </a:lnTo>
                <a:lnTo>
                  <a:pt x="1651393" y="431025"/>
                </a:lnTo>
                <a:lnTo>
                  <a:pt x="1671066" y="431482"/>
                </a:lnTo>
                <a:lnTo>
                  <a:pt x="1704975" y="431673"/>
                </a:lnTo>
                <a:lnTo>
                  <a:pt x="1727034" y="428510"/>
                </a:lnTo>
                <a:lnTo>
                  <a:pt x="1742782" y="418909"/>
                </a:lnTo>
                <a:lnTo>
                  <a:pt x="1752219" y="402742"/>
                </a:lnTo>
                <a:lnTo>
                  <a:pt x="1753057" y="396621"/>
                </a:lnTo>
                <a:lnTo>
                  <a:pt x="1755368" y="379857"/>
                </a:lnTo>
                <a:lnTo>
                  <a:pt x="1755368" y="58000"/>
                </a:lnTo>
                <a:lnTo>
                  <a:pt x="1755368" y="24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7262050" y="5610415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575" y="117443"/>
                </a:moveTo>
                <a:lnTo>
                  <a:pt x="0" y="117443"/>
                </a:lnTo>
                <a:lnTo>
                  <a:pt x="26003" y="0"/>
                </a:lnTo>
                <a:lnTo>
                  <a:pt x="67151" y="0"/>
                </a:lnTo>
                <a:lnTo>
                  <a:pt x="30575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7647902" y="5288572"/>
            <a:ext cx="1757045" cy="438150"/>
          </a:xfrm>
          <a:custGeom>
            <a:avLst/>
            <a:gdLst/>
            <a:ahLst/>
            <a:cxnLst/>
            <a:rect l="l" t="t" r="r" b="b"/>
            <a:pathLst>
              <a:path w="1757045" h="438150">
                <a:moveTo>
                  <a:pt x="135724" y="117436"/>
                </a:moveTo>
                <a:lnTo>
                  <a:pt x="105244" y="102196"/>
                </a:lnTo>
                <a:lnTo>
                  <a:pt x="98653" y="115633"/>
                </a:lnTo>
                <a:lnTo>
                  <a:pt x="86601" y="140817"/>
                </a:lnTo>
                <a:lnTo>
                  <a:pt x="80860" y="152590"/>
                </a:lnTo>
                <a:lnTo>
                  <a:pt x="38100" y="152590"/>
                </a:lnTo>
                <a:lnTo>
                  <a:pt x="55321" y="122555"/>
                </a:lnTo>
                <a:lnTo>
                  <a:pt x="72669" y="89814"/>
                </a:lnTo>
                <a:lnTo>
                  <a:pt x="90271" y="54521"/>
                </a:lnTo>
                <a:lnTo>
                  <a:pt x="108292" y="16764"/>
                </a:lnTo>
                <a:lnTo>
                  <a:pt x="74764" y="4572"/>
                </a:lnTo>
                <a:lnTo>
                  <a:pt x="58153" y="45770"/>
                </a:lnTo>
                <a:lnTo>
                  <a:pt x="40246" y="84670"/>
                </a:lnTo>
                <a:lnTo>
                  <a:pt x="20904" y="121297"/>
                </a:lnTo>
                <a:lnTo>
                  <a:pt x="0" y="155638"/>
                </a:lnTo>
                <a:lnTo>
                  <a:pt x="9144" y="183070"/>
                </a:lnTo>
                <a:lnTo>
                  <a:pt x="35826" y="180784"/>
                </a:lnTo>
                <a:lnTo>
                  <a:pt x="67144" y="178498"/>
                </a:lnTo>
                <a:lnTo>
                  <a:pt x="49695" y="209029"/>
                </a:lnTo>
                <a:lnTo>
                  <a:pt x="34112" y="234137"/>
                </a:lnTo>
                <a:lnTo>
                  <a:pt x="20548" y="253542"/>
                </a:lnTo>
                <a:lnTo>
                  <a:pt x="9144" y="266979"/>
                </a:lnTo>
                <a:lnTo>
                  <a:pt x="15240" y="295935"/>
                </a:lnTo>
                <a:lnTo>
                  <a:pt x="30657" y="293611"/>
                </a:lnTo>
                <a:lnTo>
                  <a:pt x="123532" y="283743"/>
                </a:lnTo>
                <a:lnTo>
                  <a:pt x="124675" y="278599"/>
                </a:lnTo>
                <a:lnTo>
                  <a:pt x="125818" y="272313"/>
                </a:lnTo>
                <a:lnTo>
                  <a:pt x="126961" y="264883"/>
                </a:lnTo>
                <a:lnTo>
                  <a:pt x="127292" y="262407"/>
                </a:lnTo>
                <a:lnTo>
                  <a:pt x="128104" y="256311"/>
                </a:lnTo>
                <a:lnTo>
                  <a:pt x="64249" y="261251"/>
                </a:lnTo>
                <a:lnTo>
                  <a:pt x="51904" y="262407"/>
                </a:lnTo>
                <a:lnTo>
                  <a:pt x="67576" y="236943"/>
                </a:lnTo>
                <a:lnTo>
                  <a:pt x="86956" y="204216"/>
                </a:lnTo>
                <a:lnTo>
                  <a:pt x="101676" y="178498"/>
                </a:lnTo>
                <a:lnTo>
                  <a:pt x="109778" y="164338"/>
                </a:lnTo>
                <a:lnTo>
                  <a:pt x="116281" y="152590"/>
                </a:lnTo>
                <a:lnTo>
                  <a:pt x="135724" y="117436"/>
                </a:lnTo>
                <a:close/>
              </a:path>
              <a:path w="1757045" h="438150">
                <a:moveTo>
                  <a:pt x="411772" y="47332"/>
                </a:moveTo>
                <a:lnTo>
                  <a:pt x="382816" y="47332"/>
                </a:lnTo>
                <a:lnTo>
                  <a:pt x="382816" y="76288"/>
                </a:lnTo>
                <a:lnTo>
                  <a:pt x="382816" y="126580"/>
                </a:lnTo>
                <a:lnTo>
                  <a:pt x="173824" y="126580"/>
                </a:lnTo>
                <a:lnTo>
                  <a:pt x="173824" y="76288"/>
                </a:lnTo>
                <a:lnTo>
                  <a:pt x="382816" y="76288"/>
                </a:lnTo>
                <a:lnTo>
                  <a:pt x="382816" y="47332"/>
                </a:lnTo>
                <a:lnTo>
                  <a:pt x="309562" y="47332"/>
                </a:lnTo>
                <a:lnTo>
                  <a:pt x="301828" y="34112"/>
                </a:lnTo>
                <a:lnTo>
                  <a:pt x="294513" y="21920"/>
                </a:lnTo>
                <a:lnTo>
                  <a:pt x="287489" y="10591"/>
                </a:lnTo>
                <a:lnTo>
                  <a:pt x="280606" y="0"/>
                </a:lnTo>
                <a:lnTo>
                  <a:pt x="247078" y="15240"/>
                </a:lnTo>
                <a:lnTo>
                  <a:pt x="251891" y="22390"/>
                </a:lnTo>
                <a:lnTo>
                  <a:pt x="256984" y="30111"/>
                </a:lnTo>
                <a:lnTo>
                  <a:pt x="262077" y="38430"/>
                </a:lnTo>
                <a:lnTo>
                  <a:pt x="266890" y="47332"/>
                </a:lnTo>
                <a:lnTo>
                  <a:pt x="143344" y="47332"/>
                </a:lnTo>
                <a:lnTo>
                  <a:pt x="143344" y="190690"/>
                </a:lnTo>
                <a:lnTo>
                  <a:pt x="142227" y="231305"/>
                </a:lnTo>
                <a:lnTo>
                  <a:pt x="133705" y="302856"/>
                </a:lnTo>
                <a:lnTo>
                  <a:pt x="58153" y="343179"/>
                </a:lnTo>
                <a:lnTo>
                  <a:pt x="27711" y="347751"/>
                </a:lnTo>
                <a:lnTo>
                  <a:pt x="0" y="352323"/>
                </a:lnTo>
                <a:lnTo>
                  <a:pt x="7620" y="384429"/>
                </a:lnTo>
                <a:lnTo>
                  <a:pt x="29679" y="380453"/>
                </a:lnTo>
                <a:lnTo>
                  <a:pt x="115912" y="363093"/>
                </a:lnTo>
                <a:lnTo>
                  <a:pt x="109677" y="375361"/>
                </a:lnTo>
                <a:lnTo>
                  <a:pt x="102577" y="386905"/>
                </a:lnTo>
                <a:lnTo>
                  <a:pt x="94919" y="397598"/>
                </a:lnTo>
                <a:lnTo>
                  <a:pt x="86956" y="407289"/>
                </a:lnTo>
                <a:lnTo>
                  <a:pt x="93319" y="414147"/>
                </a:lnTo>
                <a:lnTo>
                  <a:pt x="98958" y="421005"/>
                </a:lnTo>
                <a:lnTo>
                  <a:pt x="104305" y="427837"/>
                </a:lnTo>
                <a:lnTo>
                  <a:pt x="109816" y="434721"/>
                </a:lnTo>
                <a:lnTo>
                  <a:pt x="132867" y="400862"/>
                </a:lnTo>
                <a:lnTo>
                  <a:pt x="149275" y="363093"/>
                </a:lnTo>
                <a:lnTo>
                  <a:pt x="163588" y="310870"/>
                </a:lnTo>
                <a:lnTo>
                  <a:pt x="171272" y="254584"/>
                </a:lnTo>
                <a:lnTo>
                  <a:pt x="173824" y="190690"/>
                </a:lnTo>
                <a:lnTo>
                  <a:pt x="173824" y="154114"/>
                </a:lnTo>
                <a:lnTo>
                  <a:pt x="382816" y="154114"/>
                </a:lnTo>
                <a:lnTo>
                  <a:pt x="382816" y="167830"/>
                </a:lnTo>
                <a:lnTo>
                  <a:pt x="411772" y="167830"/>
                </a:lnTo>
                <a:lnTo>
                  <a:pt x="411772" y="154114"/>
                </a:lnTo>
                <a:lnTo>
                  <a:pt x="411772" y="126580"/>
                </a:lnTo>
                <a:lnTo>
                  <a:pt x="411772" y="76288"/>
                </a:lnTo>
                <a:lnTo>
                  <a:pt x="411772" y="47332"/>
                </a:lnTo>
                <a:close/>
              </a:path>
              <a:path w="1757045" h="438150">
                <a:moveTo>
                  <a:pt x="419392" y="198310"/>
                </a:moveTo>
                <a:lnTo>
                  <a:pt x="388912" y="198310"/>
                </a:lnTo>
                <a:lnTo>
                  <a:pt x="388912" y="227266"/>
                </a:lnTo>
                <a:lnTo>
                  <a:pt x="388912" y="292887"/>
                </a:lnTo>
                <a:lnTo>
                  <a:pt x="388912" y="320319"/>
                </a:lnTo>
                <a:lnTo>
                  <a:pt x="388912" y="396621"/>
                </a:lnTo>
                <a:lnTo>
                  <a:pt x="384340" y="402717"/>
                </a:lnTo>
                <a:lnTo>
                  <a:pt x="347764" y="402717"/>
                </a:lnTo>
                <a:lnTo>
                  <a:pt x="347764" y="320319"/>
                </a:lnTo>
                <a:lnTo>
                  <a:pt x="388912" y="320319"/>
                </a:lnTo>
                <a:lnTo>
                  <a:pt x="388912" y="292887"/>
                </a:lnTo>
                <a:lnTo>
                  <a:pt x="347764" y="292887"/>
                </a:lnTo>
                <a:lnTo>
                  <a:pt x="347764" y="227266"/>
                </a:lnTo>
                <a:lnTo>
                  <a:pt x="388912" y="227266"/>
                </a:lnTo>
                <a:lnTo>
                  <a:pt x="388912" y="198310"/>
                </a:lnTo>
                <a:lnTo>
                  <a:pt x="321754" y="198310"/>
                </a:lnTo>
                <a:lnTo>
                  <a:pt x="321754" y="227266"/>
                </a:lnTo>
                <a:lnTo>
                  <a:pt x="321754" y="292887"/>
                </a:lnTo>
                <a:lnTo>
                  <a:pt x="282130" y="292887"/>
                </a:lnTo>
                <a:lnTo>
                  <a:pt x="282130" y="227266"/>
                </a:lnTo>
                <a:lnTo>
                  <a:pt x="321754" y="227266"/>
                </a:lnTo>
                <a:lnTo>
                  <a:pt x="321754" y="198310"/>
                </a:lnTo>
                <a:lnTo>
                  <a:pt x="254698" y="198310"/>
                </a:lnTo>
                <a:lnTo>
                  <a:pt x="254698" y="227266"/>
                </a:lnTo>
                <a:lnTo>
                  <a:pt x="254698" y="292887"/>
                </a:lnTo>
                <a:lnTo>
                  <a:pt x="215074" y="292887"/>
                </a:lnTo>
                <a:lnTo>
                  <a:pt x="215074" y="227266"/>
                </a:lnTo>
                <a:lnTo>
                  <a:pt x="254698" y="227266"/>
                </a:lnTo>
                <a:lnTo>
                  <a:pt x="254698" y="198310"/>
                </a:lnTo>
                <a:lnTo>
                  <a:pt x="187642" y="198310"/>
                </a:lnTo>
                <a:lnTo>
                  <a:pt x="187642" y="431673"/>
                </a:lnTo>
                <a:lnTo>
                  <a:pt x="215074" y="431673"/>
                </a:lnTo>
                <a:lnTo>
                  <a:pt x="215074" y="320319"/>
                </a:lnTo>
                <a:lnTo>
                  <a:pt x="254698" y="320319"/>
                </a:lnTo>
                <a:lnTo>
                  <a:pt x="254698" y="410337"/>
                </a:lnTo>
                <a:lnTo>
                  <a:pt x="282130" y="410337"/>
                </a:lnTo>
                <a:lnTo>
                  <a:pt x="282130" y="320319"/>
                </a:lnTo>
                <a:lnTo>
                  <a:pt x="321754" y="320319"/>
                </a:lnTo>
                <a:lnTo>
                  <a:pt x="321754" y="408813"/>
                </a:lnTo>
                <a:lnTo>
                  <a:pt x="341668" y="408813"/>
                </a:lnTo>
                <a:lnTo>
                  <a:pt x="344716" y="416433"/>
                </a:lnTo>
                <a:lnTo>
                  <a:pt x="346240" y="424053"/>
                </a:lnTo>
                <a:lnTo>
                  <a:pt x="346240" y="431673"/>
                </a:lnTo>
                <a:lnTo>
                  <a:pt x="353898" y="431647"/>
                </a:lnTo>
                <a:lnTo>
                  <a:pt x="399453" y="427837"/>
                </a:lnTo>
                <a:lnTo>
                  <a:pt x="419392" y="392049"/>
                </a:lnTo>
                <a:lnTo>
                  <a:pt x="419392" y="320319"/>
                </a:lnTo>
                <a:lnTo>
                  <a:pt x="419392" y="292887"/>
                </a:lnTo>
                <a:lnTo>
                  <a:pt x="419392" y="227266"/>
                </a:lnTo>
                <a:lnTo>
                  <a:pt x="419392" y="198310"/>
                </a:lnTo>
                <a:close/>
              </a:path>
              <a:path w="1757045" h="438150">
                <a:moveTo>
                  <a:pt x="625322" y="44196"/>
                </a:moveTo>
                <a:lnTo>
                  <a:pt x="462153" y="44196"/>
                </a:lnTo>
                <a:lnTo>
                  <a:pt x="462153" y="77812"/>
                </a:lnTo>
                <a:lnTo>
                  <a:pt x="526161" y="77812"/>
                </a:lnTo>
                <a:lnTo>
                  <a:pt x="512724" y="123558"/>
                </a:lnTo>
                <a:lnTo>
                  <a:pt x="495287" y="167017"/>
                </a:lnTo>
                <a:lnTo>
                  <a:pt x="473824" y="208203"/>
                </a:lnTo>
                <a:lnTo>
                  <a:pt x="448348" y="247078"/>
                </a:lnTo>
                <a:lnTo>
                  <a:pt x="454672" y="255092"/>
                </a:lnTo>
                <a:lnTo>
                  <a:pt x="460006" y="262788"/>
                </a:lnTo>
                <a:lnTo>
                  <a:pt x="464489" y="269887"/>
                </a:lnTo>
                <a:lnTo>
                  <a:pt x="468249" y="276136"/>
                </a:lnTo>
                <a:lnTo>
                  <a:pt x="474840" y="267855"/>
                </a:lnTo>
                <a:lnTo>
                  <a:pt x="481012" y="259130"/>
                </a:lnTo>
                <a:lnTo>
                  <a:pt x="486892" y="250113"/>
                </a:lnTo>
                <a:lnTo>
                  <a:pt x="492633" y="240982"/>
                </a:lnTo>
                <a:lnTo>
                  <a:pt x="492633" y="422529"/>
                </a:lnTo>
                <a:lnTo>
                  <a:pt x="524637" y="422529"/>
                </a:lnTo>
                <a:lnTo>
                  <a:pt x="524637" y="387477"/>
                </a:lnTo>
                <a:lnTo>
                  <a:pt x="577977" y="387477"/>
                </a:lnTo>
                <a:lnTo>
                  <a:pt x="577977" y="417957"/>
                </a:lnTo>
                <a:lnTo>
                  <a:pt x="610082" y="417957"/>
                </a:lnTo>
                <a:lnTo>
                  <a:pt x="610082" y="387477"/>
                </a:lnTo>
                <a:lnTo>
                  <a:pt x="610082" y="358521"/>
                </a:lnTo>
                <a:lnTo>
                  <a:pt x="610082" y="208978"/>
                </a:lnTo>
                <a:lnTo>
                  <a:pt x="610082" y="180022"/>
                </a:lnTo>
                <a:lnTo>
                  <a:pt x="577977" y="180022"/>
                </a:lnTo>
                <a:lnTo>
                  <a:pt x="577977" y="208978"/>
                </a:lnTo>
                <a:lnTo>
                  <a:pt x="577977" y="358521"/>
                </a:lnTo>
                <a:lnTo>
                  <a:pt x="524637" y="358521"/>
                </a:lnTo>
                <a:lnTo>
                  <a:pt x="524637" y="240982"/>
                </a:lnTo>
                <a:lnTo>
                  <a:pt x="524637" y="208978"/>
                </a:lnTo>
                <a:lnTo>
                  <a:pt x="577977" y="208978"/>
                </a:lnTo>
                <a:lnTo>
                  <a:pt x="577977" y="180022"/>
                </a:lnTo>
                <a:lnTo>
                  <a:pt x="524637" y="180022"/>
                </a:lnTo>
                <a:lnTo>
                  <a:pt x="535254" y="155651"/>
                </a:lnTo>
                <a:lnTo>
                  <a:pt x="544449" y="130594"/>
                </a:lnTo>
                <a:lnTo>
                  <a:pt x="552500" y="104698"/>
                </a:lnTo>
                <a:lnTo>
                  <a:pt x="559689" y="77812"/>
                </a:lnTo>
                <a:lnTo>
                  <a:pt x="625322" y="77812"/>
                </a:lnTo>
                <a:lnTo>
                  <a:pt x="625322" y="44196"/>
                </a:lnTo>
                <a:close/>
              </a:path>
              <a:path w="1757045" h="438150">
                <a:moveTo>
                  <a:pt x="812863" y="295948"/>
                </a:moveTo>
                <a:lnTo>
                  <a:pt x="626846" y="295948"/>
                </a:lnTo>
                <a:lnTo>
                  <a:pt x="626846" y="327952"/>
                </a:lnTo>
                <a:lnTo>
                  <a:pt x="812863" y="327952"/>
                </a:lnTo>
                <a:lnTo>
                  <a:pt x="812863" y="295948"/>
                </a:lnTo>
                <a:close/>
              </a:path>
              <a:path w="1757045" h="438150">
                <a:moveTo>
                  <a:pt x="869251" y="205930"/>
                </a:moveTo>
                <a:lnTo>
                  <a:pt x="822007" y="205930"/>
                </a:lnTo>
                <a:lnTo>
                  <a:pt x="841819" y="30480"/>
                </a:lnTo>
                <a:lnTo>
                  <a:pt x="642086" y="30480"/>
                </a:lnTo>
                <a:lnTo>
                  <a:pt x="642086" y="61048"/>
                </a:lnTo>
                <a:lnTo>
                  <a:pt x="803719" y="61048"/>
                </a:lnTo>
                <a:lnTo>
                  <a:pt x="790003" y="205930"/>
                </a:lnTo>
                <a:lnTo>
                  <a:pt x="686282" y="205930"/>
                </a:lnTo>
                <a:lnTo>
                  <a:pt x="698474" y="77812"/>
                </a:lnTo>
                <a:lnTo>
                  <a:pt x="664946" y="77812"/>
                </a:lnTo>
                <a:lnTo>
                  <a:pt x="651230" y="237934"/>
                </a:lnTo>
                <a:lnTo>
                  <a:pt x="834199" y="237934"/>
                </a:lnTo>
                <a:lnTo>
                  <a:pt x="833031" y="270230"/>
                </a:lnTo>
                <a:lnTo>
                  <a:pt x="830160" y="327952"/>
                </a:lnTo>
                <a:lnTo>
                  <a:pt x="824966" y="370789"/>
                </a:lnTo>
                <a:lnTo>
                  <a:pt x="791527" y="392049"/>
                </a:lnTo>
                <a:lnTo>
                  <a:pt x="777240" y="391769"/>
                </a:lnTo>
                <a:lnTo>
                  <a:pt x="761796" y="390906"/>
                </a:lnTo>
                <a:lnTo>
                  <a:pt x="745197" y="389483"/>
                </a:lnTo>
                <a:lnTo>
                  <a:pt x="727430" y="387477"/>
                </a:lnTo>
                <a:lnTo>
                  <a:pt x="729449" y="397484"/>
                </a:lnTo>
                <a:lnTo>
                  <a:pt x="731050" y="406908"/>
                </a:lnTo>
                <a:lnTo>
                  <a:pt x="732358" y="415772"/>
                </a:lnTo>
                <a:lnTo>
                  <a:pt x="733526" y="424053"/>
                </a:lnTo>
                <a:lnTo>
                  <a:pt x="751535" y="424929"/>
                </a:lnTo>
                <a:lnTo>
                  <a:pt x="768654" y="425386"/>
                </a:lnTo>
                <a:lnTo>
                  <a:pt x="799147" y="425577"/>
                </a:lnTo>
                <a:lnTo>
                  <a:pt x="825411" y="421551"/>
                </a:lnTo>
                <a:lnTo>
                  <a:pt x="854951" y="392049"/>
                </a:lnTo>
                <a:lnTo>
                  <a:pt x="863676" y="325653"/>
                </a:lnTo>
                <a:lnTo>
                  <a:pt x="867206" y="248894"/>
                </a:lnTo>
                <a:lnTo>
                  <a:pt x="869251" y="205930"/>
                </a:lnTo>
                <a:close/>
              </a:path>
              <a:path w="1757045" h="438150">
                <a:moveTo>
                  <a:pt x="1284071" y="189166"/>
                </a:moveTo>
                <a:lnTo>
                  <a:pt x="1249019" y="189166"/>
                </a:lnTo>
                <a:lnTo>
                  <a:pt x="1249019" y="219646"/>
                </a:lnTo>
                <a:lnTo>
                  <a:pt x="1249019" y="282232"/>
                </a:lnTo>
                <a:lnTo>
                  <a:pt x="1139190" y="282232"/>
                </a:lnTo>
                <a:lnTo>
                  <a:pt x="1139190" y="219646"/>
                </a:lnTo>
                <a:lnTo>
                  <a:pt x="1249019" y="219646"/>
                </a:lnTo>
                <a:lnTo>
                  <a:pt x="1249019" y="189166"/>
                </a:lnTo>
                <a:lnTo>
                  <a:pt x="1104138" y="189166"/>
                </a:lnTo>
                <a:lnTo>
                  <a:pt x="1104138" y="219646"/>
                </a:lnTo>
                <a:lnTo>
                  <a:pt x="1104138" y="282232"/>
                </a:lnTo>
                <a:lnTo>
                  <a:pt x="994321" y="282232"/>
                </a:lnTo>
                <a:lnTo>
                  <a:pt x="994321" y="219646"/>
                </a:lnTo>
                <a:lnTo>
                  <a:pt x="1104138" y="219646"/>
                </a:lnTo>
                <a:lnTo>
                  <a:pt x="1104138" y="189166"/>
                </a:lnTo>
                <a:lnTo>
                  <a:pt x="959269" y="189166"/>
                </a:lnTo>
                <a:lnTo>
                  <a:pt x="959269" y="263944"/>
                </a:lnTo>
                <a:lnTo>
                  <a:pt x="955548" y="308813"/>
                </a:lnTo>
                <a:lnTo>
                  <a:pt x="944397" y="347421"/>
                </a:lnTo>
                <a:lnTo>
                  <a:pt x="925791" y="379742"/>
                </a:lnTo>
                <a:lnTo>
                  <a:pt x="899731" y="405765"/>
                </a:lnTo>
                <a:lnTo>
                  <a:pt x="905497" y="413740"/>
                </a:lnTo>
                <a:lnTo>
                  <a:pt x="911250" y="421576"/>
                </a:lnTo>
                <a:lnTo>
                  <a:pt x="916965" y="429120"/>
                </a:lnTo>
                <a:lnTo>
                  <a:pt x="922680" y="436245"/>
                </a:lnTo>
                <a:lnTo>
                  <a:pt x="949261" y="407949"/>
                </a:lnTo>
                <a:lnTo>
                  <a:pt x="969556" y="377939"/>
                </a:lnTo>
                <a:lnTo>
                  <a:pt x="983551" y="346189"/>
                </a:lnTo>
                <a:lnTo>
                  <a:pt x="991273" y="312712"/>
                </a:lnTo>
                <a:lnTo>
                  <a:pt x="1249019" y="312712"/>
                </a:lnTo>
                <a:lnTo>
                  <a:pt x="1249019" y="332524"/>
                </a:lnTo>
                <a:lnTo>
                  <a:pt x="1284071" y="332524"/>
                </a:lnTo>
                <a:lnTo>
                  <a:pt x="1284071" y="312712"/>
                </a:lnTo>
                <a:lnTo>
                  <a:pt x="1284071" y="282232"/>
                </a:lnTo>
                <a:lnTo>
                  <a:pt x="1284071" y="219646"/>
                </a:lnTo>
                <a:lnTo>
                  <a:pt x="1284071" y="189166"/>
                </a:lnTo>
                <a:close/>
              </a:path>
              <a:path w="1757045" h="438150">
                <a:moveTo>
                  <a:pt x="1334452" y="50380"/>
                </a:moveTo>
                <a:lnTo>
                  <a:pt x="1140714" y="50380"/>
                </a:lnTo>
                <a:lnTo>
                  <a:pt x="1140714" y="3048"/>
                </a:lnTo>
                <a:lnTo>
                  <a:pt x="1104138" y="3048"/>
                </a:lnTo>
                <a:lnTo>
                  <a:pt x="1104138" y="50380"/>
                </a:lnTo>
                <a:lnTo>
                  <a:pt x="908964" y="50380"/>
                </a:lnTo>
                <a:lnTo>
                  <a:pt x="908964" y="79336"/>
                </a:lnTo>
                <a:lnTo>
                  <a:pt x="1104138" y="79336"/>
                </a:lnTo>
                <a:lnTo>
                  <a:pt x="1104138" y="123532"/>
                </a:lnTo>
                <a:lnTo>
                  <a:pt x="945540" y="123532"/>
                </a:lnTo>
                <a:lnTo>
                  <a:pt x="945540" y="154114"/>
                </a:lnTo>
                <a:lnTo>
                  <a:pt x="1297787" y="154114"/>
                </a:lnTo>
                <a:lnTo>
                  <a:pt x="1297787" y="123532"/>
                </a:lnTo>
                <a:lnTo>
                  <a:pt x="1140714" y="123532"/>
                </a:lnTo>
                <a:lnTo>
                  <a:pt x="1140714" y="79336"/>
                </a:lnTo>
                <a:lnTo>
                  <a:pt x="1334452" y="79336"/>
                </a:lnTo>
                <a:lnTo>
                  <a:pt x="1334452" y="50380"/>
                </a:lnTo>
                <a:close/>
              </a:path>
              <a:path w="1757045" h="438150">
                <a:moveTo>
                  <a:pt x="1511338" y="38100"/>
                </a:moveTo>
                <a:lnTo>
                  <a:pt x="1479321" y="38100"/>
                </a:lnTo>
                <a:lnTo>
                  <a:pt x="1479321" y="70192"/>
                </a:lnTo>
                <a:lnTo>
                  <a:pt x="1479321" y="170878"/>
                </a:lnTo>
                <a:lnTo>
                  <a:pt x="1479321" y="201358"/>
                </a:lnTo>
                <a:lnTo>
                  <a:pt x="1479321" y="305079"/>
                </a:lnTo>
                <a:lnTo>
                  <a:pt x="1407604" y="305079"/>
                </a:lnTo>
                <a:lnTo>
                  <a:pt x="1407604" y="201358"/>
                </a:lnTo>
                <a:lnTo>
                  <a:pt x="1479321" y="201358"/>
                </a:lnTo>
                <a:lnTo>
                  <a:pt x="1479321" y="170878"/>
                </a:lnTo>
                <a:lnTo>
                  <a:pt x="1407604" y="170878"/>
                </a:lnTo>
                <a:lnTo>
                  <a:pt x="1407604" y="70192"/>
                </a:lnTo>
                <a:lnTo>
                  <a:pt x="1479321" y="70192"/>
                </a:lnTo>
                <a:lnTo>
                  <a:pt x="1479321" y="38100"/>
                </a:lnTo>
                <a:lnTo>
                  <a:pt x="1375600" y="38100"/>
                </a:lnTo>
                <a:lnTo>
                  <a:pt x="1375600" y="369189"/>
                </a:lnTo>
                <a:lnTo>
                  <a:pt x="1407604" y="369189"/>
                </a:lnTo>
                <a:lnTo>
                  <a:pt x="1407604" y="337083"/>
                </a:lnTo>
                <a:lnTo>
                  <a:pt x="1511338" y="337083"/>
                </a:lnTo>
                <a:lnTo>
                  <a:pt x="1511338" y="305079"/>
                </a:lnTo>
                <a:lnTo>
                  <a:pt x="1511338" y="201358"/>
                </a:lnTo>
                <a:lnTo>
                  <a:pt x="1511338" y="170878"/>
                </a:lnTo>
                <a:lnTo>
                  <a:pt x="1511338" y="70192"/>
                </a:lnTo>
                <a:lnTo>
                  <a:pt x="1511338" y="38100"/>
                </a:lnTo>
                <a:close/>
              </a:path>
              <a:path w="1757045" h="438150">
                <a:moveTo>
                  <a:pt x="1756892" y="24384"/>
                </a:moveTo>
                <a:lnTo>
                  <a:pt x="1723263" y="24384"/>
                </a:lnTo>
                <a:lnTo>
                  <a:pt x="1723263" y="58000"/>
                </a:lnTo>
                <a:lnTo>
                  <a:pt x="1723263" y="140296"/>
                </a:lnTo>
                <a:lnTo>
                  <a:pt x="1723263" y="172402"/>
                </a:lnTo>
                <a:lnTo>
                  <a:pt x="1723263" y="254787"/>
                </a:lnTo>
                <a:lnTo>
                  <a:pt x="1596682" y="254787"/>
                </a:lnTo>
                <a:lnTo>
                  <a:pt x="1597850" y="235026"/>
                </a:lnTo>
                <a:lnTo>
                  <a:pt x="1598853" y="214706"/>
                </a:lnTo>
                <a:lnTo>
                  <a:pt x="1599552" y="193840"/>
                </a:lnTo>
                <a:lnTo>
                  <a:pt x="1599819" y="172402"/>
                </a:lnTo>
                <a:lnTo>
                  <a:pt x="1723263" y="172402"/>
                </a:lnTo>
                <a:lnTo>
                  <a:pt x="1723263" y="140296"/>
                </a:lnTo>
                <a:lnTo>
                  <a:pt x="1599819" y="140296"/>
                </a:lnTo>
                <a:lnTo>
                  <a:pt x="1599819" y="58000"/>
                </a:lnTo>
                <a:lnTo>
                  <a:pt x="1723263" y="58000"/>
                </a:lnTo>
                <a:lnTo>
                  <a:pt x="1723263" y="24384"/>
                </a:lnTo>
                <a:lnTo>
                  <a:pt x="1564678" y="24384"/>
                </a:lnTo>
                <a:lnTo>
                  <a:pt x="1564678" y="178498"/>
                </a:lnTo>
                <a:lnTo>
                  <a:pt x="1563763" y="223113"/>
                </a:lnTo>
                <a:lnTo>
                  <a:pt x="1555673" y="292379"/>
                </a:lnTo>
                <a:lnTo>
                  <a:pt x="1537385" y="340182"/>
                </a:lnTo>
                <a:lnTo>
                  <a:pt x="1502041" y="386575"/>
                </a:lnTo>
                <a:lnTo>
                  <a:pt x="1477797" y="410337"/>
                </a:lnTo>
                <a:lnTo>
                  <a:pt x="1486395" y="417842"/>
                </a:lnTo>
                <a:lnTo>
                  <a:pt x="1493989" y="424624"/>
                </a:lnTo>
                <a:lnTo>
                  <a:pt x="1500632" y="431025"/>
                </a:lnTo>
                <a:lnTo>
                  <a:pt x="1506766" y="437769"/>
                </a:lnTo>
                <a:lnTo>
                  <a:pt x="1539595" y="402602"/>
                </a:lnTo>
                <a:lnTo>
                  <a:pt x="1564868" y="365709"/>
                </a:lnTo>
                <a:lnTo>
                  <a:pt x="1582407" y="327101"/>
                </a:lnTo>
                <a:lnTo>
                  <a:pt x="1592110" y="286791"/>
                </a:lnTo>
                <a:lnTo>
                  <a:pt x="1723263" y="286791"/>
                </a:lnTo>
                <a:lnTo>
                  <a:pt x="1723263" y="372237"/>
                </a:lnTo>
                <a:lnTo>
                  <a:pt x="1721548" y="383120"/>
                </a:lnTo>
                <a:lnTo>
                  <a:pt x="1716405" y="390715"/>
                </a:lnTo>
                <a:lnTo>
                  <a:pt x="1707832" y="395173"/>
                </a:lnTo>
                <a:lnTo>
                  <a:pt x="1696834" y="396506"/>
                </a:lnTo>
                <a:lnTo>
                  <a:pt x="1664779" y="396430"/>
                </a:lnTo>
                <a:lnTo>
                  <a:pt x="1646326" y="395973"/>
                </a:lnTo>
                <a:lnTo>
                  <a:pt x="1625727" y="395097"/>
                </a:lnTo>
                <a:lnTo>
                  <a:pt x="1627746" y="404215"/>
                </a:lnTo>
                <a:lnTo>
                  <a:pt x="1629346" y="413194"/>
                </a:lnTo>
                <a:lnTo>
                  <a:pt x="1630654" y="421881"/>
                </a:lnTo>
                <a:lnTo>
                  <a:pt x="1631823" y="430149"/>
                </a:lnTo>
                <a:lnTo>
                  <a:pt x="1652917" y="431025"/>
                </a:lnTo>
                <a:lnTo>
                  <a:pt x="1672590" y="431482"/>
                </a:lnTo>
                <a:lnTo>
                  <a:pt x="1706499" y="431673"/>
                </a:lnTo>
                <a:lnTo>
                  <a:pt x="1728558" y="428510"/>
                </a:lnTo>
                <a:lnTo>
                  <a:pt x="1744306" y="418909"/>
                </a:lnTo>
                <a:lnTo>
                  <a:pt x="1753743" y="402742"/>
                </a:lnTo>
                <a:lnTo>
                  <a:pt x="1754581" y="396621"/>
                </a:lnTo>
                <a:lnTo>
                  <a:pt x="1756892" y="379857"/>
                </a:lnTo>
                <a:lnTo>
                  <a:pt x="1756892" y="58000"/>
                </a:lnTo>
                <a:lnTo>
                  <a:pt x="1756892" y="243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297584" y="5828538"/>
            <a:ext cx="1303020" cy="434975"/>
          </a:xfrm>
          <a:custGeom>
            <a:avLst/>
            <a:gdLst/>
            <a:ahLst/>
            <a:cxnLst/>
            <a:rect l="l" t="t" r="r" b="b"/>
            <a:pathLst>
              <a:path w="1303020" h="434975">
                <a:moveTo>
                  <a:pt x="161734" y="112877"/>
                </a:moveTo>
                <a:lnTo>
                  <a:pt x="152273" y="102590"/>
                </a:lnTo>
                <a:lnTo>
                  <a:pt x="142405" y="92303"/>
                </a:lnTo>
                <a:lnTo>
                  <a:pt x="132283" y="82016"/>
                </a:lnTo>
                <a:lnTo>
                  <a:pt x="122021" y="71729"/>
                </a:lnTo>
                <a:lnTo>
                  <a:pt x="99161" y="88493"/>
                </a:lnTo>
                <a:lnTo>
                  <a:pt x="109156" y="99898"/>
                </a:lnTo>
                <a:lnTo>
                  <a:pt x="118592" y="111175"/>
                </a:lnTo>
                <a:lnTo>
                  <a:pt x="127444" y="122186"/>
                </a:lnTo>
                <a:lnTo>
                  <a:pt x="135737" y="132778"/>
                </a:lnTo>
                <a:lnTo>
                  <a:pt x="161734" y="112877"/>
                </a:lnTo>
                <a:close/>
              </a:path>
              <a:path w="1303020" h="434975">
                <a:moveTo>
                  <a:pt x="183070" y="372249"/>
                </a:moveTo>
                <a:lnTo>
                  <a:pt x="168198" y="357657"/>
                </a:lnTo>
                <a:lnTo>
                  <a:pt x="153301" y="343623"/>
                </a:lnTo>
                <a:lnTo>
                  <a:pt x="138417" y="330161"/>
                </a:lnTo>
                <a:lnTo>
                  <a:pt x="123545" y="317284"/>
                </a:lnTo>
                <a:lnTo>
                  <a:pt x="99161" y="340245"/>
                </a:lnTo>
                <a:lnTo>
                  <a:pt x="116370" y="355688"/>
                </a:lnTo>
                <a:lnTo>
                  <a:pt x="131737" y="370154"/>
                </a:lnTo>
                <a:lnTo>
                  <a:pt x="145707" y="383743"/>
                </a:lnTo>
                <a:lnTo>
                  <a:pt x="158686" y="396633"/>
                </a:lnTo>
                <a:lnTo>
                  <a:pt x="183070" y="372249"/>
                </a:lnTo>
                <a:close/>
              </a:path>
              <a:path w="1303020" h="434975">
                <a:moveTo>
                  <a:pt x="227266" y="41249"/>
                </a:moveTo>
                <a:lnTo>
                  <a:pt x="100685" y="41249"/>
                </a:lnTo>
                <a:lnTo>
                  <a:pt x="123545" y="0"/>
                </a:lnTo>
                <a:lnTo>
                  <a:pt x="85445" y="0"/>
                </a:lnTo>
                <a:lnTo>
                  <a:pt x="68249" y="30899"/>
                </a:lnTo>
                <a:lnTo>
                  <a:pt x="48475" y="59334"/>
                </a:lnTo>
                <a:lnTo>
                  <a:pt x="25819" y="85178"/>
                </a:lnTo>
                <a:lnTo>
                  <a:pt x="0" y="108305"/>
                </a:lnTo>
                <a:lnTo>
                  <a:pt x="6337" y="114896"/>
                </a:lnTo>
                <a:lnTo>
                  <a:pt x="11823" y="121081"/>
                </a:lnTo>
                <a:lnTo>
                  <a:pt x="16751" y="126987"/>
                </a:lnTo>
                <a:lnTo>
                  <a:pt x="21437" y="132778"/>
                </a:lnTo>
                <a:lnTo>
                  <a:pt x="38023" y="117589"/>
                </a:lnTo>
                <a:lnTo>
                  <a:pt x="53632" y="101841"/>
                </a:lnTo>
                <a:lnTo>
                  <a:pt x="68364" y="85547"/>
                </a:lnTo>
                <a:lnTo>
                  <a:pt x="82397" y="68681"/>
                </a:lnTo>
                <a:lnTo>
                  <a:pt x="227266" y="68681"/>
                </a:lnTo>
                <a:lnTo>
                  <a:pt x="227266" y="41249"/>
                </a:lnTo>
                <a:close/>
              </a:path>
              <a:path w="1303020" h="434975">
                <a:moveTo>
                  <a:pt x="352336" y="112877"/>
                </a:moveTo>
                <a:lnTo>
                  <a:pt x="344665" y="103441"/>
                </a:lnTo>
                <a:lnTo>
                  <a:pt x="335572" y="93446"/>
                </a:lnTo>
                <a:lnTo>
                  <a:pt x="325323" y="82867"/>
                </a:lnTo>
                <a:lnTo>
                  <a:pt x="314236" y="71729"/>
                </a:lnTo>
                <a:lnTo>
                  <a:pt x="291274" y="88493"/>
                </a:lnTo>
                <a:lnTo>
                  <a:pt x="303872" y="103327"/>
                </a:lnTo>
                <a:lnTo>
                  <a:pt x="314032" y="115747"/>
                </a:lnTo>
                <a:lnTo>
                  <a:pt x="321589" y="125615"/>
                </a:lnTo>
                <a:lnTo>
                  <a:pt x="326428" y="132778"/>
                </a:lnTo>
                <a:lnTo>
                  <a:pt x="352336" y="112877"/>
                </a:lnTo>
                <a:close/>
              </a:path>
              <a:path w="1303020" h="434975">
                <a:moveTo>
                  <a:pt x="420916" y="285280"/>
                </a:moveTo>
                <a:lnTo>
                  <a:pt x="326428" y="285280"/>
                </a:lnTo>
                <a:lnTo>
                  <a:pt x="326428" y="250228"/>
                </a:lnTo>
                <a:lnTo>
                  <a:pt x="292798" y="250228"/>
                </a:lnTo>
                <a:lnTo>
                  <a:pt x="292798" y="285280"/>
                </a:lnTo>
                <a:lnTo>
                  <a:pt x="18288" y="285280"/>
                </a:lnTo>
                <a:lnTo>
                  <a:pt x="18288" y="314236"/>
                </a:lnTo>
                <a:lnTo>
                  <a:pt x="292798" y="314236"/>
                </a:lnTo>
                <a:lnTo>
                  <a:pt x="292798" y="367677"/>
                </a:lnTo>
                <a:lnTo>
                  <a:pt x="290804" y="379437"/>
                </a:lnTo>
                <a:lnTo>
                  <a:pt x="284797" y="387489"/>
                </a:lnTo>
                <a:lnTo>
                  <a:pt x="274802" y="392099"/>
                </a:lnTo>
                <a:lnTo>
                  <a:pt x="261175" y="393547"/>
                </a:lnTo>
                <a:lnTo>
                  <a:pt x="245656" y="393534"/>
                </a:lnTo>
                <a:lnTo>
                  <a:pt x="229933" y="393204"/>
                </a:lnTo>
                <a:lnTo>
                  <a:pt x="213652" y="392290"/>
                </a:lnTo>
                <a:lnTo>
                  <a:pt x="196786" y="390537"/>
                </a:lnTo>
                <a:lnTo>
                  <a:pt x="198170" y="400748"/>
                </a:lnTo>
                <a:lnTo>
                  <a:pt x="199834" y="410540"/>
                </a:lnTo>
                <a:lnTo>
                  <a:pt x="201498" y="419468"/>
                </a:lnTo>
                <a:lnTo>
                  <a:pt x="202882" y="427113"/>
                </a:lnTo>
                <a:lnTo>
                  <a:pt x="219786" y="427990"/>
                </a:lnTo>
                <a:lnTo>
                  <a:pt x="236410" y="428447"/>
                </a:lnTo>
                <a:lnTo>
                  <a:pt x="269938" y="428637"/>
                </a:lnTo>
                <a:lnTo>
                  <a:pt x="294881" y="425208"/>
                </a:lnTo>
                <a:lnTo>
                  <a:pt x="312508" y="414921"/>
                </a:lnTo>
                <a:lnTo>
                  <a:pt x="322973" y="397776"/>
                </a:lnTo>
                <a:lnTo>
                  <a:pt x="323570" y="393585"/>
                </a:lnTo>
                <a:lnTo>
                  <a:pt x="326428" y="373773"/>
                </a:lnTo>
                <a:lnTo>
                  <a:pt x="326428" y="314236"/>
                </a:lnTo>
                <a:lnTo>
                  <a:pt x="420916" y="314236"/>
                </a:lnTo>
                <a:lnTo>
                  <a:pt x="420916" y="285280"/>
                </a:lnTo>
                <a:close/>
              </a:path>
              <a:path w="1303020" h="434975">
                <a:moveTo>
                  <a:pt x="431584" y="41249"/>
                </a:moveTo>
                <a:lnTo>
                  <a:pt x="289750" y="41249"/>
                </a:lnTo>
                <a:lnTo>
                  <a:pt x="295287" y="30949"/>
                </a:lnTo>
                <a:lnTo>
                  <a:pt x="305701" y="10312"/>
                </a:lnTo>
                <a:lnTo>
                  <a:pt x="311188" y="0"/>
                </a:lnTo>
                <a:lnTo>
                  <a:pt x="272986" y="0"/>
                </a:lnTo>
                <a:lnTo>
                  <a:pt x="260705" y="25514"/>
                </a:lnTo>
                <a:lnTo>
                  <a:pt x="246697" y="49428"/>
                </a:lnTo>
                <a:lnTo>
                  <a:pt x="230987" y="71894"/>
                </a:lnTo>
                <a:lnTo>
                  <a:pt x="213550" y="93065"/>
                </a:lnTo>
                <a:lnTo>
                  <a:pt x="219570" y="95923"/>
                </a:lnTo>
                <a:lnTo>
                  <a:pt x="226275" y="99898"/>
                </a:lnTo>
                <a:lnTo>
                  <a:pt x="233908" y="105067"/>
                </a:lnTo>
                <a:lnTo>
                  <a:pt x="242506" y="111353"/>
                </a:lnTo>
                <a:lnTo>
                  <a:pt x="250507" y="101041"/>
                </a:lnTo>
                <a:lnTo>
                  <a:pt x="258508" y="90589"/>
                </a:lnTo>
                <a:lnTo>
                  <a:pt x="266509" y="79844"/>
                </a:lnTo>
                <a:lnTo>
                  <a:pt x="274510" y="68681"/>
                </a:lnTo>
                <a:lnTo>
                  <a:pt x="431584" y="68681"/>
                </a:lnTo>
                <a:lnTo>
                  <a:pt x="431584" y="41249"/>
                </a:lnTo>
                <a:close/>
              </a:path>
              <a:path w="1303020" h="434975">
                <a:moveTo>
                  <a:pt x="434632" y="213550"/>
                </a:moveTo>
                <a:lnTo>
                  <a:pt x="233362" y="213550"/>
                </a:lnTo>
                <a:lnTo>
                  <a:pt x="233362" y="169354"/>
                </a:lnTo>
                <a:lnTo>
                  <a:pt x="404152" y="169354"/>
                </a:lnTo>
                <a:lnTo>
                  <a:pt x="404152" y="141922"/>
                </a:lnTo>
                <a:lnTo>
                  <a:pt x="233362" y="141922"/>
                </a:lnTo>
                <a:lnTo>
                  <a:pt x="233362" y="106781"/>
                </a:lnTo>
                <a:lnTo>
                  <a:pt x="198310" y="106781"/>
                </a:lnTo>
                <a:lnTo>
                  <a:pt x="198310" y="141922"/>
                </a:lnTo>
                <a:lnTo>
                  <a:pt x="33629" y="141922"/>
                </a:lnTo>
                <a:lnTo>
                  <a:pt x="33629" y="169354"/>
                </a:lnTo>
                <a:lnTo>
                  <a:pt x="198310" y="169354"/>
                </a:lnTo>
                <a:lnTo>
                  <a:pt x="198310" y="213550"/>
                </a:lnTo>
                <a:lnTo>
                  <a:pt x="3048" y="213550"/>
                </a:lnTo>
                <a:lnTo>
                  <a:pt x="3048" y="242608"/>
                </a:lnTo>
                <a:lnTo>
                  <a:pt x="434632" y="242608"/>
                </a:lnTo>
                <a:lnTo>
                  <a:pt x="434632" y="213550"/>
                </a:lnTo>
                <a:close/>
              </a:path>
              <a:path w="1303020" h="434975">
                <a:moveTo>
                  <a:pt x="876973" y="39725"/>
                </a:moveTo>
                <a:lnTo>
                  <a:pt x="459105" y="39725"/>
                </a:lnTo>
                <a:lnTo>
                  <a:pt x="459105" y="74777"/>
                </a:lnTo>
                <a:lnTo>
                  <a:pt x="667994" y="74777"/>
                </a:lnTo>
                <a:lnTo>
                  <a:pt x="638378" y="119786"/>
                </a:lnTo>
                <a:lnTo>
                  <a:pt x="605878" y="161798"/>
                </a:lnTo>
                <a:lnTo>
                  <a:pt x="570407" y="200825"/>
                </a:lnTo>
                <a:lnTo>
                  <a:pt x="531888" y="236931"/>
                </a:lnTo>
                <a:lnTo>
                  <a:pt x="490245" y="270154"/>
                </a:lnTo>
                <a:lnTo>
                  <a:pt x="445389" y="300520"/>
                </a:lnTo>
                <a:lnTo>
                  <a:pt x="452196" y="308521"/>
                </a:lnTo>
                <a:lnTo>
                  <a:pt x="458724" y="316522"/>
                </a:lnTo>
                <a:lnTo>
                  <a:pt x="464680" y="324523"/>
                </a:lnTo>
                <a:lnTo>
                  <a:pt x="469773" y="332524"/>
                </a:lnTo>
                <a:lnTo>
                  <a:pt x="509676" y="304927"/>
                </a:lnTo>
                <a:lnTo>
                  <a:pt x="547179" y="275196"/>
                </a:lnTo>
                <a:lnTo>
                  <a:pt x="582422" y="243408"/>
                </a:lnTo>
                <a:lnTo>
                  <a:pt x="615530" y="209626"/>
                </a:lnTo>
                <a:lnTo>
                  <a:pt x="646658" y="173939"/>
                </a:lnTo>
                <a:lnTo>
                  <a:pt x="646658" y="434733"/>
                </a:lnTo>
                <a:lnTo>
                  <a:pt x="684758" y="434733"/>
                </a:lnTo>
                <a:lnTo>
                  <a:pt x="684758" y="173939"/>
                </a:lnTo>
                <a:lnTo>
                  <a:pt x="684758" y="160223"/>
                </a:lnTo>
                <a:lnTo>
                  <a:pt x="658850" y="160223"/>
                </a:lnTo>
                <a:lnTo>
                  <a:pt x="676008" y="136105"/>
                </a:lnTo>
                <a:lnTo>
                  <a:pt x="691045" y="114033"/>
                </a:lnTo>
                <a:lnTo>
                  <a:pt x="704100" y="93687"/>
                </a:lnTo>
                <a:lnTo>
                  <a:pt x="715327" y="74777"/>
                </a:lnTo>
                <a:lnTo>
                  <a:pt x="876973" y="74777"/>
                </a:lnTo>
                <a:lnTo>
                  <a:pt x="876973" y="39725"/>
                </a:lnTo>
                <a:close/>
              </a:path>
              <a:path w="1303020" h="434975">
                <a:moveTo>
                  <a:pt x="886117" y="276136"/>
                </a:moveTo>
                <a:lnTo>
                  <a:pt x="847940" y="250177"/>
                </a:lnTo>
                <a:lnTo>
                  <a:pt x="808685" y="224459"/>
                </a:lnTo>
                <a:lnTo>
                  <a:pt x="729043" y="173939"/>
                </a:lnTo>
                <a:lnTo>
                  <a:pt x="707618" y="204419"/>
                </a:lnTo>
                <a:lnTo>
                  <a:pt x="741146" y="225577"/>
                </a:lnTo>
                <a:lnTo>
                  <a:pt x="777811" y="250177"/>
                </a:lnTo>
                <a:lnTo>
                  <a:pt x="817905" y="278218"/>
                </a:lnTo>
                <a:lnTo>
                  <a:pt x="861733" y="309664"/>
                </a:lnTo>
                <a:lnTo>
                  <a:pt x="886117" y="276136"/>
                </a:lnTo>
                <a:close/>
              </a:path>
              <a:path w="1303020" h="434975">
                <a:moveTo>
                  <a:pt x="1207871" y="195262"/>
                </a:moveTo>
                <a:lnTo>
                  <a:pt x="1175867" y="195262"/>
                </a:lnTo>
                <a:lnTo>
                  <a:pt x="1175867" y="225742"/>
                </a:lnTo>
                <a:lnTo>
                  <a:pt x="1175867" y="300520"/>
                </a:lnTo>
                <a:lnTo>
                  <a:pt x="1055370" y="300520"/>
                </a:lnTo>
                <a:lnTo>
                  <a:pt x="1055370" y="225742"/>
                </a:lnTo>
                <a:lnTo>
                  <a:pt x="1175867" y="225742"/>
                </a:lnTo>
                <a:lnTo>
                  <a:pt x="1175867" y="195262"/>
                </a:lnTo>
                <a:lnTo>
                  <a:pt x="1023366" y="195262"/>
                </a:lnTo>
                <a:lnTo>
                  <a:pt x="1023366" y="355473"/>
                </a:lnTo>
                <a:lnTo>
                  <a:pt x="1055370" y="355473"/>
                </a:lnTo>
                <a:lnTo>
                  <a:pt x="1055370" y="332524"/>
                </a:lnTo>
                <a:lnTo>
                  <a:pt x="1207871" y="332524"/>
                </a:lnTo>
                <a:lnTo>
                  <a:pt x="1207871" y="300520"/>
                </a:lnTo>
                <a:lnTo>
                  <a:pt x="1207871" y="225742"/>
                </a:lnTo>
                <a:lnTo>
                  <a:pt x="1207871" y="195262"/>
                </a:lnTo>
                <a:close/>
              </a:path>
              <a:path w="1303020" h="434975">
                <a:moveTo>
                  <a:pt x="1244447" y="112877"/>
                </a:moveTo>
                <a:lnTo>
                  <a:pt x="986701" y="112877"/>
                </a:lnTo>
                <a:lnTo>
                  <a:pt x="986701" y="144970"/>
                </a:lnTo>
                <a:lnTo>
                  <a:pt x="1244447" y="144970"/>
                </a:lnTo>
                <a:lnTo>
                  <a:pt x="1244447" y="112877"/>
                </a:lnTo>
                <a:close/>
              </a:path>
              <a:path w="1303020" h="434975">
                <a:moveTo>
                  <a:pt x="1302448" y="27533"/>
                </a:moveTo>
                <a:lnTo>
                  <a:pt x="928776" y="27533"/>
                </a:lnTo>
                <a:lnTo>
                  <a:pt x="928776" y="428625"/>
                </a:lnTo>
                <a:lnTo>
                  <a:pt x="962317" y="428625"/>
                </a:lnTo>
                <a:lnTo>
                  <a:pt x="962317" y="59537"/>
                </a:lnTo>
                <a:lnTo>
                  <a:pt x="1268920" y="59537"/>
                </a:lnTo>
                <a:lnTo>
                  <a:pt x="1268920" y="369189"/>
                </a:lnTo>
                <a:lnTo>
                  <a:pt x="1267244" y="380072"/>
                </a:lnTo>
                <a:lnTo>
                  <a:pt x="1262392" y="387667"/>
                </a:lnTo>
                <a:lnTo>
                  <a:pt x="1254696" y="392125"/>
                </a:lnTo>
                <a:lnTo>
                  <a:pt x="1244447" y="393573"/>
                </a:lnTo>
                <a:lnTo>
                  <a:pt x="1228966" y="393293"/>
                </a:lnTo>
                <a:lnTo>
                  <a:pt x="1212062" y="392430"/>
                </a:lnTo>
                <a:lnTo>
                  <a:pt x="1193431" y="391007"/>
                </a:lnTo>
                <a:lnTo>
                  <a:pt x="1172819" y="389001"/>
                </a:lnTo>
                <a:lnTo>
                  <a:pt x="1174191" y="398983"/>
                </a:lnTo>
                <a:lnTo>
                  <a:pt x="1175867" y="408241"/>
                </a:lnTo>
                <a:lnTo>
                  <a:pt x="1177531" y="416648"/>
                </a:lnTo>
                <a:lnTo>
                  <a:pt x="1178915" y="424053"/>
                </a:lnTo>
                <a:lnTo>
                  <a:pt x="1216444" y="426148"/>
                </a:lnTo>
                <a:lnTo>
                  <a:pt x="1233982" y="426847"/>
                </a:lnTo>
                <a:lnTo>
                  <a:pt x="1250543" y="427101"/>
                </a:lnTo>
                <a:lnTo>
                  <a:pt x="1273479" y="423989"/>
                </a:lnTo>
                <a:lnTo>
                  <a:pt x="1289672" y="414718"/>
                </a:lnTo>
                <a:lnTo>
                  <a:pt x="1299286" y="399465"/>
                </a:lnTo>
                <a:lnTo>
                  <a:pt x="1300162" y="393573"/>
                </a:lnTo>
                <a:lnTo>
                  <a:pt x="1302448" y="378333"/>
                </a:lnTo>
                <a:lnTo>
                  <a:pt x="1302448" y="59537"/>
                </a:lnTo>
                <a:lnTo>
                  <a:pt x="1302448" y="275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3" name="object 83" descr=""/>
          <p:cNvGrpSpPr/>
          <p:nvPr/>
        </p:nvGrpSpPr>
        <p:grpSpPr>
          <a:xfrm>
            <a:off x="2662523" y="5828538"/>
            <a:ext cx="1459865" cy="436245"/>
            <a:chOff x="2662523" y="5828538"/>
            <a:chExt cx="1459865" cy="436245"/>
          </a:xfrm>
        </p:grpSpPr>
        <p:sp>
          <p:nvSpPr>
            <p:cNvPr id="84" name="object 84" descr=""/>
            <p:cNvSpPr/>
            <p:nvPr/>
          </p:nvSpPr>
          <p:spPr>
            <a:xfrm>
              <a:off x="2662517" y="5828537"/>
              <a:ext cx="1308735" cy="436245"/>
            </a:xfrm>
            <a:custGeom>
              <a:avLst/>
              <a:gdLst/>
              <a:ahLst/>
              <a:cxnLst/>
              <a:rect l="l" t="t" r="r" b="b"/>
              <a:pathLst>
                <a:path w="1308735" h="436245">
                  <a:moveTo>
                    <a:pt x="169265" y="74777"/>
                  </a:moveTo>
                  <a:lnTo>
                    <a:pt x="134213" y="74777"/>
                  </a:lnTo>
                  <a:lnTo>
                    <a:pt x="134213" y="106781"/>
                  </a:lnTo>
                  <a:lnTo>
                    <a:pt x="134213" y="213563"/>
                  </a:lnTo>
                  <a:lnTo>
                    <a:pt x="134213" y="245656"/>
                  </a:lnTo>
                  <a:lnTo>
                    <a:pt x="134213" y="355485"/>
                  </a:lnTo>
                  <a:lnTo>
                    <a:pt x="35052" y="355485"/>
                  </a:lnTo>
                  <a:lnTo>
                    <a:pt x="35052" y="245656"/>
                  </a:lnTo>
                  <a:lnTo>
                    <a:pt x="134213" y="245656"/>
                  </a:lnTo>
                  <a:lnTo>
                    <a:pt x="134213" y="213563"/>
                  </a:lnTo>
                  <a:lnTo>
                    <a:pt x="35052" y="213563"/>
                  </a:lnTo>
                  <a:lnTo>
                    <a:pt x="35052" y="106781"/>
                  </a:lnTo>
                  <a:lnTo>
                    <a:pt x="134213" y="106781"/>
                  </a:lnTo>
                  <a:lnTo>
                    <a:pt x="134213" y="74777"/>
                  </a:lnTo>
                  <a:lnTo>
                    <a:pt x="80873" y="74777"/>
                  </a:lnTo>
                  <a:lnTo>
                    <a:pt x="87731" y="59651"/>
                  </a:lnTo>
                  <a:lnTo>
                    <a:pt x="94589" y="44094"/>
                  </a:lnTo>
                  <a:lnTo>
                    <a:pt x="101447" y="28232"/>
                  </a:lnTo>
                  <a:lnTo>
                    <a:pt x="108305" y="12192"/>
                  </a:lnTo>
                  <a:lnTo>
                    <a:pt x="71729" y="1524"/>
                  </a:lnTo>
                  <a:lnTo>
                    <a:pt x="65722" y="18122"/>
                  </a:lnTo>
                  <a:lnTo>
                    <a:pt x="59156" y="35864"/>
                  </a:lnTo>
                  <a:lnTo>
                    <a:pt x="52006" y="54762"/>
                  </a:lnTo>
                  <a:lnTo>
                    <a:pt x="44297" y="74777"/>
                  </a:lnTo>
                  <a:lnTo>
                    <a:pt x="0" y="74777"/>
                  </a:lnTo>
                  <a:lnTo>
                    <a:pt x="0" y="425589"/>
                  </a:lnTo>
                  <a:lnTo>
                    <a:pt x="35052" y="425589"/>
                  </a:lnTo>
                  <a:lnTo>
                    <a:pt x="35052" y="389013"/>
                  </a:lnTo>
                  <a:lnTo>
                    <a:pt x="134213" y="389013"/>
                  </a:lnTo>
                  <a:lnTo>
                    <a:pt x="134213" y="422541"/>
                  </a:lnTo>
                  <a:lnTo>
                    <a:pt x="169265" y="422541"/>
                  </a:lnTo>
                  <a:lnTo>
                    <a:pt x="169265" y="389013"/>
                  </a:lnTo>
                  <a:lnTo>
                    <a:pt x="169265" y="355485"/>
                  </a:lnTo>
                  <a:lnTo>
                    <a:pt x="169265" y="245656"/>
                  </a:lnTo>
                  <a:lnTo>
                    <a:pt x="169265" y="213563"/>
                  </a:lnTo>
                  <a:lnTo>
                    <a:pt x="169265" y="106781"/>
                  </a:lnTo>
                  <a:lnTo>
                    <a:pt x="169265" y="74777"/>
                  </a:lnTo>
                  <a:close/>
                </a:path>
                <a:path w="1308735" h="436245">
                  <a:moveTo>
                    <a:pt x="318808" y="273088"/>
                  </a:moveTo>
                  <a:lnTo>
                    <a:pt x="302742" y="251383"/>
                  </a:lnTo>
                  <a:lnTo>
                    <a:pt x="284429" y="227507"/>
                  </a:lnTo>
                  <a:lnTo>
                    <a:pt x="263842" y="201637"/>
                  </a:lnTo>
                  <a:lnTo>
                    <a:pt x="240982" y="173939"/>
                  </a:lnTo>
                  <a:lnTo>
                    <a:pt x="213550" y="193751"/>
                  </a:lnTo>
                  <a:lnTo>
                    <a:pt x="233553" y="219786"/>
                  </a:lnTo>
                  <a:lnTo>
                    <a:pt x="252412" y="245414"/>
                  </a:lnTo>
                  <a:lnTo>
                    <a:pt x="270129" y="270764"/>
                  </a:lnTo>
                  <a:lnTo>
                    <a:pt x="286702" y="295948"/>
                  </a:lnTo>
                  <a:lnTo>
                    <a:pt x="318808" y="273088"/>
                  </a:lnTo>
                  <a:close/>
                </a:path>
                <a:path w="1308735" h="436245">
                  <a:moveTo>
                    <a:pt x="401104" y="73253"/>
                  </a:moveTo>
                  <a:lnTo>
                    <a:pt x="259270" y="73253"/>
                  </a:lnTo>
                  <a:lnTo>
                    <a:pt x="264985" y="58127"/>
                  </a:lnTo>
                  <a:lnTo>
                    <a:pt x="270700" y="42570"/>
                  </a:lnTo>
                  <a:lnTo>
                    <a:pt x="276415" y="26708"/>
                  </a:lnTo>
                  <a:lnTo>
                    <a:pt x="282130" y="10668"/>
                  </a:lnTo>
                  <a:lnTo>
                    <a:pt x="245554" y="1524"/>
                  </a:lnTo>
                  <a:lnTo>
                    <a:pt x="230098" y="47853"/>
                  </a:lnTo>
                  <a:lnTo>
                    <a:pt x="213347" y="90589"/>
                  </a:lnTo>
                  <a:lnTo>
                    <a:pt x="195148" y="129603"/>
                  </a:lnTo>
                  <a:lnTo>
                    <a:pt x="175361" y="164795"/>
                  </a:lnTo>
                  <a:lnTo>
                    <a:pt x="184238" y="168452"/>
                  </a:lnTo>
                  <a:lnTo>
                    <a:pt x="192392" y="172415"/>
                  </a:lnTo>
                  <a:lnTo>
                    <a:pt x="199669" y="176364"/>
                  </a:lnTo>
                  <a:lnTo>
                    <a:pt x="205930" y="180035"/>
                  </a:lnTo>
                  <a:lnTo>
                    <a:pt x="216192" y="163436"/>
                  </a:lnTo>
                  <a:lnTo>
                    <a:pt x="226314" y="145542"/>
                  </a:lnTo>
                  <a:lnTo>
                    <a:pt x="236143" y="126199"/>
                  </a:lnTo>
                  <a:lnTo>
                    <a:pt x="245554" y="105257"/>
                  </a:lnTo>
                  <a:lnTo>
                    <a:pt x="363004" y="105257"/>
                  </a:lnTo>
                  <a:lnTo>
                    <a:pt x="361861" y="173939"/>
                  </a:lnTo>
                  <a:lnTo>
                    <a:pt x="360540" y="229285"/>
                  </a:lnTo>
                  <a:lnTo>
                    <a:pt x="358940" y="277596"/>
                  </a:lnTo>
                  <a:lnTo>
                    <a:pt x="357200" y="317042"/>
                  </a:lnTo>
                  <a:lnTo>
                    <a:pt x="351929" y="365861"/>
                  </a:lnTo>
                  <a:lnTo>
                    <a:pt x="312610" y="389013"/>
                  </a:lnTo>
                  <a:lnTo>
                    <a:pt x="294017" y="388696"/>
                  </a:lnTo>
                  <a:lnTo>
                    <a:pt x="274701" y="387680"/>
                  </a:lnTo>
                  <a:lnTo>
                    <a:pt x="254533" y="385787"/>
                  </a:lnTo>
                  <a:lnTo>
                    <a:pt x="233362" y="382917"/>
                  </a:lnTo>
                  <a:lnTo>
                    <a:pt x="231838" y="382917"/>
                  </a:lnTo>
                  <a:lnTo>
                    <a:pt x="233857" y="392099"/>
                  </a:lnTo>
                  <a:lnTo>
                    <a:pt x="235458" y="401586"/>
                  </a:lnTo>
                  <a:lnTo>
                    <a:pt x="236766" y="411632"/>
                  </a:lnTo>
                  <a:lnTo>
                    <a:pt x="237934" y="422541"/>
                  </a:lnTo>
                  <a:lnTo>
                    <a:pt x="278904" y="424637"/>
                  </a:lnTo>
                  <a:lnTo>
                    <a:pt x="299059" y="425323"/>
                  </a:lnTo>
                  <a:lnTo>
                    <a:pt x="318808" y="425589"/>
                  </a:lnTo>
                  <a:lnTo>
                    <a:pt x="349948" y="421297"/>
                  </a:lnTo>
                  <a:lnTo>
                    <a:pt x="385216" y="389013"/>
                  </a:lnTo>
                  <a:lnTo>
                    <a:pt x="392849" y="332574"/>
                  </a:lnTo>
                  <a:lnTo>
                    <a:pt x="397040" y="204419"/>
                  </a:lnTo>
                  <a:lnTo>
                    <a:pt x="400113" y="105257"/>
                  </a:lnTo>
                  <a:lnTo>
                    <a:pt x="401104" y="73253"/>
                  </a:lnTo>
                  <a:close/>
                </a:path>
                <a:path w="1308735" h="436245">
                  <a:moveTo>
                    <a:pt x="582549" y="334048"/>
                  </a:moveTo>
                  <a:lnTo>
                    <a:pt x="581431" y="326910"/>
                  </a:lnTo>
                  <a:lnTo>
                    <a:pt x="580796" y="321856"/>
                  </a:lnTo>
                  <a:lnTo>
                    <a:pt x="580453" y="319189"/>
                  </a:lnTo>
                  <a:lnTo>
                    <a:pt x="579767" y="310908"/>
                  </a:lnTo>
                  <a:lnTo>
                    <a:pt x="579501" y="302044"/>
                  </a:lnTo>
                  <a:lnTo>
                    <a:pt x="564908" y="306857"/>
                  </a:lnTo>
                  <a:lnTo>
                    <a:pt x="536854" y="317042"/>
                  </a:lnTo>
                  <a:lnTo>
                    <a:pt x="523113" y="321856"/>
                  </a:lnTo>
                  <a:lnTo>
                    <a:pt x="523113" y="158699"/>
                  </a:lnTo>
                  <a:lnTo>
                    <a:pt x="573405" y="158699"/>
                  </a:lnTo>
                  <a:lnTo>
                    <a:pt x="573405" y="126593"/>
                  </a:lnTo>
                  <a:lnTo>
                    <a:pt x="523113" y="126593"/>
                  </a:lnTo>
                  <a:lnTo>
                    <a:pt x="523113" y="4584"/>
                  </a:lnTo>
                  <a:lnTo>
                    <a:pt x="489585" y="4584"/>
                  </a:lnTo>
                  <a:lnTo>
                    <a:pt x="489585" y="126593"/>
                  </a:lnTo>
                  <a:lnTo>
                    <a:pt x="433095" y="126593"/>
                  </a:lnTo>
                  <a:lnTo>
                    <a:pt x="433095" y="158699"/>
                  </a:lnTo>
                  <a:lnTo>
                    <a:pt x="489585" y="158699"/>
                  </a:lnTo>
                  <a:lnTo>
                    <a:pt x="489585" y="332524"/>
                  </a:lnTo>
                  <a:lnTo>
                    <a:pt x="474446" y="338061"/>
                  </a:lnTo>
                  <a:lnTo>
                    <a:pt x="443001" y="348475"/>
                  </a:lnTo>
                  <a:lnTo>
                    <a:pt x="426999" y="353961"/>
                  </a:lnTo>
                  <a:lnTo>
                    <a:pt x="439191" y="387489"/>
                  </a:lnTo>
                  <a:lnTo>
                    <a:pt x="582549" y="334048"/>
                  </a:lnTo>
                  <a:close/>
                </a:path>
                <a:path w="1308735" h="436245">
                  <a:moveTo>
                    <a:pt x="870775" y="298996"/>
                  </a:moveTo>
                  <a:lnTo>
                    <a:pt x="861631" y="295808"/>
                  </a:lnTo>
                  <a:lnTo>
                    <a:pt x="843343" y="289991"/>
                  </a:lnTo>
                  <a:lnTo>
                    <a:pt x="834199" y="286804"/>
                  </a:lnTo>
                  <a:lnTo>
                    <a:pt x="828840" y="336562"/>
                  </a:lnTo>
                  <a:lnTo>
                    <a:pt x="812863" y="376250"/>
                  </a:lnTo>
                  <a:lnTo>
                    <a:pt x="780859" y="384441"/>
                  </a:lnTo>
                  <a:lnTo>
                    <a:pt x="674077" y="384441"/>
                  </a:lnTo>
                  <a:lnTo>
                    <a:pt x="657847" y="382168"/>
                  </a:lnTo>
                  <a:lnTo>
                    <a:pt x="645883" y="375488"/>
                  </a:lnTo>
                  <a:lnTo>
                    <a:pt x="638505" y="364502"/>
                  </a:lnTo>
                  <a:lnTo>
                    <a:pt x="635977" y="349389"/>
                  </a:lnTo>
                  <a:lnTo>
                    <a:pt x="635977" y="190703"/>
                  </a:lnTo>
                  <a:lnTo>
                    <a:pt x="635977" y="180035"/>
                  </a:lnTo>
                  <a:lnTo>
                    <a:pt x="703046" y="160223"/>
                  </a:lnTo>
                  <a:lnTo>
                    <a:pt x="703046" y="338721"/>
                  </a:lnTo>
                  <a:lnTo>
                    <a:pt x="736663" y="338721"/>
                  </a:lnTo>
                  <a:lnTo>
                    <a:pt x="736663" y="160223"/>
                  </a:lnTo>
                  <a:lnTo>
                    <a:pt x="736663" y="149555"/>
                  </a:lnTo>
                  <a:lnTo>
                    <a:pt x="746175" y="146507"/>
                  </a:lnTo>
                  <a:lnTo>
                    <a:pt x="808291" y="126593"/>
                  </a:lnTo>
                  <a:lnTo>
                    <a:pt x="808024" y="151218"/>
                  </a:lnTo>
                  <a:lnTo>
                    <a:pt x="807339" y="174688"/>
                  </a:lnTo>
                  <a:lnTo>
                    <a:pt x="805243" y="218135"/>
                  </a:lnTo>
                  <a:lnTo>
                    <a:pt x="781011" y="250215"/>
                  </a:lnTo>
                  <a:lnTo>
                    <a:pt x="772782" y="250202"/>
                  </a:lnTo>
                  <a:lnTo>
                    <a:pt x="764286" y="250037"/>
                  </a:lnTo>
                  <a:lnTo>
                    <a:pt x="754926" y="249580"/>
                  </a:lnTo>
                  <a:lnTo>
                    <a:pt x="744283" y="248704"/>
                  </a:lnTo>
                  <a:lnTo>
                    <a:pt x="748665" y="267563"/>
                  </a:lnTo>
                  <a:lnTo>
                    <a:pt x="750493" y="276352"/>
                  </a:lnTo>
                  <a:lnTo>
                    <a:pt x="751903" y="285280"/>
                  </a:lnTo>
                  <a:lnTo>
                    <a:pt x="791527" y="285280"/>
                  </a:lnTo>
                  <a:lnTo>
                    <a:pt x="810691" y="280682"/>
                  </a:lnTo>
                  <a:lnTo>
                    <a:pt x="824865" y="269074"/>
                  </a:lnTo>
                  <a:lnTo>
                    <a:pt x="834174" y="250304"/>
                  </a:lnTo>
                  <a:lnTo>
                    <a:pt x="838771" y="224231"/>
                  </a:lnTo>
                  <a:lnTo>
                    <a:pt x="839838" y="196977"/>
                  </a:lnTo>
                  <a:lnTo>
                    <a:pt x="841057" y="162115"/>
                  </a:lnTo>
                  <a:lnTo>
                    <a:pt x="842162" y="126593"/>
                  </a:lnTo>
                  <a:lnTo>
                    <a:pt x="842454" y="115925"/>
                  </a:lnTo>
                  <a:lnTo>
                    <a:pt x="843343" y="83921"/>
                  </a:lnTo>
                  <a:lnTo>
                    <a:pt x="736663" y="115925"/>
                  </a:lnTo>
                  <a:lnTo>
                    <a:pt x="736663" y="3048"/>
                  </a:lnTo>
                  <a:lnTo>
                    <a:pt x="703046" y="3048"/>
                  </a:lnTo>
                  <a:lnTo>
                    <a:pt x="703046" y="126593"/>
                  </a:lnTo>
                  <a:lnTo>
                    <a:pt x="635977" y="146507"/>
                  </a:lnTo>
                  <a:lnTo>
                    <a:pt x="635977" y="54965"/>
                  </a:lnTo>
                  <a:lnTo>
                    <a:pt x="602449" y="54965"/>
                  </a:lnTo>
                  <a:lnTo>
                    <a:pt x="602449" y="157175"/>
                  </a:lnTo>
                  <a:lnTo>
                    <a:pt x="564261" y="167843"/>
                  </a:lnTo>
                  <a:lnTo>
                    <a:pt x="568833" y="201371"/>
                  </a:lnTo>
                  <a:lnTo>
                    <a:pt x="602449" y="190703"/>
                  </a:lnTo>
                  <a:lnTo>
                    <a:pt x="602449" y="355485"/>
                  </a:lnTo>
                  <a:lnTo>
                    <a:pt x="606437" y="382600"/>
                  </a:lnTo>
                  <a:lnTo>
                    <a:pt x="618261" y="402158"/>
                  </a:lnTo>
                  <a:lnTo>
                    <a:pt x="637819" y="413981"/>
                  </a:lnTo>
                  <a:lnTo>
                    <a:pt x="664933" y="417969"/>
                  </a:lnTo>
                  <a:lnTo>
                    <a:pt x="790003" y="417969"/>
                  </a:lnTo>
                  <a:lnTo>
                    <a:pt x="816584" y="414820"/>
                  </a:lnTo>
                  <a:lnTo>
                    <a:pt x="836866" y="405396"/>
                  </a:lnTo>
                  <a:lnTo>
                    <a:pt x="850874" y="389674"/>
                  </a:lnTo>
                  <a:lnTo>
                    <a:pt x="852703" y="384441"/>
                  </a:lnTo>
                  <a:lnTo>
                    <a:pt x="858583" y="367677"/>
                  </a:lnTo>
                  <a:lnTo>
                    <a:pt x="861771" y="353085"/>
                  </a:lnTo>
                  <a:lnTo>
                    <a:pt x="864679" y="336765"/>
                  </a:lnTo>
                  <a:lnTo>
                    <a:pt x="870775" y="298996"/>
                  </a:lnTo>
                  <a:close/>
                </a:path>
                <a:path w="1308735" h="436245">
                  <a:moveTo>
                    <a:pt x="1308544" y="77825"/>
                  </a:moveTo>
                  <a:lnTo>
                    <a:pt x="1101090" y="77825"/>
                  </a:lnTo>
                  <a:lnTo>
                    <a:pt x="1133094" y="61061"/>
                  </a:lnTo>
                  <a:lnTo>
                    <a:pt x="1111377" y="24244"/>
                  </a:lnTo>
                  <a:lnTo>
                    <a:pt x="1096518" y="0"/>
                  </a:lnTo>
                  <a:lnTo>
                    <a:pt x="1061466" y="15240"/>
                  </a:lnTo>
                  <a:lnTo>
                    <a:pt x="1068654" y="26784"/>
                  </a:lnTo>
                  <a:lnTo>
                    <a:pt x="1076706" y="40855"/>
                  </a:lnTo>
                  <a:lnTo>
                    <a:pt x="1085900" y="57772"/>
                  </a:lnTo>
                  <a:lnTo>
                    <a:pt x="1096518" y="77825"/>
                  </a:lnTo>
                  <a:lnTo>
                    <a:pt x="886117" y="77825"/>
                  </a:lnTo>
                  <a:lnTo>
                    <a:pt x="886117" y="109829"/>
                  </a:lnTo>
                  <a:lnTo>
                    <a:pt x="1004989" y="109829"/>
                  </a:lnTo>
                  <a:lnTo>
                    <a:pt x="1004481" y="137033"/>
                  </a:lnTo>
                  <a:lnTo>
                    <a:pt x="1000417" y="201358"/>
                  </a:lnTo>
                  <a:lnTo>
                    <a:pt x="993127" y="250609"/>
                  </a:lnTo>
                  <a:lnTo>
                    <a:pt x="976934" y="295744"/>
                  </a:lnTo>
                  <a:lnTo>
                    <a:pt x="952017" y="336702"/>
                  </a:lnTo>
                  <a:lnTo>
                    <a:pt x="918629" y="373405"/>
                  </a:lnTo>
                  <a:lnTo>
                    <a:pt x="876973" y="405765"/>
                  </a:lnTo>
                  <a:lnTo>
                    <a:pt x="902881" y="436245"/>
                  </a:lnTo>
                  <a:lnTo>
                    <a:pt x="940866" y="407797"/>
                  </a:lnTo>
                  <a:lnTo>
                    <a:pt x="972553" y="375767"/>
                  </a:lnTo>
                  <a:lnTo>
                    <a:pt x="997978" y="340182"/>
                  </a:lnTo>
                  <a:lnTo>
                    <a:pt x="1017193" y="301028"/>
                  </a:lnTo>
                  <a:lnTo>
                    <a:pt x="1030211" y="258305"/>
                  </a:lnTo>
                  <a:lnTo>
                    <a:pt x="1037082" y="212026"/>
                  </a:lnTo>
                  <a:lnTo>
                    <a:pt x="1212443" y="212026"/>
                  </a:lnTo>
                  <a:lnTo>
                    <a:pt x="1207871" y="281089"/>
                  </a:lnTo>
                  <a:lnTo>
                    <a:pt x="1203299" y="338709"/>
                  </a:lnTo>
                  <a:lnTo>
                    <a:pt x="1189012" y="374332"/>
                  </a:lnTo>
                  <a:lnTo>
                    <a:pt x="1157579" y="385953"/>
                  </a:lnTo>
                  <a:lnTo>
                    <a:pt x="1138974" y="385648"/>
                  </a:lnTo>
                  <a:lnTo>
                    <a:pt x="1117676" y="384619"/>
                  </a:lnTo>
                  <a:lnTo>
                    <a:pt x="1093825" y="382739"/>
                  </a:lnTo>
                  <a:lnTo>
                    <a:pt x="1067562" y="379857"/>
                  </a:lnTo>
                  <a:lnTo>
                    <a:pt x="1069581" y="390982"/>
                  </a:lnTo>
                  <a:lnTo>
                    <a:pt x="1071181" y="401383"/>
                  </a:lnTo>
                  <a:lnTo>
                    <a:pt x="1073658" y="419481"/>
                  </a:lnTo>
                  <a:lnTo>
                    <a:pt x="1099896" y="421246"/>
                  </a:lnTo>
                  <a:lnTo>
                    <a:pt x="1123581" y="422148"/>
                  </a:lnTo>
                  <a:lnTo>
                    <a:pt x="1144422" y="422490"/>
                  </a:lnTo>
                  <a:lnTo>
                    <a:pt x="1162151" y="422529"/>
                  </a:lnTo>
                  <a:lnTo>
                    <a:pt x="1194435" y="417652"/>
                  </a:lnTo>
                  <a:lnTo>
                    <a:pt x="1233297" y="378167"/>
                  </a:lnTo>
                  <a:lnTo>
                    <a:pt x="1243037" y="307225"/>
                  </a:lnTo>
                  <a:lnTo>
                    <a:pt x="1245781" y="267754"/>
                  </a:lnTo>
                  <a:lnTo>
                    <a:pt x="1248232" y="224853"/>
                  </a:lnTo>
                  <a:lnTo>
                    <a:pt x="1250543" y="178498"/>
                  </a:lnTo>
                  <a:lnTo>
                    <a:pt x="1040130" y="178498"/>
                  </a:lnTo>
                  <a:lnTo>
                    <a:pt x="1041031" y="163931"/>
                  </a:lnTo>
                  <a:lnTo>
                    <a:pt x="1042276" y="129603"/>
                  </a:lnTo>
                  <a:lnTo>
                    <a:pt x="1043178" y="109829"/>
                  </a:lnTo>
                  <a:lnTo>
                    <a:pt x="1308544" y="109829"/>
                  </a:lnTo>
                  <a:lnTo>
                    <a:pt x="1308544" y="7782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12215" y="6142767"/>
              <a:ext cx="109823" cy="1113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6212" y="721518"/>
            <a:ext cx="337185" cy="447040"/>
          </a:xfrm>
          <a:custGeom>
            <a:avLst/>
            <a:gdLst/>
            <a:ahLst/>
            <a:cxnLst/>
            <a:rect l="l" t="t" r="r" b="b"/>
            <a:pathLst>
              <a:path w="337184" h="447040">
                <a:moveTo>
                  <a:pt x="213455" y="446912"/>
                </a:moveTo>
                <a:lnTo>
                  <a:pt x="165982" y="443198"/>
                </a:lnTo>
                <a:lnTo>
                  <a:pt x="124063" y="432053"/>
                </a:lnTo>
                <a:lnTo>
                  <a:pt x="87573" y="413480"/>
                </a:lnTo>
                <a:lnTo>
                  <a:pt x="56387" y="387476"/>
                </a:lnTo>
                <a:lnTo>
                  <a:pt x="31503" y="356273"/>
                </a:lnTo>
                <a:lnTo>
                  <a:pt x="13906" y="319944"/>
                </a:lnTo>
                <a:lnTo>
                  <a:pt x="3452" y="278472"/>
                </a:lnTo>
                <a:lnTo>
                  <a:pt x="0" y="231838"/>
                </a:lnTo>
                <a:lnTo>
                  <a:pt x="4000" y="182698"/>
                </a:lnTo>
                <a:lnTo>
                  <a:pt x="16001" y="138255"/>
                </a:lnTo>
                <a:lnTo>
                  <a:pt x="36004" y="98670"/>
                </a:lnTo>
                <a:lnTo>
                  <a:pt x="64007" y="64103"/>
                </a:lnTo>
                <a:lnTo>
                  <a:pt x="98376" y="36044"/>
                </a:lnTo>
                <a:lnTo>
                  <a:pt x="137433" y="16013"/>
                </a:lnTo>
                <a:lnTo>
                  <a:pt x="181330" y="4001"/>
                </a:lnTo>
                <a:lnTo>
                  <a:pt x="230219" y="0"/>
                </a:lnTo>
                <a:lnTo>
                  <a:pt x="260230" y="881"/>
                </a:lnTo>
                <a:lnTo>
                  <a:pt x="288214" y="3619"/>
                </a:lnTo>
                <a:lnTo>
                  <a:pt x="313894" y="8358"/>
                </a:lnTo>
                <a:lnTo>
                  <a:pt x="336994" y="15239"/>
                </a:lnTo>
                <a:lnTo>
                  <a:pt x="336994" y="109823"/>
                </a:lnTo>
                <a:lnTo>
                  <a:pt x="314442" y="98059"/>
                </a:lnTo>
                <a:lnTo>
                  <a:pt x="290310" y="90011"/>
                </a:lnTo>
                <a:lnTo>
                  <a:pt x="264731" y="85391"/>
                </a:lnTo>
                <a:lnTo>
                  <a:pt x="237839" y="83915"/>
                </a:lnTo>
                <a:lnTo>
                  <a:pt x="208645" y="86225"/>
                </a:lnTo>
                <a:lnTo>
                  <a:pt x="159400" y="105132"/>
                </a:lnTo>
                <a:lnTo>
                  <a:pt x="122762" y="142294"/>
                </a:lnTo>
                <a:lnTo>
                  <a:pt x="104408" y="194318"/>
                </a:lnTo>
                <a:lnTo>
                  <a:pt x="102107" y="225742"/>
                </a:lnTo>
                <a:lnTo>
                  <a:pt x="104385" y="255206"/>
                </a:lnTo>
                <a:lnTo>
                  <a:pt x="122119" y="304917"/>
                </a:lnTo>
                <a:lnTo>
                  <a:pt x="156090" y="340899"/>
                </a:lnTo>
                <a:lnTo>
                  <a:pt x="203477" y="359187"/>
                </a:lnTo>
                <a:lnTo>
                  <a:pt x="231743" y="361473"/>
                </a:lnTo>
                <a:lnTo>
                  <a:pt x="259801" y="359759"/>
                </a:lnTo>
                <a:lnTo>
                  <a:pt x="286690" y="354615"/>
                </a:lnTo>
                <a:lnTo>
                  <a:pt x="312418" y="346043"/>
                </a:lnTo>
                <a:lnTo>
                  <a:pt x="336994" y="334041"/>
                </a:lnTo>
                <a:lnTo>
                  <a:pt x="336994" y="424052"/>
                </a:lnTo>
                <a:lnTo>
                  <a:pt x="311275" y="433411"/>
                </a:lnTo>
                <a:lnTo>
                  <a:pt x="282118" y="440626"/>
                </a:lnTo>
                <a:lnTo>
                  <a:pt x="249514" y="445269"/>
                </a:lnTo>
                <a:lnTo>
                  <a:pt x="213455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6641" y="721518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09" h="447040">
                <a:moveTo>
                  <a:pt x="124968" y="446912"/>
                </a:moveTo>
                <a:lnTo>
                  <a:pt x="73961" y="443055"/>
                </a:lnTo>
                <a:lnTo>
                  <a:pt x="27432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5263" y="336137"/>
                </a:lnTo>
                <a:lnTo>
                  <a:pt x="29146" y="344709"/>
                </a:lnTo>
                <a:lnTo>
                  <a:pt x="73675" y="363322"/>
                </a:lnTo>
                <a:lnTo>
                  <a:pt x="120396" y="369188"/>
                </a:lnTo>
                <a:lnTo>
                  <a:pt x="129309" y="369139"/>
                </a:lnTo>
                <a:lnTo>
                  <a:pt x="137624" y="368796"/>
                </a:lnTo>
                <a:lnTo>
                  <a:pt x="145350" y="367862"/>
                </a:lnTo>
                <a:lnTo>
                  <a:pt x="152495" y="366045"/>
                </a:lnTo>
                <a:lnTo>
                  <a:pt x="161639" y="36452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7277"/>
                </a:lnTo>
                <a:lnTo>
                  <a:pt x="192119" y="309657"/>
                </a:lnTo>
                <a:lnTo>
                  <a:pt x="186023" y="303561"/>
                </a:lnTo>
                <a:lnTo>
                  <a:pt x="182284" y="298989"/>
                </a:lnTo>
                <a:lnTo>
                  <a:pt x="137255" y="268509"/>
                </a:lnTo>
                <a:lnTo>
                  <a:pt x="128056" y="264827"/>
                </a:lnTo>
                <a:lnTo>
                  <a:pt x="109729" y="256856"/>
                </a:lnTo>
                <a:lnTo>
                  <a:pt x="56197" y="229552"/>
                </a:lnTo>
                <a:lnTo>
                  <a:pt x="24384" y="201358"/>
                </a:lnTo>
                <a:lnTo>
                  <a:pt x="1452" y="148985"/>
                </a:lnTo>
                <a:lnTo>
                  <a:pt x="0" y="128111"/>
                </a:lnTo>
                <a:lnTo>
                  <a:pt x="857" y="111561"/>
                </a:lnTo>
                <a:lnTo>
                  <a:pt x="13716" y="70199"/>
                </a:lnTo>
                <a:lnTo>
                  <a:pt x="39433" y="38815"/>
                </a:lnTo>
                <a:lnTo>
                  <a:pt x="75247" y="16763"/>
                </a:lnTo>
                <a:lnTo>
                  <a:pt x="119672" y="3857"/>
                </a:lnTo>
                <a:lnTo>
                  <a:pt x="169259" y="0"/>
                </a:lnTo>
                <a:lnTo>
                  <a:pt x="185832" y="261"/>
                </a:lnTo>
                <a:lnTo>
                  <a:pt x="228695" y="3047"/>
                </a:lnTo>
                <a:lnTo>
                  <a:pt x="266025" y="12477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71804" y="102488"/>
                </a:lnTo>
                <a:lnTo>
                  <a:pt x="265890" y="98774"/>
                </a:lnTo>
                <a:lnTo>
                  <a:pt x="259690" y="95630"/>
                </a:lnTo>
                <a:lnTo>
                  <a:pt x="253079" y="93059"/>
                </a:lnTo>
                <a:lnTo>
                  <a:pt x="247102" y="89915"/>
                </a:lnTo>
                <a:lnTo>
                  <a:pt x="240696" y="87344"/>
                </a:lnTo>
                <a:lnTo>
                  <a:pt x="234005" y="85343"/>
                </a:lnTo>
                <a:lnTo>
                  <a:pt x="227171" y="83915"/>
                </a:lnTo>
                <a:lnTo>
                  <a:pt x="220313" y="81891"/>
                </a:lnTo>
                <a:lnTo>
                  <a:pt x="213455" y="80295"/>
                </a:lnTo>
                <a:lnTo>
                  <a:pt x="192119" y="76295"/>
                </a:lnTo>
                <a:lnTo>
                  <a:pt x="175355" y="76295"/>
                </a:lnTo>
                <a:lnTo>
                  <a:pt x="135731" y="80867"/>
                </a:lnTo>
                <a:lnTo>
                  <a:pt x="121920" y="88487"/>
                </a:lnTo>
                <a:lnTo>
                  <a:pt x="115824" y="91535"/>
                </a:lnTo>
                <a:lnTo>
                  <a:pt x="111252" y="96107"/>
                </a:lnTo>
                <a:lnTo>
                  <a:pt x="106680" y="102203"/>
                </a:lnTo>
                <a:lnTo>
                  <a:pt x="103632" y="106775"/>
                </a:lnTo>
                <a:lnTo>
                  <a:pt x="102108" y="112871"/>
                </a:lnTo>
                <a:lnTo>
                  <a:pt x="102108" y="126587"/>
                </a:lnTo>
                <a:lnTo>
                  <a:pt x="103632" y="132683"/>
                </a:lnTo>
                <a:lnTo>
                  <a:pt x="108204" y="138779"/>
                </a:lnTo>
                <a:lnTo>
                  <a:pt x="111252" y="144875"/>
                </a:lnTo>
                <a:lnTo>
                  <a:pt x="142611" y="167209"/>
                </a:lnTo>
                <a:lnTo>
                  <a:pt x="184499" y="186118"/>
                </a:lnTo>
                <a:lnTo>
                  <a:pt x="196786" y="191190"/>
                </a:lnTo>
                <a:lnTo>
                  <a:pt x="208502" y="196976"/>
                </a:lnTo>
                <a:lnTo>
                  <a:pt x="249459" y="221551"/>
                </a:lnTo>
                <a:lnTo>
                  <a:pt x="279070" y="252805"/>
                </a:lnTo>
                <a:lnTo>
                  <a:pt x="293751" y="292703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6332" y="409408"/>
                </a:lnTo>
                <a:lnTo>
                  <a:pt x="220313" y="430339"/>
                </a:lnTo>
                <a:lnTo>
                  <a:pt x="174567" y="442412"/>
                </a:lnTo>
                <a:lnTo>
                  <a:pt x="141906" y="446365"/>
                </a:lnTo>
                <a:lnTo>
                  <a:pt x="124968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72780" y="721518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10" h="447040">
                <a:moveTo>
                  <a:pt x="125063" y="446912"/>
                </a:moveTo>
                <a:lnTo>
                  <a:pt x="74016" y="443055"/>
                </a:lnTo>
                <a:lnTo>
                  <a:pt x="27432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5287" y="336137"/>
                </a:lnTo>
                <a:lnTo>
                  <a:pt x="29337" y="344709"/>
                </a:lnTo>
                <a:lnTo>
                  <a:pt x="74373" y="363322"/>
                </a:lnTo>
                <a:lnTo>
                  <a:pt x="120491" y="369188"/>
                </a:lnTo>
                <a:lnTo>
                  <a:pt x="129349" y="369139"/>
                </a:lnTo>
                <a:lnTo>
                  <a:pt x="137636" y="368796"/>
                </a:lnTo>
                <a:lnTo>
                  <a:pt x="145351" y="367862"/>
                </a:lnTo>
                <a:lnTo>
                  <a:pt x="152495" y="366045"/>
                </a:lnTo>
                <a:lnTo>
                  <a:pt x="161639" y="36452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7277"/>
                </a:lnTo>
                <a:lnTo>
                  <a:pt x="192119" y="309657"/>
                </a:lnTo>
                <a:lnTo>
                  <a:pt x="186023" y="303561"/>
                </a:lnTo>
                <a:lnTo>
                  <a:pt x="182284" y="298989"/>
                </a:lnTo>
                <a:lnTo>
                  <a:pt x="145851" y="272843"/>
                </a:lnTo>
                <a:lnTo>
                  <a:pt x="110037" y="256856"/>
                </a:lnTo>
                <a:lnTo>
                  <a:pt x="100679" y="253174"/>
                </a:lnTo>
                <a:lnTo>
                  <a:pt x="76970" y="242077"/>
                </a:lnTo>
                <a:lnTo>
                  <a:pt x="38662" y="215884"/>
                </a:lnTo>
                <a:lnTo>
                  <a:pt x="13501" y="185627"/>
                </a:lnTo>
                <a:lnTo>
                  <a:pt x="1452" y="148985"/>
                </a:lnTo>
                <a:lnTo>
                  <a:pt x="0" y="128111"/>
                </a:lnTo>
                <a:lnTo>
                  <a:pt x="857" y="111561"/>
                </a:lnTo>
                <a:lnTo>
                  <a:pt x="13716" y="70199"/>
                </a:lnTo>
                <a:lnTo>
                  <a:pt x="39433" y="38815"/>
                </a:lnTo>
                <a:lnTo>
                  <a:pt x="75521" y="16763"/>
                </a:lnTo>
                <a:lnTo>
                  <a:pt x="120396" y="3857"/>
                </a:lnTo>
                <a:lnTo>
                  <a:pt x="169259" y="0"/>
                </a:lnTo>
                <a:lnTo>
                  <a:pt x="185847" y="261"/>
                </a:lnTo>
                <a:lnTo>
                  <a:pt x="228790" y="3047"/>
                </a:lnTo>
                <a:lnTo>
                  <a:pt x="266080" y="12477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71819" y="102488"/>
                </a:lnTo>
                <a:lnTo>
                  <a:pt x="265938" y="98774"/>
                </a:lnTo>
                <a:lnTo>
                  <a:pt x="259770" y="95630"/>
                </a:lnTo>
                <a:lnTo>
                  <a:pt x="253174" y="93059"/>
                </a:lnTo>
                <a:lnTo>
                  <a:pt x="247197" y="89915"/>
                </a:lnTo>
                <a:lnTo>
                  <a:pt x="240792" y="87344"/>
                </a:lnTo>
                <a:lnTo>
                  <a:pt x="234100" y="85343"/>
                </a:lnTo>
                <a:lnTo>
                  <a:pt x="227266" y="83915"/>
                </a:lnTo>
                <a:lnTo>
                  <a:pt x="220408" y="81891"/>
                </a:lnTo>
                <a:lnTo>
                  <a:pt x="213550" y="80295"/>
                </a:lnTo>
                <a:lnTo>
                  <a:pt x="192119" y="76295"/>
                </a:lnTo>
                <a:lnTo>
                  <a:pt x="175355" y="76295"/>
                </a:lnTo>
                <a:lnTo>
                  <a:pt x="135731" y="80867"/>
                </a:lnTo>
                <a:lnTo>
                  <a:pt x="122015" y="88487"/>
                </a:lnTo>
                <a:lnTo>
                  <a:pt x="115919" y="91535"/>
                </a:lnTo>
                <a:lnTo>
                  <a:pt x="111347" y="96107"/>
                </a:lnTo>
                <a:lnTo>
                  <a:pt x="106775" y="102203"/>
                </a:lnTo>
                <a:lnTo>
                  <a:pt x="103727" y="106775"/>
                </a:lnTo>
                <a:lnTo>
                  <a:pt x="102203" y="112871"/>
                </a:lnTo>
                <a:lnTo>
                  <a:pt x="102203" y="126587"/>
                </a:lnTo>
                <a:lnTo>
                  <a:pt x="103727" y="132683"/>
                </a:lnTo>
                <a:lnTo>
                  <a:pt x="108299" y="138779"/>
                </a:lnTo>
                <a:lnTo>
                  <a:pt x="111347" y="144875"/>
                </a:lnTo>
                <a:lnTo>
                  <a:pt x="117443" y="150971"/>
                </a:lnTo>
                <a:lnTo>
                  <a:pt x="125063" y="155543"/>
                </a:lnTo>
                <a:lnTo>
                  <a:pt x="130159" y="159265"/>
                </a:lnTo>
                <a:lnTo>
                  <a:pt x="184499" y="186118"/>
                </a:lnTo>
                <a:lnTo>
                  <a:pt x="196841" y="191190"/>
                </a:lnTo>
                <a:lnTo>
                  <a:pt x="208585" y="196976"/>
                </a:lnTo>
                <a:lnTo>
                  <a:pt x="249555" y="221551"/>
                </a:lnTo>
                <a:lnTo>
                  <a:pt x="279082" y="252805"/>
                </a:lnTo>
                <a:lnTo>
                  <a:pt x="294322" y="292703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6413" y="409408"/>
                </a:lnTo>
                <a:lnTo>
                  <a:pt x="220396" y="430339"/>
                </a:lnTo>
                <a:lnTo>
                  <a:pt x="174569" y="442412"/>
                </a:lnTo>
                <a:lnTo>
                  <a:pt x="141946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169985" y="649795"/>
            <a:ext cx="1188085" cy="592455"/>
          </a:xfrm>
          <a:custGeom>
            <a:avLst/>
            <a:gdLst/>
            <a:ahLst/>
            <a:cxnLst/>
            <a:rect l="l" t="t" r="r" b="b"/>
            <a:pathLst>
              <a:path w="1188085" h="592455">
                <a:moveTo>
                  <a:pt x="591693" y="73253"/>
                </a:moveTo>
                <a:lnTo>
                  <a:pt x="282130" y="73253"/>
                </a:lnTo>
                <a:lnTo>
                  <a:pt x="304990" y="9144"/>
                </a:lnTo>
                <a:lnTo>
                  <a:pt x="221068" y="0"/>
                </a:lnTo>
                <a:lnTo>
                  <a:pt x="215303" y="18351"/>
                </a:lnTo>
                <a:lnTo>
                  <a:pt x="209257" y="36664"/>
                </a:lnTo>
                <a:lnTo>
                  <a:pt x="202641" y="54965"/>
                </a:lnTo>
                <a:lnTo>
                  <a:pt x="195160" y="73253"/>
                </a:lnTo>
                <a:lnTo>
                  <a:pt x="9144" y="73253"/>
                </a:lnTo>
                <a:lnTo>
                  <a:pt x="9144" y="152590"/>
                </a:lnTo>
                <a:lnTo>
                  <a:pt x="155536" y="152590"/>
                </a:lnTo>
                <a:lnTo>
                  <a:pt x="131025" y="192468"/>
                </a:lnTo>
                <a:lnTo>
                  <a:pt x="103200" y="231546"/>
                </a:lnTo>
                <a:lnTo>
                  <a:pt x="72085" y="269760"/>
                </a:lnTo>
                <a:lnTo>
                  <a:pt x="37680" y="307035"/>
                </a:lnTo>
                <a:lnTo>
                  <a:pt x="0" y="343281"/>
                </a:lnTo>
                <a:lnTo>
                  <a:pt x="6858" y="360451"/>
                </a:lnTo>
                <a:lnTo>
                  <a:pt x="13716" y="380047"/>
                </a:lnTo>
                <a:lnTo>
                  <a:pt x="20574" y="402221"/>
                </a:lnTo>
                <a:lnTo>
                  <a:pt x="27432" y="427101"/>
                </a:lnTo>
                <a:lnTo>
                  <a:pt x="47713" y="408800"/>
                </a:lnTo>
                <a:lnTo>
                  <a:pt x="67437" y="390334"/>
                </a:lnTo>
                <a:lnTo>
                  <a:pt x="86575" y="371602"/>
                </a:lnTo>
                <a:lnTo>
                  <a:pt x="105156" y="352425"/>
                </a:lnTo>
                <a:lnTo>
                  <a:pt x="105156" y="544639"/>
                </a:lnTo>
                <a:lnTo>
                  <a:pt x="187540" y="544639"/>
                </a:lnTo>
                <a:lnTo>
                  <a:pt x="187540" y="314236"/>
                </a:lnTo>
                <a:lnTo>
                  <a:pt x="283654" y="314236"/>
                </a:lnTo>
                <a:lnTo>
                  <a:pt x="283654" y="590359"/>
                </a:lnTo>
                <a:lnTo>
                  <a:pt x="365950" y="590359"/>
                </a:lnTo>
                <a:lnTo>
                  <a:pt x="365950" y="314236"/>
                </a:lnTo>
                <a:lnTo>
                  <a:pt x="466623" y="314236"/>
                </a:lnTo>
                <a:lnTo>
                  <a:pt x="466623" y="410337"/>
                </a:lnTo>
                <a:lnTo>
                  <a:pt x="464070" y="429514"/>
                </a:lnTo>
                <a:lnTo>
                  <a:pt x="456526" y="443382"/>
                </a:lnTo>
                <a:lnTo>
                  <a:pt x="444119" y="451802"/>
                </a:lnTo>
                <a:lnTo>
                  <a:pt x="426999" y="454634"/>
                </a:lnTo>
                <a:lnTo>
                  <a:pt x="421259" y="454367"/>
                </a:lnTo>
                <a:lnTo>
                  <a:pt x="388810" y="451586"/>
                </a:lnTo>
                <a:lnTo>
                  <a:pt x="396468" y="487210"/>
                </a:lnTo>
                <a:lnTo>
                  <a:pt x="400456" y="507949"/>
                </a:lnTo>
                <a:lnTo>
                  <a:pt x="404139" y="530834"/>
                </a:lnTo>
                <a:lnTo>
                  <a:pt x="430733" y="530542"/>
                </a:lnTo>
                <a:lnTo>
                  <a:pt x="472503" y="528256"/>
                </a:lnTo>
                <a:lnTo>
                  <a:pt x="512152" y="517118"/>
                </a:lnTo>
                <a:lnTo>
                  <a:pt x="538454" y="487400"/>
                </a:lnTo>
                <a:lnTo>
                  <a:pt x="547497" y="439394"/>
                </a:lnTo>
                <a:lnTo>
                  <a:pt x="547497" y="244132"/>
                </a:lnTo>
                <a:lnTo>
                  <a:pt x="365950" y="244132"/>
                </a:lnTo>
                <a:lnTo>
                  <a:pt x="365950" y="166306"/>
                </a:lnTo>
                <a:lnTo>
                  <a:pt x="283654" y="166306"/>
                </a:lnTo>
                <a:lnTo>
                  <a:pt x="283654" y="244132"/>
                </a:lnTo>
                <a:lnTo>
                  <a:pt x="190588" y="244132"/>
                </a:lnTo>
                <a:lnTo>
                  <a:pt x="205168" y="222072"/>
                </a:lnTo>
                <a:lnTo>
                  <a:pt x="219163" y="199466"/>
                </a:lnTo>
                <a:lnTo>
                  <a:pt x="232600" y="176314"/>
                </a:lnTo>
                <a:lnTo>
                  <a:pt x="245452" y="152590"/>
                </a:lnTo>
                <a:lnTo>
                  <a:pt x="591693" y="152590"/>
                </a:lnTo>
                <a:lnTo>
                  <a:pt x="591693" y="73253"/>
                </a:lnTo>
                <a:close/>
              </a:path>
              <a:path w="1188085" h="592455">
                <a:moveTo>
                  <a:pt x="1040028" y="346341"/>
                </a:moveTo>
                <a:lnTo>
                  <a:pt x="962304" y="346341"/>
                </a:lnTo>
                <a:lnTo>
                  <a:pt x="962304" y="401205"/>
                </a:lnTo>
                <a:lnTo>
                  <a:pt x="962304" y="440918"/>
                </a:lnTo>
                <a:lnTo>
                  <a:pt x="867727" y="440918"/>
                </a:lnTo>
                <a:lnTo>
                  <a:pt x="867727" y="401205"/>
                </a:lnTo>
                <a:lnTo>
                  <a:pt x="962304" y="401205"/>
                </a:lnTo>
                <a:lnTo>
                  <a:pt x="962304" y="346341"/>
                </a:lnTo>
                <a:lnTo>
                  <a:pt x="791425" y="346341"/>
                </a:lnTo>
                <a:lnTo>
                  <a:pt x="791425" y="524738"/>
                </a:lnTo>
                <a:lnTo>
                  <a:pt x="867727" y="524738"/>
                </a:lnTo>
                <a:lnTo>
                  <a:pt x="867727" y="495782"/>
                </a:lnTo>
                <a:lnTo>
                  <a:pt x="1040028" y="495782"/>
                </a:lnTo>
                <a:lnTo>
                  <a:pt x="1040028" y="440918"/>
                </a:lnTo>
                <a:lnTo>
                  <a:pt x="1040028" y="401205"/>
                </a:lnTo>
                <a:lnTo>
                  <a:pt x="1040028" y="346341"/>
                </a:lnTo>
                <a:close/>
              </a:path>
              <a:path w="1188085" h="592455">
                <a:moveTo>
                  <a:pt x="1187958" y="244132"/>
                </a:moveTo>
                <a:lnTo>
                  <a:pt x="756373" y="244132"/>
                </a:lnTo>
                <a:lnTo>
                  <a:pt x="756373" y="207467"/>
                </a:lnTo>
                <a:lnTo>
                  <a:pt x="1162050" y="207467"/>
                </a:lnTo>
                <a:lnTo>
                  <a:pt x="1162050" y="137363"/>
                </a:lnTo>
                <a:lnTo>
                  <a:pt x="1162050" y="91541"/>
                </a:lnTo>
                <a:lnTo>
                  <a:pt x="1162050" y="22860"/>
                </a:lnTo>
                <a:lnTo>
                  <a:pt x="1076604" y="22860"/>
                </a:lnTo>
                <a:lnTo>
                  <a:pt x="1076604" y="91541"/>
                </a:lnTo>
                <a:lnTo>
                  <a:pt x="1076604" y="137363"/>
                </a:lnTo>
                <a:lnTo>
                  <a:pt x="756373" y="137363"/>
                </a:lnTo>
                <a:lnTo>
                  <a:pt x="756373" y="91541"/>
                </a:lnTo>
                <a:lnTo>
                  <a:pt x="1076604" y="91541"/>
                </a:lnTo>
                <a:lnTo>
                  <a:pt x="1076604" y="22860"/>
                </a:lnTo>
                <a:lnTo>
                  <a:pt x="670941" y="22860"/>
                </a:lnTo>
                <a:lnTo>
                  <a:pt x="670941" y="215087"/>
                </a:lnTo>
                <a:lnTo>
                  <a:pt x="670102" y="274040"/>
                </a:lnTo>
                <a:lnTo>
                  <a:pt x="667689" y="325132"/>
                </a:lnTo>
                <a:lnTo>
                  <a:pt x="663867" y="368490"/>
                </a:lnTo>
                <a:lnTo>
                  <a:pt x="651649" y="435444"/>
                </a:lnTo>
                <a:lnTo>
                  <a:pt x="630021" y="492633"/>
                </a:lnTo>
                <a:lnTo>
                  <a:pt x="616064" y="518642"/>
                </a:lnTo>
                <a:lnTo>
                  <a:pt x="645414" y="550697"/>
                </a:lnTo>
                <a:lnTo>
                  <a:pt x="662825" y="570153"/>
                </a:lnTo>
                <a:lnTo>
                  <a:pt x="681697" y="591896"/>
                </a:lnTo>
                <a:lnTo>
                  <a:pt x="703948" y="556158"/>
                </a:lnTo>
                <a:lnTo>
                  <a:pt x="721995" y="516153"/>
                </a:lnTo>
                <a:lnTo>
                  <a:pt x="735990" y="471919"/>
                </a:lnTo>
                <a:lnTo>
                  <a:pt x="746048" y="423494"/>
                </a:lnTo>
                <a:lnTo>
                  <a:pt x="752284" y="370916"/>
                </a:lnTo>
                <a:lnTo>
                  <a:pt x="754849" y="314236"/>
                </a:lnTo>
                <a:lnTo>
                  <a:pt x="1101090" y="314236"/>
                </a:lnTo>
                <a:lnTo>
                  <a:pt x="1101090" y="382917"/>
                </a:lnTo>
                <a:lnTo>
                  <a:pt x="1099947" y="426453"/>
                </a:lnTo>
                <a:lnTo>
                  <a:pt x="1097661" y="480301"/>
                </a:lnTo>
                <a:lnTo>
                  <a:pt x="1071460" y="513499"/>
                </a:lnTo>
                <a:lnTo>
                  <a:pt x="1055268" y="515594"/>
                </a:lnTo>
                <a:lnTo>
                  <a:pt x="1039812" y="515327"/>
                </a:lnTo>
                <a:lnTo>
                  <a:pt x="971448" y="512546"/>
                </a:lnTo>
                <a:lnTo>
                  <a:pt x="975969" y="532853"/>
                </a:lnTo>
                <a:lnTo>
                  <a:pt x="980135" y="552272"/>
                </a:lnTo>
                <a:lnTo>
                  <a:pt x="983881" y="571779"/>
                </a:lnTo>
                <a:lnTo>
                  <a:pt x="986688" y="590372"/>
                </a:lnTo>
                <a:lnTo>
                  <a:pt x="1045883" y="589800"/>
                </a:lnTo>
                <a:lnTo>
                  <a:pt x="1090942" y="588086"/>
                </a:lnTo>
                <a:lnTo>
                  <a:pt x="1139190" y="581228"/>
                </a:lnTo>
                <a:lnTo>
                  <a:pt x="1171194" y="552272"/>
                </a:lnTo>
                <a:lnTo>
                  <a:pt x="1182865" y="515594"/>
                </a:lnTo>
                <a:lnTo>
                  <a:pt x="1184046" y="507161"/>
                </a:lnTo>
                <a:lnTo>
                  <a:pt x="1184910" y="485114"/>
                </a:lnTo>
                <a:lnTo>
                  <a:pt x="1187069" y="314236"/>
                </a:lnTo>
                <a:lnTo>
                  <a:pt x="1187958" y="24413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303680" y="1873186"/>
            <a:ext cx="2208530" cy="436880"/>
          </a:xfrm>
          <a:custGeom>
            <a:avLst/>
            <a:gdLst/>
            <a:ahLst/>
            <a:cxnLst/>
            <a:rect l="l" t="t" r="r" b="b"/>
            <a:pathLst>
              <a:path w="2208529" h="436880">
                <a:moveTo>
                  <a:pt x="346240" y="114401"/>
                </a:moveTo>
                <a:lnTo>
                  <a:pt x="314236" y="114401"/>
                </a:lnTo>
                <a:lnTo>
                  <a:pt x="314236" y="141833"/>
                </a:lnTo>
                <a:lnTo>
                  <a:pt x="314236" y="170878"/>
                </a:lnTo>
                <a:lnTo>
                  <a:pt x="111353" y="170878"/>
                </a:lnTo>
                <a:lnTo>
                  <a:pt x="111353" y="141833"/>
                </a:lnTo>
                <a:lnTo>
                  <a:pt x="314236" y="141833"/>
                </a:lnTo>
                <a:lnTo>
                  <a:pt x="314236" y="114401"/>
                </a:lnTo>
                <a:lnTo>
                  <a:pt x="79349" y="114401"/>
                </a:lnTo>
                <a:lnTo>
                  <a:pt x="79349" y="210502"/>
                </a:lnTo>
                <a:lnTo>
                  <a:pt x="111353" y="210502"/>
                </a:lnTo>
                <a:lnTo>
                  <a:pt x="111353" y="198310"/>
                </a:lnTo>
                <a:lnTo>
                  <a:pt x="314236" y="198310"/>
                </a:lnTo>
                <a:lnTo>
                  <a:pt x="314236" y="210502"/>
                </a:lnTo>
                <a:lnTo>
                  <a:pt x="346240" y="210502"/>
                </a:lnTo>
                <a:lnTo>
                  <a:pt x="346240" y="198310"/>
                </a:lnTo>
                <a:lnTo>
                  <a:pt x="346240" y="170878"/>
                </a:lnTo>
                <a:lnTo>
                  <a:pt x="346240" y="141833"/>
                </a:lnTo>
                <a:lnTo>
                  <a:pt x="346240" y="114401"/>
                </a:lnTo>
                <a:close/>
              </a:path>
              <a:path w="2208529" h="436880">
                <a:moveTo>
                  <a:pt x="387388" y="251752"/>
                </a:moveTo>
                <a:lnTo>
                  <a:pt x="382816" y="222694"/>
                </a:lnTo>
                <a:lnTo>
                  <a:pt x="136359" y="228117"/>
                </a:lnTo>
                <a:lnTo>
                  <a:pt x="26009" y="228790"/>
                </a:lnTo>
                <a:lnTo>
                  <a:pt x="28028" y="235673"/>
                </a:lnTo>
                <a:lnTo>
                  <a:pt x="29629" y="242709"/>
                </a:lnTo>
                <a:lnTo>
                  <a:pt x="30937" y="250050"/>
                </a:lnTo>
                <a:lnTo>
                  <a:pt x="32105" y="257848"/>
                </a:lnTo>
                <a:lnTo>
                  <a:pt x="199834" y="254800"/>
                </a:lnTo>
                <a:lnTo>
                  <a:pt x="271576" y="254533"/>
                </a:lnTo>
                <a:lnTo>
                  <a:pt x="387388" y="251752"/>
                </a:lnTo>
                <a:close/>
              </a:path>
              <a:path w="2208529" h="436880">
                <a:moveTo>
                  <a:pt x="414820" y="62585"/>
                </a:moveTo>
                <a:lnTo>
                  <a:pt x="305092" y="62585"/>
                </a:lnTo>
                <a:lnTo>
                  <a:pt x="317703" y="53162"/>
                </a:lnTo>
                <a:lnTo>
                  <a:pt x="330619" y="43294"/>
                </a:lnTo>
                <a:lnTo>
                  <a:pt x="344093" y="33147"/>
                </a:lnTo>
                <a:lnTo>
                  <a:pt x="358432" y="22860"/>
                </a:lnTo>
                <a:lnTo>
                  <a:pt x="334048" y="1524"/>
                </a:lnTo>
                <a:lnTo>
                  <a:pt x="321830" y="11836"/>
                </a:lnTo>
                <a:lnTo>
                  <a:pt x="308317" y="22301"/>
                </a:lnTo>
                <a:lnTo>
                  <a:pt x="293928" y="33070"/>
                </a:lnTo>
                <a:lnTo>
                  <a:pt x="279082" y="44297"/>
                </a:lnTo>
                <a:lnTo>
                  <a:pt x="297472" y="62585"/>
                </a:lnTo>
                <a:lnTo>
                  <a:pt x="228790" y="62585"/>
                </a:lnTo>
                <a:lnTo>
                  <a:pt x="228790" y="1524"/>
                </a:lnTo>
                <a:lnTo>
                  <a:pt x="196786" y="1524"/>
                </a:lnTo>
                <a:lnTo>
                  <a:pt x="196786" y="62585"/>
                </a:lnTo>
                <a:lnTo>
                  <a:pt x="126593" y="62585"/>
                </a:lnTo>
                <a:lnTo>
                  <a:pt x="146405" y="44297"/>
                </a:lnTo>
                <a:lnTo>
                  <a:pt x="134416" y="33934"/>
                </a:lnTo>
                <a:lnTo>
                  <a:pt x="121450" y="23444"/>
                </a:lnTo>
                <a:lnTo>
                  <a:pt x="93065" y="1524"/>
                </a:lnTo>
                <a:lnTo>
                  <a:pt x="70205" y="21336"/>
                </a:lnTo>
                <a:lnTo>
                  <a:pt x="82511" y="31648"/>
                </a:lnTo>
                <a:lnTo>
                  <a:pt x="94399" y="41960"/>
                </a:lnTo>
                <a:lnTo>
                  <a:pt x="117449" y="62585"/>
                </a:lnTo>
                <a:lnTo>
                  <a:pt x="10668" y="62585"/>
                </a:lnTo>
                <a:lnTo>
                  <a:pt x="10668" y="143357"/>
                </a:lnTo>
                <a:lnTo>
                  <a:pt x="42773" y="143357"/>
                </a:lnTo>
                <a:lnTo>
                  <a:pt x="42773" y="91541"/>
                </a:lnTo>
                <a:lnTo>
                  <a:pt x="384340" y="91541"/>
                </a:lnTo>
                <a:lnTo>
                  <a:pt x="384340" y="143357"/>
                </a:lnTo>
                <a:lnTo>
                  <a:pt x="414820" y="143357"/>
                </a:lnTo>
                <a:lnTo>
                  <a:pt x="414820" y="91541"/>
                </a:lnTo>
                <a:lnTo>
                  <a:pt x="414820" y="62585"/>
                </a:lnTo>
                <a:close/>
              </a:path>
              <a:path w="2208529" h="436880">
                <a:moveTo>
                  <a:pt x="425488" y="335572"/>
                </a:moveTo>
                <a:lnTo>
                  <a:pt x="231838" y="335572"/>
                </a:lnTo>
                <a:lnTo>
                  <a:pt x="231838" y="308140"/>
                </a:lnTo>
                <a:lnTo>
                  <a:pt x="381292" y="308140"/>
                </a:lnTo>
                <a:lnTo>
                  <a:pt x="381292" y="280708"/>
                </a:lnTo>
                <a:lnTo>
                  <a:pt x="231838" y="280708"/>
                </a:lnTo>
                <a:lnTo>
                  <a:pt x="231838" y="254800"/>
                </a:lnTo>
                <a:lnTo>
                  <a:pt x="199834" y="254800"/>
                </a:lnTo>
                <a:lnTo>
                  <a:pt x="199834" y="280708"/>
                </a:lnTo>
                <a:lnTo>
                  <a:pt x="32105" y="280708"/>
                </a:lnTo>
                <a:lnTo>
                  <a:pt x="32105" y="308140"/>
                </a:lnTo>
                <a:lnTo>
                  <a:pt x="199834" y="308140"/>
                </a:lnTo>
                <a:lnTo>
                  <a:pt x="199834" y="335572"/>
                </a:lnTo>
                <a:lnTo>
                  <a:pt x="0" y="335572"/>
                </a:lnTo>
                <a:lnTo>
                  <a:pt x="0" y="363105"/>
                </a:lnTo>
                <a:lnTo>
                  <a:pt x="199834" y="363105"/>
                </a:lnTo>
                <a:lnTo>
                  <a:pt x="199834" y="370725"/>
                </a:lnTo>
                <a:lnTo>
                  <a:pt x="198145" y="381838"/>
                </a:lnTo>
                <a:lnTo>
                  <a:pt x="193167" y="389966"/>
                </a:lnTo>
                <a:lnTo>
                  <a:pt x="185051" y="394931"/>
                </a:lnTo>
                <a:lnTo>
                  <a:pt x="173926" y="396633"/>
                </a:lnTo>
                <a:lnTo>
                  <a:pt x="159105" y="396341"/>
                </a:lnTo>
                <a:lnTo>
                  <a:pt x="142252" y="395490"/>
                </a:lnTo>
                <a:lnTo>
                  <a:pt x="123698" y="394055"/>
                </a:lnTo>
                <a:lnTo>
                  <a:pt x="103733" y="392061"/>
                </a:lnTo>
                <a:lnTo>
                  <a:pt x="106019" y="410159"/>
                </a:lnTo>
                <a:lnTo>
                  <a:pt x="107162" y="418846"/>
                </a:lnTo>
                <a:lnTo>
                  <a:pt x="108305" y="427113"/>
                </a:lnTo>
                <a:lnTo>
                  <a:pt x="180022" y="427113"/>
                </a:lnTo>
                <a:lnTo>
                  <a:pt x="202907" y="423913"/>
                </a:lnTo>
                <a:lnTo>
                  <a:pt x="219075" y="414159"/>
                </a:lnTo>
                <a:lnTo>
                  <a:pt x="228676" y="397535"/>
                </a:lnTo>
                <a:lnTo>
                  <a:pt x="228790" y="396633"/>
                </a:lnTo>
                <a:lnTo>
                  <a:pt x="231838" y="373773"/>
                </a:lnTo>
                <a:lnTo>
                  <a:pt x="231838" y="363105"/>
                </a:lnTo>
                <a:lnTo>
                  <a:pt x="425488" y="363105"/>
                </a:lnTo>
                <a:lnTo>
                  <a:pt x="425488" y="335572"/>
                </a:lnTo>
                <a:close/>
              </a:path>
              <a:path w="2208529" h="436880">
                <a:moveTo>
                  <a:pt x="571969" y="83921"/>
                </a:moveTo>
                <a:lnTo>
                  <a:pt x="529209" y="83921"/>
                </a:lnTo>
                <a:lnTo>
                  <a:pt x="529209" y="3048"/>
                </a:lnTo>
                <a:lnTo>
                  <a:pt x="498729" y="3048"/>
                </a:lnTo>
                <a:lnTo>
                  <a:pt x="498729" y="83921"/>
                </a:lnTo>
                <a:lnTo>
                  <a:pt x="446913" y="83921"/>
                </a:lnTo>
                <a:lnTo>
                  <a:pt x="446913" y="114401"/>
                </a:lnTo>
                <a:lnTo>
                  <a:pt x="498729" y="114401"/>
                </a:lnTo>
                <a:lnTo>
                  <a:pt x="498729" y="213563"/>
                </a:lnTo>
                <a:lnTo>
                  <a:pt x="484136" y="220154"/>
                </a:lnTo>
                <a:lnTo>
                  <a:pt x="469963" y="226326"/>
                </a:lnTo>
                <a:lnTo>
                  <a:pt x="442341" y="237947"/>
                </a:lnTo>
                <a:lnTo>
                  <a:pt x="449961" y="274612"/>
                </a:lnTo>
                <a:lnTo>
                  <a:pt x="462508" y="268020"/>
                </a:lnTo>
                <a:lnTo>
                  <a:pt x="498729" y="250139"/>
                </a:lnTo>
                <a:lnTo>
                  <a:pt x="498729" y="384441"/>
                </a:lnTo>
                <a:lnTo>
                  <a:pt x="492633" y="390537"/>
                </a:lnTo>
                <a:lnTo>
                  <a:pt x="483489" y="390537"/>
                </a:lnTo>
                <a:lnTo>
                  <a:pt x="476084" y="390296"/>
                </a:lnTo>
                <a:lnTo>
                  <a:pt x="458419" y="389242"/>
                </a:lnTo>
                <a:lnTo>
                  <a:pt x="448437" y="389013"/>
                </a:lnTo>
                <a:lnTo>
                  <a:pt x="453009" y="421017"/>
                </a:lnTo>
                <a:lnTo>
                  <a:pt x="495681" y="421017"/>
                </a:lnTo>
                <a:lnTo>
                  <a:pt x="527189" y="392938"/>
                </a:lnTo>
                <a:lnTo>
                  <a:pt x="529209" y="373773"/>
                </a:lnTo>
                <a:lnTo>
                  <a:pt x="529209" y="250139"/>
                </a:lnTo>
                <a:lnTo>
                  <a:pt x="529209" y="234899"/>
                </a:lnTo>
                <a:lnTo>
                  <a:pt x="540359" y="230111"/>
                </a:lnTo>
                <a:lnTo>
                  <a:pt x="560971" y="220535"/>
                </a:lnTo>
                <a:lnTo>
                  <a:pt x="570445" y="216611"/>
                </a:lnTo>
                <a:lnTo>
                  <a:pt x="569544" y="208343"/>
                </a:lnTo>
                <a:lnTo>
                  <a:pt x="568820" y="198323"/>
                </a:lnTo>
                <a:lnTo>
                  <a:pt x="568274" y="190677"/>
                </a:lnTo>
                <a:lnTo>
                  <a:pt x="567309" y="181546"/>
                </a:lnTo>
                <a:lnTo>
                  <a:pt x="558139" y="186105"/>
                </a:lnTo>
                <a:lnTo>
                  <a:pt x="548830" y="190512"/>
                </a:lnTo>
                <a:lnTo>
                  <a:pt x="539229" y="194627"/>
                </a:lnTo>
                <a:lnTo>
                  <a:pt x="529209" y="198323"/>
                </a:lnTo>
                <a:lnTo>
                  <a:pt x="529209" y="114401"/>
                </a:lnTo>
                <a:lnTo>
                  <a:pt x="571969" y="114401"/>
                </a:lnTo>
                <a:lnTo>
                  <a:pt x="571969" y="83921"/>
                </a:lnTo>
                <a:close/>
              </a:path>
              <a:path w="2208529" h="436880">
                <a:moveTo>
                  <a:pt x="858685" y="25908"/>
                </a:moveTo>
                <a:lnTo>
                  <a:pt x="826579" y="25908"/>
                </a:lnTo>
                <a:lnTo>
                  <a:pt x="826579" y="53441"/>
                </a:lnTo>
                <a:lnTo>
                  <a:pt x="826579" y="97637"/>
                </a:lnTo>
                <a:lnTo>
                  <a:pt x="617702" y="97637"/>
                </a:lnTo>
                <a:lnTo>
                  <a:pt x="617702" y="53441"/>
                </a:lnTo>
                <a:lnTo>
                  <a:pt x="826579" y="53441"/>
                </a:lnTo>
                <a:lnTo>
                  <a:pt x="826579" y="25908"/>
                </a:lnTo>
                <a:lnTo>
                  <a:pt x="587209" y="25908"/>
                </a:lnTo>
                <a:lnTo>
                  <a:pt x="587159" y="190677"/>
                </a:lnTo>
                <a:lnTo>
                  <a:pt x="585050" y="245567"/>
                </a:lnTo>
                <a:lnTo>
                  <a:pt x="578624" y="295719"/>
                </a:lnTo>
                <a:lnTo>
                  <a:pt x="568109" y="339648"/>
                </a:lnTo>
                <a:lnTo>
                  <a:pt x="553618" y="377355"/>
                </a:lnTo>
                <a:lnTo>
                  <a:pt x="535305" y="408825"/>
                </a:lnTo>
                <a:lnTo>
                  <a:pt x="542112" y="415658"/>
                </a:lnTo>
                <a:lnTo>
                  <a:pt x="548640" y="422351"/>
                </a:lnTo>
                <a:lnTo>
                  <a:pt x="554596" y="428752"/>
                </a:lnTo>
                <a:lnTo>
                  <a:pt x="559689" y="434733"/>
                </a:lnTo>
                <a:lnTo>
                  <a:pt x="580974" y="399770"/>
                </a:lnTo>
                <a:lnTo>
                  <a:pt x="597268" y="357047"/>
                </a:lnTo>
                <a:lnTo>
                  <a:pt x="608711" y="306489"/>
                </a:lnTo>
                <a:lnTo>
                  <a:pt x="615480" y="248005"/>
                </a:lnTo>
                <a:lnTo>
                  <a:pt x="617639" y="183083"/>
                </a:lnTo>
                <a:lnTo>
                  <a:pt x="617702" y="125069"/>
                </a:lnTo>
                <a:lnTo>
                  <a:pt x="826579" y="125069"/>
                </a:lnTo>
                <a:lnTo>
                  <a:pt x="826579" y="137261"/>
                </a:lnTo>
                <a:lnTo>
                  <a:pt x="858685" y="137261"/>
                </a:lnTo>
                <a:lnTo>
                  <a:pt x="858685" y="125069"/>
                </a:lnTo>
                <a:lnTo>
                  <a:pt x="858685" y="97637"/>
                </a:lnTo>
                <a:lnTo>
                  <a:pt x="858685" y="53441"/>
                </a:lnTo>
                <a:lnTo>
                  <a:pt x="858685" y="25908"/>
                </a:lnTo>
                <a:close/>
              </a:path>
              <a:path w="2208529" h="436880">
                <a:moveTo>
                  <a:pt x="867829" y="263944"/>
                </a:moveTo>
                <a:lnTo>
                  <a:pt x="849388" y="245567"/>
                </a:lnTo>
                <a:lnTo>
                  <a:pt x="830592" y="227088"/>
                </a:lnTo>
                <a:lnTo>
                  <a:pt x="812647" y="210058"/>
                </a:lnTo>
                <a:lnTo>
                  <a:pt x="794575" y="193751"/>
                </a:lnTo>
                <a:lnTo>
                  <a:pt x="773239" y="213563"/>
                </a:lnTo>
                <a:lnTo>
                  <a:pt x="800671" y="240995"/>
                </a:lnTo>
                <a:lnTo>
                  <a:pt x="767257" y="242773"/>
                </a:lnTo>
                <a:lnTo>
                  <a:pt x="678662" y="245567"/>
                </a:lnTo>
                <a:lnTo>
                  <a:pt x="709180" y="217754"/>
                </a:lnTo>
                <a:lnTo>
                  <a:pt x="726313" y="201409"/>
                </a:lnTo>
                <a:lnTo>
                  <a:pt x="744283" y="183083"/>
                </a:lnTo>
                <a:lnTo>
                  <a:pt x="866305" y="183083"/>
                </a:lnTo>
                <a:lnTo>
                  <a:pt x="866305" y="155638"/>
                </a:lnTo>
                <a:lnTo>
                  <a:pt x="628370" y="155638"/>
                </a:lnTo>
                <a:lnTo>
                  <a:pt x="628370" y="183083"/>
                </a:lnTo>
                <a:lnTo>
                  <a:pt x="704570" y="183083"/>
                </a:lnTo>
                <a:lnTo>
                  <a:pt x="685685" y="202488"/>
                </a:lnTo>
                <a:lnTo>
                  <a:pt x="667804" y="219468"/>
                </a:lnTo>
                <a:lnTo>
                  <a:pt x="650773" y="233870"/>
                </a:lnTo>
                <a:lnTo>
                  <a:pt x="634466" y="245554"/>
                </a:lnTo>
                <a:lnTo>
                  <a:pt x="640562" y="276136"/>
                </a:lnTo>
                <a:lnTo>
                  <a:pt x="669150" y="273850"/>
                </a:lnTo>
                <a:lnTo>
                  <a:pt x="709180" y="271564"/>
                </a:lnTo>
                <a:lnTo>
                  <a:pt x="823531" y="266992"/>
                </a:lnTo>
                <a:lnTo>
                  <a:pt x="828103" y="271830"/>
                </a:lnTo>
                <a:lnTo>
                  <a:pt x="832675" y="277088"/>
                </a:lnTo>
                <a:lnTo>
                  <a:pt x="837247" y="282638"/>
                </a:lnTo>
                <a:lnTo>
                  <a:pt x="841819" y="288328"/>
                </a:lnTo>
                <a:lnTo>
                  <a:pt x="864577" y="266992"/>
                </a:lnTo>
                <a:lnTo>
                  <a:pt x="867829" y="263944"/>
                </a:lnTo>
                <a:close/>
              </a:path>
              <a:path w="2208529" h="436880">
                <a:moveTo>
                  <a:pt x="876973" y="385965"/>
                </a:moveTo>
                <a:lnTo>
                  <a:pt x="756475" y="385965"/>
                </a:lnTo>
                <a:lnTo>
                  <a:pt x="756475" y="341668"/>
                </a:lnTo>
                <a:lnTo>
                  <a:pt x="852589" y="341668"/>
                </a:lnTo>
                <a:lnTo>
                  <a:pt x="852589" y="314236"/>
                </a:lnTo>
                <a:lnTo>
                  <a:pt x="756475" y="314236"/>
                </a:lnTo>
                <a:lnTo>
                  <a:pt x="756475" y="277660"/>
                </a:lnTo>
                <a:lnTo>
                  <a:pt x="724471" y="277660"/>
                </a:lnTo>
                <a:lnTo>
                  <a:pt x="724471" y="314236"/>
                </a:lnTo>
                <a:lnTo>
                  <a:pt x="629894" y="314236"/>
                </a:lnTo>
                <a:lnTo>
                  <a:pt x="629894" y="341668"/>
                </a:lnTo>
                <a:lnTo>
                  <a:pt x="724471" y="341668"/>
                </a:lnTo>
                <a:lnTo>
                  <a:pt x="724471" y="385965"/>
                </a:lnTo>
                <a:lnTo>
                  <a:pt x="602449" y="385965"/>
                </a:lnTo>
                <a:lnTo>
                  <a:pt x="602449" y="413397"/>
                </a:lnTo>
                <a:lnTo>
                  <a:pt x="876973" y="413397"/>
                </a:lnTo>
                <a:lnTo>
                  <a:pt x="876973" y="385965"/>
                </a:lnTo>
                <a:close/>
              </a:path>
              <a:path w="2208529" h="436880">
                <a:moveTo>
                  <a:pt x="957732" y="180022"/>
                </a:moveTo>
                <a:lnTo>
                  <a:pt x="925728" y="180022"/>
                </a:lnTo>
                <a:lnTo>
                  <a:pt x="925728" y="434733"/>
                </a:lnTo>
                <a:lnTo>
                  <a:pt x="957732" y="434733"/>
                </a:lnTo>
                <a:lnTo>
                  <a:pt x="957732" y="180022"/>
                </a:lnTo>
                <a:close/>
              </a:path>
              <a:path w="2208529" h="436880">
                <a:moveTo>
                  <a:pt x="1021842" y="161734"/>
                </a:moveTo>
                <a:lnTo>
                  <a:pt x="1010119" y="149136"/>
                </a:lnTo>
                <a:lnTo>
                  <a:pt x="997826" y="136702"/>
                </a:lnTo>
                <a:lnTo>
                  <a:pt x="984935" y="124574"/>
                </a:lnTo>
                <a:lnTo>
                  <a:pt x="971448" y="112877"/>
                </a:lnTo>
                <a:lnTo>
                  <a:pt x="950112" y="131165"/>
                </a:lnTo>
                <a:lnTo>
                  <a:pt x="963307" y="144907"/>
                </a:lnTo>
                <a:lnTo>
                  <a:pt x="975499" y="158496"/>
                </a:lnTo>
                <a:lnTo>
                  <a:pt x="986840" y="171767"/>
                </a:lnTo>
                <a:lnTo>
                  <a:pt x="997458" y="184594"/>
                </a:lnTo>
                <a:lnTo>
                  <a:pt x="1021842" y="161734"/>
                </a:lnTo>
                <a:close/>
              </a:path>
              <a:path w="2208529" h="436880">
                <a:moveTo>
                  <a:pt x="1062990" y="114401"/>
                </a:moveTo>
                <a:lnTo>
                  <a:pt x="1053846" y="104140"/>
                </a:lnTo>
                <a:lnTo>
                  <a:pt x="1044702" y="94018"/>
                </a:lnTo>
                <a:lnTo>
                  <a:pt x="1035558" y="84188"/>
                </a:lnTo>
                <a:lnTo>
                  <a:pt x="1026414" y="74777"/>
                </a:lnTo>
                <a:lnTo>
                  <a:pt x="1003554" y="91541"/>
                </a:lnTo>
                <a:lnTo>
                  <a:pt x="1012647" y="102069"/>
                </a:lnTo>
                <a:lnTo>
                  <a:pt x="1021461" y="112877"/>
                </a:lnTo>
                <a:lnTo>
                  <a:pt x="1029703" y="123685"/>
                </a:lnTo>
                <a:lnTo>
                  <a:pt x="1037082" y="134213"/>
                </a:lnTo>
                <a:lnTo>
                  <a:pt x="1062990" y="114401"/>
                </a:lnTo>
                <a:close/>
              </a:path>
              <a:path w="2208529" h="436880">
                <a:moveTo>
                  <a:pt x="1116330" y="44297"/>
                </a:moveTo>
                <a:lnTo>
                  <a:pt x="991362" y="44297"/>
                </a:lnTo>
                <a:lnTo>
                  <a:pt x="997051" y="33997"/>
                </a:lnTo>
                <a:lnTo>
                  <a:pt x="1014222" y="3048"/>
                </a:lnTo>
                <a:lnTo>
                  <a:pt x="977544" y="3048"/>
                </a:lnTo>
                <a:lnTo>
                  <a:pt x="960170" y="33959"/>
                </a:lnTo>
                <a:lnTo>
                  <a:pt x="940015" y="62763"/>
                </a:lnTo>
                <a:lnTo>
                  <a:pt x="917333" y="89522"/>
                </a:lnTo>
                <a:lnTo>
                  <a:pt x="892200" y="114401"/>
                </a:lnTo>
                <a:lnTo>
                  <a:pt x="915060" y="137261"/>
                </a:lnTo>
                <a:lnTo>
                  <a:pt x="930757" y="122732"/>
                </a:lnTo>
                <a:lnTo>
                  <a:pt x="945730" y="106781"/>
                </a:lnTo>
                <a:lnTo>
                  <a:pt x="959853" y="89687"/>
                </a:lnTo>
                <a:lnTo>
                  <a:pt x="972972" y="71729"/>
                </a:lnTo>
                <a:lnTo>
                  <a:pt x="1116330" y="71729"/>
                </a:lnTo>
                <a:lnTo>
                  <a:pt x="1116330" y="44297"/>
                </a:lnTo>
                <a:close/>
              </a:path>
              <a:path w="2208529" h="436880">
                <a:moveTo>
                  <a:pt x="1203299" y="204406"/>
                </a:moveTo>
                <a:lnTo>
                  <a:pt x="1172819" y="204406"/>
                </a:lnTo>
                <a:lnTo>
                  <a:pt x="1172819" y="231851"/>
                </a:lnTo>
                <a:lnTo>
                  <a:pt x="1172819" y="273088"/>
                </a:lnTo>
                <a:lnTo>
                  <a:pt x="1172819" y="298996"/>
                </a:lnTo>
                <a:lnTo>
                  <a:pt x="1172819" y="343192"/>
                </a:lnTo>
                <a:lnTo>
                  <a:pt x="1049274" y="343192"/>
                </a:lnTo>
                <a:lnTo>
                  <a:pt x="1049274" y="298996"/>
                </a:lnTo>
                <a:lnTo>
                  <a:pt x="1172819" y="298996"/>
                </a:lnTo>
                <a:lnTo>
                  <a:pt x="1172819" y="273088"/>
                </a:lnTo>
                <a:lnTo>
                  <a:pt x="1049274" y="273088"/>
                </a:lnTo>
                <a:lnTo>
                  <a:pt x="1049274" y="231851"/>
                </a:lnTo>
                <a:lnTo>
                  <a:pt x="1172819" y="231851"/>
                </a:lnTo>
                <a:lnTo>
                  <a:pt x="1172819" y="204406"/>
                </a:lnTo>
                <a:lnTo>
                  <a:pt x="1018794" y="204406"/>
                </a:lnTo>
                <a:lnTo>
                  <a:pt x="1018794" y="385965"/>
                </a:lnTo>
                <a:lnTo>
                  <a:pt x="1049274" y="385965"/>
                </a:lnTo>
                <a:lnTo>
                  <a:pt x="1049274" y="369201"/>
                </a:lnTo>
                <a:lnTo>
                  <a:pt x="1203299" y="369201"/>
                </a:lnTo>
                <a:lnTo>
                  <a:pt x="1203299" y="343192"/>
                </a:lnTo>
                <a:lnTo>
                  <a:pt x="1203299" y="298996"/>
                </a:lnTo>
                <a:lnTo>
                  <a:pt x="1203299" y="273088"/>
                </a:lnTo>
                <a:lnTo>
                  <a:pt x="1203299" y="231851"/>
                </a:lnTo>
                <a:lnTo>
                  <a:pt x="1203299" y="204406"/>
                </a:lnTo>
                <a:close/>
              </a:path>
              <a:path w="2208529" h="436880">
                <a:moveTo>
                  <a:pt x="1249019" y="115925"/>
                </a:moveTo>
                <a:lnTo>
                  <a:pt x="1241564" y="106489"/>
                </a:lnTo>
                <a:lnTo>
                  <a:pt x="1232827" y="96494"/>
                </a:lnTo>
                <a:lnTo>
                  <a:pt x="1222654" y="85915"/>
                </a:lnTo>
                <a:lnTo>
                  <a:pt x="1210919" y="74777"/>
                </a:lnTo>
                <a:lnTo>
                  <a:pt x="1188059" y="90017"/>
                </a:lnTo>
                <a:lnTo>
                  <a:pt x="1200632" y="104876"/>
                </a:lnTo>
                <a:lnTo>
                  <a:pt x="1210919" y="117449"/>
                </a:lnTo>
                <a:lnTo>
                  <a:pt x="1218920" y="127736"/>
                </a:lnTo>
                <a:lnTo>
                  <a:pt x="1224635" y="135737"/>
                </a:lnTo>
                <a:lnTo>
                  <a:pt x="1249019" y="115925"/>
                </a:lnTo>
                <a:close/>
              </a:path>
              <a:path w="2208529" h="436880">
                <a:moveTo>
                  <a:pt x="1297876" y="137261"/>
                </a:moveTo>
                <a:lnTo>
                  <a:pt x="1046226" y="137261"/>
                </a:lnTo>
                <a:lnTo>
                  <a:pt x="1046226" y="164782"/>
                </a:lnTo>
                <a:lnTo>
                  <a:pt x="1265872" y="164782"/>
                </a:lnTo>
                <a:lnTo>
                  <a:pt x="1265872" y="375297"/>
                </a:lnTo>
                <a:lnTo>
                  <a:pt x="1264170" y="387057"/>
                </a:lnTo>
                <a:lnTo>
                  <a:pt x="1259154" y="395109"/>
                </a:lnTo>
                <a:lnTo>
                  <a:pt x="1251000" y="399719"/>
                </a:lnTo>
                <a:lnTo>
                  <a:pt x="1240802" y="401091"/>
                </a:lnTo>
                <a:lnTo>
                  <a:pt x="1212634" y="401015"/>
                </a:lnTo>
                <a:lnTo>
                  <a:pt x="1197648" y="400558"/>
                </a:lnTo>
                <a:lnTo>
                  <a:pt x="1181963" y="399681"/>
                </a:lnTo>
                <a:lnTo>
                  <a:pt x="1184224" y="409397"/>
                </a:lnTo>
                <a:lnTo>
                  <a:pt x="1188173" y="425399"/>
                </a:lnTo>
                <a:lnTo>
                  <a:pt x="1189583" y="431685"/>
                </a:lnTo>
                <a:lnTo>
                  <a:pt x="1202385" y="432562"/>
                </a:lnTo>
                <a:lnTo>
                  <a:pt x="1215491" y="433019"/>
                </a:lnTo>
                <a:lnTo>
                  <a:pt x="1228585" y="433184"/>
                </a:lnTo>
                <a:lnTo>
                  <a:pt x="1241399" y="433209"/>
                </a:lnTo>
                <a:lnTo>
                  <a:pt x="1266329" y="429755"/>
                </a:lnTo>
                <a:lnTo>
                  <a:pt x="1283957" y="419303"/>
                </a:lnTo>
                <a:lnTo>
                  <a:pt x="1294422" y="401701"/>
                </a:lnTo>
                <a:lnTo>
                  <a:pt x="1294485" y="401205"/>
                </a:lnTo>
                <a:lnTo>
                  <a:pt x="1297876" y="376821"/>
                </a:lnTo>
                <a:lnTo>
                  <a:pt x="1297876" y="137261"/>
                </a:lnTo>
                <a:close/>
              </a:path>
              <a:path w="2208529" h="436880">
                <a:moveTo>
                  <a:pt x="1322260" y="44297"/>
                </a:moveTo>
                <a:lnTo>
                  <a:pt x="1181963" y="44297"/>
                </a:lnTo>
                <a:lnTo>
                  <a:pt x="1187653" y="33997"/>
                </a:lnTo>
                <a:lnTo>
                  <a:pt x="1204823" y="3048"/>
                </a:lnTo>
                <a:lnTo>
                  <a:pt x="1166723" y="3048"/>
                </a:lnTo>
                <a:lnTo>
                  <a:pt x="1151242" y="33083"/>
                </a:lnTo>
                <a:lnTo>
                  <a:pt x="1134325" y="61239"/>
                </a:lnTo>
                <a:lnTo>
                  <a:pt x="1115669" y="87376"/>
                </a:lnTo>
                <a:lnTo>
                  <a:pt x="1094994" y="111353"/>
                </a:lnTo>
                <a:lnTo>
                  <a:pt x="1117968" y="125920"/>
                </a:lnTo>
                <a:lnTo>
                  <a:pt x="1156411" y="86563"/>
                </a:lnTo>
                <a:lnTo>
                  <a:pt x="1166723" y="71729"/>
                </a:lnTo>
                <a:lnTo>
                  <a:pt x="1322260" y="71729"/>
                </a:lnTo>
                <a:lnTo>
                  <a:pt x="1322260" y="44297"/>
                </a:lnTo>
                <a:close/>
              </a:path>
              <a:path w="2208529" h="436880">
                <a:moveTo>
                  <a:pt x="1773656" y="312712"/>
                </a:moveTo>
                <a:lnTo>
                  <a:pt x="1575435" y="312712"/>
                </a:lnTo>
                <a:lnTo>
                  <a:pt x="1575435" y="262420"/>
                </a:lnTo>
                <a:lnTo>
                  <a:pt x="1697456" y="262420"/>
                </a:lnTo>
                <a:lnTo>
                  <a:pt x="1697456" y="283756"/>
                </a:lnTo>
                <a:lnTo>
                  <a:pt x="1730984" y="283756"/>
                </a:lnTo>
                <a:lnTo>
                  <a:pt x="1730984" y="70205"/>
                </a:lnTo>
                <a:lnTo>
                  <a:pt x="1697456" y="70205"/>
                </a:lnTo>
                <a:lnTo>
                  <a:pt x="1697456" y="102209"/>
                </a:lnTo>
                <a:lnTo>
                  <a:pt x="1697456" y="151066"/>
                </a:lnTo>
                <a:lnTo>
                  <a:pt x="1697456" y="181546"/>
                </a:lnTo>
                <a:lnTo>
                  <a:pt x="1697456" y="231838"/>
                </a:lnTo>
                <a:lnTo>
                  <a:pt x="1575435" y="231838"/>
                </a:lnTo>
                <a:lnTo>
                  <a:pt x="1575435" y="181546"/>
                </a:lnTo>
                <a:lnTo>
                  <a:pt x="1697456" y="181546"/>
                </a:lnTo>
                <a:lnTo>
                  <a:pt x="1697456" y="151066"/>
                </a:lnTo>
                <a:lnTo>
                  <a:pt x="1575435" y="151066"/>
                </a:lnTo>
                <a:lnTo>
                  <a:pt x="1575435" y="102209"/>
                </a:lnTo>
                <a:lnTo>
                  <a:pt x="1697456" y="102209"/>
                </a:lnTo>
                <a:lnTo>
                  <a:pt x="1697456" y="70205"/>
                </a:lnTo>
                <a:lnTo>
                  <a:pt x="1640967" y="70205"/>
                </a:lnTo>
                <a:lnTo>
                  <a:pt x="1662506" y="46151"/>
                </a:lnTo>
                <a:lnTo>
                  <a:pt x="1673796" y="33261"/>
                </a:lnTo>
                <a:lnTo>
                  <a:pt x="1685264" y="19812"/>
                </a:lnTo>
                <a:lnTo>
                  <a:pt x="1650111" y="1524"/>
                </a:lnTo>
                <a:lnTo>
                  <a:pt x="1637563" y="19761"/>
                </a:lnTo>
                <a:lnTo>
                  <a:pt x="1625155" y="37579"/>
                </a:lnTo>
                <a:lnTo>
                  <a:pt x="1613039" y="54546"/>
                </a:lnTo>
                <a:lnTo>
                  <a:pt x="1601343" y="70205"/>
                </a:lnTo>
                <a:lnTo>
                  <a:pt x="1541907" y="70205"/>
                </a:lnTo>
                <a:lnTo>
                  <a:pt x="1541907" y="102209"/>
                </a:lnTo>
                <a:lnTo>
                  <a:pt x="1541907" y="151066"/>
                </a:lnTo>
                <a:lnTo>
                  <a:pt x="1541907" y="181546"/>
                </a:lnTo>
                <a:lnTo>
                  <a:pt x="1541907" y="231838"/>
                </a:lnTo>
                <a:lnTo>
                  <a:pt x="1419898" y="231838"/>
                </a:lnTo>
                <a:lnTo>
                  <a:pt x="1419898" y="181546"/>
                </a:lnTo>
                <a:lnTo>
                  <a:pt x="1541907" y="181546"/>
                </a:lnTo>
                <a:lnTo>
                  <a:pt x="1541907" y="151066"/>
                </a:lnTo>
                <a:lnTo>
                  <a:pt x="1419898" y="151066"/>
                </a:lnTo>
                <a:lnTo>
                  <a:pt x="1419898" y="102209"/>
                </a:lnTo>
                <a:lnTo>
                  <a:pt x="1541907" y="102209"/>
                </a:lnTo>
                <a:lnTo>
                  <a:pt x="1541907" y="70205"/>
                </a:lnTo>
                <a:lnTo>
                  <a:pt x="1497622" y="70205"/>
                </a:lnTo>
                <a:lnTo>
                  <a:pt x="1514386" y="58013"/>
                </a:lnTo>
                <a:lnTo>
                  <a:pt x="1501495" y="43980"/>
                </a:lnTo>
                <a:lnTo>
                  <a:pt x="1487906" y="29540"/>
                </a:lnTo>
                <a:lnTo>
                  <a:pt x="1473441" y="14846"/>
                </a:lnTo>
                <a:lnTo>
                  <a:pt x="1457998" y="0"/>
                </a:lnTo>
                <a:lnTo>
                  <a:pt x="1432090" y="19812"/>
                </a:lnTo>
                <a:lnTo>
                  <a:pt x="1477810" y="70205"/>
                </a:lnTo>
                <a:lnTo>
                  <a:pt x="1386268" y="70205"/>
                </a:lnTo>
                <a:lnTo>
                  <a:pt x="1386268" y="283756"/>
                </a:lnTo>
                <a:lnTo>
                  <a:pt x="1419898" y="283756"/>
                </a:lnTo>
                <a:lnTo>
                  <a:pt x="1419898" y="262420"/>
                </a:lnTo>
                <a:lnTo>
                  <a:pt x="1541907" y="262420"/>
                </a:lnTo>
                <a:lnTo>
                  <a:pt x="1541907" y="312712"/>
                </a:lnTo>
                <a:lnTo>
                  <a:pt x="1343596" y="312712"/>
                </a:lnTo>
                <a:lnTo>
                  <a:pt x="1343596" y="343192"/>
                </a:lnTo>
                <a:lnTo>
                  <a:pt x="1541907" y="343192"/>
                </a:lnTo>
                <a:lnTo>
                  <a:pt x="1541907" y="436257"/>
                </a:lnTo>
                <a:lnTo>
                  <a:pt x="1575435" y="436257"/>
                </a:lnTo>
                <a:lnTo>
                  <a:pt x="1575435" y="343192"/>
                </a:lnTo>
                <a:lnTo>
                  <a:pt x="1773656" y="343192"/>
                </a:lnTo>
                <a:lnTo>
                  <a:pt x="1773656" y="312712"/>
                </a:lnTo>
                <a:close/>
              </a:path>
              <a:path w="2208529" h="436880">
                <a:moveTo>
                  <a:pt x="1976539" y="76301"/>
                </a:moveTo>
                <a:lnTo>
                  <a:pt x="1941385" y="76301"/>
                </a:lnTo>
                <a:lnTo>
                  <a:pt x="1941385" y="108305"/>
                </a:lnTo>
                <a:lnTo>
                  <a:pt x="1941385" y="215087"/>
                </a:lnTo>
                <a:lnTo>
                  <a:pt x="1941385" y="247091"/>
                </a:lnTo>
                <a:lnTo>
                  <a:pt x="1941385" y="357009"/>
                </a:lnTo>
                <a:lnTo>
                  <a:pt x="1842325" y="357009"/>
                </a:lnTo>
                <a:lnTo>
                  <a:pt x="1842325" y="247091"/>
                </a:lnTo>
                <a:lnTo>
                  <a:pt x="1941385" y="247091"/>
                </a:lnTo>
                <a:lnTo>
                  <a:pt x="1941385" y="215087"/>
                </a:lnTo>
                <a:lnTo>
                  <a:pt x="1842325" y="215087"/>
                </a:lnTo>
                <a:lnTo>
                  <a:pt x="1842325" y="108305"/>
                </a:lnTo>
                <a:lnTo>
                  <a:pt x="1941385" y="108305"/>
                </a:lnTo>
                <a:lnTo>
                  <a:pt x="1941385" y="76301"/>
                </a:lnTo>
                <a:lnTo>
                  <a:pt x="1889569" y="76301"/>
                </a:lnTo>
                <a:lnTo>
                  <a:pt x="1895551" y="61163"/>
                </a:lnTo>
                <a:lnTo>
                  <a:pt x="1901952" y="45580"/>
                </a:lnTo>
                <a:lnTo>
                  <a:pt x="1908644" y="29718"/>
                </a:lnTo>
                <a:lnTo>
                  <a:pt x="1915477" y="13716"/>
                </a:lnTo>
                <a:lnTo>
                  <a:pt x="1878901" y="3048"/>
                </a:lnTo>
                <a:lnTo>
                  <a:pt x="1872907" y="19646"/>
                </a:lnTo>
                <a:lnTo>
                  <a:pt x="1866328" y="37388"/>
                </a:lnTo>
                <a:lnTo>
                  <a:pt x="1859191" y="56286"/>
                </a:lnTo>
                <a:lnTo>
                  <a:pt x="1851469" y="76301"/>
                </a:lnTo>
                <a:lnTo>
                  <a:pt x="1807184" y="76301"/>
                </a:lnTo>
                <a:lnTo>
                  <a:pt x="1807184" y="427113"/>
                </a:lnTo>
                <a:lnTo>
                  <a:pt x="1842325" y="427113"/>
                </a:lnTo>
                <a:lnTo>
                  <a:pt x="1842325" y="390537"/>
                </a:lnTo>
                <a:lnTo>
                  <a:pt x="1941385" y="390537"/>
                </a:lnTo>
                <a:lnTo>
                  <a:pt x="1941385" y="424065"/>
                </a:lnTo>
                <a:lnTo>
                  <a:pt x="1976539" y="424065"/>
                </a:lnTo>
                <a:lnTo>
                  <a:pt x="1976539" y="390537"/>
                </a:lnTo>
                <a:lnTo>
                  <a:pt x="1976539" y="357009"/>
                </a:lnTo>
                <a:lnTo>
                  <a:pt x="1976539" y="247091"/>
                </a:lnTo>
                <a:lnTo>
                  <a:pt x="1976539" y="215087"/>
                </a:lnTo>
                <a:lnTo>
                  <a:pt x="1976539" y="108305"/>
                </a:lnTo>
                <a:lnTo>
                  <a:pt x="1976539" y="76301"/>
                </a:lnTo>
                <a:close/>
              </a:path>
              <a:path w="2208529" h="436880">
                <a:moveTo>
                  <a:pt x="2125980" y="274612"/>
                </a:moveTo>
                <a:lnTo>
                  <a:pt x="2109965" y="252869"/>
                </a:lnTo>
                <a:lnTo>
                  <a:pt x="2091639" y="228993"/>
                </a:lnTo>
                <a:lnTo>
                  <a:pt x="2071039" y="203149"/>
                </a:lnTo>
                <a:lnTo>
                  <a:pt x="2048167" y="175463"/>
                </a:lnTo>
                <a:lnTo>
                  <a:pt x="2022259" y="195275"/>
                </a:lnTo>
                <a:lnTo>
                  <a:pt x="2041372" y="221310"/>
                </a:lnTo>
                <a:lnTo>
                  <a:pt x="2059787" y="246938"/>
                </a:lnTo>
                <a:lnTo>
                  <a:pt x="2077377" y="272288"/>
                </a:lnTo>
                <a:lnTo>
                  <a:pt x="2093976" y="297472"/>
                </a:lnTo>
                <a:lnTo>
                  <a:pt x="2125980" y="274612"/>
                </a:lnTo>
                <a:close/>
              </a:path>
              <a:path w="2208529" h="436880">
                <a:moveTo>
                  <a:pt x="2208276" y="74777"/>
                </a:moveTo>
                <a:lnTo>
                  <a:pt x="2066455" y="74777"/>
                </a:lnTo>
                <a:lnTo>
                  <a:pt x="2072170" y="59639"/>
                </a:lnTo>
                <a:lnTo>
                  <a:pt x="2077885" y="44056"/>
                </a:lnTo>
                <a:lnTo>
                  <a:pt x="2083600" y="28194"/>
                </a:lnTo>
                <a:lnTo>
                  <a:pt x="2089315" y="12192"/>
                </a:lnTo>
                <a:lnTo>
                  <a:pt x="2052739" y="3048"/>
                </a:lnTo>
                <a:lnTo>
                  <a:pt x="2037918" y="49352"/>
                </a:lnTo>
                <a:lnTo>
                  <a:pt x="2021116" y="91922"/>
                </a:lnTo>
                <a:lnTo>
                  <a:pt x="2002586" y="130492"/>
                </a:lnTo>
                <a:lnTo>
                  <a:pt x="1982635" y="164795"/>
                </a:lnTo>
                <a:lnTo>
                  <a:pt x="1991461" y="169341"/>
                </a:lnTo>
                <a:lnTo>
                  <a:pt x="1999589" y="173748"/>
                </a:lnTo>
                <a:lnTo>
                  <a:pt x="2006841" y="177863"/>
                </a:lnTo>
                <a:lnTo>
                  <a:pt x="2013115" y="181559"/>
                </a:lnTo>
                <a:lnTo>
                  <a:pt x="2023376" y="164934"/>
                </a:lnTo>
                <a:lnTo>
                  <a:pt x="2033498" y="147027"/>
                </a:lnTo>
                <a:lnTo>
                  <a:pt x="2043328" y="127685"/>
                </a:lnTo>
                <a:lnTo>
                  <a:pt x="2052739" y="106781"/>
                </a:lnTo>
                <a:lnTo>
                  <a:pt x="2170176" y="106781"/>
                </a:lnTo>
                <a:lnTo>
                  <a:pt x="2169236" y="172859"/>
                </a:lnTo>
                <a:lnTo>
                  <a:pt x="2168169" y="228993"/>
                </a:lnTo>
                <a:lnTo>
                  <a:pt x="2166772" y="278650"/>
                </a:lnTo>
                <a:lnTo>
                  <a:pt x="2164956" y="318376"/>
                </a:lnTo>
                <a:lnTo>
                  <a:pt x="2159101" y="367347"/>
                </a:lnTo>
                <a:lnTo>
                  <a:pt x="2119884" y="390537"/>
                </a:lnTo>
                <a:lnTo>
                  <a:pt x="2101265" y="390220"/>
                </a:lnTo>
                <a:lnTo>
                  <a:pt x="2081923" y="389204"/>
                </a:lnTo>
                <a:lnTo>
                  <a:pt x="2061730" y="387311"/>
                </a:lnTo>
                <a:lnTo>
                  <a:pt x="2040547" y="384441"/>
                </a:lnTo>
                <a:lnTo>
                  <a:pt x="2039023" y="384441"/>
                </a:lnTo>
                <a:lnTo>
                  <a:pt x="2041042" y="393623"/>
                </a:lnTo>
                <a:lnTo>
                  <a:pt x="2042642" y="403110"/>
                </a:lnTo>
                <a:lnTo>
                  <a:pt x="2043950" y="413156"/>
                </a:lnTo>
                <a:lnTo>
                  <a:pt x="2045119" y="424065"/>
                </a:lnTo>
                <a:lnTo>
                  <a:pt x="2086305" y="426161"/>
                </a:lnTo>
                <a:lnTo>
                  <a:pt x="2106917" y="426847"/>
                </a:lnTo>
                <a:lnTo>
                  <a:pt x="2127504" y="427113"/>
                </a:lnTo>
                <a:lnTo>
                  <a:pt x="2157768" y="422821"/>
                </a:lnTo>
                <a:lnTo>
                  <a:pt x="2192439" y="390537"/>
                </a:lnTo>
                <a:lnTo>
                  <a:pt x="2200554" y="334098"/>
                </a:lnTo>
                <a:lnTo>
                  <a:pt x="2203132" y="257797"/>
                </a:lnTo>
                <a:lnTo>
                  <a:pt x="2206167" y="147027"/>
                </a:lnTo>
                <a:lnTo>
                  <a:pt x="2207336" y="106781"/>
                </a:lnTo>
                <a:lnTo>
                  <a:pt x="2208276" y="747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675221" y="1929669"/>
            <a:ext cx="234950" cy="325120"/>
          </a:xfrm>
          <a:custGeom>
            <a:avLst/>
            <a:gdLst/>
            <a:ahLst/>
            <a:cxnLst/>
            <a:rect l="l" t="t" r="r" b="b"/>
            <a:pathLst>
              <a:path w="234950" h="325119">
                <a:moveTo>
                  <a:pt x="147923" y="324897"/>
                </a:moveTo>
                <a:lnTo>
                  <a:pt x="87641" y="314408"/>
                </a:lnTo>
                <a:lnTo>
                  <a:pt x="41148" y="282130"/>
                </a:lnTo>
                <a:lnTo>
                  <a:pt x="10287" y="231826"/>
                </a:lnTo>
                <a:lnTo>
                  <a:pt x="0" y="167735"/>
                </a:lnTo>
                <a:lnTo>
                  <a:pt x="2857" y="132620"/>
                </a:lnTo>
                <a:lnTo>
                  <a:pt x="25717" y="72071"/>
                </a:lnTo>
                <a:lnTo>
                  <a:pt x="70010" y="26360"/>
                </a:lnTo>
                <a:lnTo>
                  <a:pt x="127198" y="2881"/>
                </a:lnTo>
                <a:lnTo>
                  <a:pt x="160115" y="0"/>
                </a:lnTo>
                <a:lnTo>
                  <a:pt x="181856" y="857"/>
                </a:lnTo>
                <a:lnTo>
                  <a:pt x="201453" y="3428"/>
                </a:lnTo>
                <a:lnTo>
                  <a:pt x="219051" y="7715"/>
                </a:lnTo>
                <a:lnTo>
                  <a:pt x="234791" y="13715"/>
                </a:lnTo>
                <a:lnTo>
                  <a:pt x="234791" y="51815"/>
                </a:lnTo>
                <a:lnTo>
                  <a:pt x="217336" y="43814"/>
                </a:lnTo>
                <a:lnTo>
                  <a:pt x="199167" y="38099"/>
                </a:lnTo>
                <a:lnTo>
                  <a:pt x="180141" y="34670"/>
                </a:lnTo>
                <a:lnTo>
                  <a:pt x="160115" y="33527"/>
                </a:lnTo>
                <a:lnTo>
                  <a:pt x="134056" y="35813"/>
                </a:lnTo>
                <a:lnTo>
                  <a:pt x="90584" y="54101"/>
                </a:lnTo>
                <a:lnTo>
                  <a:pt x="58269" y="89232"/>
                </a:lnTo>
                <a:lnTo>
                  <a:pt x="41648" y="137706"/>
                </a:lnTo>
                <a:lnTo>
                  <a:pt x="39624" y="166211"/>
                </a:lnTo>
                <a:lnTo>
                  <a:pt x="41386" y="193412"/>
                </a:lnTo>
                <a:lnTo>
                  <a:pt x="56340" y="239171"/>
                </a:lnTo>
                <a:lnTo>
                  <a:pt x="87250" y="272629"/>
                </a:lnTo>
                <a:lnTo>
                  <a:pt x="128437" y="289250"/>
                </a:lnTo>
                <a:lnTo>
                  <a:pt x="152495" y="291274"/>
                </a:lnTo>
                <a:lnTo>
                  <a:pt x="175641" y="290107"/>
                </a:lnTo>
                <a:lnTo>
                  <a:pt x="197072" y="286511"/>
                </a:lnTo>
                <a:lnTo>
                  <a:pt x="216789" y="280344"/>
                </a:lnTo>
                <a:lnTo>
                  <a:pt x="234791" y="271462"/>
                </a:lnTo>
                <a:lnTo>
                  <a:pt x="234791" y="306609"/>
                </a:lnTo>
                <a:lnTo>
                  <a:pt x="216503" y="314610"/>
                </a:lnTo>
                <a:lnTo>
                  <a:pt x="195929" y="320325"/>
                </a:lnTo>
                <a:lnTo>
                  <a:pt x="173069" y="323754"/>
                </a:lnTo>
                <a:lnTo>
                  <a:pt x="147923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58875" y="1929669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68580" y="324897"/>
                </a:moveTo>
                <a:lnTo>
                  <a:pt x="60960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6034"/>
                </a:lnTo>
                <a:lnTo>
                  <a:pt x="24384" y="279082"/>
                </a:lnTo>
                <a:lnTo>
                  <a:pt x="32004" y="282130"/>
                </a:lnTo>
                <a:lnTo>
                  <a:pt x="39624" y="283654"/>
                </a:lnTo>
                <a:lnTo>
                  <a:pt x="47244" y="286702"/>
                </a:lnTo>
                <a:lnTo>
                  <a:pt x="70104" y="291274"/>
                </a:lnTo>
                <a:lnTo>
                  <a:pt x="85344" y="291274"/>
                </a:lnTo>
                <a:lnTo>
                  <a:pt x="125674" y="284845"/>
                </a:lnTo>
                <a:lnTo>
                  <a:pt x="151376" y="254222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50971" y="227266"/>
                </a:lnTo>
                <a:lnTo>
                  <a:pt x="146399" y="221170"/>
                </a:lnTo>
                <a:lnTo>
                  <a:pt x="143351" y="215074"/>
                </a:lnTo>
                <a:lnTo>
                  <a:pt x="79248" y="173831"/>
                </a:lnTo>
                <a:lnTo>
                  <a:pt x="62865" y="165449"/>
                </a:lnTo>
                <a:lnTo>
                  <a:pt x="55673" y="161401"/>
                </a:lnTo>
                <a:lnTo>
                  <a:pt x="22859" y="137255"/>
                </a:lnTo>
                <a:lnTo>
                  <a:pt x="2667" y="100286"/>
                </a:lnTo>
                <a:lnTo>
                  <a:pt x="1524" y="83819"/>
                </a:lnTo>
                <a:lnTo>
                  <a:pt x="2095" y="73818"/>
                </a:lnTo>
                <a:lnTo>
                  <a:pt x="21145" y="32384"/>
                </a:lnTo>
                <a:lnTo>
                  <a:pt x="60340" y="8024"/>
                </a:lnTo>
                <a:lnTo>
                  <a:pt x="99464" y="285"/>
                </a:lnTo>
                <a:lnTo>
                  <a:pt x="109728" y="0"/>
                </a:lnTo>
                <a:lnTo>
                  <a:pt x="131190" y="809"/>
                </a:lnTo>
                <a:lnTo>
                  <a:pt x="149625" y="3047"/>
                </a:lnTo>
                <a:lnTo>
                  <a:pt x="164900" y="6429"/>
                </a:lnTo>
                <a:lnTo>
                  <a:pt x="176879" y="10667"/>
                </a:lnTo>
                <a:lnTo>
                  <a:pt x="176879" y="53339"/>
                </a:lnTo>
                <a:lnTo>
                  <a:pt x="162280" y="44457"/>
                </a:lnTo>
                <a:lnTo>
                  <a:pt x="145815" y="38290"/>
                </a:lnTo>
                <a:lnTo>
                  <a:pt x="127332" y="34694"/>
                </a:lnTo>
                <a:lnTo>
                  <a:pt x="106679" y="33527"/>
                </a:lnTo>
                <a:lnTo>
                  <a:pt x="89916" y="33527"/>
                </a:lnTo>
                <a:lnTo>
                  <a:pt x="82296" y="36575"/>
                </a:lnTo>
                <a:lnTo>
                  <a:pt x="67056" y="39623"/>
                </a:lnTo>
                <a:lnTo>
                  <a:pt x="60960" y="44195"/>
                </a:lnTo>
                <a:lnTo>
                  <a:pt x="54864" y="47243"/>
                </a:lnTo>
                <a:lnTo>
                  <a:pt x="48768" y="53339"/>
                </a:lnTo>
                <a:lnTo>
                  <a:pt x="45719" y="59435"/>
                </a:lnTo>
                <a:lnTo>
                  <a:pt x="41148" y="64007"/>
                </a:lnTo>
                <a:lnTo>
                  <a:pt x="39624" y="71627"/>
                </a:lnTo>
                <a:lnTo>
                  <a:pt x="39624" y="88391"/>
                </a:lnTo>
                <a:lnTo>
                  <a:pt x="41148" y="96107"/>
                </a:lnTo>
                <a:lnTo>
                  <a:pt x="77724" y="131159"/>
                </a:lnTo>
                <a:lnTo>
                  <a:pt x="91630" y="138207"/>
                </a:lnTo>
                <a:lnTo>
                  <a:pt x="106679" y="146399"/>
                </a:lnTo>
                <a:lnTo>
                  <a:pt x="115539" y="150971"/>
                </a:lnTo>
                <a:lnTo>
                  <a:pt x="123836" y="155543"/>
                </a:lnTo>
                <a:lnTo>
                  <a:pt x="131580" y="160115"/>
                </a:lnTo>
                <a:lnTo>
                  <a:pt x="138779" y="164687"/>
                </a:lnTo>
                <a:lnTo>
                  <a:pt x="146494" y="169283"/>
                </a:lnTo>
                <a:lnTo>
                  <a:pt x="176498" y="196167"/>
                </a:lnTo>
                <a:lnTo>
                  <a:pt x="190285" y="232124"/>
                </a:lnTo>
                <a:lnTo>
                  <a:pt x="190595" y="240982"/>
                </a:lnTo>
                <a:lnTo>
                  <a:pt x="190023" y="251864"/>
                </a:lnTo>
                <a:lnTo>
                  <a:pt x="170973" y="293798"/>
                </a:lnTo>
                <a:lnTo>
                  <a:pt x="131095" y="317730"/>
                </a:lnTo>
                <a:lnTo>
                  <a:pt x="90416" y="324611"/>
                </a:lnTo>
                <a:lnTo>
                  <a:pt x="68580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96715" y="1929669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68675" y="324897"/>
                </a:moveTo>
                <a:lnTo>
                  <a:pt x="61055" y="323373"/>
                </a:lnTo>
                <a:lnTo>
                  <a:pt x="53435" y="323373"/>
                </a:lnTo>
                <a:lnTo>
                  <a:pt x="30480" y="318801"/>
                </a:lnTo>
                <a:lnTo>
                  <a:pt x="24384" y="317277"/>
                </a:lnTo>
                <a:lnTo>
                  <a:pt x="16764" y="314229"/>
                </a:lnTo>
                <a:lnTo>
                  <a:pt x="10668" y="312705"/>
                </a:lnTo>
                <a:lnTo>
                  <a:pt x="4572" y="309657"/>
                </a:lnTo>
                <a:lnTo>
                  <a:pt x="0" y="306609"/>
                </a:lnTo>
                <a:lnTo>
                  <a:pt x="0" y="263842"/>
                </a:lnTo>
                <a:lnTo>
                  <a:pt x="6096" y="268414"/>
                </a:lnTo>
                <a:lnTo>
                  <a:pt x="12192" y="271462"/>
                </a:lnTo>
                <a:lnTo>
                  <a:pt x="18288" y="276034"/>
                </a:lnTo>
                <a:lnTo>
                  <a:pt x="25908" y="279082"/>
                </a:lnTo>
                <a:lnTo>
                  <a:pt x="32099" y="282130"/>
                </a:lnTo>
                <a:lnTo>
                  <a:pt x="41243" y="283654"/>
                </a:lnTo>
                <a:lnTo>
                  <a:pt x="48863" y="286702"/>
                </a:lnTo>
                <a:lnTo>
                  <a:pt x="71723" y="291274"/>
                </a:lnTo>
                <a:lnTo>
                  <a:pt x="85439" y="291274"/>
                </a:lnTo>
                <a:lnTo>
                  <a:pt x="101441" y="290655"/>
                </a:lnTo>
                <a:lnTo>
                  <a:pt x="142851" y="272510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50971" y="227266"/>
                </a:lnTo>
                <a:lnTo>
                  <a:pt x="146399" y="221170"/>
                </a:lnTo>
                <a:lnTo>
                  <a:pt x="143351" y="215074"/>
                </a:lnTo>
                <a:lnTo>
                  <a:pt x="101417" y="185404"/>
                </a:lnTo>
                <a:lnTo>
                  <a:pt x="87082" y="177498"/>
                </a:lnTo>
                <a:lnTo>
                  <a:pt x="48863" y="157067"/>
                </a:lnTo>
                <a:lnTo>
                  <a:pt x="24384" y="137255"/>
                </a:lnTo>
                <a:lnTo>
                  <a:pt x="18978" y="132397"/>
                </a:lnTo>
                <a:lnTo>
                  <a:pt x="1833" y="92495"/>
                </a:lnTo>
                <a:lnTo>
                  <a:pt x="1524" y="83819"/>
                </a:lnTo>
                <a:lnTo>
                  <a:pt x="2095" y="73818"/>
                </a:lnTo>
                <a:lnTo>
                  <a:pt x="21157" y="32384"/>
                </a:lnTo>
                <a:lnTo>
                  <a:pt x="60436" y="8024"/>
                </a:lnTo>
                <a:lnTo>
                  <a:pt x="99774" y="285"/>
                </a:lnTo>
                <a:lnTo>
                  <a:pt x="109823" y="0"/>
                </a:lnTo>
                <a:lnTo>
                  <a:pt x="131898" y="809"/>
                </a:lnTo>
                <a:lnTo>
                  <a:pt x="150411" y="3047"/>
                </a:lnTo>
                <a:lnTo>
                  <a:pt x="165798" y="6429"/>
                </a:lnTo>
                <a:lnTo>
                  <a:pt x="178498" y="10667"/>
                </a:lnTo>
                <a:lnTo>
                  <a:pt x="178498" y="53339"/>
                </a:lnTo>
                <a:lnTo>
                  <a:pt x="163608" y="44457"/>
                </a:lnTo>
                <a:lnTo>
                  <a:pt x="146601" y="38290"/>
                </a:lnTo>
                <a:lnTo>
                  <a:pt x="127612" y="34694"/>
                </a:lnTo>
                <a:lnTo>
                  <a:pt x="106775" y="33527"/>
                </a:lnTo>
                <a:lnTo>
                  <a:pt x="90011" y="33527"/>
                </a:lnTo>
                <a:lnTo>
                  <a:pt x="82391" y="36575"/>
                </a:lnTo>
                <a:lnTo>
                  <a:pt x="67151" y="39623"/>
                </a:lnTo>
                <a:lnTo>
                  <a:pt x="61055" y="44195"/>
                </a:lnTo>
                <a:lnTo>
                  <a:pt x="54959" y="47243"/>
                </a:lnTo>
                <a:lnTo>
                  <a:pt x="48863" y="53339"/>
                </a:lnTo>
                <a:lnTo>
                  <a:pt x="45815" y="59435"/>
                </a:lnTo>
                <a:lnTo>
                  <a:pt x="41243" y="64007"/>
                </a:lnTo>
                <a:lnTo>
                  <a:pt x="39719" y="71627"/>
                </a:lnTo>
                <a:lnTo>
                  <a:pt x="39719" y="88391"/>
                </a:lnTo>
                <a:lnTo>
                  <a:pt x="41243" y="96107"/>
                </a:lnTo>
                <a:lnTo>
                  <a:pt x="44291" y="102203"/>
                </a:lnTo>
                <a:lnTo>
                  <a:pt x="47339" y="106775"/>
                </a:lnTo>
                <a:lnTo>
                  <a:pt x="51911" y="112871"/>
                </a:lnTo>
                <a:lnTo>
                  <a:pt x="58007" y="117443"/>
                </a:lnTo>
                <a:lnTo>
                  <a:pt x="62579" y="122015"/>
                </a:lnTo>
                <a:lnTo>
                  <a:pt x="70199" y="126587"/>
                </a:lnTo>
                <a:lnTo>
                  <a:pt x="79343" y="131159"/>
                </a:lnTo>
                <a:lnTo>
                  <a:pt x="85367" y="134612"/>
                </a:lnTo>
                <a:lnTo>
                  <a:pt x="99702" y="142089"/>
                </a:lnTo>
                <a:lnTo>
                  <a:pt x="108299" y="146399"/>
                </a:lnTo>
                <a:lnTo>
                  <a:pt x="140303" y="164687"/>
                </a:lnTo>
                <a:lnTo>
                  <a:pt x="171695" y="190252"/>
                </a:lnTo>
                <a:lnTo>
                  <a:pt x="190380" y="232124"/>
                </a:lnTo>
                <a:lnTo>
                  <a:pt x="190690" y="240982"/>
                </a:lnTo>
                <a:lnTo>
                  <a:pt x="190119" y="251864"/>
                </a:lnTo>
                <a:lnTo>
                  <a:pt x="171021" y="293798"/>
                </a:lnTo>
                <a:lnTo>
                  <a:pt x="131778" y="317730"/>
                </a:lnTo>
                <a:lnTo>
                  <a:pt x="90511" y="324611"/>
                </a:lnTo>
                <a:lnTo>
                  <a:pt x="68675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538370" y="1873186"/>
            <a:ext cx="1779905" cy="438150"/>
          </a:xfrm>
          <a:custGeom>
            <a:avLst/>
            <a:gdLst/>
            <a:ahLst/>
            <a:cxnLst/>
            <a:rect l="l" t="t" r="r" b="b"/>
            <a:pathLst>
              <a:path w="1779904" h="438150">
                <a:moveTo>
                  <a:pt x="431584" y="65633"/>
                </a:moveTo>
                <a:lnTo>
                  <a:pt x="187553" y="65633"/>
                </a:lnTo>
                <a:lnTo>
                  <a:pt x="210413" y="15240"/>
                </a:lnTo>
                <a:lnTo>
                  <a:pt x="175361" y="0"/>
                </a:lnTo>
                <a:lnTo>
                  <a:pt x="169354" y="16903"/>
                </a:lnTo>
                <a:lnTo>
                  <a:pt x="162788" y="33388"/>
                </a:lnTo>
                <a:lnTo>
                  <a:pt x="155638" y="49593"/>
                </a:lnTo>
                <a:lnTo>
                  <a:pt x="147929" y="65633"/>
                </a:lnTo>
                <a:lnTo>
                  <a:pt x="7620" y="65633"/>
                </a:lnTo>
                <a:lnTo>
                  <a:pt x="7620" y="96113"/>
                </a:lnTo>
                <a:lnTo>
                  <a:pt x="131165" y="96113"/>
                </a:lnTo>
                <a:lnTo>
                  <a:pt x="103987" y="142455"/>
                </a:lnTo>
                <a:lnTo>
                  <a:pt x="72974" y="187642"/>
                </a:lnTo>
                <a:lnTo>
                  <a:pt x="38265" y="231698"/>
                </a:lnTo>
                <a:lnTo>
                  <a:pt x="0" y="274612"/>
                </a:lnTo>
                <a:lnTo>
                  <a:pt x="6832" y="281495"/>
                </a:lnTo>
                <a:lnTo>
                  <a:pt x="13525" y="288518"/>
                </a:lnTo>
                <a:lnTo>
                  <a:pt x="19926" y="295833"/>
                </a:lnTo>
                <a:lnTo>
                  <a:pt x="25908" y="303568"/>
                </a:lnTo>
                <a:lnTo>
                  <a:pt x="41884" y="285229"/>
                </a:lnTo>
                <a:lnTo>
                  <a:pt x="57721" y="266598"/>
                </a:lnTo>
                <a:lnTo>
                  <a:pt x="73266" y="247383"/>
                </a:lnTo>
                <a:lnTo>
                  <a:pt x="88392" y="227266"/>
                </a:lnTo>
                <a:lnTo>
                  <a:pt x="88392" y="401193"/>
                </a:lnTo>
                <a:lnTo>
                  <a:pt x="123545" y="401193"/>
                </a:lnTo>
                <a:lnTo>
                  <a:pt x="123545" y="218122"/>
                </a:lnTo>
                <a:lnTo>
                  <a:pt x="221081" y="218122"/>
                </a:lnTo>
                <a:lnTo>
                  <a:pt x="221081" y="434721"/>
                </a:lnTo>
                <a:lnTo>
                  <a:pt x="256222" y="434721"/>
                </a:lnTo>
                <a:lnTo>
                  <a:pt x="256222" y="218122"/>
                </a:lnTo>
                <a:lnTo>
                  <a:pt x="356806" y="218122"/>
                </a:lnTo>
                <a:lnTo>
                  <a:pt x="356806" y="329476"/>
                </a:lnTo>
                <a:lnTo>
                  <a:pt x="355066" y="341490"/>
                </a:lnTo>
                <a:lnTo>
                  <a:pt x="349758" y="350100"/>
                </a:lnTo>
                <a:lnTo>
                  <a:pt x="340728" y="355269"/>
                </a:lnTo>
                <a:lnTo>
                  <a:pt x="327850" y="356997"/>
                </a:lnTo>
                <a:lnTo>
                  <a:pt x="321259" y="356743"/>
                </a:lnTo>
                <a:lnTo>
                  <a:pt x="276034" y="353860"/>
                </a:lnTo>
                <a:lnTo>
                  <a:pt x="278053" y="363893"/>
                </a:lnTo>
                <a:lnTo>
                  <a:pt x="282130" y="389001"/>
                </a:lnTo>
                <a:lnTo>
                  <a:pt x="306730" y="389890"/>
                </a:lnTo>
                <a:lnTo>
                  <a:pt x="325755" y="390334"/>
                </a:lnTo>
                <a:lnTo>
                  <a:pt x="347662" y="390525"/>
                </a:lnTo>
                <a:lnTo>
                  <a:pt x="366801" y="387146"/>
                </a:lnTo>
                <a:lnTo>
                  <a:pt x="380669" y="377190"/>
                </a:lnTo>
                <a:lnTo>
                  <a:pt x="389102" y="360921"/>
                </a:lnTo>
                <a:lnTo>
                  <a:pt x="391960" y="338620"/>
                </a:lnTo>
                <a:lnTo>
                  <a:pt x="391960" y="186118"/>
                </a:lnTo>
                <a:lnTo>
                  <a:pt x="256222" y="186118"/>
                </a:lnTo>
                <a:lnTo>
                  <a:pt x="256222" y="118973"/>
                </a:lnTo>
                <a:lnTo>
                  <a:pt x="221081" y="118973"/>
                </a:lnTo>
                <a:lnTo>
                  <a:pt x="221081" y="186118"/>
                </a:lnTo>
                <a:lnTo>
                  <a:pt x="117449" y="186118"/>
                </a:lnTo>
                <a:lnTo>
                  <a:pt x="132016" y="164350"/>
                </a:lnTo>
                <a:lnTo>
                  <a:pt x="146024" y="142265"/>
                </a:lnTo>
                <a:lnTo>
                  <a:pt x="159448" y="119608"/>
                </a:lnTo>
                <a:lnTo>
                  <a:pt x="172313" y="96113"/>
                </a:lnTo>
                <a:lnTo>
                  <a:pt x="431584" y="96113"/>
                </a:lnTo>
                <a:lnTo>
                  <a:pt x="431584" y="65633"/>
                </a:lnTo>
                <a:close/>
              </a:path>
              <a:path w="1779904" h="438150">
                <a:moveTo>
                  <a:pt x="767054" y="242519"/>
                </a:moveTo>
                <a:lnTo>
                  <a:pt x="733526" y="242519"/>
                </a:lnTo>
                <a:lnTo>
                  <a:pt x="733526" y="270040"/>
                </a:lnTo>
                <a:lnTo>
                  <a:pt x="733526" y="326428"/>
                </a:lnTo>
                <a:lnTo>
                  <a:pt x="608457" y="326428"/>
                </a:lnTo>
                <a:lnTo>
                  <a:pt x="608457" y="270040"/>
                </a:lnTo>
                <a:lnTo>
                  <a:pt x="733526" y="270040"/>
                </a:lnTo>
                <a:lnTo>
                  <a:pt x="733526" y="242519"/>
                </a:lnTo>
                <a:lnTo>
                  <a:pt x="574929" y="242519"/>
                </a:lnTo>
                <a:lnTo>
                  <a:pt x="574929" y="372249"/>
                </a:lnTo>
                <a:lnTo>
                  <a:pt x="608457" y="372249"/>
                </a:lnTo>
                <a:lnTo>
                  <a:pt x="608457" y="353860"/>
                </a:lnTo>
                <a:lnTo>
                  <a:pt x="767054" y="353860"/>
                </a:lnTo>
                <a:lnTo>
                  <a:pt x="767054" y="326428"/>
                </a:lnTo>
                <a:lnTo>
                  <a:pt x="767054" y="270040"/>
                </a:lnTo>
                <a:lnTo>
                  <a:pt x="767054" y="242519"/>
                </a:lnTo>
                <a:close/>
              </a:path>
              <a:path w="1779904" h="438150">
                <a:moveTo>
                  <a:pt x="860107" y="173926"/>
                </a:moveTo>
                <a:lnTo>
                  <a:pt x="533781" y="173926"/>
                </a:lnTo>
                <a:lnTo>
                  <a:pt x="533781" y="135737"/>
                </a:lnTo>
                <a:lnTo>
                  <a:pt x="805243" y="135737"/>
                </a:lnTo>
                <a:lnTo>
                  <a:pt x="805243" y="149542"/>
                </a:lnTo>
                <a:lnTo>
                  <a:pt x="840295" y="149542"/>
                </a:lnTo>
                <a:lnTo>
                  <a:pt x="840295" y="135737"/>
                </a:lnTo>
                <a:lnTo>
                  <a:pt x="840295" y="106781"/>
                </a:lnTo>
                <a:lnTo>
                  <a:pt x="840295" y="54965"/>
                </a:lnTo>
                <a:lnTo>
                  <a:pt x="840295" y="24384"/>
                </a:lnTo>
                <a:lnTo>
                  <a:pt x="805243" y="24384"/>
                </a:lnTo>
                <a:lnTo>
                  <a:pt x="805243" y="54965"/>
                </a:lnTo>
                <a:lnTo>
                  <a:pt x="805243" y="106781"/>
                </a:lnTo>
                <a:lnTo>
                  <a:pt x="533781" y="106781"/>
                </a:lnTo>
                <a:lnTo>
                  <a:pt x="533781" y="54965"/>
                </a:lnTo>
                <a:lnTo>
                  <a:pt x="805243" y="54965"/>
                </a:lnTo>
                <a:lnTo>
                  <a:pt x="805243" y="24384"/>
                </a:lnTo>
                <a:lnTo>
                  <a:pt x="498627" y="24384"/>
                </a:lnTo>
                <a:lnTo>
                  <a:pt x="498627" y="205943"/>
                </a:lnTo>
                <a:lnTo>
                  <a:pt x="495490" y="262305"/>
                </a:lnTo>
                <a:lnTo>
                  <a:pt x="486054" y="312521"/>
                </a:lnTo>
                <a:lnTo>
                  <a:pt x="470344" y="356730"/>
                </a:lnTo>
                <a:lnTo>
                  <a:pt x="448335" y="395109"/>
                </a:lnTo>
                <a:lnTo>
                  <a:pt x="455815" y="403085"/>
                </a:lnTo>
                <a:lnTo>
                  <a:pt x="462432" y="410921"/>
                </a:lnTo>
                <a:lnTo>
                  <a:pt x="468490" y="418465"/>
                </a:lnTo>
                <a:lnTo>
                  <a:pt x="474243" y="425589"/>
                </a:lnTo>
                <a:lnTo>
                  <a:pt x="495655" y="391185"/>
                </a:lnTo>
                <a:lnTo>
                  <a:pt x="512318" y="351929"/>
                </a:lnTo>
                <a:lnTo>
                  <a:pt x="524243" y="307759"/>
                </a:lnTo>
                <a:lnTo>
                  <a:pt x="531393" y="258610"/>
                </a:lnTo>
                <a:lnTo>
                  <a:pt x="533781" y="204406"/>
                </a:lnTo>
                <a:lnTo>
                  <a:pt x="825055" y="204406"/>
                </a:lnTo>
                <a:lnTo>
                  <a:pt x="823912" y="247586"/>
                </a:lnTo>
                <a:lnTo>
                  <a:pt x="821626" y="311023"/>
                </a:lnTo>
                <a:lnTo>
                  <a:pt x="816102" y="361759"/>
                </a:lnTo>
                <a:lnTo>
                  <a:pt x="785495" y="391439"/>
                </a:lnTo>
                <a:lnTo>
                  <a:pt x="773150" y="392061"/>
                </a:lnTo>
                <a:lnTo>
                  <a:pt x="755383" y="391769"/>
                </a:lnTo>
                <a:lnTo>
                  <a:pt x="736193" y="390918"/>
                </a:lnTo>
                <a:lnTo>
                  <a:pt x="715276" y="389483"/>
                </a:lnTo>
                <a:lnTo>
                  <a:pt x="692378" y="387489"/>
                </a:lnTo>
                <a:lnTo>
                  <a:pt x="694385" y="395109"/>
                </a:lnTo>
                <a:lnTo>
                  <a:pt x="695998" y="404063"/>
                </a:lnTo>
                <a:lnTo>
                  <a:pt x="697306" y="413842"/>
                </a:lnTo>
                <a:lnTo>
                  <a:pt x="698474" y="424065"/>
                </a:lnTo>
                <a:lnTo>
                  <a:pt x="736003" y="426161"/>
                </a:lnTo>
                <a:lnTo>
                  <a:pt x="751827" y="426847"/>
                </a:lnTo>
                <a:lnTo>
                  <a:pt x="765530" y="427113"/>
                </a:lnTo>
                <a:lnTo>
                  <a:pt x="790460" y="425704"/>
                </a:lnTo>
                <a:lnTo>
                  <a:pt x="835723" y="405777"/>
                </a:lnTo>
                <a:lnTo>
                  <a:pt x="852652" y="357505"/>
                </a:lnTo>
                <a:lnTo>
                  <a:pt x="856678" y="308825"/>
                </a:lnTo>
                <a:lnTo>
                  <a:pt x="858964" y="229400"/>
                </a:lnTo>
                <a:lnTo>
                  <a:pt x="859485" y="204406"/>
                </a:lnTo>
                <a:lnTo>
                  <a:pt x="860107" y="173926"/>
                </a:lnTo>
                <a:close/>
              </a:path>
              <a:path w="1779904" h="438150">
                <a:moveTo>
                  <a:pt x="1326743" y="79349"/>
                </a:moveTo>
                <a:lnTo>
                  <a:pt x="1119378" y="79349"/>
                </a:lnTo>
                <a:lnTo>
                  <a:pt x="1151382" y="62585"/>
                </a:lnTo>
                <a:lnTo>
                  <a:pt x="1139672" y="42506"/>
                </a:lnTo>
                <a:lnTo>
                  <a:pt x="1129665" y="25730"/>
                </a:lnTo>
                <a:lnTo>
                  <a:pt x="1114806" y="1524"/>
                </a:lnTo>
                <a:lnTo>
                  <a:pt x="1079754" y="16764"/>
                </a:lnTo>
                <a:lnTo>
                  <a:pt x="1086942" y="28257"/>
                </a:lnTo>
                <a:lnTo>
                  <a:pt x="1094994" y="42341"/>
                </a:lnTo>
                <a:lnTo>
                  <a:pt x="1104188" y="59283"/>
                </a:lnTo>
                <a:lnTo>
                  <a:pt x="1114806" y="79349"/>
                </a:lnTo>
                <a:lnTo>
                  <a:pt x="904303" y="79349"/>
                </a:lnTo>
                <a:lnTo>
                  <a:pt x="904303" y="111353"/>
                </a:lnTo>
                <a:lnTo>
                  <a:pt x="1023277" y="111353"/>
                </a:lnTo>
                <a:lnTo>
                  <a:pt x="1022769" y="138557"/>
                </a:lnTo>
                <a:lnTo>
                  <a:pt x="1018705" y="202882"/>
                </a:lnTo>
                <a:lnTo>
                  <a:pt x="1010831" y="252133"/>
                </a:lnTo>
                <a:lnTo>
                  <a:pt x="994549" y="297268"/>
                </a:lnTo>
                <a:lnTo>
                  <a:pt x="969848" y="338226"/>
                </a:lnTo>
                <a:lnTo>
                  <a:pt x="936713" y="374929"/>
                </a:lnTo>
                <a:lnTo>
                  <a:pt x="895159" y="407289"/>
                </a:lnTo>
                <a:lnTo>
                  <a:pt x="921067" y="437769"/>
                </a:lnTo>
                <a:lnTo>
                  <a:pt x="959091" y="409321"/>
                </a:lnTo>
                <a:lnTo>
                  <a:pt x="990790" y="377291"/>
                </a:lnTo>
                <a:lnTo>
                  <a:pt x="1016215" y="341706"/>
                </a:lnTo>
                <a:lnTo>
                  <a:pt x="1035405" y="302552"/>
                </a:lnTo>
                <a:lnTo>
                  <a:pt x="1048410" y="259829"/>
                </a:lnTo>
                <a:lnTo>
                  <a:pt x="1055281" y="213550"/>
                </a:lnTo>
                <a:lnTo>
                  <a:pt x="1230731" y="213550"/>
                </a:lnTo>
                <a:lnTo>
                  <a:pt x="1223873" y="312445"/>
                </a:lnTo>
                <a:lnTo>
                  <a:pt x="1216355" y="361086"/>
                </a:lnTo>
                <a:lnTo>
                  <a:pt x="1175766" y="387477"/>
                </a:lnTo>
                <a:lnTo>
                  <a:pt x="1157211" y="387172"/>
                </a:lnTo>
                <a:lnTo>
                  <a:pt x="1135951" y="386143"/>
                </a:lnTo>
                <a:lnTo>
                  <a:pt x="1112113" y="384263"/>
                </a:lnTo>
                <a:lnTo>
                  <a:pt x="1085850" y="381381"/>
                </a:lnTo>
                <a:lnTo>
                  <a:pt x="1087869" y="392506"/>
                </a:lnTo>
                <a:lnTo>
                  <a:pt x="1089469" y="402907"/>
                </a:lnTo>
                <a:lnTo>
                  <a:pt x="1091946" y="421005"/>
                </a:lnTo>
                <a:lnTo>
                  <a:pt x="1118184" y="422770"/>
                </a:lnTo>
                <a:lnTo>
                  <a:pt x="1141857" y="423672"/>
                </a:lnTo>
                <a:lnTo>
                  <a:pt x="1162672" y="424014"/>
                </a:lnTo>
                <a:lnTo>
                  <a:pt x="1180338" y="424053"/>
                </a:lnTo>
                <a:lnTo>
                  <a:pt x="1212684" y="419176"/>
                </a:lnTo>
                <a:lnTo>
                  <a:pt x="1251585" y="379653"/>
                </a:lnTo>
                <a:lnTo>
                  <a:pt x="1261325" y="308483"/>
                </a:lnTo>
                <a:lnTo>
                  <a:pt x="1264069" y="268655"/>
                </a:lnTo>
                <a:lnTo>
                  <a:pt x="1266520" y="225691"/>
                </a:lnTo>
                <a:lnTo>
                  <a:pt x="1268831" y="180022"/>
                </a:lnTo>
                <a:lnTo>
                  <a:pt x="1058329" y="180022"/>
                </a:lnTo>
                <a:lnTo>
                  <a:pt x="1058583" y="165442"/>
                </a:lnTo>
                <a:lnTo>
                  <a:pt x="1059281" y="149123"/>
                </a:lnTo>
                <a:lnTo>
                  <a:pt x="1061377" y="111353"/>
                </a:lnTo>
                <a:lnTo>
                  <a:pt x="1326743" y="111353"/>
                </a:lnTo>
                <a:lnTo>
                  <a:pt x="1326743" y="79349"/>
                </a:lnTo>
                <a:close/>
              </a:path>
              <a:path w="1779904" h="438150">
                <a:moveTo>
                  <a:pt x="1444180" y="181546"/>
                </a:moveTo>
                <a:lnTo>
                  <a:pt x="1423060" y="164109"/>
                </a:lnTo>
                <a:lnTo>
                  <a:pt x="1403223" y="148361"/>
                </a:lnTo>
                <a:lnTo>
                  <a:pt x="1384820" y="134327"/>
                </a:lnTo>
                <a:lnTo>
                  <a:pt x="1367980" y="122021"/>
                </a:lnTo>
                <a:lnTo>
                  <a:pt x="1345018" y="148018"/>
                </a:lnTo>
                <a:lnTo>
                  <a:pt x="1359103" y="158648"/>
                </a:lnTo>
                <a:lnTo>
                  <a:pt x="1376159" y="172402"/>
                </a:lnTo>
                <a:lnTo>
                  <a:pt x="1396339" y="189598"/>
                </a:lnTo>
                <a:lnTo>
                  <a:pt x="1419796" y="210502"/>
                </a:lnTo>
                <a:lnTo>
                  <a:pt x="1424673" y="204482"/>
                </a:lnTo>
                <a:lnTo>
                  <a:pt x="1430274" y="197739"/>
                </a:lnTo>
                <a:lnTo>
                  <a:pt x="1436725" y="190144"/>
                </a:lnTo>
                <a:lnTo>
                  <a:pt x="1444180" y="181546"/>
                </a:lnTo>
                <a:close/>
              </a:path>
              <a:path w="1779904" h="438150">
                <a:moveTo>
                  <a:pt x="1445704" y="262420"/>
                </a:moveTo>
                <a:lnTo>
                  <a:pt x="1427607" y="255549"/>
                </a:lnTo>
                <a:lnTo>
                  <a:pt x="1418920" y="252095"/>
                </a:lnTo>
                <a:lnTo>
                  <a:pt x="1410652" y="248602"/>
                </a:lnTo>
                <a:lnTo>
                  <a:pt x="1396034" y="293751"/>
                </a:lnTo>
                <a:lnTo>
                  <a:pt x="1381683" y="337324"/>
                </a:lnTo>
                <a:lnTo>
                  <a:pt x="1367320" y="378866"/>
                </a:lnTo>
                <a:lnTo>
                  <a:pt x="1352638" y="417969"/>
                </a:lnTo>
                <a:lnTo>
                  <a:pt x="1390840" y="431685"/>
                </a:lnTo>
                <a:lnTo>
                  <a:pt x="1402842" y="392798"/>
                </a:lnTo>
                <a:lnTo>
                  <a:pt x="1415986" y="351624"/>
                </a:lnTo>
                <a:lnTo>
                  <a:pt x="1430274" y="308152"/>
                </a:lnTo>
                <a:lnTo>
                  <a:pt x="1445704" y="262420"/>
                </a:lnTo>
                <a:close/>
              </a:path>
              <a:path w="1779904" h="438150">
                <a:moveTo>
                  <a:pt x="1459420" y="73253"/>
                </a:moveTo>
                <a:lnTo>
                  <a:pt x="1440040" y="55524"/>
                </a:lnTo>
                <a:lnTo>
                  <a:pt x="1420939" y="38912"/>
                </a:lnTo>
                <a:lnTo>
                  <a:pt x="1402410" y="23456"/>
                </a:lnTo>
                <a:lnTo>
                  <a:pt x="1384744" y="9144"/>
                </a:lnTo>
                <a:lnTo>
                  <a:pt x="1361884" y="32004"/>
                </a:lnTo>
                <a:lnTo>
                  <a:pt x="1378432" y="46609"/>
                </a:lnTo>
                <a:lnTo>
                  <a:pt x="1395984" y="62763"/>
                </a:lnTo>
                <a:lnTo>
                  <a:pt x="1414386" y="80327"/>
                </a:lnTo>
                <a:lnTo>
                  <a:pt x="1433512" y="99161"/>
                </a:lnTo>
                <a:lnTo>
                  <a:pt x="1459420" y="73253"/>
                </a:lnTo>
                <a:close/>
              </a:path>
              <a:path w="1779904" h="438150">
                <a:moveTo>
                  <a:pt x="1779752" y="207454"/>
                </a:moveTo>
                <a:lnTo>
                  <a:pt x="1637919" y="207454"/>
                </a:lnTo>
                <a:lnTo>
                  <a:pt x="1637919" y="114401"/>
                </a:lnTo>
                <a:lnTo>
                  <a:pt x="1759839" y="114401"/>
                </a:lnTo>
                <a:lnTo>
                  <a:pt x="1759839" y="82397"/>
                </a:lnTo>
                <a:lnTo>
                  <a:pt x="1637919" y="82397"/>
                </a:lnTo>
                <a:lnTo>
                  <a:pt x="1637919" y="3048"/>
                </a:lnTo>
                <a:lnTo>
                  <a:pt x="1602765" y="3048"/>
                </a:lnTo>
                <a:lnTo>
                  <a:pt x="1602765" y="82397"/>
                </a:lnTo>
                <a:lnTo>
                  <a:pt x="1486852" y="82397"/>
                </a:lnTo>
                <a:lnTo>
                  <a:pt x="1486852" y="114401"/>
                </a:lnTo>
                <a:lnTo>
                  <a:pt x="1602765" y="114401"/>
                </a:lnTo>
                <a:lnTo>
                  <a:pt x="1602765" y="207454"/>
                </a:lnTo>
                <a:lnTo>
                  <a:pt x="1465516" y="207454"/>
                </a:lnTo>
                <a:lnTo>
                  <a:pt x="1465516" y="239458"/>
                </a:lnTo>
                <a:lnTo>
                  <a:pt x="1581429" y="239458"/>
                </a:lnTo>
                <a:lnTo>
                  <a:pt x="1568577" y="262089"/>
                </a:lnTo>
                <a:lnTo>
                  <a:pt x="1541145" y="305562"/>
                </a:lnTo>
                <a:lnTo>
                  <a:pt x="1513725" y="344157"/>
                </a:lnTo>
                <a:lnTo>
                  <a:pt x="1473136" y="376821"/>
                </a:lnTo>
                <a:lnTo>
                  <a:pt x="1489900" y="414921"/>
                </a:lnTo>
                <a:lnTo>
                  <a:pt x="1714119" y="395109"/>
                </a:lnTo>
                <a:lnTo>
                  <a:pt x="1720710" y="405155"/>
                </a:lnTo>
                <a:lnTo>
                  <a:pt x="1726882" y="414921"/>
                </a:lnTo>
                <a:lnTo>
                  <a:pt x="1732762" y="424675"/>
                </a:lnTo>
                <a:lnTo>
                  <a:pt x="1738503" y="434733"/>
                </a:lnTo>
                <a:lnTo>
                  <a:pt x="1755470" y="424827"/>
                </a:lnTo>
                <a:lnTo>
                  <a:pt x="1764474" y="419722"/>
                </a:lnTo>
                <a:lnTo>
                  <a:pt x="1773656" y="414921"/>
                </a:lnTo>
                <a:lnTo>
                  <a:pt x="1760232" y="395109"/>
                </a:lnTo>
                <a:lnTo>
                  <a:pt x="1748878" y="378345"/>
                </a:lnTo>
                <a:lnTo>
                  <a:pt x="1725561" y="344576"/>
                </a:lnTo>
                <a:lnTo>
                  <a:pt x="1682115" y="282232"/>
                </a:lnTo>
                <a:lnTo>
                  <a:pt x="1653159" y="302044"/>
                </a:lnTo>
                <a:lnTo>
                  <a:pt x="1663471" y="316547"/>
                </a:lnTo>
                <a:lnTo>
                  <a:pt x="1673923" y="332346"/>
                </a:lnTo>
                <a:lnTo>
                  <a:pt x="1684667" y="349021"/>
                </a:lnTo>
                <a:lnTo>
                  <a:pt x="1695831" y="366153"/>
                </a:lnTo>
                <a:lnTo>
                  <a:pt x="1654429" y="370192"/>
                </a:lnTo>
                <a:lnTo>
                  <a:pt x="1612722" y="373392"/>
                </a:lnTo>
                <a:lnTo>
                  <a:pt x="1529613" y="378345"/>
                </a:lnTo>
                <a:lnTo>
                  <a:pt x="1552740" y="347395"/>
                </a:lnTo>
                <a:lnTo>
                  <a:pt x="1576285" y="314045"/>
                </a:lnTo>
                <a:lnTo>
                  <a:pt x="1600123" y="278117"/>
                </a:lnTo>
                <a:lnTo>
                  <a:pt x="1624101" y="239458"/>
                </a:lnTo>
                <a:lnTo>
                  <a:pt x="1779752" y="239458"/>
                </a:lnTo>
                <a:lnTo>
                  <a:pt x="1779752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299108" y="2544419"/>
            <a:ext cx="855980" cy="413384"/>
          </a:xfrm>
          <a:custGeom>
            <a:avLst/>
            <a:gdLst/>
            <a:ahLst/>
            <a:cxnLst/>
            <a:rect l="l" t="t" r="r" b="b"/>
            <a:pathLst>
              <a:path w="855980" h="413385">
                <a:moveTo>
                  <a:pt x="427012" y="375196"/>
                </a:moveTo>
                <a:lnTo>
                  <a:pt x="380136" y="350062"/>
                </a:lnTo>
                <a:lnTo>
                  <a:pt x="330987" y="325081"/>
                </a:lnTo>
                <a:lnTo>
                  <a:pt x="292544" y="306616"/>
                </a:lnTo>
                <a:lnTo>
                  <a:pt x="279514" y="300355"/>
                </a:lnTo>
                <a:lnTo>
                  <a:pt x="225742" y="276034"/>
                </a:lnTo>
                <a:lnTo>
                  <a:pt x="230860" y="258318"/>
                </a:lnTo>
                <a:lnTo>
                  <a:pt x="234696" y="239445"/>
                </a:lnTo>
                <a:lnTo>
                  <a:pt x="237096" y="219417"/>
                </a:lnTo>
                <a:lnTo>
                  <a:pt x="237934" y="198221"/>
                </a:lnTo>
                <a:lnTo>
                  <a:pt x="237934" y="146405"/>
                </a:lnTo>
                <a:lnTo>
                  <a:pt x="201358" y="146405"/>
                </a:lnTo>
                <a:lnTo>
                  <a:pt x="201244" y="198221"/>
                </a:lnTo>
                <a:lnTo>
                  <a:pt x="198475" y="235089"/>
                </a:lnTo>
                <a:lnTo>
                  <a:pt x="174955" y="295833"/>
                </a:lnTo>
                <a:lnTo>
                  <a:pt x="128257" y="335381"/>
                </a:lnTo>
                <a:lnTo>
                  <a:pt x="51536" y="365099"/>
                </a:lnTo>
                <a:lnTo>
                  <a:pt x="0" y="378244"/>
                </a:lnTo>
                <a:lnTo>
                  <a:pt x="7213" y="388213"/>
                </a:lnTo>
                <a:lnTo>
                  <a:pt x="13157" y="397484"/>
                </a:lnTo>
                <a:lnTo>
                  <a:pt x="18262" y="405930"/>
                </a:lnTo>
                <a:lnTo>
                  <a:pt x="22948" y="413385"/>
                </a:lnTo>
                <a:lnTo>
                  <a:pt x="69227" y="400786"/>
                </a:lnTo>
                <a:lnTo>
                  <a:pt x="109639" y="386054"/>
                </a:lnTo>
                <a:lnTo>
                  <a:pt x="144081" y="369354"/>
                </a:lnTo>
                <a:lnTo>
                  <a:pt x="184404" y="341109"/>
                </a:lnTo>
                <a:lnTo>
                  <a:pt x="213550" y="306616"/>
                </a:lnTo>
                <a:lnTo>
                  <a:pt x="265836" y="331774"/>
                </a:lnTo>
                <a:lnTo>
                  <a:pt x="315137" y="357098"/>
                </a:lnTo>
                <a:lnTo>
                  <a:pt x="361289" y="382727"/>
                </a:lnTo>
                <a:lnTo>
                  <a:pt x="404152" y="408813"/>
                </a:lnTo>
                <a:lnTo>
                  <a:pt x="427012" y="375196"/>
                </a:lnTo>
                <a:close/>
              </a:path>
              <a:path w="855980" h="413385">
                <a:moveTo>
                  <a:pt x="428536" y="0"/>
                </a:moveTo>
                <a:lnTo>
                  <a:pt x="7620" y="0"/>
                </a:lnTo>
                <a:lnTo>
                  <a:pt x="7620" y="32004"/>
                </a:lnTo>
                <a:lnTo>
                  <a:pt x="195262" y="32004"/>
                </a:lnTo>
                <a:lnTo>
                  <a:pt x="191833" y="49199"/>
                </a:lnTo>
                <a:lnTo>
                  <a:pt x="188404" y="64389"/>
                </a:lnTo>
                <a:lnTo>
                  <a:pt x="185026" y="77647"/>
                </a:lnTo>
                <a:lnTo>
                  <a:pt x="181546" y="89916"/>
                </a:lnTo>
                <a:lnTo>
                  <a:pt x="58000" y="89916"/>
                </a:lnTo>
                <a:lnTo>
                  <a:pt x="58000" y="300418"/>
                </a:lnTo>
                <a:lnTo>
                  <a:pt x="93065" y="300418"/>
                </a:lnTo>
                <a:lnTo>
                  <a:pt x="93065" y="123545"/>
                </a:lnTo>
                <a:lnTo>
                  <a:pt x="346240" y="123545"/>
                </a:lnTo>
                <a:lnTo>
                  <a:pt x="346240" y="298894"/>
                </a:lnTo>
                <a:lnTo>
                  <a:pt x="381292" y="298894"/>
                </a:lnTo>
                <a:lnTo>
                  <a:pt x="381292" y="123545"/>
                </a:lnTo>
                <a:lnTo>
                  <a:pt x="381292" y="89916"/>
                </a:lnTo>
                <a:lnTo>
                  <a:pt x="216598" y="89916"/>
                </a:lnTo>
                <a:lnTo>
                  <a:pt x="221094" y="77863"/>
                </a:lnTo>
                <a:lnTo>
                  <a:pt x="225742" y="63817"/>
                </a:lnTo>
                <a:lnTo>
                  <a:pt x="230314" y="48552"/>
                </a:lnTo>
                <a:lnTo>
                  <a:pt x="234886" y="32004"/>
                </a:lnTo>
                <a:lnTo>
                  <a:pt x="428536" y="32004"/>
                </a:lnTo>
                <a:lnTo>
                  <a:pt x="428536" y="0"/>
                </a:lnTo>
                <a:close/>
              </a:path>
              <a:path w="855980" h="413385">
                <a:moveTo>
                  <a:pt x="843343" y="155536"/>
                </a:moveTo>
                <a:lnTo>
                  <a:pt x="809815" y="155536"/>
                </a:lnTo>
                <a:lnTo>
                  <a:pt x="809815" y="184505"/>
                </a:lnTo>
                <a:lnTo>
                  <a:pt x="809815" y="221170"/>
                </a:lnTo>
                <a:lnTo>
                  <a:pt x="809815" y="248602"/>
                </a:lnTo>
                <a:lnTo>
                  <a:pt x="809815" y="286702"/>
                </a:lnTo>
                <a:lnTo>
                  <a:pt x="809815" y="314236"/>
                </a:lnTo>
                <a:lnTo>
                  <a:pt x="809815" y="352336"/>
                </a:lnTo>
                <a:lnTo>
                  <a:pt x="605510" y="352336"/>
                </a:lnTo>
                <a:lnTo>
                  <a:pt x="605510" y="314236"/>
                </a:lnTo>
                <a:lnTo>
                  <a:pt x="809815" y="314236"/>
                </a:lnTo>
                <a:lnTo>
                  <a:pt x="809815" y="286702"/>
                </a:lnTo>
                <a:lnTo>
                  <a:pt x="605510" y="286702"/>
                </a:lnTo>
                <a:lnTo>
                  <a:pt x="605510" y="248602"/>
                </a:lnTo>
                <a:lnTo>
                  <a:pt x="809815" y="248602"/>
                </a:lnTo>
                <a:lnTo>
                  <a:pt x="809815" y="221170"/>
                </a:lnTo>
                <a:lnTo>
                  <a:pt x="605510" y="221170"/>
                </a:lnTo>
                <a:lnTo>
                  <a:pt x="605510" y="184505"/>
                </a:lnTo>
                <a:lnTo>
                  <a:pt x="809815" y="184505"/>
                </a:lnTo>
                <a:lnTo>
                  <a:pt x="809815" y="155536"/>
                </a:lnTo>
                <a:lnTo>
                  <a:pt x="571881" y="155536"/>
                </a:lnTo>
                <a:lnTo>
                  <a:pt x="571881" y="407200"/>
                </a:lnTo>
                <a:lnTo>
                  <a:pt x="605510" y="407200"/>
                </a:lnTo>
                <a:lnTo>
                  <a:pt x="605510" y="381292"/>
                </a:lnTo>
                <a:lnTo>
                  <a:pt x="809815" y="381292"/>
                </a:lnTo>
                <a:lnTo>
                  <a:pt x="809815" y="407200"/>
                </a:lnTo>
                <a:lnTo>
                  <a:pt x="843343" y="407200"/>
                </a:lnTo>
                <a:lnTo>
                  <a:pt x="843343" y="381292"/>
                </a:lnTo>
                <a:lnTo>
                  <a:pt x="843343" y="352336"/>
                </a:lnTo>
                <a:lnTo>
                  <a:pt x="843343" y="184505"/>
                </a:lnTo>
                <a:lnTo>
                  <a:pt x="843343" y="155536"/>
                </a:lnTo>
                <a:close/>
              </a:path>
              <a:path w="855980" h="413385">
                <a:moveTo>
                  <a:pt x="855637" y="0"/>
                </a:moveTo>
                <a:lnTo>
                  <a:pt x="820483" y="0"/>
                </a:lnTo>
                <a:lnTo>
                  <a:pt x="820483" y="30480"/>
                </a:lnTo>
                <a:lnTo>
                  <a:pt x="820483" y="89916"/>
                </a:lnTo>
                <a:lnTo>
                  <a:pt x="690854" y="89916"/>
                </a:lnTo>
                <a:lnTo>
                  <a:pt x="690854" y="30480"/>
                </a:lnTo>
                <a:lnTo>
                  <a:pt x="820483" y="30480"/>
                </a:lnTo>
                <a:lnTo>
                  <a:pt x="820483" y="0"/>
                </a:lnTo>
                <a:lnTo>
                  <a:pt x="657326" y="0"/>
                </a:lnTo>
                <a:lnTo>
                  <a:pt x="657326" y="30480"/>
                </a:lnTo>
                <a:lnTo>
                  <a:pt x="657326" y="89916"/>
                </a:lnTo>
                <a:lnTo>
                  <a:pt x="527685" y="89916"/>
                </a:lnTo>
                <a:lnTo>
                  <a:pt x="527685" y="30480"/>
                </a:lnTo>
                <a:lnTo>
                  <a:pt x="657326" y="30480"/>
                </a:lnTo>
                <a:lnTo>
                  <a:pt x="657326" y="0"/>
                </a:lnTo>
                <a:lnTo>
                  <a:pt x="494157" y="0"/>
                </a:lnTo>
                <a:lnTo>
                  <a:pt x="494157" y="192125"/>
                </a:lnTo>
                <a:lnTo>
                  <a:pt x="491299" y="251104"/>
                </a:lnTo>
                <a:lnTo>
                  <a:pt x="482727" y="302361"/>
                </a:lnTo>
                <a:lnTo>
                  <a:pt x="468439" y="346163"/>
                </a:lnTo>
                <a:lnTo>
                  <a:pt x="448437" y="382816"/>
                </a:lnTo>
                <a:lnTo>
                  <a:pt x="456145" y="387908"/>
                </a:lnTo>
                <a:lnTo>
                  <a:pt x="463296" y="393865"/>
                </a:lnTo>
                <a:lnTo>
                  <a:pt x="469861" y="400380"/>
                </a:lnTo>
                <a:lnTo>
                  <a:pt x="475869" y="407200"/>
                </a:lnTo>
                <a:lnTo>
                  <a:pt x="498754" y="365455"/>
                </a:lnTo>
                <a:lnTo>
                  <a:pt x="514921" y="315696"/>
                </a:lnTo>
                <a:lnTo>
                  <a:pt x="524522" y="257911"/>
                </a:lnTo>
                <a:lnTo>
                  <a:pt x="527685" y="192125"/>
                </a:lnTo>
                <a:lnTo>
                  <a:pt x="527685" y="120484"/>
                </a:lnTo>
                <a:lnTo>
                  <a:pt x="820483" y="120484"/>
                </a:lnTo>
                <a:lnTo>
                  <a:pt x="820483" y="131152"/>
                </a:lnTo>
                <a:lnTo>
                  <a:pt x="855637" y="131152"/>
                </a:lnTo>
                <a:lnTo>
                  <a:pt x="855637" y="120484"/>
                </a:lnTo>
                <a:lnTo>
                  <a:pt x="855637" y="89916"/>
                </a:lnTo>
                <a:lnTo>
                  <a:pt x="855637" y="30480"/>
                </a:lnTo>
                <a:lnTo>
                  <a:pt x="855637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256853" y="2840259"/>
            <a:ext cx="69215" cy="118110"/>
          </a:xfrm>
          <a:custGeom>
            <a:avLst/>
            <a:gdLst/>
            <a:ahLst/>
            <a:cxnLst/>
            <a:rect l="l" t="t" r="r" b="b"/>
            <a:pathLst>
              <a:path w="69214" h="118110">
                <a:moveTo>
                  <a:pt x="30575" y="117538"/>
                </a:moveTo>
                <a:lnTo>
                  <a:pt x="0" y="117538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642704" y="2521457"/>
            <a:ext cx="861694" cy="436880"/>
          </a:xfrm>
          <a:custGeom>
            <a:avLst/>
            <a:gdLst/>
            <a:ahLst/>
            <a:cxnLst/>
            <a:rect l="l" t="t" r="r" b="b"/>
            <a:pathLst>
              <a:path w="861695" h="436880">
                <a:moveTo>
                  <a:pt x="427012" y="398157"/>
                </a:moveTo>
                <a:lnTo>
                  <a:pt x="381012" y="373024"/>
                </a:lnTo>
                <a:lnTo>
                  <a:pt x="332282" y="348043"/>
                </a:lnTo>
                <a:lnTo>
                  <a:pt x="293954" y="329577"/>
                </a:lnTo>
                <a:lnTo>
                  <a:pt x="280974" y="323316"/>
                </a:lnTo>
                <a:lnTo>
                  <a:pt x="227266" y="298996"/>
                </a:lnTo>
                <a:lnTo>
                  <a:pt x="232143" y="281279"/>
                </a:lnTo>
                <a:lnTo>
                  <a:pt x="235458" y="262407"/>
                </a:lnTo>
                <a:lnTo>
                  <a:pt x="237337" y="242379"/>
                </a:lnTo>
                <a:lnTo>
                  <a:pt x="237934" y="221183"/>
                </a:lnTo>
                <a:lnTo>
                  <a:pt x="237934" y="169367"/>
                </a:lnTo>
                <a:lnTo>
                  <a:pt x="202882" y="169367"/>
                </a:lnTo>
                <a:lnTo>
                  <a:pt x="202755" y="221183"/>
                </a:lnTo>
                <a:lnTo>
                  <a:pt x="199745" y="258051"/>
                </a:lnTo>
                <a:lnTo>
                  <a:pt x="175158" y="318795"/>
                </a:lnTo>
                <a:lnTo>
                  <a:pt x="128892" y="358343"/>
                </a:lnTo>
                <a:lnTo>
                  <a:pt x="51752" y="388061"/>
                </a:lnTo>
                <a:lnTo>
                  <a:pt x="0" y="401205"/>
                </a:lnTo>
                <a:lnTo>
                  <a:pt x="7429" y="411175"/>
                </a:lnTo>
                <a:lnTo>
                  <a:pt x="13716" y="420446"/>
                </a:lnTo>
                <a:lnTo>
                  <a:pt x="18859" y="428891"/>
                </a:lnTo>
                <a:lnTo>
                  <a:pt x="22860" y="436346"/>
                </a:lnTo>
                <a:lnTo>
                  <a:pt x="69850" y="423748"/>
                </a:lnTo>
                <a:lnTo>
                  <a:pt x="110388" y="409016"/>
                </a:lnTo>
                <a:lnTo>
                  <a:pt x="144894" y="392315"/>
                </a:lnTo>
                <a:lnTo>
                  <a:pt x="185610" y="364070"/>
                </a:lnTo>
                <a:lnTo>
                  <a:pt x="213550" y="329577"/>
                </a:lnTo>
                <a:lnTo>
                  <a:pt x="265861" y="354736"/>
                </a:lnTo>
                <a:lnTo>
                  <a:pt x="315328" y="380060"/>
                </a:lnTo>
                <a:lnTo>
                  <a:pt x="361937" y="405688"/>
                </a:lnTo>
                <a:lnTo>
                  <a:pt x="405676" y="431774"/>
                </a:lnTo>
                <a:lnTo>
                  <a:pt x="427012" y="398157"/>
                </a:lnTo>
                <a:close/>
              </a:path>
              <a:path w="861695" h="436880">
                <a:moveTo>
                  <a:pt x="428536" y="22961"/>
                </a:moveTo>
                <a:lnTo>
                  <a:pt x="9144" y="22961"/>
                </a:lnTo>
                <a:lnTo>
                  <a:pt x="9144" y="54965"/>
                </a:lnTo>
                <a:lnTo>
                  <a:pt x="195173" y="54965"/>
                </a:lnTo>
                <a:lnTo>
                  <a:pt x="191757" y="72161"/>
                </a:lnTo>
                <a:lnTo>
                  <a:pt x="188620" y="86779"/>
                </a:lnTo>
                <a:lnTo>
                  <a:pt x="185572" y="100609"/>
                </a:lnTo>
                <a:lnTo>
                  <a:pt x="182981" y="112877"/>
                </a:lnTo>
                <a:lnTo>
                  <a:pt x="57912" y="112877"/>
                </a:lnTo>
                <a:lnTo>
                  <a:pt x="57912" y="323380"/>
                </a:lnTo>
                <a:lnTo>
                  <a:pt x="94589" y="323380"/>
                </a:lnTo>
                <a:lnTo>
                  <a:pt x="94589" y="146507"/>
                </a:lnTo>
                <a:lnTo>
                  <a:pt x="347764" y="146507"/>
                </a:lnTo>
                <a:lnTo>
                  <a:pt x="347764" y="321856"/>
                </a:lnTo>
                <a:lnTo>
                  <a:pt x="382816" y="321856"/>
                </a:lnTo>
                <a:lnTo>
                  <a:pt x="382816" y="146507"/>
                </a:lnTo>
                <a:lnTo>
                  <a:pt x="382816" y="112877"/>
                </a:lnTo>
                <a:lnTo>
                  <a:pt x="218122" y="112877"/>
                </a:lnTo>
                <a:lnTo>
                  <a:pt x="221754" y="100825"/>
                </a:lnTo>
                <a:lnTo>
                  <a:pt x="225933" y="86779"/>
                </a:lnTo>
                <a:lnTo>
                  <a:pt x="230339" y="71513"/>
                </a:lnTo>
                <a:lnTo>
                  <a:pt x="234886" y="54965"/>
                </a:lnTo>
                <a:lnTo>
                  <a:pt x="428536" y="54965"/>
                </a:lnTo>
                <a:lnTo>
                  <a:pt x="428536" y="22961"/>
                </a:lnTo>
                <a:close/>
              </a:path>
              <a:path w="861695" h="436880">
                <a:moveTo>
                  <a:pt x="582549" y="24485"/>
                </a:moveTo>
                <a:lnTo>
                  <a:pt x="552069" y="24485"/>
                </a:lnTo>
                <a:lnTo>
                  <a:pt x="552069" y="53441"/>
                </a:lnTo>
                <a:lnTo>
                  <a:pt x="552069" y="137363"/>
                </a:lnTo>
                <a:lnTo>
                  <a:pt x="552069" y="164795"/>
                </a:lnTo>
                <a:lnTo>
                  <a:pt x="552069" y="248704"/>
                </a:lnTo>
                <a:lnTo>
                  <a:pt x="506349" y="248704"/>
                </a:lnTo>
                <a:lnTo>
                  <a:pt x="506349" y="164795"/>
                </a:lnTo>
                <a:lnTo>
                  <a:pt x="552069" y="164795"/>
                </a:lnTo>
                <a:lnTo>
                  <a:pt x="552069" y="137363"/>
                </a:lnTo>
                <a:lnTo>
                  <a:pt x="506349" y="137363"/>
                </a:lnTo>
                <a:lnTo>
                  <a:pt x="506349" y="53441"/>
                </a:lnTo>
                <a:lnTo>
                  <a:pt x="552069" y="53441"/>
                </a:lnTo>
                <a:lnTo>
                  <a:pt x="552069" y="24485"/>
                </a:lnTo>
                <a:lnTo>
                  <a:pt x="475767" y="24485"/>
                </a:lnTo>
                <a:lnTo>
                  <a:pt x="475767" y="263944"/>
                </a:lnTo>
                <a:lnTo>
                  <a:pt x="474052" y="307111"/>
                </a:lnTo>
                <a:lnTo>
                  <a:pt x="468909" y="345147"/>
                </a:lnTo>
                <a:lnTo>
                  <a:pt x="460336" y="378040"/>
                </a:lnTo>
                <a:lnTo>
                  <a:pt x="448335" y="405777"/>
                </a:lnTo>
                <a:lnTo>
                  <a:pt x="454914" y="411721"/>
                </a:lnTo>
                <a:lnTo>
                  <a:pt x="460908" y="417969"/>
                </a:lnTo>
                <a:lnTo>
                  <a:pt x="466217" y="424065"/>
                </a:lnTo>
                <a:lnTo>
                  <a:pt x="471195" y="430161"/>
                </a:lnTo>
                <a:lnTo>
                  <a:pt x="485495" y="399034"/>
                </a:lnTo>
                <a:lnTo>
                  <a:pt x="496049" y="362902"/>
                </a:lnTo>
                <a:lnTo>
                  <a:pt x="502589" y="321881"/>
                </a:lnTo>
                <a:lnTo>
                  <a:pt x="504825" y="276136"/>
                </a:lnTo>
                <a:lnTo>
                  <a:pt x="552069" y="276136"/>
                </a:lnTo>
                <a:lnTo>
                  <a:pt x="552069" y="390537"/>
                </a:lnTo>
                <a:lnTo>
                  <a:pt x="547497" y="396633"/>
                </a:lnTo>
                <a:lnTo>
                  <a:pt x="535305" y="396633"/>
                </a:lnTo>
                <a:lnTo>
                  <a:pt x="527900" y="396367"/>
                </a:lnTo>
                <a:lnTo>
                  <a:pt x="519493" y="395681"/>
                </a:lnTo>
                <a:lnTo>
                  <a:pt x="500253" y="393585"/>
                </a:lnTo>
                <a:lnTo>
                  <a:pt x="502539" y="409397"/>
                </a:lnTo>
                <a:lnTo>
                  <a:pt x="503682" y="416941"/>
                </a:lnTo>
                <a:lnTo>
                  <a:pt x="504825" y="424065"/>
                </a:lnTo>
                <a:lnTo>
                  <a:pt x="544449" y="424065"/>
                </a:lnTo>
                <a:lnTo>
                  <a:pt x="560692" y="421513"/>
                </a:lnTo>
                <a:lnTo>
                  <a:pt x="572643" y="413969"/>
                </a:lnTo>
                <a:lnTo>
                  <a:pt x="580021" y="401561"/>
                </a:lnTo>
                <a:lnTo>
                  <a:pt x="580745" y="396633"/>
                </a:lnTo>
                <a:lnTo>
                  <a:pt x="582549" y="384441"/>
                </a:lnTo>
                <a:lnTo>
                  <a:pt x="582549" y="53441"/>
                </a:lnTo>
                <a:lnTo>
                  <a:pt x="582549" y="24485"/>
                </a:lnTo>
                <a:close/>
              </a:path>
              <a:path w="861695" h="436880">
                <a:moveTo>
                  <a:pt x="744194" y="378345"/>
                </a:moveTo>
                <a:lnTo>
                  <a:pt x="736676" y="352437"/>
                </a:lnTo>
                <a:lnTo>
                  <a:pt x="736231" y="350888"/>
                </a:lnTo>
                <a:lnTo>
                  <a:pt x="730631" y="334149"/>
                </a:lnTo>
                <a:lnTo>
                  <a:pt x="726287" y="321144"/>
                </a:lnTo>
                <a:lnTo>
                  <a:pt x="714616" y="289102"/>
                </a:lnTo>
                <a:lnTo>
                  <a:pt x="701522" y="254800"/>
                </a:lnTo>
                <a:lnTo>
                  <a:pt x="674090" y="262420"/>
                </a:lnTo>
                <a:lnTo>
                  <a:pt x="679780" y="279285"/>
                </a:lnTo>
                <a:lnTo>
                  <a:pt x="685330" y="295567"/>
                </a:lnTo>
                <a:lnTo>
                  <a:pt x="690587" y="311289"/>
                </a:lnTo>
                <a:lnTo>
                  <a:pt x="695426" y="326428"/>
                </a:lnTo>
                <a:lnTo>
                  <a:pt x="678535" y="328536"/>
                </a:lnTo>
                <a:lnTo>
                  <a:pt x="645909" y="332092"/>
                </a:lnTo>
                <a:lnTo>
                  <a:pt x="629894" y="334149"/>
                </a:lnTo>
                <a:lnTo>
                  <a:pt x="640727" y="309181"/>
                </a:lnTo>
                <a:lnTo>
                  <a:pt x="652564" y="279946"/>
                </a:lnTo>
                <a:lnTo>
                  <a:pt x="665251" y="246138"/>
                </a:lnTo>
                <a:lnTo>
                  <a:pt x="678662" y="207467"/>
                </a:lnTo>
                <a:lnTo>
                  <a:pt x="738098" y="207467"/>
                </a:lnTo>
                <a:lnTo>
                  <a:pt x="738098" y="180035"/>
                </a:lnTo>
                <a:lnTo>
                  <a:pt x="683234" y="180035"/>
                </a:lnTo>
                <a:lnTo>
                  <a:pt x="683234" y="102209"/>
                </a:lnTo>
                <a:lnTo>
                  <a:pt x="730478" y="102209"/>
                </a:lnTo>
                <a:lnTo>
                  <a:pt x="730478" y="73253"/>
                </a:lnTo>
                <a:lnTo>
                  <a:pt x="683234" y="73253"/>
                </a:lnTo>
                <a:lnTo>
                  <a:pt x="683234" y="0"/>
                </a:lnTo>
                <a:lnTo>
                  <a:pt x="651230" y="0"/>
                </a:lnTo>
                <a:lnTo>
                  <a:pt x="651230" y="73253"/>
                </a:lnTo>
                <a:lnTo>
                  <a:pt x="602361" y="73253"/>
                </a:lnTo>
                <a:lnTo>
                  <a:pt x="602361" y="102209"/>
                </a:lnTo>
                <a:lnTo>
                  <a:pt x="651230" y="102209"/>
                </a:lnTo>
                <a:lnTo>
                  <a:pt x="651230" y="180035"/>
                </a:lnTo>
                <a:lnTo>
                  <a:pt x="594741" y="180035"/>
                </a:lnTo>
                <a:lnTo>
                  <a:pt x="594741" y="207467"/>
                </a:lnTo>
                <a:lnTo>
                  <a:pt x="645134" y="207467"/>
                </a:lnTo>
                <a:lnTo>
                  <a:pt x="631418" y="253288"/>
                </a:lnTo>
                <a:lnTo>
                  <a:pt x="617842" y="290233"/>
                </a:lnTo>
                <a:lnTo>
                  <a:pt x="604545" y="318604"/>
                </a:lnTo>
                <a:lnTo>
                  <a:pt x="591693" y="338721"/>
                </a:lnTo>
                <a:lnTo>
                  <a:pt x="599313" y="366153"/>
                </a:lnTo>
                <a:lnTo>
                  <a:pt x="704570" y="352437"/>
                </a:lnTo>
                <a:lnTo>
                  <a:pt x="713714" y="389013"/>
                </a:lnTo>
                <a:lnTo>
                  <a:pt x="744194" y="378345"/>
                </a:lnTo>
                <a:close/>
              </a:path>
              <a:path w="861695" h="436880">
                <a:moveTo>
                  <a:pt x="861631" y="33629"/>
                </a:moveTo>
                <a:lnTo>
                  <a:pt x="751814" y="33629"/>
                </a:lnTo>
                <a:lnTo>
                  <a:pt x="751814" y="431774"/>
                </a:lnTo>
                <a:lnTo>
                  <a:pt x="782383" y="431774"/>
                </a:lnTo>
                <a:lnTo>
                  <a:pt x="782383" y="64109"/>
                </a:lnTo>
                <a:lnTo>
                  <a:pt x="831151" y="64109"/>
                </a:lnTo>
                <a:lnTo>
                  <a:pt x="831151" y="309664"/>
                </a:lnTo>
                <a:lnTo>
                  <a:pt x="828560" y="317119"/>
                </a:lnTo>
                <a:lnTo>
                  <a:pt x="820674" y="321284"/>
                </a:lnTo>
                <a:lnTo>
                  <a:pt x="807364" y="322313"/>
                </a:lnTo>
                <a:lnTo>
                  <a:pt x="788479" y="320332"/>
                </a:lnTo>
                <a:lnTo>
                  <a:pt x="791603" y="328650"/>
                </a:lnTo>
                <a:lnTo>
                  <a:pt x="794004" y="337375"/>
                </a:lnTo>
                <a:lnTo>
                  <a:pt x="795553" y="346354"/>
                </a:lnTo>
                <a:lnTo>
                  <a:pt x="796099" y="355485"/>
                </a:lnTo>
                <a:lnTo>
                  <a:pt x="811822" y="355193"/>
                </a:lnTo>
                <a:lnTo>
                  <a:pt x="850696" y="346646"/>
                </a:lnTo>
                <a:lnTo>
                  <a:pt x="861631" y="311188"/>
                </a:lnTo>
                <a:lnTo>
                  <a:pt x="861631" y="64109"/>
                </a:lnTo>
                <a:lnTo>
                  <a:pt x="861631" y="336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600450" y="2840259"/>
            <a:ext cx="68580" cy="118110"/>
          </a:xfrm>
          <a:custGeom>
            <a:avLst/>
            <a:gdLst/>
            <a:ahLst/>
            <a:cxnLst/>
            <a:rect l="l" t="t" r="r" b="b"/>
            <a:pathLst>
              <a:path w="68579" h="118110">
                <a:moveTo>
                  <a:pt x="32003" y="117538"/>
                </a:moveTo>
                <a:lnTo>
                  <a:pt x="0" y="117538"/>
                </a:lnTo>
                <a:lnTo>
                  <a:pt x="27431" y="0"/>
                </a:lnTo>
                <a:lnTo>
                  <a:pt x="68579" y="0"/>
                </a:lnTo>
                <a:lnTo>
                  <a:pt x="32003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986301" y="2518409"/>
            <a:ext cx="886460" cy="436880"/>
          </a:xfrm>
          <a:custGeom>
            <a:avLst/>
            <a:gdLst/>
            <a:ahLst/>
            <a:cxnLst/>
            <a:rect l="l" t="t" r="r" b="b"/>
            <a:pathLst>
              <a:path w="886460" h="436880">
                <a:moveTo>
                  <a:pt x="176885" y="366153"/>
                </a:moveTo>
                <a:lnTo>
                  <a:pt x="163753" y="353834"/>
                </a:lnTo>
                <a:lnTo>
                  <a:pt x="147358" y="339661"/>
                </a:lnTo>
                <a:lnTo>
                  <a:pt x="127800" y="323456"/>
                </a:lnTo>
                <a:lnTo>
                  <a:pt x="105244" y="305092"/>
                </a:lnTo>
                <a:lnTo>
                  <a:pt x="82296" y="327952"/>
                </a:lnTo>
                <a:lnTo>
                  <a:pt x="97764" y="341439"/>
                </a:lnTo>
                <a:lnTo>
                  <a:pt x="114541" y="356616"/>
                </a:lnTo>
                <a:lnTo>
                  <a:pt x="132740" y="373481"/>
                </a:lnTo>
                <a:lnTo>
                  <a:pt x="152501" y="392061"/>
                </a:lnTo>
                <a:lnTo>
                  <a:pt x="176885" y="366153"/>
                </a:lnTo>
                <a:close/>
              </a:path>
              <a:path w="886460" h="436880">
                <a:moveTo>
                  <a:pt x="431584" y="140398"/>
                </a:moveTo>
                <a:lnTo>
                  <a:pt x="421601" y="136969"/>
                </a:lnTo>
                <a:lnTo>
                  <a:pt x="412343" y="133540"/>
                </a:lnTo>
                <a:lnTo>
                  <a:pt x="403936" y="130111"/>
                </a:lnTo>
                <a:lnTo>
                  <a:pt x="396532" y="126682"/>
                </a:lnTo>
                <a:lnTo>
                  <a:pt x="394322" y="140398"/>
                </a:lnTo>
                <a:lnTo>
                  <a:pt x="383082" y="185458"/>
                </a:lnTo>
                <a:lnTo>
                  <a:pt x="346138" y="198310"/>
                </a:lnTo>
                <a:lnTo>
                  <a:pt x="117449" y="198310"/>
                </a:lnTo>
                <a:lnTo>
                  <a:pt x="103390" y="196342"/>
                </a:lnTo>
                <a:lnTo>
                  <a:pt x="93357" y="190500"/>
                </a:lnTo>
                <a:lnTo>
                  <a:pt x="87350" y="180962"/>
                </a:lnTo>
                <a:lnTo>
                  <a:pt x="85344" y="167830"/>
                </a:lnTo>
                <a:lnTo>
                  <a:pt x="85344" y="143446"/>
                </a:lnTo>
                <a:lnTo>
                  <a:pt x="332422" y="143446"/>
                </a:lnTo>
                <a:lnTo>
                  <a:pt x="332422" y="157162"/>
                </a:lnTo>
                <a:lnTo>
                  <a:pt x="365950" y="157162"/>
                </a:lnTo>
                <a:lnTo>
                  <a:pt x="365950" y="143446"/>
                </a:lnTo>
                <a:lnTo>
                  <a:pt x="365950" y="112877"/>
                </a:lnTo>
                <a:lnTo>
                  <a:pt x="365950" y="54965"/>
                </a:lnTo>
                <a:lnTo>
                  <a:pt x="365950" y="24485"/>
                </a:lnTo>
                <a:lnTo>
                  <a:pt x="332422" y="24485"/>
                </a:lnTo>
                <a:lnTo>
                  <a:pt x="332422" y="54965"/>
                </a:lnTo>
                <a:lnTo>
                  <a:pt x="332422" y="112877"/>
                </a:lnTo>
                <a:lnTo>
                  <a:pt x="85344" y="112877"/>
                </a:lnTo>
                <a:lnTo>
                  <a:pt x="85344" y="54965"/>
                </a:lnTo>
                <a:lnTo>
                  <a:pt x="332422" y="54965"/>
                </a:lnTo>
                <a:lnTo>
                  <a:pt x="332422" y="24485"/>
                </a:lnTo>
                <a:lnTo>
                  <a:pt x="51816" y="24485"/>
                </a:lnTo>
                <a:lnTo>
                  <a:pt x="51816" y="172402"/>
                </a:lnTo>
                <a:lnTo>
                  <a:pt x="55511" y="196659"/>
                </a:lnTo>
                <a:lnTo>
                  <a:pt x="66497" y="214363"/>
                </a:lnTo>
                <a:lnTo>
                  <a:pt x="84645" y="225209"/>
                </a:lnTo>
                <a:lnTo>
                  <a:pt x="109816" y="228892"/>
                </a:lnTo>
                <a:lnTo>
                  <a:pt x="355282" y="228892"/>
                </a:lnTo>
                <a:lnTo>
                  <a:pt x="379056" y="226326"/>
                </a:lnTo>
                <a:lnTo>
                  <a:pt x="397662" y="218744"/>
                </a:lnTo>
                <a:lnTo>
                  <a:pt x="411099" y="206311"/>
                </a:lnTo>
                <a:lnTo>
                  <a:pt x="414959" y="198310"/>
                </a:lnTo>
                <a:lnTo>
                  <a:pt x="419392" y="189166"/>
                </a:lnTo>
                <a:lnTo>
                  <a:pt x="424865" y="167830"/>
                </a:lnTo>
                <a:lnTo>
                  <a:pt x="428167" y="154673"/>
                </a:lnTo>
                <a:lnTo>
                  <a:pt x="431584" y="140398"/>
                </a:lnTo>
                <a:close/>
              </a:path>
              <a:path w="886460" h="436880">
                <a:moveTo>
                  <a:pt x="436156" y="273088"/>
                </a:moveTo>
                <a:lnTo>
                  <a:pt x="341566" y="273088"/>
                </a:lnTo>
                <a:lnTo>
                  <a:pt x="341566" y="241084"/>
                </a:lnTo>
                <a:lnTo>
                  <a:pt x="306514" y="241084"/>
                </a:lnTo>
                <a:lnTo>
                  <a:pt x="306514" y="273088"/>
                </a:lnTo>
                <a:lnTo>
                  <a:pt x="0" y="273088"/>
                </a:lnTo>
                <a:lnTo>
                  <a:pt x="0" y="303568"/>
                </a:lnTo>
                <a:lnTo>
                  <a:pt x="306514" y="303568"/>
                </a:lnTo>
                <a:lnTo>
                  <a:pt x="306514" y="366153"/>
                </a:lnTo>
                <a:lnTo>
                  <a:pt x="304520" y="377913"/>
                </a:lnTo>
                <a:lnTo>
                  <a:pt x="298513" y="385965"/>
                </a:lnTo>
                <a:lnTo>
                  <a:pt x="288518" y="390575"/>
                </a:lnTo>
                <a:lnTo>
                  <a:pt x="274891" y="392023"/>
                </a:lnTo>
                <a:lnTo>
                  <a:pt x="260832" y="392010"/>
                </a:lnTo>
                <a:lnTo>
                  <a:pt x="245122" y="391680"/>
                </a:lnTo>
                <a:lnTo>
                  <a:pt x="227711" y="390766"/>
                </a:lnTo>
                <a:lnTo>
                  <a:pt x="208889" y="389013"/>
                </a:lnTo>
                <a:lnTo>
                  <a:pt x="210908" y="399884"/>
                </a:lnTo>
                <a:lnTo>
                  <a:pt x="212509" y="409778"/>
                </a:lnTo>
                <a:lnTo>
                  <a:pt x="213817" y="418795"/>
                </a:lnTo>
                <a:lnTo>
                  <a:pt x="214985" y="427113"/>
                </a:lnTo>
                <a:lnTo>
                  <a:pt x="285178" y="427113"/>
                </a:lnTo>
                <a:lnTo>
                  <a:pt x="327660" y="414350"/>
                </a:lnTo>
                <a:lnTo>
                  <a:pt x="341566" y="375297"/>
                </a:lnTo>
                <a:lnTo>
                  <a:pt x="341566" y="303568"/>
                </a:lnTo>
                <a:lnTo>
                  <a:pt x="436156" y="303568"/>
                </a:lnTo>
                <a:lnTo>
                  <a:pt x="436156" y="273088"/>
                </a:lnTo>
                <a:close/>
              </a:path>
              <a:path w="886460" h="436880">
                <a:moveTo>
                  <a:pt x="573405" y="167830"/>
                </a:moveTo>
                <a:lnTo>
                  <a:pt x="565924" y="148602"/>
                </a:lnTo>
                <a:lnTo>
                  <a:pt x="559308" y="131787"/>
                </a:lnTo>
                <a:lnTo>
                  <a:pt x="553262" y="116967"/>
                </a:lnTo>
                <a:lnTo>
                  <a:pt x="547497" y="103733"/>
                </a:lnTo>
                <a:lnTo>
                  <a:pt x="521589" y="114401"/>
                </a:lnTo>
                <a:lnTo>
                  <a:pt x="528180" y="129362"/>
                </a:lnTo>
                <a:lnTo>
                  <a:pt x="534352" y="144589"/>
                </a:lnTo>
                <a:lnTo>
                  <a:pt x="540232" y="160362"/>
                </a:lnTo>
                <a:lnTo>
                  <a:pt x="545973" y="176974"/>
                </a:lnTo>
                <a:lnTo>
                  <a:pt x="573405" y="167830"/>
                </a:lnTo>
                <a:close/>
              </a:path>
              <a:path w="886460" h="436880">
                <a:moveTo>
                  <a:pt x="574929" y="334149"/>
                </a:moveTo>
                <a:lnTo>
                  <a:pt x="568198" y="312699"/>
                </a:lnTo>
                <a:lnTo>
                  <a:pt x="561213" y="292341"/>
                </a:lnTo>
                <a:lnTo>
                  <a:pt x="554355" y="273824"/>
                </a:lnTo>
                <a:lnTo>
                  <a:pt x="547497" y="256324"/>
                </a:lnTo>
                <a:lnTo>
                  <a:pt x="521589" y="266992"/>
                </a:lnTo>
                <a:lnTo>
                  <a:pt x="528421" y="285546"/>
                </a:lnTo>
                <a:lnTo>
                  <a:pt x="535114" y="304533"/>
                </a:lnTo>
                <a:lnTo>
                  <a:pt x="541515" y="323824"/>
                </a:lnTo>
                <a:lnTo>
                  <a:pt x="547497" y="343293"/>
                </a:lnTo>
                <a:lnTo>
                  <a:pt x="574929" y="334149"/>
                </a:lnTo>
                <a:close/>
              </a:path>
              <a:path w="886460" h="436880">
                <a:moveTo>
                  <a:pt x="616077" y="50393"/>
                </a:moveTo>
                <a:lnTo>
                  <a:pt x="587121" y="50393"/>
                </a:lnTo>
                <a:lnTo>
                  <a:pt x="587121" y="80873"/>
                </a:lnTo>
                <a:lnTo>
                  <a:pt x="587121" y="198310"/>
                </a:lnTo>
                <a:lnTo>
                  <a:pt x="507784" y="198310"/>
                </a:lnTo>
                <a:lnTo>
                  <a:pt x="507784" y="80873"/>
                </a:lnTo>
                <a:lnTo>
                  <a:pt x="587121" y="80873"/>
                </a:lnTo>
                <a:lnTo>
                  <a:pt x="587121" y="50393"/>
                </a:lnTo>
                <a:lnTo>
                  <a:pt x="550545" y="50393"/>
                </a:lnTo>
                <a:lnTo>
                  <a:pt x="554215" y="39839"/>
                </a:lnTo>
                <a:lnTo>
                  <a:pt x="558165" y="28854"/>
                </a:lnTo>
                <a:lnTo>
                  <a:pt x="562114" y="17564"/>
                </a:lnTo>
                <a:lnTo>
                  <a:pt x="565785" y="6096"/>
                </a:lnTo>
                <a:lnTo>
                  <a:pt x="533781" y="0"/>
                </a:lnTo>
                <a:lnTo>
                  <a:pt x="531469" y="12598"/>
                </a:lnTo>
                <a:lnTo>
                  <a:pt x="529018" y="25196"/>
                </a:lnTo>
                <a:lnTo>
                  <a:pt x="526275" y="37807"/>
                </a:lnTo>
                <a:lnTo>
                  <a:pt x="523113" y="50393"/>
                </a:lnTo>
                <a:lnTo>
                  <a:pt x="478828" y="50393"/>
                </a:lnTo>
                <a:lnTo>
                  <a:pt x="478828" y="198310"/>
                </a:lnTo>
                <a:lnTo>
                  <a:pt x="451383" y="198310"/>
                </a:lnTo>
                <a:lnTo>
                  <a:pt x="451383" y="228892"/>
                </a:lnTo>
                <a:lnTo>
                  <a:pt x="478828" y="228892"/>
                </a:lnTo>
                <a:lnTo>
                  <a:pt x="478713" y="273824"/>
                </a:lnTo>
                <a:lnTo>
                  <a:pt x="476846" y="312699"/>
                </a:lnTo>
                <a:lnTo>
                  <a:pt x="471017" y="349148"/>
                </a:lnTo>
                <a:lnTo>
                  <a:pt x="461467" y="380733"/>
                </a:lnTo>
                <a:lnTo>
                  <a:pt x="448335" y="407301"/>
                </a:lnTo>
                <a:lnTo>
                  <a:pt x="454939" y="413029"/>
                </a:lnTo>
                <a:lnTo>
                  <a:pt x="461111" y="418922"/>
                </a:lnTo>
                <a:lnTo>
                  <a:pt x="466991" y="425081"/>
                </a:lnTo>
                <a:lnTo>
                  <a:pt x="472732" y="431685"/>
                </a:lnTo>
                <a:lnTo>
                  <a:pt x="487857" y="399415"/>
                </a:lnTo>
                <a:lnTo>
                  <a:pt x="498830" y="362331"/>
                </a:lnTo>
                <a:lnTo>
                  <a:pt x="505510" y="320624"/>
                </a:lnTo>
                <a:lnTo>
                  <a:pt x="507784" y="274612"/>
                </a:lnTo>
                <a:lnTo>
                  <a:pt x="507784" y="228892"/>
                </a:lnTo>
                <a:lnTo>
                  <a:pt x="587121" y="228892"/>
                </a:lnTo>
                <a:lnTo>
                  <a:pt x="587121" y="378345"/>
                </a:lnTo>
                <a:lnTo>
                  <a:pt x="586003" y="387464"/>
                </a:lnTo>
                <a:lnTo>
                  <a:pt x="582739" y="394157"/>
                </a:lnTo>
                <a:lnTo>
                  <a:pt x="577481" y="398272"/>
                </a:lnTo>
                <a:lnTo>
                  <a:pt x="570357" y="399681"/>
                </a:lnTo>
                <a:lnTo>
                  <a:pt x="560933" y="399415"/>
                </a:lnTo>
                <a:lnTo>
                  <a:pt x="550926" y="398729"/>
                </a:lnTo>
                <a:lnTo>
                  <a:pt x="529209" y="396633"/>
                </a:lnTo>
                <a:lnTo>
                  <a:pt x="531228" y="404609"/>
                </a:lnTo>
                <a:lnTo>
                  <a:pt x="532828" y="412445"/>
                </a:lnTo>
                <a:lnTo>
                  <a:pt x="534136" y="419989"/>
                </a:lnTo>
                <a:lnTo>
                  <a:pt x="535305" y="427113"/>
                </a:lnTo>
                <a:lnTo>
                  <a:pt x="576453" y="427113"/>
                </a:lnTo>
                <a:lnTo>
                  <a:pt x="613740" y="402678"/>
                </a:lnTo>
                <a:lnTo>
                  <a:pt x="616077" y="382917"/>
                </a:lnTo>
                <a:lnTo>
                  <a:pt x="616077" y="80873"/>
                </a:lnTo>
                <a:lnTo>
                  <a:pt x="616077" y="50393"/>
                </a:lnTo>
                <a:close/>
              </a:path>
              <a:path w="886460" h="436880">
                <a:moveTo>
                  <a:pt x="768578" y="51917"/>
                </a:moveTo>
                <a:lnTo>
                  <a:pt x="761682" y="39331"/>
                </a:lnTo>
                <a:lnTo>
                  <a:pt x="754481" y="26530"/>
                </a:lnTo>
                <a:lnTo>
                  <a:pt x="746709" y="13474"/>
                </a:lnTo>
                <a:lnTo>
                  <a:pt x="738098" y="0"/>
                </a:lnTo>
                <a:lnTo>
                  <a:pt x="709142" y="13716"/>
                </a:lnTo>
                <a:lnTo>
                  <a:pt x="717092" y="26403"/>
                </a:lnTo>
                <a:lnTo>
                  <a:pt x="724738" y="39306"/>
                </a:lnTo>
                <a:lnTo>
                  <a:pt x="731850" y="52819"/>
                </a:lnTo>
                <a:lnTo>
                  <a:pt x="738098" y="67157"/>
                </a:lnTo>
                <a:lnTo>
                  <a:pt x="768578" y="51917"/>
                </a:lnTo>
                <a:close/>
              </a:path>
              <a:path w="886460" h="436880">
                <a:moveTo>
                  <a:pt x="872299" y="71729"/>
                </a:moveTo>
                <a:lnTo>
                  <a:pt x="632841" y="71729"/>
                </a:lnTo>
                <a:lnTo>
                  <a:pt x="632841" y="103733"/>
                </a:lnTo>
                <a:lnTo>
                  <a:pt x="872299" y="103733"/>
                </a:lnTo>
                <a:lnTo>
                  <a:pt x="872299" y="71729"/>
                </a:lnTo>
                <a:close/>
              </a:path>
              <a:path w="886460" h="436880">
                <a:moveTo>
                  <a:pt x="886015" y="302044"/>
                </a:moveTo>
                <a:lnTo>
                  <a:pt x="867918" y="295186"/>
                </a:lnTo>
                <a:lnTo>
                  <a:pt x="859231" y="291757"/>
                </a:lnTo>
                <a:lnTo>
                  <a:pt x="850963" y="288328"/>
                </a:lnTo>
                <a:lnTo>
                  <a:pt x="849820" y="312661"/>
                </a:lnTo>
                <a:lnTo>
                  <a:pt x="848677" y="333146"/>
                </a:lnTo>
                <a:lnTo>
                  <a:pt x="847572" y="349389"/>
                </a:lnTo>
                <a:lnTo>
                  <a:pt x="846391" y="363105"/>
                </a:lnTo>
                <a:lnTo>
                  <a:pt x="845540" y="373341"/>
                </a:lnTo>
                <a:lnTo>
                  <a:pt x="842962" y="381012"/>
                </a:lnTo>
                <a:lnTo>
                  <a:pt x="838682" y="385813"/>
                </a:lnTo>
                <a:lnTo>
                  <a:pt x="832675" y="387489"/>
                </a:lnTo>
                <a:lnTo>
                  <a:pt x="815911" y="387489"/>
                </a:lnTo>
                <a:lnTo>
                  <a:pt x="811339" y="381393"/>
                </a:lnTo>
                <a:lnTo>
                  <a:pt x="811339" y="193738"/>
                </a:lnTo>
                <a:lnTo>
                  <a:pt x="811339" y="161734"/>
                </a:lnTo>
                <a:lnTo>
                  <a:pt x="672566" y="161734"/>
                </a:lnTo>
                <a:lnTo>
                  <a:pt x="672566" y="201371"/>
                </a:lnTo>
                <a:lnTo>
                  <a:pt x="671995" y="242023"/>
                </a:lnTo>
                <a:lnTo>
                  <a:pt x="667423" y="306730"/>
                </a:lnTo>
                <a:lnTo>
                  <a:pt x="656767" y="352831"/>
                </a:lnTo>
                <a:lnTo>
                  <a:pt x="637819" y="390029"/>
                </a:lnTo>
                <a:lnTo>
                  <a:pt x="625221" y="405777"/>
                </a:lnTo>
                <a:lnTo>
                  <a:pt x="637413" y="419874"/>
                </a:lnTo>
                <a:lnTo>
                  <a:pt x="643648" y="427672"/>
                </a:lnTo>
                <a:lnTo>
                  <a:pt x="649605" y="436346"/>
                </a:lnTo>
                <a:lnTo>
                  <a:pt x="664489" y="417144"/>
                </a:lnTo>
                <a:lnTo>
                  <a:pt x="686777" y="373672"/>
                </a:lnTo>
                <a:lnTo>
                  <a:pt x="698131" y="323329"/>
                </a:lnTo>
                <a:lnTo>
                  <a:pt x="703757" y="245516"/>
                </a:lnTo>
                <a:lnTo>
                  <a:pt x="704570" y="193738"/>
                </a:lnTo>
                <a:lnTo>
                  <a:pt x="779246" y="193738"/>
                </a:lnTo>
                <a:lnTo>
                  <a:pt x="779246" y="378345"/>
                </a:lnTo>
                <a:lnTo>
                  <a:pt x="781532" y="397217"/>
                </a:lnTo>
                <a:lnTo>
                  <a:pt x="788390" y="410540"/>
                </a:lnTo>
                <a:lnTo>
                  <a:pt x="799858" y="418414"/>
                </a:lnTo>
                <a:lnTo>
                  <a:pt x="815911" y="421017"/>
                </a:lnTo>
                <a:lnTo>
                  <a:pt x="838771" y="421017"/>
                </a:lnTo>
                <a:lnTo>
                  <a:pt x="875639" y="395935"/>
                </a:lnTo>
                <a:lnTo>
                  <a:pt x="882396" y="342900"/>
                </a:lnTo>
                <a:lnTo>
                  <a:pt x="883983" y="323329"/>
                </a:lnTo>
                <a:lnTo>
                  <a:pt x="886015" y="3020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169687" y="2518409"/>
            <a:ext cx="1043305" cy="453390"/>
          </a:xfrm>
          <a:custGeom>
            <a:avLst/>
            <a:gdLst/>
            <a:ahLst/>
            <a:cxnLst/>
            <a:rect l="l" t="t" r="r" b="b"/>
            <a:pathLst>
              <a:path w="1043304" h="453389">
                <a:moveTo>
                  <a:pt x="115925" y="36677"/>
                </a:moveTo>
                <a:lnTo>
                  <a:pt x="79349" y="36677"/>
                </a:lnTo>
                <a:lnTo>
                  <a:pt x="50571" y="72898"/>
                </a:lnTo>
                <a:lnTo>
                  <a:pt x="28333" y="112064"/>
                </a:lnTo>
                <a:lnTo>
                  <a:pt x="12534" y="154165"/>
                </a:lnTo>
                <a:lnTo>
                  <a:pt x="3124" y="199212"/>
                </a:lnTo>
                <a:lnTo>
                  <a:pt x="0" y="247180"/>
                </a:lnTo>
                <a:lnTo>
                  <a:pt x="3124" y="294195"/>
                </a:lnTo>
                <a:lnTo>
                  <a:pt x="12534" y="338289"/>
                </a:lnTo>
                <a:lnTo>
                  <a:pt x="28333" y="379488"/>
                </a:lnTo>
                <a:lnTo>
                  <a:pt x="50571" y="417753"/>
                </a:lnTo>
                <a:lnTo>
                  <a:pt x="79349" y="453110"/>
                </a:lnTo>
                <a:lnTo>
                  <a:pt x="115925" y="453110"/>
                </a:lnTo>
                <a:lnTo>
                  <a:pt x="87934" y="416280"/>
                </a:lnTo>
                <a:lnTo>
                  <a:pt x="66179" y="377190"/>
                </a:lnTo>
                <a:lnTo>
                  <a:pt x="50634" y="335775"/>
                </a:lnTo>
                <a:lnTo>
                  <a:pt x="41300" y="291947"/>
                </a:lnTo>
                <a:lnTo>
                  <a:pt x="38201" y="245656"/>
                </a:lnTo>
                <a:lnTo>
                  <a:pt x="41300" y="199161"/>
                </a:lnTo>
                <a:lnTo>
                  <a:pt x="50634" y="154940"/>
                </a:lnTo>
                <a:lnTo>
                  <a:pt x="66179" y="113068"/>
                </a:lnTo>
                <a:lnTo>
                  <a:pt x="87934" y="73621"/>
                </a:lnTo>
                <a:lnTo>
                  <a:pt x="115925" y="36677"/>
                </a:lnTo>
                <a:close/>
              </a:path>
              <a:path w="1043304" h="453389">
                <a:moveTo>
                  <a:pt x="291274" y="228892"/>
                </a:moveTo>
                <a:lnTo>
                  <a:pt x="278155" y="208521"/>
                </a:lnTo>
                <a:lnTo>
                  <a:pt x="266319" y="190893"/>
                </a:lnTo>
                <a:lnTo>
                  <a:pt x="255917" y="175856"/>
                </a:lnTo>
                <a:lnTo>
                  <a:pt x="247078" y="163258"/>
                </a:lnTo>
                <a:lnTo>
                  <a:pt x="219646" y="180022"/>
                </a:lnTo>
                <a:lnTo>
                  <a:pt x="230809" y="197180"/>
                </a:lnTo>
                <a:lnTo>
                  <a:pt x="241554" y="214325"/>
                </a:lnTo>
                <a:lnTo>
                  <a:pt x="252006" y="231508"/>
                </a:lnTo>
                <a:lnTo>
                  <a:pt x="262318" y="248704"/>
                </a:lnTo>
                <a:lnTo>
                  <a:pt x="291274" y="228892"/>
                </a:lnTo>
                <a:close/>
              </a:path>
              <a:path w="1043304" h="453389">
                <a:moveTo>
                  <a:pt x="404139" y="212026"/>
                </a:moveTo>
                <a:lnTo>
                  <a:pt x="395859" y="198031"/>
                </a:lnTo>
                <a:lnTo>
                  <a:pt x="386994" y="183451"/>
                </a:lnTo>
                <a:lnTo>
                  <a:pt x="377571" y="168313"/>
                </a:lnTo>
                <a:lnTo>
                  <a:pt x="367563" y="152590"/>
                </a:lnTo>
                <a:lnTo>
                  <a:pt x="340131" y="166306"/>
                </a:lnTo>
                <a:lnTo>
                  <a:pt x="350710" y="184861"/>
                </a:lnTo>
                <a:lnTo>
                  <a:pt x="359562" y="201561"/>
                </a:lnTo>
                <a:lnTo>
                  <a:pt x="366712" y="216293"/>
                </a:lnTo>
                <a:lnTo>
                  <a:pt x="372135" y="228892"/>
                </a:lnTo>
                <a:lnTo>
                  <a:pt x="404139" y="212026"/>
                </a:lnTo>
                <a:close/>
              </a:path>
              <a:path w="1043304" h="453389">
                <a:moveTo>
                  <a:pt x="536829" y="176974"/>
                </a:moveTo>
                <a:lnTo>
                  <a:pt x="507873" y="154114"/>
                </a:lnTo>
                <a:lnTo>
                  <a:pt x="489889" y="174955"/>
                </a:lnTo>
                <a:lnTo>
                  <a:pt x="472617" y="193929"/>
                </a:lnTo>
                <a:lnTo>
                  <a:pt x="456184" y="210908"/>
                </a:lnTo>
                <a:lnTo>
                  <a:pt x="440715" y="225742"/>
                </a:lnTo>
                <a:lnTo>
                  <a:pt x="465201" y="247180"/>
                </a:lnTo>
                <a:lnTo>
                  <a:pt x="477469" y="235991"/>
                </a:lnTo>
                <a:lnTo>
                  <a:pt x="493585" y="220649"/>
                </a:lnTo>
                <a:lnTo>
                  <a:pt x="513422" y="201028"/>
                </a:lnTo>
                <a:lnTo>
                  <a:pt x="536829" y="176974"/>
                </a:lnTo>
                <a:close/>
              </a:path>
              <a:path w="1043304" h="453389">
                <a:moveTo>
                  <a:pt x="552069" y="140398"/>
                </a:moveTo>
                <a:lnTo>
                  <a:pt x="547497" y="109829"/>
                </a:lnTo>
                <a:lnTo>
                  <a:pt x="502107" y="112826"/>
                </a:lnTo>
                <a:lnTo>
                  <a:pt x="454837" y="115316"/>
                </a:lnTo>
                <a:lnTo>
                  <a:pt x="354520" y="118986"/>
                </a:lnTo>
                <a:lnTo>
                  <a:pt x="189166" y="122021"/>
                </a:lnTo>
                <a:lnTo>
                  <a:pt x="191185" y="130721"/>
                </a:lnTo>
                <a:lnTo>
                  <a:pt x="192786" y="138684"/>
                </a:lnTo>
                <a:lnTo>
                  <a:pt x="194094" y="146329"/>
                </a:lnTo>
                <a:lnTo>
                  <a:pt x="195262" y="154114"/>
                </a:lnTo>
                <a:lnTo>
                  <a:pt x="408139" y="147408"/>
                </a:lnTo>
                <a:lnTo>
                  <a:pt x="552069" y="140398"/>
                </a:lnTo>
                <a:close/>
              </a:path>
              <a:path w="1043304" h="453389">
                <a:moveTo>
                  <a:pt x="594829" y="45821"/>
                </a:moveTo>
                <a:lnTo>
                  <a:pt x="469773" y="45821"/>
                </a:lnTo>
                <a:lnTo>
                  <a:pt x="469773" y="4572"/>
                </a:lnTo>
                <a:lnTo>
                  <a:pt x="436143" y="4572"/>
                </a:lnTo>
                <a:lnTo>
                  <a:pt x="436143" y="45821"/>
                </a:lnTo>
                <a:lnTo>
                  <a:pt x="321843" y="45821"/>
                </a:lnTo>
                <a:lnTo>
                  <a:pt x="321843" y="4572"/>
                </a:lnTo>
                <a:lnTo>
                  <a:pt x="288226" y="4572"/>
                </a:lnTo>
                <a:lnTo>
                  <a:pt x="288226" y="45821"/>
                </a:lnTo>
                <a:lnTo>
                  <a:pt x="164680" y="45821"/>
                </a:lnTo>
                <a:lnTo>
                  <a:pt x="164680" y="76301"/>
                </a:lnTo>
                <a:lnTo>
                  <a:pt x="288226" y="76301"/>
                </a:lnTo>
                <a:lnTo>
                  <a:pt x="288226" y="105257"/>
                </a:lnTo>
                <a:lnTo>
                  <a:pt x="321843" y="105257"/>
                </a:lnTo>
                <a:lnTo>
                  <a:pt x="321843" y="76301"/>
                </a:lnTo>
                <a:lnTo>
                  <a:pt x="436143" y="76301"/>
                </a:lnTo>
                <a:lnTo>
                  <a:pt x="436143" y="102209"/>
                </a:lnTo>
                <a:lnTo>
                  <a:pt x="469773" y="102209"/>
                </a:lnTo>
                <a:lnTo>
                  <a:pt x="469773" y="76301"/>
                </a:lnTo>
                <a:lnTo>
                  <a:pt x="594829" y="76301"/>
                </a:lnTo>
                <a:lnTo>
                  <a:pt x="594829" y="45821"/>
                </a:lnTo>
                <a:close/>
              </a:path>
              <a:path w="1043304" h="453389">
                <a:moveTo>
                  <a:pt x="597890" y="384429"/>
                </a:moveTo>
                <a:lnTo>
                  <a:pt x="547827" y="370433"/>
                </a:lnTo>
                <a:lnTo>
                  <a:pt x="502920" y="351282"/>
                </a:lnTo>
                <a:lnTo>
                  <a:pt x="463156" y="326961"/>
                </a:lnTo>
                <a:lnTo>
                  <a:pt x="428523" y="297472"/>
                </a:lnTo>
                <a:lnTo>
                  <a:pt x="591781" y="297472"/>
                </a:lnTo>
                <a:lnTo>
                  <a:pt x="591781" y="266992"/>
                </a:lnTo>
                <a:lnTo>
                  <a:pt x="393471" y="266992"/>
                </a:lnTo>
                <a:lnTo>
                  <a:pt x="393471" y="233464"/>
                </a:lnTo>
                <a:lnTo>
                  <a:pt x="359943" y="233464"/>
                </a:lnTo>
                <a:lnTo>
                  <a:pt x="359943" y="266992"/>
                </a:lnTo>
                <a:lnTo>
                  <a:pt x="169354" y="266992"/>
                </a:lnTo>
                <a:lnTo>
                  <a:pt x="169354" y="297472"/>
                </a:lnTo>
                <a:lnTo>
                  <a:pt x="321843" y="297472"/>
                </a:lnTo>
                <a:lnTo>
                  <a:pt x="286054" y="327507"/>
                </a:lnTo>
                <a:lnTo>
                  <a:pt x="247269" y="353377"/>
                </a:lnTo>
                <a:lnTo>
                  <a:pt x="205346" y="374929"/>
                </a:lnTo>
                <a:lnTo>
                  <a:pt x="160108" y="392061"/>
                </a:lnTo>
                <a:lnTo>
                  <a:pt x="174866" y="408444"/>
                </a:lnTo>
                <a:lnTo>
                  <a:pt x="181000" y="415632"/>
                </a:lnTo>
                <a:lnTo>
                  <a:pt x="186118" y="422541"/>
                </a:lnTo>
                <a:lnTo>
                  <a:pt x="238137" y="395935"/>
                </a:lnTo>
                <a:lnTo>
                  <a:pt x="284467" y="366331"/>
                </a:lnTo>
                <a:lnTo>
                  <a:pt x="325069" y="333552"/>
                </a:lnTo>
                <a:lnTo>
                  <a:pt x="359943" y="297472"/>
                </a:lnTo>
                <a:lnTo>
                  <a:pt x="359943" y="439394"/>
                </a:lnTo>
                <a:lnTo>
                  <a:pt x="393471" y="439394"/>
                </a:lnTo>
                <a:lnTo>
                  <a:pt x="393471" y="297472"/>
                </a:lnTo>
                <a:lnTo>
                  <a:pt x="428612" y="335813"/>
                </a:lnTo>
                <a:lnTo>
                  <a:pt x="469912" y="368427"/>
                </a:lnTo>
                <a:lnTo>
                  <a:pt x="517220" y="395287"/>
                </a:lnTo>
                <a:lnTo>
                  <a:pt x="570357" y="416445"/>
                </a:lnTo>
                <a:lnTo>
                  <a:pt x="575513" y="409079"/>
                </a:lnTo>
                <a:lnTo>
                  <a:pt x="581837" y="401015"/>
                </a:lnTo>
                <a:lnTo>
                  <a:pt x="589292" y="392645"/>
                </a:lnTo>
                <a:lnTo>
                  <a:pt x="597890" y="384429"/>
                </a:lnTo>
                <a:close/>
              </a:path>
              <a:path w="1043304" h="453389">
                <a:moveTo>
                  <a:pt x="1043178" y="312712"/>
                </a:moveTo>
                <a:lnTo>
                  <a:pt x="844867" y="312712"/>
                </a:lnTo>
                <a:lnTo>
                  <a:pt x="844867" y="262420"/>
                </a:lnTo>
                <a:lnTo>
                  <a:pt x="966889" y="262420"/>
                </a:lnTo>
                <a:lnTo>
                  <a:pt x="966889" y="283756"/>
                </a:lnTo>
                <a:lnTo>
                  <a:pt x="1000506" y="283756"/>
                </a:lnTo>
                <a:lnTo>
                  <a:pt x="1000506" y="71729"/>
                </a:lnTo>
                <a:lnTo>
                  <a:pt x="966889" y="71729"/>
                </a:lnTo>
                <a:lnTo>
                  <a:pt x="966889" y="102209"/>
                </a:lnTo>
                <a:lnTo>
                  <a:pt x="966889" y="151066"/>
                </a:lnTo>
                <a:lnTo>
                  <a:pt x="966889" y="181546"/>
                </a:lnTo>
                <a:lnTo>
                  <a:pt x="966889" y="231940"/>
                </a:lnTo>
                <a:lnTo>
                  <a:pt x="844867" y="231940"/>
                </a:lnTo>
                <a:lnTo>
                  <a:pt x="844867" y="181546"/>
                </a:lnTo>
                <a:lnTo>
                  <a:pt x="966889" y="181546"/>
                </a:lnTo>
                <a:lnTo>
                  <a:pt x="966889" y="151066"/>
                </a:lnTo>
                <a:lnTo>
                  <a:pt x="844867" y="151066"/>
                </a:lnTo>
                <a:lnTo>
                  <a:pt x="844867" y="102209"/>
                </a:lnTo>
                <a:lnTo>
                  <a:pt x="966889" y="102209"/>
                </a:lnTo>
                <a:lnTo>
                  <a:pt x="966889" y="71729"/>
                </a:lnTo>
                <a:lnTo>
                  <a:pt x="910501" y="71729"/>
                </a:lnTo>
                <a:lnTo>
                  <a:pt x="921016" y="59131"/>
                </a:lnTo>
                <a:lnTo>
                  <a:pt x="931837" y="46393"/>
                </a:lnTo>
                <a:lnTo>
                  <a:pt x="942644" y="33362"/>
                </a:lnTo>
                <a:lnTo>
                  <a:pt x="953173" y="19913"/>
                </a:lnTo>
                <a:lnTo>
                  <a:pt x="918121" y="1524"/>
                </a:lnTo>
                <a:lnTo>
                  <a:pt x="906424" y="19824"/>
                </a:lnTo>
                <a:lnTo>
                  <a:pt x="894308" y="37807"/>
                </a:lnTo>
                <a:lnTo>
                  <a:pt x="881900" y="55206"/>
                </a:lnTo>
                <a:lnTo>
                  <a:pt x="869353" y="71729"/>
                </a:lnTo>
                <a:lnTo>
                  <a:pt x="811339" y="71729"/>
                </a:lnTo>
                <a:lnTo>
                  <a:pt x="811339" y="102209"/>
                </a:lnTo>
                <a:lnTo>
                  <a:pt x="811339" y="151066"/>
                </a:lnTo>
                <a:lnTo>
                  <a:pt x="811339" y="181546"/>
                </a:lnTo>
                <a:lnTo>
                  <a:pt x="811339" y="231940"/>
                </a:lnTo>
                <a:lnTo>
                  <a:pt x="689330" y="231940"/>
                </a:lnTo>
                <a:lnTo>
                  <a:pt x="689330" y="181546"/>
                </a:lnTo>
                <a:lnTo>
                  <a:pt x="811339" y="181546"/>
                </a:lnTo>
                <a:lnTo>
                  <a:pt x="811339" y="151066"/>
                </a:lnTo>
                <a:lnTo>
                  <a:pt x="689330" y="151066"/>
                </a:lnTo>
                <a:lnTo>
                  <a:pt x="689330" y="102209"/>
                </a:lnTo>
                <a:lnTo>
                  <a:pt x="811339" y="102209"/>
                </a:lnTo>
                <a:lnTo>
                  <a:pt x="811339" y="71729"/>
                </a:lnTo>
                <a:lnTo>
                  <a:pt x="767143" y="71729"/>
                </a:lnTo>
                <a:lnTo>
                  <a:pt x="783907" y="58013"/>
                </a:lnTo>
                <a:lnTo>
                  <a:pt x="771004" y="44246"/>
                </a:lnTo>
                <a:lnTo>
                  <a:pt x="757237" y="30187"/>
                </a:lnTo>
                <a:lnTo>
                  <a:pt x="742327" y="15544"/>
                </a:lnTo>
                <a:lnTo>
                  <a:pt x="725995" y="0"/>
                </a:lnTo>
                <a:lnTo>
                  <a:pt x="701522" y="19913"/>
                </a:lnTo>
                <a:lnTo>
                  <a:pt x="713816" y="33362"/>
                </a:lnTo>
                <a:lnTo>
                  <a:pt x="725563" y="46393"/>
                </a:lnTo>
                <a:lnTo>
                  <a:pt x="736739" y="59131"/>
                </a:lnTo>
                <a:lnTo>
                  <a:pt x="747331" y="71729"/>
                </a:lnTo>
                <a:lnTo>
                  <a:pt x="655802" y="71729"/>
                </a:lnTo>
                <a:lnTo>
                  <a:pt x="655802" y="283756"/>
                </a:lnTo>
                <a:lnTo>
                  <a:pt x="689330" y="283756"/>
                </a:lnTo>
                <a:lnTo>
                  <a:pt x="689330" y="262420"/>
                </a:lnTo>
                <a:lnTo>
                  <a:pt x="811339" y="262420"/>
                </a:lnTo>
                <a:lnTo>
                  <a:pt x="811339" y="312712"/>
                </a:lnTo>
                <a:lnTo>
                  <a:pt x="611606" y="312712"/>
                </a:lnTo>
                <a:lnTo>
                  <a:pt x="611606" y="344817"/>
                </a:lnTo>
                <a:lnTo>
                  <a:pt x="811339" y="344817"/>
                </a:lnTo>
                <a:lnTo>
                  <a:pt x="811339" y="436346"/>
                </a:lnTo>
                <a:lnTo>
                  <a:pt x="844867" y="436346"/>
                </a:lnTo>
                <a:lnTo>
                  <a:pt x="844867" y="344817"/>
                </a:lnTo>
                <a:lnTo>
                  <a:pt x="1043178" y="344817"/>
                </a:lnTo>
                <a:lnTo>
                  <a:pt x="1043178" y="3127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261639" y="2555081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38100" y="416433"/>
                </a:moveTo>
                <a:lnTo>
                  <a:pt x="0" y="416433"/>
                </a:lnTo>
                <a:lnTo>
                  <a:pt x="28027" y="380178"/>
                </a:lnTo>
                <a:lnTo>
                  <a:pt x="49818" y="341075"/>
                </a:lnTo>
                <a:lnTo>
                  <a:pt x="65377" y="299202"/>
                </a:lnTo>
                <a:lnTo>
                  <a:pt x="74709" y="254636"/>
                </a:lnTo>
                <a:lnTo>
                  <a:pt x="77819" y="207454"/>
                </a:lnTo>
                <a:lnTo>
                  <a:pt x="74721" y="161117"/>
                </a:lnTo>
                <a:lnTo>
                  <a:pt x="65474" y="117271"/>
                </a:lnTo>
                <a:lnTo>
                  <a:pt x="50147" y="75849"/>
                </a:lnTo>
                <a:lnTo>
                  <a:pt x="28807" y="36781"/>
                </a:lnTo>
                <a:lnTo>
                  <a:pt x="1524" y="0"/>
                </a:lnTo>
                <a:lnTo>
                  <a:pt x="38100" y="0"/>
                </a:lnTo>
                <a:lnTo>
                  <a:pt x="66127" y="35318"/>
                </a:lnTo>
                <a:lnTo>
                  <a:pt x="87918" y="73654"/>
                </a:lnTo>
                <a:lnTo>
                  <a:pt x="103477" y="115077"/>
                </a:lnTo>
                <a:lnTo>
                  <a:pt x="112809" y="159654"/>
                </a:lnTo>
                <a:lnTo>
                  <a:pt x="115919" y="207454"/>
                </a:lnTo>
                <a:lnTo>
                  <a:pt x="112809" y="255367"/>
                </a:lnTo>
                <a:lnTo>
                  <a:pt x="103477" y="300299"/>
                </a:lnTo>
                <a:lnTo>
                  <a:pt x="87918" y="342173"/>
                </a:lnTo>
                <a:lnTo>
                  <a:pt x="66127" y="380910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6735984" y="2840259"/>
            <a:ext cx="68580" cy="118110"/>
          </a:xfrm>
          <a:custGeom>
            <a:avLst/>
            <a:gdLst/>
            <a:ahLst/>
            <a:cxnLst/>
            <a:rect l="l" t="t" r="r" b="b"/>
            <a:pathLst>
              <a:path w="68579" h="118110">
                <a:moveTo>
                  <a:pt x="30479" y="117538"/>
                </a:moveTo>
                <a:lnTo>
                  <a:pt x="0" y="117538"/>
                </a:lnTo>
                <a:lnTo>
                  <a:pt x="27431" y="0"/>
                </a:lnTo>
                <a:lnTo>
                  <a:pt x="68579" y="0"/>
                </a:lnTo>
                <a:lnTo>
                  <a:pt x="30479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120217" y="2519933"/>
            <a:ext cx="886460" cy="436880"/>
          </a:xfrm>
          <a:custGeom>
            <a:avLst/>
            <a:gdLst/>
            <a:ahLst/>
            <a:cxnLst/>
            <a:rect l="l" t="t" r="r" b="b"/>
            <a:pathLst>
              <a:path w="886459" h="436880">
                <a:moveTo>
                  <a:pt x="186118" y="22961"/>
                </a:moveTo>
                <a:lnTo>
                  <a:pt x="154025" y="6096"/>
                </a:lnTo>
                <a:lnTo>
                  <a:pt x="127482" y="48361"/>
                </a:lnTo>
                <a:lnTo>
                  <a:pt x="98958" y="87122"/>
                </a:lnTo>
                <a:lnTo>
                  <a:pt x="68300" y="122123"/>
                </a:lnTo>
                <a:lnTo>
                  <a:pt x="35369" y="153174"/>
                </a:lnTo>
                <a:lnTo>
                  <a:pt x="0" y="180022"/>
                </a:lnTo>
                <a:lnTo>
                  <a:pt x="7708" y="188645"/>
                </a:lnTo>
                <a:lnTo>
                  <a:pt x="14719" y="196418"/>
                </a:lnTo>
                <a:lnTo>
                  <a:pt x="20866" y="203606"/>
                </a:lnTo>
                <a:lnTo>
                  <a:pt x="25996" y="210515"/>
                </a:lnTo>
                <a:lnTo>
                  <a:pt x="62395" y="180327"/>
                </a:lnTo>
                <a:lnTo>
                  <a:pt x="96596" y="146469"/>
                </a:lnTo>
                <a:lnTo>
                  <a:pt x="128625" y="108953"/>
                </a:lnTo>
                <a:lnTo>
                  <a:pt x="158457" y="67779"/>
                </a:lnTo>
                <a:lnTo>
                  <a:pt x="186118" y="22961"/>
                </a:lnTo>
                <a:close/>
              </a:path>
              <a:path w="886459" h="436880">
                <a:moveTo>
                  <a:pt x="350812" y="195262"/>
                </a:moveTo>
                <a:lnTo>
                  <a:pt x="59537" y="195262"/>
                </a:lnTo>
                <a:lnTo>
                  <a:pt x="59537" y="227368"/>
                </a:lnTo>
                <a:lnTo>
                  <a:pt x="144881" y="227368"/>
                </a:lnTo>
                <a:lnTo>
                  <a:pt x="141452" y="256806"/>
                </a:lnTo>
                <a:lnTo>
                  <a:pt x="127736" y="307098"/>
                </a:lnTo>
                <a:lnTo>
                  <a:pt x="98894" y="352602"/>
                </a:lnTo>
                <a:lnTo>
                  <a:pt x="46888" y="392125"/>
                </a:lnTo>
                <a:lnTo>
                  <a:pt x="13716" y="407301"/>
                </a:lnTo>
                <a:lnTo>
                  <a:pt x="20370" y="414388"/>
                </a:lnTo>
                <a:lnTo>
                  <a:pt x="26568" y="421779"/>
                </a:lnTo>
                <a:lnTo>
                  <a:pt x="32461" y="429196"/>
                </a:lnTo>
                <a:lnTo>
                  <a:pt x="38188" y="436346"/>
                </a:lnTo>
                <a:lnTo>
                  <a:pt x="74434" y="418604"/>
                </a:lnTo>
                <a:lnTo>
                  <a:pt x="130352" y="373456"/>
                </a:lnTo>
                <a:lnTo>
                  <a:pt x="160909" y="321703"/>
                </a:lnTo>
                <a:lnTo>
                  <a:pt x="176326" y="262229"/>
                </a:lnTo>
                <a:lnTo>
                  <a:pt x="180022" y="227368"/>
                </a:lnTo>
                <a:lnTo>
                  <a:pt x="315760" y="227368"/>
                </a:lnTo>
                <a:lnTo>
                  <a:pt x="313283" y="285673"/>
                </a:lnTo>
                <a:lnTo>
                  <a:pt x="309664" y="337197"/>
                </a:lnTo>
                <a:lnTo>
                  <a:pt x="295706" y="376059"/>
                </a:lnTo>
                <a:lnTo>
                  <a:pt x="262318" y="387489"/>
                </a:lnTo>
                <a:lnTo>
                  <a:pt x="241414" y="387197"/>
                </a:lnTo>
                <a:lnTo>
                  <a:pt x="221932" y="386346"/>
                </a:lnTo>
                <a:lnTo>
                  <a:pt x="203593" y="384911"/>
                </a:lnTo>
                <a:lnTo>
                  <a:pt x="186118" y="382917"/>
                </a:lnTo>
                <a:lnTo>
                  <a:pt x="188137" y="392061"/>
                </a:lnTo>
                <a:lnTo>
                  <a:pt x="189738" y="401205"/>
                </a:lnTo>
                <a:lnTo>
                  <a:pt x="191046" y="410349"/>
                </a:lnTo>
                <a:lnTo>
                  <a:pt x="192214" y="419493"/>
                </a:lnTo>
                <a:lnTo>
                  <a:pt x="211594" y="421246"/>
                </a:lnTo>
                <a:lnTo>
                  <a:pt x="230695" y="422160"/>
                </a:lnTo>
                <a:lnTo>
                  <a:pt x="249224" y="422490"/>
                </a:lnTo>
                <a:lnTo>
                  <a:pt x="266890" y="422541"/>
                </a:lnTo>
                <a:lnTo>
                  <a:pt x="299237" y="417398"/>
                </a:lnTo>
                <a:lnTo>
                  <a:pt x="322986" y="401967"/>
                </a:lnTo>
                <a:lnTo>
                  <a:pt x="331508" y="387489"/>
                </a:lnTo>
                <a:lnTo>
                  <a:pt x="338137" y="376250"/>
                </a:lnTo>
                <a:lnTo>
                  <a:pt x="344716" y="340245"/>
                </a:lnTo>
                <a:lnTo>
                  <a:pt x="346735" y="304698"/>
                </a:lnTo>
                <a:lnTo>
                  <a:pt x="348335" y="268897"/>
                </a:lnTo>
                <a:lnTo>
                  <a:pt x="349643" y="232524"/>
                </a:lnTo>
                <a:lnTo>
                  <a:pt x="350812" y="195262"/>
                </a:lnTo>
                <a:close/>
              </a:path>
              <a:path w="886459" h="436880">
                <a:moveTo>
                  <a:pt x="442341" y="175450"/>
                </a:moveTo>
                <a:lnTo>
                  <a:pt x="396760" y="149466"/>
                </a:lnTo>
                <a:lnTo>
                  <a:pt x="357035" y="118986"/>
                </a:lnTo>
                <a:lnTo>
                  <a:pt x="323176" y="83972"/>
                </a:lnTo>
                <a:lnTo>
                  <a:pt x="295160" y="44335"/>
                </a:lnTo>
                <a:lnTo>
                  <a:pt x="272986" y="0"/>
                </a:lnTo>
                <a:lnTo>
                  <a:pt x="240982" y="12192"/>
                </a:lnTo>
                <a:lnTo>
                  <a:pt x="264756" y="60350"/>
                </a:lnTo>
                <a:lnTo>
                  <a:pt x="293954" y="104114"/>
                </a:lnTo>
                <a:lnTo>
                  <a:pt x="328498" y="143471"/>
                </a:lnTo>
                <a:lnTo>
                  <a:pt x="368300" y="178435"/>
                </a:lnTo>
                <a:lnTo>
                  <a:pt x="413296" y="208991"/>
                </a:lnTo>
                <a:lnTo>
                  <a:pt x="418452" y="201815"/>
                </a:lnTo>
                <a:lnTo>
                  <a:pt x="424916" y="193929"/>
                </a:lnTo>
                <a:lnTo>
                  <a:pt x="432828" y="185191"/>
                </a:lnTo>
                <a:lnTo>
                  <a:pt x="442341" y="175450"/>
                </a:lnTo>
                <a:close/>
              </a:path>
              <a:path w="886459" h="436880">
                <a:moveTo>
                  <a:pt x="626846" y="234988"/>
                </a:moveTo>
                <a:lnTo>
                  <a:pt x="597369" y="199834"/>
                </a:lnTo>
                <a:lnTo>
                  <a:pt x="575030" y="175450"/>
                </a:lnTo>
                <a:lnTo>
                  <a:pt x="556641" y="190690"/>
                </a:lnTo>
                <a:lnTo>
                  <a:pt x="556641" y="122110"/>
                </a:lnTo>
                <a:lnTo>
                  <a:pt x="605510" y="122110"/>
                </a:lnTo>
                <a:lnTo>
                  <a:pt x="605510" y="93065"/>
                </a:lnTo>
                <a:lnTo>
                  <a:pt x="556641" y="93065"/>
                </a:lnTo>
                <a:lnTo>
                  <a:pt x="556641" y="6096"/>
                </a:lnTo>
                <a:lnTo>
                  <a:pt x="524637" y="6096"/>
                </a:lnTo>
                <a:lnTo>
                  <a:pt x="524637" y="93065"/>
                </a:lnTo>
                <a:lnTo>
                  <a:pt x="457581" y="93065"/>
                </a:lnTo>
                <a:lnTo>
                  <a:pt x="457581" y="122110"/>
                </a:lnTo>
                <a:lnTo>
                  <a:pt x="524637" y="122110"/>
                </a:lnTo>
                <a:lnTo>
                  <a:pt x="510654" y="165277"/>
                </a:lnTo>
                <a:lnTo>
                  <a:pt x="493966" y="205600"/>
                </a:lnTo>
                <a:lnTo>
                  <a:pt x="474738" y="243001"/>
                </a:lnTo>
                <a:lnTo>
                  <a:pt x="453009" y="277660"/>
                </a:lnTo>
                <a:lnTo>
                  <a:pt x="457314" y="287045"/>
                </a:lnTo>
                <a:lnTo>
                  <a:pt x="461200" y="296710"/>
                </a:lnTo>
                <a:lnTo>
                  <a:pt x="464794" y="306374"/>
                </a:lnTo>
                <a:lnTo>
                  <a:pt x="468249" y="315760"/>
                </a:lnTo>
                <a:lnTo>
                  <a:pt x="483920" y="291998"/>
                </a:lnTo>
                <a:lnTo>
                  <a:pt x="498729" y="266217"/>
                </a:lnTo>
                <a:lnTo>
                  <a:pt x="512394" y="238137"/>
                </a:lnTo>
                <a:lnTo>
                  <a:pt x="524637" y="207454"/>
                </a:lnTo>
                <a:lnTo>
                  <a:pt x="524637" y="431685"/>
                </a:lnTo>
                <a:lnTo>
                  <a:pt x="556641" y="431685"/>
                </a:lnTo>
                <a:lnTo>
                  <a:pt x="556641" y="207454"/>
                </a:lnTo>
                <a:lnTo>
                  <a:pt x="556641" y="199834"/>
                </a:lnTo>
                <a:lnTo>
                  <a:pt x="568947" y="213829"/>
                </a:lnTo>
                <a:lnTo>
                  <a:pt x="580694" y="228269"/>
                </a:lnTo>
                <a:lnTo>
                  <a:pt x="591870" y="243001"/>
                </a:lnTo>
                <a:lnTo>
                  <a:pt x="602462" y="257848"/>
                </a:lnTo>
                <a:lnTo>
                  <a:pt x="626846" y="234988"/>
                </a:lnTo>
                <a:close/>
              </a:path>
              <a:path w="886459" h="436880">
                <a:moveTo>
                  <a:pt x="724471" y="68681"/>
                </a:moveTo>
                <a:lnTo>
                  <a:pt x="697712" y="34759"/>
                </a:lnTo>
                <a:lnTo>
                  <a:pt x="684517" y="18491"/>
                </a:lnTo>
                <a:lnTo>
                  <a:pt x="671042" y="3048"/>
                </a:lnTo>
                <a:lnTo>
                  <a:pt x="645134" y="22961"/>
                </a:lnTo>
                <a:lnTo>
                  <a:pt x="659396" y="40944"/>
                </a:lnTo>
                <a:lnTo>
                  <a:pt x="672376" y="58204"/>
                </a:lnTo>
                <a:lnTo>
                  <a:pt x="683920" y="74612"/>
                </a:lnTo>
                <a:lnTo>
                  <a:pt x="693902" y="90017"/>
                </a:lnTo>
                <a:lnTo>
                  <a:pt x="724471" y="68681"/>
                </a:lnTo>
                <a:close/>
              </a:path>
              <a:path w="886459" h="436880">
                <a:moveTo>
                  <a:pt x="863257" y="230416"/>
                </a:moveTo>
                <a:lnTo>
                  <a:pt x="637514" y="230416"/>
                </a:lnTo>
                <a:lnTo>
                  <a:pt x="637514" y="260896"/>
                </a:lnTo>
                <a:lnTo>
                  <a:pt x="863257" y="260896"/>
                </a:lnTo>
                <a:lnTo>
                  <a:pt x="863257" y="230416"/>
                </a:lnTo>
                <a:close/>
              </a:path>
              <a:path w="886459" h="436880">
                <a:moveTo>
                  <a:pt x="880021" y="102209"/>
                </a:moveTo>
                <a:lnTo>
                  <a:pt x="790003" y="102209"/>
                </a:lnTo>
                <a:lnTo>
                  <a:pt x="803770" y="84467"/>
                </a:lnTo>
                <a:lnTo>
                  <a:pt x="817816" y="65443"/>
                </a:lnTo>
                <a:lnTo>
                  <a:pt x="832434" y="44983"/>
                </a:lnTo>
                <a:lnTo>
                  <a:pt x="847915" y="22961"/>
                </a:lnTo>
                <a:lnTo>
                  <a:pt x="812863" y="1524"/>
                </a:lnTo>
                <a:lnTo>
                  <a:pt x="798868" y="27584"/>
                </a:lnTo>
                <a:lnTo>
                  <a:pt x="784288" y="53047"/>
                </a:lnTo>
                <a:lnTo>
                  <a:pt x="769150" y="77914"/>
                </a:lnTo>
                <a:lnTo>
                  <a:pt x="753427" y="102209"/>
                </a:lnTo>
                <a:lnTo>
                  <a:pt x="622274" y="102209"/>
                </a:lnTo>
                <a:lnTo>
                  <a:pt x="622274" y="132778"/>
                </a:lnTo>
                <a:lnTo>
                  <a:pt x="880021" y="132778"/>
                </a:lnTo>
                <a:lnTo>
                  <a:pt x="880021" y="102209"/>
                </a:lnTo>
                <a:close/>
              </a:path>
              <a:path w="886459" h="436880">
                <a:moveTo>
                  <a:pt x="886117" y="375297"/>
                </a:moveTo>
                <a:lnTo>
                  <a:pt x="599414" y="375297"/>
                </a:lnTo>
                <a:lnTo>
                  <a:pt x="599414" y="405777"/>
                </a:lnTo>
                <a:lnTo>
                  <a:pt x="886117" y="405777"/>
                </a:lnTo>
                <a:lnTo>
                  <a:pt x="886117" y="3752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305133" y="2555081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3"/>
                </a:moveTo>
                <a:lnTo>
                  <a:pt x="77819" y="416433"/>
                </a:lnTo>
                <a:lnTo>
                  <a:pt x="49792" y="381126"/>
                </a:lnTo>
                <a:lnTo>
                  <a:pt x="28001" y="342875"/>
                </a:lnTo>
                <a:lnTo>
                  <a:pt x="12441" y="301684"/>
                </a:lnTo>
                <a:lnTo>
                  <a:pt x="3109" y="257559"/>
                </a:lnTo>
                <a:lnTo>
                  <a:pt x="0" y="210502"/>
                </a:lnTo>
                <a:lnTo>
                  <a:pt x="3109" y="162577"/>
                </a:lnTo>
                <a:lnTo>
                  <a:pt x="12441" y="117559"/>
                </a:lnTo>
                <a:lnTo>
                  <a:pt x="28001" y="75454"/>
                </a:lnTo>
                <a:lnTo>
                  <a:pt x="49792" y="36266"/>
                </a:lnTo>
                <a:lnTo>
                  <a:pt x="77819" y="0"/>
                </a:lnTo>
                <a:lnTo>
                  <a:pt x="115919" y="0"/>
                </a:lnTo>
                <a:lnTo>
                  <a:pt x="87892" y="36985"/>
                </a:lnTo>
                <a:lnTo>
                  <a:pt x="66101" y="76454"/>
                </a:lnTo>
                <a:lnTo>
                  <a:pt x="50541" y="118327"/>
                </a:lnTo>
                <a:lnTo>
                  <a:pt x="41209" y="162528"/>
                </a:lnTo>
                <a:lnTo>
                  <a:pt x="38100" y="208978"/>
                </a:lnTo>
                <a:lnTo>
                  <a:pt x="41209" y="255315"/>
                </a:lnTo>
                <a:lnTo>
                  <a:pt x="50541" y="299161"/>
                </a:lnTo>
                <a:lnTo>
                  <a:pt x="66101" y="340583"/>
                </a:lnTo>
                <a:lnTo>
                  <a:pt x="87892" y="379651"/>
                </a:lnTo>
                <a:lnTo>
                  <a:pt x="115919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472958" y="2521457"/>
            <a:ext cx="878840" cy="430530"/>
          </a:xfrm>
          <a:custGeom>
            <a:avLst/>
            <a:gdLst/>
            <a:ahLst/>
            <a:cxnLst/>
            <a:rect l="l" t="t" r="r" b="b"/>
            <a:pathLst>
              <a:path w="878840" h="430530">
                <a:moveTo>
                  <a:pt x="425488" y="22961"/>
                </a:moveTo>
                <a:lnTo>
                  <a:pt x="259270" y="22961"/>
                </a:lnTo>
                <a:lnTo>
                  <a:pt x="259270" y="54965"/>
                </a:lnTo>
                <a:lnTo>
                  <a:pt x="259270" y="114401"/>
                </a:lnTo>
                <a:lnTo>
                  <a:pt x="167741" y="114401"/>
                </a:lnTo>
                <a:lnTo>
                  <a:pt x="167741" y="54965"/>
                </a:lnTo>
                <a:lnTo>
                  <a:pt x="259270" y="54965"/>
                </a:lnTo>
                <a:lnTo>
                  <a:pt x="259270" y="22961"/>
                </a:lnTo>
                <a:lnTo>
                  <a:pt x="0" y="22961"/>
                </a:lnTo>
                <a:lnTo>
                  <a:pt x="0" y="54965"/>
                </a:lnTo>
                <a:lnTo>
                  <a:pt x="135737" y="54965"/>
                </a:lnTo>
                <a:lnTo>
                  <a:pt x="136372" y="70688"/>
                </a:lnTo>
                <a:lnTo>
                  <a:pt x="136309" y="85826"/>
                </a:lnTo>
                <a:lnTo>
                  <a:pt x="135940" y="100406"/>
                </a:lnTo>
                <a:lnTo>
                  <a:pt x="135737" y="114401"/>
                </a:lnTo>
                <a:lnTo>
                  <a:pt x="25908" y="114401"/>
                </a:lnTo>
                <a:lnTo>
                  <a:pt x="25908" y="425589"/>
                </a:lnTo>
                <a:lnTo>
                  <a:pt x="58013" y="425589"/>
                </a:lnTo>
                <a:lnTo>
                  <a:pt x="58013" y="144983"/>
                </a:lnTo>
                <a:lnTo>
                  <a:pt x="134213" y="144983"/>
                </a:lnTo>
                <a:lnTo>
                  <a:pt x="128752" y="198170"/>
                </a:lnTo>
                <a:lnTo>
                  <a:pt x="114592" y="245795"/>
                </a:lnTo>
                <a:lnTo>
                  <a:pt x="91554" y="287997"/>
                </a:lnTo>
                <a:lnTo>
                  <a:pt x="59537" y="324904"/>
                </a:lnTo>
                <a:lnTo>
                  <a:pt x="67005" y="331558"/>
                </a:lnTo>
                <a:lnTo>
                  <a:pt x="73634" y="337756"/>
                </a:lnTo>
                <a:lnTo>
                  <a:pt x="79679" y="343649"/>
                </a:lnTo>
                <a:lnTo>
                  <a:pt x="85445" y="349389"/>
                </a:lnTo>
                <a:lnTo>
                  <a:pt x="106819" y="324726"/>
                </a:lnTo>
                <a:lnTo>
                  <a:pt x="125069" y="298818"/>
                </a:lnTo>
                <a:lnTo>
                  <a:pt x="139877" y="271487"/>
                </a:lnTo>
                <a:lnTo>
                  <a:pt x="150977" y="242608"/>
                </a:lnTo>
                <a:lnTo>
                  <a:pt x="163525" y="254063"/>
                </a:lnTo>
                <a:lnTo>
                  <a:pt x="175933" y="265658"/>
                </a:lnTo>
                <a:lnTo>
                  <a:pt x="188087" y="277545"/>
                </a:lnTo>
                <a:lnTo>
                  <a:pt x="199834" y="289852"/>
                </a:lnTo>
                <a:lnTo>
                  <a:pt x="218122" y="260896"/>
                </a:lnTo>
                <a:lnTo>
                  <a:pt x="205841" y="250037"/>
                </a:lnTo>
                <a:lnTo>
                  <a:pt x="197269" y="242608"/>
                </a:lnTo>
                <a:lnTo>
                  <a:pt x="160121" y="210515"/>
                </a:lnTo>
                <a:lnTo>
                  <a:pt x="162140" y="199415"/>
                </a:lnTo>
                <a:lnTo>
                  <a:pt x="163741" y="184607"/>
                </a:lnTo>
                <a:lnTo>
                  <a:pt x="165049" y="166357"/>
                </a:lnTo>
                <a:lnTo>
                  <a:pt x="166217" y="144983"/>
                </a:lnTo>
                <a:lnTo>
                  <a:pt x="257746" y="144983"/>
                </a:lnTo>
                <a:lnTo>
                  <a:pt x="252603" y="201637"/>
                </a:lnTo>
                <a:lnTo>
                  <a:pt x="237159" y="252704"/>
                </a:lnTo>
                <a:lnTo>
                  <a:pt x="211416" y="298348"/>
                </a:lnTo>
                <a:lnTo>
                  <a:pt x="175361" y="338721"/>
                </a:lnTo>
                <a:lnTo>
                  <a:pt x="190258" y="351485"/>
                </a:lnTo>
                <a:lnTo>
                  <a:pt x="196862" y="357365"/>
                </a:lnTo>
                <a:lnTo>
                  <a:pt x="202882" y="363105"/>
                </a:lnTo>
                <a:lnTo>
                  <a:pt x="225171" y="338251"/>
                </a:lnTo>
                <a:lnTo>
                  <a:pt x="244030" y="311810"/>
                </a:lnTo>
                <a:lnTo>
                  <a:pt x="259461" y="283933"/>
                </a:lnTo>
                <a:lnTo>
                  <a:pt x="271462" y="254800"/>
                </a:lnTo>
                <a:lnTo>
                  <a:pt x="288366" y="272465"/>
                </a:lnTo>
                <a:lnTo>
                  <a:pt x="305003" y="291007"/>
                </a:lnTo>
                <a:lnTo>
                  <a:pt x="338620" y="329577"/>
                </a:lnTo>
                <a:lnTo>
                  <a:pt x="361480" y="305092"/>
                </a:lnTo>
                <a:lnTo>
                  <a:pt x="344335" y="286232"/>
                </a:lnTo>
                <a:lnTo>
                  <a:pt x="325043" y="266217"/>
                </a:lnTo>
                <a:lnTo>
                  <a:pt x="313550" y="254800"/>
                </a:lnTo>
                <a:lnTo>
                  <a:pt x="303745" y="245046"/>
                </a:lnTo>
                <a:lnTo>
                  <a:pt x="280606" y="222707"/>
                </a:lnTo>
                <a:lnTo>
                  <a:pt x="283756" y="204990"/>
                </a:lnTo>
                <a:lnTo>
                  <a:pt x="286321" y="186131"/>
                </a:lnTo>
                <a:lnTo>
                  <a:pt x="288302" y="166357"/>
                </a:lnTo>
                <a:lnTo>
                  <a:pt x="289750" y="144983"/>
                </a:lnTo>
                <a:lnTo>
                  <a:pt x="366052" y="144983"/>
                </a:lnTo>
                <a:lnTo>
                  <a:pt x="366052" y="364629"/>
                </a:lnTo>
                <a:lnTo>
                  <a:pt x="364337" y="376631"/>
                </a:lnTo>
                <a:lnTo>
                  <a:pt x="359194" y="385203"/>
                </a:lnTo>
                <a:lnTo>
                  <a:pt x="350621" y="390347"/>
                </a:lnTo>
                <a:lnTo>
                  <a:pt x="338620" y="392061"/>
                </a:lnTo>
                <a:lnTo>
                  <a:pt x="326872" y="391795"/>
                </a:lnTo>
                <a:lnTo>
                  <a:pt x="276034" y="389013"/>
                </a:lnTo>
                <a:lnTo>
                  <a:pt x="277418" y="397891"/>
                </a:lnTo>
                <a:lnTo>
                  <a:pt x="279082" y="406349"/>
                </a:lnTo>
                <a:lnTo>
                  <a:pt x="280746" y="414515"/>
                </a:lnTo>
                <a:lnTo>
                  <a:pt x="282130" y="422541"/>
                </a:lnTo>
                <a:lnTo>
                  <a:pt x="302475" y="422770"/>
                </a:lnTo>
                <a:lnTo>
                  <a:pt x="335788" y="423824"/>
                </a:lnTo>
                <a:lnTo>
                  <a:pt x="349288" y="424065"/>
                </a:lnTo>
                <a:lnTo>
                  <a:pt x="371284" y="420674"/>
                </a:lnTo>
                <a:lnTo>
                  <a:pt x="387007" y="410730"/>
                </a:lnTo>
                <a:lnTo>
                  <a:pt x="396430" y="394487"/>
                </a:lnTo>
                <a:lnTo>
                  <a:pt x="396773" y="392061"/>
                </a:lnTo>
                <a:lnTo>
                  <a:pt x="399580" y="372249"/>
                </a:lnTo>
                <a:lnTo>
                  <a:pt x="399580" y="144983"/>
                </a:lnTo>
                <a:lnTo>
                  <a:pt x="399580" y="114401"/>
                </a:lnTo>
                <a:lnTo>
                  <a:pt x="291274" y="114401"/>
                </a:lnTo>
                <a:lnTo>
                  <a:pt x="291274" y="54965"/>
                </a:lnTo>
                <a:lnTo>
                  <a:pt x="425488" y="54965"/>
                </a:lnTo>
                <a:lnTo>
                  <a:pt x="425488" y="22961"/>
                </a:lnTo>
                <a:close/>
              </a:path>
              <a:path w="878840" h="430530">
                <a:moveTo>
                  <a:pt x="619226" y="233464"/>
                </a:moveTo>
                <a:lnTo>
                  <a:pt x="588860" y="198310"/>
                </a:lnTo>
                <a:lnTo>
                  <a:pt x="565785" y="173926"/>
                </a:lnTo>
                <a:lnTo>
                  <a:pt x="547497" y="189166"/>
                </a:lnTo>
                <a:lnTo>
                  <a:pt x="547497" y="120586"/>
                </a:lnTo>
                <a:lnTo>
                  <a:pt x="596265" y="120586"/>
                </a:lnTo>
                <a:lnTo>
                  <a:pt x="596265" y="91541"/>
                </a:lnTo>
                <a:lnTo>
                  <a:pt x="547497" y="91541"/>
                </a:lnTo>
                <a:lnTo>
                  <a:pt x="547497" y="4572"/>
                </a:lnTo>
                <a:lnTo>
                  <a:pt x="515493" y="4572"/>
                </a:lnTo>
                <a:lnTo>
                  <a:pt x="515493" y="91541"/>
                </a:lnTo>
                <a:lnTo>
                  <a:pt x="448348" y="91541"/>
                </a:lnTo>
                <a:lnTo>
                  <a:pt x="448348" y="120586"/>
                </a:lnTo>
                <a:lnTo>
                  <a:pt x="517017" y="120586"/>
                </a:lnTo>
                <a:lnTo>
                  <a:pt x="503008" y="163753"/>
                </a:lnTo>
                <a:lnTo>
                  <a:pt x="486143" y="204076"/>
                </a:lnTo>
                <a:lnTo>
                  <a:pt x="466432" y="241477"/>
                </a:lnTo>
                <a:lnTo>
                  <a:pt x="443776" y="276136"/>
                </a:lnTo>
                <a:lnTo>
                  <a:pt x="448081" y="285521"/>
                </a:lnTo>
                <a:lnTo>
                  <a:pt x="451967" y="295186"/>
                </a:lnTo>
                <a:lnTo>
                  <a:pt x="455561" y="304850"/>
                </a:lnTo>
                <a:lnTo>
                  <a:pt x="459016" y="314236"/>
                </a:lnTo>
                <a:lnTo>
                  <a:pt x="475373" y="290474"/>
                </a:lnTo>
                <a:lnTo>
                  <a:pt x="490143" y="264693"/>
                </a:lnTo>
                <a:lnTo>
                  <a:pt x="503466" y="236613"/>
                </a:lnTo>
                <a:lnTo>
                  <a:pt x="515493" y="205930"/>
                </a:lnTo>
                <a:lnTo>
                  <a:pt x="515493" y="430161"/>
                </a:lnTo>
                <a:lnTo>
                  <a:pt x="547497" y="430161"/>
                </a:lnTo>
                <a:lnTo>
                  <a:pt x="547497" y="205930"/>
                </a:lnTo>
                <a:lnTo>
                  <a:pt x="547497" y="198310"/>
                </a:lnTo>
                <a:lnTo>
                  <a:pt x="559790" y="212305"/>
                </a:lnTo>
                <a:lnTo>
                  <a:pt x="571500" y="226745"/>
                </a:lnTo>
                <a:lnTo>
                  <a:pt x="582650" y="241477"/>
                </a:lnTo>
                <a:lnTo>
                  <a:pt x="593217" y="256324"/>
                </a:lnTo>
                <a:lnTo>
                  <a:pt x="619226" y="233464"/>
                </a:lnTo>
                <a:close/>
              </a:path>
              <a:path w="878840" h="430530">
                <a:moveTo>
                  <a:pt x="715238" y="67157"/>
                </a:moveTo>
                <a:lnTo>
                  <a:pt x="702424" y="50063"/>
                </a:lnTo>
                <a:lnTo>
                  <a:pt x="689330" y="33235"/>
                </a:lnTo>
                <a:lnTo>
                  <a:pt x="676224" y="16967"/>
                </a:lnTo>
                <a:lnTo>
                  <a:pt x="663422" y="1524"/>
                </a:lnTo>
                <a:lnTo>
                  <a:pt x="635990" y="21437"/>
                </a:lnTo>
                <a:lnTo>
                  <a:pt x="650252" y="39420"/>
                </a:lnTo>
                <a:lnTo>
                  <a:pt x="663232" y="56680"/>
                </a:lnTo>
                <a:lnTo>
                  <a:pt x="674776" y="73088"/>
                </a:lnTo>
                <a:lnTo>
                  <a:pt x="684758" y="88493"/>
                </a:lnTo>
                <a:lnTo>
                  <a:pt x="715238" y="67157"/>
                </a:lnTo>
                <a:close/>
              </a:path>
              <a:path w="878840" h="430530">
                <a:moveTo>
                  <a:pt x="854011" y="228892"/>
                </a:moveTo>
                <a:lnTo>
                  <a:pt x="628370" y="228892"/>
                </a:lnTo>
                <a:lnTo>
                  <a:pt x="628370" y="259372"/>
                </a:lnTo>
                <a:lnTo>
                  <a:pt x="854011" y="259372"/>
                </a:lnTo>
                <a:lnTo>
                  <a:pt x="854011" y="228892"/>
                </a:lnTo>
                <a:close/>
              </a:path>
              <a:path w="878840" h="430530">
                <a:moveTo>
                  <a:pt x="872299" y="100685"/>
                </a:moveTo>
                <a:lnTo>
                  <a:pt x="782383" y="100685"/>
                </a:lnTo>
                <a:lnTo>
                  <a:pt x="809625" y="63919"/>
                </a:lnTo>
                <a:lnTo>
                  <a:pt x="824598" y="43459"/>
                </a:lnTo>
                <a:lnTo>
                  <a:pt x="840295" y="21437"/>
                </a:lnTo>
                <a:lnTo>
                  <a:pt x="805243" y="0"/>
                </a:lnTo>
                <a:lnTo>
                  <a:pt x="791006" y="26060"/>
                </a:lnTo>
                <a:lnTo>
                  <a:pt x="775893" y="51523"/>
                </a:lnTo>
                <a:lnTo>
                  <a:pt x="760196" y="76390"/>
                </a:lnTo>
                <a:lnTo>
                  <a:pt x="744194" y="100685"/>
                </a:lnTo>
                <a:lnTo>
                  <a:pt x="614654" y="100685"/>
                </a:lnTo>
                <a:lnTo>
                  <a:pt x="614654" y="131254"/>
                </a:lnTo>
                <a:lnTo>
                  <a:pt x="872299" y="131254"/>
                </a:lnTo>
                <a:lnTo>
                  <a:pt x="872299" y="100685"/>
                </a:lnTo>
                <a:close/>
              </a:path>
              <a:path w="878840" h="430530">
                <a:moveTo>
                  <a:pt x="878395" y="373773"/>
                </a:moveTo>
                <a:lnTo>
                  <a:pt x="591693" y="373773"/>
                </a:lnTo>
                <a:lnTo>
                  <a:pt x="591693" y="404253"/>
                </a:lnTo>
                <a:lnTo>
                  <a:pt x="878395" y="404253"/>
                </a:lnTo>
                <a:lnTo>
                  <a:pt x="878395" y="37377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424606" y="2840259"/>
            <a:ext cx="67310" cy="118110"/>
          </a:xfrm>
          <a:custGeom>
            <a:avLst/>
            <a:gdLst/>
            <a:ahLst/>
            <a:cxnLst/>
            <a:rect l="l" t="t" r="r" b="b"/>
            <a:pathLst>
              <a:path w="67309" h="118110">
                <a:moveTo>
                  <a:pt x="30479" y="117538"/>
                </a:moveTo>
                <a:lnTo>
                  <a:pt x="0" y="117538"/>
                </a:lnTo>
                <a:lnTo>
                  <a:pt x="27431" y="0"/>
                </a:lnTo>
                <a:lnTo>
                  <a:pt x="67055" y="0"/>
                </a:lnTo>
                <a:lnTo>
                  <a:pt x="30479" y="11753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332738" y="3104197"/>
            <a:ext cx="367665" cy="36830"/>
          </a:xfrm>
          <a:custGeom>
            <a:avLst/>
            <a:gdLst/>
            <a:ahLst/>
            <a:cxnLst/>
            <a:rect l="l" t="t" r="r" b="b"/>
            <a:pathLst>
              <a:path w="367664" h="36830">
                <a:moveTo>
                  <a:pt x="367474" y="36576"/>
                </a:moveTo>
                <a:lnTo>
                  <a:pt x="0" y="36576"/>
                </a:lnTo>
                <a:lnTo>
                  <a:pt x="0" y="0"/>
                </a:lnTo>
                <a:lnTo>
                  <a:pt x="367474" y="0"/>
                </a:lnTo>
                <a:lnTo>
                  <a:pt x="367474" y="36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305210" y="3421475"/>
            <a:ext cx="424180" cy="36830"/>
          </a:xfrm>
          <a:custGeom>
            <a:avLst/>
            <a:gdLst/>
            <a:ahLst/>
            <a:cxnLst/>
            <a:rect l="l" t="t" r="r" b="b"/>
            <a:pathLst>
              <a:path w="424180" h="36829">
                <a:moveTo>
                  <a:pt x="423957" y="36576"/>
                </a:moveTo>
                <a:lnTo>
                  <a:pt x="0" y="36576"/>
                </a:lnTo>
                <a:lnTo>
                  <a:pt x="0" y="0"/>
                </a:lnTo>
                <a:lnTo>
                  <a:pt x="423957" y="0"/>
                </a:lnTo>
                <a:lnTo>
                  <a:pt x="423957" y="3657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352550" y="3253644"/>
            <a:ext cx="328295" cy="38735"/>
          </a:xfrm>
          <a:custGeom>
            <a:avLst/>
            <a:gdLst/>
            <a:ahLst/>
            <a:cxnLst/>
            <a:rect l="l" t="t" r="r" b="b"/>
            <a:pathLst>
              <a:path w="328294" h="38735">
                <a:moveTo>
                  <a:pt x="327850" y="38195"/>
                </a:moveTo>
                <a:lnTo>
                  <a:pt x="0" y="38195"/>
                </a:lnTo>
                <a:lnTo>
                  <a:pt x="0" y="0"/>
                </a:lnTo>
                <a:lnTo>
                  <a:pt x="327850" y="0"/>
                </a:lnTo>
                <a:lnTo>
                  <a:pt x="327850" y="3819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747551" y="3058477"/>
            <a:ext cx="434975" cy="431800"/>
          </a:xfrm>
          <a:custGeom>
            <a:avLst/>
            <a:gdLst/>
            <a:ahLst/>
            <a:cxnLst/>
            <a:rect l="l" t="t" r="r" b="b"/>
            <a:pathLst>
              <a:path w="434975" h="431800">
                <a:moveTo>
                  <a:pt x="338518" y="102203"/>
                </a:moveTo>
                <a:lnTo>
                  <a:pt x="300418" y="102203"/>
                </a:lnTo>
                <a:lnTo>
                  <a:pt x="316372" y="76978"/>
                </a:lnTo>
                <a:lnTo>
                  <a:pt x="332041" y="51637"/>
                </a:lnTo>
                <a:lnTo>
                  <a:pt x="347138" y="26028"/>
                </a:lnTo>
                <a:lnTo>
                  <a:pt x="361378" y="0"/>
                </a:lnTo>
                <a:lnTo>
                  <a:pt x="396430" y="22860"/>
                </a:lnTo>
                <a:lnTo>
                  <a:pt x="338518" y="102203"/>
                </a:lnTo>
                <a:close/>
              </a:path>
              <a:path w="434975" h="431800">
                <a:moveTo>
                  <a:pt x="240887" y="89916"/>
                </a:moveTo>
                <a:lnTo>
                  <a:pt x="230909" y="74509"/>
                </a:lnTo>
                <a:lnTo>
                  <a:pt x="219360" y="58102"/>
                </a:lnTo>
                <a:lnTo>
                  <a:pt x="206382" y="40838"/>
                </a:lnTo>
                <a:lnTo>
                  <a:pt x="192119" y="22860"/>
                </a:lnTo>
                <a:lnTo>
                  <a:pt x="219551" y="3048"/>
                </a:lnTo>
                <a:lnTo>
                  <a:pt x="232363" y="18216"/>
                </a:lnTo>
                <a:lnTo>
                  <a:pt x="245471" y="34099"/>
                </a:lnTo>
                <a:lnTo>
                  <a:pt x="258596" y="50839"/>
                </a:lnTo>
                <a:lnTo>
                  <a:pt x="271462" y="68580"/>
                </a:lnTo>
                <a:lnTo>
                  <a:pt x="240887" y="89916"/>
                </a:lnTo>
                <a:close/>
              </a:path>
              <a:path w="434975" h="431800">
                <a:moveTo>
                  <a:pt x="103632" y="92964"/>
                </a:moveTo>
                <a:lnTo>
                  <a:pt x="71628" y="92964"/>
                </a:lnTo>
                <a:lnTo>
                  <a:pt x="71628" y="6096"/>
                </a:lnTo>
                <a:lnTo>
                  <a:pt x="103632" y="6096"/>
                </a:lnTo>
                <a:lnTo>
                  <a:pt x="103632" y="92964"/>
                </a:lnTo>
                <a:close/>
              </a:path>
              <a:path w="434975" h="431800">
                <a:moveTo>
                  <a:pt x="152495" y="122015"/>
                </a:moveTo>
                <a:lnTo>
                  <a:pt x="4572" y="122015"/>
                </a:lnTo>
                <a:lnTo>
                  <a:pt x="4572" y="92964"/>
                </a:lnTo>
                <a:lnTo>
                  <a:pt x="152495" y="92964"/>
                </a:lnTo>
                <a:lnTo>
                  <a:pt x="152495" y="122015"/>
                </a:lnTo>
                <a:close/>
              </a:path>
              <a:path w="434975" h="431800">
                <a:moveTo>
                  <a:pt x="428529" y="132683"/>
                </a:moveTo>
                <a:lnTo>
                  <a:pt x="170783" y="132683"/>
                </a:lnTo>
                <a:lnTo>
                  <a:pt x="170783" y="102203"/>
                </a:lnTo>
                <a:lnTo>
                  <a:pt x="428529" y="102203"/>
                </a:lnTo>
                <a:lnTo>
                  <a:pt x="428529" y="132683"/>
                </a:lnTo>
                <a:close/>
              </a:path>
              <a:path w="434975" h="431800">
                <a:moveTo>
                  <a:pt x="15240" y="315753"/>
                </a:moveTo>
                <a:lnTo>
                  <a:pt x="11787" y="306316"/>
                </a:lnTo>
                <a:lnTo>
                  <a:pt x="8191" y="296620"/>
                </a:lnTo>
                <a:lnTo>
                  <a:pt x="4310" y="286942"/>
                </a:lnTo>
                <a:lnTo>
                  <a:pt x="0" y="277558"/>
                </a:lnTo>
                <a:lnTo>
                  <a:pt x="22574" y="242110"/>
                </a:lnTo>
                <a:lnTo>
                  <a:pt x="42291" y="204358"/>
                </a:lnTo>
                <a:lnTo>
                  <a:pt x="59150" y="164321"/>
                </a:lnTo>
                <a:lnTo>
                  <a:pt x="73152" y="122015"/>
                </a:lnTo>
                <a:lnTo>
                  <a:pt x="103632" y="122015"/>
                </a:lnTo>
                <a:lnTo>
                  <a:pt x="103632" y="190595"/>
                </a:lnTo>
                <a:lnTo>
                  <a:pt x="136691" y="190595"/>
                </a:lnTo>
                <a:lnTo>
                  <a:pt x="137167" y="191086"/>
                </a:lnTo>
                <a:lnTo>
                  <a:pt x="145030" y="199739"/>
                </a:lnTo>
                <a:lnTo>
                  <a:pt x="103632" y="199739"/>
                </a:lnTo>
                <a:lnTo>
                  <a:pt x="103632" y="205930"/>
                </a:lnTo>
                <a:lnTo>
                  <a:pt x="71628" y="205930"/>
                </a:lnTo>
                <a:lnTo>
                  <a:pt x="59602" y="236792"/>
                </a:lnTo>
                <a:lnTo>
                  <a:pt x="46291" y="265378"/>
                </a:lnTo>
                <a:lnTo>
                  <a:pt x="31551" y="291695"/>
                </a:lnTo>
                <a:lnTo>
                  <a:pt x="15240" y="315753"/>
                </a:lnTo>
                <a:close/>
              </a:path>
              <a:path w="434975" h="431800">
                <a:moveTo>
                  <a:pt x="136691" y="190595"/>
                </a:moveTo>
                <a:lnTo>
                  <a:pt x="103632" y="190595"/>
                </a:lnTo>
                <a:lnTo>
                  <a:pt x="121920" y="175355"/>
                </a:lnTo>
                <a:lnTo>
                  <a:pt x="136691" y="190595"/>
                </a:lnTo>
                <a:close/>
              </a:path>
              <a:path w="434975" h="431800">
                <a:moveTo>
                  <a:pt x="149447" y="257746"/>
                </a:moveTo>
                <a:lnTo>
                  <a:pt x="138859" y="242909"/>
                </a:lnTo>
                <a:lnTo>
                  <a:pt x="127682" y="228207"/>
                </a:lnTo>
                <a:lnTo>
                  <a:pt x="115934" y="213772"/>
                </a:lnTo>
                <a:lnTo>
                  <a:pt x="103632" y="199739"/>
                </a:lnTo>
                <a:lnTo>
                  <a:pt x="145030" y="199739"/>
                </a:lnTo>
                <a:lnTo>
                  <a:pt x="150959" y="206263"/>
                </a:lnTo>
                <a:lnTo>
                  <a:pt x="163590" y="220869"/>
                </a:lnTo>
                <a:lnTo>
                  <a:pt x="175355" y="234886"/>
                </a:lnTo>
                <a:lnTo>
                  <a:pt x="149447" y="257746"/>
                </a:lnTo>
                <a:close/>
              </a:path>
              <a:path w="434975" h="431800">
                <a:moveTo>
                  <a:pt x="103632" y="431673"/>
                </a:moveTo>
                <a:lnTo>
                  <a:pt x="71628" y="431673"/>
                </a:lnTo>
                <a:lnTo>
                  <a:pt x="71628" y="205930"/>
                </a:lnTo>
                <a:lnTo>
                  <a:pt x="103632" y="205930"/>
                </a:lnTo>
                <a:lnTo>
                  <a:pt x="103632" y="431673"/>
                </a:lnTo>
                <a:close/>
              </a:path>
              <a:path w="434975" h="431800">
                <a:moveTo>
                  <a:pt x="410241" y="260794"/>
                </a:moveTo>
                <a:lnTo>
                  <a:pt x="184499" y="260794"/>
                </a:lnTo>
                <a:lnTo>
                  <a:pt x="184499" y="228790"/>
                </a:lnTo>
                <a:lnTo>
                  <a:pt x="410241" y="228790"/>
                </a:lnTo>
                <a:lnTo>
                  <a:pt x="410241" y="260794"/>
                </a:lnTo>
                <a:close/>
              </a:path>
              <a:path w="434975" h="431800">
                <a:moveTo>
                  <a:pt x="434625" y="405669"/>
                </a:moveTo>
                <a:lnTo>
                  <a:pt x="147923" y="405669"/>
                </a:lnTo>
                <a:lnTo>
                  <a:pt x="147923" y="375189"/>
                </a:lnTo>
                <a:lnTo>
                  <a:pt x="434625" y="375189"/>
                </a:lnTo>
                <a:lnTo>
                  <a:pt x="434625" y="4056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256853" y="3378803"/>
            <a:ext cx="69215" cy="116205"/>
          </a:xfrm>
          <a:custGeom>
            <a:avLst/>
            <a:gdLst/>
            <a:ahLst/>
            <a:cxnLst/>
            <a:rect l="l" t="t" r="r" b="b"/>
            <a:pathLst>
              <a:path w="69214" h="116204">
                <a:moveTo>
                  <a:pt x="30575" y="115919"/>
                </a:moveTo>
                <a:lnTo>
                  <a:pt x="0" y="115919"/>
                </a:lnTo>
                <a:lnTo>
                  <a:pt x="27432" y="0"/>
                </a:lnTo>
                <a:lnTo>
                  <a:pt x="68675" y="0"/>
                </a:lnTo>
                <a:lnTo>
                  <a:pt x="30575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2679287" y="3117913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47339" y="0"/>
                </a:lnTo>
                <a:lnTo>
                  <a:pt x="75495" y="44291"/>
                </a:lnTo>
                <a:lnTo>
                  <a:pt x="35147" y="44291"/>
                </a:lnTo>
                <a:lnTo>
                  <a:pt x="36028" y="51196"/>
                </a:lnTo>
                <a:lnTo>
                  <a:pt x="36480" y="60674"/>
                </a:lnTo>
                <a:lnTo>
                  <a:pt x="36647" y="73009"/>
                </a:lnTo>
                <a:lnTo>
                  <a:pt x="36671" y="314229"/>
                </a:lnTo>
                <a:close/>
              </a:path>
              <a:path w="253364" h="314325">
                <a:moveTo>
                  <a:pt x="253174" y="268509"/>
                </a:moveTo>
                <a:lnTo>
                  <a:pt x="216789" y="249983"/>
                </a:lnTo>
                <a:lnTo>
                  <a:pt x="216598" y="0"/>
                </a:lnTo>
                <a:lnTo>
                  <a:pt x="253174" y="0"/>
                </a:lnTo>
                <a:lnTo>
                  <a:pt x="253174" y="268509"/>
                </a:lnTo>
                <a:close/>
              </a:path>
              <a:path w="253364" h="314325">
                <a:moveTo>
                  <a:pt x="253174" y="314229"/>
                </a:moveTo>
                <a:lnTo>
                  <a:pt x="207454" y="314229"/>
                </a:lnTo>
                <a:lnTo>
                  <a:pt x="45815" y="64103"/>
                </a:lnTo>
                <a:lnTo>
                  <a:pt x="42767" y="58007"/>
                </a:lnTo>
                <a:lnTo>
                  <a:pt x="38195" y="51911"/>
                </a:lnTo>
                <a:lnTo>
                  <a:pt x="36671" y="44291"/>
                </a:lnTo>
                <a:lnTo>
                  <a:pt x="75495" y="44291"/>
                </a:lnTo>
                <a:lnTo>
                  <a:pt x="204406" y="247078"/>
                </a:lnTo>
                <a:lnTo>
                  <a:pt x="209335" y="254324"/>
                </a:lnTo>
                <a:lnTo>
                  <a:pt x="212979" y="260115"/>
                </a:lnTo>
                <a:lnTo>
                  <a:pt x="215765" y="264745"/>
                </a:lnTo>
                <a:lnTo>
                  <a:pt x="218122" y="268509"/>
                </a:lnTo>
                <a:lnTo>
                  <a:pt x="253174" y="268509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2981325" y="3058477"/>
            <a:ext cx="774700" cy="431800"/>
          </a:xfrm>
          <a:custGeom>
            <a:avLst/>
            <a:gdLst/>
            <a:ahLst/>
            <a:cxnLst/>
            <a:rect l="l" t="t" r="r" b="b"/>
            <a:pathLst>
              <a:path w="774700" h="431800">
                <a:moveTo>
                  <a:pt x="173824" y="234886"/>
                </a:moveTo>
                <a:lnTo>
                  <a:pt x="144297" y="199745"/>
                </a:lnTo>
                <a:lnTo>
                  <a:pt x="121920" y="175361"/>
                </a:lnTo>
                <a:lnTo>
                  <a:pt x="103632" y="190601"/>
                </a:lnTo>
                <a:lnTo>
                  <a:pt x="103632" y="122021"/>
                </a:lnTo>
                <a:lnTo>
                  <a:pt x="152488" y="122021"/>
                </a:lnTo>
                <a:lnTo>
                  <a:pt x="152488" y="92964"/>
                </a:lnTo>
                <a:lnTo>
                  <a:pt x="103632" y="92964"/>
                </a:lnTo>
                <a:lnTo>
                  <a:pt x="103632" y="6096"/>
                </a:lnTo>
                <a:lnTo>
                  <a:pt x="71628" y="6096"/>
                </a:lnTo>
                <a:lnTo>
                  <a:pt x="71628" y="92964"/>
                </a:lnTo>
                <a:lnTo>
                  <a:pt x="4572" y="92964"/>
                </a:lnTo>
                <a:lnTo>
                  <a:pt x="4572" y="122021"/>
                </a:lnTo>
                <a:lnTo>
                  <a:pt x="71628" y="122021"/>
                </a:lnTo>
                <a:lnTo>
                  <a:pt x="57645" y="164325"/>
                </a:lnTo>
                <a:lnTo>
                  <a:pt x="40957" y="204368"/>
                </a:lnTo>
                <a:lnTo>
                  <a:pt x="21691" y="242112"/>
                </a:lnTo>
                <a:lnTo>
                  <a:pt x="0" y="277558"/>
                </a:lnTo>
                <a:lnTo>
                  <a:pt x="4305" y="286943"/>
                </a:lnTo>
                <a:lnTo>
                  <a:pt x="8191" y="296621"/>
                </a:lnTo>
                <a:lnTo>
                  <a:pt x="11785" y="306324"/>
                </a:lnTo>
                <a:lnTo>
                  <a:pt x="15240" y="315760"/>
                </a:lnTo>
                <a:lnTo>
                  <a:pt x="30899" y="291706"/>
                </a:lnTo>
                <a:lnTo>
                  <a:pt x="45720" y="265379"/>
                </a:lnTo>
                <a:lnTo>
                  <a:pt x="59385" y="236804"/>
                </a:lnTo>
                <a:lnTo>
                  <a:pt x="71628" y="205930"/>
                </a:lnTo>
                <a:lnTo>
                  <a:pt x="71628" y="431685"/>
                </a:lnTo>
                <a:lnTo>
                  <a:pt x="103632" y="431685"/>
                </a:lnTo>
                <a:lnTo>
                  <a:pt x="103632" y="205930"/>
                </a:lnTo>
                <a:lnTo>
                  <a:pt x="103632" y="199745"/>
                </a:lnTo>
                <a:lnTo>
                  <a:pt x="115912" y="213779"/>
                </a:lnTo>
                <a:lnTo>
                  <a:pt x="127635" y="228219"/>
                </a:lnTo>
                <a:lnTo>
                  <a:pt x="138811" y="242912"/>
                </a:lnTo>
                <a:lnTo>
                  <a:pt x="149440" y="257746"/>
                </a:lnTo>
                <a:lnTo>
                  <a:pt x="173824" y="234886"/>
                </a:lnTo>
                <a:close/>
              </a:path>
              <a:path w="774700" h="431800">
                <a:moveTo>
                  <a:pt x="271360" y="68580"/>
                </a:moveTo>
                <a:lnTo>
                  <a:pt x="258521" y="50850"/>
                </a:lnTo>
                <a:lnTo>
                  <a:pt x="245262" y="34099"/>
                </a:lnTo>
                <a:lnTo>
                  <a:pt x="231711" y="18224"/>
                </a:lnTo>
                <a:lnTo>
                  <a:pt x="218020" y="3048"/>
                </a:lnTo>
                <a:lnTo>
                  <a:pt x="192112" y="22860"/>
                </a:lnTo>
                <a:lnTo>
                  <a:pt x="206375" y="40843"/>
                </a:lnTo>
                <a:lnTo>
                  <a:pt x="219354" y="58102"/>
                </a:lnTo>
                <a:lnTo>
                  <a:pt x="230898" y="74510"/>
                </a:lnTo>
                <a:lnTo>
                  <a:pt x="240880" y="89916"/>
                </a:lnTo>
                <a:lnTo>
                  <a:pt x="271360" y="68580"/>
                </a:lnTo>
                <a:close/>
              </a:path>
              <a:path w="774700" h="431800">
                <a:moveTo>
                  <a:pt x="410146" y="228790"/>
                </a:moveTo>
                <a:lnTo>
                  <a:pt x="184492" y="228790"/>
                </a:lnTo>
                <a:lnTo>
                  <a:pt x="184492" y="260794"/>
                </a:lnTo>
                <a:lnTo>
                  <a:pt x="410146" y="260794"/>
                </a:lnTo>
                <a:lnTo>
                  <a:pt x="410146" y="228790"/>
                </a:lnTo>
                <a:close/>
              </a:path>
              <a:path w="774700" h="431800">
                <a:moveTo>
                  <a:pt x="428523" y="102209"/>
                </a:moveTo>
                <a:lnTo>
                  <a:pt x="336994" y="102209"/>
                </a:lnTo>
                <a:lnTo>
                  <a:pt x="350748" y="84201"/>
                </a:lnTo>
                <a:lnTo>
                  <a:pt x="364807" y="64782"/>
                </a:lnTo>
                <a:lnTo>
                  <a:pt x="379425" y="44246"/>
                </a:lnTo>
                <a:lnTo>
                  <a:pt x="394906" y="22860"/>
                </a:lnTo>
                <a:lnTo>
                  <a:pt x="359854" y="0"/>
                </a:lnTo>
                <a:lnTo>
                  <a:pt x="345846" y="26035"/>
                </a:lnTo>
                <a:lnTo>
                  <a:pt x="331279" y="51638"/>
                </a:lnTo>
                <a:lnTo>
                  <a:pt x="316128" y="76987"/>
                </a:lnTo>
                <a:lnTo>
                  <a:pt x="300418" y="102209"/>
                </a:lnTo>
                <a:lnTo>
                  <a:pt x="169252" y="102209"/>
                </a:lnTo>
                <a:lnTo>
                  <a:pt x="169252" y="132689"/>
                </a:lnTo>
                <a:lnTo>
                  <a:pt x="428523" y="132689"/>
                </a:lnTo>
                <a:lnTo>
                  <a:pt x="428523" y="102209"/>
                </a:lnTo>
                <a:close/>
              </a:path>
              <a:path w="774700" h="431800">
                <a:moveTo>
                  <a:pt x="433095" y="375196"/>
                </a:moveTo>
                <a:lnTo>
                  <a:pt x="146392" y="375196"/>
                </a:lnTo>
                <a:lnTo>
                  <a:pt x="146392" y="405676"/>
                </a:lnTo>
                <a:lnTo>
                  <a:pt x="433095" y="405676"/>
                </a:lnTo>
                <a:lnTo>
                  <a:pt x="433095" y="375196"/>
                </a:lnTo>
                <a:close/>
              </a:path>
              <a:path w="774700" h="431800">
                <a:moveTo>
                  <a:pt x="530631" y="343192"/>
                </a:moveTo>
                <a:lnTo>
                  <a:pt x="527583" y="337096"/>
                </a:lnTo>
                <a:lnTo>
                  <a:pt x="521487" y="331000"/>
                </a:lnTo>
                <a:lnTo>
                  <a:pt x="515391" y="326428"/>
                </a:lnTo>
                <a:lnTo>
                  <a:pt x="509295" y="323380"/>
                </a:lnTo>
                <a:lnTo>
                  <a:pt x="494055" y="323380"/>
                </a:lnTo>
                <a:lnTo>
                  <a:pt x="487959" y="326428"/>
                </a:lnTo>
                <a:lnTo>
                  <a:pt x="481863" y="331000"/>
                </a:lnTo>
                <a:lnTo>
                  <a:pt x="477291" y="337096"/>
                </a:lnTo>
                <a:lnTo>
                  <a:pt x="474243" y="343192"/>
                </a:lnTo>
                <a:lnTo>
                  <a:pt x="474243" y="358432"/>
                </a:lnTo>
                <a:lnTo>
                  <a:pt x="477291" y="366052"/>
                </a:lnTo>
                <a:lnTo>
                  <a:pt x="487959" y="376720"/>
                </a:lnTo>
                <a:lnTo>
                  <a:pt x="494055" y="378244"/>
                </a:lnTo>
                <a:lnTo>
                  <a:pt x="510819" y="378244"/>
                </a:lnTo>
                <a:lnTo>
                  <a:pt x="516915" y="375196"/>
                </a:lnTo>
                <a:lnTo>
                  <a:pt x="527583" y="364528"/>
                </a:lnTo>
                <a:lnTo>
                  <a:pt x="530631" y="358432"/>
                </a:lnTo>
                <a:lnTo>
                  <a:pt x="530631" y="343192"/>
                </a:lnTo>
                <a:close/>
              </a:path>
              <a:path w="774700" h="431800">
                <a:moveTo>
                  <a:pt x="652640" y="343192"/>
                </a:moveTo>
                <a:lnTo>
                  <a:pt x="649592" y="337096"/>
                </a:lnTo>
                <a:lnTo>
                  <a:pt x="638924" y="326428"/>
                </a:lnTo>
                <a:lnTo>
                  <a:pt x="631304" y="323380"/>
                </a:lnTo>
                <a:lnTo>
                  <a:pt x="616064" y="323380"/>
                </a:lnTo>
                <a:lnTo>
                  <a:pt x="609968" y="326428"/>
                </a:lnTo>
                <a:lnTo>
                  <a:pt x="603872" y="331000"/>
                </a:lnTo>
                <a:lnTo>
                  <a:pt x="599300" y="337096"/>
                </a:lnTo>
                <a:lnTo>
                  <a:pt x="596252" y="343192"/>
                </a:lnTo>
                <a:lnTo>
                  <a:pt x="596252" y="358432"/>
                </a:lnTo>
                <a:lnTo>
                  <a:pt x="599300" y="366052"/>
                </a:lnTo>
                <a:lnTo>
                  <a:pt x="609968" y="376720"/>
                </a:lnTo>
                <a:lnTo>
                  <a:pt x="616064" y="378244"/>
                </a:lnTo>
                <a:lnTo>
                  <a:pt x="631304" y="378244"/>
                </a:lnTo>
                <a:lnTo>
                  <a:pt x="638924" y="375196"/>
                </a:lnTo>
                <a:lnTo>
                  <a:pt x="649592" y="364528"/>
                </a:lnTo>
                <a:lnTo>
                  <a:pt x="652640" y="358432"/>
                </a:lnTo>
                <a:lnTo>
                  <a:pt x="652640" y="343192"/>
                </a:lnTo>
                <a:close/>
              </a:path>
              <a:path w="774700" h="431800">
                <a:moveTo>
                  <a:pt x="774661" y="343192"/>
                </a:moveTo>
                <a:lnTo>
                  <a:pt x="771613" y="337096"/>
                </a:lnTo>
                <a:lnTo>
                  <a:pt x="760945" y="326428"/>
                </a:lnTo>
                <a:lnTo>
                  <a:pt x="753325" y="323380"/>
                </a:lnTo>
                <a:lnTo>
                  <a:pt x="738085" y="323380"/>
                </a:lnTo>
                <a:lnTo>
                  <a:pt x="731989" y="326428"/>
                </a:lnTo>
                <a:lnTo>
                  <a:pt x="725893" y="331000"/>
                </a:lnTo>
                <a:lnTo>
                  <a:pt x="721321" y="337096"/>
                </a:lnTo>
                <a:lnTo>
                  <a:pt x="718273" y="343192"/>
                </a:lnTo>
                <a:lnTo>
                  <a:pt x="718273" y="358432"/>
                </a:lnTo>
                <a:lnTo>
                  <a:pt x="721321" y="364528"/>
                </a:lnTo>
                <a:lnTo>
                  <a:pt x="725893" y="370624"/>
                </a:lnTo>
                <a:lnTo>
                  <a:pt x="731989" y="376720"/>
                </a:lnTo>
                <a:lnTo>
                  <a:pt x="738085" y="378244"/>
                </a:lnTo>
                <a:lnTo>
                  <a:pt x="753325" y="378244"/>
                </a:lnTo>
                <a:lnTo>
                  <a:pt x="760945" y="375196"/>
                </a:lnTo>
                <a:lnTo>
                  <a:pt x="771613" y="364528"/>
                </a:lnTo>
                <a:lnTo>
                  <a:pt x="774661" y="358432"/>
                </a:lnTo>
                <a:lnTo>
                  <a:pt x="774661" y="34319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820096" y="3381851"/>
            <a:ext cx="300990" cy="55244"/>
          </a:xfrm>
          <a:custGeom>
            <a:avLst/>
            <a:gdLst/>
            <a:ahLst/>
            <a:cxnLst/>
            <a:rect l="l" t="t" r="r" b="b"/>
            <a:pathLst>
              <a:path w="300989" h="55245">
                <a:moveTo>
                  <a:pt x="279082" y="54864"/>
                </a:moveTo>
                <a:lnTo>
                  <a:pt x="263747" y="54864"/>
                </a:lnTo>
                <a:lnTo>
                  <a:pt x="257651" y="53340"/>
                </a:lnTo>
                <a:lnTo>
                  <a:pt x="251555" y="47244"/>
                </a:lnTo>
                <a:lnTo>
                  <a:pt x="246983" y="41148"/>
                </a:lnTo>
                <a:lnTo>
                  <a:pt x="243935" y="35052"/>
                </a:lnTo>
                <a:lnTo>
                  <a:pt x="243935" y="19812"/>
                </a:lnTo>
                <a:lnTo>
                  <a:pt x="246983" y="13716"/>
                </a:lnTo>
                <a:lnTo>
                  <a:pt x="257651" y="3048"/>
                </a:lnTo>
                <a:lnTo>
                  <a:pt x="263747" y="0"/>
                </a:lnTo>
                <a:lnTo>
                  <a:pt x="279082" y="0"/>
                </a:lnTo>
                <a:lnTo>
                  <a:pt x="286702" y="3048"/>
                </a:lnTo>
                <a:lnTo>
                  <a:pt x="297370" y="13716"/>
                </a:lnTo>
                <a:lnTo>
                  <a:pt x="300418" y="19812"/>
                </a:lnTo>
                <a:lnTo>
                  <a:pt x="300418" y="35052"/>
                </a:lnTo>
                <a:lnTo>
                  <a:pt x="297370" y="41148"/>
                </a:lnTo>
                <a:lnTo>
                  <a:pt x="286702" y="51816"/>
                </a:lnTo>
                <a:lnTo>
                  <a:pt x="279082" y="54864"/>
                </a:lnTo>
                <a:close/>
              </a:path>
              <a:path w="300989" h="55245">
                <a:moveTo>
                  <a:pt x="157067" y="54864"/>
                </a:moveTo>
                <a:lnTo>
                  <a:pt x="141827" y="54864"/>
                </a:lnTo>
                <a:lnTo>
                  <a:pt x="135731" y="53340"/>
                </a:lnTo>
                <a:lnTo>
                  <a:pt x="129540" y="47244"/>
                </a:lnTo>
                <a:lnTo>
                  <a:pt x="124968" y="42672"/>
                </a:lnTo>
                <a:lnTo>
                  <a:pt x="121920" y="35052"/>
                </a:lnTo>
                <a:lnTo>
                  <a:pt x="121920" y="19812"/>
                </a:lnTo>
                <a:lnTo>
                  <a:pt x="124968" y="13716"/>
                </a:lnTo>
                <a:lnTo>
                  <a:pt x="129540" y="7620"/>
                </a:lnTo>
                <a:lnTo>
                  <a:pt x="135731" y="3048"/>
                </a:lnTo>
                <a:lnTo>
                  <a:pt x="141827" y="0"/>
                </a:lnTo>
                <a:lnTo>
                  <a:pt x="157067" y="0"/>
                </a:lnTo>
                <a:lnTo>
                  <a:pt x="164687" y="3048"/>
                </a:lnTo>
                <a:lnTo>
                  <a:pt x="175355" y="13716"/>
                </a:lnTo>
                <a:lnTo>
                  <a:pt x="178403" y="19812"/>
                </a:lnTo>
                <a:lnTo>
                  <a:pt x="178403" y="35052"/>
                </a:lnTo>
                <a:lnTo>
                  <a:pt x="175355" y="41148"/>
                </a:lnTo>
                <a:lnTo>
                  <a:pt x="164687" y="51816"/>
                </a:lnTo>
                <a:lnTo>
                  <a:pt x="157067" y="54864"/>
                </a:lnTo>
                <a:close/>
              </a:path>
              <a:path w="300989" h="55245">
                <a:moveTo>
                  <a:pt x="36576" y="54864"/>
                </a:moveTo>
                <a:lnTo>
                  <a:pt x="19812" y="54864"/>
                </a:lnTo>
                <a:lnTo>
                  <a:pt x="13716" y="53340"/>
                </a:lnTo>
                <a:lnTo>
                  <a:pt x="9144" y="47244"/>
                </a:lnTo>
                <a:lnTo>
                  <a:pt x="3048" y="42672"/>
                </a:lnTo>
                <a:lnTo>
                  <a:pt x="0" y="35052"/>
                </a:lnTo>
                <a:lnTo>
                  <a:pt x="0" y="19812"/>
                </a:lnTo>
                <a:lnTo>
                  <a:pt x="3048" y="13716"/>
                </a:lnTo>
                <a:lnTo>
                  <a:pt x="13716" y="3048"/>
                </a:lnTo>
                <a:lnTo>
                  <a:pt x="19812" y="0"/>
                </a:lnTo>
                <a:lnTo>
                  <a:pt x="35052" y="0"/>
                </a:lnTo>
                <a:lnTo>
                  <a:pt x="42672" y="3048"/>
                </a:lnTo>
                <a:lnTo>
                  <a:pt x="53340" y="13716"/>
                </a:lnTo>
                <a:lnTo>
                  <a:pt x="56388" y="19812"/>
                </a:lnTo>
                <a:lnTo>
                  <a:pt x="56388" y="35052"/>
                </a:lnTo>
                <a:lnTo>
                  <a:pt x="53340" y="41148"/>
                </a:lnTo>
                <a:lnTo>
                  <a:pt x="48768" y="47244"/>
                </a:lnTo>
                <a:lnTo>
                  <a:pt x="42672" y="51816"/>
                </a:lnTo>
                <a:lnTo>
                  <a:pt x="36576" y="548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4192238" y="3093529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38100" y="416433"/>
                </a:moveTo>
                <a:lnTo>
                  <a:pt x="0" y="416433"/>
                </a:lnTo>
                <a:lnTo>
                  <a:pt x="27990" y="379492"/>
                </a:lnTo>
                <a:lnTo>
                  <a:pt x="49776" y="340047"/>
                </a:lnTo>
                <a:lnTo>
                  <a:pt x="65349" y="298173"/>
                </a:lnTo>
                <a:lnTo>
                  <a:pt x="74700" y="253950"/>
                </a:lnTo>
                <a:lnTo>
                  <a:pt x="77819" y="207454"/>
                </a:lnTo>
                <a:lnTo>
                  <a:pt x="74700" y="160980"/>
                </a:lnTo>
                <a:lnTo>
                  <a:pt x="65349" y="116860"/>
                </a:lnTo>
                <a:lnTo>
                  <a:pt x="49776" y="75232"/>
                </a:lnTo>
                <a:lnTo>
                  <a:pt x="27990" y="36233"/>
                </a:lnTo>
                <a:lnTo>
                  <a:pt x="0" y="0"/>
                </a:lnTo>
                <a:lnTo>
                  <a:pt x="38100" y="0"/>
                </a:lnTo>
                <a:lnTo>
                  <a:pt x="66127" y="35355"/>
                </a:lnTo>
                <a:lnTo>
                  <a:pt x="87918" y="73696"/>
                </a:lnTo>
                <a:lnTo>
                  <a:pt x="103477" y="115104"/>
                </a:lnTo>
                <a:lnTo>
                  <a:pt x="112809" y="159663"/>
                </a:lnTo>
                <a:lnTo>
                  <a:pt x="115919" y="207454"/>
                </a:lnTo>
                <a:lnTo>
                  <a:pt x="112809" y="254681"/>
                </a:lnTo>
                <a:lnTo>
                  <a:pt x="103477" y="299270"/>
                </a:lnTo>
                <a:lnTo>
                  <a:pt x="87918" y="341144"/>
                </a:lnTo>
                <a:lnTo>
                  <a:pt x="66127" y="380224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877627"/>
            <a:ext cx="109823" cy="111347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1297584" y="3702176"/>
            <a:ext cx="1783080" cy="438150"/>
          </a:xfrm>
          <a:custGeom>
            <a:avLst/>
            <a:gdLst/>
            <a:ahLst/>
            <a:cxnLst/>
            <a:rect l="l" t="t" r="r" b="b"/>
            <a:pathLst>
              <a:path w="1783080" h="438150">
                <a:moveTo>
                  <a:pt x="413296" y="56388"/>
                </a:moveTo>
                <a:lnTo>
                  <a:pt x="236410" y="56388"/>
                </a:lnTo>
                <a:lnTo>
                  <a:pt x="256222" y="45720"/>
                </a:lnTo>
                <a:lnTo>
                  <a:pt x="246202" y="33464"/>
                </a:lnTo>
                <a:lnTo>
                  <a:pt x="236601" y="21907"/>
                </a:lnTo>
                <a:lnTo>
                  <a:pt x="227291" y="11226"/>
                </a:lnTo>
                <a:lnTo>
                  <a:pt x="218122" y="1524"/>
                </a:lnTo>
                <a:lnTo>
                  <a:pt x="186118" y="18288"/>
                </a:lnTo>
                <a:lnTo>
                  <a:pt x="192976" y="27457"/>
                </a:lnTo>
                <a:lnTo>
                  <a:pt x="199834" y="36766"/>
                </a:lnTo>
                <a:lnTo>
                  <a:pt x="206692" y="46367"/>
                </a:lnTo>
                <a:lnTo>
                  <a:pt x="213550" y="56388"/>
                </a:lnTo>
                <a:lnTo>
                  <a:pt x="26009" y="56388"/>
                </a:lnTo>
                <a:lnTo>
                  <a:pt x="26009" y="138785"/>
                </a:lnTo>
                <a:lnTo>
                  <a:pt x="61061" y="138785"/>
                </a:lnTo>
                <a:lnTo>
                  <a:pt x="61061" y="88493"/>
                </a:lnTo>
                <a:lnTo>
                  <a:pt x="379768" y="88493"/>
                </a:lnTo>
                <a:lnTo>
                  <a:pt x="379768" y="138785"/>
                </a:lnTo>
                <a:lnTo>
                  <a:pt x="413296" y="138785"/>
                </a:lnTo>
                <a:lnTo>
                  <a:pt x="413296" y="88493"/>
                </a:lnTo>
                <a:lnTo>
                  <a:pt x="413296" y="56388"/>
                </a:lnTo>
                <a:close/>
              </a:path>
              <a:path w="1783080" h="438150">
                <a:moveTo>
                  <a:pt x="436245" y="384340"/>
                </a:moveTo>
                <a:lnTo>
                  <a:pt x="337667" y="386245"/>
                </a:lnTo>
                <a:lnTo>
                  <a:pt x="291452" y="386486"/>
                </a:lnTo>
                <a:lnTo>
                  <a:pt x="247078" y="385864"/>
                </a:lnTo>
                <a:lnTo>
                  <a:pt x="247078" y="382816"/>
                </a:lnTo>
                <a:lnTo>
                  <a:pt x="247078" y="294424"/>
                </a:lnTo>
                <a:lnTo>
                  <a:pt x="399580" y="294424"/>
                </a:lnTo>
                <a:lnTo>
                  <a:pt x="399580" y="260794"/>
                </a:lnTo>
                <a:lnTo>
                  <a:pt x="247078" y="260794"/>
                </a:lnTo>
                <a:lnTo>
                  <a:pt x="247078" y="190690"/>
                </a:lnTo>
                <a:lnTo>
                  <a:pt x="427012" y="190690"/>
                </a:lnTo>
                <a:lnTo>
                  <a:pt x="427012" y="157073"/>
                </a:lnTo>
                <a:lnTo>
                  <a:pt x="10668" y="157073"/>
                </a:lnTo>
                <a:lnTo>
                  <a:pt x="10668" y="190690"/>
                </a:lnTo>
                <a:lnTo>
                  <a:pt x="210502" y="190690"/>
                </a:lnTo>
                <a:lnTo>
                  <a:pt x="210502" y="382816"/>
                </a:lnTo>
                <a:lnTo>
                  <a:pt x="148729" y="356527"/>
                </a:lnTo>
                <a:lnTo>
                  <a:pt x="105257" y="300520"/>
                </a:lnTo>
                <a:lnTo>
                  <a:pt x="110413" y="282130"/>
                </a:lnTo>
                <a:lnTo>
                  <a:pt x="114592" y="263474"/>
                </a:lnTo>
                <a:lnTo>
                  <a:pt x="117894" y="244271"/>
                </a:lnTo>
                <a:lnTo>
                  <a:pt x="120497" y="224218"/>
                </a:lnTo>
                <a:lnTo>
                  <a:pt x="83921" y="218122"/>
                </a:lnTo>
                <a:lnTo>
                  <a:pt x="74460" y="275932"/>
                </a:lnTo>
                <a:lnTo>
                  <a:pt x="57429" y="325856"/>
                </a:lnTo>
                <a:lnTo>
                  <a:pt x="32651" y="368071"/>
                </a:lnTo>
                <a:lnTo>
                  <a:pt x="0" y="402717"/>
                </a:lnTo>
                <a:lnTo>
                  <a:pt x="6578" y="411632"/>
                </a:lnTo>
                <a:lnTo>
                  <a:pt x="12585" y="420255"/>
                </a:lnTo>
                <a:lnTo>
                  <a:pt x="18046" y="428866"/>
                </a:lnTo>
                <a:lnTo>
                  <a:pt x="22961" y="437781"/>
                </a:lnTo>
                <a:lnTo>
                  <a:pt x="43535" y="416280"/>
                </a:lnTo>
                <a:lnTo>
                  <a:pt x="61823" y="392772"/>
                </a:lnTo>
                <a:lnTo>
                  <a:pt x="77825" y="366966"/>
                </a:lnTo>
                <a:lnTo>
                  <a:pt x="91541" y="338620"/>
                </a:lnTo>
                <a:lnTo>
                  <a:pt x="117817" y="373799"/>
                </a:lnTo>
                <a:lnTo>
                  <a:pt x="150825" y="399097"/>
                </a:lnTo>
                <a:lnTo>
                  <a:pt x="190411" y="414362"/>
                </a:lnTo>
                <a:lnTo>
                  <a:pt x="236410" y="419493"/>
                </a:lnTo>
                <a:lnTo>
                  <a:pt x="278142" y="420370"/>
                </a:lnTo>
                <a:lnTo>
                  <a:pt x="423964" y="421017"/>
                </a:lnTo>
                <a:lnTo>
                  <a:pt x="426504" y="411010"/>
                </a:lnTo>
                <a:lnTo>
                  <a:pt x="429488" y="401574"/>
                </a:lnTo>
                <a:lnTo>
                  <a:pt x="432752" y="392772"/>
                </a:lnTo>
                <a:lnTo>
                  <a:pt x="435356" y="386486"/>
                </a:lnTo>
                <a:lnTo>
                  <a:pt x="436245" y="384340"/>
                </a:lnTo>
                <a:close/>
              </a:path>
              <a:path w="1783080" h="438150">
                <a:moveTo>
                  <a:pt x="581126" y="12192"/>
                </a:moveTo>
                <a:lnTo>
                  <a:pt x="542925" y="3048"/>
                </a:lnTo>
                <a:lnTo>
                  <a:pt x="529005" y="48983"/>
                </a:lnTo>
                <a:lnTo>
                  <a:pt x="512737" y="93281"/>
                </a:lnTo>
                <a:lnTo>
                  <a:pt x="493991" y="135826"/>
                </a:lnTo>
                <a:lnTo>
                  <a:pt x="472605" y="176466"/>
                </a:lnTo>
                <a:lnTo>
                  <a:pt x="448437" y="215074"/>
                </a:lnTo>
                <a:lnTo>
                  <a:pt x="453847" y="226872"/>
                </a:lnTo>
                <a:lnTo>
                  <a:pt x="458533" y="237363"/>
                </a:lnTo>
                <a:lnTo>
                  <a:pt x="462368" y="247015"/>
                </a:lnTo>
                <a:lnTo>
                  <a:pt x="465201" y="256222"/>
                </a:lnTo>
                <a:lnTo>
                  <a:pt x="476605" y="239039"/>
                </a:lnTo>
                <a:lnTo>
                  <a:pt x="487870" y="221551"/>
                </a:lnTo>
                <a:lnTo>
                  <a:pt x="498843" y="203504"/>
                </a:lnTo>
                <a:lnTo>
                  <a:pt x="509397" y="184594"/>
                </a:lnTo>
                <a:lnTo>
                  <a:pt x="509397" y="436257"/>
                </a:lnTo>
                <a:lnTo>
                  <a:pt x="541401" y="436257"/>
                </a:lnTo>
                <a:lnTo>
                  <a:pt x="541401" y="184594"/>
                </a:lnTo>
                <a:lnTo>
                  <a:pt x="541401" y="115925"/>
                </a:lnTo>
                <a:lnTo>
                  <a:pt x="551662" y="91363"/>
                </a:lnTo>
                <a:lnTo>
                  <a:pt x="561797" y="65773"/>
                </a:lnTo>
                <a:lnTo>
                  <a:pt x="571665" y="39331"/>
                </a:lnTo>
                <a:lnTo>
                  <a:pt x="581126" y="12192"/>
                </a:lnTo>
                <a:close/>
              </a:path>
              <a:path w="1783080" h="438150">
                <a:moveTo>
                  <a:pt x="699998" y="335572"/>
                </a:moveTo>
                <a:lnTo>
                  <a:pt x="683158" y="281508"/>
                </a:lnTo>
                <a:lnTo>
                  <a:pt x="667042" y="231457"/>
                </a:lnTo>
                <a:lnTo>
                  <a:pt x="651776" y="185420"/>
                </a:lnTo>
                <a:lnTo>
                  <a:pt x="637514" y="143357"/>
                </a:lnTo>
                <a:lnTo>
                  <a:pt x="603986" y="155549"/>
                </a:lnTo>
                <a:lnTo>
                  <a:pt x="618845" y="198424"/>
                </a:lnTo>
                <a:lnTo>
                  <a:pt x="633704" y="244411"/>
                </a:lnTo>
                <a:lnTo>
                  <a:pt x="648563" y="293268"/>
                </a:lnTo>
                <a:lnTo>
                  <a:pt x="663422" y="344716"/>
                </a:lnTo>
                <a:lnTo>
                  <a:pt x="699998" y="335572"/>
                </a:lnTo>
                <a:close/>
              </a:path>
              <a:path w="1783080" h="438150">
                <a:moveTo>
                  <a:pt x="878497" y="82397"/>
                </a:moveTo>
                <a:lnTo>
                  <a:pt x="733615" y="82397"/>
                </a:lnTo>
                <a:lnTo>
                  <a:pt x="767143" y="60960"/>
                </a:lnTo>
                <a:lnTo>
                  <a:pt x="753097" y="42659"/>
                </a:lnTo>
                <a:lnTo>
                  <a:pt x="740473" y="26479"/>
                </a:lnTo>
                <a:lnTo>
                  <a:pt x="728992" y="12319"/>
                </a:lnTo>
                <a:lnTo>
                  <a:pt x="718375" y="0"/>
                </a:lnTo>
                <a:lnTo>
                  <a:pt x="689330" y="21336"/>
                </a:lnTo>
                <a:lnTo>
                  <a:pt x="700722" y="35369"/>
                </a:lnTo>
                <a:lnTo>
                  <a:pt x="711847" y="50114"/>
                </a:lnTo>
                <a:lnTo>
                  <a:pt x="722414" y="65747"/>
                </a:lnTo>
                <a:lnTo>
                  <a:pt x="732091" y="82397"/>
                </a:lnTo>
                <a:lnTo>
                  <a:pt x="578078" y="82397"/>
                </a:lnTo>
                <a:lnTo>
                  <a:pt x="578078" y="114401"/>
                </a:lnTo>
                <a:lnTo>
                  <a:pt x="878497" y="114401"/>
                </a:lnTo>
                <a:lnTo>
                  <a:pt x="878497" y="82397"/>
                </a:lnTo>
                <a:close/>
              </a:path>
              <a:path w="1783080" h="438150">
                <a:moveTo>
                  <a:pt x="886117" y="379768"/>
                </a:moveTo>
                <a:lnTo>
                  <a:pt x="776287" y="379768"/>
                </a:lnTo>
                <a:lnTo>
                  <a:pt x="795337" y="323761"/>
                </a:lnTo>
                <a:lnTo>
                  <a:pt x="812330" y="272884"/>
                </a:lnTo>
                <a:lnTo>
                  <a:pt x="827443" y="227139"/>
                </a:lnTo>
                <a:lnTo>
                  <a:pt x="840803" y="186499"/>
                </a:lnTo>
                <a:lnTo>
                  <a:pt x="852589" y="150977"/>
                </a:lnTo>
                <a:lnTo>
                  <a:pt x="812863" y="138785"/>
                </a:lnTo>
                <a:lnTo>
                  <a:pt x="796886" y="198424"/>
                </a:lnTo>
                <a:lnTo>
                  <a:pt x="781405" y="252844"/>
                </a:lnTo>
                <a:lnTo>
                  <a:pt x="766775" y="300901"/>
                </a:lnTo>
                <a:lnTo>
                  <a:pt x="752881" y="343154"/>
                </a:lnTo>
                <a:lnTo>
                  <a:pt x="739711" y="379768"/>
                </a:lnTo>
                <a:lnTo>
                  <a:pt x="568833" y="379768"/>
                </a:lnTo>
                <a:lnTo>
                  <a:pt x="568833" y="411873"/>
                </a:lnTo>
                <a:lnTo>
                  <a:pt x="886117" y="411873"/>
                </a:lnTo>
                <a:lnTo>
                  <a:pt x="886117" y="379768"/>
                </a:lnTo>
                <a:close/>
              </a:path>
              <a:path w="1783080" h="438150">
                <a:moveTo>
                  <a:pt x="1310068" y="24384"/>
                </a:moveTo>
                <a:lnTo>
                  <a:pt x="1279588" y="24384"/>
                </a:lnTo>
                <a:lnTo>
                  <a:pt x="1279588" y="48768"/>
                </a:lnTo>
                <a:lnTo>
                  <a:pt x="1279588" y="82397"/>
                </a:lnTo>
                <a:lnTo>
                  <a:pt x="979068" y="82397"/>
                </a:lnTo>
                <a:lnTo>
                  <a:pt x="979068" y="48768"/>
                </a:lnTo>
                <a:lnTo>
                  <a:pt x="1279588" y="48768"/>
                </a:lnTo>
                <a:lnTo>
                  <a:pt x="1279588" y="24384"/>
                </a:lnTo>
                <a:lnTo>
                  <a:pt x="948588" y="24384"/>
                </a:lnTo>
                <a:lnTo>
                  <a:pt x="948474" y="208991"/>
                </a:lnTo>
                <a:lnTo>
                  <a:pt x="946073" y="271741"/>
                </a:lnTo>
                <a:lnTo>
                  <a:pt x="936396" y="327380"/>
                </a:lnTo>
                <a:lnTo>
                  <a:pt x="919873" y="373024"/>
                </a:lnTo>
                <a:lnTo>
                  <a:pt x="896772" y="408825"/>
                </a:lnTo>
                <a:lnTo>
                  <a:pt x="902474" y="415696"/>
                </a:lnTo>
                <a:lnTo>
                  <a:pt x="908011" y="422732"/>
                </a:lnTo>
                <a:lnTo>
                  <a:pt x="913282" y="430034"/>
                </a:lnTo>
                <a:lnTo>
                  <a:pt x="918108" y="437781"/>
                </a:lnTo>
                <a:lnTo>
                  <a:pt x="940257" y="404609"/>
                </a:lnTo>
                <a:lnTo>
                  <a:pt x="957351" y="365544"/>
                </a:lnTo>
                <a:lnTo>
                  <a:pt x="969467" y="320471"/>
                </a:lnTo>
                <a:lnTo>
                  <a:pt x="976680" y="269328"/>
                </a:lnTo>
                <a:lnTo>
                  <a:pt x="979068" y="212039"/>
                </a:lnTo>
                <a:lnTo>
                  <a:pt x="979068" y="108305"/>
                </a:lnTo>
                <a:lnTo>
                  <a:pt x="1279588" y="108305"/>
                </a:lnTo>
                <a:lnTo>
                  <a:pt x="1279588" y="117449"/>
                </a:lnTo>
                <a:lnTo>
                  <a:pt x="1310068" y="117449"/>
                </a:lnTo>
                <a:lnTo>
                  <a:pt x="1310068" y="108305"/>
                </a:lnTo>
                <a:lnTo>
                  <a:pt x="1310068" y="82397"/>
                </a:lnTo>
                <a:lnTo>
                  <a:pt x="1310068" y="48768"/>
                </a:lnTo>
                <a:lnTo>
                  <a:pt x="1310068" y="24384"/>
                </a:lnTo>
                <a:close/>
              </a:path>
              <a:path w="1783080" h="438150">
                <a:moveTo>
                  <a:pt x="1316164" y="294424"/>
                </a:moveTo>
                <a:lnTo>
                  <a:pt x="1169771" y="294424"/>
                </a:lnTo>
                <a:lnTo>
                  <a:pt x="1169771" y="265379"/>
                </a:lnTo>
                <a:lnTo>
                  <a:pt x="1259687" y="265379"/>
                </a:lnTo>
                <a:lnTo>
                  <a:pt x="1259687" y="274523"/>
                </a:lnTo>
                <a:lnTo>
                  <a:pt x="1288732" y="274523"/>
                </a:lnTo>
                <a:lnTo>
                  <a:pt x="1288732" y="265379"/>
                </a:lnTo>
                <a:lnTo>
                  <a:pt x="1288732" y="242519"/>
                </a:lnTo>
                <a:lnTo>
                  <a:pt x="1288732" y="208991"/>
                </a:lnTo>
                <a:lnTo>
                  <a:pt x="1288732" y="186118"/>
                </a:lnTo>
                <a:lnTo>
                  <a:pt x="1259687" y="186118"/>
                </a:lnTo>
                <a:lnTo>
                  <a:pt x="1259687" y="208991"/>
                </a:lnTo>
                <a:lnTo>
                  <a:pt x="1259687" y="242519"/>
                </a:lnTo>
                <a:lnTo>
                  <a:pt x="1169771" y="242519"/>
                </a:lnTo>
                <a:lnTo>
                  <a:pt x="1169771" y="208991"/>
                </a:lnTo>
                <a:lnTo>
                  <a:pt x="1259687" y="208991"/>
                </a:lnTo>
                <a:lnTo>
                  <a:pt x="1259687" y="186118"/>
                </a:lnTo>
                <a:lnTo>
                  <a:pt x="1169771" y="186118"/>
                </a:lnTo>
                <a:lnTo>
                  <a:pt x="1169771" y="158597"/>
                </a:lnTo>
                <a:lnTo>
                  <a:pt x="1169771" y="157073"/>
                </a:lnTo>
                <a:lnTo>
                  <a:pt x="1245438" y="154597"/>
                </a:lnTo>
                <a:lnTo>
                  <a:pt x="1278496" y="152996"/>
                </a:lnTo>
                <a:lnTo>
                  <a:pt x="1308544" y="150977"/>
                </a:lnTo>
                <a:lnTo>
                  <a:pt x="1302448" y="126593"/>
                </a:lnTo>
                <a:lnTo>
                  <a:pt x="995934" y="135737"/>
                </a:lnTo>
                <a:lnTo>
                  <a:pt x="997318" y="143446"/>
                </a:lnTo>
                <a:lnTo>
                  <a:pt x="998982" y="150596"/>
                </a:lnTo>
                <a:lnTo>
                  <a:pt x="1000620" y="157073"/>
                </a:lnTo>
                <a:lnTo>
                  <a:pt x="1002030" y="163169"/>
                </a:lnTo>
                <a:lnTo>
                  <a:pt x="1140815" y="158597"/>
                </a:lnTo>
                <a:lnTo>
                  <a:pt x="1140815" y="186118"/>
                </a:lnTo>
                <a:lnTo>
                  <a:pt x="1140815" y="208991"/>
                </a:lnTo>
                <a:lnTo>
                  <a:pt x="1140815" y="242519"/>
                </a:lnTo>
                <a:lnTo>
                  <a:pt x="1052322" y="242519"/>
                </a:lnTo>
                <a:lnTo>
                  <a:pt x="1052322" y="208991"/>
                </a:lnTo>
                <a:lnTo>
                  <a:pt x="1140815" y="208991"/>
                </a:lnTo>
                <a:lnTo>
                  <a:pt x="1140815" y="186118"/>
                </a:lnTo>
                <a:lnTo>
                  <a:pt x="1023366" y="186118"/>
                </a:lnTo>
                <a:lnTo>
                  <a:pt x="1023366" y="274523"/>
                </a:lnTo>
                <a:lnTo>
                  <a:pt x="1052322" y="274523"/>
                </a:lnTo>
                <a:lnTo>
                  <a:pt x="1052322" y="265379"/>
                </a:lnTo>
                <a:lnTo>
                  <a:pt x="1140815" y="265379"/>
                </a:lnTo>
                <a:lnTo>
                  <a:pt x="1140815" y="294424"/>
                </a:lnTo>
                <a:lnTo>
                  <a:pt x="1002030" y="294424"/>
                </a:lnTo>
                <a:lnTo>
                  <a:pt x="1002030" y="436257"/>
                </a:lnTo>
                <a:lnTo>
                  <a:pt x="1032510" y="436257"/>
                </a:lnTo>
                <a:lnTo>
                  <a:pt x="1032510" y="317284"/>
                </a:lnTo>
                <a:lnTo>
                  <a:pt x="1140815" y="317284"/>
                </a:lnTo>
                <a:lnTo>
                  <a:pt x="1140815" y="358432"/>
                </a:lnTo>
                <a:lnTo>
                  <a:pt x="1121079" y="359333"/>
                </a:lnTo>
                <a:lnTo>
                  <a:pt x="1081138" y="360578"/>
                </a:lnTo>
                <a:lnTo>
                  <a:pt x="1061466" y="361480"/>
                </a:lnTo>
                <a:lnTo>
                  <a:pt x="1066038" y="388912"/>
                </a:lnTo>
                <a:lnTo>
                  <a:pt x="1110627" y="384860"/>
                </a:lnTo>
                <a:lnTo>
                  <a:pt x="1152956" y="381673"/>
                </a:lnTo>
                <a:lnTo>
                  <a:pt x="1230731" y="376720"/>
                </a:lnTo>
                <a:lnTo>
                  <a:pt x="1236827" y="388912"/>
                </a:lnTo>
                <a:lnTo>
                  <a:pt x="1238351" y="395109"/>
                </a:lnTo>
                <a:lnTo>
                  <a:pt x="1264259" y="382816"/>
                </a:lnTo>
                <a:lnTo>
                  <a:pt x="1261160" y="376720"/>
                </a:lnTo>
                <a:lnTo>
                  <a:pt x="1256271" y="367080"/>
                </a:lnTo>
                <a:lnTo>
                  <a:pt x="1251077" y="356908"/>
                </a:lnTo>
                <a:lnTo>
                  <a:pt x="1248448" y="351764"/>
                </a:lnTo>
                <a:lnTo>
                  <a:pt x="1240891" y="336740"/>
                </a:lnTo>
                <a:lnTo>
                  <a:pt x="1233779" y="321856"/>
                </a:lnTo>
                <a:lnTo>
                  <a:pt x="1209395" y="332524"/>
                </a:lnTo>
                <a:lnTo>
                  <a:pt x="1212443" y="340144"/>
                </a:lnTo>
                <a:lnTo>
                  <a:pt x="1217015" y="346240"/>
                </a:lnTo>
                <a:lnTo>
                  <a:pt x="1220063" y="353860"/>
                </a:lnTo>
                <a:lnTo>
                  <a:pt x="1207490" y="354126"/>
                </a:lnTo>
                <a:lnTo>
                  <a:pt x="1194917" y="354812"/>
                </a:lnTo>
                <a:lnTo>
                  <a:pt x="1182344" y="355790"/>
                </a:lnTo>
                <a:lnTo>
                  <a:pt x="1169771" y="356908"/>
                </a:lnTo>
                <a:lnTo>
                  <a:pt x="1169771" y="317284"/>
                </a:lnTo>
                <a:lnTo>
                  <a:pt x="1287208" y="317284"/>
                </a:lnTo>
                <a:lnTo>
                  <a:pt x="1287208" y="382816"/>
                </a:lnTo>
                <a:lnTo>
                  <a:pt x="1285760" y="392874"/>
                </a:lnTo>
                <a:lnTo>
                  <a:pt x="1281290" y="400050"/>
                </a:lnTo>
                <a:lnTo>
                  <a:pt x="1273670" y="404342"/>
                </a:lnTo>
                <a:lnTo>
                  <a:pt x="1262735" y="405777"/>
                </a:lnTo>
                <a:lnTo>
                  <a:pt x="1251851" y="405511"/>
                </a:lnTo>
                <a:lnTo>
                  <a:pt x="1239685" y="404825"/>
                </a:lnTo>
                <a:lnTo>
                  <a:pt x="1210919" y="402729"/>
                </a:lnTo>
                <a:lnTo>
                  <a:pt x="1213154" y="411340"/>
                </a:lnTo>
                <a:lnTo>
                  <a:pt x="1215110" y="419112"/>
                </a:lnTo>
                <a:lnTo>
                  <a:pt x="1216482" y="426300"/>
                </a:lnTo>
                <a:lnTo>
                  <a:pt x="1217015" y="433209"/>
                </a:lnTo>
                <a:lnTo>
                  <a:pt x="1271968" y="433209"/>
                </a:lnTo>
                <a:lnTo>
                  <a:pt x="1313548" y="408089"/>
                </a:lnTo>
                <a:lnTo>
                  <a:pt x="1316164" y="388912"/>
                </a:lnTo>
                <a:lnTo>
                  <a:pt x="1316164" y="317284"/>
                </a:lnTo>
                <a:lnTo>
                  <a:pt x="1316164" y="294424"/>
                </a:lnTo>
                <a:close/>
              </a:path>
              <a:path w="1783080" h="438150">
                <a:moveTo>
                  <a:pt x="1398460" y="111353"/>
                </a:moveTo>
                <a:lnTo>
                  <a:pt x="1369504" y="103733"/>
                </a:lnTo>
                <a:lnTo>
                  <a:pt x="1363764" y="134632"/>
                </a:lnTo>
                <a:lnTo>
                  <a:pt x="1357884" y="163410"/>
                </a:lnTo>
                <a:lnTo>
                  <a:pt x="1351711" y="190182"/>
                </a:lnTo>
                <a:lnTo>
                  <a:pt x="1345120" y="215074"/>
                </a:lnTo>
                <a:lnTo>
                  <a:pt x="1353959" y="217131"/>
                </a:lnTo>
                <a:lnTo>
                  <a:pt x="1362075" y="218884"/>
                </a:lnTo>
                <a:lnTo>
                  <a:pt x="1369339" y="220649"/>
                </a:lnTo>
                <a:lnTo>
                  <a:pt x="1375600" y="222694"/>
                </a:lnTo>
                <a:lnTo>
                  <a:pt x="1382166" y="193509"/>
                </a:lnTo>
                <a:lnTo>
                  <a:pt x="1388173" y="165315"/>
                </a:lnTo>
                <a:lnTo>
                  <a:pt x="1393596" y="137972"/>
                </a:lnTo>
                <a:lnTo>
                  <a:pt x="1398460" y="111353"/>
                </a:lnTo>
                <a:close/>
              </a:path>
              <a:path w="1783080" h="438150">
                <a:moveTo>
                  <a:pt x="1500670" y="144881"/>
                </a:moveTo>
                <a:lnTo>
                  <a:pt x="1492351" y="129501"/>
                </a:lnTo>
                <a:lnTo>
                  <a:pt x="1483334" y="113258"/>
                </a:lnTo>
                <a:lnTo>
                  <a:pt x="1478622" y="105257"/>
                </a:lnTo>
                <a:lnTo>
                  <a:pt x="1473441" y="96443"/>
                </a:lnTo>
                <a:lnTo>
                  <a:pt x="1468386" y="88493"/>
                </a:lnTo>
                <a:lnTo>
                  <a:pt x="1462557" y="79349"/>
                </a:lnTo>
                <a:lnTo>
                  <a:pt x="1442745" y="88493"/>
                </a:lnTo>
                <a:lnTo>
                  <a:pt x="1442745" y="4572"/>
                </a:lnTo>
                <a:lnTo>
                  <a:pt x="1409217" y="4572"/>
                </a:lnTo>
                <a:lnTo>
                  <a:pt x="1409217" y="437781"/>
                </a:lnTo>
                <a:lnTo>
                  <a:pt x="1442745" y="437781"/>
                </a:lnTo>
                <a:lnTo>
                  <a:pt x="1442745" y="105257"/>
                </a:lnTo>
                <a:lnTo>
                  <a:pt x="1450746" y="118376"/>
                </a:lnTo>
                <a:lnTo>
                  <a:pt x="1458747" y="132499"/>
                </a:lnTo>
                <a:lnTo>
                  <a:pt x="1466748" y="147472"/>
                </a:lnTo>
                <a:lnTo>
                  <a:pt x="1474749" y="163169"/>
                </a:lnTo>
                <a:lnTo>
                  <a:pt x="1500670" y="144881"/>
                </a:lnTo>
                <a:close/>
              </a:path>
              <a:path w="1783080" h="438150">
                <a:moveTo>
                  <a:pt x="1782800" y="385864"/>
                </a:moveTo>
                <a:lnTo>
                  <a:pt x="1654683" y="385864"/>
                </a:lnTo>
                <a:lnTo>
                  <a:pt x="1654683" y="269938"/>
                </a:lnTo>
                <a:lnTo>
                  <a:pt x="1761464" y="269938"/>
                </a:lnTo>
                <a:lnTo>
                  <a:pt x="1761464" y="237934"/>
                </a:lnTo>
                <a:lnTo>
                  <a:pt x="1654683" y="237934"/>
                </a:lnTo>
                <a:lnTo>
                  <a:pt x="1654683" y="132689"/>
                </a:lnTo>
                <a:lnTo>
                  <a:pt x="1769084" y="132689"/>
                </a:lnTo>
                <a:lnTo>
                  <a:pt x="1769084" y="102209"/>
                </a:lnTo>
                <a:lnTo>
                  <a:pt x="1654683" y="102209"/>
                </a:lnTo>
                <a:lnTo>
                  <a:pt x="1654683" y="6096"/>
                </a:lnTo>
                <a:lnTo>
                  <a:pt x="1619631" y="6096"/>
                </a:lnTo>
                <a:lnTo>
                  <a:pt x="1619631" y="102209"/>
                </a:lnTo>
                <a:lnTo>
                  <a:pt x="1560195" y="102209"/>
                </a:lnTo>
                <a:lnTo>
                  <a:pt x="1565414" y="87337"/>
                </a:lnTo>
                <a:lnTo>
                  <a:pt x="1569910" y="72440"/>
                </a:lnTo>
                <a:lnTo>
                  <a:pt x="1574126" y="57556"/>
                </a:lnTo>
                <a:lnTo>
                  <a:pt x="1578483" y="42672"/>
                </a:lnTo>
                <a:lnTo>
                  <a:pt x="1543342" y="33528"/>
                </a:lnTo>
                <a:lnTo>
                  <a:pt x="1532737" y="74472"/>
                </a:lnTo>
                <a:lnTo>
                  <a:pt x="1519148" y="114973"/>
                </a:lnTo>
                <a:lnTo>
                  <a:pt x="1502397" y="155181"/>
                </a:lnTo>
                <a:lnTo>
                  <a:pt x="1482382" y="195262"/>
                </a:lnTo>
                <a:lnTo>
                  <a:pt x="1487754" y="198145"/>
                </a:lnTo>
                <a:lnTo>
                  <a:pt x="1494574" y="202311"/>
                </a:lnTo>
                <a:lnTo>
                  <a:pt x="1502524" y="207911"/>
                </a:lnTo>
                <a:lnTo>
                  <a:pt x="1511338" y="215074"/>
                </a:lnTo>
                <a:lnTo>
                  <a:pt x="1521574" y="194487"/>
                </a:lnTo>
                <a:lnTo>
                  <a:pt x="1531531" y="173888"/>
                </a:lnTo>
                <a:lnTo>
                  <a:pt x="1540941" y="153276"/>
                </a:lnTo>
                <a:lnTo>
                  <a:pt x="1549527" y="132689"/>
                </a:lnTo>
                <a:lnTo>
                  <a:pt x="1619631" y="132689"/>
                </a:lnTo>
                <a:lnTo>
                  <a:pt x="1619631" y="237934"/>
                </a:lnTo>
                <a:lnTo>
                  <a:pt x="1506766" y="237934"/>
                </a:lnTo>
                <a:lnTo>
                  <a:pt x="1506766" y="269938"/>
                </a:lnTo>
                <a:lnTo>
                  <a:pt x="1619631" y="269938"/>
                </a:lnTo>
                <a:lnTo>
                  <a:pt x="1619631" y="385864"/>
                </a:lnTo>
                <a:lnTo>
                  <a:pt x="1477810" y="385864"/>
                </a:lnTo>
                <a:lnTo>
                  <a:pt x="1477810" y="417969"/>
                </a:lnTo>
                <a:lnTo>
                  <a:pt x="1782800" y="417969"/>
                </a:lnTo>
                <a:lnTo>
                  <a:pt x="1782800" y="3858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3170396" y="3830288"/>
            <a:ext cx="56515" cy="253365"/>
          </a:xfrm>
          <a:custGeom>
            <a:avLst/>
            <a:gdLst/>
            <a:ahLst/>
            <a:cxnLst/>
            <a:rect l="l" t="t" r="r" b="b"/>
            <a:pathLst>
              <a:path w="56514" h="253364">
                <a:moveTo>
                  <a:pt x="36576" y="54959"/>
                </a:moveTo>
                <a:lnTo>
                  <a:pt x="21336" y="54959"/>
                </a:lnTo>
                <a:lnTo>
                  <a:pt x="13716" y="53340"/>
                </a:lnTo>
                <a:lnTo>
                  <a:pt x="9144" y="47244"/>
                </a:lnTo>
                <a:lnTo>
                  <a:pt x="3048" y="42672"/>
                </a:lnTo>
                <a:lnTo>
                  <a:pt x="0" y="35052"/>
                </a:lnTo>
                <a:lnTo>
                  <a:pt x="0" y="19812"/>
                </a:lnTo>
                <a:lnTo>
                  <a:pt x="3048" y="13716"/>
                </a:lnTo>
                <a:lnTo>
                  <a:pt x="13716" y="3048"/>
                </a:lnTo>
                <a:lnTo>
                  <a:pt x="21336" y="0"/>
                </a:lnTo>
                <a:lnTo>
                  <a:pt x="36576" y="0"/>
                </a:lnTo>
                <a:lnTo>
                  <a:pt x="42672" y="3048"/>
                </a:lnTo>
                <a:lnTo>
                  <a:pt x="48768" y="7620"/>
                </a:lnTo>
                <a:lnTo>
                  <a:pt x="54864" y="13716"/>
                </a:lnTo>
                <a:lnTo>
                  <a:pt x="56388" y="19812"/>
                </a:lnTo>
                <a:lnTo>
                  <a:pt x="56388" y="35052"/>
                </a:lnTo>
                <a:lnTo>
                  <a:pt x="54864" y="42672"/>
                </a:lnTo>
                <a:lnTo>
                  <a:pt x="48768" y="47244"/>
                </a:lnTo>
                <a:lnTo>
                  <a:pt x="44196" y="53340"/>
                </a:lnTo>
                <a:lnTo>
                  <a:pt x="36576" y="54959"/>
                </a:lnTo>
                <a:close/>
              </a:path>
              <a:path w="56514" h="253364">
                <a:moveTo>
                  <a:pt x="36576" y="253174"/>
                </a:moveTo>
                <a:lnTo>
                  <a:pt x="21336" y="253174"/>
                </a:lnTo>
                <a:lnTo>
                  <a:pt x="15240" y="250126"/>
                </a:lnTo>
                <a:lnTo>
                  <a:pt x="9144" y="245554"/>
                </a:lnTo>
                <a:lnTo>
                  <a:pt x="3048" y="239458"/>
                </a:lnTo>
                <a:lnTo>
                  <a:pt x="0" y="233362"/>
                </a:lnTo>
                <a:lnTo>
                  <a:pt x="0" y="218122"/>
                </a:lnTo>
                <a:lnTo>
                  <a:pt x="3048" y="210502"/>
                </a:lnTo>
                <a:lnTo>
                  <a:pt x="9144" y="205930"/>
                </a:lnTo>
                <a:lnTo>
                  <a:pt x="13716" y="199834"/>
                </a:lnTo>
                <a:lnTo>
                  <a:pt x="21336" y="198310"/>
                </a:lnTo>
                <a:lnTo>
                  <a:pt x="36576" y="198310"/>
                </a:lnTo>
                <a:lnTo>
                  <a:pt x="42672" y="199834"/>
                </a:lnTo>
                <a:lnTo>
                  <a:pt x="48768" y="205930"/>
                </a:lnTo>
                <a:lnTo>
                  <a:pt x="54864" y="210502"/>
                </a:lnTo>
                <a:lnTo>
                  <a:pt x="56388" y="218122"/>
                </a:lnTo>
                <a:lnTo>
                  <a:pt x="56388" y="233362"/>
                </a:lnTo>
                <a:lnTo>
                  <a:pt x="54864" y="239458"/>
                </a:lnTo>
                <a:lnTo>
                  <a:pt x="48768" y="245554"/>
                </a:lnTo>
                <a:lnTo>
                  <a:pt x="42672" y="250126"/>
                </a:lnTo>
                <a:lnTo>
                  <a:pt x="36576" y="25317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3547097" y="3741801"/>
            <a:ext cx="202565" cy="336550"/>
          </a:xfrm>
          <a:custGeom>
            <a:avLst/>
            <a:gdLst/>
            <a:ahLst/>
            <a:cxnLst/>
            <a:rect l="l" t="t" r="r" b="b"/>
            <a:pathLst>
              <a:path w="202564" h="336550">
                <a:moveTo>
                  <a:pt x="135737" y="3048"/>
                </a:moveTo>
                <a:lnTo>
                  <a:pt x="130606" y="1295"/>
                </a:lnTo>
                <a:lnTo>
                  <a:pt x="124447" y="381"/>
                </a:lnTo>
                <a:lnTo>
                  <a:pt x="117436" y="50"/>
                </a:lnTo>
                <a:lnTo>
                  <a:pt x="109728" y="0"/>
                </a:lnTo>
                <a:lnTo>
                  <a:pt x="95440" y="1168"/>
                </a:lnTo>
                <a:lnTo>
                  <a:pt x="59436" y="19812"/>
                </a:lnTo>
                <a:lnTo>
                  <a:pt x="39509" y="59118"/>
                </a:lnTo>
                <a:lnTo>
                  <a:pt x="38100" y="76301"/>
                </a:lnTo>
                <a:lnTo>
                  <a:pt x="38100" y="111353"/>
                </a:lnTo>
                <a:lnTo>
                  <a:pt x="0" y="111353"/>
                </a:lnTo>
                <a:lnTo>
                  <a:pt x="0" y="141833"/>
                </a:lnTo>
                <a:lnTo>
                  <a:pt x="38100" y="141833"/>
                </a:lnTo>
                <a:lnTo>
                  <a:pt x="38100" y="335572"/>
                </a:lnTo>
                <a:lnTo>
                  <a:pt x="74676" y="335572"/>
                </a:lnTo>
                <a:lnTo>
                  <a:pt x="74676" y="141833"/>
                </a:lnTo>
                <a:lnTo>
                  <a:pt x="126593" y="141833"/>
                </a:lnTo>
                <a:lnTo>
                  <a:pt x="126593" y="111353"/>
                </a:lnTo>
                <a:lnTo>
                  <a:pt x="74676" y="111353"/>
                </a:lnTo>
                <a:lnTo>
                  <a:pt x="74676" y="77825"/>
                </a:lnTo>
                <a:lnTo>
                  <a:pt x="76962" y="56921"/>
                </a:lnTo>
                <a:lnTo>
                  <a:pt x="83820" y="42151"/>
                </a:lnTo>
                <a:lnTo>
                  <a:pt x="95250" y="33388"/>
                </a:lnTo>
                <a:lnTo>
                  <a:pt x="111252" y="30480"/>
                </a:lnTo>
                <a:lnTo>
                  <a:pt x="120396" y="30480"/>
                </a:lnTo>
                <a:lnTo>
                  <a:pt x="128117" y="32004"/>
                </a:lnTo>
                <a:lnTo>
                  <a:pt x="135737" y="35052"/>
                </a:lnTo>
                <a:lnTo>
                  <a:pt x="135737" y="3048"/>
                </a:lnTo>
                <a:close/>
              </a:path>
              <a:path w="202564" h="336550">
                <a:moveTo>
                  <a:pt x="201942" y="4191"/>
                </a:moveTo>
                <a:lnTo>
                  <a:pt x="165366" y="4191"/>
                </a:lnTo>
                <a:lnTo>
                  <a:pt x="165366" y="336423"/>
                </a:lnTo>
                <a:lnTo>
                  <a:pt x="201942" y="336423"/>
                </a:lnTo>
                <a:lnTo>
                  <a:pt x="201942" y="419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3806285" y="3787616"/>
            <a:ext cx="690880" cy="347980"/>
            <a:chOff x="3806285" y="3787616"/>
            <a:chExt cx="690880" cy="347980"/>
          </a:xfrm>
        </p:grpSpPr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6285" y="3848576"/>
              <a:ext cx="221170" cy="23488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8603" y="3848576"/>
              <a:ext cx="176974" cy="234886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4286719" y="3787622"/>
              <a:ext cx="210820" cy="347980"/>
            </a:xfrm>
            <a:custGeom>
              <a:avLst/>
              <a:gdLst/>
              <a:ahLst/>
              <a:cxnLst/>
              <a:rect l="l" t="t" r="r" b="b"/>
              <a:pathLst>
                <a:path w="210820" h="347979">
                  <a:moveTo>
                    <a:pt x="131165" y="65532"/>
                  </a:moveTo>
                  <a:lnTo>
                    <a:pt x="74676" y="65532"/>
                  </a:lnTo>
                  <a:lnTo>
                    <a:pt x="74676" y="0"/>
                  </a:lnTo>
                  <a:lnTo>
                    <a:pt x="38100" y="10668"/>
                  </a:lnTo>
                  <a:lnTo>
                    <a:pt x="38100" y="65532"/>
                  </a:lnTo>
                  <a:lnTo>
                    <a:pt x="0" y="65532"/>
                  </a:lnTo>
                  <a:lnTo>
                    <a:pt x="0" y="96012"/>
                  </a:lnTo>
                  <a:lnTo>
                    <a:pt x="38100" y="96012"/>
                  </a:lnTo>
                  <a:lnTo>
                    <a:pt x="38100" y="230314"/>
                  </a:lnTo>
                  <a:lnTo>
                    <a:pt x="41821" y="258559"/>
                  </a:lnTo>
                  <a:lnTo>
                    <a:pt x="52971" y="279082"/>
                  </a:lnTo>
                  <a:lnTo>
                    <a:pt x="71577" y="291604"/>
                  </a:lnTo>
                  <a:lnTo>
                    <a:pt x="97637" y="295846"/>
                  </a:lnTo>
                  <a:lnTo>
                    <a:pt x="107365" y="295300"/>
                  </a:lnTo>
                  <a:lnTo>
                    <a:pt x="116116" y="293751"/>
                  </a:lnTo>
                  <a:lnTo>
                    <a:pt x="123990" y="291350"/>
                  </a:lnTo>
                  <a:lnTo>
                    <a:pt x="131165" y="288226"/>
                  </a:lnTo>
                  <a:lnTo>
                    <a:pt x="131165" y="257746"/>
                  </a:lnTo>
                  <a:lnTo>
                    <a:pt x="125425" y="260870"/>
                  </a:lnTo>
                  <a:lnTo>
                    <a:pt x="119545" y="263271"/>
                  </a:lnTo>
                  <a:lnTo>
                    <a:pt x="113372" y="264820"/>
                  </a:lnTo>
                  <a:lnTo>
                    <a:pt x="106781" y="265366"/>
                  </a:lnTo>
                  <a:lnTo>
                    <a:pt x="98463" y="264769"/>
                  </a:lnTo>
                  <a:lnTo>
                    <a:pt x="75006" y="233260"/>
                  </a:lnTo>
                  <a:lnTo>
                    <a:pt x="74676" y="222694"/>
                  </a:lnTo>
                  <a:lnTo>
                    <a:pt x="74676" y="96012"/>
                  </a:lnTo>
                  <a:lnTo>
                    <a:pt x="131165" y="96012"/>
                  </a:lnTo>
                  <a:lnTo>
                    <a:pt x="131165" y="65532"/>
                  </a:lnTo>
                  <a:close/>
                </a:path>
                <a:path w="210820" h="347979">
                  <a:moveTo>
                    <a:pt x="210413" y="240982"/>
                  </a:moveTo>
                  <a:lnTo>
                    <a:pt x="175361" y="240982"/>
                  </a:lnTo>
                  <a:lnTo>
                    <a:pt x="149453" y="347751"/>
                  </a:lnTo>
                  <a:lnTo>
                    <a:pt x="175361" y="347751"/>
                  </a:lnTo>
                  <a:lnTo>
                    <a:pt x="210413" y="240982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4681728" y="3848576"/>
            <a:ext cx="662305" cy="332740"/>
            <a:chOff x="4681728" y="3848576"/>
            <a:chExt cx="662305" cy="332740"/>
          </a:xfrm>
        </p:grpSpPr>
        <p:sp>
          <p:nvSpPr>
            <p:cNvPr id="43" name="object 43" descr=""/>
            <p:cNvSpPr/>
            <p:nvPr/>
          </p:nvSpPr>
          <p:spPr>
            <a:xfrm>
              <a:off x="4681728" y="3848576"/>
              <a:ext cx="206375" cy="332740"/>
            </a:xfrm>
            <a:custGeom>
              <a:avLst/>
              <a:gdLst/>
              <a:ahLst/>
              <a:cxnLst/>
              <a:rect l="l" t="t" r="r" b="b"/>
              <a:pathLst>
                <a:path w="206375" h="332739">
                  <a:moveTo>
                    <a:pt x="62659" y="44291"/>
                  </a:moveTo>
                  <a:lnTo>
                    <a:pt x="36576" y="44291"/>
                  </a:lnTo>
                  <a:lnTo>
                    <a:pt x="50841" y="25114"/>
                  </a:lnTo>
                  <a:lnTo>
                    <a:pt x="68401" y="11251"/>
                  </a:lnTo>
                  <a:lnTo>
                    <a:pt x="89122" y="2835"/>
                  </a:lnTo>
                  <a:lnTo>
                    <a:pt x="112871" y="0"/>
                  </a:lnTo>
                  <a:lnTo>
                    <a:pt x="133445" y="1762"/>
                  </a:lnTo>
                  <a:lnTo>
                    <a:pt x="151733" y="7239"/>
                  </a:lnTo>
                  <a:lnTo>
                    <a:pt x="167735" y="16716"/>
                  </a:lnTo>
                  <a:lnTo>
                    <a:pt x="181451" y="30480"/>
                  </a:lnTo>
                  <a:lnTo>
                    <a:pt x="105251" y="30480"/>
                  </a:lnTo>
                  <a:lnTo>
                    <a:pt x="90051" y="31685"/>
                  </a:lnTo>
                  <a:lnTo>
                    <a:pt x="76592" y="35480"/>
                  </a:lnTo>
                  <a:lnTo>
                    <a:pt x="64866" y="42133"/>
                  </a:lnTo>
                  <a:lnTo>
                    <a:pt x="62659" y="44291"/>
                  </a:lnTo>
                  <a:close/>
                </a:path>
                <a:path w="206375" h="332739">
                  <a:moveTo>
                    <a:pt x="35052" y="332517"/>
                  </a:moveTo>
                  <a:lnTo>
                    <a:pt x="0" y="332517"/>
                  </a:lnTo>
                  <a:lnTo>
                    <a:pt x="0" y="4572"/>
                  </a:lnTo>
                  <a:lnTo>
                    <a:pt x="35052" y="4572"/>
                  </a:lnTo>
                  <a:lnTo>
                    <a:pt x="35052" y="44291"/>
                  </a:lnTo>
                  <a:lnTo>
                    <a:pt x="62659" y="44291"/>
                  </a:lnTo>
                  <a:lnTo>
                    <a:pt x="39814" y="77057"/>
                  </a:lnTo>
                  <a:lnTo>
                    <a:pt x="35052" y="106775"/>
                  </a:lnTo>
                  <a:lnTo>
                    <a:pt x="35085" y="137667"/>
                  </a:lnTo>
                  <a:lnTo>
                    <a:pt x="45339" y="174853"/>
                  </a:lnTo>
                  <a:lnTo>
                    <a:pt x="68883" y="196786"/>
                  </a:lnTo>
                  <a:lnTo>
                    <a:pt x="35052" y="196786"/>
                  </a:lnTo>
                  <a:lnTo>
                    <a:pt x="35052" y="332517"/>
                  </a:lnTo>
                  <a:close/>
                </a:path>
                <a:path w="206375" h="332739">
                  <a:moveTo>
                    <a:pt x="175355" y="204406"/>
                  </a:moveTo>
                  <a:lnTo>
                    <a:pt x="99060" y="204406"/>
                  </a:lnTo>
                  <a:lnTo>
                    <a:pt x="114283" y="202953"/>
                  </a:lnTo>
                  <a:lnTo>
                    <a:pt x="127908" y="198501"/>
                  </a:lnTo>
                  <a:lnTo>
                    <a:pt x="158972" y="166281"/>
                  </a:lnTo>
                  <a:lnTo>
                    <a:pt x="169259" y="109823"/>
                  </a:lnTo>
                  <a:lnTo>
                    <a:pt x="168116" y="92416"/>
                  </a:lnTo>
                  <a:lnTo>
                    <a:pt x="150971" y="51911"/>
                  </a:lnTo>
                  <a:lnTo>
                    <a:pt x="105251" y="30480"/>
                  </a:lnTo>
                  <a:lnTo>
                    <a:pt x="181451" y="30480"/>
                  </a:lnTo>
                  <a:lnTo>
                    <a:pt x="192333" y="46584"/>
                  </a:lnTo>
                  <a:lnTo>
                    <a:pt x="199929" y="65234"/>
                  </a:lnTo>
                  <a:lnTo>
                    <a:pt x="204382" y="86723"/>
                  </a:lnTo>
                  <a:lnTo>
                    <a:pt x="205835" y="111347"/>
                  </a:lnTo>
                  <a:lnTo>
                    <a:pt x="204120" y="137667"/>
                  </a:lnTo>
                  <a:lnTo>
                    <a:pt x="198977" y="161532"/>
                  </a:lnTo>
                  <a:lnTo>
                    <a:pt x="190404" y="182807"/>
                  </a:lnTo>
                  <a:lnTo>
                    <a:pt x="178403" y="201358"/>
                  </a:lnTo>
                  <a:lnTo>
                    <a:pt x="175355" y="204406"/>
                  </a:lnTo>
                  <a:close/>
                </a:path>
                <a:path w="206375" h="332739">
                  <a:moveTo>
                    <a:pt x="103727" y="234886"/>
                  </a:moveTo>
                  <a:lnTo>
                    <a:pt x="83121" y="232576"/>
                  </a:lnTo>
                  <a:lnTo>
                    <a:pt x="64972" y="225552"/>
                  </a:lnTo>
                  <a:lnTo>
                    <a:pt x="49412" y="213669"/>
                  </a:lnTo>
                  <a:lnTo>
                    <a:pt x="36576" y="196786"/>
                  </a:lnTo>
                  <a:lnTo>
                    <a:pt x="68883" y="196786"/>
                  </a:lnTo>
                  <a:lnTo>
                    <a:pt x="73914" y="199644"/>
                  </a:lnTo>
                  <a:lnTo>
                    <a:pt x="85915" y="203239"/>
                  </a:lnTo>
                  <a:lnTo>
                    <a:pt x="99060" y="204406"/>
                  </a:lnTo>
                  <a:lnTo>
                    <a:pt x="175355" y="204406"/>
                  </a:lnTo>
                  <a:lnTo>
                    <a:pt x="163520" y="216241"/>
                  </a:lnTo>
                  <a:lnTo>
                    <a:pt x="146208" y="226695"/>
                  </a:lnTo>
                  <a:lnTo>
                    <a:pt x="126325" y="232862"/>
                  </a:lnTo>
                  <a:lnTo>
                    <a:pt x="103727" y="234886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8806" y="3848576"/>
              <a:ext cx="221075" cy="23488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4077" y="3848576"/>
              <a:ext cx="149542" cy="234886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5392382" y="3749420"/>
            <a:ext cx="308610" cy="334645"/>
          </a:xfrm>
          <a:custGeom>
            <a:avLst/>
            <a:gdLst/>
            <a:ahLst/>
            <a:cxnLst/>
            <a:rect l="l" t="t" r="r" b="b"/>
            <a:pathLst>
              <a:path w="308610" h="334645">
                <a:moveTo>
                  <a:pt x="41148" y="103733"/>
                </a:moveTo>
                <a:lnTo>
                  <a:pt x="6096" y="103733"/>
                </a:lnTo>
                <a:lnTo>
                  <a:pt x="6096" y="327952"/>
                </a:lnTo>
                <a:lnTo>
                  <a:pt x="41148" y="327952"/>
                </a:lnTo>
                <a:lnTo>
                  <a:pt x="41148" y="103733"/>
                </a:lnTo>
                <a:close/>
              </a:path>
              <a:path w="308610" h="334645">
                <a:moveTo>
                  <a:pt x="47244" y="16764"/>
                </a:moveTo>
                <a:lnTo>
                  <a:pt x="45720" y="12192"/>
                </a:lnTo>
                <a:lnTo>
                  <a:pt x="36576" y="3048"/>
                </a:lnTo>
                <a:lnTo>
                  <a:pt x="30480" y="0"/>
                </a:lnTo>
                <a:lnTo>
                  <a:pt x="16764" y="0"/>
                </a:lnTo>
                <a:lnTo>
                  <a:pt x="12192" y="3048"/>
                </a:lnTo>
                <a:lnTo>
                  <a:pt x="3048" y="12192"/>
                </a:lnTo>
                <a:lnTo>
                  <a:pt x="0" y="16764"/>
                </a:lnTo>
                <a:lnTo>
                  <a:pt x="0" y="30480"/>
                </a:lnTo>
                <a:lnTo>
                  <a:pt x="3048" y="36677"/>
                </a:lnTo>
                <a:lnTo>
                  <a:pt x="12192" y="45821"/>
                </a:lnTo>
                <a:lnTo>
                  <a:pt x="18288" y="47345"/>
                </a:lnTo>
                <a:lnTo>
                  <a:pt x="30480" y="47345"/>
                </a:lnTo>
                <a:lnTo>
                  <a:pt x="36576" y="45821"/>
                </a:lnTo>
                <a:lnTo>
                  <a:pt x="45720" y="36677"/>
                </a:lnTo>
                <a:lnTo>
                  <a:pt x="47244" y="30480"/>
                </a:lnTo>
                <a:lnTo>
                  <a:pt x="47244" y="16764"/>
                </a:lnTo>
                <a:close/>
              </a:path>
              <a:path w="308610" h="334645">
                <a:moveTo>
                  <a:pt x="218033" y="103733"/>
                </a:moveTo>
                <a:lnTo>
                  <a:pt x="161645" y="103733"/>
                </a:lnTo>
                <a:lnTo>
                  <a:pt x="161645" y="38201"/>
                </a:lnTo>
                <a:lnTo>
                  <a:pt x="125069" y="48869"/>
                </a:lnTo>
                <a:lnTo>
                  <a:pt x="125069" y="103733"/>
                </a:lnTo>
                <a:lnTo>
                  <a:pt x="86969" y="103733"/>
                </a:lnTo>
                <a:lnTo>
                  <a:pt x="86969" y="134213"/>
                </a:lnTo>
                <a:lnTo>
                  <a:pt x="125069" y="134213"/>
                </a:lnTo>
                <a:lnTo>
                  <a:pt x="125069" y="268516"/>
                </a:lnTo>
                <a:lnTo>
                  <a:pt x="128778" y="296760"/>
                </a:lnTo>
                <a:lnTo>
                  <a:pt x="139928" y="317284"/>
                </a:lnTo>
                <a:lnTo>
                  <a:pt x="158496" y="329806"/>
                </a:lnTo>
                <a:lnTo>
                  <a:pt x="184505" y="334048"/>
                </a:lnTo>
                <a:lnTo>
                  <a:pt x="194233" y="333502"/>
                </a:lnTo>
                <a:lnTo>
                  <a:pt x="202984" y="331952"/>
                </a:lnTo>
                <a:lnTo>
                  <a:pt x="210858" y="329552"/>
                </a:lnTo>
                <a:lnTo>
                  <a:pt x="218033" y="326428"/>
                </a:lnTo>
                <a:lnTo>
                  <a:pt x="218033" y="295948"/>
                </a:lnTo>
                <a:lnTo>
                  <a:pt x="211937" y="300520"/>
                </a:lnTo>
                <a:lnTo>
                  <a:pt x="204317" y="303568"/>
                </a:lnTo>
                <a:lnTo>
                  <a:pt x="195173" y="303568"/>
                </a:lnTo>
                <a:lnTo>
                  <a:pt x="186613" y="302971"/>
                </a:lnTo>
                <a:lnTo>
                  <a:pt x="162191" y="271462"/>
                </a:lnTo>
                <a:lnTo>
                  <a:pt x="161645" y="260896"/>
                </a:lnTo>
                <a:lnTo>
                  <a:pt x="161645" y="134213"/>
                </a:lnTo>
                <a:lnTo>
                  <a:pt x="218033" y="134213"/>
                </a:lnTo>
                <a:lnTo>
                  <a:pt x="218033" y="103733"/>
                </a:lnTo>
                <a:close/>
              </a:path>
              <a:path w="308610" h="334645">
                <a:moveTo>
                  <a:pt x="301942" y="103733"/>
                </a:moveTo>
                <a:lnTo>
                  <a:pt x="266890" y="103733"/>
                </a:lnTo>
                <a:lnTo>
                  <a:pt x="266890" y="327952"/>
                </a:lnTo>
                <a:lnTo>
                  <a:pt x="301942" y="327952"/>
                </a:lnTo>
                <a:lnTo>
                  <a:pt x="301942" y="103733"/>
                </a:lnTo>
                <a:close/>
              </a:path>
              <a:path w="308610" h="334645">
                <a:moveTo>
                  <a:pt x="308038" y="16764"/>
                </a:moveTo>
                <a:lnTo>
                  <a:pt x="306514" y="12192"/>
                </a:lnTo>
                <a:lnTo>
                  <a:pt x="297370" y="3048"/>
                </a:lnTo>
                <a:lnTo>
                  <a:pt x="291274" y="0"/>
                </a:lnTo>
                <a:lnTo>
                  <a:pt x="277558" y="0"/>
                </a:lnTo>
                <a:lnTo>
                  <a:pt x="272986" y="3048"/>
                </a:lnTo>
                <a:lnTo>
                  <a:pt x="263842" y="12192"/>
                </a:lnTo>
                <a:lnTo>
                  <a:pt x="260794" y="16764"/>
                </a:lnTo>
                <a:lnTo>
                  <a:pt x="260794" y="30480"/>
                </a:lnTo>
                <a:lnTo>
                  <a:pt x="263842" y="36677"/>
                </a:lnTo>
                <a:lnTo>
                  <a:pt x="272986" y="45821"/>
                </a:lnTo>
                <a:lnTo>
                  <a:pt x="277558" y="47345"/>
                </a:lnTo>
                <a:lnTo>
                  <a:pt x="291274" y="47345"/>
                </a:lnTo>
                <a:lnTo>
                  <a:pt x="297370" y="45821"/>
                </a:lnTo>
                <a:lnTo>
                  <a:pt x="306514" y="36677"/>
                </a:lnTo>
                <a:lnTo>
                  <a:pt x="308038" y="30480"/>
                </a:lnTo>
                <a:lnTo>
                  <a:pt x="308038" y="1676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52242" y="3848576"/>
            <a:ext cx="219646" cy="234886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28277" y="3848576"/>
            <a:ext cx="186118" cy="228790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6376022" y="3703701"/>
            <a:ext cx="1757045" cy="438150"/>
          </a:xfrm>
          <a:custGeom>
            <a:avLst/>
            <a:gdLst/>
            <a:ahLst/>
            <a:cxnLst/>
            <a:rect l="l" t="t" r="r" b="b"/>
            <a:pathLst>
              <a:path w="1757045" h="438150">
                <a:moveTo>
                  <a:pt x="161645" y="112877"/>
                </a:moveTo>
                <a:lnTo>
                  <a:pt x="152450" y="102590"/>
                </a:lnTo>
                <a:lnTo>
                  <a:pt x="142976" y="92290"/>
                </a:lnTo>
                <a:lnTo>
                  <a:pt x="132930" y="81978"/>
                </a:lnTo>
                <a:lnTo>
                  <a:pt x="122021" y="71628"/>
                </a:lnTo>
                <a:lnTo>
                  <a:pt x="99161" y="88493"/>
                </a:lnTo>
                <a:lnTo>
                  <a:pt x="109169" y="99898"/>
                </a:lnTo>
                <a:lnTo>
                  <a:pt x="118592" y="111163"/>
                </a:lnTo>
                <a:lnTo>
                  <a:pt x="127457" y="122135"/>
                </a:lnTo>
                <a:lnTo>
                  <a:pt x="135737" y="132689"/>
                </a:lnTo>
                <a:lnTo>
                  <a:pt x="161645" y="112877"/>
                </a:lnTo>
                <a:close/>
              </a:path>
              <a:path w="1757045" h="438150">
                <a:moveTo>
                  <a:pt x="184505" y="372148"/>
                </a:moveTo>
                <a:lnTo>
                  <a:pt x="168770" y="357581"/>
                </a:lnTo>
                <a:lnTo>
                  <a:pt x="153454" y="343573"/>
                </a:lnTo>
                <a:lnTo>
                  <a:pt x="138430" y="330149"/>
                </a:lnTo>
                <a:lnTo>
                  <a:pt x="123545" y="317284"/>
                </a:lnTo>
                <a:lnTo>
                  <a:pt x="99161" y="340144"/>
                </a:lnTo>
                <a:lnTo>
                  <a:pt x="116598" y="355600"/>
                </a:lnTo>
                <a:lnTo>
                  <a:pt x="132308" y="370065"/>
                </a:lnTo>
                <a:lnTo>
                  <a:pt x="146316" y="383692"/>
                </a:lnTo>
                <a:lnTo>
                  <a:pt x="158597" y="396633"/>
                </a:lnTo>
                <a:lnTo>
                  <a:pt x="184505" y="372148"/>
                </a:lnTo>
                <a:close/>
              </a:path>
              <a:path w="1757045" h="438150">
                <a:moveTo>
                  <a:pt x="227279" y="41148"/>
                </a:moveTo>
                <a:lnTo>
                  <a:pt x="100685" y="41148"/>
                </a:lnTo>
                <a:lnTo>
                  <a:pt x="123545" y="0"/>
                </a:lnTo>
                <a:lnTo>
                  <a:pt x="85445" y="0"/>
                </a:lnTo>
                <a:lnTo>
                  <a:pt x="68199" y="30861"/>
                </a:lnTo>
                <a:lnTo>
                  <a:pt x="48399" y="59296"/>
                </a:lnTo>
                <a:lnTo>
                  <a:pt x="25768" y="85166"/>
                </a:lnTo>
                <a:lnTo>
                  <a:pt x="0" y="108305"/>
                </a:lnTo>
                <a:lnTo>
                  <a:pt x="6337" y="114871"/>
                </a:lnTo>
                <a:lnTo>
                  <a:pt x="11823" y="120878"/>
                </a:lnTo>
                <a:lnTo>
                  <a:pt x="16725" y="126301"/>
                </a:lnTo>
                <a:lnTo>
                  <a:pt x="21348" y="131165"/>
                </a:lnTo>
                <a:lnTo>
                  <a:pt x="37934" y="116903"/>
                </a:lnTo>
                <a:lnTo>
                  <a:pt x="53543" y="101625"/>
                </a:lnTo>
                <a:lnTo>
                  <a:pt x="68313" y="85471"/>
                </a:lnTo>
                <a:lnTo>
                  <a:pt x="82397" y="68580"/>
                </a:lnTo>
                <a:lnTo>
                  <a:pt x="227279" y="68580"/>
                </a:lnTo>
                <a:lnTo>
                  <a:pt x="227279" y="41148"/>
                </a:lnTo>
                <a:close/>
              </a:path>
              <a:path w="1757045" h="438150">
                <a:moveTo>
                  <a:pt x="352336" y="112877"/>
                </a:moveTo>
                <a:lnTo>
                  <a:pt x="344614" y="103441"/>
                </a:lnTo>
                <a:lnTo>
                  <a:pt x="335483" y="93433"/>
                </a:lnTo>
                <a:lnTo>
                  <a:pt x="325234" y="82829"/>
                </a:lnTo>
                <a:lnTo>
                  <a:pt x="314147" y="71628"/>
                </a:lnTo>
                <a:lnTo>
                  <a:pt x="291287" y="88493"/>
                </a:lnTo>
                <a:lnTo>
                  <a:pt x="303834" y="103327"/>
                </a:lnTo>
                <a:lnTo>
                  <a:pt x="313956" y="115735"/>
                </a:lnTo>
                <a:lnTo>
                  <a:pt x="321500" y="125564"/>
                </a:lnTo>
                <a:lnTo>
                  <a:pt x="326339" y="132689"/>
                </a:lnTo>
                <a:lnTo>
                  <a:pt x="352336" y="112877"/>
                </a:lnTo>
                <a:close/>
              </a:path>
              <a:path w="1757045" h="438150">
                <a:moveTo>
                  <a:pt x="420916" y="285280"/>
                </a:moveTo>
                <a:lnTo>
                  <a:pt x="326339" y="285280"/>
                </a:lnTo>
                <a:lnTo>
                  <a:pt x="326339" y="250139"/>
                </a:lnTo>
                <a:lnTo>
                  <a:pt x="292811" y="250139"/>
                </a:lnTo>
                <a:lnTo>
                  <a:pt x="292811" y="285280"/>
                </a:lnTo>
                <a:lnTo>
                  <a:pt x="18300" y="285280"/>
                </a:lnTo>
                <a:lnTo>
                  <a:pt x="18300" y="314236"/>
                </a:lnTo>
                <a:lnTo>
                  <a:pt x="292811" y="314236"/>
                </a:lnTo>
                <a:lnTo>
                  <a:pt x="292811" y="367576"/>
                </a:lnTo>
                <a:lnTo>
                  <a:pt x="290804" y="379349"/>
                </a:lnTo>
                <a:lnTo>
                  <a:pt x="284810" y="387438"/>
                </a:lnTo>
                <a:lnTo>
                  <a:pt x="274802" y="392087"/>
                </a:lnTo>
                <a:lnTo>
                  <a:pt x="260807" y="393585"/>
                </a:lnTo>
                <a:lnTo>
                  <a:pt x="245656" y="393319"/>
                </a:lnTo>
                <a:lnTo>
                  <a:pt x="229933" y="392633"/>
                </a:lnTo>
                <a:lnTo>
                  <a:pt x="196697" y="390537"/>
                </a:lnTo>
                <a:lnTo>
                  <a:pt x="198716" y="400532"/>
                </a:lnTo>
                <a:lnTo>
                  <a:pt x="200317" y="409968"/>
                </a:lnTo>
                <a:lnTo>
                  <a:pt x="201625" y="418820"/>
                </a:lnTo>
                <a:lnTo>
                  <a:pt x="202793" y="427113"/>
                </a:lnTo>
                <a:lnTo>
                  <a:pt x="219760" y="427990"/>
                </a:lnTo>
                <a:lnTo>
                  <a:pt x="236410" y="428447"/>
                </a:lnTo>
                <a:lnTo>
                  <a:pt x="269951" y="428637"/>
                </a:lnTo>
                <a:lnTo>
                  <a:pt x="294830" y="425183"/>
                </a:lnTo>
                <a:lnTo>
                  <a:pt x="312432" y="414718"/>
                </a:lnTo>
                <a:lnTo>
                  <a:pt x="322884" y="397090"/>
                </a:lnTo>
                <a:lnTo>
                  <a:pt x="323367" y="393585"/>
                </a:lnTo>
                <a:lnTo>
                  <a:pt x="326339" y="372148"/>
                </a:lnTo>
                <a:lnTo>
                  <a:pt x="326339" y="314236"/>
                </a:lnTo>
                <a:lnTo>
                  <a:pt x="420916" y="314236"/>
                </a:lnTo>
                <a:lnTo>
                  <a:pt x="420916" y="285280"/>
                </a:lnTo>
                <a:close/>
              </a:path>
              <a:path w="1757045" h="438150">
                <a:moveTo>
                  <a:pt x="431584" y="41148"/>
                </a:moveTo>
                <a:lnTo>
                  <a:pt x="289763" y="41148"/>
                </a:lnTo>
                <a:lnTo>
                  <a:pt x="295236" y="30861"/>
                </a:lnTo>
                <a:lnTo>
                  <a:pt x="305612" y="10287"/>
                </a:lnTo>
                <a:lnTo>
                  <a:pt x="311099" y="0"/>
                </a:lnTo>
                <a:lnTo>
                  <a:pt x="272999" y="0"/>
                </a:lnTo>
                <a:lnTo>
                  <a:pt x="260705" y="25463"/>
                </a:lnTo>
                <a:lnTo>
                  <a:pt x="246710" y="49352"/>
                </a:lnTo>
                <a:lnTo>
                  <a:pt x="230987" y="71843"/>
                </a:lnTo>
                <a:lnTo>
                  <a:pt x="213563" y="93065"/>
                </a:lnTo>
                <a:lnTo>
                  <a:pt x="219583" y="95923"/>
                </a:lnTo>
                <a:lnTo>
                  <a:pt x="226275" y="99898"/>
                </a:lnTo>
                <a:lnTo>
                  <a:pt x="233921" y="105067"/>
                </a:lnTo>
                <a:lnTo>
                  <a:pt x="242519" y="111353"/>
                </a:lnTo>
                <a:lnTo>
                  <a:pt x="250520" y="101041"/>
                </a:lnTo>
                <a:lnTo>
                  <a:pt x="258521" y="90576"/>
                </a:lnTo>
                <a:lnTo>
                  <a:pt x="266522" y="79806"/>
                </a:lnTo>
                <a:lnTo>
                  <a:pt x="274523" y="68580"/>
                </a:lnTo>
                <a:lnTo>
                  <a:pt x="431584" y="68580"/>
                </a:lnTo>
                <a:lnTo>
                  <a:pt x="431584" y="41148"/>
                </a:lnTo>
                <a:close/>
              </a:path>
              <a:path w="1757045" h="438150">
                <a:moveTo>
                  <a:pt x="434632" y="213550"/>
                </a:moveTo>
                <a:lnTo>
                  <a:pt x="233375" y="213550"/>
                </a:lnTo>
                <a:lnTo>
                  <a:pt x="233375" y="169265"/>
                </a:lnTo>
                <a:lnTo>
                  <a:pt x="404152" y="169265"/>
                </a:lnTo>
                <a:lnTo>
                  <a:pt x="404152" y="140309"/>
                </a:lnTo>
                <a:lnTo>
                  <a:pt x="233375" y="140309"/>
                </a:lnTo>
                <a:lnTo>
                  <a:pt x="233375" y="106781"/>
                </a:lnTo>
                <a:lnTo>
                  <a:pt x="198221" y="106781"/>
                </a:lnTo>
                <a:lnTo>
                  <a:pt x="198221" y="140309"/>
                </a:lnTo>
                <a:lnTo>
                  <a:pt x="33540" y="140309"/>
                </a:lnTo>
                <a:lnTo>
                  <a:pt x="33540" y="169265"/>
                </a:lnTo>
                <a:lnTo>
                  <a:pt x="198221" y="169265"/>
                </a:lnTo>
                <a:lnTo>
                  <a:pt x="198221" y="213550"/>
                </a:lnTo>
                <a:lnTo>
                  <a:pt x="3060" y="213550"/>
                </a:lnTo>
                <a:lnTo>
                  <a:pt x="3060" y="242519"/>
                </a:lnTo>
                <a:lnTo>
                  <a:pt x="434632" y="242519"/>
                </a:lnTo>
                <a:lnTo>
                  <a:pt x="434632" y="213550"/>
                </a:lnTo>
                <a:close/>
              </a:path>
              <a:path w="1757045" h="438150">
                <a:moveTo>
                  <a:pt x="637514" y="74676"/>
                </a:moveTo>
                <a:lnTo>
                  <a:pt x="602373" y="74676"/>
                </a:lnTo>
                <a:lnTo>
                  <a:pt x="602373" y="106781"/>
                </a:lnTo>
                <a:lnTo>
                  <a:pt x="602373" y="213563"/>
                </a:lnTo>
                <a:lnTo>
                  <a:pt x="602373" y="245567"/>
                </a:lnTo>
                <a:lnTo>
                  <a:pt x="602373" y="355384"/>
                </a:lnTo>
                <a:lnTo>
                  <a:pt x="503313" y="355384"/>
                </a:lnTo>
                <a:lnTo>
                  <a:pt x="503313" y="245567"/>
                </a:lnTo>
                <a:lnTo>
                  <a:pt x="602373" y="245567"/>
                </a:lnTo>
                <a:lnTo>
                  <a:pt x="602373" y="213563"/>
                </a:lnTo>
                <a:lnTo>
                  <a:pt x="503313" y="213563"/>
                </a:lnTo>
                <a:lnTo>
                  <a:pt x="503313" y="106781"/>
                </a:lnTo>
                <a:lnTo>
                  <a:pt x="602373" y="106781"/>
                </a:lnTo>
                <a:lnTo>
                  <a:pt x="602373" y="74676"/>
                </a:lnTo>
                <a:lnTo>
                  <a:pt x="549033" y="74676"/>
                </a:lnTo>
                <a:lnTo>
                  <a:pt x="555891" y="59563"/>
                </a:lnTo>
                <a:lnTo>
                  <a:pt x="562749" y="44005"/>
                </a:lnTo>
                <a:lnTo>
                  <a:pt x="569607" y="28181"/>
                </a:lnTo>
                <a:lnTo>
                  <a:pt x="576465" y="12192"/>
                </a:lnTo>
                <a:lnTo>
                  <a:pt x="539889" y="1524"/>
                </a:lnTo>
                <a:lnTo>
                  <a:pt x="533882" y="18097"/>
                </a:lnTo>
                <a:lnTo>
                  <a:pt x="527316" y="35814"/>
                </a:lnTo>
                <a:lnTo>
                  <a:pt x="520166" y="54673"/>
                </a:lnTo>
                <a:lnTo>
                  <a:pt x="512457" y="74676"/>
                </a:lnTo>
                <a:lnTo>
                  <a:pt x="468160" y="74676"/>
                </a:lnTo>
                <a:lnTo>
                  <a:pt x="468160" y="425589"/>
                </a:lnTo>
                <a:lnTo>
                  <a:pt x="503313" y="425589"/>
                </a:lnTo>
                <a:lnTo>
                  <a:pt x="503313" y="389013"/>
                </a:lnTo>
                <a:lnTo>
                  <a:pt x="602373" y="389013"/>
                </a:lnTo>
                <a:lnTo>
                  <a:pt x="602373" y="422541"/>
                </a:lnTo>
                <a:lnTo>
                  <a:pt x="637514" y="422541"/>
                </a:lnTo>
                <a:lnTo>
                  <a:pt x="637514" y="389013"/>
                </a:lnTo>
                <a:lnTo>
                  <a:pt x="637514" y="355384"/>
                </a:lnTo>
                <a:lnTo>
                  <a:pt x="637514" y="245567"/>
                </a:lnTo>
                <a:lnTo>
                  <a:pt x="637514" y="213563"/>
                </a:lnTo>
                <a:lnTo>
                  <a:pt x="637514" y="106781"/>
                </a:lnTo>
                <a:lnTo>
                  <a:pt x="637514" y="74676"/>
                </a:lnTo>
                <a:close/>
              </a:path>
              <a:path w="1757045" h="438150">
                <a:moveTo>
                  <a:pt x="786968" y="272999"/>
                </a:moveTo>
                <a:lnTo>
                  <a:pt x="770940" y="251294"/>
                </a:lnTo>
                <a:lnTo>
                  <a:pt x="752627" y="227457"/>
                </a:lnTo>
                <a:lnTo>
                  <a:pt x="732015" y="201587"/>
                </a:lnTo>
                <a:lnTo>
                  <a:pt x="709142" y="173837"/>
                </a:lnTo>
                <a:lnTo>
                  <a:pt x="681710" y="193751"/>
                </a:lnTo>
                <a:lnTo>
                  <a:pt x="701687" y="219773"/>
                </a:lnTo>
                <a:lnTo>
                  <a:pt x="720382" y="245376"/>
                </a:lnTo>
                <a:lnTo>
                  <a:pt x="737641" y="270725"/>
                </a:lnTo>
                <a:lnTo>
                  <a:pt x="753338" y="295948"/>
                </a:lnTo>
                <a:lnTo>
                  <a:pt x="786968" y="272999"/>
                </a:lnTo>
                <a:close/>
              </a:path>
              <a:path w="1757045" h="438150">
                <a:moveTo>
                  <a:pt x="867740" y="73152"/>
                </a:moveTo>
                <a:lnTo>
                  <a:pt x="727430" y="73152"/>
                </a:lnTo>
                <a:lnTo>
                  <a:pt x="733145" y="58039"/>
                </a:lnTo>
                <a:lnTo>
                  <a:pt x="738860" y="42481"/>
                </a:lnTo>
                <a:lnTo>
                  <a:pt x="744575" y="26657"/>
                </a:lnTo>
                <a:lnTo>
                  <a:pt x="750290" y="10668"/>
                </a:lnTo>
                <a:lnTo>
                  <a:pt x="713714" y="1524"/>
                </a:lnTo>
                <a:lnTo>
                  <a:pt x="698258" y="47790"/>
                </a:lnTo>
                <a:lnTo>
                  <a:pt x="681520" y="90347"/>
                </a:lnTo>
                <a:lnTo>
                  <a:pt x="663346" y="128917"/>
                </a:lnTo>
                <a:lnTo>
                  <a:pt x="643610" y="163169"/>
                </a:lnTo>
                <a:lnTo>
                  <a:pt x="660565" y="171551"/>
                </a:lnTo>
                <a:lnTo>
                  <a:pt x="667829" y="175602"/>
                </a:lnTo>
                <a:lnTo>
                  <a:pt x="674090" y="179933"/>
                </a:lnTo>
                <a:lnTo>
                  <a:pt x="684136" y="163334"/>
                </a:lnTo>
                <a:lnTo>
                  <a:pt x="693902" y="145453"/>
                </a:lnTo>
                <a:lnTo>
                  <a:pt x="703668" y="126136"/>
                </a:lnTo>
                <a:lnTo>
                  <a:pt x="713714" y="105257"/>
                </a:lnTo>
                <a:lnTo>
                  <a:pt x="831164" y="105257"/>
                </a:lnTo>
                <a:lnTo>
                  <a:pt x="830008" y="173837"/>
                </a:lnTo>
                <a:lnTo>
                  <a:pt x="828725" y="227457"/>
                </a:lnTo>
                <a:lnTo>
                  <a:pt x="827100" y="277126"/>
                </a:lnTo>
                <a:lnTo>
                  <a:pt x="825360" y="316852"/>
                </a:lnTo>
                <a:lnTo>
                  <a:pt x="819873" y="365785"/>
                </a:lnTo>
                <a:lnTo>
                  <a:pt x="780872" y="389013"/>
                </a:lnTo>
                <a:lnTo>
                  <a:pt x="761974" y="388683"/>
                </a:lnTo>
                <a:lnTo>
                  <a:pt x="742111" y="387629"/>
                </a:lnTo>
                <a:lnTo>
                  <a:pt x="721410" y="385711"/>
                </a:lnTo>
                <a:lnTo>
                  <a:pt x="699998" y="382816"/>
                </a:lnTo>
                <a:lnTo>
                  <a:pt x="698474" y="382816"/>
                </a:lnTo>
                <a:lnTo>
                  <a:pt x="700735" y="392061"/>
                </a:lnTo>
                <a:lnTo>
                  <a:pt x="702856" y="401574"/>
                </a:lnTo>
                <a:lnTo>
                  <a:pt x="704684" y="411632"/>
                </a:lnTo>
                <a:lnTo>
                  <a:pt x="706094" y="422541"/>
                </a:lnTo>
                <a:lnTo>
                  <a:pt x="747064" y="424637"/>
                </a:lnTo>
                <a:lnTo>
                  <a:pt x="767219" y="425323"/>
                </a:lnTo>
                <a:lnTo>
                  <a:pt x="786968" y="425589"/>
                </a:lnTo>
                <a:lnTo>
                  <a:pt x="817257" y="421297"/>
                </a:lnTo>
                <a:lnTo>
                  <a:pt x="852474" y="389013"/>
                </a:lnTo>
                <a:lnTo>
                  <a:pt x="860996" y="332511"/>
                </a:lnTo>
                <a:lnTo>
                  <a:pt x="863358" y="256247"/>
                </a:lnTo>
                <a:lnTo>
                  <a:pt x="864743" y="204381"/>
                </a:lnTo>
                <a:lnTo>
                  <a:pt x="866165" y="145453"/>
                </a:lnTo>
                <a:lnTo>
                  <a:pt x="867041" y="105257"/>
                </a:lnTo>
                <a:lnTo>
                  <a:pt x="867740" y="73152"/>
                </a:lnTo>
                <a:close/>
              </a:path>
              <a:path w="1757045" h="438150">
                <a:moveTo>
                  <a:pt x="1021753" y="10668"/>
                </a:moveTo>
                <a:lnTo>
                  <a:pt x="989749" y="1524"/>
                </a:lnTo>
                <a:lnTo>
                  <a:pt x="975855" y="49644"/>
                </a:lnTo>
                <a:lnTo>
                  <a:pt x="959751" y="95046"/>
                </a:lnTo>
                <a:lnTo>
                  <a:pt x="941451" y="137591"/>
                </a:lnTo>
                <a:lnTo>
                  <a:pt x="920940" y="177139"/>
                </a:lnTo>
                <a:lnTo>
                  <a:pt x="898207" y="213550"/>
                </a:lnTo>
                <a:lnTo>
                  <a:pt x="901700" y="222465"/>
                </a:lnTo>
                <a:lnTo>
                  <a:pt x="908596" y="239699"/>
                </a:lnTo>
                <a:lnTo>
                  <a:pt x="912025" y="248602"/>
                </a:lnTo>
                <a:lnTo>
                  <a:pt x="922286" y="234315"/>
                </a:lnTo>
                <a:lnTo>
                  <a:pt x="932408" y="218884"/>
                </a:lnTo>
                <a:lnTo>
                  <a:pt x="942238" y="202311"/>
                </a:lnTo>
                <a:lnTo>
                  <a:pt x="951649" y="184594"/>
                </a:lnTo>
                <a:lnTo>
                  <a:pt x="951649" y="433209"/>
                </a:lnTo>
                <a:lnTo>
                  <a:pt x="982129" y="433209"/>
                </a:lnTo>
                <a:lnTo>
                  <a:pt x="982129" y="184594"/>
                </a:lnTo>
                <a:lnTo>
                  <a:pt x="982129" y="120497"/>
                </a:lnTo>
                <a:lnTo>
                  <a:pt x="993127" y="95046"/>
                </a:lnTo>
                <a:lnTo>
                  <a:pt x="1003655" y="67868"/>
                </a:lnTo>
                <a:lnTo>
                  <a:pt x="1013206" y="39839"/>
                </a:lnTo>
                <a:lnTo>
                  <a:pt x="1021753" y="10668"/>
                </a:lnTo>
                <a:close/>
              </a:path>
              <a:path w="1757045" h="438150">
                <a:moveTo>
                  <a:pt x="1335989" y="395109"/>
                </a:moveTo>
                <a:lnTo>
                  <a:pt x="1284541" y="389661"/>
                </a:lnTo>
                <a:lnTo>
                  <a:pt x="1237970" y="380199"/>
                </a:lnTo>
                <a:lnTo>
                  <a:pt x="1222578" y="375196"/>
                </a:lnTo>
                <a:lnTo>
                  <a:pt x="1196543" y="366737"/>
                </a:lnTo>
                <a:lnTo>
                  <a:pt x="1160538" y="349288"/>
                </a:lnTo>
                <a:lnTo>
                  <a:pt x="1160538" y="347764"/>
                </a:lnTo>
                <a:lnTo>
                  <a:pt x="1169098" y="330898"/>
                </a:lnTo>
                <a:lnTo>
                  <a:pt x="1169593" y="329476"/>
                </a:lnTo>
                <a:lnTo>
                  <a:pt x="1176388" y="310032"/>
                </a:lnTo>
                <a:lnTo>
                  <a:pt x="1182255" y="285140"/>
                </a:lnTo>
                <a:lnTo>
                  <a:pt x="1186535" y="256222"/>
                </a:lnTo>
                <a:lnTo>
                  <a:pt x="1274927" y="256222"/>
                </a:lnTo>
                <a:lnTo>
                  <a:pt x="1274927" y="274510"/>
                </a:lnTo>
                <a:lnTo>
                  <a:pt x="1308455" y="274510"/>
                </a:lnTo>
                <a:lnTo>
                  <a:pt x="1308455" y="227266"/>
                </a:lnTo>
                <a:lnTo>
                  <a:pt x="1308455" y="164693"/>
                </a:lnTo>
                <a:lnTo>
                  <a:pt x="1308455" y="135737"/>
                </a:lnTo>
                <a:lnTo>
                  <a:pt x="1274927" y="135737"/>
                </a:lnTo>
                <a:lnTo>
                  <a:pt x="1274927" y="164693"/>
                </a:lnTo>
                <a:lnTo>
                  <a:pt x="1274927" y="227266"/>
                </a:lnTo>
                <a:lnTo>
                  <a:pt x="1189583" y="227266"/>
                </a:lnTo>
                <a:lnTo>
                  <a:pt x="1189824" y="206349"/>
                </a:lnTo>
                <a:lnTo>
                  <a:pt x="1190345" y="189128"/>
                </a:lnTo>
                <a:lnTo>
                  <a:pt x="1190866" y="175323"/>
                </a:lnTo>
                <a:lnTo>
                  <a:pt x="1191107" y="164693"/>
                </a:lnTo>
                <a:lnTo>
                  <a:pt x="1274927" y="164693"/>
                </a:lnTo>
                <a:lnTo>
                  <a:pt x="1274927" y="135737"/>
                </a:lnTo>
                <a:lnTo>
                  <a:pt x="1191107" y="135737"/>
                </a:lnTo>
                <a:lnTo>
                  <a:pt x="1191107" y="93065"/>
                </a:lnTo>
                <a:lnTo>
                  <a:pt x="1331417" y="93065"/>
                </a:lnTo>
                <a:lnTo>
                  <a:pt x="1331417" y="62484"/>
                </a:lnTo>
                <a:lnTo>
                  <a:pt x="1191107" y="62484"/>
                </a:lnTo>
                <a:lnTo>
                  <a:pt x="1191107" y="3048"/>
                </a:lnTo>
                <a:lnTo>
                  <a:pt x="1157490" y="3048"/>
                </a:lnTo>
                <a:lnTo>
                  <a:pt x="1157490" y="62484"/>
                </a:lnTo>
                <a:lnTo>
                  <a:pt x="1017181" y="62484"/>
                </a:lnTo>
                <a:lnTo>
                  <a:pt x="1017181" y="93065"/>
                </a:lnTo>
                <a:lnTo>
                  <a:pt x="1157490" y="93065"/>
                </a:lnTo>
                <a:lnTo>
                  <a:pt x="1157490" y="135737"/>
                </a:lnTo>
                <a:lnTo>
                  <a:pt x="1157490" y="164693"/>
                </a:lnTo>
                <a:lnTo>
                  <a:pt x="1157236" y="184594"/>
                </a:lnTo>
                <a:lnTo>
                  <a:pt x="1156728" y="201168"/>
                </a:lnTo>
                <a:lnTo>
                  <a:pt x="1156195" y="215582"/>
                </a:lnTo>
                <a:lnTo>
                  <a:pt x="1155966" y="227266"/>
                </a:lnTo>
                <a:lnTo>
                  <a:pt x="1072146" y="227266"/>
                </a:lnTo>
                <a:lnTo>
                  <a:pt x="1072146" y="164693"/>
                </a:lnTo>
                <a:lnTo>
                  <a:pt x="1157490" y="164693"/>
                </a:lnTo>
                <a:lnTo>
                  <a:pt x="1157490" y="135737"/>
                </a:lnTo>
                <a:lnTo>
                  <a:pt x="1038517" y="135737"/>
                </a:lnTo>
                <a:lnTo>
                  <a:pt x="1038517" y="256222"/>
                </a:lnTo>
                <a:lnTo>
                  <a:pt x="1152918" y="256222"/>
                </a:lnTo>
                <a:lnTo>
                  <a:pt x="1149146" y="279717"/>
                </a:lnTo>
                <a:lnTo>
                  <a:pt x="1144536" y="299745"/>
                </a:lnTo>
                <a:lnTo>
                  <a:pt x="1138770" y="316331"/>
                </a:lnTo>
                <a:lnTo>
                  <a:pt x="1131582" y="329476"/>
                </a:lnTo>
                <a:lnTo>
                  <a:pt x="1116431" y="316357"/>
                </a:lnTo>
                <a:lnTo>
                  <a:pt x="1103007" y="302221"/>
                </a:lnTo>
                <a:lnTo>
                  <a:pt x="1091285" y="287210"/>
                </a:lnTo>
                <a:lnTo>
                  <a:pt x="1081290" y="271462"/>
                </a:lnTo>
                <a:lnTo>
                  <a:pt x="1050810" y="286804"/>
                </a:lnTo>
                <a:lnTo>
                  <a:pt x="1063066" y="305638"/>
                </a:lnTo>
                <a:lnTo>
                  <a:pt x="1076909" y="323189"/>
                </a:lnTo>
                <a:lnTo>
                  <a:pt x="1092161" y="339305"/>
                </a:lnTo>
                <a:lnTo>
                  <a:pt x="1108722" y="353860"/>
                </a:lnTo>
                <a:lnTo>
                  <a:pt x="1088402" y="368185"/>
                </a:lnTo>
                <a:lnTo>
                  <a:pt x="1063942" y="381533"/>
                </a:lnTo>
                <a:lnTo>
                  <a:pt x="1035164" y="394017"/>
                </a:lnTo>
                <a:lnTo>
                  <a:pt x="1001941" y="405777"/>
                </a:lnTo>
                <a:lnTo>
                  <a:pt x="1007541" y="413397"/>
                </a:lnTo>
                <a:lnTo>
                  <a:pt x="1013180" y="420827"/>
                </a:lnTo>
                <a:lnTo>
                  <a:pt x="1018438" y="427850"/>
                </a:lnTo>
                <a:lnTo>
                  <a:pt x="1023277" y="434733"/>
                </a:lnTo>
                <a:lnTo>
                  <a:pt x="1058735" y="421373"/>
                </a:lnTo>
                <a:lnTo>
                  <a:pt x="1089469" y="406717"/>
                </a:lnTo>
                <a:lnTo>
                  <a:pt x="1115314" y="391185"/>
                </a:lnTo>
                <a:lnTo>
                  <a:pt x="1136154" y="375196"/>
                </a:lnTo>
                <a:lnTo>
                  <a:pt x="1173022" y="394995"/>
                </a:lnTo>
                <a:lnTo>
                  <a:pt x="1214716" y="410908"/>
                </a:lnTo>
                <a:lnTo>
                  <a:pt x="1260970" y="423087"/>
                </a:lnTo>
                <a:lnTo>
                  <a:pt x="1311503" y="431685"/>
                </a:lnTo>
                <a:lnTo>
                  <a:pt x="1317294" y="422541"/>
                </a:lnTo>
                <a:lnTo>
                  <a:pt x="1323136" y="413512"/>
                </a:lnTo>
                <a:lnTo>
                  <a:pt x="1329385" y="404253"/>
                </a:lnTo>
                <a:lnTo>
                  <a:pt x="1335989" y="395109"/>
                </a:lnTo>
                <a:close/>
              </a:path>
              <a:path w="1757045" h="438150">
                <a:moveTo>
                  <a:pt x="1756892" y="27432"/>
                </a:moveTo>
                <a:lnTo>
                  <a:pt x="1721751" y="27432"/>
                </a:lnTo>
                <a:lnTo>
                  <a:pt x="1721751" y="59436"/>
                </a:lnTo>
                <a:lnTo>
                  <a:pt x="1721751" y="141833"/>
                </a:lnTo>
                <a:lnTo>
                  <a:pt x="1721751" y="172313"/>
                </a:lnTo>
                <a:lnTo>
                  <a:pt x="1721751" y="254698"/>
                </a:lnTo>
                <a:lnTo>
                  <a:pt x="1592110" y="254698"/>
                </a:lnTo>
                <a:lnTo>
                  <a:pt x="1592110" y="172313"/>
                </a:lnTo>
                <a:lnTo>
                  <a:pt x="1721751" y="172313"/>
                </a:lnTo>
                <a:lnTo>
                  <a:pt x="1721751" y="141833"/>
                </a:lnTo>
                <a:lnTo>
                  <a:pt x="1592110" y="141833"/>
                </a:lnTo>
                <a:lnTo>
                  <a:pt x="1592110" y="59436"/>
                </a:lnTo>
                <a:lnTo>
                  <a:pt x="1721751" y="59436"/>
                </a:lnTo>
                <a:lnTo>
                  <a:pt x="1721751" y="27432"/>
                </a:lnTo>
                <a:lnTo>
                  <a:pt x="1557058" y="27432"/>
                </a:lnTo>
                <a:lnTo>
                  <a:pt x="1557058" y="59436"/>
                </a:lnTo>
                <a:lnTo>
                  <a:pt x="1557058" y="141833"/>
                </a:lnTo>
                <a:lnTo>
                  <a:pt x="1557058" y="172313"/>
                </a:lnTo>
                <a:lnTo>
                  <a:pt x="1557058" y="254698"/>
                </a:lnTo>
                <a:lnTo>
                  <a:pt x="1431988" y="254698"/>
                </a:lnTo>
                <a:lnTo>
                  <a:pt x="1433753" y="234988"/>
                </a:lnTo>
                <a:lnTo>
                  <a:pt x="1434655" y="214693"/>
                </a:lnTo>
                <a:lnTo>
                  <a:pt x="1434998" y="193802"/>
                </a:lnTo>
                <a:lnTo>
                  <a:pt x="1435036" y="172313"/>
                </a:lnTo>
                <a:lnTo>
                  <a:pt x="1557058" y="172313"/>
                </a:lnTo>
                <a:lnTo>
                  <a:pt x="1557058" y="141833"/>
                </a:lnTo>
                <a:lnTo>
                  <a:pt x="1435036" y="141833"/>
                </a:lnTo>
                <a:lnTo>
                  <a:pt x="1435036" y="59436"/>
                </a:lnTo>
                <a:lnTo>
                  <a:pt x="1557058" y="59436"/>
                </a:lnTo>
                <a:lnTo>
                  <a:pt x="1557058" y="27432"/>
                </a:lnTo>
                <a:lnTo>
                  <a:pt x="1399984" y="27432"/>
                </a:lnTo>
                <a:lnTo>
                  <a:pt x="1399984" y="184594"/>
                </a:lnTo>
                <a:lnTo>
                  <a:pt x="1399184" y="225501"/>
                </a:lnTo>
                <a:lnTo>
                  <a:pt x="1393558" y="292481"/>
                </a:lnTo>
                <a:lnTo>
                  <a:pt x="1383372" y="342480"/>
                </a:lnTo>
                <a:lnTo>
                  <a:pt x="1364030" y="386994"/>
                </a:lnTo>
                <a:lnTo>
                  <a:pt x="1351216" y="407289"/>
                </a:lnTo>
                <a:lnTo>
                  <a:pt x="1371155" y="430657"/>
                </a:lnTo>
                <a:lnTo>
                  <a:pt x="1413510" y="370293"/>
                </a:lnTo>
                <a:lnTo>
                  <a:pt x="1424495" y="330542"/>
                </a:lnTo>
                <a:lnTo>
                  <a:pt x="1430464" y="286804"/>
                </a:lnTo>
                <a:lnTo>
                  <a:pt x="1557058" y="286804"/>
                </a:lnTo>
                <a:lnTo>
                  <a:pt x="1557058" y="425577"/>
                </a:lnTo>
                <a:lnTo>
                  <a:pt x="1592110" y="425577"/>
                </a:lnTo>
                <a:lnTo>
                  <a:pt x="1592110" y="286804"/>
                </a:lnTo>
                <a:lnTo>
                  <a:pt x="1721751" y="286804"/>
                </a:lnTo>
                <a:lnTo>
                  <a:pt x="1721751" y="367576"/>
                </a:lnTo>
                <a:lnTo>
                  <a:pt x="1720037" y="378714"/>
                </a:lnTo>
                <a:lnTo>
                  <a:pt x="1714893" y="386867"/>
                </a:lnTo>
                <a:lnTo>
                  <a:pt x="1706321" y="391871"/>
                </a:lnTo>
                <a:lnTo>
                  <a:pt x="1694319" y="393573"/>
                </a:lnTo>
                <a:lnTo>
                  <a:pt x="1681759" y="393319"/>
                </a:lnTo>
                <a:lnTo>
                  <a:pt x="1667078" y="392620"/>
                </a:lnTo>
                <a:lnTo>
                  <a:pt x="1631835" y="390525"/>
                </a:lnTo>
                <a:lnTo>
                  <a:pt x="1634096" y="401180"/>
                </a:lnTo>
                <a:lnTo>
                  <a:pt x="1636217" y="410527"/>
                </a:lnTo>
                <a:lnTo>
                  <a:pt x="1638046" y="419036"/>
                </a:lnTo>
                <a:lnTo>
                  <a:pt x="1639455" y="427113"/>
                </a:lnTo>
                <a:lnTo>
                  <a:pt x="1657426" y="427342"/>
                </a:lnTo>
                <a:lnTo>
                  <a:pt x="1691093" y="428396"/>
                </a:lnTo>
                <a:lnTo>
                  <a:pt x="1706511" y="428637"/>
                </a:lnTo>
                <a:lnTo>
                  <a:pt x="1728558" y="425221"/>
                </a:lnTo>
                <a:lnTo>
                  <a:pt x="1744306" y="415099"/>
                </a:lnTo>
                <a:lnTo>
                  <a:pt x="1753743" y="398373"/>
                </a:lnTo>
                <a:lnTo>
                  <a:pt x="1754403" y="393573"/>
                </a:lnTo>
                <a:lnTo>
                  <a:pt x="1756892" y="375196"/>
                </a:lnTo>
                <a:lnTo>
                  <a:pt x="1756892" y="286804"/>
                </a:lnTo>
                <a:lnTo>
                  <a:pt x="1756892" y="254698"/>
                </a:lnTo>
                <a:lnTo>
                  <a:pt x="1756892" y="172313"/>
                </a:lnTo>
                <a:lnTo>
                  <a:pt x="1756892" y="141833"/>
                </a:lnTo>
                <a:lnTo>
                  <a:pt x="1756892" y="59436"/>
                </a:lnTo>
                <a:lnTo>
                  <a:pt x="1756892" y="27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928" y="4522851"/>
            <a:ext cx="109823" cy="111347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1299108" y="4351972"/>
            <a:ext cx="1334770" cy="431800"/>
          </a:xfrm>
          <a:custGeom>
            <a:avLst/>
            <a:gdLst/>
            <a:ahLst/>
            <a:cxnLst/>
            <a:rect l="l" t="t" r="r" b="b"/>
            <a:pathLst>
              <a:path w="1334770" h="431800">
                <a:moveTo>
                  <a:pt x="109816" y="80873"/>
                </a:moveTo>
                <a:lnTo>
                  <a:pt x="77622" y="37731"/>
                </a:lnTo>
                <a:lnTo>
                  <a:pt x="62890" y="18630"/>
                </a:lnTo>
                <a:lnTo>
                  <a:pt x="48856" y="1524"/>
                </a:lnTo>
                <a:lnTo>
                  <a:pt x="21424" y="21336"/>
                </a:lnTo>
                <a:lnTo>
                  <a:pt x="36029" y="40170"/>
                </a:lnTo>
                <a:lnTo>
                  <a:pt x="50190" y="59867"/>
                </a:lnTo>
                <a:lnTo>
                  <a:pt x="64084" y="80149"/>
                </a:lnTo>
                <a:lnTo>
                  <a:pt x="77812" y="100685"/>
                </a:lnTo>
                <a:lnTo>
                  <a:pt x="85813" y="95237"/>
                </a:lnTo>
                <a:lnTo>
                  <a:pt x="93814" y="90208"/>
                </a:lnTo>
                <a:lnTo>
                  <a:pt x="101815" y="85471"/>
                </a:lnTo>
                <a:lnTo>
                  <a:pt x="109816" y="80873"/>
                </a:lnTo>
                <a:close/>
              </a:path>
              <a:path w="1334770" h="431800">
                <a:moveTo>
                  <a:pt x="408724" y="79349"/>
                </a:moveTo>
                <a:lnTo>
                  <a:pt x="259270" y="79349"/>
                </a:lnTo>
                <a:lnTo>
                  <a:pt x="260172" y="58127"/>
                </a:lnTo>
                <a:lnTo>
                  <a:pt x="261416" y="18605"/>
                </a:lnTo>
                <a:lnTo>
                  <a:pt x="262318" y="0"/>
                </a:lnTo>
                <a:lnTo>
                  <a:pt x="224218" y="0"/>
                </a:lnTo>
                <a:lnTo>
                  <a:pt x="224218" y="79349"/>
                </a:lnTo>
                <a:lnTo>
                  <a:pt x="137261" y="79349"/>
                </a:lnTo>
                <a:lnTo>
                  <a:pt x="137261" y="111353"/>
                </a:lnTo>
                <a:lnTo>
                  <a:pt x="222694" y="111353"/>
                </a:lnTo>
                <a:lnTo>
                  <a:pt x="216827" y="168859"/>
                </a:lnTo>
                <a:lnTo>
                  <a:pt x="202844" y="218821"/>
                </a:lnTo>
                <a:lnTo>
                  <a:pt x="180644" y="261391"/>
                </a:lnTo>
                <a:lnTo>
                  <a:pt x="150177" y="296710"/>
                </a:lnTo>
                <a:lnTo>
                  <a:pt x="111340" y="324904"/>
                </a:lnTo>
                <a:lnTo>
                  <a:pt x="118046" y="332524"/>
                </a:lnTo>
                <a:lnTo>
                  <a:pt x="124675" y="339953"/>
                </a:lnTo>
                <a:lnTo>
                  <a:pt x="130632" y="346976"/>
                </a:lnTo>
                <a:lnTo>
                  <a:pt x="135724" y="353860"/>
                </a:lnTo>
                <a:lnTo>
                  <a:pt x="172745" y="328066"/>
                </a:lnTo>
                <a:lnTo>
                  <a:pt x="203022" y="296430"/>
                </a:lnTo>
                <a:lnTo>
                  <a:pt x="226682" y="258927"/>
                </a:lnTo>
                <a:lnTo>
                  <a:pt x="243852" y="215582"/>
                </a:lnTo>
                <a:lnTo>
                  <a:pt x="254673" y="166395"/>
                </a:lnTo>
                <a:lnTo>
                  <a:pt x="259270" y="111353"/>
                </a:lnTo>
                <a:lnTo>
                  <a:pt x="370624" y="111353"/>
                </a:lnTo>
                <a:lnTo>
                  <a:pt x="369214" y="156248"/>
                </a:lnTo>
                <a:lnTo>
                  <a:pt x="367385" y="196989"/>
                </a:lnTo>
                <a:lnTo>
                  <a:pt x="363004" y="265468"/>
                </a:lnTo>
                <a:lnTo>
                  <a:pt x="338137" y="305549"/>
                </a:lnTo>
                <a:lnTo>
                  <a:pt x="321856" y="308140"/>
                </a:lnTo>
                <a:lnTo>
                  <a:pt x="308356" y="307860"/>
                </a:lnTo>
                <a:lnTo>
                  <a:pt x="292849" y="306997"/>
                </a:lnTo>
                <a:lnTo>
                  <a:pt x="275043" y="305574"/>
                </a:lnTo>
                <a:lnTo>
                  <a:pt x="254698" y="303568"/>
                </a:lnTo>
                <a:lnTo>
                  <a:pt x="256743" y="314477"/>
                </a:lnTo>
                <a:lnTo>
                  <a:pt x="297802" y="344525"/>
                </a:lnTo>
                <a:lnTo>
                  <a:pt x="331000" y="344716"/>
                </a:lnTo>
                <a:lnTo>
                  <a:pt x="358406" y="340118"/>
                </a:lnTo>
                <a:lnTo>
                  <a:pt x="378815" y="326237"/>
                </a:lnTo>
                <a:lnTo>
                  <a:pt x="389102" y="308140"/>
                </a:lnTo>
                <a:lnTo>
                  <a:pt x="392074" y="302920"/>
                </a:lnTo>
                <a:lnTo>
                  <a:pt x="398056" y="270040"/>
                </a:lnTo>
                <a:lnTo>
                  <a:pt x="400570" y="234861"/>
                </a:lnTo>
                <a:lnTo>
                  <a:pt x="403390" y="191274"/>
                </a:lnTo>
                <a:lnTo>
                  <a:pt x="406196" y="139395"/>
                </a:lnTo>
                <a:lnTo>
                  <a:pt x="408724" y="79349"/>
                </a:lnTo>
                <a:close/>
              </a:path>
              <a:path w="1334770" h="431800">
                <a:moveTo>
                  <a:pt x="436245" y="379869"/>
                </a:moveTo>
                <a:lnTo>
                  <a:pt x="303568" y="382917"/>
                </a:lnTo>
                <a:lnTo>
                  <a:pt x="196786" y="382917"/>
                </a:lnTo>
                <a:lnTo>
                  <a:pt x="135166" y="370713"/>
                </a:lnTo>
                <a:lnTo>
                  <a:pt x="93052" y="340144"/>
                </a:lnTo>
                <a:lnTo>
                  <a:pt x="93052" y="150977"/>
                </a:lnTo>
                <a:lnTo>
                  <a:pt x="1524" y="150977"/>
                </a:lnTo>
                <a:lnTo>
                  <a:pt x="1524" y="183083"/>
                </a:lnTo>
                <a:lnTo>
                  <a:pt x="58000" y="183083"/>
                </a:lnTo>
                <a:lnTo>
                  <a:pt x="58000" y="332524"/>
                </a:lnTo>
                <a:lnTo>
                  <a:pt x="45961" y="343395"/>
                </a:lnTo>
                <a:lnTo>
                  <a:pt x="32473" y="355434"/>
                </a:lnTo>
                <a:lnTo>
                  <a:pt x="17246" y="368604"/>
                </a:lnTo>
                <a:lnTo>
                  <a:pt x="0" y="382917"/>
                </a:lnTo>
                <a:lnTo>
                  <a:pt x="18376" y="421017"/>
                </a:lnTo>
                <a:lnTo>
                  <a:pt x="32981" y="404456"/>
                </a:lnTo>
                <a:lnTo>
                  <a:pt x="47142" y="389204"/>
                </a:lnTo>
                <a:lnTo>
                  <a:pt x="61036" y="375361"/>
                </a:lnTo>
                <a:lnTo>
                  <a:pt x="74764" y="363105"/>
                </a:lnTo>
                <a:lnTo>
                  <a:pt x="95110" y="385127"/>
                </a:lnTo>
                <a:lnTo>
                  <a:pt x="122021" y="401015"/>
                </a:lnTo>
                <a:lnTo>
                  <a:pt x="155816" y="410895"/>
                </a:lnTo>
                <a:lnTo>
                  <a:pt x="196786" y="414921"/>
                </a:lnTo>
                <a:lnTo>
                  <a:pt x="298996" y="416445"/>
                </a:lnTo>
                <a:lnTo>
                  <a:pt x="422440" y="414921"/>
                </a:lnTo>
                <a:lnTo>
                  <a:pt x="425221" y="405790"/>
                </a:lnTo>
                <a:lnTo>
                  <a:pt x="428726" y="396824"/>
                </a:lnTo>
                <a:lnTo>
                  <a:pt x="432549" y="388124"/>
                </a:lnTo>
                <a:lnTo>
                  <a:pt x="434886" y="382917"/>
                </a:lnTo>
                <a:lnTo>
                  <a:pt x="436245" y="379869"/>
                </a:lnTo>
                <a:close/>
              </a:path>
              <a:path w="1334770" h="431800">
                <a:moveTo>
                  <a:pt x="884593" y="291376"/>
                </a:moveTo>
                <a:lnTo>
                  <a:pt x="852106" y="282232"/>
                </a:lnTo>
                <a:lnTo>
                  <a:pt x="833691" y="277050"/>
                </a:lnTo>
                <a:lnTo>
                  <a:pt x="788682" y="259130"/>
                </a:lnTo>
                <a:lnTo>
                  <a:pt x="749693" y="237502"/>
                </a:lnTo>
                <a:lnTo>
                  <a:pt x="716851" y="212039"/>
                </a:lnTo>
                <a:lnTo>
                  <a:pt x="805243" y="212039"/>
                </a:lnTo>
                <a:lnTo>
                  <a:pt x="805243" y="228803"/>
                </a:lnTo>
                <a:lnTo>
                  <a:pt x="838771" y="228803"/>
                </a:lnTo>
                <a:lnTo>
                  <a:pt x="838771" y="18288"/>
                </a:lnTo>
                <a:lnTo>
                  <a:pt x="805243" y="18288"/>
                </a:lnTo>
                <a:lnTo>
                  <a:pt x="805243" y="47256"/>
                </a:lnTo>
                <a:lnTo>
                  <a:pt x="805243" y="100685"/>
                </a:lnTo>
                <a:lnTo>
                  <a:pt x="805243" y="129641"/>
                </a:lnTo>
                <a:lnTo>
                  <a:pt x="805243" y="183083"/>
                </a:lnTo>
                <a:lnTo>
                  <a:pt x="683221" y="183083"/>
                </a:lnTo>
                <a:lnTo>
                  <a:pt x="683221" y="129641"/>
                </a:lnTo>
                <a:lnTo>
                  <a:pt x="805243" y="129641"/>
                </a:lnTo>
                <a:lnTo>
                  <a:pt x="805243" y="100685"/>
                </a:lnTo>
                <a:lnTo>
                  <a:pt x="683221" y="100685"/>
                </a:lnTo>
                <a:lnTo>
                  <a:pt x="683221" y="47256"/>
                </a:lnTo>
                <a:lnTo>
                  <a:pt x="805243" y="47256"/>
                </a:lnTo>
                <a:lnTo>
                  <a:pt x="805243" y="18288"/>
                </a:lnTo>
                <a:lnTo>
                  <a:pt x="649693" y="18288"/>
                </a:lnTo>
                <a:lnTo>
                  <a:pt x="649693" y="47256"/>
                </a:lnTo>
                <a:lnTo>
                  <a:pt x="649693" y="100685"/>
                </a:lnTo>
                <a:lnTo>
                  <a:pt x="649693" y="129641"/>
                </a:lnTo>
                <a:lnTo>
                  <a:pt x="649693" y="183083"/>
                </a:lnTo>
                <a:lnTo>
                  <a:pt x="527685" y="183083"/>
                </a:lnTo>
                <a:lnTo>
                  <a:pt x="527685" y="129641"/>
                </a:lnTo>
                <a:lnTo>
                  <a:pt x="649693" y="129641"/>
                </a:lnTo>
                <a:lnTo>
                  <a:pt x="649693" y="100685"/>
                </a:lnTo>
                <a:lnTo>
                  <a:pt x="527685" y="100685"/>
                </a:lnTo>
                <a:lnTo>
                  <a:pt x="527685" y="47256"/>
                </a:lnTo>
                <a:lnTo>
                  <a:pt x="649693" y="47256"/>
                </a:lnTo>
                <a:lnTo>
                  <a:pt x="649693" y="18288"/>
                </a:lnTo>
                <a:lnTo>
                  <a:pt x="494157" y="18288"/>
                </a:lnTo>
                <a:lnTo>
                  <a:pt x="494157" y="228803"/>
                </a:lnTo>
                <a:lnTo>
                  <a:pt x="527685" y="228803"/>
                </a:lnTo>
                <a:lnTo>
                  <a:pt x="527685" y="212039"/>
                </a:lnTo>
                <a:lnTo>
                  <a:pt x="614641" y="212039"/>
                </a:lnTo>
                <a:lnTo>
                  <a:pt x="581177" y="236359"/>
                </a:lnTo>
                <a:lnTo>
                  <a:pt x="542404" y="259130"/>
                </a:lnTo>
                <a:lnTo>
                  <a:pt x="498195" y="280479"/>
                </a:lnTo>
                <a:lnTo>
                  <a:pt x="448437" y="300520"/>
                </a:lnTo>
                <a:lnTo>
                  <a:pt x="461479" y="315455"/>
                </a:lnTo>
                <a:lnTo>
                  <a:pt x="467080" y="322592"/>
                </a:lnTo>
                <a:lnTo>
                  <a:pt x="471297" y="329476"/>
                </a:lnTo>
                <a:lnTo>
                  <a:pt x="498157" y="317741"/>
                </a:lnTo>
                <a:lnTo>
                  <a:pt x="523875" y="305282"/>
                </a:lnTo>
                <a:lnTo>
                  <a:pt x="548449" y="291973"/>
                </a:lnTo>
                <a:lnTo>
                  <a:pt x="571881" y="277660"/>
                </a:lnTo>
                <a:lnTo>
                  <a:pt x="570090" y="301955"/>
                </a:lnTo>
                <a:lnTo>
                  <a:pt x="553593" y="350812"/>
                </a:lnTo>
                <a:lnTo>
                  <a:pt x="525399" y="377380"/>
                </a:lnTo>
                <a:lnTo>
                  <a:pt x="478917" y="402729"/>
                </a:lnTo>
                <a:lnTo>
                  <a:pt x="485724" y="410464"/>
                </a:lnTo>
                <a:lnTo>
                  <a:pt x="492252" y="417779"/>
                </a:lnTo>
                <a:lnTo>
                  <a:pt x="498208" y="424802"/>
                </a:lnTo>
                <a:lnTo>
                  <a:pt x="503301" y="431685"/>
                </a:lnTo>
                <a:lnTo>
                  <a:pt x="531596" y="416801"/>
                </a:lnTo>
                <a:lnTo>
                  <a:pt x="572782" y="386461"/>
                </a:lnTo>
                <a:lnTo>
                  <a:pt x="594817" y="352399"/>
                </a:lnTo>
                <a:lnTo>
                  <a:pt x="605624" y="302691"/>
                </a:lnTo>
                <a:lnTo>
                  <a:pt x="607021" y="271564"/>
                </a:lnTo>
                <a:lnTo>
                  <a:pt x="581113" y="271564"/>
                </a:lnTo>
                <a:lnTo>
                  <a:pt x="602500" y="257505"/>
                </a:lnTo>
                <a:lnTo>
                  <a:pt x="623023" y="242900"/>
                </a:lnTo>
                <a:lnTo>
                  <a:pt x="642416" y="227749"/>
                </a:lnTo>
                <a:lnTo>
                  <a:pt x="660361" y="212039"/>
                </a:lnTo>
                <a:lnTo>
                  <a:pt x="677125" y="212039"/>
                </a:lnTo>
                <a:lnTo>
                  <a:pt x="693724" y="229514"/>
                </a:lnTo>
                <a:lnTo>
                  <a:pt x="711466" y="245567"/>
                </a:lnTo>
                <a:lnTo>
                  <a:pt x="730364" y="260502"/>
                </a:lnTo>
                <a:lnTo>
                  <a:pt x="750379" y="274612"/>
                </a:lnTo>
                <a:lnTo>
                  <a:pt x="729043" y="274612"/>
                </a:lnTo>
                <a:lnTo>
                  <a:pt x="729043" y="427113"/>
                </a:lnTo>
                <a:lnTo>
                  <a:pt x="764095" y="427113"/>
                </a:lnTo>
                <a:lnTo>
                  <a:pt x="764095" y="282232"/>
                </a:lnTo>
                <a:lnTo>
                  <a:pt x="786409" y="294259"/>
                </a:lnTo>
                <a:lnTo>
                  <a:pt x="810018" y="305282"/>
                </a:lnTo>
                <a:lnTo>
                  <a:pt x="835075" y="315455"/>
                </a:lnTo>
                <a:lnTo>
                  <a:pt x="861733" y="324904"/>
                </a:lnTo>
                <a:lnTo>
                  <a:pt x="872020" y="309283"/>
                </a:lnTo>
                <a:lnTo>
                  <a:pt x="877976" y="300520"/>
                </a:lnTo>
                <a:lnTo>
                  <a:pt x="884593" y="291376"/>
                </a:lnTo>
                <a:close/>
              </a:path>
              <a:path w="1334770" h="431800">
                <a:moveTo>
                  <a:pt x="1027938" y="61061"/>
                </a:moveTo>
                <a:lnTo>
                  <a:pt x="1019060" y="44437"/>
                </a:lnTo>
                <a:lnTo>
                  <a:pt x="1010602" y="28968"/>
                </a:lnTo>
                <a:lnTo>
                  <a:pt x="1002436" y="14681"/>
                </a:lnTo>
                <a:lnTo>
                  <a:pt x="994410" y="1524"/>
                </a:lnTo>
                <a:lnTo>
                  <a:pt x="962317" y="16764"/>
                </a:lnTo>
                <a:lnTo>
                  <a:pt x="970330" y="30162"/>
                </a:lnTo>
                <a:lnTo>
                  <a:pt x="978509" y="45008"/>
                </a:lnTo>
                <a:lnTo>
                  <a:pt x="995934" y="77825"/>
                </a:lnTo>
                <a:lnTo>
                  <a:pt x="1027938" y="61061"/>
                </a:lnTo>
                <a:close/>
              </a:path>
              <a:path w="1334770" h="431800">
                <a:moveTo>
                  <a:pt x="1111758" y="184607"/>
                </a:moveTo>
                <a:lnTo>
                  <a:pt x="1085850" y="160223"/>
                </a:lnTo>
                <a:lnTo>
                  <a:pt x="1071854" y="177342"/>
                </a:lnTo>
                <a:lnTo>
                  <a:pt x="1057275" y="194322"/>
                </a:lnTo>
                <a:lnTo>
                  <a:pt x="1042136" y="211010"/>
                </a:lnTo>
                <a:lnTo>
                  <a:pt x="1026414" y="227279"/>
                </a:lnTo>
                <a:lnTo>
                  <a:pt x="1014222" y="218135"/>
                </a:lnTo>
                <a:lnTo>
                  <a:pt x="1009650" y="215087"/>
                </a:lnTo>
                <a:lnTo>
                  <a:pt x="1009650" y="189179"/>
                </a:lnTo>
                <a:lnTo>
                  <a:pt x="1023315" y="172631"/>
                </a:lnTo>
                <a:lnTo>
                  <a:pt x="1036701" y="155219"/>
                </a:lnTo>
                <a:lnTo>
                  <a:pt x="1049515" y="137223"/>
                </a:lnTo>
                <a:lnTo>
                  <a:pt x="1061466" y="118973"/>
                </a:lnTo>
                <a:lnTo>
                  <a:pt x="1061466" y="85445"/>
                </a:lnTo>
                <a:lnTo>
                  <a:pt x="901357" y="85445"/>
                </a:lnTo>
                <a:lnTo>
                  <a:pt x="901357" y="117449"/>
                </a:lnTo>
                <a:lnTo>
                  <a:pt x="1021842" y="117449"/>
                </a:lnTo>
                <a:lnTo>
                  <a:pt x="995845" y="152323"/>
                </a:lnTo>
                <a:lnTo>
                  <a:pt x="965974" y="185737"/>
                </a:lnTo>
                <a:lnTo>
                  <a:pt x="932395" y="217411"/>
                </a:lnTo>
                <a:lnTo>
                  <a:pt x="895248" y="247091"/>
                </a:lnTo>
                <a:lnTo>
                  <a:pt x="898664" y="256311"/>
                </a:lnTo>
                <a:lnTo>
                  <a:pt x="901928" y="265645"/>
                </a:lnTo>
                <a:lnTo>
                  <a:pt x="904900" y="275259"/>
                </a:lnTo>
                <a:lnTo>
                  <a:pt x="907453" y="285280"/>
                </a:lnTo>
                <a:lnTo>
                  <a:pt x="924572" y="271500"/>
                </a:lnTo>
                <a:lnTo>
                  <a:pt x="941552" y="257416"/>
                </a:lnTo>
                <a:lnTo>
                  <a:pt x="958240" y="242760"/>
                </a:lnTo>
                <a:lnTo>
                  <a:pt x="974509" y="227279"/>
                </a:lnTo>
                <a:lnTo>
                  <a:pt x="974509" y="430161"/>
                </a:lnTo>
                <a:lnTo>
                  <a:pt x="1009650" y="430161"/>
                </a:lnTo>
                <a:lnTo>
                  <a:pt x="1009650" y="251663"/>
                </a:lnTo>
                <a:lnTo>
                  <a:pt x="1026198" y="264833"/>
                </a:lnTo>
                <a:lnTo>
                  <a:pt x="1062151" y="293966"/>
                </a:lnTo>
                <a:lnTo>
                  <a:pt x="1081278" y="309664"/>
                </a:lnTo>
                <a:lnTo>
                  <a:pt x="1102614" y="280708"/>
                </a:lnTo>
                <a:lnTo>
                  <a:pt x="1089139" y="271310"/>
                </a:lnTo>
                <a:lnTo>
                  <a:pt x="1062393" y="251663"/>
                </a:lnTo>
                <a:lnTo>
                  <a:pt x="1049274" y="242519"/>
                </a:lnTo>
                <a:lnTo>
                  <a:pt x="1079944" y="214706"/>
                </a:lnTo>
                <a:lnTo>
                  <a:pt x="1095781" y="200075"/>
                </a:lnTo>
                <a:lnTo>
                  <a:pt x="1111758" y="184607"/>
                </a:lnTo>
                <a:close/>
              </a:path>
              <a:path w="1334770" h="431800">
                <a:moveTo>
                  <a:pt x="1334452" y="245567"/>
                </a:moveTo>
                <a:lnTo>
                  <a:pt x="1307058" y="217843"/>
                </a:lnTo>
                <a:lnTo>
                  <a:pt x="1277632" y="189547"/>
                </a:lnTo>
                <a:lnTo>
                  <a:pt x="1246505" y="160655"/>
                </a:lnTo>
                <a:lnTo>
                  <a:pt x="1242656" y="157175"/>
                </a:lnTo>
                <a:lnTo>
                  <a:pt x="1232458" y="147929"/>
                </a:lnTo>
                <a:lnTo>
                  <a:pt x="1213967" y="131165"/>
                </a:lnTo>
                <a:lnTo>
                  <a:pt x="1191107" y="147929"/>
                </a:lnTo>
                <a:lnTo>
                  <a:pt x="1191107" y="1524"/>
                </a:lnTo>
                <a:lnTo>
                  <a:pt x="1154531" y="1524"/>
                </a:lnTo>
                <a:lnTo>
                  <a:pt x="1154531" y="430161"/>
                </a:lnTo>
                <a:lnTo>
                  <a:pt x="1191107" y="430161"/>
                </a:lnTo>
                <a:lnTo>
                  <a:pt x="1191107" y="157175"/>
                </a:lnTo>
                <a:lnTo>
                  <a:pt x="1222019" y="186867"/>
                </a:lnTo>
                <a:lnTo>
                  <a:pt x="1250962" y="216420"/>
                </a:lnTo>
                <a:lnTo>
                  <a:pt x="1278191" y="245719"/>
                </a:lnTo>
                <a:lnTo>
                  <a:pt x="1303972" y="274612"/>
                </a:lnTo>
                <a:lnTo>
                  <a:pt x="1334452" y="24556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2682335" y="4345876"/>
            <a:ext cx="358775" cy="430530"/>
          </a:xfrm>
          <a:custGeom>
            <a:avLst/>
            <a:gdLst/>
            <a:ahLst/>
            <a:cxnLst/>
            <a:rect l="l" t="t" r="r" b="b"/>
            <a:pathLst>
              <a:path w="358775" h="430529">
                <a:moveTo>
                  <a:pt x="152495" y="68675"/>
                </a:moveTo>
                <a:lnTo>
                  <a:pt x="115919" y="68675"/>
                </a:lnTo>
                <a:lnTo>
                  <a:pt x="122753" y="51475"/>
                </a:lnTo>
                <a:lnTo>
                  <a:pt x="129444" y="34301"/>
                </a:lnTo>
                <a:lnTo>
                  <a:pt x="135850" y="17146"/>
                </a:lnTo>
                <a:lnTo>
                  <a:pt x="141827" y="0"/>
                </a:lnTo>
                <a:lnTo>
                  <a:pt x="180022" y="10668"/>
                </a:lnTo>
                <a:lnTo>
                  <a:pt x="173163" y="25290"/>
                </a:lnTo>
                <a:lnTo>
                  <a:pt x="159408" y="53999"/>
                </a:lnTo>
                <a:lnTo>
                  <a:pt x="152495" y="68675"/>
                </a:lnTo>
                <a:close/>
              </a:path>
              <a:path w="358775" h="430529">
                <a:moveTo>
                  <a:pt x="36671" y="430149"/>
                </a:moveTo>
                <a:lnTo>
                  <a:pt x="0" y="430149"/>
                </a:lnTo>
                <a:lnTo>
                  <a:pt x="0" y="68675"/>
                </a:lnTo>
                <a:lnTo>
                  <a:pt x="358425" y="68675"/>
                </a:lnTo>
                <a:lnTo>
                  <a:pt x="358425" y="100679"/>
                </a:lnTo>
                <a:lnTo>
                  <a:pt x="36671" y="100679"/>
                </a:lnTo>
                <a:lnTo>
                  <a:pt x="36671" y="215074"/>
                </a:lnTo>
                <a:lnTo>
                  <a:pt x="358425" y="215074"/>
                </a:lnTo>
                <a:lnTo>
                  <a:pt x="358425" y="247078"/>
                </a:lnTo>
                <a:lnTo>
                  <a:pt x="36671" y="247078"/>
                </a:lnTo>
                <a:lnTo>
                  <a:pt x="36671" y="367665"/>
                </a:lnTo>
                <a:lnTo>
                  <a:pt x="358425" y="367665"/>
                </a:lnTo>
                <a:lnTo>
                  <a:pt x="358425" y="399669"/>
                </a:lnTo>
                <a:lnTo>
                  <a:pt x="36671" y="399669"/>
                </a:lnTo>
                <a:lnTo>
                  <a:pt x="36671" y="430149"/>
                </a:lnTo>
                <a:close/>
              </a:path>
              <a:path w="358775" h="430529">
                <a:moveTo>
                  <a:pt x="358425" y="215074"/>
                </a:moveTo>
                <a:lnTo>
                  <a:pt x="321849" y="215074"/>
                </a:lnTo>
                <a:lnTo>
                  <a:pt x="321849" y="100679"/>
                </a:lnTo>
                <a:lnTo>
                  <a:pt x="358425" y="100679"/>
                </a:lnTo>
                <a:lnTo>
                  <a:pt x="358425" y="215074"/>
                </a:lnTo>
                <a:close/>
              </a:path>
              <a:path w="358775" h="430529">
                <a:moveTo>
                  <a:pt x="358425" y="367665"/>
                </a:moveTo>
                <a:lnTo>
                  <a:pt x="321849" y="367665"/>
                </a:lnTo>
                <a:lnTo>
                  <a:pt x="321849" y="247078"/>
                </a:lnTo>
                <a:lnTo>
                  <a:pt x="358425" y="247078"/>
                </a:lnTo>
                <a:lnTo>
                  <a:pt x="358425" y="367665"/>
                </a:lnTo>
                <a:close/>
              </a:path>
              <a:path w="358775" h="430529">
                <a:moveTo>
                  <a:pt x="358425" y="430149"/>
                </a:moveTo>
                <a:lnTo>
                  <a:pt x="321849" y="430149"/>
                </a:lnTo>
                <a:lnTo>
                  <a:pt x="321849" y="399669"/>
                </a:lnTo>
                <a:lnTo>
                  <a:pt x="358425" y="399669"/>
                </a:lnTo>
                <a:lnTo>
                  <a:pt x="358425" y="43014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091040" y="4351972"/>
            <a:ext cx="887730" cy="433705"/>
          </a:xfrm>
          <a:custGeom>
            <a:avLst/>
            <a:gdLst/>
            <a:ahLst/>
            <a:cxnLst/>
            <a:rect l="l" t="t" r="r" b="b"/>
            <a:pathLst>
              <a:path w="887729" h="433704">
                <a:moveTo>
                  <a:pt x="413296" y="19812"/>
                </a:moveTo>
                <a:lnTo>
                  <a:pt x="384340" y="19812"/>
                </a:lnTo>
                <a:lnTo>
                  <a:pt x="384340" y="44196"/>
                </a:lnTo>
                <a:lnTo>
                  <a:pt x="384340" y="77825"/>
                </a:lnTo>
                <a:lnTo>
                  <a:pt x="83921" y="77825"/>
                </a:lnTo>
                <a:lnTo>
                  <a:pt x="83921" y="44196"/>
                </a:lnTo>
                <a:lnTo>
                  <a:pt x="384340" y="44196"/>
                </a:lnTo>
                <a:lnTo>
                  <a:pt x="384340" y="19812"/>
                </a:lnTo>
                <a:lnTo>
                  <a:pt x="53441" y="19812"/>
                </a:lnTo>
                <a:lnTo>
                  <a:pt x="53441" y="201371"/>
                </a:lnTo>
                <a:lnTo>
                  <a:pt x="50038" y="267182"/>
                </a:lnTo>
                <a:lnTo>
                  <a:pt x="39903" y="322846"/>
                </a:lnTo>
                <a:lnTo>
                  <a:pt x="23177" y="368490"/>
                </a:lnTo>
                <a:lnTo>
                  <a:pt x="0" y="404253"/>
                </a:lnTo>
                <a:lnTo>
                  <a:pt x="5702" y="411124"/>
                </a:lnTo>
                <a:lnTo>
                  <a:pt x="11239" y="418160"/>
                </a:lnTo>
                <a:lnTo>
                  <a:pt x="16510" y="425462"/>
                </a:lnTo>
                <a:lnTo>
                  <a:pt x="21336" y="433209"/>
                </a:lnTo>
                <a:lnTo>
                  <a:pt x="43688" y="400075"/>
                </a:lnTo>
                <a:lnTo>
                  <a:pt x="61188" y="361010"/>
                </a:lnTo>
                <a:lnTo>
                  <a:pt x="73774" y="315937"/>
                </a:lnTo>
                <a:lnTo>
                  <a:pt x="81368" y="264769"/>
                </a:lnTo>
                <a:lnTo>
                  <a:pt x="83921" y="207467"/>
                </a:lnTo>
                <a:lnTo>
                  <a:pt x="83921" y="103733"/>
                </a:lnTo>
                <a:lnTo>
                  <a:pt x="384340" y="103733"/>
                </a:lnTo>
                <a:lnTo>
                  <a:pt x="384340" y="112877"/>
                </a:lnTo>
                <a:lnTo>
                  <a:pt x="413296" y="112877"/>
                </a:lnTo>
                <a:lnTo>
                  <a:pt x="413296" y="103733"/>
                </a:lnTo>
                <a:lnTo>
                  <a:pt x="413296" y="77825"/>
                </a:lnTo>
                <a:lnTo>
                  <a:pt x="413296" y="44196"/>
                </a:lnTo>
                <a:lnTo>
                  <a:pt x="413296" y="19812"/>
                </a:lnTo>
                <a:close/>
              </a:path>
              <a:path w="887729" h="433704">
                <a:moveTo>
                  <a:pt x="420916" y="289852"/>
                </a:moveTo>
                <a:lnTo>
                  <a:pt x="272999" y="289852"/>
                </a:lnTo>
                <a:lnTo>
                  <a:pt x="272999" y="260896"/>
                </a:lnTo>
                <a:lnTo>
                  <a:pt x="364528" y="260896"/>
                </a:lnTo>
                <a:lnTo>
                  <a:pt x="364528" y="270040"/>
                </a:lnTo>
                <a:lnTo>
                  <a:pt x="393484" y="270040"/>
                </a:lnTo>
                <a:lnTo>
                  <a:pt x="393484" y="260896"/>
                </a:lnTo>
                <a:lnTo>
                  <a:pt x="393484" y="237947"/>
                </a:lnTo>
                <a:lnTo>
                  <a:pt x="393484" y="204419"/>
                </a:lnTo>
                <a:lnTo>
                  <a:pt x="393484" y="181546"/>
                </a:lnTo>
                <a:lnTo>
                  <a:pt x="364528" y="181546"/>
                </a:lnTo>
                <a:lnTo>
                  <a:pt x="364528" y="204419"/>
                </a:lnTo>
                <a:lnTo>
                  <a:pt x="364528" y="237947"/>
                </a:lnTo>
                <a:lnTo>
                  <a:pt x="272999" y="237947"/>
                </a:lnTo>
                <a:lnTo>
                  <a:pt x="272999" y="204419"/>
                </a:lnTo>
                <a:lnTo>
                  <a:pt x="364528" y="204419"/>
                </a:lnTo>
                <a:lnTo>
                  <a:pt x="364528" y="181546"/>
                </a:lnTo>
                <a:lnTo>
                  <a:pt x="272999" y="181546"/>
                </a:lnTo>
                <a:lnTo>
                  <a:pt x="272999" y="154025"/>
                </a:lnTo>
                <a:lnTo>
                  <a:pt x="272999" y="152501"/>
                </a:lnTo>
                <a:lnTo>
                  <a:pt x="312737" y="151117"/>
                </a:lnTo>
                <a:lnTo>
                  <a:pt x="413296" y="146405"/>
                </a:lnTo>
                <a:lnTo>
                  <a:pt x="405676" y="122021"/>
                </a:lnTo>
                <a:lnTo>
                  <a:pt x="99161" y="131165"/>
                </a:lnTo>
                <a:lnTo>
                  <a:pt x="101180" y="138671"/>
                </a:lnTo>
                <a:lnTo>
                  <a:pt x="102781" y="145465"/>
                </a:lnTo>
                <a:lnTo>
                  <a:pt x="104089" y="151993"/>
                </a:lnTo>
                <a:lnTo>
                  <a:pt x="105257" y="158686"/>
                </a:lnTo>
                <a:lnTo>
                  <a:pt x="244043" y="154025"/>
                </a:lnTo>
                <a:lnTo>
                  <a:pt x="244043" y="181546"/>
                </a:lnTo>
                <a:lnTo>
                  <a:pt x="244043" y="204419"/>
                </a:lnTo>
                <a:lnTo>
                  <a:pt x="244043" y="237947"/>
                </a:lnTo>
                <a:lnTo>
                  <a:pt x="155549" y="237947"/>
                </a:lnTo>
                <a:lnTo>
                  <a:pt x="155549" y="204419"/>
                </a:lnTo>
                <a:lnTo>
                  <a:pt x="244043" y="204419"/>
                </a:lnTo>
                <a:lnTo>
                  <a:pt x="244043" y="181546"/>
                </a:lnTo>
                <a:lnTo>
                  <a:pt x="126593" y="181546"/>
                </a:lnTo>
                <a:lnTo>
                  <a:pt x="126593" y="270040"/>
                </a:lnTo>
                <a:lnTo>
                  <a:pt x="155549" y="270040"/>
                </a:lnTo>
                <a:lnTo>
                  <a:pt x="155549" y="260896"/>
                </a:lnTo>
                <a:lnTo>
                  <a:pt x="244043" y="260896"/>
                </a:lnTo>
                <a:lnTo>
                  <a:pt x="244043" y="289852"/>
                </a:lnTo>
                <a:lnTo>
                  <a:pt x="106781" y="289852"/>
                </a:lnTo>
                <a:lnTo>
                  <a:pt x="106781" y="431685"/>
                </a:lnTo>
                <a:lnTo>
                  <a:pt x="135737" y="431685"/>
                </a:lnTo>
                <a:lnTo>
                  <a:pt x="135737" y="312712"/>
                </a:lnTo>
                <a:lnTo>
                  <a:pt x="244043" y="312712"/>
                </a:lnTo>
                <a:lnTo>
                  <a:pt x="244043" y="353860"/>
                </a:lnTo>
                <a:lnTo>
                  <a:pt x="224586" y="354761"/>
                </a:lnTo>
                <a:lnTo>
                  <a:pt x="185064" y="356006"/>
                </a:lnTo>
                <a:lnTo>
                  <a:pt x="164693" y="356908"/>
                </a:lnTo>
                <a:lnTo>
                  <a:pt x="170891" y="384441"/>
                </a:lnTo>
                <a:lnTo>
                  <a:pt x="214604" y="380415"/>
                </a:lnTo>
                <a:lnTo>
                  <a:pt x="256616" y="377393"/>
                </a:lnTo>
                <a:lnTo>
                  <a:pt x="296938" y="375221"/>
                </a:lnTo>
                <a:lnTo>
                  <a:pt x="335572" y="373773"/>
                </a:lnTo>
                <a:lnTo>
                  <a:pt x="337096" y="378345"/>
                </a:lnTo>
                <a:lnTo>
                  <a:pt x="343192" y="390537"/>
                </a:lnTo>
                <a:lnTo>
                  <a:pt x="369100" y="379869"/>
                </a:lnTo>
                <a:lnTo>
                  <a:pt x="366179" y="373773"/>
                </a:lnTo>
                <a:lnTo>
                  <a:pt x="361099" y="363181"/>
                </a:lnTo>
                <a:lnTo>
                  <a:pt x="355600" y="352336"/>
                </a:lnTo>
                <a:lnTo>
                  <a:pt x="353098" y="347395"/>
                </a:lnTo>
                <a:lnTo>
                  <a:pt x="345097" y="332193"/>
                </a:lnTo>
                <a:lnTo>
                  <a:pt x="337096" y="317284"/>
                </a:lnTo>
                <a:lnTo>
                  <a:pt x="314236" y="329476"/>
                </a:lnTo>
                <a:lnTo>
                  <a:pt x="320332" y="341668"/>
                </a:lnTo>
                <a:lnTo>
                  <a:pt x="323380" y="349288"/>
                </a:lnTo>
                <a:lnTo>
                  <a:pt x="310794" y="350189"/>
                </a:lnTo>
                <a:lnTo>
                  <a:pt x="285584" y="351434"/>
                </a:lnTo>
                <a:lnTo>
                  <a:pt x="272999" y="352336"/>
                </a:lnTo>
                <a:lnTo>
                  <a:pt x="272999" y="312712"/>
                </a:lnTo>
                <a:lnTo>
                  <a:pt x="390436" y="312712"/>
                </a:lnTo>
                <a:lnTo>
                  <a:pt x="390436" y="378345"/>
                </a:lnTo>
                <a:lnTo>
                  <a:pt x="389013" y="388340"/>
                </a:lnTo>
                <a:lnTo>
                  <a:pt x="384721" y="395490"/>
                </a:lnTo>
                <a:lnTo>
                  <a:pt x="377583" y="399770"/>
                </a:lnTo>
                <a:lnTo>
                  <a:pt x="367576" y="401205"/>
                </a:lnTo>
                <a:lnTo>
                  <a:pt x="355841" y="400939"/>
                </a:lnTo>
                <a:lnTo>
                  <a:pt x="343382" y="400253"/>
                </a:lnTo>
                <a:lnTo>
                  <a:pt x="315760" y="398157"/>
                </a:lnTo>
                <a:lnTo>
                  <a:pt x="317779" y="406768"/>
                </a:lnTo>
                <a:lnTo>
                  <a:pt x="319379" y="414540"/>
                </a:lnTo>
                <a:lnTo>
                  <a:pt x="320687" y="421728"/>
                </a:lnTo>
                <a:lnTo>
                  <a:pt x="321856" y="428637"/>
                </a:lnTo>
                <a:lnTo>
                  <a:pt x="376720" y="428637"/>
                </a:lnTo>
                <a:lnTo>
                  <a:pt x="418084" y="404202"/>
                </a:lnTo>
                <a:lnTo>
                  <a:pt x="420916" y="384441"/>
                </a:lnTo>
                <a:lnTo>
                  <a:pt x="420916" y="312712"/>
                </a:lnTo>
                <a:lnTo>
                  <a:pt x="420916" y="289852"/>
                </a:lnTo>
                <a:close/>
              </a:path>
              <a:path w="887729" h="433704">
                <a:moveTo>
                  <a:pt x="501777" y="105257"/>
                </a:moveTo>
                <a:lnTo>
                  <a:pt x="472821" y="99161"/>
                </a:lnTo>
                <a:lnTo>
                  <a:pt x="467753" y="130060"/>
                </a:lnTo>
                <a:lnTo>
                  <a:pt x="461962" y="158838"/>
                </a:lnTo>
                <a:lnTo>
                  <a:pt x="455891" y="185610"/>
                </a:lnTo>
                <a:lnTo>
                  <a:pt x="449961" y="210502"/>
                </a:lnTo>
                <a:lnTo>
                  <a:pt x="458584" y="212559"/>
                </a:lnTo>
                <a:lnTo>
                  <a:pt x="466344" y="214312"/>
                </a:lnTo>
                <a:lnTo>
                  <a:pt x="473544" y="216077"/>
                </a:lnTo>
                <a:lnTo>
                  <a:pt x="480441" y="218122"/>
                </a:lnTo>
                <a:lnTo>
                  <a:pt x="486778" y="188925"/>
                </a:lnTo>
                <a:lnTo>
                  <a:pt x="492252" y="160553"/>
                </a:lnTo>
                <a:lnTo>
                  <a:pt x="497166" y="132753"/>
                </a:lnTo>
                <a:lnTo>
                  <a:pt x="501777" y="105257"/>
                </a:lnTo>
                <a:close/>
              </a:path>
              <a:path w="887729" h="433704">
                <a:moveTo>
                  <a:pt x="605510" y="140309"/>
                </a:moveTo>
                <a:lnTo>
                  <a:pt x="596950" y="124904"/>
                </a:lnTo>
                <a:lnTo>
                  <a:pt x="587362" y="108496"/>
                </a:lnTo>
                <a:lnTo>
                  <a:pt x="582637" y="100685"/>
                </a:lnTo>
                <a:lnTo>
                  <a:pt x="576922" y="91236"/>
                </a:lnTo>
                <a:lnTo>
                  <a:pt x="572401" y="83921"/>
                </a:lnTo>
                <a:lnTo>
                  <a:pt x="565785" y="73253"/>
                </a:lnTo>
                <a:lnTo>
                  <a:pt x="547497" y="83921"/>
                </a:lnTo>
                <a:lnTo>
                  <a:pt x="547497" y="0"/>
                </a:lnTo>
                <a:lnTo>
                  <a:pt x="513969" y="0"/>
                </a:lnTo>
                <a:lnTo>
                  <a:pt x="513969" y="433209"/>
                </a:lnTo>
                <a:lnTo>
                  <a:pt x="547497" y="433209"/>
                </a:lnTo>
                <a:lnTo>
                  <a:pt x="547497" y="100685"/>
                </a:lnTo>
                <a:lnTo>
                  <a:pt x="555269" y="113804"/>
                </a:lnTo>
                <a:lnTo>
                  <a:pt x="562737" y="127939"/>
                </a:lnTo>
                <a:lnTo>
                  <a:pt x="570217" y="142951"/>
                </a:lnTo>
                <a:lnTo>
                  <a:pt x="577977" y="158686"/>
                </a:lnTo>
                <a:lnTo>
                  <a:pt x="605510" y="140309"/>
                </a:lnTo>
                <a:close/>
              </a:path>
              <a:path w="887729" h="433704">
                <a:moveTo>
                  <a:pt x="887641" y="382905"/>
                </a:moveTo>
                <a:lnTo>
                  <a:pt x="758012" y="382905"/>
                </a:lnTo>
                <a:lnTo>
                  <a:pt x="758012" y="265468"/>
                </a:lnTo>
                <a:lnTo>
                  <a:pt x="864781" y="265468"/>
                </a:lnTo>
                <a:lnTo>
                  <a:pt x="864781" y="233362"/>
                </a:lnTo>
                <a:lnTo>
                  <a:pt x="758012" y="233362"/>
                </a:lnTo>
                <a:lnTo>
                  <a:pt x="758012" y="128117"/>
                </a:lnTo>
                <a:lnTo>
                  <a:pt x="873925" y="128117"/>
                </a:lnTo>
                <a:lnTo>
                  <a:pt x="873925" y="97637"/>
                </a:lnTo>
                <a:lnTo>
                  <a:pt x="758012" y="97637"/>
                </a:lnTo>
                <a:lnTo>
                  <a:pt x="758012" y="0"/>
                </a:lnTo>
                <a:lnTo>
                  <a:pt x="724484" y="0"/>
                </a:lnTo>
                <a:lnTo>
                  <a:pt x="724484" y="97637"/>
                </a:lnTo>
                <a:lnTo>
                  <a:pt x="664946" y="97637"/>
                </a:lnTo>
                <a:lnTo>
                  <a:pt x="669493" y="82778"/>
                </a:lnTo>
                <a:lnTo>
                  <a:pt x="673900" y="67906"/>
                </a:lnTo>
                <a:lnTo>
                  <a:pt x="678014" y="53022"/>
                </a:lnTo>
                <a:lnTo>
                  <a:pt x="681710" y="38100"/>
                </a:lnTo>
                <a:lnTo>
                  <a:pt x="646658" y="28956"/>
                </a:lnTo>
                <a:lnTo>
                  <a:pt x="636701" y="69900"/>
                </a:lnTo>
                <a:lnTo>
                  <a:pt x="623036" y="110401"/>
                </a:lnTo>
                <a:lnTo>
                  <a:pt x="605942" y="150609"/>
                </a:lnTo>
                <a:lnTo>
                  <a:pt x="585698" y="190690"/>
                </a:lnTo>
                <a:lnTo>
                  <a:pt x="591718" y="193573"/>
                </a:lnTo>
                <a:lnTo>
                  <a:pt x="598462" y="197739"/>
                </a:lnTo>
                <a:lnTo>
                  <a:pt x="606056" y="203339"/>
                </a:lnTo>
                <a:lnTo>
                  <a:pt x="614654" y="210502"/>
                </a:lnTo>
                <a:lnTo>
                  <a:pt x="625538" y="189928"/>
                </a:lnTo>
                <a:lnTo>
                  <a:pt x="635419" y="169354"/>
                </a:lnTo>
                <a:lnTo>
                  <a:pt x="644448" y="148742"/>
                </a:lnTo>
                <a:lnTo>
                  <a:pt x="652754" y="128117"/>
                </a:lnTo>
                <a:lnTo>
                  <a:pt x="724484" y="128117"/>
                </a:lnTo>
                <a:lnTo>
                  <a:pt x="724484" y="233362"/>
                </a:lnTo>
                <a:lnTo>
                  <a:pt x="611606" y="233362"/>
                </a:lnTo>
                <a:lnTo>
                  <a:pt x="611606" y="265468"/>
                </a:lnTo>
                <a:lnTo>
                  <a:pt x="724484" y="265468"/>
                </a:lnTo>
                <a:lnTo>
                  <a:pt x="724484" y="382905"/>
                </a:lnTo>
                <a:lnTo>
                  <a:pt x="582650" y="382905"/>
                </a:lnTo>
                <a:lnTo>
                  <a:pt x="582650" y="413397"/>
                </a:lnTo>
                <a:lnTo>
                  <a:pt x="887641" y="413397"/>
                </a:lnTo>
                <a:lnTo>
                  <a:pt x="887641" y="3829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4068603" y="4475511"/>
            <a:ext cx="56515" cy="253365"/>
          </a:xfrm>
          <a:custGeom>
            <a:avLst/>
            <a:gdLst/>
            <a:ahLst/>
            <a:cxnLst/>
            <a:rect l="l" t="t" r="r" b="b"/>
            <a:pathLst>
              <a:path w="56514" h="253364">
                <a:moveTo>
                  <a:pt x="36671" y="54959"/>
                </a:moveTo>
                <a:lnTo>
                  <a:pt x="19812" y="54959"/>
                </a:lnTo>
                <a:lnTo>
                  <a:pt x="13716" y="53435"/>
                </a:lnTo>
                <a:lnTo>
                  <a:pt x="7620" y="47339"/>
                </a:lnTo>
                <a:lnTo>
                  <a:pt x="3048" y="41243"/>
                </a:lnTo>
                <a:lnTo>
                  <a:pt x="0" y="35147"/>
                </a:lnTo>
                <a:lnTo>
                  <a:pt x="0" y="19812"/>
                </a:lnTo>
                <a:lnTo>
                  <a:pt x="3048" y="13716"/>
                </a:lnTo>
                <a:lnTo>
                  <a:pt x="7620" y="7620"/>
                </a:lnTo>
                <a:lnTo>
                  <a:pt x="13716" y="3048"/>
                </a:lnTo>
                <a:lnTo>
                  <a:pt x="19812" y="0"/>
                </a:lnTo>
                <a:lnTo>
                  <a:pt x="35147" y="0"/>
                </a:lnTo>
                <a:lnTo>
                  <a:pt x="42767" y="3048"/>
                </a:lnTo>
                <a:lnTo>
                  <a:pt x="53435" y="13716"/>
                </a:lnTo>
                <a:lnTo>
                  <a:pt x="56483" y="19812"/>
                </a:lnTo>
                <a:lnTo>
                  <a:pt x="56483" y="35147"/>
                </a:lnTo>
                <a:lnTo>
                  <a:pt x="53435" y="41243"/>
                </a:lnTo>
                <a:lnTo>
                  <a:pt x="48863" y="47339"/>
                </a:lnTo>
                <a:lnTo>
                  <a:pt x="42767" y="53435"/>
                </a:lnTo>
                <a:lnTo>
                  <a:pt x="36671" y="54959"/>
                </a:lnTo>
                <a:close/>
              </a:path>
              <a:path w="56514" h="253364">
                <a:moveTo>
                  <a:pt x="35147" y="253269"/>
                </a:moveTo>
                <a:lnTo>
                  <a:pt x="19812" y="253269"/>
                </a:lnTo>
                <a:lnTo>
                  <a:pt x="13716" y="250221"/>
                </a:lnTo>
                <a:lnTo>
                  <a:pt x="7620" y="245649"/>
                </a:lnTo>
                <a:lnTo>
                  <a:pt x="3048" y="239553"/>
                </a:lnTo>
                <a:lnTo>
                  <a:pt x="0" y="233362"/>
                </a:lnTo>
                <a:lnTo>
                  <a:pt x="0" y="218122"/>
                </a:lnTo>
                <a:lnTo>
                  <a:pt x="3048" y="212026"/>
                </a:lnTo>
                <a:lnTo>
                  <a:pt x="7620" y="205930"/>
                </a:lnTo>
                <a:lnTo>
                  <a:pt x="13716" y="199834"/>
                </a:lnTo>
                <a:lnTo>
                  <a:pt x="19812" y="198310"/>
                </a:lnTo>
                <a:lnTo>
                  <a:pt x="35147" y="198310"/>
                </a:lnTo>
                <a:lnTo>
                  <a:pt x="42767" y="199834"/>
                </a:lnTo>
                <a:lnTo>
                  <a:pt x="47339" y="205930"/>
                </a:lnTo>
                <a:lnTo>
                  <a:pt x="53435" y="210502"/>
                </a:lnTo>
                <a:lnTo>
                  <a:pt x="56483" y="218122"/>
                </a:lnTo>
                <a:lnTo>
                  <a:pt x="56483" y="233362"/>
                </a:lnTo>
                <a:lnTo>
                  <a:pt x="53435" y="239553"/>
                </a:lnTo>
                <a:lnTo>
                  <a:pt x="42767" y="250221"/>
                </a:lnTo>
                <a:lnTo>
                  <a:pt x="35147" y="25326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4469701" y="4493799"/>
            <a:ext cx="319405" cy="230504"/>
          </a:xfrm>
          <a:custGeom>
            <a:avLst/>
            <a:gdLst/>
            <a:ahLst/>
            <a:cxnLst/>
            <a:rect l="l" t="t" r="r" b="b"/>
            <a:pathLst>
              <a:path w="319404" h="230504">
                <a:moveTo>
                  <a:pt x="318801" y="230409"/>
                </a:moveTo>
                <a:lnTo>
                  <a:pt x="282130" y="230409"/>
                </a:lnTo>
                <a:lnTo>
                  <a:pt x="282130" y="100679"/>
                </a:lnTo>
                <a:lnTo>
                  <a:pt x="281535" y="83558"/>
                </a:lnTo>
                <a:lnTo>
                  <a:pt x="264628" y="39576"/>
                </a:lnTo>
                <a:lnTo>
                  <a:pt x="231838" y="30575"/>
                </a:lnTo>
                <a:lnTo>
                  <a:pt x="220956" y="31765"/>
                </a:lnTo>
                <a:lnTo>
                  <a:pt x="186618" y="62769"/>
                </a:lnTo>
                <a:lnTo>
                  <a:pt x="176974" y="102203"/>
                </a:lnTo>
                <a:lnTo>
                  <a:pt x="176974" y="230409"/>
                </a:lnTo>
                <a:lnTo>
                  <a:pt x="140303" y="230409"/>
                </a:lnTo>
                <a:lnTo>
                  <a:pt x="140303" y="96107"/>
                </a:lnTo>
                <a:lnTo>
                  <a:pt x="137160" y="67222"/>
                </a:lnTo>
                <a:lnTo>
                  <a:pt x="127730" y="46767"/>
                </a:lnTo>
                <a:lnTo>
                  <a:pt x="112014" y="34599"/>
                </a:lnTo>
                <a:lnTo>
                  <a:pt x="90011" y="30575"/>
                </a:lnTo>
                <a:lnTo>
                  <a:pt x="78890" y="31742"/>
                </a:lnTo>
                <a:lnTo>
                  <a:pt x="44133" y="60626"/>
                </a:lnTo>
                <a:lnTo>
                  <a:pt x="35052" y="102203"/>
                </a:lnTo>
                <a:lnTo>
                  <a:pt x="35052" y="230409"/>
                </a:lnTo>
                <a:lnTo>
                  <a:pt x="0" y="230409"/>
                </a:lnTo>
                <a:lnTo>
                  <a:pt x="0" y="4572"/>
                </a:lnTo>
                <a:lnTo>
                  <a:pt x="35052" y="4572"/>
                </a:lnTo>
                <a:lnTo>
                  <a:pt x="35052" y="41243"/>
                </a:lnTo>
                <a:lnTo>
                  <a:pt x="36671" y="41243"/>
                </a:lnTo>
                <a:lnTo>
                  <a:pt x="49768" y="23226"/>
                </a:lnTo>
                <a:lnTo>
                  <a:pt x="66008" y="10334"/>
                </a:lnTo>
                <a:lnTo>
                  <a:pt x="85105" y="2586"/>
                </a:lnTo>
                <a:lnTo>
                  <a:pt x="106775" y="0"/>
                </a:lnTo>
                <a:lnTo>
                  <a:pt x="117681" y="833"/>
                </a:lnTo>
                <a:lnTo>
                  <a:pt x="153828" y="19414"/>
                </a:lnTo>
                <a:lnTo>
                  <a:pt x="169259" y="45815"/>
                </a:lnTo>
                <a:lnTo>
                  <a:pt x="183339" y="25797"/>
                </a:lnTo>
                <a:lnTo>
                  <a:pt x="200394" y="11477"/>
                </a:lnTo>
                <a:lnTo>
                  <a:pt x="220573" y="2872"/>
                </a:lnTo>
                <a:lnTo>
                  <a:pt x="244030" y="0"/>
                </a:lnTo>
                <a:lnTo>
                  <a:pt x="276930" y="5729"/>
                </a:lnTo>
                <a:lnTo>
                  <a:pt x="300275" y="22907"/>
                </a:lnTo>
                <a:lnTo>
                  <a:pt x="314191" y="51515"/>
                </a:lnTo>
                <a:lnTo>
                  <a:pt x="318801" y="91535"/>
                </a:lnTo>
                <a:lnTo>
                  <a:pt x="318801" y="2304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38795" y="4493799"/>
            <a:ext cx="178403" cy="234981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5084349" y="4493799"/>
            <a:ext cx="347980" cy="335915"/>
            <a:chOff x="5084349" y="4493799"/>
            <a:chExt cx="347980" cy="335915"/>
          </a:xfrm>
        </p:grpSpPr>
        <p:pic>
          <p:nvPicPr>
            <p:cNvPr id="58" name="object 5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84349" y="4495323"/>
              <a:ext cx="117443" cy="228885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5224652" y="4493799"/>
              <a:ext cx="207645" cy="335915"/>
            </a:xfrm>
            <a:custGeom>
              <a:avLst/>
              <a:gdLst/>
              <a:ahLst/>
              <a:cxnLst/>
              <a:rect l="l" t="t" r="r" b="b"/>
              <a:pathLst>
                <a:path w="207645" h="335914">
                  <a:moveTo>
                    <a:pt x="92964" y="234981"/>
                  </a:moveTo>
                  <a:lnTo>
                    <a:pt x="55435" y="227159"/>
                  </a:lnTo>
                  <a:lnTo>
                    <a:pt x="14787" y="188380"/>
                  </a:lnTo>
                  <a:lnTo>
                    <a:pt x="1690" y="148899"/>
                  </a:lnTo>
                  <a:lnTo>
                    <a:pt x="0" y="125158"/>
                  </a:lnTo>
                  <a:lnTo>
                    <a:pt x="1714" y="97957"/>
                  </a:lnTo>
                  <a:lnTo>
                    <a:pt x="15430" y="52198"/>
                  </a:lnTo>
                  <a:lnTo>
                    <a:pt x="43195" y="18685"/>
                  </a:lnTo>
                  <a:lnTo>
                    <a:pt x="81010" y="2025"/>
                  </a:lnTo>
                  <a:lnTo>
                    <a:pt x="103632" y="0"/>
                  </a:lnTo>
                  <a:lnTo>
                    <a:pt x="124880" y="2287"/>
                  </a:lnTo>
                  <a:lnTo>
                    <a:pt x="142958" y="9155"/>
                  </a:lnTo>
                  <a:lnTo>
                    <a:pt x="158161" y="20614"/>
                  </a:lnTo>
                  <a:lnTo>
                    <a:pt x="165991" y="30575"/>
                  </a:lnTo>
                  <a:lnTo>
                    <a:pt x="108204" y="30575"/>
                  </a:lnTo>
                  <a:lnTo>
                    <a:pt x="92821" y="32027"/>
                  </a:lnTo>
                  <a:lnTo>
                    <a:pt x="56388" y="54959"/>
                  </a:lnTo>
                  <a:lnTo>
                    <a:pt x="39243" y="101505"/>
                  </a:lnTo>
                  <a:lnTo>
                    <a:pt x="38100" y="122110"/>
                  </a:lnTo>
                  <a:lnTo>
                    <a:pt x="39219" y="139755"/>
                  </a:lnTo>
                  <a:lnTo>
                    <a:pt x="54864" y="181546"/>
                  </a:lnTo>
                  <a:lnTo>
                    <a:pt x="89368" y="202977"/>
                  </a:lnTo>
                  <a:lnTo>
                    <a:pt x="103632" y="204406"/>
                  </a:lnTo>
                  <a:lnTo>
                    <a:pt x="161584" y="204406"/>
                  </a:lnTo>
                  <a:lnTo>
                    <a:pt x="156494" y="211152"/>
                  </a:lnTo>
                  <a:lnTo>
                    <a:pt x="138767" y="224492"/>
                  </a:lnTo>
                  <a:lnTo>
                    <a:pt x="117593" y="232384"/>
                  </a:lnTo>
                  <a:lnTo>
                    <a:pt x="92964" y="234981"/>
                  </a:lnTo>
                  <a:close/>
                </a:path>
                <a:path w="207645" h="335914">
                  <a:moveTo>
                    <a:pt x="207359" y="36671"/>
                  </a:moveTo>
                  <a:lnTo>
                    <a:pt x="172307" y="36671"/>
                  </a:lnTo>
                  <a:lnTo>
                    <a:pt x="172307" y="4572"/>
                  </a:lnTo>
                  <a:lnTo>
                    <a:pt x="207359" y="4572"/>
                  </a:lnTo>
                  <a:lnTo>
                    <a:pt x="207359" y="36671"/>
                  </a:lnTo>
                  <a:close/>
                </a:path>
                <a:path w="207645" h="335914">
                  <a:moveTo>
                    <a:pt x="161584" y="204406"/>
                  </a:moveTo>
                  <a:lnTo>
                    <a:pt x="103632" y="204406"/>
                  </a:lnTo>
                  <a:lnTo>
                    <a:pt x="117950" y="203001"/>
                  </a:lnTo>
                  <a:lnTo>
                    <a:pt x="130956" y="198882"/>
                  </a:lnTo>
                  <a:lnTo>
                    <a:pt x="160734" y="171926"/>
                  </a:lnTo>
                  <a:lnTo>
                    <a:pt x="172307" y="128206"/>
                  </a:lnTo>
                  <a:lnTo>
                    <a:pt x="172307" y="94583"/>
                  </a:lnTo>
                  <a:lnTo>
                    <a:pt x="154019" y="48863"/>
                  </a:lnTo>
                  <a:lnTo>
                    <a:pt x="108204" y="30575"/>
                  </a:lnTo>
                  <a:lnTo>
                    <a:pt x="165991" y="30575"/>
                  </a:lnTo>
                  <a:lnTo>
                    <a:pt x="170783" y="36671"/>
                  </a:lnTo>
                  <a:lnTo>
                    <a:pt x="207359" y="36671"/>
                  </a:lnTo>
                  <a:lnTo>
                    <a:pt x="207359" y="192214"/>
                  </a:lnTo>
                  <a:lnTo>
                    <a:pt x="170783" y="192214"/>
                  </a:lnTo>
                  <a:lnTo>
                    <a:pt x="161584" y="204406"/>
                  </a:lnTo>
                  <a:close/>
                </a:path>
                <a:path w="207645" h="335914">
                  <a:moveTo>
                    <a:pt x="177273" y="305085"/>
                  </a:moveTo>
                  <a:lnTo>
                    <a:pt x="88392" y="305085"/>
                  </a:lnTo>
                  <a:lnTo>
                    <a:pt x="124689" y="299416"/>
                  </a:lnTo>
                  <a:lnTo>
                    <a:pt x="150959" y="282594"/>
                  </a:lnTo>
                  <a:lnTo>
                    <a:pt x="166924" y="254896"/>
                  </a:lnTo>
                  <a:lnTo>
                    <a:pt x="172307" y="216598"/>
                  </a:lnTo>
                  <a:lnTo>
                    <a:pt x="172307" y="192214"/>
                  </a:lnTo>
                  <a:lnTo>
                    <a:pt x="207359" y="192214"/>
                  </a:lnTo>
                  <a:lnTo>
                    <a:pt x="207359" y="212026"/>
                  </a:lnTo>
                  <a:lnTo>
                    <a:pt x="199952" y="266103"/>
                  </a:lnTo>
                  <a:lnTo>
                    <a:pt x="177819" y="304740"/>
                  </a:lnTo>
                  <a:lnTo>
                    <a:pt x="177273" y="305085"/>
                  </a:lnTo>
                  <a:close/>
                </a:path>
                <a:path w="207645" h="335914">
                  <a:moveTo>
                    <a:pt x="89916" y="335661"/>
                  </a:moveTo>
                  <a:lnTo>
                    <a:pt x="69056" y="334540"/>
                  </a:lnTo>
                  <a:lnTo>
                    <a:pt x="49911" y="331267"/>
                  </a:lnTo>
                  <a:lnTo>
                    <a:pt x="32480" y="325976"/>
                  </a:lnTo>
                  <a:lnTo>
                    <a:pt x="16764" y="318801"/>
                  </a:lnTo>
                  <a:lnTo>
                    <a:pt x="16764" y="283749"/>
                  </a:lnTo>
                  <a:lnTo>
                    <a:pt x="35028" y="292869"/>
                  </a:lnTo>
                  <a:lnTo>
                    <a:pt x="53149" y="299561"/>
                  </a:lnTo>
                  <a:lnTo>
                    <a:pt x="70985" y="303680"/>
                  </a:lnTo>
                  <a:lnTo>
                    <a:pt x="88392" y="305085"/>
                  </a:lnTo>
                  <a:lnTo>
                    <a:pt x="177273" y="305085"/>
                  </a:lnTo>
                  <a:lnTo>
                    <a:pt x="141096" y="327929"/>
                  </a:lnTo>
                  <a:lnTo>
                    <a:pt x="89916" y="33566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5500687" y="4394644"/>
            <a:ext cx="47625" cy="329565"/>
          </a:xfrm>
          <a:custGeom>
            <a:avLst/>
            <a:gdLst/>
            <a:ahLst/>
            <a:cxnLst/>
            <a:rect l="l" t="t" r="r" b="b"/>
            <a:pathLst>
              <a:path w="47625" h="329564">
                <a:moveTo>
                  <a:pt x="28956" y="47339"/>
                </a:moveTo>
                <a:lnTo>
                  <a:pt x="16764" y="47339"/>
                </a:lnTo>
                <a:lnTo>
                  <a:pt x="10668" y="45815"/>
                </a:lnTo>
                <a:lnTo>
                  <a:pt x="1524" y="36671"/>
                </a:lnTo>
                <a:lnTo>
                  <a:pt x="0" y="30575"/>
                </a:lnTo>
                <a:lnTo>
                  <a:pt x="0" y="16859"/>
                </a:lnTo>
                <a:lnTo>
                  <a:pt x="1524" y="12287"/>
                </a:lnTo>
                <a:lnTo>
                  <a:pt x="6096" y="7620"/>
                </a:lnTo>
                <a:lnTo>
                  <a:pt x="10668" y="3048"/>
                </a:lnTo>
                <a:lnTo>
                  <a:pt x="16764" y="0"/>
                </a:lnTo>
                <a:lnTo>
                  <a:pt x="28956" y="0"/>
                </a:lnTo>
                <a:lnTo>
                  <a:pt x="35052" y="3048"/>
                </a:lnTo>
                <a:lnTo>
                  <a:pt x="39624" y="7620"/>
                </a:lnTo>
                <a:lnTo>
                  <a:pt x="44196" y="12287"/>
                </a:lnTo>
                <a:lnTo>
                  <a:pt x="47244" y="16859"/>
                </a:lnTo>
                <a:lnTo>
                  <a:pt x="47244" y="30575"/>
                </a:lnTo>
                <a:lnTo>
                  <a:pt x="44196" y="35147"/>
                </a:lnTo>
                <a:lnTo>
                  <a:pt x="39624" y="41243"/>
                </a:lnTo>
                <a:lnTo>
                  <a:pt x="35052" y="44291"/>
                </a:lnTo>
                <a:lnTo>
                  <a:pt x="28956" y="47339"/>
                </a:lnTo>
                <a:close/>
              </a:path>
              <a:path w="47625" h="329564">
                <a:moveTo>
                  <a:pt x="39624" y="329565"/>
                </a:moveTo>
                <a:lnTo>
                  <a:pt x="4572" y="329565"/>
                </a:lnTo>
                <a:lnTo>
                  <a:pt x="4572" y="103727"/>
                </a:lnTo>
                <a:lnTo>
                  <a:pt x="39624" y="103727"/>
                </a:lnTo>
                <a:lnTo>
                  <a:pt x="39624" y="3295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5613463" y="4493799"/>
            <a:ext cx="287020" cy="287020"/>
            <a:chOff x="5613463" y="4493799"/>
            <a:chExt cx="287020" cy="287020"/>
          </a:xfrm>
        </p:grpSpPr>
        <p:pic>
          <p:nvPicPr>
            <p:cNvPr id="62" name="object 6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13463" y="4493799"/>
              <a:ext cx="186118" cy="230409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5840730" y="4673822"/>
              <a:ext cx="59690" cy="107314"/>
            </a:xfrm>
            <a:custGeom>
              <a:avLst/>
              <a:gdLst/>
              <a:ahLst/>
              <a:cxnLst/>
              <a:rect l="l" t="t" r="r" b="b"/>
              <a:pathLst>
                <a:path w="59689" h="107314">
                  <a:moveTo>
                    <a:pt x="24383" y="106775"/>
                  </a:moveTo>
                  <a:lnTo>
                    <a:pt x="0" y="106775"/>
                  </a:lnTo>
                  <a:lnTo>
                    <a:pt x="24383" y="0"/>
                  </a:lnTo>
                  <a:lnTo>
                    <a:pt x="59531" y="0"/>
                  </a:lnTo>
                  <a:lnTo>
                    <a:pt x="24383" y="10677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6083236" y="4493799"/>
            <a:ext cx="424180" cy="332740"/>
            <a:chOff x="6083236" y="4493799"/>
            <a:chExt cx="424180" cy="332740"/>
          </a:xfrm>
        </p:grpSpPr>
        <p:sp>
          <p:nvSpPr>
            <p:cNvPr id="65" name="object 65" descr=""/>
            <p:cNvSpPr/>
            <p:nvPr/>
          </p:nvSpPr>
          <p:spPr>
            <a:xfrm>
              <a:off x="6083236" y="4493799"/>
              <a:ext cx="206375" cy="332740"/>
            </a:xfrm>
            <a:custGeom>
              <a:avLst/>
              <a:gdLst/>
              <a:ahLst/>
              <a:cxnLst/>
              <a:rect l="l" t="t" r="r" b="b"/>
              <a:pathLst>
                <a:path w="206375" h="332739">
                  <a:moveTo>
                    <a:pt x="62671" y="44291"/>
                  </a:moveTo>
                  <a:lnTo>
                    <a:pt x="36576" y="44291"/>
                  </a:lnTo>
                  <a:lnTo>
                    <a:pt x="50864" y="25154"/>
                  </a:lnTo>
                  <a:lnTo>
                    <a:pt x="68591" y="11287"/>
                  </a:lnTo>
                  <a:lnTo>
                    <a:pt x="89765" y="2848"/>
                  </a:lnTo>
                  <a:lnTo>
                    <a:pt x="114395" y="0"/>
                  </a:lnTo>
                  <a:lnTo>
                    <a:pt x="134731" y="1763"/>
                  </a:lnTo>
                  <a:lnTo>
                    <a:pt x="152495" y="7250"/>
                  </a:lnTo>
                  <a:lnTo>
                    <a:pt x="167973" y="16756"/>
                  </a:lnTo>
                  <a:lnTo>
                    <a:pt x="181451" y="30575"/>
                  </a:lnTo>
                  <a:lnTo>
                    <a:pt x="105251" y="30575"/>
                  </a:lnTo>
                  <a:lnTo>
                    <a:pt x="90051" y="31765"/>
                  </a:lnTo>
                  <a:lnTo>
                    <a:pt x="76592" y="35528"/>
                  </a:lnTo>
                  <a:lnTo>
                    <a:pt x="64866" y="42148"/>
                  </a:lnTo>
                  <a:lnTo>
                    <a:pt x="62671" y="44291"/>
                  </a:lnTo>
                  <a:close/>
                </a:path>
                <a:path w="206375" h="332739">
                  <a:moveTo>
                    <a:pt x="35052" y="332613"/>
                  </a:moveTo>
                  <a:lnTo>
                    <a:pt x="0" y="332613"/>
                  </a:lnTo>
                  <a:lnTo>
                    <a:pt x="0" y="4572"/>
                  </a:lnTo>
                  <a:lnTo>
                    <a:pt x="35052" y="4572"/>
                  </a:lnTo>
                  <a:lnTo>
                    <a:pt x="35052" y="44291"/>
                  </a:lnTo>
                  <a:lnTo>
                    <a:pt x="62671" y="44291"/>
                  </a:lnTo>
                  <a:lnTo>
                    <a:pt x="39814" y="77057"/>
                  </a:lnTo>
                  <a:lnTo>
                    <a:pt x="35052" y="106775"/>
                  </a:lnTo>
                  <a:lnTo>
                    <a:pt x="35077" y="137667"/>
                  </a:lnTo>
                  <a:lnTo>
                    <a:pt x="45339" y="174855"/>
                  </a:lnTo>
                  <a:lnTo>
                    <a:pt x="68890" y="196786"/>
                  </a:lnTo>
                  <a:lnTo>
                    <a:pt x="35052" y="196786"/>
                  </a:lnTo>
                  <a:lnTo>
                    <a:pt x="35052" y="332613"/>
                  </a:lnTo>
                  <a:close/>
                </a:path>
                <a:path w="206375" h="332739">
                  <a:moveTo>
                    <a:pt x="175366" y="204406"/>
                  </a:moveTo>
                  <a:lnTo>
                    <a:pt x="99155" y="204406"/>
                  </a:lnTo>
                  <a:lnTo>
                    <a:pt x="114538" y="202953"/>
                  </a:lnTo>
                  <a:lnTo>
                    <a:pt x="128492" y="198501"/>
                  </a:lnTo>
                  <a:lnTo>
                    <a:pt x="158972" y="166281"/>
                  </a:lnTo>
                  <a:lnTo>
                    <a:pt x="169259" y="109823"/>
                  </a:lnTo>
                  <a:lnTo>
                    <a:pt x="168116" y="92416"/>
                  </a:lnTo>
                  <a:lnTo>
                    <a:pt x="150971" y="51911"/>
                  </a:lnTo>
                  <a:lnTo>
                    <a:pt x="105251" y="30575"/>
                  </a:lnTo>
                  <a:lnTo>
                    <a:pt x="181451" y="30575"/>
                  </a:lnTo>
                  <a:lnTo>
                    <a:pt x="192333" y="46624"/>
                  </a:lnTo>
                  <a:lnTo>
                    <a:pt x="199929" y="65246"/>
                  </a:lnTo>
                  <a:lnTo>
                    <a:pt x="204382" y="86725"/>
                  </a:lnTo>
                  <a:lnTo>
                    <a:pt x="205835" y="111347"/>
                  </a:lnTo>
                  <a:lnTo>
                    <a:pt x="204120" y="137667"/>
                  </a:lnTo>
                  <a:lnTo>
                    <a:pt x="198977" y="161532"/>
                  </a:lnTo>
                  <a:lnTo>
                    <a:pt x="190404" y="182807"/>
                  </a:lnTo>
                  <a:lnTo>
                    <a:pt x="178403" y="201358"/>
                  </a:lnTo>
                  <a:lnTo>
                    <a:pt x="175366" y="204406"/>
                  </a:lnTo>
                  <a:close/>
                </a:path>
                <a:path w="206375" h="332739">
                  <a:moveTo>
                    <a:pt x="103727" y="234981"/>
                  </a:moveTo>
                  <a:lnTo>
                    <a:pt x="83121" y="232670"/>
                  </a:lnTo>
                  <a:lnTo>
                    <a:pt x="64972" y="225635"/>
                  </a:lnTo>
                  <a:lnTo>
                    <a:pt x="49412" y="213724"/>
                  </a:lnTo>
                  <a:lnTo>
                    <a:pt x="36576" y="196786"/>
                  </a:lnTo>
                  <a:lnTo>
                    <a:pt x="68890" y="196786"/>
                  </a:lnTo>
                  <a:lnTo>
                    <a:pt x="73925" y="199644"/>
                  </a:lnTo>
                  <a:lnTo>
                    <a:pt x="85955" y="203239"/>
                  </a:lnTo>
                  <a:lnTo>
                    <a:pt x="99155" y="204406"/>
                  </a:lnTo>
                  <a:lnTo>
                    <a:pt x="175366" y="204406"/>
                  </a:lnTo>
                  <a:lnTo>
                    <a:pt x="163520" y="216296"/>
                  </a:lnTo>
                  <a:lnTo>
                    <a:pt x="146208" y="226778"/>
                  </a:lnTo>
                  <a:lnTo>
                    <a:pt x="126325" y="232956"/>
                  </a:lnTo>
                  <a:lnTo>
                    <a:pt x="103727" y="23498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30314" y="4493799"/>
              <a:ext cx="176879" cy="234981"/>
            </a:xfrm>
            <a:prstGeom prst="rect">
              <a:avLst/>
            </a:prstGeom>
          </p:spPr>
        </p:pic>
      </p:grpSp>
      <p:sp>
        <p:nvSpPr>
          <p:cNvPr id="67" name="object 67" descr=""/>
          <p:cNvSpPr/>
          <p:nvPr/>
        </p:nvSpPr>
        <p:spPr>
          <a:xfrm>
            <a:off x="6559010" y="4391596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207454" y="138874"/>
                </a:moveTo>
                <a:lnTo>
                  <a:pt x="172402" y="138874"/>
                </a:lnTo>
                <a:lnTo>
                  <a:pt x="172402" y="0"/>
                </a:lnTo>
                <a:lnTo>
                  <a:pt x="207454" y="0"/>
                </a:lnTo>
                <a:lnTo>
                  <a:pt x="207454" y="138874"/>
                </a:lnTo>
                <a:close/>
              </a:path>
              <a:path w="207645" h="337185">
                <a:moveTo>
                  <a:pt x="93059" y="337185"/>
                </a:moveTo>
                <a:lnTo>
                  <a:pt x="55530" y="329362"/>
                </a:lnTo>
                <a:lnTo>
                  <a:pt x="14827" y="290322"/>
                </a:lnTo>
                <a:lnTo>
                  <a:pt x="1692" y="249174"/>
                </a:lnTo>
                <a:lnTo>
                  <a:pt x="0" y="224313"/>
                </a:lnTo>
                <a:lnTo>
                  <a:pt x="1954" y="198231"/>
                </a:lnTo>
                <a:lnTo>
                  <a:pt x="16756" y="154139"/>
                </a:lnTo>
                <a:lnTo>
                  <a:pt x="43934" y="120888"/>
                </a:lnTo>
                <a:lnTo>
                  <a:pt x="81129" y="104228"/>
                </a:lnTo>
                <a:lnTo>
                  <a:pt x="103727" y="102203"/>
                </a:lnTo>
                <a:lnTo>
                  <a:pt x="125136" y="104490"/>
                </a:lnTo>
                <a:lnTo>
                  <a:pt x="143553" y="111359"/>
                </a:lnTo>
                <a:lnTo>
                  <a:pt x="158845" y="122817"/>
                </a:lnTo>
                <a:lnTo>
                  <a:pt x="166310" y="132778"/>
                </a:lnTo>
                <a:lnTo>
                  <a:pt x="108299" y="132778"/>
                </a:lnTo>
                <a:lnTo>
                  <a:pt x="92273" y="134231"/>
                </a:lnTo>
                <a:lnTo>
                  <a:pt x="56483" y="157162"/>
                </a:lnTo>
                <a:lnTo>
                  <a:pt x="39338" y="203065"/>
                </a:lnTo>
                <a:lnTo>
                  <a:pt x="38195" y="222789"/>
                </a:lnTo>
                <a:lnTo>
                  <a:pt x="39314" y="241315"/>
                </a:lnTo>
                <a:lnTo>
                  <a:pt x="54959" y="283749"/>
                </a:lnTo>
                <a:lnTo>
                  <a:pt x="89463" y="305181"/>
                </a:lnTo>
                <a:lnTo>
                  <a:pt x="103727" y="306609"/>
                </a:lnTo>
                <a:lnTo>
                  <a:pt x="161320" y="306609"/>
                </a:lnTo>
                <a:lnTo>
                  <a:pt x="156535" y="312713"/>
                </a:lnTo>
                <a:lnTo>
                  <a:pt x="138791" y="326124"/>
                </a:lnTo>
                <a:lnTo>
                  <a:pt x="117635" y="334373"/>
                </a:lnTo>
                <a:lnTo>
                  <a:pt x="93059" y="337185"/>
                </a:lnTo>
                <a:close/>
              </a:path>
              <a:path w="207645" h="337185">
                <a:moveTo>
                  <a:pt x="161320" y="306609"/>
                </a:moveTo>
                <a:lnTo>
                  <a:pt x="103727" y="306609"/>
                </a:lnTo>
                <a:lnTo>
                  <a:pt x="117990" y="305204"/>
                </a:lnTo>
                <a:lnTo>
                  <a:pt x="130968" y="301085"/>
                </a:lnTo>
                <a:lnTo>
                  <a:pt x="160789" y="273486"/>
                </a:lnTo>
                <a:lnTo>
                  <a:pt x="172402" y="230409"/>
                </a:lnTo>
                <a:lnTo>
                  <a:pt x="172402" y="196786"/>
                </a:lnTo>
                <a:lnTo>
                  <a:pt x="154019" y="151066"/>
                </a:lnTo>
                <a:lnTo>
                  <a:pt x="108299" y="132778"/>
                </a:lnTo>
                <a:lnTo>
                  <a:pt x="166310" y="132778"/>
                </a:lnTo>
                <a:lnTo>
                  <a:pt x="170878" y="138874"/>
                </a:lnTo>
                <a:lnTo>
                  <a:pt x="207454" y="138874"/>
                </a:lnTo>
                <a:lnTo>
                  <a:pt x="207454" y="294417"/>
                </a:lnTo>
                <a:lnTo>
                  <a:pt x="170878" y="294417"/>
                </a:lnTo>
                <a:lnTo>
                  <a:pt x="161320" y="306609"/>
                </a:lnTo>
                <a:close/>
              </a:path>
              <a:path w="207645" h="337185">
                <a:moveTo>
                  <a:pt x="207454" y="332613"/>
                </a:moveTo>
                <a:lnTo>
                  <a:pt x="172402" y="332613"/>
                </a:lnTo>
                <a:lnTo>
                  <a:pt x="172402" y="294417"/>
                </a:lnTo>
                <a:lnTo>
                  <a:pt x="207454" y="294417"/>
                </a:lnTo>
                <a:lnTo>
                  <a:pt x="207454" y="3326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6824376" y="4391596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207454" y="138874"/>
                </a:moveTo>
                <a:lnTo>
                  <a:pt x="170783" y="138874"/>
                </a:lnTo>
                <a:lnTo>
                  <a:pt x="170783" y="0"/>
                </a:lnTo>
                <a:lnTo>
                  <a:pt x="207454" y="0"/>
                </a:lnTo>
                <a:lnTo>
                  <a:pt x="207454" y="138874"/>
                </a:lnTo>
                <a:close/>
              </a:path>
              <a:path w="207645" h="337185">
                <a:moveTo>
                  <a:pt x="93059" y="337185"/>
                </a:moveTo>
                <a:lnTo>
                  <a:pt x="54185" y="329362"/>
                </a:lnTo>
                <a:lnTo>
                  <a:pt x="13501" y="290322"/>
                </a:lnTo>
                <a:lnTo>
                  <a:pt x="1452" y="249174"/>
                </a:lnTo>
                <a:lnTo>
                  <a:pt x="0" y="224313"/>
                </a:lnTo>
                <a:lnTo>
                  <a:pt x="1714" y="198231"/>
                </a:lnTo>
                <a:lnTo>
                  <a:pt x="15430" y="154139"/>
                </a:lnTo>
                <a:lnTo>
                  <a:pt x="42584" y="120888"/>
                </a:lnTo>
                <a:lnTo>
                  <a:pt x="80246" y="104228"/>
                </a:lnTo>
                <a:lnTo>
                  <a:pt x="102203" y="102203"/>
                </a:lnTo>
                <a:lnTo>
                  <a:pt x="123610" y="104490"/>
                </a:lnTo>
                <a:lnTo>
                  <a:pt x="142017" y="111359"/>
                </a:lnTo>
                <a:lnTo>
                  <a:pt x="157281" y="122817"/>
                </a:lnTo>
                <a:lnTo>
                  <a:pt x="164711" y="132778"/>
                </a:lnTo>
                <a:lnTo>
                  <a:pt x="106775" y="132778"/>
                </a:lnTo>
                <a:lnTo>
                  <a:pt x="91606" y="134231"/>
                </a:lnTo>
                <a:lnTo>
                  <a:pt x="54959" y="157162"/>
                </a:lnTo>
                <a:lnTo>
                  <a:pt x="37733" y="203065"/>
                </a:lnTo>
                <a:lnTo>
                  <a:pt x="36576" y="222789"/>
                </a:lnTo>
                <a:lnTo>
                  <a:pt x="37733" y="241315"/>
                </a:lnTo>
                <a:lnTo>
                  <a:pt x="54959" y="283749"/>
                </a:lnTo>
                <a:lnTo>
                  <a:pt x="88820" y="305181"/>
                </a:lnTo>
                <a:lnTo>
                  <a:pt x="103727" y="306609"/>
                </a:lnTo>
                <a:lnTo>
                  <a:pt x="159896" y="306609"/>
                </a:lnTo>
                <a:lnTo>
                  <a:pt x="155209" y="312713"/>
                </a:lnTo>
                <a:lnTo>
                  <a:pt x="138017" y="326124"/>
                </a:lnTo>
                <a:lnTo>
                  <a:pt x="117395" y="334373"/>
                </a:lnTo>
                <a:lnTo>
                  <a:pt x="93059" y="337185"/>
                </a:lnTo>
                <a:close/>
              </a:path>
              <a:path w="207645" h="337185">
                <a:moveTo>
                  <a:pt x="159896" y="306609"/>
                </a:moveTo>
                <a:lnTo>
                  <a:pt x="103727" y="306609"/>
                </a:lnTo>
                <a:lnTo>
                  <a:pt x="117776" y="305204"/>
                </a:lnTo>
                <a:lnTo>
                  <a:pt x="130397" y="301085"/>
                </a:lnTo>
                <a:lnTo>
                  <a:pt x="160496" y="273486"/>
                </a:lnTo>
                <a:lnTo>
                  <a:pt x="170783" y="230409"/>
                </a:lnTo>
                <a:lnTo>
                  <a:pt x="170783" y="196786"/>
                </a:lnTo>
                <a:lnTo>
                  <a:pt x="152495" y="151066"/>
                </a:lnTo>
                <a:lnTo>
                  <a:pt x="106775" y="132778"/>
                </a:lnTo>
                <a:lnTo>
                  <a:pt x="164711" y="132778"/>
                </a:lnTo>
                <a:lnTo>
                  <a:pt x="169259" y="138874"/>
                </a:lnTo>
                <a:lnTo>
                  <a:pt x="207454" y="138874"/>
                </a:lnTo>
                <a:lnTo>
                  <a:pt x="207454" y="294417"/>
                </a:lnTo>
                <a:lnTo>
                  <a:pt x="169259" y="294417"/>
                </a:lnTo>
                <a:lnTo>
                  <a:pt x="159896" y="306609"/>
                </a:lnTo>
                <a:close/>
              </a:path>
              <a:path w="207645" h="337185">
                <a:moveTo>
                  <a:pt x="207454" y="332613"/>
                </a:moveTo>
                <a:lnTo>
                  <a:pt x="170783" y="332613"/>
                </a:lnTo>
                <a:lnTo>
                  <a:pt x="170783" y="294417"/>
                </a:lnTo>
                <a:lnTo>
                  <a:pt x="207454" y="294417"/>
                </a:lnTo>
                <a:lnTo>
                  <a:pt x="207454" y="3326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7097362" y="4394644"/>
            <a:ext cx="47625" cy="329565"/>
          </a:xfrm>
          <a:custGeom>
            <a:avLst/>
            <a:gdLst/>
            <a:ahLst/>
            <a:cxnLst/>
            <a:rect l="l" t="t" r="r" b="b"/>
            <a:pathLst>
              <a:path w="47625" h="329564">
                <a:moveTo>
                  <a:pt x="30480" y="47339"/>
                </a:moveTo>
                <a:lnTo>
                  <a:pt x="16764" y="47339"/>
                </a:lnTo>
                <a:lnTo>
                  <a:pt x="12192" y="45815"/>
                </a:lnTo>
                <a:lnTo>
                  <a:pt x="3048" y="36671"/>
                </a:lnTo>
                <a:lnTo>
                  <a:pt x="0" y="30575"/>
                </a:lnTo>
                <a:lnTo>
                  <a:pt x="0" y="16859"/>
                </a:lnTo>
                <a:lnTo>
                  <a:pt x="3048" y="12287"/>
                </a:lnTo>
                <a:lnTo>
                  <a:pt x="7620" y="7620"/>
                </a:lnTo>
                <a:lnTo>
                  <a:pt x="12192" y="3048"/>
                </a:lnTo>
                <a:lnTo>
                  <a:pt x="16764" y="0"/>
                </a:lnTo>
                <a:lnTo>
                  <a:pt x="30480" y="0"/>
                </a:lnTo>
                <a:lnTo>
                  <a:pt x="35052" y="3048"/>
                </a:lnTo>
                <a:lnTo>
                  <a:pt x="44291" y="12287"/>
                </a:lnTo>
                <a:lnTo>
                  <a:pt x="47339" y="16859"/>
                </a:lnTo>
                <a:lnTo>
                  <a:pt x="47339" y="30575"/>
                </a:lnTo>
                <a:lnTo>
                  <a:pt x="44291" y="35147"/>
                </a:lnTo>
                <a:lnTo>
                  <a:pt x="39624" y="41243"/>
                </a:lnTo>
                <a:lnTo>
                  <a:pt x="30480" y="47339"/>
                </a:lnTo>
                <a:close/>
              </a:path>
              <a:path w="47625" h="329564">
                <a:moveTo>
                  <a:pt x="41148" y="329565"/>
                </a:moveTo>
                <a:lnTo>
                  <a:pt x="4572" y="329565"/>
                </a:lnTo>
                <a:lnTo>
                  <a:pt x="4572" y="103727"/>
                </a:lnTo>
                <a:lnTo>
                  <a:pt x="41148" y="103727"/>
                </a:lnTo>
                <a:lnTo>
                  <a:pt x="41148" y="32956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11758" y="4493799"/>
            <a:ext cx="186023" cy="230409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7449693" y="4493799"/>
            <a:ext cx="207645" cy="335915"/>
          </a:xfrm>
          <a:custGeom>
            <a:avLst/>
            <a:gdLst/>
            <a:ahLst/>
            <a:cxnLst/>
            <a:rect l="l" t="t" r="r" b="b"/>
            <a:pathLst>
              <a:path w="207645" h="335914">
                <a:moveTo>
                  <a:pt x="92964" y="234981"/>
                </a:moveTo>
                <a:lnTo>
                  <a:pt x="55435" y="227159"/>
                </a:lnTo>
                <a:lnTo>
                  <a:pt x="14787" y="188380"/>
                </a:lnTo>
                <a:lnTo>
                  <a:pt x="1690" y="148899"/>
                </a:lnTo>
                <a:lnTo>
                  <a:pt x="0" y="125158"/>
                </a:lnTo>
                <a:lnTo>
                  <a:pt x="1714" y="97957"/>
                </a:lnTo>
                <a:lnTo>
                  <a:pt x="15430" y="52198"/>
                </a:lnTo>
                <a:lnTo>
                  <a:pt x="42552" y="18685"/>
                </a:lnTo>
                <a:lnTo>
                  <a:pt x="80795" y="2025"/>
                </a:lnTo>
                <a:lnTo>
                  <a:pt x="103632" y="0"/>
                </a:lnTo>
                <a:lnTo>
                  <a:pt x="124237" y="2287"/>
                </a:lnTo>
                <a:lnTo>
                  <a:pt x="142386" y="9155"/>
                </a:lnTo>
                <a:lnTo>
                  <a:pt x="157946" y="20614"/>
                </a:lnTo>
                <a:lnTo>
                  <a:pt x="165909" y="30575"/>
                </a:lnTo>
                <a:lnTo>
                  <a:pt x="108299" y="30575"/>
                </a:lnTo>
                <a:lnTo>
                  <a:pt x="92218" y="32027"/>
                </a:lnTo>
                <a:lnTo>
                  <a:pt x="56388" y="54959"/>
                </a:lnTo>
                <a:lnTo>
                  <a:pt x="37957" y="101505"/>
                </a:lnTo>
                <a:lnTo>
                  <a:pt x="36576" y="122110"/>
                </a:lnTo>
                <a:lnTo>
                  <a:pt x="37719" y="139755"/>
                </a:lnTo>
                <a:lnTo>
                  <a:pt x="54864" y="181546"/>
                </a:lnTo>
                <a:lnTo>
                  <a:pt x="89368" y="202977"/>
                </a:lnTo>
                <a:lnTo>
                  <a:pt x="103632" y="204406"/>
                </a:lnTo>
                <a:lnTo>
                  <a:pt x="161584" y="204406"/>
                </a:lnTo>
                <a:lnTo>
                  <a:pt x="156494" y="211152"/>
                </a:lnTo>
                <a:lnTo>
                  <a:pt x="138767" y="224492"/>
                </a:lnTo>
                <a:lnTo>
                  <a:pt x="117593" y="232384"/>
                </a:lnTo>
                <a:lnTo>
                  <a:pt x="92964" y="234981"/>
                </a:lnTo>
                <a:close/>
              </a:path>
              <a:path w="207645" h="335914">
                <a:moveTo>
                  <a:pt x="207359" y="36671"/>
                </a:moveTo>
                <a:lnTo>
                  <a:pt x="170783" y="36671"/>
                </a:lnTo>
                <a:lnTo>
                  <a:pt x="170783" y="4572"/>
                </a:lnTo>
                <a:lnTo>
                  <a:pt x="207359" y="4572"/>
                </a:lnTo>
                <a:lnTo>
                  <a:pt x="207359" y="36671"/>
                </a:lnTo>
                <a:close/>
              </a:path>
              <a:path w="207645" h="335914">
                <a:moveTo>
                  <a:pt x="161584" y="204406"/>
                </a:moveTo>
                <a:lnTo>
                  <a:pt x="103632" y="204406"/>
                </a:lnTo>
                <a:lnTo>
                  <a:pt x="117950" y="203001"/>
                </a:lnTo>
                <a:lnTo>
                  <a:pt x="130956" y="198882"/>
                </a:lnTo>
                <a:lnTo>
                  <a:pt x="160496" y="171926"/>
                </a:lnTo>
                <a:lnTo>
                  <a:pt x="170783" y="128206"/>
                </a:lnTo>
                <a:lnTo>
                  <a:pt x="170783" y="94583"/>
                </a:lnTo>
                <a:lnTo>
                  <a:pt x="152495" y="48863"/>
                </a:lnTo>
                <a:lnTo>
                  <a:pt x="108299" y="30575"/>
                </a:lnTo>
                <a:lnTo>
                  <a:pt x="165909" y="30575"/>
                </a:lnTo>
                <a:lnTo>
                  <a:pt x="170783" y="36671"/>
                </a:lnTo>
                <a:lnTo>
                  <a:pt x="207359" y="36671"/>
                </a:lnTo>
                <a:lnTo>
                  <a:pt x="207359" y="192214"/>
                </a:lnTo>
                <a:lnTo>
                  <a:pt x="170783" y="192214"/>
                </a:lnTo>
                <a:lnTo>
                  <a:pt x="161584" y="204406"/>
                </a:lnTo>
                <a:close/>
              </a:path>
              <a:path w="207645" h="335914">
                <a:moveTo>
                  <a:pt x="177075" y="305085"/>
                </a:moveTo>
                <a:lnTo>
                  <a:pt x="88392" y="305085"/>
                </a:lnTo>
                <a:lnTo>
                  <a:pt x="124451" y="299416"/>
                </a:lnTo>
                <a:lnTo>
                  <a:pt x="150197" y="282594"/>
                </a:lnTo>
                <a:lnTo>
                  <a:pt x="165638" y="254896"/>
                </a:lnTo>
                <a:lnTo>
                  <a:pt x="170783" y="216598"/>
                </a:lnTo>
                <a:lnTo>
                  <a:pt x="170783" y="192214"/>
                </a:lnTo>
                <a:lnTo>
                  <a:pt x="207359" y="192214"/>
                </a:lnTo>
                <a:lnTo>
                  <a:pt x="207359" y="212026"/>
                </a:lnTo>
                <a:lnTo>
                  <a:pt x="199928" y="266103"/>
                </a:lnTo>
                <a:lnTo>
                  <a:pt x="177629" y="304740"/>
                </a:lnTo>
                <a:lnTo>
                  <a:pt x="177075" y="305085"/>
                </a:lnTo>
                <a:close/>
              </a:path>
              <a:path w="207645" h="335914">
                <a:moveTo>
                  <a:pt x="88392" y="335661"/>
                </a:moveTo>
                <a:lnTo>
                  <a:pt x="68413" y="334540"/>
                </a:lnTo>
                <a:lnTo>
                  <a:pt x="49720" y="331267"/>
                </a:lnTo>
                <a:lnTo>
                  <a:pt x="32456" y="325976"/>
                </a:lnTo>
                <a:lnTo>
                  <a:pt x="16764" y="318801"/>
                </a:lnTo>
                <a:lnTo>
                  <a:pt x="16764" y="283749"/>
                </a:lnTo>
                <a:lnTo>
                  <a:pt x="35028" y="292869"/>
                </a:lnTo>
                <a:lnTo>
                  <a:pt x="53149" y="299561"/>
                </a:lnTo>
                <a:lnTo>
                  <a:pt x="70985" y="303680"/>
                </a:lnTo>
                <a:lnTo>
                  <a:pt x="88392" y="305085"/>
                </a:lnTo>
                <a:lnTo>
                  <a:pt x="177075" y="305085"/>
                </a:lnTo>
                <a:lnTo>
                  <a:pt x="140453" y="327929"/>
                </a:lnTo>
                <a:lnTo>
                  <a:pt x="88392" y="33566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7841640" y="4350448"/>
            <a:ext cx="1287145" cy="436880"/>
          </a:xfrm>
          <a:custGeom>
            <a:avLst/>
            <a:gdLst/>
            <a:ahLst/>
            <a:cxnLst/>
            <a:rect l="l" t="t" r="r" b="b"/>
            <a:pathLst>
              <a:path w="1287145" h="436879">
                <a:moveTo>
                  <a:pt x="167741" y="71729"/>
                </a:moveTo>
                <a:lnTo>
                  <a:pt x="132689" y="71729"/>
                </a:lnTo>
                <a:lnTo>
                  <a:pt x="132689" y="105257"/>
                </a:lnTo>
                <a:lnTo>
                  <a:pt x="132689" y="212039"/>
                </a:lnTo>
                <a:lnTo>
                  <a:pt x="132689" y="244043"/>
                </a:lnTo>
                <a:lnTo>
                  <a:pt x="132689" y="353860"/>
                </a:lnTo>
                <a:lnTo>
                  <a:pt x="35052" y="353860"/>
                </a:lnTo>
                <a:lnTo>
                  <a:pt x="35052" y="244043"/>
                </a:lnTo>
                <a:lnTo>
                  <a:pt x="132689" y="244043"/>
                </a:lnTo>
                <a:lnTo>
                  <a:pt x="132689" y="212039"/>
                </a:lnTo>
                <a:lnTo>
                  <a:pt x="35052" y="212039"/>
                </a:lnTo>
                <a:lnTo>
                  <a:pt x="35052" y="105257"/>
                </a:lnTo>
                <a:lnTo>
                  <a:pt x="132689" y="105257"/>
                </a:lnTo>
                <a:lnTo>
                  <a:pt x="132689" y="71729"/>
                </a:lnTo>
                <a:lnTo>
                  <a:pt x="80772" y="71729"/>
                </a:lnTo>
                <a:lnTo>
                  <a:pt x="87388" y="57480"/>
                </a:lnTo>
                <a:lnTo>
                  <a:pt x="93726" y="42341"/>
                </a:lnTo>
                <a:lnTo>
                  <a:pt x="100063" y="26644"/>
                </a:lnTo>
                <a:lnTo>
                  <a:pt x="106680" y="10668"/>
                </a:lnTo>
                <a:lnTo>
                  <a:pt x="70104" y="0"/>
                </a:lnTo>
                <a:lnTo>
                  <a:pt x="64985" y="16560"/>
                </a:lnTo>
                <a:lnTo>
                  <a:pt x="58864" y="34112"/>
                </a:lnTo>
                <a:lnTo>
                  <a:pt x="51892" y="52552"/>
                </a:lnTo>
                <a:lnTo>
                  <a:pt x="44196" y="71729"/>
                </a:lnTo>
                <a:lnTo>
                  <a:pt x="0" y="71729"/>
                </a:lnTo>
                <a:lnTo>
                  <a:pt x="0" y="424065"/>
                </a:lnTo>
                <a:lnTo>
                  <a:pt x="35052" y="424065"/>
                </a:lnTo>
                <a:lnTo>
                  <a:pt x="35052" y="387489"/>
                </a:lnTo>
                <a:lnTo>
                  <a:pt x="132689" y="387489"/>
                </a:lnTo>
                <a:lnTo>
                  <a:pt x="132689" y="421017"/>
                </a:lnTo>
                <a:lnTo>
                  <a:pt x="167741" y="421017"/>
                </a:lnTo>
                <a:lnTo>
                  <a:pt x="167741" y="387489"/>
                </a:lnTo>
                <a:lnTo>
                  <a:pt x="167741" y="353860"/>
                </a:lnTo>
                <a:lnTo>
                  <a:pt x="167741" y="244043"/>
                </a:lnTo>
                <a:lnTo>
                  <a:pt x="167741" y="212039"/>
                </a:lnTo>
                <a:lnTo>
                  <a:pt x="167741" y="105257"/>
                </a:lnTo>
                <a:lnTo>
                  <a:pt x="167741" y="71729"/>
                </a:lnTo>
                <a:close/>
              </a:path>
              <a:path w="1287145" h="436879">
                <a:moveTo>
                  <a:pt x="317182" y="271564"/>
                </a:moveTo>
                <a:lnTo>
                  <a:pt x="302031" y="249821"/>
                </a:lnTo>
                <a:lnTo>
                  <a:pt x="284022" y="225945"/>
                </a:lnTo>
                <a:lnTo>
                  <a:pt x="263131" y="200101"/>
                </a:lnTo>
                <a:lnTo>
                  <a:pt x="239369" y="172415"/>
                </a:lnTo>
                <a:lnTo>
                  <a:pt x="213461" y="192227"/>
                </a:lnTo>
                <a:lnTo>
                  <a:pt x="233438" y="218262"/>
                </a:lnTo>
                <a:lnTo>
                  <a:pt x="252133" y="243890"/>
                </a:lnTo>
                <a:lnTo>
                  <a:pt x="269430" y="269240"/>
                </a:lnTo>
                <a:lnTo>
                  <a:pt x="285178" y="294424"/>
                </a:lnTo>
                <a:lnTo>
                  <a:pt x="317182" y="271564"/>
                </a:lnTo>
                <a:close/>
              </a:path>
              <a:path w="1287145" h="436879">
                <a:moveTo>
                  <a:pt x="399478" y="71729"/>
                </a:moveTo>
                <a:lnTo>
                  <a:pt x="259181" y="71729"/>
                </a:lnTo>
                <a:lnTo>
                  <a:pt x="264909" y="56553"/>
                </a:lnTo>
                <a:lnTo>
                  <a:pt x="270649" y="40970"/>
                </a:lnTo>
                <a:lnTo>
                  <a:pt x="276402" y="25133"/>
                </a:lnTo>
                <a:lnTo>
                  <a:pt x="282130" y="9144"/>
                </a:lnTo>
                <a:lnTo>
                  <a:pt x="243941" y="0"/>
                </a:lnTo>
                <a:lnTo>
                  <a:pt x="229362" y="46304"/>
                </a:lnTo>
                <a:lnTo>
                  <a:pt x="213080" y="88874"/>
                </a:lnTo>
                <a:lnTo>
                  <a:pt x="195072" y="127444"/>
                </a:lnTo>
                <a:lnTo>
                  <a:pt x="175361" y="161747"/>
                </a:lnTo>
                <a:lnTo>
                  <a:pt x="183946" y="166077"/>
                </a:lnTo>
                <a:lnTo>
                  <a:pt x="191554" y="170129"/>
                </a:lnTo>
                <a:lnTo>
                  <a:pt x="198285" y="174167"/>
                </a:lnTo>
                <a:lnTo>
                  <a:pt x="204317" y="178511"/>
                </a:lnTo>
                <a:lnTo>
                  <a:pt x="214579" y="161886"/>
                </a:lnTo>
                <a:lnTo>
                  <a:pt x="224701" y="143979"/>
                </a:lnTo>
                <a:lnTo>
                  <a:pt x="234530" y="124637"/>
                </a:lnTo>
                <a:lnTo>
                  <a:pt x="243941" y="103733"/>
                </a:lnTo>
                <a:lnTo>
                  <a:pt x="361378" y="103733"/>
                </a:lnTo>
                <a:lnTo>
                  <a:pt x="360451" y="170129"/>
                </a:lnTo>
                <a:lnTo>
                  <a:pt x="359473" y="225945"/>
                </a:lnTo>
                <a:lnTo>
                  <a:pt x="358305" y="275602"/>
                </a:lnTo>
                <a:lnTo>
                  <a:pt x="356946" y="315328"/>
                </a:lnTo>
                <a:lnTo>
                  <a:pt x="350977" y="364299"/>
                </a:lnTo>
                <a:lnTo>
                  <a:pt x="312610" y="387489"/>
                </a:lnTo>
                <a:lnTo>
                  <a:pt x="293763" y="387172"/>
                </a:lnTo>
                <a:lnTo>
                  <a:pt x="273888" y="386156"/>
                </a:lnTo>
                <a:lnTo>
                  <a:pt x="253161" y="384263"/>
                </a:lnTo>
                <a:lnTo>
                  <a:pt x="231749" y="381393"/>
                </a:lnTo>
                <a:lnTo>
                  <a:pt x="230225" y="381393"/>
                </a:lnTo>
                <a:lnTo>
                  <a:pt x="232486" y="390575"/>
                </a:lnTo>
                <a:lnTo>
                  <a:pt x="234607" y="400062"/>
                </a:lnTo>
                <a:lnTo>
                  <a:pt x="236435" y="410108"/>
                </a:lnTo>
                <a:lnTo>
                  <a:pt x="237845" y="421017"/>
                </a:lnTo>
                <a:lnTo>
                  <a:pt x="278841" y="423113"/>
                </a:lnTo>
                <a:lnTo>
                  <a:pt x="298996" y="423799"/>
                </a:lnTo>
                <a:lnTo>
                  <a:pt x="318706" y="424065"/>
                </a:lnTo>
                <a:lnTo>
                  <a:pt x="348970" y="419773"/>
                </a:lnTo>
                <a:lnTo>
                  <a:pt x="383616" y="387489"/>
                </a:lnTo>
                <a:lnTo>
                  <a:pt x="391858" y="330987"/>
                </a:lnTo>
                <a:lnTo>
                  <a:pt x="394906" y="254736"/>
                </a:lnTo>
                <a:lnTo>
                  <a:pt x="396430" y="202882"/>
                </a:lnTo>
                <a:lnTo>
                  <a:pt x="397903" y="143979"/>
                </a:lnTo>
                <a:lnTo>
                  <a:pt x="398780" y="103733"/>
                </a:lnTo>
                <a:lnTo>
                  <a:pt x="399478" y="71729"/>
                </a:lnTo>
                <a:close/>
              </a:path>
              <a:path w="1287145" h="436879">
                <a:moveTo>
                  <a:pt x="553593" y="9144"/>
                </a:moveTo>
                <a:lnTo>
                  <a:pt x="521487" y="0"/>
                </a:lnTo>
                <a:lnTo>
                  <a:pt x="506857" y="48120"/>
                </a:lnTo>
                <a:lnTo>
                  <a:pt x="490397" y="93522"/>
                </a:lnTo>
                <a:lnTo>
                  <a:pt x="472109" y="136067"/>
                </a:lnTo>
                <a:lnTo>
                  <a:pt x="451993" y="175615"/>
                </a:lnTo>
                <a:lnTo>
                  <a:pt x="430047" y="212026"/>
                </a:lnTo>
                <a:lnTo>
                  <a:pt x="433463" y="220941"/>
                </a:lnTo>
                <a:lnTo>
                  <a:pt x="436714" y="229552"/>
                </a:lnTo>
                <a:lnTo>
                  <a:pt x="439699" y="238175"/>
                </a:lnTo>
                <a:lnTo>
                  <a:pt x="442239" y="247078"/>
                </a:lnTo>
                <a:lnTo>
                  <a:pt x="453174" y="232791"/>
                </a:lnTo>
                <a:lnTo>
                  <a:pt x="463384" y="217360"/>
                </a:lnTo>
                <a:lnTo>
                  <a:pt x="473316" y="200787"/>
                </a:lnTo>
                <a:lnTo>
                  <a:pt x="483387" y="183070"/>
                </a:lnTo>
                <a:lnTo>
                  <a:pt x="483387" y="431685"/>
                </a:lnTo>
                <a:lnTo>
                  <a:pt x="513867" y="431685"/>
                </a:lnTo>
                <a:lnTo>
                  <a:pt x="513867" y="183070"/>
                </a:lnTo>
                <a:lnTo>
                  <a:pt x="513867" y="118973"/>
                </a:lnTo>
                <a:lnTo>
                  <a:pt x="524027" y="93522"/>
                </a:lnTo>
                <a:lnTo>
                  <a:pt x="534263" y="66344"/>
                </a:lnTo>
                <a:lnTo>
                  <a:pt x="544131" y="38315"/>
                </a:lnTo>
                <a:lnTo>
                  <a:pt x="553593" y="9144"/>
                </a:lnTo>
                <a:close/>
              </a:path>
              <a:path w="1287145" h="436879">
                <a:moveTo>
                  <a:pt x="866203" y="393585"/>
                </a:moveTo>
                <a:lnTo>
                  <a:pt x="814971" y="388150"/>
                </a:lnTo>
                <a:lnTo>
                  <a:pt x="768769" y="378714"/>
                </a:lnTo>
                <a:lnTo>
                  <a:pt x="753605" y="373773"/>
                </a:lnTo>
                <a:lnTo>
                  <a:pt x="727443" y="365252"/>
                </a:lnTo>
                <a:lnTo>
                  <a:pt x="690854" y="347764"/>
                </a:lnTo>
                <a:lnTo>
                  <a:pt x="690854" y="346240"/>
                </a:lnTo>
                <a:lnTo>
                  <a:pt x="700278" y="329374"/>
                </a:lnTo>
                <a:lnTo>
                  <a:pt x="700811" y="327952"/>
                </a:lnTo>
                <a:lnTo>
                  <a:pt x="707999" y="308508"/>
                </a:lnTo>
                <a:lnTo>
                  <a:pt x="713994" y="283616"/>
                </a:lnTo>
                <a:lnTo>
                  <a:pt x="718286" y="254698"/>
                </a:lnTo>
                <a:lnTo>
                  <a:pt x="806678" y="254698"/>
                </a:lnTo>
                <a:lnTo>
                  <a:pt x="806678" y="273088"/>
                </a:lnTo>
                <a:lnTo>
                  <a:pt x="840295" y="273088"/>
                </a:lnTo>
                <a:lnTo>
                  <a:pt x="840295" y="225742"/>
                </a:lnTo>
                <a:lnTo>
                  <a:pt x="840295" y="163258"/>
                </a:lnTo>
                <a:lnTo>
                  <a:pt x="840295" y="134213"/>
                </a:lnTo>
                <a:lnTo>
                  <a:pt x="806678" y="134213"/>
                </a:lnTo>
                <a:lnTo>
                  <a:pt x="806678" y="163258"/>
                </a:lnTo>
                <a:lnTo>
                  <a:pt x="806678" y="225742"/>
                </a:lnTo>
                <a:lnTo>
                  <a:pt x="719810" y="225742"/>
                </a:lnTo>
                <a:lnTo>
                  <a:pt x="720686" y="204838"/>
                </a:lnTo>
                <a:lnTo>
                  <a:pt x="721144" y="187642"/>
                </a:lnTo>
                <a:lnTo>
                  <a:pt x="721283" y="175615"/>
                </a:lnTo>
                <a:lnTo>
                  <a:pt x="721334" y="163258"/>
                </a:lnTo>
                <a:lnTo>
                  <a:pt x="806678" y="163258"/>
                </a:lnTo>
                <a:lnTo>
                  <a:pt x="806678" y="134213"/>
                </a:lnTo>
                <a:lnTo>
                  <a:pt x="721334" y="134213"/>
                </a:lnTo>
                <a:lnTo>
                  <a:pt x="721334" y="91541"/>
                </a:lnTo>
                <a:lnTo>
                  <a:pt x="863155" y="91541"/>
                </a:lnTo>
                <a:lnTo>
                  <a:pt x="863155" y="61061"/>
                </a:lnTo>
                <a:lnTo>
                  <a:pt x="721334" y="61061"/>
                </a:lnTo>
                <a:lnTo>
                  <a:pt x="721334" y="1524"/>
                </a:lnTo>
                <a:lnTo>
                  <a:pt x="687806" y="1524"/>
                </a:lnTo>
                <a:lnTo>
                  <a:pt x="687806" y="61061"/>
                </a:lnTo>
                <a:lnTo>
                  <a:pt x="547497" y="61061"/>
                </a:lnTo>
                <a:lnTo>
                  <a:pt x="547497" y="91541"/>
                </a:lnTo>
                <a:lnTo>
                  <a:pt x="687806" y="91541"/>
                </a:lnTo>
                <a:lnTo>
                  <a:pt x="687806" y="134213"/>
                </a:lnTo>
                <a:lnTo>
                  <a:pt x="687806" y="163258"/>
                </a:lnTo>
                <a:lnTo>
                  <a:pt x="687730" y="187642"/>
                </a:lnTo>
                <a:lnTo>
                  <a:pt x="687616" y="199644"/>
                </a:lnTo>
                <a:lnTo>
                  <a:pt x="687158" y="214058"/>
                </a:lnTo>
                <a:lnTo>
                  <a:pt x="686282" y="225742"/>
                </a:lnTo>
                <a:lnTo>
                  <a:pt x="602361" y="225742"/>
                </a:lnTo>
                <a:lnTo>
                  <a:pt x="602361" y="163258"/>
                </a:lnTo>
                <a:lnTo>
                  <a:pt x="687806" y="163258"/>
                </a:lnTo>
                <a:lnTo>
                  <a:pt x="687806" y="134213"/>
                </a:lnTo>
                <a:lnTo>
                  <a:pt x="568833" y="134213"/>
                </a:lnTo>
                <a:lnTo>
                  <a:pt x="568833" y="254698"/>
                </a:lnTo>
                <a:lnTo>
                  <a:pt x="684758" y="254698"/>
                </a:lnTo>
                <a:lnTo>
                  <a:pt x="680694" y="278193"/>
                </a:lnTo>
                <a:lnTo>
                  <a:pt x="675525" y="298221"/>
                </a:lnTo>
                <a:lnTo>
                  <a:pt x="669226" y="314807"/>
                </a:lnTo>
                <a:lnTo>
                  <a:pt x="661797" y="327952"/>
                </a:lnTo>
                <a:lnTo>
                  <a:pt x="647509" y="314833"/>
                </a:lnTo>
                <a:lnTo>
                  <a:pt x="634365" y="300710"/>
                </a:lnTo>
                <a:lnTo>
                  <a:pt x="622363" y="285737"/>
                </a:lnTo>
                <a:lnTo>
                  <a:pt x="611505" y="270040"/>
                </a:lnTo>
                <a:lnTo>
                  <a:pt x="582549" y="285280"/>
                </a:lnTo>
                <a:lnTo>
                  <a:pt x="594575" y="304114"/>
                </a:lnTo>
                <a:lnTo>
                  <a:pt x="607885" y="321665"/>
                </a:lnTo>
                <a:lnTo>
                  <a:pt x="622630" y="337781"/>
                </a:lnTo>
                <a:lnTo>
                  <a:pt x="638937" y="352336"/>
                </a:lnTo>
                <a:lnTo>
                  <a:pt x="619264" y="366699"/>
                </a:lnTo>
                <a:lnTo>
                  <a:pt x="594728" y="380047"/>
                </a:lnTo>
                <a:lnTo>
                  <a:pt x="565607" y="392506"/>
                </a:lnTo>
                <a:lnTo>
                  <a:pt x="532155" y="404253"/>
                </a:lnTo>
                <a:lnTo>
                  <a:pt x="538645" y="411873"/>
                </a:lnTo>
                <a:lnTo>
                  <a:pt x="544779" y="419303"/>
                </a:lnTo>
                <a:lnTo>
                  <a:pt x="550240" y="426326"/>
                </a:lnTo>
                <a:lnTo>
                  <a:pt x="555117" y="433209"/>
                </a:lnTo>
                <a:lnTo>
                  <a:pt x="589673" y="419849"/>
                </a:lnTo>
                <a:lnTo>
                  <a:pt x="620077" y="405206"/>
                </a:lnTo>
                <a:lnTo>
                  <a:pt x="646201" y="389699"/>
                </a:lnTo>
                <a:lnTo>
                  <a:pt x="667893" y="373773"/>
                </a:lnTo>
                <a:lnTo>
                  <a:pt x="704545" y="393509"/>
                </a:lnTo>
                <a:lnTo>
                  <a:pt x="745909" y="409397"/>
                </a:lnTo>
                <a:lnTo>
                  <a:pt x="792111" y="421563"/>
                </a:lnTo>
                <a:lnTo>
                  <a:pt x="843343" y="430161"/>
                </a:lnTo>
                <a:lnTo>
                  <a:pt x="848410" y="421017"/>
                </a:lnTo>
                <a:lnTo>
                  <a:pt x="854125" y="411988"/>
                </a:lnTo>
                <a:lnTo>
                  <a:pt x="860272" y="402729"/>
                </a:lnTo>
                <a:lnTo>
                  <a:pt x="866203" y="393585"/>
                </a:lnTo>
                <a:close/>
              </a:path>
              <a:path w="1287145" h="436879">
                <a:moveTo>
                  <a:pt x="1287119" y="25908"/>
                </a:moveTo>
                <a:lnTo>
                  <a:pt x="1252067" y="25908"/>
                </a:lnTo>
                <a:lnTo>
                  <a:pt x="1252067" y="58013"/>
                </a:lnTo>
                <a:lnTo>
                  <a:pt x="1252067" y="140309"/>
                </a:lnTo>
                <a:lnTo>
                  <a:pt x="1252067" y="170878"/>
                </a:lnTo>
                <a:lnTo>
                  <a:pt x="1252067" y="253174"/>
                </a:lnTo>
                <a:lnTo>
                  <a:pt x="1123950" y="253174"/>
                </a:lnTo>
                <a:lnTo>
                  <a:pt x="1123950" y="170878"/>
                </a:lnTo>
                <a:lnTo>
                  <a:pt x="1252067" y="170878"/>
                </a:lnTo>
                <a:lnTo>
                  <a:pt x="1252067" y="140309"/>
                </a:lnTo>
                <a:lnTo>
                  <a:pt x="1123950" y="140309"/>
                </a:lnTo>
                <a:lnTo>
                  <a:pt x="1123950" y="58013"/>
                </a:lnTo>
                <a:lnTo>
                  <a:pt x="1252067" y="58013"/>
                </a:lnTo>
                <a:lnTo>
                  <a:pt x="1252067" y="25908"/>
                </a:lnTo>
                <a:lnTo>
                  <a:pt x="1088809" y="25908"/>
                </a:lnTo>
                <a:lnTo>
                  <a:pt x="1088809" y="58013"/>
                </a:lnTo>
                <a:lnTo>
                  <a:pt x="1088809" y="140309"/>
                </a:lnTo>
                <a:lnTo>
                  <a:pt x="1088809" y="170878"/>
                </a:lnTo>
                <a:lnTo>
                  <a:pt x="1088809" y="253174"/>
                </a:lnTo>
                <a:lnTo>
                  <a:pt x="963828" y="253174"/>
                </a:lnTo>
                <a:lnTo>
                  <a:pt x="964717" y="233464"/>
                </a:lnTo>
                <a:lnTo>
                  <a:pt x="965161" y="213169"/>
                </a:lnTo>
                <a:lnTo>
                  <a:pt x="965339" y="192316"/>
                </a:lnTo>
                <a:lnTo>
                  <a:pt x="965352" y="170878"/>
                </a:lnTo>
                <a:lnTo>
                  <a:pt x="1088809" y="170878"/>
                </a:lnTo>
                <a:lnTo>
                  <a:pt x="1088809" y="140309"/>
                </a:lnTo>
                <a:lnTo>
                  <a:pt x="965352" y="140309"/>
                </a:lnTo>
                <a:lnTo>
                  <a:pt x="965352" y="58013"/>
                </a:lnTo>
                <a:lnTo>
                  <a:pt x="1088809" y="58013"/>
                </a:lnTo>
                <a:lnTo>
                  <a:pt x="1088809" y="25908"/>
                </a:lnTo>
                <a:lnTo>
                  <a:pt x="930211" y="25908"/>
                </a:lnTo>
                <a:lnTo>
                  <a:pt x="930211" y="183070"/>
                </a:lnTo>
                <a:lnTo>
                  <a:pt x="929640" y="223977"/>
                </a:lnTo>
                <a:lnTo>
                  <a:pt x="925068" y="290957"/>
                </a:lnTo>
                <a:lnTo>
                  <a:pt x="914450" y="340969"/>
                </a:lnTo>
                <a:lnTo>
                  <a:pt x="894918" y="385521"/>
                </a:lnTo>
                <a:lnTo>
                  <a:pt x="881443" y="405765"/>
                </a:lnTo>
                <a:lnTo>
                  <a:pt x="888923" y="413753"/>
                </a:lnTo>
                <a:lnTo>
                  <a:pt x="895540" y="421576"/>
                </a:lnTo>
                <a:lnTo>
                  <a:pt x="901585" y="429133"/>
                </a:lnTo>
                <a:lnTo>
                  <a:pt x="907351" y="436257"/>
                </a:lnTo>
                <a:lnTo>
                  <a:pt x="927900" y="404520"/>
                </a:lnTo>
                <a:lnTo>
                  <a:pt x="943737" y="368769"/>
                </a:lnTo>
                <a:lnTo>
                  <a:pt x="954709" y="329018"/>
                </a:lnTo>
                <a:lnTo>
                  <a:pt x="960691" y="285280"/>
                </a:lnTo>
                <a:lnTo>
                  <a:pt x="1088809" y="285280"/>
                </a:lnTo>
                <a:lnTo>
                  <a:pt x="1088809" y="424053"/>
                </a:lnTo>
                <a:lnTo>
                  <a:pt x="1123950" y="424053"/>
                </a:lnTo>
                <a:lnTo>
                  <a:pt x="1123950" y="285280"/>
                </a:lnTo>
                <a:lnTo>
                  <a:pt x="1252067" y="285280"/>
                </a:lnTo>
                <a:lnTo>
                  <a:pt x="1252067" y="366141"/>
                </a:lnTo>
                <a:lnTo>
                  <a:pt x="1250340" y="377266"/>
                </a:lnTo>
                <a:lnTo>
                  <a:pt x="1245196" y="385381"/>
                </a:lnTo>
                <a:lnTo>
                  <a:pt x="1236586" y="390359"/>
                </a:lnTo>
                <a:lnTo>
                  <a:pt x="1224534" y="392049"/>
                </a:lnTo>
                <a:lnTo>
                  <a:pt x="1212011" y="391795"/>
                </a:lnTo>
                <a:lnTo>
                  <a:pt x="1197483" y="391096"/>
                </a:lnTo>
                <a:lnTo>
                  <a:pt x="1163574" y="389001"/>
                </a:lnTo>
                <a:lnTo>
                  <a:pt x="1165593" y="399859"/>
                </a:lnTo>
                <a:lnTo>
                  <a:pt x="1167193" y="409575"/>
                </a:lnTo>
                <a:lnTo>
                  <a:pt x="1169670" y="425589"/>
                </a:lnTo>
                <a:lnTo>
                  <a:pt x="1188313" y="425818"/>
                </a:lnTo>
                <a:lnTo>
                  <a:pt x="1222171" y="426872"/>
                </a:lnTo>
                <a:lnTo>
                  <a:pt x="1238250" y="427113"/>
                </a:lnTo>
                <a:lnTo>
                  <a:pt x="1259420" y="423722"/>
                </a:lnTo>
                <a:lnTo>
                  <a:pt x="1274724" y="413766"/>
                </a:lnTo>
                <a:lnTo>
                  <a:pt x="1283995" y="397535"/>
                </a:lnTo>
                <a:lnTo>
                  <a:pt x="1284757" y="392049"/>
                </a:lnTo>
                <a:lnTo>
                  <a:pt x="1287119" y="375285"/>
                </a:lnTo>
                <a:lnTo>
                  <a:pt x="1287119" y="58013"/>
                </a:lnTo>
                <a:lnTo>
                  <a:pt x="1287119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49928" y="5169598"/>
            <a:ext cx="109823" cy="109823"/>
          </a:xfrm>
          <a:prstGeom prst="rect">
            <a:avLst/>
          </a:prstGeom>
        </p:spPr>
      </p:pic>
      <p:sp>
        <p:nvSpPr>
          <p:cNvPr id="74" name="object 74" descr=""/>
          <p:cNvSpPr/>
          <p:nvPr/>
        </p:nvSpPr>
        <p:spPr>
          <a:xfrm>
            <a:off x="1303680" y="4998720"/>
            <a:ext cx="1776730" cy="431800"/>
          </a:xfrm>
          <a:custGeom>
            <a:avLst/>
            <a:gdLst/>
            <a:ahLst/>
            <a:cxnLst/>
            <a:rect l="l" t="t" r="r" b="b"/>
            <a:pathLst>
              <a:path w="1776730" h="431800">
                <a:moveTo>
                  <a:pt x="120497" y="327952"/>
                </a:moveTo>
                <a:lnTo>
                  <a:pt x="106540" y="307136"/>
                </a:lnTo>
                <a:lnTo>
                  <a:pt x="90017" y="283743"/>
                </a:lnTo>
                <a:lnTo>
                  <a:pt x="71196" y="258051"/>
                </a:lnTo>
                <a:lnTo>
                  <a:pt x="50393" y="230327"/>
                </a:lnTo>
                <a:lnTo>
                  <a:pt x="24472" y="248704"/>
                </a:lnTo>
                <a:lnTo>
                  <a:pt x="42430" y="274726"/>
                </a:lnTo>
                <a:lnTo>
                  <a:pt x="59537" y="300342"/>
                </a:lnTo>
                <a:lnTo>
                  <a:pt x="75488" y="325678"/>
                </a:lnTo>
                <a:lnTo>
                  <a:pt x="90017" y="350913"/>
                </a:lnTo>
                <a:lnTo>
                  <a:pt x="120497" y="327952"/>
                </a:lnTo>
                <a:close/>
              </a:path>
              <a:path w="1776730" h="431800">
                <a:moveTo>
                  <a:pt x="375196" y="16764"/>
                </a:moveTo>
                <a:lnTo>
                  <a:pt x="341668" y="16764"/>
                </a:lnTo>
                <a:lnTo>
                  <a:pt x="341668" y="48869"/>
                </a:lnTo>
                <a:lnTo>
                  <a:pt x="341668" y="93065"/>
                </a:lnTo>
                <a:lnTo>
                  <a:pt x="341668" y="123545"/>
                </a:lnTo>
                <a:lnTo>
                  <a:pt x="341668" y="167843"/>
                </a:lnTo>
                <a:lnTo>
                  <a:pt x="83921" y="167843"/>
                </a:lnTo>
                <a:lnTo>
                  <a:pt x="83921" y="123545"/>
                </a:lnTo>
                <a:lnTo>
                  <a:pt x="341668" y="123545"/>
                </a:lnTo>
                <a:lnTo>
                  <a:pt x="341668" y="93065"/>
                </a:lnTo>
                <a:lnTo>
                  <a:pt x="83921" y="93065"/>
                </a:lnTo>
                <a:lnTo>
                  <a:pt x="83921" y="48869"/>
                </a:lnTo>
                <a:lnTo>
                  <a:pt x="341668" y="48869"/>
                </a:lnTo>
                <a:lnTo>
                  <a:pt x="341668" y="16764"/>
                </a:lnTo>
                <a:lnTo>
                  <a:pt x="50393" y="16764"/>
                </a:lnTo>
                <a:lnTo>
                  <a:pt x="50393" y="215087"/>
                </a:lnTo>
                <a:lnTo>
                  <a:pt x="83921" y="215087"/>
                </a:lnTo>
                <a:lnTo>
                  <a:pt x="83921" y="199847"/>
                </a:lnTo>
                <a:lnTo>
                  <a:pt x="341668" y="199847"/>
                </a:lnTo>
                <a:lnTo>
                  <a:pt x="341668" y="215087"/>
                </a:lnTo>
                <a:lnTo>
                  <a:pt x="375196" y="215087"/>
                </a:lnTo>
                <a:lnTo>
                  <a:pt x="375196" y="199847"/>
                </a:lnTo>
                <a:lnTo>
                  <a:pt x="375196" y="167843"/>
                </a:lnTo>
                <a:lnTo>
                  <a:pt x="375196" y="123545"/>
                </a:lnTo>
                <a:lnTo>
                  <a:pt x="375196" y="93065"/>
                </a:lnTo>
                <a:lnTo>
                  <a:pt x="375196" y="48869"/>
                </a:lnTo>
                <a:lnTo>
                  <a:pt x="375196" y="16764"/>
                </a:lnTo>
                <a:close/>
              </a:path>
              <a:path w="1776730" h="431800">
                <a:moveTo>
                  <a:pt x="404152" y="247180"/>
                </a:moveTo>
                <a:lnTo>
                  <a:pt x="372148" y="230327"/>
                </a:lnTo>
                <a:lnTo>
                  <a:pt x="355904" y="257213"/>
                </a:lnTo>
                <a:lnTo>
                  <a:pt x="339382" y="282790"/>
                </a:lnTo>
                <a:lnTo>
                  <a:pt x="322846" y="306920"/>
                </a:lnTo>
                <a:lnTo>
                  <a:pt x="306616" y="329476"/>
                </a:lnTo>
                <a:lnTo>
                  <a:pt x="334048" y="349389"/>
                </a:lnTo>
                <a:lnTo>
                  <a:pt x="351205" y="325869"/>
                </a:lnTo>
                <a:lnTo>
                  <a:pt x="368528" y="301104"/>
                </a:lnTo>
                <a:lnTo>
                  <a:pt x="386118" y="274916"/>
                </a:lnTo>
                <a:lnTo>
                  <a:pt x="404152" y="247180"/>
                </a:lnTo>
                <a:close/>
              </a:path>
              <a:path w="1776730" h="431800">
                <a:moveTo>
                  <a:pt x="425488" y="381393"/>
                </a:moveTo>
                <a:lnTo>
                  <a:pt x="277558" y="381393"/>
                </a:lnTo>
                <a:lnTo>
                  <a:pt x="277558" y="212039"/>
                </a:lnTo>
                <a:lnTo>
                  <a:pt x="244030" y="212039"/>
                </a:lnTo>
                <a:lnTo>
                  <a:pt x="244030" y="381393"/>
                </a:lnTo>
                <a:lnTo>
                  <a:pt x="178498" y="381393"/>
                </a:lnTo>
                <a:lnTo>
                  <a:pt x="178498" y="212039"/>
                </a:lnTo>
                <a:lnTo>
                  <a:pt x="144881" y="212039"/>
                </a:lnTo>
                <a:lnTo>
                  <a:pt x="144881" y="381393"/>
                </a:lnTo>
                <a:lnTo>
                  <a:pt x="0" y="381393"/>
                </a:lnTo>
                <a:lnTo>
                  <a:pt x="0" y="411873"/>
                </a:lnTo>
                <a:lnTo>
                  <a:pt x="425488" y="411873"/>
                </a:lnTo>
                <a:lnTo>
                  <a:pt x="425488" y="381393"/>
                </a:lnTo>
                <a:close/>
              </a:path>
              <a:path w="1776730" h="431800">
                <a:moveTo>
                  <a:pt x="573506" y="238036"/>
                </a:moveTo>
                <a:lnTo>
                  <a:pt x="541401" y="221183"/>
                </a:lnTo>
                <a:lnTo>
                  <a:pt x="518261" y="262115"/>
                </a:lnTo>
                <a:lnTo>
                  <a:pt x="494538" y="300329"/>
                </a:lnTo>
                <a:lnTo>
                  <a:pt x="470255" y="335965"/>
                </a:lnTo>
                <a:lnTo>
                  <a:pt x="445389" y="369201"/>
                </a:lnTo>
                <a:lnTo>
                  <a:pt x="460438" y="379869"/>
                </a:lnTo>
                <a:lnTo>
                  <a:pt x="467461" y="385051"/>
                </a:lnTo>
                <a:lnTo>
                  <a:pt x="474345" y="390537"/>
                </a:lnTo>
                <a:lnTo>
                  <a:pt x="500329" y="353631"/>
                </a:lnTo>
                <a:lnTo>
                  <a:pt x="525602" y="316001"/>
                </a:lnTo>
                <a:lnTo>
                  <a:pt x="550037" y="277507"/>
                </a:lnTo>
                <a:lnTo>
                  <a:pt x="573506" y="238036"/>
                </a:lnTo>
                <a:close/>
              </a:path>
              <a:path w="1776730" h="431800">
                <a:moveTo>
                  <a:pt x="840295" y="26009"/>
                </a:moveTo>
                <a:lnTo>
                  <a:pt x="485013" y="26009"/>
                </a:lnTo>
                <a:lnTo>
                  <a:pt x="485013" y="58013"/>
                </a:lnTo>
                <a:lnTo>
                  <a:pt x="840295" y="58013"/>
                </a:lnTo>
                <a:lnTo>
                  <a:pt x="840295" y="26009"/>
                </a:lnTo>
                <a:close/>
              </a:path>
              <a:path w="1776730" h="431800">
                <a:moveTo>
                  <a:pt x="878497" y="155638"/>
                </a:moveTo>
                <a:lnTo>
                  <a:pt x="443865" y="155638"/>
                </a:lnTo>
                <a:lnTo>
                  <a:pt x="443865" y="187655"/>
                </a:lnTo>
                <a:lnTo>
                  <a:pt x="652754" y="187655"/>
                </a:lnTo>
                <a:lnTo>
                  <a:pt x="652754" y="353961"/>
                </a:lnTo>
                <a:lnTo>
                  <a:pt x="651014" y="366839"/>
                </a:lnTo>
                <a:lnTo>
                  <a:pt x="645706" y="375869"/>
                </a:lnTo>
                <a:lnTo>
                  <a:pt x="636676" y="381177"/>
                </a:lnTo>
                <a:lnTo>
                  <a:pt x="623798" y="382917"/>
                </a:lnTo>
                <a:lnTo>
                  <a:pt x="608406" y="382651"/>
                </a:lnTo>
                <a:lnTo>
                  <a:pt x="592162" y="381965"/>
                </a:lnTo>
                <a:lnTo>
                  <a:pt x="558165" y="379869"/>
                </a:lnTo>
                <a:lnTo>
                  <a:pt x="560146" y="390537"/>
                </a:lnTo>
                <a:lnTo>
                  <a:pt x="561784" y="400824"/>
                </a:lnTo>
                <a:lnTo>
                  <a:pt x="563092" y="410298"/>
                </a:lnTo>
                <a:lnTo>
                  <a:pt x="564261" y="419493"/>
                </a:lnTo>
                <a:lnTo>
                  <a:pt x="583171" y="419722"/>
                </a:lnTo>
                <a:lnTo>
                  <a:pt x="617499" y="420776"/>
                </a:lnTo>
                <a:lnTo>
                  <a:pt x="632942" y="421017"/>
                </a:lnTo>
                <a:lnTo>
                  <a:pt x="658063" y="416699"/>
                </a:lnTo>
                <a:lnTo>
                  <a:pt x="676186" y="405968"/>
                </a:lnTo>
                <a:lnTo>
                  <a:pt x="687158" y="388645"/>
                </a:lnTo>
                <a:lnTo>
                  <a:pt x="688035" y="382917"/>
                </a:lnTo>
                <a:lnTo>
                  <a:pt x="690854" y="364629"/>
                </a:lnTo>
                <a:lnTo>
                  <a:pt x="690854" y="187655"/>
                </a:lnTo>
                <a:lnTo>
                  <a:pt x="878497" y="187655"/>
                </a:lnTo>
                <a:lnTo>
                  <a:pt x="878497" y="155638"/>
                </a:lnTo>
                <a:close/>
              </a:path>
              <a:path w="1776730" h="431800">
                <a:moveTo>
                  <a:pt x="880021" y="360057"/>
                </a:moveTo>
                <a:lnTo>
                  <a:pt x="854595" y="323964"/>
                </a:lnTo>
                <a:lnTo>
                  <a:pt x="828725" y="288899"/>
                </a:lnTo>
                <a:lnTo>
                  <a:pt x="802563" y="254685"/>
                </a:lnTo>
                <a:lnTo>
                  <a:pt x="776287" y="221183"/>
                </a:lnTo>
                <a:lnTo>
                  <a:pt x="745807" y="241084"/>
                </a:lnTo>
                <a:lnTo>
                  <a:pt x="770115" y="272186"/>
                </a:lnTo>
                <a:lnTo>
                  <a:pt x="795159" y="305866"/>
                </a:lnTo>
                <a:lnTo>
                  <a:pt x="821067" y="341845"/>
                </a:lnTo>
                <a:lnTo>
                  <a:pt x="848017" y="379869"/>
                </a:lnTo>
                <a:lnTo>
                  <a:pt x="880021" y="360057"/>
                </a:lnTo>
                <a:close/>
              </a:path>
              <a:path w="1776730" h="431800">
                <a:moveTo>
                  <a:pt x="1303972" y="18288"/>
                </a:moveTo>
                <a:lnTo>
                  <a:pt x="1273492" y="18288"/>
                </a:lnTo>
                <a:lnTo>
                  <a:pt x="1273492" y="44297"/>
                </a:lnTo>
                <a:lnTo>
                  <a:pt x="1273492" y="77825"/>
                </a:lnTo>
                <a:lnTo>
                  <a:pt x="972972" y="77825"/>
                </a:lnTo>
                <a:lnTo>
                  <a:pt x="972972" y="44297"/>
                </a:lnTo>
                <a:lnTo>
                  <a:pt x="1273492" y="44297"/>
                </a:lnTo>
                <a:lnTo>
                  <a:pt x="1273492" y="18288"/>
                </a:lnTo>
                <a:lnTo>
                  <a:pt x="942492" y="18288"/>
                </a:lnTo>
                <a:lnTo>
                  <a:pt x="942378" y="204419"/>
                </a:lnTo>
                <a:lnTo>
                  <a:pt x="939977" y="266306"/>
                </a:lnTo>
                <a:lnTo>
                  <a:pt x="930300" y="321513"/>
                </a:lnTo>
                <a:lnTo>
                  <a:pt x="913777" y="366991"/>
                </a:lnTo>
                <a:lnTo>
                  <a:pt x="890676" y="402729"/>
                </a:lnTo>
                <a:lnTo>
                  <a:pt x="896378" y="409816"/>
                </a:lnTo>
                <a:lnTo>
                  <a:pt x="901915" y="417207"/>
                </a:lnTo>
                <a:lnTo>
                  <a:pt x="907186" y="424586"/>
                </a:lnTo>
                <a:lnTo>
                  <a:pt x="912012" y="431685"/>
                </a:lnTo>
                <a:lnTo>
                  <a:pt x="934161" y="398564"/>
                </a:lnTo>
                <a:lnTo>
                  <a:pt x="951255" y="359587"/>
                </a:lnTo>
                <a:lnTo>
                  <a:pt x="963371" y="314731"/>
                </a:lnTo>
                <a:lnTo>
                  <a:pt x="970584" y="264033"/>
                </a:lnTo>
                <a:lnTo>
                  <a:pt x="972972" y="207467"/>
                </a:lnTo>
                <a:lnTo>
                  <a:pt x="972972" y="103733"/>
                </a:lnTo>
                <a:lnTo>
                  <a:pt x="1273492" y="103733"/>
                </a:lnTo>
                <a:lnTo>
                  <a:pt x="1273492" y="111353"/>
                </a:lnTo>
                <a:lnTo>
                  <a:pt x="1303972" y="111353"/>
                </a:lnTo>
                <a:lnTo>
                  <a:pt x="1303972" y="103733"/>
                </a:lnTo>
                <a:lnTo>
                  <a:pt x="1303972" y="77825"/>
                </a:lnTo>
                <a:lnTo>
                  <a:pt x="1303972" y="44297"/>
                </a:lnTo>
                <a:lnTo>
                  <a:pt x="1303972" y="18288"/>
                </a:lnTo>
                <a:close/>
              </a:path>
              <a:path w="1776730" h="431800">
                <a:moveTo>
                  <a:pt x="1310068" y="288328"/>
                </a:moveTo>
                <a:lnTo>
                  <a:pt x="1163675" y="288328"/>
                </a:lnTo>
                <a:lnTo>
                  <a:pt x="1163675" y="260896"/>
                </a:lnTo>
                <a:lnTo>
                  <a:pt x="1253591" y="260896"/>
                </a:lnTo>
                <a:lnTo>
                  <a:pt x="1253591" y="268516"/>
                </a:lnTo>
                <a:lnTo>
                  <a:pt x="1282636" y="268516"/>
                </a:lnTo>
                <a:lnTo>
                  <a:pt x="1282636" y="260896"/>
                </a:lnTo>
                <a:lnTo>
                  <a:pt x="1282636" y="236512"/>
                </a:lnTo>
                <a:lnTo>
                  <a:pt x="1282636" y="204419"/>
                </a:lnTo>
                <a:lnTo>
                  <a:pt x="1282636" y="180022"/>
                </a:lnTo>
                <a:lnTo>
                  <a:pt x="1253591" y="180022"/>
                </a:lnTo>
                <a:lnTo>
                  <a:pt x="1253591" y="204419"/>
                </a:lnTo>
                <a:lnTo>
                  <a:pt x="1253591" y="236512"/>
                </a:lnTo>
                <a:lnTo>
                  <a:pt x="1163675" y="236512"/>
                </a:lnTo>
                <a:lnTo>
                  <a:pt x="1163675" y="204419"/>
                </a:lnTo>
                <a:lnTo>
                  <a:pt x="1253591" y="204419"/>
                </a:lnTo>
                <a:lnTo>
                  <a:pt x="1253591" y="180022"/>
                </a:lnTo>
                <a:lnTo>
                  <a:pt x="1163675" y="180022"/>
                </a:lnTo>
                <a:lnTo>
                  <a:pt x="1163675" y="152590"/>
                </a:lnTo>
                <a:lnTo>
                  <a:pt x="1203147" y="150571"/>
                </a:lnTo>
                <a:lnTo>
                  <a:pt x="1302448" y="146494"/>
                </a:lnTo>
                <a:lnTo>
                  <a:pt x="1296352" y="120497"/>
                </a:lnTo>
                <a:lnTo>
                  <a:pt x="1260500" y="122669"/>
                </a:lnTo>
                <a:lnTo>
                  <a:pt x="1170533" y="126415"/>
                </a:lnTo>
                <a:lnTo>
                  <a:pt x="989838" y="131254"/>
                </a:lnTo>
                <a:lnTo>
                  <a:pt x="991222" y="138099"/>
                </a:lnTo>
                <a:lnTo>
                  <a:pt x="992886" y="144780"/>
                </a:lnTo>
                <a:lnTo>
                  <a:pt x="994549" y="151193"/>
                </a:lnTo>
                <a:lnTo>
                  <a:pt x="995934" y="157162"/>
                </a:lnTo>
                <a:lnTo>
                  <a:pt x="1134719" y="152590"/>
                </a:lnTo>
                <a:lnTo>
                  <a:pt x="1134719" y="180022"/>
                </a:lnTo>
                <a:lnTo>
                  <a:pt x="1134719" y="204419"/>
                </a:lnTo>
                <a:lnTo>
                  <a:pt x="1134719" y="236512"/>
                </a:lnTo>
                <a:lnTo>
                  <a:pt x="1046226" y="236512"/>
                </a:lnTo>
                <a:lnTo>
                  <a:pt x="1046226" y="204419"/>
                </a:lnTo>
                <a:lnTo>
                  <a:pt x="1134719" y="204419"/>
                </a:lnTo>
                <a:lnTo>
                  <a:pt x="1134719" y="180022"/>
                </a:lnTo>
                <a:lnTo>
                  <a:pt x="1017270" y="180022"/>
                </a:lnTo>
                <a:lnTo>
                  <a:pt x="1017270" y="268516"/>
                </a:lnTo>
                <a:lnTo>
                  <a:pt x="1046226" y="268516"/>
                </a:lnTo>
                <a:lnTo>
                  <a:pt x="1046226" y="260896"/>
                </a:lnTo>
                <a:lnTo>
                  <a:pt x="1134719" y="260896"/>
                </a:lnTo>
                <a:lnTo>
                  <a:pt x="1134719" y="288328"/>
                </a:lnTo>
                <a:lnTo>
                  <a:pt x="995934" y="288328"/>
                </a:lnTo>
                <a:lnTo>
                  <a:pt x="995934" y="430161"/>
                </a:lnTo>
                <a:lnTo>
                  <a:pt x="1026414" y="430161"/>
                </a:lnTo>
                <a:lnTo>
                  <a:pt x="1026414" y="312712"/>
                </a:lnTo>
                <a:lnTo>
                  <a:pt x="1134719" y="312712"/>
                </a:lnTo>
                <a:lnTo>
                  <a:pt x="1134719" y="352437"/>
                </a:lnTo>
                <a:lnTo>
                  <a:pt x="1095006" y="354533"/>
                </a:lnTo>
                <a:lnTo>
                  <a:pt x="1075042" y="355219"/>
                </a:lnTo>
                <a:lnTo>
                  <a:pt x="1055370" y="355485"/>
                </a:lnTo>
                <a:lnTo>
                  <a:pt x="1059942" y="384441"/>
                </a:lnTo>
                <a:lnTo>
                  <a:pt x="1104531" y="380174"/>
                </a:lnTo>
                <a:lnTo>
                  <a:pt x="1146860" y="376631"/>
                </a:lnTo>
                <a:lnTo>
                  <a:pt x="1186891" y="373938"/>
                </a:lnTo>
                <a:lnTo>
                  <a:pt x="1224635" y="372249"/>
                </a:lnTo>
                <a:lnTo>
                  <a:pt x="1230731" y="384441"/>
                </a:lnTo>
                <a:lnTo>
                  <a:pt x="1232255" y="390537"/>
                </a:lnTo>
                <a:lnTo>
                  <a:pt x="1258163" y="378345"/>
                </a:lnTo>
                <a:lnTo>
                  <a:pt x="1255115" y="372249"/>
                </a:lnTo>
                <a:lnTo>
                  <a:pt x="1244460" y="350913"/>
                </a:lnTo>
                <a:lnTo>
                  <a:pt x="1227683" y="317284"/>
                </a:lnTo>
                <a:lnTo>
                  <a:pt x="1203299" y="327952"/>
                </a:lnTo>
                <a:lnTo>
                  <a:pt x="1206347" y="334048"/>
                </a:lnTo>
                <a:lnTo>
                  <a:pt x="1210919" y="341769"/>
                </a:lnTo>
                <a:lnTo>
                  <a:pt x="1213967" y="347865"/>
                </a:lnTo>
                <a:lnTo>
                  <a:pt x="1201394" y="348983"/>
                </a:lnTo>
                <a:lnTo>
                  <a:pt x="1188821" y="349961"/>
                </a:lnTo>
                <a:lnTo>
                  <a:pt x="1176248" y="350647"/>
                </a:lnTo>
                <a:lnTo>
                  <a:pt x="1163675" y="350913"/>
                </a:lnTo>
                <a:lnTo>
                  <a:pt x="1163675" y="312712"/>
                </a:lnTo>
                <a:lnTo>
                  <a:pt x="1281112" y="312712"/>
                </a:lnTo>
                <a:lnTo>
                  <a:pt x="1281112" y="376821"/>
                </a:lnTo>
                <a:lnTo>
                  <a:pt x="1279664" y="386816"/>
                </a:lnTo>
                <a:lnTo>
                  <a:pt x="1275194" y="393966"/>
                </a:lnTo>
                <a:lnTo>
                  <a:pt x="1267574" y="398246"/>
                </a:lnTo>
                <a:lnTo>
                  <a:pt x="1256639" y="399681"/>
                </a:lnTo>
                <a:lnTo>
                  <a:pt x="1245755" y="399415"/>
                </a:lnTo>
                <a:lnTo>
                  <a:pt x="1233589" y="398729"/>
                </a:lnTo>
                <a:lnTo>
                  <a:pt x="1204823" y="396633"/>
                </a:lnTo>
                <a:lnTo>
                  <a:pt x="1207058" y="405460"/>
                </a:lnTo>
                <a:lnTo>
                  <a:pt x="1209014" y="413588"/>
                </a:lnTo>
                <a:lnTo>
                  <a:pt x="1210386" y="420839"/>
                </a:lnTo>
                <a:lnTo>
                  <a:pt x="1210919" y="427113"/>
                </a:lnTo>
                <a:lnTo>
                  <a:pt x="1227201" y="427990"/>
                </a:lnTo>
                <a:lnTo>
                  <a:pt x="1241780" y="428447"/>
                </a:lnTo>
                <a:lnTo>
                  <a:pt x="1254671" y="428612"/>
                </a:lnTo>
                <a:lnTo>
                  <a:pt x="1265872" y="428637"/>
                </a:lnTo>
                <a:lnTo>
                  <a:pt x="1285633" y="425780"/>
                </a:lnTo>
                <a:lnTo>
                  <a:pt x="1299400" y="417207"/>
                </a:lnTo>
                <a:lnTo>
                  <a:pt x="1307452" y="402920"/>
                </a:lnTo>
                <a:lnTo>
                  <a:pt x="1307871" y="399681"/>
                </a:lnTo>
                <a:lnTo>
                  <a:pt x="1310068" y="382917"/>
                </a:lnTo>
                <a:lnTo>
                  <a:pt x="1310068" y="312712"/>
                </a:lnTo>
                <a:lnTo>
                  <a:pt x="1310068" y="288328"/>
                </a:lnTo>
                <a:close/>
              </a:path>
              <a:path w="1776730" h="431800">
                <a:moveTo>
                  <a:pt x="1392364" y="105257"/>
                </a:moveTo>
                <a:lnTo>
                  <a:pt x="1363408" y="99161"/>
                </a:lnTo>
                <a:lnTo>
                  <a:pt x="1357668" y="129222"/>
                </a:lnTo>
                <a:lnTo>
                  <a:pt x="1351788" y="157543"/>
                </a:lnTo>
                <a:lnTo>
                  <a:pt x="1345615" y="184124"/>
                </a:lnTo>
                <a:lnTo>
                  <a:pt x="1339024" y="208978"/>
                </a:lnTo>
                <a:lnTo>
                  <a:pt x="1347863" y="211264"/>
                </a:lnTo>
                <a:lnTo>
                  <a:pt x="1355979" y="213550"/>
                </a:lnTo>
                <a:lnTo>
                  <a:pt x="1363243" y="215836"/>
                </a:lnTo>
                <a:lnTo>
                  <a:pt x="1369504" y="218122"/>
                </a:lnTo>
                <a:lnTo>
                  <a:pt x="1376070" y="188722"/>
                </a:lnTo>
                <a:lnTo>
                  <a:pt x="1382077" y="160020"/>
                </a:lnTo>
                <a:lnTo>
                  <a:pt x="1387500" y="132143"/>
                </a:lnTo>
                <a:lnTo>
                  <a:pt x="1392364" y="105257"/>
                </a:lnTo>
                <a:close/>
              </a:path>
              <a:path w="1776730" h="431800">
                <a:moveTo>
                  <a:pt x="1494574" y="140398"/>
                </a:moveTo>
                <a:lnTo>
                  <a:pt x="1472463" y="99161"/>
                </a:lnTo>
                <a:lnTo>
                  <a:pt x="1463243" y="83921"/>
                </a:lnTo>
                <a:lnTo>
                  <a:pt x="1456461" y="73253"/>
                </a:lnTo>
                <a:lnTo>
                  <a:pt x="1436649" y="83921"/>
                </a:lnTo>
                <a:lnTo>
                  <a:pt x="1436649" y="0"/>
                </a:lnTo>
                <a:lnTo>
                  <a:pt x="1403121" y="0"/>
                </a:lnTo>
                <a:lnTo>
                  <a:pt x="1403121" y="431685"/>
                </a:lnTo>
                <a:lnTo>
                  <a:pt x="1436649" y="431685"/>
                </a:lnTo>
                <a:lnTo>
                  <a:pt x="1436649" y="99161"/>
                </a:lnTo>
                <a:lnTo>
                  <a:pt x="1444650" y="112293"/>
                </a:lnTo>
                <a:lnTo>
                  <a:pt x="1452651" y="126453"/>
                </a:lnTo>
                <a:lnTo>
                  <a:pt x="1460652" y="141465"/>
                </a:lnTo>
                <a:lnTo>
                  <a:pt x="1468653" y="157162"/>
                </a:lnTo>
                <a:lnTo>
                  <a:pt x="1494574" y="140398"/>
                </a:lnTo>
                <a:close/>
              </a:path>
              <a:path w="1776730" h="431800">
                <a:moveTo>
                  <a:pt x="1776704" y="381381"/>
                </a:moveTo>
                <a:lnTo>
                  <a:pt x="1648587" y="381381"/>
                </a:lnTo>
                <a:lnTo>
                  <a:pt x="1648587" y="263944"/>
                </a:lnTo>
                <a:lnTo>
                  <a:pt x="1755368" y="263944"/>
                </a:lnTo>
                <a:lnTo>
                  <a:pt x="1755368" y="233464"/>
                </a:lnTo>
                <a:lnTo>
                  <a:pt x="1648587" y="233464"/>
                </a:lnTo>
                <a:lnTo>
                  <a:pt x="1648587" y="126593"/>
                </a:lnTo>
                <a:lnTo>
                  <a:pt x="1762988" y="126593"/>
                </a:lnTo>
                <a:lnTo>
                  <a:pt x="1762988" y="96113"/>
                </a:lnTo>
                <a:lnTo>
                  <a:pt x="1648587" y="96113"/>
                </a:lnTo>
                <a:lnTo>
                  <a:pt x="1648587" y="0"/>
                </a:lnTo>
                <a:lnTo>
                  <a:pt x="1613535" y="0"/>
                </a:lnTo>
                <a:lnTo>
                  <a:pt x="1613535" y="96113"/>
                </a:lnTo>
                <a:lnTo>
                  <a:pt x="1554099" y="96113"/>
                </a:lnTo>
                <a:lnTo>
                  <a:pt x="1559318" y="81254"/>
                </a:lnTo>
                <a:lnTo>
                  <a:pt x="1563814" y="66395"/>
                </a:lnTo>
                <a:lnTo>
                  <a:pt x="1568030" y="51536"/>
                </a:lnTo>
                <a:lnTo>
                  <a:pt x="1572387" y="36677"/>
                </a:lnTo>
                <a:lnTo>
                  <a:pt x="1537246" y="27533"/>
                </a:lnTo>
                <a:lnTo>
                  <a:pt x="1526641" y="68643"/>
                </a:lnTo>
                <a:lnTo>
                  <a:pt x="1513052" y="109499"/>
                </a:lnTo>
                <a:lnTo>
                  <a:pt x="1496301" y="149771"/>
                </a:lnTo>
                <a:lnTo>
                  <a:pt x="1476286" y="189166"/>
                </a:lnTo>
                <a:lnTo>
                  <a:pt x="1481658" y="192938"/>
                </a:lnTo>
                <a:lnTo>
                  <a:pt x="1488478" y="197548"/>
                </a:lnTo>
                <a:lnTo>
                  <a:pt x="1496428" y="203314"/>
                </a:lnTo>
                <a:lnTo>
                  <a:pt x="1505242" y="210502"/>
                </a:lnTo>
                <a:lnTo>
                  <a:pt x="1515478" y="189699"/>
                </a:lnTo>
                <a:lnTo>
                  <a:pt x="1525435" y="168592"/>
                </a:lnTo>
                <a:lnTo>
                  <a:pt x="1534845" y="147459"/>
                </a:lnTo>
                <a:lnTo>
                  <a:pt x="1543431" y="126593"/>
                </a:lnTo>
                <a:lnTo>
                  <a:pt x="1613535" y="126593"/>
                </a:lnTo>
                <a:lnTo>
                  <a:pt x="1613535" y="233464"/>
                </a:lnTo>
                <a:lnTo>
                  <a:pt x="1500670" y="233464"/>
                </a:lnTo>
                <a:lnTo>
                  <a:pt x="1500670" y="263944"/>
                </a:lnTo>
                <a:lnTo>
                  <a:pt x="1613535" y="263944"/>
                </a:lnTo>
                <a:lnTo>
                  <a:pt x="1613535" y="381381"/>
                </a:lnTo>
                <a:lnTo>
                  <a:pt x="1471714" y="381381"/>
                </a:lnTo>
                <a:lnTo>
                  <a:pt x="1471714" y="411873"/>
                </a:lnTo>
                <a:lnTo>
                  <a:pt x="1776704" y="411873"/>
                </a:lnTo>
                <a:lnTo>
                  <a:pt x="1776704" y="3813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170396" y="5122259"/>
            <a:ext cx="56515" cy="252095"/>
          </a:xfrm>
          <a:custGeom>
            <a:avLst/>
            <a:gdLst/>
            <a:ahLst/>
            <a:cxnLst/>
            <a:rect l="l" t="t" r="r" b="b"/>
            <a:pathLst>
              <a:path w="56514" h="252095">
                <a:moveTo>
                  <a:pt x="36576" y="54959"/>
                </a:moveTo>
                <a:lnTo>
                  <a:pt x="21336" y="54959"/>
                </a:lnTo>
                <a:lnTo>
                  <a:pt x="13716" y="51911"/>
                </a:lnTo>
                <a:lnTo>
                  <a:pt x="3048" y="41243"/>
                </a:lnTo>
                <a:lnTo>
                  <a:pt x="0" y="35147"/>
                </a:lnTo>
                <a:lnTo>
                  <a:pt x="0" y="19907"/>
                </a:lnTo>
                <a:lnTo>
                  <a:pt x="3048" y="12287"/>
                </a:lnTo>
                <a:lnTo>
                  <a:pt x="9144" y="7715"/>
                </a:lnTo>
                <a:lnTo>
                  <a:pt x="13716" y="1524"/>
                </a:lnTo>
                <a:lnTo>
                  <a:pt x="21336" y="0"/>
                </a:lnTo>
                <a:lnTo>
                  <a:pt x="36576" y="0"/>
                </a:lnTo>
                <a:lnTo>
                  <a:pt x="42672" y="1524"/>
                </a:lnTo>
                <a:lnTo>
                  <a:pt x="48768" y="7715"/>
                </a:lnTo>
                <a:lnTo>
                  <a:pt x="54864" y="12287"/>
                </a:lnTo>
                <a:lnTo>
                  <a:pt x="56388" y="19907"/>
                </a:lnTo>
                <a:lnTo>
                  <a:pt x="56388" y="35147"/>
                </a:lnTo>
                <a:lnTo>
                  <a:pt x="54864" y="41243"/>
                </a:lnTo>
                <a:lnTo>
                  <a:pt x="44196" y="51911"/>
                </a:lnTo>
                <a:lnTo>
                  <a:pt x="36576" y="54959"/>
                </a:lnTo>
                <a:close/>
              </a:path>
              <a:path w="56514" h="252095">
                <a:moveTo>
                  <a:pt x="36576" y="251745"/>
                </a:moveTo>
                <a:lnTo>
                  <a:pt x="21336" y="251745"/>
                </a:lnTo>
                <a:lnTo>
                  <a:pt x="15240" y="250221"/>
                </a:lnTo>
                <a:lnTo>
                  <a:pt x="9144" y="244125"/>
                </a:lnTo>
                <a:lnTo>
                  <a:pt x="3048" y="239553"/>
                </a:lnTo>
                <a:lnTo>
                  <a:pt x="0" y="231933"/>
                </a:lnTo>
                <a:lnTo>
                  <a:pt x="0" y="216693"/>
                </a:lnTo>
                <a:lnTo>
                  <a:pt x="3048" y="210502"/>
                </a:lnTo>
                <a:lnTo>
                  <a:pt x="13716" y="199834"/>
                </a:lnTo>
                <a:lnTo>
                  <a:pt x="21336" y="196786"/>
                </a:lnTo>
                <a:lnTo>
                  <a:pt x="36576" y="196786"/>
                </a:lnTo>
                <a:lnTo>
                  <a:pt x="42672" y="199834"/>
                </a:lnTo>
                <a:lnTo>
                  <a:pt x="48768" y="204406"/>
                </a:lnTo>
                <a:lnTo>
                  <a:pt x="54864" y="210502"/>
                </a:lnTo>
                <a:lnTo>
                  <a:pt x="56388" y="216693"/>
                </a:lnTo>
                <a:lnTo>
                  <a:pt x="56388" y="231933"/>
                </a:lnTo>
                <a:lnTo>
                  <a:pt x="54864" y="239553"/>
                </a:lnTo>
                <a:lnTo>
                  <a:pt x="48768" y="244125"/>
                </a:lnTo>
                <a:lnTo>
                  <a:pt x="42672" y="250221"/>
                </a:lnTo>
                <a:lnTo>
                  <a:pt x="36576" y="2517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556253" y="5036915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5" h="337185">
                <a:moveTo>
                  <a:pt x="207359" y="138779"/>
                </a:moveTo>
                <a:lnTo>
                  <a:pt x="170783" y="138779"/>
                </a:lnTo>
                <a:lnTo>
                  <a:pt x="170783" y="0"/>
                </a:lnTo>
                <a:lnTo>
                  <a:pt x="207359" y="0"/>
                </a:lnTo>
                <a:lnTo>
                  <a:pt x="207359" y="138779"/>
                </a:lnTo>
                <a:close/>
              </a:path>
              <a:path w="207645" h="337185">
                <a:moveTo>
                  <a:pt x="92964" y="337089"/>
                </a:moveTo>
                <a:lnTo>
                  <a:pt x="55435" y="330041"/>
                </a:lnTo>
                <a:lnTo>
                  <a:pt x="14787" y="290933"/>
                </a:lnTo>
                <a:lnTo>
                  <a:pt x="1690" y="249746"/>
                </a:lnTo>
                <a:lnTo>
                  <a:pt x="0" y="225742"/>
                </a:lnTo>
                <a:lnTo>
                  <a:pt x="1738" y="199422"/>
                </a:lnTo>
                <a:lnTo>
                  <a:pt x="16073" y="154282"/>
                </a:lnTo>
                <a:lnTo>
                  <a:pt x="43838" y="121491"/>
                </a:lnTo>
                <a:lnTo>
                  <a:pt x="81033" y="104441"/>
                </a:lnTo>
                <a:lnTo>
                  <a:pt x="103632" y="102203"/>
                </a:lnTo>
                <a:lnTo>
                  <a:pt x="125094" y="104489"/>
                </a:lnTo>
                <a:lnTo>
                  <a:pt x="143529" y="111347"/>
                </a:lnTo>
                <a:lnTo>
                  <a:pt x="158804" y="122777"/>
                </a:lnTo>
                <a:lnTo>
                  <a:pt x="166219" y="132683"/>
                </a:lnTo>
                <a:lnTo>
                  <a:pt x="108204" y="132683"/>
                </a:lnTo>
                <a:lnTo>
                  <a:pt x="92178" y="134135"/>
                </a:lnTo>
                <a:lnTo>
                  <a:pt x="56388" y="157067"/>
                </a:lnTo>
                <a:lnTo>
                  <a:pt x="37957" y="203653"/>
                </a:lnTo>
                <a:lnTo>
                  <a:pt x="36576" y="224218"/>
                </a:lnTo>
                <a:lnTo>
                  <a:pt x="37719" y="242530"/>
                </a:lnTo>
                <a:lnTo>
                  <a:pt x="54864" y="285178"/>
                </a:lnTo>
                <a:lnTo>
                  <a:pt x="89368" y="306703"/>
                </a:lnTo>
                <a:lnTo>
                  <a:pt x="103632" y="308133"/>
                </a:lnTo>
                <a:lnTo>
                  <a:pt x="160362" y="308133"/>
                </a:lnTo>
                <a:lnTo>
                  <a:pt x="156494" y="313260"/>
                </a:lnTo>
                <a:lnTo>
                  <a:pt x="138767" y="326600"/>
                </a:lnTo>
                <a:lnTo>
                  <a:pt x="117593" y="334492"/>
                </a:lnTo>
                <a:lnTo>
                  <a:pt x="92964" y="337089"/>
                </a:lnTo>
                <a:close/>
              </a:path>
              <a:path w="207645" h="337185">
                <a:moveTo>
                  <a:pt x="160362" y="308133"/>
                </a:moveTo>
                <a:lnTo>
                  <a:pt x="103632" y="308133"/>
                </a:lnTo>
                <a:lnTo>
                  <a:pt x="117950" y="306703"/>
                </a:lnTo>
                <a:lnTo>
                  <a:pt x="130956" y="302406"/>
                </a:lnTo>
                <a:lnTo>
                  <a:pt x="160496" y="274034"/>
                </a:lnTo>
                <a:lnTo>
                  <a:pt x="170783" y="230314"/>
                </a:lnTo>
                <a:lnTo>
                  <a:pt x="170783" y="198310"/>
                </a:lnTo>
                <a:lnTo>
                  <a:pt x="154019" y="152495"/>
                </a:lnTo>
                <a:lnTo>
                  <a:pt x="108204" y="132683"/>
                </a:lnTo>
                <a:lnTo>
                  <a:pt x="166219" y="132683"/>
                </a:lnTo>
                <a:lnTo>
                  <a:pt x="170783" y="138779"/>
                </a:lnTo>
                <a:lnTo>
                  <a:pt x="207359" y="138779"/>
                </a:lnTo>
                <a:lnTo>
                  <a:pt x="207359" y="294322"/>
                </a:lnTo>
                <a:lnTo>
                  <a:pt x="170783" y="294322"/>
                </a:lnTo>
                <a:lnTo>
                  <a:pt x="160362" y="308133"/>
                </a:lnTo>
                <a:close/>
              </a:path>
              <a:path w="207645" h="337185">
                <a:moveTo>
                  <a:pt x="207359" y="332517"/>
                </a:moveTo>
                <a:lnTo>
                  <a:pt x="170783" y="332517"/>
                </a:lnTo>
                <a:lnTo>
                  <a:pt x="170783" y="294322"/>
                </a:lnTo>
                <a:lnTo>
                  <a:pt x="207359" y="294322"/>
                </a:lnTo>
                <a:lnTo>
                  <a:pt x="207359" y="3325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830764" y="5041487"/>
            <a:ext cx="47625" cy="328295"/>
          </a:xfrm>
          <a:custGeom>
            <a:avLst/>
            <a:gdLst/>
            <a:ahLst/>
            <a:cxnLst/>
            <a:rect l="l" t="t" r="r" b="b"/>
            <a:pathLst>
              <a:path w="47625" h="328295">
                <a:moveTo>
                  <a:pt x="30480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6576" y="1524"/>
                </a:lnTo>
                <a:lnTo>
                  <a:pt x="45720" y="10668"/>
                </a:lnTo>
                <a:lnTo>
                  <a:pt x="47244" y="16764"/>
                </a:lnTo>
                <a:lnTo>
                  <a:pt x="47244" y="28956"/>
                </a:lnTo>
                <a:lnTo>
                  <a:pt x="45720" y="35052"/>
                </a:lnTo>
                <a:lnTo>
                  <a:pt x="36576" y="44196"/>
                </a:lnTo>
                <a:lnTo>
                  <a:pt x="30480" y="45720"/>
                </a:lnTo>
                <a:close/>
              </a:path>
              <a:path w="47625" h="328295">
                <a:moveTo>
                  <a:pt x="41148" y="327945"/>
                </a:moveTo>
                <a:lnTo>
                  <a:pt x="6096" y="327945"/>
                </a:lnTo>
                <a:lnTo>
                  <a:pt x="6096" y="103727"/>
                </a:lnTo>
                <a:lnTo>
                  <a:pt x="41148" y="103727"/>
                </a:lnTo>
                <a:lnTo>
                  <a:pt x="41148" y="3279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object 7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931348" y="5139118"/>
            <a:ext cx="147923" cy="234886"/>
          </a:xfrm>
          <a:prstGeom prst="rect">
            <a:avLst/>
          </a:prstGeom>
        </p:spPr>
      </p:pic>
      <p:sp>
        <p:nvSpPr>
          <p:cNvPr id="79" name="object 79" descr=""/>
          <p:cNvSpPr/>
          <p:nvPr/>
        </p:nvSpPr>
        <p:spPr>
          <a:xfrm>
            <a:off x="4135754" y="5139118"/>
            <a:ext cx="206375" cy="334645"/>
          </a:xfrm>
          <a:custGeom>
            <a:avLst/>
            <a:gdLst/>
            <a:ahLst/>
            <a:cxnLst/>
            <a:rect l="l" t="t" r="r" b="b"/>
            <a:pathLst>
              <a:path w="206375" h="334645">
                <a:moveTo>
                  <a:pt x="61549" y="45720"/>
                </a:moveTo>
                <a:lnTo>
                  <a:pt x="36576" y="45720"/>
                </a:lnTo>
                <a:lnTo>
                  <a:pt x="50864" y="25717"/>
                </a:lnTo>
                <a:lnTo>
                  <a:pt x="68591" y="11430"/>
                </a:lnTo>
                <a:lnTo>
                  <a:pt x="89765" y="2857"/>
                </a:lnTo>
                <a:lnTo>
                  <a:pt x="114395" y="0"/>
                </a:lnTo>
                <a:lnTo>
                  <a:pt x="134088" y="1976"/>
                </a:lnTo>
                <a:lnTo>
                  <a:pt x="151923" y="7810"/>
                </a:lnTo>
                <a:lnTo>
                  <a:pt x="167759" y="17359"/>
                </a:lnTo>
                <a:lnTo>
                  <a:pt x="181451" y="30480"/>
                </a:lnTo>
                <a:lnTo>
                  <a:pt x="105251" y="30480"/>
                </a:lnTo>
                <a:lnTo>
                  <a:pt x="90051" y="31884"/>
                </a:lnTo>
                <a:lnTo>
                  <a:pt x="76592" y="36004"/>
                </a:lnTo>
                <a:lnTo>
                  <a:pt x="64866" y="42695"/>
                </a:lnTo>
                <a:lnTo>
                  <a:pt x="61549" y="45720"/>
                </a:lnTo>
                <a:close/>
              </a:path>
              <a:path w="206375" h="334645">
                <a:moveTo>
                  <a:pt x="35052" y="334041"/>
                </a:moveTo>
                <a:lnTo>
                  <a:pt x="0" y="334041"/>
                </a:lnTo>
                <a:lnTo>
                  <a:pt x="0" y="6096"/>
                </a:lnTo>
                <a:lnTo>
                  <a:pt x="35052" y="6096"/>
                </a:lnTo>
                <a:lnTo>
                  <a:pt x="35052" y="45720"/>
                </a:lnTo>
                <a:lnTo>
                  <a:pt x="61549" y="45720"/>
                </a:lnTo>
                <a:lnTo>
                  <a:pt x="36218" y="91289"/>
                </a:lnTo>
                <a:lnTo>
                  <a:pt x="35052" y="106775"/>
                </a:lnTo>
                <a:lnTo>
                  <a:pt x="35052" y="138779"/>
                </a:lnTo>
                <a:lnTo>
                  <a:pt x="53340" y="186023"/>
                </a:lnTo>
                <a:lnTo>
                  <a:pt x="69982" y="198310"/>
                </a:lnTo>
                <a:lnTo>
                  <a:pt x="35052" y="198310"/>
                </a:lnTo>
                <a:lnTo>
                  <a:pt x="35052" y="334041"/>
                </a:lnTo>
                <a:close/>
              </a:path>
              <a:path w="206375" h="334645">
                <a:moveTo>
                  <a:pt x="173831" y="205930"/>
                </a:moveTo>
                <a:lnTo>
                  <a:pt x="99155" y="205930"/>
                </a:lnTo>
                <a:lnTo>
                  <a:pt x="114323" y="204238"/>
                </a:lnTo>
                <a:lnTo>
                  <a:pt x="127920" y="199251"/>
                </a:lnTo>
                <a:lnTo>
                  <a:pt x="158972" y="166211"/>
                </a:lnTo>
                <a:lnTo>
                  <a:pt x="169259" y="111347"/>
                </a:lnTo>
                <a:lnTo>
                  <a:pt x="168116" y="93004"/>
                </a:lnTo>
                <a:lnTo>
                  <a:pt x="150971" y="51816"/>
                </a:lnTo>
                <a:lnTo>
                  <a:pt x="105251" y="30480"/>
                </a:lnTo>
                <a:lnTo>
                  <a:pt x="181451" y="30480"/>
                </a:lnTo>
                <a:lnTo>
                  <a:pt x="192333" y="46745"/>
                </a:lnTo>
                <a:lnTo>
                  <a:pt x="199929" y="65734"/>
                </a:lnTo>
                <a:lnTo>
                  <a:pt x="204382" y="87312"/>
                </a:lnTo>
                <a:lnTo>
                  <a:pt x="205835" y="111347"/>
                </a:lnTo>
                <a:lnTo>
                  <a:pt x="204120" y="138256"/>
                </a:lnTo>
                <a:lnTo>
                  <a:pt x="198977" y="162032"/>
                </a:lnTo>
                <a:lnTo>
                  <a:pt x="190404" y="182967"/>
                </a:lnTo>
                <a:lnTo>
                  <a:pt x="178403" y="201358"/>
                </a:lnTo>
                <a:lnTo>
                  <a:pt x="173831" y="205930"/>
                </a:lnTo>
                <a:close/>
              </a:path>
              <a:path w="206375" h="334645">
                <a:moveTo>
                  <a:pt x="103727" y="234886"/>
                </a:moveTo>
                <a:lnTo>
                  <a:pt x="83121" y="232600"/>
                </a:lnTo>
                <a:lnTo>
                  <a:pt x="64972" y="225742"/>
                </a:lnTo>
                <a:lnTo>
                  <a:pt x="49412" y="214312"/>
                </a:lnTo>
                <a:lnTo>
                  <a:pt x="36576" y="198310"/>
                </a:lnTo>
                <a:lnTo>
                  <a:pt x="69982" y="198310"/>
                </a:lnTo>
                <a:lnTo>
                  <a:pt x="73925" y="200584"/>
                </a:lnTo>
                <a:lnTo>
                  <a:pt x="85955" y="204547"/>
                </a:lnTo>
                <a:lnTo>
                  <a:pt x="99155" y="205930"/>
                </a:lnTo>
                <a:lnTo>
                  <a:pt x="173831" y="205930"/>
                </a:lnTo>
                <a:lnTo>
                  <a:pt x="163520" y="216241"/>
                </a:lnTo>
                <a:lnTo>
                  <a:pt x="146208" y="226695"/>
                </a:lnTo>
                <a:lnTo>
                  <a:pt x="126325" y="232862"/>
                </a:lnTo>
                <a:lnTo>
                  <a:pt x="103727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4398264" y="50368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4491037" y="5139118"/>
            <a:ext cx="424180" cy="335915"/>
            <a:chOff x="4491037" y="5139118"/>
            <a:chExt cx="424180" cy="335915"/>
          </a:xfrm>
        </p:grpSpPr>
        <p:pic>
          <p:nvPicPr>
            <p:cNvPr id="82" name="object 8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91037" y="5139118"/>
              <a:ext cx="176974" cy="234886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4703063" y="5145214"/>
              <a:ext cx="212090" cy="329565"/>
            </a:xfrm>
            <a:custGeom>
              <a:avLst/>
              <a:gdLst/>
              <a:ahLst/>
              <a:cxnLst/>
              <a:rect l="l" t="t" r="r" b="b"/>
              <a:pathLst>
                <a:path w="212089" h="329564">
                  <a:moveTo>
                    <a:pt x="85913" y="298989"/>
                  </a:moveTo>
                  <a:lnTo>
                    <a:pt x="28956" y="298989"/>
                  </a:lnTo>
                  <a:lnTo>
                    <a:pt x="40933" y="296950"/>
                  </a:lnTo>
                  <a:lnTo>
                    <a:pt x="51625" y="290750"/>
                  </a:lnTo>
                  <a:lnTo>
                    <a:pt x="60888" y="280264"/>
                  </a:lnTo>
                  <a:lnTo>
                    <a:pt x="68580" y="265366"/>
                  </a:lnTo>
                  <a:lnTo>
                    <a:pt x="86963" y="224218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100679" y="172307"/>
                  </a:lnTo>
                  <a:lnTo>
                    <a:pt x="100679" y="173831"/>
                  </a:lnTo>
                  <a:lnTo>
                    <a:pt x="102203" y="179927"/>
                  </a:lnTo>
                  <a:lnTo>
                    <a:pt x="105251" y="189071"/>
                  </a:lnTo>
                  <a:lnTo>
                    <a:pt x="136358" y="189071"/>
                  </a:lnTo>
                  <a:lnTo>
                    <a:pt x="108299" y="259270"/>
                  </a:lnTo>
                  <a:lnTo>
                    <a:pt x="93139" y="290210"/>
                  </a:lnTo>
                  <a:lnTo>
                    <a:pt x="85913" y="298989"/>
                  </a:lnTo>
                  <a:close/>
                </a:path>
                <a:path w="212089" h="329564">
                  <a:moveTo>
                    <a:pt x="136358" y="189071"/>
                  </a:moveTo>
                  <a:lnTo>
                    <a:pt x="105251" y="189071"/>
                  </a:lnTo>
                  <a:lnTo>
                    <a:pt x="106775" y="186023"/>
                  </a:lnTo>
                  <a:lnTo>
                    <a:pt x="108299" y="179927"/>
                  </a:lnTo>
                  <a:lnTo>
                    <a:pt x="109823" y="172307"/>
                  </a:lnTo>
                  <a:lnTo>
                    <a:pt x="173831" y="0"/>
                  </a:lnTo>
                  <a:lnTo>
                    <a:pt x="211931" y="0"/>
                  </a:lnTo>
                  <a:lnTo>
                    <a:pt x="136358" y="189071"/>
                  </a:lnTo>
                  <a:close/>
                </a:path>
                <a:path w="212089" h="329564">
                  <a:moveTo>
                    <a:pt x="30480" y="329469"/>
                  </a:moveTo>
                  <a:lnTo>
                    <a:pt x="13716" y="329469"/>
                  </a:lnTo>
                  <a:lnTo>
                    <a:pt x="7620" y="326421"/>
                  </a:lnTo>
                  <a:lnTo>
                    <a:pt x="7620" y="294417"/>
                  </a:lnTo>
                  <a:lnTo>
                    <a:pt x="15240" y="297465"/>
                  </a:lnTo>
                  <a:lnTo>
                    <a:pt x="21336" y="298989"/>
                  </a:lnTo>
                  <a:lnTo>
                    <a:pt x="85913" y="298989"/>
                  </a:lnTo>
                  <a:lnTo>
                    <a:pt x="75104" y="312122"/>
                  </a:lnTo>
                  <a:lnTo>
                    <a:pt x="54212" y="325158"/>
                  </a:lnTo>
                  <a:lnTo>
                    <a:pt x="30480" y="329469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/>
          <p:nvPr/>
        </p:nvSpPr>
        <p:spPr>
          <a:xfrm>
            <a:off x="5061483" y="4995671"/>
            <a:ext cx="1287145" cy="436880"/>
          </a:xfrm>
          <a:custGeom>
            <a:avLst/>
            <a:gdLst/>
            <a:ahLst/>
            <a:cxnLst/>
            <a:rect l="l" t="t" r="r" b="b"/>
            <a:pathLst>
              <a:path w="1287145" h="436879">
                <a:moveTo>
                  <a:pt x="167741" y="73253"/>
                </a:moveTo>
                <a:lnTo>
                  <a:pt x="132588" y="73253"/>
                </a:lnTo>
                <a:lnTo>
                  <a:pt x="132588" y="106781"/>
                </a:lnTo>
                <a:lnTo>
                  <a:pt x="132588" y="212039"/>
                </a:lnTo>
                <a:lnTo>
                  <a:pt x="132588" y="244132"/>
                </a:lnTo>
                <a:lnTo>
                  <a:pt x="132588" y="355485"/>
                </a:lnTo>
                <a:lnTo>
                  <a:pt x="35052" y="355485"/>
                </a:lnTo>
                <a:lnTo>
                  <a:pt x="35052" y="244132"/>
                </a:lnTo>
                <a:lnTo>
                  <a:pt x="132588" y="244132"/>
                </a:lnTo>
                <a:lnTo>
                  <a:pt x="132588" y="212039"/>
                </a:lnTo>
                <a:lnTo>
                  <a:pt x="35052" y="212039"/>
                </a:lnTo>
                <a:lnTo>
                  <a:pt x="35052" y="106781"/>
                </a:lnTo>
                <a:lnTo>
                  <a:pt x="132588" y="106781"/>
                </a:lnTo>
                <a:lnTo>
                  <a:pt x="132588" y="73253"/>
                </a:lnTo>
                <a:lnTo>
                  <a:pt x="80772" y="73253"/>
                </a:lnTo>
                <a:lnTo>
                  <a:pt x="87388" y="58343"/>
                </a:lnTo>
                <a:lnTo>
                  <a:pt x="93726" y="43141"/>
                </a:lnTo>
                <a:lnTo>
                  <a:pt x="100063" y="27355"/>
                </a:lnTo>
                <a:lnTo>
                  <a:pt x="106680" y="10668"/>
                </a:lnTo>
                <a:lnTo>
                  <a:pt x="70104" y="0"/>
                </a:lnTo>
                <a:lnTo>
                  <a:pt x="64985" y="17449"/>
                </a:lnTo>
                <a:lnTo>
                  <a:pt x="58864" y="35483"/>
                </a:lnTo>
                <a:lnTo>
                  <a:pt x="51892" y="54089"/>
                </a:lnTo>
                <a:lnTo>
                  <a:pt x="44196" y="73253"/>
                </a:lnTo>
                <a:lnTo>
                  <a:pt x="0" y="73253"/>
                </a:lnTo>
                <a:lnTo>
                  <a:pt x="0" y="425589"/>
                </a:lnTo>
                <a:lnTo>
                  <a:pt x="35052" y="425589"/>
                </a:lnTo>
                <a:lnTo>
                  <a:pt x="35052" y="387489"/>
                </a:lnTo>
                <a:lnTo>
                  <a:pt x="132588" y="387489"/>
                </a:lnTo>
                <a:lnTo>
                  <a:pt x="132588" y="422541"/>
                </a:lnTo>
                <a:lnTo>
                  <a:pt x="167741" y="422541"/>
                </a:lnTo>
                <a:lnTo>
                  <a:pt x="167741" y="387489"/>
                </a:lnTo>
                <a:lnTo>
                  <a:pt x="167741" y="355485"/>
                </a:lnTo>
                <a:lnTo>
                  <a:pt x="167741" y="244132"/>
                </a:lnTo>
                <a:lnTo>
                  <a:pt x="167741" y="212039"/>
                </a:lnTo>
                <a:lnTo>
                  <a:pt x="167741" y="106781"/>
                </a:lnTo>
                <a:lnTo>
                  <a:pt x="167741" y="73253"/>
                </a:lnTo>
                <a:close/>
              </a:path>
              <a:path w="1287145" h="436879">
                <a:moveTo>
                  <a:pt x="317182" y="273088"/>
                </a:moveTo>
                <a:lnTo>
                  <a:pt x="302044" y="250710"/>
                </a:lnTo>
                <a:lnTo>
                  <a:pt x="284175" y="226745"/>
                </a:lnTo>
                <a:lnTo>
                  <a:pt x="263740" y="200787"/>
                </a:lnTo>
                <a:lnTo>
                  <a:pt x="240893" y="172415"/>
                </a:lnTo>
                <a:lnTo>
                  <a:pt x="213461" y="192227"/>
                </a:lnTo>
                <a:lnTo>
                  <a:pt x="233438" y="218287"/>
                </a:lnTo>
                <a:lnTo>
                  <a:pt x="252133" y="244081"/>
                </a:lnTo>
                <a:lnTo>
                  <a:pt x="269430" y="269887"/>
                </a:lnTo>
                <a:lnTo>
                  <a:pt x="285178" y="295948"/>
                </a:lnTo>
                <a:lnTo>
                  <a:pt x="317182" y="273088"/>
                </a:lnTo>
                <a:close/>
              </a:path>
              <a:path w="1287145" h="436879">
                <a:moveTo>
                  <a:pt x="399478" y="71729"/>
                </a:moveTo>
                <a:lnTo>
                  <a:pt x="259181" y="71729"/>
                </a:lnTo>
                <a:lnTo>
                  <a:pt x="264896" y="56819"/>
                </a:lnTo>
                <a:lnTo>
                  <a:pt x="270611" y="41617"/>
                </a:lnTo>
                <a:lnTo>
                  <a:pt x="276364" y="25831"/>
                </a:lnTo>
                <a:lnTo>
                  <a:pt x="282130" y="9144"/>
                </a:lnTo>
                <a:lnTo>
                  <a:pt x="243941" y="0"/>
                </a:lnTo>
                <a:lnTo>
                  <a:pt x="229362" y="46977"/>
                </a:lnTo>
                <a:lnTo>
                  <a:pt x="213080" y="89636"/>
                </a:lnTo>
                <a:lnTo>
                  <a:pt x="195072" y="128295"/>
                </a:lnTo>
                <a:lnTo>
                  <a:pt x="175361" y="163271"/>
                </a:lnTo>
                <a:lnTo>
                  <a:pt x="183972" y="166928"/>
                </a:lnTo>
                <a:lnTo>
                  <a:pt x="191744" y="170891"/>
                </a:lnTo>
                <a:lnTo>
                  <a:pt x="198932" y="174840"/>
                </a:lnTo>
                <a:lnTo>
                  <a:pt x="205841" y="178511"/>
                </a:lnTo>
                <a:lnTo>
                  <a:pt x="215214" y="161925"/>
                </a:lnTo>
                <a:lnTo>
                  <a:pt x="224891" y="144208"/>
                </a:lnTo>
                <a:lnTo>
                  <a:pt x="234556" y="125310"/>
                </a:lnTo>
                <a:lnTo>
                  <a:pt x="243941" y="105257"/>
                </a:lnTo>
                <a:lnTo>
                  <a:pt x="361378" y="105257"/>
                </a:lnTo>
                <a:lnTo>
                  <a:pt x="360464" y="170891"/>
                </a:lnTo>
                <a:lnTo>
                  <a:pt x="359486" y="226745"/>
                </a:lnTo>
                <a:lnTo>
                  <a:pt x="358305" y="276821"/>
                </a:lnTo>
                <a:lnTo>
                  <a:pt x="356946" y="316115"/>
                </a:lnTo>
                <a:lnTo>
                  <a:pt x="350977" y="365213"/>
                </a:lnTo>
                <a:lnTo>
                  <a:pt x="312610" y="389013"/>
                </a:lnTo>
                <a:lnTo>
                  <a:pt x="293763" y="388480"/>
                </a:lnTo>
                <a:lnTo>
                  <a:pt x="273888" y="387108"/>
                </a:lnTo>
                <a:lnTo>
                  <a:pt x="253161" y="385152"/>
                </a:lnTo>
                <a:lnTo>
                  <a:pt x="231749" y="382917"/>
                </a:lnTo>
                <a:lnTo>
                  <a:pt x="230225" y="382917"/>
                </a:lnTo>
                <a:lnTo>
                  <a:pt x="232486" y="391439"/>
                </a:lnTo>
                <a:lnTo>
                  <a:pt x="234607" y="400824"/>
                </a:lnTo>
                <a:lnTo>
                  <a:pt x="236435" y="410768"/>
                </a:lnTo>
                <a:lnTo>
                  <a:pt x="237845" y="421017"/>
                </a:lnTo>
                <a:lnTo>
                  <a:pt x="258406" y="422770"/>
                </a:lnTo>
                <a:lnTo>
                  <a:pt x="278841" y="423684"/>
                </a:lnTo>
                <a:lnTo>
                  <a:pt x="298996" y="424014"/>
                </a:lnTo>
                <a:lnTo>
                  <a:pt x="318706" y="424065"/>
                </a:lnTo>
                <a:lnTo>
                  <a:pt x="348970" y="419773"/>
                </a:lnTo>
                <a:lnTo>
                  <a:pt x="382651" y="389013"/>
                </a:lnTo>
                <a:lnTo>
                  <a:pt x="391858" y="331050"/>
                </a:lnTo>
                <a:lnTo>
                  <a:pt x="394906" y="254749"/>
                </a:lnTo>
                <a:lnTo>
                  <a:pt x="396430" y="202895"/>
                </a:lnTo>
                <a:lnTo>
                  <a:pt x="397891" y="144208"/>
                </a:lnTo>
                <a:lnTo>
                  <a:pt x="398754" y="105257"/>
                </a:lnTo>
                <a:lnTo>
                  <a:pt x="399478" y="71729"/>
                </a:lnTo>
                <a:close/>
              </a:path>
              <a:path w="1287145" h="436879">
                <a:moveTo>
                  <a:pt x="553593" y="10668"/>
                </a:moveTo>
                <a:lnTo>
                  <a:pt x="521487" y="1524"/>
                </a:lnTo>
                <a:lnTo>
                  <a:pt x="507593" y="49517"/>
                </a:lnTo>
                <a:lnTo>
                  <a:pt x="491502" y="94640"/>
                </a:lnTo>
                <a:lnTo>
                  <a:pt x="473214" y="136969"/>
                </a:lnTo>
                <a:lnTo>
                  <a:pt x="452729" y="176593"/>
                </a:lnTo>
                <a:lnTo>
                  <a:pt x="430047" y="213550"/>
                </a:lnTo>
                <a:lnTo>
                  <a:pt x="433476" y="221830"/>
                </a:lnTo>
                <a:lnTo>
                  <a:pt x="436905" y="230555"/>
                </a:lnTo>
                <a:lnTo>
                  <a:pt x="440334" y="239572"/>
                </a:lnTo>
                <a:lnTo>
                  <a:pt x="443763" y="248704"/>
                </a:lnTo>
                <a:lnTo>
                  <a:pt x="454037" y="233502"/>
                </a:lnTo>
                <a:lnTo>
                  <a:pt x="464146" y="217754"/>
                </a:lnTo>
                <a:lnTo>
                  <a:pt x="473989" y="201460"/>
                </a:lnTo>
                <a:lnTo>
                  <a:pt x="483387" y="184594"/>
                </a:lnTo>
                <a:lnTo>
                  <a:pt x="483387" y="433209"/>
                </a:lnTo>
                <a:lnTo>
                  <a:pt x="513867" y="433209"/>
                </a:lnTo>
                <a:lnTo>
                  <a:pt x="513867" y="184594"/>
                </a:lnTo>
                <a:lnTo>
                  <a:pt x="513867" y="120497"/>
                </a:lnTo>
                <a:lnTo>
                  <a:pt x="524776" y="94780"/>
                </a:lnTo>
                <a:lnTo>
                  <a:pt x="534835" y="67906"/>
                </a:lnTo>
                <a:lnTo>
                  <a:pt x="544347" y="39878"/>
                </a:lnTo>
                <a:lnTo>
                  <a:pt x="553593" y="10668"/>
                </a:lnTo>
                <a:close/>
              </a:path>
              <a:path w="1287145" h="436879">
                <a:moveTo>
                  <a:pt x="867727" y="395109"/>
                </a:moveTo>
                <a:lnTo>
                  <a:pt x="815619" y="389648"/>
                </a:lnTo>
                <a:lnTo>
                  <a:pt x="768959" y="380060"/>
                </a:lnTo>
                <a:lnTo>
                  <a:pt x="727430" y="366166"/>
                </a:lnTo>
                <a:lnTo>
                  <a:pt x="690753" y="347865"/>
                </a:lnTo>
                <a:lnTo>
                  <a:pt x="692378" y="347865"/>
                </a:lnTo>
                <a:lnTo>
                  <a:pt x="700925" y="330060"/>
                </a:lnTo>
                <a:lnTo>
                  <a:pt x="701636" y="327952"/>
                </a:lnTo>
                <a:lnTo>
                  <a:pt x="708190" y="308724"/>
                </a:lnTo>
                <a:lnTo>
                  <a:pt x="714019" y="283679"/>
                </a:lnTo>
                <a:lnTo>
                  <a:pt x="718286" y="254800"/>
                </a:lnTo>
                <a:lnTo>
                  <a:pt x="806678" y="254800"/>
                </a:lnTo>
                <a:lnTo>
                  <a:pt x="806678" y="274612"/>
                </a:lnTo>
                <a:lnTo>
                  <a:pt x="840295" y="274612"/>
                </a:lnTo>
                <a:lnTo>
                  <a:pt x="840295" y="225742"/>
                </a:lnTo>
                <a:lnTo>
                  <a:pt x="840295" y="164782"/>
                </a:lnTo>
                <a:lnTo>
                  <a:pt x="840295" y="134302"/>
                </a:lnTo>
                <a:lnTo>
                  <a:pt x="806678" y="134302"/>
                </a:lnTo>
                <a:lnTo>
                  <a:pt x="806678" y="164782"/>
                </a:lnTo>
                <a:lnTo>
                  <a:pt x="806678" y="225742"/>
                </a:lnTo>
                <a:lnTo>
                  <a:pt x="721334" y="225742"/>
                </a:lnTo>
                <a:lnTo>
                  <a:pt x="721334" y="164782"/>
                </a:lnTo>
                <a:lnTo>
                  <a:pt x="806678" y="164782"/>
                </a:lnTo>
                <a:lnTo>
                  <a:pt x="806678" y="134302"/>
                </a:lnTo>
                <a:lnTo>
                  <a:pt x="721334" y="134302"/>
                </a:lnTo>
                <a:lnTo>
                  <a:pt x="721334" y="91541"/>
                </a:lnTo>
                <a:lnTo>
                  <a:pt x="863155" y="91541"/>
                </a:lnTo>
                <a:lnTo>
                  <a:pt x="863155" y="61061"/>
                </a:lnTo>
                <a:lnTo>
                  <a:pt x="721334" y="61061"/>
                </a:lnTo>
                <a:lnTo>
                  <a:pt x="721334" y="3048"/>
                </a:lnTo>
                <a:lnTo>
                  <a:pt x="687705" y="3048"/>
                </a:lnTo>
                <a:lnTo>
                  <a:pt x="687705" y="61061"/>
                </a:lnTo>
                <a:lnTo>
                  <a:pt x="547395" y="61061"/>
                </a:lnTo>
                <a:lnTo>
                  <a:pt x="547395" y="91541"/>
                </a:lnTo>
                <a:lnTo>
                  <a:pt x="687705" y="91541"/>
                </a:lnTo>
                <a:lnTo>
                  <a:pt x="687705" y="134302"/>
                </a:lnTo>
                <a:lnTo>
                  <a:pt x="687705" y="164782"/>
                </a:lnTo>
                <a:lnTo>
                  <a:pt x="687679" y="184594"/>
                </a:lnTo>
                <a:lnTo>
                  <a:pt x="687514" y="200406"/>
                </a:lnTo>
                <a:lnTo>
                  <a:pt x="687057" y="214299"/>
                </a:lnTo>
                <a:lnTo>
                  <a:pt x="686181" y="225742"/>
                </a:lnTo>
                <a:lnTo>
                  <a:pt x="603885" y="225742"/>
                </a:lnTo>
                <a:lnTo>
                  <a:pt x="603885" y="164782"/>
                </a:lnTo>
                <a:lnTo>
                  <a:pt x="687705" y="164782"/>
                </a:lnTo>
                <a:lnTo>
                  <a:pt x="687705" y="134302"/>
                </a:lnTo>
                <a:lnTo>
                  <a:pt x="570357" y="134302"/>
                </a:lnTo>
                <a:lnTo>
                  <a:pt x="570357" y="254800"/>
                </a:lnTo>
                <a:lnTo>
                  <a:pt x="684657" y="254800"/>
                </a:lnTo>
                <a:lnTo>
                  <a:pt x="680681" y="278231"/>
                </a:lnTo>
                <a:lnTo>
                  <a:pt x="675703" y="298234"/>
                </a:lnTo>
                <a:lnTo>
                  <a:pt x="669874" y="314807"/>
                </a:lnTo>
                <a:lnTo>
                  <a:pt x="663321" y="327952"/>
                </a:lnTo>
                <a:lnTo>
                  <a:pt x="648157" y="315048"/>
                </a:lnTo>
                <a:lnTo>
                  <a:pt x="634555" y="301282"/>
                </a:lnTo>
                <a:lnTo>
                  <a:pt x="622388" y="286372"/>
                </a:lnTo>
                <a:lnTo>
                  <a:pt x="611505" y="270040"/>
                </a:lnTo>
                <a:lnTo>
                  <a:pt x="582549" y="286804"/>
                </a:lnTo>
                <a:lnTo>
                  <a:pt x="594575" y="304787"/>
                </a:lnTo>
                <a:lnTo>
                  <a:pt x="607885" y="322059"/>
                </a:lnTo>
                <a:lnTo>
                  <a:pt x="622630" y="338493"/>
                </a:lnTo>
                <a:lnTo>
                  <a:pt x="638937" y="353961"/>
                </a:lnTo>
                <a:lnTo>
                  <a:pt x="619264" y="367601"/>
                </a:lnTo>
                <a:lnTo>
                  <a:pt x="594728" y="380822"/>
                </a:lnTo>
                <a:lnTo>
                  <a:pt x="565607" y="393179"/>
                </a:lnTo>
                <a:lnTo>
                  <a:pt x="532155" y="404253"/>
                </a:lnTo>
                <a:lnTo>
                  <a:pt x="538734" y="412229"/>
                </a:lnTo>
                <a:lnTo>
                  <a:pt x="544741" y="420065"/>
                </a:lnTo>
                <a:lnTo>
                  <a:pt x="550202" y="427609"/>
                </a:lnTo>
                <a:lnTo>
                  <a:pt x="555117" y="434733"/>
                </a:lnTo>
                <a:lnTo>
                  <a:pt x="590308" y="420700"/>
                </a:lnTo>
                <a:lnTo>
                  <a:pt x="620649" y="405968"/>
                </a:lnTo>
                <a:lnTo>
                  <a:pt x="646417" y="390359"/>
                </a:lnTo>
                <a:lnTo>
                  <a:pt x="667893" y="373773"/>
                </a:lnTo>
                <a:lnTo>
                  <a:pt x="704545" y="393725"/>
                </a:lnTo>
                <a:lnTo>
                  <a:pt x="745909" y="409968"/>
                </a:lnTo>
                <a:lnTo>
                  <a:pt x="792111" y="422198"/>
                </a:lnTo>
                <a:lnTo>
                  <a:pt x="843343" y="430161"/>
                </a:lnTo>
                <a:lnTo>
                  <a:pt x="849083" y="421894"/>
                </a:lnTo>
                <a:lnTo>
                  <a:pt x="854964" y="413207"/>
                </a:lnTo>
                <a:lnTo>
                  <a:pt x="861110" y="404253"/>
                </a:lnTo>
                <a:lnTo>
                  <a:pt x="867727" y="395109"/>
                </a:lnTo>
                <a:close/>
              </a:path>
              <a:path w="1287145" h="436879">
                <a:moveTo>
                  <a:pt x="1287119" y="27432"/>
                </a:moveTo>
                <a:lnTo>
                  <a:pt x="1252067" y="27432"/>
                </a:lnTo>
                <a:lnTo>
                  <a:pt x="1252067" y="59537"/>
                </a:lnTo>
                <a:lnTo>
                  <a:pt x="1252067" y="140398"/>
                </a:lnTo>
                <a:lnTo>
                  <a:pt x="1252067" y="172402"/>
                </a:lnTo>
                <a:lnTo>
                  <a:pt x="1252067" y="254800"/>
                </a:lnTo>
                <a:lnTo>
                  <a:pt x="1123950" y="254800"/>
                </a:lnTo>
                <a:lnTo>
                  <a:pt x="1123950" y="172402"/>
                </a:lnTo>
                <a:lnTo>
                  <a:pt x="1252067" y="172402"/>
                </a:lnTo>
                <a:lnTo>
                  <a:pt x="1252067" y="140398"/>
                </a:lnTo>
                <a:lnTo>
                  <a:pt x="1123950" y="140398"/>
                </a:lnTo>
                <a:lnTo>
                  <a:pt x="1123950" y="59537"/>
                </a:lnTo>
                <a:lnTo>
                  <a:pt x="1252067" y="59537"/>
                </a:lnTo>
                <a:lnTo>
                  <a:pt x="1252067" y="27432"/>
                </a:lnTo>
                <a:lnTo>
                  <a:pt x="1088809" y="27432"/>
                </a:lnTo>
                <a:lnTo>
                  <a:pt x="1088809" y="59537"/>
                </a:lnTo>
                <a:lnTo>
                  <a:pt x="1088809" y="140398"/>
                </a:lnTo>
                <a:lnTo>
                  <a:pt x="1088809" y="172402"/>
                </a:lnTo>
                <a:lnTo>
                  <a:pt x="1088809" y="254800"/>
                </a:lnTo>
                <a:lnTo>
                  <a:pt x="963739" y="254800"/>
                </a:lnTo>
                <a:lnTo>
                  <a:pt x="964831" y="234175"/>
                </a:lnTo>
                <a:lnTo>
                  <a:pt x="965644" y="213563"/>
                </a:lnTo>
                <a:lnTo>
                  <a:pt x="965885" y="192989"/>
                </a:lnTo>
                <a:lnTo>
                  <a:pt x="965263" y="172402"/>
                </a:lnTo>
                <a:lnTo>
                  <a:pt x="1088809" y="172402"/>
                </a:lnTo>
                <a:lnTo>
                  <a:pt x="1088809" y="140398"/>
                </a:lnTo>
                <a:lnTo>
                  <a:pt x="965263" y="140398"/>
                </a:lnTo>
                <a:lnTo>
                  <a:pt x="965263" y="59537"/>
                </a:lnTo>
                <a:lnTo>
                  <a:pt x="1088809" y="59537"/>
                </a:lnTo>
                <a:lnTo>
                  <a:pt x="1088809" y="27432"/>
                </a:lnTo>
                <a:lnTo>
                  <a:pt x="930211" y="27432"/>
                </a:lnTo>
                <a:lnTo>
                  <a:pt x="930211" y="183070"/>
                </a:lnTo>
                <a:lnTo>
                  <a:pt x="929640" y="224015"/>
                </a:lnTo>
                <a:lnTo>
                  <a:pt x="925068" y="290969"/>
                </a:lnTo>
                <a:lnTo>
                  <a:pt x="914476" y="341033"/>
                </a:lnTo>
                <a:lnTo>
                  <a:pt x="895565" y="386168"/>
                </a:lnTo>
                <a:lnTo>
                  <a:pt x="882967" y="407289"/>
                </a:lnTo>
                <a:lnTo>
                  <a:pt x="889762" y="414337"/>
                </a:lnTo>
                <a:lnTo>
                  <a:pt x="896493" y="421767"/>
                </a:lnTo>
                <a:lnTo>
                  <a:pt x="902893" y="429158"/>
                </a:lnTo>
                <a:lnTo>
                  <a:pt x="908875" y="436257"/>
                </a:lnTo>
                <a:lnTo>
                  <a:pt x="928547" y="404533"/>
                </a:lnTo>
                <a:lnTo>
                  <a:pt x="943927" y="368808"/>
                </a:lnTo>
                <a:lnTo>
                  <a:pt x="954735" y="329057"/>
                </a:lnTo>
                <a:lnTo>
                  <a:pt x="960691" y="285280"/>
                </a:lnTo>
                <a:lnTo>
                  <a:pt x="1088809" y="285280"/>
                </a:lnTo>
                <a:lnTo>
                  <a:pt x="1088809" y="425577"/>
                </a:lnTo>
                <a:lnTo>
                  <a:pt x="1123950" y="425577"/>
                </a:lnTo>
                <a:lnTo>
                  <a:pt x="1123950" y="285280"/>
                </a:lnTo>
                <a:lnTo>
                  <a:pt x="1252067" y="285280"/>
                </a:lnTo>
                <a:lnTo>
                  <a:pt x="1252067" y="366141"/>
                </a:lnTo>
                <a:lnTo>
                  <a:pt x="1250353" y="377913"/>
                </a:lnTo>
                <a:lnTo>
                  <a:pt x="1245349" y="385953"/>
                </a:lnTo>
                <a:lnTo>
                  <a:pt x="1237195" y="390575"/>
                </a:lnTo>
                <a:lnTo>
                  <a:pt x="1226286" y="392023"/>
                </a:lnTo>
                <a:lnTo>
                  <a:pt x="1212862" y="392010"/>
                </a:lnTo>
                <a:lnTo>
                  <a:pt x="1198245" y="391668"/>
                </a:lnTo>
                <a:lnTo>
                  <a:pt x="1181912" y="390766"/>
                </a:lnTo>
                <a:lnTo>
                  <a:pt x="1163574" y="389001"/>
                </a:lnTo>
                <a:lnTo>
                  <a:pt x="1165593" y="399859"/>
                </a:lnTo>
                <a:lnTo>
                  <a:pt x="1167193" y="409575"/>
                </a:lnTo>
                <a:lnTo>
                  <a:pt x="1169670" y="425577"/>
                </a:lnTo>
                <a:lnTo>
                  <a:pt x="1188529" y="426466"/>
                </a:lnTo>
                <a:lnTo>
                  <a:pt x="1206246" y="426923"/>
                </a:lnTo>
                <a:lnTo>
                  <a:pt x="1238250" y="427113"/>
                </a:lnTo>
                <a:lnTo>
                  <a:pt x="1260068" y="423938"/>
                </a:lnTo>
                <a:lnTo>
                  <a:pt x="1275295" y="414337"/>
                </a:lnTo>
                <a:lnTo>
                  <a:pt x="1284211" y="398170"/>
                </a:lnTo>
                <a:lnTo>
                  <a:pt x="1284986" y="392049"/>
                </a:lnTo>
                <a:lnTo>
                  <a:pt x="1287119" y="375285"/>
                </a:lnTo>
                <a:lnTo>
                  <a:pt x="1287119" y="59537"/>
                </a:lnTo>
                <a:lnTo>
                  <a:pt x="1287119" y="274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5" name="object 8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49928" y="5807202"/>
            <a:ext cx="123539" cy="123539"/>
          </a:xfrm>
          <a:prstGeom prst="rect">
            <a:avLst/>
          </a:prstGeom>
        </p:spPr>
      </p:pic>
      <p:sp>
        <p:nvSpPr>
          <p:cNvPr id="86" name="object 86" descr=""/>
          <p:cNvSpPr/>
          <p:nvPr/>
        </p:nvSpPr>
        <p:spPr>
          <a:xfrm>
            <a:off x="1325117" y="5962840"/>
            <a:ext cx="299085" cy="56515"/>
          </a:xfrm>
          <a:custGeom>
            <a:avLst/>
            <a:gdLst/>
            <a:ahLst/>
            <a:cxnLst/>
            <a:rect l="l" t="t" r="r" b="b"/>
            <a:pathLst>
              <a:path w="299084" h="56514">
                <a:moveTo>
                  <a:pt x="279082" y="56388"/>
                </a:moveTo>
                <a:lnTo>
                  <a:pt x="263747" y="56388"/>
                </a:lnTo>
                <a:lnTo>
                  <a:pt x="256127" y="53340"/>
                </a:lnTo>
                <a:lnTo>
                  <a:pt x="251555" y="48768"/>
                </a:lnTo>
                <a:lnTo>
                  <a:pt x="246983" y="42672"/>
                </a:lnTo>
                <a:lnTo>
                  <a:pt x="243935" y="36576"/>
                </a:lnTo>
                <a:lnTo>
                  <a:pt x="243935" y="21336"/>
                </a:lnTo>
                <a:lnTo>
                  <a:pt x="246983" y="13716"/>
                </a:lnTo>
                <a:lnTo>
                  <a:pt x="257651" y="3048"/>
                </a:lnTo>
                <a:lnTo>
                  <a:pt x="263747" y="0"/>
                </a:lnTo>
                <a:lnTo>
                  <a:pt x="279082" y="0"/>
                </a:lnTo>
                <a:lnTo>
                  <a:pt x="285178" y="3048"/>
                </a:lnTo>
                <a:lnTo>
                  <a:pt x="297370" y="15240"/>
                </a:lnTo>
                <a:lnTo>
                  <a:pt x="298894" y="21336"/>
                </a:lnTo>
                <a:lnTo>
                  <a:pt x="298894" y="36576"/>
                </a:lnTo>
                <a:lnTo>
                  <a:pt x="297370" y="42672"/>
                </a:lnTo>
                <a:lnTo>
                  <a:pt x="286702" y="53340"/>
                </a:lnTo>
                <a:lnTo>
                  <a:pt x="279082" y="56388"/>
                </a:lnTo>
                <a:close/>
              </a:path>
              <a:path w="299084" h="56514">
                <a:moveTo>
                  <a:pt x="157067" y="56388"/>
                </a:moveTo>
                <a:lnTo>
                  <a:pt x="141827" y="56388"/>
                </a:lnTo>
                <a:lnTo>
                  <a:pt x="134207" y="53340"/>
                </a:lnTo>
                <a:lnTo>
                  <a:pt x="129540" y="48768"/>
                </a:lnTo>
                <a:lnTo>
                  <a:pt x="123444" y="42672"/>
                </a:lnTo>
                <a:lnTo>
                  <a:pt x="121920" y="36576"/>
                </a:lnTo>
                <a:lnTo>
                  <a:pt x="121920" y="21336"/>
                </a:lnTo>
                <a:lnTo>
                  <a:pt x="123444" y="13716"/>
                </a:lnTo>
                <a:lnTo>
                  <a:pt x="129540" y="9144"/>
                </a:lnTo>
                <a:lnTo>
                  <a:pt x="135731" y="3048"/>
                </a:lnTo>
                <a:lnTo>
                  <a:pt x="141827" y="0"/>
                </a:lnTo>
                <a:lnTo>
                  <a:pt x="157067" y="0"/>
                </a:lnTo>
                <a:lnTo>
                  <a:pt x="163163" y="3048"/>
                </a:lnTo>
                <a:lnTo>
                  <a:pt x="175355" y="15240"/>
                </a:lnTo>
                <a:lnTo>
                  <a:pt x="176879" y="21336"/>
                </a:lnTo>
                <a:lnTo>
                  <a:pt x="176879" y="36576"/>
                </a:lnTo>
                <a:lnTo>
                  <a:pt x="175355" y="42672"/>
                </a:lnTo>
                <a:lnTo>
                  <a:pt x="164687" y="53340"/>
                </a:lnTo>
                <a:lnTo>
                  <a:pt x="157067" y="56388"/>
                </a:lnTo>
                <a:close/>
              </a:path>
              <a:path w="299084" h="56514">
                <a:moveTo>
                  <a:pt x="35052" y="56388"/>
                </a:moveTo>
                <a:lnTo>
                  <a:pt x="19812" y="56388"/>
                </a:lnTo>
                <a:lnTo>
                  <a:pt x="13716" y="53340"/>
                </a:lnTo>
                <a:lnTo>
                  <a:pt x="7620" y="48768"/>
                </a:lnTo>
                <a:lnTo>
                  <a:pt x="3048" y="42672"/>
                </a:lnTo>
                <a:lnTo>
                  <a:pt x="0" y="36576"/>
                </a:lnTo>
                <a:lnTo>
                  <a:pt x="0" y="21336"/>
                </a:lnTo>
                <a:lnTo>
                  <a:pt x="3048" y="13716"/>
                </a:lnTo>
                <a:lnTo>
                  <a:pt x="13716" y="3048"/>
                </a:lnTo>
                <a:lnTo>
                  <a:pt x="19812" y="0"/>
                </a:lnTo>
                <a:lnTo>
                  <a:pt x="35052" y="0"/>
                </a:lnTo>
                <a:lnTo>
                  <a:pt x="41148" y="3048"/>
                </a:lnTo>
                <a:lnTo>
                  <a:pt x="47244" y="9144"/>
                </a:lnTo>
                <a:lnTo>
                  <a:pt x="53340" y="13716"/>
                </a:lnTo>
                <a:lnTo>
                  <a:pt x="54864" y="21336"/>
                </a:lnTo>
                <a:lnTo>
                  <a:pt x="54864" y="36576"/>
                </a:lnTo>
                <a:lnTo>
                  <a:pt x="53340" y="42672"/>
                </a:lnTo>
                <a:lnTo>
                  <a:pt x="42672" y="53340"/>
                </a:lnTo>
                <a:lnTo>
                  <a:pt x="35052" y="563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689544" y="5962840"/>
            <a:ext cx="300990" cy="56515"/>
          </a:xfrm>
          <a:custGeom>
            <a:avLst/>
            <a:gdLst/>
            <a:ahLst/>
            <a:cxnLst/>
            <a:rect l="l" t="t" r="r" b="b"/>
            <a:pathLst>
              <a:path w="300989" h="56514">
                <a:moveTo>
                  <a:pt x="279082" y="56388"/>
                </a:moveTo>
                <a:lnTo>
                  <a:pt x="263842" y="56388"/>
                </a:lnTo>
                <a:lnTo>
                  <a:pt x="257746" y="53340"/>
                </a:lnTo>
                <a:lnTo>
                  <a:pt x="251650" y="48768"/>
                </a:lnTo>
                <a:lnTo>
                  <a:pt x="247078" y="42672"/>
                </a:lnTo>
                <a:lnTo>
                  <a:pt x="244030" y="36576"/>
                </a:lnTo>
                <a:lnTo>
                  <a:pt x="244030" y="21336"/>
                </a:lnTo>
                <a:lnTo>
                  <a:pt x="247078" y="13716"/>
                </a:lnTo>
                <a:lnTo>
                  <a:pt x="257746" y="3048"/>
                </a:lnTo>
                <a:lnTo>
                  <a:pt x="263842" y="0"/>
                </a:lnTo>
                <a:lnTo>
                  <a:pt x="279082" y="0"/>
                </a:lnTo>
                <a:lnTo>
                  <a:pt x="286702" y="3048"/>
                </a:lnTo>
                <a:lnTo>
                  <a:pt x="291274" y="9144"/>
                </a:lnTo>
                <a:lnTo>
                  <a:pt x="297370" y="15240"/>
                </a:lnTo>
                <a:lnTo>
                  <a:pt x="300418" y="21336"/>
                </a:lnTo>
                <a:lnTo>
                  <a:pt x="300418" y="36576"/>
                </a:lnTo>
                <a:lnTo>
                  <a:pt x="297370" y="42672"/>
                </a:lnTo>
                <a:lnTo>
                  <a:pt x="286702" y="53340"/>
                </a:lnTo>
                <a:lnTo>
                  <a:pt x="279082" y="56388"/>
                </a:lnTo>
                <a:close/>
              </a:path>
              <a:path w="300989" h="56514">
                <a:moveTo>
                  <a:pt x="157067" y="56388"/>
                </a:moveTo>
                <a:lnTo>
                  <a:pt x="141827" y="56388"/>
                </a:lnTo>
                <a:lnTo>
                  <a:pt x="135731" y="53340"/>
                </a:lnTo>
                <a:lnTo>
                  <a:pt x="129635" y="48768"/>
                </a:lnTo>
                <a:lnTo>
                  <a:pt x="123539" y="42672"/>
                </a:lnTo>
                <a:lnTo>
                  <a:pt x="122015" y="36576"/>
                </a:lnTo>
                <a:lnTo>
                  <a:pt x="122015" y="21336"/>
                </a:lnTo>
                <a:lnTo>
                  <a:pt x="123539" y="13716"/>
                </a:lnTo>
                <a:lnTo>
                  <a:pt x="129635" y="9144"/>
                </a:lnTo>
                <a:lnTo>
                  <a:pt x="135731" y="3048"/>
                </a:lnTo>
                <a:lnTo>
                  <a:pt x="141827" y="0"/>
                </a:lnTo>
                <a:lnTo>
                  <a:pt x="157067" y="0"/>
                </a:lnTo>
                <a:lnTo>
                  <a:pt x="163163" y="3048"/>
                </a:lnTo>
                <a:lnTo>
                  <a:pt x="175355" y="15240"/>
                </a:lnTo>
                <a:lnTo>
                  <a:pt x="176879" y="21336"/>
                </a:lnTo>
                <a:lnTo>
                  <a:pt x="176879" y="36576"/>
                </a:lnTo>
                <a:lnTo>
                  <a:pt x="175355" y="42672"/>
                </a:lnTo>
                <a:lnTo>
                  <a:pt x="164687" y="53340"/>
                </a:lnTo>
                <a:lnTo>
                  <a:pt x="157067" y="56388"/>
                </a:lnTo>
                <a:close/>
              </a:path>
              <a:path w="300989" h="56514">
                <a:moveTo>
                  <a:pt x="35052" y="56388"/>
                </a:moveTo>
                <a:lnTo>
                  <a:pt x="19812" y="56388"/>
                </a:lnTo>
                <a:lnTo>
                  <a:pt x="13716" y="53340"/>
                </a:lnTo>
                <a:lnTo>
                  <a:pt x="7620" y="48768"/>
                </a:lnTo>
                <a:lnTo>
                  <a:pt x="3048" y="42672"/>
                </a:lnTo>
                <a:lnTo>
                  <a:pt x="0" y="36576"/>
                </a:lnTo>
                <a:lnTo>
                  <a:pt x="0" y="21336"/>
                </a:lnTo>
                <a:lnTo>
                  <a:pt x="3048" y="13716"/>
                </a:lnTo>
                <a:lnTo>
                  <a:pt x="13716" y="3048"/>
                </a:lnTo>
                <a:lnTo>
                  <a:pt x="19812" y="0"/>
                </a:lnTo>
                <a:lnTo>
                  <a:pt x="35052" y="0"/>
                </a:lnTo>
                <a:lnTo>
                  <a:pt x="41148" y="3048"/>
                </a:lnTo>
                <a:lnTo>
                  <a:pt x="47339" y="9144"/>
                </a:lnTo>
                <a:lnTo>
                  <a:pt x="53435" y="13716"/>
                </a:lnTo>
                <a:lnTo>
                  <a:pt x="56483" y="21336"/>
                </a:lnTo>
                <a:lnTo>
                  <a:pt x="56483" y="36576"/>
                </a:lnTo>
                <a:lnTo>
                  <a:pt x="53435" y="42672"/>
                </a:lnTo>
                <a:lnTo>
                  <a:pt x="47339" y="48768"/>
                </a:lnTo>
                <a:lnTo>
                  <a:pt x="42672" y="53340"/>
                </a:lnTo>
                <a:lnTo>
                  <a:pt x="35052" y="563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6212" y="721518"/>
            <a:ext cx="337185" cy="447040"/>
          </a:xfrm>
          <a:custGeom>
            <a:avLst/>
            <a:gdLst/>
            <a:ahLst/>
            <a:cxnLst/>
            <a:rect l="l" t="t" r="r" b="b"/>
            <a:pathLst>
              <a:path w="337184" h="447040">
                <a:moveTo>
                  <a:pt x="213455" y="446912"/>
                </a:moveTo>
                <a:lnTo>
                  <a:pt x="165982" y="443198"/>
                </a:lnTo>
                <a:lnTo>
                  <a:pt x="124063" y="432053"/>
                </a:lnTo>
                <a:lnTo>
                  <a:pt x="87573" y="413480"/>
                </a:lnTo>
                <a:lnTo>
                  <a:pt x="56387" y="387476"/>
                </a:lnTo>
                <a:lnTo>
                  <a:pt x="31503" y="356273"/>
                </a:lnTo>
                <a:lnTo>
                  <a:pt x="13906" y="319944"/>
                </a:lnTo>
                <a:lnTo>
                  <a:pt x="3452" y="278472"/>
                </a:lnTo>
                <a:lnTo>
                  <a:pt x="0" y="231838"/>
                </a:lnTo>
                <a:lnTo>
                  <a:pt x="4000" y="182698"/>
                </a:lnTo>
                <a:lnTo>
                  <a:pt x="16001" y="138255"/>
                </a:lnTo>
                <a:lnTo>
                  <a:pt x="36004" y="98670"/>
                </a:lnTo>
                <a:lnTo>
                  <a:pt x="64007" y="64103"/>
                </a:lnTo>
                <a:lnTo>
                  <a:pt x="98376" y="36044"/>
                </a:lnTo>
                <a:lnTo>
                  <a:pt x="137433" y="16013"/>
                </a:lnTo>
                <a:lnTo>
                  <a:pt x="181330" y="4001"/>
                </a:lnTo>
                <a:lnTo>
                  <a:pt x="230219" y="0"/>
                </a:lnTo>
                <a:lnTo>
                  <a:pt x="260230" y="881"/>
                </a:lnTo>
                <a:lnTo>
                  <a:pt x="288214" y="3619"/>
                </a:lnTo>
                <a:lnTo>
                  <a:pt x="313894" y="8358"/>
                </a:lnTo>
                <a:lnTo>
                  <a:pt x="336994" y="15239"/>
                </a:lnTo>
                <a:lnTo>
                  <a:pt x="336994" y="109823"/>
                </a:lnTo>
                <a:lnTo>
                  <a:pt x="314442" y="98059"/>
                </a:lnTo>
                <a:lnTo>
                  <a:pt x="290310" y="90011"/>
                </a:lnTo>
                <a:lnTo>
                  <a:pt x="264731" y="85391"/>
                </a:lnTo>
                <a:lnTo>
                  <a:pt x="237839" y="83915"/>
                </a:lnTo>
                <a:lnTo>
                  <a:pt x="208645" y="86225"/>
                </a:lnTo>
                <a:lnTo>
                  <a:pt x="159400" y="105132"/>
                </a:lnTo>
                <a:lnTo>
                  <a:pt x="122762" y="142294"/>
                </a:lnTo>
                <a:lnTo>
                  <a:pt x="104408" y="194318"/>
                </a:lnTo>
                <a:lnTo>
                  <a:pt x="102107" y="225742"/>
                </a:lnTo>
                <a:lnTo>
                  <a:pt x="104385" y="255206"/>
                </a:lnTo>
                <a:lnTo>
                  <a:pt x="122119" y="304917"/>
                </a:lnTo>
                <a:lnTo>
                  <a:pt x="156090" y="340899"/>
                </a:lnTo>
                <a:lnTo>
                  <a:pt x="203477" y="359187"/>
                </a:lnTo>
                <a:lnTo>
                  <a:pt x="231743" y="361473"/>
                </a:lnTo>
                <a:lnTo>
                  <a:pt x="259801" y="359759"/>
                </a:lnTo>
                <a:lnTo>
                  <a:pt x="286690" y="354615"/>
                </a:lnTo>
                <a:lnTo>
                  <a:pt x="312418" y="346043"/>
                </a:lnTo>
                <a:lnTo>
                  <a:pt x="336994" y="334041"/>
                </a:lnTo>
                <a:lnTo>
                  <a:pt x="336994" y="424052"/>
                </a:lnTo>
                <a:lnTo>
                  <a:pt x="311275" y="433411"/>
                </a:lnTo>
                <a:lnTo>
                  <a:pt x="282118" y="440626"/>
                </a:lnTo>
                <a:lnTo>
                  <a:pt x="249514" y="445269"/>
                </a:lnTo>
                <a:lnTo>
                  <a:pt x="213455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6546" y="721518"/>
            <a:ext cx="296545" cy="447040"/>
          </a:xfrm>
          <a:custGeom>
            <a:avLst/>
            <a:gdLst/>
            <a:ahLst/>
            <a:cxnLst/>
            <a:rect l="l" t="t" r="r" b="b"/>
            <a:pathLst>
              <a:path w="296544" h="447040">
                <a:moveTo>
                  <a:pt x="125063" y="446912"/>
                </a:moveTo>
                <a:lnTo>
                  <a:pt x="74056" y="443055"/>
                </a:lnTo>
                <a:lnTo>
                  <a:pt x="27515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5318" y="336137"/>
                </a:lnTo>
                <a:lnTo>
                  <a:pt x="29229" y="344709"/>
                </a:lnTo>
                <a:lnTo>
                  <a:pt x="73771" y="363322"/>
                </a:lnTo>
                <a:lnTo>
                  <a:pt x="120491" y="369188"/>
                </a:lnTo>
                <a:lnTo>
                  <a:pt x="129350" y="369139"/>
                </a:lnTo>
                <a:lnTo>
                  <a:pt x="137648" y="368796"/>
                </a:lnTo>
                <a:lnTo>
                  <a:pt x="145391" y="367862"/>
                </a:lnTo>
                <a:lnTo>
                  <a:pt x="152590" y="366045"/>
                </a:lnTo>
                <a:lnTo>
                  <a:pt x="161734" y="364521"/>
                </a:lnTo>
                <a:lnTo>
                  <a:pt x="169354" y="361473"/>
                </a:lnTo>
                <a:lnTo>
                  <a:pt x="175450" y="356901"/>
                </a:lnTo>
                <a:lnTo>
                  <a:pt x="181546" y="353853"/>
                </a:lnTo>
                <a:lnTo>
                  <a:pt x="186118" y="349281"/>
                </a:lnTo>
                <a:lnTo>
                  <a:pt x="189166" y="343185"/>
                </a:lnTo>
                <a:lnTo>
                  <a:pt x="192214" y="338613"/>
                </a:lnTo>
                <a:lnTo>
                  <a:pt x="193738" y="332517"/>
                </a:lnTo>
                <a:lnTo>
                  <a:pt x="193738" y="317277"/>
                </a:lnTo>
                <a:lnTo>
                  <a:pt x="192214" y="309657"/>
                </a:lnTo>
                <a:lnTo>
                  <a:pt x="186118" y="303561"/>
                </a:lnTo>
                <a:lnTo>
                  <a:pt x="182379" y="298989"/>
                </a:lnTo>
                <a:lnTo>
                  <a:pt x="137255" y="268509"/>
                </a:lnTo>
                <a:lnTo>
                  <a:pt x="128111" y="264827"/>
                </a:lnTo>
                <a:lnTo>
                  <a:pt x="109823" y="256856"/>
                </a:lnTo>
                <a:lnTo>
                  <a:pt x="56292" y="229552"/>
                </a:lnTo>
                <a:lnTo>
                  <a:pt x="24479" y="201358"/>
                </a:lnTo>
                <a:lnTo>
                  <a:pt x="1467" y="148985"/>
                </a:lnTo>
                <a:lnTo>
                  <a:pt x="0" y="128111"/>
                </a:lnTo>
                <a:lnTo>
                  <a:pt x="858" y="111561"/>
                </a:lnTo>
                <a:lnTo>
                  <a:pt x="13811" y="70199"/>
                </a:lnTo>
                <a:lnTo>
                  <a:pt x="39528" y="38815"/>
                </a:lnTo>
                <a:lnTo>
                  <a:pt x="75342" y="16763"/>
                </a:lnTo>
                <a:lnTo>
                  <a:pt x="119767" y="3857"/>
                </a:lnTo>
                <a:lnTo>
                  <a:pt x="169354" y="0"/>
                </a:lnTo>
                <a:lnTo>
                  <a:pt x="185928" y="261"/>
                </a:lnTo>
                <a:lnTo>
                  <a:pt x="228790" y="3047"/>
                </a:lnTo>
                <a:lnTo>
                  <a:pt x="266080" y="12477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71819" y="102488"/>
                </a:lnTo>
                <a:lnTo>
                  <a:pt x="265938" y="98774"/>
                </a:lnTo>
                <a:lnTo>
                  <a:pt x="259770" y="95630"/>
                </a:lnTo>
                <a:lnTo>
                  <a:pt x="253174" y="93059"/>
                </a:lnTo>
                <a:lnTo>
                  <a:pt x="247197" y="89915"/>
                </a:lnTo>
                <a:lnTo>
                  <a:pt x="240792" y="87344"/>
                </a:lnTo>
                <a:lnTo>
                  <a:pt x="234100" y="85343"/>
                </a:lnTo>
                <a:lnTo>
                  <a:pt x="227266" y="83915"/>
                </a:lnTo>
                <a:lnTo>
                  <a:pt x="220408" y="81891"/>
                </a:lnTo>
                <a:lnTo>
                  <a:pt x="213550" y="80295"/>
                </a:lnTo>
                <a:lnTo>
                  <a:pt x="192214" y="76295"/>
                </a:lnTo>
                <a:lnTo>
                  <a:pt x="175450" y="76295"/>
                </a:lnTo>
                <a:lnTo>
                  <a:pt x="135731" y="80867"/>
                </a:lnTo>
                <a:lnTo>
                  <a:pt x="122015" y="88487"/>
                </a:lnTo>
                <a:lnTo>
                  <a:pt x="115919" y="91535"/>
                </a:lnTo>
                <a:lnTo>
                  <a:pt x="111347" y="96107"/>
                </a:lnTo>
                <a:lnTo>
                  <a:pt x="106775" y="102203"/>
                </a:lnTo>
                <a:lnTo>
                  <a:pt x="103727" y="106775"/>
                </a:lnTo>
                <a:lnTo>
                  <a:pt x="102203" y="112871"/>
                </a:lnTo>
                <a:lnTo>
                  <a:pt x="102203" y="126587"/>
                </a:lnTo>
                <a:lnTo>
                  <a:pt x="103727" y="132683"/>
                </a:lnTo>
                <a:lnTo>
                  <a:pt x="108299" y="138779"/>
                </a:lnTo>
                <a:lnTo>
                  <a:pt x="111347" y="144875"/>
                </a:lnTo>
                <a:lnTo>
                  <a:pt x="142653" y="167209"/>
                </a:lnTo>
                <a:lnTo>
                  <a:pt x="184594" y="186118"/>
                </a:lnTo>
                <a:lnTo>
                  <a:pt x="196881" y="191190"/>
                </a:lnTo>
                <a:lnTo>
                  <a:pt x="208597" y="196976"/>
                </a:lnTo>
                <a:lnTo>
                  <a:pt x="249555" y="221551"/>
                </a:lnTo>
                <a:lnTo>
                  <a:pt x="279094" y="252805"/>
                </a:lnTo>
                <a:lnTo>
                  <a:pt x="293846" y="292703"/>
                </a:lnTo>
                <a:lnTo>
                  <a:pt x="295941" y="317277"/>
                </a:lnTo>
                <a:lnTo>
                  <a:pt x="295083" y="334733"/>
                </a:lnTo>
                <a:lnTo>
                  <a:pt x="282130" y="378332"/>
                </a:lnTo>
                <a:lnTo>
                  <a:pt x="256413" y="409408"/>
                </a:lnTo>
                <a:lnTo>
                  <a:pt x="220408" y="430339"/>
                </a:lnTo>
                <a:lnTo>
                  <a:pt x="174663" y="442412"/>
                </a:lnTo>
                <a:lnTo>
                  <a:pt x="142001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72780" y="721518"/>
            <a:ext cx="295910" cy="447040"/>
          </a:xfrm>
          <a:custGeom>
            <a:avLst/>
            <a:gdLst/>
            <a:ahLst/>
            <a:cxnLst/>
            <a:rect l="l" t="t" r="r" b="b"/>
            <a:pathLst>
              <a:path w="295910" h="447040">
                <a:moveTo>
                  <a:pt x="125063" y="446912"/>
                </a:moveTo>
                <a:lnTo>
                  <a:pt x="74016" y="443055"/>
                </a:lnTo>
                <a:lnTo>
                  <a:pt x="27432" y="432815"/>
                </a:lnTo>
                <a:lnTo>
                  <a:pt x="1524" y="422528"/>
                </a:lnTo>
                <a:lnTo>
                  <a:pt x="1524" y="326421"/>
                </a:lnTo>
                <a:lnTo>
                  <a:pt x="15287" y="336137"/>
                </a:lnTo>
                <a:lnTo>
                  <a:pt x="29337" y="344709"/>
                </a:lnTo>
                <a:lnTo>
                  <a:pt x="74373" y="363322"/>
                </a:lnTo>
                <a:lnTo>
                  <a:pt x="120491" y="369188"/>
                </a:lnTo>
                <a:lnTo>
                  <a:pt x="129349" y="369139"/>
                </a:lnTo>
                <a:lnTo>
                  <a:pt x="137636" y="368796"/>
                </a:lnTo>
                <a:lnTo>
                  <a:pt x="145351" y="367862"/>
                </a:lnTo>
                <a:lnTo>
                  <a:pt x="152495" y="366045"/>
                </a:lnTo>
                <a:lnTo>
                  <a:pt x="161639" y="364521"/>
                </a:lnTo>
                <a:lnTo>
                  <a:pt x="169259" y="361473"/>
                </a:lnTo>
                <a:lnTo>
                  <a:pt x="175355" y="356901"/>
                </a:lnTo>
                <a:lnTo>
                  <a:pt x="181451" y="353853"/>
                </a:lnTo>
                <a:lnTo>
                  <a:pt x="186023" y="349281"/>
                </a:lnTo>
                <a:lnTo>
                  <a:pt x="189071" y="343185"/>
                </a:lnTo>
                <a:lnTo>
                  <a:pt x="192119" y="338613"/>
                </a:lnTo>
                <a:lnTo>
                  <a:pt x="193643" y="332517"/>
                </a:lnTo>
                <a:lnTo>
                  <a:pt x="193643" y="317277"/>
                </a:lnTo>
                <a:lnTo>
                  <a:pt x="192119" y="309657"/>
                </a:lnTo>
                <a:lnTo>
                  <a:pt x="186023" y="303561"/>
                </a:lnTo>
                <a:lnTo>
                  <a:pt x="182284" y="298989"/>
                </a:lnTo>
                <a:lnTo>
                  <a:pt x="145851" y="272843"/>
                </a:lnTo>
                <a:lnTo>
                  <a:pt x="110037" y="256856"/>
                </a:lnTo>
                <a:lnTo>
                  <a:pt x="100679" y="253174"/>
                </a:lnTo>
                <a:lnTo>
                  <a:pt x="76970" y="242077"/>
                </a:lnTo>
                <a:lnTo>
                  <a:pt x="38662" y="215884"/>
                </a:lnTo>
                <a:lnTo>
                  <a:pt x="13501" y="185627"/>
                </a:lnTo>
                <a:lnTo>
                  <a:pt x="1452" y="148985"/>
                </a:lnTo>
                <a:lnTo>
                  <a:pt x="0" y="128111"/>
                </a:lnTo>
                <a:lnTo>
                  <a:pt x="857" y="111561"/>
                </a:lnTo>
                <a:lnTo>
                  <a:pt x="13716" y="70199"/>
                </a:lnTo>
                <a:lnTo>
                  <a:pt x="39433" y="38815"/>
                </a:lnTo>
                <a:lnTo>
                  <a:pt x="75521" y="16763"/>
                </a:lnTo>
                <a:lnTo>
                  <a:pt x="120396" y="3857"/>
                </a:lnTo>
                <a:lnTo>
                  <a:pt x="169259" y="0"/>
                </a:lnTo>
                <a:lnTo>
                  <a:pt x="185847" y="261"/>
                </a:lnTo>
                <a:lnTo>
                  <a:pt x="228790" y="3047"/>
                </a:lnTo>
                <a:lnTo>
                  <a:pt x="266080" y="12477"/>
                </a:lnTo>
                <a:lnTo>
                  <a:pt x="277558" y="16763"/>
                </a:lnTo>
                <a:lnTo>
                  <a:pt x="277558" y="106775"/>
                </a:lnTo>
                <a:lnTo>
                  <a:pt x="271819" y="102488"/>
                </a:lnTo>
                <a:lnTo>
                  <a:pt x="265938" y="98774"/>
                </a:lnTo>
                <a:lnTo>
                  <a:pt x="259770" y="95630"/>
                </a:lnTo>
                <a:lnTo>
                  <a:pt x="253174" y="93059"/>
                </a:lnTo>
                <a:lnTo>
                  <a:pt x="247197" y="89915"/>
                </a:lnTo>
                <a:lnTo>
                  <a:pt x="240792" y="87344"/>
                </a:lnTo>
                <a:lnTo>
                  <a:pt x="234100" y="85343"/>
                </a:lnTo>
                <a:lnTo>
                  <a:pt x="227266" y="83915"/>
                </a:lnTo>
                <a:lnTo>
                  <a:pt x="220408" y="81891"/>
                </a:lnTo>
                <a:lnTo>
                  <a:pt x="213550" y="80295"/>
                </a:lnTo>
                <a:lnTo>
                  <a:pt x="192119" y="76295"/>
                </a:lnTo>
                <a:lnTo>
                  <a:pt x="175355" y="76295"/>
                </a:lnTo>
                <a:lnTo>
                  <a:pt x="135731" y="80867"/>
                </a:lnTo>
                <a:lnTo>
                  <a:pt x="122015" y="88487"/>
                </a:lnTo>
                <a:lnTo>
                  <a:pt x="115919" y="91535"/>
                </a:lnTo>
                <a:lnTo>
                  <a:pt x="111347" y="96107"/>
                </a:lnTo>
                <a:lnTo>
                  <a:pt x="106775" y="102203"/>
                </a:lnTo>
                <a:lnTo>
                  <a:pt x="103727" y="106775"/>
                </a:lnTo>
                <a:lnTo>
                  <a:pt x="102203" y="112871"/>
                </a:lnTo>
                <a:lnTo>
                  <a:pt x="102203" y="126587"/>
                </a:lnTo>
                <a:lnTo>
                  <a:pt x="103727" y="132683"/>
                </a:lnTo>
                <a:lnTo>
                  <a:pt x="108299" y="138779"/>
                </a:lnTo>
                <a:lnTo>
                  <a:pt x="111347" y="144875"/>
                </a:lnTo>
                <a:lnTo>
                  <a:pt x="117443" y="150971"/>
                </a:lnTo>
                <a:lnTo>
                  <a:pt x="125063" y="155543"/>
                </a:lnTo>
                <a:lnTo>
                  <a:pt x="130159" y="159265"/>
                </a:lnTo>
                <a:lnTo>
                  <a:pt x="184499" y="186118"/>
                </a:lnTo>
                <a:lnTo>
                  <a:pt x="196841" y="191190"/>
                </a:lnTo>
                <a:lnTo>
                  <a:pt x="208585" y="196976"/>
                </a:lnTo>
                <a:lnTo>
                  <a:pt x="249555" y="221551"/>
                </a:lnTo>
                <a:lnTo>
                  <a:pt x="279082" y="252805"/>
                </a:lnTo>
                <a:lnTo>
                  <a:pt x="294322" y="292703"/>
                </a:lnTo>
                <a:lnTo>
                  <a:pt x="295846" y="317277"/>
                </a:lnTo>
                <a:lnTo>
                  <a:pt x="294989" y="334733"/>
                </a:lnTo>
                <a:lnTo>
                  <a:pt x="282130" y="378332"/>
                </a:lnTo>
                <a:lnTo>
                  <a:pt x="256413" y="409408"/>
                </a:lnTo>
                <a:lnTo>
                  <a:pt x="220396" y="430339"/>
                </a:lnTo>
                <a:lnTo>
                  <a:pt x="174569" y="442412"/>
                </a:lnTo>
                <a:lnTo>
                  <a:pt x="141946" y="446365"/>
                </a:lnTo>
                <a:lnTo>
                  <a:pt x="125063" y="44691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169985" y="649795"/>
            <a:ext cx="1188085" cy="592455"/>
          </a:xfrm>
          <a:custGeom>
            <a:avLst/>
            <a:gdLst/>
            <a:ahLst/>
            <a:cxnLst/>
            <a:rect l="l" t="t" r="r" b="b"/>
            <a:pathLst>
              <a:path w="1188085" h="592455">
                <a:moveTo>
                  <a:pt x="591693" y="73253"/>
                </a:moveTo>
                <a:lnTo>
                  <a:pt x="282130" y="73253"/>
                </a:lnTo>
                <a:lnTo>
                  <a:pt x="304990" y="9144"/>
                </a:lnTo>
                <a:lnTo>
                  <a:pt x="221068" y="0"/>
                </a:lnTo>
                <a:lnTo>
                  <a:pt x="215303" y="18351"/>
                </a:lnTo>
                <a:lnTo>
                  <a:pt x="209257" y="36664"/>
                </a:lnTo>
                <a:lnTo>
                  <a:pt x="202641" y="54965"/>
                </a:lnTo>
                <a:lnTo>
                  <a:pt x="195160" y="73253"/>
                </a:lnTo>
                <a:lnTo>
                  <a:pt x="9144" y="73253"/>
                </a:lnTo>
                <a:lnTo>
                  <a:pt x="9144" y="152590"/>
                </a:lnTo>
                <a:lnTo>
                  <a:pt x="155536" y="152590"/>
                </a:lnTo>
                <a:lnTo>
                  <a:pt x="131025" y="192468"/>
                </a:lnTo>
                <a:lnTo>
                  <a:pt x="103200" y="231546"/>
                </a:lnTo>
                <a:lnTo>
                  <a:pt x="72085" y="269760"/>
                </a:lnTo>
                <a:lnTo>
                  <a:pt x="37680" y="307035"/>
                </a:lnTo>
                <a:lnTo>
                  <a:pt x="0" y="343281"/>
                </a:lnTo>
                <a:lnTo>
                  <a:pt x="6858" y="360451"/>
                </a:lnTo>
                <a:lnTo>
                  <a:pt x="13716" y="380047"/>
                </a:lnTo>
                <a:lnTo>
                  <a:pt x="20574" y="402221"/>
                </a:lnTo>
                <a:lnTo>
                  <a:pt x="27432" y="427101"/>
                </a:lnTo>
                <a:lnTo>
                  <a:pt x="47713" y="408800"/>
                </a:lnTo>
                <a:lnTo>
                  <a:pt x="67437" y="390334"/>
                </a:lnTo>
                <a:lnTo>
                  <a:pt x="86575" y="371602"/>
                </a:lnTo>
                <a:lnTo>
                  <a:pt x="105156" y="352425"/>
                </a:lnTo>
                <a:lnTo>
                  <a:pt x="105156" y="544639"/>
                </a:lnTo>
                <a:lnTo>
                  <a:pt x="187540" y="544639"/>
                </a:lnTo>
                <a:lnTo>
                  <a:pt x="187540" y="314236"/>
                </a:lnTo>
                <a:lnTo>
                  <a:pt x="283654" y="314236"/>
                </a:lnTo>
                <a:lnTo>
                  <a:pt x="283654" y="590359"/>
                </a:lnTo>
                <a:lnTo>
                  <a:pt x="365950" y="590359"/>
                </a:lnTo>
                <a:lnTo>
                  <a:pt x="365950" y="314236"/>
                </a:lnTo>
                <a:lnTo>
                  <a:pt x="466623" y="314236"/>
                </a:lnTo>
                <a:lnTo>
                  <a:pt x="466623" y="410337"/>
                </a:lnTo>
                <a:lnTo>
                  <a:pt x="464070" y="429514"/>
                </a:lnTo>
                <a:lnTo>
                  <a:pt x="456526" y="443382"/>
                </a:lnTo>
                <a:lnTo>
                  <a:pt x="444119" y="451802"/>
                </a:lnTo>
                <a:lnTo>
                  <a:pt x="426999" y="454634"/>
                </a:lnTo>
                <a:lnTo>
                  <a:pt x="421259" y="454367"/>
                </a:lnTo>
                <a:lnTo>
                  <a:pt x="388810" y="451586"/>
                </a:lnTo>
                <a:lnTo>
                  <a:pt x="396468" y="487210"/>
                </a:lnTo>
                <a:lnTo>
                  <a:pt x="400456" y="507949"/>
                </a:lnTo>
                <a:lnTo>
                  <a:pt x="404139" y="530834"/>
                </a:lnTo>
                <a:lnTo>
                  <a:pt x="430733" y="530542"/>
                </a:lnTo>
                <a:lnTo>
                  <a:pt x="472503" y="528256"/>
                </a:lnTo>
                <a:lnTo>
                  <a:pt x="512152" y="517118"/>
                </a:lnTo>
                <a:lnTo>
                  <a:pt x="538454" y="487400"/>
                </a:lnTo>
                <a:lnTo>
                  <a:pt x="547497" y="439394"/>
                </a:lnTo>
                <a:lnTo>
                  <a:pt x="547497" y="244132"/>
                </a:lnTo>
                <a:lnTo>
                  <a:pt x="365950" y="244132"/>
                </a:lnTo>
                <a:lnTo>
                  <a:pt x="365950" y="166306"/>
                </a:lnTo>
                <a:lnTo>
                  <a:pt x="283654" y="166306"/>
                </a:lnTo>
                <a:lnTo>
                  <a:pt x="283654" y="244132"/>
                </a:lnTo>
                <a:lnTo>
                  <a:pt x="190588" y="244132"/>
                </a:lnTo>
                <a:lnTo>
                  <a:pt x="205168" y="222072"/>
                </a:lnTo>
                <a:lnTo>
                  <a:pt x="219163" y="199466"/>
                </a:lnTo>
                <a:lnTo>
                  <a:pt x="232600" y="176314"/>
                </a:lnTo>
                <a:lnTo>
                  <a:pt x="245452" y="152590"/>
                </a:lnTo>
                <a:lnTo>
                  <a:pt x="591693" y="152590"/>
                </a:lnTo>
                <a:lnTo>
                  <a:pt x="591693" y="73253"/>
                </a:lnTo>
                <a:close/>
              </a:path>
              <a:path w="1188085" h="592455">
                <a:moveTo>
                  <a:pt x="1040028" y="346341"/>
                </a:moveTo>
                <a:lnTo>
                  <a:pt x="962304" y="346341"/>
                </a:lnTo>
                <a:lnTo>
                  <a:pt x="962304" y="401205"/>
                </a:lnTo>
                <a:lnTo>
                  <a:pt x="962304" y="440918"/>
                </a:lnTo>
                <a:lnTo>
                  <a:pt x="867727" y="440918"/>
                </a:lnTo>
                <a:lnTo>
                  <a:pt x="867727" y="401205"/>
                </a:lnTo>
                <a:lnTo>
                  <a:pt x="962304" y="401205"/>
                </a:lnTo>
                <a:lnTo>
                  <a:pt x="962304" y="346341"/>
                </a:lnTo>
                <a:lnTo>
                  <a:pt x="791425" y="346341"/>
                </a:lnTo>
                <a:lnTo>
                  <a:pt x="791425" y="524738"/>
                </a:lnTo>
                <a:lnTo>
                  <a:pt x="867727" y="524738"/>
                </a:lnTo>
                <a:lnTo>
                  <a:pt x="867727" y="495782"/>
                </a:lnTo>
                <a:lnTo>
                  <a:pt x="1040028" y="495782"/>
                </a:lnTo>
                <a:lnTo>
                  <a:pt x="1040028" y="440918"/>
                </a:lnTo>
                <a:lnTo>
                  <a:pt x="1040028" y="401205"/>
                </a:lnTo>
                <a:lnTo>
                  <a:pt x="1040028" y="346341"/>
                </a:lnTo>
                <a:close/>
              </a:path>
              <a:path w="1188085" h="592455">
                <a:moveTo>
                  <a:pt x="1187958" y="244132"/>
                </a:moveTo>
                <a:lnTo>
                  <a:pt x="756373" y="244132"/>
                </a:lnTo>
                <a:lnTo>
                  <a:pt x="756373" y="207467"/>
                </a:lnTo>
                <a:lnTo>
                  <a:pt x="1162050" y="207467"/>
                </a:lnTo>
                <a:lnTo>
                  <a:pt x="1162050" y="137363"/>
                </a:lnTo>
                <a:lnTo>
                  <a:pt x="1162050" y="91541"/>
                </a:lnTo>
                <a:lnTo>
                  <a:pt x="1162050" y="22860"/>
                </a:lnTo>
                <a:lnTo>
                  <a:pt x="1076604" y="22860"/>
                </a:lnTo>
                <a:lnTo>
                  <a:pt x="1076604" y="91541"/>
                </a:lnTo>
                <a:lnTo>
                  <a:pt x="1076604" y="137363"/>
                </a:lnTo>
                <a:lnTo>
                  <a:pt x="756373" y="137363"/>
                </a:lnTo>
                <a:lnTo>
                  <a:pt x="756373" y="91541"/>
                </a:lnTo>
                <a:lnTo>
                  <a:pt x="1076604" y="91541"/>
                </a:lnTo>
                <a:lnTo>
                  <a:pt x="1076604" y="22860"/>
                </a:lnTo>
                <a:lnTo>
                  <a:pt x="670941" y="22860"/>
                </a:lnTo>
                <a:lnTo>
                  <a:pt x="670941" y="215087"/>
                </a:lnTo>
                <a:lnTo>
                  <a:pt x="670102" y="274040"/>
                </a:lnTo>
                <a:lnTo>
                  <a:pt x="667689" y="325132"/>
                </a:lnTo>
                <a:lnTo>
                  <a:pt x="663867" y="368490"/>
                </a:lnTo>
                <a:lnTo>
                  <a:pt x="651649" y="435444"/>
                </a:lnTo>
                <a:lnTo>
                  <a:pt x="630021" y="492633"/>
                </a:lnTo>
                <a:lnTo>
                  <a:pt x="616064" y="518642"/>
                </a:lnTo>
                <a:lnTo>
                  <a:pt x="645414" y="550697"/>
                </a:lnTo>
                <a:lnTo>
                  <a:pt x="662825" y="570153"/>
                </a:lnTo>
                <a:lnTo>
                  <a:pt x="681697" y="591896"/>
                </a:lnTo>
                <a:lnTo>
                  <a:pt x="703948" y="556158"/>
                </a:lnTo>
                <a:lnTo>
                  <a:pt x="721995" y="516153"/>
                </a:lnTo>
                <a:lnTo>
                  <a:pt x="735990" y="471919"/>
                </a:lnTo>
                <a:lnTo>
                  <a:pt x="746048" y="423494"/>
                </a:lnTo>
                <a:lnTo>
                  <a:pt x="752284" y="370916"/>
                </a:lnTo>
                <a:lnTo>
                  <a:pt x="754849" y="314236"/>
                </a:lnTo>
                <a:lnTo>
                  <a:pt x="1101090" y="314236"/>
                </a:lnTo>
                <a:lnTo>
                  <a:pt x="1101090" y="382917"/>
                </a:lnTo>
                <a:lnTo>
                  <a:pt x="1099947" y="426453"/>
                </a:lnTo>
                <a:lnTo>
                  <a:pt x="1097661" y="480301"/>
                </a:lnTo>
                <a:lnTo>
                  <a:pt x="1071460" y="513499"/>
                </a:lnTo>
                <a:lnTo>
                  <a:pt x="1055268" y="515594"/>
                </a:lnTo>
                <a:lnTo>
                  <a:pt x="1039812" y="515327"/>
                </a:lnTo>
                <a:lnTo>
                  <a:pt x="971448" y="512546"/>
                </a:lnTo>
                <a:lnTo>
                  <a:pt x="975969" y="532853"/>
                </a:lnTo>
                <a:lnTo>
                  <a:pt x="980135" y="552272"/>
                </a:lnTo>
                <a:lnTo>
                  <a:pt x="983881" y="571779"/>
                </a:lnTo>
                <a:lnTo>
                  <a:pt x="986688" y="590372"/>
                </a:lnTo>
                <a:lnTo>
                  <a:pt x="1045883" y="589800"/>
                </a:lnTo>
                <a:lnTo>
                  <a:pt x="1090942" y="588086"/>
                </a:lnTo>
                <a:lnTo>
                  <a:pt x="1139190" y="581228"/>
                </a:lnTo>
                <a:lnTo>
                  <a:pt x="1171194" y="552272"/>
                </a:lnTo>
                <a:lnTo>
                  <a:pt x="1182865" y="515594"/>
                </a:lnTo>
                <a:lnTo>
                  <a:pt x="1184046" y="507161"/>
                </a:lnTo>
                <a:lnTo>
                  <a:pt x="1184910" y="485114"/>
                </a:lnTo>
                <a:lnTo>
                  <a:pt x="1187069" y="314236"/>
                </a:lnTo>
                <a:lnTo>
                  <a:pt x="1187958" y="24413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356" y="2021205"/>
            <a:ext cx="96107" cy="96012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299108" y="1871662"/>
            <a:ext cx="772160" cy="374015"/>
          </a:xfrm>
          <a:custGeom>
            <a:avLst/>
            <a:gdLst/>
            <a:ahLst/>
            <a:cxnLst/>
            <a:rect l="l" t="t" r="r" b="b"/>
            <a:pathLst>
              <a:path w="772160" h="374014">
                <a:moveTo>
                  <a:pt x="99148" y="67157"/>
                </a:moveTo>
                <a:lnTo>
                  <a:pt x="87109" y="53136"/>
                </a:lnTo>
                <a:lnTo>
                  <a:pt x="73621" y="38531"/>
                </a:lnTo>
                <a:lnTo>
                  <a:pt x="58432" y="23355"/>
                </a:lnTo>
                <a:lnTo>
                  <a:pt x="41236" y="7620"/>
                </a:lnTo>
                <a:lnTo>
                  <a:pt x="21336" y="24384"/>
                </a:lnTo>
                <a:lnTo>
                  <a:pt x="34874" y="39306"/>
                </a:lnTo>
                <a:lnTo>
                  <a:pt x="48094" y="54533"/>
                </a:lnTo>
                <a:lnTo>
                  <a:pt x="61290" y="70332"/>
                </a:lnTo>
                <a:lnTo>
                  <a:pt x="74764" y="86969"/>
                </a:lnTo>
                <a:lnTo>
                  <a:pt x="99148" y="67157"/>
                </a:lnTo>
                <a:close/>
              </a:path>
              <a:path w="772160" h="374014">
                <a:moveTo>
                  <a:pt x="120484" y="277660"/>
                </a:moveTo>
                <a:lnTo>
                  <a:pt x="118440" y="269659"/>
                </a:lnTo>
                <a:lnTo>
                  <a:pt x="114922" y="253619"/>
                </a:lnTo>
                <a:lnTo>
                  <a:pt x="112864" y="245554"/>
                </a:lnTo>
                <a:lnTo>
                  <a:pt x="101701" y="256730"/>
                </a:lnTo>
                <a:lnTo>
                  <a:pt x="90957" y="267169"/>
                </a:lnTo>
                <a:lnTo>
                  <a:pt x="80505" y="276733"/>
                </a:lnTo>
                <a:lnTo>
                  <a:pt x="70192" y="285280"/>
                </a:lnTo>
                <a:lnTo>
                  <a:pt x="70192" y="126593"/>
                </a:lnTo>
                <a:lnTo>
                  <a:pt x="0" y="126593"/>
                </a:lnTo>
                <a:lnTo>
                  <a:pt x="0" y="154114"/>
                </a:lnTo>
                <a:lnTo>
                  <a:pt x="42760" y="154114"/>
                </a:lnTo>
                <a:lnTo>
                  <a:pt x="42684" y="289267"/>
                </a:lnTo>
                <a:lnTo>
                  <a:pt x="41935" y="298043"/>
                </a:lnTo>
                <a:lnTo>
                  <a:pt x="39522" y="306616"/>
                </a:lnTo>
                <a:lnTo>
                  <a:pt x="35648" y="314045"/>
                </a:lnTo>
                <a:lnTo>
                  <a:pt x="30480" y="320332"/>
                </a:lnTo>
                <a:lnTo>
                  <a:pt x="51904" y="344716"/>
                </a:lnTo>
                <a:lnTo>
                  <a:pt x="56502" y="339877"/>
                </a:lnTo>
                <a:lnTo>
                  <a:pt x="66268" y="329069"/>
                </a:lnTo>
                <a:lnTo>
                  <a:pt x="71716" y="323380"/>
                </a:lnTo>
                <a:lnTo>
                  <a:pt x="82537" y="312826"/>
                </a:lnTo>
                <a:lnTo>
                  <a:pt x="94386" y="301663"/>
                </a:lnTo>
                <a:lnTo>
                  <a:pt x="112179" y="285280"/>
                </a:lnTo>
                <a:lnTo>
                  <a:pt x="120484" y="277660"/>
                </a:lnTo>
                <a:close/>
              </a:path>
              <a:path w="772160" h="374014">
                <a:moveTo>
                  <a:pt x="379768" y="323380"/>
                </a:moveTo>
                <a:lnTo>
                  <a:pt x="346621" y="308546"/>
                </a:lnTo>
                <a:lnTo>
                  <a:pt x="315899" y="289267"/>
                </a:lnTo>
                <a:lnTo>
                  <a:pt x="287743" y="265684"/>
                </a:lnTo>
                <a:lnTo>
                  <a:pt x="273494" y="250126"/>
                </a:lnTo>
                <a:lnTo>
                  <a:pt x="262318" y="237934"/>
                </a:lnTo>
                <a:lnTo>
                  <a:pt x="369087" y="237934"/>
                </a:lnTo>
                <a:lnTo>
                  <a:pt x="369087" y="212026"/>
                </a:lnTo>
                <a:lnTo>
                  <a:pt x="248602" y="212026"/>
                </a:lnTo>
                <a:lnTo>
                  <a:pt x="248602" y="170878"/>
                </a:lnTo>
                <a:lnTo>
                  <a:pt x="320319" y="170878"/>
                </a:lnTo>
                <a:lnTo>
                  <a:pt x="320319" y="183070"/>
                </a:lnTo>
                <a:lnTo>
                  <a:pt x="347751" y="183070"/>
                </a:lnTo>
                <a:lnTo>
                  <a:pt x="347751" y="15240"/>
                </a:lnTo>
                <a:lnTo>
                  <a:pt x="320319" y="15240"/>
                </a:lnTo>
                <a:lnTo>
                  <a:pt x="320319" y="39624"/>
                </a:lnTo>
                <a:lnTo>
                  <a:pt x="320319" y="80873"/>
                </a:lnTo>
                <a:lnTo>
                  <a:pt x="320319" y="105257"/>
                </a:lnTo>
                <a:lnTo>
                  <a:pt x="320319" y="146405"/>
                </a:lnTo>
                <a:lnTo>
                  <a:pt x="248602" y="146405"/>
                </a:lnTo>
                <a:lnTo>
                  <a:pt x="248602" y="105257"/>
                </a:lnTo>
                <a:lnTo>
                  <a:pt x="320319" y="105257"/>
                </a:lnTo>
                <a:lnTo>
                  <a:pt x="320319" y="80873"/>
                </a:lnTo>
                <a:lnTo>
                  <a:pt x="248602" y="80873"/>
                </a:lnTo>
                <a:lnTo>
                  <a:pt x="248602" y="39624"/>
                </a:lnTo>
                <a:lnTo>
                  <a:pt x="320319" y="39624"/>
                </a:lnTo>
                <a:lnTo>
                  <a:pt x="320319" y="15240"/>
                </a:lnTo>
                <a:lnTo>
                  <a:pt x="221170" y="15240"/>
                </a:lnTo>
                <a:lnTo>
                  <a:pt x="221170" y="39624"/>
                </a:lnTo>
                <a:lnTo>
                  <a:pt x="221170" y="80873"/>
                </a:lnTo>
                <a:lnTo>
                  <a:pt x="221170" y="105257"/>
                </a:lnTo>
                <a:lnTo>
                  <a:pt x="221170" y="146405"/>
                </a:lnTo>
                <a:lnTo>
                  <a:pt x="150964" y="146405"/>
                </a:lnTo>
                <a:lnTo>
                  <a:pt x="150964" y="105257"/>
                </a:lnTo>
                <a:lnTo>
                  <a:pt x="221170" y="105257"/>
                </a:lnTo>
                <a:lnTo>
                  <a:pt x="221170" y="80873"/>
                </a:lnTo>
                <a:lnTo>
                  <a:pt x="150964" y="80873"/>
                </a:lnTo>
                <a:lnTo>
                  <a:pt x="150964" y="39624"/>
                </a:lnTo>
                <a:lnTo>
                  <a:pt x="221170" y="39624"/>
                </a:lnTo>
                <a:lnTo>
                  <a:pt x="221170" y="15240"/>
                </a:lnTo>
                <a:lnTo>
                  <a:pt x="123532" y="15240"/>
                </a:lnTo>
                <a:lnTo>
                  <a:pt x="123532" y="183070"/>
                </a:lnTo>
                <a:lnTo>
                  <a:pt x="150964" y="183070"/>
                </a:lnTo>
                <a:lnTo>
                  <a:pt x="150964" y="170878"/>
                </a:lnTo>
                <a:lnTo>
                  <a:pt x="221170" y="170878"/>
                </a:lnTo>
                <a:lnTo>
                  <a:pt x="221170" y="212026"/>
                </a:lnTo>
                <a:lnTo>
                  <a:pt x="103720" y="212026"/>
                </a:lnTo>
                <a:lnTo>
                  <a:pt x="103720" y="237934"/>
                </a:lnTo>
                <a:lnTo>
                  <a:pt x="207454" y="237934"/>
                </a:lnTo>
                <a:lnTo>
                  <a:pt x="183121" y="265404"/>
                </a:lnTo>
                <a:lnTo>
                  <a:pt x="155778" y="290410"/>
                </a:lnTo>
                <a:lnTo>
                  <a:pt x="125323" y="312801"/>
                </a:lnTo>
                <a:lnTo>
                  <a:pt x="91528" y="332524"/>
                </a:lnTo>
                <a:lnTo>
                  <a:pt x="97180" y="338429"/>
                </a:lnTo>
                <a:lnTo>
                  <a:pt x="102958" y="344919"/>
                </a:lnTo>
                <a:lnTo>
                  <a:pt x="108673" y="351637"/>
                </a:lnTo>
                <a:lnTo>
                  <a:pt x="114388" y="358533"/>
                </a:lnTo>
                <a:lnTo>
                  <a:pt x="143294" y="337083"/>
                </a:lnTo>
                <a:lnTo>
                  <a:pt x="170637" y="311950"/>
                </a:lnTo>
                <a:lnTo>
                  <a:pt x="196557" y="283387"/>
                </a:lnTo>
                <a:lnTo>
                  <a:pt x="221170" y="251650"/>
                </a:lnTo>
                <a:lnTo>
                  <a:pt x="221170" y="373773"/>
                </a:lnTo>
                <a:lnTo>
                  <a:pt x="248602" y="373773"/>
                </a:lnTo>
                <a:lnTo>
                  <a:pt x="248602" y="251650"/>
                </a:lnTo>
                <a:lnTo>
                  <a:pt x="248602" y="250126"/>
                </a:lnTo>
                <a:lnTo>
                  <a:pt x="271805" y="281355"/>
                </a:lnTo>
                <a:lnTo>
                  <a:pt x="298183" y="308698"/>
                </a:lnTo>
                <a:lnTo>
                  <a:pt x="327977" y="332308"/>
                </a:lnTo>
                <a:lnTo>
                  <a:pt x="361467" y="352336"/>
                </a:lnTo>
                <a:lnTo>
                  <a:pt x="366039" y="345452"/>
                </a:lnTo>
                <a:lnTo>
                  <a:pt x="370573" y="338505"/>
                </a:lnTo>
                <a:lnTo>
                  <a:pt x="375183" y="331114"/>
                </a:lnTo>
                <a:lnTo>
                  <a:pt x="379768" y="323380"/>
                </a:lnTo>
                <a:close/>
              </a:path>
              <a:path w="772160" h="374014">
                <a:moveTo>
                  <a:pt x="504825" y="10668"/>
                </a:moveTo>
                <a:lnTo>
                  <a:pt x="474345" y="1524"/>
                </a:lnTo>
                <a:lnTo>
                  <a:pt x="456234" y="54444"/>
                </a:lnTo>
                <a:lnTo>
                  <a:pt x="436156" y="103352"/>
                </a:lnTo>
                <a:lnTo>
                  <a:pt x="413816" y="148259"/>
                </a:lnTo>
                <a:lnTo>
                  <a:pt x="388899" y="189166"/>
                </a:lnTo>
                <a:lnTo>
                  <a:pt x="392328" y="198056"/>
                </a:lnTo>
                <a:lnTo>
                  <a:pt x="395757" y="206502"/>
                </a:lnTo>
                <a:lnTo>
                  <a:pt x="399186" y="214680"/>
                </a:lnTo>
                <a:lnTo>
                  <a:pt x="402615" y="222707"/>
                </a:lnTo>
                <a:lnTo>
                  <a:pt x="413766" y="207530"/>
                </a:lnTo>
                <a:lnTo>
                  <a:pt x="424332" y="191643"/>
                </a:lnTo>
                <a:lnTo>
                  <a:pt x="434340" y="174904"/>
                </a:lnTo>
                <a:lnTo>
                  <a:pt x="443763" y="157162"/>
                </a:lnTo>
                <a:lnTo>
                  <a:pt x="443763" y="373773"/>
                </a:lnTo>
                <a:lnTo>
                  <a:pt x="474345" y="373773"/>
                </a:lnTo>
                <a:lnTo>
                  <a:pt x="474345" y="157162"/>
                </a:lnTo>
                <a:lnTo>
                  <a:pt x="474345" y="93065"/>
                </a:lnTo>
                <a:lnTo>
                  <a:pt x="482320" y="73329"/>
                </a:lnTo>
                <a:lnTo>
                  <a:pt x="490156" y="53009"/>
                </a:lnTo>
                <a:lnTo>
                  <a:pt x="497700" y="32118"/>
                </a:lnTo>
                <a:lnTo>
                  <a:pt x="504825" y="10668"/>
                </a:lnTo>
                <a:close/>
              </a:path>
              <a:path w="772160" h="374014">
                <a:moveTo>
                  <a:pt x="771715" y="212026"/>
                </a:moveTo>
                <a:lnTo>
                  <a:pt x="666470" y="212026"/>
                </a:lnTo>
                <a:lnTo>
                  <a:pt x="666470" y="115925"/>
                </a:lnTo>
                <a:lnTo>
                  <a:pt x="757999" y="115925"/>
                </a:lnTo>
                <a:lnTo>
                  <a:pt x="757999" y="88493"/>
                </a:lnTo>
                <a:lnTo>
                  <a:pt x="666470" y="88493"/>
                </a:lnTo>
                <a:lnTo>
                  <a:pt x="666470" y="0"/>
                </a:lnTo>
                <a:lnTo>
                  <a:pt x="635990" y="0"/>
                </a:lnTo>
                <a:lnTo>
                  <a:pt x="635990" y="88493"/>
                </a:lnTo>
                <a:lnTo>
                  <a:pt x="573405" y="88493"/>
                </a:lnTo>
                <a:lnTo>
                  <a:pt x="577075" y="75869"/>
                </a:lnTo>
                <a:lnTo>
                  <a:pt x="581025" y="62953"/>
                </a:lnTo>
                <a:lnTo>
                  <a:pt x="584974" y="49453"/>
                </a:lnTo>
                <a:lnTo>
                  <a:pt x="588645" y="35052"/>
                </a:lnTo>
                <a:lnTo>
                  <a:pt x="558165" y="25908"/>
                </a:lnTo>
                <a:lnTo>
                  <a:pt x="548119" y="64858"/>
                </a:lnTo>
                <a:lnTo>
                  <a:pt x="536067" y="101638"/>
                </a:lnTo>
                <a:lnTo>
                  <a:pt x="521728" y="136423"/>
                </a:lnTo>
                <a:lnTo>
                  <a:pt x="504825" y="169354"/>
                </a:lnTo>
                <a:lnTo>
                  <a:pt x="511632" y="174167"/>
                </a:lnTo>
                <a:lnTo>
                  <a:pt x="518160" y="179260"/>
                </a:lnTo>
                <a:lnTo>
                  <a:pt x="524116" y="184365"/>
                </a:lnTo>
                <a:lnTo>
                  <a:pt x="529209" y="189166"/>
                </a:lnTo>
                <a:lnTo>
                  <a:pt x="538327" y="172580"/>
                </a:lnTo>
                <a:lnTo>
                  <a:pt x="547306" y="154838"/>
                </a:lnTo>
                <a:lnTo>
                  <a:pt x="555993" y="135940"/>
                </a:lnTo>
                <a:lnTo>
                  <a:pt x="564261" y="115925"/>
                </a:lnTo>
                <a:lnTo>
                  <a:pt x="635990" y="115925"/>
                </a:lnTo>
                <a:lnTo>
                  <a:pt x="635990" y="212026"/>
                </a:lnTo>
                <a:lnTo>
                  <a:pt x="503301" y="212026"/>
                </a:lnTo>
                <a:lnTo>
                  <a:pt x="503301" y="239471"/>
                </a:lnTo>
                <a:lnTo>
                  <a:pt x="635990" y="239471"/>
                </a:lnTo>
                <a:lnTo>
                  <a:pt x="635990" y="373773"/>
                </a:lnTo>
                <a:lnTo>
                  <a:pt x="666470" y="373773"/>
                </a:lnTo>
                <a:lnTo>
                  <a:pt x="666470" y="239471"/>
                </a:lnTo>
                <a:lnTo>
                  <a:pt x="771715" y="239471"/>
                </a:lnTo>
                <a:lnTo>
                  <a:pt x="771715" y="21202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084540" y="1868614"/>
            <a:ext cx="2724150" cy="380365"/>
          </a:xfrm>
          <a:custGeom>
            <a:avLst/>
            <a:gdLst/>
            <a:ahLst/>
            <a:cxnLst/>
            <a:rect l="l" t="t" r="r" b="b"/>
            <a:pathLst>
              <a:path w="2724150" h="380364">
                <a:moveTo>
                  <a:pt x="372148" y="323380"/>
                </a:moveTo>
                <a:lnTo>
                  <a:pt x="184505" y="323380"/>
                </a:lnTo>
                <a:lnTo>
                  <a:pt x="184505" y="154470"/>
                </a:lnTo>
                <a:lnTo>
                  <a:pt x="341566" y="154470"/>
                </a:lnTo>
                <a:lnTo>
                  <a:pt x="341566" y="123990"/>
                </a:lnTo>
                <a:lnTo>
                  <a:pt x="184505" y="123990"/>
                </a:lnTo>
                <a:lnTo>
                  <a:pt x="184505" y="7150"/>
                </a:lnTo>
                <a:lnTo>
                  <a:pt x="150977" y="7150"/>
                </a:lnTo>
                <a:lnTo>
                  <a:pt x="150977" y="123990"/>
                </a:lnTo>
                <a:lnTo>
                  <a:pt x="150977" y="154470"/>
                </a:lnTo>
                <a:lnTo>
                  <a:pt x="150977" y="323380"/>
                </a:lnTo>
                <a:lnTo>
                  <a:pt x="0" y="323380"/>
                </a:lnTo>
                <a:lnTo>
                  <a:pt x="0" y="353860"/>
                </a:lnTo>
                <a:lnTo>
                  <a:pt x="372148" y="353860"/>
                </a:lnTo>
                <a:lnTo>
                  <a:pt x="372148" y="323380"/>
                </a:lnTo>
                <a:close/>
              </a:path>
              <a:path w="2724150" h="380364">
                <a:moveTo>
                  <a:pt x="550545" y="64109"/>
                </a:moveTo>
                <a:lnTo>
                  <a:pt x="520065" y="64109"/>
                </a:lnTo>
                <a:lnTo>
                  <a:pt x="520065" y="93065"/>
                </a:lnTo>
                <a:lnTo>
                  <a:pt x="520065" y="186131"/>
                </a:lnTo>
                <a:lnTo>
                  <a:pt x="520065" y="213563"/>
                </a:lnTo>
                <a:lnTo>
                  <a:pt x="520065" y="311188"/>
                </a:lnTo>
                <a:lnTo>
                  <a:pt x="434632" y="311188"/>
                </a:lnTo>
                <a:lnTo>
                  <a:pt x="434632" y="213563"/>
                </a:lnTo>
                <a:lnTo>
                  <a:pt x="520065" y="213563"/>
                </a:lnTo>
                <a:lnTo>
                  <a:pt x="520065" y="186131"/>
                </a:lnTo>
                <a:lnTo>
                  <a:pt x="434632" y="186131"/>
                </a:lnTo>
                <a:lnTo>
                  <a:pt x="434632" y="93065"/>
                </a:lnTo>
                <a:lnTo>
                  <a:pt x="520065" y="93065"/>
                </a:lnTo>
                <a:lnTo>
                  <a:pt x="520065" y="64109"/>
                </a:lnTo>
                <a:lnTo>
                  <a:pt x="474256" y="64109"/>
                </a:lnTo>
                <a:lnTo>
                  <a:pt x="479971" y="51435"/>
                </a:lnTo>
                <a:lnTo>
                  <a:pt x="485686" y="38493"/>
                </a:lnTo>
                <a:lnTo>
                  <a:pt x="491401" y="25006"/>
                </a:lnTo>
                <a:lnTo>
                  <a:pt x="497116" y="10668"/>
                </a:lnTo>
                <a:lnTo>
                  <a:pt x="465112" y="1524"/>
                </a:lnTo>
                <a:lnTo>
                  <a:pt x="460248" y="15798"/>
                </a:lnTo>
                <a:lnTo>
                  <a:pt x="454825" y="31064"/>
                </a:lnTo>
                <a:lnTo>
                  <a:pt x="448818" y="47218"/>
                </a:lnTo>
                <a:lnTo>
                  <a:pt x="442252" y="64109"/>
                </a:lnTo>
                <a:lnTo>
                  <a:pt x="404139" y="64109"/>
                </a:lnTo>
                <a:lnTo>
                  <a:pt x="404139" y="372249"/>
                </a:lnTo>
                <a:lnTo>
                  <a:pt x="434632" y="372249"/>
                </a:lnTo>
                <a:lnTo>
                  <a:pt x="434632" y="338620"/>
                </a:lnTo>
                <a:lnTo>
                  <a:pt x="520065" y="338620"/>
                </a:lnTo>
                <a:lnTo>
                  <a:pt x="520065" y="369201"/>
                </a:lnTo>
                <a:lnTo>
                  <a:pt x="550545" y="369201"/>
                </a:lnTo>
                <a:lnTo>
                  <a:pt x="550545" y="338620"/>
                </a:lnTo>
                <a:lnTo>
                  <a:pt x="550545" y="311188"/>
                </a:lnTo>
                <a:lnTo>
                  <a:pt x="550545" y="213563"/>
                </a:lnTo>
                <a:lnTo>
                  <a:pt x="550545" y="186131"/>
                </a:lnTo>
                <a:lnTo>
                  <a:pt x="550545" y="93065"/>
                </a:lnTo>
                <a:lnTo>
                  <a:pt x="550545" y="64109"/>
                </a:lnTo>
                <a:close/>
              </a:path>
              <a:path w="2724150" h="380364">
                <a:moveTo>
                  <a:pt x="681710" y="237947"/>
                </a:moveTo>
                <a:lnTo>
                  <a:pt x="667969" y="218821"/>
                </a:lnTo>
                <a:lnTo>
                  <a:pt x="651941" y="198132"/>
                </a:lnTo>
                <a:lnTo>
                  <a:pt x="633615" y="176009"/>
                </a:lnTo>
                <a:lnTo>
                  <a:pt x="613029" y="152603"/>
                </a:lnTo>
                <a:lnTo>
                  <a:pt x="590169" y="169367"/>
                </a:lnTo>
                <a:lnTo>
                  <a:pt x="607644" y="191985"/>
                </a:lnTo>
                <a:lnTo>
                  <a:pt x="623709" y="214325"/>
                </a:lnTo>
                <a:lnTo>
                  <a:pt x="638644" y="236689"/>
                </a:lnTo>
                <a:lnTo>
                  <a:pt x="652754" y="259372"/>
                </a:lnTo>
                <a:lnTo>
                  <a:pt x="681710" y="237947"/>
                </a:lnTo>
                <a:close/>
              </a:path>
              <a:path w="2724150" h="380364">
                <a:moveTo>
                  <a:pt x="753338" y="64109"/>
                </a:moveTo>
                <a:lnTo>
                  <a:pt x="629793" y="64109"/>
                </a:lnTo>
                <a:lnTo>
                  <a:pt x="634606" y="51193"/>
                </a:lnTo>
                <a:lnTo>
                  <a:pt x="639711" y="37731"/>
                </a:lnTo>
                <a:lnTo>
                  <a:pt x="644829" y="23723"/>
                </a:lnTo>
                <a:lnTo>
                  <a:pt x="649706" y="9144"/>
                </a:lnTo>
                <a:lnTo>
                  <a:pt x="617601" y="1524"/>
                </a:lnTo>
                <a:lnTo>
                  <a:pt x="604431" y="42164"/>
                </a:lnTo>
                <a:lnTo>
                  <a:pt x="589978" y="79336"/>
                </a:lnTo>
                <a:lnTo>
                  <a:pt x="574090" y="113068"/>
                </a:lnTo>
                <a:lnTo>
                  <a:pt x="556641" y="143357"/>
                </a:lnTo>
                <a:lnTo>
                  <a:pt x="564337" y="146799"/>
                </a:lnTo>
                <a:lnTo>
                  <a:pt x="571309" y="150266"/>
                </a:lnTo>
                <a:lnTo>
                  <a:pt x="577430" y="153720"/>
                </a:lnTo>
                <a:lnTo>
                  <a:pt x="582549" y="157175"/>
                </a:lnTo>
                <a:lnTo>
                  <a:pt x="591667" y="142798"/>
                </a:lnTo>
                <a:lnTo>
                  <a:pt x="600646" y="127177"/>
                </a:lnTo>
                <a:lnTo>
                  <a:pt x="609333" y="110134"/>
                </a:lnTo>
                <a:lnTo>
                  <a:pt x="617601" y="91541"/>
                </a:lnTo>
                <a:lnTo>
                  <a:pt x="719810" y="91541"/>
                </a:lnTo>
                <a:lnTo>
                  <a:pt x="718642" y="163068"/>
                </a:lnTo>
                <a:lnTo>
                  <a:pt x="717334" y="222161"/>
                </a:lnTo>
                <a:lnTo>
                  <a:pt x="715733" y="268947"/>
                </a:lnTo>
                <a:lnTo>
                  <a:pt x="710565" y="319570"/>
                </a:lnTo>
                <a:lnTo>
                  <a:pt x="677138" y="340144"/>
                </a:lnTo>
                <a:lnTo>
                  <a:pt x="660590" y="339839"/>
                </a:lnTo>
                <a:lnTo>
                  <a:pt x="643178" y="338810"/>
                </a:lnTo>
                <a:lnTo>
                  <a:pt x="625182" y="336931"/>
                </a:lnTo>
                <a:lnTo>
                  <a:pt x="606933" y="334048"/>
                </a:lnTo>
                <a:lnTo>
                  <a:pt x="605409" y="334048"/>
                </a:lnTo>
                <a:lnTo>
                  <a:pt x="607428" y="342099"/>
                </a:lnTo>
                <a:lnTo>
                  <a:pt x="609028" y="350443"/>
                </a:lnTo>
                <a:lnTo>
                  <a:pt x="610336" y="359371"/>
                </a:lnTo>
                <a:lnTo>
                  <a:pt x="611505" y="369201"/>
                </a:lnTo>
                <a:lnTo>
                  <a:pt x="629551" y="370078"/>
                </a:lnTo>
                <a:lnTo>
                  <a:pt x="647179" y="370535"/>
                </a:lnTo>
                <a:lnTo>
                  <a:pt x="681710" y="370725"/>
                </a:lnTo>
                <a:lnTo>
                  <a:pt x="708850" y="366991"/>
                </a:lnTo>
                <a:lnTo>
                  <a:pt x="728573" y="355815"/>
                </a:lnTo>
                <a:lnTo>
                  <a:pt x="738911" y="340144"/>
                </a:lnTo>
                <a:lnTo>
                  <a:pt x="740854" y="337210"/>
                </a:lnTo>
                <a:lnTo>
                  <a:pt x="746798" y="285203"/>
                </a:lnTo>
                <a:lnTo>
                  <a:pt x="749769" y="198132"/>
                </a:lnTo>
                <a:lnTo>
                  <a:pt x="751509" y="136956"/>
                </a:lnTo>
                <a:lnTo>
                  <a:pt x="752652" y="91541"/>
                </a:lnTo>
                <a:lnTo>
                  <a:pt x="753338" y="64109"/>
                </a:lnTo>
                <a:close/>
              </a:path>
              <a:path w="2724150" h="380364">
                <a:moveTo>
                  <a:pt x="879919" y="6096"/>
                </a:moveTo>
                <a:lnTo>
                  <a:pt x="852487" y="1524"/>
                </a:lnTo>
                <a:lnTo>
                  <a:pt x="838479" y="50977"/>
                </a:lnTo>
                <a:lnTo>
                  <a:pt x="821613" y="98399"/>
                </a:lnTo>
                <a:lnTo>
                  <a:pt x="801865" y="143535"/>
                </a:lnTo>
                <a:lnTo>
                  <a:pt x="779233" y="186118"/>
                </a:lnTo>
                <a:lnTo>
                  <a:pt x="782650" y="196100"/>
                </a:lnTo>
                <a:lnTo>
                  <a:pt x="785914" y="205359"/>
                </a:lnTo>
                <a:lnTo>
                  <a:pt x="788809" y="213436"/>
                </a:lnTo>
                <a:lnTo>
                  <a:pt x="791527" y="221183"/>
                </a:lnTo>
                <a:lnTo>
                  <a:pt x="801522" y="204025"/>
                </a:lnTo>
                <a:lnTo>
                  <a:pt x="810958" y="186880"/>
                </a:lnTo>
                <a:lnTo>
                  <a:pt x="819810" y="169735"/>
                </a:lnTo>
                <a:lnTo>
                  <a:pt x="828103" y="152590"/>
                </a:lnTo>
                <a:lnTo>
                  <a:pt x="828103" y="376821"/>
                </a:lnTo>
                <a:lnTo>
                  <a:pt x="854011" y="376821"/>
                </a:lnTo>
                <a:lnTo>
                  <a:pt x="854011" y="152590"/>
                </a:lnTo>
                <a:lnTo>
                  <a:pt x="854011" y="91541"/>
                </a:lnTo>
                <a:lnTo>
                  <a:pt x="861707" y="70053"/>
                </a:lnTo>
                <a:lnTo>
                  <a:pt x="868680" y="48818"/>
                </a:lnTo>
                <a:lnTo>
                  <a:pt x="874801" y="27597"/>
                </a:lnTo>
                <a:lnTo>
                  <a:pt x="879919" y="6096"/>
                </a:lnTo>
                <a:close/>
              </a:path>
              <a:path w="2724150" h="380364">
                <a:moveTo>
                  <a:pt x="1036993" y="22860"/>
                </a:moveTo>
                <a:lnTo>
                  <a:pt x="889063" y="22860"/>
                </a:lnTo>
                <a:lnTo>
                  <a:pt x="889063" y="50393"/>
                </a:lnTo>
                <a:lnTo>
                  <a:pt x="931837" y="50393"/>
                </a:lnTo>
                <a:lnTo>
                  <a:pt x="920064" y="103276"/>
                </a:lnTo>
                <a:lnTo>
                  <a:pt x="905459" y="149885"/>
                </a:lnTo>
                <a:lnTo>
                  <a:pt x="888022" y="190207"/>
                </a:lnTo>
                <a:lnTo>
                  <a:pt x="867727" y="224231"/>
                </a:lnTo>
                <a:lnTo>
                  <a:pt x="872299" y="229958"/>
                </a:lnTo>
                <a:lnTo>
                  <a:pt x="876871" y="235851"/>
                </a:lnTo>
                <a:lnTo>
                  <a:pt x="881443" y="242011"/>
                </a:lnTo>
                <a:lnTo>
                  <a:pt x="886015" y="248615"/>
                </a:lnTo>
                <a:lnTo>
                  <a:pt x="901204" y="225196"/>
                </a:lnTo>
                <a:lnTo>
                  <a:pt x="914984" y="198501"/>
                </a:lnTo>
                <a:lnTo>
                  <a:pt x="927633" y="168630"/>
                </a:lnTo>
                <a:lnTo>
                  <a:pt x="939457" y="135737"/>
                </a:lnTo>
                <a:lnTo>
                  <a:pt x="992797" y="135737"/>
                </a:lnTo>
                <a:lnTo>
                  <a:pt x="989025" y="158127"/>
                </a:lnTo>
                <a:lnTo>
                  <a:pt x="984415" y="179641"/>
                </a:lnTo>
                <a:lnTo>
                  <a:pt x="978649" y="200558"/>
                </a:lnTo>
                <a:lnTo>
                  <a:pt x="971461" y="221183"/>
                </a:lnTo>
                <a:lnTo>
                  <a:pt x="962101" y="213436"/>
                </a:lnTo>
                <a:lnTo>
                  <a:pt x="943381" y="199097"/>
                </a:lnTo>
                <a:lnTo>
                  <a:pt x="934885" y="192214"/>
                </a:lnTo>
                <a:lnTo>
                  <a:pt x="919543" y="213550"/>
                </a:lnTo>
                <a:lnTo>
                  <a:pt x="941349" y="230898"/>
                </a:lnTo>
                <a:lnTo>
                  <a:pt x="951357" y="239064"/>
                </a:lnTo>
                <a:lnTo>
                  <a:pt x="944460" y="276860"/>
                </a:lnTo>
                <a:lnTo>
                  <a:pt x="902627" y="329476"/>
                </a:lnTo>
                <a:lnTo>
                  <a:pt x="876871" y="352336"/>
                </a:lnTo>
                <a:lnTo>
                  <a:pt x="883208" y="358990"/>
                </a:lnTo>
                <a:lnTo>
                  <a:pt x="888682" y="365188"/>
                </a:lnTo>
                <a:lnTo>
                  <a:pt x="893584" y="371081"/>
                </a:lnTo>
                <a:lnTo>
                  <a:pt x="898207" y="376821"/>
                </a:lnTo>
                <a:lnTo>
                  <a:pt x="931519" y="344754"/>
                </a:lnTo>
                <a:lnTo>
                  <a:pt x="959688" y="309549"/>
                </a:lnTo>
                <a:lnTo>
                  <a:pt x="982687" y="271132"/>
                </a:lnTo>
                <a:lnTo>
                  <a:pt x="1000467" y="229412"/>
                </a:lnTo>
                <a:lnTo>
                  <a:pt x="1012990" y="184315"/>
                </a:lnTo>
                <a:lnTo>
                  <a:pt x="1020229" y="135737"/>
                </a:lnTo>
                <a:lnTo>
                  <a:pt x="1020229" y="109829"/>
                </a:lnTo>
                <a:lnTo>
                  <a:pt x="947077" y="109829"/>
                </a:lnTo>
                <a:lnTo>
                  <a:pt x="950480" y="95186"/>
                </a:lnTo>
                <a:lnTo>
                  <a:pt x="953744" y="80683"/>
                </a:lnTo>
                <a:lnTo>
                  <a:pt x="956716" y="65900"/>
                </a:lnTo>
                <a:lnTo>
                  <a:pt x="959269" y="50393"/>
                </a:lnTo>
                <a:lnTo>
                  <a:pt x="1036993" y="50393"/>
                </a:lnTo>
                <a:lnTo>
                  <a:pt x="1036993" y="22860"/>
                </a:lnTo>
                <a:close/>
              </a:path>
              <a:path w="2724150" h="380364">
                <a:moveTo>
                  <a:pt x="1073658" y="62585"/>
                </a:moveTo>
                <a:lnTo>
                  <a:pt x="1047661" y="62585"/>
                </a:lnTo>
                <a:lnTo>
                  <a:pt x="1047661" y="286804"/>
                </a:lnTo>
                <a:lnTo>
                  <a:pt x="1073658" y="286804"/>
                </a:lnTo>
                <a:lnTo>
                  <a:pt x="1073658" y="62585"/>
                </a:lnTo>
                <a:close/>
              </a:path>
              <a:path w="2724150" h="380364">
                <a:moveTo>
                  <a:pt x="1142238" y="3048"/>
                </a:moveTo>
                <a:lnTo>
                  <a:pt x="1114806" y="3048"/>
                </a:lnTo>
                <a:lnTo>
                  <a:pt x="1114806" y="324904"/>
                </a:lnTo>
                <a:lnTo>
                  <a:pt x="1113282" y="334048"/>
                </a:lnTo>
                <a:lnTo>
                  <a:pt x="1107186" y="340144"/>
                </a:lnTo>
                <a:lnTo>
                  <a:pt x="1101090" y="343192"/>
                </a:lnTo>
                <a:lnTo>
                  <a:pt x="1090422" y="341668"/>
                </a:lnTo>
                <a:lnTo>
                  <a:pt x="1080668" y="341617"/>
                </a:lnTo>
                <a:lnTo>
                  <a:pt x="1069606" y="341287"/>
                </a:lnTo>
                <a:lnTo>
                  <a:pt x="1057122" y="340385"/>
                </a:lnTo>
                <a:lnTo>
                  <a:pt x="1043089" y="338620"/>
                </a:lnTo>
                <a:lnTo>
                  <a:pt x="1044371" y="346252"/>
                </a:lnTo>
                <a:lnTo>
                  <a:pt x="1045946" y="354672"/>
                </a:lnTo>
                <a:lnTo>
                  <a:pt x="1047153" y="362699"/>
                </a:lnTo>
                <a:lnTo>
                  <a:pt x="1047661" y="370725"/>
                </a:lnTo>
                <a:lnTo>
                  <a:pt x="1064831" y="371602"/>
                </a:lnTo>
                <a:lnTo>
                  <a:pt x="1079550" y="372059"/>
                </a:lnTo>
                <a:lnTo>
                  <a:pt x="1091679" y="372224"/>
                </a:lnTo>
                <a:lnTo>
                  <a:pt x="1101090" y="372249"/>
                </a:lnTo>
                <a:lnTo>
                  <a:pt x="1112520" y="371436"/>
                </a:lnTo>
                <a:lnTo>
                  <a:pt x="1140434" y="343192"/>
                </a:lnTo>
                <a:lnTo>
                  <a:pt x="1142238" y="321856"/>
                </a:lnTo>
                <a:lnTo>
                  <a:pt x="1142238" y="3048"/>
                </a:lnTo>
                <a:close/>
              </a:path>
              <a:path w="2724150" h="380364">
                <a:moveTo>
                  <a:pt x="1550962" y="173926"/>
                </a:moveTo>
                <a:lnTo>
                  <a:pt x="1383220" y="173926"/>
                </a:lnTo>
                <a:lnTo>
                  <a:pt x="1383220" y="146405"/>
                </a:lnTo>
                <a:lnTo>
                  <a:pt x="1511338" y="53441"/>
                </a:lnTo>
                <a:lnTo>
                  <a:pt x="1511338" y="22860"/>
                </a:lnTo>
                <a:lnTo>
                  <a:pt x="1212443" y="22860"/>
                </a:lnTo>
                <a:lnTo>
                  <a:pt x="1212443" y="51917"/>
                </a:lnTo>
                <a:lnTo>
                  <a:pt x="1460944" y="51917"/>
                </a:lnTo>
                <a:lnTo>
                  <a:pt x="1351216" y="132689"/>
                </a:lnTo>
                <a:lnTo>
                  <a:pt x="1351216" y="173926"/>
                </a:lnTo>
                <a:lnTo>
                  <a:pt x="1172718" y="173926"/>
                </a:lnTo>
                <a:lnTo>
                  <a:pt x="1172718" y="202882"/>
                </a:lnTo>
                <a:lnTo>
                  <a:pt x="1351216" y="202882"/>
                </a:lnTo>
                <a:lnTo>
                  <a:pt x="1351216" y="315760"/>
                </a:lnTo>
                <a:lnTo>
                  <a:pt x="1349489" y="327761"/>
                </a:lnTo>
                <a:lnTo>
                  <a:pt x="1344307" y="336334"/>
                </a:lnTo>
                <a:lnTo>
                  <a:pt x="1335709" y="341477"/>
                </a:lnTo>
                <a:lnTo>
                  <a:pt x="1323695" y="343192"/>
                </a:lnTo>
                <a:lnTo>
                  <a:pt x="1292834" y="341477"/>
                </a:lnTo>
                <a:lnTo>
                  <a:pt x="1278255" y="340410"/>
                </a:lnTo>
                <a:lnTo>
                  <a:pt x="1264259" y="338620"/>
                </a:lnTo>
                <a:lnTo>
                  <a:pt x="1266253" y="348399"/>
                </a:lnTo>
                <a:lnTo>
                  <a:pt x="1267688" y="357339"/>
                </a:lnTo>
                <a:lnTo>
                  <a:pt x="1268539" y="365709"/>
                </a:lnTo>
                <a:lnTo>
                  <a:pt x="1268831" y="373761"/>
                </a:lnTo>
                <a:lnTo>
                  <a:pt x="1329791" y="373761"/>
                </a:lnTo>
                <a:lnTo>
                  <a:pt x="1352956" y="370611"/>
                </a:lnTo>
                <a:lnTo>
                  <a:pt x="1369682" y="361149"/>
                </a:lnTo>
                <a:lnTo>
                  <a:pt x="1379816" y="345401"/>
                </a:lnTo>
                <a:lnTo>
                  <a:pt x="1383220" y="323380"/>
                </a:lnTo>
                <a:lnTo>
                  <a:pt x="1383220" y="202882"/>
                </a:lnTo>
                <a:lnTo>
                  <a:pt x="1550962" y="202882"/>
                </a:lnTo>
                <a:lnTo>
                  <a:pt x="1550962" y="173926"/>
                </a:lnTo>
                <a:close/>
              </a:path>
              <a:path w="2724150" h="380364">
                <a:moveTo>
                  <a:pt x="1929193" y="15240"/>
                </a:moveTo>
                <a:lnTo>
                  <a:pt x="1785848" y="15240"/>
                </a:lnTo>
                <a:lnTo>
                  <a:pt x="1785848" y="41148"/>
                </a:lnTo>
                <a:lnTo>
                  <a:pt x="1785848" y="83921"/>
                </a:lnTo>
                <a:lnTo>
                  <a:pt x="1785848" y="108305"/>
                </a:lnTo>
                <a:lnTo>
                  <a:pt x="1785848" y="158699"/>
                </a:lnTo>
                <a:lnTo>
                  <a:pt x="1718691" y="158699"/>
                </a:lnTo>
                <a:lnTo>
                  <a:pt x="1718691" y="108305"/>
                </a:lnTo>
                <a:lnTo>
                  <a:pt x="1785848" y="108305"/>
                </a:lnTo>
                <a:lnTo>
                  <a:pt x="1785848" y="83921"/>
                </a:lnTo>
                <a:lnTo>
                  <a:pt x="1718691" y="83921"/>
                </a:lnTo>
                <a:lnTo>
                  <a:pt x="1718691" y="41148"/>
                </a:lnTo>
                <a:lnTo>
                  <a:pt x="1785848" y="41148"/>
                </a:lnTo>
                <a:lnTo>
                  <a:pt x="1785848" y="15240"/>
                </a:lnTo>
                <a:lnTo>
                  <a:pt x="1575333" y="15240"/>
                </a:lnTo>
                <a:lnTo>
                  <a:pt x="1575333" y="41148"/>
                </a:lnTo>
                <a:lnTo>
                  <a:pt x="1689735" y="41148"/>
                </a:lnTo>
                <a:lnTo>
                  <a:pt x="1689735" y="83921"/>
                </a:lnTo>
                <a:lnTo>
                  <a:pt x="1689735" y="108305"/>
                </a:lnTo>
                <a:lnTo>
                  <a:pt x="1689735" y="158699"/>
                </a:lnTo>
                <a:lnTo>
                  <a:pt x="1622590" y="158699"/>
                </a:lnTo>
                <a:lnTo>
                  <a:pt x="1622590" y="108305"/>
                </a:lnTo>
                <a:lnTo>
                  <a:pt x="1689735" y="108305"/>
                </a:lnTo>
                <a:lnTo>
                  <a:pt x="1689735" y="83921"/>
                </a:lnTo>
                <a:lnTo>
                  <a:pt x="1593634" y="83921"/>
                </a:lnTo>
                <a:lnTo>
                  <a:pt x="1593634" y="196799"/>
                </a:lnTo>
                <a:lnTo>
                  <a:pt x="1622590" y="196799"/>
                </a:lnTo>
                <a:lnTo>
                  <a:pt x="1622590" y="183083"/>
                </a:lnTo>
                <a:lnTo>
                  <a:pt x="1698879" y="183083"/>
                </a:lnTo>
                <a:lnTo>
                  <a:pt x="1881860" y="183083"/>
                </a:lnTo>
                <a:lnTo>
                  <a:pt x="1881860" y="196799"/>
                </a:lnTo>
                <a:lnTo>
                  <a:pt x="1910905" y="196799"/>
                </a:lnTo>
                <a:lnTo>
                  <a:pt x="1910905" y="183083"/>
                </a:lnTo>
                <a:lnTo>
                  <a:pt x="1910905" y="158699"/>
                </a:lnTo>
                <a:lnTo>
                  <a:pt x="1910905" y="108305"/>
                </a:lnTo>
                <a:lnTo>
                  <a:pt x="1910905" y="83921"/>
                </a:lnTo>
                <a:lnTo>
                  <a:pt x="1881860" y="83921"/>
                </a:lnTo>
                <a:lnTo>
                  <a:pt x="1881860" y="108305"/>
                </a:lnTo>
                <a:lnTo>
                  <a:pt x="1881860" y="158699"/>
                </a:lnTo>
                <a:lnTo>
                  <a:pt x="1814804" y="158699"/>
                </a:lnTo>
                <a:lnTo>
                  <a:pt x="1814804" y="108305"/>
                </a:lnTo>
                <a:lnTo>
                  <a:pt x="1881860" y="108305"/>
                </a:lnTo>
                <a:lnTo>
                  <a:pt x="1881860" y="83921"/>
                </a:lnTo>
                <a:lnTo>
                  <a:pt x="1814804" y="83921"/>
                </a:lnTo>
                <a:lnTo>
                  <a:pt x="1814804" y="41148"/>
                </a:lnTo>
                <a:lnTo>
                  <a:pt x="1929193" y="41148"/>
                </a:lnTo>
                <a:lnTo>
                  <a:pt x="1929193" y="15240"/>
                </a:lnTo>
                <a:close/>
              </a:path>
              <a:path w="2724150" h="380364">
                <a:moveTo>
                  <a:pt x="1941385" y="219659"/>
                </a:moveTo>
                <a:lnTo>
                  <a:pt x="1817852" y="219659"/>
                </a:lnTo>
                <a:lnTo>
                  <a:pt x="1817852" y="247091"/>
                </a:lnTo>
                <a:lnTo>
                  <a:pt x="1806435" y="261683"/>
                </a:lnTo>
                <a:lnTo>
                  <a:pt x="1792884" y="275551"/>
                </a:lnTo>
                <a:lnTo>
                  <a:pt x="1777301" y="288544"/>
                </a:lnTo>
                <a:lnTo>
                  <a:pt x="1759839" y="300520"/>
                </a:lnTo>
                <a:lnTo>
                  <a:pt x="1693837" y="280593"/>
                </a:lnTo>
                <a:lnTo>
                  <a:pt x="1672971" y="274612"/>
                </a:lnTo>
                <a:lnTo>
                  <a:pt x="1677784" y="267754"/>
                </a:lnTo>
                <a:lnTo>
                  <a:pt x="1687969" y="254000"/>
                </a:lnTo>
                <a:lnTo>
                  <a:pt x="1692783" y="247091"/>
                </a:lnTo>
                <a:lnTo>
                  <a:pt x="1817852" y="247091"/>
                </a:lnTo>
                <a:lnTo>
                  <a:pt x="1817852" y="219659"/>
                </a:lnTo>
                <a:lnTo>
                  <a:pt x="1711071" y="219659"/>
                </a:lnTo>
                <a:lnTo>
                  <a:pt x="1715401" y="213918"/>
                </a:lnTo>
                <a:lnTo>
                  <a:pt x="1719453" y="208038"/>
                </a:lnTo>
                <a:lnTo>
                  <a:pt x="1727835" y="195275"/>
                </a:lnTo>
                <a:lnTo>
                  <a:pt x="1698879" y="183083"/>
                </a:lnTo>
                <a:lnTo>
                  <a:pt x="1693164" y="193078"/>
                </a:lnTo>
                <a:lnTo>
                  <a:pt x="1687449" y="202514"/>
                </a:lnTo>
                <a:lnTo>
                  <a:pt x="1681734" y="211366"/>
                </a:lnTo>
                <a:lnTo>
                  <a:pt x="1676019" y="219659"/>
                </a:lnTo>
                <a:lnTo>
                  <a:pt x="1561617" y="219659"/>
                </a:lnTo>
                <a:lnTo>
                  <a:pt x="1561617" y="247091"/>
                </a:lnTo>
                <a:lnTo>
                  <a:pt x="1659255" y="247091"/>
                </a:lnTo>
                <a:lnTo>
                  <a:pt x="1652130" y="256540"/>
                </a:lnTo>
                <a:lnTo>
                  <a:pt x="1644573" y="266407"/>
                </a:lnTo>
                <a:lnTo>
                  <a:pt x="1636712" y="276542"/>
                </a:lnTo>
                <a:lnTo>
                  <a:pt x="1628686" y="286804"/>
                </a:lnTo>
                <a:lnTo>
                  <a:pt x="1677911" y="302806"/>
                </a:lnTo>
                <a:lnTo>
                  <a:pt x="1724787" y="318808"/>
                </a:lnTo>
                <a:lnTo>
                  <a:pt x="1693926" y="329387"/>
                </a:lnTo>
                <a:lnTo>
                  <a:pt x="1658480" y="338239"/>
                </a:lnTo>
                <a:lnTo>
                  <a:pt x="1618449" y="345389"/>
                </a:lnTo>
                <a:lnTo>
                  <a:pt x="1573809" y="350812"/>
                </a:lnTo>
                <a:lnTo>
                  <a:pt x="1578127" y="358609"/>
                </a:lnTo>
                <a:lnTo>
                  <a:pt x="1582000" y="365950"/>
                </a:lnTo>
                <a:lnTo>
                  <a:pt x="1585607" y="372986"/>
                </a:lnTo>
                <a:lnTo>
                  <a:pt x="1589049" y="379869"/>
                </a:lnTo>
                <a:lnTo>
                  <a:pt x="1640497" y="371817"/>
                </a:lnTo>
                <a:lnTo>
                  <a:pt x="1687055" y="361340"/>
                </a:lnTo>
                <a:lnTo>
                  <a:pt x="1728457" y="348284"/>
                </a:lnTo>
                <a:lnTo>
                  <a:pt x="1764411" y="332524"/>
                </a:lnTo>
                <a:lnTo>
                  <a:pt x="1799348" y="343966"/>
                </a:lnTo>
                <a:lnTo>
                  <a:pt x="1866303" y="366890"/>
                </a:lnTo>
                <a:lnTo>
                  <a:pt x="1898624" y="378345"/>
                </a:lnTo>
                <a:lnTo>
                  <a:pt x="1915477" y="347764"/>
                </a:lnTo>
                <a:lnTo>
                  <a:pt x="1864829" y="332524"/>
                </a:lnTo>
                <a:lnTo>
                  <a:pt x="1796516" y="311188"/>
                </a:lnTo>
                <a:lnTo>
                  <a:pt x="1809432" y="300520"/>
                </a:lnTo>
                <a:lnTo>
                  <a:pt x="1813039" y="297548"/>
                </a:lnTo>
                <a:lnTo>
                  <a:pt x="1828139" y="282028"/>
                </a:lnTo>
                <a:lnTo>
                  <a:pt x="1841512" y="265074"/>
                </a:lnTo>
                <a:lnTo>
                  <a:pt x="1852904" y="247091"/>
                </a:lnTo>
                <a:lnTo>
                  <a:pt x="1941385" y="247091"/>
                </a:lnTo>
                <a:lnTo>
                  <a:pt x="1941385" y="219659"/>
                </a:lnTo>
                <a:close/>
              </a:path>
              <a:path w="2724150" h="380364">
                <a:moveTo>
                  <a:pt x="2260092" y="97637"/>
                </a:moveTo>
                <a:lnTo>
                  <a:pt x="2231136" y="97637"/>
                </a:lnTo>
                <a:lnTo>
                  <a:pt x="2231136" y="122021"/>
                </a:lnTo>
                <a:lnTo>
                  <a:pt x="2231136" y="147929"/>
                </a:lnTo>
                <a:lnTo>
                  <a:pt x="2055787" y="147929"/>
                </a:lnTo>
                <a:lnTo>
                  <a:pt x="2055787" y="122021"/>
                </a:lnTo>
                <a:lnTo>
                  <a:pt x="2231136" y="122021"/>
                </a:lnTo>
                <a:lnTo>
                  <a:pt x="2231136" y="97637"/>
                </a:lnTo>
                <a:lnTo>
                  <a:pt x="2028253" y="97637"/>
                </a:lnTo>
                <a:lnTo>
                  <a:pt x="2028253" y="183070"/>
                </a:lnTo>
                <a:lnTo>
                  <a:pt x="2055787" y="183070"/>
                </a:lnTo>
                <a:lnTo>
                  <a:pt x="2055787" y="172402"/>
                </a:lnTo>
                <a:lnTo>
                  <a:pt x="2231136" y="172402"/>
                </a:lnTo>
                <a:lnTo>
                  <a:pt x="2231136" y="183070"/>
                </a:lnTo>
                <a:lnTo>
                  <a:pt x="2260092" y="183070"/>
                </a:lnTo>
                <a:lnTo>
                  <a:pt x="2260092" y="172402"/>
                </a:lnTo>
                <a:lnTo>
                  <a:pt x="2260092" y="147929"/>
                </a:lnTo>
                <a:lnTo>
                  <a:pt x="2260092" y="122021"/>
                </a:lnTo>
                <a:lnTo>
                  <a:pt x="2260092" y="97637"/>
                </a:lnTo>
                <a:close/>
              </a:path>
              <a:path w="2724150" h="380364">
                <a:moveTo>
                  <a:pt x="2296668" y="218122"/>
                </a:moveTo>
                <a:lnTo>
                  <a:pt x="2292096" y="193738"/>
                </a:lnTo>
                <a:lnTo>
                  <a:pt x="2145728" y="197167"/>
                </a:lnTo>
                <a:lnTo>
                  <a:pt x="1981009" y="198310"/>
                </a:lnTo>
                <a:lnTo>
                  <a:pt x="1984057" y="205930"/>
                </a:lnTo>
                <a:lnTo>
                  <a:pt x="1985581" y="215074"/>
                </a:lnTo>
                <a:lnTo>
                  <a:pt x="1985581" y="222694"/>
                </a:lnTo>
                <a:lnTo>
                  <a:pt x="2097100" y="222059"/>
                </a:lnTo>
                <a:lnTo>
                  <a:pt x="2131987" y="221170"/>
                </a:lnTo>
                <a:lnTo>
                  <a:pt x="2195906" y="220916"/>
                </a:lnTo>
                <a:lnTo>
                  <a:pt x="2229980" y="220218"/>
                </a:lnTo>
                <a:lnTo>
                  <a:pt x="2296668" y="218122"/>
                </a:lnTo>
                <a:close/>
              </a:path>
              <a:path w="2724150" h="380364">
                <a:moveTo>
                  <a:pt x="2321052" y="53441"/>
                </a:moveTo>
                <a:lnTo>
                  <a:pt x="2223516" y="53441"/>
                </a:lnTo>
                <a:lnTo>
                  <a:pt x="2234971" y="45123"/>
                </a:lnTo>
                <a:lnTo>
                  <a:pt x="2258415" y="27432"/>
                </a:lnTo>
                <a:lnTo>
                  <a:pt x="2270760" y="18288"/>
                </a:lnTo>
                <a:lnTo>
                  <a:pt x="2249424" y="0"/>
                </a:lnTo>
                <a:lnTo>
                  <a:pt x="2238806" y="9144"/>
                </a:lnTo>
                <a:lnTo>
                  <a:pt x="2227326" y="18288"/>
                </a:lnTo>
                <a:lnTo>
                  <a:pt x="2214740" y="27419"/>
                </a:lnTo>
                <a:lnTo>
                  <a:pt x="2200656" y="36576"/>
                </a:lnTo>
                <a:lnTo>
                  <a:pt x="2217420" y="53441"/>
                </a:lnTo>
                <a:lnTo>
                  <a:pt x="2157895" y="53441"/>
                </a:lnTo>
                <a:lnTo>
                  <a:pt x="2157895" y="0"/>
                </a:lnTo>
                <a:lnTo>
                  <a:pt x="2128939" y="0"/>
                </a:lnTo>
                <a:lnTo>
                  <a:pt x="2128939" y="53441"/>
                </a:lnTo>
                <a:lnTo>
                  <a:pt x="2069503" y="53441"/>
                </a:lnTo>
                <a:lnTo>
                  <a:pt x="2086267" y="38100"/>
                </a:lnTo>
                <a:lnTo>
                  <a:pt x="2075662" y="28943"/>
                </a:lnTo>
                <a:lnTo>
                  <a:pt x="2064346" y="19621"/>
                </a:lnTo>
                <a:lnTo>
                  <a:pt x="2052142" y="10033"/>
                </a:lnTo>
                <a:lnTo>
                  <a:pt x="2038921" y="0"/>
                </a:lnTo>
                <a:lnTo>
                  <a:pt x="2019109" y="16764"/>
                </a:lnTo>
                <a:lnTo>
                  <a:pt x="2030260" y="25920"/>
                </a:lnTo>
                <a:lnTo>
                  <a:pt x="2040839" y="35064"/>
                </a:lnTo>
                <a:lnTo>
                  <a:pt x="2050872" y="44246"/>
                </a:lnTo>
                <a:lnTo>
                  <a:pt x="2060359" y="53441"/>
                </a:lnTo>
                <a:lnTo>
                  <a:pt x="1967293" y="53441"/>
                </a:lnTo>
                <a:lnTo>
                  <a:pt x="1967293" y="123545"/>
                </a:lnTo>
                <a:lnTo>
                  <a:pt x="1994725" y="123545"/>
                </a:lnTo>
                <a:lnTo>
                  <a:pt x="1994725" y="77825"/>
                </a:lnTo>
                <a:lnTo>
                  <a:pt x="2293620" y="77825"/>
                </a:lnTo>
                <a:lnTo>
                  <a:pt x="2293620" y="123545"/>
                </a:lnTo>
                <a:lnTo>
                  <a:pt x="2321052" y="123545"/>
                </a:lnTo>
                <a:lnTo>
                  <a:pt x="2321052" y="77825"/>
                </a:lnTo>
                <a:lnTo>
                  <a:pt x="2321052" y="53441"/>
                </a:lnTo>
                <a:close/>
              </a:path>
              <a:path w="2724150" h="380364">
                <a:moveTo>
                  <a:pt x="2330196" y="291376"/>
                </a:moveTo>
                <a:lnTo>
                  <a:pt x="2160943" y="291376"/>
                </a:lnTo>
                <a:lnTo>
                  <a:pt x="2160943" y="268516"/>
                </a:lnTo>
                <a:lnTo>
                  <a:pt x="2290572" y="268516"/>
                </a:lnTo>
                <a:lnTo>
                  <a:pt x="2290572" y="244030"/>
                </a:lnTo>
                <a:lnTo>
                  <a:pt x="2160943" y="244030"/>
                </a:lnTo>
                <a:lnTo>
                  <a:pt x="2160943" y="221170"/>
                </a:lnTo>
                <a:lnTo>
                  <a:pt x="2131987" y="221170"/>
                </a:lnTo>
                <a:lnTo>
                  <a:pt x="2131987" y="244030"/>
                </a:lnTo>
                <a:lnTo>
                  <a:pt x="1985581" y="244030"/>
                </a:lnTo>
                <a:lnTo>
                  <a:pt x="1985581" y="268516"/>
                </a:lnTo>
                <a:lnTo>
                  <a:pt x="2131987" y="268516"/>
                </a:lnTo>
                <a:lnTo>
                  <a:pt x="2131987" y="291376"/>
                </a:lnTo>
                <a:lnTo>
                  <a:pt x="1958149" y="291376"/>
                </a:lnTo>
                <a:lnTo>
                  <a:pt x="1958149" y="315760"/>
                </a:lnTo>
                <a:lnTo>
                  <a:pt x="2131987" y="315760"/>
                </a:lnTo>
                <a:lnTo>
                  <a:pt x="2131987" y="321856"/>
                </a:lnTo>
                <a:lnTo>
                  <a:pt x="2130577" y="331863"/>
                </a:lnTo>
                <a:lnTo>
                  <a:pt x="2126462" y="339001"/>
                </a:lnTo>
                <a:lnTo>
                  <a:pt x="2119769" y="343293"/>
                </a:lnTo>
                <a:lnTo>
                  <a:pt x="2110651" y="344716"/>
                </a:lnTo>
                <a:lnTo>
                  <a:pt x="2097239" y="344436"/>
                </a:lnTo>
                <a:lnTo>
                  <a:pt x="2082253" y="343573"/>
                </a:lnTo>
                <a:lnTo>
                  <a:pt x="2065807" y="342150"/>
                </a:lnTo>
                <a:lnTo>
                  <a:pt x="2048065" y="340144"/>
                </a:lnTo>
                <a:lnTo>
                  <a:pt x="2049221" y="348780"/>
                </a:lnTo>
                <a:lnTo>
                  <a:pt x="2087981" y="372059"/>
                </a:lnTo>
                <a:lnTo>
                  <a:pt x="2115223" y="372249"/>
                </a:lnTo>
                <a:lnTo>
                  <a:pt x="2135225" y="369138"/>
                </a:lnTo>
                <a:lnTo>
                  <a:pt x="2149513" y="360006"/>
                </a:lnTo>
                <a:lnTo>
                  <a:pt x="2158085" y="345160"/>
                </a:lnTo>
                <a:lnTo>
                  <a:pt x="2158136" y="344716"/>
                </a:lnTo>
                <a:lnTo>
                  <a:pt x="2160943" y="324904"/>
                </a:lnTo>
                <a:lnTo>
                  <a:pt x="2160943" y="315760"/>
                </a:lnTo>
                <a:lnTo>
                  <a:pt x="2330196" y="315760"/>
                </a:lnTo>
                <a:lnTo>
                  <a:pt x="2330196" y="291376"/>
                </a:lnTo>
                <a:close/>
              </a:path>
              <a:path w="2724150" h="380364">
                <a:moveTo>
                  <a:pt x="2456777" y="71729"/>
                </a:moveTo>
                <a:lnTo>
                  <a:pt x="2420201" y="71729"/>
                </a:lnTo>
                <a:lnTo>
                  <a:pt x="2420201" y="1524"/>
                </a:lnTo>
                <a:lnTo>
                  <a:pt x="2392769" y="1524"/>
                </a:lnTo>
                <a:lnTo>
                  <a:pt x="2392769" y="71729"/>
                </a:lnTo>
                <a:lnTo>
                  <a:pt x="2347049" y="71729"/>
                </a:lnTo>
                <a:lnTo>
                  <a:pt x="2347049" y="99161"/>
                </a:lnTo>
                <a:lnTo>
                  <a:pt x="2392769" y="99161"/>
                </a:lnTo>
                <a:lnTo>
                  <a:pt x="2392769" y="184607"/>
                </a:lnTo>
                <a:lnTo>
                  <a:pt x="2367813" y="195846"/>
                </a:lnTo>
                <a:lnTo>
                  <a:pt x="2355697" y="201104"/>
                </a:lnTo>
                <a:lnTo>
                  <a:pt x="2344001" y="205943"/>
                </a:lnTo>
                <a:lnTo>
                  <a:pt x="2351621" y="237947"/>
                </a:lnTo>
                <a:lnTo>
                  <a:pt x="2361908" y="232460"/>
                </a:lnTo>
                <a:lnTo>
                  <a:pt x="2382482" y="222084"/>
                </a:lnTo>
                <a:lnTo>
                  <a:pt x="2392769" y="216611"/>
                </a:lnTo>
                <a:lnTo>
                  <a:pt x="2392769" y="334048"/>
                </a:lnTo>
                <a:lnTo>
                  <a:pt x="2388209" y="338607"/>
                </a:lnTo>
                <a:lnTo>
                  <a:pt x="2373655" y="338594"/>
                </a:lnTo>
                <a:lnTo>
                  <a:pt x="2366289" y="338429"/>
                </a:lnTo>
                <a:lnTo>
                  <a:pt x="2358085" y="337972"/>
                </a:lnTo>
                <a:lnTo>
                  <a:pt x="2348573" y="337096"/>
                </a:lnTo>
                <a:lnTo>
                  <a:pt x="2350579" y="344195"/>
                </a:lnTo>
                <a:lnTo>
                  <a:pt x="2352002" y="351586"/>
                </a:lnTo>
                <a:lnTo>
                  <a:pt x="2352865" y="358990"/>
                </a:lnTo>
                <a:lnTo>
                  <a:pt x="2353145" y="366153"/>
                </a:lnTo>
                <a:lnTo>
                  <a:pt x="2389721" y="366153"/>
                </a:lnTo>
                <a:lnTo>
                  <a:pt x="2418804" y="338620"/>
                </a:lnTo>
                <a:lnTo>
                  <a:pt x="2420201" y="324904"/>
                </a:lnTo>
                <a:lnTo>
                  <a:pt x="2420201" y="216611"/>
                </a:lnTo>
                <a:lnTo>
                  <a:pt x="2420201" y="204419"/>
                </a:lnTo>
                <a:lnTo>
                  <a:pt x="2429345" y="199859"/>
                </a:lnTo>
                <a:lnTo>
                  <a:pt x="2438489" y="195465"/>
                </a:lnTo>
                <a:lnTo>
                  <a:pt x="2447633" y="191338"/>
                </a:lnTo>
                <a:lnTo>
                  <a:pt x="2456777" y="187655"/>
                </a:lnTo>
                <a:lnTo>
                  <a:pt x="2455659" y="180530"/>
                </a:lnTo>
                <a:lnTo>
                  <a:pt x="2454681" y="172986"/>
                </a:lnTo>
                <a:lnTo>
                  <a:pt x="2454643" y="172415"/>
                </a:lnTo>
                <a:lnTo>
                  <a:pt x="2453995" y="165150"/>
                </a:lnTo>
                <a:lnTo>
                  <a:pt x="2453729" y="157162"/>
                </a:lnTo>
                <a:lnTo>
                  <a:pt x="2444851" y="160832"/>
                </a:lnTo>
                <a:lnTo>
                  <a:pt x="2436393" y="164795"/>
                </a:lnTo>
                <a:lnTo>
                  <a:pt x="2428227" y="168744"/>
                </a:lnTo>
                <a:lnTo>
                  <a:pt x="2420201" y="172415"/>
                </a:lnTo>
                <a:lnTo>
                  <a:pt x="2420201" y="99161"/>
                </a:lnTo>
                <a:lnTo>
                  <a:pt x="2456777" y="99161"/>
                </a:lnTo>
                <a:lnTo>
                  <a:pt x="2456777" y="71729"/>
                </a:lnTo>
                <a:close/>
              </a:path>
              <a:path w="2724150" h="380364">
                <a:moveTo>
                  <a:pt x="2706916" y="21336"/>
                </a:moveTo>
                <a:lnTo>
                  <a:pt x="2679484" y="21336"/>
                </a:lnTo>
                <a:lnTo>
                  <a:pt x="2679484" y="44196"/>
                </a:lnTo>
                <a:lnTo>
                  <a:pt x="2679484" y="83921"/>
                </a:lnTo>
                <a:lnTo>
                  <a:pt x="2498026" y="83921"/>
                </a:lnTo>
                <a:lnTo>
                  <a:pt x="2498026" y="44196"/>
                </a:lnTo>
                <a:lnTo>
                  <a:pt x="2679484" y="44196"/>
                </a:lnTo>
                <a:lnTo>
                  <a:pt x="2679484" y="21336"/>
                </a:lnTo>
                <a:lnTo>
                  <a:pt x="2470493" y="21336"/>
                </a:lnTo>
                <a:lnTo>
                  <a:pt x="2470480" y="165150"/>
                </a:lnTo>
                <a:lnTo>
                  <a:pt x="2467635" y="224790"/>
                </a:lnTo>
                <a:lnTo>
                  <a:pt x="2459063" y="276656"/>
                </a:lnTo>
                <a:lnTo>
                  <a:pt x="2444775" y="320243"/>
                </a:lnTo>
                <a:lnTo>
                  <a:pt x="2424773" y="355384"/>
                </a:lnTo>
                <a:lnTo>
                  <a:pt x="2431351" y="361149"/>
                </a:lnTo>
                <a:lnTo>
                  <a:pt x="2437346" y="366903"/>
                </a:lnTo>
                <a:lnTo>
                  <a:pt x="2442781" y="372618"/>
                </a:lnTo>
                <a:lnTo>
                  <a:pt x="2447633" y="378345"/>
                </a:lnTo>
                <a:lnTo>
                  <a:pt x="2465794" y="347560"/>
                </a:lnTo>
                <a:lnTo>
                  <a:pt x="2479903" y="310134"/>
                </a:lnTo>
                <a:lnTo>
                  <a:pt x="2489974" y="265976"/>
                </a:lnTo>
                <a:lnTo>
                  <a:pt x="2496020" y="215023"/>
                </a:lnTo>
                <a:lnTo>
                  <a:pt x="2497975" y="158699"/>
                </a:lnTo>
                <a:lnTo>
                  <a:pt x="2498026" y="108305"/>
                </a:lnTo>
                <a:lnTo>
                  <a:pt x="2679484" y="108305"/>
                </a:lnTo>
                <a:lnTo>
                  <a:pt x="2679484" y="118973"/>
                </a:lnTo>
                <a:lnTo>
                  <a:pt x="2706916" y="118973"/>
                </a:lnTo>
                <a:lnTo>
                  <a:pt x="2706916" y="108305"/>
                </a:lnTo>
                <a:lnTo>
                  <a:pt x="2706916" y="83921"/>
                </a:lnTo>
                <a:lnTo>
                  <a:pt x="2706916" y="44196"/>
                </a:lnTo>
                <a:lnTo>
                  <a:pt x="2706916" y="21336"/>
                </a:lnTo>
                <a:close/>
              </a:path>
              <a:path w="2724150" h="380364">
                <a:moveTo>
                  <a:pt x="2714536" y="134213"/>
                </a:moveTo>
                <a:lnTo>
                  <a:pt x="2505646" y="134213"/>
                </a:lnTo>
                <a:lnTo>
                  <a:pt x="2505646" y="158699"/>
                </a:lnTo>
                <a:lnTo>
                  <a:pt x="2572702" y="158699"/>
                </a:lnTo>
                <a:lnTo>
                  <a:pt x="2556751" y="175844"/>
                </a:lnTo>
                <a:lnTo>
                  <a:pt x="2541079" y="190703"/>
                </a:lnTo>
                <a:lnTo>
                  <a:pt x="2525979" y="203276"/>
                </a:lnTo>
                <a:lnTo>
                  <a:pt x="2511742" y="213563"/>
                </a:lnTo>
                <a:lnTo>
                  <a:pt x="2517838" y="239471"/>
                </a:lnTo>
                <a:lnTo>
                  <a:pt x="2542387" y="237197"/>
                </a:lnTo>
                <a:lnTo>
                  <a:pt x="2577096" y="235089"/>
                </a:lnTo>
                <a:lnTo>
                  <a:pt x="2621826" y="233248"/>
                </a:lnTo>
                <a:lnTo>
                  <a:pt x="2676436" y="231851"/>
                </a:lnTo>
                <a:lnTo>
                  <a:pt x="2688628" y="244043"/>
                </a:lnTo>
                <a:lnTo>
                  <a:pt x="2693200" y="250139"/>
                </a:lnTo>
                <a:lnTo>
                  <a:pt x="2711488" y="231851"/>
                </a:lnTo>
                <a:lnTo>
                  <a:pt x="2682722" y="197180"/>
                </a:lnTo>
                <a:lnTo>
                  <a:pt x="2652052" y="167843"/>
                </a:lnTo>
                <a:lnTo>
                  <a:pt x="2632240" y="184607"/>
                </a:lnTo>
                <a:lnTo>
                  <a:pt x="2656624" y="208991"/>
                </a:lnTo>
                <a:lnTo>
                  <a:pt x="2627744" y="210743"/>
                </a:lnTo>
                <a:lnTo>
                  <a:pt x="2600566" y="211658"/>
                </a:lnTo>
                <a:lnTo>
                  <a:pt x="2575102" y="211988"/>
                </a:lnTo>
                <a:lnTo>
                  <a:pt x="2551366" y="212039"/>
                </a:lnTo>
                <a:lnTo>
                  <a:pt x="2563609" y="200914"/>
                </a:lnTo>
                <a:lnTo>
                  <a:pt x="2577274" y="188226"/>
                </a:lnTo>
                <a:lnTo>
                  <a:pt x="2592082" y="174104"/>
                </a:lnTo>
                <a:lnTo>
                  <a:pt x="2607754" y="158699"/>
                </a:lnTo>
                <a:lnTo>
                  <a:pt x="2714536" y="158699"/>
                </a:lnTo>
                <a:lnTo>
                  <a:pt x="2714536" y="134213"/>
                </a:lnTo>
                <a:close/>
              </a:path>
              <a:path w="2724150" h="380364">
                <a:moveTo>
                  <a:pt x="2723680" y="335572"/>
                </a:moveTo>
                <a:lnTo>
                  <a:pt x="2618524" y="335572"/>
                </a:lnTo>
                <a:lnTo>
                  <a:pt x="2618524" y="295948"/>
                </a:lnTo>
                <a:lnTo>
                  <a:pt x="2702344" y="295948"/>
                </a:lnTo>
                <a:lnTo>
                  <a:pt x="2702344" y="273088"/>
                </a:lnTo>
                <a:lnTo>
                  <a:pt x="2618524" y="273088"/>
                </a:lnTo>
                <a:lnTo>
                  <a:pt x="2618524" y="240995"/>
                </a:lnTo>
                <a:lnTo>
                  <a:pt x="2590990" y="240995"/>
                </a:lnTo>
                <a:lnTo>
                  <a:pt x="2590990" y="273088"/>
                </a:lnTo>
                <a:lnTo>
                  <a:pt x="2508694" y="273088"/>
                </a:lnTo>
                <a:lnTo>
                  <a:pt x="2508694" y="295948"/>
                </a:lnTo>
                <a:lnTo>
                  <a:pt x="2590990" y="295948"/>
                </a:lnTo>
                <a:lnTo>
                  <a:pt x="2590990" y="335572"/>
                </a:lnTo>
                <a:lnTo>
                  <a:pt x="2482786" y="335572"/>
                </a:lnTo>
                <a:lnTo>
                  <a:pt x="2482786" y="360057"/>
                </a:lnTo>
                <a:lnTo>
                  <a:pt x="2723680" y="360057"/>
                </a:lnTo>
                <a:lnTo>
                  <a:pt x="2723680" y="33557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356" y="3148393"/>
            <a:ext cx="96012" cy="96107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297584" y="2994380"/>
            <a:ext cx="1550035" cy="384810"/>
          </a:xfrm>
          <a:custGeom>
            <a:avLst/>
            <a:gdLst/>
            <a:ahLst/>
            <a:cxnLst/>
            <a:rect l="l" t="t" r="r" b="b"/>
            <a:pathLst>
              <a:path w="1550035" h="384810">
                <a:moveTo>
                  <a:pt x="367576" y="16764"/>
                </a:moveTo>
                <a:lnTo>
                  <a:pt x="224218" y="16764"/>
                </a:lnTo>
                <a:lnTo>
                  <a:pt x="224218" y="44196"/>
                </a:lnTo>
                <a:lnTo>
                  <a:pt x="224218" y="85432"/>
                </a:lnTo>
                <a:lnTo>
                  <a:pt x="224218" y="109829"/>
                </a:lnTo>
                <a:lnTo>
                  <a:pt x="224218" y="160121"/>
                </a:lnTo>
                <a:lnTo>
                  <a:pt x="157073" y="160121"/>
                </a:lnTo>
                <a:lnTo>
                  <a:pt x="157073" y="109829"/>
                </a:lnTo>
                <a:lnTo>
                  <a:pt x="224218" y="109829"/>
                </a:lnTo>
                <a:lnTo>
                  <a:pt x="224218" y="85432"/>
                </a:lnTo>
                <a:lnTo>
                  <a:pt x="157073" y="85432"/>
                </a:lnTo>
                <a:lnTo>
                  <a:pt x="157073" y="44196"/>
                </a:lnTo>
                <a:lnTo>
                  <a:pt x="224218" y="44196"/>
                </a:lnTo>
                <a:lnTo>
                  <a:pt x="224218" y="16764"/>
                </a:lnTo>
                <a:lnTo>
                  <a:pt x="13716" y="16764"/>
                </a:lnTo>
                <a:lnTo>
                  <a:pt x="13716" y="44196"/>
                </a:lnTo>
                <a:lnTo>
                  <a:pt x="128117" y="44196"/>
                </a:lnTo>
                <a:lnTo>
                  <a:pt x="128117" y="85432"/>
                </a:lnTo>
                <a:lnTo>
                  <a:pt x="128117" y="109829"/>
                </a:lnTo>
                <a:lnTo>
                  <a:pt x="128117" y="160121"/>
                </a:lnTo>
                <a:lnTo>
                  <a:pt x="61061" y="160121"/>
                </a:lnTo>
                <a:lnTo>
                  <a:pt x="61061" y="109829"/>
                </a:lnTo>
                <a:lnTo>
                  <a:pt x="128117" y="109829"/>
                </a:lnTo>
                <a:lnTo>
                  <a:pt x="128117" y="85432"/>
                </a:lnTo>
                <a:lnTo>
                  <a:pt x="32004" y="85432"/>
                </a:lnTo>
                <a:lnTo>
                  <a:pt x="32004" y="199834"/>
                </a:lnTo>
                <a:lnTo>
                  <a:pt x="61061" y="199834"/>
                </a:lnTo>
                <a:lnTo>
                  <a:pt x="61061" y="184594"/>
                </a:lnTo>
                <a:lnTo>
                  <a:pt x="320332" y="184594"/>
                </a:lnTo>
                <a:lnTo>
                  <a:pt x="320332" y="199834"/>
                </a:lnTo>
                <a:lnTo>
                  <a:pt x="347764" y="199834"/>
                </a:lnTo>
                <a:lnTo>
                  <a:pt x="347764" y="184594"/>
                </a:lnTo>
                <a:lnTo>
                  <a:pt x="347764" y="160121"/>
                </a:lnTo>
                <a:lnTo>
                  <a:pt x="347764" y="109829"/>
                </a:lnTo>
                <a:lnTo>
                  <a:pt x="347764" y="85432"/>
                </a:lnTo>
                <a:lnTo>
                  <a:pt x="320332" y="85432"/>
                </a:lnTo>
                <a:lnTo>
                  <a:pt x="320332" y="109829"/>
                </a:lnTo>
                <a:lnTo>
                  <a:pt x="320332" y="160121"/>
                </a:lnTo>
                <a:lnTo>
                  <a:pt x="251650" y="160121"/>
                </a:lnTo>
                <a:lnTo>
                  <a:pt x="251650" y="109829"/>
                </a:lnTo>
                <a:lnTo>
                  <a:pt x="320332" y="109829"/>
                </a:lnTo>
                <a:lnTo>
                  <a:pt x="320332" y="85432"/>
                </a:lnTo>
                <a:lnTo>
                  <a:pt x="251650" y="85432"/>
                </a:lnTo>
                <a:lnTo>
                  <a:pt x="251650" y="44196"/>
                </a:lnTo>
                <a:lnTo>
                  <a:pt x="367576" y="44196"/>
                </a:lnTo>
                <a:lnTo>
                  <a:pt x="367576" y="16764"/>
                </a:lnTo>
                <a:close/>
              </a:path>
              <a:path w="1550035" h="384810">
                <a:moveTo>
                  <a:pt x="379768" y="222694"/>
                </a:moveTo>
                <a:lnTo>
                  <a:pt x="256222" y="222694"/>
                </a:lnTo>
                <a:lnTo>
                  <a:pt x="256222" y="248602"/>
                </a:lnTo>
                <a:lnTo>
                  <a:pt x="244817" y="264058"/>
                </a:lnTo>
                <a:lnTo>
                  <a:pt x="231267" y="278218"/>
                </a:lnTo>
                <a:lnTo>
                  <a:pt x="215722" y="290918"/>
                </a:lnTo>
                <a:lnTo>
                  <a:pt x="198310" y="302044"/>
                </a:lnTo>
                <a:lnTo>
                  <a:pt x="132207" y="282752"/>
                </a:lnTo>
                <a:lnTo>
                  <a:pt x="111353" y="276136"/>
                </a:lnTo>
                <a:lnTo>
                  <a:pt x="116154" y="269214"/>
                </a:lnTo>
                <a:lnTo>
                  <a:pt x="126352" y="255460"/>
                </a:lnTo>
                <a:lnTo>
                  <a:pt x="131165" y="248602"/>
                </a:lnTo>
                <a:lnTo>
                  <a:pt x="256222" y="248602"/>
                </a:lnTo>
                <a:lnTo>
                  <a:pt x="256222" y="222694"/>
                </a:lnTo>
                <a:lnTo>
                  <a:pt x="149453" y="222694"/>
                </a:lnTo>
                <a:lnTo>
                  <a:pt x="153784" y="216077"/>
                </a:lnTo>
                <a:lnTo>
                  <a:pt x="161874" y="203403"/>
                </a:lnTo>
                <a:lnTo>
                  <a:pt x="166217" y="196786"/>
                </a:lnTo>
                <a:lnTo>
                  <a:pt x="135737" y="186118"/>
                </a:lnTo>
                <a:lnTo>
                  <a:pt x="130898" y="195262"/>
                </a:lnTo>
                <a:lnTo>
                  <a:pt x="125641" y="204406"/>
                </a:lnTo>
                <a:lnTo>
                  <a:pt x="120091" y="213550"/>
                </a:lnTo>
                <a:lnTo>
                  <a:pt x="114401" y="222694"/>
                </a:lnTo>
                <a:lnTo>
                  <a:pt x="0" y="222694"/>
                </a:lnTo>
                <a:lnTo>
                  <a:pt x="0" y="248602"/>
                </a:lnTo>
                <a:lnTo>
                  <a:pt x="97637" y="248602"/>
                </a:lnTo>
                <a:lnTo>
                  <a:pt x="89865" y="258876"/>
                </a:lnTo>
                <a:lnTo>
                  <a:pt x="82397" y="269036"/>
                </a:lnTo>
                <a:lnTo>
                  <a:pt x="74917" y="278904"/>
                </a:lnTo>
                <a:lnTo>
                  <a:pt x="67157" y="288328"/>
                </a:lnTo>
                <a:lnTo>
                  <a:pt x="91795" y="296964"/>
                </a:lnTo>
                <a:lnTo>
                  <a:pt x="163169" y="320332"/>
                </a:lnTo>
                <a:lnTo>
                  <a:pt x="132295" y="331762"/>
                </a:lnTo>
                <a:lnTo>
                  <a:pt x="96862" y="340906"/>
                </a:lnTo>
                <a:lnTo>
                  <a:pt x="56819" y="347764"/>
                </a:lnTo>
                <a:lnTo>
                  <a:pt x="12192" y="352336"/>
                </a:lnTo>
                <a:lnTo>
                  <a:pt x="15862" y="360095"/>
                </a:lnTo>
                <a:lnTo>
                  <a:pt x="23761" y="375081"/>
                </a:lnTo>
                <a:lnTo>
                  <a:pt x="27432" y="382905"/>
                </a:lnTo>
                <a:lnTo>
                  <a:pt x="78663" y="374624"/>
                </a:lnTo>
                <a:lnTo>
                  <a:pt x="124879" y="363613"/>
                </a:lnTo>
                <a:lnTo>
                  <a:pt x="166230" y="350037"/>
                </a:lnTo>
                <a:lnTo>
                  <a:pt x="202882" y="334048"/>
                </a:lnTo>
                <a:lnTo>
                  <a:pt x="271665" y="356908"/>
                </a:lnTo>
                <a:lnTo>
                  <a:pt x="337096" y="379857"/>
                </a:lnTo>
                <a:lnTo>
                  <a:pt x="353860" y="349288"/>
                </a:lnTo>
                <a:lnTo>
                  <a:pt x="302755" y="334048"/>
                </a:lnTo>
                <a:lnTo>
                  <a:pt x="234886" y="314236"/>
                </a:lnTo>
                <a:lnTo>
                  <a:pt x="248958" y="302044"/>
                </a:lnTo>
                <a:lnTo>
                  <a:pt x="251409" y="299923"/>
                </a:lnTo>
                <a:lnTo>
                  <a:pt x="266509" y="284314"/>
                </a:lnTo>
                <a:lnTo>
                  <a:pt x="279895" y="267258"/>
                </a:lnTo>
                <a:lnTo>
                  <a:pt x="291274" y="248602"/>
                </a:lnTo>
                <a:lnTo>
                  <a:pt x="379768" y="248602"/>
                </a:lnTo>
                <a:lnTo>
                  <a:pt x="379768" y="222694"/>
                </a:lnTo>
                <a:close/>
              </a:path>
              <a:path w="1550035" h="384810">
                <a:moveTo>
                  <a:pt x="686282" y="140296"/>
                </a:moveTo>
                <a:lnTo>
                  <a:pt x="475869" y="140296"/>
                </a:lnTo>
                <a:lnTo>
                  <a:pt x="475869" y="169354"/>
                </a:lnTo>
                <a:lnTo>
                  <a:pt x="686282" y="169354"/>
                </a:lnTo>
                <a:lnTo>
                  <a:pt x="686282" y="140296"/>
                </a:lnTo>
                <a:close/>
              </a:path>
              <a:path w="1550035" h="384810">
                <a:moveTo>
                  <a:pt x="757999" y="219646"/>
                </a:moveTo>
                <a:lnTo>
                  <a:pt x="405663" y="219646"/>
                </a:lnTo>
                <a:lnTo>
                  <a:pt x="405663" y="248602"/>
                </a:lnTo>
                <a:lnTo>
                  <a:pt x="533781" y="248602"/>
                </a:lnTo>
                <a:lnTo>
                  <a:pt x="517779" y="269544"/>
                </a:lnTo>
                <a:lnTo>
                  <a:pt x="485775" y="306781"/>
                </a:lnTo>
                <a:lnTo>
                  <a:pt x="454863" y="333667"/>
                </a:lnTo>
                <a:lnTo>
                  <a:pt x="437667" y="341668"/>
                </a:lnTo>
                <a:lnTo>
                  <a:pt x="454431" y="373761"/>
                </a:lnTo>
                <a:lnTo>
                  <a:pt x="462737" y="370586"/>
                </a:lnTo>
                <a:lnTo>
                  <a:pt x="471284" y="368147"/>
                </a:lnTo>
                <a:lnTo>
                  <a:pt x="479818" y="366598"/>
                </a:lnTo>
                <a:lnTo>
                  <a:pt x="681710" y="352336"/>
                </a:lnTo>
                <a:lnTo>
                  <a:pt x="689660" y="361200"/>
                </a:lnTo>
                <a:lnTo>
                  <a:pt x="704418" y="377266"/>
                </a:lnTo>
                <a:lnTo>
                  <a:pt x="710666" y="384429"/>
                </a:lnTo>
                <a:lnTo>
                  <a:pt x="735139" y="361480"/>
                </a:lnTo>
                <a:lnTo>
                  <a:pt x="726567" y="352336"/>
                </a:lnTo>
                <a:lnTo>
                  <a:pt x="714514" y="339471"/>
                </a:lnTo>
                <a:lnTo>
                  <a:pt x="710552" y="335572"/>
                </a:lnTo>
                <a:lnTo>
                  <a:pt x="691616" y="316903"/>
                </a:lnTo>
                <a:lnTo>
                  <a:pt x="666470" y="293751"/>
                </a:lnTo>
                <a:lnTo>
                  <a:pt x="639038" y="270027"/>
                </a:lnTo>
                <a:lnTo>
                  <a:pt x="619213" y="288328"/>
                </a:lnTo>
                <a:lnTo>
                  <a:pt x="629462" y="298589"/>
                </a:lnTo>
                <a:lnTo>
                  <a:pt x="639419" y="308711"/>
                </a:lnTo>
                <a:lnTo>
                  <a:pt x="648792" y="318541"/>
                </a:lnTo>
                <a:lnTo>
                  <a:pt x="657326" y="327952"/>
                </a:lnTo>
                <a:lnTo>
                  <a:pt x="578789" y="331190"/>
                </a:lnTo>
                <a:lnTo>
                  <a:pt x="495681" y="335572"/>
                </a:lnTo>
                <a:lnTo>
                  <a:pt x="514870" y="315556"/>
                </a:lnTo>
                <a:lnTo>
                  <a:pt x="533781" y="294411"/>
                </a:lnTo>
                <a:lnTo>
                  <a:pt x="552691" y="272084"/>
                </a:lnTo>
                <a:lnTo>
                  <a:pt x="571881" y="248602"/>
                </a:lnTo>
                <a:lnTo>
                  <a:pt x="757999" y="248602"/>
                </a:lnTo>
                <a:lnTo>
                  <a:pt x="757999" y="219646"/>
                </a:lnTo>
                <a:close/>
              </a:path>
              <a:path w="1550035" h="384810">
                <a:moveTo>
                  <a:pt x="776287" y="146392"/>
                </a:moveTo>
                <a:lnTo>
                  <a:pt x="724204" y="122948"/>
                </a:lnTo>
                <a:lnTo>
                  <a:pt x="677710" y="93624"/>
                </a:lnTo>
                <a:lnTo>
                  <a:pt x="636676" y="58280"/>
                </a:lnTo>
                <a:lnTo>
                  <a:pt x="619302" y="38100"/>
                </a:lnTo>
                <a:lnTo>
                  <a:pt x="600925" y="16764"/>
                </a:lnTo>
                <a:lnTo>
                  <a:pt x="608545" y="7620"/>
                </a:lnTo>
                <a:lnTo>
                  <a:pt x="567309" y="7620"/>
                </a:lnTo>
                <a:lnTo>
                  <a:pt x="538226" y="42786"/>
                </a:lnTo>
                <a:lnTo>
                  <a:pt x="505853" y="75095"/>
                </a:lnTo>
                <a:lnTo>
                  <a:pt x="470179" y="104597"/>
                </a:lnTo>
                <a:lnTo>
                  <a:pt x="431203" y="131394"/>
                </a:lnTo>
                <a:lnTo>
                  <a:pt x="388899" y="155536"/>
                </a:lnTo>
                <a:lnTo>
                  <a:pt x="394601" y="162420"/>
                </a:lnTo>
                <a:lnTo>
                  <a:pt x="400138" y="169303"/>
                </a:lnTo>
                <a:lnTo>
                  <a:pt x="405409" y="176199"/>
                </a:lnTo>
                <a:lnTo>
                  <a:pt x="410235" y="183070"/>
                </a:lnTo>
                <a:lnTo>
                  <a:pt x="456920" y="153314"/>
                </a:lnTo>
                <a:lnTo>
                  <a:pt x="501002" y="119151"/>
                </a:lnTo>
                <a:lnTo>
                  <a:pt x="542785" y="80708"/>
                </a:lnTo>
                <a:lnTo>
                  <a:pt x="582549" y="38100"/>
                </a:lnTo>
                <a:lnTo>
                  <a:pt x="615708" y="79565"/>
                </a:lnTo>
                <a:lnTo>
                  <a:pt x="655421" y="116865"/>
                </a:lnTo>
                <a:lnTo>
                  <a:pt x="701408" y="149885"/>
                </a:lnTo>
                <a:lnTo>
                  <a:pt x="753427" y="178498"/>
                </a:lnTo>
                <a:lnTo>
                  <a:pt x="776287" y="146392"/>
                </a:lnTo>
                <a:close/>
              </a:path>
              <a:path w="1550035" h="384810">
                <a:moveTo>
                  <a:pt x="907453" y="205930"/>
                </a:moveTo>
                <a:lnTo>
                  <a:pt x="906564" y="199021"/>
                </a:lnTo>
                <a:lnTo>
                  <a:pt x="906119" y="191833"/>
                </a:lnTo>
                <a:lnTo>
                  <a:pt x="906018" y="187642"/>
                </a:lnTo>
                <a:lnTo>
                  <a:pt x="905929" y="175450"/>
                </a:lnTo>
                <a:lnTo>
                  <a:pt x="883818" y="182118"/>
                </a:lnTo>
                <a:lnTo>
                  <a:pt x="872883" y="185089"/>
                </a:lnTo>
                <a:lnTo>
                  <a:pt x="861631" y="187642"/>
                </a:lnTo>
                <a:lnTo>
                  <a:pt x="861631" y="102196"/>
                </a:lnTo>
                <a:lnTo>
                  <a:pt x="905929" y="102196"/>
                </a:lnTo>
                <a:lnTo>
                  <a:pt x="905929" y="76288"/>
                </a:lnTo>
                <a:lnTo>
                  <a:pt x="861631" y="76288"/>
                </a:lnTo>
                <a:lnTo>
                  <a:pt x="861631" y="3048"/>
                </a:lnTo>
                <a:lnTo>
                  <a:pt x="832675" y="3048"/>
                </a:lnTo>
                <a:lnTo>
                  <a:pt x="832675" y="76288"/>
                </a:lnTo>
                <a:lnTo>
                  <a:pt x="785431" y="76288"/>
                </a:lnTo>
                <a:lnTo>
                  <a:pt x="785431" y="102196"/>
                </a:lnTo>
                <a:lnTo>
                  <a:pt x="832675" y="102196"/>
                </a:lnTo>
                <a:lnTo>
                  <a:pt x="832675" y="195262"/>
                </a:lnTo>
                <a:lnTo>
                  <a:pt x="820102" y="198666"/>
                </a:lnTo>
                <a:lnTo>
                  <a:pt x="807529" y="201930"/>
                </a:lnTo>
                <a:lnTo>
                  <a:pt x="794956" y="204901"/>
                </a:lnTo>
                <a:lnTo>
                  <a:pt x="782383" y="207454"/>
                </a:lnTo>
                <a:lnTo>
                  <a:pt x="786955" y="240982"/>
                </a:lnTo>
                <a:lnTo>
                  <a:pt x="797521" y="237553"/>
                </a:lnTo>
                <a:lnTo>
                  <a:pt x="808672" y="234124"/>
                </a:lnTo>
                <a:lnTo>
                  <a:pt x="820381" y="230695"/>
                </a:lnTo>
                <a:lnTo>
                  <a:pt x="832675" y="227266"/>
                </a:lnTo>
                <a:lnTo>
                  <a:pt x="832675" y="341668"/>
                </a:lnTo>
                <a:lnTo>
                  <a:pt x="826592" y="346227"/>
                </a:lnTo>
                <a:lnTo>
                  <a:pt x="811174" y="346214"/>
                </a:lnTo>
                <a:lnTo>
                  <a:pt x="803910" y="346049"/>
                </a:lnTo>
                <a:lnTo>
                  <a:pt x="795794" y="345592"/>
                </a:lnTo>
                <a:lnTo>
                  <a:pt x="786955" y="344716"/>
                </a:lnTo>
                <a:lnTo>
                  <a:pt x="791527" y="376809"/>
                </a:lnTo>
                <a:lnTo>
                  <a:pt x="831151" y="375285"/>
                </a:lnTo>
                <a:lnTo>
                  <a:pt x="860272" y="346240"/>
                </a:lnTo>
                <a:lnTo>
                  <a:pt x="861631" y="334048"/>
                </a:lnTo>
                <a:lnTo>
                  <a:pt x="861631" y="227266"/>
                </a:lnTo>
                <a:lnTo>
                  <a:pt x="861631" y="218122"/>
                </a:lnTo>
                <a:lnTo>
                  <a:pt x="872477" y="215569"/>
                </a:lnTo>
                <a:lnTo>
                  <a:pt x="884008" y="212598"/>
                </a:lnTo>
                <a:lnTo>
                  <a:pt x="895807" y="209334"/>
                </a:lnTo>
                <a:lnTo>
                  <a:pt x="907453" y="205930"/>
                </a:lnTo>
                <a:close/>
              </a:path>
              <a:path w="1550035" h="384810">
                <a:moveTo>
                  <a:pt x="1082802" y="50292"/>
                </a:moveTo>
                <a:lnTo>
                  <a:pt x="1074534" y="38836"/>
                </a:lnTo>
                <a:lnTo>
                  <a:pt x="1065847" y="27241"/>
                </a:lnTo>
                <a:lnTo>
                  <a:pt x="1056868" y="15354"/>
                </a:lnTo>
                <a:lnTo>
                  <a:pt x="1047750" y="3048"/>
                </a:lnTo>
                <a:lnTo>
                  <a:pt x="1023366" y="18288"/>
                </a:lnTo>
                <a:lnTo>
                  <a:pt x="1032230" y="30835"/>
                </a:lnTo>
                <a:lnTo>
                  <a:pt x="1040511" y="43256"/>
                </a:lnTo>
                <a:lnTo>
                  <a:pt x="1048232" y="55410"/>
                </a:lnTo>
                <a:lnTo>
                  <a:pt x="1055370" y="67144"/>
                </a:lnTo>
                <a:lnTo>
                  <a:pt x="1082802" y="50292"/>
                </a:lnTo>
                <a:close/>
              </a:path>
              <a:path w="1550035" h="384810">
                <a:moveTo>
                  <a:pt x="1163675" y="327952"/>
                </a:moveTo>
                <a:lnTo>
                  <a:pt x="1061466" y="327952"/>
                </a:lnTo>
                <a:lnTo>
                  <a:pt x="1061466" y="266890"/>
                </a:lnTo>
                <a:lnTo>
                  <a:pt x="1151382" y="266890"/>
                </a:lnTo>
                <a:lnTo>
                  <a:pt x="1151382" y="240982"/>
                </a:lnTo>
                <a:lnTo>
                  <a:pt x="1061466" y="240982"/>
                </a:lnTo>
                <a:lnTo>
                  <a:pt x="1061466" y="181546"/>
                </a:lnTo>
                <a:lnTo>
                  <a:pt x="1151382" y="181546"/>
                </a:lnTo>
                <a:lnTo>
                  <a:pt x="1151382" y="155549"/>
                </a:lnTo>
                <a:lnTo>
                  <a:pt x="1061466" y="155549"/>
                </a:lnTo>
                <a:lnTo>
                  <a:pt x="1061466" y="96100"/>
                </a:lnTo>
                <a:lnTo>
                  <a:pt x="1157579" y="96100"/>
                </a:lnTo>
                <a:lnTo>
                  <a:pt x="1157579" y="70192"/>
                </a:lnTo>
                <a:lnTo>
                  <a:pt x="1032510" y="70192"/>
                </a:lnTo>
                <a:lnTo>
                  <a:pt x="1032510" y="96100"/>
                </a:lnTo>
                <a:lnTo>
                  <a:pt x="1032510" y="155549"/>
                </a:lnTo>
                <a:lnTo>
                  <a:pt x="1032510" y="181546"/>
                </a:lnTo>
                <a:lnTo>
                  <a:pt x="1032510" y="240982"/>
                </a:lnTo>
                <a:lnTo>
                  <a:pt x="1032510" y="266890"/>
                </a:lnTo>
                <a:lnTo>
                  <a:pt x="1032510" y="327952"/>
                </a:lnTo>
                <a:lnTo>
                  <a:pt x="953173" y="327952"/>
                </a:lnTo>
                <a:lnTo>
                  <a:pt x="953173" y="266890"/>
                </a:lnTo>
                <a:lnTo>
                  <a:pt x="1032510" y="266890"/>
                </a:lnTo>
                <a:lnTo>
                  <a:pt x="1032510" y="240982"/>
                </a:lnTo>
                <a:lnTo>
                  <a:pt x="953173" y="240982"/>
                </a:lnTo>
                <a:lnTo>
                  <a:pt x="953173" y="181546"/>
                </a:lnTo>
                <a:lnTo>
                  <a:pt x="1032510" y="181546"/>
                </a:lnTo>
                <a:lnTo>
                  <a:pt x="1032510" y="155549"/>
                </a:lnTo>
                <a:lnTo>
                  <a:pt x="953173" y="155549"/>
                </a:lnTo>
                <a:lnTo>
                  <a:pt x="953173" y="135724"/>
                </a:lnTo>
                <a:lnTo>
                  <a:pt x="953173" y="96100"/>
                </a:lnTo>
                <a:lnTo>
                  <a:pt x="1032510" y="96100"/>
                </a:lnTo>
                <a:lnTo>
                  <a:pt x="1032510" y="70192"/>
                </a:lnTo>
                <a:lnTo>
                  <a:pt x="965365" y="70192"/>
                </a:lnTo>
                <a:lnTo>
                  <a:pt x="973340" y="56172"/>
                </a:lnTo>
                <a:lnTo>
                  <a:pt x="981176" y="41732"/>
                </a:lnTo>
                <a:lnTo>
                  <a:pt x="988606" y="27241"/>
                </a:lnTo>
                <a:lnTo>
                  <a:pt x="995845" y="12192"/>
                </a:lnTo>
                <a:lnTo>
                  <a:pt x="968413" y="1524"/>
                </a:lnTo>
                <a:lnTo>
                  <a:pt x="948410" y="42138"/>
                </a:lnTo>
                <a:lnTo>
                  <a:pt x="927265" y="79489"/>
                </a:lnTo>
                <a:lnTo>
                  <a:pt x="904976" y="113690"/>
                </a:lnTo>
                <a:lnTo>
                  <a:pt x="881545" y="144868"/>
                </a:lnTo>
                <a:lnTo>
                  <a:pt x="888085" y="150571"/>
                </a:lnTo>
                <a:lnTo>
                  <a:pt x="893927" y="156121"/>
                </a:lnTo>
                <a:lnTo>
                  <a:pt x="898893" y="161417"/>
                </a:lnTo>
                <a:lnTo>
                  <a:pt x="902881" y="166306"/>
                </a:lnTo>
                <a:lnTo>
                  <a:pt x="908570" y="158483"/>
                </a:lnTo>
                <a:lnTo>
                  <a:pt x="914120" y="150977"/>
                </a:lnTo>
                <a:lnTo>
                  <a:pt x="919378" y="143497"/>
                </a:lnTo>
                <a:lnTo>
                  <a:pt x="924217" y="135724"/>
                </a:lnTo>
                <a:lnTo>
                  <a:pt x="924217" y="381381"/>
                </a:lnTo>
                <a:lnTo>
                  <a:pt x="953173" y="381381"/>
                </a:lnTo>
                <a:lnTo>
                  <a:pt x="953173" y="352336"/>
                </a:lnTo>
                <a:lnTo>
                  <a:pt x="1163675" y="352336"/>
                </a:lnTo>
                <a:lnTo>
                  <a:pt x="1163675" y="327952"/>
                </a:lnTo>
                <a:close/>
              </a:path>
              <a:path w="1550035" h="384810">
                <a:moveTo>
                  <a:pt x="1549425" y="60960"/>
                </a:moveTo>
                <a:lnTo>
                  <a:pt x="1392364" y="60960"/>
                </a:lnTo>
                <a:lnTo>
                  <a:pt x="1413700" y="47244"/>
                </a:lnTo>
                <a:lnTo>
                  <a:pt x="1406321" y="35788"/>
                </a:lnTo>
                <a:lnTo>
                  <a:pt x="1398079" y="24193"/>
                </a:lnTo>
                <a:lnTo>
                  <a:pt x="1380172" y="0"/>
                </a:lnTo>
                <a:lnTo>
                  <a:pt x="1352740" y="16764"/>
                </a:lnTo>
                <a:lnTo>
                  <a:pt x="1361338" y="29032"/>
                </a:lnTo>
                <a:lnTo>
                  <a:pt x="1368933" y="40576"/>
                </a:lnTo>
                <a:lnTo>
                  <a:pt x="1381696" y="60960"/>
                </a:lnTo>
                <a:lnTo>
                  <a:pt x="1229194" y="60960"/>
                </a:lnTo>
                <a:lnTo>
                  <a:pt x="1229194" y="183070"/>
                </a:lnTo>
                <a:lnTo>
                  <a:pt x="1225537" y="234835"/>
                </a:lnTo>
                <a:lnTo>
                  <a:pt x="1214716" y="280466"/>
                </a:lnTo>
                <a:lnTo>
                  <a:pt x="1197051" y="320090"/>
                </a:lnTo>
                <a:lnTo>
                  <a:pt x="1172806" y="353847"/>
                </a:lnTo>
                <a:lnTo>
                  <a:pt x="1181379" y="360451"/>
                </a:lnTo>
                <a:lnTo>
                  <a:pt x="1188808" y="366623"/>
                </a:lnTo>
                <a:lnTo>
                  <a:pt x="1195095" y="372541"/>
                </a:lnTo>
                <a:lnTo>
                  <a:pt x="1200238" y="378333"/>
                </a:lnTo>
                <a:lnTo>
                  <a:pt x="1228013" y="339039"/>
                </a:lnTo>
                <a:lnTo>
                  <a:pt x="1247482" y="294195"/>
                </a:lnTo>
                <a:lnTo>
                  <a:pt x="1258963" y="243357"/>
                </a:lnTo>
                <a:lnTo>
                  <a:pt x="1262722" y="186118"/>
                </a:lnTo>
                <a:lnTo>
                  <a:pt x="1262722" y="91528"/>
                </a:lnTo>
                <a:lnTo>
                  <a:pt x="1549425" y="91528"/>
                </a:lnTo>
                <a:lnTo>
                  <a:pt x="1549425" y="6096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917221" y="3275076"/>
            <a:ext cx="59690" cy="102235"/>
          </a:xfrm>
          <a:custGeom>
            <a:avLst/>
            <a:gdLst/>
            <a:ahLst/>
            <a:cxnLst/>
            <a:rect l="l" t="t" r="r" b="b"/>
            <a:pathLst>
              <a:path w="59689" h="102235">
                <a:moveTo>
                  <a:pt x="27431" y="102203"/>
                </a:moveTo>
                <a:lnTo>
                  <a:pt x="0" y="102203"/>
                </a:lnTo>
                <a:lnTo>
                  <a:pt x="22860" y="0"/>
                </a:lnTo>
                <a:lnTo>
                  <a:pt x="59436" y="0"/>
                </a:lnTo>
                <a:lnTo>
                  <a:pt x="27431" y="10220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270973" y="2995904"/>
            <a:ext cx="1543685" cy="380365"/>
          </a:xfrm>
          <a:custGeom>
            <a:avLst/>
            <a:gdLst/>
            <a:ahLst/>
            <a:cxnLst/>
            <a:rect l="l" t="t" r="r" b="b"/>
            <a:pathLst>
              <a:path w="1543685" h="380364">
                <a:moveTo>
                  <a:pt x="150964" y="126593"/>
                </a:moveTo>
                <a:lnTo>
                  <a:pt x="44284" y="126593"/>
                </a:lnTo>
                <a:lnTo>
                  <a:pt x="44284" y="12192"/>
                </a:lnTo>
                <a:lnTo>
                  <a:pt x="12192" y="12192"/>
                </a:lnTo>
                <a:lnTo>
                  <a:pt x="12192" y="311188"/>
                </a:lnTo>
                <a:lnTo>
                  <a:pt x="11353" y="319760"/>
                </a:lnTo>
                <a:lnTo>
                  <a:pt x="8953" y="327190"/>
                </a:lnTo>
                <a:lnTo>
                  <a:pt x="5118" y="333476"/>
                </a:lnTo>
                <a:lnTo>
                  <a:pt x="0" y="338620"/>
                </a:lnTo>
                <a:lnTo>
                  <a:pt x="22860" y="369100"/>
                </a:lnTo>
                <a:lnTo>
                  <a:pt x="74002" y="337451"/>
                </a:lnTo>
                <a:lnTo>
                  <a:pt x="119621" y="317284"/>
                </a:lnTo>
                <a:lnTo>
                  <a:pt x="122008" y="316255"/>
                </a:lnTo>
                <a:lnTo>
                  <a:pt x="149440" y="305092"/>
                </a:lnTo>
                <a:lnTo>
                  <a:pt x="148564" y="296824"/>
                </a:lnTo>
                <a:lnTo>
                  <a:pt x="148107" y="288137"/>
                </a:lnTo>
                <a:lnTo>
                  <a:pt x="147942" y="279158"/>
                </a:lnTo>
                <a:lnTo>
                  <a:pt x="147916" y="270040"/>
                </a:lnTo>
                <a:lnTo>
                  <a:pt x="117373" y="284911"/>
                </a:lnTo>
                <a:lnTo>
                  <a:pt x="89814" y="297662"/>
                </a:lnTo>
                <a:lnTo>
                  <a:pt x="65417" y="308394"/>
                </a:lnTo>
                <a:lnTo>
                  <a:pt x="44284" y="317284"/>
                </a:lnTo>
                <a:lnTo>
                  <a:pt x="44284" y="155549"/>
                </a:lnTo>
                <a:lnTo>
                  <a:pt x="150964" y="155549"/>
                </a:lnTo>
                <a:lnTo>
                  <a:pt x="150964" y="126593"/>
                </a:lnTo>
                <a:close/>
              </a:path>
              <a:path w="1543685" h="380364">
                <a:moveTo>
                  <a:pt x="364528" y="262318"/>
                </a:moveTo>
                <a:lnTo>
                  <a:pt x="355638" y="259791"/>
                </a:lnTo>
                <a:lnTo>
                  <a:pt x="347192" y="256984"/>
                </a:lnTo>
                <a:lnTo>
                  <a:pt x="339013" y="254177"/>
                </a:lnTo>
                <a:lnTo>
                  <a:pt x="331000" y="251650"/>
                </a:lnTo>
                <a:lnTo>
                  <a:pt x="326923" y="299961"/>
                </a:lnTo>
                <a:lnTo>
                  <a:pt x="307073" y="335661"/>
                </a:lnTo>
                <a:lnTo>
                  <a:pt x="295846" y="337096"/>
                </a:lnTo>
                <a:lnTo>
                  <a:pt x="230314" y="337096"/>
                </a:lnTo>
                <a:lnTo>
                  <a:pt x="220319" y="335635"/>
                </a:lnTo>
                <a:lnTo>
                  <a:pt x="213169" y="331190"/>
                </a:lnTo>
                <a:lnTo>
                  <a:pt x="208889" y="323583"/>
                </a:lnTo>
                <a:lnTo>
                  <a:pt x="207454" y="312712"/>
                </a:lnTo>
                <a:lnTo>
                  <a:pt x="207454" y="201358"/>
                </a:lnTo>
                <a:lnTo>
                  <a:pt x="250088" y="170129"/>
                </a:lnTo>
                <a:lnTo>
                  <a:pt x="258597" y="163169"/>
                </a:lnTo>
                <a:lnTo>
                  <a:pt x="289039" y="138214"/>
                </a:lnTo>
                <a:lnTo>
                  <a:pt x="324548" y="105460"/>
                </a:lnTo>
                <a:lnTo>
                  <a:pt x="356908" y="71729"/>
                </a:lnTo>
                <a:lnTo>
                  <a:pt x="331000" y="51816"/>
                </a:lnTo>
                <a:lnTo>
                  <a:pt x="305219" y="80403"/>
                </a:lnTo>
                <a:lnTo>
                  <a:pt x="276047" y="108673"/>
                </a:lnTo>
                <a:lnTo>
                  <a:pt x="243459" y="136347"/>
                </a:lnTo>
                <a:lnTo>
                  <a:pt x="207454" y="163169"/>
                </a:lnTo>
                <a:lnTo>
                  <a:pt x="207454" y="1524"/>
                </a:lnTo>
                <a:lnTo>
                  <a:pt x="175450" y="1524"/>
                </a:lnTo>
                <a:lnTo>
                  <a:pt x="175450" y="317284"/>
                </a:lnTo>
                <a:lnTo>
                  <a:pt x="178282" y="338404"/>
                </a:lnTo>
                <a:lnTo>
                  <a:pt x="186690" y="353669"/>
                </a:lnTo>
                <a:lnTo>
                  <a:pt x="200520" y="362927"/>
                </a:lnTo>
                <a:lnTo>
                  <a:pt x="219646" y="366052"/>
                </a:lnTo>
                <a:lnTo>
                  <a:pt x="305092" y="366052"/>
                </a:lnTo>
                <a:lnTo>
                  <a:pt x="323659" y="363499"/>
                </a:lnTo>
                <a:lnTo>
                  <a:pt x="338239" y="355955"/>
                </a:lnTo>
                <a:lnTo>
                  <a:pt x="348805" y="343547"/>
                </a:lnTo>
                <a:lnTo>
                  <a:pt x="351282" y="337096"/>
                </a:lnTo>
                <a:lnTo>
                  <a:pt x="355384" y="326428"/>
                </a:lnTo>
                <a:lnTo>
                  <a:pt x="357670" y="311277"/>
                </a:lnTo>
                <a:lnTo>
                  <a:pt x="359956" y="295554"/>
                </a:lnTo>
                <a:lnTo>
                  <a:pt x="362242" y="279234"/>
                </a:lnTo>
                <a:lnTo>
                  <a:pt x="364528" y="262318"/>
                </a:lnTo>
                <a:close/>
              </a:path>
              <a:path w="1543685" h="380364">
                <a:moveTo>
                  <a:pt x="564261" y="321856"/>
                </a:moveTo>
                <a:lnTo>
                  <a:pt x="548284" y="308394"/>
                </a:lnTo>
                <a:lnTo>
                  <a:pt x="533146" y="295948"/>
                </a:lnTo>
                <a:lnTo>
                  <a:pt x="516902" y="282625"/>
                </a:lnTo>
                <a:lnTo>
                  <a:pt x="501777" y="270040"/>
                </a:lnTo>
                <a:lnTo>
                  <a:pt x="529018" y="201930"/>
                </a:lnTo>
                <a:lnTo>
                  <a:pt x="538848" y="158673"/>
                </a:lnTo>
                <a:lnTo>
                  <a:pt x="545973" y="109829"/>
                </a:lnTo>
                <a:lnTo>
                  <a:pt x="545973" y="80873"/>
                </a:lnTo>
                <a:lnTo>
                  <a:pt x="515493" y="80873"/>
                </a:lnTo>
                <a:lnTo>
                  <a:pt x="515493" y="109829"/>
                </a:lnTo>
                <a:lnTo>
                  <a:pt x="510400" y="151930"/>
                </a:lnTo>
                <a:lnTo>
                  <a:pt x="502158" y="189153"/>
                </a:lnTo>
                <a:lnTo>
                  <a:pt x="491058" y="221792"/>
                </a:lnTo>
                <a:lnTo>
                  <a:pt x="477393" y="250126"/>
                </a:lnTo>
                <a:lnTo>
                  <a:pt x="464832" y="240106"/>
                </a:lnTo>
                <a:lnTo>
                  <a:pt x="440232" y="221195"/>
                </a:lnTo>
                <a:lnTo>
                  <a:pt x="428523" y="212026"/>
                </a:lnTo>
                <a:lnTo>
                  <a:pt x="435406" y="187693"/>
                </a:lnTo>
                <a:lnTo>
                  <a:pt x="442290" y="162636"/>
                </a:lnTo>
                <a:lnTo>
                  <a:pt x="449186" y="136728"/>
                </a:lnTo>
                <a:lnTo>
                  <a:pt x="456057" y="109829"/>
                </a:lnTo>
                <a:lnTo>
                  <a:pt x="515493" y="109829"/>
                </a:lnTo>
                <a:lnTo>
                  <a:pt x="515493" y="80873"/>
                </a:lnTo>
                <a:lnTo>
                  <a:pt x="462153" y="80873"/>
                </a:lnTo>
                <a:lnTo>
                  <a:pt x="465582" y="63144"/>
                </a:lnTo>
                <a:lnTo>
                  <a:pt x="469011" y="44589"/>
                </a:lnTo>
                <a:lnTo>
                  <a:pt x="472440" y="25476"/>
                </a:lnTo>
                <a:lnTo>
                  <a:pt x="475869" y="6096"/>
                </a:lnTo>
                <a:lnTo>
                  <a:pt x="443763" y="1524"/>
                </a:lnTo>
                <a:lnTo>
                  <a:pt x="440334" y="21831"/>
                </a:lnTo>
                <a:lnTo>
                  <a:pt x="436905" y="41732"/>
                </a:lnTo>
                <a:lnTo>
                  <a:pt x="430047" y="80873"/>
                </a:lnTo>
                <a:lnTo>
                  <a:pt x="376707" y="80873"/>
                </a:lnTo>
                <a:lnTo>
                  <a:pt x="376707" y="109829"/>
                </a:lnTo>
                <a:lnTo>
                  <a:pt x="423951" y="109829"/>
                </a:lnTo>
                <a:lnTo>
                  <a:pt x="417080" y="139014"/>
                </a:lnTo>
                <a:lnTo>
                  <a:pt x="410044" y="167208"/>
                </a:lnTo>
                <a:lnTo>
                  <a:pt x="402742" y="194551"/>
                </a:lnTo>
                <a:lnTo>
                  <a:pt x="394995" y="221170"/>
                </a:lnTo>
                <a:lnTo>
                  <a:pt x="411022" y="234035"/>
                </a:lnTo>
                <a:lnTo>
                  <a:pt x="427202" y="247472"/>
                </a:lnTo>
                <a:lnTo>
                  <a:pt x="443687" y="261505"/>
                </a:lnTo>
                <a:lnTo>
                  <a:pt x="460629" y="276136"/>
                </a:lnTo>
                <a:lnTo>
                  <a:pt x="442518" y="297014"/>
                </a:lnTo>
                <a:lnTo>
                  <a:pt x="422440" y="316331"/>
                </a:lnTo>
                <a:lnTo>
                  <a:pt x="400100" y="334213"/>
                </a:lnTo>
                <a:lnTo>
                  <a:pt x="375183" y="350812"/>
                </a:lnTo>
                <a:lnTo>
                  <a:pt x="380619" y="358305"/>
                </a:lnTo>
                <a:lnTo>
                  <a:pt x="385470" y="365099"/>
                </a:lnTo>
                <a:lnTo>
                  <a:pt x="389763" y="371640"/>
                </a:lnTo>
                <a:lnTo>
                  <a:pt x="393471" y="378333"/>
                </a:lnTo>
                <a:lnTo>
                  <a:pt x="418896" y="360273"/>
                </a:lnTo>
                <a:lnTo>
                  <a:pt x="442480" y="340525"/>
                </a:lnTo>
                <a:lnTo>
                  <a:pt x="464070" y="319087"/>
                </a:lnTo>
                <a:lnTo>
                  <a:pt x="483489" y="295948"/>
                </a:lnTo>
                <a:lnTo>
                  <a:pt x="498106" y="308533"/>
                </a:lnTo>
                <a:lnTo>
                  <a:pt x="512445" y="321284"/>
                </a:lnTo>
                <a:lnTo>
                  <a:pt x="526669" y="334213"/>
                </a:lnTo>
                <a:lnTo>
                  <a:pt x="541401" y="347764"/>
                </a:lnTo>
                <a:lnTo>
                  <a:pt x="564261" y="321856"/>
                </a:lnTo>
                <a:close/>
              </a:path>
              <a:path w="1543685" h="380364">
                <a:moveTo>
                  <a:pt x="732091" y="47244"/>
                </a:moveTo>
                <a:lnTo>
                  <a:pt x="701522" y="47244"/>
                </a:lnTo>
                <a:lnTo>
                  <a:pt x="701522" y="76301"/>
                </a:lnTo>
                <a:lnTo>
                  <a:pt x="701522" y="303568"/>
                </a:lnTo>
                <a:lnTo>
                  <a:pt x="611606" y="303568"/>
                </a:lnTo>
                <a:lnTo>
                  <a:pt x="611606" y="76301"/>
                </a:lnTo>
                <a:lnTo>
                  <a:pt x="701522" y="76301"/>
                </a:lnTo>
                <a:lnTo>
                  <a:pt x="701522" y="47244"/>
                </a:lnTo>
                <a:lnTo>
                  <a:pt x="581025" y="47244"/>
                </a:lnTo>
                <a:lnTo>
                  <a:pt x="581025" y="364528"/>
                </a:lnTo>
                <a:lnTo>
                  <a:pt x="611606" y="364528"/>
                </a:lnTo>
                <a:lnTo>
                  <a:pt x="611606" y="331000"/>
                </a:lnTo>
                <a:lnTo>
                  <a:pt x="701522" y="331000"/>
                </a:lnTo>
                <a:lnTo>
                  <a:pt x="701522" y="361480"/>
                </a:lnTo>
                <a:lnTo>
                  <a:pt x="732091" y="361480"/>
                </a:lnTo>
                <a:lnTo>
                  <a:pt x="732091" y="331000"/>
                </a:lnTo>
                <a:lnTo>
                  <a:pt x="732091" y="303568"/>
                </a:lnTo>
                <a:lnTo>
                  <a:pt x="732091" y="76301"/>
                </a:lnTo>
                <a:lnTo>
                  <a:pt x="732091" y="47244"/>
                </a:lnTo>
                <a:close/>
              </a:path>
              <a:path w="1543685" h="380364">
                <a:moveTo>
                  <a:pt x="921169" y="289852"/>
                </a:moveTo>
                <a:lnTo>
                  <a:pt x="919137" y="283578"/>
                </a:lnTo>
                <a:lnTo>
                  <a:pt x="917549" y="276313"/>
                </a:lnTo>
                <a:lnTo>
                  <a:pt x="916228" y="268160"/>
                </a:lnTo>
                <a:lnTo>
                  <a:pt x="915073" y="259270"/>
                </a:lnTo>
                <a:lnTo>
                  <a:pt x="890193" y="272732"/>
                </a:lnTo>
                <a:lnTo>
                  <a:pt x="865873" y="285457"/>
                </a:lnTo>
                <a:lnTo>
                  <a:pt x="842124" y="297294"/>
                </a:lnTo>
                <a:lnTo>
                  <a:pt x="818959" y="308140"/>
                </a:lnTo>
                <a:lnTo>
                  <a:pt x="818959" y="181546"/>
                </a:lnTo>
                <a:lnTo>
                  <a:pt x="884580" y="181546"/>
                </a:lnTo>
                <a:lnTo>
                  <a:pt x="884580" y="202882"/>
                </a:lnTo>
                <a:lnTo>
                  <a:pt x="915073" y="202882"/>
                </a:lnTo>
                <a:lnTo>
                  <a:pt x="915073" y="181546"/>
                </a:lnTo>
                <a:lnTo>
                  <a:pt x="915073" y="161632"/>
                </a:lnTo>
                <a:lnTo>
                  <a:pt x="915073" y="32004"/>
                </a:lnTo>
                <a:lnTo>
                  <a:pt x="782383" y="32004"/>
                </a:lnTo>
                <a:lnTo>
                  <a:pt x="782383" y="59436"/>
                </a:lnTo>
                <a:lnTo>
                  <a:pt x="884580" y="59436"/>
                </a:lnTo>
                <a:lnTo>
                  <a:pt x="884580" y="155536"/>
                </a:lnTo>
                <a:lnTo>
                  <a:pt x="788479" y="155536"/>
                </a:lnTo>
                <a:lnTo>
                  <a:pt x="788390" y="303568"/>
                </a:lnTo>
                <a:lnTo>
                  <a:pt x="787857" y="311988"/>
                </a:lnTo>
                <a:lnTo>
                  <a:pt x="785812" y="321094"/>
                </a:lnTo>
                <a:lnTo>
                  <a:pt x="782053" y="329044"/>
                </a:lnTo>
                <a:lnTo>
                  <a:pt x="776287" y="335572"/>
                </a:lnTo>
                <a:lnTo>
                  <a:pt x="796099" y="363004"/>
                </a:lnTo>
                <a:lnTo>
                  <a:pt x="845007" y="330136"/>
                </a:lnTo>
                <a:lnTo>
                  <a:pt x="885736" y="308140"/>
                </a:lnTo>
                <a:lnTo>
                  <a:pt x="895972" y="302704"/>
                </a:lnTo>
                <a:lnTo>
                  <a:pt x="921169" y="289852"/>
                </a:lnTo>
                <a:close/>
              </a:path>
              <a:path w="1543685" h="380364">
                <a:moveTo>
                  <a:pt x="1149959" y="343192"/>
                </a:moveTo>
                <a:lnTo>
                  <a:pt x="1087958" y="315950"/>
                </a:lnTo>
                <a:lnTo>
                  <a:pt x="1043178" y="280708"/>
                </a:lnTo>
                <a:lnTo>
                  <a:pt x="1058621" y="254698"/>
                </a:lnTo>
                <a:lnTo>
                  <a:pt x="1063752" y="246049"/>
                </a:lnTo>
                <a:lnTo>
                  <a:pt x="1079754" y="203835"/>
                </a:lnTo>
                <a:lnTo>
                  <a:pt x="1091184" y="153911"/>
                </a:lnTo>
                <a:lnTo>
                  <a:pt x="1098042" y="96100"/>
                </a:lnTo>
                <a:lnTo>
                  <a:pt x="1143762" y="96100"/>
                </a:lnTo>
                <a:lnTo>
                  <a:pt x="1143762" y="68668"/>
                </a:lnTo>
                <a:lnTo>
                  <a:pt x="1069086" y="68668"/>
                </a:lnTo>
                <a:lnTo>
                  <a:pt x="1069086" y="96100"/>
                </a:lnTo>
                <a:lnTo>
                  <a:pt x="1061948" y="146215"/>
                </a:lnTo>
                <a:lnTo>
                  <a:pt x="1051941" y="189153"/>
                </a:lnTo>
                <a:lnTo>
                  <a:pt x="1039088" y="225221"/>
                </a:lnTo>
                <a:lnTo>
                  <a:pt x="1023366" y="254698"/>
                </a:lnTo>
                <a:lnTo>
                  <a:pt x="1006449" y="225577"/>
                </a:lnTo>
                <a:lnTo>
                  <a:pt x="992416" y="190868"/>
                </a:lnTo>
                <a:lnTo>
                  <a:pt x="981265" y="150710"/>
                </a:lnTo>
                <a:lnTo>
                  <a:pt x="980478" y="146392"/>
                </a:lnTo>
                <a:lnTo>
                  <a:pt x="972985" y="105244"/>
                </a:lnTo>
                <a:lnTo>
                  <a:pt x="977557" y="96100"/>
                </a:lnTo>
                <a:lnTo>
                  <a:pt x="1069086" y="96100"/>
                </a:lnTo>
                <a:lnTo>
                  <a:pt x="1069086" y="68668"/>
                </a:lnTo>
                <a:lnTo>
                  <a:pt x="988225" y="68668"/>
                </a:lnTo>
                <a:lnTo>
                  <a:pt x="993940" y="53759"/>
                </a:lnTo>
                <a:lnTo>
                  <a:pt x="1005408" y="24003"/>
                </a:lnTo>
                <a:lnTo>
                  <a:pt x="1011174" y="9144"/>
                </a:lnTo>
                <a:lnTo>
                  <a:pt x="980605" y="0"/>
                </a:lnTo>
                <a:lnTo>
                  <a:pt x="965428" y="46088"/>
                </a:lnTo>
                <a:lnTo>
                  <a:pt x="949553" y="88290"/>
                </a:lnTo>
                <a:lnTo>
                  <a:pt x="932802" y="126758"/>
                </a:lnTo>
                <a:lnTo>
                  <a:pt x="915073" y="161632"/>
                </a:lnTo>
                <a:lnTo>
                  <a:pt x="919873" y="166789"/>
                </a:lnTo>
                <a:lnTo>
                  <a:pt x="924979" y="172770"/>
                </a:lnTo>
                <a:lnTo>
                  <a:pt x="930071" y="179311"/>
                </a:lnTo>
                <a:lnTo>
                  <a:pt x="934885" y="186118"/>
                </a:lnTo>
                <a:lnTo>
                  <a:pt x="939469" y="176695"/>
                </a:lnTo>
                <a:lnTo>
                  <a:pt x="944219" y="166827"/>
                </a:lnTo>
                <a:lnTo>
                  <a:pt x="949236" y="156679"/>
                </a:lnTo>
                <a:lnTo>
                  <a:pt x="954697" y="146392"/>
                </a:lnTo>
                <a:lnTo>
                  <a:pt x="962710" y="186118"/>
                </a:lnTo>
                <a:lnTo>
                  <a:pt x="973366" y="221361"/>
                </a:lnTo>
                <a:lnTo>
                  <a:pt x="986840" y="252183"/>
                </a:lnTo>
                <a:lnTo>
                  <a:pt x="1003465" y="279184"/>
                </a:lnTo>
                <a:lnTo>
                  <a:pt x="981214" y="298323"/>
                </a:lnTo>
                <a:lnTo>
                  <a:pt x="953554" y="316903"/>
                </a:lnTo>
                <a:lnTo>
                  <a:pt x="920737" y="334899"/>
                </a:lnTo>
                <a:lnTo>
                  <a:pt x="883056" y="352336"/>
                </a:lnTo>
                <a:lnTo>
                  <a:pt x="889635" y="359194"/>
                </a:lnTo>
                <a:lnTo>
                  <a:pt x="895629" y="366052"/>
                </a:lnTo>
                <a:lnTo>
                  <a:pt x="901065" y="372948"/>
                </a:lnTo>
                <a:lnTo>
                  <a:pt x="905916" y="379857"/>
                </a:lnTo>
                <a:lnTo>
                  <a:pt x="942479" y="361251"/>
                </a:lnTo>
                <a:lnTo>
                  <a:pt x="974318" y="342239"/>
                </a:lnTo>
                <a:lnTo>
                  <a:pt x="1001331" y="322973"/>
                </a:lnTo>
                <a:lnTo>
                  <a:pt x="1023366" y="303568"/>
                </a:lnTo>
                <a:lnTo>
                  <a:pt x="1043393" y="322440"/>
                </a:lnTo>
                <a:lnTo>
                  <a:pt x="1066990" y="340334"/>
                </a:lnTo>
                <a:lnTo>
                  <a:pt x="1094308" y="357390"/>
                </a:lnTo>
                <a:lnTo>
                  <a:pt x="1125474" y="373761"/>
                </a:lnTo>
                <a:lnTo>
                  <a:pt x="1131430" y="364223"/>
                </a:lnTo>
                <a:lnTo>
                  <a:pt x="1137678" y="356146"/>
                </a:lnTo>
                <a:lnTo>
                  <a:pt x="1143901" y="349288"/>
                </a:lnTo>
                <a:lnTo>
                  <a:pt x="1149959" y="343192"/>
                </a:lnTo>
                <a:close/>
              </a:path>
              <a:path w="1543685" h="380364">
                <a:moveTo>
                  <a:pt x="1506766" y="41148"/>
                </a:moveTo>
                <a:lnTo>
                  <a:pt x="1492758" y="30886"/>
                </a:lnTo>
                <a:lnTo>
                  <a:pt x="1478216" y="20789"/>
                </a:lnTo>
                <a:lnTo>
                  <a:pt x="1463040" y="10934"/>
                </a:lnTo>
                <a:lnTo>
                  <a:pt x="1447330" y="1524"/>
                </a:lnTo>
                <a:lnTo>
                  <a:pt x="1432090" y="21336"/>
                </a:lnTo>
                <a:lnTo>
                  <a:pt x="1446682" y="31648"/>
                </a:lnTo>
                <a:lnTo>
                  <a:pt x="1460855" y="42113"/>
                </a:lnTo>
                <a:lnTo>
                  <a:pt x="1474736" y="52882"/>
                </a:lnTo>
                <a:lnTo>
                  <a:pt x="1488478" y="64096"/>
                </a:lnTo>
                <a:lnTo>
                  <a:pt x="1506766" y="41148"/>
                </a:lnTo>
                <a:close/>
              </a:path>
              <a:path w="1543685" h="380364">
                <a:moveTo>
                  <a:pt x="1543342" y="277647"/>
                </a:moveTo>
                <a:lnTo>
                  <a:pt x="1529245" y="272884"/>
                </a:lnTo>
                <a:lnTo>
                  <a:pt x="1521472" y="270116"/>
                </a:lnTo>
                <a:lnTo>
                  <a:pt x="1512862" y="266890"/>
                </a:lnTo>
                <a:lnTo>
                  <a:pt x="1511452" y="281774"/>
                </a:lnTo>
                <a:lnTo>
                  <a:pt x="1505254" y="324802"/>
                </a:lnTo>
                <a:lnTo>
                  <a:pt x="1496098" y="341655"/>
                </a:lnTo>
                <a:lnTo>
                  <a:pt x="1490002" y="341655"/>
                </a:lnTo>
                <a:lnTo>
                  <a:pt x="1476286" y="338213"/>
                </a:lnTo>
                <a:lnTo>
                  <a:pt x="1462570" y="327748"/>
                </a:lnTo>
                <a:lnTo>
                  <a:pt x="1448854" y="310159"/>
                </a:lnTo>
                <a:lnTo>
                  <a:pt x="1448574" y="309651"/>
                </a:lnTo>
                <a:lnTo>
                  <a:pt x="1435138" y="285267"/>
                </a:lnTo>
                <a:lnTo>
                  <a:pt x="1457375" y="255231"/>
                </a:lnTo>
                <a:lnTo>
                  <a:pt x="1459649" y="251650"/>
                </a:lnTo>
                <a:lnTo>
                  <a:pt x="1478191" y="222504"/>
                </a:lnTo>
                <a:lnTo>
                  <a:pt x="1497253" y="187248"/>
                </a:lnTo>
                <a:lnTo>
                  <a:pt x="1514386" y="149440"/>
                </a:lnTo>
                <a:lnTo>
                  <a:pt x="1483906" y="137248"/>
                </a:lnTo>
                <a:lnTo>
                  <a:pt x="1471371" y="168452"/>
                </a:lnTo>
                <a:lnTo>
                  <a:pt x="1456842" y="197916"/>
                </a:lnTo>
                <a:lnTo>
                  <a:pt x="1440573" y="225640"/>
                </a:lnTo>
                <a:lnTo>
                  <a:pt x="1422844" y="251650"/>
                </a:lnTo>
                <a:lnTo>
                  <a:pt x="1416342" y="222453"/>
                </a:lnTo>
                <a:lnTo>
                  <a:pt x="1410843" y="187248"/>
                </a:lnTo>
                <a:lnTo>
                  <a:pt x="1406766" y="145745"/>
                </a:lnTo>
                <a:lnTo>
                  <a:pt x="1404556" y="97624"/>
                </a:lnTo>
                <a:lnTo>
                  <a:pt x="1535722" y="97624"/>
                </a:lnTo>
                <a:lnTo>
                  <a:pt x="1535722" y="68668"/>
                </a:lnTo>
                <a:lnTo>
                  <a:pt x="1403032" y="68668"/>
                </a:lnTo>
                <a:lnTo>
                  <a:pt x="1402791" y="50025"/>
                </a:lnTo>
                <a:lnTo>
                  <a:pt x="1401749" y="17360"/>
                </a:lnTo>
                <a:lnTo>
                  <a:pt x="1401508" y="3048"/>
                </a:lnTo>
                <a:lnTo>
                  <a:pt x="1371028" y="3048"/>
                </a:lnTo>
                <a:lnTo>
                  <a:pt x="1371282" y="21336"/>
                </a:lnTo>
                <a:lnTo>
                  <a:pt x="1372311" y="53454"/>
                </a:lnTo>
                <a:lnTo>
                  <a:pt x="1372552" y="68668"/>
                </a:lnTo>
                <a:lnTo>
                  <a:pt x="1198714" y="68668"/>
                </a:lnTo>
                <a:lnTo>
                  <a:pt x="1198714" y="172402"/>
                </a:lnTo>
                <a:lnTo>
                  <a:pt x="1196124" y="230111"/>
                </a:lnTo>
                <a:lnTo>
                  <a:pt x="1188237" y="279704"/>
                </a:lnTo>
                <a:lnTo>
                  <a:pt x="1174927" y="321005"/>
                </a:lnTo>
                <a:lnTo>
                  <a:pt x="1156042" y="353860"/>
                </a:lnTo>
                <a:lnTo>
                  <a:pt x="1160741" y="360527"/>
                </a:lnTo>
                <a:lnTo>
                  <a:pt x="1165948" y="367423"/>
                </a:lnTo>
                <a:lnTo>
                  <a:pt x="1171054" y="373862"/>
                </a:lnTo>
                <a:lnTo>
                  <a:pt x="1175854" y="379857"/>
                </a:lnTo>
                <a:lnTo>
                  <a:pt x="1198130" y="343509"/>
                </a:lnTo>
                <a:lnTo>
                  <a:pt x="1214526" y="298602"/>
                </a:lnTo>
                <a:lnTo>
                  <a:pt x="1224940" y="245135"/>
                </a:lnTo>
                <a:lnTo>
                  <a:pt x="1229194" y="183070"/>
                </a:lnTo>
                <a:lnTo>
                  <a:pt x="1308544" y="183070"/>
                </a:lnTo>
                <a:lnTo>
                  <a:pt x="1307401" y="231279"/>
                </a:lnTo>
                <a:lnTo>
                  <a:pt x="1303972" y="271551"/>
                </a:lnTo>
                <a:lnTo>
                  <a:pt x="1279486" y="302031"/>
                </a:lnTo>
                <a:lnTo>
                  <a:pt x="1269796" y="301752"/>
                </a:lnTo>
                <a:lnTo>
                  <a:pt x="1259103" y="300888"/>
                </a:lnTo>
                <a:lnTo>
                  <a:pt x="1247559" y="299466"/>
                </a:lnTo>
                <a:lnTo>
                  <a:pt x="1235290" y="297459"/>
                </a:lnTo>
                <a:lnTo>
                  <a:pt x="1236675" y="306324"/>
                </a:lnTo>
                <a:lnTo>
                  <a:pt x="1238338" y="314604"/>
                </a:lnTo>
                <a:lnTo>
                  <a:pt x="1240015" y="322326"/>
                </a:lnTo>
                <a:lnTo>
                  <a:pt x="1241386" y="329463"/>
                </a:lnTo>
                <a:lnTo>
                  <a:pt x="1253388" y="330352"/>
                </a:lnTo>
                <a:lnTo>
                  <a:pt x="1264246" y="330796"/>
                </a:lnTo>
                <a:lnTo>
                  <a:pt x="1273962" y="330974"/>
                </a:lnTo>
                <a:lnTo>
                  <a:pt x="1282534" y="330987"/>
                </a:lnTo>
                <a:lnTo>
                  <a:pt x="1303121" y="327583"/>
                </a:lnTo>
                <a:lnTo>
                  <a:pt x="1318818" y="317461"/>
                </a:lnTo>
                <a:lnTo>
                  <a:pt x="1328559" y="302031"/>
                </a:lnTo>
                <a:lnTo>
                  <a:pt x="1329359" y="300774"/>
                </a:lnTo>
                <a:lnTo>
                  <a:pt x="1334452" y="277647"/>
                </a:lnTo>
                <a:lnTo>
                  <a:pt x="1335811" y="252336"/>
                </a:lnTo>
                <a:lnTo>
                  <a:pt x="1337500" y="222885"/>
                </a:lnTo>
                <a:lnTo>
                  <a:pt x="1339164" y="190728"/>
                </a:lnTo>
                <a:lnTo>
                  <a:pt x="1339469" y="183070"/>
                </a:lnTo>
                <a:lnTo>
                  <a:pt x="1340548" y="155536"/>
                </a:lnTo>
                <a:lnTo>
                  <a:pt x="1229194" y="155536"/>
                </a:lnTo>
                <a:lnTo>
                  <a:pt x="1229194" y="97624"/>
                </a:lnTo>
                <a:lnTo>
                  <a:pt x="1374076" y="97624"/>
                </a:lnTo>
                <a:lnTo>
                  <a:pt x="1377480" y="156248"/>
                </a:lnTo>
                <a:lnTo>
                  <a:pt x="1383030" y="206121"/>
                </a:lnTo>
                <a:lnTo>
                  <a:pt x="1390573" y="247142"/>
                </a:lnTo>
                <a:lnTo>
                  <a:pt x="1399984" y="279171"/>
                </a:lnTo>
                <a:lnTo>
                  <a:pt x="1382268" y="298246"/>
                </a:lnTo>
                <a:lnTo>
                  <a:pt x="1363408" y="316318"/>
                </a:lnTo>
                <a:lnTo>
                  <a:pt x="1343406" y="332968"/>
                </a:lnTo>
                <a:lnTo>
                  <a:pt x="1322260" y="347751"/>
                </a:lnTo>
                <a:lnTo>
                  <a:pt x="1327950" y="354355"/>
                </a:lnTo>
                <a:lnTo>
                  <a:pt x="1338757" y="366445"/>
                </a:lnTo>
                <a:lnTo>
                  <a:pt x="1343596" y="372237"/>
                </a:lnTo>
                <a:lnTo>
                  <a:pt x="1362481" y="358127"/>
                </a:lnTo>
                <a:lnTo>
                  <a:pt x="1380363" y="343192"/>
                </a:lnTo>
                <a:lnTo>
                  <a:pt x="1397393" y="327139"/>
                </a:lnTo>
                <a:lnTo>
                  <a:pt x="1413700" y="309651"/>
                </a:lnTo>
                <a:lnTo>
                  <a:pt x="1422260" y="324802"/>
                </a:lnTo>
                <a:lnTo>
                  <a:pt x="1453426" y="359956"/>
                </a:lnTo>
                <a:lnTo>
                  <a:pt x="1497622" y="375285"/>
                </a:lnTo>
                <a:lnTo>
                  <a:pt x="1509052" y="372440"/>
                </a:lnTo>
                <a:lnTo>
                  <a:pt x="1518196" y="366280"/>
                </a:lnTo>
                <a:lnTo>
                  <a:pt x="1525054" y="356984"/>
                </a:lnTo>
                <a:lnTo>
                  <a:pt x="1529626" y="344703"/>
                </a:lnTo>
                <a:lnTo>
                  <a:pt x="1530388" y="341655"/>
                </a:lnTo>
                <a:lnTo>
                  <a:pt x="1533055" y="331012"/>
                </a:lnTo>
                <a:lnTo>
                  <a:pt x="1536484" y="315175"/>
                </a:lnTo>
                <a:lnTo>
                  <a:pt x="1539887" y="297459"/>
                </a:lnTo>
                <a:lnTo>
                  <a:pt x="1543342" y="27764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6066" y="3467195"/>
            <a:ext cx="3493865" cy="381381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296060" y="3938587"/>
            <a:ext cx="773430" cy="380365"/>
          </a:xfrm>
          <a:custGeom>
            <a:avLst/>
            <a:gdLst/>
            <a:ahLst/>
            <a:cxnLst/>
            <a:rect l="l" t="t" r="r" b="b"/>
            <a:pathLst>
              <a:path w="773430" h="380364">
                <a:moveTo>
                  <a:pt x="239458" y="166306"/>
                </a:moveTo>
                <a:lnTo>
                  <a:pt x="180022" y="166306"/>
                </a:lnTo>
                <a:lnTo>
                  <a:pt x="180022" y="56489"/>
                </a:lnTo>
                <a:lnTo>
                  <a:pt x="227266" y="56489"/>
                </a:lnTo>
                <a:lnTo>
                  <a:pt x="227266" y="28956"/>
                </a:lnTo>
                <a:lnTo>
                  <a:pt x="150977" y="28956"/>
                </a:lnTo>
                <a:lnTo>
                  <a:pt x="150977" y="56489"/>
                </a:lnTo>
                <a:lnTo>
                  <a:pt x="150977" y="166306"/>
                </a:lnTo>
                <a:lnTo>
                  <a:pt x="88493" y="166306"/>
                </a:lnTo>
                <a:lnTo>
                  <a:pt x="88493" y="56489"/>
                </a:lnTo>
                <a:lnTo>
                  <a:pt x="150977" y="56489"/>
                </a:lnTo>
                <a:lnTo>
                  <a:pt x="150977" y="28956"/>
                </a:lnTo>
                <a:lnTo>
                  <a:pt x="16764" y="28956"/>
                </a:lnTo>
                <a:lnTo>
                  <a:pt x="16764" y="56489"/>
                </a:lnTo>
                <a:lnTo>
                  <a:pt x="58013" y="56489"/>
                </a:lnTo>
                <a:lnTo>
                  <a:pt x="58013" y="166306"/>
                </a:lnTo>
                <a:lnTo>
                  <a:pt x="6096" y="166306"/>
                </a:lnTo>
                <a:lnTo>
                  <a:pt x="6096" y="193751"/>
                </a:lnTo>
                <a:lnTo>
                  <a:pt x="58013" y="193751"/>
                </a:lnTo>
                <a:lnTo>
                  <a:pt x="54533" y="245808"/>
                </a:lnTo>
                <a:lnTo>
                  <a:pt x="43903" y="289839"/>
                </a:lnTo>
                <a:lnTo>
                  <a:pt x="25819" y="325856"/>
                </a:lnTo>
                <a:lnTo>
                  <a:pt x="0" y="353860"/>
                </a:lnTo>
                <a:lnTo>
                  <a:pt x="5689" y="359892"/>
                </a:lnTo>
                <a:lnTo>
                  <a:pt x="11239" y="366331"/>
                </a:lnTo>
                <a:lnTo>
                  <a:pt x="16497" y="373024"/>
                </a:lnTo>
                <a:lnTo>
                  <a:pt x="21336" y="379869"/>
                </a:lnTo>
                <a:lnTo>
                  <a:pt x="50279" y="345821"/>
                </a:lnTo>
                <a:lnTo>
                  <a:pt x="70764" y="303377"/>
                </a:lnTo>
                <a:lnTo>
                  <a:pt x="82943" y="252641"/>
                </a:lnTo>
                <a:lnTo>
                  <a:pt x="86969" y="193751"/>
                </a:lnTo>
                <a:lnTo>
                  <a:pt x="150977" y="193751"/>
                </a:lnTo>
                <a:lnTo>
                  <a:pt x="150977" y="376821"/>
                </a:lnTo>
                <a:lnTo>
                  <a:pt x="180022" y="376821"/>
                </a:lnTo>
                <a:lnTo>
                  <a:pt x="180022" y="193751"/>
                </a:lnTo>
                <a:lnTo>
                  <a:pt x="239458" y="193751"/>
                </a:lnTo>
                <a:lnTo>
                  <a:pt x="239458" y="166306"/>
                </a:lnTo>
                <a:close/>
              </a:path>
              <a:path w="773430" h="380364">
                <a:moveTo>
                  <a:pt x="366052" y="25908"/>
                </a:moveTo>
                <a:lnTo>
                  <a:pt x="343192" y="6096"/>
                </a:lnTo>
                <a:lnTo>
                  <a:pt x="316585" y="33578"/>
                </a:lnTo>
                <a:lnTo>
                  <a:pt x="287286" y="58915"/>
                </a:lnTo>
                <a:lnTo>
                  <a:pt x="255435" y="82257"/>
                </a:lnTo>
                <a:lnTo>
                  <a:pt x="221170" y="103733"/>
                </a:lnTo>
                <a:lnTo>
                  <a:pt x="226606" y="110540"/>
                </a:lnTo>
                <a:lnTo>
                  <a:pt x="231457" y="117068"/>
                </a:lnTo>
                <a:lnTo>
                  <a:pt x="235750" y="123024"/>
                </a:lnTo>
                <a:lnTo>
                  <a:pt x="239458" y="128117"/>
                </a:lnTo>
                <a:lnTo>
                  <a:pt x="275526" y="104660"/>
                </a:lnTo>
                <a:lnTo>
                  <a:pt x="308470" y="79908"/>
                </a:lnTo>
                <a:lnTo>
                  <a:pt x="338556" y="53708"/>
                </a:lnTo>
                <a:lnTo>
                  <a:pt x="366052" y="25908"/>
                </a:lnTo>
                <a:close/>
              </a:path>
              <a:path w="773430" h="380364">
                <a:moveTo>
                  <a:pt x="372148" y="134213"/>
                </a:moveTo>
                <a:lnTo>
                  <a:pt x="349288" y="114401"/>
                </a:lnTo>
                <a:lnTo>
                  <a:pt x="320027" y="145288"/>
                </a:lnTo>
                <a:lnTo>
                  <a:pt x="289382" y="173736"/>
                </a:lnTo>
                <a:lnTo>
                  <a:pt x="257035" y="199580"/>
                </a:lnTo>
                <a:lnTo>
                  <a:pt x="222694" y="222707"/>
                </a:lnTo>
                <a:lnTo>
                  <a:pt x="228142" y="228422"/>
                </a:lnTo>
                <a:lnTo>
                  <a:pt x="233172" y="234137"/>
                </a:lnTo>
                <a:lnTo>
                  <a:pt x="237909" y="239852"/>
                </a:lnTo>
                <a:lnTo>
                  <a:pt x="242506" y="245567"/>
                </a:lnTo>
                <a:lnTo>
                  <a:pt x="278841" y="219824"/>
                </a:lnTo>
                <a:lnTo>
                  <a:pt x="312470" y="192786"/>
                </a:lnTo>
                <a:lnTo>
                  <a:pt x="343522" y="164299"/>
                </a:lnTo>
                <a:lnTo>
                  <a:pt x="372148" y="134213"/>
                </a:lnTo>
                <a:close/>
              </a:path>
              <a:path w="773430" h="380364">
                <a:moveTo>
                  <a:pt x="382816" y="245567"/>
                </a:moveTo>
                <a:lnTo>
                  <a:pt x="359956" y="225755"/>
                </a:lnTo>
                <a:lnTo>
                  <a:pt x="326834" y="262953"/>
                </a:lnTo>
                <a:lnTo>
                  <a:pt x="289420" y="296697"/>
                </a:lnTo>
                <a:lnTo>
                  <a:pt x="247992" y="326999"/>
                </a:lnTo>
                <a:lnTo>
                  <a:pt x="202882" y="353860"/>
                </a:lnTo>
                <a:lnTo>
                  <a:pt x="210070" y="360730"/>
                </a:lnTo>
                <a:lnTo>
                  <a:pt x="215836" y="367284"/>
                </a:lnTo>
                <a:lnTo>
                  <a:pt x="220459" y="373240"/>
                </a:lnTo>
                <a:lnTo>
                  <a:pt x="224218" y="378345"/>
                </a:lnTo>
                <a:lnTo>
                  <a:pt x="270852" y="347497"/>
                </a:lnTo>
                <a:lnTo>
                  <a:pt x="312661" y="314807"/>
                </a:lnTo>
                <a:lnTo>
                  <a:pt x="349885" y="280695"/>
                </a:lnTo>
                <a:lnTo>
                  <a:pt x="382816" y="245567"/>
                </a:lnTo>
                <a:close/>
              </a:path>
              <a:path w="773430" h="380364">
                <a:moveTo>
                  <a:pt x="605510" y="288328"/>
                </a:moveTo>
                <a:lnTo>
                  <a:pt x="582612" y="292404"/>
                </a:lnTo>
                <a:lnTo>
                  <a:pt x="559892" y="295757"/>
                </a:lnTo>
                <a:lnTo>
                  <a:pt x="515493" y="302044"/>
                </a:lnTo>
                <a:lnTo>
                  <a:pt x="515493" y="199847"/>
                </a:lnTo>
                <a:lnTo>
                  <a:pt x="588645" y="199847"/>
                </a:lnTo>
                <a:lnTo>
                  <a:pt x="588645" y="170891"/>
                </a:lnTo>
                <a:lnTo>
                  <a:pt x="408724" y="170891"/>
                </a:lnTo>
                <a:lnTo>
                  <a:pt x="408724" y="199847"/>
                </a:lnTo>
                <a:lnTo>
                  <a:pt x="483489" y="199847"/>
                </a:lnTo>
                <a:lnTo>
                  <a:pt x="483489" y="306616"/>
                </a:lnTo>
                <a:lnTo>
                  <a:pt x="460832" y="309778"/>
                </a:lnTo>
                <a:lnTo>
                  <a:pt x="438632" y="312521"/>
                </a:lnTo>
                <a:lnTo>
                  <a:pt x="395008" y="317284"/>
                </a:lnTo>
                <a:lnTo>
                  <a:pt x="402628" y="350812"/>
                </a:lnTo>
                <a:lnTo>
                  <a:pt x="605510" y="320332"/>
                </a:lnTo>
                <a:lnTo>
                  <a:pt x="605510" y="302044"/>
                </a:lnTo>
                <a:lnTo>
                  <a:pt x="605510" y="288328"/>
                </a:lnTo>
                <a:close/>
              </a:path>
              <a:path w="773430" h="380364">
                <a:moveTo>
                  <a:pt x="739711" y="48768"/>
                </a:moveTo>
                <a:lnTo>
                  <a:pt x="725703" y="36487"/>
                </a:lnTo>
                <a:lnTo>
                  <a:pt x="711428" y="24765"/>
                </a:lnTo>
                <a:lnTo>
                  <a:pt x="697179" y="13627"/>
                </a:lnTo>
                <a:lnTo>
                  <a:pt x="683234" y="3048"/>
                </a:lnTo>
                <a:lnTo>
                  <a:pt x="664946" y="22860"/>
                </a:lnTo>
                <a:lnTo>
                  <a:pt x="679272" y="34569"/>
                </a:lnTo>
                <a:lnTo>
                  <a:pt x="692759" y="46723"/>
                </a:lnTo>
                <a:lnTo>
                  <a:pt x="705662" y="59169"/>
                </a:lnTo>
                <a:lnTo>
                  <a:pt x="718286" y="71729"/>
                </a:lnTo>
                <a:lnTo>
                  <a:pt x="739711" y="48768"/>
                </a:lnTo>
                <a:close/>
              </a:path>
              <a:path w="773430" h="380364">
                <a:moveTo>
                  <a:pt x="773239" y="280708"/>
                </a:moveTo>
                <a:lnTo>
                  <a:pt x="759142" y="275945"/>
                </a:lnTo>
                <a:lnTo>
                  <a:pt x="751382" y="273202"/>
                </a:lnTo>
                <a:lnTo>
                  <a:pt x="742759" y="270040"/>
                </a:lnTo>
                <a:lnTo>
                  <a:pt x="740219" y="288328"/>
                </a:lnTo>
                <a:lnTo>
                  <a:pt x="732002" y="329476"/>
                </a:lnTo>
                <a:lnTo>
                  <a:pt x="720382" y="344335"/>
                </a:lnTo>
                <a:lnTo>
                  <a:pt x="712495" y="344055"/>
                </a:lnTo>
                <a:lnTo>
                  <a:pt x="682193" y="316103"/>
                </a:lnTo>
                <a:lnTo>
                  <a:pt x="665365" y="281419"/>
                </a:lnTo>
                <a:lnTo>
                  <a:pt x="652564" y="234518"/>
                </a:lnTo>
                <a:lnTo>
                  <a:pt x="643788" y="175310"/>
                </a:lnTo>
                <a:lnTo>
                  <a:pt x="639038" y="103733"/>
                </a:lnTo>
                <a:lnTo>
                  <a:pt x="768667" y="103733"/>
                </a:lnTo>
                <a:lnTo>
                  <a:pt x="768667" y="76301"/>
                </a:lnTo>
                <a:lnTo>
                  <a:pt x="637514" y="76301"/>
                </a:lnTo>
                <a:lnTo>
                  <a:pt x="636625" y="57099"/>
                </a:lnTo>
                <a:lnTo>
                  <a:pt x="636181" y="38150"/>
                </a:lnTo>
                <a:lnTo>
                  <a:pt x="636054" y="24765"/>
                </a:lnTo>
                <a:lnTo>
                  <a:pt x="635990" y="0"/>
                </a:lnTo>
                <a:lnTo>
                  <a:pt x="603986" y="0"/>
                </a:lnTo>
                <a:lnTo>
                  <a:pt x="604215" y="20066"/>
                </a:lnTo>
                <a:lnTo>
                  <a:pt x="605243" y="57099"/>
                </a:lnTo>
                <a:lnTo>
                  <a:pt x="605510" y="76301"/>
                </a:lnTo>
                <a:lnTo>
                  <a:pt x="393484" y="76301"/>
                </a:lnTo>
                <a:lnTo>
                  <a:pt x="393484" y="103733"/>
                </a:lnTo>
                <a:lnTo>
                  <a:pt x="607034" y="103733"/>
                </a:lnTo>
                <a:lnTo>
                  <a:pt x="612355" y="174396"/>
                </a:lnTo>
                <a:lnTo>
                  <a:pt x="621118" y="234518"/>
                </a:lnTo>
                <a:lnTo>
                  <a:pt x="633476" y="284162"/>
                </a:lnTo>
                <a:lnTo>
                  <a:pt x="649554" y="323418"/>
                </a:lnTo>
                <a:lnTo>
                  <a:pt x="682993" y="363512"/>
                </a:lnTo>
                <a:lnTo>
                  <a:pt x="722858" y="378345"/>
                </a:lnTo>
                <a:lnTo>
                  <a:pt x="734593" y="376859"/>
                </a:lnTo>
                <a:lnTo>
                  <a:pt x="759980" y="344335"/>
                </a:lnTo>
                <a:lnTo>
                  <a:pt x="769569" y="301548"/>
                </a:lnTo>
                <a:lnTo>
                  <a:pt x="773239" y="2807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5419048" y="1767163"/>
            <a:ext cx="4820920" cy="704850"/>
            <a:chOff x="5419048" y="1767163"/>
            <a:chExt cx="4820920" cy="704850"/>
          </a:xfrm>
        </p:grpSpPr>
        <p:sp>
          <p:nvSpPr>
            <p:cNvPr id="16" name="object 16" descr=""/>
            <p:cNvSpPr/>
            <p:nvPr/>
          </p:nvSpPr>
          <p:spPr>
            <a:xfrm>
              <a:off x="5435060" y="1783175"/>
              <a:ext cx="4789170" cy="673100"/>
            </a:xfrm>
            <a:custGeom>
              <a:avLst/>
              <a:gdLst/>
              <a:ahLst/>
              <a:cxnLst/>
              <a:rect l="l" t="t" r="r" b="b"/>
              <a:pathLst>
                <a:path w="4789170" h="673100">
                  <a:moveTo>
                    <a:pt x="0" y="672750"/>
                  </a:moveTo>
                  <a:lnTo>
                    <a:pt x="4788598" y="672750"/>
                  </a:lnTo>
                  <a:lnTo>
                    <a:pt x="4788598" y="0"/>
                  </a:lnTo>
                  <a:lnTo>
                    <a:pt x="0" y="0"/>
                  </a:lnTo>
                  <a:lnTo>
                    <a:pt x="0" y="672750"/>
                  </a:lnTo>
                  <a:close/>
                </a:path>
              </a:pathLst>
            </a:custGeom>
            <a:ln w="3202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4795" y="2013489"/>
              <a:ext cx="480345" cy="23193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2584" y="2008917"/>
              <a:ext cx="114395" cy="20135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0810" y="2071497"/>
              <a:ext cx="108299" cy="14182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8983" y="2071497"/>
              <a:ext cx="118967" cy="14182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51198" y="2008917"/>
              <a:ext cx="126502" cy="20440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11229" y="2071497"/>
              <a:ext cx="120491" cy="14182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63724" y="2071497"/>
              <a:ext cx="73247" cy="138779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5419048" y="6389170"/>
            <a:ext cx="4820920" cy="453390"/>
            <a:chOff x="5419048" y="6389170"/>
            <a:chExt cx="4820920" cy="453390"/>
          </a:xfrm>
        </p:grpSpPr>
        <p:sp>
          <p:nvSpPr>
            <p:cNvPr id="25" name="object 25" descr=""/>
            <p:cNvSpPr/>
            <p:nvPr/>
          </p:nvSpPr>
          <p:spPr>
            <a:xfrm>
              <a:off x="5435060" y="6405181"/>
              <a:ext cx="4789170" cy="421005"/>
            </a:xfrm>
            <a:custGeom>
              <a:avLst/>
              <a:gdLst/>
              <a:ahLst/>
              <a:cxnLst/>
              <a:rect l="l" t="t" r="r" b="b"/>
              <a:pathLst>
                <a:path w="4789170" h="421004">
                  <a:moveTo>
                    <a:pt x="0" y="421004"/>
                  </a:moveTo>
                  <a:lnTo>
                    <a:pt x="4788598" y="421004"/>
                  </a:lnTo>
                  <a:lnTo>
                    <a:pt x="4788598" y="0"/>
                  </a:lnTo>
                  <a:lnTo>
                    <a:pt x="0" y="0"/>
                  </a:lnTo>
                  <a:lnTo>
                    <a:pt x="0" y="421004"/>
                  </a:lnTo>
                  <a:close/>
                </a:path>
              </a:pathLst>
            </a:custGeom>
            <a:ln w="3202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3563" y="6498240"/>
              <a:ext cx="483489" cy="24403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56112" y="6502812"/>
              <a:ext cx="228790" cy="20745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09286" y="6530244"/>
              <a:ext cx="372141" cy="18002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13432" y="6568344"/>
              <a:ext cx="71723" cy="138874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5419048" y="2523829"/>
            <a:ext cx="4820920" cy="453390"/>
            <a:chOff x="5419048" y="2523829"/>
            <a:chExt cx="4820920" cy="453390"/>
          </a:xfrm>
        </p:grpSpPr>
        <p:sp>
          <p:nvSpPr>
            <p:cNvPr id="31" name="object 31" descr=""/>
            <p:cNvSpPr/>
            <p:nvPr/>
          </p:nvSpPr>
          <p:spPr>
            <a:xfrm>
              <a:off x="5435060" y="2539841"/>
              <a:ext cx="4789170" cy="421005"/>
            </a:xfrm>
            <a:custGeom>
              <a:avLst/>
              <a:gdLst/>
              <a:ahLst/>
              <a:cxnLst/>
              <a:rect l="l" t="t" r="r" b="b"/>
              <a:pathLst>
                <a:path w="4789170" h="421005">
                  <a:moveTo>
                    <a:pt x="0" y="421005"/>
                  </a:moveTo>
                  <a:lnTo>
                    <a:pt x="4788598" y="421005"/>
                  </a:lnTo>
                  <a:lnTo>
                    <a:pt x="4788598" y="0"/>
                  </a:lnTo>
                  <a:lnTo>
                    <a:pt x="0" y="0"/>
                  </a:lnTo>
                  <a:lnTo>
                    <a:pt x="0" y="421005"/>
                  </a:lnTo>
                  <a:close/>
                </a:path>
              </a:pathLst>
            </a:custGeom>
            <a:ln w="3202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545288" y="2629763"/>
              <a:ext cx="747395" cy="244475"/>
            </a:xfrm>
            <a:custGeom>
              <a:avLst/>
              <a:gdLst/>
              <a:ahLst/>
              <a:cxnLst/>
              <a:rect l="l" t="t" r="r" b="b"/>
              <a:pathLst>
                <a:path w="747395" h="244475">
                  <a:moveTo>
                    <a:pt x="99060" y="204406"/>
                  </a:moveTo>
                  <a:lnTo>
                    <a:pt x="91351" y="198094"/>
                  </a:lnTo>
                  <a:lnTo>
                    <a:pt x="70777" y="181470"/>
                  </a:lnTo>
                  <a:lnTo>
                    <a:pt x="57912" y="170878"/>
                  </a:lnTo>
                  <a:lnTo>
                    <a:pt x="45720" y="184594"/>
                  </a:lnTo>
                  <a:lnTo>
                    <a:pt x="54025" y="191782"/>
                  </a:lnTo>
                  <a:lnTo>
                    <a:pt x="63055" y="199847"/>
                  </a:lnTo>
                  <a:lnTo>
                    <a:pt x="72936" y="209067"/>
                  </a:lnTo>
                  <a:lnTo>
                    <a:pt x="83820" y="219748"/>
                  </a:lnTo>
                  <a:lnTo>
                    <a:pt x="99060" y="204406"/>
                  </a:lnTo>
                  <a:close/>
                </a:path>
                <a:path w="747395" h="244475">
                  <a:moveTo>
                    <a:pt x="240893" y="77812"/>
                  </a:moveTo>
                  <a:lnTo>
                    <a:pt x="233273" y="76288"/>
                  </a:lnTo>
                  <a:lnTo>
                    <a:pt x="221081" y="70192"/>
                  </a:lnTo>
                  <a:lnTo>
                    <a:pt x="219938" y="78765"/>
                  </a:lnTo>
                  <a:lnTo>
                    <a:pt x="193649" y="111340"/>
                  </a:lnTo>
                  <a:lnTo>
                    <a:pt x="53340" y="111340"/>
                  </a:lnTo>
                  <a:lnTo>
                    <a:pt x="47244" y="105244"/>
                  </a:lnTo>
                  <a:lnTo>
                    <a:pt x="47244" y="79336"/>
                  </a:lnTo>
                  <a:lnTo>
                    <a:pt x="186029" y="79336"/>
                  </a:lnTo>
                  <a:lnTo>
                    <a:pt x="186029" y="88480"/>
                  </a:lnTo>
                  <a:lnTo>
                    <a:pt x="204317" y="88480"/>
                  </a:lnTo>
                  <a:lnTo>
                    <a:pt x="204317" y="79336"/>
                  </a:lnTo>
                  <a:lnTo>
                    <a:pt x="204317" y="62572"/>
                  </a:lnTo>
                  <a:lnTo>
                    <a:pt x="204317" y="30568"/>
                  </a:lnTo>
                  <a:lnTo>
                    <a:pt x="204317" y="13804"/>
                  </a:lnTo>
                  <a:lnTo>
                    <a:pt x="186029" y="13804"/>
                  </a:lnTo>
                  <a:lnTo>
                    <a:pt x="186029" y="30568"/>
                  </a:lnTo>
                  <a:lnTo>
                    <a:pt x="186029" y="62572"/>
                  </a:lnTo>
                  <a:lnTo>
                    <a:pt x="47244" y="62572"/>
                  </a:lnTo>
                  <a:lnTo>
                    <a:pt x="47244" y="30568"/>
                  </a:lnTo>
                  <a:lnTo>
                    <a:pt x="186029" y="30568"/>
                  </a:lnTo>
                  <a:lnTo>
                    <a:pt x="186029" y="13804"/>
                  </a:lnTo>
                  <a:lnTo>
                    <a:pt x="27432" y="13804"/>
                  </a:lnTo>
                  <a:lnTo>
                    <a:pt x="27432" y="96100"/>
                  </a:lnTo>
                  <a:lnTo>
                    <a:pt x="29667" y="110159"/>
                  </a:lnTo>
                  <a:lnTo>
                    <a:pt x="36195" y="120192"/>
                  </a:lnTo>
                  <a:lnTo>
                    <a:pt x="46723" y="126199"/>
                  </a:lnTo>
                  <a:lnTo>
                    <a:pt x="60960" y="128206"/>
                  </a:lnTo>
                  <a:lnTo>
                    <a:pt x="198221" y="128206"/>
                  </a:lnTo>
                  <a:lnTo>
                    <a:pt x="234797" y="105244"/>
                  </a:lnTo>
                  <a:lnTo>
                    <a:pt x="239509" y="86385"/>
                  </a:lnTo>
                  <a:lnTo>
                    <a:pt x="240893" y="77812"/>
                  </a:lnTo>
                  <a:close/>
                </a:path>
                <a:path w="747395" h="244475">
                  <a:moveTo>
                    <a:pt x="243941" y="152590"/>
                  </a:moveTo>
                  <a:lnTo>
                    <a:pt x="190601" y="152590"/>
                  </a:lnTo>
                  <a:lnTo>
                    <a:pt x="190601" y="135826"/>
                  </a:lnTo>
                  <a:lnTo>
                    <a:pt x="170789" y="135826"/>
                  </a:lnTo>
                  <a:lnTo>
                    <a:pt x="170789" y="152590"/>
                  </a:lnTo>
                  <a:lnTo>
                    <a:pt x="0" y="152590"/>
                  </a:lnTo>
                  <a:lnTo>
                    <a:pt x="0" y="170878"/>
                  </a:lnTo>
                  <a:lnTo>
                    <a:pt x="57912" y="170878"/>
                  </a:lnTo>
                  <a:lnTo>
                    <a:pt x="170789" y="170878"/>
                  </a:lnTo>
                  <a:lnTo>
                    <a:pt x="170789" y="215074"/>
                  </a:lnTo>
                  <a:lnTo>
                    <a:pt x="164706" y="219735"/>
                  </a:lnTo>
                  <a:lnTo>
                    <a:pt x="145707" y="219722"/>
                  </a:lnTo>
                  <a:lnTo>
                    <a:pt x="136690" y="219544"/>
                  </a:lnTo>
                  <a:lnTo>
                    <a:pt x="126796" y="219062"/>
                  </a:lnTo>
                  <a:lnTo>
                    <a:pt x="115925" y="218122"/>
                  </a:lnTo>
                  <a:lnTo>
                    <a:pt x="117449" y="227368"/>
                  </a:lnTo>
                  <a:lnTo>
                    <a:pt x="120497" y="239560"/>
                  </a:lnTo>
                  <a:lnTo>
                    <a:pt x="158597" y="239560"/>
                  </a:lnTo>
                  <a:lnTo>
                    <a:pt x="172593" y="237820"/>
                  </a:lnTo>
                  <a:lnTo>
                    <a:pt x="182600" y="232498"/>
                  </a:lnTo>
                  <a:lnTo>
                    <a:pt x="188595" y="223443"/>
                  </a:lnTo>
                  <a:lnTo>
                    <a:pt x="189166" y="219748"/>
                  </a:lnTo>
                  <a:lnTo>
                    <a:pt x="190601" y="210502"/>
                  </a:lnTo>
                  <a:lnTo>
                    <a:pt x="190601" y="170878"/>
                  </a:lnTo>
                  <a:lnTo>
                    <a:pt x="243941" y="170878"/>
                  </a:lnTo>
                  <a:lnTo>
                    <a:pt x="243941" y="152590"/>
                  </a:lnTo>
                  <a:close/>
                </a:path>
                <a:path w="747395" h="244475">
                  <a:moveTo>
                    <a:pt x="320230" y="93052"/>
                  </a:moveTo>
                  <a:lnTo>
                    <a:pt x="316801" y="83083"/>
                  </a:lnTo>
                  <a:lnTo>
                    <a:pt x="313372" y="73812"/>
                  </a:lnTo>
                  <a:lnTo>
                    <a:pt x="309943" y="65417"/>
                  </a:lnTo>
                  <a:lnTo>
                    <a:pt x="306514" y="58000"/>
                  </a:lnTo>
                  <a:lnTo>
                    <a:pt x="291274" y="64096"/>
                  </a:lnTo>
                  <a:lnTo>
                    <a:pt x="295567" y="72364"/>
                  </a:lnTo>
                  <a:lnTo>
                    <a:pt x="299275" y="81051"/>
                  </a:lnTo>
                  <a:lnTo>
                    <a:pt x="302425" y="90030"/>
                  </a:lnTo>
                  <a:lnTo>
                    <a:pt x="304990" y="99148"/>
                  </a:lnTo>
                  <a:lnTo>
                    <a:pt x="320230" y="93052"/>
                  </a:lnTo>
                  <a:close/>
                </a:path>
                <a:path w="747395" h="244475">
                  <a:moveTo>
                    <a:pt x="321754" y="187642"/>
                  </a:moveTo>
                  <a:lnTo>
                    <a:pt x="318096" y="175425"/>
                  </a:lnTo>
                  <a:lnTo>
                    <a:pt x="314134" y="163830"/>
                  </a:lnTo>
                  <a:lnTo>
                    <a:pt x="310184" y="153136"/>
                  </a:lnTo>
                  <a:lnTo>
                    <a:pt x="306514" y="143446"/>
                  </a:lnTo>
                  <a:lnTo>
                    <a:pt x="291274" y="149542"/>
                  </a:lnTo>
                  <a:lnTo>
                    <a:pt x="295579" y="160070"/>
                  </a:lnTo>
                  <a:lnTo>
                    <a:pt x="299466" y="170878"/>
                  </a:lnTo>
                  <a:lnTo>
                    <a:pt x="303060" y="181686"/>
                  </a:lnTo>
                  <a:lnTo>
                    <a:pt x="306514" y="192214"/>
                  </a:lnTo>
                  <a:lnTo>
                    <a:pt x="321754" y="187642"/>
                  </a:lnTo>
                  <a:close/>
                </a:path>
                <a:path w="747395" h="244475">
                  <a:moveTo>
                    <a:pt x="346138" y="29044"/>
                  </a:moveTo>
                  <a:lnTo>
                    <a:pt x="329374" y="29044"/>
                  </a:lnTo>
                  <a:lnTo>
                    <a:pt x="329374" y="45808"/>
                  </a:lnTo>
                  <a:lnTo>
                    <a:pt x="329374" y="111340"/>
                  </a:lnTo>
                  <a:lnTo>
                    <a:pt x="283654" y="111340"/>
                  </a:lnTo>
                  <a:lnTo>
                    <a:pt x="283654" y="45808"/>
                  </a:lnTo>
                  <a:lnTo>
                    <a:pt x="329374" y="45808"/>
                  </a:lnTo>
                  <a:lnTo>
                    <a:pt x="329374" y="29044"/>
                  </a:lnTo>
                  <a:lnTo>
                    <a:pt x="308038" y="29044"/>
                  </a:lnTo>
                  <a:lnTo>
                    <a:pt x="310324" y="22428"/>
                  </a:lnTo>
                  <a:lnTo>
                    <a:pt x="314896" y="9728"/>
                  </a:lnTo>
                  <a:lnTo>
                    <a:pt x="317182" y="3048"/>
                  </a:lnTo>
                  <a:lnTo>
                    <a:pt x="298894" y="0"/>
                  </a:lnTo>
                  <a:lnTo>
                    <a:pt x="297726" y="6896"/>
                  </a:lnTo>
                  <a:lnTo>
                    <a:pt x="296418" y="13957"/>
                  </a:lnTo>
                  <a:lnTo>
                    <a:pt x="294817" y="21297"/>
                  </a:lnTo>
                  <a:lnTo>
                    <a:pt x="292798" y="29044"/>
                  </a:lnTo>
                  <a:lnTo>
                    <a:pt x="268414" y="29044"/>
                  </a:lnTo>
                  <a:lnTo>
                    <a:pt x="268414" y="111340"/>
                  </a:lnTo>
                  <a:lnTo>
                    <a:pt x="253085" y="111340"/>
                  </a:lnTo>
                  <a:lnTo>
                    <a:pt x="253085" y="128206"/>
                  </a:lnTo>
                  <a:lnTo>
                    <a:pt x="268414" y="128206"/>
                  </a:lnTo>
                  <a:lnTo>
                    <a:pt x="268338" y="154114"/>
                  </a:lnTo>
                  <a:lnTo>
                    <a:pt x="267271" y="175374"/>
                  </a:lnTo>
                  <a:lnTo>
                    <a:pt x="263829" y="195846"/>
                  </a:lnTo>
                  <a:lnTo>
                    <a:pt x="258089" y="213715"/>
                  </a:lnTo>
                  <a:lnTo>
                    <a:pt x="250024" y="228892"/>
                  </a:lnTo>
                  <a:lnTo>
                    <a:pt x="256222" y="233464"/>
                  </a:lnTo>
                  <a:lnTo>
                    <a:pt x="260794" y="238036"/>
                  </a:lnTo>
                  <a:lnTo>
                    <a:pt x="263842" y="242608"/>
                  </a:lnTo>
                  <a:lnTo>
                    <a:pt x="272707" y="224320"/>
                  </a:lnTo>
                  <a:lnTo>
                    <a:pt x="278892" y="203504"/>
                  </a:lnTo>
                  <a:lnTo>
                    <a:pt x="282486" y="180162"/>
                  </a:lnTo>
                  <a:lnTo>
                    <a:pt x="283654" y="154114"/>
                  </a:lnTo>
                  <a:lnTo>
                    <a:pt x="283654" y="128206"/>
                  </a:lnTo>
                  <a:lnTo>
                    <a:pt x="329374" y="128206"/>
                  </a:lnTo>
                  <a:lnTo>
                    <a:pt x="329374" y="219748"/>
                  </a:lnTo>
                  <a:lnTo>
                    <a:pt x="324802" y="224320"/>
                  </a:lnTo>
                  <a:lnTo>
                    <a:pt x="312610" y="224320"/>
                  </a:lnTo>
                  <a:lnTo>
                    <a:pt x="304990" y="222796"/>
                  </a:lnTo>
                  <a:lnTo>
                    <a:pt x="295846" y="222796"/>
                  </a:lnTo>
                  <a:lnTo>
                    <a:pt x="298894" y="234988"/>
                  </a:lnTo>
                  <a:lnTo>
                    <a:pt x="298894" y="239560"/>
                  </a:lnTo>
                  <a:lnTo>
                    <a:pt x="323278" y="239560"/>
                  </a:lnTo>
                  <a:lnTo>
                    <a:pt x="333286" y="238099"/>
                  </a:lnTo>
                  <a:lnTo>
                    <a:pt x="340423" y="233641"/>
                  </a:lnTo>
                  <a:lnTo>
                    <a:pt x="344716" y="226009"/>
                  </a:lnTo>
                  <a:lnTo>
                    <a:pt x="344932" y="224320"/>
                  </a:lnTo>
                  <a:lnTo>
                    <a:pt x="346138" y="215074"/>
                  </a:lnTo>
                  <a:lnTo>
                    <a:pt x="346138" y="45808"/>
                  </a:lnTo>
                  <a:lnTo>
                    <a:pt x="346138" y="29044"/>
                  </a:lnTo>
                  <a:close/>
                </a:path>
                <a:path w="747395" h="244475">
                  <a:moveTo>
                    <a:pt x="431584" y="29044"/>
                  </a:moveTo>
                  <a:lnTo>
                    <a:pt x="427215" y="21945"/>
                  </a:lnTo>
                  <a:lnTo>
                    <a:pt x="423024" y="14554"/>
                  </a:lnTo>
                  <a:lnTo>
                    <a:pt x="418503" y="7112"/>
                  </a:lnTo>
                  <a:lnTo>
                    <a:pt x="413296" y="0"/>
                  </a:lnTo>
                  <a:lnTo>
                    <a:pt x="398056" y="7620"/>
                  </a:lnTo>
                  <a:lnTo>
                    <a:pt x="402361" y="14528"/>
                  </a:lnTo>
                  <a:lnTo>
                    <a:pt x="406438" y="21615"/>
                  </a:lnTo>
                  <a:lnTo>
                    <a:pt x="410476" y="28930"/>
                  </a:lnTo>
                  <a:lnTo>
                    <a:pt x="414820" y="36664"/>
                  </a:lnTo>
                  <a:lnTo>
                    <a:pt x="431584" y="29044"/>
                  </a:lnTo>
                  <a:close/>
                </a:path>
                <a:path w="747395" h="244475">
                  <a:moveTo>
                    <a:pt x="487972" y="39712"/>
                  </a:moveTo>
                  <a:lnTo>
                    <a:pt x="353758" y="39712"/>
                  </a:lnTo>
                  <a:lnTo>
                    <a:pt x="353758" y="58000"/>
                  </a:lnTo>
                  <a:lnTo>
                    <a:pt x="487972" y="58000"/>
                  </a:lnTo>
                  <a:lnTo>
                    <a:pt x="487972" y="39712"/>
                  </a:lnTo>
                  <a:close/>
                </a:path>
                <a:path w="747395" h="244475">
                  <a:moveTo>
                    <a:pt x="497116" y="169354"/>
                  </a:moveTo>
                  <a:lnTo>
                    <a:pt x="489496" y="166306"/>
                  </a:lnTo>
                  <a:lnTo>
                    <a:pt x="483400" y="164782"/>
                  </a:lnTo>
                  <a:lnTo>
                    <a:pt x="477304" y="161734"/>
                  </a:lnTo>
                  <a:lnTo>
                    <a:pt x="476389" y="175475"/>
                  </a:lnTo>
                  <a:lnTo>
                    <a:pt x="475830" y="186118"/>
                  </a:lnTo>
                  <a:lnTo>
                    <a:pt x="475157" y="196672"/>
                  </a:lnTo>
                  <a:lnTo>
                    <a:pt x="474256" y="204406"/>
                  </a:lnTo>
                  <a:lnTo>
                    <a:pt x="474256" y="212026"/>
                  </a:lnTo>
                  <a:lnTo>
                    <a:pt x="471208" y="216598"/>
                  </a:lnTo>
                  <a:lnTo>
                    <a:pt x="457492" y="216598"/>
                  </a:lnTo>
                  <a:lnTo>
                    <a:pt x="454444" y="213550"/>
                  </a:lnTo>
                  <a:lnTo>
                    <a:pt x="454444" y="108292"/>
                  </a:lnTo>
                  <a:lnTo>
                    <a:pt x="454444" y="90004"/>
                  </a:lnTo>
                  <a:lnTo>
                    <a:pt x="376618" y="90004"/>
                  </a:lnTo>
                  <a:lnTo>
                    <a:pt x="376618" y="112877"/>
                  </a:lnTo>
                  <a:lnTo>
                    <a:pt x="376313" y="135496"/>
                  </a:lnTo>
                  <a:lnTo>
                    <a:pt x="370522" y="186118"/>
                  </a:lnTo>
                  <a:lnTo>
                    <a:pt x="349186" y="227368"/>
                  </a:lnTo>
                  <a:lnTo>
                    <a:pt x="359854" y="238036"/>
                  </a:lnTo>
                  <a:lnTo>
                    <a:pt x="388810" y="195262"/>
                  </a:lnTo>
                  <a:lnTo>
                    <a:pt x="394462" y="137782"/>
                  </a:lnTo>
                  <a:lnTo>
                    <a:pt x="395008" y="108292"/>
                  </a:lnTo>
                  <a:lnTo>
                    <a:pt x="436156" y="108292"/>
                  </a:lnTo>
                  <a:lnTo>
                    <a:pt x="436156" y="212026"/>
                  </a:lnTo>
                  <a:lnTo>
                    <a:pt x="437553" y="222961"/>
                  </a:lnTo>
                  <a:lnTo>
                    <a:pt x="441680" y="230593"/>
                  </a:lnTo>
                  <a:lnTo>
                    <a:pt x="448360" y="235051"/>
                  </a:lnTo>
                  <a:lnTo>
                    <a:pt x="457492" y="236512"/>
                  </a:lnTo>
                  <a:lnTo>
                    <a:pt x="471208" y="236512"/>
                  </a:lnTo>
                  <a:lnTo>
                    <a:pt x="479488" y="234810"/>
                  </a:lnTo>
                  <a:lnTo>
                    <a:pt x="486067" y="229831"/>
                  </a:lnTo>
                  <a:lnTo>
                    <a:pt x="490918" y="221678"/>
                  </a:lnTo>
                  <a:lnTo>
                    <a:pt x="492340" y="216598"/>
                  </a:lnTo>
                  <a:lnTo>
                    <a:pt x="494068" y="210502"/>
                  </a:lnTo>
                  <a:lnTo>
                    <a:pt x="494322" y="201930"/>
                  </a:lnTo>
                  <a:lnTo>
                    <a:pt x="495020" y="192214"/>
                  </a:lnTo>
                  <a:lnTo>
                    <a:pt x="497116" y="169354"/>
                  </a:lnTo>
                  <a:close/>
                </a:path>
                <a:path w="747395" h="244475">
                  <a:moveTo>
                    <a:pt x="602361" y="132778"/>
                  </a:moveTo>
                  <a:lnTo>
                    <a:pt x="571881" y="99148"/>
                  </a:lnTo>
                  <a:lnTo>
                    <a:pt x="562737" y="108292"/>
                  </a:lnTo>
                  <a:lnTo>
                    <a:pt x="562737" y="68668"/>
                  </a:lnTo>
                  <a:lnTo>
                    <a:pt x="590169" y="68668"/>
                  </a:lnTo>
                  <a:lnTo>
                    <a:pt x="590169" y="53428"/>
                  </a:lnTo>
                  <a:lnTo>
                    <a:pt x="562737" y="53428"/>
                  </a:lnTo>
                  <a:lnTo>
                    <a:pt x="562737" y="4572"/>
                  </a:lnTo>
                  <a:lnTo>
                    <a:pt x="544449" y="4572"/>
                  </a:lnTo>
                  <a:lnTo>
                    <a:pt x="544449" y="53428"/>
                  </a:lnTo>
                  <a:lnTo>
                    <a:pt x="506260" y="53428"/>
                  </a:lnTo>
                  <a:lnTo>
                    <a:pt x="506260" y="68668"/>
                  </a:lnTo>
                  <a:lnTo>
                    <a:pt x="544449" y="68668"/>
                  </a:lnTo>
                  <a:lnTo>
                    <a:pt x="536714" y="93002"/>
                  </a:lnTo>
                  <a:lnTo>
                    <a:pt x="527253" y="115773"/>
                  </a:lnTo>
                  <a:lnTo>
                    <a:pt x="516077" y="137121"/>
                  </a:lnTo>
                  <a:lnTo>
                    <a:pt x="503212" y="157162"/>
                  </a:lnTo>
                  <a:lnTo>
                    <a:pt x="506260" y="163258"/>
                  </a:lnTo>
                  <a:lnTo>
                    <a:pt x="512356" y="178498"/>
                  </a:lnTo>
                  <a:lnTo>
                    <a:pt x="521220" y="165112"/>
                  </a:lnTo>
                  <a:lnTo>
                    <a:pt x="529539" y="150304"/>
                  </a:lnTo>
                  <a:lnTo>
                    <a:pt x="537286" y="134353"/>
                  </a:lnTo>
                  <a:lnTo>
                    <a:pt x="544449" y="117538"/>
                  </a:lnTo>
                  <a:lnTo>
                    <a:pt x="544449" y="242608"/>
                  </a:lnTo>
                  <a:lnTo>
                    <a:pt x="562737" y="242608"/>
                  </a:lnTo>
                  <a:lnTo>
                    <a:pt x="562737" y="117538"/>
                  </a:lnTo>
                  <a:lnTo>
                    <a:pt x="562737" y="112864"/>
                  </a:lnTo>
                  <a:lnTo>
                    <a:pt x="569328" y="120929"/>
                  </a:lnTo>
                  <a:lnTo>
                    <a:pt x="575500" y="128955"/>
                  </a:lnTo>
                  <a:lnTo>
                    <a:pt x="581380" y="136969"/>
                  </a:lnTo>
                  <a:lnTo>
                    <a:pt x="587121" y="144970"/>
                  </a:lnTo>
                  <a:lnTo>
                    <a:pt x="602361" y="132778"/>
                  </a:lnTo>
                  <a:close/>
                </a:path>
                <a:path w="747395" h="244475">
                  <a:moveTo>
                    <a:pt x="655701" y="39712"/>
                  </a:moveTo>
                  <a:lnTo>
                    <a:pt x="648601" y="29692"/>
                  </a:lnTo>
                  <a:lnTo>
                    <a:pt x="641223" y="20091"/>
                  </a:lnTo>
                  <a:lnTo>
                    <a:pt x="633844" y="10744"/>
                  </a:lnTo>
                  <a:lnTo>
                    <a:pt x="626745" y="1524"/>
                  </a:lnTo>
                  <a:lnTo>
                    <a:pt x="611505" y="13804"/>
                  </a:lnTo>
                  <a:lnTo>
                    <a:pt x="620077" y="23837"/>
                  </a:lnTo>
                  <a:lnTo>
                    <a:pt x="627507" y="33426"/>
                  </a:lnTo>
                  <a:lnTo>
                    <a:pt x="633793" y="42748"/>
                  </a:lnTo>
                  <a:lnTo>
                    <a:pt x="638937" y="51904"/>
                  </a:lnTo>
                  <a:lnTo>
                    <a:pt x="655701" y="39712"/>
                  </a:lnTo>
                  <a:close/>
                </a:path>
                <a:path w="747395" h="244475">
                  <a:moveTo>
                    <a:pt x="735050" y="129730"/>
                  </a:moveTo>
                  <a:lnTo>
                    <a:pt x="606933" y="129730"/>
                  </a:lnTo>
                  <a:lnTo>
                    <a:pt x="606933" y="148018"/>
                  </a:lnTo>
                  <a:lnTo>
                    <a:pt x="735050" y="148018"/>
                  </a:lnTo>
                  <a:lnTo>
                    <a:pt x="735050" y="129730"/>
                  </a:lnTo>
                  <a:close/>
                </a:path>
                <a:path w="747395" h="244475">
                  <a:moveTo>
                    <a:pt x="744194" y="58000"/>
                  </a:moveTo>
                  <a:lnTo>
                    <a:pt x="693902" y="58000"/>
                  </a:lnTo>
                  <a:lnTo>
                    <a:pt x="701040" y="48310"/>
                  </a:lnTo>
                  <a:lnTo>
                    <a:pt x="725906" y="13804"/>
                  </a:lnTo>
                  <a:lnTo>
                    <a:pt x="706094" y="1524"/>
                  </a:lnTo>
                  <a:lnTo>
                    <a:pt x="698068" y="16179"/>
                  </a:lnTo>
                  <a:lnTo>
                    <a:pt x="689889" y="30378"/>
                  </a:lnTo>
                  <a:lnTo>
                    <a:pt x="681405" y="44272"/>
                  </a:lnTo>
                  <a:lnTo>
                    <a:pt x="672465" y="58000"/>
                  </a:lnTo>
                  <a:lnTo>
                    <a:pt x="599313" y="58000"/>
                  </a:lnTo>
                  <a:lnTo>
                    <a:pt x="599313" y="76288"/>
                  </a:lnTo>
                  <a:lnTo>
                    <a:pt x="744194" y="76288"/>
                  </a:lnTo>
                  <a:lnTo>
                    <a:pt x="744194" y="58000"/>
                  </a:lnTo>
                  <a:close/>
                </a:path>
                <a:path w="747395" h="244475">
                  <a:moveTo>
                    <a:pt x="747242" y="210502"/>
                  </a:moveTo>
                  <a:lnTo>
                    <a:pt x="587121" y="210502"/>
                  </a:lnTo>
                  <a:lnTo>
                    <a:pt x="587121" y="228892"/>
                  </a:lnTo>
                  <a:lnTo>
                    <a:pt x="747242" y="228892"/>
                  </a:lnTo>
                  <a:lnTo>
                    <a:pt x="747242" y="210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94733" y="2701480"/>
              <a:ext cx="114395" cy="13877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39608" y="2701480"/>
              <a:ext cx="109823" cy="141827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69244" y="2704528"/>
              <a:ext cx="129635" cy="13573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7818691" y="2642044"/>
              <a:ext cx="30480" cy="198755"/>
            </a:xfrm>
            <a:custGeom>
              <a:avLst/>
              <a:gdLst/>
              <a:ahLst/>
              <a:cxnLst/>
              <a:rect l="l" t="t" r="r" b="b"/>
              <a:pathLst>
                <a:path w="30479" h="198755">
                  <a:moveTo>
                    <a:pt x="19812" y="28956"/>
                  </a:moveTo>
                  <a:lnTo>
                    <a:pt x="10668" y="28956"/>
                  </a:lnTo>
                  <a:lnTo>
                    <a:pt x="4572" y="25908"/>
                  </a:lnTo>
                  <a:lnTo>
                    <a:pt x="1524" y="22860"/>
                  </a:lnTo>
                  <a:lnTo>
                    <a:pt x="0" y="18288"/>
                  </a:lnTo>
                  <a:lnTo>
                    <a:pt x="0" y="10668"/>
                  </a:lnTo>
                  <a:lnTo>
                    <a:pt x="1524" y="7620"/>
                  </a:lnTo>
                  <a:lnTo>
                    <a:pt x="7620" y="1524"/>
                  </a:lnTo>
                  <a:lnTo>
                    <a:pt x="10668" y="0"/>
                  </a:lnTo>
                  <a:lnTo>
                    <a:pt x="19812" y="0"/>
                  </a:lnTo>
                  <a:lnTo>
                    <a:pt x="22860" y="1524"/>
                  </a:lnTo>
                  <a:lnTo>
                    <a:pt x="25908" y="4572"/>
                  </a:lnTo>
                  <a:lnTo>
                    <a:pt x="28956" y="6096"/>
                  </a:lnTo>
                  <a:lnTo>
                    <a:pt x="30480" y="10668"/>
                  </a:lnTo>
                  <a:lnTo>
                    <a:pt x="30480" y="18288"/>
                  </a:lnTo>
                  <a:lnTo>
                    <a:pt x="28956" y="22860"/>
                  </a:lnTo>
                  <a:lnTo>
                    <a:pt x="25908" y="25908"/>
                  </a:lnTo>
                  <a:lnTo>
                    <a:pt x="19812" y="28956"/>
                  </a:lnTo>
                  <a:close/>
                </a:path>
                <a:path w="30479" h="198755">
                  <a:moveTo>
                    <a:pt x="27432" y="198215"/>
                  </a:moveTo>
                  <a:lnTo>
                    <a:pt x="3048" y="198215"/>
                  </a:lnTo>
                  <a:lnTo>
                    <a:pt x="3048" y="62484"/>
                  </a:lnTo>
                  <a:lnTo>
                    <a:pt x="27432" y="62484"/>
                  </a:lnTo>
                  <a:lnTo>
                    <a:pt x="27432" y="1982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79747" y="2701480"/>
              <a:ext cx="126491" cy="20288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39766" y="2701480"/>
              <a:ext cx="109823" cy="141827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73973" y="2664904"/>
              <a:ext cx="80867" cy="17840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280749" y="2642044"/>
              <a:ext cx="30480" cy="198755"/>
            </a:xfrm>
            <a:custGeom>
              <a:avLst/>
              <a:gdLst/>
              <a:ahLst/>
              <a:cxnLst/>
              <a:rect l="l" t="t" r="r" b="b"/>
              <a:pathLst>
                <a:path w="30479" h="198755">
                  <a:moveTo>
                    <a:pt x="18288" y="28956"/>
                  </a:moveTo>
                  <a:lnTo>
                    <a:pt x="10668" y="28956"/>
                  </a:lnTo>
                  <a:lnTo>
                    <a:pt x="6096" y="27432"/>
                  </a:lnTo>
                  <a:lnTo>
                    <a:pt x="1524" y="22860"/>
                  </a:lnTo>
                  <a:lnTo>
                    <a:pt x="0" y="18288"/>
                  </a:lnTo>
                  <a:lnTo>
                    <a:pt x="0" y="10668"/>
                  </a:lnTo>
                  <a:lnTo>
                    <a:pt x="1524" y="7620"/>
                  </a:lnTo>
                  <a:lnTo>
                    <a:pt x="4572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18288" y="0"/>
                  </a:lnTo>
                  <a:lnTo>
                    <a:pt x="22860" y="1524"/>
                  </a:lnTo>
                  <a:lnTo>
                    <a:pt x="25908" y="4572"/>
                  </a:lnTo>
                  <a:lnTo>
                    <a:pt x="28956" y="6096"/>
                  </a:lnTo>
                  <a:lnTo>
                    <a:pt x="30480" y="10668"/>
                  </a:lnTo>
                  <a:lnTo>
                    <a:pt x="30480" y="18288"/>
                  </a:lnTo>
                  <a:lnTo>
                    <a:pt x="28956" y="22860"/>
                  </a:lnTo>
                  <a:lnTo>
                    <a:pt x="25908" y="25908"/>
                  </a:lnTo>
                  <a:lnTo>
                    <a:pt x="22860" y="27432"/>
                  </a:lnTo>
                  <a:lnTo>
                    <a:pt x="18288" y="28956"/>
                  </a:lnTo>
                  <a:close/>
                </a:path>
                <a:path w="30479" h="198755">
                  <a:moveTo>
                    <a:pt x="25908" y="198215"/>
                  </a:moveTo>
                  <a:lnTo>
                    <a:pt x="3048" y="198215"/>
                  </a:lnTo>
                  <a:lnTo>
                    <a:pt x="3048" y="62484"/>
                  </a:lnTo>
                  <a:lnTo>
                    <a:pt x="25908" y="62484"/>
                  </a:lnTo>
                  <a:lnTo>
                    <a:pt x="25908" y="1982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41804" y="2701480"/>
              <a:ext cx="134112" cy="14182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11063" y="2701480"/>
              <a:ext cx="114395" cy="13877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42807" y="2638901"/>
              <a:ext cx="128111" cy="20440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890730" y="2701480"/>
              <a:ext cx="109823" cy="14182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40177" y="2703004"/>
              <a:ext cx="73247" cy="137255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5419048" y="3028654"/>
            <a:ext cx="2972435" cy="3308985"/>
            <a:chOff x="5419048" y="3028654"/>
            <a:chExt cx="2972435" cy="3308985"/>
          </a:xfrm>
        </p:grpSpPr>
        <p:sp>
          <p:nvSpPr>
            <p:cNvPr id="47" name="object 47" descr=""/>
            <p:cNvSpPr/>
            <p:nvPr/>
          </p:nvSpPr>
          <p:spPr>
            <a:xfrm>
              <a:off x="5435060" y="3044666"/>
              <a:ext cx="2940685" cy="3276600"/>
            </a:xfrm>
            <a:custGeom>
              <a:avLst/>
              <a:gdLst/>
              <a:ahLst/>
              <a:cxnLst/>
              <a:rect l="l" t="t" r="r" b="b"/>
              <a:pathLst>
                <a:path w="2940684" h="3276600">
                  <a:moveTo>
                    <a:pt x="0" y="3276600"/>
                  </a:moveTo>
                  <a:lnTo>
                    <a:pt x="2940272" y="3276600"/>
                  </a:lnTo>
                  <a:lnTo>
                    <a:pt x="2940272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3202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51390" y="4414551"/>
              <a:ext cx="201263" cy="23945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80085" y="4413027"/>
              <a:ext cx="498729" cy="24403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27432" y="4786693"/>
              <a:ext cx="195167" cy="13887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54603" y="4786693"/>
              <a:ext cx="108299" cy="14192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6501002" y="4725733"/>
              <a:ext cx="31115" cy="200025"/>
            </a:xfrm>
            <a:custGeom>
              <a:avLst/>
              <a:gdLst/>
              <a:ahLst/>
              <a:cxnLst/>
              <a:rect l="l" t="t" r="r" b="b"/>
              <a:pathLst>
                <a:path w="31115" h="200025">
                  <a:moveTo>
                    <a:pt x="18383" y="30480"/>
                  </a:moveTo>
                  <a:lnTo>
                    <a:pt x="10668" y="30480"/>
                  </a:lnTo>
                  <a:lnTo>
                    <a:pt x="6096" y="28956"/>
                  </a:lnTo>
                  <a:lnTo>
                    <a:pt x="3048" y="25908"/>
                  </a:lnTo>
                  <a:lnTo>
                    <a:pt x="0" y="19812"/>
                  </a:lnTo>
                  <a:lnTo>
                    <a:pt x="0" y="12192"/>
                  </a:lnTo>
                  <a:lnTo>
                    <a:pt x="1524" y="7620"/>
                  </a:lnTo>
                  <a:lnTo>
                    <a:pt x="3048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18383" y="0"/>
                  </a:lnTo>
                  <a:lnTo>
                    <a:pt x="22955" y="1524"/>
                  </a:lnTo>
                  <a:lnTo>
                    <a:pt x="29051" y="7620"/>
                  </a:lnTo>
                  <a:lnTo>
                    <a:pt x="30575" y="10668"/>
                  </a:lnTo>
                  <a:lnTo>
                    <a:pt x="30575" y="19812"/>
                  </a:lnTo>
                  <a:lnTo>
                    <a:pt x="29051" y="22860"/>
                  </a:lnTo>
                  <a:lnTo>
                    <a:pt x="22955" y="28956"/>
                  </a:lnTo>
                  <a:lnTo>
                    <a:pt x="18383" y="30480"/>
                  </a:lnTo>
                  <a:close/>
                </a:path>
                <a:path w="31115" h="200025">
                  <a:moveTo>
                    <a:pt x="26003" y="199834"/>
                  </a:moveTo>
                  <a:lnTo>
                    <a:pt x="1524" y="199834"/>
                  </a:lnTo>
                  <a:lnTo>
                    <a:pt x="1524" y="64008"/>
                  </a:lnTo>
                  <a:lnTo>
                    <a:pt x="26003" y="64008"/>
                  </a:lnTo>
                  <a:lnTo>
                    <a:pt x="26003" y="1998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69678" y="4786693"/>
              <a:ext cx="115919" cy="13887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90753" y="4786693"/>
              <a:ext cx="103727" cy="14192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17340" y="4786693"/>
              <a:ext cx="135731" cy="141922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86600" y="4786693"/>
              <a:ext cx="115919" cy="13887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25474" y="4748593"/>
              <a:ext cx="219551" cy="18002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477029" y="4786693"/>
              <a:ext cx="114395" cy="138874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15808" y="4748593"/>
              <a:ext cx="80867" cy="180022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8443141" y="3028654"/>
            <a:ext cx="1797050" cy="3308985"/>
            <a:chOff x="8443141" y="3028654"/>
            <a:chExt cx="1797050" cy="3308985"/>
          </a:xfrm>
        </p:grpSpPr>
        <p:sp>
          <p:nvSpPr>
            <p:cNvPr id="61" name="object 61" descr=""/>
            <p:cNvSpPr/>
            <p:nvPr/>
          </p:nvSpPr>
          <p:spPr>
            <a:xfrm>
              <a:off x="8459152" y="3044666"/>
              <a:ext cx="1764664" cy="3276600"/>
            </a:xfrm>
            <a:custGeom>
              <a:avLst/>
              <a:gdLst/>
              <a:ahLst/>
              <a:cxnLst/>
              <a:rect l="l" t="t" r="r" b="b"/>
              <a:pathLst>
                <a:path w="1764665" h="3276600">
                  <a:moveTo>
                    <a:pt x="0" y="3276600"/>
                  </a:moveTo>
                  <a:lnTo>
                    <a:pt x="1764506" y="3276600"/>
                  </a:lnTo>
                  <a:lnTo>
                    <a:pt x="1764506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3202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093613" y="4413027"/>
              <a:ext cx="495681" cy="24098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915209" y="4786693"/>
              <a:ext cx="91440" cy="141922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9035605" y="4725733"/>
              <a:ext cx="31115" cy="200025"/>
            </a:xfrm>
            <a:custGeom>
              <a:avLst/>
              <a:gdLst/>
              <a:ahLst/>
              <a:cxnLst/>
              <a:rect l="l" t="t" r="r" b="b"/>
              <a:pathLst>
                <a:path w="31115" h="200025">
                  <a:moveTo>
                    <a:pt x="19907" y="30480"/>
                  </a:moveTo>
                  <a:lnTo>
                    <a:pt x="10763" y="30480"/>
                  </a:lnTo>
                  <a:lnTo>
                    <a:pt x="6096" y="28956"/>
                  </a:lnTo>
                  <a:lnTo>
                    <a:pt x="4572" y="25908"/>
                  </a:lnTo>
                  <a:lnTo>
                    <a:pt x="1524" y="22860"/>
                  </a:lnTo>
                  <a:lnTo>
                    <a:pt x="0" y="19812"/>
                  </a:lnTo>
                  <a:lnTo>
                    <a:pt x="0" y="12192"/>
                  </a:lnTo>
                  <a:lnTo>
                    <a:pt x="1524" y="7620"/>
                  </a:lnTo>
                  <a:lnTo>
                    <a:pt x="4572" y="4572"/>
                  </a:lnTo>
                  <a:lnTo>
                    <a:pt x="7715" y="1524"/>
                  </a:lnTo>
                  <a:lnTo>
                    <a:pt x="10763" y="0"/>
                  </a:lnTo>
                  <a:lnTo>
                    <a:pt x="19907" y="0"/>
                  </a:lnTo>
                  <a:lnTo>
                    <a:pt x="22955" y="1524"/>
                  </a:lnTo>
                  <a:lnTo>
                    <a:pt x="29051" y="7620"/>
                  </a:lnTo>
                  <a:lnTo>
                    <a:pt x="30575" y="10668"/>
                  </a:lnTo>
                  <a:lnTo>
                    <a:pt x="30575" y="19812"/>
                  </a:lnTo>
                  <a:lnTo>
                    <a:pt x="29051" y="22860"/>
                  </a:lnTo>
                  <a:lnTo>
                    <a:pt x="22955" y="28956"/>
                  </a:lnTo>
                  <a:lnTo>
                    <a:pt x="19907" y="30480"/>
                  </a:lnTo>
                  <a:close/>
                </a:path>
                <a:path w="31115" h="200025">
                  <a:moveTo>
                    <a:pt x="26003" y="199834"/>
                  </a:moveTo>
                  <a:lnTo>
                    <a:pt x="3048" y="199834"/>
                  </a:lnTo>
                  <a:lnTo>
                    <a:pt x="3048" y="64008"/>
                  </a:lnTo>
                  <a:lnTo>
                    <a:pt x="26003" y="64008"/>
                  </a:lnTo>
                  <a:lnTo>
                    <a:pt x="26003" y="1998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096660" y="4724209"/>
              <a:ext cx="126587" cy="204406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256776" y="4786693"/>
              <a:ext cx="120491" cy="141922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409271" y="4724209"/>
              <a:ext cx="128111" cy="204406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557194" y="4786693"/>
              <a:ext cx="109823" cy="14192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706642" y="4786693"/>
              <a:ext cx="73247" cy="138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27741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107" y="0"/>
                </a:lnTo>
                <a:lnTo>
                  <a:pt x="96107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637" y="727747"/>
            <a:ext cx="374015" cy="433070"/>
          </a:xfrm>
          <a:custGeom>
            <a:avLst/>
            <a:gdLst/>
            <a:ahLst/>
            <a:cxnLst/>
            <a:rect l="l" t="t" r="r" b="b"/>
            <a:pathLst>
              <a:path w="374015" h="433069">
                <a:moveTo>
                  <a:pt x="373672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3070"/>
                </a:lnTo>
                <a:lnTo>
                  <a:pt x="96113" y="433070"/>
                </a:lnTo>
                <a:lnTo>
                  <a:pt x="96113" y="256540"/>
                </a:lnTo>
                <a:lnTo>
                  <a:pt x="276034" y="256540"/>
                </a:lnTo>
                <a:lnTo>
                  <a:pt x="276034" y="433070"/>
                </a:lnTo>
                <a:lnTo>
                  <a:pt x="373672" y="433070"/>
                </a:lnTo>
                <a:lnTo>
                  <a:pt x="373672" y="256540"/>
                </a:lnTo>
                <a:lnTo>
                  <a:pt x="373672" y="172720"/>
                </a:lnTo>
                <a:lnTo>
                  <a:pt x="373672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222" y="728217"/>
            <a:ext cx="343535" cy="433070"/>
          </a:xfrm>
          <a:custGeom>
            <a:avLst/>
            <a:gdLst/>
            <a:ahLst/>
            <a:cxnLst/>
            <a:rect l="l" t="t" r="r" b="b"/>
            <a:pathLst>
              <a:path w="343535" h="433069">
                <a:moveTo>
                  <a:pt x="343179" y="0"/>
                </a:moveTo>
                <a:lnTo>
                  <a:pt x="0" y="0"/>
                </a:lnTo>
                <a:lnTo>
                  <a:pt x="0" y="78740"/>
                </a:lnTo>
                <a:lnTo>
                  <a:pt x="122008" y="78740"/>
                </a:lnTo>
                <a:lnTo>
                  <a:pt x="122008" y="433070"/>
                </a:lnTo>
                <a:lnTo>
                  <a:pt x="219646" y="433070"/>
                </a:lnTo>
                <a:lnTo>
                  <a:pt x="219646" y="78740"/>
                </a:lnTo>
                <a:lnTo>
                  <a:pt x="343179" y="78740"/>
                </a:lnTo>
                <a:lnTo>
                  <a:pt x="343179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319" y="727614"/>
            <a:ext cx="492759" cy="433705"/>
          </a:xfrm>
          <a:custGeom>
            <a:avLst/>
            <a:gdLst/>
            <a:ahLst/>
            <a:cxnLst/>
            <a:rect l="l" t="t" r="r" b="b"/>
            <a:pathLst>
              <a:path w="492760" h="433705">
                <a:moveTo>
                  <a:pt x="492632" y="433197"/>
                </a:moveTo>
                <a:lnTo>
                  <a:pt x="396525" y="433197"/>
                </a:lnTo>
                <a:lnTo>
                  <a:pt x="396525" y="173926"/>
                </a:lnTo>
                <a:lnTo>
                  <a:pt x="396787" y="152725"/>
                </a:lnTo>
                <a:lnTo>
                  <a:pt x="397478" y="130409"/>
                </a:lnTo>
                <a:lnTo>
                  <a:pt x="399573" y="82391"/>
                </a:lnTo>
                <a:lnTo>
                  <a:pt x="398049" y="82391"/>
                </a:lnTo>
                <a:lnTo>
                  <a:pt x="390620" y="115728"/>
                </a:lnTo>
                <a:lnTo>
                  <a:pt x="387548" y="128468"/>
                </a:lnTo>
                <a:lnTo>
                  <a:pt x="384333" y="138779"/>
                </a:lnTo>
                <a:lnTo>
                  <a:pt x="283654" y="433197"/>
                </a:lnTo>
                <a:lnTo>
                  <a:pt x="202787" y="433197"/>
                </a:lnTo>
                <a:lnTo>
                  <a:pt x="100679" y="141827"/>
                </a:lnTo>
                <a:lnTo>
                  <a:pt x="91249" y="104108"/>
                </a:lnTo>
                <a:lnTo>
                  <a:pt x="86963" y="82391"/>
                </a:lnTo>
                <a:lnTo>
                  <a:pt x="83915" y="82391"/>
                </a:lnTo>
                <a:lnTo>
                  <a:pt x="87344" y="141493"/>
                </a:lnTo>
                <a:lnTo>
                  <a:pt x="88487" y="193738"/>
                </a:lnTo>
                <a:lnTo>
                  <a:pt x="88487" y="433197"/>
                </a:lnTo>
                <a:lnTo>
                  <a:pt x="0" y="433197"/>
                </a:lnTo>
                <a:lnTo>
                  <a:pt x="0" y="0"/>
                </a:lnTo>
                <a:lnTo>
                  <a:pt x="143351" y="0"/>
                </a:lnTo>
                <a:lnTo>
                  <a:pt x="231838" y="256222"/>
                </a:lnTo>
                <a:lnTo>
                  <a:pt x="243625" y="303036"/>
                </a:lnTo>
                <a:lnTo>
                  <a:pt x="247078" y="318801"/>
                </a:lnTo>
                <a:lnTo>
                  <a:pt x="248602" y="318801"/>
                </a:lnTo>
                <a:lnTo>
                  <a:pt x="260818" y="270326"/>
                </a:lnTo>
                <a:lnTo>
                  <a:pt x="353853" y="0"/>
                </a:lnTo>
                <a:lnTo>
                  <a:pt x="492632" y="0"/>
                </a:lnTo>
                <a:lnTo>
                  <a:pt x="492632" y="43319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27709"/>
            <a:ext cx="257810" cy="433070"/>
          </a:xfrm>
          <a:custGeom>
            <a:avLst/>
            <a:gdLst/>
            <a:ahLst/>
            <a:cxnLst/>
            <a:rect l="l" t="t" r="r" b="b"/>
            <a:pathLst>
              <a:path w="257810" h="433069">
                <a:moveTo>
                  <a:pt x="257746" y="354330"/>
                </a:moveTo>
                <a:lnTo>
                  <a:pt x="97637" y="354330"/>
                </a:lnTo>
                <a:lnTo>
                  <a:pt x="97637" y="0"/>
                </a:lnTo>
                <a:lnTo>
                  <a:pt x="0" y="0"/>
                </a:lnTo>
                <a:lnTo>
                  <a:pt x="0" y="354330"/>
                </a:lnTo>
                <a:lnTo>
                  <a:pt x="0" y="433070"/>
                </a:lnTo>
                <a:lnTo>
                  <a:pt x="257746" y="433070"/>
                </a:lnTo>
                <a:lnTo>
                  <a:pt x="257746" y="35433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827197" y="643699"/>
            <a:ext cx="1194435" cy="598170"/>
          </a:xfrm>
          <a:custGeom>
            <a:avLst/>
            <a:gdLst/>
            <a:ahLst/>
            <a:cxnLst/>
            <a:rect l="l" t="t" r="r" b="b"/>
            <a:pathLst>
              <a:path w="1194435" h="598169">
                <a:moveTo>
                  <a:pt x="225742" y="450062"/>
                </a:moveTo>
                <a:lnTo>
                  <a:pt x="55664" y="474929"/>
                </a:lnTo>
                <a:lnTo>
                  <a:pt x="3048" y="482066"/>
                </a:lnTo>
                <a:lnTo>
                  <a:pt x="16865" y="565988"/>
                </a:lnTo>
                <a:lnTo>
                  <a:pt x="222694" y="533882"/>
                </a:lnTo>
                <a:lnTo>
                  <a:pt x="222745" y="516496"/>
                </a:lnTo>
                <a:lnTo>
                  <a:pt x="223075" y="496544"/>
                </a:lnTo>
                <a:lnTo>
                  <a:pt x="223989" y="474306"/>
                </a:lnTo>
                <a:lnTo>
                  <a:pt x="225742" y="450062"/>
                </a:lnTo>
                <a:close/>
              </a:path>
              <a:path w="1194435" h="598169">
                <a:moveTo>
                  <a:pt x="575030" y="338620"/>
                </a:moveTo>
                <a:lnTo>
                  <a:pt x="494169" y="338620"/>
                </a:lnTo>
                <a:lnTo>
                  <a:pt x="494169" y="411873"/>
                </a:lnTo>
                <a:lnTo>
                  <a:pt x="494169" y="488162"/>
                </a:lnTo>
                <a:lnTo>
                  <a:pt x="324904" y="488162"/>
                </a:lnTo>
                <a:lnTo>
                  <a:pt x="324904" y="411873"/>
                </a:lnTo>
                <a:lnTo>
                  <a:pt x="494169" y="411873"/>
                </a:lnTo>
                <a:lnTo>
                  <a:pt x="494169" y="338620"/>
                </a:lnTo>
                <a:lnTo>
                  <a:pt x="244043" y="338620"/>
                </a:lnTo>
                <a:lnTo>
                  <a:pt x="244043" y="597992"/>
                </a:lnTo>
                <a:lnTo>
                  <a:pt x="324904" y="597992"/>
                </a:lnTo>
                <a:lnTo>
                  <a:pt x="324904" y="561416"/>
                </a:lnTo>
                <a:lnTo>
                  <a:pt x="494169" y="561416"/>
                </a:lnTo>
                <a:lnTo>
                  <a:pt x="494169" y="597992"/>
                </a:lnTo>
                <a:lnTo>
                  <a:pt x="575030" y="597992"/>
                </a:lnTo>
                <a:lnTo>
                  <a:pt x="575030" y="561416"/>
                </a:lnTo>
                <a:lnTo>
                  <a:pt x="575030" y="488162"/>
                </a:lnTo>
                <a:lnTo>
                  <a:pt x="575030" y="411873"/>
                </a:lnTo>
                <a:lnTo>
                  <a:pt x="575030" y="338620"/>
                </a:lnTo>
                <a:close/>
              </a:path>
              <a:path w="1194435" h="598169">
                <a:moveTo>
                  <a:pt x="599414" y="77825"/>
                </a:moveTo>
                <a:lnTo>
                  <a:pt x="449973" y="77825"/>
                </a:lnTo>
                <a:lnTo>
                  <a:pt x="449973" y="1524"/>
                </a:lnTo>
                <a:lnTo>
                  <a:pt x="364528" y="1524"/>
                </a:lnTo>
                <a:lnTo>
                  <a:pt x="364528" y="77825"/>
                </a:lnTo>
                <a:lnTo>
                  <a:pt x="219646" y="77825"/>
                </a:lnTo>
                <a:lnTo>
                  <a:pt x="219646" y="143446"/>
                </a:lnTo>
                <a:lnTo>
                  <a:pt x="180022" y="125069"/>
                </a:lnTo>
                <a:lnTo>
                  <a:pt x="144881" y="186118"/>
                </a:lnTo>
                <a:lnTo>
                  <a:pt x="88493" y="189166"/>
                </a:lnTo>
                <a:lnTo>
                  <a:pt x="112255" y="152577"/>
                </a:lnTo>
                <a:lnTo>
                  <a:pt x="135750" y="113677"/>
                </a:lnTo>
                <a:lnTo>
                  <a:pt x="159258" y="72466"/>
                </a:lnTo>
                <a:lnTo>
                  <a:pt x="183070" y="28956"/>
                </a:lnTo>
                <a:lnTo>
                  <a:pt x="103733" y="0"/>
                </a:lnTo>
                <a:lnTo>
                  <a:pt x="75755" y="63779"/>
                </a:lnTo>
                <a:lnTo>
                  <a:pt x="49047" y="117678"/>
                </a:lnTo>
                <a:lnTo>
                  <a:pt x="23749" y="161556"/>
                </a:lnTo>
                <a:lnTo>
                  <a:pt x="0" y="195262"/>
                </a:lnTo>
                <a:lnTo>
                  <a:pt x="21437" y="263944"/>
                </a:lnTo>
                <a:lnTo>
                  <a:pt x="39154" y="261899"/>
                </a:lnTo>
                <a:lnTo>
                  <a:pt x="99161" y="256324"/>
                </a:lnTo>
                <a:lnTo>
                  <a:pt x="73964" y="292608"/>
                </a:lnTo>
                <a:lnTo>
                  <a:pt x="50761" y="323621"/>
                </a:lnTo>
                <a:lnTo>
                  <a:pt x="29260" y="349199"/>
                </a:lnTo>
                <a:lnTo>
                  <a:pt x="9144" y="369201"/>
                </a:lnTo>
                <a:lnTo>
                  <a:pt x="32105" y="436257"/>
                </a:lnTo>
                <a:lnTo>
                  <a:pt x="61277" y="429399"/>
                </a:lnTo>
                <a:lnTo>
                  <a:pt x="100888" y="422541"/>
                </a:lnTo>
                <a:lnTo>
                  <a:pt x="151091" y="415683"/>
                </a:lnTo>
                <a:lnTo>
                  <a:pt x="212026" y="408825"/>
                </a:lnTo>
                <a:lnTo>
                  <a:pt x="213169" y="391363"/>
                </a:lnTo>
                <a:lnTo>
                  <a:pt x="214312" y="373189"/>
                </a:lnTo>
                <a:lnTo>
                  <a:pt x="215455" y="354126"/>
                </a:lnTo>
                <a:lnTo>
                  <a:pt x="215988" y="344817"/>
                </a:lnTo>
                <a:lnTo>
                  <a:pt x="216598" y="334048"/>
                </a:lnTo>
                <a:lnTo>
                  <a:pt x="191985" y="336359"/>
                </a:lnTo>
                <a:lnTo>
                  <a:pt x="168363" y="338823"/>
                </a:lnTo>
                <a:lnTo>
                  <a:pt x="145592" y="341591"/>
                </a:lnTo>
                <a:lnTo>
                  <a:pt x="123545" y="344817"/>
                </a:lnTo>
                <a:lnTo>
                  <a:pt x="152171" y="305828"/>
                </a:lnTo>
                <a:lnTo>
                  <a:pt x="183070" y="262001"/>
                </a:lnTo>
                <a:lnTo>
                  <a:pt x="186905" y="256324"/>
                </a:lnTo>
                <a:lnTo>
                  <a:pt x="216217" y="213055"/>
                </a:lnTo>
                <a:lnTo>
                  <a:pt x="231787" y="189166"/>
                </a:lnTo>
                <a:lnTo>
                  <a:pt x="251663" y="158686"/>
                </a:lnTo>
                <a:lnTo>
                  <a:pt x="231838" y="149542"/>
                </a:lnTo>
                <a:lnTo>
                  <a:pt x="364528" y="149542"/>
                </a:lnTo>
                <a:lnTo>
                  <a:pt x="364528" y="215074"/>
                </a:lnTo>
                <a:lnTo>
                  <a:pt x="237947" y="215074"/>
                </a:lnTo>
                <a:lnTo>
                  <a:pt x="237947" y="286804"/>
                </a:lnTo>
                <a:lnTo>
                  <a:pt x="581126" y="286804"/>
                </a:lnTo>
                <a:lnTo>
                  <a:pt x="581126" y="215074"/>
                </a:lnTo>
                <a:lnTo>
                  <a:pt x="449973" y="215074"/>
                </a:lnTo>
                <a:lnTo>
                  <a:pt x="449973" y="149542"/>
                </a:lnTo>
                <a:lnTo>
                  <a:pt x="599414" y="149542"/>
                </a:lnTo>
                <a:lnTo>
                  <a:pt x="599414" y="143446"/>
                </a:lnTo>
                <a:lnTo>
                  <a:pt x="599414" y="77825"/>
                </a:lnTo>
                <a:close/>
              </a:path>
              <a:path w="1194435" h="598169">
                <a:moveTo>
                  <a:pt x="1194155" y="71729"/>
                </a:moveTo>
                <a:lnTo>
                  <a:pt x="969937" y="71729"/>
                </a:lnTo>
                <a:lnTo>
                  <a:pt x="981417" y="43332"/>
                </a:lnTo>
                <a:lnTo>
                  <a:pt x="992898" y="13716"/>
                </a:lnTo>
                <a:lnTo>
                  <a:pt x="908977" y="7620"/>
                </a:lnTo>
                <a:lnTo>
                  <a:pt x="894740" y="47688"/>
                </a:lnTo>
                <a:lnTo>
                  <a:pt x="877341" y="85445"/>
                </a:lnTo>
                <a:lnTo>
                  <a:pt x="857072" y="120916"/>
                </a:lnTo>
                <a:lnTo>
                  <a:pt x="834212" y="154114"/>
                </a:lnTo>
                <a:lnTo>
                  <a:pt x="834212" y="122021"/>
                </a:lnTo>
                <a:lnTo>
                  <a:pt x="776300" y="122021"/>
                </a:lnTo>
                <a:lnTo>
                  <a:pt x="776300" y="6096"/>
                </a:lnTo>
                <a:lnTo>
                  <a:pt x="696950" y="6096"/>
                </a:lnTo>
                <a:lnTo>
                  <a:pt x="696950" y="122021"/>
                </a:lnTo>
                <a:lnTo>
                  <a:pt x="623798" y="122021"/>
                </a:lnTo>
                <a:lnTo>
                  <a:pt x="623798" y="193738"/>
                </a:lnTo>
                <a:lnTo>
                  <a:pt x="690854" y="193738"/>
                </a:lnTo>
                <a:lnTo>
                  <a:pt x="675995" y="236359"/>
                </a:lnTo>
                <a:lnTo>
                  <a:pt x="658850" y="277088"/>
                </a:lnTo>
                <a:lnTo>
                  <a:pt x="639419" y="315823"/>
                </a:lnTo>
                <a:lnTo>
                  <a:pt x="617702" y="352425"/>
                </a:lnTo>
                <a:lnTo>
                  <a:pt x="635063" y="439915"/>
                </a:lnTo>
                <a:lnTo>
                  <a:pt x="670852" y="403682"/>
                </a:lnTo>
                <a:lnTo>
                  <a:pt x="696950" y="341757"/>
                </a:lnTo>
                <a:lnTo>
                  <a:pt x="696950" y="596455"/>
                </a:lnTo>
                <a:lnTo>
                  <a:pt x="776300" y="596455"/>
                </a:lnTo>
                <a:lnTo>
                  <a:pt x="776300" y="312712"/>
                </a:lnTo>
                <a:lnTo>
                  <a:pt x="783412" y="323024"/>
                </a:lnTo>
                <a:lnTo>
                  <a:pt x="806780" y="355473"/>
                </a:lnTo>
                <a:lnTo>
                  <a:pt x="858685" y="305092"/>
                </a:lnTo>
                <a:lnTo>
                  <a:pt x="838060" y="285686"/>
                </a:lnTo>
                <a:lnTo>
                  <a:pt x="796874" y="247396"/>
                </a:lnTo>
                <a:lnTo>
                  <a:pt x="776300" y="228790"/>
                </a:lnTo>
                <a:lnTo>
                  <a:pt x="776300" y="193738"/>
                </a:lnTo>
                <a:lnTo>
                  <a:pt x="809828" y="193738"/>
                </a:lnTo>
                <a:lnTo>
                  <a:pt x="822401" y="204812"/>
                </a:lnTo>
                <a:lnTo>
                  <a:pt x="834974" y="217182"/>
                </a:lnTo>
                <a:lnTo>
                  <a:pt x="847585" y="230428"/>
                </a:lnTo>
                <a:lnTo>
                  <a:pt x="860209" y="244132"/>
                </a:lnTo>
                <a:lnTo>
                  <a:pt x="879094" y="220903"/>
                </a:lnTo>
                <a:lnTo>
                  <a:pt x="896975" y="196989"/>
                </a:lnTo>
                <a:lnTo>
                  <a:pt x="914006" y="172237"/>
                </a:lnTo>
                <a:lnTo>
                  <a:pt x="930313" y="146494"/>
                </a:lnTo>
                <a:lnTo>
                  <a:pt x="1114818" y="146494"/>
                </a:lnTo>
                <a:lnTo>
                  <a:pt x="1114628" y="272135"/>
                </a:lnTo>
                <a:lnTo>
                  <a:pt x="1114171" y="326009"/>
                </a:lnTo>
                <a:lnTo>
                  <a:pt x="1113294" y="373761"/>
                </a:lnTo>
                <a:lnTo>
                  <a:pt x="1096378" y="343395"/>
                </a:lnTo>
                <a:lnTo>
                  <a:pt x="1079766" y="314058"/>
                </a:lnTo>
                <a:lnTo>
                  <a:pt x="1063142" y="285584"/>
                </a:lnTo>
                <a:lnTo>
                  <a:pt x="1046238" y="257848"/>
                </a:lnTo>
                <a:lnTo>
                  <a:pt x="983653" y="289852"/>
                </a:lnTo>
                <a:lnTo>
                  <a:pt x="994879" y="310184"/>
                </a:lnTo>
                <a:lnTo>
                  <a:pt x="1005649" y="330098"/>
                </a:lnTo>
                <a:lnTo>
                  <a:pt x="1026426" y="369189"/>
                </a:lnTo>
                <a:lnTo>
                  <a:pt x="919645" y="376809"/>
                </a:lnTo>
                <a:lnTo>
                  <a:pt x="1014234" y="215074"/>
                </a:lnTo>
                <a:lnTo>
                  <a:pt x="937933" y="183070"/>
                </a:lnTo>
                <a:lnTo>
                  <a:pt x="910666" y="246062"/>
                </a:lnTo>
                <a:lnTo>
                  <a:pt x="885520" y="297865"/>
                </a:lnTo>
                <a:lnTo>
                  <a:pt x="862418" y="338607"/>
                </a:lnTo>
                <a:lnTo>
                  <a:pt x="822020" y="387477"/>
                </a:lnTo>
                <a:lnTo>
                  <a:pt x="846493" y="456158"/>
                </a:lnTo>
                <a:lnTo>
                  <a:pt x="885380" y="449541"/>
                </a:lnTo>
                <a:lnTo>
                  <a:pt x="933564" y="443344"/>
                </a:lnTo>
                <a:lnTo>
                  <a:pt x="991196" y="437438"/>
                </a:lnTo>
                <a:lnTo>
                  <a:pt x="1058430" y="431673"/>
                </a:lnTo>
                <a:lnTo>
                  <a:pt x="1070622" y="457682"/>
                </a:lnTo>
                <a:lnTo>
                  <a:pt x="1111770" y="437769"/>
                </a:lnTo>
                <a:lnTo>
                  <a:pt x="1106817" y="475576"/>
                </a:lnTo>
                <a:lnTo>
                  <a:pt x="1076718" y="506260"/>
                </a:lnTo>
                <a:lnTo>
                  <a:pt x="1053858" y="509498"/>
                </a:lnTo>
                <a:lnTo>
                  <a:pt x="1031824" y="509206"/>
                </a:lnTo>
                <a:lnTo>
                  <a:pt x="1006792" y="508355"/>
                </a:lnTo>
                <a:lnTo>
                  <a:pt x="978585" y="506920"/>
                </a:lnTo>
                <a:lnTo>
                  <a:pt x="947077" y="504926"/>
                </a:lnTo>
                <a:lnTo>
                  <a:pt x="951649" y="523824"/>
                </a:lnTo>
                <a:lnTo>
                  <a:pt x="956221" y="544029"/>
                </a:lnTo>
                <a:lnTo>
                  <a:pt x="960793" y="565658"/>
                </a:lnTo>
                <a:lnTo>
                  <a:pt x="965365" y="588835"/>
                </a:lnTo>
                <a:lnTo>
                  <a:pt x="1008849" y="589432"/>
                </a:lnTo>
                <a:lnTo>
                  <a:pt x="1075182" y="587768"/>
                </a:lnTo>
                <a:lnTo>
                  <a:pt x="1115783" y="582701"/>
                </a:lnTo>
                <a:lnTo>
                  <a:pt x="1162151" y="552259"/>
                </a:lnTo>
                <a:lnTo>
                  <a:pt x="1181582" y="514083"/>
                </a:lnTo>
                <a:lnTo>
                  <a:pt x="1189583" y="462254"/>
                </a:lnTo>
                <a:lnTo>
                  <a:pt x="1191679" y="392620"/>
                </a:lnTo>
                <a:lnTo>
                  <a:pt x="1192364" y="350469"/>
                </a:lnTo>
                <a:lnTo>
                  <a:pt x="1192631" y="303568"/>
                </a:lnTo>
                <a:lnTo>
                  <a:pt x="1193380" y="262166"/>
                </a:lnTo>
                <a:lnTo>
                  <a:pt x="1193825" y="218440"/>
                </a:lnTo>
                <a:lnTo>
                  <a:pt x="1194054" y="172224"/>
                </a:lnTo>
                <a:lnTo>
                  <a:pt x="1194155" y="7172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868" y="2010437"/>
            <a:ext cx="9005420" cy="47211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7847" y="1524"/>
            <a:ext cx="10084435" cy="7559040"/>
            <a:chOff x="307847" y="1524"/>
            <a:chExt cx="10084435" cy="75590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4965" y="7257757"/>
              <a:ext cx="1474996" cy="2813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6149" y="7326535"/>
              <a:ext cx="94488" cy="13115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41117" y="7268527"/>
              <a:ext cx="105251" cy="18611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75324" y="7326535"/>
              <a:ext cx="109823" cy="13115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5628" y="7326535"/>
              <a:ext cx="103727" cy="12811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39167" y="7329582"/>
              <a:ext cx="118967" cy="18459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7946" y="7329582"/>
              <a:ext cx="103727" cy="12811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22822" y="7276147"/>
              <a:ext cx="199834" cy="20135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66852" y="7277163"/>
              <a:ext cx="237934" cy="1778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30694" y="7277671"/>
              <a:ext cx="131159" cy="18002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7847" y="1524"/>
              <a:ext cx="10084308" cy="75590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4020" y="727614"/>
            <a:ext cx="219710" cy="441325"/>
          </a:xfrm>
          <a:custGeom>
            <a:avLst/>
            <a:gdLst/>
            <a:ahLst/>
            <a:cxnLst/>
            <a:rect l="l" t="t" r="r" b="b"/>
            <a:pathLst>
              <a:path w="219709" h="441325">
                <a:moveTo>
                  <a:pt x="62484" y="440817"/>
                </a:moveTo>
                <a:lnTo>
                  <a:pt x="45648" y="439983"/>
                </a:lnTo>
                <a:lnTo>
                  <a:pt x="29527" y="437578"/>
                </a:lnTo>
                <a:lnTo>
                  <a:pt x="14263" y="433744"/>
                </a:lnTo>
                <a:lnTo>
                  <a:pt x="0" y="428625"/>
                </a:lnTo>
                <a:lnTo>
                  <a:pt x="0" y="337089"/>
                </a:lnTo>
                <a:lnTo>
                  <a:pt x="12858" y="345090"/>
                </a:lnTo>
                <a:lnTo>
                  <a:pt x="26289" y="350805"/>
                </a:lnTo>
                <a:lnTo>
                  <a:pt x="40290" y="354234"/>
                </a:lnTo>
                <a:lnTo>
                  <a:pt x="54864" y="355377"/>
                </a:lnTo>
                <a:lnTo>
                  <a:pt x="84644" y="349353"/>
                </a:lnTo>
                <a:lnTo>
                  <a:pt x="105584" y="331184"/>
                </a:lnTo>
                <a:lnTo>
                  <a:pt x="117952" y="300728"/>
                </a:lnTo>
                <a:lnTo>
                  <a:pt x="122015" y="257841"/>
                </a:lnTo>
                <a:lnTo>
                  <a:pt x="122015" y="0"/>
                </a:lnTo>
                <a:lnTo>
                  <a:pt x="219551" y="0"/>
                </a:lnTo>
                <a:lnTo>
                  <a:pt x="219551" y="260889"/>
                </a:lnTo>
                <a:lnTo>
                  <a:pt x="216979" y="301766"/>
                </a:lnTo>
                <a:lnTo>
                  <a:pt x="196405" y="368126"/>
                </a:lnTo>
                <a:lnTo>
                  <a:pt x="156433" y="413813"/>
                </a:lnTo>
                <a:lnTo>
                  <a:pt x="98170" y="437721"/>
                </a:lnTo>
                <a:lnTo>
                  <a:pt x="62484" y="44081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04620" y="843533"/>
            <a:ext cx="946150" cy="325120"/>
          </a:xfrm>
          <a:custGeom>
            <a:avLst/>
            <a:gdLst/>
            <a:ahLst/>
            <a:cxnLst/>
            <a:rect l="l" t="t" r="r" b="b"/>
            <a:pathLst>
              <a:path w="946150" h="325119">
                <a:moveTo>
                  <a:pt x="280606" y="132689"/>
                </a:moveTo>
                <a:lnTo>
                  <a:pt x="275297" y="84950"/>
                </a:lnTo>
                <a:lnTo>
                  <a:pt x="259397" y="47802"/>
                </a:lnTo>
                <a:lnTo>
                  <a:pt x="195745" y="5321"/>
                </a:lnTo>
                <a:lnTo>
                  <a:pt x="148018" y="0"/>
                </a:lnTo>
                <a:lnTo>
                  <a:pt x="133705" y="571"/>
                </a:lnTo>
                <a:lnTo>
                  <a:pt x="118402" y="2286"/>
                </a:lnTo>
                <a:lnTo>
                  <a:pt x="102273" y="5143"/>
                </a:lnTo>
                <a:lnTo>
                  <a:pt x="85432" y="9144"/>
                </a:lnTo>
                <a:lnTo>
                  <a:pt x="69151" y="12839"/>
                </a:lnTo>
                <a:lnTo>
                  <a:pt x="54571" y="16954"/>
                </a:lnTo>
                <a:lnTo>
                  <a:pt x="41719" y="21361"/>
                </a:lnTo>
                <a:lnTo>
                  <a:pt x="30568" y="25908"/>
                </a:lnTo>
                <a:lnTo>
                  <a:pt x="30568" y="97637"/>
                </a:lnTo>
                <a:lnTo>
                  <a:pt x="56007" y="83629"/>
                </a:lnTo>
                <a:lnTo>
                  <a:pt x="82003" y="73634"/>
                </a:lnTo>
                <a:lnTo>
                  <a:pt x="108585" y="67627"/>
                </a:lnTo>
                <a:lnTo>
                  <a:pt x="135724" y="65633"/>
                </a:lnTo>
                <a:lnTo>
                  <a:pt x="159791" y="68770"/>
                </a:lnTo>
                <a:lnTo>
                  <a:pt x="176961" y="78206"/>
                </a:lnTo>
                <a:lnTo>
                  <a:pt x="187261" y="93916"/>
                </a:lnTo>
                <a:lnTo>
                  <a:pt x="190690" y="115925"/>
                </a:lnTo>
                <a:lnTo>
                  <a:pt x="190690" y="170878"/>
                </a:lnTo>
                <a:lnTo>
                  <a:pt x="186309" y="217170"/>
                </a:lnTo>
                <a:lnTo>
                  <a:pt x="154101" y="251739"/>
                </a:lnTo>
                <a:lnTo>
                  <a:pt x="129628" y="256324"/>
                </a:lnTo>
                <a:lnTo>
                  <a:pt x="120802" y="255727"/>
                </a:lnTo>
                <a:lnTo>
                  <a:pt x="89077" y="227342"/>
                </a:lnTo>
                <a:lnTo>
                  <a:pt x="114198" y="182791"/>
                </a:lnTo>
                <a:lnTo>
                  <a:pt x="190690" y="170878"/>
                </a:lnTo>
                <a:lnTo>
                  <a:pt x="190690" y="115925"/>
                </a:lnTo>
                <a:lnTo>
                  <a:pt x="106768" y="126593"/>
                </a:lnTo>
                <a:lnTo>
                  <a:pt x="60515" y="138938"/>
                </a:lnTo>
                <a:lnTo>
                  <a:pt x="27101" y="160172"/>
                </a:lnTo>
                <a:lnTo>
                  <a:pt x="0" y="230314"/>
                </a:lnTo>
                <a:lnTo>
                  <a:pt x="1701" y="250952"/>
                </a:lnTo>
                <a:lnTo>
                  <a:pt x="25996" y="298996"/>
                </a:lnTo>
                <a:lnTo>
                  <a:pt x="75933" y="323215"/>
                </a:lnTo>
                <a:lnTo>
                  <a:pt x="97624" y="324904"/>
                </a:lnTo>
                <a:lnTo>
                  <a:pt x="125653" y="321525"/>
                </a:lnTo>
                <a:lnTo>
                  <a:pt x="150253" y="311569"/>
                </a:lnTo>
                <a:lnTo>
                  <a:pt x="171437" y="295325"/>
                </a:lnTo>
                <a:lnTo>
                  <a:pt x="189166" y="273088"/>
                </a:lnTo>
                <a:lnTo>
                  <a:pt x="190690" y="273088"/>
                </a:lnTo>
                <a:lnTo>
                  <a:pt x="190690" y="317284"/>
                </a:lnTo>
                <a:lnTo>
                  <a:pt x="280606" y="317284"/>
                </a:lnTo>
                <a:lnTo>
                  <a:pt x="280606" y="273088"/>
                </a:lnTo>
                <a:lnTo>
                  <a:pt x="280606" y="256324"/>
                </a:lnTo>
                <a:lnTo>
                  <a:pt x="280606" y="170878"/>
                </a:lnTo>
                <a:lnTo>
                  <a:pt x="280606" y="132689"/>
                </a:lnTo>
                <a:close/>
              </a:path>
              <a:path w="946150" h="325119">
                <a:moveTo>
                  <a:pt x="649605" y="7620"/>
                </a:moveTo>
                <a:lnTo>
                  <a:pt x="549021" y="7620"/>
                </a:lnTo>
                <a:lnTo>
                  <a:pt x="494068" y="199834"/>
                </a:lnTo>
                <a:lnTo>
                  <a:pt x="490042" y="215252"/>
                </a:lnTo>
                <a:lnTo>
                  <a:pt x="487019" y="229374"/>
                </a:lnTo>
                <a:lnTo>
                  <a:pt x="484847" y="242100"/>
                </a:lnTo>
                <a:lnTo>
                  <a:pt x="483400" y="253276"/>
                </a:lnTo>
                <a:lnTo>
                  <a:pt x="481876" y="253276"/>
                </a:lnTo>
                <a:lnTo>
                  <a:pt x="481063" y="241223"/>
                </a:lnTo>
                <a:lnTo>
                  <a:pt x="478828" y="228041"/>
                </a:lnTo>
                <a:lnTo>
                  <a:pt x="475437" y="213753"/>
                </a:lnTo>
                <a:lnTo>
                  <a:pt x="417868" y="7620"/>
                </a:lnTo>
                <a:lnTo>
                  <a:pt x="317182" y="7620"/>
                </a:lnTo>
                <a:lnTo>
                  <a:pt x="425488" y="317284"/>
                </a:lnTo>
                <a:lnTo>
                  <a:pt x="533781" y="317284"/>
                </a:lnTo>
                <a:lnTo>
                  <a:pt x="649605" y="7620"/>
                </a:lnTo>
                <a:close/>
              </a:path>
              <a:path w="946150" h="325119">
                <a:moveTo>
                  <a:pt x="945553" y="132689"/>
                </a:moveTo>
                <a:lnTo>
                  <a:pt x="940396" y="84950"/>
                </a:lnTo>
                <a:lnTo>
                  <a:pt x="932307" y="65633"/>
                </a:lnTo>
                <a:lnTo>
                  <a:pt x="924839" y="47802"/>
                </a:lnTo>
                <a:lnTo>
                  <a:pt x="898740" y="21259"/>
                </a:lnTo>
                <a:lnTo>
                  <a:pt x="861974" y="5321"/>
                </a:lnTo>
                <a:lnTo>
                  <a:pt x="814387" y="0"/>
                </a:lnTo>
                <a:lnTo>
                  <a:pt x="799426" y="571"/>
                </a:lnTo>
                <a:lnTo>
                  <a:pt x="784199" y="2286"/>
                </a:lnTo>
                <a:lnTo>
                  <a:pt x="768426" y="5143"/>
                </a:lnTo>
                <a:lnTo>
                  <a:pt x="751801" y="9144"/>
                </a:lnTo>
                <a:lnTo>
                  <a:pt x="735520" y="12839"/>
                </a:lnTo>
                <a:lnTo>
                  <a:pt x="720940" y="16954"/>
                </a:lnTo>
                <a:lnTo>
                  <a:pt x="708088" y="21361"/>
                </a:lnTo>
                <a:lnTo>
                  <a:pt x="696937" y="25908"/>
                </a:lnTo>
                <a:lnTo>
                  <a:pt x="696937" y="97637"/>
                </a:lnTo>
                <a:lnTo>
                  <a:pt x="722376" y="83629"/>
                </a:lnTo>
                <a:lnTo>
                  <a:pt x="748372" y="73634"/>
                </a:lnTo>
                <a:lnTo>
                  <a:pt x="774954" y="67627"/>
                </a:lnTo>
                <a:lnTo>
                  <a:pt x="802093" y="65633"/>
                </a:lnTo>
                <a:lnTo>
                  <a:pt x="826160" y="68770"/>
                </a:lnTo>
                <a:lnTo>
                  <a:pt x="843330" y="78206"/>
                </a:lnTo>
                <a:lnTo>
                  <a:pt x="853630" y="93916"/>
                </a:lnTo>
                <a:lnTo>
                  <a:pt x="857059" y="115925"/>
                </a:lnTo>
                <a:lnTo>
                  <a:pt x="857059" y="170878"/>
                </a:lnTo>
                <a:lnTo>
                  <a:pt x="852678" y="217170"/>
                </a:lnTo>
                <a:lnTo>
                  <a:pt x="820470" y="251739"/>
                </a:lnTo>
                <a:lnTo>
                  <a:pt x="795997" y="256324"/>
                </a:lnTo>
                <a:lnTo>
                  <a:pt x="787171" y="255727"/>
                </a:lnTo>
                <a:lnTo>
                  <a:pt x="755446" y="227342"/>
                </a:lnTo>
                <a:lnTo>
                  <a:pt x="780567" y="182791"/>
                </a:lnTo>
                <a:lnTo>
                  <a:pt x="857059" y="170878"/>
                </a:lnTo>
                <a:lnTo>
                  <a:pt x="857059" y="115925"/>
                </a:lnTo>
                <a:lnTo>
                  <a:pt x="773137" y="126593"/>
                </a:lnTo>
                <a:lnTo>
                  <a:pt x="726236" y="138938"/>
                </a:lnTo>
                <a:lnTo>
                  <a:pt x="692899" y="160172"/>
                </a:lnTo>
                <a:lnTo>
                  <a:pt x="666369" y="230314"/>
                </a:lnTo>
                <a:lnTo>
                  <a:pt x="668070" y="250952"/>
                </a:lnTo>
                <a:lnTo>
                  <a:pt x="692365" y="298996"/>
                </a:lnTo>
                <a:lnTo>
                  <a:pt x="741667" y="323215"/>
                </a:lnTo>
                <a:lnTo>
                  <a:pt x="762469" y="324904"/>
                </a:lnTo>
                <a:lnTo>
                  <a:pt x="791375" y="321525"/>
                </a:lnTo>
                <a:lnTo>
                  <a:pt x="816432" y="311569"/>
                </a:lnTo>
                <a:lnTo>
                  <a:pt x="837780" y="295325"/>
                </a:lnTo>
                <a:lnTo>
                  <a:pt x="855535" y="273088"/>
                </a:lnTo>
                <a:lnTo>
                  <a:pt x="855535" y="317284"/>
                </a:lnTo>
                <a:lnTo>
                  <a:pt x="945553" y="317284"/>
                </a:lnTo>
                <a:lnTo>
                  <a:pt x="945553" y="273088"/>
                </a:lnTo>
                <a:lnTo>
                  <a:pt x="945553" y="256324"/>
                </a:lnTo>
                <a:lnTo>
                  <a:pt x="945553" y="170878"/>
                </a:lnTo>
                <a:lnTo>
                  <a:pt x="945553" y="13268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211133" y="721524"/>
            <a:ext cx="593725" cy="447040"/>
          </a:xfrm>
          <a:custGeom>
            <a:avLst/>
            <a:gdLst/>
            <a:ahLst/>
            <a:cxnLst/>
            <a:rect l="l" t="t" r="r" b="b"/>
            <a:pathLst>
              <a:path w="593725" h="447040">
                <a:moveTo>
                  <a:pt x="297370" y="317271"/>
                </a:moveTo>
                <a:lnTo>
                  <a:pt x="289750" y="271551"/>
                </a:lnTo>
                <a:lnTo>
                  <a:pt x="266890" y="236410"/>
                </a:lnTo>
                <a:lnTo>
                  <a:pt x="231838" y="208978"/>
                </a:lnTo>
                <a:lnTo>
                  <a:pt x="196824" y="191185"/>
                </a:lnTo>
                <a:lnTo>
                  <a:pt x="184492" y="186118"/>
                </a:lnTo>
                <a:lnTo>
                  <a:pt x="175399" y="181813"/>
                </a:lnTo>
                <a:lnTo>
                  <a:pt x="136296" y="163245"/>
                </a:lnTo>
                <a:lnTo>
                  <a:pt x="125056" y="155536"/>
                </a:lnTo>
                <a:lnTo>
                  <a:pt x="117436" y="150964"/>
                </a:lnTo>
                <a:lnTo>
                  <a:pt x="108292" y="138772"/>
                </a:lnTo>
                <a:lnTo>
                  <a:pt x="105244" y="132676"/>
                </a:lnTo>
                <a:lnTo>
                  <a:pt x="103720" y="126580"/>
                </a:lnTo>
                <a:lnTo>
                  <a:pt x="103720" y="112864"/>
                </a:lnTo>
                <a:lnTo>
                  <a:pt x="105244" y="106768"/>
                </a:lnTo>
                <a:lnTo>
                  <a:pt x="108292" y="102196"/>
                </a:lnTo>
                <a:lnTo>
                  <a:pt x="111340" y="96100"/>
                </a:lnTo>
                <a:lnTo>
                  <a:pt x="115912" y="91528"/>
                </a:lnTo>
                <a:lnTo>
                  <a:pt x="122008" y="88480"/>
                </a:lnTo>
                <a:lnTo>
                  <a:pt x="129628" y="83908"/>
                </a:lnTo>
                <a:lnTo>
                  <a:pt x="167373" y="76555"/>
                </a:lnTo>
                <a:lnTo>
                  <a:pt x="175348" y="76288"/>
                </a:lnTo>
                <a:lnTo>
                  <a:pt x="187731" y="76479"/>
                </a:lnTo>
                <a:lnTo>
                  <a:pt x="227266" y="83908"/>
                </a:lnTo>
                <a:lnTo>
                  <a:pt x="234124" y="85344"/>
                </a:lnTo>
                <a:lnTo>
                  <a:pt x="272478" y="102489"/>
                </a:lnTo>
                <a:lnTo>
                  <a:pt x="277558" y="106768"/>
                </a:lnTo>
                <a:lnTo>
                  <a:pt x="277558" y="16764"/>
                </a:lnTo>
                <a:lnTo>
                  <a:pt x="230314" y="3048"/>
                </a:lnTo>
                <a:lnTo>
                  <a:pt x="186499" y="266"/>
                </a:lnTo>
                <a:lnTo>
                  <a:pt x="170776" y="0"/>
                </a:lnTo>
                <a:lnTo>
                  <a:pt x="153682" y="330"/>
                </a:lnTo>
                <a:lnTo>
                  <a:pt x="105244" y="7620"/>
                </a:lnTo>
                <a:lnTo>
                  <a:pt x="62941" y="23050"/>
                </a:lnTo>
                <a:lnTo>
                  <a:pt x="29718" y="48018"/>
                </a:lnTo>
                <a:lnTo>
                  <a:pt x="7708" y="82461"/>
                </a:lnTo>
                <a:lnTo>
                  <a:pt x="0" y="128104"/>
                </a:lnTo>
                <a:lnTo>
                  <a:pt x="1689" y="148983"/>
                </a:lnTo>
                <a:lnTo>
                  <a:pt x="14782" y="185623"/>
                </a:lnTo>
                <a:lnTo>
                  <a:pt x="39928" y="215887"/>
                </a:lnTo>
                <a:lnTo>
                  <a:pt x="77165" y="242074"/>
                </a:lnTo>
                <a:lnTo>
                  <a:pt x="110680" y="256857"/>
                </a:lnTo>
                <a:lnTo>
                  <a:pt x="120103" y="260845"/>
                </a:lnTo>
                <a:lnTo>
                  <a:pt x="160820" y="280936"/>
                </a:lnTo>
                <a:lnTo>
                  <a:pt x="192112" y="309651"/>
                </a:lnTo>
                <a:lnTo>
                  <a:pt x="195160" y="317271"/>
                </a:lnTo>
                <a:lnTo>
                  <a:pt x="195160" y="332511"/>
                </a:lnTo>
                <a:lnTo>
                  <a:pt x="193636" y="338607"/>
                </a:lnTo>
                <a:lnTo>
                  <a:pt x="190588" y="343179"/>
                </a:lnTo>
                <a:lnTo>
                  <a:pt x="187540" y="349275"/>
                </a:lnTo>
                <a:lnTo>
                  <a:pt x="182968" y="353847"/>
                </a:lnTo>
                <a:lnTo>
                  <a:pt x="176872" y="356895"/>
                </a:lnTo>
                <a:lnTo>
                  <a:pt x="170776" y="361467"/>
                </a:lnTo>
                <a:lnTo>
                  <a:pt x="163156" y="364515"/>
                </a:lnTo>
                <a:lnTo>
                  <a:pt x="154012" y="366039"/>
                </a:lnTo>
                <a:lnTo>
                  <a:pt x="146875" y="367868"/>
                </a:lnTo>
                <a:lnTo>
                  <a:pt x="139153" y="368795"/>
                </a:lnTo>
                <a:lnTo>
                  <a:pt x="130873" y="369138"/>
                </a:lnTo>
                <a:lnTo>
                  <a:pt x="122008" y="369189"/>
                </a:lnTo>
                <a:lnTo>
                  <a:pt x="106032" y="368579"/>
                </a:lnTo>
                <a:lnTo>
                  <a:pt x="59436" y="358419"/>
                </a:lnTo>
                <a:lnTo>
                  <a:pt x="15925" y="336130"/>
                </a:lnTo>
                <a:lnTo>
                  <a:pt x="3048" y="326415"/>
                </a:lnTo>
                <a:lnTo>
                  <a:pt x="3048" y="422529"/>
                </a:lnTo>
                <a:lnTo>
                  <a:pt x="42481" y="437095"/>
                </a:lnTo>
                <a:lnTo>
                  <a:pt x="90944" y="445008"/>
                </a:lnTo>
                <a:lnTo>
                  <a:pt x="125056" y="446913"/>
                </a:lnTo>
                <a:lnTo>
                  <a:pt x="142798" y="446366"/>
                </a:lnTo>
                <a:lnTo>
                  <a:pt x="190588" y="439293"/>
                </a:lnTo>
                <a:lnTo>
                  <a:pt x="233527" y="424510"/>
                </a:lnTo>
                <a:lnTo>
                  <a:pt x="267462" y="399859"/>
                </a:lnTo>
                <a:lnTo>
                  <a:pt x="289648" y="365112"/>
                </a:lnTo>
                <a:lnTo>
                  <a:pt x="296506" y="334733"/>
                </a:lnTo>
                <a:lnTo>
                  <a:pt x="297370" y="317271"/>
                </a:lnTo>
                <a:close/>
              </a:path>
              <a:path w="593725" h="447040">
                <a:moveTo>
                  <a:pt x="593217" y="137248"/>
                </a:moveTo>
                <a:lnTo>
                  <a:pt x="578904" y="131013"/>
                </a:lnTo>
                <a:lnTo>
                  <a:pt x="561022" y="126199"/>
                </a:lnTo>
                <a:lnTo>
                  <a:pt x="539419" y="123113"/>
                </a:lnTo>
                <a:lnTo>
                  <a:pt x="513969" y="122008"/>
                </a:lnTo>
                <a:lnTo>
                  <a:pt x="476135" y="124879"/>
                </a:lnTo>
                <a:lnTo>
                  <a:pt x="413143" y="147777"/>
                </a:lnTo>
                <a:lnTo>
                  <a:pt x="367118" y="192697"/>
                </a:lnTo>
                <a:lnTo>
                  <a:pt x="343141" y="254457"/>
                </a:lnTo>
                <a:lnTo>
                  <a:pt x="340042" y="291363"/>
                </a:lnTo>
                <a:lnTo>
                  <a:pt x="342887" y="324192"/>
                </a:lnTo>
                <a:lnTo>
                  <a:pt x="365188" y="380174"/>
                </a:lnTo>
                <a:lnTo>
                  <a:pt x="408000" y="421843"/>
                </a:lnTo>
                <a:lnTo>
                  <a:pt x="466229" y="444080"/>
                </a:lnTo>
                <a:lnTo>
                  <a:pt x="500253" y="446913"/>
                </a:lnTo>
                <a:lnTo>
                  <a:pt x="528485" y="445528"/>
                </a:lnTo>
                <a:lnTo>
                  <a:pt x="553593" y="441579"/>
                </a:lnTo>
                <a:lnTo>
                  <a:pt x="575259" y="435343"/>
                </a:lnTo>
                <a:lnTo>
                  <a:pt x="593217" y="427101"/>
                </a:lnTo>
                <a:lnTo>
                  <a:pt x="593217" y="350799"/>
                </a:lnTo>
                <a:lnTo>
                  <a:pt x="575830" y="360819"/>
                </a:lnTo>
                <a:lnTo>
                  <a:pt x="558165" y="367995"/>
                </a:lnTo>
                <a:lnTo>
                  <a:pt x="540486" y="372313"/>
                </a:lnTo>
                <a:lnTo>
                  <a:pt x="523113" y="373761"/>
                </a:lnTo>
                <a:lnTo>
                  <a:pt x="503897" y="372287"/>
                </a:lnTo>
                <a:lnTo>
                  <a:pt x="460527" y="349275"/>
                </a:lnTo>
                <a:lnTo>
                  <a:pt x="439102" y="304698"/>
                </a:lnTo>
                <a:lnTo>
                  <a:pt x="437667" y="285267"/>
                </a:lnTo>
                <a:lnTo>
                  <a:pt x="439102" y="265544"/>
                </a:lnTo>
                <a:lnTo>
                  <a:pt x="460527" y="219646"/>
                </a:lnTo>
                <a:lnTo>
                  <a:pt x="506679" y="196710"/>
                </a:lnTo>
                <a:lnTo>
                  <a:pt x="526161" y="195262"/>
                </a:lnTo>
                <a:lnTo>
                  <a:pt x="544131" y="196684"/>
                </a:lnTo>
                <a:lnTo>
                  <a:pt x="561403" y="200977"/>
                </a:lnTo>
                <a:lnTo>
                  <a:pt x="577799" y="208114"/>
                </a:lnTo>
                <a:lnTo>
                  <a:pt x="593217" y="218122"/>
                </a:lnTo>
                <a:lnTo>
                  <a:pt x="593217" y="13724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65399" y="704760"/>
            <a:ext cx="349250" cy="456565"/>
          </a:xfrm>
          <a:custGeom>
            <a:avLst/>
            <a:gdLst/>
            <a:ahLst/>
            <a:cxnLst/>
            <a:rect l="l" t="t" r="r" b="b"/>
            <a:pathLst>
              <a:path w="349250" h="456565">
                <a:moveTo>
                  <a:pt x="201256" y="144868"/>
                </a:moveTo>
                <a:lnTo>
                  <a:pt x="196684" y="143344"/>
                </a:lnTo>
                <a:lnTo>
                  <a:pt x="187540" y="141820"/>
                </a:lnTo>
                <a:lnTo>
                  <a:pt x="178396" y="141820"/>
                </a:lnTo>
                <a:lnTo>
                  <a:pt x="150977" y="145808"/>
                </a:lnTo>
                <a:lnTo>
                  <a:pt x="128257" y="157645"/>
                </a:lnTo>
                <a:lnTo>
                  <a:pt x="110388" y="177228"/>
                </a:lnTo>
                <a:lnTo>
                  <a:pt x="97536" y="204406"/>
                </a:lnTo>
                <a:lnTo>
                  <a:pt x="96012" y="204406"/>
                </a:lnTo>
                <a:lnTo>
                  <a:pt x="96012" y="146392"/>
                </a:lnTo>
                <a:lnTo>
                  <a:pt x="0" y="146392"/>
                </a:lnTo>
                <a:lnTo>
                  <a:pt x="0" y="456057"/>
                </a:lnTo>
                <a:lnTo>
                  <a:pt x="96012" y="456057"/>
                </a:lnTo>
                <a:lnTo>
                  <a:pt x="96012" y="308127"/>
                </a:lnTo>
                <a:lnTo>
                  <a:pt x="97129" y="289572"/>
                </a:lnTo>
                <a:lnTo>
                  <a:pt x="112776" y="245554"/>
                </a:lnTo>
                <a:lnTo>
                  <a:pt x="147370" y="225412"/>
                </a:lnTo>
                <a:lnTo>
                  <a:pt x="161632" y="224218"/>
                </a:lnTo>
                <a:lnTo>
                  <a:pt x="172758" y="224790"/>
                </a:lnTo>
                <a:lnTo>
                  <a:pt x="183159" y="226504"/>
                </a:lnTo>
                <a:lnTo>
                  <a:pt x="192709" y="229362"/>
                </a:lnTo>
                <a:lnTo>
                  <a:pt x="201256" y="233362"/>
                </a:lnTo>
                <a:lnTo>
                  <a:pt x="201256" y="144868"/>
                </a:lnTo>
                <a:close/>
              </a:path>
              <a:path w="349250" h="456565">
                <a:moveTo>
                  <a:pt x="341566" y="146405"/>
                </a:moveTo>
                <a:lnTo>
                  <a:pt x="245452" y="146405"/>
                </a:lnTo>
                <a:lnTo>
                  <a:pt x="245452" y="456057"/>
                </a:lnTo>
                <a:lnTo>
                  <a:pt x="341566" y="456057"/>
                </a:lnTo>
                <a:lnTo>
                  <a:pt x="341566" y="146405"/>
                </a:lnTo>
                <a:close/>
              </a:path>
              <a:path w="349250" h="456565">
                <a:moveTo>
                  <a:pt x="349186" y="48768"/>
                </a:moveTo>
                <a:lnTo>
                  <a:pt x="333946" y="13716"/>
                </a:lnTo>
                <a:lnTo>
                  <a:pt x="294322" y="0"/>
                </a:lnTo>
                <a:lnTo>
                  <a:pt x="282562" y="850"/>
                </a:lnTo>
                <a:lnTo>
                  <a:pt x="247764" y="21120"/>
                </a:lnTo>
                <a:lnTo>
                  <a:pt x="239356" y="48768"/>
                </a:lnTo>
                <a:lnTo>
                  <a:pt x="240245" y="58762"/>
                </a:lnTo>
                <a:lnTo>
                  <a:pt x="263029" y="89916"/>
                </a:lnTo>
                <a:lnTo>
                  <a:pt x="294322" y="97624"/>
                </a:lnTo>
                <a:lnTo>
                  <a:pt x="306082" y="96774"/>
                </a:lnTo>
                <a:lnTo>
                  <a:pt x="340829" y="76708"/>
                </a:lnTo>
                <a:lnTo>
                  <a:pt x="349186" y="4876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86302" y="758100"/>
            <a:ext cx="568960" cy="544830"/>
          </a:xfrm>
          <a:custGeom>
            <a:avLst/>
            <a:gdLst/>
            <a:ahLst/>
            <a:cxnLst/>
            <a:rect l="l" t="t" r="r" b="b"/>
            <a:pathLst>
              <a:path w="568960" h="544830">
                <a:moveTo>
                  <a:pt x="320243" y="239547"/>
                </a:moveTo>
                <a:lnTo>
                  <a:pt x="312242" y="175653"/>
                </a:lnTo>
                <a:lnTo>
                  <a:pt x="296748" y="140398"/>
                </a:lnTo>
                <a:lnTo>
                  <a:pt x="288239" y="126682"/>
                </a:lnTo>
                <a:lnTo>
                  <a:pt x="270471" y="108623"/>
                </a:lnTo>
                <a:lnTo>
                  <a:pt x="249135" y="95732"/>
                </a:lnTo>
                <a:lnTo>
                  <a:pt x="224129" y="88036"/>
                </a:lnTo>
                <a:lnTo>
                  <a:pt x="224129" y="241071"/>
                </a:lnTo>
                <a:lnTo>
                  <a:pt x="222986" y="262534"/>
                </a:lnTo>
                <a:lnTo>
                  <a:pt x="205841" y="311175"/>
                </a:lnTo>
                <a:lnTo>
                  <a:pt x="170700" y="335483"/>
                </a:lnTo>
                <a:lnTo>
                  <a:pt x="155549" y="337185"/>
                </a:lnTo>
                <a:lnTo>
                  <a:pt x="142430" y="335788"/>
                </a:lnTo>
                <a:lnTo>
                  <a:pt x="103530" y="306158"/>
                </a:lnTo>
                <a:lnTo>
                  <a:pt x="94488" y="263931"/>
                </a:lnTo>
                <a:lnTo>
                  <a:pt x="94488" y="239547"/>
                </a:lnTo>
                <a:lnTo>
                  <a:pt x="104825" y="192951"/>
                </a:lnTo>
                <a:lnTo>
                  <a:pt x="133642" y="164401"/>
                </a:lnTo>
                <a:lnTo>
                  <a:pt x="160121" y="158686"/>
                </a:lnTo>
                <a:lnTo>
                  <a:pt x="188125" y="163830"/>
                </a:lnTo>
                <a:lnTo>
                  <a:pt x="208127" y="179273"/>
                </a:lnTo>
                <a:lnTo>
                  <a:pt x="220129" y="205016"/>
                </a:lnTo>
                <a:lnTo>
                  <a:pt x="224129" y="241071"/>
                </a:lnTo>
                <a:lnTo>
                  <a:pt x="224129" y="88036"/>
                </a:lnTo>
                <a:lnTo>
                  <a:pt x="195173" y="85432"/>
                </a:lnTo>
                <a:lnTo>
                  <a:pt x="165125" y="88874"/>
                </a:lnTo>
                <a:lnTo>
                  <a:pt x="138772" y="99161"/>
                </a:lnTo>
                <a:lnTo>
                  <a:pt x="115836" y="116344"/>
                </a:lnTo>
                <a:lnTo>
                  <a:pt x="96024" y="140398"/>
                </a:lnTo>
                <a:lnTo>
                  <a:pt x="96024" y="93052"/>
                </a:lnTo>
                <a:lnTo>
                  <a:pt x="0" y="93052"/>
                </a:lnTo>
                <a:lnTo>
                  <a:pt x="0" y="544639"/>
                </a:lnTo>
                <a:lnTo>
                  <a:pt x="96024" y="544639"/>
                </a:lnTo>
                <a:lnTo>
                  <a:pt x="96024" y="366141"/>
                </a:lnTo>
                <a:lnTo>
                  <a:pt x="112623" y="385267"/>
                </a:lnTo>
                <a:lnTo>
                  <a:pt x="132486" y="399097"/>
                </a:lnTo>
                <a:lnTo>
                  <a:pt x="155473" y="407504"/>
                </a:lnTo>
                <a:lnTo>
                  <a:pt x="181457" y="410337"/>
                </a:lnTo>
                <a:lnTo>
                  <a:pt x="211785" y="407238"/>
                </a:lnTo>
                <a:lnTo>
                  <a:pt x="238848" y="398145"/>
                </a:lnTo>
                <a:lnTo>
                  <a:pt x="262763" y="383336"/>
                </a:lnTo>
                <a:lnTo>
                  <a:pt x="280517" y="366141"/>
                </a:lnTo>
                <a:lnTo>
                  <a:pt x="283667" y="363093"/>
                </a:lnTo>
                <a:lnTo>
                  <a:pt x="299669" y="337362"/>
                </a:lnTo>
                <a:lnTo>
                  <a:pt x="299732" y="337185"/>
                </a:lnTo>
                <a:lnTo>
                  <a:pt x="311099" y="308178"/>
                </a:lnTo>
                <a:lnTo>
                  <a:pt x="317957" y="275577"/>
                </a:lnTo>
                <a:lnTo>
                  <a:pt x="320243" y="239547"/>
                </a:lnTo>
                <a:close/>
              </a:path>
              <a:path w="568960" h="544830">
                <a:moveTo>
                  <a:pt x="568845" y="93052"/>
                </a:moveTo>
                <a:lnTo>
                  <a:pt x="500164" y="93052"/>
                </a:lnTo>
                <a:lnTo>
                  <a:pt x="500164" y="0"/>
                </a:lnTo>
                <a:lnTo>
                  <a:pt x="405676" y="27520"/>
                </a:lnTo>
                <a:lnTo>
                  <a:pt x="405676" y="93052"/>
                </a:lnTo>
                <a:lnTo>
                  <a:pt x="355295" y="93052"/>
                </a:lnTo>
                <a:lnTo>
                  <a:pt x="355295" y="163258"/>
                </a:lnTo>
                <a:lnTo>
                  <a:pt x="405676" y="163258"/>
                </a:lnTo>
                <a:lnTo>
                  <a:pt x="405676" y="305079"/>
                </a:lnTo>
                <a:lnTo>
                  <a:pt x="411937" y="351142"/>
                </a:lnTo>
                <a:lnTo>
                  <a:pt x="430631" y="384035"/>
                </a:lnTo>
                <a:lnTo>
                  <a:pt x="461606" y="403758"/>
                </a:lnTo>
                <a:lnTo>
                  <a:pt x="504736" y="410337"/>
                </a:lnTo>
                <a:lnTo>
                  <a:pt x="525081" y="409498"/>
                </a:lnTo>
                <a:lnTo>
                  <a:pt x="542544" y="407098"/>
                </a:lnTo>
                <a:lnTo>
                  <a:pt x="557123" y="403263"/>
                </a:lnTo>
                <a:lnTo>
                  <a:pt x="568845" y="398145"/>
                </a:lnTo>
                <a:lnTo>
                  <a:pt x="568845" y="327939"/>
                </a:lnTo>
                <a:lnTo>
                  <a:pt x="560857" y="332003"/>
                </a:lnTo>
                <a:lnTo>
                  <a:pt x="553034" y="334886"/>
                </a:lnTo>
                <a:lnTo>
                  <a:pt x="545477" y="336613"/>
                </a:lnTo>
                <a:lnTo>
                  <a:pt x="538365" y="337185"/>
                </a:lnTo>
                <a:lnTo>
                  <a:pt x="521423" y="334048"/>
                </a:lnTo>
                <a:lnTo>
                  <a:pt x="509511" y="324751"/>
                </a:lnTo>
                <a:lnTo>
                  <a:pt x="502475" y="309460"/>
                </a:lnTo>
                <a:lnTo>
                  <a:pt x="500164" y="288315"/>
                </a:lnTo>
                <a:lnTo>
                  <a:pt x="500164" y="163258"/>
                </a:lnTo>
                <a:lnTo>
                  <a:pt x="568845" y="163258"/>
                </a:lnTo>
                <a:lnTo>
                  <a:pt x="568845" y="9305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044213" y="643699"/>
            <a:ext cx="1209675" cy="600075"/>
          </a:xfrm>
          <a:custGeom>
            <a:avLst/>
            <a:gdLst/>
            <a:ahLst/>
            <a:cxnLst/>
            <a:rect l="l" t="t" r="r" b="b"/>
            <a:pathLst>
              <a:path w="1209675" h="600075">
                <a:moveTo>
                  <a:pt x="256222" y="372249"/>
                </a:moveTo>
                <a:lnTo>
                  <a:pt x="212775" y="332003"/>
                </a:lnTo>
                <a:lnTo>
                  <a:pt x="178409" y="302044"/>
                </a:lnTo>
                <a:lnTo>
                  <a:pt x="161645" y="318808"/>
                </a:lnTo>
                <a:lnTo>
                  <a:pt x="161645" y="251752"/>
                </a:lnTo>
                <a:lnTo>
                  <a:pt x="230314" y="251752"/>
                </a:lnTo>
                <a:lnTo>
                  <a:pt x="230314" y="180022"/>
                </a:lnTo>
                <a:lnTo>
                  <a:pt x="161645" y="180022"/>
                </a:lnTo>
                <a:lnTo>
                  <a:pt x="161645" y="114401"/>
                </a:lnTo>
                <a:lnTo>
                  <a:pt x="161645" y="105257"/>
                </a:lnTo>
                <a:lnTo>
                  <a:pt x="179984" y="102704"/>
                </a:lnTo>
                <a:lnTo>
                  <a:pt x="198297" y="99733"/>
                </a:lnTo>
                <a:lnTo>
                  <a:pt x="234886" y="93065"/>
                </a:lnTo>
                <a:lnTo>
                  <a:pt x="216598" y="18288"/>
                </a:lnTo>
                <a:lnTo>
                  <a:pt x="158534" y="27520"/>
                </a:lnTo>
                <a:lnTo>
                  <a:pt x="103352" y="34569"/>
                </a:lnTo>
                <a:lnTo>
                  <a:pt x="51015" y="39611"/>
                </a:lnTo>
                <a:lnTo>
                  <a:pt x="1524" y="42773"/>
                </a:lnTo>
                <a:lnTo>
                  <a:pt x="4902" y="59626"/>
                </a:lnTo>
                <a:lnTo>
                  <a:pt x="8001" y="78206"/>
                </a:lnTo>
                <a:lnTo>
                  <a:pt x="10528" y="98488"/>
                </a:lnTo>
                <a:lnTo>
                  <a:pt x="12192" y="120497"/>
                </a:lnTo>
                <a:lnTo>
                  <a:pt x="48628" y="118021"/>
                </a:lnTo>
                <a:lnTo>
                  <a:pt x="66497" y="116420"/>
                </a:lnTo>
                <a:lnTo>
                  <a:pt x="83921" y="114401"/>
                </a:lnTo>
                <a:lnTo>
                  <a:pt x="83921" y="180022"/>
                </a:lnTo>
                <a:lnTo>
                  <a:pt x="4572" y="180022"/>
                </a:lnTo>
                <a:lnTo>
                  <a:pt x="4572" y="251752"/>
                </a:lnTo>
                <a:lnTo>
                  <a:pt x="73253" y="251752"/>
                </a:lnTo>
                <a:lnTo>
                  <a:pt x="56654" y="294081"/>
                </a:lnTo>
                <a:lnTo>
                  <a:pt x="38912" y="332003"/>
                </a:lnTo>
                <a:lnTo>
                  <a:pt x="20015" y="365633"/>
                </a:lnTo>
                <a:lnTo>
                  <a:pt x="0" y="395109"/>
                </a:lnTo>
                <a:lnTo>
                  <a:pt x="8597" y="420293"/>
                </a:lnTo>
                <a:lnTo>
                  <a:pt x="16192" y="445630"/>
                </a:lnTo>
                <a:lnTo>
                  <a:pt x="22936" y="471258"/>
                </a:lnTo>
                <a:lnTo>
                  <a:pt x="28956" y="497306"/>
                </a:lnTo>
                <a:lnTo>
                  <a:pt x="45300" y="466115"/>
                </a:lnTo>
                <a:lnTo>
                  <a:pt x="59905" y="434200"/>
                </a:lnTo>
                <a:lnTo>
                  <a:pt x="72771" y="401434"/>
                </a:lnTo>
                <a:lnTo>
                  <a:pt x="83921" y="367677"/>
                </a:lnTo>
                <a:lnTo>
                  <a:pt x="83921" y="599516"/>
                </a:lnTo>
                <a:lnTo>
                  <a:pt x="161645" y="599516"/>
                </a:lnTo>
                <a:lnTo>
                  <a:pt x="161645" y="375297"/>
                </a:lnTo>
                <a:lnTo>
                  <a:pt x="171945" y="386981"/>
                </a:lnTo>
                <a:lnTo>
                  <a:pt x="182257" y="399110"/>
                </a:lnTo>
                <a:lnTo>
                  <a:pt x="192582" y="411505"/>
                </a:lnTo>
                <a:lnTo>
                  <a:pt x="202882" y="424065"/>
                </a:lnTo>
                <a:lnTo>
                  <a:pt x="253085" y="375297"/>
                </a:lnTo>
                <a:lnTo>
                  <a:pt x="256222" y="372249"/>
                </a:lnTo>
                <a:close/>
              </a:path>
              <a:path w="1209675" h="600075">
                <a:moveTo>
                  <a:pt x="564261" y="28956"/>
                </a:moveTo>
                <a:lnTo>
                  <a:pt x="485013" y="28956"/>
                </a:lnTo>
                <a:lnTo>
                  <a:pt x="485013" y="97637"/>
                </a:lnTo>
                <a:lnTo>
                  <a:pt x="485013" y="160210"/>
                </a:lnTo>
                <a:lnTo>
                  <a:pt x="331000" y="160210"/>
                </a:lnTo>
                <a:lnTo>
                  <a:pt x="331000" y="97637"/>
                </a:lnTo>
                <a:lnTo>
                  <a:pt x="485013" y="97637"/>
                </a:lnTo>
                <a:lnTo>
                  <a:pt x="485013" y="28956"/>
                </a:lnTo>
                <a:lnTo>
                  <a:pt x="251650" y="28956"/>
                </a:lnTo>
                <a:lnTo>
                  <a:pt x="251650" y="230327"/>
                </a:lnTo>
                <a:lnTo>
                  <a:pt x="564261" y="230327"/>
                </a:lnTo>
                <a:lnTo>
                  <a:pt x="564261" y="160210"/>
                </a:lnTo>
                <a:lnTo>
                  <a:pt x="564261" y="97637"/>
                </a:lnTo>
                <a:lnTo>
                  <a:pt x="564261" y="28956"/>
                </a:lnTo>
                <a:close/>
              </a:path>
              <a:path w="1209675" h="600075">
                <a:moveTo>
                  <a:pt x="599313" y="511022"/>
                </a:moveTo>
                <a:lnTo>
                  <a:pt x="449872" y="511022"/>
                </a:lnTo>
                <a:lnTo>
                  <a:pt x="449872" y="459206"/>
                </a:lnTo>
                <a:lnTo>
                  <a:pt x="568833" y="459206"/>
                </a:lnTo>
                <a:lnTo>
                  <a:pt x="568833" y="392061"/>
                </a:lnTo>
                <a:lnTo>
                  <a:pt x="449872" y="392061"/>
                </a:lnTo>
                <a:lnTo>
                  <a:pt x="449872" y="341769"/>
                </a:lnTo>
                <a:lnTo>
                  <a:pt x="584073" y="341769"/>
                </a:lnTo>
                <a:lnTo>
                  <a:pt x="584073" y="271564"/>
                </a:lnTo>
                <a:lnTo>
                  <a:pt x="237934" y="271564"/>
                </a:lnTo>
                <a:lnTo>
                  <a:pt x="237934" y="341769"/>
                </a:lnTo>
                <a:lnTo>
                  <a:pt x="366052" y="341769"/>
                </a:lnTo>
                <a:lnTo>
                  <a:pt x="366052" y="392061"/>
                </a:lnTo>
                <a:lnTo>
                  <a:pt x="248602" y="392061"/>
                </a:lnTo>
                <a:lnTo>
                  <a:pt x="248602" y="459206"/>
                </a:lnTo>
                <a:lnTo>
                  <a:pt x="366052" y="459206"/>
                </a:lnTo>
                <a:lnTo>
                  <a:pt x="366052" y="511022"/>
                </a:lnTo>
                <a:lnTo>
                  <a:pt x="207454" y="511022"/>
                </a:lnTo>
                <a:lnTo>
                  <a:pt x="207454" y="581228"/>
                </a:lnTo>
                <a:lnTo>
                  <a:pt x="599313" y="581228"/>
                </a:lnTo>
                <a:lnTo>
                  <a:pt x="599313" y="511022"/>
                </a:lnTo>
                <a:close/>
              </a:path>
              <a:path w="1209675" h="600075">
                <a:moveTo>
                  <a:pt x="1209395" y="338620"/>
                </a:moveTo>
                <a:lnTo>
                  <a:pt x="1040130" y="338620"/>
                </a:lnTo>
                <a:lnTo>
                  <a:pt x="1095476" y="300520"/>
                </a:lnTo>
                <a:lnTo>
                  <a:pt x="1177391" y="244132"/>
                </a:lnTo>
                <a:lnTo>
                  <a:pt x="1177391" y="170878"/>
                </a:lnTo>
                <a:lnTo>
                  <a:pt x="1064514" y="170878"/>
                </a:lnTo>
                <a:lnTo>
                  <a:pt x="1064514" y="242608"/>
                </a:lnTo>
                <a:lnTo>
                  <a:pt x="977557" y="300520"/>
                </a:lnTo>
                <a:lnTo>
                  <a:pt x="892213" y="242608"/>
                </a:lnTo>
                <a:lnTo>
                  <a:pt x="1064514" y="242608"/>
                </a:lnTo>
                <a:lnTo>
                  <a:pt x="1064514" y="170878"/>
                </a:lnTo>
                <a:lnTo>
                  <a:pt x="785431" y="170878"/>
                </a:lnTo>
                <a:lnTo>
                  <a:pt x="785431" y="242608"/>
                </a:lnTo>
                <a:lnTo>
                  <a:pt x="867727" y="242608"/>
                </a:lnTo>
                <a:lnTo>
                  <a:pt x="825055" y="282232"/>
                </a:lnTo>
                <a:lnTo>
                  <a:pt x="847928" y="295109"/>
                </a:lnTo>
                <a:lnTo>
                  <a:pt x="870826" y="308711"/>
                </a:lnTo>
                <a:lnTo>
                  <a:pt x="893711" y="323164"/>
                </a:lnTo>
                <a:lnTo>
                  <a:pt x="916597" y="338620"/>
                </a:lnTo>
                <a:lnTo>
                  <a:pt x="762571" y="338620"/>
                </a:lnTo>
                <a:lnTo>
                  <a:pt x="762571" y="410349"/>
                </a:lnTo>
                <a:lnTo>
                  <a:pt x="940981" y="410349"/>
                </a:lnTo>
                <a:lnTo>
                  <a:pt x="940981" y="477494"/>
                </a:lnTo>
                <a:lnTo>
                  <a:pt x="938923" y="495503"/>
                </a:lnTo>
                <a:lnTo>
                  <a:pt x="932599" y="508355"/>
                </a:lnTo>
                <a:lnTo>
                  <a:pt x="921689" y="516077"/>
                </a:lnTo>
                <a:lnTo>
                  <a:pt x="905929" y="518642"/>
                </a:lnTo>
                <a:lnTo>
                  <a:pt x="893673" y="518375"/>
                </a:lnTo>
                <a:lnTo>
                  <a:pt x="822007" y="515594"/>
                </a:lnTo>
                <a:lnTo>
                  <a:pt x="826452" y="533781"/>
                </a:lnTo>
                <a:lnTo>
                  <a:pt x="830961" y="553554"/>
                </a:lnTo>
                <a:lnTo>
                  <a:pt x="835075" y="573747"/>
                </a:lnTo>
                <a:lnTo>
                  <a:pt x="838771" y="594944"/>
                </a:lnTo>
                <a:lnTo>
                  <a:pt x="883666" y="593775"/>
                </a:lnTo>
                <a:lnTo>
                  <a:pt x="947089" y="590867"/>
                </a:lnTo>
                <a:lnTo>
                  <a:pt x="989749" y="581418"/>
                </a:lnTo>
                <a:lnTo>
                  <a:pt x="1017371" y="554532"/>
                </a:lnTo>
                <a:lnTo>
                  <a:pt x="1025804" y="518642"/>
                </a:lnTo>
                <a:lnTo>
                  <a:pt x="1026325" y="508355"/>
                </a:lnTo>
                <a:lnTo>
                  <a:pt x="1026414" y="410349"/>
                </a:lnTo>
                <a:lnTo>
                  <a:pt x="1123950" y="410349"/>
                </a:lnTo>
                <a:lnTo>
                  <a:pt x="1087374" y="486638"/>
                </a:lnTo>
                <a:lnTo>
                  <a:pt x="1160627" y="507974"/>
                </a:lnTo>
                <a:lnTo>
                  <a:pt x="1209395" y="405777"/>
                </a:lnTo>
                <a:lnTo>
                  <a:pt x="1209395" y="338620"/>
                </a:lnTo>
                <a:close/>
              </a:path>
              <a:path w="1209675" h="600075">
                <a:moveTo>
                  <a:pt x="1209395" y="59537"/>
                </a:moveTo>
                <a:lnTo>
                  <a:pt x="997369" y="59537"/>
                </a:lnTo>
                <a:lnTo>
                  <a:pt x="972985" y="0"/>
                </a:lnTo>
                <a:lnTo>
                  <a:pt x="875347" y="22860"/>
                </a:lnTo>
                <a:lnTo>
                  <a:pt x="878192" y="30353"/>
                </a:lnTo>
                <a:lnTo>
                  <a:pt x="881722" y="38950"/>
                </a:lnTo>
                <a:lnTo>
                  <a:pt x="885520" y="48679"/>
                </a:lnTo>
                <a:lnTo>
                  <a:pt x="889165" y="59537"/>
                </a:lnTo>
                <a:lnTo>
                  <a:pt x="667981" y="59537"/>
                </a:lnTo>
                <a:lnTo>
                  <a:pt x="667981" y="265468"/>
                </a:lnTo>
                <a:lnTo>
                  <a:pt x="667118" y="325208"/>
                </a:lnTo>
                <a:lnTo>
                  <a:pt x="663079" y="379412"/>
                </a:lnTo>
                <a:lnTo>
                  <a:pt x="655980" y="428091"/>
                </a:lnTo>
                <a:lnTo>
                  <a:pt x="645972" y="471309"/>
                </a:lnTo>
                <a:lnTo>
                  <a:pt x="633171" y="509104"/>
                </a:lnTo>
                <a:lnTo>
                  <a:pt x="617689" y="541502"/>
                </a:lnTo>
                <a:lnTo>
                  <a:pt x="686269" y="599516"/>
                </a:lnTo>
                <a:lnTo>
                  <a:pt x="716368" y="533781"/>
                </a:lnTo>
                <a:lnTo>
                  <a:pt x="727583" y="492861"/>
                </a:lnTo>
                <a:lnTo>
                  <a:pt x="736257" y="446608"/>
                </a:lnTo>
                <a:lnTo>
                  <a:pt x="742429" y="395058"/>
                </a:lnTo>
                <a:lnTo>
                  <a:pt x="746112" y="338226"/>
                </a:lnTo>
                <a:lnTo>
                  <a:pt x="747217" y="282232"/>
                </a:lnTo>
                <a:lnTo>
                  <a:pt x="747331" y="132689"/>
                </a:lnTo>
                <a:lnTo>
                  <a:pt x="1209395" y="132689"/>
                </a:lnTo>
                <a:lnTo>
                  <a:pt x="1209395" y="59537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303680" y="1873186"/>
            <a:ext cx="3107055" cy="439420"/>
          </a:xfrm>
          <a:custGeom>
            <a:avLst/>
            <a:gdLst/>
            <a:ahLst/>
            <a:cxnLst/>
            <a:rect l="l" t="t" r="r" b="b"/>
            <a:pathLst>
              <a:path w="3107054" h="439419">
                <a:moveTo>
                  <a:pt x="346240" y="114401"/>
                </a:moveTo>
                <a:lnTo>
                  <a:pt x="314236" y="114401"/>
                </a:lnTo>
                <a:lnTo>
                  <a:pt x="314236" y="141833"/>
                </a:lnTo>
                <a:lnTo>
                  <a:pt x="314236" y="170878"/>
                </a:lnTo>
                <a:lnTo>
                  <a:pt x="111353" y="170878"/>
                </a:lnTo>
                <a:lnTo>
                  <a:pt x="111353" y="141833"/>
                </a:lnTo>
                <a:lnTo>
                  <a:pt x="314236" y="141833"/>
                </a:lnTo>
                <a:lnTo>
                  <a:pt x="314236" y="114401"/>
                </a:lnTo>
                <a:lnTo>
                  <a:pt x="79349" y="114401"/>
                </a:lnTo>
                <a:lnTo>
                  <a:pt x="79349" y="210502"/>
                </a:lnTo>
                <a:lnTo>
                  <a:pt x="111353" y="210502"/>
                </a:lnTo>
                <a:lnTo>
                  <a:pt x="111353" y="198310"/>
                </a:lnTo>
                <a:lnTo>
                  <a:pt x="314236" y="198310"/>
                </a:lnTo>
                <a:lnTo>
                  <a:pt x="314236" y="210502"/>
                </a:lnTo>
                <a:lnTo>
                  <a:pt x="346240" y="210502"/>
                </a:lnTo>
                <a:lnTo>
                  <a:pt x="346240" y="198310"/>
                </a:lnTo>
                <a:lnTo>
                  <a:pt x="346240" y="170878"/>
                </a:lnTo>
                <a:lnTo>
                  <a:pt x="346240" y="141833"/>
                </a:lnTo>
                <a:lnTo>
                  <a:pt x="346240" y="114401"/>
                </a:lnTo>
                <a:close/>
              </a:path>
              <a:path w="3107054" h="439419">
                <a:moveTo>
                  <a:pt x="387388" y="251752"/>
                </a:moveTo>
                <a:lnTo>
                  <a:pt x="382816" y="222694"/>
                </a:lnTo>
                <a:lnTo>
                  <a:pt x="136359" y="228117"/>
                </a:lnTo>
                <a:lnTo>
                  <a:pt x="26009" y="228790"/>
                </a:lnTo>
                <a:lnTo>
                  <a:pt x="28028" y="235673"/>
                </a:lnTo>
                <a:lnTo>
                  <a:pt x="29629" y="242709"/>
                </a:lnTo>
                <a:lnTo>
                  <a:pt x="30937" y="250050"/>
                </a:lnTo>
                <a:lnTo>
                  <a:pt x="32105" y="257848"/>
                </a:lnTo>
                <a:lnTo>
                  <a:pt x="199834" y="254800"/>
                </a:lnTo>
                <a:lnTo>
                  <a:pt x="271576" y="254533"/>
                </a:lnTo>
                <a:lnTo>
                  <a:pt x="387388" y="251752"/>
                </a:lnTo>
                <a:close/>
              </a:path>
              <a:path w="3107054" h="439419">
                <a:moveTo>
                  <a:pt x="414820" y="62585"/>
                </a:moveTo>
                <a:lnTo>
                  <a:pt x="305092" y="62585"/>
                </a:lnTo>
                <a:lnTo>
                  <a:pt x="317703" y="53162"/>
                </a:lnTo>
                <a:lnTo>
                  <a:pt x="330619" y="43294"/>
                </a:lnTo>
                <a:lnTo>
                  <a:pt x="344093" y="33147"/>
                </a:lnTo>
                <a:lnTo>
                  <a:pt x="358432" y="22860"/>
                </a:lnTo>
                <a:lnTo>
                  <a:pt x="334048" y="1524"/>
                </a:lnTo>
                <a:lnTo>
                  <a:pt x="321830" y="11836"/>
                </a:lnTo>
                <a:lnTo>
                  <a:pt x="308317" y="22301"/>
                </a:lnTo>
                <a:lnTo>
                  <a:pt x="293928" y="33070"/>
                </a:lnTo>
                <a:lnTo>
                  <a:pt x="279082" y="44297"/>
                </a:lnTo>
                <a:lnTo>
                  <a:pt x="297472" y="62585"/>
                </a:lnTo>
                <a:lnTo>
                  <a:pt x="228790" y="62585"/>
                </a:lnTo>
                <a:lnTo>
                  <a:pt x="228790" y="1524"/>
                </a:lnTo>
                <a:lnTo>
                  <a:pt x="196786" y="1524"/>
                </a:lnTo>
                <a:lnTo>
                  <a:pt x="196786" y="62585"/>
                </a:lnTo>
                <a:lnTo>
                  <a:pt x="126593" y="62585"/>
                </a:lnTo>
                <a:lnTo>
                  <a:pt x="146405" y="44297"/>
                </a:lnTo>
                <a:lnTo>
                  <a:pt x="134416" y="33934"/>
                </a:lnTo>
                <a:lnTo>
                  <a:pt x="121450" y="23444"/>
                </a:lnTo>
                <a:lnTo>
                  <a:pt x="93065" y="1524"/>
                </a:lnTo>
                <a:lnTo>
                  <a:pt x="70205" y="21336"/>
                </a:lnTo>
                <a:lnTo>
                  <a:pt x="82511" y="31648"/>
                </a:lnTo>
                <a:lnTo>
                  <a:pt x="94399" y="41960"/>
                </a:lnTo>
                <a:lnTo>
                  <a:pt x="117449" y="62585"/>
                </a:lnTo>
                <a:lnTo>
                  <a:pt x="10668" y="62585"/>
                </a:lnTo>
                <a:lnTo>
                  <a:pt x="10668" y="143357"/>
                </a:lnTo>
                <a:lnTo>
                  <a:pt x="42773" y="143357"/>
                </a:lnTo>
                <a:lnTo>
                  <a:pt x="42773" y="91541"/>
                </a:lnTo>
                <a:lnTo>
                  <a:pt x="384340" y="91541"/>
                </a:lnTo>
                <a:lnTo>
                  <a:pt x="384340" y="143357"/>
                </a:lnTo>
                <a:lnTo>
                  <a:pt x="414820" y="143357"/>
                </a:lnTo>
                <a:lnTo>
                  <a:pt x="414820" y="91541"/>
                </a:lnTo>
                <a:lnTo>
                  <a:pt x="414820" y="62585"/>
                </a:lnTo>
                <a:close/>
              </a:path>
              <a:path w="3107054" h="439419">
                <a:moveTo>
                  <a:pt x="425488" y="335572"/>
                </a:moveTo>
                <a:lnTo>
                  <a:pt x="231838" y="335572"/>
                </a:lnTo>
                <a:lnTo>
                  <a:pt x="231838" y="308140"/>
                </a:lnTo>
                <a:lnTo>
                  <a:pt x="381292" y="308140"/>
                </a:lnTo>
                <a:lnTo>
                  <a:pt x="381292" y="280708"/>
                </a:lnTo>
                <a:lnTo>
                  <a:pt x="231838" y="280708"/>
                </a:lnTo>
                <a:lnTo>
                  <a:pt x="231838" y="254800"/>
                </a:lnTo>
                <a:lnTo>
                  <a:pt x="199834" y="254800"/>
                </a:lnTo>
                <a:lnTo>
                  <a:pt x="199834" y="280708"/>
                </a:lnTo>
                <a:lnTo>
                  <a:pt x="32105" y="280708"/>
                </a:lnTo>
                <a:lnTo>
                  <a:pt x="32105" y="308140"/>
                </a:lnTo>
                <a:lnTo>
                  <a:pt x="199834" y="308140"/>
                </a:lnTo>
                <a:lnTo>
                  <a:pt x="199834" y="335572"/>
                </a:lnTo>
                <a:lnTo>
                  <a:pt x="0" y="335572"/>
                </a:lnTo>
                <a:lnTo>
                  <a:pt x="0" y="363105"/>
                </a:lnTo>
                <a:lnTo>
                  <a:pt x="199834" y="363105"/>
                </a:lnTo>
                <a:lnTo>
                  <a:pt x="199834" y="370725"/>
                </a:lnTo>
                <a:lnTo>
                  <a:pt x="198145" y="381838"/>
                </a:lnTo>
                <a:lnTo>
                  <a:pt x="193167" y="389966"/>
                </a:lnTo>
                <a:lnTo>
                  <a:pt x="185051" y="394931"/>
                </a:lnTo>
                <a:lnTo>
                  <a:pt x="173926" y="396633"/>
                </a:lnTo>
                <a:lnTo>
                  <a:pt x="159105" y="396341"/>
                </a:lnTo>
                <a:lnTo>
                  <a:pt x="142252" y="395490"/>
                </a:lnTo>
                <a:lnTo>
                  <a:pt x="123698" y="394055"/>
                </a:lnTo>
                <a:lnTo>
                  <a:pt x="103733" y="392061"/>
                </a:lnTo>
                <a:lnTo>
                  <a:pt x="106019" y="410159"/>
                </a:lnTo>
                <a:lnTo>
                  <a:pt x="107162" y="418846"/>
                </a:lnTo>
                <a:lnTo>
                  <a:pt x="108305" y="427113"/>
                </a:lnTo>
                <a:lnTo>
                  <a:pt x="180022" y="427113"/>
                </a:lnTo>
                <a:lnTo>
                  <a:pt x="202907" y="423913"/>
                </a:lnTo>
                <a:lnTo>
                  <a:pt x="219075" y="414159"/>
                </a:lnTo>
                <a:lnTo>
                  <a:pt x="228676" y="397535"/>
                </a:lnTo>
                <a:lnTo>
                  <a:pt x="228790" y="396633"/>
                </a:lnTo>
                <a:lnTo>
                  <a:pt x="231838" y="373773"/>
                </a:lnTo>
                <a:lnTo>
                  <a:pt x="231838" y="363105"/>
                </a:lnTo>
                <a:lnTo>
                  <a:pt x="425488" y="363105"/>
                </a:lnTo>
                <a:lnTo>
                  <a:pt x="425488" y="335572"/>
                </a:lnTo>
                <a:close/>
              </a:path>
              <a:path w="3107054" h="439419">
                <a:moveTo>
                  <a:pt x="571969" y="83921"/>
                </a:moveTo>
                <a:lnTo>
                  <a:pt x="529209" y="83921"/>
                </a:lnTo>
                <a:lnTo>
                  <a:pt x="529209" y="3048"/>
                </a:lnTo>
                <a:lnTo>
                  <a:pt x="498729" y="3048"/>
                </a:lnTo>
                <a:lnTo>
                  <a:pt x="498729" y="83921"/>
                </a:lnTo>
                <a:lnTo>
                  <a:pt x="446913" y="83921"/>
                </a:lnTo>
                <a:lnTo>
                  <a:pt x="446913" y="114401"/>
                </a:lnTo>
                <a:lnTo>
                  <a:pt x="498729" y="114401"/>
                </a:lnTo>
                <a:lnTo>
                  <a:pt x="498729" y="213563"/>
                </a:lnTo>
                <a:lnTo>
                  <a:pt x="484136" y="220154"/>
                </a:lnTo>
                <a:lnTo>
                  <a:pt x="469963" y="226326"/>
                </a:lnTo>
                <a:lnTo>
                  <a:pt x="442341" y="237947"/>
                </a:lnTo>
                <a:lnTo>
                  <a:pt x="449961" y="274612"/>
                </a:lnTo>
                <a:lnTo>
                  <a:pt x="462508" y="268020"/>
                </a:lnTo>
                <a:lnTo>
                  <a:pt x="498729" y="250139"/>
                </a:lnTo>
                <a:lnTo>
                  <a:pt x="498729" y="384441"/>
                </a:lnTo>
                <a:lnTo>
                  <a:pt x="492633" y="390537"/>
                </a:lnTo>
                <a:lnTo>
                  <a:pt x="483489" y="390537"/>
                </a:lnTo>
                <a:lnTo>
                  <a:pt x="476084" y="390296"/>
                </a:lnTo>
                <a:lnTo>
                  <a:pt x="458419" y="389242"/>
                </a:lnTo>
                <a:lnTo>
                  <a:pt x="448437" y="389013"/>
                </a:lnTo>
                <a:lnTo>
                  <a:pt x="453009" y="421017"/>
                </a:lnTo>
                <a:lnTo>
                  <a:pt x="495681" y="421017"/>
                </a:lnTo>
                <a:lnTo>
                  <a:pt x="527189" y="392938"/>
                </a:lnTo>
                <a:lnTo>
                  <a:pt x="529209" y="373773"/>
                </a:lnTo>
                <a:lnTo>
                  <a:pt x="529209" y="250139"/>
                </a:lnTo>
                <a:lnTo>
                  <a:pt x="529209" y="234899"/>
                </a:lnTo>
                <a:lnTo>
                  <a:pt x="540359" y="230111"/>
                </a:lnTo>
                <a:lnTo>
                  <a:pt x="560971" y="220535"/>
                </a:lnTo>
                <a:lnTo>
                  <a:pt x="570445" y="216611"/>
                </a:lnTo>
                <a:lnTo>
                  <a:pt x="569544" y="208343"/>
                </a:lnTo>
                <a:lnTo>
                  <a:pt x="568820" y="198323"/>
                </a:lnTo>
                <a:lnTo>
                  <a:pt x="568274" y="190677"/>
                </a:lnTo>
                <a:lnTo>
                  <a:pt x="567309" y="181546"/>
                </a:lnTo>
                <a:lnTo>
                  <a:pt x="558139" y="186105"/>
                </a:lnTo>
                <a:lnTo>
                  <a:pt x="548830" y="190512"/>
                </a:lnTo>
                <a:lnTo>
                  <a:pt x="539229" y="194627"/>
                </a:lnTo>
                <a:lnTo>
                  <a:pt x="529209" y="198323"/>
                </a:lnTo>
                <a:lnTo>
                  <a:pt x="529209" y="114401"/>
                </a:lnTo>
                <a:lnTo>
                  <a:pt x="571969" y="114401"/>
                </a:lnTo>
                <a:lnTo>
                  <a:pt x="571969" y="83921"/>
                </a:lnTo>
                <a:close/>
              </a:path>
              <a:path w="3107054" h="439419">
                <a:moveTo>
                  <a:pt x="858685" y="25908"/>
                </a:moveTo>
                <a:lnTo>
                  <a:pt x="826579" y="25908"/>
                </a:lnTo>
                <a:lnTo>
                  <a:pt x="826579" y="53441"/>
                </a:lnTo>
                <a:lnTo>
                  <a:pt x="826579" y="97637"/>
                </a:lnTo>
                <a:lnTo>
                  <a:pt x="617702" y="97637"/>
                </a:lnTo>
                <a:lnTo>
                  <a:pt x="617702" y="53441"/>
                </a:lnTo>
                <a:lnTo>
                  <a:pt x="826579" y="53441"/>
                </a:lnTo>
                <a:lnTo>
                  <a:pt x="826579" y="25908"/>
                </a:lnTo>
                <a:lnTo>
                  <a:pt x="587209" y="25908"/>
                </a:lnTo>
                <a:lnTo>
                  <a:pt x="587159" y="190677"/>
                </a:lnTo>
                <a:lnTo>
                  <a:pt x="585050" y="245567"/>
                </a:lnTo>
                <a:lnTo>
                  <a:pt x="578624" y="295719"/>
                </a:lnTo>
                <a:lnTo>
                  <a:pt x="568109" y="339648"/>
                </a:lnTo>
                <a:lnTo>
                  <a:pt x="553618" y="377355"/>
                </a:lnTo>
                <a:lnTo>
                  <a:pt x="535305" y="408825"/>
                </a:lnTo>
                <a:lnTo>
                  <a:pt x="542112" y="415658"/>
                </a:lnTo>
                <a:lnTo>
                  <a:pt x="548640" y="422351"/>
                </a:lnTo>
                <a:lnTo>
                  <a:pt x="554596" y="428752"/>
                </a:lnTo>
                <a:lnTo>
                  <a:pt x="559689" y="434733"/>
                </a:lnTo>
                <a:lnTo>
                  <a:pt x="580974" y="399770"/>
                </a:lnTo>
                <a:lnTo>
                  <a:pt x="597268" y="357047"/>
                </a:lnTo>
                <a:lnTo>
                  <a:pt x="608711" y="306489"/>
                </a:lnTo>
                <a:lnTo>
                  <a:pt x="615480" y="248005"/>
                </a:lnTo>
                <a:lnTo>
                  <a:pt x="617639" y="183083"/>
                </a:lnTo>
                <a:lnTo>
                  <a:pt x="617702" y="125069"/>
                </a:lnTo>
                <a:lnTo>
                  <a:pt x="826579" y="125069"/>
                </a:lnTo>
                <a:lnTo>
                  <a:pt x="826579" y="137261"/>
                </a:lnTo>
                <a:lnTo>
                  <a:pt x="858685" y="137261"/>
                </a:lnTo>
                <a:lnTo>
                  <a:pt x="858685" y="125069"/>
                </a:lnTo>
                <a:lnTo>
                  <a:pt x="858685" y="97637"/>
                </a:lnTo>
                <a:lnTo>
                  <a:pt x="858685" y="53441"/>
                </a:lnTo>
                <a:lnTo>
                  <a:pt x="858685" y="25908"/>
                </a:lnTo>
                <a:close/>
              </a:path>
              <a:path w="3107054" h="439419">
                <a:moveTo>
                  <a:pt x="867829" y="263944"/>
                </a:moveTo>
                <a:lnTo>
                  <a:pt x="849388" y="245567"/>
                </a:lnTo>
                <a:lnTo>
                  <a:pt x="830592" y="227088"/>
                </a:lnTo>
                <a:lnTo>
                  <a:pt x="812647" y="210058"/>
                </a:lnTo>
                <a:lnTo>
                  <a:pt x="794575" y="193751"/>
                </a:lnTo>
                <a:lnTo>
                  <a:pt x="773239" y="213563"/>
                </a:lnTo>
                <a:lnTo>
                  <a:pt x="800671" y="240995"/>
                </a:lnTo>
                <a:lnTo>
                  <a:pt x="767257" y="242773"/>
                </a:lnTo>
                <a:lnTo>
                  <a:pt x="678662" y="245567"/>
                </a:lnTo>
                <a:lnTo>
                  <a:pt x="709180" y="217754"/>
                </a:lnTo>
                <a:lnTo>
                  <a:pt x="726313" y="201409"/>
                </a:lnTo>
                <a:lnTo>
                  <a:pt x="744283" y="183083"/>
                </a:lnTo>
                <a:lnTo>
                  <a:pt x="866305" y="183083"/>
                </a:lnTo>
                <a:lnTo>
                  <a:pt x="866305" y="155638"/>
                </a:lnTo>
                <a:lnTo>
                  <a:pt x="628370" y="155638"/>
                </a:lnTo>
                <a:lnTo>
                  <a:pt x="628370" y="183083"/>
                </a:lnTo>
                <a:lnTo>
                  <a:pt x="704570" y="183083"/>
                </a:lnTo>
                <a:lnTo>
                  <a:pt x="685685" y="202488"/>
                </a:lnTo>
                <a:lnTo>
                  <a:pt x="667804" y="219468"/>
                </a:lnTo>
                <a:lnTo>
                  <a:pt x="650773" y="233870"/>
                </a:lnTo>
                <a:lnTo>
                  <a:pt x="634466" y="245554"/>
                </a:lnTo>
                <a:lnTo>
                  <a:pt x="640562" y="276136"/>
                </a:lnTo>
                <a:lnTo>
                  <a:pt x="669150" y="273850"/>
                </a:lnTo>
                <a:lnTo>
                  <a:pt x="709180" y="271564"/>
                </a:lnTo>
                <a:lnTo>
                  <a:pt x="823531" y="266992"/>
                </a:lnTo>
                <a:lnTo>
                  <a:pt x="828103" y="271830"/>
                </a:lnTo>
                <a:lnTo>
                  <a:pt x="832675" y="277088"/>
                </a:lnTo>
                <a:lnTo>
                  <a:pt x="837247" y="282638"/>
                </a:lnTo>
                <a:lnTo>
                  <a:pt x="841819" y="288328"/>
                </a:lnTo>
                <a:lnTo>
                  <a:pt x="864577" y="266992"/>
                </a:lnTo>
                <a:lnTo>
                  <a:pt x="867829" y="263944"/>
                </a:lnTo>
                <a:close/>
              </a:path>
              <a:path w="3107054" h="439419">
                <a:moveTo>
                  <a:pt x="876973" y="385965"/>
                </a:moveTo>
                <a:lnTo>
                  <a:pt x="756475" y="385965"/>
                </a:lnTo>
                <a:lnTo>
                  <a:pt x="756475" y="341668"/>
                </a:lnTo>
                <a:lnTo>
                  <a:pt x="852589" y="341668"/>
                </a:lnTo>
                <a:lnTo>
                  <a:pt x="852589" y="314236"/>
                </a:lnTo>
                <a:lnTo>
                  <a:pt x="756475" y="314236"/>
                </a:lnTo>
                <a:lnTo>
                  <a:pt x="756475" y="277660"/>
                </a:lnTo>
                <a:lnTo>
                  <a:pt x="724471" y="277660"/>
                </a:lnTo>
                <a:lnTo>
                  <a:pt x="724471" y="314236"/>
                </a:lnTo>
                <a:lnTo>
                  <a:pt x="629894" y="314236"/>
                </a:lnTo>
                <a:lnTo>
                  <a:pt x="629894" y="341668"/>
                </a:lnTo>
                <a:lnTo>
                  <a:pt x="724471" y="341668"/>
                </a:lnTo>
                <a:lnTo>
                  <a:pt x="724471" y="385965"/>
                </a:lnTo>
                <a:lnTo>
                  <a:pt x="602449" y="385965"/>
                </a:lnTo>
                <a:lnTo>
                  <a:pt x="602449" y="413397"/>
                </a:lnTo>
                <a:lnTo>
                  <a:pt x="876973" y="413397"/>
                </a:lnTo>
                <a:lnTo>
                  <a:pt x="876973" y="385965"/>
                </a:lnTo>
                <a:close/>
              </a:path>
              <a:path w="3107054" h="439419">
                <a:moveTo>
                  <a:pt x="1038606" y="19812"/>
                </a:moveTo>
                <a:lnTo>
                  <a:pt x="1006602" y="1524"/>
                </a:lnTo>
                <a:lnTo>
                  <a:pt x="984021" y="35902"/>
                </a:lnTo>
                <a:lnTo>
                  <a:pt x="957745" y="68097"/>
                </a:lnTo>
                <a:lnTo>
                  <a:pt x="928065" y="98285"/>
                </a:lnTo>
                <a:lnTo>
                  <a:pt x="895248" y="126593"/>
                </a:lnTo>
                <a:lnTo>
                  <a:pt x="899807" y="134848"/>
                </a:lnTo>
                <a:lnTo>
                  <a:pt x="904201" y="143408"/>
                </a:lnTo>
                <a:lnTo>
                  <a:pt x="908329" y="151968"/>
                </a:lnTo>
                <a:lnTo>
                  <a:pt x="912012" y="160210"/>
                </a:lnTo>
                <a:lnTo>
                  <a:pt x="948296" y="128181"/>
                </a:lnTo>
                <a:lnTo>
                  <a:pt x="981595" y="94018"/>
                </a:lnTo>
                <a:lnTo>
                  <a:pt x="1011758" y="57861"/>
                </a:lnTo>
                <a:lnTo>
                  <a:pt x="1038606" y="19812"/>
                </a:lnTo>
                <a:close/>
              </a:path>
              <a:path w="3107054" h="439419">
                <a:moveTo>
                  <a:pt x="1046226" y="128117"/>
                </a:moveTo>
                <a:lnTo>
                  <a:pt x="1015746" y="108305"/>
                </a:lnTo>
                <a:lnTo>
                  <a:pt x="987399" y="156679"/>
                </a:lnTo>
                <a:lnTo>
                  <a:pt x="957364" y="198894"/>
                </a:lnTo>
                <a:lnTo>
                  <a:pt x="925639" y="235102"/>
                </a:lnTo>
                <a:lnTo>
                  <a:pt x="892200" y="265468"/>
                </a:lnTo>
                <a:lnTo>
                  <a:pt x="896518" y="273735"/>
                </a:lnTo>
                <a:lnTo>
                  <a:pt x="900391" y="282422"/>
                </a:lnTo>
                <a:lnTo>
                  <a:pt x="903998" y="291401"/>
                </a:lnTo>
                <a:lnTo>
                  <a:pt x="907440" y="300520"/>
                </a:lnTo>
                <a:lnTo>
                  <a:pt x="922020" y="287655"/>
                </a:lnTo>
                <a:lnTo>
                  <a:pt x="936015" y="274218"/>
                </a:lnTo>
                <a:lnTo>
                  <a:pt x="949452" y="260184"/>
                </a:lnTo>
                <a:lnTo>
                  <a:pt x="962304" y="245567"/>
                </a:lnTo>
                <a:lnTo>
                  <a:pt x="962304" y="433209"/>
                </a:lnTo>
                <a:lnTo>
                  <a:pt x="998982" y="433209"/>
                </a:lnTo>
                <a:lnTo>
                  <a:pt x="998982" y="245567"/>
                </a:lnTo>
                <a:lnTo>
                  <a:pt x="998982" y="201371"/>
                </a:lnTo>
                <a:lnTo>
                  <a:pt x="1011504" y="183934"/>
                </a:lnTo>
                <a:lnTo>
                  <a:pt x="1023747" y="165925"/>
                </a:lnTo>
                <a:lnTo>
                  <a:pt x="1035418" y="147320"/>
                </a:lnTo>
                <a:lnTo>
                  <a:pt x="1046226" y="128117"/>
                </a:lnTo>
                <a:close/>
              </a:path>
              <a:path w="3107054" h="439419">
                <a:moveTo>
                  <a:pt x="1303972" y="35052"/>
                </a:moveTo>
                <a:lnTo>
                  <a:pt x="1076706" y="35052"/>
                </a:lnTo>
                <a:lnTo>
                  <a:pt x="1076706" y="67157"/>
                </a:lnTo>
                <a:lnTo>
                  <a:pt x="1303972" y="67157"/>
                </a:lnTo>
                <a:lnTo>
                  <a:pt x="1303972" y="35052"/>
                </a:lnTo>
                <a:close/>
              </a:path>
              <a:path w="3107054" h="439419">
                <a:moveTo>
                  <a:pt x="1328356" y="167830"/>
                </a:moveTo>
                <a:lnTo>
                  <a:pt x="1050798" y="167830"/>
                </a:lnTo>
                <a:lnTo>
                  <a:pt x="1050798" y="199847"/>
                </a:lnTo>
                <a:lnTo>
                  <a:pt x="1206347" y="199847"/>
                </a:lnTo>
                <a:lnTo>
                  <a:pt x="1206347" y="360057"/>
                </a:lnTo>
                <a:lnTo>
                  <a:pt x="1204366" y="372935"/>
                </a:lnTo>
                <a:lnTo>
                  <a:pt x="1198537" y="381965"/>
                </a:lnTo>
                <a:lnTo>
                  <a:pt x="1188986" y="387273"/>
                </a:lnTo>
                <a:lnTo>
                  <a:pt x="1176159" y="388975"/>
                </a:lnTo>
                <a:lnTo>
                  <a:pt x="1158709" y="388962"/>
                </a:lnTo>
                <a:lnTo>
                  <a:pt x="1141564" y="388632"/>
                </a:lnTo>
                <a:lnTo>
                  <a:pt x="1124381" y="387718"/>
                </a:lnTo>
                <a:lnTo>
                  <a:pt x="1107186" y="385965"/>
                </a:lnTo>
                <a:lnTo>
                  <a:pt x="1109205" y="396862"/>
                </a:lnTo>
                <a:lnTo>
                  <a:pt x="1110805" y="406920"/>
                </a:lnTo>
                <a:lnTo>
                  <a:pt x="1112113" y="416394"/>
                </a:lnTo>
                <a:lnTo>
                  <a:pt x="1113282" y="425589"/>
                </a:lnTo>
                <a:lnTo>
                  <a:pt x="1189583" y="425589"/>
                </a:lnTo>
                <a:lnTo>
                  <a:pt x="1213345" y="422173"/>
                </a:lnTo>
                <a:lnTo>
                  <a:pt x="1229969" y="412064"/>
                </a:lnTo>
                <a:lnTo>
                  <a:pt x="1239723" y="395363"/>
                </a:lnTo>
                <a:lnTo>
                  <a:pt x="1240599" y="389013"/>
                </a:lnTo>
                <a:lnTo>
                  <a:pt x="1242822" y="372935"/>
                </a:lnTo>
                <a:lnTo>
                  <a:pt x="1242923" y="199847"/>
                </a:lnTo>
                <a:lnTo>
                  <a:pt x="1328356" y="199847"/>
                </a:lnTo>
                <a:lnTo>
                  <a:pt x="1328356" y="167830"/>
                </a:lnTo>
                <a:close/>
              </a:path>
              <a:path w="3107054" h="439419">
                <a:moveTo>
                  <a:pt x="1483906" y="73253"/>
                </a:moveTo>
                <a:lnTo>
                  <a:pt x="1449425" y="41198"/>
                </a:lnTo>
                <a:lnTo>
                  <a:pt x="1431823" y="25171"/>
                </a:lnTo>
                <a:lnTo>
                  <a:pt x="1413802" y="9144"/>
                </a:lnTo>
                <a:lnTo>
                  <a:pt x="1390840" y="30480"/>
                </a:lnTo>
                <a:lnTo>
                  <a:pt x="1424457" y="64287"/>
                </a:lnTo>
                <a:lnTo>
                  <a:pt x="1441081" y="81368"/>
                </a:lnTo>
                <a:lnTo>
                  <a:pt x="1457998" y="99161"/>
                </a:lnTo>
                <a:lnTo>
                  <a:pt x="1483906" y="73253"/>
                </a:lnTo>
                <a:close/>
              </a:path>
              <a:path w="3107054" h="439419">
                <a:moveTo>
                  <a:pt x="1668399" y="285280"/>
                </a:moveTo>
                <a:lnTo>
                  <a:pt x="1650707" y="266712"/>
                </a:lnTo>
                <a:lnTo>
                  <a:pt x="1632013" y="247700"/>
                </a:lnTo>
                <a:lnTo>
                  <a:pt x="1612468" y="228409"/>
                </a:lnTo>
                <a:lnTo>
                  <a:pt x="1592199" y="208991"/>
                </a:lnTo>
                <a:lnTo>
                  <a:pt x="1567815" y="230327"/>
                </a:lnTo>
                <a:lnTo>
                  <a:pt x="1586966" y="250710"/>
                </a:lnTo>
                <a:lnTo>
                  <a:pt x="1605534" y="270789"/>
                </a:lnTo>
                <a:lnTo>
                  <a:pt x="1623542" y="290855"/>
                </a:lnTo>
                <a:lnTo>
                  <a:pt x="1640967" y="311188"/>
                </a:lnTo>
                <a:lnTo>
                  <a:pt x="1668399" y="285280"/>
                </a:lnTo>
                <a:close/>
              </a:path>
              <a:path w="3107054" h="439419">
                <a:moveTo>
                  <a:pt x="1747748" y="117449"/>
                </a:moveTo>
                <a:lnTo>
                  <a:pt x="1561719" y="117449"/>
                </a:lnTo>
                <a:lnTo>
                  <a:pt x="1564601" y="91211"/>
                </a:lnTo>
                <a:lnTo>
                  <a:pt x="1566481" y="62953"/>
                </a:lnTo>
                <a:lnTo>
                  <a:pt x="1567510" y="32969"/>
                </a:lnTo>
                <a:lnTo>
                  <a:pt x="1567815" y="1524"/>
                </a:lnTo>
                <a:lnTo>
                  <a:pt x="1529626" y="1524"/>
                </a:lnTo>
                <a:lnTo>
                  <a:pt x="1529384" y="25171"/>
                </a:lnTo>
                <a:lnTo>
                  <a:pt x="1529283" y="32969"/>
                </a:lnTo>
                <a:lnTo>
                  <a:pt x="1528292" y="61772"/>
                </a:lnTo>
                <a:lnTo>
                  <a:pt x="1526400" y="90335"/>
                </a:lnTo>
                <a:lnTo>
                  <a:pt x="1523530" y="117449"/>
                </a:lnTo>
                <a:lnTo>
                  <a:pt x="1358836" y="117449"/>
                </a:lnTo>
                <a:lnTo>
                  <a:pt x="1358836" y="152603"/>
                </a:lnTo>
                <a:lnTo>
                  <a:pt x="1518958" y="152603"/>
                </a:lnTo>
                <a:lnTo>
                  <a:pt x="1505356" y="208000"/>
                </a:lnTo>
                <a:lnTo>
                  <a:pt x="1485925" y="258279"/>
                </a:lnTo>
                <a:lnTo>
                  <a:pt x="1460652" y="303377"/>
                </a:lnTo>
                <a:lnTo>
                  <a:pt x="1429512" y="343268"/>
                </a:lnTo>
                <a:lnTo>
                  <a:pt x="1392529" y="377926"/>
                </a:lnTo>
                <a:lnTo>
                  <a:pt x="1349692" y="407301"/>
                </a:lnTo>
                <a:lnTo>
                  <a:pt x="1357198" y="415302"/>
                </a:lnTo>
                <a:lnTo>
                  <a:pt x="1363980" y="423303"/>
                </a:lnTo>
                <a:lnTo>
                  <a:pt x="1370482" y="431304"/>
                </a:lnTo>
                <a:lnTo>
                  <a:pt x="1377124" y="439305"/>
                </a:lnTo>
                <a:lnTo>
                  <a:pt x="1416710" y="410464"/>
                </a:lnTo>
                <a:lnTo>
                  <a:pt x="1451762" y="377545"/>
                </a:lnTo>
                <a:lnTo>
                  <a:pt x="1482217" y="340563"/>
                </a:lnTo>
                <a:lnTo>
                  <a:pt x="1508036" y="299554"/>
                </a:lnTo>
                <a:lnTo>
                  <a:pt x="1529168" y="254533"/>
                </a:lnTo>
                <a:lnTo>
                  <a:pt x="1545551" y="205536"/>
                </a:lnTo>
                <a:lnTo>
                  <a:pt x="1557147" y="152603"/>
                </a:lnTo>
                <a:lnTo>
                  <a:pt x="1709648" y="152603"/>
                </a:lnTo>
                <a:lnTo>
                  <a:pt x="1708454" y="200025"/>
                </a:lnTo>
                <a:lnTo>
                  <a:pt x="1706981" y="246176"/>
                </a:lnTo>
                <a:lnTo>
                  <a:pt x="1704924" y="290855"/>
                </a:lnTo>
                <a:lnTo>
                  <a:pt x="1702028" y="334048"/>
                </a:lnTo>
                <a:lnTo>
                  <a:pt x="1687156" y="373189"/>
                </a:lnTo>
                <a:lnTo>
                  <a:pt x="1647063" y="385965"/>
                </a:lnTo>
                <a:lnTo>
                  <a:pt x="1626730" y="385648"/>
                </a:lnTo>
                <a:lnTo>
                  <a:pt x="1606677" y="384632"/>
                </a:lnTo>
                <a:lnTo>
                  <a:pt x="1586623" y="382739"/>
                </a:lnTo>
                <a:lnTo>
                  <a:pt x="1566291" y="379869"/>
                </a:lnTo>
                <a:lnTo>
                  <a:pt x="1568310" y="391871"/>
                </a:lnTo>
                <a:lnTo>
                  <a:pt x="1569821" y="402145"/>
                </a:lnTo>
                <a:lnTo>
                  <a:pt x="1572387" y="421017"/>
                </a:lnTo>
                <a:lnTo>
                  <a:pt x="1594650" y="421894"/>
                </a:lnTo>
                <a:lnTo>
                  <a:pt x="1615630" y="422351"/>
                </a:lnTo>
                <a:lnTo>
                  <a:pt x="1653159" y="422541"/>
                </a:lnTo>
                <a:lnTo>
                  <a:pt x="1689506" y="417410"/>
                </a:lnTo>
                <a:lnTo>
                  <a:pt x="1716112" y="402145"/>
                </a:lnTo>
                <a:lnTo>
                  <a:pt x="1726895" y="385965"/>
                </a:lnTo>
                <a:lnTo>
                  <a:pt x="1732978" y="376847"/>
                </a:lnTo>
                <a:lnTo>
                  <a:pt x="1740128" y="341668"/>
                </a:lnTo>
                <a:lnTo>
                  <a:pt x="1742389" y="294220"/>
                </a:lnTo>
                <a:lnTo>
                  <a:pt x="1744510" y="241020"/>
                </a:lnTo>
                <a:lnTo>
                  <a:pt x="1746338" y="182105"/>
                </a:lnTo>
                <a:lnTo>
                  <a:pt x="1747748" y="117449"/>
                </a:lnTo>
                <a:close/>
              </a:path>
              <a:path w="3107054" h="439419">
                <a:moveTo>
                  <a:pt x="2115312" y="277660"/>
                </a:moveTo>
                <a:lnTo>
                  <a:pt x="1790407" y="277660"/>
                </a:lnTo>
                <a:lnTo>
                  <a:pt x="1790407" y="311188"/>
                </a:lnTo>
                <a:lnTo>
                  <a:pt x="2115312" y="311188"/>
                </a:lnTo>
                <a:lnTo>
                  <a:pt x="2115312" y="277660"/>
                </a:lnTo>
                <a:close/>
              </a:path>
              <a:path w="3107054" h="439419">
                <a:moveTo>
                  <a:pt x="2221992" y="71729"/>
                </a:moveTo>
                <a:lnTo>
                  <a:pt x="1910905" y="71729"/>
                </a:lnTo>
                <a:lnTo>
                  <a:pt x="1918525" y="3048"/>
                </a:lnTo>
                <a:lnTo>
                  <a:pt x="1881949" y="3048"/>
                </a:lnTo>
                <a:lnTo>
                  <a:pt x="1865185" y="175450"/>
                </a:lnTo>
                <a:lnTo>
                  <a:pt x="1865185" y="208978"/>
                </a:lnTo>
                <a:lnTo>
                  <a:pt x="2151888" y="208978"/>
                </a:lnTo>
                <a:lnTo>
                  <a:pt x="2149602" y="246735"/>
                </a:lnTo>
                <a:lnTo>
                  <a:pt x="2145030" y="314731"/>
                </a:lnTo>
                <a:lnTo>
                  <a:pt x="2136165" y="366483"/>
                </a:lnTo>
                <a:lnTo>
                  <a:pt x="2104123" y="389382"/>
                </a:lnTo>
                <a:lnTo>
                  <a:pt x="2078647" y="390537"/>
                </a:lnTo>
                <a:lnTo>
                  <a:pt x="2059736" y="390245"/>
                </a:lnTo>
                <a:lnTo>
                  <a:pt x="2037118" y="389394"/>
                </a:lnTo>
                <a:lnTo>
                  <a:pt x="2010486" y="387959"/>
                </a:lnTo>
                <a:lnTo>
                  <a:pt x="1979587" y="385965"/>
                </a:lnTo>
                <a:lnTo>
                  <a:pt x="1981606" y="396836"/>
                </a:lnTo>
                <a:lnTo>
                  <a:pt x="1983206" y="406730"/>
                </a:lnTo>
                <a:lnTo>
                  <a:pt x="1984514" y="415747"/>
                </a:lnTo>
                <a:lnTo>
                  <a:pt x="1985683" y="424065"/>
                </a:lnTo>
                <a:lnTo>
                  <a:pt x="2013394" y="424294"/>
                </a:lnTo>
                <a:lnTo>
                  <a:pt x="2063686" y="425348"/>
                </a:lnTo>
                <a:lnTo>
                  <a:pt x="2086267" y="425589"/>
                </a:lnTo>
                <a:lnTo>
                  <a:pt x="2107488" y="424484"/>
                </a:lnTo>
                <a:lnTo>
                  <a:pt x="2151888" y="410349"/>
                </a:lnTo>
                <a:lnTo>
                  <a:pt x="2175040" y="368084"/>
                </a:lnTo>
                <a:lnTo>
                  <a:pt x="2181847" y="306273"/>
                </a:lnTo>
                <a:lnTo>
                  <a:pt x="2184654" y="264274"/>
                </a:lnTo>
                <a:lnTo>
                  <a:pt x="2187460" y="220573"/>
                </a:lnTo>
                <a:lnTo>
                  <a:pt x="2189988" y="175450"/>
                </a:lnTo>
                <a:lnTo>
                  <a:pt x="1901761" y="175450"/>
                </a:lnTo>
                <a:lnTo>
                  <a:pt x="1907857" y="105257"/>
                </a:lnTo>
                <a:lnTo>
                  <a:pt x="2221992" y="105257"/>
                </a:lnTo>
                <a:lnTo>
                  <a:pt x="2221992" y="71729"/>
                </a:lnTo>
                <a:close/>
              </a:path>
              <a:path w="3107054" h="439419">
                <a:moveTo>
                  <a:pt x="2394394" y="335572"/>
                </a:moveTo>
                <a:lnTo>
                  <a:pt x="2356091" y="344474"/>
                </a:lnTo>
                <a:lnTo>
                  <a:pt x="2316962" y="352958"/>
                </a:lnTo>
                <a:lnTo>
                  <a:pt x="2237321" y="369201"/>
                </a:lnTo>
                <a:lnTo>
                  <a:pt x="2246465" y="402729"/>
                </a:lnTo>
                <a:lnTo>
                  <a:pt x="2321534" y="384822"/>
                </a:lnTo>
                <a:lnTo>
                  <a:pt x="2358377" y="376580"/>
                </a:lnTo>
                <a:lnTo>
                  <a:pt x="2394394" y="369201"/>
                </a:lnTo>
                <a:lnTo>
                  <a:pt x="2394394" y="335572"/>
                </a:lnTo>
                <a:close/>
              </a:path>
              <a:path w="3107054" h="439419">
                <a:moveTo>
                  <a:pt x="2394394" y="111353"/>
                </a:moveTo>
                <a:lnTo>
                  <a:pt x="2362289" y="96113"/>
                </a:lnTo>
                <a:lnTo>
                  <a:pt x="2354288" y="110693"/>
                </a:lnTo>
                <a:lnTo>
                  <a:pt x="2346287" y="124701"/>
                </a:lnTo>
                <a:lnTo>
                  <a:pt x="2316835" y="151955"/>
                </a:lnTo>
                <a:lnTo>
                  <a:pt x="2278469" y="152590"/>
                </a:lnTo>
                <a:lnTo>
                  <a:pt x="2294471" y="126580"/>
                </a:lnTo>
                <a:lnTo>
                  <a:pt x="2312759" y="94589"/>
                </a:lnTo>
                <a:lnTo>
                  <a:pt x="2333333" y="56883"/>
                </a:lnTo>
                <a:lnTo>
                  <a:pt x="2356193" y="13716"/>
                </a:lnTo>
                <a:lnTo>
                  <a:pt x="2322665" y="0"/>
                </a:lnTo>
                <a:lnTo>
                  <a:pt x="2300998" y="47498"/>
                </a:lnTo>
                <a:lnTo>
                  <a:pt x="2279612" y="89255"/>
                </a:lnTo>
                <a:lnTo>
                  <a:pt x="2258809" y="125298"/>
                </a:lnTo>
                <a:lnTo>
                  <a:pt x="2238845" y="155638"/>
                </a:lnTo>
                <a:lnTo>
                  <a:pt x="2246465" y="184594"/>
                </a:lnTo>
                <a:lnTo>
                  <a:pt x="2313521" y="180022"/>
                </a:lnTo>
                <a:lnTo>
                  <a:pt x="2294902" y="209791"/>
                </a:lnTo>
                <a:lnTo>
                  <a:pt x="2277707" y="235127"/>
                </a:lnTo>
                <a:lnTo>
                  <a:pt x="2261666" y="256184"/>
                </a:lnTo>
                <a:lnTo>
                  <a:pt x="2246465" y="273088"/>
                </a:lnTo>
                <a:lnTo>
                  <a:pt x="2254085" y="305092"/>
                </a:lnTo>
                <a:lnTo>
                  <a:pt x="2294102" y="298780"/>
                </a:lnTo>
                <a:lnTo>
                  <a:pt x="2386774" y="285280"/>
                </a:lnTo>
                <a:lnTo>
                  <a:pt x="2387701" y="277037"/>
                </a:lnTo>
                <a:lnTo>
                  <a:pt x="2388489" y="268516"/>
                </a:lnTo>
                <a:lnTo>
                  <a:pt x="2388679" y="266992"/>
                </a:lnTo>
                <a:lnTo>
                  <a:pt x="2389555" y="259994"/>
                </a:lnTo>
                <a:lnTo>
                  <a:pt x="2391346" y="251752"/>
                </a:lnTo>
                <a:lnTo>
                  <a:pt x="2370696" y="255206"/>
                </a:lnTo>
                <a:lnTo>
                  <a:pt x="2293709" y="266992"/>
                </a:lnTo>
                <a:lnTo>
                  <a:pt x="2318867" y="230644"/>
                </a:lnTo>
                <a:lnTo>
                  <a:pt x="2344013" y="192595"/>
                </a:lnTo>
                <a:lnTo>
                  <a:pt x="2351976" y="180022"/>
                </a:lnTo>
                <a:lnTo>
                  <a:pt x="2369337" y="152590"/>
                </a:lnTo>
                <a:lnTo>
                  <a:pt x="2394394" y="111353"/>
                </a:lnTo>
                <a:close/>
              </a:path>
              <a:path w="3107054" h="439419">
                <a:moveTo>
                  <a:pt x="2647569" y="256324"/>
                </a:moveTo>
                <a:lnTo>
                  <a:pt x="2612428" y="256324"/>
                </a:lnTo>
                <a:lnTo>
                  <a:pt x="2612428" y="286804"/>
                </a:lnTo>
                <a:lnTo>
                  <a:pt x="2612428" y="376821"/>
                </a:lnTo>
                <a:lnTo>
                  <a:pt x="2449258" y="376821"/>
                </a:lnTo>
                <a:lnTo>
                  <a:pt x="2449258" y="286804"/>
                </a:lnTo>
                <a:lnTo>
                  <a:pt x="2612428" y="286804"/>
                </a:lnTo>
                <a:lnTo>
                  <a:pt x="2612428" y="256324"/>
                </a:lnTo>
                <a:lnTo>
                  <a:pt x="2415730" y="256324"/>
                </a:lnTo>
                <a:lnTo>
                  <a:pt x="2415730" y="434733"/>
                </a:lnTo>
                <a:lnTo>
                  <a:pt x="2449258" y="434733"/>
                </a:lnTo>
                <a:lnTo>
                  <a:pt x="2449258" y="407301"/>
                </a:lnTo>
                <a:lnTo>
                  <a:pt x="2612428" y="407301"/>
                </a:lnTo>
                <a:lnTo>
                  <a:pt x="2612428" y="434733"/>
                </a:lnTo>
                <a:lnTo>
                  <a:pt x="2647569" y="434733"/>
                </a:lnTo>
                <a:lnTo>
                  <a:pt x="2647569" y="407301"/>
                </a:lnTo>
                <a:lnTo>
                  <a:pt x="2647569" y="376821"/>
                </a:lnTo>
                <a:lnTo>
                  <a:pt x="2647569" y="286804"/>
                </a:lnTo>
                <a:lnTo>
                  <a:pt x="2647569" y="256324"/>
                </a:lnTo>
                <a:close/>
              </a:path>
              <a:path w="3107054" h="439419">
                <a:moveTo>
                  <a:pt x="2671953" y="73253"/>
                </a:moveTo>
                <a:lnTo>
                  <a:pt x="2548420" y="73253"/>
                </a:lnTo>
                <a:lnTo>
                  <a:pt x="2548420" y="3048"/>
                </a:lnTo>
                <a:lnTo>
                  <a:pt x="2513368" y="3048"/>
                </a:lnTo>
                <a:lnTo>
                  <a:pt x="2513368" y="73253"/>
                </a:lnTo>
                <a:lnTo>
                  <a:pt x="2392870" y="73253"/>
                </a:lnTo>
                <a:lnTo>
                  <a:pt x="2392870" y="105257"/>
                </a:lnTo>
                <a:lnTo>
                  <a:pt x="2513368" y="105257"/>
                </a:lnTo>
                <a:lnTo>
                  <a:pt x="2513368" y="172402"/>
                </a:lnTo>
                <a:lnTo>
                  <a:pt x="2406586" y="172402"/>
                </a:lnTo>
                <a:lnTo>
                  <a:pt x="2406586" y="204406"/>
                </a:lnTo>
                <a:lnTo>
                  <a:pt x="2656713" y="204406"/>
                </a:lnTo>
                <a:lnTo>
                  <a:pt x="2656713" y="172402"/>
                </a:lnTo>
                <a:lnTo>
                  <a:pt x="2548420" y="172402"/>
                </a:lnTo>
                <a:lnTo>
                  <a:pt x="2548420" y="105257"/>
                </a:lnTo>
                <a:lnTo>
                  <a:pt x="2671953" y="105257"/>
                </a:lnTo>
                <a:lnTo>
                  <a:pt x="2671953" y="73253"/>
                </a:lnTo>
                <a:close/>
              </a:path>
              <a:path w="3107054" h="439419">
                <a:moveTo>
                  <a:pt x="2854934" y="228803"/>
                </a:moveTo>
                <a:lnTo>
                  <a:pt x="2824276" y="199847"/>
                </a:lnTo>
                <a:lnTo>
                  <a:pt x="2808846" y="185508"/>
                </a:lnTo>
                <a:lnTo>
                  <a:pt x="2807817" y="184607"/>
                </a:lnTo>
                <a:lnTo>
                  <a:pt x="2793962" y="172415"/>
                </a:lnTo>
                <a:lnTo>
                  <a:pt x="2781681" y="184607"/>
                </a:lnTo>
                <a:lnTo>
                  <a:pt x="2781681" y="125069"/>
                </a:lnTo>
                <a:lnTo>
                  <a:pt x="2838170" y="125069"/>
                </a:lnTo>
                <a:lnTo>
                  <a:pt x="2838170" y="96113"/>
                </a:lnTo>
                <a:lnTo>
                  <a:pt x="2781681" y="96113"/>
                </a:lnTo>
                <a:lnTo>
                  <a:pt x="2781681" y="9144"/>
                </a:lnTo>
                <a:lnTo>
                  <a:pt x="2751201" y="9144"/>
                </a:lnTo>
                <a:lnTo>
                  <a:pt x="2751201" y="96113"/>
                </a:lnTo>
                <a:lnTo>
                  <a:pt x="2688717" y="96113"/>
                </a:lnTo>
                <a:lnTo>
                  <a:pt x="2688717" y="125069"/>
                </a:lnTo>
                <a:lnTo>
                  <a:pt x="2749677" y="125069"/>
                </a:lnTo>
                <a:lnTo>
                  <a:pt x="2738818" y="166560"/>
                </a:lnTo>
                <a:lnTo>
                  <a:pt x="2724531" y="206324"/>
                </a:lnTo>
                <a:lnTo>
                  <a:pt x="2706814" y="244360"/>
                </a:lnTo>
                <a:lnTo>
                  <a:pt x="2685669" y="280708"/>
                </a:lnTo>
                <a:lnTo>
                  <a:pt x="2689949" y="290728"/>
                </a:lnTo>
                <a:lnTo>
                  <a:pt x="2693670" y="300329"/>
                </a:lnTo>
                <a:lnTo>
                  <a:pt x="2696807" y="309638"/>
                </a:lnTo>
                <a:lnTo>
                  <a:pt x="2699385" y="318808"/>
                </a:lnTo>
                <a:lnTo>
                  <a:pt x="2713698" y="296519"/>
                </a:lnTo>
                <a:lnTo>
                  <a:pt x="2727007" y="270789"/>
                </a:lnTo>
                <a:lnTo>
                  <a:pt x="2739466" y="241617"/>
                </a:lnTo>
                <a:lnTo>
                  <a:pt x="2751201" y="208991"/>
                </a:lnTo>
                <a:lnTo>
                  <a:pt x="2751201" y="434733"/>
                </a:lnTo>
                <a:lnTo>
                  <a:pt x="2781681" y="434733"/>
                </a:lnTo>
                <a:lnTo>
                  <a:pt x="2781681" y="208991"/>
                </a:lnTo>
                <a:lnTo>
                  <a:pt x="2781681" y="199847"/>
                </a:lnTo>
                <a:lnTo>
                  <a:pt x="2793454" y="211823"/>
                </a:lnTo>
                <a:lnTo>
                  <a:pt x="2805773" y="224802"/>
                </a:lnTo>
                <a:lnTo>
                  <a:pt x="2818638" y="238671"/>
                </a:lnTo>
                <a:lnTo>
                  <a:pt x="2832074" y="253276"/>
                </a:lnTo>
                <a:lnTo>
                  <a:pt x="2854934" y="228803"/>
                </a:lnTo>
                <a:close/>
              </a:path>
              <a:path w="3107054" h="439419">
                <a:moveTo>
                  <a:pt x="3048571" y="324904"/>
                </a:moveTo>
                <a:lnTo>
                  <a:pt x="3044533" y="317284"/>
                </a:lnTo>
                <a:lnTo>
                  <a:pt x="3032429" y="294424"/>
                </a:lnTo>
                <a:lnTo>
                  <a:pt x="3031452" y="292569"/>
                </a:lnTo>
                <a:lnTo>
                  <a:pt x="3014472" y="261797"/>
                </a:lnTo>
                <a:lnTo>
                  <a:pt x="2997784" y="232460"/>
                </a:lnTo>
                <a:lnTo>
                  <a:pt x="2981515" y="204419"/>
                </a:lnTo>
                <a:lnTo>
                  <a:pt x="2955607" y="218135"/>
                </a:lnTo>
                <a:lnTo>
                  <a:pt x="2965627" y="236410"/>
                </a:lnTo>
                <a:lnTo>
                  <a:pt x="2975229" y="254558"/>
                </a:lnTo>
                <a:lnTo>
                  <a:pt x="2984538" y="272427"/>
                </a:lnTo>
                <a:lnTo>
                  <a:pt x="2993707" y="289852"/>
                </a:lnTo>
                <a:lnTo>
                  <a:pt x="2888462" y="294424"/>
                </a:lnTo>
                <a:lnTo>
                  <a:pt x="2913964" y="252907"/>
                </a:lnTo>
                <a:lnTo>
                  <a:pt x="2935592" y="215277"/>
                </a:lnTo>
                <a:lnTo>
                  <a:pt x="2953486" y="181381"/>
                </a:lnTo>
                <a:lnTo>
                  <a:pt x="2967799" y="151066"/>
                </a:lnTo>
                <a:lnTo>
                  <a:pt x="2935795" y="137261"/>
                </a:lnTo>
                <a:lnTo>
                  <a:pt x="2917685" y="176987"/>
                </a:lnTo>
                <a:lnTo>
                  <a:pt x="2899892" y="213563"/>
                </a:lnTo>
                <a:lnTo>
                  <a:pt x="2864078" y="276136"/>
                </a:lnTo>
                <a:lnTo>
                  <a:pt x="2841218" y="300520"/>
                </a:lnTo>
                <a:lnTo>
                  <a:pt x="2854934" y="332524"/>
                </a:lnTo>
                <a:lnTo>
                  <a:pt x="2866910" y="329615"/>
                </a:lnTo>
                <a:lnTo>
                  <a:pt x="2877604" y="327571"/>
                </a:lnTo>
                <a:lnTo>
                  <a:pt x="2894558" y="324904"/>
                </a:lnTo>
                <a:lnTo>
                  <a:pt x="3005899" y="317284"/>
                </a:lnTo>
                <a:lnTo>
                  <a:pt x="3009061" y="323240"/>
                </a:lnTo>
                <a:lnTo>
                  <a:pt x="3011805" y="329476"/>
                </a:lnTo>
                <a:lnTo>
                  <a:pt x="3014256" y="335711"/>
                </a:lnTo>
                <a:lnTo>
                  <a:pt x="3016567" y="341668"/>
                </a:lnTo>
                <a:lnTo>
                  <a:pt x="3048571" y="324904"/>
                </a:lnTo>
                <a:close/>
              </a:path>
              <a:path w="3107054" h="439419">
                <a:moveTo>
                  <a:pt x="3106585" y="71729"/>
                </a:moveTo>
                <a:lnTo>
                  <a:pt x="2917418" y="71729"/>
                </a:lnTo>
                <a:lnTo>
                  <a:pt x="2923425" y="57975"/>
                </a:lnTo>
                <a:lnTo>
                  <a:pt x="2929686" y="44056"/>
                </a:lnTo>
                <a:lnTo>
                  <a:pt x="2935935" y="29857"/>
                </a:lnTo>
                <a:lnTo>
                  <a:pt x="2941891" y="15240"/>
                </a:lnTo>
                <a:lnTo>
                  <a:pt x="2908274" y="3048"/>
                </a:lnTo>
                <a:lnTo>
                  <a:pt x="2892272" y="46520"/>
                </a:lnTo>
                <a:lnTo>
                  <a:pt x="2873984" y="87541"/>
                </a:lnTo>
                <a:lnTo>
                  <a:pt x="2853410" y="125984"/>
                </a:lnTo>
                <a:lnTo>
                  <a:pt x="2830550" y="161734"/>
                </a:lnTo>
                <a:lnTo>
                  <a:pt x="2838259" y="166319"/>
                </a:lnTo>
                <a:lnTo>
                  <a:pt x="2845409" y="170891"/>
                </a:lnTo>
                <a:lnTo>
                  <a:pt x="2851975" y="175463"/>
                </a:lnTo>
                <a:lnTo>
                  <a:pt x="2857982" y="180035"/>
                </a:lnTo>
                <a:lnTo>
                  <a:pt x="2868523" y="163398"/>
                </a:lnTo>
                <a:lnTo>
                  <a:pt x="2879509" y="145313"/>
                </a:lnTo>
                <a:lnTo>
                  <a:pt x="2890761" y="125514"/>
                </a:lnTo>
                <a:lnTo>
                  <a:pt x="2902178" y="103733"/>
                </a:lnTo>
                <a:lnTo>
                  <a:pt x="3071533" y="103733"/>
                </a:lnTo>
                <a:lnTo>
                  <a:pt x="3069717" y="170891"/>
                </a:lnTo>
                <a:lnTo>
                  <a:pt x="3068129" y="223354"/>
                </a:lnTo>
                <a:lnTo>
                  <a:pt x="3066554" y="270789"/>
                </a:lnTo>
                <a:lnTo>
                  <a:pt x="3064992" y="314642"/>
                </a:lnTo>
                <a:lnTo>
                  <a:pt x="3062376" y="356933"/>
                </a:lnTo>
                <a:lnTo>
                  <a:pt x="3035617" y="391109"/>
                </a:lnTo>
                <a:lnTo>
                  <a:pt x="3010471" y="393585"/>
                </a:lnTo>
                <a:lnTo>
                  <a:pt x="2973895" y="391109"/>
                </a:lnTo>
                <a:lnTo>
                  <a:pt x="2953893" y="389509"/>
                </a:lnTo>
                <a:lnTo>
                  <a:pt x="2932747" y="387489"/>
                </a:lnTo>
                <a:lnTo>
                  <a:pt x="2934792" y="397725"/>
                </a:lnTo>
                <a:lnTo>
                  <a:pt x="2976753" y="427685"/>
                </a:lnTo>
                <a:lnTo>
                  <a:pt x="3011995" y="428637"/>
                </a:lnTo>
                <a:lnTo>
                  <a:pt x="3033369" y="427507"/>
                </a:lnTo>
                <a:lnTo>
                  <a:pt x="3076105" y="411873"/>
                </a:lnTo>
                <a:lnTo>
                  <a:pt x="3088297" y="393585"/>
                </a:lnTo>
                <a:lnTo>
                  <a:pt x="3091345" y="386715"/>
                </a:lnTo>
                <a:lnTo>
                  <a:pt x="3097441" y="347764"/>
                </a:lnTo>
                <a:lnTo>
                  <a:pt x="3100794" y="254558"/>
                </a:lnTo>
                <a:lnTo>
                  <a:pt x="3105594" y="103733"/>
                </a:lnTo>
                <a:lnTo>
                  <a:pt x="3106585" y="717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457509" y="1873186"/>
            <a:ext cx="2208530" cy="438150"/>
          </a:xfrm>
          <a:custGeom>
            <a:avLst/>
            <a:gdLst/>
            <a:ahLst/>
            <a:cxnLst/>
            <a:rect l="l" t="t" r="r" b="b"/>
            <a:pathLst>
              <a:path w="2208529" h="438150">
                <a:moveTo>
                  <a:pt x="169252" y="76301"/>
                </a:moveTo>
                <a:lnTo>
                  <a:pt x="134200" y="76301"/>
                </a:lnTo>
                <a:lnTo>
                  <a:pt x="134200" y="108305"/>
                </a:lnTo>
                <a:lnTo>
                  <a:pt x="134200" y="215087"/>
                </a:lnTo>
                <a:lnTo>
                  <a:pt x="134200" y="247091"/>
                </a:lnTo>
                <a:lnTo>
                  <a:pt x="134200" y="357009"/>
                </a:lnTo>
                <a:lnTo>
                  <a:pt x="35052" y="357009"/>
                </a:lnTo>
                <a:lnTo>
                  <a:pt x="35052" y="247091"/>
                </a:lnTo>
                <a:lnTo>
                  <a:pt x="134200" y="247091"/>
                </a:lnTo>
                <a:lnTo>
                  <a:pt x="134200" y="215087"/>
                </a:lnTo>
                <a:lnTo>
                  <a:pt x="35052" y="215087"/>
                </a:lnTo>
                <a:lnTo>
                  <a:pt x="35052" y="108305"/>
                </a:lnTo>
                <a:lnTo>
                  <a:pt x="134200" y="108305"/>
                </a:lnTo>
                <a:lnTo>
                  <a:pt x="134200" y="76301"/>
                </a:lnTo>
                <a:lnTo>
                  <a:pt x="80860" y="76301"/>
                </a:lnTo>
                <a:lnTo>
                  <a:pt x="87718" y="61163"/>
                </a:lnTo>
                <a:lnTo>
                  <a:pt x="94576" y="45580"/>
                </a:lnTo>
                <a:lnTo>
                  <a:pt x="101434" y="29718"/>
                </a:lnTo>
                <a:lnTo>
                  <a:pt x="108292" y="13716"/>
                </a:lnTo>
                <a:lnTo>
                  <a:pt x="71716" y="3048"/>
                </a:lnTo>
                <a:lnTo>
                  <a:pt x="65709" y="19646"/>
                </a:lnTo>
                <a:lnTo>
                  <a:pt x="59131" y="37388"/>
                </a:lnTo>
                <a:lnTo>
                  <a:pt x="51955" y="56286"/>
                </a:lnTo>
                <a:lnTo>
                  <a:pt x="44196" y="76301"/>
                </a:lnTo>
                <a:lnTo>
                  <a:pt x="0" y="76301"/>
                </a:lnTo>
                <a:lnTo>
                  <a:pt x="0" y="427113"/>
                </a:lnTo>
                <a:lnTo>
                  <a:pt x="35052" y="427113"/>
                </a:lnTo>
                <a:lnTo>
                  <a:pt x="35052" y="390537"/>
                </a:lnTo>
                <a:lnTo>
                  <a:pt x="134200" y="390537"/>
                </a:lnTo>
                <a:lnTo>
                  <a:pt x="134200" y="424065"/>
                </a:lnTo>
                <a:lnTo>
                  <a:pt x="169252" y="424065"/>
                </a:lnTo>
                <a:lnTo>
                  <a:pt x="169252" y="390537"/>
                </a:lnTo>
                <a:lnTo>
                  <a:pt x="169252" y="357009"/>
                </a:lnTo>
                <a:lnTo>
                  <a:pt x="169252" y="247091"/>
                </a:lnTo>
                <a:lnTo>
                  <a:pt x="169252" y="215087"/>
                </a:lnTo>
                <a:lnTo>
                  <a:pt x="169252" y="108305"/>
                </a:lnTo>
                <a:lnTo>
                  <a:pt x="169252" y="76301"/>
                </a:lnTo>
                <a:close/>
              </a:path>
              <a:path w="2208529" h="438150">
                <a:moveTo>
                  <a:pt x="318706" y="274612"/>
                </a:moveTo>
                <a:lnTo>
                  <a:pt x="302704" y="252869"/>
                </a:lnTo>
                <a:lnTo>
                  <a:pt x="284416" y="228993"/>
                </a:lnTo>
                <a:lnTo>
                  <a:pt x="263842" y="203149"/>
                </a:lnTo>
                <a:lnTo>
                  <a:pt x="240982" y="175463"/>
                </a:lnTo>
                <a:lnTo>
                  <a:pt x="213550" y="195275"/>
                </a:lnTo>
                <a:lnTo>
                  <a:pt x="233527" y="221310"/>
                </a:lnTo>
                <a:lnTo>
                  <a:pt x="252222" y="246938"/>
                </a:lnTo>
                <a:lnTo>
                  <a:pt x="269481" y="272288"/>
                </a:lnTo>
                <a:lnTo>
                  <a:pt x="285178" y="297472"/>
                </a:lnTo>
                <a:lnTo>
                  <a:pt x="318706" y="274612"/>
                </a:lnTo>
                <a:close/>
              </a:path>
              <a:path w="2208529" h="438150">
                <a:moveTo>
                  <a:pt x="399567" y="74777"/>
                </a:moveTo>
                <a:lnTo>
                  <a:pt x="259270" y="74777"/>
                </a:lnTo>
                <a:lnTo>
                  <a:pt x="264985" y="59639"/>
                </a:lnTo>
                <a:lnTo>
                  <a:pt x="270700" y="44056"/>
                </a:lnTo>
                <a:lnTo>
                  <a:pt x="276415" y="28194"/>
                </a:lnTo>
                <a:lnTo>
                  <a:pt x="282130" y="12192"/>
                </a:lnTo>
                <a:lnTo>
                  <a:pt x="245554" y="3048"/>
                </a:lnTo>
                <a:lnTo>
                  <a:pt x="230098" y="49352"/>
                </a:lnTo>
                <a:lnTo>
                  <a:pt x="213347" y="91922"/>
                </a:lnTo>
                <a:lnTo>
                  <a:pt x="195148" y="130492"/>
                </a:lnTo>
                <a:lnTo>
                  <a:pt x="175348" y="164795"/>
                </a:lnTo>
                <a:lnTo>
                  <a:pt x="184238" y="169341"/>
                </a:lnTo>
                <a:lnTo>
                  <a:pt x="192392" y="173748"/>
                </a:lnTo>
                <a:lnTo>
                  <a:pt x="199656" y="177863"/>
                </a:lnTo>
                <a:lnTo>
                  <a:pt x="205930" y="181559"/>
                </a:lnTo>
                <a:lnTo>
                  <a:pt x="215976" y="164934"/>
                </a:lnTo>
                <a:lnTo>
                  <a:pt x="225742" y="147027"/>
                </a:lnTo>
                <a:lnTo>
                  <a:pt x="235496" y="127685"/>
                </a:lnTo>
                <a:lnTo>
                  <a:pt x="245554" y="106781"/>
                </a:lnTo>
                <a:lnTo>
                  <a:pt x="362991" y="106781"/>
                </a:lnTo>
                <a:lnTo>
                  <a:pt x="361848" y="175463"/>
                </a:lnTo>
                <a:lnTo>
                  <a:pt x="360553" y="228993"/>
                </a:lnTo>
                <a:lnTo>
                  <a:pt x="358927" y="278650"/>
                </a:lnTo>
                <a:lnTo>
                  <a:pt x="357187" y="318376"/>
                </a:lnTo>
                <a:lnTo>
                  <a:pt x="351701" y="367347"/>
                </a:lnTo>
                <a:lnTo>
                  <a:pt x="312610" y="390537"/>
                </a:lnTo>
                <a:lnTo>
                  <a:pt x="293763" y="390220"/>
                </a:lnTo>
                <a:lnTo>
                  <a:pt x="273939" y="389204"/>
                </a:lnTo>
                <a:lnTo>
                  <a:pt x="253238" y="387311"/>
                </a:lnTo>
                <a:lnTo>
                  <a:pt x="231838" y="384441"/>
                </a:lnTo>
                <a:lnTo>
                  <a:pt x="230314" y="384441"/>
                </a:lnTo>
                <a:lnTo>
                  <a:pt x="232575" y="393623"/>
                </a:lnTo>
                <a:lnTo>
                  <a:pt x="234696" y="403110"/>
                </a:lnTo>
                <a:lnTo>
                  <a:pt x="236524" y="413156"/>
                </a:lnTo>
                <a:lnTo>
                  <a:pt x="237934" y="424065"/>
                </a:lnTo>
                <a:lnTo>
                  <a:pt x="278892" y="426161"/>
                </a:lnTo>
                <a:lnTo>
                  <a:pt x="299008" y="426847"/>
                </a:lnTo>
                <a:lnTo>
                  <a:pt x="318706" y="427113"/>
                </a:lnTo>
                <a:lnTo>
                  <a:pt x="349046" y="422821"/>
                </a:lnTo>
                <a:lnTo>
                  <a:pt x="384327" y="390537"/>
                </a:lnTo>
                <a:lnTo>
                  <a:pt x="392823" y="334098"/>
                </a:lnTo>
                <a:lnTo>
                  <a:pt x="395185" y="257797"/>
                </a:lnTo>
                <a:lnTo>
                  <a:pt x="396570" y="205943"/>
                </a:lnTo>
                <a:lnTo>
                  <a:pt x="398005" y="147027"/>
                </a:lnTo>
                <a:lnTo>
                  <a:pt x="398881" y="106781"/>
                </a:lnTo>
                <a:lnTo>
                  <a:pt x="399567" y="74777"/>
                </a:lnTo>
                <a:close/>
              </a:path>
              <a:path w="2208529" h="438150">
                <a:moveTo>
                  <a:pt x="613117" y="24384"/>
                </a:moveTo>
                <a:lnTo>
                  <a:pt x="581025" y="7620"/>
                </a:lnTo>
                <a:lnTo>
                  <a:pt x="554482" y="49733"/>
                </a:lnTo>
                <a:lnTo>
                  <a:pt x="525957" y="88176"/>
                </a:lnTo>
                <a:lnTo>
                  <a:pt x="495300" y="122948"/>
                </a:lnTo>
                <a:lnTo>
                  <a:pt x="462368" y="154076"/>
                </a:lnTo>
                <a:lnTo>
                  <a:pt x="426999" y="181546"/>
                </a:lnTo>
                <a:lnTo>
                  <a:pt x="441667" y="197942"/>
                </a:lnTo>
                <a:lnTo>
                  <a:pt x="447789" y="205130"/>
                </a:lnTo>
                <a:lnTo>
                  <a:pt x="452907" y="212039"/>
                </a:lnTo>
                <a:lnTo>
                  <a:pt x="489343" y="181851"/>
                </a:lnTo>
                <a:lnTo>
                  <a:pt x="523582" y="147980"/>
                </a:lnTo>
                <a:lnTo>
                  <a:pt x="555612" y="110451"/>
                </a:lnTo>
                <a:lnTo>
                  <a:pt x="585457" y="69253"/>
                </a:lnTo>
                <a:lnTo>
                  <a:pt x="613117" y="24384"/>
                </a:lnTo>
                <a:close/>
              </a:path>
              <a:path w="2208529" h="438150">
                <a:moveTo>
                  <a:pt x="777811" y="196786"/>
                </a:moveTo>
                <a:lnTo>
                  <a:pt x="486524" y="196786"/>
                </a:lnTo>
                <a:lnTo>
                  <a:pt x="486524" y="228803"/>
                </a:lnTo>
                <a:lnTo>
                  <a:pt x="570357" y="228803"/>
                </a:lnTo>
                <a:lnTo>
                  <a:pt x="567804" y="258279"/>
                </a:lnTo>
                <a:lnTo>
                  <a:pt x="554710" y="308610"/>
                </a:lnTo>
                <a:lnTo>
                  <a:pt x="525868" y="354126"/>
                </a:lnTo>
                <a:lnTo>
                  <a:pt x="473252" y="393649"/>
                </a:lnTo>
                <a:lnTo>
                  <a:pt x="439191" y="408825"/>
                </a:lnTo>
                <a:lnTo>
                  <a:pt x="446024" y="415696"/>
                </a:lnTo>
                <a:lnTo>
                  <a:pt x="452729" y="422732"/>
                </a:lnTo>
                <a:lnTo>
                  <a:pt x="459168" y="430034"/>
                </a:lnTo>
                <a:lnTo>
                  <a:pt x="465188" y="437781"/>
                </a:lnTo>
                <a:lnTo>
                  <a:pt x="501434" y="420052"/>
                </a:lnTo>
                <a:lnTo>
                  <a:pt x="557352" y="374294"/>
                </a:lnTo>
                <a:lnTo>
                  <a:pt x="587870" y="322541"/>
                </a:lnTo>
                <a:lnTo>
                  <a:pt x="603313" y="263690"/>
                </a:lnTo>
                <a:lnTo>
                  <a:pt x="607021" y="228803"/>
                </a:lnTo>
                <a:lnTo>
                  <a:pt x="741133" y="228803"/>
                </a:lnTo>
                <a:lnTo>
                  <a:pt x="740638" y="258851"/>
                </a:lnTo>
                <a:lnTo>
                  <a:pt x="739419" y="287172"/>
                </a:lnTo>
                <a:lnTo>
                  <a:pt x="737920" y="313753"/>
                </a:lnTo>
                <a:lnTo>
                  <a:pt x="736561" y="338620"/>
                </a:lnTo>
                <a:lnTo>
                  <a:pt x="731723" y="361530"/>
                </a:lnTo>
                <a:lnTo>
                  <a:pt x="721893" y="377571"/>
                </a:lnTo>
                <a:lnTo>
                  <a:pt x="707199" y="386715"/>
                </a:lnTo>
                <a:lnTo>
                  <a:pt x="687793" y="389013"/>
                </a:lnTo>
                <a:lnTo>
                  <a:pt x="667766" y="388721"/>
                </a:lnTo>
                <a:lnTo>
                  <a:pt x="648741" y="387870"/>
                </a:lnTo>
                <a:lnTo>
                  <a:pt x="630567" y="386435"/>
                </a:lnTo>
                <a:lnTo>
                  <a:pt x="613117" y="384441"/>
                </a:lnTo>
                <a:lnTo>
                  <a:pt x="615137" y="393585"/>
                </a:lnTo>
                <a:lnTo>
                  <a:pt x="616737" y="402729"/>
                </a:lnTo>
                <a:lnTo>
                  <a:pt x="618045" y="411873"/>
                </a:lnTo>
                <a:lnTo>
                  <a:pt x="619213" y="421017"/>
                </a:lnTo>
                <a:lnTo>
                  <a:pt x="657694" y="423113"/>
                </a:lnTo>
                <a:lnTo>
                  <a:pt x="676224" y="423799"/>
                </a:lnTo>
                <a:lnTo>
                  <a:pt x="693889" y="424065"/>
                </a:lnTo>
                <a:lnTo>
                  <a:pt x="726236" y="418909"/>
                </a:lnTo>
                <a:lnTo>
                  <a:pt x="749985" y="403479"/>
                </a:lnTo>
                <a:lnTo>
                  <a:pt x="758494" y="389013"/>
                </a:lnTo>
                <a:lnTo>
                  <a:pt x="765136" y="377723"/>
                </a:lnTo>
                <a:lnTo>
                  <a:pt x="771715" y="341668"/>
                </a:lnTo>
                <a:lnTo>
                  <a:pt x="773734" y="305955"/>
                </a:lnTo>
                <a:lnTo>
                  <a:pt x="775335" y="269798"/>
                </a:lnTo>
                <a:lnTo>
                  <a:pt x="776643" y="233362"/>
                </a:lnTo>
                <a:lnTo>
                  <a:pt x="777811" y="196786"/>
                </a:lnTo>
                <a:close/>
              </a:path>
              <a:path w="2208529" h="438150">
                <a:moveTo>
                  <a:pt x="869251" y="176974"/>
                </a:moveTo>
                <a:lnTo>
                  <a:pt x="823696" y="150939"/>
                </a:lnTo>
                <a:lnTo>
                  <a:pt x="783983" y="120383"/>
                </a:lnTo>
                <a:lnTo>
                  <a:pt x="750125" y="85140"/>
                </a:lnTo>
                <a:lnTo>
                  <a:pt x="722122" y="45072"/>
                </a:lnTo>
                <a:lnTo>
                  <a:pt x="699985" y="0"/>
                </a:lnTo>
                <a:lnTo>
                  <a:pt x="667981" y="13716"/>
                </a:lnTo>
                <a:lnTo>
                  <a:pt x="691603" y="61874"/>
                </a:lnTo>
                <a:lnTo>
                  <a:pt x="720509" y="105638"/>
                </a:lnTo>
                <a:lnTo>
                  <a:pt x="754837" y="144995"/>
                </a:lnTo>
                <a:lnTo>
                  <a:pt x="794715" y="179959"/>
                </a:lnTo>
                <a:lnTo>
                  <a:pt x="840295" y="210515"/>
                </a:lnTo>
                <a:lnTo>
                  <a:pt x="845451" y="203339"/>
                </a:lnTo>
                <a:lnTo>
                  <a:pt x="851916" y="195453"/>
                </a:lnTo>
                <a:lnTo>
                  <a:pt x="859790" y="186715"/>
                </a:lnTo>
                <a:lnTo>
                  <a:pt x="869251" y="176974"/>
                </a:lnTo>
                <a:close/>
              </a:path>
              <a:path w="2208529" h="438150">
                <a:moveTo>
                  <a:pt x="1206334" y="155638"/>
                </a:moveTo>
                <a:lnTo>
                  <a:pt x="1179842" y="144881"/>
                </a:lnTo>
                <a:lnTo>
                  <a:pt x="1172794" y="142036"/>
                </a:lnTo>
                <a:lnTo>
                  <a:pt x="1156144" y="135623"/>
                </a:lnTo>
                <a:lnTo>
                  <a:pt x="1139190" y="129641"/>
                </a:lnTo>
                <a:lnTo>
                  <a:pt x="1155192" y="122758"/>
                </a:lnTo>
                <a:lnTo>
                  <a:pt x="1170470" y="115925"/>
                </a:lnTo>
                <a:lnTo>
                  <a:pt x="1170889" y="115735"/>
                </a:lnTo>
                <a:lnTo>
                  <a:pt x="1186002" y="108419"/>
                </a:lnTo>
                <a:lnTo>
                  <a:pt x="1200238" y="100685"/>
                </a:lnTo>
                <a:lnTo>
                  <a:pt x="1188046" y="77825"/>
                </a:lnTo>
                <a:lnTo>
                  <a:pt x="1167409" y="88061"/>
                </a:lnTo>
                <a:lnTo>
                  <a:pt x="1146467" y="98018"/>
                </a:lnTo>
                <a:lnTo>
                  <a:pt x="1124953" y="107403"/>
                </a:lnTo>
                <a:lnTo>
                  <a:pt x="1102614" y="115925"/>
                </a:lnTo>
                <a:lnTo>
                  <a:pt x="997356" y="80873"/>
                </a:lnTo>
                <a:lnTo>
                  <a:pt x="985164" y="103733"/>
                </a:lnTo>
                <a:lnTo>
                  <a:pt x="1004874" y="109728"/>
                </a:lnTo>
                <a:lnTo>
                  <a:pt x="1025029" y="116306"/>
                </a:lnTo>
                <a:lnTo>
                  <a:pt x="1045464" y="123444"/>
                </a:lnTo>
                <a:lnTo>
                  <a:pt x="1066038" y="131165"/>
                </a:lnTo>
                <a:lnTo>
                  <a:pt x="1044917" y="138036"/>
                </a:lnTo>
                <a:lnTo>
                  <a:pt x="977544" y="158686"/>
                </a:lnTo>
                <a:lnTo>
                  <a:pt x="981875" y="164426"/>
                </a:lnTo>
                <a:lnTo>
                  <a:pt x="985926" y="170307"/>
                </a:lnTo>
                <a:lnTo>
                  <a:pt x="994308" y="183070"/>
                </a:lnTo>
                <a:lnTo>
                  <a:pt x="1022896" y="174548"/>
                </a:lnTo>
                <a:lnTo>
                  <a:pt x="1051166" y="165163"/>
                </a:lnTo>
                <a:lnTo>
                  <a:pt x="1078839" y="155181"/>
                </a:lnTo>
                <a:lnTo>
                  <a:pt x="1105662" y="144881"/>
                </a:lnTo>
                <a:lnTo>
                  <a:pt x="1127429" y="153200"/>
                </a:lnTo>
                <a:lnTo>
                  <a:pt x="1195666" y="180022"/>
                </a:lnTo>
                <a:lnTo>
                  <a:pt x="1206334" y="155638"/>
                </a:lnTo>
                <a:close/>
              </a:path>
              <a:path w="2208529" h="438150">
                <a:moveTo>
                  <a:pt x="1279486" y="257848"/>
                </a:moveTo>
                <a:lnTo>
                  <a:pt x="1094994" y="257848"/>
                </a:lnTo>
                <a:lnTo>
                  <a:pt x="1099820" y="247738"/>
                </a:lnTo>
                <a:lnTo>
                  <a:pt x="1105090" y="237947"/>
                </a:lnTo>
                <a:lnTo>
                  <a:pt x="1116330" y="218122"/>
                </a:lnTo>
                <a:lnTo>
                  <a:pt x="1230718" y="218122"/>
                </a:lnTo>
                <a:lnTo>
                  <a:pt x="1230718" y="233362"/>
                </a:lnTo>
                <a:lnTo>
                  <a:pt x="1262722" y="233362"/>
                </a:lnTo>
                <a:lnTo>
                  <a:pt x="1262722" y="190690"/>
                </a:lnTo>
                <a:lnTo>
                  <a:pt x="1262722" y="90017"/>
                </a:lnTo>
                <a:lnTo>
                  <a:pt x="1230718" y="90017"/>
                </a:lnTo>
                <a:lnTo>
                  <a:pt x="1230718" y="190690"/>
                </a:lnTo>
                <a:lnTo>
                  <a:pt x="962304" y="190690"/>
                </a:lnTo>
                <a:lnTo>
                  <a:pt x="962304" y="91541"/>
                </a:lnTo>
                <a:lnTo>
                  <a:pt x="930300" y="91541"/>
                </a:lnTo>
                <a:lnTo>
                  <a:pt x="930300" y="218122"/>
                </a:lnTo>
                <a:lnTo>
                  <a:pt x="1076706" y="218122"/>
                </a:lnTo>
                <a:lnTo>
                  <a:pt x="1072134" y="228396"/>
                </a:lnTo>
                <a:lnTo>
                  <a:pt x="1067562" y="238518"/>
                </a:lnTo>
                <a:lnTo>
                  <a:pt x="1062990" y="248386"/>
                </a:lnTo>
                <a:lnTo>
                  <a:pt x="1058418" y="257848"/>
                </a:lnTo>
                <a:lnTo>
                  <a:pt x="913536" y="257848"/>
                </a:lnTo>
                <a:lnTo>
                  <a:pt x="913536" y="433209"/>
                </a:lnTo>
                <a:lnTo>
                  <a:pt x="947064" y="433209"/>
                </a:lnTo>
                <a:lnTo>
                  <a:pt x="947064" y="286804"/>
                </a:lnTo>
                <a:lnTo>
                  <a:pt x="1041654" y="286804"/>
                </a:lnTo>
                <a:lnTo>
                  <a:pt x="1014869" y="326517"/>
                </a:lnTo>
                <a:lnTo>
                  <a:pt x="991260" y="346240"/>
                </a:lnTo>
                <a:lnTo>
                  <a:pt x="1003452" y="378345"/>
                </a:lnTo>
                <a:lnTo>
                  <a:pt x="1013752" y="376339"/>
                </a:lnTo>
                <a:lnTo>
                  <a:pt x="1024077" y="374916"/>
                </a:lnTo>
                <a:lnTo>
                  <a:pt x="1034389" y="374053"/>
                </a:lnTo>
                <a:lnTo>
                  <a:pt x="1044702" y="373773"/>
                </a:lnTo>
                <a:lnTo>
                  <a:pt x="1139037" y="367550"/>
                </a:lnTo>
                <a:lnTo>
                  <a:pt x="1168234" y="366153"/>
                </a:lnTo>
                <a:lnTo>
                  <a:pt x="1171930" y="370954"/>
                </a:lnTo>
                <a:lnTo>
                  <a:pt x="1176045" y="376059"/>
                </a:lnTo>
                <a:lnTo>
                  <a:pt x="1180452" y="381152"/>
                </a:lnTo>
                <a:lnTo>
                  <a:pt x="1184998" y="385965"/>
                </a:lnTo>
                <a:lnTo>
                  <a:pt x="1207858" y="366153"/>
                </a:lnTo>
                <a:lnTo>
                  <a:pt x="1192504" y="348945"/>
                </a:lnTo>
                <a:lnTo>
                  <a:pt x="1187107" y="343192"/>
                </a:lnTo>
                <a:lnTo>
                  <a:pt x="1176413" y="331774"/>
                </a:lnTo>
                <a:lnTo>
                  <a:pt x="1143762" y="297472"/>
                </a:lnTo>
                <a:lnTo>
                  <a:pt x="1120902" y="314236"/>
                </a:lnTo>
                <a:lnTo>
                  <a:pt x="1126617" y="320852"/>
                </a:lnTo>
                <a:lnTo>
                  <a:pt x="1138047" y="333527"/>
                </a:lnTo>
                <a:lnTo>
                  <a:pt x="1143762" y="340144"/>
                </a:lnTo>
                <a:lnTo>
                  <a:pt x="1091184" y="342239"/>
                </a:lnTo>
                <a:lnTo>
                  <a:pt x="1064895" y="342925"/>
                </a:lnTo>
                <a:lnTo>
                  <a:pt x="1038606" y="343192"/>
                </a:lnTo>
                <a:lnTo>
                  <a:pt x="1048651" y="330098"/>
                </a:lnTo>
                <a:lnTo>
                  <a:pt x="1058418" y="316141"/>
                </a:lnTo>
                <a:lnTo>
                  <a:pt x="1068171" y="301612"/>
                </a:lnTo>
                <a:lnTo>
                  <a:pt x="1078230" y="286804"/>
                </a:lnTo>
                <a:lnTo>
                  <a:pt x="1245958" y="286804"/>
                </a:lnTo>
                <a:lnTo>
                  <a:pt x="1245958" y="379869"/>
                </a:lnTo>
                <a:lnTo>
                  <a:pt x="1244815" y="388747"/>
                </a:lnTo>
                <a:lnTo>
                  <a:pt x="1241386" y="394919"/>
                </a:lnTo>
                <a:lnTo>
                  <a:pt x="1235671" y="398513"/>
                </a:lnTo>
                <a:lnTo>
                  <a:pt x="1227670" y="399681"/>
                </a:lnTo>
                <a:lnTo>
                  <a:pt x="1217980" y="399415"/>
                </a:lnTo>
                <a:lnTo>
                  <a:pt x="1207287" y="398729"/>
                </a:lnTo>
                <a:lnTo>
                  <a:pt x="1183474" y="396633"/>
                </a:lnTo>
                <a:lnTo>
                  <a:pt x="1185494" y="405726"/>
                </a:lnTo>
                <a:lnTo>
                  <a:pt x="1187094" y="414540"/>
                </a:lnTo>
                <a:lnTo>
                  <a:pt x="1189570" y="430161"/>
                </a:lnTo>
                <a:lnTo>
                  <a:pt x="1201864" y="431038"/>
                </a:lnTo>
                <a:lnTo>
                  <a:pt x="1213573" y="431495"/>
                </a:lnTo>
                <a:lnTo>
                  <a:pt x="1224724" y="431660"/>
                </a:lnTo>
                <a:lnTo>
                  <a:pt x="1235290" y="431685"/>
                </a:lnTo>
                <a:lnTo>
                  <a:pt x="1254417" y="428802"/>
                </a:lnTo>
                <a:lnTo>
                  <a:pt x="1268247" y="420065"/>
                </a:lnTo>
                <a:lnTo>
                  <a:pt x="1276654" y="405320"/>
                </a:lnTo>
                <a:lnTo>
                  <a:pt x="1277416" y="399681"/>
                </a:lnTo>
                <a:lnTo>
                  <a:pt x="1279486" y="384441"/>
                </a:lnTo>
                <a:lnTo>
                  <a:pt x="1279486" y="286804"/>
                </a:lnTo>
                <a:lnTo>
                  <a:pt x="1279486" y="257848"/>
                </a:lnTo>
                <a:close/>
              </a:path>
              <a:path w="2208529" h="438150">
                <a:moveTo>
                  <a:pt x="1307020" y="44297"/>
                </a:moveTo>
                <a:lnTo>
                  <a:pt x="1120902" y="44297"/>
                </a:lnTo>
                <a:lnTo>
                  <a:pt x="1113180" y="30480"/>
                </a:lnTo>
                <a:lnTo>
                  <a:pt x="1106043" y="18681"/>
                </a:lnTo>
                <a:lnTo>
                  <a:pt x="1099464" y="8623"/>
                </a:lnTo>
                <a:lnTo>
                  <a:pt x="1093470" y="0"/>
                </a:lnTo>
                <a:lnTo>
                  <a:pt x="1059942" y="15240"/>
                </a:lnTo>
                <a:lnTo>
                  <a:pt x="1063625" y="21488"/>
                </a:lnTo>
                <a:lnTo>
                  <a:pt x="1067752" y="28587"/>
                </a:lnTo>
                <a:lnTo>
                  <a:pt x="1072146" y="36283"/>
                </a:lnTo>
                <a:lnTo>
                  <a:pt x="1076706" y="44297"/>
                </a:lnTo>
                <a:lnTo>
                  <a:pt x="886104" y="44297"/>
                </a:lnTo>
                <a:lnTo>
                  <a:pt x="886104" y="73253"/>
                </a:lnTo>
                <a:lnTo>
                  <a:pt x="1307020" y="73253"/>
                </a:lnTo>
                <a:lnTo>
                  <a:pt x="1307020" y="44297"/>
                </a:lnTo>
                <a:close/>
              </a:path>
              <a:path w="2208529" h="438150">
                <a:moveTo>
                  <a:pt x="1756879" y="79349"/>
                </a:moveTo>
                <a:lnTo>
                  <a:pt x="1549425" y="79349"/>
                </a:lnTo>
                <a:lnTo>
                  <a:pt x="1581531" y="62585"/>
                </a:lnTo>
                <a:lnTo>
                  <a:pt x="1559725" y="25730"/>
                </a:lnTo>
                <a:lnTo>
                  <a:pt x="1544853" y="1524"/>
                </a:lnTo>
                <a:lnTo>
                  <a:pt x="1509801" y="16764"/>
                </a:lnTo>
                <a:lnTo>
                  <a:pt x="1516989" y="28257"/>
                </a:lnTo>
                <a:lnTo>
                  <a:pt x="1525041" y="42341"/>
                </a:lnTo>
                <a:lnTo>
                  <a:pt x="1534236" y="59283"/>
                </a:lnTo>
                <a:lnTo>
                  <a:pt x="1544853" y="79349"/>
                </a:lnTo>
                <a:lnTo>
                  <a:pt x="1334452" y="79349"/>
                </a:lnTo>
                <a:lnTo>
                  <a:pt x="1334452" y="111353"/>
                </a:lnTo>
                <a:lnTo>
                  <a:pt x="1453413" y="111353"/>
                </a:lnTo>
                <a:lnTo>
                  <a:pt x="1452918" y="138557"/>
                </a:lnTo>
                <a:lnTo>
                  <a:pt x="1448841" y="202882"/>
                </a:lnTo>
                <a:lnTo>
                  <a:pt x="1440967" y="252133"/>
                </a:lnTo>
                <a:lnTo>
                  <a:pt x="1424673" y="297268"/>
                </a:lnTo>
                <a:lnTo>
                  <a:pt x="1399946" y="338226"/>
                </a:lnTo>
                <a:lnTo>
                  <a:pt x="1366824" y="374929"/>
                </a:lnTo>
                <a:lnTo>
                  <a:pt x="1325308" y="407289"/>
                </a:lnTo>
                <a:lnTo>
                  <a:pt x="1351216" y="437769"/>
                </a:lnTo>
                <a:lnTo>
                  <a:pt x="1388668" y="409321"/>
                </a:lnTo>
                <a:lnTo>
                  <a:pt x="1420215" y="377291"/>
                </a:lnTo>
                <a:lnTo>
                  <a:pt x="1445742" y="341706"/>
                </a:lnTo>
                <a:lnTo>
                  <a:pt x="1465186" y="302552"/>
                </a:lnTo>
                <a:lnTo>
                  <a:pt x="1478445" y="259829"/>
                </a:lnTo>
                <a:lnTo>
                  <a:pt x="1485417" y="213550"/>
                </a:lnTo>
                <a:lnTo>
                  <a:pt x="1660779" y="213550"/>
                </a:lnTo>
                <a:lnTo>
                  <a:pt x="1653921" y="312445"/>
                </a:lnTo>
                <a:lnTo>
                  <a:pt x="1646415" y="361086"/>
                </a:lnTo>
                <a:lnTo>
                  <a:pt x="1605915" y="387477"/>
                </a:lnTo>
                <a:lnTo>
                  <a:pt x="1587347" y="387172"/>
                </a:lnTo>
                <a:lnTo>
                  <a:pt x="1566049" y="386143"/>
                </a:lnTo>
                <a:lnTo>
                  <a:pt x="1542173" y="384263"/>
                </a:lnTo>
                <a:lnTo>
                  <a:pt x="1515897" y="381381"/>
                </a:lnTo>
                <a:lnTo>
                  <a:pt x="1517916" y="392506"/>
                </a:lnTo>
                <a:lnTo>
                  <a:pt x="1519516" y="402907"/>
                </a:lnTo>
                <a:lnTo>
                  <a:pt x="1521993" y="421005"/>
                </a:lnTo>
                <a:lnTo>
                  <a:pt x="1548244" y="422770"/>
                </a:lnTo>
                <a:lnTo>
                  <a:pt x="1571955" y="423672"/>
                </a:lnTo>
                <a:lnTo>
                  <a:pt x="1592795" y="424014"/>
                </a:lnTo>
                <a:lnTo>
                  <a:pt x="1610487" y="424053"/>
                </a:lnTo>
                <a:lnTo>
                  <a:pt x="1642770" y="419176"/>
                </a:lnTo>
                <a:lnTo>
                  <a:pt x="1681632" y="379653"/>
                </a:lnTo>
                <a:lnTo>
                  <a:pt x="1691373" y="308483"/>
                </a:lnTo>
                <a:lnTo>
                  <a:pt x="1694116" y="268655"/>
                </a:lnTo>
                <a:lnTo>
                  <a:pt x="1696567" y="225691"/>
                </a:lnTo>
                <a:lnTo>
                  <a:pt x="1698879" y="180022"/>
                </a:lnTo>
                <a:lnTo>
                  <a:pt x="1488465" y="180022"/>
                </a:lnTo>
                <a:lnTo>
                  <a:pt x="1488732" y="165442"/>
                </a:lnTo>
                <a:lnTo>
                  <a:pt x="1489417" y="149123"/>
                </a:lnTo>
                <a:lnTo>
                  <a:pt x="1491513" y="111353"/>
                </a:lnTo>
                <a:lnTo>
                  <a:pt x="1756879" y="111353"/>
                </a:lnTo>
                <a:lnTo>
                  <a:pt x="1756879" y="79349"/>
                </a:lnTo>
                <a:close/>
              </a:path>
              <a:path w="2208529" h="438150">
                <a:moveTo>
                  <a:pt x="1872792" y="262420"/>
                </a:moveTo>
                <a:lnTo>
                  <a:pt x="1863902" y="258991"/>
                </a:lnTo>
                <a:lnTo>
                  <a:pt x="1855419" y="255549"/>
                </a:lnTo>
                <a:lnTo>
                  <a:pt x="1847215" y="252095"/>
                </a:lnTo>
                <a:lnTo>
                  <a:pt x="1839175" y="248602"/>
                </a:lnTo>
                <a:lnTo>
                  <a:pt x="1824558" y="293751"/>
                </a:lnTo>
                <a:lnTo>
                  <a:pt x="1810219" y="337324"/>
                </a:lnTo>
                <a:lnTo>
                  <a:pt x="1795881" y="378866"/>
                </a:lnTo>
                <a:lnTo>
                  <a:pt x="1781263" y="417969"/>
                </a:lnTo>
                <a:lnTo>
                  <a:pt x="1819363" y="431685"/>
                </a:lnTo>
                <a:lnTo>
                  <a:pt x="1831352" y="392798"/>
                </a:lnTo>
                <a:lnTo>
                  <a:pt x="1844370" y="351624"/>
                </a:lnTo>
                <a:lnTo>
                  <a:pt x="1872792" y="262420"/>
                </a:lnTo>
                <a:close/>
              </a:path>
              <a:path w="2208529" h="438150">
                <a:moveTo>
                  <a:pt x="1872792" y="181546"/>
                </a:moveTo>
                <a:lnTo>
                  <a:pt x="1851621" y="164109"/>
                </a:lnTo>
                <a:lnTo>
                  <a:pt x="1831759" y="148361"/>
                </a:lnTo>
                <a:lnTo>
                  <a:pt x="1813344" y="134327"/>
                </a:lnTo>
                <a:lnTo>
                  <a:pt x="1796503" y="122021"/>
                </a:lnTo>
                <a:lnTo>
                  <a:pt x="1773643" y="148018"/>
                </a:lnTo>
                <a:lnTo>
                  <a:pt x="1787639" y="158648"/>
                </a:lnTo>
                <a:lnTo>
                  <a:pt x="1804504" y="172402"/>
                </a:lnTo>
                <a:lnTo>
                  <a:pt x="1824215" y="189598"/>
                </a:lnTo>
                <a:lnTo>
                  <a:pt x="1846795" y="210502"/>
                </a:lnTo>
                <a:lnTo>
                  <a:pt x="1851964" y="204482"/>
                </a:lnTo>
                <a:lnTo>
                  <a:pt x="1865109" y="190144"/>
                </a:lnTo>
                <a:lnTo>
                  <a:pt x="1872792" y="181546"/>
                </a:lnTo>
                <a:close/>
              </a:path>
              <a:path w="2208529" h="438150">
                <a:moveTo>
                  <a:pt x="1888032" y="73253"/>
                </a:moveTo>
                <a:lnTo>
                  <a:pt x="1868639" y="55524"/>
                </a:lnTo>
                <a:lnTo>
                  <a:pt x="1849513" y="38912"/>
                </a:lnTo>
                <a:lnTo>
                  <a:pt x="1830946" y="23456"/>
                </a:lnTo>
                <a:lnTo>
                  <a:pt x="1813267" y="9144"/>
                </a:lnTo>
                <a:lnTo>
                  <a:pt x="1790407" y="32004"/>
                </a:lnTo>
                <a:lnTo>
                  <a:pt x="1806956" y="46609"/>
                </a:lnTo>
                <a:lnTo>
                  <a:pt x="1824520" y="62763"/>
                </a:lnTo>
                <a:lnTo>
                  <a:pt x="1842960" y="80327"/>
                </a:lnTo>
                <a:lnTo>
                  <a:pt x="1862124" y="99161"/>
                </a:lnTo>
                <a:lnTo>
                  <a:pt x="1888032" y="73253"/>
                </a:lnTo>
                <a:close/>
              </a:path>
              <a:path w="2208529" h="438150">
                <a:moveTo>
                  <a:pt x="2208276" y="207454"/>
                </a:moveTo>
                <a:lnTo>
                  <a:pt x="2066442" y="207454"/>
                </a:lnTo>
                <a:lnTo>
                  <a:pt x="2066442" y="114401"/>
                </a:lnTo>
                <a:lnTo>
                  <a:pt x="2188464" y="114401"/>
                </a:lnTo>
                <a:lnTo>
                  <a:pt x="2188464" y="82397"/>
                </a:lnTo>
                <a:lnTo>
                  <a:pt x="2066442" y="82397"/>
                </a:lnTo>
                <a:lnTo>
                  <a:pt x="2066442" y="3048"/>
                </a:lnTo>
                <a:lnTo>
                  <a:pt x="2031390" y="3048"/>
                </a:lnTo>
                <a:lnTo>
                  <a:pt x="2031390" y="82397"/>
                </a:lnTo>
                <a:lnTo>
                  <a:pt x="1915464" y="82397"/>
                </a:lnTo>
                <a:lnTo>
                  <a:pt x="1915464" y="114401"/>
                </a:lnTo>
                <a:lnTo>
                  <a:pt x="2031390" y="114401"/>
                </a:lnTo>
                <a:lnTo>
                  <a:pt x="2031390" y="207454"/>
                </a:lnTo>
                <a:lnTo>
                  <a:pt x="1894128" y="207454"/>
                </a:lnTo>
                <a:lnTo>
                  <a:pt x="1894128" y="239458"/>
                </a:lnTo>
                <a:lnTo>
                  <a:pt x="2008530" y="239458"/>
                </a:lnTo>
                <a:lnTo>
                  <a:pt x="1995893" y="262089"/>
                </a:lnTo>
                <a:lnTo>
                  <a:pt x="1969439" y="305562"/>
                </a:lnTo>
                <a:lnTo>
                  <a:pt x="1942261" y="344157"/>
                </a:lnTo>
                <a:lnTo>
                  <a:pt x="1901748" y="376821"/>
                </a:lnTo>
                <a:lnTo>
                  <a:pt x="1916988" y="414921"/>
                </a:lnTo>
                <a:lnTo>
                  <a:pt x="2142744" y="395109"/>
                </a:lnTo>
                <a:lnTo>
                  <a:pt x="2148687" y="405155"/>
                </a:lnTo>
                <a:lnTo>
                  <a:pt x="2161171" y="424675"/>
                </a:lnTo>
                <a:lnTo>
                  <a:pt x="2167128" y="434733"/>
                </a:lnTo>
                <a:lnTo>
                  <a:pt x="2175357" y="429920"/>
                </a:lnTo>
                <a:lnTo>
                  <a:pt x="2192413" y="419722"/>
                </a:lnTo>
                <a:lnTo>
                  <a:pt x="2200656" y="414921"/>
                </a:lnTo>
                <a:lnTo>
                  <a:pt x="2187740" y="395109"/>
                </a:lnTo>
                <a:lnTo>
                  <a:pt x="2176818" y="378345"/>
                </a:lnTo>
                <a:lnTo>
                  <a:pt x="2153970" y="344576"/>
                </a:lnTo>
                <a:lnTo>
                  <a:pt x="2110638" y="282232"/>
                </a:lnTo>
                <a:lnTo>
                  <a:pt x="2081682" y="302044"/>
                </a:lnTo>
                <a:lnTo>
                  <a:pt x="2091994" y="316547"/>
                </a:lnTo>
                <a:lnTo>
                  <a:pt x="2102446" y="332346"/>
                </a:lnTo>
                <a:lnTo>
                  <a:pt x="2113191" y="349021"/>
                </a:lnTo>
                <a:lnTo>
                  <a:pt x="2124354" y="366153"/>
                </a:lnTo>
                <a:lnTo>
                  <a:pt x="2082965" y="370192"/>
                </a:lnTo>
                <a:lnTo>
                  <a:pt x="2041283" y="373392"/>
                </a:lnTo>
                <a:lnTo>
                  <a:pt x="1958136" y="378345"/>
                </a:lnTo>
                <a:lnTo>
                  <a:pt x="1981276" y="347395"/>
                </a:lnTo>
                <a:lnTo>
                  <a:pt x="2004860" y="314045"/>
                </a:lnTo>
                <a:lnTo>
                  <a:pt x="2028736" y="278117"/>
                </a:lnTo>
                <a:lnTo>
                  <a:pt x="2052726" y="239458"/>
                </a:lnTo>
                <a:lnTo>
                  <a:pt x="2208276" y="239458"/>
                </a:lnTo>
                <a:lnTo>
                  <a:pt x="2208276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1303680" y="2519933"/>
            <a:ext cx="4444365" cy="434975"/>
          </a:xfrm>
          <a:custGeom>
            <a:avLst/>
            <a:gdLst/>
            <a:ahLst/>
            <a:cxnLst/>
            <a:rect l="l" t="t" r="r" b="b"/>
            <a:pathLst>
              <a:path w="4444365" h="434975">
                <a:moveTo>
                  <a:pt x="346240" y="112877"/>
                </a:moveTo>
                <a:lnTo>
                  <a:pt x="314236" y="112877"/>
                </a:lnTo>
                <a:lnTo>
                  <a:pt x="314236" y="140398"/>
                </a:lnTo>
                <a:lnTo>
                  <a:pt x="314236" y="169354"/>
                </a:lnTo>
                <a:lnTo>
                  <a:pt x="111353" y="169354"/>
                </a:lnTo>
                <a:lnTo>
                  <a:pt x="111353" y="140398"/>
                </a:lnTo>
                <a:lnTo>
                  <a:pt x="314236" y="140398"/>
                </a:lnTo>
                <a:lnTo>
                  <a:pt x="314236" y="112877"/>
                </a:lnTo>
                <a:lnTo>
                  <a:pt x="79349" y="112877"/>
                </a:lnTo>
                <a:lnTo>
                  <a:pt x="79349" y="208978"/>
                </a:lnTo>
                <a:lnTo>
                  <a:pt x="111353" y="208978"/>
                </a:lnTo>
                <a:lnTo>
                  <a:pt x="111353" y="196786"/>
                </a:lnTo>
                <a:lnTo>
                  <a:pt x="314236" y="196786"/>
                </a:lnTo>
                <a:lnTo>
                  <a:pt x="314236" y="208978"/>
                </a:lnTo>
                <a:lnTo>
                  <a:pt x="346240" y="208978"/>
                </a:lnTo>
                <a:lnTo>
                  <a:pt x="346240" y="196786"/>
                </a:lnTo>
                <a:lnTo>
                  <a:pt x="346240" y="169354"/>
                </a:lnTo>
                <a:lnTo>
                  <a:pt x="346240" y="140398"/>
                </a:lnTo>
                <a:lnTo>
                  <a:pt x="346240" y="112877"/>
                </a:lnTo>
                <a:close/>
              </a:path>
              <a:path w="4444365" h="434975">
                <a:moveTo>
                  <a:pt x="387388" y="250228"/>
                </a:moveTo>
                <a:lnTo>
                  <a:pt x="382816" y="221170"/>
                </a:lnTo>
                <a:lnTo>
                  <a:pt x="289255" y="224447"/>
                </a:lnTo>
                <a:lnTo>
                  <a:pt x="136359" y="226961"/>
                </a:lnTo>
                <a:lnTo>
                  <a:pt x="26009" y="227368"/>
                </a:lnTo>
                <a:lnTo>
                  <a:pt x="28028" y="234467"/>
                </a:lnTo>
                <a:lnTo>
                  <a:pt x="29629" y="241846"/>
                </a:lnTo>
                <a:lnTo>
                  <a:pt x="30937" y="249224"/>
                </a:lnTo>
                <a:lnTo>
                  <a:pt x="32105" y="256324"/>
                </a:lnTo>
                <a:lnTo>
                  <a:pt x="199834" y="253276"/>
                </a:lnTo>
                <a:lnTo>
                  <a:pt x="271576" y="253009"/>
                </a:lnTo>
                <a:lnTo>
                  <a:pt x="387388" y="250228"/>
                </a:lnTo>
                <a:close/>
              </a:path>
              <a:path w="4444365" h="434975">
                <a:moveTo>
                  <a:pt x="414820" y="61061"/>
                </a:moveTo>
                <a:lnTo>
                  <a:pt x="305092" y="61061"/>
                </a:lnTo>
                <a:lnTo>
                  <a:pt x="330619" y="42392"/>
                </a:lnTo>
                <a:lnTo>
                  <a:pt x="344093" y="32346"/>
                </a:lnTo>
                <a:lnTo>
                  <a:pt x="358432" y="21437"/>
                </a:lnTo>
                <a:lnTo>
                  <a:pt x="334048" y="0"/>
                </a:lnTo>
                <a:lnTo>
                  <a:pt x="321830" y="10337"/>
                </a:lnTo>
                <a:lnTo>
                  <a:pt x="308317" y="20815"/>
                </a:lnTo>
                <a:lnTo>
                  <a:pt x="279082" y="42773"/>
                </a:lnTo>
                <a:lnTo>
                  <a:pt x="297472" y="61061"/>
                </a:lnTo>
                <a:lnTo>
                  <a:pt x="228790" y="61061"/>
                </a:lnTo>
                <a:lnTo>
                  <a:pt x="228790" y="0"/>
                </a:lnTo>
                <a:lnTo>
                  <a:pt x="196786" y="0"/>
                </a:lnTo>
                <a:lnTo>
                  <a:pt x="196786" y="61061"/>
                </a:lnTo>
                <a:lnTo>
                  <a:pt x="126593" y="61061"/>
                </a:lnTo>
                <a:lnTo>
                  <a:pt x="146405" y="44297"/>
                </a:lnTo>
                <a:lnTo>
                  <a:pt x="134416" y="33731"/>
                </a:lnTo>
                <a:lnTo>
                  <a:pt x="121450" y="22720"/>
                </a:lnTo>
                <a:lnTo>
                  <a:pt x="107607" y="11430"/>
                </a:lnTo>
                <a:lnTo>
                  <a:pt x="93065" y="0"/>
                </a:lnTo>
                <a:lnTo>
                  <a:pt x="70205" y="19913"/>
                </a:lnTo>
                <a:lnTo>
                  <a:pt x="82511" y="30200"/>
                </a:lnTo>
                <a:lnTo>
                  <a:pt x="94399" y="40487"/>
                </a:lnTo>
                <a:lnTo>
                  <a:pt x="105994" y="50774"/>
                </a:lnTo>
                <a:lnTo>
                  <a:pt x="117449" y="61061"/>
                </a:lnTo>
                <a:lnTo>
                  <a:pt x="10668" y="61061"/>
                </a:lnTo>
                <a:lnTo>
                  <a:pt x="10668" y="141922"/>
                </a:lnTo>
                <a:lnTo>
                  <a:pt x="42773" y="141922"/>
                </a:lnTo>
                <a:lnTo>
                  <a:pt x="42773" y="90017"/>
                </a:lnTo>
                <a:lnTo>
                  <a:pt x="384340" y="90017"/>
                </a:lnTo>
                <a:lnTo>
                  <a:pt x="384340" y="141922"/>
                </a:lnTo>
                <a:lnTo>
                  <a:pt x="414820" y="141922"/>
                </a:lnTo>
                <a:lnTo>
                  <a:pt x="414820" y="90017"/>
                </a:lnTo>
                <a:lnTo>
                  <a:pt x="414820" y="61061"/>
                </a:lnTo>
                <a:close/>
              </a:path>
              <a:path w="4444365" h="434975">
                <a:moveTo>
                  <a:pt x="425488" y="334137"/>
                </a:moveTo>
                <a:lnTo>
                  <a:pt x="231838" y="334137"/>
                </a:lnTo>
                <a:lnTo>
                  <a:pt x="231838" y="306616"/>
                </a:lnTo>
                <a:lnTo>
                  <a:pt x="381292" y="306616"/>
                </a:lnTo>
                <a:lnTo>
                  <a:pt x="381292" y="279184"/>
                </a:lnTo>
                <a:lnTo>
                  <a:pt x="231838" y="279184"/>
                </a:lnTo>
                <a:lnTo>
                  <a:pt x="231838" y="253276"/>
                </a:lnTo>
                <a:lnTo>
                  <a:pt x="199834" y="253276"/>
                </a:lnTo>
                <a:lnTo>
                  <a:pt x="199834" y="279184"/>
                </a:lnTo>
                <a:lnTo>
                  <a:pt x="32105" y="279184"/>
                </a:lnTo>
                <a:lnTo>
                  <a:pt x="32105" y="306616"/>
                </a:lnTo>
                <a:lnTo>
                  <a:pt x="199834" y="306616"/>
                </a:lnTo>
                <a:lnTo>
                  <a:pt x="199834" y="334137"/>
                </a:lnTo>
                <a:lnTo>
                  <a:pt x="0" y="334137"/>
                </a:lnTo>
                <a:lnTo>
                  <a:pt x="0" y="361581"/>
                </a:lnTo>
                <a:lnTo>
                  <a:pt x="199834" y="361581"/>
                </a:lnTo>
                <a:lnTo>
                  <a:pt x="199834" y="369201"/>
                </a:lnTo>
                <a:lnTo>
                  <a:pt x="198145" y="380314"/>
                </a:lnTo>
                <a:lnTo>
                  <a:pt x="193167" y="388442"/>
                </a:lnTo>
                <a:lnTo>
                  <a:pt x="185051" y="393407"/>
                </a:lnTo>
                <a:lnTo>
                  <a:pt x="173926" y="395109"/>
                </a:lnTo>
                <a:lnTo>
                  <a:pt x="159105" y="394817"/>
                </a:lnTo>
                <a:lnTo>
                  <a:pt x="142252" y="393966"/>
                </a:lnTo>
                <a:lnTo>
                  <a:pt x="123698" y="392531"/>
                </a:lnTo>
                <a:lnTo>
                  <a:pt x="103733" y="390537"/>
                </a:lnTo>
                <a:lnTo>
                  <a:pt x="106019" y="408635"/>
                </a:lnTo>
                <a:lnTo>
                  <a:pt x="107162" y="417322"/>
                </a:lnTo>
                <a:lnTo>
                  <a:pt x="108305" y="425589"/>
                </a:lnTo>
                <a:lnTo>
                  <a:pt x="180022" y="425589"/>
                </a:lnTo>
                <a:lnTo>
                  <a:pt x="202907" y="422389"/>
                </a:lnTo>
                <a:lnTo>
                  <a:pt x="219075" y="412635"/>
                </a:lnTo>
                <a:lnTo>
                  <a:pt x="228676" y="396011"/>
                </a:lnTo>
                <a:lnTo>
                  <a:pt x="228790" y="395109"/>
                </a:lnTo>
                <a:lnTo>
                  <a:pt x="231838" y="372249"/>
                </a:lnTo>
                <a:lnTo>
                  <a:pt x="231838" y="361581"/>
                </a:lnTo>
                <a:lnTo>
                  <a:pt x="425488" y="361581"/>
                </a:lnTo>
                <a:lnTo>
                  <a:pt x="425488" y="334137"/>
                </a:lnTo>
                <a:close/>
              </a:path>
              <a:path w="4444365" h="434975">
                <a:moveTo>
                  <a:pt x="571969" y="82397"/>
                </a:moveTo>
                <a:lnTo>
                  <a:pt x="529209" y="82397"/>
                </a:lnTo>
                <a:lnTo>
                  <a:pt x="529209" y="1524"/>
                </a:lnTo>
                <a:lnTo>
                  <a:pt x="498729" y="1524"/>
                </a:lnTo>
                <a:lnTo>
                  <a:pt x="498729" y="82397"/>
                </a:lnTo>
                <a:lnTo>
                  <a:pt x="446913" y="82397"/>
                </a:lnTo>
                <a:lnTo>
                  <a:pt x="446913" y="112877"/>
                </a:lnTo>
                <a:lnTo>
                  <a:pt x="498729" y="112877"/>
                </a:lnTo>
                <a:lnTo>
                  <a:pt x="498729" y="212039"/>
                </a:lnTo>
                <a:lnTo>
                  <a:pt x="484136" y="218643"/>
                </a:lnTo>
                <a:lnTo>
                  <a:pt x="469963" y="224840"/>
                </a:lnTo>
                <a:lnTo>
                  <a:pt x="442341" y="236512"/>
                </a:lnTo>
                <a:lnTo>
                  <a:pt x="449961" y="273088"/>
                </a:lnTo>
                <a:lnTo>
                  <a:pt x="462508" y="267131"/>
                </a:lnTo>
                <a:lnTo>
                  <a:pt x="498729" y="248704"/>
                </a:lnTo>
                <a:lnTo>
                  <a:pt x="498729" y="382917"/>
                </a:lnTo>
                <a:lnTo>
                  <a:pt x="492645" y="389001"/>
                </a:lnTo>
                <a:lnTo>
                  <a:pt x="476084" y="388988"/>
                </a:lnTo>
                <a:lnTo>
                  <a:pt x="467677" y="388823"/>
                </a:lnTo>
                <a:lnTo>
                  <a:pt x="458419" y="388366"/>
                </a:lnTo>
                <a:lnTo>
                  <a:pt x="448437" y="387489"/>
                </a:lnTo>
                <a:lnTo>
                  <a:pt x="453009" y="419493"/>
                </a:lnTo>
                <a:lnTo>
                  <a:pt x="465035" y="420128"/>
                </a:lnTo>
                <a:lnTo>
                  <a:pt x="476059" y="420065"/>
                </a:lnTo>
                <a:lnTo>
                  <a:pt x="486232" y="419696"/>
                </a:lnTo>
                <a:lnTo>
                  <a:pt x="495681" y="419493"/>
                </a:lnTo>
                <a:lnTo>
                  <a:pt x="527189" y="391414"/>
                </a:lnTo>
                <a:lnTo>
                  <a:pt x="529209" y="372249"/>
                </a:lnTo>
                <a:lnTo>
                  <a:pt x="529209" y="248704"/>
                </a:lnTo>
                <a:lnTo>
                  <a:pt x="529209" y="233464"/>
                </a:lnTo>
                <a:lnTo>
                  <a:pt x="540359" y="228663"/>
                </a:lnTo>
                <a:lnTo>
                  <a:pt x="560971" y="219024"/>
                </a:lnTo>
                <a:lnTo>
                  <a:pt x="570445" y="215087"/>
                </a:lnTo>
                <a:lnTo>
                  <a:pt x="569544" y="206819"/>
                </a:lnTo>
                <a:lnTo>
                  <a:pt x="568820" y="196799"/>
                </a:lnTo>
                <a:lnTo>
                  <a:pt x="568274" y="189153"/>
                </a:lnTo>
                <a:lnTo>
                  <a:pt x="567309" y="180022"/>
                </a:lnTo>
                <a:lnTo>
                  <a:pt x="558139" y="184581"/>
                </a:lnTo>
                <a:lnTo>
                  <a:pt x="548830" y="188988"/>
                </a:lnTo>
                <a:lnTo>
                  <a:pt x="539229" y="193103"/>
                </a:lnTo>
                <a:lnTo>
                  <a:pt x="529209" y="196799"/>
                </a:lnTo>
                <a:lnTo>
                  <a:pt x="529209" y="112877"/>
                </a:lnTo>
                <a:lnTo>
                  <a:pt x="571969" y="112877"/>
                </a:lnTo>
                <a:lnTo>
                  <a:pt x="571969" y="82397"/>
                </a:lnTo>
                <a:close/>
              </a:path>
              <a:path w="4444365" h="434975">
                <a:moveTo>
                  <a:pt x="858685" y="24485"/>
                </a:moveTo>
                <a:lnTo>
                  <a:pt x="826579" y="24485"/>
                </a:lnTo>
                <a:lnTo>
                  <a:pt x="826579" y="51917"/>
                </a:lnTo>
                <a:lnTo>
                  <a:pt x="826579" y="96113"/>
                </a:lnTo>
                <a:lnTo>
                  <a:pt x="617702" y="96113"/>
                </a:lnTo>
                <a:lnTo>
                  <a:pt x="617702" y="51917"/>
                </a:lnTo>
                <a:lnTo>
                  <a:pt x="826579" y="51917"/>
                </a:lnTo>
                <a:lnTo>
                  <a:pt x="826579" y="24485"/>
                </a:lnTo>
                <a:lnTo>
                  <a:pt x="587209" y="24485"/>
                </a:lnTo>
                <a:lnTo>
                  <a:pt x="587159" y="189153"/>
                </a:lnTo>
                <a:lnTo>
                  <a:pt x="585050" y="244614"/>
                </a:lnTo>
                <a:lnTo>
                  <a:pt x="578624" y="294855"/>
                </a:lnTo>
                <a:lnTo>
                  <a:pt x="568109" y="338569"/>
                </a:lnTo>
                <a:lnTo>
                  <a:pt x="553618" y="375970"/>
                </a:lnTo>
                <a:lnTo>
                  <a:pt x="535305" y="407301"/>
                </a:lnTo>
                <a:lnTo>
                  <a:pt x="542112" y="414159"/>
                </a:lnTo>
                <a:lnTo>
                  <a:pt x="548640" y="421017"/>
                </a:lnTo>
                <a:lnTo>
                  <a:pt x="554596" y="427913"/>
                </a:lnTo>
                <a:lnTo>
                  <a:pt x="559689" y="434822"/>
                </a:lnTo>
                <a:lnTo>
                  <a:pt x="580974" y="399084"/>
                </a:lnTo>
                <a:lnTo>
                  <a:pt x="597268" y="355879"/>
                </a:lnTo>
                <a:lnTo>
                  <a:pt x="608711" y="305066"/>
                </a:lnTo>
                <a:lnTo>
                  <a:pt x="615480" y="246494"/>
                </a:lnTo>
                <a:lnTo>
                  <a:pt x="617639" y="181559"/>
                </a:lnTo>
                <a:lnTo>
                  <a:pt x="617702" y="123634"/>
                </a:lnTo>
                <a:lnTo>
                  <a:pt x="826579" y="123634"/>
                </a:lnTo>
                <a:lnTo>
                  <a:pt x="826579" y="135826"/>
                </a:lnTo>
                <a:lnTo>
                  <a:pt x="858685" y="135826"/>
                </a:lnTo>
                <a:lnTo>
                  <a:pt x="858685" y="123634"/>
                </a:lnTo>
                <a:lnTo>
                  <a:pt x="858685" y="96113"/>
                </a:lnTo>
                <a:lnTo>
                  <a:pt x="858685" y="51917"/>
                </a:lnTo>
                <a:lnTo>
                  <a:pt x="858685" y="24485"/>
                </a:lnTo>
                <a:close/>
              </a:path>
              <a:path w="4444365" h="434975">
                <a:moveTo>
                  <a:pt x="867829" y="263944"/>
                </a:moveTo>
                <a:lnTo>
                  <a:pt x="848779" y="244132"/>
                </a:lnTo>
                <a:lnTo>
                  <a:pt x="830592" y="225983"/>
                </a:lnTo>
                <a:lnTo>
                  <a:pt x="812647" y="209219"/>
                </a:lnTo>
                <a:lnTo>
                  <a:pt x="794575" y="193751"/>
                </a:lnTo>
                <a:lnTo>
                  <a:pt x="773239" y="212039"/>
                </a:lnTo>
                <a:lnTo>
                  <a:pt x="780097" y="218935"/>
                </a:lnTo>
                <a:lnTo>
                  <a:pt x="786955" y="225983"/>
                </a:lnTo>
                <a:lnTo>
                  <a:pt x="793813" y="233324"/>
                </a:lnTo>
                <a:lnTo>
                  <a:pt x="800671" y="241084"/>
                </a:lnTo>
                <a:lnTo>
                  <a:pt x="706120" y="243865"/>
                </a:lnTo>
                <a:lnTo>
                  <a:pt x="678662" y="244132"/>
                </a:lnTo>
                <a:lnTo>
                  <a:pt x="709180" y="216268"/>
                </a:lnTo>
                <a:lnTo>
                  <a:pt x="726313" y="199898"/>
                </a:lnTo>
                <a:lnTo>
                  <a:pt x="744283" y="181559"/>
                </a:lnTo>
                <a:lnTo>
                  <a:pt x="866305" y="181559"/>
                </a:lnTo>
                <a:lnTo>
                  <a:pt x="866305" y="154114"/>
                </a:lnTo>
                <a:lnTo>
                  <a:pt x="628370" y="154114"/>
                </a:lnTo>
                <a:lnTo>
                  <a:pt x="628370" y="181559"/>
                </a:lnTo>
                <a:lnTo>
                  <a:pt x="704570" y="181559"/>
                </a:lnTo>
                <a:lnTo>
                  <a:pt x="685685" y="200977"/>
                </a:lnTo>
                <a:lnTo>
                  <a:pt x="667804" y="217982"/>
                </a:lnTo>
                <a:lnTo>
                  <a:pt x="650773" y="232422"/>
                </a:lnTo>
                <a:lnTo>
                  <a:pt x="634466" y="244132"/>
                </a:lnTo>
                <a:lnTo>
                  <a:pt x="640562" y="274612"/>
                </a:lnTo>
                <a:lnTo>
                  <a:pt x="669150" y="272326"/>
                </a:lnTo>
                <a:lnTo>
                  <a:pt x="709180" y="270040"/>
                </a:lnTo>
                <a:lnTo>
                  <a:pt x="823531" y="265468"/>
                </a:lnTo>
                <a:lnTo>
                  <a:pt x="828103" y="270941"/>
                </a:lnTo>
                <a:lnTo>
                  <a:pt x="837247" y="281330"/>
                </a:lnTo>
                <a:lnTo>
                  <a:pt x="841819" y="286804"/>
                </a:lnTo>
                <a:lnTo>
                  <a:pt x="866089" y="265468"/>
                </a:lnTo>
                <a:lnTo>
                  <a:pt x="867829" y="263944"/>
                </a:lnTo>
                <a:close/>
              </a:path>
              <a:path w="4444365" h="434975">
                <a:moveTo>
                  <a:pt x="876973" y="384441"/>
                </a:moveTo>
                <a:lnTo>
                  <a:pt x="756475" y="384441"/>
                </a:lnTo>
                <a:lnTo>
                  <a:pt x="756475" y="340245"/>
                </a:lnTo>
                <a:lnTo>
                  <a:pt x="852589" y="340245"/>
                </a:lnTo>
                <a:lnTo>
                  <a:pt x="852589" y="312712"/>
                </a:lnTo>
                <a:lnTo>
                  <a:pt x="756475" y="312712"/>
                </a:lnTo>
                <a:lnTo>
                  <a:pt x="756475" y="276136"/>
                </a:lnTo>
                <a:lnTo>
                  <a:pt x="724471" y="276136"/>
                </a:lnTo>
                <a:lnTo>
                  <a:pt x="724471" y="312712"/>
                </a:lnTo>
                <a:lnTo>
                  <a:pt x="629894" y="312712"/>
                </a:lnTo>
                <a:lnTo>
                  <a:pt x="629894" y="340245"/>
                </a:lnTo>
                <a:lnTo>
                  <a:pt x="724471" y="340245"/>
                </a:lnTo>
                <a:lnTo>
                  <a:pt x="724471" y="384441"/>
                </a:lnTo>
                <a:lnTo>
                  <a:pt x="602449" y="384441"/>
                </a:lnTo>
                <a:lnTo>
                  <a:pt x="602449" y="411873"/>
                </a:lnTo>
                <a:lnTo>
                  <a:pt x="876973" y="411873"/>
                </a:lnTo>
                <a:lnTo>
                  <a:pt x="876973" y="384441"/>
                </a:lnTo>
                <a:close/>
              </a:path>
              <a:path w="4444365" h="434975">
                <a:moveTo>
                  <a:pt x="1278064" y="169354"/>
                </a:moveTo>
                <a:lnTo>
                  <a:pt x="916597" y="169354"/>
                </a:lnTo>
                <a:lnTo>
                  <a:pt x="916597" y="201371"/>
                </a:lnTo>
                <a:lnTo>
                  <a:pt x="1029462" y="201371"/>
                </a:lnTo>
                <a:lnTo>
                  <a:pt x="1029462" y="433298"/>
                </a:lnTo>
                <a:lnTo>
                  <a:pt x="1066038" y="433298"/>
                </a:lnTo>
                <a:lnTo>
                  <a:pt x="1066038" y="201371"/>
                </a:lnTo>
                <a:lnTo>
                  <a:pt x="1241399" y="201371"/>
                </a:lnTo>
                <a:lnTo>
                  <a:pt x="1238351" y="257644"/>
                </a:lnTo>
                <a:lnTo>
                  <a:pt x="1235303" y="298996"/>
                </a:lnTo>
                <a:lnTo>
                  <a:pt x="1208722" y="337654"/>
                </a:lnTo>
                <a:lnTo>
                  <a:pt x="1189583" y="340245"/>
                </a:lnTo>
                <a:lnTo>
                  <a:pt x="1173048" y="339712"/>
                </a:lnTo>
                <a:lnTo>
                  <a:pt x="1155661" y="338340"/>
                </a:lnTo>
                <a:lnTo>
                  <a:pt x="1137678" y="336384"/>
                </a:lnTo>
                <a:lnTo>
                  <a:pt x="1119378" y="334149"/>
                </a:lnTo>
                <a:lnTo>
                  <a:pt x="1121460" y="342671"/>
                </a:lnTo>
                <a:lnTo>
                  <a:pt x="1123086" y="352056"/>
                </a:lnTo>
                <a:lnTo>
                  <a:pt x="1124407" y="362000"/>
                </a:lnTo>
                <a:lnTo>
                  <a:pt x="1125575" y="372249"/>
                </a:lnTo>
                <a:lnTo>
                  <a:pt x="1140142" y="373126"/>
                </a:lnTo>
                <a:lnTo>
                  <a:pt x="1156436" y="373583"/>
                </a:lnTo>
                <a:lnTo>
                  <a:pt x="1194155" y="373773"/>
                </a:lnTo>
                <a:lnTo>
                  <a:pt x="1225334" y="369760"/>
                </a:lnTo>
                <a:lnTo>
                  <a:pt x="1260779" y="340245"/>
                </a:lnTo>
                <a:lnTo>
                  <a:pt x="1271206" y="282829"/>
                </a:lnTo>
                <a:lnTo>
                  <a:pt x="1275778" y="212534"/>
                </a:lnTo>
                <a:lnTo>
                  <a:pt x="1278064" y="169354"/>
                </a:lnTo>
                <a:close/>
              </a:path>
              <a:path w="4444365" h="434975">
                <a:moveTo>
                  <a:pt x="1325308" y="61061"/>
                </a:moveTo>
                <a:lnTo>
                  <a:pt x="1203299" y="61061"/>
                </a:lnTo>
                <a:lnTo>
                  <a:pt x="1203299" y="3048"/>
                </a:lnTo>
                <a:lnTo>
                  <a:pt x="1168247" y="3048"/>
                </a:lnTo>
                <a:lnTo>
                  <a:pt x="1168247" y="61061"/>
                </a:lnTo>
                <a:lnTo>
                  <a:pt x="1050798" y="61061"/>
                </a:lnTo>
                <a:lnTo>
                  <a:pt x="1050798" y="3048"/>
                </a:lnTo>
                <a:lnTo>
                  <a:pt x="1015746" y="3048"/>
                </a:lnTo>
                <a:lnTo>
                  <a:pt x="1015746" y="61061"/>
                </a:lnTo>
                <a:lnTo>
                  <a:pt x="893724" y="61061"/>
                </a:lnTo>
                <a:lnTo>
                  <a:pt x="893724" y="93065"/>
                </a:lnTo>
                <a:lnTo>
                  <a:pt x="1015746" y="93065"/>
                </a:lnTo>
                <a:lnTo>
                  <a:pt x="1015746" y="141922"/>
                </a:lnTo>
                <a:lnTo>
                  <a:pt x="1050798" y="141922"/>
                </a:lnTo>
                <a:lnTo>
                  <a:pt x="1050798" y="93065"/>
                </a:lnTo>
                <a:lnTo>
                  <a:pt x="1168247" y="93065"/>
                </a:lnTo>
                <a:lnTo>
                  <a:pt x="1168247" y="141922"/>
                </a:lnTo>
                <a:lnTo>
                  <a:pt x="1203299" y="141922"/>
                </a:lnTo>
                <a:lnTo>
                  <a:pt x="1203299" y="93065"/>
                </a:lnTo>
                <a:lnTo>
                  <a:pt x="1325308" y="93065"/>
                </a:lnTo>
                <a:lnTo>
                  <a:pt x="1325308" y="61061"/>
                </a:lnTo>
                <a:close/>
              </a:path>
              <a:path w="4444365" h="434975">
                <a:moveTo>
                  <a:pt x="1430566" y="335673"/>
                </a:moveTo>
                <a:lnTo>
                  <a:pt x="1400086" y="318808"/>
                </a:lnTo>
                <a:lnTo>
                  <a:pt x="1385189" y="344055"/>
                </a:lnTo>
                <a:lnTo>
                  <a:pt x="1370469" y="367284"/>
                </a:lnTo>
                <a:lnTo>
                  <a:pt x="1356055" y="388772"/>
                </a:lnTo>
                <a:lnTo>
                  <a:pt x="1342072" y="408825"/>
                </a:lnTo>
                <a:lnTo>
                  <a:pt x="1371028" y="430161"/>
                </a:lnTo>
                <a:lnTo>
                  <a:pt x="1384185" y="411314"/>
                </a:lnTo>
                <a:lnTo>
                  <a:pt x="1398511" y="389204"/>
                </a:lnTo>
                <a:lnTo>
                  <a:pt x="1413967" y="363931"/>
                </a:lnTo>
                <a:lnTo>
                  <a:pt x="1430566" y="335673"/>
                </a:lnTo>
                <a:close/>
              </a:path>
              <a:path w="4444365" h="434975">
                <a:moveTo>
                  <a:pt x="1538859" y="410349"/>
                </a:moveTo>
                <a:lnTo>
                  <a:pt x="1530756" y="385749"/>
                </a:lnTo>
                <a:lnTo>
                  <a:pt x="1522387" y="362140"/>
                </a:lnTo>
                <a:lnTo>
                  <a:pt x="1513471" y="339369"/>
                </a:lnTo>
                <a:lnTo>
                  <a:pt x="1503718" y="317284"/>
                </a:lnTo>
                <a:lnTo>
                  <a:pt x="1471714" y="327952"/>
                </a:lnTo>
                <a:lnTo>
                  <a:pt x="1480566" y="351129"/>
                </a:lnTo>
                <a:lnTo>
                  <a:pt x="1488859" y="374713"/>
                </a:lnTo>
                <a:lnTo>
                  <a:pt x="1496568" y="398551"/>
                </a:lnTo>
                <a:lnTo>
                  <a:pt x="1503718" y="422541"/>
                </a:lnTo>
                <a:lnTo>
                  <a:pt x="1538859" y="410349"/>
                </a:lnTo>
                <a:close/>
              </a:path>
              <a:path w="4444365" h="434975">
                <a:moveTo>
                  <a:pt x="1645539" y="404253"/>
                </a:moveTo>
                <a:lnTo>
                  <a:pt x="1637233" y="380771"/>
                </a:lnTo>
                <a:lnTo>
                  <a:pt x="1628203" y="358140"/>
                </a:lnTo>
                <a:lnTo>
                  <a:pt x="1618322" y="336054"/>
                </a:lnTo>
                <a:lnTo>
                  <a:pt x="1607439" y="314236"/>
                </a:lnTo>
                <a:lnTo>
                  <a:pt x="1575435" y="326428"/>
                </a:lnTo>
                <a:lnTo>
                  <a:pt x="1586941" y="351917"/>
                </a:lnTo>
                <a:lnTo>
                  <a:pt x="1596580" y="375666"/>
                </a:lnTo>
                <a:lnTo>
                  <a:pt x="1604797" y="397675"/>
                </a:lnTo>
                <a:lnTo>
                  <a:pt x="1612011" y="417969"/>
                </a:lnTo>
                <a:lnTo>
                  <a:pt x="1645539" y="404253"/>
                </a:lnTo>
                <a:close/>
              </a:path>
              <a:path w="4444365" h="434975">
                <a:moveTo>
                  <a:pt x="1767560" y="53441"/>
                </a:moveTo>
                <a:lnTo>
                  <a:pt x="1572387" y="53441"/>
                </a:lnTo>
                <a:lnTo>
                  <a:pt x="1572387" y="0"/>
                </a:lnTo>
                <a:lnTo>
                  <a:pt x="1534198" y="0"/>
                </a:lnTo>
                <a:lnTo>
                  <a:pt x="1534198" y="137350"/>
                </a:lnTo>
                <a:lnTo>
                  <a:pt x="1396936" y="137350"/>
                </a:lnTo>
                <a:lnTo>
                  <a:pt x="1396936" y="305092"/>
                </a:lnTo>
                <a:lnTo>
                  <a:pt x="1433614" y="305092"/>
                </a:lnTo>
                <a:lnTo>
                  <a:pt x="1433614" y="286804"/>
                </a:lnTo>
                <a:lnTo>
                  <a:pt x="1691360" y="286804"/>
                </a:lnTo>
                <a:lnTo>
                  <a:pt x="1691360" y="305092"/>
                </a:lnTo>
                <a:lnTo>
                  <a:pt x="1726412" y="305092"/>
                </a:lnTo>
                <a:lnTo>
                  <a:pt x="1726412" y="286804"/>
                </a:lnTo>
                <a:lnTo>
                  <a:pt x="1726412" y="254800"/>
                </a:lnTo>
                <a:lnTo>
                  <a:pt x="1726412" y="169367"/>
                </a:lnTo>
                <a:lnTo>
                  <a:pt x="1726412" y="137350"/>
                </a:lnTo>
                <a:lnTo>
                  <a:pt x="1691360" y="137350"/>
                </a:lnTo>
                <a:lnTo>
                  <a:pt x="1691360" y="169367"/>
                </a:lnTo>
                <a:lnTo>
                  <a:pt x="1691360" y="254800"/>
                </a:lnTo>
                <a:lnTo>
                  <a:pt x="1433614" y="254800"/>
                </a:lnTo>
                <a:lnTo>
                  <a:pt x="1433614" y="169367"/>
                </a:lnTo>
                <a:lnTo>
                  <a:pt x="1691360" y="169367"/>
                </a:lnTo>
                <a:lnTo>
                  <a:pt x="1691360" y="137350"/>
                </a:lnTo>
                <a:lnTo>
                  <a:pt x="1572387" y="137350"/>
                </a:lnTo>
                <a:lnTo>
                  <a:pt x="1572387" y="83921"/>
                </a:lnTo>
                <a:lnTo>
                  <a:pt x="1767560" y="83921"/>
                </a:lnTo>
                <a:lnTo>
                  <a:pt x="1767560" y="53441"/>
                </a:lnTo>
                <a:close/>
              </a:path>
              <a:path w="4444365" h="434975">
                <a:moveTo>
                  <a:pt x="1770608" y="410349"/>
                </a:moveTo>
                <a:lnTo>
                  <a:pt x="1759432" y="388937"/>
                </a:lnTo>
                <a:lnTo>
                  <a:pt x="1746415" y="365950"/>
                </a:lnTo>
                <a:lnTo>
                  <a:pt x="1731378" y="341503"/>
                </a:lnTo>
                <a:lnTo>
                  <a:pt x="1714220" y="315760"/>
                </a:lnTo>
                <a:lnTo>
                  <a:pt x="1683740" y="331101"/>
                </a:lnTo>
                <a:lnTo>
                  <a:pt x="1699145" y="357047"/>
                </a:lnTo>
                <a:lnTo>
                  <a:pt x="1713268" y="382155"/>
                </a:lnTo>
                <a:lnTo>
                  <a:pt x="1725955" y="406107"/>
                </a:lnTo>
                <a:lnTo>
                  <a:pt x="1737080" y="428637"/>
                </a:lnTo>
                <a:lnTo>
                  <a:pt x="1770608" y="410349"/>
                </a:lnTo>
                <a:close/>
              </a:path>
              <a:path w="4444365" h="434975">
                <a:moveTo>
                  <a:pt x="1976539" y="74777"/>
                </a:moveTo>
                <a:lnTo>
                  <a:pt x="1941385" y="74777"/>
                </a:lnTo>
                <a:lnTo>
                  <a:pt x="1941385" y="106781"/>
                </a:lnTo>
                <a:lnTo>
                  <a:pt x="1941385" y="213563"/>
                </a:lnTo>
                <a:lnTo>
                  <a:pt x="1941385" y="245656"/>
                </a:lnTo>
                <a:lnTo>
                  <a:pt x="1941385" y="355485"/>
                </a:lnTo>
                <a:lnTo>
                  <a:pt x="1842325" y="355485"/>
                </a:lnTo>
                <a:lnTo>
                  <a:pt x="1842325" y="245656"/>
                </a:lnTo>
                <a:lnTo>
                  <a:pt x="1941385" y="245656"/>
                </a:lnTo>
                <a:lnTo>
                  <a:pt x="1941385" y="213563"/>
                </a:lnTo>
                <a:lnTo>
                  <a:pt x="1842325" y="213563"/>
                </a:lnTo>
                <a:lnTo>
                  <a:pt x="1842325" y="106781"/>
                </a:lnTo>
                <a:lnTo>
                  <a:pt x="1941385" y="106781"/>
                </a:lnTo>
                <a:lnTo>
                  <a:pt x="1941385" y="74777"/>
                </a:lnTo>
                <a:lnTo>
                  <a:pt x="1889569" y="74777"/>
                </a:lnTo>
                <a:lnTo>
                  <a:pt x="1895551" y="59867"/>
                </a:lnTo>
                <a:lnTo>
                  <a:pt x="1901952" y="44665"/>
                </a:lnTo>
                <a:lnTo>
                  <a:pt x="1908644" y="28879"/>
                </a:lnTo>
                <a:lnTo>
                  <a:pt x="1915477" y="12192"/>
                </a:lnTo>
                <a:lnTo>
                  <a:pt x="1878901" y="1524"/>
                </a:lnTo>
                <a:lnTo>
                  <a:pt x="1873110" y="18161"/>
                </a:lnTo>
                <a:lnTo>
                  <a:pt x="1866900" y="35902"/>
                </a:lnTo>
                <a:lnTo>
                  <a:pt x="1859826" y="54775"/>
                </a:lnTo>
                <a:lnTo>
                  <a:pt x="1851469" y="74777"/>
                </a:lnTo>
                <a:lnTo>
                  <a:pt x="1807184" y="74777"/>
                </a:lnTo>
                <a:lnTo>
                  <a:pt x="1807184" y="425589"/>
                </a:lnTo>
                <a:lnTo>
                  <a:pt x="1842325" y="425589"/>
                </a:lnTo>
                <a:lnTo>
                  <a:pt x="1842325" y="389013"/>
                </a:lnTo>
                <a:lnTo>
                  <a:pt x="1941385" y="389013"/>
                </a:lnTo>
                <a:lnTo>
                  <a:pt x="1941385" y="422541"/>
                </a:lnTo>
                <a:lnTo>
                  <a:pt x="1976539" y="422541"/>
                </a:lnTo>
                <a:lnTo>
                  <a:pt x="1976539" y="389013"/>
                </a:lnTo>
                <a:lnTo>
                  <a:pt x="1976539" y="355485"/>
                </a:lnTo>
                <a:lnTo>
                  <a:pt x="1976539" y="245656"/>
                </a:lnTo>
                <a:lnTo>
                  <a:pt x="1976539" y="213563"/>
                </a:lnTo>
                <a:lnTo>
                  <a:pt x="1976539" y="106781"/>
                </a:lnTo>
                <a:lnTo>
                  <a:pt x="1976539" y="74777"/>
                </a:lnTo>
                <a:close/>
              </a:path>
              <a:path w="4444365" h="434975">
                <a:moveTo>
                  <a:pt x="2125980" y="273088"/>
                </a:moveTo>
                <a:lnTo>
                  <a:pt x="2109965" y="251383"/>
                </a:lnTo>
                <a:lnTo>
                  <a:pt x="2091639" y="227507"/>
                </a:lnTo>
                <a:lnTo>
                  <a:pt x="2071039" y="201637"/>
                </a:lnTo>
                <a:lnTo>
                  <a:pt x="2048167" y="173939"/>
                </a:lnTo>
                <a:lnTo>
                  <a:pt x="2022259" y="193751"/>
                </a:lnTo>
                <a:lnTo>
                  <a:pt x="2041372" y="219824"/>
                </a:lnTo>
                <a:lnTo>
                  <a:pt x="2059787" y="245452"/>
                </a:lnTo>
                <a:lnTo>
                  <a:pt x="2077377" y="270776"/>
                </a:lnTo>
                <a:lnTo>
                  <a:pt x="2093976" y="295948"/>
                </a:lnTo>
                <a:lnTo>
                  <a:pt x="2125980" y="273088"/>
                </a:lnTo>
                <a:close/>
              </a:path>
              <a:path w="4444365" h="434975">
                <a:moveTo>
                  <a:pt x="2208276" y="73253"/>
                </a:moveTo>
                <a:lnTo>
                  <a:pt x="2066455" y="73253"/>
                </a:lnTo>
                <a:lnTo>
                  <a:pt x="2072170" y="58127"/>
                </a:lnTo>
                <a:lnTo>
                  <a:pt x="2077885" y="42570"/>
                </a:lnTo>
                <a:lnTo>
                  <a:pt x="2083600" y="26708"/>
                </a:lnTo>
                <a:lnTo>
                  <a:pt x="2089315" y="10668"/>
                </a:lnTo>
                <a:lnTo>
                  <a:pt x="2052739" y="1524"/>
                </a:lnTo>
                <a:lnTo>
                  <a:pt x="2037918" y="48501"/>
                </a:lnTo>
                <a:lnTo>
                  <a:pt x="2021116" y="91160"/>
                </a:lnTo>
                <a:lnTo>
                  <a:pt x="2002586" y="129819"/>
                </a:lnTo>
                <a:lnTo>
                  <a:pt x="1982635" y="164795"/>
                </a:lnTo>
                <a:lnTo>
                  <a:pt x="1991461" y="168452"/>
                </a:lnTo>
                <a:lnTo>
                  <a:pt x="1999589" y="172415"/>
                </a:lnTo>
                <a:lnTo>
                  <a:pt x="2006841" y="176364"/>
                </a:lnTo>
                <a:lnTo>
                  <a:pt x="2013115" y="180035"/>
                </a:lnTo>
                <a:lnTo>
                  <a:pt x="2023376" y="163436"/>
                </a:lnTo>
                <a:lnTo>
                  <a:pt x="2033498" y="145542"/>
                </a:lnTo>
                <a:lnTo>
                  <a:pt x="2043328" y="126199"/>
                </a:lnTo>
                <a:lnTo>
                  <a:pt x="2052739" y="105257"/>
                </a:lnTo>
                <a:lnTo>
                  <a:pt x="2170176" y="105257"/>
                </a:lnTo>
                <a:lnTo>
                  <a:pt x="2169236" y="171919"/>
                </a:lnTo>
                <a:lnTo>
                  <a:pt x="2168156" y="229285"/>
                </a:lnTo>
                <a:lnTo>
                  <a:pt x="2166772" y="277596"/>
                </a:lnTo>
                <a:lnTo>
                  <a:pt x="2164956" y="317042"/>
                </a:lnTo>
                <a:lnTo>
                  <a:pt x="2159101" y="366102"/>
                </a:lnTo>
                <a:lnTo>
                  <a:pt x="2119884" y="390537"/>
                </a:lnTo>
                <a:lnTo>
                  <a:pt x="2101265" y="390004"/>
                </a:lnTo>
                <a:lnTo>
                  <a:pt x="2081923" y="388632"/>
                </a:lnTo>
                <a:lnTo>
                  <a:pt x="2040547" y="384441"/>
                </a:lnTo>
                <a:lnTo>
                  <a:pt x="2039023" y="384441"/>
                </a:lnTo>
                <a:lnTo>
                  <a:pt x="2041042" y="392963"/>
                </a:lnTo>
                <a:lnTo>
                  <a:pt x="2042642" y="402348"/>
                </a:lnTo>
                <a:lnTo>
                  <a:pt x="2043950" y="412292"/>
                </a:lnTo>
                <a:lnTo>
                  <a:pt x="2045119" y="422541"/>
                </a:lnTo>
                <a:lnTo>
                  <a:pt x="2086305" y="424637"/>
                </a:lnTo>
                <a:lnTo>
                  <a:pt x="2106917" y="425323"/>
                </a:lnTo>
                <a:lnTo>
                  <a:pt x="2127504" y="425589"/>
                </a:lnTo>
                <a:lnTo>
                  <a:pt x="2157768" y="421297"/>
                </a:lnTo>
                <a:lnTo>
                  <a:pt x="2191448" y="390537"/>
                </a:lnTo>
                <a:lnTo>
                  <a:pt x="2200554" y="332574"/>
                </a:lnTo>
                <a:lnTo>
                  <a:pt x="2203132" y="256273"/>
                </a:lnTo>
                <a:lnTo>
                  <a:pt x="2206167" y="145542"/>
                </a:lnTo>
                <a:lnTo>
                  <a:pt x="2207336" y="105257"/>
                </a:lnTo>
                <a:lnTo>
                  <a:pt x="2208276" y="73253"/>
                </a:lnTo>
                <a:close/>
              </a:path>
              <a:path w="4444365" h="434975">
                <a:moveTo>
                  <a:pt x="2668905" y="384441"/>
                </a:moveTo>
                <a:lnTo>
                  <a:pt x="2241893" y="384441"/>
                </a:lnTo>
                <a:lnTo>
                  <a:pt x="2241893" y="416445"/>
                </a:lnTo>
                <a:lnTo>
                  <a:pt x="2668905" y="416445"/>
                </a:lnTo>
                <a:lnTo>
                  <a:pt x="2668905" y="384441"/>
                </a:lnTo>
                <a:close/>
              </a:path>
              <a:path w="4444365" h="434975">
                <a:moveTo>
                  <a:pt x="2673477" y="157175"/>
                </a:moveTo>
                <a:lnTo>
                  <a:pt x="2623108" y="141986"/>
                </a:lnTo>
                <a:lnTo>
                  <a:pt x="2577185" y="123786"/>
                </a:lnTo>
                <a:lnTo>
                  <a:pt x="2535542" y="102438"/>
                </a:lnTo>
                <a:lnTo>
                  <a:pt x="2507323" y="83921"/>
                </a:lnTo>
                <a:lnTo>
                  <a:pt x="2498026" y="77825"/>
                </a:lnTo>
                <a:lnTo>
                  <a:pt x="2661285" y="77825"/>
                </a:lnTo>
                <a:lnTo>
                  <a:pt x="2661285" y="47345"/>
                </a:lnTo>
                <a:lnTo>
                  <a:pt x="2470594" y="47345"/>
                </a:lnTo>
                <a:lnTo>
                  <a:pt x="2470594" y="1524"/>
                </a:lnTo>
                <a:lnTo>
                  <a:pt x="2440114" y="1524"/>
                </a:lnTo>
                <a:lnTo>
                  <a:pt x="2440114" y="47345"/>
                </a:lnTo>
                <a:lnTo>
                  <a:pt x="2252573" y="47345"/>
                </a:lnTo>
                <a:lnTo>
                  <a:pt x="2252573" y="77825"/>
                </a:lnTo>
                <a:lnTo>
                  <a:pt x="2411158" y="77825"/>
                </a:lnTo>
                <a:lnTo>
                  <a:pt x="2377998" y="102133"/>
                </a:lnTo>
                <a:lnTo>
                  <a:pt x="2337955" y="124739"/>
                </a:lnTo>
                <a:lnTo>
                  <a:pt x="2291067" y="145630"/>
                </a:lnTo>
                <a:lnTo>
                  <a:pt x="2237321" y="164795"/>
                </a:lnTo>
                <a:lnTo>
                  <a:pt x="2243023" y="171653"/>
                </a:lnTo>
                <a:lnTo>
                  <a:pt x="2248560" y="178511"/>
                </a:lnTo>
                <a:lnTo>
                  <a:pt x="2253831" y="185369"/>
                </a:lnTo>
                <a:lnTo>
                  <a:pt x="2258669" y="192227"/>
                </a:lnTo>
                <a:lnTo>
                  <a:pt x="2270912" y="187655"/>
                </a:lnTo>
                <a:lnTo>
                  <a:pt x="2282863" y="182892"/>
                </a:lnTo>
                <a:lnTo>
                  <a:pt x="2294458" y="177863"/>
                </a:lnTo>
                <a:lnTo>
                  <a:pt x="2305913" y="172415"/>
                </a:lnTo>
                <a:lnTo>
                  <a:pt x="2305913" y="361581"/>
                </a:lnTo>
                <a:lnTo>
                  <a:pt x="2337917" y="361581"/>
                </a:lnTo>
                <a:lnTo>
                  <a:pt x="2337917" y="341769"/>
                </a:lnTo>
                <a:lnTo>
                  <a:pt x="2574328" y="341769"/>
                </a:lnTo>
                <a:lnTo>
                  <a:pt x="2574328" y="361581"/>
                </a:lnTo>
                <a:lnTo>
                  <a:pt x="2607856" y="361581"/>
                </a:lnTo>
                <a:lnTo>
                  <a:pt x="2607856" y="341769"/>
                </a:lnTo>
                <a:lnTo>
                  <a:pt x="2607856" y="311188"/>
                </a:lnTo>
                <a:lnTo>
                  <a:pt x="2607856" y="170891"/>
                </a:lnTo>
                <a:lnTo>
                  <a:pt x="2574328" y="170891"/>
                </a:lnTo>
                <a:lnTo>
                  <a:pt x="2574328" y="201371"/>
                </a:lnTo>
                <a:lnTo>
                  <a:pt x="2574328" y="241084"/>
                </a:lnTo>
                <a:lnTo>
                  <a:pt x="2574328" y="270040"/>
                </a:lnTo>
                <a:lnTo>
                  <a:pt x="2574328" y="311188"/>
                </a:lnTo>
                <a:lnTo>
                  <a:pt x="2337917" y="311188"/>
                </a:lnTo>
                <a:lnTo>
                  <a:pt x="2337917" y="270040"/>
                </a:lnTo>
                <a:lnTo>
                  <a:pt x="2574328" y="270040"/>
                </a:lnTo>
                <a:lnTo>
                  <a:pt x="2574328" y="241084"/>
                </a:lnTo>
                <a:lnTo>
                  <a:pt x="2337917" y="241084"/>
                </a:lnTo>
                <a:lnTo>
                  <a:pt x="2337917" y="201371"/>
                </a:lnTo>
                <a:lnTo>
                  <a:pt x="2574328" y="201371"/>
                </a:lnTo>
                <a:lnTo>
                  <a:pt x="2574328" y="170891"/>
                </a:lnTo>
                <a:lnTo>
                  <a:pt x="2310485" y="170891"/>
                </a:lnTo>
                <a:lnTo>
                  <a:pt x="2348522" y="151726"/>
                </a:lnTo>
                <a:lnTo>
                  <a:pt x="2382723" y="130835"/>
                </a:lnTo>
                <a:lnTo>
                  <a:pt x="2413216" y="108229"/>
                </a:lnTo>
                <a:lnTo>
                  <a:pt x="2440114" y="83921"/>
                </a:lnTo>
                <a:lnTo>
                  <a:pt x="2440114" y="160223"/>
                </a:lnTo>
                <a:lnTo>
                  <a:pt x="2470594" y="160223"/>
                </a:lnTo>
                <a:lnTo>
                  <a:pt x="2470594" y="85445"/>
                </a:lnTo>
                <a:lnTo>
                  <a:pt x="2500655" y="109728"/>
                </a:lnTo>
                <a:lnTo>
                  <a:pt x="2533548" y="132168"/>
                </a:lnTo>
                <a:lnTo>
                  <a:pt x="2569273" y="152603"/>
                </a:lnTo>
                <a:lnTo>
                  <a:pt x="2607856" y="170891"/>
                </a:lnTo>
                <a:lnTo>
                  <a:pt x="2653665" y="187655"/>
                </a:lnTo>
                <a:lnTo>
                  <a:pt x="2658262" y="180530"/>
                </a:lnTo>
                <a:lnTo>
                  <a:pt x="2662999" y="172986"/>
                </a:lnTo>
                <a:lnTo>
                  <a:pt x="2668028" y="165150"/>
                </a:lnTo>
                <a:lnTo>
                  <a:pt x="2673477" y="157175"/>
                </a:lnTo>
                <a:close/>
              </a:path>
              <a:path w="4444365" h="434975">
                <a:moveTo>
                  <a:pt x="2862554" y="236512"/>
                </a:moveTo>
                <a:lnTo>
                  <a:pt x="2862542" y="232435"/>
                </a:lnTo>
                <a:lnTo>
                  <a:pt x="2862415" y="222923"/>
                </a:lnTo>
                <a:lnTo>
                  <a:pt x="2862313" y="219316"/>
                </a:lnTo>
                <a:lnTo>
                  <a:pt x="2862161" y="216598"/>
                </a:lnTo>
                <a:lnTo>
                  <a:pt x="2861907" y="211785"/>
                </a:lnTo>
                <a:lnTo>
                  <a:pt x="2861030" y="202882"/>
                </a:lnTo>
                <a:lnTo>
                  <a:pt x="2827883" y="209740"/>
                </a:lnTo>
                <a:lnTo>
                  <a:pt x="2797010" y="216598"/>
                </a:lnTo>
                <a:lnTo>
                  <a:pt x="2797010" y="120497"/>
                </a:lnTo>
                <a:lnTo>
                  <a:pt x="2861030" y="120497"/>
                </a:lnTo>
                <a:lnTo>
                  <a:pt x="2861030" y="88493"/>
                </a:lnTo>
                <a:lnTo>
                  <a:pt x="2797010" y="88493"/>
                </a:lnTo>
                <a:lnTo>
                  <a:pt x="2797010" y="6096"/>
                </a:lnTo>
                <a:lnTo>
                  <a:pt x="2763393" y="6096"/>
                </a:lnTo>
                <a:lnTo>
                  <a:pt x="2763393" y="88493"/>
                </a:lnTo>
                <a:lnTo>
                  <a:pt x="2693289" y="88493"/>
                </a:lnTo>
                <a:lnTo>
                  <a:pt x="2693289" y="120497"/>
                </a:lnTo>
                <a:lnTo>
                  <a:pt x="2763393" y="120497"/>
                </a:lnTo>
                <a:lnTo>
                  <a:pt x="2763393" y="222694"/>
                </a:lnTo>
                <a:lnTo>
                  <a:pt x="2703385" y="232435"/>
                </a:lnTo>
                <a:lnTo>
                  <a:pt x="2685669" y="234988"/>
                </a:lnTo>
                <a:lnTo>
                  <a:pt x="2693289" y="270040"/>
                </a:lnTo>
                <a:lnTo>
                  <a:pt x="2763393" y="256324"/>
                </a:lnTo>
                <a:lnTo>
                  <a:pt x="2763291" y="374523"/>
                </a:lnTo>
                <a:lnTo>
                  <a:pt x="2762250" y="382651"/>
                </a:lnTo>
                <a:lnTo>
                  <a:pt x="2758821" y="388823"/>
                </a:lnTo>
                <a:lnTo>
                  <a:pt x="2753106" y="392417"/>
                </a:lnTo>
                <a:lnTo>
                  <a:pt x="2745105" y="393585"/>
                </a:lnTo>
                <a:lnTo>
                  <a:pt x="2735364" y="393319"/>
                </a:lnTo>
                <a:lnTo>
                  <a:pt x="2724340" y="392633"/>
                </a:lnTo>
                <a:lnTo>
                  <a:pt x="2697861" y="390537"/>
                </a:lnTo>
                <a:lnTo>
                  <a:pt x="2700096" y="400532"/>
                </a:lnTo>
                <a:lnTo>
                  <a:pt x="2702052" y="409968"/>
                </a:lnTo>
                <a:lnTo>
                  <a:pt x="2703436" y="418820"/>
                </a:lnTo>
                <a:lnTo>
                  <a:pt x="2703957" y="427113"/>
                </a:lnTo>
                <a:lnTo>
                  <a:pt x="2755773" y="427113"/>
                </a:lnTo>
                <a:lnTo>
                  <a:pt x="2773794" y="424256"/>
                </a:lnTo>
                <a:lnTo>
                  <a:pt x="2786684" y="415683"/>
                </a:lnTo>
                <a:lnTo>
                  <a:pt x="2794431" y="401396"/>
                </a:lnTo>
                <a:lnTo>
                  <a:pt x="2795435" y="393585"/>
                </a:lnTo>
                <a:lnTo>
                  <a:pt x="2797010" y="381393"/>
                </a:lnTo>
                <a:lnTo>
                  <a:pt x="2797010" y="256324"/>
                </a:lnTo>
                <a:lnTo>
                  <a:pt x="2797010" y="248704"/>
                </a:lnTo>
                <a:lnTo>
                  <a:pt x="2813901" y="245516"/>
                </a:lnTo>
                <a:lnTo>
                  <a:pt x="2846527" y="239699"/>
                </a:lnTo>
                <a:lnTo>
                  <a:pt x="2862554" y="236512"/>
                </a:lnTo>
                <a:close/>
              </a:path>
              <a:path w="4444365" h="434975">
                <a:moveTo>
                  <a:pt x="3082201" y="70205"/>
                </a:moveTo>
                <a:lnTo>
                  <a:pt x="3063595" y="55626"/>
                </a:lnTo>
                <a:lnTo>
                  <a:pt x="3044583" y="41617"/>
                </a:lnTo>
                <a:lnTo>
                  <a:pt x="3025305" y="28155"/>
                </a:lnTo>
                <a:lnTo>
                  <a:pt x="3005899" y="15240"/>
                </a:lnTo>
                <a:lnTo>
                  <a:pt x="2986087" y="36677"/>
                </a:lnTo>
                <a:lnTo>
                  <a:pt x="3004375" y="49796"/>
                </a:lnTo>
                <a:lnTo>
                  <a:pt x="3022663" y="63919"/>
                </a:lnTo>
                <a:lnTo>
                  <a:pt x="3040951" y="78892"/>
                </a:lnTo>
                <a:lnTo>
                  <a:pt x="3059239" y="94589"/>
                </a:lnTo>
                <a:lnTo>
                  <a:pt x="3082201" y="70205"/>
                </a:lnTo>
                <a:close/>
              </a:path>
              <a:path w="4444365" h="434975">
                <a:moveTo>
                  <a:pt x="3123349" y="318808"/>
                </a:moveTo>
                <a:lnTo>
                  <a:pt x="3098266" y="310019"/>
                </a:lnTo>
                <a:lnTo>
                  <a:pt x="3088297" y="306616"/>
                </a:lnTo>
                <a:lnTo>
                  <a:pt x="3086862" y="323786"/>
                </a:lnTo>
                <a:lnTo>
                  <a:pt x="3084868" y="340804"/>
                </a:lnTo>
                <a:lnTo>
                  <a:pt x="3076308" y="382892"/>
                </a:lnTo>
                <a:lnTo>
                  <a:pt x="3062287" y="395109"/>
                </a:lnTo>
                <a:lnTo>
                  <a:pt x="3057169" y="394246"/>
                </a:lnTo>
                <a:lnTo>
                  <a:pt x="3022117" y="366217"/>
                </a:lnTo>
                <a:lnTo>
                  <a:pt x="2997593" y="326694"/>
                </a:lnTo>
                <a:lnTo>
                  <a:pt x="2987611" y="302044"/>
                </a:lnTo>
                <a:lnTo>
                  <a:pt x="3017393" y="277202"/>
                </a:lnTo>
                <a:lnTo>
                  <a:pt x="3026537" y="268516"/>
                </a:lnTo>
                <a:lnTo>
                  <a:pt x="3045193" y="250786"/>
                </a:lnTo>
                <a:lnTo>
                  <a:pt x="3071279" y="222923"/>
                </a:lnTo>
                <a:lnTo>
                  <a:pt x="3095917" y="193738"/>
                </a:lnTo>
                <a:lnTo>
                  <a:pt x="3066961" y="172402"/>
                </a:lnTo>
                <a:lnTo>
                  <a:pt x="3047733" y="198145"/>
                </a:lnTo>
                <a:lnTo>
                  <a:pt x="3026714" y="222694"/>
                </a:lnTo>
                <a:lnTo>
                  <a:pt x="3003639" y="246214"/>
                </a:lnTo>
                <a:lnTo>
                  <a:pt x="2978467" y="268516"/>
                </a:lnTo>
                <a:lnTo>
                  <a:pt x="2973997" y="245516"/>
                </a:lnTo>
                <a:lnTo>
                  <a:pt x="2969895" y="219316"/>
                </a:lnTo>
                <a:lnTo>
                  <a:pt x="2966682" y="190423"/>
                </a:lnTo>
                <a:lnTo>
                  <a:pt x="2965031" y="163258"/>
                </a:lnTo>
                <a:lnTo>
                  <a:pt x="2964751" y="158686"/>
                </a:lnTo>
                <a:lnTo>
                  <a:pt x="3114205" y="141922"/>
                </a:lnTo>
                <a:lnTo>
                  <a:pt x="3112033" y="126682"/>
                </a:lnTo>
                <a:lnTo>
                  <a:pt x="3109633" y="109829"/>
                </a:lnTo>
                <a:lnTo>
                  <a:pt x="2961703" y="126682"/>
                </a:lnTo>
                <a:lnTo>
                  <a:pt x="2959608" y="68300"/>
                </a:lnTo>
                <a:lnTo>
                  <a:pt x="2958655" y="3048"/>
                </a:lnTo>
                <a:lnTo>
                  <a:pt x="2923514" y="3048"/>
                </a:lnTo>
                <a:lnTo>
                  <a:pt x="2924670" y="36537"/>
                </a:lnTo>
                <a:lnTo>
                  <a:pt x="2925800" y="68300"/>
                </a:lnTo>
                <a:lnTo>
                  <a:pt x="2926931" y="98348"/>
                </a:lnTo>
                <a:lnTo>
                  <a:pt x="2928175" y="129730"/>
                </a:lnTo>
                <a:lnTo>
                  <a:pt x="2841218" y="140398"/>
                </a:lnTo>
                <a:lnTo>
                  <a:pt x="2847314" y="172402"/>
                </a:lnTo>
                <a:lnTo>
                  <a:pt x="2931223" y="163258"/>
                </a:lnTo>
                <a:lnTo>
                  <a:pt x="2934081" y="201041"/>
                </a:lnTo>
                <a:lnTo>
                  <a:pt x="2938081" y="234556"/>
                </a:lnTo>
                <a:lnTo>
                  <a:pt x="2943225" y="264071"/>
                </a:lnTo>
                <a:lnTo>
                  <a:pt x="2949511" y="289852"/>
                </a:lnTo>
                <a:lnTo>
                  <a:pt x="2922054" y="308749"/>
                </a:lnTo>
                <a:lnTo>
                  <a:pt x="2892463" y="326669"/>
                </a:lnTo>
                <a:lnTo>
                  <a:pt x="2860903" y="343725"/>
                </a:lnTo>
                <a:lnTo>
                  <a:pt x="2827502" y="360045"/>
                </a:lnTo>
                <a:lnTo>
                  <a:pt x="2834043" y="368007"/>
                </a:lnTo>
                <a:lnTo>
                  <a:pt x="2839885" y="375678"/>
                </a:lnTo>
                <a:lnTo>
                  <a:pt x="2844774" y="382651"/>
                </a:lnTo>
                <a:lnTo>
                  <a:pt x="2848838" y="389013"/>
                </a:lnTo>
                <a:lnTo>
                  <a:pt x="2878226" y="373837"/>
                </a:lnTo>
                <a:lnTo>
                  <a:pt x="2906788" y="357949"/>
                </a:lnTo>
                <a:lnTo>
                  <a:pt x="2934208" y="341172"/>
                </a:lnTo>
                <a:lnTo>
                  <a:pt x="2960179" y="323380"/>
                </a:lnTo>
                <a:lnTo>
                  <a:pt x="2971558" y="350532"/>
                </a:lnTo>
                <a:lnTo>
                  <a:pt x="3000044" y="395058"/>
                </a:lnTo>
                <a:lnTo>
                  <a:pt x="3040583" y="425589"/>
                </a:lnTo>
                <a:lnTo>
                  <a:pt x="3066961" y="430161"/>
                </a:lnTo>
                <a:lnTo>
                  <a:pt x="3080651" y="427888"/>
                </a:lnTo>
                <a:lnTo>
                  <a:pt x="3106585" y="395109"/>
                </a:lnTo>
                <a:lnTo>
                  <a:pt x="3119005" y="342557"/>
                </a:lnTo>
                <a:lnTo>
                  <a:pt x="3123349" y="318808"/>
                </a:lnTo>
                <a:close/>
              </a:path>
              <a:path w="4444365" h="434975">
                <a:moveTo>
                  <a:pt x="3460343" y="276136"/>
                </a:moveTo>
                <a:lnTo>
                  <a:pt x="3137052" y="276136"/>
                </a:lnTo>
                <a:lnTo>
                  <a:pt x="3137052" y="309664"/>
                </a:lnTo>
                <a:lnTo>
                  <a:pt x="3460343" y="309664"/>
                </a:lnTo>
                <a:lnTo>
                  <a:pt x="3460343" y="276136"/>
                </a:lnTo>
                <a:close/>
              </a:path>
              <a:path w="4444365" h="434975">
                <a:moveTo>
                  <a:pt x="3568636" y="70205"/>
                </a:moveTo>
                <a:lnTo>
                  <a:pt x="3257550" y="70205"/>
                </a:lnTo>
                <a:lnTo>
                  <a:pt x="3263646" y="1524"/>
                </a:lnTo>
                <a:lnTo>
                  <a:pt x="3228594" y="1524"/>
                </a:lnTo>
                <a:lnTo>
                  <a:pt x="3210306" y="173926"/>
                </a:lnTo>
                <a:lnTo>
                  <a:pt x="3210306" y="207454"/>
                </a:lnTo>
                <a:lnTo>
                  <a:pt x="3498532" y="207454"/>
                </a:lnTo>
                <a:lnTo>
                  <a:pt x="3496221" y="245211"/>
                </a:lnTo>
                <a:lnTo>
                  <a:pt x="3491026" y="313245"/>
                </a:lnTo>
                <a:lnTo>
                  <a:pt x="3482136" y="365010"/>
                </a:lnTo>
                <a:lnTo>
                  <a:pt x="3450069" y="387870"/>
                </a:lnTo>
                <a:lnTo>
                  <a:pt x="3423767" y="389013"/>
                </a:lnTo>
                <a:lnTo>
                  <a:pt x="3405492" y="388721"/>
                </a:lnTo>
                <a:lnTo>
                  <a:pt x="3382797" y="387870"/>
                </a:lnTo>
                <a:lnTo>
                  <a:pt x="3355784" y="386435"/>
                </a:lnTo>
                <a:lnTo>
                  <a:pt x="3324606" y="384441"/>
                </a:lnTo>
                <a:lnTo>
                  <a:pt x="3326866" y="395312"/>
                </a:lnTo>
                <a:lnTo>
                  <a:pt x="3328987" y="405206"/>
                </a:lnTo>
                <a:lnTo>
                  <a:pt x="3330816" y="414223"/>
                </a:lnTo>
                <a:lnTo>
                  <a:pt x="3332226" y="422541"/>
                </a:lnTo>
                <a:lnTo>
                  <a:pt x="3359759" y="422770"/>
                </a:lnTo>
                <a:lnTo>
                  <a:pt x="3409048" y="423824"/>
                </a:lnTo>
                <a:lnTo>
                  <a:pt x="3431387" y="424065"/>
                </a:lnTo>
                <a:lnTo>
                  <a:pt x="3453447" y="422960"/>
                </a:lnTo>
                <a:lnTo>
                  <a:pt x="3498532" y="408825"/>
                </a:lnTo>
                <a:lnTo>
                  <a:pt x="3520389" y="367245"/>
                </a:lnTo>
                <a:lnTo>
                  <a:pt x="3527844" y="305435"/>
                </a:lnTo>
                <a:lnTo>
                  <a:pt x="3531108" y="262991"/>
                </a:lnTo>
                <a:lnTo>
                  <a:pt x="3534079" y="219113"/>
                </a:lnTo>
                <a:lnTo>
                  <a:pt x="3536632" y="173926"/>
                </a:lnTo>
                <a:lnTo>
                  <a:pt x="3246882" y="173926"/>
                </a:lnTo>
                <a:lnTo>
                  <a:pt x="3254502" y="103733"/>
                </a:lnTo>
                <a:lnTo>
                  <a:pt x="3568636" y="103733"/>
                </a:lnTo>
                <a:lnTo>
                  <a:pt x="3568636" y="70205"/>
                </a:lnTo>
                <a:close/>
              </a:path>
              <a:path w="4444365" h="434975">
                <a:moveTo>
                  <a:pt x="3699789" y="79349"/>
                </a:moveTo>
                <a:lnTo>
                  <a:pt x="3683597" y="62064"/>
                </a:lnTo>
                <a:lnTo>
                  <a:pt x="3666642" y="44284"/>
                </a:lnTo>
                <a:lnTo>
                  <a:pt x="3649218" y="26593"/>
                </a:lnTo>
                <a:lnTo>
                  <a:pt x="3631209" y="9144"/>
                </a:lnTo>
                <a:lnTo>
                  <a:pt x="3605212" y="32105"/>
                </a:lnTo>
                <a:lnTo>
                  <a:pt x="3622129" y="50393"/>
                </a:lnTo>
                <a:lnTo>
                  <a:pt x="3638448" y="68681"/>
                </a:lnTo>
                <a:lnTo>
                  <a:pt x="3654171" y="86969"/>
                </a:lnTo>
                <a:lnTo>
                  <a:pt x="3669309" y="105257"/>
                </a:lnTo>
                <a:lnTo>
                  <a:pt x="3699789" y="79349"/>
                </a:lnTo>
                <a:close/>
              </a:path>
              <a:path w="4444365" h="434975">
                <a:moveTo>
                  <a:pt x="3745522" y="317284"/>
                </a:moveTo>
                <a:lnTo>
                  <a:pt x="3743731" y="307898"/>
                </a:lnTo>
                <a:lnTo>
                  <a:pt x="3742664" y="298234"/>
                </a:lnTo>
                <a:lnTo>
                  <a:pt x="3741877" y="288569"/>
                </a:lnTo>
                <a:lnTo>
                  <a:pt x="3740950" y="279184"/>
                </a:lnTo>
                <a:lnTo>
                  <a:pt x="3724960" y="291490"/>
                </a:lnTo>
                <a:lnTo>
                  <a:pt x="3678453" y="326428"/>
                </a:lnTo>
                <a:lnTo>
                  <a:pt x="3678453" y="151079"/>
                </a:lnTo>
                <a:lnTo>
                  <a:pt x="3586924" y="151079"/>
                </a:lnTo>
                <a:lnTo>
                  <a:pt x="3586924" y="183083"/>
                </a:lnTo>
                <a:lnTo>
                  <a:pt x="3643401" y="183083"/>
                </a:lnTo>
                <a:lnTo>
                  <a:pt x="3643401" y="323380"/>
                </a:lnTo>
                <a:lnTo>
                  <a:pt x="3642525" y="335673"/>
                </a:lnTo>
                <a:lnTo>
                  <a:pt x="3639782" y="347091"/>
                </a:lnTo>
                <a:lnTo>
                  <a:pt x="3635044" y="357339"/>
                </a:lnTo>
                <a:lnTo>
                  <a:pt x="3628161" y="366153"/>
                </a:lnTo>
                <a:lnTo>
                  <a:pt x="3651021" y="392061"/>
                </a:lnTo>
                <a:lnTo>
                  <a:pt x="3657600" y="385749"/>
                </a:lnTo>
                <a:lnTo>
                  <a:pt x="3663594" y="380441"/>
                </a:lnTo>
                <a:lnTo>
                  <a:pt x="3669030" y="375983"/>
                </a:lnTo>
                <a:lnTo>
                  <a:pt x="3673881" y="372249"/>
                </a:lnTo>
                <a:lnTo>
                  <a:pt x="3692791" y="356806"/>
                </a:lnTo>
                <a:lnTo>
                  <a:pt x="3710838" y="342519"/>
                </a:lnTo>
                <a:lnTo>
                  <a:pt x="3728326" y="329336"/>
                </a:lnTo>
                <a:lnTo>
                  <a:pt x="3732479" y="326428"/>
                </a:lnTo>
                <a:lnTo>
                  <a:pt x="3745522" y="317284"/>
                </a:lnTo>
                <a:close/>
              </a:path>
              <a:path w="4444365" h="434975">
                <a:moveTo>
                  <a:pt x="4018508" y="77825"/>
                </a:moveTo>
                <a:lnTo>
                  <a:pt x="3867531" y="77825"/>
                </a:lnTo>
                <a:lnTo>
                  <a:pt x="3898112" y="61061"/>
                </a:lnTo>
                <a:lnTo>
                  <a:pt x="3890645" y="46177"/>
                </a:lnTo>
                <a:lnTo>
                  <a:pt x="3882212" y="31140"/>
                </a:lnTo>
                <a:lnTo>
                  <a:pt x="3872941" y="15798"/>
                </a:lnTo>
                <a:lnTo>
                  <a:pt x="3862959" y="0"/>
                </a:lnTo>
                <a:lnTo>
                  <a:pt x="3832479" y="15240"/>
                </a:lnTo>
                <a:lnTo>
                  <a:pt x="3842220" y="31064"/>
                </a:lnTo>
                <a:lnTo>
                  <a:pt x="3850957" y="46570"/>
                </a:lnTo>
                <a:lnTo>
                  <a:pt x="3858793" y="61963"/>
                </a:lnTo>
                <a:lnTo>
                  <a:pt x="3866007" y="77825"/>
                </a:lnTo>
                <a:lnTo>
                  <a:pt x="3724186" y="77825"/>
                </a:lnTo>
                <a:lnTo>
                  <a:pt x="3724186" y="108305"/>
                </a:lnTo>
                <a:lnTo>
                  <a:pt x="3786759" y="108305"/>
                </a:lnTo>
                <a:lnTo>
                  <a:pt x="3786759" y="183083"/>
                </a:lnTo>
                <a:lnTo>
                  <a:pt x="3785908" y="222821"/>
                </a:lnTo>
                <a:lnTo>
                  <a:pt x="3779050" y="286258"/>
                </a:lnTo>
                <a:lnTo>
                  <a:pt x="3762768" y="334835"/>
                </a:lnTo>
                <a:lnTo>
                  <a:pt x="3729024" y="384556"/>
                </a:lnTo>
                <a:lnTo>
                  <a:pt x="3705885" y="408825"/>
                </a:lnTo>
                <a:lnTo>
                  <a:pt x="3712108" y="413943"/>
                </a:lnTo>
                <a:lnTo>
                  <a:pt x="3719030" y="420065"/>
                </a:lnTo>
                <a:lnTo>
                  <a:pt x="3726256" y="427075"/>
                </a:lnTo>
                <a:lnTo>
                  <a:pt x="3733330" y="434822"/>
                </a:lnTo>
                <a:lnTo>
                  <a:pt x="3758285" y="408216"/>
                </a:lnTo>
                <a:lnTo>
                  <a:pt x="3793858" y="353898"/>
                </a:lnTo>
                <a:lnTo>
                  <a:pt x="3812197" y="302704"/>
                </a:lnTo>
                <a:lnTo>
                  <a:pt x="3821341" y="243230"/>
                </a:lnTo>
                <a:lnTo>
                  <a:pt x="3823335" y="207467"/>
                </a:lnTo>
                <a:lnTo>
                  <a:pt x="3951452" y="207467"/>
                </a:lnTo>
                <a:lnTo>
                  <a:pt x="3950043" y="250901"/>
                </a:lnTo>
                <a:lnTo>
                  <a:pt x="3948214" y="289471"/>
                </a:lnTo>
                <a:lnTo>
                  <a:pt x="3943832" y="350913"/>
                </a:lnTo>
                <a:lnTo>
                  <a:pt x="3911828" y="384441"/>
                </a:lnTo>
                <a:lnTo>
                  <a:pt x="3895191" y="384149"/>
                </a:lnTo>
                <a:lnTo>
                  <a:pt x="3877449" y="383298"/>
                </a:lnTo>
                <a:lnTo>
                  <a:pt x="3858577" y="381863"/>
                </a:lnTo>
                <a:lnTo>
                  <a:pt x="3838575" y="379869"/>
                </a:lnTo>
                <a:lnTo>
                  <a:pt x="3840619" y="389026"/>
                </a:lnTo>
                <a:lnTo>
                  <a:pt x="3842385" y="398348"/>
                </a:lnTo>
                <a:lnTo>
                  <a:pt x="3844150" y="407936"/>
                </a:lnTo>
                <a:lnTo>
                  <a:pt x="3846195" y="417969"/>
                </a:lnTo>
                <a:lnTo>
                  <a:pt x="3865080" y="418846"/>
                </a:lnTo>
                <a:lnTo>
                  <a:pt x="3882974" y="419303"/>
                </a:lnTo>
                <a:lnTo>
                  <a:pt x="3916400" y="419493"/>
                </a:lnTo>
                <a:lnTo>
                  <a:pt x="3941559" y="415772"/>
                </a:lnTo>
                <a:lnTo>
                  <a:pt x="3971899" y="386054"/>
                </a:lnTo>
                <a:lnTo>
                  <a:pt x="3980523" y="329704"/>
                </a:lnTo>
                <a:lnTo>
                  <a:pt x="3983228" y="289471"/>
                </a:lnTo>
                <a:lnTo>
                  <a:pt x="3985717" y="238188"/>
                </a:lnTo>
                <a:lnTo>
                  <a:pt x="3986873" y="207467"/>
                </a:lnTo>
                <a:lnTo>
                  <a:pt x="3988028" y="176987"/>
                </a:lnTo>
                <a:lnTo>
                  <a:pt x="3823335" y="176987"/>
                </a:lnTo>
                <a:lnTo>
                  <a:pt x="3823335" y="108305"/>
                </a:lnTo>
                <a:lnTo>
                  <a:pt x="4018508" y="108305"/>
                </a:lnTo>
                <a:lnTo>
                  <a:pt x="4018508" y="77825"/>
                </a:lnTo>
                <a:close/>
              </a:path>
              <a:path w="4444365" h="434975">
                <a:moveTo>
                  <a:pt x="4090225" y="88493"/>
                </a:moveTo>
                <a:lnTo>
                  <a:pt x="4056697" y="88493"/>
                </a:lnTo>
                <a:lnTo>
                  <a:pt x="4056697" y="431685"/>
                </a:lnTo>
                <a:lnTo>
                  <a:pt x="4090225" y="431685"/>
                </a:lnTo>
                <a:lnTo>
                  <a:pt x="4090225" y="88493"/>
                </a:lnTo>
                <a:close/>
              </a:path>
              <a:path w="4444365" h="434975">
                <a:moveTo>
                  <a:pt x="4166425" y="65633"/>
                </a:moveTo>
                <a:lnTo>
                  <a:pt x="4147870" y="46189"/>
                </a:lnTo>
                <a:lnTo>
                  <a:pt x="4131233" y="29057"/>
                </a:lnTo>
                <a:lnTo>
                  <a:pt x="4116489" y="14122"/>
                </a:lnTo>
                <a:lnTo>
                  <a:pt x="4103941" y="1524"/>
                </a:lnTo>
                <a:lnTo>
                  <a:pt x="4078033" y="24485"/>
                </a:lnTo>
                <a:lnTo>
                  <a:pt x="4090339" y="37084"/>
                </a:lnTo>
                <a:lnTo>
                  <a:pt x="4104513" y="52108"/>
                </a:lnTo>
                <a:lnTo>
                  <a:pt x="4120680" y="69710"/>
                </a:lnTo>
                <a:lnTo>
                  <a:pt x="4138993" y="90017"/>
                </a:lnTo>
                <a:lnTo>
                  <a:pt x="4166425" y="65633"/>
                </a:lnTo>
                <a:close/>
              </a:path>
              <a:path w="4444365" h="434975">
                <a:moveTo>
                  <a:pt x="4341876" y="138874"/>
                </a:moveTo>
                <a:lnTo>
                  <a:pt x="4311396" y="138874"/>
                </a:lnTo>
                <a:lnTo>
                  <a:pt x="4311396" y="172415"/>
                </a:lnTo>
                <a:lnTo>
                  <a:pt x="4311396" y="282232"/>
                </a:lnTo>
                <a:lnTo>
                  <a:pt x="4187863" y="282232"/>
                </a:lnTo>
                <a:lnTo>
                  <a:pt x="4187863" y="172415"/>
                </a:lnTo>
                <a:lnTo>
                  <a:pt x="4311396" y="172415"/>
                </a:lnTo>
                <a:lnTo>
                  <a:pt x="4311396" y="138874"/>
                </a:lnTo>
                <a:lnTo>
                  <a:pt x="4157281" y="138874"/>
                </a:lnTo>
                <a:lnTo>
                  <a:pt x="4157281" y="340245"/>
                </a:lnTo>
                <a:lnTo>
                  <a:pt x="4187863" y="340245"/>
                </a:lnTo>
                <a:lnTo>
                  <a:pt x="4187863" y="314236"/>
                </a:lnTo>
                <a:lnTo>
                  <a:pt x="4341876" y="314236"/>
                </a:lnTo>
                <a:lnTo>
                  <a:pt x="4341876" y="282232"/>
                </a:lnTo>
                <a:lnTo>
                  <a:pt x="4341876" y="172415"/>
                </a:lnTo>
                <a:lnTo>
                  <a:pt x="4341876" y="138874"/>
                </a:lnTo>
                <a:close/>
              </a:path>
              <a:path w="4444365" h="434975">
                <a:moveTo>
                  <a:pt x="4443984" y="29057"/>
                </a:moveTo>
                <a:lnTo>
                  <a:pt x="4193959" y="29057"/>
                </a:lnTo>
                <a:lnTo>
                  <a:pt x="4193959" y="62585"/>
                </a:lnTo>
                <a:lnTo>
                  <a:pt x="4410456" y="62585"/>
                </a:lnTo>
                <a:lnTo>
                  <a:pt x="4410456" y="364629"/>
                </a:lnTo>
                <a:lnTo>
                  <a:pt x="4408462" y="379501"/>
                </a:lnTo>
                <a:lnTo>
                  <a:pt x="4402455" y="389966"/>
                </a:lnTo>
                <a:lnTo>
                  <a:pt x="4392460" y="396125"/>
                </a:lnTo>
                <a:lnTo>
                  <a:pt x="4378452" y="398157"/>
                </a:lnTo>
                <a:lnTo>
                  <a:pt x="4361281" y="397891"/>
                </a:lnTo>
                <a:lnTo>
                  <a:pt x="4343959" y="397205"/>
                </a:lnTo>
                <a:lnTo>
                  <a:pt x="4308259" y="395109"/>
                </a:lnTo>
                <a:lnTo>
                  <a:pt x="4310545" y="405968"/>
                </a:lnTo>
                <a:lnTo>
                  <a:pt x="4312526" y="415683"/>
                </a:lnTo>
                <a:lnTo>
                  <a:pt x="4313923" y="424256"/>
                </a:lnTo>
                <a:lnTo>
                  <a:pt x="4314444" y="431685"/>
                </a:lnTo>
                <a:lnTo>
                  <a:pt x="4386072" y="431685"/>
                </a:lnTo>
                <a:lnTo>
                  <a:pt x="4429887" y="415683"/>
                </a:lnTo>
                <a:lnTo>
                  <a:pt x="4443984" y="367677"/>
                </a:lnTo>
                <a:lnTo>
                  <a:pt x="4443984" y="290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18844" y="3351276"/>
            <a:ext cx="196850" cy="26034"/>
          </a:xfrm>
          <a:custGeom>
            <a:avLst/>
            <a:gdLst/>
            <a:ahLst/>
            <a:cxnLst/>
            <a:rect l="l" t="t" r="r" b="b"/>
            <a:pathLst>
              <a:path w="196850" h="26035">
                <a:moveTo>
                  <a:pt x="196595" y="25908"/>
                </a:moveTo>
                <a:lnTo>
                  <a:pt x="0" y="25908"/>
                </a:lnTo>
                <a:lnTo>
                  <a:pt x="0" y="0"/>
                </a:lnTo>
                <a:lnTo>
                  <a:pt x="196595" y="0"/>
                </a:lnTo>
                <a:lnTo>
                  <a:pt x="196595" y="259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752123" y="3272028"/>
            <a:ext cx="180340" cy="293370"/>
          </a:xfrm>
          <a:custGeom>
            <a:avLst/>
            <a:gdLst/>
            <a:ahLst/>
            <a:cxnLst/>
            <a:rect l="l" t="t" r="r" b="b"/>
            <a:pathLst>
              <a:path w="180339" h="293370">
                <a:moveTo>
                  <a:pt x="80772" y="205930"/>
                </a:moveTo>
                <a:lnTo>
                  <a:pt x="34909" y="191062"/>
                </a:lnTo>
                <a:lnTo>
                  <a:pt x="5715" y="148875"/>
                </a:lnTo>
                <a:lnTo>
                  <a:pt x="0" y="109823"/>
                </a:lnTo>
                <a:lnTo>
                  <a:pt x="1452" y="86027"/>
                </a:lnTo>
                <a:lnTo>
                  <a:pt x="13501" y="46507"/>
                </a:lnTo>
                <a:lnTo>
                  <a:pt x="52578" y="7810"/>
                </a:lnTo>
                <a:lnTo>
                  <a:pt x="89916" y="0"/>
                </a:lnTo>
                <a:lnTo>
                  <a:pt x="108195" y="2000"/>
                </a:lnTo>
                <a:lnTo>
                  <a:pt x="124063" y="8001"/>
                </a:lnTo>
                <a:lnTo>
                  <a:pt x="137359" y="18002"/>
                </a:lnTo>
                <a:lnTo>
                  <a:pt x="144473" y="27432"/>
                </a:lnTo>
                <a:lnTo>
                  <a:pt x="94488" y="27432"/>
                </a:lnTo>
                <a:lnTo>
                  <a:pt x="80486" y="28622"/>
                </a:lnTo>
                <a:lnTo>
                  <a:pt x="41648" y="60175"/>
                </a:lnTo>
                <a:lnTo>
                  <a:pt x="32004" y="106775"/>
                </a:lnTo>
                <a:lnTo>
                  <a:pt x="33123" y="122824"/>
                </a:lnTo>
                <a:lnTo>
                  <a:pt x="48768" y="160115"/>
                </a:lnTo>
                <a:lnTo>
                  <a:pt x="89916" y="179927"/>
                </a:lnTo>
                <a:lnTo>
                  <a:pt x="139270" y="179927"/>
                </a:lnTo>
                <a:lnTo>
                  <a:pt x="135930" y="184633"/>
                </a:lnTo>
                <a:lnTo>
                  <a:pt x="120634" y="196548"/>
                </a:lnTo>
                <a:lnTo>
                  <a:pt x="102194" y="203605"/>
                </a:lnTo>
                <a:lnTo>
                  <a:pt x="80772" y="205930"/>
                </a:lnTo>
                <a:close/>
              </a:path>
              <a:path w="180339" h="293370">
                <a:moveTo>
                  <a:pt x="179927" y="32004"/>
                </a:moveTo>
                <a:lnTo>
                  <a:pt x="149447" y="32004"/>
                </a:lnTo>
                <a:lnTo>
                  <a:pt x="149447" y="4572"/>
                </a:lnTo>
                <a:lnTo>
                  <a:pt x="179927" y="4572"/>
                </a:lnTo>
                <a:lnTo>
                  <a:pt x="179927" y="32004"/>
                </a:lnTo>
                <a:close/>
              </a:path>
              <a:path w="180339" h="293370">
                <a:moveTo>
                  <a:pt x="139270" y="179927"/>
                </a:moveTo>
                <a:lnTo>
                  <a:pt x="89916" y="179927"/>
                </a:lnTo>
                <a:lnTo>
                  <a:pt x="102170" y="178546"/>
                </a:lnTo>
                <a:lnTo>
                  <a:pt x="113585" y="174593"/>
                </a:lnTo>
                <a:lnTo>
                  <a:pt x="145065" y="139350"/>
                </a:lnTo>
                <a:lnTo>
                  <a:pt x="149447" y="112871"/>
                </a:lnTo>
                <a:lnTo>
                  <a:pt x="149447" y="83820"/>
                </a:lnTo>
                <a:lnTo>
                  <a:pt x="134207" y="44196"/>
                </a:lnTo>
                <a:lnTo>
                  <a:pt x="94488" y="27432"/>
                </a:lnTo>
                <a:lnTo>
                  <a:pt x="144473" y="27432"/>
                </a:lnTo>
                <a:lnTo>
                  <a:pt x="147923" y="32004"/>
                </a:lnTo>
                <a:lnTo>
                  <a:pt x="179927" y="32004"/>
                </a:lnTo>
                <a:lnTo>
                  <a:pt x="179927" y="167735"/>
                </a:lnTo>
                <a:lnTo>
                  <a:pt x="147923" y="167735"/>
                </a:lnTo>
                <a:lnTo>
                  <a:pt x="139270" y="179927"/>
                </a:lnTo>
                <a:close/>
              </a:path>
              <a:path w="180339" h="293370">
                <a:moveTo>
                  <a:pt x="153642" y="266890"/>
                </a:moveTo>
                <a:lnTo>
                  <a:pt x="77724" y="266890"/>
                </a:lnTo>
                <a:lnTo>
                  <a:pt x="108902" y="262031"/>
                </a:lnTo>
                <a:lnTo>
                  <a:pt x="131337" y="247447"/>
                </a:lnTo>
                <a:lnTo>
                  <a:pt x="144897" y="223130"/>
                </a:lnTo>
                <a:lnTo>
                  <a:pt x="149447" y="189071"/>
                </a:lnTo>
                <a:lnTo>
                  <a:pt x="149447" y="167735"/>
                </a:lnTo>
                <a:lnTo>
                  <a:pt x="179927" y="167735"/>
                </a:lnTo>
                <a:lnTo>
                  <a:pt x="179927" y="186023"/>
                </a:lnTo>
                <a:lnTo>
                  <a:pt x="173615" y="232965"/>
                </a:lnTo>
                <a:lnTo>
                  <a:pt x="154578" y="266307"/>
                </a:lnTo>
                <a:lnTo>
                  <a:pt x="153642" y="266890"/>
                </a:lnTo>
                <a:close/>
              </a:path>
              <a:path w="180339" h="293370">
                <a:moveTo>
                  <a:pt x="77724" y="292798"/>
                </a:moveTo>
                <a:lnTo>
                  <a:pt x="60007" y="291941"/>
                </a:lnTo>
                <a:lnTo>
                  <a:pt x="43434" y="289369"/>
                </a:lnTo>
                <a:lnTo>
                  <a:pt x="28003" y="285083"/>
                </a:lnTo>
                <a:lnTo>
                  <a:pt x="13716" y="279082"/>
                </a:lnTo>
                <a:lnTo>
                  <a:pt x="13716" y="248602"/>
                </a:lnTo>
                <a:lnTo>
                  <a:pt x="30360" y="256603"/>
                </a:lnTo>
                <a:lnTo>
                  <a:pt x="46291" y="262318"/>
                </a:lnTo>
                <a:lnTo>
                  <a:pt x="61936" y="265747"/>
                </a:lnTo>
                <a:lnTo>
                  <a:pt x="77724" y="266890"/>
                </a:lnTo>
                <a:lnTo>
                  <a:pt x="153642" y="266890"/>
                </a:lnTo>
                <a:lnTo>
                  <a:pt x="122665" y="286200"/>
                </a:lnTo>
                <a:lnTo>
                  <a:pt x="77724" y="29279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1982342" y="3218592"/>
            <a:ext cx="309880" cy="259715"/>
            <a:chOff x="1982342" y="3218592"/>
            <a:chExt cx="309880" cy="25971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82342" y="3272028"/>
              <a:ext cx="170878" cy="20593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177605" y="3218592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439" y="259365"/>
                  </a:moveTo>
                  <a:lnTo>
                    <a:pt x="62540" y="255673"/>
                  </a:lnTo>
                  <a:lnTo>
                    <a:pt x="46339" y="244685"/>
                  </a:lnTo>
                  <a:lnTo>
                    <a:pt x="36709" y="226535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763"/>
                  </a:lnTo>
                  <a:lnTo>
                    <a:pt x="65627" y="0"/>
                  </a:lnTo>
                  <a:lnTo>
                    <a:pt x="65627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5627" y="85439"/>
                  </a:lnTo>
                  <a:lnTo>
                    <a:pt x="65627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8299" y="230409"/>
                  </a:lnTo>
                  <a:lnTo>
                    <a:pt x="114395" y="225837"/>
                  </a:lnTo>
                  <a:lnTo>
                    <a:pt x="114395" y="253269"/>
                  </a:lnTo>
                  <a:lnTo>
                    <a:pt x="108370" y="255508"/>
                  </a:lnTo>
                  <a:lnTo>
                    <a:pt x="101631" y="257460"/>
                  </a:lnTo>
                  <a:lnTo>
                    <a:pt x="94035" y="258841"/>
                  </a:lnTo>
                  <a:lnTo>
                    <a:pt x="85439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2337714" y="3199066"/>
            <a:ext cx="145415" cy="274320"/>
          </a:xfrm>
          <a:custGeom>
            <a:avLst/>
            <a:gdLst/>
            <a:ahLst/>
            <a:cxnLst/>
            <a:rect l="l" t="t" r="r" b="b"/>
            <a:pathLst>
              <a:path w="145414" h="274320">
                <a:moveTo>
                  <a:pt x="144881" y="245110"/>
                </a:moveTo>
                <a:lnTo>
                  <a:pt x="32004" y="245110"/>
                </a:lnTo>
                <a:lnTo>
                  <a:pt x="32004" y="149860"/>
                </a:lnTo>
                <a:lnTo>
                  <a:pt x="131165" y="149860"/>
                </a:lnTo>
                <a:lnTo>
                  <a:pt x="131165" y="120650"/>
                </a:lnTo>
                <a:lnTo>
                  <a:pt x="32004" y="120650"/>
                </a:lnTo>
                <a:lnTo>
                  <a:pt x="32004" y="29210"/>
                </a:lnTo>
                <a:lnTo>
                  <a:pt x="138785" y="29210"/>
                </a:lnTo>
                <a:lnTo>
                  <a:pt x="138785" y="0"/>
                </a:lnTo>
                <a:lnTo>
                  <a:pt x="0" y="0"/>
                </a:lnTo>
                <a:lnTo>
                  <a:pt x="0" y="29210"/>
                </a:lnTo>
                <a:lnTo>
                  <a:pt x="0" y="120650"/>
                </a:lnTo>
                <a:lnTo>
                  <a:pt x="0" y="149860"/>
                </a:lnTo>
                <a:lnTo>
                  <a:pt x="0" y="245110"/>
                </a:lnTo>
                <a:lnTo>
                  <a:pt x="0" y="274320"/>
                </a:lnTo>
                <a:lnTo>
                  <a:pt x="144881" y="274320"/>
                </a:lnTo>
                <a:lnTo>
                  <a:pt x="144881" y="2451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531364" y="3182112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4" y="0"/>
                </a:lnTo>
                <a:lnTo>
                  <a:pt x="32004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13755" y="3272028"/>
            <a:ext cx="170783" cy="205930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2831782" y="3272028"/>
            <a:ext cx="278130" cy="201930"/>
          </a:xfrm>
          <a:custGeom>
            <a:avLst/>
            <a:gdLst/>
            <a:ahLst/>
            <a:cxnLst/>
            <a:rect l="l" t="t" r="r" b="b"/>
            <a:pathLst>
              <a:path w="278130" h="201929">
                <a:moveTo>
                  <a:pt x="277558" y="201358"/>
                </a:moveTo>
                <a:lnTo>
                  <a:pt x="245554" y="201358"/>
                </a:lnTo>
                <a:lnTo>
                  <a:pt x="245554" y="88487"/>
                </a:lnTo>
                <a:lnTo>
                  <a:pt x="244982" y="73604"/>
                </a:lnTo>
                <a:lnTo>
                  <a:pt x="230098" y="35242"/>
                </a:lnTo>
                <a:lnTo>
                  <a:pt x="202787" y="27527"/>
                </a:lnTo>
                <a:lnTo>
                  <a:pt x="193024" y="28670"/>
                </a:lnTo>
                <a:lnTo>
                  <a:pt x="161734" y="55292"/>
                </a:lnTo>
                <a:lnTo>
                  <a:pt x="154019" y="90011"/>
                </a:lnTo>
                <a:lnTo>
                  <a:pt x="154019" y="201358"/>
                </a:lnTo>
                <a:lnTo>
                  <a:pt x="123539" y="201358"/>
                </a:lnTo>
                <a:lnTo>
                  <a:pt x="123539" y="85439"/>
                </a:lnTo>
                <a:lnTo>
                  <a:pt x="120681" y="59674"/>
                </a:lnTo>
                <a:lnTo>
                  <a:pt x="112109" y="41624"/>
                </a:lnTo>
                <a:lnTo>
                  <a:pt x="97821" y="31003"/>
                </a:lnTo>
                <a:lnTo>
                  <a:pt x="77819" y="27527"/>
                </a:lnTo>
                <a:lnTo>
                  <a:pt x="68024" y="28432"/>
                </a:lnTo>
                <a:lnTo>
                  <a:pt x="38195" y="53792"/>
                </a:lnTo>
                <a:lnTo>
                  <a:pt x="30479" y="90011"/>
                </a:lnTo>
                <a:lnTo>
                  <a:pt x="30479" y="201358"/>
                </a:lnTo>
                <a:lnTo>
                  <a:pt x="0" y="201358"/>
                </a:lnTo>
                <a:lnTo>
                  <a:pt x="0" y="4572"/>
                </a:lnTo>
                <a:lnTo>
                  <a:pt x="30479" y="4572"/>
                </a:lnTo>
                <a:lnTo>
                  <a:pt x="30479" y="36671"/>
                </a:lnTo>
                <a:lnTo>
                  <a:pt x="32003" y="36671"/>
                </a:lnTo>
                <a:lnTo>
                  <a:pt x="43472" y="20654"/>
                </a:lnTo>
                <a:lnTo>
                  <a:pt x="57388" y="9191"/>
                </a:lnTo>
                <a:lnTo>
                  <a:pt x="73875" y="2300"/>
                </a:lnTo>
                <a:lnTo>
                  <a:pt x="93059" y="0"/>
                </a:lnTo>
                <a:lnTo>
                  <a:pt x="102179" y="834"/>
                </a:lnTo>
                <a:lnTo>
                  <a:pt x="140303" y="25050"/>
                </a:lnTo>
                <a:lnTo>
                  <a:pt x="147923" y="41243"/>
                </a:lnTo>
                <a:lnTo>
                  <a:pt x="160521" y="23226"/>
                </a:lnTo>
                <a:lnTo>
                  <a:pt x="175557" y="10334"/>
                </a:lnTo>
                <a:lnTo>
                  <a:pt x="193183" y="2586"/>
                </a:lnTo>
                <a:lnTo>
                  <a:pt x="213550" y="0"/>
                </a:lnTo>
                <a:lnTo>
                  <a:pt x="241553" y="5134"/>
                </a:lnTo>
                <a:lnTo>
                  <a:pt x="261556" y="20431"/>
                </a:lnTo>
                <a:lnTo>
                  <a:pt x="273557" y="45728"/>
                </a:lnTo>
                <a:lnTo>
                  <a:pt x="277558" y="80867"/>
                </a:lnTo>
                <a:lnTo>
                  <a:pt x="277558" y="2013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5156" y="3272028"/>
            <a:ext cx="170783" cy="205930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3373183" y="3218592"/>
            <a:ext cx="313055" cy="259715"/>
            <a:chOff x="3373183" y="3218592"/>
            <a:chExt cx="313055" cy="259715"/>
          </a:xfrm>
        </p:grpSpPr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3183" y="3272028"/>
              <a:ext cx="163258" cy="20135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571494" y="3218592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343" y="259365"/>
                  </a:moveTo>
                  <a:lnTo>
                    <a:pt x="62460" y="255659"/>
                  </a:lnTo>
                  <a:lnTo>
                    <a:pt x="46291" y="244649"/>
                  </a:lnTo>
                  <a:lnTo>
                    <a:pt x="36695" y="226495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667"/>
                  </a:lnTo>
                  <a:lnTo>
                    <a:pt x="65531" y="0"/>
                  </a:lnTo>
                  <a:lnTo>
                    <a:pt x="65531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5531" y="85439"/>
                  </a:lnTo>
                  <a:lnTo>
                    <a:pt x="65531" y="195262"/>
                  </a:lnTo>
                  <a:lnTo>
                    <a:pt x="83819" y="231838"/>
                  </a:lnTo>
                  <a:lnTo>
                    <a:pt x="102203" y="231838"/>
                  </a:lnTo>
                  <a:lnTo>
                    <a:pt x="108299" y="230314"/>
                  </a:lnTo>
                  <a:lnTo>
                    <a:pt x="114395" y="225742"/>
                  </a:lnTo>
                  <a:lnTo>
                    <a:pt x="114395" y="253269"/>
                  </a:lnTo>
                  <a:lnTo>
                    <a:pt x="108355" y="255508"/>
                  </a:lnTo>
                  <a:lnTo>
                    <a:pt x="101584" y="257460"/>
                  </a:lnTo>
                  <a:lnTo>
                    <a:pt x="93955" y="258841"/>
                  </a:lnTo>
                  <a:lnTo>
                    <a:pt x="85343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3731603" y="3198786"/>
            <a:ext cx="448945" cy="366395"/>
          </a:xfrm>
          <a:custGeom>
            <a:avLst/>
            <a:gdLst/>
            <a:ahLst/>
            <a:cxnLst/>
            <a:rect l="l" t="t" r="r" b="b"/>
            <a:pathLst>
              <a:path w="448945" h="366395">
                <a:moveTo>
                  <a:pt x="169265" y="195262"/>
                </a:moveTo>
                <a:lnTo>
                  <a:pt x="152501" y="149440"/>
                </a:lnTo>
                <a:lnTo>
                  <a:pt x="149148" y="146392"/>
                </a:lnTo>
                <a:lnTo>
                  <a:pt x="143662" y="141401"/>
                </a:lnTo>
                <a:lnTo>
                  <a:pt x="135737" y="136791"/>
                </a:lnTo>
                <a:lnTo>
                  <a:pt x="135737" y="195262"/>
                </a:lnTo>
                <a:lnTo>
                  <a:pt x="134632" y="206121"/>
                </a:lnTo>
                <a:lnTo>
                  <a:pt x="111658" y="237832"/>
                </a:lnTo>
                <a:lnTo>
                  <a:pt x="76200" y="245554"/>
                </a:lnTo>
                <a:lnTo>
                  <a:pt x="32004" y="245554"/>
                </a:lnTo>
                <a:lnTo>
                  <a:pt x="32004" y="146392"/>
                </a:lnTo>
                <a:lnTo>
                  <a:pt x="68580" y="146392"/>
                </a:lnTo>
                <a:lnTo>
                  <a:pt x="97751" y="149517"/>
                </a:lnTo>
                <a:lnTo>
                  <a:pt x="118770" y="158788"/>
                </a:lnTo>
                <a:lnTo>
                  <a:pt x="131470" y="174091"/>
                </a:lnTo>
                <a:lnTo>
                  <a:pt x="135737" y="195262"/>
                </a:lnTo>
                <a:lnTo>
                  <a:pt x="135737" y="136791"/>
                </a:lnTo>
                <a:lnTo>
                  <a:pt x="133261" y="135343"/>
                </a:lnTo>
                <a:lnTo>
                  <a:pt x="121424" y="131013"/>
                </a:lnTo>
                <a:lnTo>
                  <a:pt x="108305" y="128104"/>
                </a:lnTo>
                <a:lnTo>
                  <a:pt x="118922" y="123875"/>
                </a:lnTo>
                <a:lnTo>
                  <a:pt x="128117" y="118198"/>
                </a:lnTo>
                <a:lnTo>
                  <a:pt x="129006" y="117436"/>
                </a:lnTo>
                <a:lnTo>
                  <a:pt x="136156" y="111391"/>
                </a:lnTo>
                <a:lnTo>
                  <a:pt x="154711" y="73685"/>
                </a:lnTo>
                <a:lnTo>
                  <a:pt x="155549" y="62484"/>
                </a:lnTo>
                <a:lnTo>
                  <a:pt x="154139" y="49339"/>
                </a:lnTo>
                <a:lnTo>
                  <a:pt x="150025" y="37338"/>
                </a:lnTo>
                <a:lnTo>
                  <a:pt x="144856" y="28956"/>
                </a:lnTo>
                <a:lnTo>
                  <a:pt x="143332" y="26479"/>
                </a:lnTo>
                <a:lnTo>
                  <a:pt x="134213" y="16764"/>
                </a:lnTo>
                <a:lnTo>
                  <a:pt x="123037" y="9639"/>
                </a:lnTo>
                <a:lnTo>
                  <a:pt x="122021" y="9232"/>
                </a:lnTo>
                <a:lnTo>
                  <a:pt x="122021" y="68668"/>
                </a:lnTo>
                <a:lnTo>
                  <a:pt x="120916" y="79527"/>
                </a:lnTo>
                <a:lnTo>
                  <a:pt x="98196" y="110375"/>
                </a:lnTo>
                <a:lnTo>
                  <a:pt x="65532" y="117436"/>
                </a:lnTo>
                <a:lnTo>
                  <a:pt x="32004" y="117436"/>
                </a:lnTo>
                <a:lnTo>
                  <a:pt x="32004" y="28956"/>
                </a:lnTo>
                <a:lnTo>
                  <a:pt x="68580" y="28956"/>
                </a:lnTo>
                <a:lnTo>
                  <a:pt x="91757" y="31508"/>
                </a:lnTo>
                <a:lnTo>
                  <a:pt x="108483" y="39065"/>
                </a:lnTo>
                <a:lnTo>
                  <a:pt x="118605" y="51498"/>
                </a:lnTo>
                <a:lnTo>
                  <a:pt x="122021" y="68668"/>
                </a:lnTo>
                <a:lnTo>
                  <a:pt x="122021" y="9232"/>
                </a:lnTo>
                <a:lnTo>
                  <a:pt x="110007" y="4381"/>
                </a:lnTo>
                <a:lnTo>
                  <a:pt x="94945" y="1117"/>
                </a:lnTo>
                <a:lnTo>
                  <a:pt x="77724" y="0"/>
                </a:lnTo>
                <a:lnTo>
                  <a:pt x="0" y="0"/>
                </a:lnTo>
                <a:lnTo>
                  <a:pt x="0" y="274599"/>
                </a:lnTo>
                <a:lnTo>
                  <a:pt x="79248" y="274599"/>
                </a:lnTo>
                <a:lnTo>
                  <a:pt x="129921" y="262305"/>
                </a:lnTo>
                <a:lnTo>
                  <a:pt x="150380" y="245554"/>
                </a:lnTo>
                <a:lnTo>
                  <a:pt x="154470" y="241122"/>
                </a:lnTo>
                <a:lnTo>
                  <a:pt x="162598" y="227647"/>
                </a:lnTo>
                <a:lnTo>
                  <a:pt x="167563" y="212458"/>
                </a:lnTo>
                <a:lnTo>
                  <a:pt x="169265" y="195262"/>
                </a:lnTo>
                <a:close/>
              </a:path>
              <a:path w="448945" h="366395">
                <a:moveTo>
                  <a:pt x="376720" y="77812"/>
                </a:moveTo>
                <a:lnTo>
                  <a:pt x="344614" y="77812"/>
                </a:lnTo>
                <a:lnTo>
                  <a:pt x="289750" y="228790"/>
                </a:lnTo>
                <a:lnTo>
                  <a:pt x="286702" y="236410"/>
                </a:lnTo>
                <a:lnTo>
                  <a:pt x="285178" y="240982"/>
                </a:lnTo>
                <a:lnTo>
                  <a:pt x="285178" y="244030"/>
                </a:lnTo>
                <a:lnTo>
                  <a:pt x="283654" y="244030"/>
                </a:lnTo>
                <a:lnTo>
                  <a:pt x="282130" y="236410"/>
                </a:lnTo>
                <a:lnTo>
                  <a:pt x="280606" y="230314"/>
                </a:lnTo>
                <a:lnTo>
                  <a:pt x="280606" y="228790"/>
                </a:lnTo>
                <a:lnTo>
                  <a:pt x="227266" y="77812"/>
                </a:lnTo>
                <a:lnTo>
                  <a:pt x="192125" y="77812"/>
                </a:lnTo>
                <a:lnTo>
                  <a:pt x="268414" y="274599"/>
                </a:lnTo>
                <a:lnTo>
                  <a:pt x="253174" y="311175"/>
                </a:lnTo>
                <a:lnTo>
                  <a:pt x="246621" y="323176"/>
                </a:lnTo>
                <a:lnTo>
                  <a:pt x="238493" y="331749"/>
                </a:lnTo>
                <a:lnTo>
                  <a:pt x="228917" y="336892"/>
                </a:lnTo>
                <a:lnTo>
                  <a:pt x="218033" y="338607"/>
                </a:lnTo>
                <a:lnTo>
                  <a:pt x="205841" y="338607"/>
                </a:lnTo>
                <a:lnTo>
                  <a:pt x="199745" y="335559"/>
                </a:lnTo>
                <a:lnTo>
                  <a:pt x="199745" y="364515"/>
                </a:lnTo>
                <a:lnTo>
                  <a:pt x="204317" y="366039"/>
                </a:lnTo>
                <a:lnTo>
                  <a:pt x="219646" y="366039"/>
                </a:lnTo>
                <a:lnTo>
                  <a:pt x="240195" y="362305"/>
                </a:lnTo>
                <a:lnTo>
                  <a:pt x="258318" y="350989"/>
                </a:lnTo>
                <a:lnTo>
                  <a:pt x="273862" y="331965"/>
                </a:lnTo>
                <a:lnTo>
                  <a:pt x="286702" y="305079"/>
                </a:lnTo>
                <a:lnTo>
                  <a:pt x="376720" y="77812"/>
                </a:lnTo>
                <a:close/>
              </a:path>
              <a:path w="448945" h="366395">
                <a:moveTo>
                  <a:pt x="448729" y="88"/>
                </a:moveTo>
                <a:lnTo>
                  <a:pt x="415201" y="88"/>
                </a:lnTo>
                <a:lnTo>
                  <a:pt x="415201" y="274408"/>
                </a:lnTo>
                <a:lnTo>
                  <a:pt x="448729" y="274408"/>
                </a:lnTo>
                <a:lnTo>
                  <a:pt x="448729" y="8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233379" y="3183546"/>
            <a:ext cx="273050" cy="340360"/>
          </a:xfrm>
          <a:custGeom>
            <a:avLst/>
            <a:gdLst/>
            <a:ahLst/>
            <a:cxnLst/>
            <a:rect l="l" t="t" r="r" b="b"/>
            <a:pathLst>
              <a:path w="273050" h="340360">
                <a:moveTo>
                  <a:pt x="179933" y="0"/>
                </a:moveTo>
                <a:lnTo>
                  <a:pt x="149440" y="0"/>
                </a:lnTo>
                <a:lnTo>
                  <a:pt x="149440" y="120484"/>
                </a:lnTo>
                <a:lnTo>
                  <a:pt x="149440" y="172300"/>
                </a:lnTo>
                <a:lnTo>
                  <a:pt x="149440" y="201358"/>
                </a:lnTo>
                <a:lnTo>
                  <a:pt x="148323" y="214744"/>
                </a:lnTo>
                <a:lnTo>
                  <a:pt x="123990" y="256844"/>
                </a:lnTo>
                <a:lnTo>
                  <a:pt x="89916" y="268414"/>
                </a:lnTo>
                <a:lnTo>
                  <a:pt x="77038" y="267030"/>
                </a:lnTo>
                <a:lnTo>
                  <a:pt x="40360" y="237477"/>
                </a:lnTo>
                <a:lnTo>
                  <a:pt x="32004" y="195262"/>
                </a:lnTo>
                <a:lnTo>
                  <a:pt x="33121" y="177152"/>
                </a:lnTo>
                <a:lnTo>
                  <a:pt x="48768" y="137248"/>
                </a:lnTo>
                <a:lnTo>
                  <a:pt x="92964" y="115912"/>
                </a:lnTo>
                <a:lnTo>
                  <a:pt x="104940" y="116827"/>
                </a:lnTo>
                <a:lnTo>
                  <a:pt x="139763" y="141236"/>
                </a:lnTo>
                <a:lnTo>
                  <a:pt x="149440" y="172300"/>
                </a:lnTo>
                <a:lnTo>
                  <a:pt x="149440" y="120484"/>
                </a:lnTo>
                <a:lnTo>
                  <a:pt x="147916" y="120484"/>
                </a:lnTo>
                <a:lnTo>
                  <a:pt x="144475" y="115912"/>
                </a:lnTo>
                <a:lnTo>
                  <a:pt x="137363" y="106489"/>
                </a:lnTo>
                <a:lnTo>
                  <a:pt x="124066" y="96481"/>
                </a:lnTo>
                <a:lnTo>
                  <a:pt x="108191" y="90487"/>
                </a:lnTo>
                <a:lnTo>
                  <a:pt x="89916" y="88480"/>
                </a:lnTo>
                <a:lnTo>
                  <a:pt x="70459" y="90462"/>
                </a:lnTo>
                <a:lnTo>
                  <a:pt x="24384" y="118960"/>
                </a:lnTo>
                <a:lnTo>
                  <a:pt x="1447" y="173012"/>
                </a:lnTo>
                <a:lnTo>
                  <a:pt x="0" y="196786"/>
                </a:lnTo>
                <a:lnTo>
                  <a:pt x="1409" y="217627"/>
                </a:lnTo>
                <a:lnTo>
                  <a:pt x="21336" y="268414"/>
                </a:lnTo>
                <a:lnTo>
                  <a:pt x="63334" y="292709"/>
                </a:lnTo>
                <a:lnTo>
                  <a:pt x="80772" y="294424"/>
                </a:lnTo>
                <a:lnTo>
                  <a:pt x="102196" y="292087"/>
                </a:lnTo>
                <a:lnTo>
                  <a:pt x="120637" y="285038"/>
                </a:lnTo>
                <a:lnTo>
                  <a:pt x="135928" y="273126"/>
                </a:lnTo>
                <a:lnTo>
                  <a:pt x="139268" y="268414"/>
                </a:lnTo>
                <a:lnTo>
                  <a:pt x="147916" y="256222"/>
                </a:lnTo>
                <a:lnTo>
                  <a:pt x="149440" y="256222"/>
                </a:lnTo>
                <a:lnTo>
                  <a:pt x="149440" y="289839"/>
                </a:lnTo>
                <a:lnTo>
                  <a:pt x="179933" y="289839"/>
                </a:lnTo>
                <a:lnTo>
                  <a:pt x="179933" y="256222"/>
                </a:lnTo>
                <a:lnTo>
                  <a:pt x="179933" y="120484"/>
                </a:lnTo>
                <a:lnTo>
                  <a:pt x="179933" y="0"/>
                </a:lnTo>
                <a:close/>
              </a:path>
              <a:path w="273050" h="340360">
                <a:moveTo>
                  <a:pt x="272986" y="245554"/>
                </a:moveTo>
                <a:lnTo>
                  <a:pt x="242417" y="245554"/>
                </a:lnTo>
                <a:lnTo>
                  <a:pt x="221081" y="340131"/>
                </a:lnTo>
                <a:lnTo>
                  <a:pt x="242417" y="340131"/>
                </a:lnTo>
                <a:lnTo>
                  <a:pt x="272986" y="2455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657344" y="3272028"/>
            <a:ext cx="181610" cy="293370"/>
          </a:xfrm>
          <a:custGeom>
            <a:avLst/>
            <a:gdLst/>
            <a:ahLst/>
            <a:cxnLst/>
            <a:rect l="l" t="t" r="r" b="b"/>
            <a:pathLst>
              <a:path w="181610" h="293370">
                <a:moveTo>
                  <a:pt x="82296" y="205930"/>
                </a:moveTo>
                <a:lnTo>
                  <a:pt x="35147" y="191062"/>
                </a:lnTo>
                <a:lnTo>
                  <a:pt x="5715" y="148875"/>
                </a:lnTo>
                <a:lnTo>
                  <a:pt x="0" y="109823"/>
                </a:lnTo>
                <a:lnTo>
                  <a:pt x="1666" y="86027"/>
                </a:lnTo>
                <a:lnTo>
                  <a:pt x="14144" y="46507"/>
                </a:lnTo>
                <a:lnTo>
                  <a:pt x="53149" y="7810"/>
                </a:lnTo>
                <a:lnTo>
                  <a:pt x="89916" y="0"/>
                </a:lnTo>
                <a:lnTo>
                  <a:pt x="108861" y="2000"/>
                </a:lnTo>
                <a:lnTo>
                  <a:pt x="124825" y="8001"/>
                </a:lnTo>
                <a:lnTo>
                  <a:pt x="138216" y="18002"/>
                </a:lnTo>
                <a:lnTo>
                  <a:pt x="145780" y="27432"/>
                </a:lnTo>
                <a:lnTo>
                  <a:pt x="94488" y="27432"/>
                </a:lnTo>
                <a:lnTo>
                  <a:pt x="80486" y="28622"/>
                </a:lnTo>
                <a:lnTo>
                  <a:pt x="41648" y="60175"/>
                </a:lnTo>
                <a:lnTo>
                  <a:pt x="32004" y="106775"/>
                </a:lnTo>
                <a:lnTo>
                  <a:pt x="33123" y="122824"/>
                </a:lnTo>
                <a:lnTo>
                  <a:pt x="48768" y="160115"/>
                </a:lnTo>
                <a:lnTo>
                  <a:pt x="89916" y="179927"/>
                </a:lnTo>
                <a:lnTo>
                  <a:pt x="140176" y="179927"/>
                </a:lnTo>
                <a:lnTo>
                  <a:pt x="136597" y="184633"/>
                </a:lnTo>
                <a:lnTo>
                  <a:pt x="121015" y="196548"/>
                </a:lnTo>
                <a:lnTo>
                  <a:pt x="102861" y="203605"/>
                </a:lnTo>
                <a:lnTo>
                  <a:pt x="82296" y="205930"/>
                </a:lnTo>
                <a:close/>
              </a:path>
              <a:path w="181610" h="293370">
                <a:moveTo>
                  <a:pt x="181451" y="32004"/>
                </a:moveTo>
                <a:lnTo>
                  <a:pt x="149447" y="32004"/>
                </a:lnTo>
                <a:lnTo>
                  <a:pt x="149447" y="4572"/>
                </a:lnTo>
                <a:lnTo>
                  <a:pt x="181451" y="4572"/>
                </a:lnTo>
                <a:lnTo>
                  <a:pt x="181451" y="32004"/>
                </a:lnTo>
                <a:close/>
              </a:path>
              <a:path w="181610" h="293370">
                <a:moveTo>
                  <a:pt x="140176" y="179927"/>
                </a:moveTo>
                <a:lnTo>
                  <a:pt x="89916" y="179927"/>
                </a:lnTo>
                <a:lnTo>
                  <a:pt x="102800" y="178546"/>
                </a:lnTo>
                <a:lnTo>
                  <a:pt x="114121" y="174593"/>
                </a:lnTo>
                <a:lnTo>
                  <a:pt x="145637" y="139350"/>
                </a:lnTo>
                <a:lnTo>
                  <a:pt x="149447" y="112871"/>
                </a:lnTo>
                <a:lnTo>
                  <a:pt x="149447" y="83820"/>
                </a:lnTo>
                <a:lnTo>
                  <a:pt x="134207" y="44196"/>
                </a:lnTo>
                <a:lnTo>
                  <a:pt x="94488" y="27432"/>
                </a:lnTo>
                <a:lnTo>
                  <a:pt x="145780" y="27432"/>
                </a:lnTo>
                <a:lnTo>
                  <a:pt x="149447" y="32004"/>
                </a:lnTo>
                <a:lnTo>
                  <a:pt x="181451" y="32004"/>
                </a:lnTo>
                <a:lnTo>
                  <a:pt x="181451" y="167735"/>
                </a:lnTo>
                <a:lnTo>
                  <a:pt x="149447" y="167735"/>
                </a:lnTo>
                <a:lnTo>
                  <a:pt x="140176" y="179927"/>
                </a:lnTo>
                <a:close/>
              </a:path>
              <a:path w="181610" h="293370">
                <a:moveTo>
                  <a:pt x="154389" y="266890"/>
                </a:moveTo>
                <a:lnTo>
                  <a:pt x="77724" y="266890"/>
                </a:lnTo>
                <a:lnTo>
                  <a:pt x="108861" y="262031"/>
                </a:lnTo>
                <a:lnTo>
                  <a:pt x="131302" y="247447"/>
                </a:lnTo>
                <a:lnTo>
                  <a:pt x="144884" y="223130"/>
                </a:lnTo>
                <a:lnTo>
                  <a:pt x="149447" y="189071"/>
                </a:lnTo>
                <a:lnTo>
                  <a:pt x="149447" y="167735"/>
                </a:lnTo>
                <a:lnTo>
                  <a:pt x="181451" y="167735"/>
                </a:lnTo>
                <a:lnTo>
                  <a:pt x="181451" y="186023"/>
                </a:lnTo>
                <a:lnTo>
                  <a:pt x="174901" y="232965"/>
                </a:lnTo>
                <a:lnTo>
                  <a:pt x="155340" y="266307"/>
                </a:lnTo>
                <a:lnTo>
                  <a:pt x="154389" y="266890"/>
                </a:lnTo>
                <a:close/>
              </a:path>
              <a:path w="181610" h="293370">
                <a:moveTo>
                  <a:pt x="77724" y="292798"/>
                </a:moveTo>
                <a:lnTo>
                  <a:pt x="60007" y="291941"/>
                </a:lnTo>
                <a:lnTo>
                  <a:pt x="43434" y="289369"/>
                </a:lnTo>
                <a:lnTo>
                  <a:pt x="28003" y="285083"/>
                </a:lnTo>
                <a:lnTo>
                  <a:pt x="13716" y="279082"/>
                </a:lnTo>
                <a:lnTo>
                  <a:pt x="13716" y="248602"/>
                </a:lnTo>
                <a:lnTo>
                  <a:pt x="30575" y="256603"/>
                </a:lnTo>
                <a:lnTo>
                  <a:pt x="46863" y="262318"/>
                </a:lnTo>
                <a:lnTo>
                  <a:pt x="62579" y="265747"/>
                </a:lnTo>
                <a:lnTo>
                  <a:pt x="77724" y="266890"/>
                </a:lnTo>
                <a:lnTo>
                  <a:pt x="154389" y="266890"/>
                </a:lnTo>
                <a:lnTo>
                  <a:pt x="122903" y="286200"/>
                </a:lnTo>
                <a:lnTo>
                  <a:pt x="77724" y="29279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4889087" y="3218592"/>
            <a:ext cx="308610" cy="259715"/>
            <a:chOff x="4889087" y="3218592"/>
            <a:chExt cx="308610" cy="259715"/>
          </a:xfrm>
        </p:grpSpPr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9087" y="3272028"/>
              <a:ext cx="170783" cy="20593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082730" y="3218592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5" h="259714">
                  <a:moveTo>
                    <a:pt x="85439" y="259365"/>
                  </a:moveTo>
                  <a:lnTo>
                    <a:pt x="63143" y="255673"/>
                  </a:lnTo>
                  <a:lnTo>
                    <a:pt x="46874" y="244685"/>
                  </a:lnTo>
                  <a:lnTo>
                    <a:pt x="36910" y="226535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763"/>
                  </a:lnTo>
                  <a:lnTo>
                    <a:pt x="65627" y="0"/>
                  </a:lnTo>
                  <a:lnTo>
                    <a:pt x="65627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5627" y="85439"/>
                  </a:lnTo>
                  <a:lnTo>
                    <a:pt x="65627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8299" y="230409"/>
                  </a:lnTo>
                  <a:lnTo>
                    <a:pt x="114395" y="225837"/>
                  </a:lnTo>
                  <a:lnTo>
                    <a:pt x="114395" y="253269"/>
                  </a:lnTo>
                  <a:lnTo>
                    <a:pt x="108370" y="255508"/>
                  </a:lnTo>
                  <a:lnTo>
                    <a:pt x="101631" y="257460"/>
                  </a:lnTo>
                  <a:lnTo>
                    <a:pt x="94035" y="258841"/>
                  </a:lnTo>
                  <a:lnTo>
                    <a:pt x="85439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/>
          <p:nvPr/>
        </p:nvSpPr>
        <p:spPr>
          <a:xfrm>
            <a:off x="5242928" y="3199066"/>
            <a:ext cx="146685" cy="274320"/>
          </a:xfrm>
          <a:custGeom>
            <a:avLst/>
            <a:gdLst/>
            <a:ahLst/>
            <a:cxnLst/>
            <a:rect l="l" t="t" r="r" b="b"/>
            <a:pathLst>
              <a:path w="146685" h="274320">
                <a:moveTo>
                  <a:pt x="146405" y="245110"/>
                </a:moveTo>
                <a:lnTo>
                  <a:pt x="33528" y="245110"/>
                </a:lnTo>
                <a:lnTo>
                  <a:pt x="33528" y="148590"/>
                </a:lnTo>
                <a:lnTo>
                  <a:pt x="131165" y="148590"/>
                </a:lnTo>
                <a:lnTo>
                  <a:pt x="131165" y="120650"/>
                </a:lnTo>
                <a:lnTo>
                  <a:pt x="33528" y="120650"/>
                </a:lnTo>
                <a:lnTo>
                  <a:pt x="33528" y="29210"/>
                </a:lnTo>
                <a:lnTo>
                  <a:pt x="140309" y="29210"/>
                </a:lnTo>
                <a:lnTo>
                  <a:pt x="140309" y="0"/>
                </a:lnTo>
                <a:lnTo>
                  <a:pt x="0" y="0"/>
                </a:lnTo>
                <a:lnTo>
                  <a:pt x="0" y="29210"/>
                </a:lnTo>
                <a:lnTo>
                  <a:pt x="0" y="120650"/>
                </a:lnTo>
                <a:lnTo>
                  <a:pt x="0" y="148590"/>
                </a:lnTo>
                <a:lnTo>
                  <a:pt x="0" y="245110"/>
                </a:lnTo>
                <a:lnTo>
                  <a:pt x="0" y="274320"/>
                </a:lnTo>
                <a:lnTo>
                  <a:pt x="146405" y="274320"/>
                </a:lnTo>
                <a:lnTo>
                  <a:pt x="146405" y="2451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5436108" y="3182112"/>
            <a:ext cx="32384" cy="291465"/>
          </a:xfrm>
          <a:custGeom>
            <a:avLst/>
            <a:gdLst/>
            <a:ahLst/>
            <a:cxnLst/>
            <a:rect l="l" t="t" r="r" b="b"/>
            <a:pathLst>
              <a:path w="32385" h="291464">
                <a:moveTo>
                  <a:pt x="32004" y="291084"/>
                </a:moveTo>
                <a:lnTo>
                  <a:pt x="0" y="291084"/>
                </a:lnTo>
                <a:lnTo>
                  <a:pt x="0" y="0"/>
                </a:lnTo>
                <a:lnTo>
                  <a:pt x="32004" y="0"/>
                </a:lnTo>
                <a:lnTo>
                  <a:pt x="32004" y="2910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18975" y="3272028"/>
            <a:ext cx="170783" cy="205930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5737002" y="3272028"/>
            <a:ext cx="278130" cy="201930"/>
          </a:xfrm>
          <a:custGeom>
            <a:avLst/>
            <a:gdLst/>
            <a:ahLst/>
            <a:cxnLst/>
            <a:rect l="l" t="t" r="r" b="b"/>
            <a:pathLst>
              <a:path w="278129" h="201929">
                <a:moveTo>
                  <a:pt x="52495" y="36576"/>
                </a:moveTo>
                <a:lnTo>
                  <a:pt x="32099" y="36576"/>
                </a:lnTo>
                <a:lnTo>
                  <a:pt x="43553" y="20574"/>
                </a:lnTo>
                <a:lnTo>
                  <a:pt x="57435" y="9144"/>
                </a:lnTo>
                <a:lnTo>
                  <a:pt x="73890" y="2286"/>
                </a:lnTo>
                <a:lnTo>
                  <a:pt x="93059" y="0"/>
                </a:lnTo>
                <a:lnTo>
                  <a:pt x="102822" y="833"/>
                </a:lnTo>
                <a:lnTo>
                  <a:pt x="140303" y="24955"/>
                </a:lnTo>
                <a:lnTo>
                  <a:pt x="141778" y="27432"/>
                </a:lnTo>
                <a:lnTo>
                  <a:pt x="79343" y="27432"/>
                </a:lnTo>
                <a:lnTo>
                  <a:pt x="69365" y="28551"/>
                </a:lnTo>
                <a:lnTo>
                  <a:pt x="60102" y="31813"/>
                </a:lnTo>
                <a:lnTo>
                  <a:pt x="52495" y="36576"/>
                </a:lnTo>
                <a:close/>
              </a:path>
              <a:path w="278129" h="201929">
                <a:moveTo>
                  <a:pt x="173450" y="41148"/>
                </a:moveTo>
                <a:lnTo>
                  <a:pt x="147923" y="41148"/>
                </a:lnTo>
                <a:lnTo>
                  <a:pt x="160575" y="23145"/>
                </a:lnTo>
                <a:lnTo>
                  <a:pt x="175629" y="10287"/>
                </a:lnTo>
                <a:lnTo>
                  <a:pt x="193236" y="2571"/>
                </a:lnTo>
                <a:lnTo>
                  <a:pt x="213550" y="0"/>
                </a:lnTo>
                <a:lnTo>
                  <a:pt x="241554" y="5119"/>
                </a:lnTo>
                <a:lnTo>
                  <a:pt x="261556" y="20383"/>
                </a:lnTo>
                <a:lnTo>
                  <a:pt x="264904" y="27432"/>
                </a:lnTo>
                <a:lnTo>
                  <a:pt x="202882" y="27432"/>
                </a:lnTo>
                <a:lnTo>
                  <a:pt x="193143" y="28575"/>
                </a:lnTo>
                <a:lnTo>
                  <a:pt x="184404" y="32004"/>
                </a:lnTo>
                <a:lnTo>
                  <a:pt x="176522" y="37719"/>
                </a:lnTo>
                <a:lnTo>
                  <a:pt x="173450" y="41148"/>
                </a:lnTo>
                <a:close/>
              </a:path>
              <a:path w="278129" h="201929">
                <a:moveTo>
                  <a:pt x="32099" y="201358"/>
                </a:moveTo>
                <a:lnTo>
                  <a:pt x="0" y="201358"/>
                </a:lnTo>
                <a:lnTo>
                  <a:pt x="0" y="4572"/>
                </a:lnTo>
                <a:lnTo>
                  <a:pt x="32099" y="4572"/>
                </a:lnTo>
                <a:lnTo>
                  <a:pt x="32099" y="36576"/>
                </a:lnTo>
                <a:lnTo>
                  <a:pt x="52495" y="36576"/>
                </a:lnTo>
                <a:lnTo>
                  <a:pt x="32718" y="76128"/>
                </a:lnTo>
                <a:lnTo>
                  <a:pt x="32167" y="88392"/>
                </a:lnTo>
                <a:lnTo>
                  <a:pt x="32099" y="201358"/>
                </a:lnTo>
                <a:close/>
              </a:path>
              <a:path w="278129" h="201929">
                <a:moveTo>
                  <a:pt x="154019" y="201358"/>
                </a:moveTo>
                <a:lnTo>
                  <a:pt x="123539" y="201358"/>
                </a:lnTo>
                <a:lnTo>
                  <a:pt x="123539" y="85344"/>
                </a:lnTo>
                <a:lnTo>
                  <a:pt x="120705" y="59578"/>
                </a:lnTo>
                <a:lnTo>
                  <a:pt x="112299" y="41529"/>
                </a:lnTo>
                <a:lnTo>
                  <a:pt x="98464" y="30908"/>
                </a:lnTo>
                <a:lnTo>
                  <a:pt x="79343" y="27432"/>
                </a:lnTo>
                <a:lnTo>
                  <a:pt x="141778" y="27432"/>
                </a:lnTo>
                <a:lnTo>
                  <a:pt x="144827" y="32551"/>
                </a:lnTo>
                <a:lnTo>
                  <a:pt x="147923" y="41148"/>
                </a:lnTo>
                <a:lnTo>
                  <a:pt x="173450" y="41148"/>
                </a:lnTo>
                <a:lnTo>
                  <a:pt x="154915" y="77009"/>
                </a:lnTo>
                <a:lnTo>
                  <a:pt x="154125" y="88392"/>
                </a:lnTo>
                <a:lnTo>
                  <a:pt x="154019" y="201358"/>
                </a:lnTo>
                <a:close/>
              </a:path>
              <a:path w="278129" h="201929">
                <a:moveTo>
                  <a:pt x="277558" y="201358"/>
                </a:moveTo>
                <a:lnTo>
                  <a:pt x="247078" y="201358"/>
                </a:lnTo>
                <a:lnTo>
                  <a:pt x="246956" y="85344"/>
                </a:lnTo>
                <a:lnTo>
                  <a:pt x="246483" y="73509"/>
                </a:lnTo>
                <a:lnTo>
                  <a:pt x="230743" y="35147"/>
                </a:lnTo>
                <a:lnTo>
                  <a:pt x="202882" y="27432"/>
                </a:lnTo>
                <a:lnTo>
                  <a:pt x="264904" y="27432"/>
                </a:lnTo>
                <a:lnTo>
                  <a:pt x="273558" y="45648"/>
                </a:lnTo>
                <a:lnTo>
                  <a:pt x="277558" y="80772"/>
                </a:lnTo>
                <a:lnTo>
                  <a:pt x="277558" y="2013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60376" y="3272028"/>
            <a:ext cx="170783" cy="205930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6278403" y="3218592"/>
            <a:ext cx="473075" cy="259715"/>
            <a:chOff x="6278403" y="3218592"/>
            <a:chExt cx="473075" cy="259715"/>
          </a:xfrm>
        </p:grpSpPr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8403" y="3272028"/>
              <a:ext cx="163163" cy="20135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476714" y="3218592"/>
              <a:ext cx="114935" cy="259715"/>
            </a:xfrm>
            <a:custGeom>
              <a:avLst/>
              <a:gdLst/>
              <a:ahLst/>
              <a:cxnLst/>
              <a:rect l="l" t="t" r="r" b="b"/>
              <a:pathLst>
                <a:path w="114934" h="259714">
                  <a:moveTo>
                    <a:pt x="85439" y="259365"/>
                  </a:moveTo>
                  <a:lnTo>
                    <a:pt x="63143" y="255673"/>
                  </a:lnTo>
                  <a:lnTo>
                    <a:pt x="46874" y="244685"/>
                  </a:lnTo>
                  <a:lnTo>
                    <a:pt x="36910" y="226535"/>
                  </a:lnTo>
                  <a:lnTo>
                    <a:pt x="33527" y="201358"/>
                  </a:lnTo>
                  <a:lnTo>
                    <a:pt x="33527" y="85439"/>
                  </a:lnTo>
                  <a:lnTo>
                    <a:pt x="0" y="85439"/>
                  </a:lnTo>
                  <a:lnTo>
                    <a:pt x="0" y="58007"/>
                  </a:lnTo>
                  <a:lnTo>
                    <a:pt x="33527" y="58007"/>
                  </a:lnTo>
                  <a:lnTo>
                    <a:pt x="33527" y="10763"/>
                  </a:lnTo>
                  <a:lnTo>
                    <a:pt x="65627" y="0"/>
                  </a:lnTo>
                  <a:lnTo>
                    <a:pt x="65627" y="58007"/>
                  </a:lnTo>
                  <a:lnTo>
                    <a:pt x="114395" y="58007"/>
                  </a:lnTo>
                  <a:lnTo>
                    <a:pt x="114395" y="85439"/>
                  </a:lnTo>
                  <a:lnTo>
                    <a:pt x="65627" y="85439"/>
                  </a:lnTo>
                  <a:lnTo>
                    <a:pt x="65627" y="195262"/>
                  </a:lnTo>
                  <a:lnTo>
                    <a:pt x="83915" y="231933"/>
                  </a:lnTo>
                  <a:lnTo>
                    <a:pt x="102203" y="231933"/>
                  </a:lnTo>
                  <a:lnTo>
                    <a:pt x="108299" y="230409"/>
                  </a:lnTo>
                  <a:lnTo>
                    <a:pt x="114395" y="225837"/>
                  </a:lnTo>
                  <a:lnTo>
                    <a:pt x="114395" y="253269"/>
                  </a:lnTo>
                  <a:lnTo>
                    <a:pt x="108370" y="255508"/>
                  </a:lnTo>
                  <a:lnTo>
                    <a:pt x="101631" y="257460"/>
                  </a:lnTo>
                  <a:lnTo>
                    <a:pt x="94035" y="258841"/>
                  </a:lnTo>
                  <a:lnTo>
                    <a:pt x="85439" y="2593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21589" y="3272028"/>
              <a:ext cx="129635" cy="205930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6803040" y="3198526"/>
            <a:ext cx="756920" cy="366395"/>
            <a:chOff x="6803040" y="3198526"/>
            <a:chExt cx="756920" cy="366395"/>
          </a:xfrm>
        </p:grpSpPr>
        <p:sp>
          <p:nvSpPr>
            <p:cNvPr id="42" name="object 42" descr=""/>
            <p:cNvSpPr/>
            <p:nvPr/>
          </p:nvSpPr>
          <p:spPr>
            <a:xfrm>
              <a:off x="6803034" y="3198533"/>
              <a:ext cx="578485" cy="366395"/>
            </a:xfrm>
            <a:custGeom>
              <a:avLst/>
              <a:gdLst/>
              <a:ahLst/>
              <a:cxnLst/>
              <a:rect l="l" t="t" r="r" b="b"/>
              <a:pathLst>
                <a:path w="578484" h="366395">
                  <a:moveTo>
                    <a:pt x="169265" y="195516"/>
                  </a:moveTo>
                  <a:lnTo>
                    <a:pt x="152501" y="149694"/>
                  </a:lnTo>
                  <a:lnTo>
                    <a:pt x="149148" y="146646"/>
                  </a:lnTo>
                  <a:lnTo>
                    <a:pt x="143662" y="141655"/>
                  </a:lnTo>
                  <a:lnTo>
                    <a:pt x="135737" y="137045"/>
                  </a:lnTo>
                  <a:lnTo>
                    <a:pt x="135737" y="195516"/>
                  </a:lnTo>
                  <a:lnTo>
                    <a:pt x="134632" y="206375"/>
                  </a:lnTo>
                  <a:lnTo>
                    <a:pt x="111658" y="238086"/>
                  </a:lnTo>
                  <a:lnTo>
                    <a:pt x="76301" y="245808"/>
                  </a:lnTo>
                  <a:lnTo>
                    <a:pt x="32004" y="245808"/>
                  </a:lnTo>
                  <a:lnTo>
                    <a:pt x="32004" y="146646"/>
                  </a:lnTo>
                  <a:lnTo>
                    <a:pt x="68681" y="146646"/>
                  </a:lnTo>
                  <a:lnTo>
                    <a:pt x="97802" y="149771"/>
                  </a:lnTo>
                  <a:lnTo>
                    <a:pt x="118783" y="159042"/>
                  </a:lnTo>
                  <a:lnTo>
                    <a:pt x="131470" y="174345"/>
                  </a:lnTo>
                  <a:lnTo>
                    <a:pt x="135737" y="195516"/>
                  </a:lnTo>
                  <a:lnTo>
                    <a:pt x="135737" y="137045"/>
                  </a:lnTo>
                  <a:lnTo>
                    <a:pt x="133261" y="135597"/>
                  </a:lnTo>
                  <a:lnTo>
                    <a:pt x="121424" y="131267"/>
                  </a:lnTo>
                  <a:lnTo>
                    <a:pt x="108305" y="128358"/>
                  </a:lnTo>
                  <a:lnTo>
                    <a:pt x="118922" y="124129"/>
                  </a:lnTo>
                  <a:lnTo>
                    <a:pt x="128117" y="118452"/>
                  </a:lnTo>
                  <a:lnTo>
                    <a:pt x="129006" y="117690"/>
                  </a:lnTo>
                  <a:lnTo>
                    <a:pt x="136156" y="111645"/>
                  </a:lnTo>
                  <a:lnTo>
                    <a:pt x="154711" y="73939"/>
                  </a:lnTo>
                  <a:lnTo>
                    <a:pt x="155549" y="62738"/>
                  </a:lnTo>
                  <a:lnTo>
                    <a:pt x="154139" y="49593"/>
                  </a:lnTo>
                  <a:lnTo>
                    <a:pt x="150025" y="37592"/>
                  </a:lnTo>
                  <a:lnTo>
                    <a:pt x="144856" y="29210"/>
                  </a:lnTo>
                  <a:lnTo>
                    <a:pt x="143332" y="26733"/>
                  </a:lnTo>
                  <a:lnTo>
                    <a:pt x="134213" y="17018"/>
                  </a:lnTo>
                  <a:lnTo>
                    <a:pt x="123037" y="9893"/>
                  </a:lnTo>
                  <a:lnTo>
                    <a:pt x="122021" y="9486"/>
                  </a:lnTo>
                  <a:lnTo>
                    <a:pt x="122021" y="68922"/>
                  </a:lnTo>
                  <a:lnTo>
                    <a:pt x="121132" y="79781"/>
                  </a:lnTo>
                  <a:lnTo>
                    <a:pt x="98209" y="110629"/>
                  </a:lnTo>
                  <a:lnTo>
                    <a:pt x="65633" y="117690"/>
                  </a:lnTo>
                  <a:lnTo>
                    <a:pt x="32004" y="117690"/>
                  </a:lnTo>
                  <a:lnTo>
                    <a:pt x="32004" y="29210"/>
                  </a:lnTo>
                  <a:lnTo>
                    <a:pt x="68681" y="29210"/>
                  </a:lnTo>
                  <a:lnTo>
                    <a:pt x="91795" y="31762"/>
                  </a:lnTo>
                  <a:lnTo>
                    <a:pt x="108496" y="39319"/>
                  </a:lnTo>
                  <a:lnTo>
                    <a:pt x="118605" y="51752"/>
                  </a:lnTo>
                  <a:lnTo>
                    <a:pt x="122021" y="68922"/>
                  </a:lnTo>
                  <a:lnTo>
                    <a:pt x="122021" y="9486"/>
                  </a:lnTo>
                  <a:lnTo>
                    <a:pt x="110020" y="4635"/>
                  </a:lnTo>
                  <a:lnTo>
                    <a:pt x="94983" y="1371"/>
                  </a:lnTo>
                  <a:lnTo>
                    <a:pt x="77825" y="254"/>
                  </a:lnTo>
                  <a:lnTo>
                    <a:pt x="0" y="254"/>
                  </a:lnTo>
                  <a:lnTo>
                    <a:pt x="0" y="274853"/>
                  </a:lnTo>
                  <a:lnTo>
                    <a:pt x="80873" y="274853"/>
                  </a:lnTo>
                  <a:lnTo>
                    <a:pt x="129946" y="262559"/>
                  </a:lnTo>
                  <a:lnTo>
                    <a:pt x="150380" y="245808"/>
                  </a:lnTo>
                  <a:lnTo>
                    <a:pt x="154470" y="241376"/>
                  </a:lnTo>
                  <a:lnTo>
                    <a:pt x="162598" y="227901"/>
                  </a:lnTo>
                  <a:lnTo>
                    <a:pt x="167563" y="212712"/>
                  </a:lnTo>
                  <a:lnTo>
                    <a:pt x="169265" y="195516"/>
                  </a:lnTo>
                  <a:close/>
                </a:path>
                <a:path w="578484" h="366395">
                  <a:moveTo>
                    <a:pt x="378244" y="78066"/>
                  </a:moveTo>
                  <a:lnTo>
                    <a:pt x="344703" y="78066"/>
                  </a:lnTo>
                  <a:lnTo>
                    <a:pt x="289750" y="229044"/>
                  </a:lnTo>
                  <a:lnTo>
                    <a:pt x="288226" y="236664"/>
                  </a:lnTo>
                  <a:lnTo>
                    <a:pt x="286702" y="241236"/>
                  </a:lnTo>
                  <a:lnTo>
                    <a:pt x="285178" y="244284"/>
                  </a:lnTo>
                  <a:lnTo>
                    <a:pt x="282130" y="236664"/>
                  </a:lnTo>
                  <a:lnTo>
                    <a:pt x="280606" y="230568"/>
                  </a:lnTo>
                  <a:lnTo>
                    <a:pt x="280606" y="229044"/>
                  </a:lnTo>
                  <a:lnTo>
                    <a:pt x="227266" y="78066"/>
                  </a:lnTo>
                  <a:lnTo>
                    <a:pt x="193636" y="78066"/>
                  </a:lnTo>
                  <a:lnTo>
                    <a:pt x="269938" y="274866"/>
                  </a:lnTo>
                  <a:lnTo>
                    <a:pt x="253174" y="311442"/>
                  </a:lnTo>
                  <a:lnTo>
                    <a:pt x="246621" y="323443"/>
                  </a:lnTo>
                  <a:lnTo>
                    <a:pt x="238506" y="332016"/>
                  </a:lnTo>
                  <a:lnTo>
                    <a:pt x="228955" y="337159"/>
                  </a:lnTo>
                  <a:lnTo>
                    <a:pt x="218122" y="338874"/>
                  </a:lnTo>
                  <a:lnTo>
                    <a:pt x="205930" y="338874"/>
                  </a:lnTo>
                  <a:lnTo>
                    <a:pt x="199834" y="335826"/>
                  </a:lnTo>
                  <a:lnTo>
                    <a:pt x="199834" y="364782"/>
                  </a:lnTo>
                  <a:lnTo>
                    <a:pt x="205930" y="366306"/>
                  </a:lnTo>
                  <a:lnTo>
                    <a:pt x="219646" y="366306"/>
                  </a:lnTo>
                  <a:lnTo>
                    <a:pt x="258508" y="351256"/>
                  </a:lnTo>
                  <a:lnTo>
                    <a:pt x="288226" y="305346"/>
                  </a:lnTo>
                  <a:lnTo>
                    <a:pt x="312407" y="244284"/>
                  </a:lnTo>
                  <a:lnTo>
                    <a:pt x="378244" y="78066"/>
                  </a:lnTo>
                  <a:close/>
                </a:path>
                <a:path w="578484" h="366395">
                  <a:moveTo>
                    <a:pt x="577977" y="0"/>
                  </a:moveTo>
                  <a:lnTo>
                    <a:pt x="387388" y="0"/>
                  </a:lnTo>
                  <a:lnTo>
                    <a:pt x="387388" y="29210"/>
                  </a:lnTo>
                  <a:lnTo>
                    <a:pt x="466636" y="29210"/>
                  </a:lnTo>
                  <a:lnTo>
                    <a:pt x="466636" y="274320"/>
                  </a:lnTo>
                  <a:lnTo>
                    <a:pt x="498729" y="274320"/>
                  </a:lnTo>
                  <a:lnTo>
                    <a:pt x="498729" y="29210"/>
                  </a:lnTo>
                  <a:lnTo>
                    <a:pt x="577977" y="29210"/>
                  </a:lnTo>
                  <a:lnTo>
                    <a:pt x="577977" y="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05401" y="3272028"/>
              <a:ext cx="154114" cy="205930"/>
            </a:xfrm>
            <a:prstGeom prst="rect">
              <a:avLst/>
            </a:prstGeom>
          </p:spPr>
        </p:pic>
      </p:grpSp>
      <p:sp>
        <p:nvSpPr>
          <p:cNvPr id="44" name="object 44" descr=""/>
          <p:cNvSpPr/>
          <p:nvPr/>
        </p:nvSpPr>
        <p:spPr>
          <a:xfrm>
            <a:off x="7605236" y="3272028"/>
            <a:ext cx="181610" cy="293370"/>
          </a:xfrm>
          <a:custGeom>
            <a:avLst/>
            <a:gdLst/>
            <a:ahLst/>
            <a:cxnLst/>
            <a:rect l="l" t="t" r="r" b="b"/>
            <a:pathLst>
              <a:path w="181609" h="293370">
                <a:moveTo>
                  <a:pt x="80772" y="205930"/>
                </a:moveTo>
                <a:lnTo>
                  <a:pt x="35123" y="191062"/>
                </a:lnTo>
                <a:lnTo>
                  <a:pt x="5715" y="148875"/>
                </a:lnTo>
                <a:lnTo>
                  <a:pt x="0" y="109823"/>
                </a:lnTo>
                <a:lnTo>
                  <a:pt x="1452" y="86027"/>
                </a:lnTo>
                <a:lnTo>
                  <a:pt x="13501" y="46507"/>
                </a:lnTo>
                <a:lnTo>
                  <a:pt x="52589" y="7810"/>
                </a:lnTo>
                <a:lnTo>
                  <a:pt x="90011" y="0"/>
                </a:lnTo>
                <a:lnTo>
                  <a:pt x="108299" y="2000"/>
                </a:lnTo>
                <a:lnTo>
                  <a:pt x="124301" y="8001"/>
                </a:lnTo>
                <a:lnTo>
                  <a:pt x="138017" y="18002"/>
                </a:lnTo>
                <a:lnTo>
                  <a:pt x="145715" y="27432"/>
                </a:lnTo>
                <a:lnTo>
                  <a:pt x="94583" y="27432"/>
                </a:lnTo>
                <a:lnTo>
                  <a:pt x="80526" y="28622"/>
                </a:lnTo>
                <a:lnTo>
                  <a:pt x="41648" y="60175"/>
                </a:lnTo>
                <a:lnTo>
                  <a:pt x="32004" y="106775"/>
                </a:lnTo>
                <a:lnTo>
                  <a:pt x="33123" y="122824"/>
                </a:lnTo>
                <a:lnTo>
                  <a:pt x="48768" y="160115"/>
                </a:lnTo>
                <a:lnTo>
                  <a:pt x="90011" y="179927"/>
                </a:lnTo>
                <a:lnTo>
                  <a:pt x="140168" y="179927"/>
                </a:lnTo>
                <a:lnTo>
                  <a:pt x="136587" y="184633"/>
                </a:lnTo>
                <a:lnTo>
                  <a:pt x="120860" y="196548"/>
                </a:lnTo>
                <a:lnTo>
                  <a:pt x="102258" y="203605"/>
                </a:lnTo>
                <a:lnTo>
                  <a:pt x="80772" y="205930"/>
                </a:lnTo>
                <a:close/>
              </a:path>
              <a:path w="181609" h="293370">
                <a:moveTo>
                  <a:pt x="181451" y="32004"/>
                </a:moveTo>
                <a:lnTo>
                  <a:pt x="149447" y="32004"/>
                </a:lnTo>
                <a:lnTo>
                  <a:pt x="149447" y="4572"/>
                </a:lnTo>
                <a:lnTo>
                  <a:pt x="181451" y="4572"/>
                </a:lnTo>
                <a:lnTo>
                  <a:pt x="181451" y="32004"/>
                </a:lnTo>
                <a:close/>
              </a:path>
              <a:path w="181609" h="293370">
                <a:moveTo>
                  <a:pt x="140168" y="179927"/>
                </a:moveTo>
                <a:lnTo>
                  <a:pt x="90011" y="179927"/>
                </a:lnTo>
                <a:lnTo>
                  <a:pt x="102893" y="178546"/>
                </a:lnTo>
                <a:lnTo>
                  <a:pt x="114204" y="174593"/>
                </a:lnTo>
                <a:lnTo>
                  <a:pt x="145065" y="139350"/>
                </a:lnTo>
                <a:lnTo>
                  <a:pt x="149447" y="112871"/>
                </a:lnTo>
                <a:lnTo>
                  <a:pt x="149447" y="83820"/>
                </a:lnTo>
                <a:lnTo>
                  <a:pt x="134207" y="44196"/>
                </a:lnTo>
                <a:lnTo>
                  <a:pt x="94583" y="27432"/>
                </a:lnTo>
                <a:lnTo>
                  <a:pt x="145715" y="27432"/>
                </a:lnTo>
                <a:lnTo>
                  <a:pt x="149447" y="32004"/>
                </a:lnTo>
                <a:lnTo>
                  <a:pt x="181451" y="32004"/>
                </a:lnTo>
                <a:lnTo>
                  <a:pt x="181451" y="167735"/>
                </a:lnTo>
                <a:lnTo>
                  <a:pt x="149447" y="167735"/>
                </a:lnTo>
                <a:lnTo>
                  <a:pt x="140168" y="179927"/>
                </a:lnTo>
                <a:close/>
              </a:path>
              <a:path w="181609" h="293370">
                <a:moveTo>
                  <a:pt x="154389" y="266890"/>
                </a:moveTo>
                <a:lnTo>
                  <a:pt x="77724" y="266890"/>
                </a:lnTo>
                <a:lnTo>
                  <a:pt x="108902" y="262031"/>
                </a:lnTo>
                <a:lnTo>
                  <a:pt x="131337" y="247447"/>
                </a:lnTo>
                <a:lnTo>
                  <a:pt x="144897" y="223130"/>
                </a:lnTo>
                <a:lnTo>
                  <a:pt x="149447" y="189071"/>
                </a:lnTo>
                <a:lnTo>
                  <a:pt x="149447" y="167735"/>
                </a:lnTo>
                <a:lnTo>
                  <a:pt x="181451" y="167735"/>
                </a:lnTo>
                <a:lnTo>
                  <a:pt x="181451" y="186023"/>
                </a:lnTo>
                <a:lnTo>
                  <a:pt x="174901" y="232965"/>
                </a:lnTo>
                <a:lnTo>
                  <a:pt x="155340" y="266307"/>
                </a:lnTo>
                <a:lnTo>
                  <a:pt x="154389" y="266890"/>
                </a:lnTo>
                <a:close/>
              </a:path>
              <a:path w="181609" h="293370">
                <a:moveTo>
                  <a:pt x="77724" y="292798"/>
                </a:moveTo>
                <a:lnTo>
                  <a:pt x="60007" y="291941"/>
                </a:lnTo>
                <a:lnTo>
                  <a:pt x="43434" y="289369"/>
                </a:lnTo>
                <a:lnTo>
                  <a:pt x="28003" y="285083"/>
                </a:lnTo>
                <a:lnTo>
                  <a:pt x="13716" y="279082"/>
                </a:lnTo>
                <a:lnTo>
                  <a:pt x="13716" y="248602"/>
                </a:lnTo>
                <a:lnTo>
                  <a:pt x="30575" y="256603"/>
                </a:lnTo>
                <a:lnTo>
                  <a:pt x="46863" y="262318"/>
                </a:lnTo>
                <a:lnTo>
                  <a:pt x="62579" y="265747"/>
                </a:lnTo>
                <a:lnTo>
                  <a:pt x="77724" y="266890"/>
                </a:lnTo>
                <a:lnTo>
                  <a:pt x="154389" y="266890"/>
                </a:lnTo>
                <a:lnTo>
                  <a:pt x="122903" y="286200"/>
                </a:lnTo>
                <a:lnTo>
                  <a:pt x="77724" y="29279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7853838" y="3198780"/>
            <a:ext cx="221615" cy="274955"/>
          </a:xfrm>
          <a:custGeom>
            <a:avLst/>
            <a:gdLst/>
            <a:ahLst/>
            <a:cxnLst/>
            <a:rect l="l" t="t" r="r" b="b"/>
            <a:pathLst>
              <a:path w="221615" h="274954">
                <a:moveTo>
                  <a:pt x="32004" y="274605"/>
                </a:moveTo>
                <a:lnTo>
                  <a:pt x="0" y="274605"/>
                </a:lnTo>
                <a:lnTo>
                  <a:pt x="0" y="0"/>
                </a:lnTo>
                <a:lnTo>
                  <a:pt x="41148" y="0"/>
                </a:lnTo>
                <a:lnTo>
                  <a:pt x="65462" y="38100"/>
                </a:lnTo>
                <a:lnTo>
                  <a:pt x="30480" y="38100"/>
                </a:lnTo>
                <a:lnTo>
                  <a:pt x="31361" y="43840"/>
                </a:lnTo>
                <a:lnTo>
                  <a:pt x="31813" y="52018"/>
                </a:lnTo>
                <a:lnTo>
                  <a:pt x="31881" y="56388"/>
                </a:lnTo>
                <a:lnTo>
                  <a:pt x="32004" y="274605"/>
                </a:lnTo>
                <a:close/>
              </a:path>
              <a:path w="221615" h="274954">
                <a:moveTo>
                  <a:pt x="221075" y="233362"/>
                </a:moveTo>
                <a:lnTo>
                  <a:pt x="190595" y="233362"/>
                </a:lnTo>
                <a:lnTo>
                  <a:pt x="189714" y="226528"/>
                </a:lnTo>
                <a:lnTo>
                  <a:pt x="189261" y="217551"/>
                </a:lnTo>
                <a:lnTo>
                  <a:pt x="189095" y="206573"/>
                </a:lnTo>
                <a:lnTo>
                  <a:pt x="189071" y="0"/>
                </a:lnTo>
                <a:lnTo>
                  <a:pt x="221075" y="0"/>
                </a:lnTo>
                <a:lnTo>
                  <a:pt x="221075" y="233362"/>
                </a:lnTo>
                <a:close/>
              </a:path>
              <a:path w="221615" h="274954">
                <a:moveTo>
                  <a:pt x="221075" y="274605"/>
                </a:moveTo>
                <a:lnTo>
                  <a:pt x="181451" y="274605"/>
                </a:lnTo>
                <a:lnTo>
                  <a:pt x="41148" y="56388"/>
                </a:lnTo>
                <a:lnTo>
                  <a:pt x="36576" y="50292"/>
                </a:lnTo>
                <a:lnTo>
                  <a:pt x="33528" y="44196"/>
                </a:lnTo>
                <a:lnTo>
                  <a:pt x="32004" y="38100"/>
                </a:lnTo>
                <a:lnTo>
                  <a:pt x="65462" y="38100"/>
                </a:lnTo>
                <a:lnTo>
                  <a:pt x="178403" y="215074"/>
                </a:lnTo>
                <a:lnTo>
                  <a:pt x="184499" y="224218"/>
                </a:lnTo>
                <a:lnTo>
                  <a:pt x="187547" y="230314"/>
                </a:lnTo>
                <a:lnTo>
                  <a:pt x="190595" y="233362"/>
                </a:lnTo>
                <a:lnTo>
                  <a:pt x="221075" y="233362"/>
                </a:lnTo>
                <a:lnTo>
                  <a:pt x="221075" y="2746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28349" y="3272028"/>
            <a:ext cx="154019" cy="205930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8341804" y="3272028"/>
            <a:ext cx="278130" cy="201930"/>
          </a:xfrm>
          <a:custGeom>
            <a:avLst/>
            <a:gdLst/>
            <a:ahLst/>
            <a:cxnLst/>
            <a:rect l="l" t="t" r="r" b="b"/>
            <a:pathLst>
              <a:path w="278129" h="201929">
                <a:moveTo>
                  <a:pt x="52458" y="36576"/>
                </a:moveTo>
                <a:lnTo>
                  <a:pt x="32004" y="36576"/>
                </a:lnTo>
                <a:lnTo>
                  <a:pt x="43512" y="20574"/>
                </a:lnTo>
                <a:lnTo>
                  <a:pt x="57423" y="9144"/>
                </a:lnTo>
                <a:lnTo>
                  <a:pt x="73888" y="2286"/>
                </a:lnTo>
                <a:lnTo>
                  <a:pt x="93059" y="0"/>
                </a:lnTo>
                <a:lnTo>
                  <a:pt x="102822" y="833"/>
                </a:lnTo>
                <a:lnTo>
                  <a:pt x="140303" y="24955"/>
                </a:lnTo>
                <a:lnTo>
                  <a:pt x="141778" y="27432"/>
                </a:lnTo>
                <a:lnTo>
                  <a:pt x="79343" y="27432"/>
                </a:lnTo>
                <a:lnTo>
                  <a:pt x="69364" y="28551"/>
                </a:lnTo>
                <a:lnTo>
                  <a:pt x="60090" y="31813"/>
                </a:lnTo>
                <a:lnTo>
                  <a:pt x="52458" y="36576"/>
                </a:lnTo>
                <a:close/>
              </a:path>
              <a:path w="278129" h="201929">
                <a:moveTo>
                  <a:pt x="173363" y="41148"/>
                </a:moveTo>
                <a:lnTo>
                  <a:pt x="147923" y="41148"/>
                </a:lnTo>
                <a:lnTo>
                  <a:pt x="160534" y="23145"/>
                </a:lnTo>
                <a:lnTo>
                  <a:pt x="175593" y="10287"/>
                </a:lnTo>
                <a:lnTo>
                  <a:pt x="193223" y="2571"/>
                </a:lnTo>
                <a:lnTo>
                  <a:pt x="213550" y="0"/>
                </a:lnTo>
                <a:lnTo>
                  <a:pt x="241554" y="5119"/>
                </a:lnTo>
                <a:lnTo>
                  <a:pt x="261556" y="20383"/>
                </a:lnTo>
                <a:lnTo>
                  <a:pt x="264904" y="27432"/>
                </a:lnTo>
                <a:lnTo>
                  <a:pt x="202882" y="27432"/>
                </a:lnTo>
                <a:lnTo>
                  <a:pt x="193128" y="28575"/>
                </a:lnTo>
                <a:lnTo>
                  <a:pt x="184356" y="32004"/>
                </a:lnTo>
                <a:lnTo>
                  <a:pt x="176441" y="37719"/>
                </a:lnTo>
                <a:lnTo>
                  <a:pt x="173363" y="41148"/>
                </a:lnTo>
                <a:close/>
              </a:path>
              <a:path w="278129" h="201929">
                <a:moveTo>
                  <a:pt x="32004" y="201358"/>
                </a:moveTo>
                <a:lnTo>
                  <a:pt x="0" y="201358"/>
                </a:lnTo>
                <a:lnTo>
                  <a:pt x="0" y="4572"/>
                </a:lnTo>
                <a:lnTo>
                  <a:pt x="32004" y="4572"/>
                </a:lnTo>
                <a:lnTo>
                  <a:pt x="32004" y="36576"/>
                </a:lnTo>
                <a:lnTo>
                  <a:pt x="52458" y="36576"/>
                </a:lnTo>
                <a:lnTo>
                  <a:pt x="32623" y="76128"/>
                </a:lnTo>
                <a:lnTo>
                  <a:pt x="32072" y="88392"/>
                </a:lnTo>
                <a:lnTo>
                  <a:pt x="32004" y="201358"/>
                </a:lnTo>
                <a:close/>
              </a:path>
              <a:path w="278129" h="201929">
                <a:moveTo>
                  <a:pt x="154019" y="201358"/>
                </a:moveTo>
                <a:lnTo>
                  <a:pt x="123539" y="201358"/>
                </a:lnTo>
                <a:lnTo>
                  <a:pt x="123539" y="85344"/>
                </a:lnTo>
                <a:lnTo>
                  <a:pt x="120705" y="59578"/>
                </a:lnTo>
                <a:lnTo>
                  <a:pt x="112299" y="41529"/>
                </a:lnTo>
                <a:lnTo>
                  <a:pt x="98464" y="30908"/>
                </a:lnTo>
                <a:lnTo>
                  <a:pt x="79343" y="27432"/>
                </a:lnTo>
                <a:lnTo>
                  <a:pt x="141778" y="27432"/>
                </a:lnTo>
                <a:lnTo>
                  <a:pt x="144827" y="32551"/>
                </a:lnTo>
                <a:lnTo>
                  <a:pt x="147923" y="41148"/>
                </a:lnTo>
                <a:lnTo>
                  <a:pt x="173363" y="41148"/>
                </a:lnTo>
                <a:lnTo>
                  <a:pt x="154900" y="77009"/>
                </a:lnTo>
                <a:lnTo>
                  <a:pt x="154123" y="88392"/>
                </a:lnTo>
                <a:lnTo>
                  <a:pt x="154019" y="201358"/>
                </a:lnTo>
                <a:close/>
              </a:path>
              <a:path w="278129" h="201929">
                <a:moveTo>
                  <a:pt x="277558" y="201358"/>
                </a:moveTo>
                <a:lnTo>
                  <a:pt x="247078" y="201358"/>
                </a:lnTo>
                <a:lnTo>
                  <a:pt x="247078" y="88392"/>
                </a:lnTo>
                <a:lnTo>
                  <a:pt x="246268" y="73509"/>
                </a:lnTo>
                <a:lnTo>
                  <a:pt x="230743" y="35147"/>
                </a:lnTo>
                <a:lnTo>
                  <a:pt x="202882" y="27432"/>
                </a:lnTo>
                <a:lnTo>
                  <a:pt x="264904" y="27432"/>
                </a:lnTo>
                <a:lnTo>
                  <a:pt x="273558" y="45648"/>
                </a:lnTo>
                <a:lnTo>
                  <a:pt x="277558" y="80772"/>
                </a:lnTo>
                <a:lnTo>
                  <a:pt x="277558" y="2013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66702" y="3272028"/>
            <a:ext cx="170783" cy="205930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8967120" y="3145345"/>
            <a:ext cx="379730" cy="375285"/>
          </a:xfrm>
          <a:custGeom>
            <a:avLst/>
            <a:gdLst/>
            <a:ahLst/>
            <a:cxnLst/>
            <a:rect l="l" t="t" r="r" b="b"/>
            <a:pathLst>
              <a:path w="379729" h="375285">
                <a:moveTo>
                  <a:pt x="18288" y="115919"/>
                </a:moveTo>
                <a:lnTo>
                  <a:pt x="14573" y="111323"/>
                </a:lnTo>
                <a:lnTo>
                  <a:pt x="10287" y="106584"/>
                </a:lnTo>
                <a:lnTo>
                  <a:pt x="5429" y="101560"/>
                </a:lnTo>
                <a:lnTo>
                  <a:pt x="0" y="96107"/>
                </a:lnTo>
                <a:lnTo>
                  <a:pt x="22598" y="75531"/>
                </a:lnTo>
                <a:lnTo>
                  <a:pt x="42481" y="52661"/>
                </a:lnTo>
                <a:lnTo>
                  <a:pt x="59793" y="27487"/>
                </a:lnTo>
                <a:lnTo>
                  <a:pt x="74676" y="0"/>
                </a:lnTo>
                <a:lnTo>
                  <a:pt x="106680" y="0"/>
                </a:lnTo>
                <a:lnTo>
                  <a:pt x="102084" y="9158"/>
                </a:lnTo>
                <a:lnTo>
                  <a:pt x="97345" y="18335"/>
                </a:lnTo>
                <a:lnTo>
                  <a:pt x="92321" y="27512"/>
                </a:lnTo>
                <a:lnTo>
                  <a:pt x="86868" y="36671"/>
                </a:lnTo>
                <a:lnTo>
                  <a:pt x="198215" y="36671"/>
                </a:lnTo>
                <a:lnTo>
                  <a:pt x="198215" y="59531"/>
                </a:lnTo>
                <a:lnTo>
                  <a:pt x="71628" y="59531"/>
                </a:lnTo>
                <a:lnTo>
                  <a:pt x="59650" y="74985"/>
                </a:lnTo>
                <a:lnTo>
                  <a:pt x="46672" y="89439"/>
                </a:lnTo>
                <a:lnTo>
                  <a:pt x="32837" y="103036"/>
                </a:lnTo>
                <a:lnTo>
                  <a:pt x="18288" y="115919"/>
                </a:lnTo>
                <a:close/>
              </a:path>
              <a:path w="379729" h="375285">
                <a:moveTo>
                  <a:pt x="211931" y="97631"/>
                </a:moveTo>
                <a:lnTo>
                  <a:pt x="204120" y="92392"/>
                </a:lnTo>
                <a:lnTo>
                  <a:pt x="197262" y="88296"/>
                </a:lnTo>
                <a:lnTo>
                  <a:pt x="191142" y="84986"/>
                </a:lnTo>
                <a:lnTo>
                  <a:pt x="186023" y="82391"/>
                </a:lnTo>
                <a:lnTo>
                  <a:pt x="201406" y="63530"/>
                </a:lnTo>
                <a:lnTo>
                  <a:pt x="215360" y="43517"/>
                </a:lnTo>
                <a:lnTo>
                  <a:pt x="227599" y="22343"/>
                </a:lnTo>
                <a:lnTo>
                  <a:pt x="237839" y="0"/>
                </a:lnTo>
                <a:lnTo>
                  <a:pt x="269938" y="0"/>
                </a:lnTo>
                <a:lnTo>
                  <a:pt x="266247" y="9801"/>
                </a:lnTo>
                <a:lnTo>
                  <a:pt x="262128" y="18907"/>
                </a:lnTo>
                <a:lnTo>
                  <a:pt x="257722" y="27726"/>
                </a:lnTo>
                <a:lnTo>
                  <a:pt x="253174" y="36671"/>
                </a:lnTo>
                <a:lnTo>
                  <a:pt x="375094" y="36671"/>
                </a:lnTo>
                <a:lnTo>
                  <a:pt x="375094" y="59531"/>
                </a:lnTo>
                <a:lnTo>
                  <a:pt x="239363" y="59531"/>
                </a:lnTo>
                <a:lnTo>
                  <a:pt x="232505" y="69770"/>
                </a:lnTo>
                <a:lnTo>
                  <a:pt x="225647" y="79724"/>
                </a:lnTo>
                <a:lnTo>
                  <a:pt x="218789" y="89106"/>
                </a:lnTo>
                <a:lnTo>
                  <a:pt x="211931" y="97631"/>
                </a:lnTo>
                <a:close/>
              </a:path>
              <a:path w="379729" h="375285">
                <a:moveTo>
                  <a:pt x="118967" y="117443"/>
                </a:moveTo>
                <a:lnTo>
                  <a:pt x="110911" y="107394"/>
                </a:lnTo>
                <a:lnTo>
                  <a:pt x="94870" y="87868"/>
                </a:lnTo>
                <a:lnTo>
                  <a:pt x="86868" y="77819"/>
                </a:lnTo>
                <a:lnTo>
                  <a:pt x="106680" y="64103"/>
                </a:lnTo>
                <a:lnTo>
                  <a:pt x="115617" y="73247"/>
                </a:lnTo>
                <a:lnTo>
                  <a:pt x="124098" y="82391"/>
                </a:lnTo>
                <a:lnTo>
                  <a:pt x="133092" y="92463"/>
                </a:lnTo>
                <a:lnTo>
                  <a:pt x="140303" y="100679"/>
                </a:lnTo>
                <a:lnTo>
                  <a:pt x="118967" y="117443"/>
                </a:lnTo>
                <a:close/>
              </a:path>
              <a:path w="379729" h="375285">
                <a:moveTo>
                  <a:pt x="285178" y="117443"/>
                </a:moveTo>
                <a:lnTo>
                  <a:pt x="280630" y="110609"/>
                </a:lnTo>
                <a:lnTo>
                  <a:pt x="273882" y="101560"/>
                </a:lnTo>
                <a:lnTo>
                  <a:pt x="265247" y="90654"/>
                </a:lnTo>
                <a:lnTo>
                  <a:pt x="254698" y="77819"/>
                </a:lnTo>
                <a:lnTo>
                  <a:pt x="274510" y="64103"/>
                </a:lnTo>
                <a:lnTo>
                  <a:pt x="284249" y="74104"/>
                </a:lnTo>
                <a:lnTo>
                  <a:pt x="292989" y="83534"/>
                </a:lnTo>
                <a:lnTo>
                  <a:pt x="300932" y="92463"/>
                </a:lnTo>
                <a:lnTo>
                  <a:pt x="308038" y="100679"/>
                </a:lnTo>
                <a:lnTo>
                  <a:pt x="285178" y="117443"/>
                </a:lnTo>
                <a:close/>
              </a:path>
              <a:path w="379729" h="375285">
                <a:moveTo>
                  <a:pt x="202787" y="123634"/>
                </a:moveTo>
                <a:lnTo>
                  <a:pt x="173831" y="123634"/>
                </a:lnTo>
                <a:lnTo>
                  <a:pt x="173831" y="94583"/>
                </a:lnTo>
                <a:lnTo>
                  <a:pt x="202787" y="94583"/>
                </a:lnTo>
                <a:lnTo>
                  <a:pt x="202787" y="123634"/>
                </a:lnTo>
                <a:close/>
              </a:path>
              <a:path w="379729" h="375285">
                <a:moveTo>
                  <a:pt x="352234" y="149542"/>
                </a:moveTo>
                <a:lnTo>
                  <a:pt x="28956" y="149542"/>
                </a:lnTo>
                <a:lnTo>
                  <a:pt x="28956" y="123634"/>
                </a:lnTo>
                <a:lnTo>
                  <a:pt x="352234" y="123634"/>
                </a:lnTo>
                <a:lnTo>
                  <a:pt x="352234" y="149542"/>
                </a:lnTo>
                <a:close/>
              </a:path>
              <a:path w="379729" h="375285">
                <a:moveTo>
                  <a:pt x="202787" y="186118"/>
                </a:moveTo>
                <a:lnTo>
                  <a:pt x="173831" y="186118"/>
                </a:lnTo>
                <a:lnTo>
                  <a:pt x="173831" y="149542"/>
                </a:lnTo>
                <a:lnTo>
                  <a:pt x="202787" y="149542"/>
                </a:lnTo>
                <a:lnTo>
                  <a:pt x="202787" y="186118"/>
                </a:lnTo>
                <a:close/>
              </a:path>
              <a:path w="379729" h="375285">
                <a:moveTo>
                  <a:pt x="379666" y="212026"/>
                </a:moveTo>
                <a:lnTo>
                  <a:pt x="3048" y="212026"/>
                </a:lnTo>
                <a:lnTo>
                  <a:pt x="3048" y="186118"/>
                </a:lnTo>
                <a:lnTo>
                  <a:pt x="379666" y="186118"/>
                </a:lnTo>
                <a:lnTo>
                  <a:pt x="379666" y="212026"/>
                </a:lnTo>
                <a:close/>
              </a:path>
              <a:path w="379729" h="375285">
                <a:moveTo>
                  <a:pt x="285178" y="250221"/>
                </a:moveTo>
                <a:lnTo>
                  <a:pt x="254698" y="250221"/>
                </a:lnTo>
                <a:lnTo>
                  <a:pt x="254698" y="219646"/>
                </a:lnTo>
                <a:lnTo>
                  <a:pt x="285178" y="219646"/>
                </a:lnTo>
                <a:lnTo>
                  <a:pt x="285178" y="250221"/>
                </a:lnTo>
                <a:close/>
              </a:path>
              <a:path w="379729" h="375285">
                <a:moveTo>
                  <a:pt x="365950" y="276129"/>
                </a:moveTo>
                <a:lnTo>
                  <a:pt x="15240" y="276129"/>
                </a:lnTo>
                <a:lnTo>
                  <a:pt x="15240" y="250221"/>
                </a:lnTo>
                <a:lnTo>
                  <a:pt x="365950" y="250221"/>
                </a:lnTo>
                <a:lnTo>
                  <a:pt x="365950" y="276129"/>
                </a:lnTo>
                <a:close/>
              </a:path>
              <a:path w="379729" h="375285">
                <a:moveTo>
                  <a:pt x="282455" y="344805"/>
                </a:moveTo>
                <a:lnTo>
                  <a:pt x="227171" y="344805"/>
                </a:lnTo>
                <a:lnTo>
                  <a:pt x="239187" y="343374"/>
                </a:lnTo>
                <a:lnTo>
                  <a:pt x="247792" y="339078"/>
                </a:lnTo>
                <a:lnTo>
                  <a:pt x="252969" y="331906"/>
                </a:lnTo>
                <a:lnTo>
                  <a:pt x="254698" y="321849"/>
                </a:lnTo>
                <a:lnTo>
                  <a:pt x="254698" y="276129"/>
                </a:lnTo>
                <a:lnTo>
                  <a:pt x="285178" y="276129"/>
                </a:lnTo>
                <a:lnTo>
                  <a:pt x="285178" y="326517"/>
                </a:lnTo>
                <a:lnTo>
                  <a:pt x="282455" y="344805"/>
                </a:lnTo>
                <a:close/>
              </a:path>
              <a:path w="379729" h="375285">
                <a:moveTo>
                  <a:pt x="137255" y="346329"/>
                </a:moveTo>
                <a:lnTo>
                  <a:pt x="126381" y="335479"/>
                </a:lnTo>
                <a:lnTo>
                  <a:pt x="114347" y="323611"/>
                </a:lnTo>
                <a:lnTo>
                  <a:pt x="101170" y="310887"/>
                </a:lnTo>
                <a:lnTo>
                  <a:pt x="86868" y="297465"/>
                </a:lnTo>
                <a:lnTo>
                  <a:pt x="106680" y="277653"/>
                </a:lnTo>
                <a:lnTo>
                  <a:pt x="132861" y="300906"/>
                </a:lnTo>
                <a:lnTo>
                  <a:pt x="146421" y="313269"/>
                </a:lnTo>
                <a:lnTo>
                  <a:pt x="160115" y="326517"/>
                </a:lnTo>
                <a:lnTo>
                  <a:pt x="137255" y="346329"/>
                </a:lnTo>
                <a:close/>
              </a:path>
              <a:path w="379729" h="375285">
                <a:moveTo>
                  <a:pt x="234791" y="375285"/>
                </a:moveTo>
                <a:lnTo>
                  <a:pt x="220170" y="375046"/>
                </a:lnTo>
                <a:lnTo>
                  <a:pt x="191500" y="373999"/>
                </a:lnTo>
                <a:lnTo>
                  <a:pt x="176879" y="373761"/>
                </a:lnTo>
                <a:lnTo>
                  <a:pt x="175712" y="366617"/>
                </a:lnTo>
                <a:lnTo>
                  <a:pt x="174402" y="358902"/>
                </a:lnTo>
                <a:lnTo>
                  <a:pt x="172807" y="350615"/>
                </a:lnTo>
                <a:lnTo>
                  <a:pt x="170783" y="341757"/>
                </a:lnTo>
                <a:lnTo>
                  <a:pt x="200120" y="343852"/>
                </a:lnTo>
                <a:lnTo>
                  <a:pt x="214074" y="344543"/>
                </a:lnTo>
                <a:lnTo>
                  <a:pt x="227171" y="344805"/>
                </a:lnTo>
                <a:lnTo>
                  <a:pt x="282455" y="344805"/>
                </a:lnTo>
                <a:lnTo>
                  <a:pt x="282033" y="347638"/>
                </a:lnTo>
                <a:lnTo>
                  <a:pt x="272593" y="362902"/>
                </a:lnTo>
                <a:lnTo>
                  <a:pt x="256849" y="372165"/>
                </a:lnTo>
                <a:lnTo>
                  <a:pt x="234791" y="37528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9928" y="3905059"/>
            <a:ext cx="109823" cy="109823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1303680" y="3731043"/>
            <a:ext cx="1330325" cy="434975"/>
          </a:xfrm>
          <a:custGeom>
            <a:avLst/>
            <a:gdLst/>
            <a:ahLst/>
            <a:cxnLst/>
            <a:rect l="l" t="t" r="r" b="b"/>
            <a:pathLst>
              <a:path w="1330325" h="434975">
                <a:moveTo>
                  <a:pt x="346240" y="111340"/>
                </a:moveTo>
                <a:lnTo>
                  <a:pt x="314236" y="111340"/>
                </a:lnTo>
                <a:lnTo>
                  <a:pt x="314236" y="138874"/>
                </a:lnTo>
                <a:lnTo>
                  <a:pt x="314236" y="169354"/>
                </a:lnTo>
                <a:lnTo>
                  <a:pt x="111353" y="169354"/>
                </a:lnTo>
                <a:lnTo>
                  <a:pt x="111353" y="138874"/>
                </a:lnTo>
                <a:lnTo>
                  <a:pt x="314236" y="138874"/>
                </a:lnTo>
                <a:lnTo>
                  <a:pt x="314236" y="111340"/>
                </a:lnTo>
                <a:lnTo>
                  <a:pt x="79349" y="111340"/>
                </a:lnTo>
                <a:lnTo>
                  <a:pt x="79349" y="208978"/>
                </a:lnTo>
                <a:lnTo>
                  <a:pt x="111353" y="208978"/>
                </a:lnTo>
                <a:lnTo>
                  <a:pt x="111353" y="196786"/>
                </a:lnTo>
                <a:lnTo>
                  <a:pt x="314236" y="196786"/>
                </a:lnTo>
                <a:lnTo>
                  <a:pt x="314236" y="208978"/>
                </a:lnTo>
                <a:lnTo>
                  <a:pt x="346240" y="208978"/>
                </a:lnTo>
                <a:lnTo>
                  <a:pt x="346240" y="196786"/>
                </a:lnTo>
                <a:lnTo>
                  <a:pt x="346240" y="169354"/>
                </a:lnTo>
                <a:lnTo>
                  <a:pt x="346240" y="138874"/>
                </a:lnTo>
                <a:lnTo>
                  <a:pt x="346240" y="111340"/>
                </a:lnTo>
                <a:close/>
              </a:path>
              <a:path w="1330325" h="434975">
                <a:moveTo>
                  <a:pt x="414820" y="61048"/>
                </a:moveTo>
                <a:lnTo>
                  <a:pt x="305092" y="61048"/>
                </a:lnTo>
                <a:lnTo>
                  <a:pt x="317703" y="51625"/>
                </a:lnTo>
                <a:lnTo>
                  <a:pt x="330619" y="41617"/>
                </a:lnTo>
                <a:lnTo>
                  <a:pt x="344093" y="31013"/>
                </a:lnTo>
                <a:lnTo>
                  <a:pt x="358432" y="19812"/>
                </a:lnTo>
                <a:lnTo>
                  <a:pt x="334048" y="0"/>
                </a:lnTo>
                <a:lnTo>
                  <a:pt x="321830" y="10299"/>
                </a:lnTo>
                <a:lnTo>
                  <a:pt x="308317" y="20624"/>
                </a:lnTo>
                <a:lnTo>
                  <a:pt x="293928" y="30937"/>
                </a:lnTo>
                <a:lnTo>
                  <a:pt x="279082" y="41236"/>
                </a:lnTo>
                <a:lnTo>
                  <a:pt x="297472" y="61048"/>
                </a:lnTo>
                <a:lnTo>
                  <a:pt x="228790" y="61048"/>
                </a:lnTo>
                <a:lnTo>
                  <a:pt x="228790" y="0"/>
                </a:lnTo>
                <a:lnTo>
                  <a:pt x="196786" y="0"/>
                </a:lnTo>
                <a:lnTo>
                  <a:pt x="196786" y="61048"/>
                </a:lnTo>
                <a:lnTo>
                  <a:pt x="126593" y="61048"/>
                </a:lnTo>
                <a:lnTo>
                  <a:pt x="146405" y="42760"/>
                </a:lnTo>
                <a:lnTo>
                  <a:pt x="134416" y="32435"/>
                </a:lnTo>
                <a:lnTo>
                  <a:pt x="121450" y="21958"/>
                </a:lnTo>
                <a:lnTo>
                  <a:pt x="93065" y="0"/>
                </a:lnTo>
                <a:lnTo>
                  <a:pt x="70205" y="19812"/>
                </a:lnTo>
                <a:lnTo>
                  <a:pt x="82511" y="30149"/>
                </a:lnTo>
                <a:lnTo>
                  <a:pt x="94399" y="40474"/>
                </a:lnTo>
                <a:lnTo>
                  <a:pt x="105994" y="50761"/>
                </a:lnTo>
                <a:lnTo>
                  <a:pt x="117449" y="61048"/>
                </a:lnTo>
                <a:lnTo>
                  <a:pt x="10668" y="61048"/>
                </a:lnTo>
                <a:lnTo>
                  <a:pt x="10668" y="140398"/>
                </a:lnTo>
                <a:lnTo>
                  <a:pt x="42773" y="140398"/>
                </a:lnTo>
                <a:lnTo>
                  <a:pt x="42773" y="88480"/>
                </a:lnTo>
                <a:lnTo>
                  <a:pt x="384340" y="88480"/>
                </a:lnTo>
                <a:lnTo>
                  <a:pt x="384340" y="140398"/>
                </a:lnTo>
                <a:lnTo>
                  <a:pt x="414820" y="140398"/>
                </a:lnTo>
                <a:lnTo>
                  <a:pt x="414820" y="88480"/>
                </a:lnTo>
                <a:lnTo>
                  <a:pt x="414820" y="61048"/>
                </a:lnTo>
                <a:close/>
              </a:path>
              <a:path w="1330325" h="434975">
                <a:moveTo>
                  <a:pt x="425488" y="332613"/>
                </a:moveTo>
                <a:lnTo>
                  <a:pt x="231838" y="332613"/>
                </a:lnTo>
                <a:lnTo>
                  <a:pt x="231838" y="306603"/>
                </a:lnTo>
                <a:lnTo>
                  <a:pt x="381292" y="306603"/>
                </a:lnTo>
                <a:lnTo>
                  <a:pt x="381292" y="279171"/>
                </a:lnTo>
                <a:lnTo>
                  <a:pt x="231838" y="279171"/>
                </a:lnTo>
                <a:lnTo>
                  <a:pt x="231838" y="253263"/>
                </a:lnTo>
                <a:lnTo>
                  <a:pt x="387388" y="250215"/>
                </a:lnTo>
                <a:lnTo>
                  <a:pt x="382816" y="221170"/>
                </a:lnTo>
                <a:lnTo>
                  <a:pt x="189001" y="224904"/>
                </a:lnTo>
                <a:lnTo>
                  <a:pt x="26009" y="225742"/>
                </a:lnTo>
                <a:lnTo>
                  <a:pt x="28028" y="233540"/>
                </a:lnTo>
                <a:lnTo>
                  <a:pt x="29629" y="240880"/>
                </a:lnTo>
                <a:lnTo>
                  <a:pt x="30937" y="247916"/>
                </a:lnTo>
                <a:lnTo>
                  <a:pt x="32105" y="254787"/>
                </a:lnTo>
                <a:lnTo>
                  <a:pt x="159232" y="254152"/>
                </a:lnTo>
                <a:lnTo>
                  <a:pt x="199834" y="253263"/>
                </a:lnTo>
                <a:lnTo>
                  <a:pt x="199834" y="279171"/>
                </a:lnTo>
                <a:lnTo>
                  <a:pt x="32105" y="279171"/>
                </a:lnTo>
                <a:lnTo>
                  <a:pt x="32105" y="306603"/>
                </a:lnTo>
                <a:lnTo>
                  <a:pt x="199834" y="306603"/>
                </a:lnTo>
                <a:lnTo>
                  <a:pt x="199834" y="332613"/>
                </a:lnTo>
                <a:lnTo>
                  <a:pt x="0" y="332613"/>
                </a:lnTo>
                <a:lnTo>
                  <a:pt x="0" y="361569"/>
                </a:lnTo>
                <a:lnTo>
                  <a:pt x="199834" y="361569"/>
                </a:lnTo>
                <a:lnTo>
                  <a:pt x="199834" y="367665"/>
                </a:lnTo>
                <a:lnTo>
                  <a:pt x="198145" y="379425"/>
                </a:lnTo>
                <a:lnTo>
                  <a:pt x="193167" y="387477"/>
                </a:lnTo>
                <a:lnTo>
                  <a:pt x="185051" y="392099"/>
                </a:lnTo>
                <a:lnTo>
                  <a:pt x="173926" y="393573"/>
                </a:lnTo>
                <a:lnTo>
                  <a:pt x="159105" y="393306"/>
                </a:lnTo>
                <a:lnTo>
                  <a:pt x="142252" y="392620"/>
                </a:lnTo>
                <a:lnTo>
                  <a:pt x="103733" y="390525"/>
                </a:lnTo>
                <a:lnTo>
                  <a:pt x="104876" y="399402"/>
                </a:lnTo>
                <a:lnTo>
                  <a:pt x="148729" y="425386"/>
                </a:lnTo>
                <a:lnTo>
                  <a:pt x="180022" y="425577"/>
                </a:lnTo>
                <a:lnTo>
                  <a:pt x="202907" y="422173"/>
                </a:lnTo>
                <a:lnTo>
                  <a:pt x="219075" y="412051"/>
                </a:lnTo>
                <a:lnTo>
                  <a:pt x="228676" y="395363"/>
                </a:lnTo>
                <a:lnTo>
                  <a:pt x="228917" y="393573"/>
                </a:lnTo>
                <a:lnTo>
                  <a:pt x="231838" y="372237"/>
                </a:lnTo>
                <a:lnTo>
                  <a:pt x="231838" y="361569"/>
                </a:lnTo>
                <a:lnTo>
                  <a:pt x="425488" y="361569"/>
                </a:lnTo>
                <a:lnTo>
                  <a:pt x="425488" y="332613"/>
                </a:lnTo>
                <a:close/>
              </a:path>
              <a:path w="1330325" h="434975">
                <a:moveTo>
                  <a:pt x="571969" y="82486"/>
                </a:moveTo>
                <a:lnTo>
                  <a:pt x="529209" y="82486"/>
                </a:lnTo>
                <a:lnTo>
                  <a:pt x="529209" y="1612"/>
                </a:lnTo>
                <a:lnTo>
                  <a:pt x="498729" y="1612"/>
                </a:lnTo>
                <a:lnTo>
                  <a:pt x="498729" y="82486"/>
                </a:lnTo>
                <a:lnTo>
                  <a:pt x="446913" y="82486"/>
                </a:lnTo>
                <a:lnTo>
                  <a:pt x="446913" y="112966"/>
                </a:lnTo>
                <a:lnTo>
                  <a:pt x="498729" y="112966"/>
                </a:lnTo>
                <a:lnTo>
                  <a:pt x="498729" y="212128"/>
                </a:lnTo>
                <a:lnTo>
                  <a:pt x="484136" y="217843"/>
                </a:lnTo>
                <a:lnTo>
                  <a:pt x="442341" y="234988"/>
                </a:lnTo>
                <a:lnTo>
                  <a:pt x="449961" y="273177"/>
                </a:lnTo>
                <a:lnTo>
                  <a:pt x="462508" y="266560"/>
                </a:lnTo>
                <a:lnTo>
                  <a:pt x="498729" y="248704"/>
                </a:lnTo>
                <a:lnTo>
                  <a:pt x="498729" y="381482"/>
                </a:lnTo>
                <a:lnTo>
                  <a:pt x="492645" y="387565"/>
                </a:lnTo>
                <a:lnTo>
                  <a:pt x="476084" y="387553"/>
                </a:lnTo>
                <a:lnTo>
                  <a:pt x="467677" y="387388"/>
                </a:lnTo>
                <a:lnTo>
                  <a:pt x="458419" y="386930"/>
                </a:lnTo>
                <a:lnTo>
                  <a:pt x="448437" y="386054"/>
                </a:lnTo>
                <a:lnTo>
                  <a:pt x="450723" y="402247"/>
                </a:lnTo>
                <a:lnTo>
                  <a:pt x="451866" y="410692"/>
                </a:lnTo>
                <a:lnTo>
                  <a:pt x="453009" y="419582"/>
                </a:lnTo>
                <a:lnTo>
                  <a:pt x="465035" y="419557"/>
                </a:lnTo>
                <a:lnTo>
                  <a:pt x="510565" y="414337"/>
                </a:lnTo>
                <a:lnTo>
                  <a:pt x="527596" y="387578"/>
                </a:lnTo>
                <a:lnTo>
                  <a:pt x="529209" y="372338"/>
                </a:lnTo>
                <a:lnTo>
                  <a:pt x="529209" y="248704"/>
                </a:lnTo>
                <a:lnTo>
                  <a:pt x="529209" y="233464"/>
                </a:lnTo>
                <a:lnTo>
                  <a:pt x="540359" y="228003"/>
                </a:lnTo>
                <a:lnTo>
                  <a:pt x="560971" y="218236"/>
                </a:lnTo>
                <a:lnTo>
                  <a:pt x="570445" y="213652"/>
                </a:lnTo>
                <a:lnTo>
                  <a:pt x="569544" y="205600"/>
                </a:lnTo>
                <a:lnTo>
                  <a:pt x="568896" y="196888"/>
                </a:lnTo>
                <a:lnTo>
                  <a:pt x="568274" y="188353"/>
                </a:lnTo>
                <a:lnTo>
                  <a:pt x="567309" y="178587"/>
                </a:lnTo>
                <a:lnTo>
                  <a:pt x="548830" y="187744"/>
                </a:lnTo>
                <a:lnTo>
                  <a:pt x="539229" y="192316"/>
                </a:lnTo>
                <a:lnTo>
                  <a:pt x="529209" y="196888"/>
                </a:lnTo>
                <a:lnTo>
                  <a:pt x="529209" y="112966"/>
                </a:lnTo>
                <a:lnTo>
                  <a:pt x="571969" y="112966"/>
                </a:lnTo>
                <a:lnTo>
                  <a:pt x="571969" y="82486"/>
                </a:lnTo>
                <a:close/>
              </a:path>
              <a:path w="1330325" h="434975">
                <a:moveTo>
                  <a:pt x="858685" y="22948"/>
                </a:moveTo>
                <a:lnTo>
                  <a:pt x="826579" y="22948"/>
                </a:lnTo>
                <a:lnTo>
                  <a:pt x="826579" y="50482"/>
                </a:lnTo>
                <a:lnTo>
                  <a:pt x="826579" y="96202"/>
                </a:lnTo>
                <a:lnTo>
                  <a:pt x="617702" y="96202"/>
                </a:lnTo>
                <a:lnTo>
                  <a:pt x="617702" y="50482"/>
                </a:lnTo>
                <a:lnTo>
                  <a:pt x="826579" y="50482"/>
                </a:lnTo>
                <a:lnTo>
                  <a:pt x="826579" y="22948"/>
                </a:lnTo>
                <a:lnTo>
                  <a:pt x="587209" y="22948"/>
                </a:lnTo>
                <a:lnTo>
                  <a:pt x="587197" y="188353"/>
                </a:lnTo>
                <a:lnTo>
                  <a:pt x="585038" y="244132"/>
                </a:lnTo>
                <a:lnTo>
                  <a:pt x="578624" y="294157"/>
                </a:lnTo>
                <a:lnTo>
                  <a:pt x="568109" y="337845"/>
                </a:lnTo>
                <a:lnTo>
                  <a:pt x="553618" y="375107"/>
                </a:lnTo>
                <a:lnTo>
                  <a:pt x="535305" y="405866"/>
                </a:lnTo>
                <a:lnTo>
                  <a:pt x="542112" y="412724"/>
                </a:lnTo>
                <a:lnTo>
                  <a:pt x="548614" y="419557"/>
                </a:lnTo>
                <a:lnTo>
                  <a:pt x="554596" y="426440"/>
                </a:lnTo>
                <a:lnTo>
                  <a:pt x="559689" y="433298"/>
                </a:lnTo>
                <a:lnTo>
                  <a:pt x="580974" y="398195"/>
                </a:lnTo>
                <a:lnTo>
                  <a:pt x="597268" y="355180"/>
                </a:lnTo>
                <a:lnTo>
                  <a:pt x="608711" y="304393"/>
                </a:lnTo>
                <a:lnTo>
                  <a:pt x="615480" y="245986"/>
                </a:lnTo>
                <a:lnTo>
                  <a:pt x="617588" y="183172"/>
                </a:lnTo>
                <a:lnTo>
                  <a:pt x="617702" y="123634"/>
                </a:lnTo>
                <a:lnTo>
                  <a:pt x="826579" y="123634"/>
                </a:lnTo>
                <a:lnTo>
                  <a:pt x="826579" y="135826"/>
                </a:lnTo>
                <a:lnTo>
                  <a:pt x="858685" y="135826"/>
                </a:lnTo>
                <a:lnTo>
                  <a:pt x="858685" y="123634"/>
                </a:lnTo>
                <a:lnTo>
                  <a:pt x="858685" y="96202"/>
                </a:lnTo>
                <a:lnTo>
                  <a:pt x="858685" y="50482"/>
                </a:lnTo>
                <a:lnTo>
                  <a:pt x="858685" y="22948"/>
                </a:lnTo>
                <a:close/>
              </a:path>
              <a:path w="1330325" h="434975">
                <a:moveTo>
                  <a:pt x="867829" y="262509"/>
                </a:moveTo>
                <a:lnTo>
                  <a:pt x="847852" y="242608"/>
                </a:lnTo>
                <a:lnTo>
                  <a:pt x="830592" y="225653"/>
                </a:lnTo>
                <a:lnTo>
                  <a:pt x="812647" y="208622"/>
                </a:lnTo>
                <a:lnTo>
                  <a:pt x="794575" y="192316"/>
                </a:lnTo>
                <a:lnTo>
                  <a:pt x="773239" y="212128"/>
                </a:lnTo>
                <a:lnTo>
                  <a:pt x="800671" y="239560"/>
                </a:lnTo>
                <a:lnTo>
                  <a:pt x="706120" y="242341"/>
                </a:lnTo>
                <a:lnTo>
                  <a:pt x="678662" y="242608"/>
                </a:lnTo>
                <a:lnTo>
                  <a:pt x="693191" y="230073"/>
                </a:lnTo>
                <a:lnTo>
                  <a:pt x="709180" y="215557"/>
                </a:lnTo>
                <a:lnTo>
                  <a:pt x="726313" y="199313"/>
                </a:lnTo>
                <a:lnTo>
                  <a:pt x="744283" y="181648"/>
                </a:lnTo>
                <a:lnTo>
                  <a:pt x="866305" y="181648"/>
                </a:lnTo>
                <a:lnTo>
                  <a:pt x="866305" y="154203"/>
                </a:lnTo>
                <a:lnTo>
                  <a:pt x="628370" y="154203"/>
                </a:lnTo>
                <a:lnTo>
                  <a:pt x="628370" y="181648"/>
                </a:lnTo>
                <a:lnTo>
                  <a:pt x="704570" y="181648"/>
                </a:lnTo>
                <a:lnTo>
                  <a:pt x="685685" y="201053"/>
                </a:lnTo>
                <a:lnTo>
                  <a:pt x="667804" y="218033"/>
                </a:lnTo>
                <a:lnTo>
                  <a:pt x="650773" y="232435"/>
                </a:lnTo>
                <a:lnTo>
                  <a:pt x="634466" y="244132"/>
                </a:lnTo>
                <a:lnTo>
                  <a:pt x="640562" y="273177"/>
                </a:lnTo>
                <a:lnTo>
                  <a:pt x="669150" y="270891"/>
                </a:lnTo>
                <a:lnTo>
                  <a:pt x="709180" y="268605"/>
                </a:lnTo>
                <a:lnTo>
                  <a:pt x="823531" y="264033"/>
                </a:lnTo>
                <a:lnTo>
                  <a:pt x="828103" y="269722"/>
                </a:lnTo>
                <a:lnTo>
                  <a:pt x="832675" y="275272"/>
                </a:lnTo>
                <a:lnTo>
                  <a:pt x="837247" y="280530"/>
                </a:lnTo>
                <a:lnTo>
                  <a:pt x="841819" y="285369"/>
                </a:lnTo>
                <a:lnTo>
                  <a:pt x="866089" y="264033"/>
                </a:lnTo>
                <a:lnTo>
                  <a:pt x="867829" y="262509"/>
                </a:lnTo>
                <a:close/>
              </a:path>
              <a:path w="1330325" h="434975">
                <a:moveTo>
                  <a:pt x="876973" y="384530"/>
                </a:moveTo>
                <a:lnTo>
                  <a:pt x="756475" y="384530"/>
                </a:lnTo>
                <a:lnTo>
                  <a:pt x="756475" y="338709"/>
                </a:lnTo>
                <a:lnTo>
                  <a:pt x="852589" y="338709"/>
                </a:lnTo>
                <a:lnTo>
                  <a:pt x="852589" y="311277"/>
                </a:lnTo>
                <a:lnTo>
                  <a:pt x="756475" y="311277"/>
                </a:lnTo>
                <a:lnTo>
                  <a:pt x="756475" y="276225"/>
                </a:lnTo>
                <a:lnTo>
                  <a:pt x="724471" y="276225"/>
                </a:lnTo>
                <a:lnTo>
                  <a:pt x="724471" y="311277"/>
                </a:lnTo>
                <a:lnTo>
                  <a:pt x="629894" y="311277"/>
                </a:lnTo>
                <a:lnTo>
                  <a:pt x="629894" y="338709"/>
                </a:lnTo>
                <a:lnTo>
                  <a:pt x="724471" y="338709"/>
                </a:lnTo>
                <a:lnTo>
                  <a:pt x="724471" y="384530"/>
                </a:lnTo>
                <a:lnTo>
                  <a:pt x="602449" y="384530"/>
                </a:lnTo>
                <a:lnTo>
                  <a:pt x="602449" y="411962"/>
                </a:lnTo>
                <a:lnTo>
                  <a:pt x="876973" y="411962"/>
                </a:lnTo>
                <a:lnTo>
                  <a:pt x="876973" y="384530"/>
                </a:lnTo>
                <a:close/>
              </a:path>
              <a:path w="1330325" h="434975">
                <a:moveTo>
                  <a:pt x="1018794" y="82486"/>
                </a:moveTo>
                <a:lnTo>
                  <a:pt x="1003630" y="65328"/>
                </a:lnTo>
                <a:lnTo>
                  <a:pt x="987882" y="48145"/>
                </a:lnTo>
                <a:lnTo>
                  <a:pt x="971562" y="30975"/>
                </a:lnTo>
                <a:lnTo>
                  <a:pt x="954684" y="13804"/>
                </a:lnTo>
                <a:lnTo>
                  <a:pt x="928776" y="36664"/>
                </a:lnTo>
                <a:lnTo>
                  <a:pt x="942784" y="52184"/>
                </a:lnTo>
                <a:lnTo>
                  <a:pt x="957364" y="68948"/>
                </a:lnTo>
                <a:lnTo>
                  <a:pt x="972540" y="87134"/>
                </a:lnTo>
                <a:lnTo>
                  <a:pt x="988314" y="106870"/>
                </a:lnTo>
                <a:lnTo>
                  <a:pt x="1018794" y="82486"/>
                </a:lnTo>
                <a:close/>
              </a:path>
              <a:path w="1330325" h="434975">
                <a:moveTo>
                  <a:pt x="1046226" y="340233"/>
                </a:moveTo>
                <a:lnTo>
                  <a:pt x="1045324" y="331063"/>
                </a:lnTo>
                <a:lnTo>
                  <a:pt x="1044092" y="312394"/>
                </a:lnTo>
                <a:lnTo>
                  <a:pt x="1043178" y="302133"/>
                </a:lnTo>
                <a:lnTo>
                  <a:pt x="1013460" y="322516"/>
                </a:lnTo>
                <a:lnTo>
                  <a:pt x="998601" y="332346"/>
                </a:lnTo>
                <a:lnTo>
                  <a:pt x="983742" y="341757"/>
                </a:lnTo>
                <a:lnTo>
                  <a:pt x="983742" y="148018"/>
                </a:lnTo>
                <a:lnTo>
                  <a:pt x="895248" y="148018"/>
                </a:lnTo>
                <a:lnTo>
                  <a:pt x="895248" y="178587"/>
                </a:lnTo>
                <a:lnTo>
                  <a:pt x="951636" y="178587"/>
                </a:lnTo>
                <a:lnTo>
                  <a:pt x="951636" y="335661"/>
                </a:lnTo>
                <a:lnTo>
                  <a:pt x="950544" y="347433"/>
                </a:lnTo>
                <a:lnTo>
                  <a:pt x="947445" y="357809"/>
                </a:lnTo>
                <a:lnTo>
                  <a:pt x="942644" y="367030"/>
                </a:lnTo>
                <a:lnTo>
                  <a:pt x="936396" y="375386"/>
                </a:lnTo>
                <a:lnTo>
                  <a:pt x="957732" y="402818"/>
                </a:lnTo>
                <a:lnTo>
                  <a:pt x="973709" y="390258"/>
                </a:lnTo>
                <a:lnTo>
                  <a:pt x="993978" y="375564"/>
                </a:lnTo>
                <a:lnTo>
                  <a:pt x="1018260" y="358838"/>
                </a:lnTo>
                <a:lnTo>
                  <a:pt x="1043940" y="341757"/>
                </a:lnTo>
                <a:lnTo>
                  <a:pt x="1046226" y="340233"/>
                </a:lnTo>
                <a:close/>
              </a:path>
              <a:path w="1330325" h="434975">
                <a:moveTo>
                  <a:pt x="1328356" y="131254"/>
                </a:moveTo>
                <a:lnTo>
                  <a:pt x="1281112" y="131254"/>
                </a:lnTo>
                <a:lnTo>
                  <a:pt x="1271981" y="130086"/>
                </a:lnTo>
                <a:lnTo>
                  <a:pt x="1265250" y="126492"/>
                </a:lnTo>
                <a:lnTo>
                  <a:pt x="1261097" y="120319"/>
                </a:lnTo>
                <a:lnTo>
                  <a:pt x="1259687" y="111442"/>
                </a:lnTo>
                <a:lnTo>
                  <a:pt x="1259687" y="55054"/>
                </a:lnTo>
                <a:lnTo>
                  <a:pt x="1259687" y="22948"/>
                </a:lnTo>
                <a:lnTo>
                  <a:pt x="1082802" y="22948"/>
                </a:lnTo>
                <a:lnTo>
                  <a:pt x="1082776" y="68948"/>
                </a:lnTo>
                <a:lnTo>
                  <a:pt x="1078776" y="96126"/>
                </a:lnTo>
                <a:lnTo>
                  <a:pt x="1066609" y="120789"/>
                </a:lnTo>
                <a:lnTo>
                  <a:pt x="1046149" y="142316"/>
                </a:lnTo>
                <a:lnTo>
                  <a:pt x="1017270" y="160299"/>
                </a:lnTo>
                <a:lnTo>
                  <a:pt x="1024102" y="167157"/>
                </a:lnTo>
                <a:lnTo>
                  <a:pt x="1030795" y="174015"/>
                </a:lnTo>
                <a:lnTo>
                  <a:pt x="1037196" y="180873"/>
                </a:lnTo>
                <a:lnTo>
                  <a:pt x="1043178" y="187731"/>
                </a:lnTo>
                <a:lnTo>
                  <a:pt x="1075182" y="165481"/>
                </a:lnTo>
                <a:lnTo>
                  <a:pt x="1098042" y="137782"/>
                </a:lnTo>
                <a:lnTo>
                  <a:pt x="1111758" y="104927"/>
                </a:lnTo>
                <a:lnTo>
                  <a:pt x="1116330" y="67246"/>
                </a:lnTo>
                <a:lnTo>
                  <a:pt x="1116330" y="55054"/>
                </a:lnTo>
                <a:lnTo>
                  <a:pt x="1226159" y="55054"/>
                </a:lnTo>
                <a:lnTo>
                  <a:pt x="1226159" y="117538"/>
                </a:lnTo>
                <a:lnTo>
                  <a:pt x="1228725" y="137553"/>
                </a:lnTo>
                <a:lnTo>
                  <a:pt x="1236446" y="151879"/>
                </a:lnTo>
                <a:lnTo>
                  <a:pt x="1249337" y="160477"/>
                </a:lnTo>
                <a:lnTo>
                  <a:pt x="1267396" y="163347"/>
                </a:lnTo>
                <a:lnTo>
                  <a:pt x="1325308" y="163347"/>
                </a:lnTo>
                <a:lnTo>
                  <a:pt x="1325575" y="156197"/>
                </a:lnTo>
                <a:lnTo>
                  <a:pt x="1326261" y="148450"/>
                </a:lnTo>
                <a:lnTo>
                  <a:pt x="1327238" y="140131"/>
                </a:lnTo>
                <a:lnTo>
                  <a:pt x="1328356" y="131254"/>
                </a:lnTo>
                <a:close/>
              </a:path>
              <a:path w="1330325" h="434975">
                <a:moveTo>
                  <a:pt x="1329880" y="396722"/>
                </a:moveTo>
                <a:lnTo>
                  <a:pt x="1292199" y="387553"/>
                </a:lnTo>
                <a:lnTo>
                  <a:pt x="1234998" y="366242"/>
                </a:lnTo>
                <a:lnTo>
                  <a:pt x="1195679" y="344805"/>
                </a:lnTo>
                <a:lnTo>
                  <a:pt x="1217498" y="323469"/>
                </a:lnTo>
                <a:lnTo>
                  <a:pt x="1219936" y="321081"/>
                </a:lnTo>
                <a:lnTo>
                  <a:pt x="1242352" y="293357"/>
                </a:lnTo>
                <a:lnTo>
                  <a:pt x="1262799" y="261607"/>
                </a:lnTo>
                <a:lnTo>
                  <a:pt x="1281112" y="225831"/>
                </a:lnTo>
                <a:lnTo>
                  <a:pt x="1281112" y="195351"/>
                </a:lnTo>
                <a:lnTo>
                  <a:pt x="1241399" y="195351"/>
                </a:lnTo>
                <a:lnTo>
                  <a:pt x="1241399" y="225831"/>
                </a:lnTo>
                <a:lnTo>
                  <a:pt x="1226540" y="255282"/>
                </a:lnTo>
                <a:lnTo>
                  <a:pt x="1209395" y="281546"/>
                </a:lnTo>
                <a:lnTo>
                  <a:pt x="1189964" y="304368"/>
                </a:lnTo>
                <a:lnTo>
                  <a:pt x="1168247" y="323469"/>
                </a:lnTo>
                <a:lnTo>
                  <a:pt x="1145908" y="301802"/>
                </a:lnTo>
                <a:lnTo>
                  <a:pt x="1126858" y="278117"/>
                </a:lnTo>
                <a:lnTo>
                  <a:pt x="1110945" y="252704"/>
                </a:lnTo>
                <a:lnTo>
                  <a:pt x="1098042" y="225831"/>
                </a:lnTo>
                <a:lnTo>
                  <a:pt x="1241399" y="225831"/>
                </a:lnTo>
                <a:lnTo>
                  <a:pt x="1241399" y="195351"/>
                </a:lnTo>
                <a:lnTo>
                  <a:pt x="1041654" y="195351"/>
                </a:lnTo>
                <a:lnTo>
                  <a:pt x="1041654" y="225831"/>
                </a:lnTo>
                <a:lnTo>
                  <a:pt x="1064514" y="225831"/>
                </a:lnTo>
                <a:lnTo>
                  <a:pt x="1077899" y="259016"/>
                </a:lnTo>
                <a:lnTo>
                  <a:pt x="1095006" y="289737"/>
                </a:lnTo>
                <a:lnTo>
                  <a:pt x="1115555" y="317868"/>
                </a:lnTo>
                <a:lnTo>
                  <a:pt x="1139291" y="343281"/>
                </a:lnTo>
                <a:lnTo>
                  <a:pt x="1107795" y="360768"/>
                </a:lnTo>
                <a:lnTo>
                  <a:pt x="1072908" y="376516"/>
                </a:lnTo>
                <a:lnTo>
                  <a:pt x="1034605" y="390525"/>
                </a:lnTo>
                <a:lnTo>
                  <a:pt x="992886" y="402818"/>
                </a:lnTo>
                <a:lnTo>
                  <a:pt x="1015746" y="434822"/>
                </a:lnTo>
                <a:lnTo>
                  <a:pt x="1059484" y="420243"/>
                </a:lnTo>
                <a:lnTo>
                  <a:pt x="1099235" y="403961"/>
                </a:lnTo>
                <a:lnTo>
                  <a:pt x="1134986" y="385953"/>
                </a:lnTo>
                <a:lnTo>
                  <a:pt x="1166723" y="366242"/>
                </a:lnTo>
                <a:lnTo>
                  <a:pt x="1197368" y="386549"/>
                </a:lnTo>
                <a:lnTo>
                  <a:pt x="1230160" y="404152"/>
                </a:lnTo>
                <a:lnTo>
                  <a:pt x="1265555" y="419176"/>
                </a:lnTo>
                <a:lnTo>
                  <a:pt x="1303972" y="431774"/>
                </a:lnTo>
                <a:lnTo>
                  <a:pt x="1315783" y="414820"/>
                </a:lnTo>
                <a:lnTo>
                  <a:pt x="1322400" y="405841"/>
                </a:lnTo>
                <a:lnTo>
                  <a:pt x="1329880" y="39672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2644229" y="3728084"/>
            <a:ext cx="3541395" cy="438150"/>
          </a:xfrm>
          <a:custGeom>
            <a:avLst/>
            <a:gdLst/>
            <a:ahLst/>
            <a:cxnLst/>
            <a:rect l="l" t="t" r="r" b="b"/>
            <a:pathLst>
              <a:path w="3541395" h="438150">
                <a:moveTo>
                  <a:pt x="375196" y="268516"/>
                </a:moveTo>
                <a:lnTo>
                  <a:pt x="343192" y="268516"/>
                </a:lnTo>
                <a:lnTo>
                  <a:pt x="343192" y="295948"/>
                </a:lnTo>
                <a:lnTo>
                  <a:pt x="375196" y="295948"/>
                </a:lnTo>
                <a:lnTo>
                  <a:pt x="375196" y="268516"/>
                </a:lnTo>
                <a:close/>
              </a:path>
              <a:path w="3541395" h="438150">
                <a:moveTo>
                  <a:pt x="398056" y="111353"/>
                </a:moveTo>
                <a:lnTo>
                  <a:pt x="367576" y="111353"/>
                </a:lnTo>
                <a:lnTo>
                  <a:pt x="367576" y="122021"/>
                </a:lnTo>
                <a:lnTo>
                  <a:pt x="398056" y="122021"/>
                </a:lnTo>
                <a:lnTo>
                  <a:pt x="398056" y="111353"/>
                </a:lnTo>
                <a:close/>
              </a:path>
              <a:path w="3541395" h="438150">
                <a:moveTo>
                  <a:pt x="398056" y="24511"/>
                </a:moveTo>
                <a:lnTo>
                  <a:pt x="367576" y="24511"/>
                </a:lnTo>
                <a:lnTo>
                  <a:pt x="367576" y="47371"/>
                </a:lnTo>
                <a:lnTo>
                  <a:pt x="367576" y="88011"/>
                </a:lnTo>
                <a:lnTo>
                  <a:pt x="286702" y="88011"/>
                </a:lnTo>
                <a:lnTo>
                  <a:pt x="286702" y="47371"/>
                </a:lnTo>
                <a:lnTo>
                  <a:pt x="367576" y="47371"/>
                </a:lnTo>
                <a:lnTo>
                  <a:pt x="367576" y="24511"/>
                </a:lnTo>
                <a:lnTo>
                  <a:pt x="257746" y="24511"/>
                </a:lnTo>
                <a:lnTo>
                  <a:pt x="257746" y="47371"/>
                </a:lnTo>
                <a:lnTo>
                  <a:pt x="257746" y="88011"/>
                </a:lnTo>
                <a:lnTo>
                  <a:pt x="178409" y="88011"/>
                </a:lnTo>
                <a:lnTo>
                  <a:pt x="178409" y="47371"/>
                </a:lnTo>
                <a:lnTo>
                  <a:pt x="257746" y="47371"/>
                </a:lnTo>
                <a:lnTo>
                  <a:pt x="257746" y="24511"/>
                </a:lnTo>
                <a:lnTo>
                  <a:pt x="149453" y="24511"/>
                </a:lnTo>
                <a:lnTo>
                  <a:pt x="149453" y="47371"/>
                </a:lnTo>
                <a:lnTo>
                  <a:pt x="149453" y="88011"/>
                </a:lnTo>
                <a:lnTo>
                  <a:pt x="68681" y="88011"/>
                </a:lnTo>
                <a:lnTo>
                  <a:pt x="68681" y="47371"/>
                </a:lnTo>
                <a:lnTo>
                  <a:pt x="149453" y="47371"/>
                </a:lnTo>
                <a:lnTo>
                  <a:pt x="149453" y="24511"/>
                </a:lnTo>
                <a:lnTo>
                  <a:pt x="38100" y="24511"/>
                </a:lnTo>
                <a:lnTo>
                  <a:pt x="38100" y="47371"/>
                </a:lnTo>
                <a:lnTo>
                  <a:pt x="38100" y="88011"/>
                </a:lnTo>
                <a:lnTo>
                  <a:pt x="38100" y="110871"/>
                </a:lnTo>
                <a:lnTo>
                  <a:pt x="38100" y="122301"/>
                </a:lnTo>
                <a:lnTo>
                  <a:pt x="68681" y="122301"/>
                </a:lnTo>
                <a:lnTo>
                  <a:pt x="68681" y="110871"/>
                </a:lnTo>
                <a:lnTo>
                  <a:pt x="398056" y="110871"/>
                </a:lnTo>
                <a:lnTo>
                  <a:pt x="398056" y="88493"/>
                </a:lnTo>
                <a:lnTo>
                  <a:pt x="398056" y="88011"/>
                </a:lnTo>
                <a:lnTo>
                  <a:pt x="398056" y="47371"/>
                </a:lnTo>
                <a:lnTo>
                  <a:pt x="398056" y="47244"/>
                </a:lnTo>
                <a:lnTo>
                  <a:pt x="398056" y="24511"/>
                </a:lnTo>
                <a:close/>
              </a:path>
              <a:path w="3541395" h="438150">
                <a:moveTo>
                  <a:pt x="434632" y="396621"/>
                </a:moveTo>
                <a:lnTo>
                  <a:pt x="375196" y="396621"/>
                </a:lnTo>
                <a:lnTo>
                  <a:pt x="375196" y="369189"/>
                </a:lnTo>
                <a:lnTo>
                  <a:pt x="343192" y="369189"/>
                </a:lnTo>
                <a:lnTo>
                  <a:pt x="343192" y="396621"/>
                </a:lnTo>
                <a:lnTo>
                  <a:pt x="96113" y="396621"/>
                </a:lnTo>
                <a:lnTo>
                  <a:pt x="96113" y="368681"/>
                </a:lnTo>
                <a:lnTo>
                  <a:pt x="375196" y="368681"/>
                </a:lnTo>
                <a:lnTo>
                  <a:pt x="375196" y="346240"/>
                </a:lnTo>
                <a:lnTo>
                  <a:pt x="375196" y="345821"/>
                </a:lnTo>
                <a:lnTo>
                  <a:pt x="375196" y="319151"/>
                </a:lnTo>
                <a:lnTo>
                  <a:pt x="375196" y="318808"/>
                </a:lnTo>
                <a:lnTo>
                  <a:pt x="375196" y="296291"/>
                </a:lnTo>
                <a:lnTo>
                  <a:pt x="343192" y="296291"/>
                </a:lnTo>
                <a:lnTo>
                  <a:pt x="343192" y="319151"/>
                </a:lnTo>
                <a:lnTo>
                  <a:pt x="343192" y="345821"/>
                </a:lnTo>
                <a:lnTo>
                  <a:pt x="96113" y="345821"/>
                </a:lnTo>
                <a:lnTo>
                  <a:pt x="96113" y="319151"/>
                </a:lnTo>
                <a:lnTo>
                  <a:pt x="343192" y="319151"/>
                </a:lnTo>
                <a:lnTo>
                  <a:pt x="343192" y="296291"/>
                </a:lnTo>
                <a:lnTo>
                  <a:pt x="96113" y="296291"/>
                </a:lnTo>
                <a:lnTo>
                  <a:pt x="96113" y="268351"/>
                </a:lnTo>
                <a:lnTo>
                  <a:pt x="375196" y="268351"/>
                </a:lnTo>
                <a:lnTo>
                  <a:pt x="375196" y="245554"/>
                </a:lnTo>
                <a:lnTo>
                  <a:pt x="375196" y="218122"/>
                </a:lnTo>
                <a:lnTo>
                  <a:pt x="343192" y="218122"/>
                </a:lnTo>
                <a:lnTo>
                  <a:pt x="343192" y="245491"/>
                </a:lnTo>
                <a:lnTo>
                  <a:pt x="96113" y="245491"/>
                </a:lnTo>
                <a:lnTo>
                  <a:pt x="96113" y="217551"/>
                </a:lnTo>
                <a:lnTo>
                  <a:pt x="375196" y="217551"/>
                </a:lnTo>
                <a:lnTo>
                  <a:pt x="375196" y="193421"/>
                </a:lnTo>
                <a:lnTo>
                  <a:pt x="231838" y="193421"/>
                </a:lnTo>
                <a:lnTo>
                  <a:pt x="231838" y="164782"/>
                </a:lnTo>
                <a:lnTo>
                  <a:pt x="425488" y="164782"/>
                </a:lnTo>
                <a:lnTo>
                  <a:pt x="425488" y="140309"/>
                </a:lnTo>
                <a:lnTo>
                  <a:pt x="231838" y="140309"/>
                </a:lnTo>
                <a:lnTo>
                  <a:pt x="231838" y="117449"/>
                </a:lnTo>
                <a:lnTo>
                  <a:pt x="199834" y="117449"/>
                </a:lnTo>
                <a:lnTo>
                  <a:pt x="199834" y="140309"/>
                </a:lnTo>
                <a:lnTo>
                  <a:pt x="10668" y="140309"/>
                </a:lnTo>
                <a:lnTo>
                  <a:pt x="10668" y="164782"/>
                </a:lnTo>
                <a:lnTo>
                  <a:pt x="199834" y="164782"/>
                </a:lnTo>
                <a:lnTo>
                  <a:pt x="199834" y="193421"/>
                </a:lnTo>
                <a:lnTo>
                  <a:pt x="65633" y="193421"/>
                </a:lnTo>
                <a:lnTo>
                  <a:pt x="65633" y="217551"/>
                </a:lnTo>
                <a:lnTo>
                  <a:pt x="65633" y="396621"/>
                </a:lnTo>
                <a:lnTo>
                  <a:pt x="0" y="396621"/>
                </a:lnTo>
                <a:lnTo>
                  <a:pt x="0" y="422541"/>
                </a:lnTo>
                <a:lnTo>
                  <a:pt x="434632" y="422541"/>
                </a:lnTo>
                <a:lnTo>
                  <a:pt x="434632" y="396621"/>
                </a:lnTo>
                <a:close/>
              </a:path>
              <a:path w="3541395" h="438150">
                <a:moveTo>
                  <a:pt x="837247" y="33528"/>
                </a:moveTo>
                <a:lnTo>
                  <a:pt x="497205" y="33528"/>
                </a:lnTo>
                <a:lnTo>
                  <a:pt x="497205" y="67157"/>
                </a:lnTo>
                <a:lnTo>
                  <a:pt x="837247" y="67157"/>
                </a:lnTo>
                <a:lnTo>
                  <a:pt x="837247" y="33528"/>
                </a:lnTo>
                <a:close/>
              </a:path>
              <a:path w="3541395" h="438150">
                <a:moveTo>
                  <a:pt x="884491" y="311188"/>
                </a:moveTo>
                <a:lnTo>
                  <a:pt x="874471" y="308000"/>
                </a:lnTo>
                <a:lnTo>
                  <a:pt x="855560" y="302183"/>
                </a:lnTo>
                <a:lnTo>
                  <a:pt x="846391" y="298996"/>
                </a:lnTo>
                <a:lnTo>
                  <a:pt x="842314" y="348284"/>
                </a:lnTo>
                <a:lnTo>
                  <a:pt x="818007" y="388797"/>
                </a:lnTo>
                <a:lnTo>
                  <a:pt x="803719" y="390537"/>
                </a:lnTo>
                <a:lnTo>
                  <a:pt x="767143" y="390537"/>
                </a:lnTo>
                <a:lnTo>
                  <a:pt x="755091" y="388835"/>
                </a:lnTo>
                <a:lnTo>
                  <a:pt x="746480" y="383870"/>
                </a:lnTo>
                <a:lnTo>
                  <a:pt x="741337" y="375742"/>
                </a:lnTo>
                <a:lnTo>
                  <a:pt x="739622" y="364629"/>
                </a:lnTo>
                <a:lnTo>
                  <a:pt x="739622" y="193751"/>
                </a:lnTo>
                <a:lnTo>
                  <a:pt x="878395" y="193751"/>
                </a:lnTo>
                <a:lnTo>
                  <a:pt x="878395" y="160210"/>
                </a:lnTo>
                <a:lnTo>
                  <a:pt x="455968" y="160210"/>
                </a:lnTo>
                <a:lnTo>
                  <a:pt x="455968" y="193751"/>
                </a:lnTo>
                <a:lnTo>
                  <a:pt x="577977" y="193751"/>
                </a:lnTo>
                <a:lnTo>
                  <a:pt x="577977" y="208991"/>
                </a:lnTo>
                <a:lnTo>
                  <a:pt x="571309" y="278790"/>
                </a:lnTo>
                <a:lnTo>
                  <a:pt x="552069" y="327952"/>
                </a:lnTo>
                <a:lnTo>
                  <a:pt x="513003" y="368769"/>
                </a:lnTo>
                <a:lnTo>
                  <a:pt x="449859" y="407301"/>
                </a:lnTo>
                <a:lnTo>
                  <a:pt x="454990" y="412673"/>
                </a:lnTo>
                <a:lnTo>
                  <a:pt x="461048" y="419417"/>
                </a:lnTo>
                <a:lnTo>
                  <a:pt x="475869" y="436257"/>
                </a:lnTo>
                <a:lnTo>
                  <a:pt x="513588" y="415124"/>
                </a:lnTo>
                <a:lnTo>
                  <a:pt x="568452" y="369989"/>
                </a:lnTo>
                <a:lnTo>
                  <a:pt x="598500" y="320497"/>
                </a:lnTo>
                <a:lnTo>
                  <a:pt x="612889" y="251256"/>
                </a:lnTo>
                <a:lnTo>
                  <a:pt x="614591" y="208991"/>
                </a:lnTo>
                <a:lnTo>
                  <a:pt x="614654" y="193751"/>
                </a:lnTo>
                <a:lnTo>
                  <a:pt x="703046" y="193751"/>
                </a:lnTo>
                <a:lnTo>
                  <a:pt x="703046" y="367677"/>
                </a:lnTo>
                <a:lnTo>
                  <a:pt x="706488" y="391680"/>
                </a:lnTo>
                <a:lnTo>
                  <a:pt x="716953" y="408825"/>
                </a:lnTo>
                <a:lnTo>
                  <a:pt x="734580" y="419112"/>
                </a:lnTo>
                <a:lnTo>
                  <a:pt x="759523" y="422541"/>
                </a:lnTo>
                <a:lnTo>
                  <a:pt x="812863" y="422541"/>
                </a:lnTo>
                <a:lnTo>
                  <a:pt x="855535" y="410159"/>
                </a:lnTo>
                <a:lnTo>
                  <a:pt x="875347" y="373773"/>
                </a:lnTo>
                <a:lnTo>
                  <a:pt x="882205" y="328879"/>
                </a:lnTo>
                <a:lnTo>
                  <a:pt x="884491" y="311188"/>
                </a:lnTo>
                <a:close/>
              </a:path>
              <a:path w="3541395" h="438150">
                <a:moveTo>
                  <a:pt x="1040130" y="361480"/>
                </a:moveTo>
                <a:lnTo>
                  <a:pt x="1018692" y="337096"/>
                </a:lnTo>
                <a:lnTo>
                  <a:pt x="987577" y="356349"/>
                </a:lnTo>
                <a:lnTo>
                  <a:pt x="958303" y="372999"/>
                </a:lnTo>
                <a:lnTo>
                  <a:pt x="931049" y="387337"/>
                </a:lnTo>
                <a:lnTo>
                  <a:pt x="905916" y="399681"/>
                </a:lnTo>
                <a:lnTo>
                  <a:pt x="911352" y="407390"/>
                </a:lnTo>
                <a:lnTo>
                  <a:pt x="916203" y="414540"/>
                </a:lnTo>
                <a:lnTo>
                  <a:pt x="920496" y="421106"/>
                </a:lnTo>
                <a:lnTo>
                  <a:pt x="924204" y="427113"/>
                </a:lnTo>
                <a:lnTo>
                  <a:pt x="950239" y="413651"/>
                </a:lnTo>
                <a:lnTo>
                  <a:pt x="978128" y="398335"/>
                </a:lnTo>
                <a:lnTo>
                  <a:pt x="1008049" y="380987"/>
                </a:lnTo>
                <a:lnTo>
                  <a:pt x="1040130" y="361480"/>
                </a:lnTo>
                <a:close/>
              </a:path>
              <a:path w="3541395" h="438150">
                <a:moveTo>
                  <a:pt x="1313116" y="396633"/>
                </a:moveTo>
                <a:lnTo>
                  <a:pt x="1223010" y="348107"/>
                </a:lnTo>
                <a:lnTo>
                  <a:pt x="1198714" y="335572"/>
                </a:lnTo>
                <a:lnTo>
                  <a:pt x="1178902" y="358432"/>
                </a:lnTo>
                <a:lnTo>
                  <a:pt x="1204671" y="372821"/>
                </a:lnTo>
                <a:lnTo>
                  <a:pt x="1231874" y="388620"/>
                </a:lnTo>
                <a:lnTo>
                  <a:pt x="1260779" y="406107"/>
                </a:lnTo>
                <a:lnTo>
                  <a:pt x="1291691" y="425589"/>
                </a:lnTo>
                <a:lnTo>
                  <a:pt x="1313116" y="396633"/>
                </a:lnTo>
                <a:close/>
              </a:path>
              <a:path w="3541395" h="438150">
                <a:moveTo>
                  <a:pt x="1328356" y="154025"/>
                </a:moveTo>
                <a:lnTo>
                  <a:pt x="1133094" y="154025"/>
                </a:lnTo>
                <a:lnTo>
                  <a:pt x="1133094" y="123545"/>
                </a:lnTo>
                <a:lnTo>
                  <a:pt x="1281023" y="123545"/>
                </a:lnTo>
                <a:lnTo>
                  <a:pt x="1281023" y="96113"/>
                </a:lnTo>
                <a:lnTo>
                  <a:pt x="1133094" y="96113"/>
                </a:lnTo>
                <a:lnTo>
                  <a:pt x="1133094" y="67157"/>
                </a:lnTo>
                <a:lnTo>
                  <a:pt x="1311592" y="67157"/>
                </a:lnTo>
                <a:lnTo>
                  <a:pt x="1311592" y="39624"/>
                </a:lnTo>
                <a:lnTo>
                  <a:pt x="1133094" y="39624"/>
                </a:lnTo>
                <a:lnTo>
                  <a:pt x="1133094" y="1524"/>
                </a:lnTo>
                <a:lnTo>
                  <a:pt x="1098042" y="1524"/>
                </a:lnTo>
                <a:lnTo>
                  <a:pt x="1098042" y="39624"/>
                </a:lnTo>
                <a:lnTo>
                  <a:pt x="921156" y="39624"/>
                </a:lnTo>
                <a:lnTo>
                  <a:pt x="921156" y="67157"/>
                </a:lnTo>
                <a:lnTo>
                  <a:pt x="1098042" y="67157"/>
                </a:lnTo>
                <a:lnTo>
                  <a:pt x="1098042" y="96113"/>
                </a:lnTo>
                <a:lnTo>
                  <a:pt x="945540" y="96113"/>
                </a:lnTo>
                <a:lnTo>
                  <a:pt x="945540" y="123545"/>
                </a:lnTo>
                <a:lnTo>
                  <a:pt x="1098042" y="123545"/>
                </a:lnTo>
                <a:lnTo>
                  <a:pt x="1098042" y="154025"/>
                </a:lnTo>
                <a:lnTo>
                  <a:pt x="904392" y="154025"/>
                </a:lnTo>
                <a:lnTo>
                  <a:pt x="904392" y="181546"/>
                </a:lnTo>
                <a:lnTo>
                  <a:pt x="1038606" y="181546"/>
                </a:lnTo>
                <a:lnTo>
                  <a:pt x="1025715" y="189318"/>
                </a:lnTo>
                <a:lnTo>
                  <a:pt x="1012418" y="196786"/>
                </a:lnTo>
                <a:lnTo>
                  <a:pt x="998867" y="204266"/>
                </a:lnTo>
                <a:lnTo>
                  <a:pt x="985164" y="212026"/>
                </a:lnTo>
                <a:lnTo>
                  <a:pt x="975741" y="215442"/>
                </a:lnTo>
                <a:lnTo>
                  <a:pt x="965733" y="218694"/>
                </a:lnTo>
                <a:lnTo>
                  <a:pt x="955167" y="221678"/>
                </a:lnTo>
                <a:lnTo>
                  <a:pt x="944016" y="224218"/>
                </a:lnTo>
                <a:lnTo>
                  <a:pt x="959256" y="257759"/>
                </a:lnTo>
                <a:lnTo>
                  <a:pt x="968146" y="255752"/>
                </a:lnTo>
                <a:lnTo>
                  <a:pt x="976591" y="254330"/>
                </a:lnTo>
                <a:lnTo>
                  <a:pt x="984770" y="253466"/>
                </a:lnTo>
                <a:lnTo>
                  <a:pt x="992784" y="253187"/>
                </a:lnTo>
                <a:lnTo>
                  <a:pt x="1015098" y="250913"/>
                </a:lnTo>
                <a:lnTo>
                  <a:pt x="1038555" y="248805"/>
                </a:lnTo>
                <a:lnTo>
                  <a:pt x="1063167" y="246964"/>
                </a:lnTo>
                <a:lnTo>
                  <a:pt x="1088898" y="245567"/>
                </a:lnTo>
                <a:lnTo>
                  <a:pt x="1065758" y="255600"/>
                </a:lnTo>
                <a:lnTo>
                  <a:pt x="1018311" y="274574"/>
                </a:lnTo>
                <a:lnTo>
                  <a:pt x="981405" y="288302"/>
                </a:lnTo>
                <a:lnTo>
                  <a:pt x="936396" y="300520"/>
                </a:lnTo>
                <a:lnTo>
                  <a:pt x="954684" y="334048"/>
                </a:lnTo>
                <a:lnTo>
                  <a:pt x="977544" y="331190"/>
                </a:lnTo>
                <a:lnTo>
                  <a:pt x="990688" y="329971"/>
                </a:lnTo>
                <a:lnTo>
                  <a:pt x="1004976" y="329476"/>
                </a:lnTo>
                <a:lnTo>
                  <a:pt x="1076439" y="325399"/>
                </a:lnTo>
                <a:lnTo>
                  <a:pt x="1104138" y="323380"/>
                </a:lnTo>
                <a:lnTo>
                  <a:pt x="1104138" y="373773"/>
                </a:lnTo>
                <a:lnTo>
                  <a:pt x="1102423" y="383768"/>
                </a:lnTo>
                <a:lnTo>
                  <a:pt x="1097280" y="390918"/>
                </a:lnTo>
                <a:lnTo>
                  <a:pt x="1088707" y="395198"/>
                </a:lnTo>
                <a:lnTo>
                  <a:pt x="1076706" y="396633"/>
                </a:lnTo>
                <a:lnTo>
                  <a:pt x="1067562" y="396367"/>
                </a:lnTo>
                <a:lnTo>
                  <a:pt x="1026312" y="393585"/>
                </a:lnTo>
                <a:lnTo>
                  <a:pt x="1028395" y="403339"/>
                </a:lnTo>
                <a:lnTo>
                  <a:pt x="1030020" y="412254"/>
                </a:lnTo>
                <a:lnTo>
                  <a:pt x="1031341" y="420585"/>
                </a:lnTo>
                <a:lnTo>
                  <a:pt x="1032510" y="428637"/>
                </a:lnTo>
                <a:lnTo>
                  <a:pt x="1084326" y="428637"/>
                </a:lnTo>
                <a:lnTo>
                  <a:pt x="1108329" y="425462"/>
                </a:lnTo>
                <a:lnTo>
                  <a:pt x="1125474" y="415874"/>
                </a:lnTo>
                <a:lnTo>
                  <a:pt x="1135761" y="399694"/>
                </a:lnTo>
                <a:lnTo>
                  <a:pt x="1136218" y="396633"/>
                </a:lnTo>
                <a:lnTo>
                  <a:pt x="1139190" y="376821"/>
                </a:lnTo>
                <a:lnTo>
                  <a:pt x="1139190" y="323380"/>
                </a:lnTo>
                <a:lnTo>
                  <a:pt x="1139190" y="321856"/>
                </a:lnTo>
                <a:lnTo>
                  <a:pt x="1225867" y="317779"/>
                </a:lnTo>
                <a:lnTo>
                  <a:pt x="1258163" y="315760"/>
                </a:lnTo>
                <a:lnTo>
                  <a:pt x="1265021" y="322859"/>
                </a:lnTo>
                <a:lnTo>
                  <a:pt x="1278737" y="337616"/>
                </a:lnTo>
                <a:lnTo>
                  <a:pt x="1285595" y="344716"/>
                </a:lnTo>
                <a:lnTo>
                  <a:pt x="1293253" y="336410"/>
                </a:lnTo>
                <a:lnTo>
                  <a:pt x="1300073" y="329666"/>
                </a:lnTo>
                <a:lnTo>
                  <a:pt x="1310068" y="320332"/>
                </a:lnTo>
                <a:lnTo>
                  <a:pt x="1305547" y="315760"/>
                </a:lnTo>
                <a:lnTo>
                  <a:pt x="1293507" y="303568"/>
                </a:lnTo>
                <a:lnTo>
                  <a:pt x="1289723" y="299732"/>
                </a:lnTo>
                <a:lnTo>
                  <a:pt x="1267688" y="278980"/>
                </a:lnTo>
                <a:lnTo>
                  <a:pt x="1243965" y="257924"/>
                </a:lnTo>
                <a:lnTo>
                  <a:pt x="1218539" y="236410"/>
                </a:lnTo>
                <a:lnTo>
                  <a:pt x="1195666" y="256235"/>
                </a:lnTo>
                <a:lnTo>
                  <a:pt x="1205699" y="265430"/>
                </a:lnTo>
                <a:lnTo>
                  <a:pt x="1215263" y="274574"/>
                </a:lnTo>
                <a:lnTo>
                  <a:pt x="1224610" y="283756"/>
                </a:lnTo>
                <a:lnTo>
                  <a:pt x="1233779" y="292900"/>
                </a:lnTo>
                <a:lnTo>
                  <a:pt x="1015644" y="303568"/>
                </a:lnTo>
                <a:lnTo>
                  <a:pt x="1059764" y="285800"/>
                </a:lnTo>
                <a:lnTo>
                  <a:pt x="1104150" y="267220"/>
                </a:lnTo>
                <a:lnTo>
                  <a:pt x="1148753" y="247764"/>
                </a:lnTo>
                <a:lnTo>
                  <a:pt x="1153579" y="245567"/>
                </a:lnTo>
                <a:lnTo>
                  <a:pt x="1190345" y="228790"/>
                </a:lnTo>
                <a:lnTo>
                  <a:pt x="1193507" y="227355"/>
                </a:lnTo>
                <a:lnTo>
                  <a:pt x="1238351" y="205930"/>
                </a:lnTo>
                <a:lnTo>
                  <a:pt x="1213954" y="184594"/>
                </a:lnTo>
                <a:lnTo>
                  <a:pt x="1180236" y="202692"/>
                </a:lnTo>
                <a:lnTo>
                  <a:pt x="1163129" y="211391"/>
                </a:lnTo>
                <a:lnTo>
                  <a:pt x="1145286" y="219646"/>
                </a:lnTo>
                <a:lnTo>
                  <a:pt x="1000404" y="228790"/>
                </a:lnTo>
                <a:lnTo>
                  <a:pt x="1023962" y="217347"/>
                </a:lnTo>
                <a:lnTo>
                  <a:pt x="1046784" y="205740"/>
                </a:lnTo>
                <a:lnTo>
                  <a:pt x="1069301" y="193865"/>
                </a:lnTo>
                <a:lnTo>
                  <a:pt x="1091946" y="181546"/>
                </a:lnTo>
                <a:lnTo>
                  <a:pt x="1328356" y="181546"/>
                </a:lnTo>
                <a:lnTo>
                  <a:pt x="1328356" y="154025"/>
                </a:lnTo>
                <a:close/>
              </a:path>
              <a:path w="3541395" h="438150">
                <a:moveTo>
                  <a:pt x="1781276" y="265468"/>
                </a:moveTo>
                <a:lnTo>
                  <a:pt x="1732508" y="265468"/>
                </a:lnTo>
                <a:lnTo>
                  <a:pt x="1732508" y="205930"/>
                </a:lnTo>
                <a:lnTo>
                  <a:pt x="1700403" y="205930"/>
                </a:lnTo>
                <a:lnTo>
                  <a:pt x="1700403" y="233362"/>
                </a:lnTo>
                <a:lnTo>
                  <a:pt x="1700403" y="265468"/>
                </a:lnTo>
                <a:lnTo>
                  <a:pt x="1700403" y="292900"/>
                </a:lnTo>
                <a:lnTo>
                  <a:pt x="1700403" y="324904"/>
                </a:lnTo>
                <a:lnTo>
                  <a:pt x="1579918" y="324904"/>
                </a:lnTo>
                <a:lnTo>
                  <a:pt x="1579918" y="292900"/>
                </a:lnTo>
                <a:lnTo>
                  <a:pt x="1700403" y="292900"/>
                </a:lnTo>
                <a:lnTo>
                  <a:pt x="1700403" y="265468"/>
                </a:lnTo>
                <a:lnTo>
                  <a:pt x="1579918" y="265468"/>
                </a:lnTo>
                <a:lnTo>
                  <a:pt x="1579918" y="233362"/>
                </a:lnTo>
                <a:lnTo>
                  <a:pt x="1700403" y="233362"/>
                </a:lnTo>
                <a:lnTo>
                  <a:pt x="1700403" y="205930"/>
                </a:lnTo>
                <a:lnTo>
                  <a:pt x="1579918" y="205930"/>
                </a:lnTo>
                <a:lnTo>
                  <a:pt x="1579918" y="176974"/>
                </a:lnTo>
                <a:lnTo>
                  <a:pt x="1691259" y="176974"/>
                </a:lnTo>
                <a:lnTo>
                  <a:pt x="1691259" y="187642"/>
                </a:lnTo>
                <a:lnTo>
                  <a:pt x="1723364" y="187642"/>
                </a:lnTo>
                <a:lnTo>
                  <a:pt x="1723364" y="176974"/>
                </a:lnTo>
                <a:lnTo>
                  <a:pt x="1723364" y="152501"/>
                </a:lnTo>
                <a:lnTo>
                  <a:pt x="1723364" y="118973"/>
                </a:lnTo>
                <a:lnTo>
                  <a:pt x="1723364" y="94589"/>
                </a:lnTo>
                <a:lnTo>
                  <a:pt x="1691259" y="94589"/>
                </a:lnTo>
                <a:lnTo>
                  <a:pt x="1691259" y="118973"/>
                </a:lnTo>
                <a:lnTo>
                  <a:pt x="1691259" y="152501"/>
                </a:lnTo>
                <a:lnTo>
                  <a:pt x="1579918" y="152501"/>
                </a:lnTo>
                <a:lnTo>
                  <a:pt x="1579918" y="118973"/>
                </a:lnTo>
                <a:lnTo>
                  <a:pt x="1691259" y="118973"/>
                </a:lnTo>
                <a:lnTo>
                  <a:pt x="1691259" y="94589"/>
                </a:lnTo>
                <a:lnTo>
                  <a:pt x="1579918" y="94589"/>
                </a:lnTo>
                <a:lnTo>
                  <a:pt x="1579918" y="65633"/>
                </a:lnTo>
                <a:lnTo>
                  <a:pt x="1776704" y="65633"/>
                </a:lnTo>
                <a:lnTo>
                  <a:pt x="1776704" y="38100"/>
                </a:lnTo>
                <a:lnTo>
                  <a:pt x="1579918" y="38100"/>
                </a:lnTo>
                <a:lnTo>
                  <a:pt x="1579918" y="3048"/>
                </a:lnTo>
                <a:lnTo>
                  <a:pt x="1547914" y="3048"/>
                </a:lnTo>
                <a:lnTo>
                  <a:pt x="1547914" y="38100"/>
                </a:lnTo>
                <a:lnTo>
                  <a:pt x="1351216" y="38100"/>
                </a:lnTo>
                <a:lnTo>
                  <a:pt x="1351216" y="65633"/>
                </a:lnTo>
                <a:lnTo>
                  <a:pt x="1547914" y="65633"/>
                </a:lnTo>
                <a:lnTo>
                  <a:pt x="1547914" y="94589"/>
                </a:lnTo>
                <a:lnTo>
                  <a:pt x="1547914" y="118973"/>
                </a:lnTo>
                <a:lnTo>
                  <a:pt x="1547914" y="152501"/>
                </a:lnTo>
                <a:lnTo>
                  <a:pt x="1436560" y="152501"/>
                </a:lnTo>
                <a:lnTo>
                  <a:pt x="1436560" y="118973"/>
                </a:lnTo>
                <a:lnTo>
                  <a:pt x="1547914" y="118973"/>
                </a:lnTo>
                <a:lnTo>
                  <a:pt x="1547914" y="94589"/>
                </a:lnTo>
                <a:lnTo>
                  <a:pt x="1406080" y="94589"/>
                </a:lnTo>
                <a:lnTo>
                  <a:pt x="1406080" y="187642"/>
                </a:lnTo>
                <a:lnTo>
                  <a:pt x="1436560" y="187642"/>
                </a:lnTo>
                <a:lnTo>
                  <a:pt x="1436560" y="176974"/>
                </a:lnTo>
                <a:lnTo>
                  <a:pt x="1547914" y="176974"/>
                </a:lnTo>
                <a:lnTo>
                  <a:pt x="1547914" y="205930"/>
                </a:lnTo>
                <a:lnTo>
                  <a:pt x="1378648" y="205930"/>
                </a:lnTo>
                <a:lnTo>
                  <a:pt x="1378648" y="233362"/>
                </a:lnTo>
                <a:lnTo>
                  <a:pt x="1547914" y="233362"/>
                </a:lnTo>
                <a:lnTo>
                  <a:pt x="1547914" y="265468"/>
                </a:lnTo>
                <a:lnTo>
                  <a:pt x="1349692" y="265468"/>
                </a:lnTo>
                <a:lnTo>
                  <a:pt x="1349692" y="292900"/>
                </a:lnTo>
                <a:lnTo>
                  <a:pt x="1547914" y="292900"/>
                </a:lnTo>
                <a:lnTo>
                  <a:pt x="1547914" y="324904"/>
                </a:lnTo>
                <a:lnTo>
                  <a:pt x="1377124" y="324904"/>
                </a:lnTo>
                <a:lnTo>
                  <a:pt x="1377124" y="352336"/>
                </a:lnTo>
                <a:lnTo>
                  <a:pt x="1547914" y="352336"/>
                </a:lnTo>
                <a:lnTo>
                  <a:pt x="1547914" y="370725"/>
                </a:lnTo>
                <a:lnTo>
                  <a:pt x="1546428" y="382727"/>
                </a:lnTo>
                <a:lnTo>
                  <a:pt x="1541818" y="391299"/>
                </a:lnTo>
                <a:lnTo>
                  <a:pt x="1533766" y="396443"/>
                </a:lnTo>
                <a:lnTo>
                  <a:pt x="1522006" y="398157"/>
                </a:lnTo>
                <a:lnTo>
                  <a:pt x="1508620" y="397865"/>
                </a:lnTo>
                <a:lnTo>
                  <a:pt x="1493812" y="397014"/>
                </a:lnTo>
                <a:lnTo>
                  <a:pt x="1477848" y="395579"/>
                </a:lnTo>
                <a:lnTo>
                  <a:pt x="1461046" y="393585"/>
                </a:lnTo>
                <a:lnTo>
                  <a:pt x="1463065" y="403580"/>
                </a:lnTo>
                <a:lnTo>
                  <a:pt x="1464665" y="413016"/>
                </a:lnTo>
                <a:lnTo>
                  <a:pt x="1465973" y="421868"/>
                </a:lnTo>
                <a:lnTo>
                  <a:pt x="1467142" y="430161"/>
                </a:lnTo>
                <a:lnTo>
                  <a:pt x="1529626" y="430161"/>
                </a:lnTo>
                <a:lnTo>
                  <a:pt x="1551622" y="426770"/>
                </a:lnTo>
                <a:lnTo>
                  <a:pt x="1567345" y="416826"/>
                </a:lnTo>
                <a:lnTo>
                  <a:pt x="1576768" y="400583"/>
                </a:lnTo>
                <a:lnTo>
                  <a:pt x="1577111" y="398157"/>
                </a:lnTo>
                <a:lnTo>
                  <a:pt x="1579918" y="378345"/>
                </a:lnTo>
                <a:lnTo>
                  <a:pt x="1579918" y="352336"/>
                </a:lnTo>
                <a:lnTo>
                  <a:pt x="1700403" y="352336"/>
                </a:lnTo>
                <a:lnTo>
                  <a:pt x="1700403" y="372249"/>
                </a:lnTo>
                <a:lnTo>
                  <a:pt x="1732508" y="372249"/>
                </a:lnTo>
                <a:lnTo>
                  <a:pt x="1732508" y="292900"/>
                </a:lnTo>
                <a:lnTo>
                  <a:pt x="1781276" y="292900"/>
                </a:lnTo>
                <a:lnTo>
                  <a:pt x="1781276" y="265468"/>
                </a:lnTo>
                <a:close/>
              </a:path>
              <a:path w="3541395" h="438150">
                <a:moveTo>
                  <a:pt x="1926145" y="16764"/>
                </a:moveTo>
                <a:lnTo>
                  <a:pt x="1891093" y="6096"/>
                </a:lnTo>
                <a:lnTo>
                  <a:pt x="1874799" y="55727"/>
                </a:lnTo>
                <a:lnTo>
                  <a:pt x="1856943" y="102133"/>
                </a:lnTo>
                <a:lnTo>
                  <a:pt x="1837486" y="145389"/>
                </a:lnTo>
                <a:lnTo>
                  <a:pt x="1816341" y="185547"/>
                </a:lnTo>
                <a:lnTo>
                  <a:pt x="1793455" y="222694"/>
                </a:lnTo>
                <a:lnTo>
                  <a:pt x="1797773" y="232727"/>
                </a:lnTo>
                <a:lnTo>
                  <a:pt x="1801647" y="242328"/>
                </a:lnTo>
                <a:lnTo>
                  <a:pt x="1805254" y="251675"/>
                </a:lnTo>
                <a:lnTo>
                  <a:pt x="1808695" y="260896"/>
                </a:lnTo>
                <a:lnTo>
                  <a:pt x="1821230" y="243382"/>
                </a:lnTo>
                <a:lnTo>
                  <a:pt x="1833460" y="225183"/>
                </a:lnTo>
                <a:lnTo>
                  <a:pt x="1845132" y="206146"/>
                </a:lnTo>
                <a:lnTo>
                  <a:pt x="1855939" y="186118"/>
                </a:lnTo>
                <a:lnTo>
                  <a:pt x="1855939" y="434733"/>
                </a:lnTo>
                <a:lnTo>
                  <a:pt x="1891093" y="434733"/>
                </a:lnTo>
                <a:lnTo>
                  <a:pt x="1891093" y="186118"/>
                </a:lnTo>
                <a:lnTo>
                  <a:pt x="1891093" y="112877"/>
                </a:lnTo>
                <a:lnTo>
                  <a:pt x="1900212" y="90576"/>
                </a:lnTo>
                <a:lnTo>
                  <a:pt x="1909191" y="67106"/>
                </a:lnTo>
                <a:lnTo>
                  <a:pt x="1917877" y="42506"/>
                </a:lnTo>
                <a:lnTo>
                  <a:pt x="1926145" y="16764"/>
                </a:lnTo>
                <a:close/>
              </a:path>
              <a:path w="3541395" h="438150">
                <a:moveTo>
                  <a:pt x="2231136" y="250126"/>
                </a:moveTo>
                <a:lnTo>
                  <a:pt x="2112175" y="250126"/>
                </a:lnTo>
                <a:lnTo>
                  <a:pt x="2112175" y="138785"/>
                </a:lnTo>
                <a:lnTo>
                  <a:pt x="2217420" y="138785"/>
                </a:lnTo>
                <a:lnTo>
                  <a:pt x="2217420" y="108305"/>
                </a:lnTo>
                <a:lnTo>
                  <a:pt x="2112175" y="108305"/>
                </a:lnTo>
                <a:lnTo>
                  <a:pt x="2112175" y="6096"/>
                </a:lnTo>
                <a:lnTo>
                  <a:pt x="2077123" y="6096"/>
                </a:lnTo>
                <a:lnTo>
                  <a:pt x="2077123" y="108305"/>
                </a:lnTo>
                <a:lnTo>
                  <a:pt x="2003971" y="108305"/>
                </a:lnTo>
                <a:lnTo>
                  <a:pt x="2009394" y="93395"/>
                </a:lnTo>
                <a:lnTo>
                  <a:pt x="2014258" y="78193"/>
                </a:lnTo>
                <a:lnTo>
                  <a:pt x="2018538" y="62407"/>
                </a:lnTo>
                <a:lnTo>
                  <a:pt x="2022259" y="45720"/>
                </a:lnTo>
                <a:lnTo>
                  <a:pt x="1987105" y="36576"/>
                </a:lnTo>
                <a:lnTo>
                  <a:pt x="1975650" y="80340"/>
                </a:lnTo>
                <a:lnTo>
                  <a:pt x="1961769" y="122212"/>
                </a:lnTo>
                <a:lnTo>
                  <a:pt x="1945309" y="162090"/>
                </a:lnTo>
                <a:lnTo>
                  <a:pt x="1926145" y="199834"/>
                </a:lnTo>
                <a:lnTo>
                  <a:pt x="1933879" y="205549"/>
                </a:lnTo>
                <a:lnTo>
                  <a:pt x="1941195" y="211264"/>
                </a:lnTo>
                <a:lnTo>
                  <a:pt x="1948218" y="216979"/>
                </a:lnTo>
                <a:lnTo>
                  <a:pt x="1955101" y="222694"/>
                </a:lnTo>
                <a:lnTo>
                  <a:pt x="1965121" y="203606"/>
                </a:lnTo>
                <a:lnTo>
                  <a:pt x="1974723" y="183070"/>
                </a:lnTo>
                <a:lnTo>
                  <a:pt x="1984032" y="161366"/>
                </a:lnTo>
                <a:lnTo>
                  <a:pt x="1993201" y="138785"/>
                </a:lnTo>
                <a:lnTo>
                  <a:pt x="2077123" y="138785"/>
                </a:lnTo>
                <a:lnTo>
                  <a:pt x="2077123" y="250126"/>
                </a:lnTo>
                <a:lnTo>
                  <a:pt x="1924621" y="250126"/>
                </a:lnTo>
                <a:lnTo>
                  <a:pt x="1924621" y="280708"/>
                </a:lnTo>
                <a:lnTo>
                  <a:pt x="2077123" y="280708"/>
                </a:lnTo>
                <a:lnTo>
                  <a:pt x="2077123" y="433209"/>
                </a:lnTo>
                <a:lnTo>
                  <a:pt x="2112175" y="433209"/>
                </a:lnTo>
                <a:lnTo>
                  <a:pt x="2112175" y="280708"/>
                </a:lnTo>
                <a:lnTo>
                  <a:pt x="2231136" y="280708"/>
                </a:lnTo>
                <a:lnTo>
                  <a:pt x="2231136" y="250126"/>
                </a:lnTo>
                <a:close/>
              </a:path>
              <a:path w="3541395" h="438150">
                <a:moveTo>
                  <a:pt x="2371433" y="62585"/>
                </a:moveTo>
                <a:lnTo>
                  <a:pt x="2340953" y="62585"/>
                </a:lnTo>
                <a:lnTo>
                  <a:pt x="2340953" y="93065"/>
                </a:lnTo>
                <a:lnTo>
                  <a:pt x="2340953" y="302044"/>
                </a:lnTo>
                <a:lnTo>
                  <a:pt x="2296757" y="302044"/>
                </a:lnTo>
                <a:lnTo>
                  <a:pt x="2296757" y="93065"/>
                </a:lnTo>
                <a:lnTo>
                  <a:pt x="2340953" y="93065"/>
                </a:lnTo>
                <a:lnTo>
                  <a:pt x="2340953" y="62585"/>
                </a:lnTo>
                <a:lnTo>
                  <a:pt x="2266188" y="62585"/>
                </a:lnTo>
                <a:lnTo>
                  <a:pt x="2266188" y="372249"/>
                </a:lnTo>
                <a:lnTo>
                  <a:pt x="2296757" y="372249"/>
                </a:lnTo>
                <a:lnTo>
                  <a:pt x="2296757" y="332524"/>
                </a:lnTo>
                <a:lnTo>
                  <a:pt x="2340953" y="332524"/>
                </a:lnTo>
                <a:lnTo>
                  <a:pt x="2340953" y="364629"/>
                </a:lnTo>
                <a:lnTo>
                  <a:pt x="2371433" y="364629"/>
                </a:lnTo>
                <a:lnTo>
                  <a:pt x="2371433" y="332524"/>
                </a:lnTo>
                <a:lnTo>
                  <a:pt x="2371433" y="302044"/>
                </a:lnTo>
                <a:lnTo>
                  <a:pt x="2371433" y="93065"/>
                </a:lnTo>
                <a:lnTo>
                  <a:pt x="2371433" y="62585"/>
                </a:lnTo>
                <a:close/>
              </a:path>
              <a:path w="3541395" h="438150">
                <a:moveTo>
                  <a:pt x="2584996" y="152501"/>
                </a:moveTo>
                <a:lnTo>
                  <a:pt x="2556040" y="152501"/>
                </a:lnTo>
                <a:lnTo>
                  <a:pt x="2556040" y="180035"/>
                </a:lnTo>
                <a:lnTo>
                  <a:pt x="2556040" y="297472"/>
                </a:lnTo>
                <a:lnTo>
                  <a:pt x="2499550" y="297472"/>
                </a:lnTo>
                <a:lnTo>
                  <a:pt x="2499550" y="180035"/>
                </a:lnTo>
                <a:lnTo>
                  <a:pt x="2556040" y="180035"/>
                </a:lnTo>
                <a:lnTo>
                  <a:pt x="2556040" y="152501"/>
                </a:lnTo>
                <a:lnTo>
                  <a:pt x="2470594" y="152501"/>
                </a:lnTo>
                <a:lnTo>
                  <a:pt x="2470594" y="344716"/>
                </a:lnTo>
                <a:lnTo>
                  <a:pt x="2499550" y="344716"/>
                </a:lnTo>
                <a:lnTo>
                  <a:pt x="2499550" y="324904"/>
                </a:lnTo>
                <a:lnTo>
                  <a:pt x="2584996" y="324904"/>
                </a:lnTo>
                <a:lnTo>
                  <a:pt x="2584996" y="297472"/>
                </a:lnTo>
                <a:lnTo>
                  <a:pt x="2584996" y="180035"/>
                </a:lnTo>
                <a:lnTo>
                  <a:pt x="2584996" y="152501"/>
                </a:lnTo>
                <a:close/>
              </a:path>
              <a:path w="3541395" h="438150">
                <a:moveTo>
                  <a:pt x="2649004" y="65633"/>
                </a:moveTo>
                <a:lnTo>
                  <a:pt x="2519362" y="65633"/>
                </a:lnTo>
                <a:lnTo>
                  <a:pt x="2525052" y="52743"/>
                </a:lnTo>
                <a:lnTo>
                  <a:pt x="2530602" y="39446"/>
                </a:lnTo>
                <a:lnTo>
                  <a:pt x="2535859" y="25895"/>
                </a:lnTo>
                <a:lnTo>
                  <a:pt x="2540698" y="12192"/>
                </a:lnTo>
                <a:lnTo>
                  <a:pt x="2505646" y="4572"/>
                </a:lnTo>
                <a:lnTo>
                  <a:pt x="2500807" y="19456"/>
                </a:lnTo>
                <a:lnTo>
                  <a:pt x="2495550" y="34493"/>
                </a:lnTo>
                <a:lnTo>
                  <a:pt x="2484310" y="65633"/>
                </a:lnTo>
                <a:lnTo>
                  <a:pt x="2406497" y="65633"/>
                </a:lnTo>
                <a:lnTo>
                  <a:pt x="2406497" y="437781"/>
                </a:lnTo>
                <a:lnTo>
                  <a:pt x="2437066" y="437781"/>
                </a:lnTo>
                <a:lnTo>
                  <a:pt x="2437066" y="96113"/>
                </a:lnTo>
                <a:lnTo>
                  <a:pt x="2618524" y="96113"/>
                </a:lnTo>
                <a:lnTo>
                  <a:pt x="2618524" y="372249"/>
                </a:lnTo>
                <a:lnTo>
                  <a:pt x="2617063" y="384251"/>
                </a:lnTo>
                <a:lnTo>
                  <a:pt x="2612618" y="392823"/>
                </a:lnTo>
                <a:lnTo>
                  <a:pt x="2605011" y="397967"/>
                </a:lnTo>
                <a:lnTo>
                  <a:pt x="2594140" y="399681"/>
                </a:lnTo>
                <a:lnTo>
                  <a:pt x="2582392" y="399415"/>
                </a:lnTo>
                <a:lnTo>
                  <a:pt x="2569934" y="398729"/>
                </a:lnTo>
                <a:lnTo>
                  <a:pt x="2542222" y="396633"/>
                </a:lnTo>
                <a:lnTo>
                  <a:pt x="2544241" y="405752"/>
                </a:lnTo>
                <a:lnTo>
                  <a:pt x="2545842" y="414731"/>
                </a:lnTo>
                <a:lnTo>
                  <a:pt x="2547150" y="423418"/>
                </a:lnTo>
                <a:lnTo>
                  <a:pt x="2548318" y="431685"/>
                </a:lnTo>
                <a:lnTo>
                  <a:pt x="2603284" y="431685"/>
                </a:lnTo>
                <a:lnTo>
                  <a:pt x="2623286" y="427685"/>
                </a:lnTo>
                <a:lnTo>
                  <a:pt x="2637574" y="417969"/>
                </a:lnTo>
                <a:lnTo>
                  <a:pt x="2646146" y="402539"/>
                </a:lnTo>
                <a:lnTo>
                  <a:pt x="2646527" y="399681"/>
                </a:lnTo>
                <a:lnTo>
                  <a:pt x="2649004" y="381393"/>
                </a:lnTo>
                <a:lnTo>
                  <a:pt x="2649004" y="96113"/>
                </a:lnTo>
                <a:lnTo>
                  <a:pt x="2649004" y="65633"/>
                </a:lnTo>
                <a:close/>
              </a:path>
              <a:path w="3541395" h="438150">
                <a:moveTo>
                  <a:pt x="2883878" y="329476"/>
                </a:moveTo>
                <a:lnTo>
                  <a:pt x="2871051" y="281457"/>
                </a:lnTo>
                <a:lnTo>
                  <a:pt x="2857779" y="235686"/>
                </a:lnTo>
                <a:lnTo>
                  <a:pt x="2844190" y="192201"/>
                </a:lnTo>
                <a:lnTo>
                  <a:pt x="2830449" y="150977"/>
                </a:lnTo>
                <a:lnTo>
                  <a:pt x="2798445" y="161747"/>
                </a:lnTo>
                <a:lnTo>
                  <a:pt x="2811843" y="208076"/>
                </a:lnTo>
                <a:lnTo>
                  <a:pt x="2824403" y="253415"/>
                </a:lnTo>
                <a:lnTo>
                  <a:pt x="2835821" y="297903"/>
                </a:lnTo>
                <a:lnTo>
                  <a:pt x="2845778" y="341668"/>
                </a:lnTo>
                <a:lnTo>
                  <a:pt x="2883878" y="329476"/>
                </a:lnTo>
                <a:close/>
              </a:path>
              <a:path w="3541395" h="438150">
                <a:moveTo>
                  <a:pt x="2976943" y="308140"/>
                </a:moveTo>
                <a:lnTo>
                  <a:pt x="2968345" y="260096"/>
                </a:lnTo>
                <a:lnTo>
                  <a:pt x="2958757" y="214515"/>
                </a:lnTo>
                <a:lnTo>
                  <a:pt x="2948343" y="171488"/>
                </a:lnTo>
                <a:lnTo>
                  <a:pt x="2937230" y="131165"/>
                </a:lnTo>
                <a:lnTo>
                  <a:pt x="2903702" y="140309"/>
                </a:lnTo>
                <a:lnTo>
                  <a:pt x="2914535" y="185559"/>
                </a:lnTo>
                <a:lnTo>
                  <a:pt x="2924086" y="229946"/>
                </a:lnTo>
                <a:lnTo>
                  <a:pt x="2932201" y="273748"/>
                </a:lnTo>
                <a:lnTo>
                  <a:pt x="2938754" y="317284"/>
                </a:lnTo>
                <a:lnTo>
                  <a:pt x="2976943" y="308140"/>
                </a:lnTo>
                <a:close/>
              </a:path>
              <a:path w="3541395" h="438150">
                <a:moveTo>
                  <a:pt x="3118777" y="64109"/>
                </a:moveTo>
                <a:lnTo>
                  <a:pt x="2940278" y="64109"/>
                </a:lnTo>
                <a:lnTo>
                  <a:pt x="2961614" y="51828"/>
                </a:lnTo>
                <a:lnTo>
                  <a:pt x="2953321" y="38150"/>
                </a:lnTo>
                <a:lnTo>
                  <a:pt x="2944469" y="24777"/>
                </a:lnTo>
                <a:lnTo>
                  <a:pt x="2935033" y="11963"/>
                </a:lnTo>
                <a:lnTo>
                  <a:pt x="2925038" y="0"/>
                </a:lnTo>
                <a:lnTo>
                  <a:pt x="2893034" y="16764"/>
                </a:lnTo>
                <a:lnTo>
                  <a:pt x="2901886" y="28435"/>
                </a:lnTo>
                <a:lnTo>
                  <a:pt x="2910179" y="40398"/>
                </a:lnTo>
                <a:lnTo>
                  <a:pt x="2917888" y="52387"/>
                </a:lnTo>
                <a:lnTo>
                  <a:pt x="2925038" y="64109"/>
                </a:lnTo>
                <a:lnTo>
                  <a:pt x="2740533" y="64109"/>
                </a:lnTo>
                <a:lnTo>
                  <a:pt x="2740418" y="208076"/>
                </a:lnTo>
                <a:lnTo>
                  <a:pt x="2737129" y="271703"/>
                </a:lnTo>
                <a:lnTo>
                  <a:pt x="2726994" y="327037"/>
                </a:lnTo>
                <a:lnTo>
                  <a:pt x="2710269" y="371779"/>
                </a:lnTo>
                <a:lnTo>
                  <a:pt x="2687091" y="405777"/>
                </a:lnTo>
                <a:lnTo>
                  <a:pt x="2694635" y="413753"/>
                </a:lnTo>
                <a:lnTo>
                  <a:pt x="2701277" y="421589"/>
                </a:lnTo>
                <a:lnTo>
                  <a:pt x="2707335" y="429133"/>
                </a:lnTo>
                <a:lnTo>
                  <a:pt x="2713101" y="436257"/>
                </a:lnTo>
                <a:lnTo>
                  <a:pt x="2736138" y="402780"/>
                </a:lnTo>
                <a:lnTo>
                  <a:pt x="2754071" y="362788"/>
                </a:lnTo>
                <a:lnTo>
                  <a:pt x="2766872" y="316344"/>
                </a:lnTo>
                <a:lnTo>
                  <a:pt x="2774543" y="263525"/>
                </a:lnTo>
                <a:lnTo>
                  <a:pt x="2777045" y="205943"/>
                </a:lnTo>
                <a:lnTo>
                  <a:pt x="2777109" y="97637"/>
                </a:lnTo>
                <a:lnTo>
                  <a:pt x="3118777" y="97637"/>
                </a:lnTo>
                <a:lnTo>
                  <a:pt x="3118777" y="64109"/>
                </a:lnTo>
                <a:close/>
              </a:path>
              <a:path w="3541395" h="438150">
                <a:moveTo>
                  <a:pt x="3123349" y="378345"/>
                </a:moveTo>
                <a:lnTo>
                  <a:pt x="3015043" y="378345"/>
                </a:lnTo>
                <a:lnTo>
                  <a:pt x="3028200" y="342074"/>
                </a:lnTo>
                <a:lnTo>
                  <a:pt x="3042018" y="301053"/>
                </a:lnTo>
                <a:lnTo>
                  <a:pt x="3056407" y="255270"/>
                </a:lnTo>
                <a:lnTo>
                  <a:pt x="3071317" y="204736"/>
                </a:lnTo>
                <a:lnTo>
                  <a:pt x="3086671" y="149453"/>
                </a:lnTo>
                <a:lnTo>
                  <a:pt x="3048571" y="138785"/>
                </a:lnTo>
                <a:lnTo>
                  <a:pt x="3033953" y="196646"/>
                </a:lnTo>
                <a:lnTo>
                  <a:pt x="3019412" y="249453"/>
                </a:lnTo>
                <a:lnTo>
                  <a:pt x="3005010" y="297294"/>
                </a:lnTo>
                <a:lnTo>
                  <a:pt x="2990824" y="340233"/>
                </a:lnTo>
                <a:lnTo>
                  <a:pt x="2976943" y="378345"/>
                </a:lnTo>
                <a:lnTo>
                  <a:pt x="2774061" y="378345"/>
                </a:lnTo>
                <a:lnTo>
                  <a:pt x="2774061" y="410349"/>
                </a:lnTo>
                <a:lnTo>
                  <a:pt x="3123349" y="410349"/>
                </a:lnTo>
                <a:lnTo>
                  <a:pt x="3123349" y="378345"/>
                </a:lnTo>
                <a:close/>
              </a:path>
              <a:path w="3541395" h="438150">
                <a:moveTo>
                  <a:pt x="3414623" y="160210"/>
                </a:moveTo>
                <a:lnTo>
                  <a:pt x="3380994" y="160210"/>
                </a:lnTo>
                <a:lnTo>
                  <a:pt x="3380994" y="190703"/>
                </a:lnTo>
                <a:lnTo>
                  <a:pt x="3380994" y="291376"/>
                </a:lnTo>
                <a:lnTo>
                  <a:pt x="3245269" y="291376"/>
                </a:lnTo>
                <a:lnTo>
                  <a:pt x="3245269" y="190703"/>
                </a:lnTo>
                <a:lnTo>
                  <a:pt x="3380994" y="190703"/>
                </a:lnTo>
                <a:lnTo>
                  <a:pt x="3380994" y="160210"/>
                </a:lnTo>
                <a:lnTo>
                  <a:pt x="3211728" y="160210"/>
                </a:lnTo>
                <a:lnTo>
                  <a:pt x="3211728" y="352336"/>
                </a:lnTo>
                <a:lnTo>
                  <a:pt x="3245269" y="352336"/>
                </a:lnTo>
                <a:lnTo>
                  <a:pt x="3245269" y="323380"/>
                </a:lnTo>
                <a:lnTo>
                  <a:pt x="3414623" y="323380"/>
                </a:lnTo>
                <a:lnTo>
                  <a:pt x="3414623" y="291376"/>
                </a:lnTo>
                <a:lnTo>
                  <a:pt x="3414623" y="190703"/>
                </a:lnTo>
                <a:lnTo>
                  <a:pt x="3414623" y="160210"/>
                </a:lnTo>
                <a:close/>
              </a:path>
              <a:path w="3541395" h="438150">
                <a:moveTo>
                  <a:pt x="3541204" y="65633"/>
                </a:moveTo>
                <a:lnTo>
                  <a:pt x="3266694" y="65633"/>
                </a:lnTo>
                <a:lnTo>
                  <a:pt x="3272650" y="52743"/>
                </a:lnTo>
                <a:lnTo>
                  <a:pt x="3278886" y="39446"/>
                </a:lnTo>
                <a:lnTo>
                  <a:pt x="3285121" y="25895"/>
                </a:lnTo>
                <a:lnTo>
                  <a:pt x="3291078" y="12192"/>
                </a:lnTo>
                <a:lnTo>
                  <a:pt x="3254502" y="1524"/>
                </a:lnTo>
                <a:lnTo>
                  <a:pt x="3231896" y="51308"/>
                </a:lnTo>
                <a:lnTo>
                  <a:pt x="3205454" y="97637"/>
                </a:lnTo>
                <a:lnTo>
                  <a:pt x="3175330" y="140538"/>
                </a:lnTo>
                <a:lnTo>
                  <a:pt x="3141624" y="180035"/>
                </a:lnTo>
                <a:lnTo>
                  <a:pt x="3149346" y="187769"/>
                </a:lnTo>
                <a:lnTo>
                  <a:pt x="3156483" y="195084"/>
                </a:lnTo>
                <a:lnTo>
                  <a:pt x="3163062" y="202107"/>
                </a:lnTo>
                <a:lnTo>
                  <a:pt x="3169056" y="208991"/>
                </a:lnTo>
                <a:lnTo>
                  <a:pt x="3191091" y="183248"/>
                </a:lnTo>
                <a:lnTo>
                  <a:pt x="3211550" y="156362"/>
                </a:lnTo>
                <a:lnTo>
                  <a:pt x="3230613" y="128320"/>
                </a:lnTo>
                <a:lnTo>
                  <a:pt x="3248406" y="99161"/>
                </a:lnTo>
                <a:lnTo>
                  <a:pt x="3503015" y="99161"/>
                </a:lnTo>
                <a:lnTo>
                  <a:pt x="3502723" y="149821"/>
                </a:lnTo>
                <a:lnTo>
                  <a:pt x="3501885" y="202107"/>
                </a:lnTo>
                <a:lnTo>
                  <a:pt x="3500437" y="260248"/>
                </a:lnTo>
                <a:lnTo>
                  <a:pt x="3498443" y="320332"/>
                </a:lnTo>
                <a:lnTo>
                  <a:pt x="3489223" y="367995"/>
                </a:lnTo>
                <a:lnTo>
                  <a:pt x="3453193" y="389674"/>
                </a:lnTo>
                <a:lnTo>
                  <a:pt x="3437483" y="390537"/>
                </a:lnTo>
                <a:lnTo>
                  <a:pt x="3416033" y="390245"/>
                </a:lnTo>
                <a:lnTo>
                  <a:pt x="3392855" y="389394"/>
                </a:lnTo>
                <a:lnTo>
                  <a:pt x="3367963" y="387959"/>
                </a:lnTo>
                <a:lnTo>
                  <a:pt x="3341370" y="385965"/>
                </a:lnTo>
                <a:lnTo>
                  <a:pt x="3345751" y="407492"/>
                </a:lnTo>
                <a:lnTo>
                  <a:pt x="3347580" y="417029"/>
                </a:lnTo>
                <a:lnTo>
                  <a:pt x="3348990" y="425589"/>
                </a:lnTo>
                <a:lnTo>
                  <a:pt x="3377069" y="426466"/>
                </a:lnTo>
                <a:lnTo>
                  <a:pt x="3401847" y="426923"/>
                </a:lnTo>
                <a:lnTo>
                  <a:pt x="3442055" y="427113"/>
                </a:lnTo>
                <a:lnTo>
                  <a:pt x="3466122" y="425411"/>
                </a:lnTo>
                <a:lnTo>
                  <a:pt x="3486061" y="420446"/>
                </a:lnTo>
                <a:lnTo>
                  <a:pt x="3502266" y="412318"/>
                </a:lnTo>
                <a:lnTo>
                  <a:pt x="3515207" y="401205"/>
                </a:lnTo>
                <a:lnTo>
                  <a:pt x="3521608" y="390537"/>
                </a:lnTo>
                <a:lnTo>
                  <a:pt x="3523284" y="387756"/>
                </a:lnTo>
                <a:lnTo>
                  <a:pt x="3529190" y="370293"/>
                </a:lnTo>
                <a:lnTo>
                  <a:pt x="3533089" y="348830"/>
                </a:lnTo>
                <a:lnTo>
                  <a:pt x="3535108" y="323380"/>
                </a:lnTo>
                <a:lnTo>
                  <a:pt x="3536175" y="277241"/>
                </a:lnTo>
                <a:lnTo>
                  <a:pt x="3538359" y="195084"/>
                </a:lnTo>
                <a:lnTo>
                  <a:pt x="3540137" y="122745"/>
                </a:lnTo>
                <a:lnTo>
                  <a:pt x="3540569" y="99161"/>
                </a:lnTo>
                <a:lnTo>
                  <a:pt x="3541204" y="656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6231153" y="3729608"/>
            <a:ext cx="1779905" cy="436245"/>
          </a:xfrm>
          <a:custGeom>
            <a:avLst/>
            <a:gdLst/>
            <a:ahLst/>
            <a:cxnLst/>
            <a:rect l="l" t="t" r="r" b="b"/>
            <a:pathLst>
              <a:path w="1779904" h="436245">
                <a:moveTo>
                  <a:pt x="161632" y="228803"/>
                </a:moveTo>
                <a:lnTo>
                  <a:pt x="122199" y="190652"/>
                </a:lnTo>
                <a:lnTo>
                  <a:pt x="106768" y="176974"/>
                </a:lnTo>
                <a:lnTo>
                  <a:pt x="94576" y="189166"/>
                </a:lnTo>
                <a:lnTo>
                  <a:pt x="94576" y="125069"/>
                </a:lnTo>
                <a:lnTo>
                  <a:pt x="152488" y="125069"/>
                </a:lnTo>
                <a:lnTo>
                  <a:pt x="152488" y="94589"/>
                </a:lnTo>
                <a:lnTo>
                  <a:pt x="94576" y="94589"/>
                </a:lnTo>
                <a:lnTo>
                  <a:pt x="94576" y="7620"/>
                </a:lnTo>
                <a:lnTo>
                  <a:pt x="64008" y="7620"/>
                </a:lnTo>
                <a:lnTo>
                  <a:pt x="64008" y="94589"/>
                </a:lnTo>
                <a:lnTo>
                  <a:pt x="3048" y="94589"/>
                </a:lnTo>
                <a:lnTo>
                  <a:pt x="3048" y="125069"/>
                </a:lnTo>
                <a:lnTo>
                  <a:pt x="64008" y="125069"/>
                </a:lnTo>
                <a:lnTo>
                  <a:pt x="53149" y="165696"/>
                </a:lnTo>
                <a:lnTo>
                  <a:pt x="38862" y="205168"/>
                </a:lnTo>
                <a:lnTo>
                  <a:pt x="21145" y="243509"/>
                </a:lnTo>
                <a:lnTo>
                  <a:pt x="0" y="280708"/>
                </a:lnTo>
                <a:lnTo>
                  <a:pt x="4279" y="290093"/>
                </a:lnTo>
                <a:lnTo>
                  <a:pt x="8001" y="299758"/>
                </a:lnTo>
                <a:lnTo>
                  <a:pt x="11137" y="309422"/>
                </a:lnTo>
                <a:lnTo>
                  <a:pt x="13716" y="318808"/>
                </a:lnTo>
                <a:lnTo>
                  <a:pt x="28003" y="294741"/>
                </a:lnTo>
                <a:lnTo>
                  <a:pt x="41148" y="268084"/>
                </a:lnTo>
                <a:lnTo>
                  <a:pt x="53149" y="238569"/>
                </a:lnTo>
                <a:lnTo>
                  <a:pt x="64008" y="205930"/>
                </a:lnTo>
                <a:lnTo>
                  <a:pt x="64008" y="433209"/>
                </a:lnTo>
                <a:lnTo>
                  <a:pt x="94576" y="433209"/>
                </a:lnTo>
                <a:lnTo>
                  <a:pt x="94576" y="205930"/>
                </a:lnTo>
                <a:lnTo>
                  <a:pt x="94576" y="204406"/>
                </a:lnTo>
                <a:lnTo>
                  <a:pt x="119532" y="231089"/>
                </a:lnTo>
                <a:lnTo>
                  <a:pt x="129895" y="242519"/>
                </a:lnTo>
                <a:lnTo>
                  <a:pt x="138772" y="253187"/>
                </a:lnTo>
                <a:lnTo>
                  <a:pt x="161632" y="228803"/>
                </a:lnTo>
                <a:close/>
              </a:path>
              <a:path w="1779904" h="436245">
                <a:moveTo>
                  <a:pt x="434632" y="35052"/>
                </a:moveTo>
                <a:lnTo>
                  <a:pt x="154012" y="35052"/>
                </a:lnTo>
                <a:lnTo>
                  <a:pt x="154012" y="65633"/>
                </a:lnTo>
                <a:lnTo>
                  <a:pt x="279082" y="65633"/>
                </a:lnTo>
                <a:lnTo>
                  <a:pt x="278206" y="84251"/>
                </a:lnTo>
                <a:lnTo>
                  <a:pt x="277749" y="101447"/>
                </a:lnTo>
                <a:lnTo>
                  <a:pt x="277596" y="116420"/>
                </a:lnTo>
                <a:lnTo>
                  <a:pt x="277558" y="132689"/>
                </a:lnTo>
                <a:lnTo>
                  <a:pt x="276034" y="132689"/>
                </a:lnTo>
                <a:lnTo>
                  <a:pt x="276034" y="160210"/>
                </a:lnTo>
                <a:lnTo>
                  <a:pt x="268681" y="205689"/>
                </a:lnTo>
                <a:lnTo>
                  <a:pt x="253733" y="246176"/>
                </a:lnTo>
                <a:lnTo>
                  <a:pt x="231635" y="281813"/>
                </a:lnTo>
                <a:lnTo>
                  <a:pt x="202780" y="312712"/>
                </a:lnTo>
                <a:lnTo>
                  <a:pt x="202780" y="160210"/>
                </a:lnTo>
                <a:lnTo>
                  <a:pt x="276034" y="160210"/>
                </a:lnTo>
                <a:lnTo>
                  <a:pt x="276034" y="132689"/>
                </a:lnTo>
                <a:lnTo>
                  <a:pt x="169252" y="132689"/>
                </a:lnTo>
                <a:lnTo>
                  <a:pt x="169252" y="433209"/>
                </a:lnTo>
                <a:lnTo>
                  <a:pt x="202780" y="433209"/>
                </a:lnTo>
                <a:lnTo>
                  <a:pt x="202780" y="324904"/>
                </a:lnTo>
                <a:lnTo>
                  <a:pt x="207124" y="330593"/>
                </a:lnTo>
                <a:lnTo>
                  <a:pt x="211175" y="336143"/>
                </a:lnTo>
                <a:lnTo>
                  <a:pt x="215252" y="341401"/>
                </a:lnTo>
                <a:lnTo>
                  <a:pt x="219646" y="346240"/>
                </a:lnTo>
                <a:lnTo>
                  <a:pt x="240931" y="324904"/>
                </a:lnTo>
                <a:lnTo>
                  <a:pt x="243078" y="322757"/>
                </a:lnTo>
                <a:lnTo>
                  <a:pt x="251142" y="312712"/>
                </a:lnTo>
                <a:lnTo>
                  <a:pt x="263080" y="297840"/>
                </a:lnTo>
                <a:lnTo>
                  <a:pt x="279654" y="271195"/>
                </a:lnTo>
                <a:lnTo>
                  <a:pt x="292798" y="242519"/>
                </a:lnTo>
                <a:lnTo>
                  <a:pt x="311632" y="265112"/>
                </a:lnTo>
                <a:lnTo>
                  <a:pt x="329196" y="286981"/>
                </a:lnTo>
                <a:lnTo>
                  <a:pt x="345351" y="307975"/>
                </a:lnTo>
                <a:lnTo>
                  <a:pt x="359956" y="327952"/>
                </a:lnTo>
                <a:lnTo>
                  <a:pt x="387388" y="305092"/>
                </a:lnTo>
                <a:lnTo>
                  <a:pt x="387388" y="375297"/>
                </a:lnTo>
                <a:lnTo>
                  <a:pt x="385686" y="385292"/>
                </a:lnTo>
                <a:lnTo>
                  <a:pt x="380720" y="392442"/>
                </a:lnTo>
                <a:lnTo>
                  <a:pt x="372592" y="396722"/>
                </a:lnTo>
                <a:lnTo>
                  <a:pt x="361480" y="398157"/>
                </a:lnTo>
                <a:lnTo>
                  <a:pt x="349986" y="397891"/>
                </a:lnTo>
                <a:lnTo>
                  <a:pt x="336245" y="397205"/>
                </a:lnTo>
                <a:lnTo>
                  <a:pt x="301942" y="395109"/>
                </a:lnTo>
                <a:lnTo>
                  <a:pt x="306324" y="412254"/>
                </a:lnTo>
                <a:lnTo>
                  <a:pt x="308152" y="419963"/>
                </a:lnTo>
                <a:lnTo>
                  <a:pt x="309562" y="427113"/>
                </a:lnTo>
                <a:lnTo>
                  <a:pt x="329031" y="427990"/>
                </a:lnTo>
                <a:lnTo>
                  <a:pt x="346379" y="428447"/>
                </a:lnTo>
                <a:lnTo>
                  <a:pt x="375196" y="428637"/>
                </a:lnTo>
                <a:lnTo>
                  <a:pt x="395198" y="424891"/>
                </a:lnTo>
                <a:lnTo>
                  <a:pt x="409486" y="415874"/>
                </a:lnTo>
                <a:lnTo>
                  <a:pt x="418058" y="401408"/>
                </a:lnTo>
                <a:lnTo>
                  <a:pt x="418515" y="398157"/>
                </a:lnTo>
                <a:lnTo>
                  <a:pt x="420916" y="381393"/>
                </a:lnTo>
                <a:lnTo>
                  <a:pt x="420916" y="305092"/>
                </a:lnTo>
                <a:lnTo>
                  <a:pt x="420916" y="303568"/>
                </a:lnTo>
                <a:lnTo>
                  <a:pt x="420916" y="160210"/>
                </a:lnTo>
                <a:lnTo>
                  <a:pt x="420916" y="132689"/>
                </a:lnTo>
                <a:lnTo>
                  <a:pt x="387388" y="132689"/>
                </a:lnTo>
                <a:lnTo>
                  <a:pt x="387388" y="160210"/>
                </a:lnTo>
                <a:lnTo>
                  <a:pt x="387388" y="303568"/>
                </a:lnTo>
                <a:lnTo>
                  <a:pt x="365887" y="277812"/>
                </a:lnTo>
                <a:lnTo>
                  <a:pt x="344779" y="253187"/>
                </a:lnTo>
                <a:lnTo>
                  <a:pt x="335318" y="242519"/>
                </a:lnTo>
                <a:lnTo>
                  <a:pt x="323430" y="229120"/>
                </a:lnTo>
                <a:lnTo>
                  <a:pt x="301942" y="205930"/>
                </a:lnTo>
                <a:lnTo>
                  <a:pt x="304850" y="195364"/>
                </a:lnTo>
                <a:lnTo>
                  <a:pt x="306895" y="184213"/>
                </a:lnTo>
                <a:lnTo>
                  <a:pt x="308368" y="172504"/>
                </a:lnTo>
                <a:lnTo>
                  <a:pt x="309562" y="160210"/>
                </a:lnTo>
                <a:lnTo>
                  <a:pt x="387388" y="160210"/>
                </a:lnTo>
                <a:lnTo>
                  <a:pt x="387388" y="132689"/>
                </a:lnTo>
                <a:lnTo>
                  <a:pt x="311086" y="132689"/>
                </a:lnTo>
                <a:lnTo>
                  <a:pt x="311327" y="116420"/>
                </a:lnTo>
                <a:lnTo>
                  <a:pt x="312369" y="82753"/>
                </a:lnTo>
                <a:lnTo>
                  <a:pt x="312610" y="65633"/>
                </a:lnTo>
                <a:lnTo>
                  <a:pt x="434632" y="65633"/>
                </a:lnTo>
                <a:lnTo>
                  <a:pt x="434632" y="35052"/>
                </a:lnTo>
                <a:close/>
              </a:path>
              <a:path w="1779904" h="436245">
                <a:moveTo>
                  <a:pt x="635990" y="74777"/>
                </a:moveTo>
                <a:lnTo>
                  <a:pt x="600837" y="74777"/>
                </a:lnTo>
                <a:lnTo>
                  <a:pt x="600837" y="108305"/>
                </a:lnTo>
                <a:lnTo>
                  <a:pt x="600837" y="215087"/>
                </a:lnTo>
                <a:lnTo>
                  <a:pt x="600837" y="245567"/>
                </a:lnTo>
                <a:lnTo>
                  <a:pt x="600837" y="356908"/>
                </a:lnTo>
                <a:lnTo>
                  <a:pt x="503301" y="356908"/>
                </a:lnTo>
                <a:lnTo>
                  <a:pt x="503301" y="245567"/>
                </a:lnTo>
                <a:lnTo>
                  <a:pt x="600837" y="245567"/>
                </a:lnTo>
                <a:lnTo>
                  <a:pt x="600837" y="215087"/>
                </a:lnTo>
                <a:lnTo>
                  <a:pt x="503301" y="215087"/>
                </a:lnTo>
                <a:lnTo>
                  <a:pt x="503301" y="108305"/>
                </a:lnTo>
                <a:lnTo>
                  <a:pt x="600837" y="108305"/>
                </a:lnTo>
                <a:lnTo>
                  <a:pt x="600837" y="74777"/>
                </a:lnTo>
                <a:lnTo>
                  <a:pt x="549021" y="74777"/>
                </a:lnTo>
                <a:lnTo>
                  <a:pt x="555637" y="60502"/>
                </a:lnTo>
                <a:lnTo>
                  <a:pt x="561975" y="45199"/>
                </a:lnTo>
                <a:lnTo>
                  <a:pt x="574929" y="12192"/>
                </a:lnTo>
                <a:lnTo>
                  <a:pt x="538353" y="1524"/>
                </a:lnTo>
                <a:lnTo>
                  <a:pt x="533234" y="18961"/>
                </a:lnTo>
                <a:lnTo>
                  <a:pt x="527113" y="36969"/>
                </a:lnTo>
                <a:lnTo>
                  <a:pt x="520141" y="55575"/>
                </a:lnTo>
                <a:lnTo>
                  <a:pt x="512445" y="74777"/>
                </a:lnTo>
                <a:lnTo>
                  <a:pt x="468160" y="74777"/>
                </a:lnTo>
                <a:lnTo>
                  <a:pt x="468160" y="427113"/>
                </a:lnTo>
                <a:lnTo>
                  <a:pt x="503301" y="427113"/>
                </a:lnTo>
                <a:lnTo>
                  <a:pt x="503301" y="389013"/>
                </a:lnTo>
                <a:lnTo>
                  <a:pt x="600837" y="389013"/>
                </a:lnTo>
                <a:lnTo>
                  <a:pt x="600837" y="424065"/>
                </a:lnTo>
                <a:lnTo>
                  <a:pt x="635990" y="424065"/>
                </a:lnTo>
                <a:lnTo>
                  <a:pt x="635990" y="389013"/>
                </a:lnTo>
                <a:lnTo>
                  <a:pt x="635990" y="356908"/>
                </a:lnTo>
                <a:lnTo>
                  <a:pt x="635990" y="245567"/>
                </a:lnTo>
                <a:lnTo>
                  <a:pt x="635990" y="215087"/>
                </a:lnTo>
                <a:lnTo>
                  <a:pt x="635990" y="108305"/>
                </a:lnTo>
                <a:lnTo>
                  <a:pt x="635990" y="74777"/>
                </a:lnTo>
                <a:close/>
              </a:path>
              <a:path w="1779904" h="436245">
                <a:moveTo>
                  <a:pt x="785431" y="274612"/>
                </a:moveTo>
                <a:lnTo>
                  <a:pt x="770229" y="252222"/>
                </a:lnTo>
                <a:lnTo>
                  <a:pt x="752195" y="228422"/>
                </a:lnTo>
                <a:lnTo>
                  <a:pt x="731329" y="202933"/>
                </a:lnTo>
                <a:lnTo>
                  <a:pt x="707618" y="175463"/>
                </a:lnTo>
                <a:lnTo>
                  <a:pt x="681710" y="195275"/>
                </a:lnTo>
                <a:lnTo>
                  <a:pt x="701471" y="220662"/>
                </a:lnTo>
                <a:lnTo>
                  <a:pt x="719810" y="246367"/>
                </a:lnTo>
                <a:lnTo>
                  <a:pt x="736993" y="272072"/>
                </a:lnTo>
                <a:lnTo>
                  <a:pt x="753338" y="297472"/>
                </a:lnTo>
                <a:lnTo>
                  <a:pt x="785431" y="274612"/>
                </a:lnTo>
                <a:close/>
              </a:path>
              <a:path w="1779904" h="436245">
                <a:moveTo>
                  <a:pt x="867727" y="73253"/>
                </a:moveTo>
                <a:lnTo>
                  <a:pt x="727430" y="73253"/>
                </a:lnTo>
                <a:lnTo>
                  <a:pt x="733120" y="58978"/>
                </a:lnTo>
                <a:lnTo>
                  <a:pt x="738670" y="43675"/>
                </a:lnTo>
                <a:lnTo>
                  <a:pt x="743927" y="27520"/>
                </a:lnTo>
                <a:lnTo>
                  <a:pt x="748766" y="10668"/>
                </a:lnTo>
                <a:lnTo>
                  <a:pt x="712190" y="1524"/>
                </a:lnTo>
                <a:lnTo>
                  <a:pt x="697611" y="48717"/>
                </a:lnTo>
                <a:lnTo>
                  <a:pt x="681329" y="91732"/>
                </a:lnTo>
                <a:lnTo>
                  <a:pt x="663321" y="130467"/>
                </a:lnTo>
                <a:lnTo>
                  <a:pt x="643610" y="164795"/>
                </a:lnTo>
                <a:lnTo>
                  <a:pt x="652195" y="168478"/>
                </a:lnTo>
                <a:lnTo>
                  <a:pt x="659803" y="172605"/>
                </a:lnTo>
                <a:lnTo>
                  <a:pt x="666534" y="176999"/>
                </a:lnTo>
                <a:lnTo>
                  <a:pt x="672566" y="181559"/>
                </a:lnTo>
                <a:lnTo>
                  <a:pt x="682790" y="164795"/>
                </a:lnTo>
                <a:lnTo>
                  <a:pt x="692950" y="146456"/>
                </a:lnTo>
                <a:lnTo>
                  <a:pt x="702779" y="127038"/>
                </a:lnTo>
                <a:lnTo>
                  <a:pt x="712190" y="106781"/>
                </a:lnTo>
                <a:lnTo>
                  <a:pt x="829627" y="106781"/>
                </a:lnTo>
                <a:lnTo>
                  <a:pt x="828700" y="172847"/>
                </a:lnTo>
                <a:lnTo>
                  <a:pt x="827735" y="228422"/>
                </a:lnTo>
                <a:lnTo>
                  <a:pt x="826554" y="278333"/>
                </a:lnTo>
                <a:lnTo>
                  <a:pt x="825195" y="317588"/>
                </a:lnTo>
                <a:lnTo>
                  <a:pt x="819226" y="366699"/>
                </a:lnTo>
                <a:lnTo>
                  <a:pt x="780859" y="390537"/>
                </a:lnTo>
                <a:lnTo>
                  <a:pt x="761974" y="390220"/>
                </a:lnTo>
                <a:lnTo>
                  <a:pt x="742099" y="389204"/>
                </a:lnTo>
                <a:lnTo>
                  <a:pt x="721398" y="387311"/>
                </a:lnTo>
                <a:lnTo>
                  <a:pt x="699998" y="384441"/>
                </a:lnTo>
                <a:lnTo>
                  <a:pt x="698474" y="384441"/>
                </a:lnTo>
                <a:lnTo>
                  <a:pt x="700735" y="392988"/>
                </a:lnTo>
                <a:lnTo>
                  <a:pt x="702856" y="402539"/>
                </a:lnTo>
                <a:lnTo>
                  <a:pt x="704684" y="412940"/>
                </a:lnTo>
                <a:lnTo>
                  <a:pt x="706094" y="424065"/>
                </a:lnTo>
                <a:lnTo>
                  <a:pt x="726643" y="424942"/>
                </a:lnTo>
                <a:lnTo>
                  <a:pt x="747052" y="425399"/>
                </a:lnTo>
                <a:lnTo>
                  <a:pt x="786955" y="425589"/>
                </a:lnTo>
                <a:lnTo>
                  <a:pt x="817219" y="421297"/>
                </a:lnTo>
                <a:lnTo>
                  <a:pt x="850874" y="390537"/>
                </a:lnTo>
                <a:lnTo>
                  <a:pt x="860107" y="333146"/>
                </a:lnTo>
                <a:lnTo>
                  <a:pt x="863155" y="257403"/>
                </a:lnTo>
                <a:lnTo>
                  <a:pt x="864679" y="205422"/>
                </a:lnTo>
                <a:lnTo>
                  <a:pt x="866140" y="146456"/>
                </a:lnTo>
                <a:lnTo>
                  <a:pt x="867003" y="106781"/>
                </a:lnTo>
                <a:lnTo>
                  <a:pt x="867727" y="73253"/>
                </a:lnTo>
                <a:close/>
              </a:path>
              <a:path w="1779904" h="436245">
                <a:moveTo>
                  <a:pt x="1326832" y="77825"/>
                </a:moveTo>
                <a:lnTo>
                  <a:pt x="1119378" y="77825"/>
                </a:lnTo>
                <a:lnTo>
                  <a:pt x="1151382" y="62585"/>
                </a:lnTo>
                <a:lnTo>
                  <a:pt x="1114806" y="0"/>
                </a:lnTo>
                <a:lnTo>
                  <a:pt x="1081278" y="16764"/>
                </a:lnTo>
                <a:lnTo>
                  <a:pt x="1087805" y="27584"/>
                </a:lnTo>
                <a:lnTo>
                  <a:pt x="1095756" y="41541"/>
                </a:lnTo>
                <a:lnTo>
                  <a:pt x="1104849" y="58381"/>
                </a:lnTo>
                <a:lnTo>
                  <a:pt x="1114806" y="77825"/>
                </a:lnTo>
                <a:lnTo>
                  <a:pt x="904303" y="77825"/>
                </a:lnTo>
                <a:lnTo>
                  <a:pt x="904303" y="111353"/>
                </a:lnTo>
                <a:lnTo>
                  <a:pt x="1024801" y="111353"/>
                </a:lnTo>
                <a:lnTo>
                  <a:pt x="1023632" y="138518"/>
                </a:lnTo>
                <a:lnTo>
                  <a:pt x="1020724" y="184302"/>
                </a:lnTo>
                <a:lnTo>
                  <a:pt x="1011567" y="251968"/>
                </a:lnTo>
                <a:lnTo>
                  <a:pt x="995654" y="296799"/>
                </a:lnTo>
                <a:lnTo>
                  <a:pt x="970940" y="337527"/>
                </a:lnTo>
                <a:lnTo>
                  <a:pt x="937450" y="374307"/>
                </a:lnTo>
                <a:lnTo>
                  <a:pt x="895159" y="407289"/>
                </a:lnTo>
                <a:lnTo>
                  <a:pt x="902677" y="415036"/>
                </a:lnTo>
                <a:lnTo>
                  <a:pt x="960031" y="407797"/>
                </a:lnTo>
                <a:lnTo>
                  <a:pt x="991285" y="375767"/>
                </a:lnTo>
                <a:lnTo>
                  <a:pt x="1016457" y="340182"/>
                </a:lnTo>
                <a:lnTo>
                  <a:pt x="1035532" y="301028"/>
                </a:lnTo>
                <a:lnTo>
                  <a:pt x="1048499" y="258305"/>
                </a:lnTo>
                <a:lnTo>
                  <a:pt x="1055370" y="212026"/>
                </a:lnTo>
                <a:lnTo>
                  <a:pt x="1230731" y="212026"/>
                </a:lnTo>
                <a:lnTo>
                  <a:pt x="1226159" y="281838"/>
                </a:lnTo>
                <a:lnTo>
                  <a:pt x="1221587" y="340144"/>
                </a:lnTo>
                <a:lnTo>
                  <a:pt x="1207858" y="375856"/>
                </a:lnTo>
                <a:lnTo>
                  <a:pt x="1175766" y="387477"/>
                </a:lnTo>
                <a:lnTo>
                  <a:pt x="1157211" y="386930"/>
                </a:lnTo>
                <a:lnTo>
                  <a:pt x="1135951" y="385381"/>
                </a:lnTo>
                <a:lnTo>
                  <a:pt x="1112113" y="382981"/>
                </a:lnTo>
                <a:lnTo>
                  <a:pt x="1085850" y="379857"/>
                </a:lnTo>
                <a:lnTo>
                  <a:pt x="1087869" y="391007"/>
                </a:lnTo>
                <a:lnTo>
                  <a:pt x="1089469" y="401574"/>
                </a:lnTo>
                <a:lnTo>
                  <a:pt x="1091946" y="421005"/>
                </a:lnTo>
                <a:lnTo>
                  <a:pt x="1163523" y="423799"/>
                </a:lnTo>
                <a:lnTo>
                  <a:pt x="1213319" y="418960"/>
                </a:lnTo>
                <a:lnTo>
                  <a:pt x="1251610" y="379018"/>
                </a:lnTo>
                <a:lnTo>
                  <a:pt x="1261351" y="307835"/>
                </a:lnTo>
                <a:lnTo>
                  <a:pt x="1264259" y="268084"/>
                </a:lnTo>
                <a:lnTo>
                  <a:pt x="1270355" y="180022"/>
                </a:lnTo>
                <a:lnTo>
                  <a:pt x="1058418" y="180022"/>
                </a:lnTo>
                <a:lnTo>
                  <a:pt x="1059535" y="164579"/>
                </a:lnTo>
                <a:lnTo>
                  <a:pt x="1060513" y="147980"/>
                </a:lnTo>
                <a:lnTo>
                  <a:pt x="1061199" y="130225"/>
                </a:lnTo>
                <a:lnTo>
                  <a:pt x="1061466" y="111353"/>
                </a:lnTo>
                <a:lnTo>
                  <a:pt x="1326832" y="111353"/>
                </a:lnTo>
                <a:lnTo>
                  <a:pt x="1326832" y="77825"/>
                </a:lnTo>
                <a:close/>
              </a:path>
              <a:path w="1779904" h="436245">
                <a:moveTo>
                  <a:pt x="1442656" y="181546"/>
                </a:moveTo>
                <a:lnTo>
                  <a:pt x="1421536" y="164109"/>
                </a:lnTo>
                <a:lnTo>
                  <a:pt x="1401699" y="148361"/>
                </a:lnTo>
                <a:lnTo>
                  <a:pt x="1383296" y="134327"/>
                </a:lnTo>
                <a:lnTo>
                  <a:pt x="1366456" y="122021"/>
                </a:lnTo>
                <a:lnTo>
                  <a:pt x="1345120" y="146405"/>
                </a:lnTo>
                <a:lnTo>
                  <a:pt x="1358265" y="157289"/>
                </a:lnTo>
                <a:lnTo>
                  <a:pt x="1374838" y="171450"/>
                </a:lnTo>
                <a:lnTo>
                  <a:pt x="1418272" y="208978"/>
                </a:lnTo>
                <a:lnTo>
                  <a:pt x="1423149" y="203835"/>
                </a:lnTo>
                <a:lnTo>
                  <a:pt x="1428750" y="197548"/>
                </a:lnTo>
                <a:lnTo>
                  <a:pt x="1442656" y="181546"/>
                </a:lnTo>
                <a:close/>
              </a:path>
              <a:path w="1779904" h="436245">
                <a:moveTo>
                  <a:pt x="1444180" y="262420"/>
                </a:moveTo>
                <a:lnTo>
                  <a:pt x="1435061" y="258051"/>
                </a:lnTo>
                <a:lnTo>
                  <a:pt x="1426083" y="254139"/>
                </a:lnTo>
                <a:lnTo>
                  <a:pt x="1409128" y="247078"/>
                </a:lnTo>
                <a:lnTo>
                  <a:pt x="1395145" y="292900"/>
                </a:lnTo>
                <a:lnTo>
                  <a:pt x="1380744" y="336562"/>
                </a:lnTo>
                <a:lnTo>
                  <a:pt x="1366050" y="378206"/>
                </a:lnTo>
                <a:lnTo>
                  <a:pt x="1351216" y="417969"/>
                </a:lnTo>
                <a:lnTo>
                  <a:pt x="1389316" y="430161"/>
                </a:lnTo>
                <a:lnTo>
                  <a:pt x="1401318" y="391299"/>
                </a:lnTo>
                <a:lnTo>
                  <a:pt x="1414462" y="350291"/>
                </a:lnTo>
                <a:lnTo>
                  <a:pt x="1428750" y="307276"/>
                </a:lnTo>
                <a:lnTo>
                  <a:pt x="1444180" y="262420"/>
                </a:lnTo>
                <a:close/>
              </a:path>
              <a:path w="1779904" h="436245">
                <a:moveTo>
                  <a:pt x="1459420" y="71729"/>
                </a:moveTo>
                <a:lnTo>
                  <a:pt x="1439151" y="53962"/>
                </a:lnTo>
                <a:lnTo>
                  <a:pt x="1419606" y="37350"/>
                </a:lnTo>
                <a:lnTo>
                  <a:pt x="1400911" y="21920"/>
                </a:lnTo>
                <a:lnTo>
                  <a:pt x="1383220" y="7620"/>
                </a:lnTo>
                <a:lnTo>
                  <a:pt x="1360360" y="32004"/>
                </a:lnTo>
                <a:lnTo>
                  <a:pt x="1376934" y="46570"/>
                </a:lnTo>
                <a:lnTo>
                  <a:pt x="1394650" y="62725"/>
                </a:lnTo>
                <a:lnTo>
                  <a:pt x="1413510" y="80314"/>
                </a:lnTo>
                <a:lnTo>
                  <a:pt x="1433512" y="99161"/>
                </a:lnTo>
                <a:lnTo>
                  <a:pt x="1438630" y="93154"/>
                </a:lnTo>
                <a:lnTo>
                  <a:pt x="1444752" y="86588"/>
                </a:lnTo>
                <a:lnTo>
                  <a:pt x="1451724" y="79438"/>
                </a:lnTo>
                <a:lnTo>
                  <a:pt x="1459420" y="71729"/>
                </a:lnTo>
                <a:close/>
              </a:path>
              <a:path w="1779904" h="436245">
                <a:moveTo>
                  <a:pt x="1779752" y="207454"/>
                </a:moveTo>
                <a:lnTo>
                  <a:pt x="1636395" y="207454"/>
                </a:lnTo>
                <a:lnTo>
                  <a:pt x="1636395" y="114401"/>
                </a:lnTo>
                <a:lnTo>
                  <a:pt x="1758416" y="114401"/>
                </a:lnTo>
                <a:lnTo>
                  <a:pt x="1758416" y="82397"/>
                </a:lnTo>
                <a:lnTo>
                  <a:pt x="1636395" y="82397"/>
                </a:lnTo>
                <a:lnTo>
                  <a:pt x="1636395" y="1524"/>
                </a:lnTo>
                <a:lnTo>
                  <a:pt x="1601241" y="1524"/>
                </a:lnTo>
                <a:lnTo>
                  <a:pt x="1601241" y="82397"/>
                </a:lnTo>
                <a:lnTo>
                  <a:pt x="1485417" y="82397"/>
                </a:lnTo>
                <a:lnTo>
                  <a:pt x="1485417" y="114401"/>
                </a:lnTo>
                <a:lnTo>
                  <a:pt x="1601241" y="114401"/>
                </a:lnTo>
                <a:lnTo>
                  <a:pt x="1601241" y="207454"/>
                </a:lnTo>
                <a:lnTo>
                  <a:pt x="1464081" y="207454"/>
                </a:lnTo>
                <a:lnTo>
                  <a:pt x="1464081" y="237934"/>
                </a:lnTo>
                <a:lnTo>
                  <a:pt x="1579905" y="237934"/>
                </a:lnTo>
                <a:lnTo>
                  <a:pt x="1567078" y="260565"/>
                </a:lnTo>
                <a:lnTo>
                  <a:pt x="1540268" y="304038"/>
                </a:lnTo>
                <a:lnTo>
                  <a:pt x="1512849" y="342658"/>
                </a:lnTo>
                <a:lnTo>
                  <a:pt x="1471701" y="376821"/>
                </a:lnTo>
                <a:lnTo>
                  <a:pt x="1488465" y="414921"/>
                </a:lnTo>
                <a:lnTo>
                  <a:pt x="1532712" y="410324"/>
                </a:lnTo>
                <a:lnTo>
                  <a:pt x="1712595" y="395109"/>
                </a:lnTo>
                <a:lnTo>
                  <a:pt x="1719186" y="404507"/>
                </a:lnTo>
                <a:lnTo>
                  <a:pt x="1725358" y="414350"/>
                </a:lnTo>
                <a:lnTo>
                  <a:pt x="1731111" y="424256"/>
                </a:lnTo>
                <a:lnTo>
                  <a:pt x="1736979" y="434733"/>
                </a:lnTo>
                <a:lnTo>
                  <a:pt x="1745945" y="429272"/>
                </a:lnTo>
                <a:lnTo>
                  <a:pt x="1754593" y="424256"/>
                </a:lnTo>
                <a:lnTo>
                  <a:pt x="1763217" y="419506"/>
                </a:lnTo>
                <a:lnTo>
                  <a:pt x="1772132" y="414921"/>
                </a:lnTo>
                <a:lnTo>
                  <a:pt x="1758911" y="395109"/>
                </a:lnTo>
                <a:lnTo>
                  <a:pt x="1746694" y="376821"/>
                </a:lnTo>
                <a:lnTo>
                  <a:pt x="1724609" y="344004"/>
                </a:lnTo>
                <a:lnTo>
                  <a:pt x="1702384" y="311962"/>
                </a:lnTo>
                <a:lnTo>
                  <a:pt x="1680591" y="282232"/>
                </a:lnTo>
                <a:lnTo>
                  <a:pt x="1651635" y="300520"/>
                </a:lnTo>
                <a:lnTo>
                  <a:pt x="1662163" y="315683"/>
                </a:lnTo>
                <a:lnTo>
                  <a:pt x="1672971" y="331584"/>
                </a:lnTo>
                <a:lnTo>
                  <a:pt x="1683778" y="348348"/>
                </a:lnTo>
                <a:lnTo>
                  <a:pt x="1694307" y="366153"/>
                </a:lnTo>
                <a:lnTo>
                  <a:pt x="1611198" y="372630"/>
                </a:lnTo>
                <a:lnTo>
                  <a:pt x="1569491" y="375145"/>
                </a:lnTo>
                <a:lnTo>
                  <a:pt x="1528089" y="376821"/>
                </a:lnTo>
                <a:lnTo>
                  <a:pt x="1551241" y="346519"/>
                </a:lnTo>
                <a:lnTo>
                  <a:pt x="1574965" y="313093"/>
                </a:lnTo>
                <a:lnTo>
                  <a:pt x="1599285" y="276809"/>
                </a:lnTo>
                <a:lnTo>
                  <a:pt x="1624203" y="237934"/>
                </a:lnTo>
                <a:lnTo>
                  <a:pt x="1779752" y="237934"/>
                </a:lnTo>
                <a:lnTo>
                  <a:pt x="1779752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49928" y="4550283"/>
            <a:ext cx="109823" cy="111347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1303680" y="4376356"/>
            <a:ext cx="2676525" cy="436880"/>
          </a:xfrm>
          <a:custGeom>
            <a:avLst/>
            <a:gdLst/>
            <a:ahLst/>
            <a:cxnLst/>
            <a:rect l="l" t="t" r="r" b="b"/>
            <a:pathLst>
              <a:path w="2676525" h="436879">
                <a:moveTo>
                  <a:pt x="346240" y="111353"/>
                </a:moveTo>
                <a:lnTo>
                  <a:pt x="314236" y="111353"/>
                </a:lnTo>
                <a:lnTo>
                  <a:pt x="314236" y="138874"/>
                </a:lnTo>
                <a:lnTo>
                  <a:pt x="314236" y="169354"/>
                </a:lnTo>
                <a:lnTo>
                  <a:pt x="111353" y="169354"/>
                </a:lnTo>
                <a:lnTo>
                  <a:pt x="111353" y="138874"/>
                </a:lnTo>
                <a:lnTo>
                  <a:pt x="314236" y="138874"/>
                </a:lnTo>
                <a:lnTo>
                  <a:pt x="314236" y="111353"/>
                </a:lnTo>
                <a:lnTo>
                  <a:pt x="79349" y="111353"/>
                </a:lnTo>
                <a:lnTo>
                  <a:pt x="79349" y="208978"/>
                </a:lnTo>
                <a:lnTo>
                  <a:pt x="111353" y="208978"/>
                </a:lnTo>
                <a:lnTo>
                  <a:pt x="111353" y="196786"/>
                </a:lnTo>
                <a:lnTo>
                  <a:pt x="314236" y="196786"/>
                </a:lnTo>
                <a:lnTo>
                  <a:pt x="314236" y="208978"/>
                </a:lnTo>
                <a:lnTo>
                  <a:pt x="346240" y="208978"/>
                </a:lnTo>
                <a:lnTo>
                  <a:pt x="346240" y="196786"/>
                </a:lnTo>
                <a:lnTo>
                  <a:pt x="346240" y="169354"/>
                </a:lnTo>
                <a:lnTo>
                  <a:pt x="346240" y="138874"/>
                </a:lnTo>
                <a:lnTo>
                  <a:pt x="346240" y="111353"/>
                </a:lnTo>
                <a:close/>
              </a:path>
              <a:path w="2676525" h="436879">
                <a:moveTo>
                  <a:pt x="414820" y="59537"/>
                </a:moveTo>
                <a:lnTo>
                  <a:pt x="305092" y="59537"/>
                </a:lnTo>
                <a:lnTo>
                  <a:pt x="317919" y="50990"/>
                </a:lnTo>
                <a:lnTo>
                  <a:pt x="331190" y="41427"/>
                </a:lnTo>
                <a:lnTo>
                  <a:pt x="344728" y="30988"/>
                </a:lnTo>
                <a:lnTo>
                  <a:pt x="358432" y="19812"/>
                </a:lnTo>
                <a:lnTo>
                  <a:pt x="334048" y="0"/>
                </a:lnTo>
                <a:lnTo>
                  <a:pt x="322033" y="10312"/>
                </a:lnTo>
                <a:lnTo>
                  <a:pt x="308889" y="20624"/>
                </a:lnTo>
                <a:lnTo>
                  <a:pt x="294563" y="30949"/>
                </a:lnTo>
                <a:lnTo>
                  <a:pt x="279082" y="41249"/>
                </a:lnTo>
                <a:lnTo>
                  <a:pt x="297472" y="59537"/>
                </a:lnTo>
                <a:lnTo>
                  <a:pt x="230314" y="59537"/>
                </a:lnTo>
                <a:lnTo>
                  <a:pt x="230314" y="0"/>
                </a:lnTo>
                <a:lnTo>
                  <a:pt x="196786" y="0"/>
                </a:lnTo>
                <a:lnTo>
                  <a:pt x="196786" y="59537"/>
                </a:lnTo>
                <a:lnTo>
                  <a:pt x="128117" y="59537"/>
                </a:lnTo>
                <a:lnTo>
                  <a:pt x="146405" y="42773"/>
                </a:lnTo>
                <a:lnTo>
                  <a:pt x="134416" y="32232"/>
                </a:lnTo>
                <a:lnTo>
                  <a:pt x="121450" y="21386"/>
                </a:lnTo>
                <a:lnTo>
                  <a:pt x="107607" y="10541"/>
                </a:lnTo>
                <a:lnTo>
                  <a:pt x="93065" y="0"/>
                </a:lnTo>
                <a:lnTo>
                  <a:pt x="70205" y="18288"/>
                </a:lnTo>
                <a:lnTo>
                  <a:pt x="82511" y="29489"/>
                </a:lnTo>
                <a:lnTo>
                  <a:pt x="94399" y="40093"/>
                </a:lnTo>
                <a:lnTo>
                  <a:pt x="105994" y="50101"/>
                </a:lnTo>
                <a:lnTo>
                  <a:pt x="117449" y="59537"/>
                </a:lnTo>
                <a:lnTo>
                  <a:pt x="10668" y="59537"/>
                </a:lnTo>
                <a:lnTo>
                  <a:pt x="10668" y="140398"/>
                </a:lnTo>
                <a:lnTo>
                  <a:pt x="42773" y="140398"/>
                </a:lnTo>
                <a:lnTo>
                  <a:pt x="42773" y="88493"/>
                </a:lnTo>
                <a:lnTo>
                  <a:pt x="384340" y="88493"/>
                </a:lnTo>
                <a:lnTo>
                  <a:pt x="384340" y="140398"/>
                </a:lnTo>
                <a:lnTo>
                  <a:pt x="414820" y="140398"/>
                </a:lnTo>
                <a:lnTo>
                  <a:pt x="414820" y="88493"/>
                </a:lnTo>
                <a:lnTo>
                  <a:pt x="414820" y="59537"/>
                </a:lnTo>
                <a:close/>
              </a:path>
              <a:path w="2676525" h="436879">
                <a:moveTo>
                  <a:pt x="425488" y="332524"/>
                </a:moveTo>
                <a:lnTo>
                  <a:pt x="231838" y="332524"/>
                </a:lnTo>
                <a:lnTo>
                  <a:pt x="231838" y="306616"/>
                </a:lnTo>
                <a:lnTo>
                  <a:pt x="381292" y="306616"/>
                </a:lnTo>
                <a:lnTo>
                  <a:pt x="381292" y="279184"/>
                </a:lnTo>
                <a:lnTo>
                  <a:pt x="231838" y="279184"/>
                </a:lnTo>
                <a:lnTo>
                  <a:pt x="231838" y="253276"/>
                </a:lnTo>
                <a:lnTo>
                  <a:pt x="387388" y="250228"/>
                </a:lnTo>
                <a:lnTo>
                  <a:pt x="382816" y="221170"/>
                </a:lnTo>
                <a:lnTo>
                  <a:pt x="189636" y="224904"/>
                </a:lnTo>
                <a:lnTo>
                  <a:pt x="26009" y="225742"/>
                </a:lnTo>
                <a:lnTo>
                  <a:pt x="28028" y="233540"/>
                </a:lnTo>
                <a:lnTo>
                  <a:pt x="29629" y="240880"/>
                </a:lnTo>
                <a:lnTo>
                  <a:pt x="30937" y="247916"/>
                </a:lnTo>
                <a:lnTo>
                  <a:pt x="32105" y="254800"/>
                </a:lnTo>
                <a:lnTo>
                  <a:pt x="159232" y="254152"/>
                </a:lnTo>
                <a:lnTo>
                  <a:pt x="199834" y="253276"/>
                </a:lnTo>
                <a:lnTo>
                  <a:pt x="199834" y="279184"/>
                </a:lnTo>
                <a:lnTo>
                  <a:pt x="32105" y="279184"/>
                </a:lnTo>
                <a:lnTo>
                  <a:pt x="32105" y="306616"/>
                </a:lnTo>
                <a:lnTo>
                  <a:pt x="199834" y="306616"/>
                </a:lnTo>
                <a:lnTo>
                  <a:pt x="199834" y="332524"/>
                </a:lnTo>
                <a:lnTo>
                  <a:pt x="0" y="332524"/>
                </a:lnTo>
                <a:lnTo>
                  <a:pt x="0" y="361581"/>
                </a:lnTo>
                <a:lnTo>
                  <a:pt x="199834" y="361581"/>
                </a:lnTo>
                <a:lnTo>
                  <a:pt x="199834" y="367677"/>
                </a:lnTo>
                <a:lnTo>
                  <a:pt x="198170" y="379437"/>
                </a:lnTo>
                <a:lnTo>
                  <a:pt x="193357" y="387489"/>
                </a:lnTo>
                <a:lnTo>
                  <a:pt x="185686" y="392099"/>
                </a:lnTo>
                <a:lnTo>
                  <a:pt x="175450" y="393585"/>
                </a:lnTo>
                <a:lnTo>
                  <a:pt x="159740" y="393319"/>
                </a:lnTo>
                <a:lnTo>
                  <a:pt x="142443" y="392633"/>
                </a:lnTo>
                <a:lnTo>
                  <a:pt x="103733" y="390537"/>
                </a:lnTo>
                <a:lnTo>
                  <a:pt x="104876" y="399415"/>
                </a:lnTo>
                <a:lnTo>
                  <a:pt x="148729" y="425399"/>
                </a:lnTo>
                <a:lnTo>
                  <a:pt x="180022" y="425589"/>
                </a:lnTo>
                <a:lnTo>
                  <a:pt x="202907" y="422173"/>
                </a:lnTo>
                <a:lnTo>
                  <a:pt x="219075" y="412064"/>
                </a:lnTo>
                <a:lnTo>
                  <a:pt x="228676" y="395363"/>
                </a:lnTo>
                <a:lnTo>
                  <a:pt x="228917" y="393585"/>
                </a:lnTo>
                <a:lnTo>
                  <a:pt x="231838" y="372249"/>
                </a:lnTo>
                <a:lnTo>
                  <a:pt x="231838" y="361581"/>
                </a:lnTo>
                <a:lnTo>
                  <a:pt x="425488" y="361581"/>
                </a:lnTo>
                <a:lnTo>
                  <a:pt x="425488" y="332524"/>
                </a:lnTo>
                <a:close/>
              </a:path>
              <a:path w="2676525" h="436879">
                <a:moveTo>
                  <a:pt x="571969" y="82397"/>
                </a:moveTo>
                <a:lnTo>
                  <a:pt x="530733" y="82397"/>
                </a:lnTo>
                <a:lnTo>
                  <a:pt x="530733" y="1524"/>
                </a:lnTo>
                <a:lnTo>
                  <a:pt x="498729" y="1524"/>
                </a:lnTo>
                <a:lnTo>
                  <a:pt x="498729" y="82397"/>
                </a:lnTo>
                <a:lnTo>
                  <a:pt x="446913" y="82397"/>
                </a:lnTo>
                <a:lnTo>
                  <a:pt x="446913" y="112877"/>
                </a:lnTo>
                <a:lnTo>
                  <a:pt x="498729" y="112877"/>
                </a:lnTo>
                <a:lnTo>
                  <a:pt x="498729" y="212039"/>
                </a:lnTo>
                <a:lnTo>
                  <a:pt x="484136" y="217754"/>
                </a:lnTo>
                <a:lnTo>
                  <a:pt x="456082" y="229222"/>
                </a:lnTo>
                <a:lnTo>
                  <a:pt x="442341" y="234988"/>
                </a:lnTo>
                <a:lnTo>
                  <a:pt x="449961" y="273088"/>
                </a:lnTo>
                <a:lnTo>
                  <a:pt x="462508" y="266496"/>
                </a:lnTo>
                <a:lnTo>
                  <a:pt x="498729" y="248704"/>
                </a:lnTo>
                <a:lnTo>
                  <a:pt x="498729" y="381393"/>
                </a:lnTo>
                <a:lnTo>
                  <a:pt x="492633" y="387489"/>
                </a:lnTo>
                <a:lnTo>
                  <a:pt x="483489" y="389013"/>
                </a:lnTo>
                <a:lnTo>
                  <a:pt x="476084" y="388747"/>
                </a:lnTo>
                <a:lnTo>
                  <a:pt x="467677" y="388061"/>
                </a:lnTo>
                <a:lnTo>
                  <a:pt x="448437" y="385965"/>
                </a:lnTo>
                <a:lnTo>
                  <a:pt x="450723" y="402158"/>
                </a:lnTo>
                <a:lnTo>
                  <a:pt x="451866" y="410603"/>
                </a:lnTo>
                <a:lnTo>
                  <a:pt x="453009" y="419493"/>
                </a:lnTo>
                <a:lnTo>
                  <a:pt x="465035" y="419468"/>
                </a:lnTo>
                <a:lnTo>
                  <a:pt x="510806" y="414248"/>
                </a:lnTo>
                <a:lnTo>
                  <a:pt x="528751" y="389013"/>
                </a:lnTo>
                <a:lnTo>
                  <a:pt x="530733" y="372249"/>
                </a:lnTo>
                <a:lnTo>
                  <a:pt x="530733" y="248704"/>
                </a:lnTo>
                <a:lnTo>
                  <a:pt x="530733" y="233464"/>
                </a:lnTo>
                <a:lnTo>
                  <a:pt x="541020" y="227952"/>
                </a:lnTo>
                <a:lnTo>
                  <a:pt x="551319" y="222897"/>
                </a:lnTo>
                <a:lnTo>
                  <a:pt x="561632" y="218147"/>
                </a:lnTo>
                <a:lnTo>
                  <a:pt x="571969" y="213563"/>
                </a:lnTo>
                <a:lnTo>
                  <a:pt x="570826" y="205511"/>
                </a:lnTo>
                <a:lnTo>
                  <a:pt x="569633" y="196799"/>
                </a:lnTo>
                <a:lnTo>
                  <a:pt x="568502" y="188264"/>
                </a:lnTo>
                <a:lnTo>
                  <a:pt x="567309" y="178498"/>
                </a:lnTo>
                <a:lnTo>
                  <a:pt x="530733" y="196799"/>
                </a:lnTo>
                <a:lnTo>
                  <a:pt x="530733" y="112877"/>
                </a:lnTo>
                <a:lnTo>
                  <a:pt x="571969" y="112877"/>
                </a:lnTo>
                <a:lnTo>
                  <a:pt x="571969" y="82397"/>
                </a:lnTo>
                <a:close/>
              </a:path>
              <a:path w="2676525" h="436879">
                <a:moveTo>
                  <a:pt x="858685" y="22860"/>
                </a:moveTo>
                <a:lnTo>
                  <a:pt x="826579" y="22860"/>
                </a:lnTo>
                <a:lnTo>
                  <a:pt x="826579" y="50393"/>
                </a:lnTo>
                <a:lnTo>
                  <a:pt x="826579" y="96113"/>
                </a:lnTo>
                <a:lnTo>
                  <a:pt x="619226" y="96113"/>
                </a:lnTo>
                <a:lnTo>
                  <a:pt x="619226" y="50393"/>
                </a:lnTo>
                <a:lnTo>
                  <a:pt x="826579" y="50393"/>
                </a:lnTo>
                <a:lnTo>
                  <a:pt x="826579" y="22860"/>
                </a:lnTo>
                <a:lnTo>
                  <a:pt x="587209" y="22860"/>
                </a:lnTo>
                <a:lnTo>
                  <a:pt x="587197" y="188264"/>
                </a:lnTo>
                <a:lnTo>
                  <a:pt x="585177" y="244132"/>
                </a:lnTo>
                <a:lnTo>
                  <a:pt x="579069" y="294195"/>
                </a:lnTo>
                <a:lnTo>
                  <a:pt x="568756" y="338124"/>
                </a:lnTo>
                <a:lnTo>
                  <a:pt x="554202" y="375831"/>
                </a:lnTo>
                <a:lnTo>
                  <a:pt x="535305" y="407301"/>
                </a:lnTo>
                <a:lnTo>
                  <a:pt x="542112" y="413270"/>
                </a:lnTo>
                <a:lnTo>
                  <a:pt x="548640" y="419684"/>
                </a:lnTo>
                <a:lnTo>
                  <a:pt x="554596" y="426364"/>
                </a:lnTo>
                <a:lnTo>
                  <a:pt x="559689" y="433209"/>
                </a:lnTo>
                <a:lnTo>
                  <a:pt x="581126" y="398106"/>
                </a:lnTo>
                <a:lnTo>
                  <a:pt x="597801" y="355092"/>
                </a:lnTo>
                <a:lnTo>
                  <a:pt x="609701" y="304304"/>
                </a:lnTo>
                <a:lnTo>
                  <a:pt x="616839" y="245897"/>
                </a:lnTo>
                <a:lnTo>
                  <a:pt x="619163" y="181559"/>
                </a:lnTo>
                <a:lnTo>
                  <a:pt x="619226" y="123545"/>
                </a:lnTo>
                <a:lnTo>
                  <a:pt x="826579" y="123545"/>
                </a:lnTo>
                <a:lnTo>
                  <a:pt x="826579" y="135826"/>
                </a:lnTo>
                <a:lnTo>
                  <a:pt x="858685" y="135826"/>
                </a:lnTo>
                <a:lnTo>
                  <a:pt x="858685" y="123545"/>
                </a:lnTo>
                <a:lnTo>
                  <a:pt x="858685" y="96113"/>
                </a:lnTo>
                <a:lnTo>
                  <a:pt x="858685" y="50393"/>
                </a:lnTo>
                <a:lnTo>
                  <a:pt x="858685" y="22860"/>
                </a:lnTo>
                <a:close/>
              </a:path>
              <a:path w="2676525" h="436879">
                <a:moveTo>
                  <a:pt x="867829" y="262420"/>
                </a:moveTo>
                <a:lnTo>
                  <a:pt x="831164" y="225602"/>
                </a:lnTo>
                <a:lnTo>
                  <a:pt x="794575" y="192227"/>
                </a:lnTo>
                <a:lnTo>
                  <a:pt x="773239" y="212039"/>
                </a:lnTo>
                <a:lnTo>
                  <a:pt x="800671" y="239560"/>
                </a:lnTo>
                <a:lnTo>
                  <a:pt x="706120" y="242341"/>
                </a:lnTo>
                <a:lnTo>
                  <a:pt x="678662" y="242608"/>
                </a:lnTo>
                <a:lnTo>
                  <a:pt x="693839" y="230022"/>
                </a:lnTo>
                <a:lnTo>
                  <a:pt x="709752" y="215468"/>
                </a:lnTo>
                <a:lnTo>
                  <a:pt x="726528" y="199224"/>
                </a:lnTo>
                <a:lnTo>
                  <a:pt x="744283" y="181559"/>
                </a:lnTo>
                <a:lnTo>
                  <a:pt x="866305" y="181559"/>
                </a:lnTo>
                <a:lnTo>
                  <a:pt x="866305" y="154114"/>
                </a:lnTo>
                <a:lnTo>
                  <a:pt x="628370" y="154114"/>
                </a:lnTo>
                <a:lnTo>
                  <a:pt x="628370" y="181559"/>
                </a:lnTo>
                <a:lnTo>
                  <a:pt x="704570" y="181559"/>
                </a:lnTo>
                <a:lnTo>
                  <a:pt x="685685" y="200964"/>
                </a:lnTo>
                <a:lnTo>
                  <a:pt x="667804" y="217944"/>
                </a:lnTo>
                <a:lnTo>
                  <a:pt x="650773" y="232384"/>
                </a:lnTo>
                <a:lnTo>
                  <a:pt x="634466" y="244132"/>
                </a:lnTo>
                <a:lnTo>
                  <a:pt x="640562" y="273088"/>
                </a:lnTo>
                <a:lnTo>
                  <a:pt x="669150" y="270802"/>
                </a:lnTo>
                <a:lnTo>
                  <a:pt x="709180" y="268516"/>
                </a:lnTo>
                <a:lnTo>
                  <a:pt x="823531" y="263944"/>
                </a:lnTo>
                <a:lnTo>
                  <a:pt x="828967" y="269633"/>
                </a:lnTo>
                <a:lnTo>
                  <a:pt x="833818" y="275183"/>
                </a:lnTo>
                <a:lnTo>
                  <a:pt x="838111" y="280441"/>
                </a:lnTo>
                <a:lnTo>
                  <a:pt x="841819" y="285280"/>
                </a:lnTo>
                <a:lnTo>
                  <a:pt x="866089" y="263944"/>
                </a:lnTo>
                <a:lnTo>
                  <a:pt x="867829" y="262420"/>
                </a:lnTo>
                <a:close/>
              </a:path>
              <a:path w="2676525" h="436879">
                <a:moveTo>
                  <a:pt x="876973" y="384441"/>
                </a:moveTo>
                <a:lnTo>
                  <a:pt x="756475" y="384441"/>
                </a:lnTo>
                <a:lnTo>
                  <a:pt x="756475" y="338721"/>
                </a:lnTo>
                <a:lnTo>
                  <a:pt x="852589" y="338721"/>
                </a:lnTo>
                <a:lnTo>
                  <a:pt x="852589" y="311188"/>
                </a:lnTo>
                <a:lnTo>
                  <a:pt x="756475" y="311188"/>
                </a:lnTo>
                <a:lnTo>
                  <a:pt x="756475" y="276136"/>
                </a:lnTo>
                <a:lnTo>
                  <a:pt x="724471" y="276136"/>
                </a:lnTo>
                <a:lnTo>
                  <a:pt x="724471" y="311188"/>
                </a:lnTo>
                <a:lnTo>
                  <a:pt x="629894" y="311188"/>
                </a:lnTo>
                <a:lnTo>
                  <a:pt x="629894" y="338721"/>
                </a:lnTo>
                <a:lnTo>
                  <a:pt x="724471" y="338721"/>
                </a:lnTo>
                <a:lnTo>
                  <a:pt x="724471" y="384441"/>
                </a:lnTo>
                <a:lnTo>
                  <a:pt x="602449" y="384441"/>
                </a:lnTo>
                <a:lnTo>
                  <a:pt x="602449" y="411873"/>
                </a:lnTo>
                <a:lnTo>
                  <a:pt x="876973" y="411873"/>
                </a:lnTo>
                <a:lnTo>
                  <a:pt x="876973" y="384441"/>
                </a:lnTo>
                <a:close/>
              </a:path>
              <a:path w="2676525" h="436879">
                <a:moveTo>
                  <a:pt x="1009650" y="83921"/>
                </a:moveTo>
                <a:lnTo>
                  <a:pt x="992733" y="65011"/>
                </a:lnTo>
                <a:lnTo>
                  <a:pt x="976071" y="46951"/>
                </a:lnTo>
                <a:lnTo>
                  <a:pt x="959421" y="29451"/>
                </a:lnTo>
                <a:lnTo>
                  <a:pt x="942492" y="12192"/>
                </a:lnTo>
                <a:lnTo>
                  <a:pt x="916584" y="35153"/>
                </a:lnTo>
                <a:lnTo>
                  <a:pt x="932573" y="52578"/>
                </a:lnTo>
                <a:lnTo>
                  <a:pt x="948397" y="70586"/>
                </a:lnTo>
                <a:lnTo>
                  <a:pt x="963955" y="89154"/>
                </a:lnTo>
                <a:lnTo>
                  <a:pt x="979068" y="108305"/>
                </a:lnTo>
                <a:lnTo>
                  <a:pt x="1009650" y="83921"/>
                </a:lnTo>
                <a:close/>
              </a:path>
              <a:path w="2676525" h="436879">
                <a:moveTo>
                  <a:pt x="1030986" y="364629"/>
                </a:moveTo>
                <a:lnTo>
                  <a:pt x="1027938" y="326428"/>
                </a:lnTo>
                <a:lnTo>
                  <a:pt x="1013650" y="336486"/>
                </a:lnTo>
                <a:lnTo>
                  <a:pt x="1000493" y="345948"/>
                </a:lnTo>
                <a:lnTo>
                  <a:pt x="988466" y="354812"/>
                </a:lnTo>
                <a:lnTo>
                  <a:pt x="977544" y="363105"/>
                </a:lnTo>
                <a:lnTo>
                  <a:pt x="977544" y="154127"/>
                </a:lnTo>
                <a:lnTo>
                  <a:pt x="892200" y="154127"/>
                </a:lnTo>
                <a:lnTo>
                  <a:pt x="892200" y="186131"/>
                </a:lnTo>
                <a:lnTo>
                  <a:pt x="944016" y="186131"/>
                </a:lnTo>
                <a:lnTo>
                  <a:pt x="943902" y="357009"/>
                </a:lnTo>
                <a:lnTo>
                  <a:pt x="943140" y="367220"/>
                </a:lnTo>
                <a:lnTo>
                  <a:pt x="940396" y="377393"/>
                </a:lnTo>
                <a:lnTo>
                  <a:pt x="935659" y="386130"/>
                </a:lnTo>
                <a:lnTo>
                  <a:pt x="928776" y="393585"/>
                </a:lnTo>
                <a:lnTo>
                  <a:pt x="950112" y="422541"/>
                </a:lnTo>
                <a:lnTo>
                  <a:pt x="967257" y="408774"/>
                </a:lnTo>
                <a:lnTo>
                  <a:pt x="986548" y="394728"/>
                </a:lnTo>
                <a:lnTo>
                  <a:pt x="1007846" y="380098"/>
                </a:lnTo>
                <a:lnTo>
                  <a:pt x="1030986" y="364629"/>
                </a:lnTo>
                <a:close/>
              </a:path>
              <a:path w="2676525" h="436879">
                <a:moveTo>
                  <a:pt x="1125575" y="253276"/>
                </a:moveTo>
                <a:lnTo>
                  <a:pt x="1106055" y="241884"/>
                </a:lnTo>
                <a:lnTo>
                  <a:pt x="1086434" y="230746"/>
                </a:lnTo>
                <a:lnTo>
                  <a:pt x="1066533" y="220192"/>
                </a:lnTo>
                <a:lnTo>
                  <a:pt x="1046226" y="210515"/>
                </a:lnTo>
                <a:lnTo>
                  <a:pt x="1029462" y="233464"/>
                </a:lnTo>
                <a:lnTo>
                  <a:pt x="1050848" y="244894"/>
                </a:lnTo>
                <a:lnTo>
                  <a:pt x="1071372" y="256324"/>
                </a:lnTo>
                <a:lnTo>
                  <a:pt x="1090752" y="267754"/>
                </a:lnTo>
                <a:lnTo>
                  <a:pt x="1108710" y="279184"/>
                </a:lnTo>
                <a:lnTo>
                  <a:pt x="1125575" y="253276"/>
                </a:lnTo>
                <a:close/>
              </a:path>
              <a:path w="2676525" h="436879">
                <a:moveTo>
                  <a:pt x="1157579" y="202895"/>
                </a:moveTo>
                <a:lnTo>
                  <a:pt x="1098562" y="172034"/>
                </a:lnTo>
                <a:lnTo>
                  <a:pt x="1078230" y="161747"/>
                </a:lnTo>
                <a:lnTo>
                  <a:pt x="1061466" y="186131"/>
                </a:lnTo>
                <a:lnTo>
                  <a:pt x="1081760" y="196672"/>
                </a:lnTo>
                <a:lnTo>
                  <a:pt x="1101483" y="207657"/>
                </a:lnTo>
                <a:lnTo>
                  <a:pt x="1120660" y="218909"/>
                </a:lnTo>
                <a:lnTo>
                  <a:pt x="1139291" y="230327"/>
                </a:lnTo>
                <a:lnTo>
                  <a:pt x="1157579" y="202895"/>
                </a:lnTo>
                <a:close/>
              </a:path>
              <a:path w="2676525" h="436879">
                <a:moveTo>
                  <a:pt x="1316164" y="126593"/>
                </a:moveTo>
                <a:lnTo>
                  <a:pt x="1181963" y="126593"/>
                </a:lnTo>
                <a:lnTo>
                  <a:pt x="1181963" y="83921"/>
                </a:lnTo>
                <a:lnTo>
                  <a:pt x="1307020" y="83921"/>
                </a:lnTo>
                <a:lnTo>
                  <a:pt x="1307020" y="53441"/>
                </a:lnTo>
                <a:lnTo>
                  <a:pt x="1181963" y="53441"/>
                </a:lnTo>
                <a:lnTo>
                  <a:pt x="1181963" y="1524"/>
                </a:lnTo>
                <a:lnTo>
                  <a:pt x="1148435" y="1524"/>
                </a:lnTo>
                <a:lnTo>
                  <a:pt x="1148435" y="53441"/>
                </a:lnTo>
                <a:lnTo>
                  <a:pt x="1030986" y="53441"/>
                </a:lnTo>
                <a:lnTo>
                  <a:pt x="1030986" y="83921"/>
                </a:lnTo>
                <a:lnTo>
                  <a:pt x="1148435" y="83921"/>
                </a:lnTo>
                <a:lnTo>
                  <a:pt x="1148435" y="126593"/>
                </a:lnTo>
                <a:lnTo>
                  <a:pt x="1015746" y="126593"/>
                </a:lnTo>
                <a:lnTo>
                  <a:pt x="1015746" y="158699"/>
                </a:lnTo>
                <a:lnTo>
                  <a:pt x="1282636" y="158699"/>
                </a:lnTo>
                <a:lnTo>
                  <a:pt x="1276540" y="210515"/>
                </a:lnTo>
                <a:lnTo>
                  <a:pt x="1285659" y="211416"/>
                </a:lnTo>
                <a:lnTo>
                  <a:pt x="1303324" y="212648"/>
                </a:lnTo>
                <a:lnTo>
                  <a:pt x="1311592" y="213563"/>
                </a:lnTo>
                <a:lnTo>
                  <a:pt x="1316164" y="126593"/>
                </a:lnTo>
                <a:close/>
              </a:path>
              <a:path w="2676525" h="436879">
                <a:moveTo>
                  <a:pt x="1322260" y="283756"/>
                </a:moveTo>
                <a:lnTo>
                  <a:pt x="1204823" y="283756"/>
                </a:lnTo>
                <a:lnTo>
                  <a:pt x="1207693" y="264591"/>
                </a:lnTo>
                <a:lnTo>
                  <a:pt x="1209586" y="239128"/>
                </a:lnTo>
                <a:lnTo>
                  <a:pt x="1210589" y="207657"/>
                </a:lnTo>
                <a:lnTo>
                  <a:pt x="1210919" y="169367"/>
                </a:lnTo>
                <a:lnTo>
                  <a:pt x="1177391" y="169367"/>
                </a:lnTo>
                <a:lnTo>
                  <a:pt x="1177594" y="192608"/>
                </a:lnTo>
                <a:lnTo>
                  <a:pt x="1177467" y="212648"/>
                </a:lnTo>
                <a:lnTo>
                  <a:pt x="1176629" y="236842"/>
                </a:lnTo>
                <a:lnTo>
                  <a:pt x="1174381" y="262877"/>
                </a:lnTo>
                <a:lnTo>
                  <a:pt x="1171295" y="283756"/>
                </a:lnTo>
                <a:lnTo>
                  <a:pt x="1011174" y="283756"/>
                </a:lnTo>
                <a:lnTo>
                  <a:pt x="1011174" y="314236"/>
                </a:lnTo>
                <a:lnTo>
                  <a:pt x="1162151" y="314236"/>
                </a:lnTo>
                <a:lnTo>
                  <a:pt x="1142123" y="341198"/>
                </a:lnTo>
                <a:lnTo>
                  <a:pt x="1109522" y="364998"/>
                </a:lnTo>
                <a:lnTo>
                  <a:pt x="1064336" y="385914"/>
                </a:lnTo>
                <a:lnTo>
                  <a:pt x="1006602" y="404253"/>
                </a:lnTo>
                <a:lnTo>
                  <a:pt x="1013167" y="412254"/>
                </a:lnTo>
                <a:lnTo>
                  <a:pt x="1019175" y="420255"/>
                </a:lnTo>
                <a:lnTo>
                  <a:pt x="1024610" y="428256"/>
                </a:lnTo>
                <a:lnTo>
                  <a:pt x="1029462" y="436257"/>
                </a:lnTo>
                <a:lnTo>
                  <a:pt x="1078026" y="419366"/>
                </a:lnTo>
                <a:lnTo>
                  <a:pt x="1118476" y="400634"/>
                </a:lnTo>
                <a:lnTo>
                  <a:pt x="1150632" y="379882"/>
                </a:lnTo>
                <a:lnTo>
                  <a:pt x="1174343" y="357009"/>
                </a:lnTo>
                <a:lnTo>
                  <a:pt x="1204366" y="373595"/>
                </a:lnTo>
                <a:lnTo>
                  <a:pt x="1235113" y="391490"/>
                </a:lnTo>
                <a:lnTo>
                  <a:pt x="1266748" y="410794"/>
                </a:lnTo>
                <a:lnTo>
                  <a:pt x="1299400" y="431685"/>
                </a:lnTo>
                <a:lnTo>
                  <a:pt x="1320736" y="401205"/>
                </a:lnTo>
                <a:lnTo>
                  <a:pt x="1242695" y="357009"/>
                </a:lnTo>
                <a:lnTo>
                  <a:pt x="1224648" y="346938"/>
                </a:lnTo>
                <a:lnTo>
                  <a:pt x="1192631" y="329476"/>
                </a:lnTo>
                <a:lnTo>
                  <a:pt x="1194155" y="324904"/>
                </a:lnTo>
                <a:lnTo>
                  <a:pt x="1197203" y="320332"/>
                </a:lnTo>
                <a:lnTo>
                  <a:pt x="1198727" y="314236"/>
                </a:lnTo>
                <a:lnTo>
                  <a:pt x="1322260" y="314236"/>
                </a:lnTo>
                <a:lnTo>
                  <a:pt x="1322260" y="283756"/>
                </a:lnTo>
                <a:close/>
              </a:path>
              <a:path w="2676525" h="436879">
                <a:moveTo>
                  <a:pt x="1778228" y="395109"/>
                </a:moveTo>
                <a:lnTo>
                  <a:pt x="1724126" y="355092"/>
                </a:lnTo>
                <a:lnTo>
                  <a:pt x="1679168" y="303568"/>
                </a:lnTo>
                <a:lnTo>
                  <a:pt x="1695513" y="273088"/>
                </a:lnTo>
                <a:lnTo>
                  <a:pt x="1697609" y="269176"/>
                </a:lnTo>
                <a:lnTo>
                  <a:pt x="1714449" y="228180"/>
                </a:lnTo>
                <a:lnTo>
                  <a:pt x="1729524" y="180594"/>
                </a:lnTo>
                <a:lnTo>
                  <a:pt x="1742694" y="126453"/>
                </a:lnTo>
                <a:lnTo>
                  <a:pt x="1753844" y="65633"/>
                </a:lnTo>
                <a:lnTo>
                  <a:pt x="1753844" y="38201"/>
                </a:lnTo>
                <a:lnTo>
                  <a:pt x="1720316" y="38201"/>
                </a:lnTo>
                <a:lnTo>
                  <a:pt x="1720316" y="67157"/>
                </a:lnTo>
                <a:lnTo>
                  <a:pt x="1707997" y="133223"/>
                </a:lnTo>
                <a:lnTo>
                  <a:pt x="1693824" y="189547"/>
                </a:lnTo>
                <a:lnTo>
                  <a:pt x="1677619" y="236169"/>
                </a:lnTo>
                <a:lnTo>
                  <a:pt x="1659255" y="273088"/>
                </a:lnTo>
                <a:lnTo>
                  <a:pt x="1639773" y="231025"/>
                </a:lnTo>
                <a:lnTo>
                  <a:pt x="1639443" y="229984"/>
                </a:lnTo>
                <a:lnTo>
                  <a:pt x="1639443" y="303568"/>
                </a:lnTo>
                <a:lnTo>
                  <a:pt x="1614817" y="333032"/>
                </a:lnTo>
                <a:lnTo>
                  <a:pt x="1588757" y="359473"/>
                </a:lnTo>
                <a:lnTo>
                  <a:pt x="1560969" y="382739"/>
                </a:lnTo>
                <a:lnTo>
                  <a:pt x="1531150" y="402729"/>
                </a:lnTo>
                <a:lnTo>
                  <a:pt x="1531150" y="337197"/>
                </a:lnTo>
                <a:lnTo>
                  <a:pt x="1531150" y="331000"/>
                </a:lnTo>
                <a:lnTo>
                  <a:pt x="1542884" y="329615"/>
                </a:lnTo>
                <a:lnTo>
                  <a:pt x="1567459" y="326288"/>
                </a:lnTo>
                <a:lnTo>
                  <a:pt x="1580007" y="324904"/>
                </a:lnTo>
                <a:lnTo>
                  <a:pt x="1581531" y="294424"/>
                </a:lnTo>
                <a:lnTo>
                  <a:pt x="1568958" y="296468"/>
                </a:lnTo>
                <a:lnTo>
                  <a:pt x="1543773" y="299999"/>
                </a:lnTo>
                <a:lnTo>
                  <a:pt x="1531150" y="302044"/>
                </a:lnTo>
                <a:lnTo>
                  <a:pt x="1531150" y="242608"/>
                </a:lnTo>
                <a:lnTo>
                  <a:pt x="1531150" y="215074"/>
                </a:lnTo>
                <a:lnTo>
                  <a:pt x="1531150" y="148018"/>
                </a:lnTo>
                <a:lnTo>
                  <a:pt x="1531150" y="120497"/>
                </a:lnTo>
                <a:lnTo>
                  <a:pt x="1531150" y="53441"/>
                </a:lnTo>
                <a:lnTo>
                  <a:pt x="1558671" y="53441"/>
                </a:lnTo>
                <a:lnTo>
                  <a:pt x="1558671" y="67157"/>
                </a:lnTo>
                <a:lnTo>
                  <a:pt x="1573911" y="67157"/>
                </a:lnTo>
                <a:lnTo>
                  <a:pt x="1581594" y="126403"/>
                </a:lnTo>
                <a:lnTo>
                  <a:pt x="1591932" y="179819"/>
                </a:lnTo>
                <a:lnTo>
                  <a:pt x="1604962" y="227177"/>
                </a:lnTo>
                <a:lnTo>
                  <a:pt x="1620774" y="268452"/>
                </a:lnTo>
                <a:lnTo>
                  <a:pt x="1639443" y="303568"/>
                </a:lnTo>
                <a:lnTo>
                  <a:pt x="1639443" y="229984"/>
                </a:lnTo>
                <a:lnTo>
                  <a:pt x="1624584" y="182689"/>
                </a:lnTo>
                <a:lnTo>
                  <a:pt x="1613395" y="128079"/>
                </a:lnTo>
                <a:lnTo>
                  <a:pt x="1605915" y="67157"/>
                </a:lnTo>
                <a:lnTo>
                  <a:pt x="1720316" y="67157"/>
                </a:lnTo>
                <a:lnTo>
                  <a:pt x="1720316" y="38201"/>
                </a:lnTo>
                <a:lnTo>
                  <a:pt x="1561719" y="38201"/>
                </a:lnTo>
                <a:lnTo>
                  <a:pt x="1561719" y="21336"/>
                </a:lnTo>
                <a:lnTo>
                  <a:pt x="1497622" y="21336"/>
                </a:lnTo>
                <a:lnTo>
                  <a:pt x="1497622" y="306616"/>
                </a:lnTo>
                <a:lnTo>
                  <a:pt x="1412278" y="320332"/>
                </a:lnTo>
                <a:lnTo>
                  <a:pt x="1412278" y="242608"/>
                </a:lnTo>
                <a:lnTo>
                  <a:pt x="1497622" y="242608"/>
                </a:lnTo>
                <a:lnTo>
                  <a:pt x="1497622" y="215074"/>
                </a:lnTo>
                <a:lnTo>
                  <a:pt x="1412278" y="215074"/>
                </a:lnTo>
                <a:lnTo>
                  <a:pt x="1412278" y="148018"/>
                </a:lnTo>
                <a:lnTo>
                  <a:pt x="1497622" y="148018"/>
                </a:lnTo>
                <a:lnTo>
                  <a:pt x="1497622" y="120497"/>
                </a:lnTo>
                <a:lnTo>
                  <a:pt x="1412278" y="120497"/>
                </a:lnTo>
                <a:lnTo>
                  <a:pt x="1412278" y="53441"/>
                </a:lnTo>
                <a:lnTo>
                  <a:pt x="1497622" y="53441"/>
                </a:lnTo>
                <a:lnTo>
                  <a:pt x="1497622" y="21336"/>
                </a:lnTo>
                <a:lnTo>
                  <a:pt x="1346644" y="21336"/>
                </a:lnTo>
                <a:lnTo>
                  <a:pt x="1346644" y="53441"/>
                </a:lnTo>
                <a:lnTo>
                  <a:pt x="1380172" y="53441"/>
                </a:lnTo>
                <a:lnTo>
                  <a:pt x="1380172" y="323380"/>
                </a:lnTo>
                <a:lnTo>
                  <a:pt x="1369910" y="325399"/>
                </a:lnTo>
                <a:lnTo>
                  <a:pt x="1359789" y="326999"/>
                </a:lnTo>
                <a:lnTo>
                  <a:pt x="1340548" y="329476"/>
                </a:lnTo>
                <a:lnTo>
                  <a:pt x="1345120" y="361581"/>
                </a:lnTo>
                <a:lnTo>
                  <a:pt x="1497622" y="337197"/>
                </a:lnTo>
                <a:lnTo>
                  <a:pt x="1497622" y="431685"/>
                </a:lnTo>
                <a:lnTo>
                  <a:pt x="1531150" y="431685"/>
                </a:lnTo>
                <a:lnTo>
                  <a:pt x="1531150" y="404253"/>
                </a:lnTo>
                <a:lnTo>
                  <a:pt x="1536014" y="410248"/>
                </a:lnTo>
                <a:lnTo>
                  <a:pt x="1541475" y="416826"/>
                </a:lnTo>
                <a:lnTo>
                  <a:pt x="1547507" y="423964"/>
                </a:lnTo>
                <a:lnTo>
                  <a:pt x="1554099" y="431685"/>
                </a:lnTo>
                <a:lnTo>
                  <a:pt x="1582966" y="409956"/>
                </a:lnTo>
                <a:lnTo>
                  <a:pt x="1589417" y="404253"/>
                </a:lnTo>
                <a:lnTo>
                  <a:pt x="1591144" y="402729"/>
                </a:lnTo>
                <a:lnTo>
                  <a:pt x="1610106" y="385953"/>
                </a:lnTo>
                <a:lnTo>
                  <a:pt x="1635544" y="359625"/>
                </a:lnTo>
                <a:lnTo>
                  <a:pt x="1659255" y="331000"/>
                </a:lnTo>
                <a:lnTo>
                  <a:pt x="1682165" y="360197"/>
                </a:lnTo>
                <a:lnTo>
                  <a:pt x="1705063" y="385953"/>
                </a:lnTo>
                <a:lnTo>
                  <a:pt x="1727923" y="408241"/>
                </a:lnTo>
                <a:lnTo>
                  <a:pt x="1750796" y="427113"/>
                </a:lnTo>
                <a:lnTo>
                  <a:pt x="1758505" y="417398"/>
                </a:lnTo>
                <a:lnTo>
                  <a:pt x="1765655" y="408825"/>
                </a:lnTo>
                <a:lnTo>
                  <a:pt x="1772221" y="401396"/>
                </a:lnTo>
                <a:lnTo>
                  <a:pt x="1778228" y="395109"/>
                </a:lnTo>
                <a:close/>
              </a:path>
              <a:path w="2676525" h="436879">
                <a:moveTo>
                  <a:pt x="1991766" y="266992"/>
                </a:moveTo>
                <a:lnTo>
                  <a:pt x="1957438" y="235127"/>
                </a:lnTo>
                <a:lnTo>
                  <a:pt x="1953818" y="231851"/>
                </a:lnTo>
                <a:lnTo>
                  <a:pt x="1945411" y="224231"/>
                </a:lnTo>
                <a:lnTo>
                  <a:pt x="1940369" y="219659"/>
                </a:lnTo>
                <a:lnTo>
                  <a:pt x="1923097" y="204419"/>
                </a:lnTo>
                <a:lnTo>
                  <a:pt x="1907857" y="219659"/>
                </a:lnTo>
                <a:lnTo>
                  <a:pt x="1907857" y="163271"/>
                </a:lnTo>
                <a:lnTo>
                  <a:pt x="1990242" y="163271"/>
                </a:lnTo>
                <a:lnTo>
                  <a:pt x="1990242" y="134315"/>
                </a:lnTo>
                <a:lnTo>
                  <a:pt x="1907857" y="134315"/>
                </a:lnTo>
                <a:lnTo>
                  <a:pt x="1907857" y="64109"/>
                </a:lnTo>
                <a:lnTo>
                  <a:pt x="1907857" y="59537"/>
                </a:lnTo>
                <a:lnTo>
                  <a:pt x="1927047" y="56083"/>
                </a:lnTo>
                <a:lnTo>
                  <a:pt x="1945817" y="52489"/>
                </a:lnTo>
                <a:lnTo>
                  <a:pt x="1964296" y="48602"/>
                </a:lnTo>
                <a:lnTo>
                  <a:pt x="1982622" y="44297"/>
                </a:lnTo>
                <a:lnTo>
                  <a:pt x="1971954" y="13716"/>
                </a:lnTo>
                <a:lnTo>
                  <a:pt x="1929066" y="23253"/>
                </a:lnTo>
                <a:lnTo>
                  <a:pt x="1885188" y="31330"/>
                </a:lnTo>
                <a:lnTo>
                  <a:pt x="1840458" y="38252"/>
                </a:lnTo>
                <a:lnTo>
                  <a:pt x="1794979" y="44297"/>
                </a:lnTo>
                <a:lnTo>
                  <a:pt x="1798154" y="52057"/>
                </a:lnTo>
                <a:lnTo>
                  <a:pt x="1800885" y="59537"/>
                </a:lnTo>
                <a:lnTo>
                  <a:pt x="1803349" y="67017"/>
                </a:lnTo>
                <a:lnTo>
                  <a:pt x="1805647" y="74777"/>
                </a:lnTo>
                <a:lnTo>
                  <a:pt x="1840026" y="70015"/>
                </a:lnTo>
                <a:lnTo>
                  <a:pt x="1857184" y="67271"/>
                </a:lnTo>
                <a:lnTo>
                  <a:pt x="1874329" y="64109"/>
                </a:lnTo>
                <a:lnTo>
                  <a:pt x="1874329" y="134315"/>
                </a:lnTo>
                <a:lnTo>
                  <a:pt x="1790407" y="134315"/>
                </a:lnTo>
                <a:lnTo>
                  <a:pt x="1790407" y="163271"/>
                </a:lnTo>
                <a:lnTo>
                  <a:pt x="1868233" y="163271"/>
                </a:lnTo>
                <a:lnTo>
                  <a:pt x="1851990" y="203314"/>
                </a:lnTo>
                <a:lnTo>
                  <a:pt x="1833168" y="241223"/>
                </a:lnTo>
                <a:lnTo>
                  <a:pt x="1812048" y="277139"/>
                </a:lnTo>
                <a:lnTo>
                  <a:pt x="1788883" y="311188"/>
                </a:lnTo>
                <a:lnTo>
                  <a:pt x="1793201" y="321233"/>
                </a:lnTo>
                <a:lnTo>
                  <a:pt x="1797075" y="330860"/>
                </a:lnTo>
                <a:lnTo>
                  <a:pt x="1800682" y="340194"/>
                </a:lnTo>
                <a:lnTo>
                  <a:pt x="1804123" y="349389"/>
                </a:lnTo>
                <a:lnTo>
                  <a:pt x="1825637" y="319303"/>
                </a:lnTo>
                <a:lnTo>
                  <a:pt x="1844408" y="288518"/>
                </a:lnTo>
                <a:lnTo>
                  <a:pt x="1860588" y="256882"/>
                </a:lnTo>
                <a:lnTo>
                  <a:pt x="1874329" y="224231"/>
                </a:lnTo>
                <a:lnTo>
                  <a:pt x="1874329" y="434733"/>
                </a:lnTo>
                <a:lnTo>
                  <a:pt x="1907857" y="434733"/>
                </a:lnTo>
                <a:lnTo>
                  <a:pt x="1907857" y="231851"/>
                </a:lnTo>
                <a:lnTo>
                  <a:pt x="1923580" y="247002"/>
                </a:lnTo>
                <a:lnTo>
                  <a:pt x="1938731" y="262407"/>
                </a:lnTo>
                <a:lnTo>
                  <a:pt x="1953336" y="277799"/>
                </a:lnTo>
                <a:lnTo>
                  <a:pt x="1967382" y="292900"/>
                </a:lnTo>
                <a:lnTo>
                  <a:pt x="1991766" y="266992"/>
                </a:lnTo>
                <a:close/>
              </a:path>
              <a:path w="2676525" h="436879">
                <a:moveTo>
                  <a:pt x="2205228" y="54965"/>
                </a:moveTo>
                <a:lnTo>
                  <a:pt x="2170176" y="54965"/>
                </a:lnTo>
                <a:lnTo>
                  <a:pt x="2170176" y="86969"/>
                </a:lnTo>
                <a:lnTo>
                  <a:pt x="2170176" y="346341"/>
                </a:lnTo>
                <a:lnTo>
                  <a:pt x="2046643" y="346341"/>
                </a:lnTo>
                <a:lnTo>
                  <a:pt x="2046643" y="86969"/>
                </a:lnTo>
                <a:lnTo>
                  <a:pt x="2170176" y="86969"/>
                </a:lnTo>
                <a:lnTo>
                  <a:pt x="2170176" y="54965"/>
                </a:lnTo>
                <a:lnTo>
                  <a:pt x="2011591" y="54965"/>
                </a:lnTo>
                <a:lnTo>
                  <a:pt x="2011591" y="421017"/>
                </a:lnTo>
                <a:lnTo>
                  <a:pt x="2046643" y="421017"/>
                </a:lnTo>
                <a:lnTo>
                  <a:pt x="2046643" y="378345"/>
                </a:lnTo>
                <a:lnTo>
                  <a:pt x="2170176" y="378345"/>
                </a:lnTo>
                <a:lnTo>
                  <a:pt x="2170176" y="421017"/>
                </a:lnTo>
                <a:lnTo>
                  <a:pt x="2205228" y="421017"/>
                </a:lnTo>
                <a:lnTo>
                  <a:pt x="2205228" y="378345"/>
                </a:lnTo>
                <a:lnTo>
                  <a:pt x="2205228" y="346341"/>
                </a:lnTo>
                <a:lnTo>
                  <a:pt x="2205228" y="86969"/>
                </a:lnTo>
                <a:lnTo>
                  <a:pt x="2205228" y="54965"/>
                </a:lnTo>
                <a:close/>
              </a:path>
              <a:path w="2676525" h="436879">
                <a:moveTo>
                  <a:pt x="2365337" y="82397"/>
                </a:moveTo>
                <a:lnTo>
                  <a:pt x="2349982" y="65252"/>
                </a:lnTo>
                <a:lnTo>
                  <a:pt x="2333904" y="48094"/>
                </a:lnTo>
                <a:lnTo>
                  <a:pt x="2317546" y="30924"/>
                </a:lnTo>
                <a:lnTo>
                  <a:pt x="2301329" y="13716"/>
                </a:lnTo>
                <a:lnTo>
                  <a:pt x="2273897" y="36677"/>
                </a:lnTo>
                <a:lnTo>
                  <a:pt x="2288781" y="52133"/>
                </a:lnTo>
                <a:lnTo>
                  <a:pt x="2303805" y="68872"/>
                </a:lnTo>
                <a:lnTo>
                  <a:pt x="2319121" y="87045"/>
                </a:lnTo>
                <a:lnTo>
                  <a:pt x="2334857" y="106781"/>
                </a:lnTo>
                <a:lnTo>
                  <a:pt x="2365337" y="82397"/>
                </a:lnTo>
                <a:close/>
              </a:path>
              <a:path w="2676525" h="436879">
                <a:moveTo>
                  <a:pt x="2392870" y="340245"/>
                </a:moveTo>
                <a:lnTo>
                  <a:pt x="2389822" y="302044"/>
                </a:lnTo>
                <a:lnTo>
                  <a:pt x="2374049" y="312305"/>
                </a:lnTo>
                <a:lnTo>
                  <a:pt x="2330285" y="341769"/>
                </a:lnTo>
                <a:lnTo>
                  <a:pt x="2330285" y="148018"/>
                </a:lnTo>
                <a:lnTo>
                  <a:pt x="2241893" y="148018"/>
                </a:lnTo>
                <a:lnTo>
                  <a:pt x="2241893" y="178498"/>
                </a:lnTo>
                <a:lnTo>
                  <a:pt x="2296757" y="178498"/>
                </a:lnTo>
                <a:lnTo>
                  <a:pt x="2296757" y="335572"/>
                </a:lnTo>
                <a:lnTo>
                  <a:pt x="2295880" y="347395"/>
                </a:lnTo>
                <a:lnTo>
                  <a:pt x="2293137" y="357759"/>
                </a:lnTo>
                <a:lnTo>
                  <a:pt x="2288400" y="366953"/>
                </a:lnTo>
                <a:lnTo>
                  <a:pt x="2281517" y="375297"/>
                </a:lnTo>
                <a:lnTo>
                  <a:pt x="2302853" y="404253"/>
                </a:lnTo>
                <a:lnTo>
                  <a:pt x="2319693" y="390817"/>
                </a:lnTo>
                <a:lnTo>
                  <a:pt x="2340394" y="375678"/>
                </a:lnTo>
                <a:lnTo>
                  <a:pt x="2364841" y="358813"/>
                </a:lnTo>
                <a:lnTo>
                  <a:pt x="2390571" y="341769"/>
                </a:lnTo>
                <a:lnTo>
                  <a:pt x="2392870" y="340245"/>
                </a:lnTo>
                <a:close/>
              </a:path>
              <a:path w="2676525" h="436879">
                <a:moveTo>
                  <a:pt x="2675001" y="131254"/>
                </a:moveTo>
                <a:lnTo>
                  <a:pt x="2626144" y="131254"/>
                </a:lnTo>
                <a:lnTo>
                  <a:pt x="2617254" y="130073"/>
                </a:lnTo>
                <a:lnTo>
                  <a:pt x="2611094" y="126453"/>
                </a:lnTo>
                <a:lnTo>
                  <a:pt x="2607487" y="120256"/>
                </a:lnTo>
                <a:lnTo>
                  <a:pt x="2606332" y="111353"/>
                </a:lnTo>
                <a:lnTo>
                  <a:pt x="2606332" y="54965"/>
                </a:lnTo>
                <a:lnTo>
                  <a:pt x="2606332" y="21336"/>
                </a:lnTo>
                <a:lnTo>
                  <a:pt x="2427922" y="21336"/>
                </a:lnTo>
                <a:lnTo>
                  <a:pt x="2427897" y="68872"/>
                </a:lnTo>
                <a:lnTo>
                  <a:pt x="2423922" y="95846"/>
                </a:lnTo>
                <a:lnTo>
                  <a:pt x="2411907" y="120167"/>
                </a:lnTo>
                <a:lnTo>
                  <a:pt x="2391880" y="141630"/>
                </a:lnTo>
                <a:lnTo>
                  <a:pt x="2363813" y="160210"/>
                </a:lnTo>
                <a:lnTo>
                  <a:pt x="2370467" y="167068"/>
                </a:lnTo>
                <a:lnTo>
                  <a:pt x="2376665" y="173926"/>
                </a:lnTo>
                <a:lnTo>
                  <a:pt x="2382558" y="180784"/>
                </a:lnTo>
                <a:lnTo>
                  <a:pt x="2388298" y="187642"/>
                </a:lnTo>
                <a:lnTo>
                  <a:pt x="2421178" y="165392"/>
                </a:lnTo>
                <a:lnTo>
                  <a:pt x="2444496" y="137693"/>
                </a:lnTo>
                <a:lnTo>
                  <a:pt x="2458377" y="104838"/>
                </a:lnTo>
                <a:lnTo>
                  <a:pt x="2462974" y="67157"/>
                </a:lnTo>
                <a:lnTo>
                  <a:pt x="2462974" y="54965"/>
                </a:lnTo>
                <a:lnTo>
                  <a:pt x="2572804" y="54965"/>
                </a:lnTo>
                <a:lnTo>
                  <a:pt x="2572804" y="117449"/>
                </a:lnTo>
                <a:lnTo>
                  <a:pt x="2575369" y="137502"/>
                </a:lnTo>
                <a:lnTo>
                  <a:pt x="2583091" y="151828"/>
                </a:lnTo>
                <a:lnTo>
                  <a:pt x="2595943" y="160401"/>
                </a:lnTo>
                <a:lnTo>
                  <a:pt x="2613952" y="163258"/>
                </a:lnTo>
                <a:lnTo>
                  <a:pt x="2671953" y="163258"/>
                </a:lnTo>
                <a:lnTo>
                  <a:pt x="2672219" y="156121"/>
                </a:lnTo>
                <a:lnTo>
                  <a:pt x="2672905" y="148399"/>
                </a:lnTo>
                <a:lnTo>
                  <a:pt x="2673883" y="140119"/>
                </a:lnTo>
                <a:lnTo>
                  <a:pt x="2675001" y="131254"/>
                </a:lnTo>
                <a:close/>
              </a:path>
              <a:path w="2676525" h="436879">
                <a:moveTo>
                  <a:pt x="2676525" y="396633"/>
                </a:moveTo>
                <a:lnTo>
                  <a:pt x="2638158" y="387464"/>
                </a:lnTo>
                <a:lnTo>
                  <a:pt x="2581224" y="366153"/>
                </a:lnTo>
                <a:lnTo>
                  <a:pt x="2542324" y="344817"/>
                </a:lnTo>
                <a:lnTo>
                  <a:pt x="2564193" y="323380"/>
                </a:lnTo>
                <a:lnTo>
                  <a:pt x="2566581" y="321043"/>
                </a:lnTo>
                <a:lnTo>
                  <a:pt x="2588996" y="293281"/>
                </a:lnTo>
                <a:lnTo>
                  <a:pt x="2609392" y="261518"/>
                </a:lnTo>
                <a:lnTo>
                  <a:pt x="2627668" y="225742"/>
                </a:lnTo>
                <a:lnTo>
                  <a:pt x="2627668" y="195262"/>
                </a:lnTo>
                <a:lnTo>
                  <a:pt x="2588044" y="195262"/>
                </a:lnTo>
                <a:lnTo>
                  <a:pt x="2588044" y="225742"/>
                </a:lnTo>
                <a:lnTo>
                  <a:pt x="2573159" y="255193"/>
                </a:lnTo>
                <a:lnTo>
                  <a:pt x="2555849" y="281457"/>
                </a:lnTo>
                <a:lnTo>
                  <a:pt x="2535961" y="304279"/>
                </a:lnTo>
                <a:lnTo>
                  <a:pt x="2513368" y="323380"/>
                </a:lnTo>
                <a:lnTo>
                  <a:pt x="2491663" y="301713"/>
                </a:lnTo>
                <a:lnTo>
                  <a:pt x="2472702" y="278028"/>
                </a:lnTo>
                <a:lnTo>
                  <a:pt x="2456904" y="252615"/>
                </a:lnTo>
                <a:lnTo>
                  <a:pt x="2444686" y="225742"/>
                </a:lnTo>
                <a:lnTo>
                  <a:pt x="2588044" y="225742"/>
                </a:lnTo>
                <a:lnTo>
                  <a:pt x="2588044" y="195262"/>
                </a:lnTo>
                <a:lnTo>
                  <a:pt x="2388298" y="195262"/>
                </a:lnTo>
                <a:lnTo>
                  <a:pt x="2388298" y="225742"/>
                </a:lnTo>
                <a:lnTo>
                  <a:pt x="2411158" y="225742"/>
                </a:lnTo>
                <a:lnTo>
                  <a:pt x="2424303" y="258927"/>
                </a:lnTo>
                <a:lnTo>
                  <a:pt x="2440876" y="289661"/>
                </a:lnTo>
                <a:lnTo>
                  <a:pt x="2460879" y="317817"/>
                </a:lnTo>
                <a:lnTo>
                  <a:pt x="2484310" y="343293"/>
                </a:lnTo>
                <a:lnTo>
                  <a:pt x="2453754" y="360743"/>
                </a:lnTo>
                <a:lnTo>
                  <a:pt x="2419337" y="376631"/>
                </a:lnTo>
                <a:lnTo>
                  <a:pt x="2381186" y="391083"/>
                </a:lnTo>
                <a:lnTo>
                  <a:pt x="2339429" y="404253"/>
                </a:lnTo>
                <a:lnTo>
                  <a:pt x="2345144" y="411365"/>
                </a:lnTo>
                <a:lnTo>
                  <a:pt x="2350859" y="418922"/>
                </a:lnTo>
                <a:lnTo>
                  <a:pt x="2356574" y="426745"/>
                </a:lnTo>
                <a:lnTo>
                  <a:pt x="2362289" y="434733"/>
                </a:lnTo>
                <a:lnTo>
                  <a:pt x="2406065" y="420154"/>
                </a:lnTo>
                <a:lnTo>
                  <a:pt x="2445829" y="403872"/>
                </a:lnTo>
                <a:lnTo>
                  <a:pt x="2481592" y="385864"/>
                </a:lnTo>
                <a:lnTo>
                  <a:pt x="2513368" y="366153"/>
                </a:lnTo>
                <a:lnTo>
                  <a:pt x="2543340" y="386461"/>
                </a:lnTo>
                <a:lnTo>
                  <a:pt x="2576042" y="404063"/>
                </a:lnTo>
                <a:lnTo>
                  <a:pt x="2611348" y="419087"/>
                </a:lnTo>
                <a:lnTo>
                  <a:pt x="2649093" y="431685"/>
                </a:lnTo>
                <a:lnTo>
                  <a:pt x="2655100" y="423418"/>
                </a:lnTo>
                <a:lnTo>
                  <a:pt x="2661666" y="414731"/>
                </a:lnTo>
                <a:lnTo>
                  <a:pt x="2668816" y="405752"/>
                </a:lnTo>
                <a:lnTo>
                  <a:pt x="2676525" y="3966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3990873" y="4373308"/>
            <a:ext cx="1330325" cy="438150"/>
          </a:xfrm>
          <a:custGeom>
            <a:avLst/>
            <a:gdLst/>
            <a:ahLst/>
            <a:cxnLst/>
            <a:rect l="l" t="t" r="r" b="b"/>
            <a:pathLst>
              <a:path w="1330325" h="438150">
                <a:moveTo>
                  <a:pt x="373570" y="268516"/>
                </a:moveTo>
                <a:lnTo>
                  <a:pt x="343090" y="268516"/>
                </a:lnTo>
                <a:lnTo>
                  <a:pt x="343090" y="295948"/>
                </a:lnTo>
                <a:lnTo>
                  <a:pt x="373570" y="295948"/>
                </a:lnTo>
                <a:lnTo>
                  <a:pt x="373570" y="268516"/>
                </a:lnTo>
                <a:close/>
              </a:path>
              <a:path w="1330325" h="438150">
                <a:moveTo>
                  <a:pt x="396532" y="111353"/>
                </a:moveTo>
                <a:lnTo>
                  <a:pt x="367474" y="111353"/>
                </a:lnTo>
                <a:lnTo>
                  <a:pt x="367474" y="122021"/>
                </a:lnTo>
                <a:lnTo>
                  <a:pt x="396532" y="122021"/>
                </a:lnTo>
                <a:lnTo>
                  <a:pt x="396532" y="111353"/>
                </a:lnTo>
                <a:close/>
              </a:path>
              <a:path w="1330325" h="438150">
                <a:moveTo>
                  <a:pt x="396532" y="24511"/>
                </a:moveTo>
                <a:lnTo>
                  <a:pt x="367474" y="24511"/>
                </a:lnTo>
                <a:lnTo>
                  <a:pt x="367474" y="47371"/>
                </a:lnTo>
                <a:lnTo>
                  <a:pt x="367474" y="88011"/>
                </a:lnTo>
                <a:lnTo>
                  <a:pt x="286702" y="88011"/>
                </a:lnTo>
                <a:lnTo>
                  <a:pt x="286702" y="47371"/>
                </a:lnTo>
                <a:lnTo>
                  <a:pt x="367474" y="47371"/>
                </a:lnTo>
                <a:lnTo>
                  <a:pt x="367474" y="24511"/>
                </a:lnTo>
                <a:lnTo>
                  <a:pt x="257746" y="24511"/>
                </a:lnTo>
                <a:lnTo>
                  <a:pt x="257746" y="47371"/>
                </a:lnTo>
                <a:lnTo>
                  <a:pt x="257746" y="88011"/>
                </a:lnTo>
                <a:lnTo>
                  <a:pt x="176885" y="88011"/>
                </a:lnTo>
                <a:lnTo>
                  <a:pt x="176885" y="47371"/>
                </a:lnTo>
                <a:lnTo>
                  <a:pt x="257746" y="47371"/>
                </a:lnTo>
                <a:lnTo>
                  <a:pt x="257746" y="24511"/>
                </a:lnTo>
                <a:lnTo>
                  <a:pt x="147929" y="24511"/>
                </a:lnTo>
                <a:lnTo>
                  <a:pt x="147929" y="47371"/>
                </a:lnTo>
                <a:lnTo>
                  <a:pt x="147929" y="88011"/>
                </a:lnTo>
                <a:lnTo>
                  <a:pt x="68580" y="88011"/>
                </a:lnTo>
                <a:lnTo>
                  <a:pt x="68580" y="47371"/>
                </a:lnTo>
                <a:lnTo>
                  <a:pt x="147929" y="47371"/>
                </a:lnTo>
                <a:lnTo>
                  <a:pt x="147929" y="24511"/>
                </a:lnTo>
                <a:lnTo>
                  <a:pt x="38100" y="24511"/>
                </a:lnTo>
                <a:lnTo>
                  <a:pt x="38100" y="47371"/>
                </a:lnTo>
                <a:lnTo>
                  <a:pt x="38100" y="88011"/>
                </a:lnTo>
                <a:lnTo>
                  <a:pt x="38100" y="110871"/>
                </a:lnTo>
                <a:lnTo>
                  <a:pt x="38100" y="122301"/>
                </a:lnTo>
                <a:lnTo>
                  <a:pt x="68580" y="122301"/>
                </a:lnTo>
                <a:lnTo>
                  <a:pt x="68580" y="110871"/>
                </a:lnTo>
                <a:lnTo>
                  <a:pt x="396532" y="110871"/>
                </a:lnTo>
                <a:lnTo>
                  <a:pt x="396532" y="88493"/>
                </a:lnTo>
                <a:lnTo>
                  <a:pt x="396532" y="88011"/>
                </a:lnTo>
                <a:lnTo>
                  <a:pt x="396532" y="47371"/>
                </a:lnTo>
                <a:lnTo>
                  <a:pt x="396532" y="24511"/>
                </a:lnTo>
                <a:close/>
              </a:path>
              <a:path w="1330325" h="438150">
                <a:moveTo>
                  <a:pt x="434632" y="396621"/>
                </a:moveTo>
                <a:lnTo>
                  <a:pt x="373570" y="396621"/>
                </a:lnTo>
                <a:lnTo>
                  <a:pt x="373570" y="369189"/>
                </a:lnTo>
                <a:lnTo>
                  <a:pt x="343090" y="369189"/>
                </a:lnTo>
                <a:lnTo>
                  <a:pt x="343090" y="396621"/>
                </a:lnTo>
                <a:lnTo>
                  <a:pt x="96012" y="396621"/>
                </a:lnTo>
                <a:lnTo>
                  <a:pt x="96012" y="368681"/>
                </a:lnTo>
                <a:lnTo>
                  <a:pt x="373570" y="368681"/>
                </a:lnTo>
                <a:lnTo>
                  <a:pt x="373570" y="346329"/>
                </a:lnTo>
                <a:lnTo>
                  <a:pt x="373570" y="345821"/>
                </a:lnTo>
                <a:lnTo>
                  <a:pt x="373570" y="319151"/>
                </a:lnTo>
                <a:lnTo>
                  <a:pt x="373570" y="318808"/>
                </a:lnTo>
                <a:lnTo>
                  <a:pt x="373570" y="296291"/>
                </a:lnTo>
                <a:lnTo>
                  <a:pt x="343090" y="296291"/>
                </a:lnTo>
                <a:lnTo>
                  <a:pt x="343090" y="319151"/>
                </a:lnTo>
                <a:lnTo>
                  <a:pt x="343090" y="345821"/>
                </a:lnTo>
                <a:lnTo>
                  <a:pt x="96012" y="345821"/>
                </a:lnTo>
                <a:lnTo>
                  <a:pt x="96012" y="319151"/>
                </a:lnTo>
                <a:lnTo>
                  <a:pt x="343090" y="319151"/>
                </a:lnTo>
                <a:lnTo>
                  <a:pt x="343090" y="296291"/>
                </a:lnTo>
                <a:lnTo>
                  <a:pt x="96012" y="296291"/>
                </a:lnTo>
                <a:lnTo>
                  <a:pt x="96012" y="268351"/>
                </a:lnTo>
                <a:lnTo>
                  <a:pt x="373570" y="268351"/>
                </a:lnTo>
                <a:lnTo>
                  <a:pt x="373570" y="245656"/>
                </a:lnTo>
                <a:lnTo>
                  <a:pt x="373570" y="245491"/>
                </a:lnTo>
                <a:lnTo>
                  <a:pt x="373570" y="218122"/>
                </a:lnTo>
                <a:lnTo>
                  <a:pt x="343090" y="218122"/>
                </a:lnTo>
                <a:lnTo>
                  <a:pt x="343090" y="245491"/>
                </a:lnTo>
                <a:lnTo>
                  <a:pt x="96012" y="245491"/>
                </a:lnTo>
                <a:lnTo>
                  <a:pt x="96012" y="217551"/>
                </a:lnTo>
                <a:lnTo>
                  <a:pt x="373570" y="217551"/>
                </a:lnTo>
                <a:lnTo>
                  <a:pt x="373570" y="193421"/>
                </a:lnTo>
                <a:lnTo>
                  <a:pt x="230225" y="193421"/>
                </a:lnTo>
                <a:lnTo>
                  <a:pt x="230225" y="164782"/>
                </a:lnTo>
                <a:lnTo>
                  <a:pt x="423964" y="164782"/>
                </a:lnTo>
                <a:lnTo>
                  <a:pt x="423964" y="140398"/>
                </a:lnTo>
                <a:lnTo>
                  <a:pt x="230225" y="140398"/>
                </a:lnTo>
                <a:lnTo>
                  <a:pt x="230225" y="117449"/>
                </a:lnTo>
                <a:lnTo>
                  <a:pt x="199745" y="117449"/>
                </a:lnTo>
                <a:lnTo>
                  <a:pt x="199745" y="140398"/>
                </a:lnTo>
                <a:lnTo>
                  <a:pt x="10668" y="140398"/>
                </a:lnTo>
                <a:lnTo>
                  <a:pt x="10668" y="164782"/>
                </a:lnTo>
                <a:lnTo>
                  <a:pt x="199745" y="164782"/>
                </a:lnTo>
                <a:lnTo>
                  <a:pt x="199745" y="193421"/>
                </a:lnTo>
                <a:lnTo>
                  <a:pt x="65532" y="193421"/>
                </a:lnTo>
                <a:lnTo>
                  <a:pt x="65532" y="217551"/>
                </a:lnTo>
                <a:lnTo>
                  <a:pt x="65532" y="396621"/>
                </a:lnTo>
                <a:lnTo>
                  <a:pt x="0" y="396621"/>
                </a:lnTo>
                <a:lnTo>
                  <a:pt x="0" y="422541"/>
                </a:lnTo>
                <a:lnTo>
                  <a:pt x="434632" y="422541"/>
                </a:lnTo>
                <a:lnTo>
                  <a:pt x="434632" y="396621"/>
                </a:lnTo>
                <a:close/>
              </a:path>
              <a:path w="1330325" h="438150">
                <a:moveTo>
                  <a:pt x="884491" y="379857"/>
                </a:moveTo>
                <a:lnTo>
                  <a:pt x="847305" y="371271"/>
                </a:lnTo>
                <a:lnTo>
                  <a:pt x="813384" y="359092"/>
                </a:lnTo>
                <a:lnTo>
                  <a:pt x="782612" y="343179"/>
                </a:lnTo>
                <a:lnTo>
                  <a:pt x="754862" y="323380"/>
                </a:lnTo>
                <a:lnTo>
                  <a:pt x="852487" y="274612"/>
                </a:lnTo>
                <a:lnTo>
                  <a:pt x="829627" y="244132"/>
                </a:lnTo>
                <a:lnTo>
                  <a:pt x="803656" y="261543"/>
                </a:lnTo>
                <a:lnTo>
                  <a:pt x="778522" y="277088"/>
                </a:lnTo>
                <a:lnTo>
                  <a:pt x="754532" y="290639"/>
                </a:lnTo>
                <a:lnTo>
                  <a:pt x="732002" y="302044"/>
                </a:lnTo>
                <a:lnTo>
                  <a:pt x="717969" y="285470"/>
                </a:lnTo>
                <a:lnTo>
                  <a:pt x="705523" y="267741"/>
                </a:lnTo>
                <a:lnTo>
                  <a:pt x="694486" y="248856"/>
                </a:lnTo>
                <a:lnTo>
                  <a:pt x="684758" y="228790"/>
                </a:lnTo>
                <a:lnTo>
                  <a:pt x="879919" y="228790"/>
                </a:lnTo>
                <a:lnTo>
                  <a:pt x="879919" y="198310"/>
                </a:lnTo>
                <a:lnTo>
                  <a:pt x="683234" y="198310"/>
                </a:lnTo>
                <a:lnTo>
                  <a:pt x="683234" y="152590"/>
                </a:lnTo>
                <a:lnTo>
                  <a:pt x="847915" y="152590"/>
                </a:lnTo>
                <a:lnTo>
                  <a:pt x="847915" y="123545"/>
                </a:lnTo>
                <a:lnTo>
                  <a:pt x="683234" y="123545"/>
                </a:lnTo>
                <a:lnTo>
                  <a:pt x="683234" y="79349"/>
                </a:lnTo>
                <a:lnTo>
                  <a:pt x="867727" y="79349"/>
                </a:lnTo>
                <a:lnTo>
                  <a:pt x="867727" y="50393"/>
                </a:lnTo>
                <a:lnTo>
                  <a:pt x="683234" y="50393"/>
                </a:lnTo>
                <a:lnTo>
                  <a:pt x="683234" y="0"/>
                </a:lnTo>
                <a:lnTo>
                  <a:pt x="649605" y="0"/>
                </a:lnTo>
                <a:lnTo>
                  <a:pt x="649605" y="50393"/>
                </a:lnTo>
                <a:lnTo>
                  <a:pt x="466636" y="50393"/>
                </a:lnTo>
                <a:lnTo>
                  <a:pt x="466636" y="79349"/>
                </a:lnTo>
                <a:lnTo>
                  <a:pt x="649605" y="79349"/>
                </a:lnTo>
                <a:lnTo>
                  <a:pt x="649605" y="123545"/>
                </a:lnTo>
                <a:lnTo>
                  <a:pt x="483400" y="123545"/>
                </a:lnTo>
                <a:lnTo>
                  <a:pt x="483400" y="152590"/>
                </a:lnTo>
                <a:lnTo>
                  <a:pt x="649605" y="152590"/>
                </a:lnTo>
                <a:lnTo>
                  <a:pt x="649605" y="198310"/>
                </a:lnTo>
                <a:lnTo>
                  <a:pt x="452920" y="198310"/>
                </a:lnTo>
                <a:lnTo>
                  <a:pt x="452920" y="228790"/>
                </a:lnTo>
                <a:lnTo>
                  <a:pt x="625221" y="228790"/>
                </a:lnTo>
                <a:lnTo>
                  <a:pt x="590092" y="265709"/>
                </a:lnTo>
                <a:lnTo>
                  <a:pt x="548817" y="298615"/>
                </a:lnTo>
                <a:lnTo>
                  <a:pt x="501523" y="327520"/>
                </a:lnTo>
                <a:lnTo>
                  <a:pt x="448348" y="352425"/>
                </a:lnTo>
                <a:lnTo>
                  <a:pt x="459587" y="367665"/>
                </a:lnTo>
                <a:lnTo>
                  <a:pt x="464845" y="375145"/>
                </a:lnTo>
                <a:lnTo>
                  <a:pt x="469684" y="382905"/>
                </a:lnTo>
                <a:lnTo>
                  <a:pt x="498309" y="368668"/>
                </a:lnTo>
                <a:lnTo>
                  <a:pt x="524967" y="353568"/>
                </a:lnTo>
                <a:lnTo>
                  <a:pt x="549910" y="337870"/>
                </a:lnTo>
                <a:lnTo>
                  <a:pt x="573405" y="321856"/>
                </a:lnTo>
                <a:lnTo>
                  <a:pt x="573405" y="381381"/>
                </a:lnTo>
                <a:lnTo>
                  <a:pt x="572566" y="388835"/>
                </a:lnTo>
                <a:lnTo>
                  <a:pt x="570166" y="395287"/>
                </a:lnTo>
                <a:lnTo>
                  <a:pt x="566331" y="400888"/>
                </a:lnTo>
                <a:lnTo>
                  <a:pt x="561213" y="405765"/>
                </a:lnTo>
                <a:lnTo>
                  <a:pt x="581025" y="437769"/>
                </a:lnTo>
                <a:lnTo>
                  <a:pt x="586765" y="434606"/>
                </a:lnTo>
                <a:lnTo>
                  <a:pt x="592645" y="431863"/>
                </a:lnTo>
                <a:lnTo>
                  <a:pt x="598817" y="429412"/>
                </a:lnTo>
                <a:lnTo>
                  <a:pt x="605409" y="427101"/>
                </a:lnTo>
                <a:lnTo>
                  <a:pt x="632828" y="416204"/>
                </a:lnTo>
                <a:lnTo>
                  <a:pt x="660133" y="406146"/>
                </a:lnTo>
                <a:lnTo>
                  <a:pt x="713714" y="387477"/>
                </a:lnTo>
                <a:lnTo>
                  <a:pt x="712851" y="378104"/>
                </a:lnTo>
                <a:lnTo>
                  <a:pt x="712571" y="368427"/>
                </a:lnTo>
                <a:lnTo>
                  <a:pt x="712851" y="358762"/>
                </a:lnTo>
                <a:lnTo>
                  <a:pt x="713714" y="349377"/>
                </a:lnTo>
                <a:lnTo>
                  <a:pt x="687997" y="359651"/>
                </a:lnTo>
                <a:lnTo>
                  <a:pt x="661276" y="369760"/>
                </a:lnTo>
                <a:lnTo>
                  <a:pt x="633691" y="379603"/>
                </a:lnTo>
                <a:lnTo>
                  <a:pt x="605409" y="389001"/>
                </a:lnTo>
                <a:lnTo>
                  <a:pt x="605409" y="294424"/>
                </a:lnTo>
                <a:lnTo>
                  <a:pt x="619721" y="281584"/>
                </a:lnTo>
                <a:lnTo>
                  <a:pt x="633044" y="268325"/>
                </a:lnTo>
                <a:lnTo>
                  <a:pt x="645528" y="254774"/>
                </a:lnTo>
                <a:lnTo>
                  <a:pt x="657326" y="241084"/>
                </a:lnTo>
                <a:lnTo>
                  <a:pt x="680059" y="284657"/>
                </a:lnTo>
                <a:lnTo>
                  <a:pt x="707161" y="322389"/>
                </a:lnTo>
                <a:lnTo>
                  <a:pt x="738670" y="354291"/>
                </a:lnTo>
                <a:lnTo>
                  <a:pt x="774636" y="380352"/>
                </a:lnTo>
                <a:lnTo>
                  <a:pt x="815098" y="400558"/>
                </a:lnTo>
                <a:lnTo>
                  <a:pt x="860107" y="414909"/>
                </a:lnTo>
                <a:lnTo>
                  <a:pt x="864984" y="406654"/>
                </a:lnTo>
                <a:lnTo>
                  <a:pt x="870585" y="397954"/>
                </a:lnTo>
                <a:lnTo>
                  <a:pt x="877036" y="388988"/>
                </a:lnTo>
                <a:lnTo>
                  <a:pt x="884491" y="379857"/>
                </a:lnTo>
                <a:close/>
              </a:path>
              <a:path w="1330325" h="438150">
                <a:moveTo>
                  <a:pt x="1329791" y="312712"/>
                </a:moveTo>
                <a:lnTo>
                  <a:pt x="1131570" y="312712"/>
                </a:lnTo>
                <a:lnTo>
                  <a:pt x="1131570" y="263944"/>
                </a:lnTo>
                <a:lnTo>
                  <a:pt x="1253591" y="263944"/>
                </a:lnTo>
                <a:lnTo>
                  <a:pt x="1253591" y="283756"/>
                </a:lnTo>
                <a:lnTo>
                  <a:pt x="1287119" y="283756"/>
                </a:lnTo>
                <a:lnTo>
                  <a:pt x="1287119" y="71729"/>
                </a:lnTo>
                <a:lnTo>
                  <a:pt x="1253591" y="71729"/>
                </a:lnTo>
                <a:lnTo>
                  <a:pt x="1253591" y="102209"/>
                </a:lnTo>
                <a:lnTo>
                  <a:pt x="1253591" y="152590"/>
                </a:lnTo>
                <a:lnTo>
                  <a:pt x="1253591" y="181546"/>
                </a:lnTo>
                <a:lnTo>
                  <a:pt x="1253591" y="233362"/>
                </a:lnTo>
                <a:lnTo>
                  <a:pt x="1131570" y="233362"/>
                </a:lnTo>
                <a:lnTo>
                  <a:pt x="1131570" y="181546"/>
                </a:lnTo>
                <a:lnTo>
                  <a:pt x="1253591" y="181546"/>
                </a:lnTo>
                <a:lnTo>
                  <a:pt x="1253591" y="152590"/>
                </a:lnTo>
                <a:lnTo>
                  <a:pt x="1131570" y="152590"/>
                </a:lnTo>
                <a:lnTo>
                  <a:pt x="1131570" y="102209"/>
                </a:lnTo>
                <a:lnTo>
                  <a:pt x="1253591" y="102209"/>
                </a:lnTo>
                <a:lnTo>
                  <a:pt x="1253591" y="71729"/>
                </a:lnTo>
                <a:lnTo>
                  <a:pt x="1197102" y="71729"/>
                </a:lnTo>
                <a:lnTo>
                  <a:pt x="1207706" y="60007"/>
                </a:lnTo>
                <a:lnTo>
                  <a:pt x="1218717" y="47713"/>
                </a:lnTo>
                <a:lnTo>
                  <a:pt x="1229982" y="34823"/>
                </a:lnTo>
                <a:lnTo>
                  <a:pt x="1241399" y="21336"/>
                </a:lnTo>
                <a:lnTo>
                  <a:pt x="1206246" y="1524"/>
                </a:lnTo>
                <a:lnTo>
                  <a:pt x="1193698" y="20434"/>
                </a:lnTo>
                <a:lnTo>
                  <a:pt x="1181290" y="38341"/>
                </a:lnTo>
                <a:lnTo>
                  <a:pt x="1169174" y="55397"/>
                </a:lnTo>
                <a:lnTo>
                  <a:pt x="1157478" y="71729"/>
                </a:lnTo>
                <a:lnTo>
                  <a:pt x="1098042" y="71729"/>
                </a:lnTo>
                <a:lnTo>
                  <a:pt x="1098042" y="102209"/>
                </a:lnTo>
                <a:lnTo>
                  <a:pt x="1098042" y="152590"/>
                </a:lnTo>
                <a:lnTo>
                  <a:pt x="1098042" y="181546"/>
                </a:lnTo>
                <a:lnTo>
                  <a:pt x="1098042" y="233362"/>
                </a:lnTo>
                <a:lnTo>
                  <a:pt x="976033" y="233362"/>
                </a:lnTo>
                <a:lnTo>
                  <a:pt x="976033" y="181546"/>
                </a:lnTo>
                <a:lnTo>
                  <a:pt x="1098042" y="181546"/>
                </a:lnTo>
                <a:lnTo>
                  <a:pt x="1098042" y="152590"/>
                </a:lnTo>
                <a:lnTo>
                  <a:pt x="976033" y="152590"/>
                </a:lnTo>
                <a:lnTo>
                  <a:pt x="976033" y="102209"/>
                </a:lnTo>
                <a:lnTo>
                  <a:pt x="1098042" y="102209"/>
                </a:lnTo>
                <a:lnTo>
                  <a:pt x="1098042" y="71729"/>
                </a:lnTo>
                <a:lnTo>
                  <a:pt x="1053757" y="71729"/>
                </a:lnTo>
                <a:lnTo>
                  <a:pt x="1070610" y="58013"/>
                </a:lnTo>
                <a:lnTo>
                  <a:pt x="1057668" y="44881"/>
                </a:lnTo>
                <a:lnTo>
                  <a:pt x="1029576" y="15709"/>
                </a:lnTo>
                <a:lnTo>
                  <a:pt x="1014133" y="0"/>
                </a:lnTo>
                <a:lnTo>
                  <a:pt x="988225" y="21336"/>
                </a:lnTo>
                <a:lnTo>
                  <a:pt x="1000506" y="33972"/>
                </a:lnTo>
                <a:lnTo>
                  <a:pt x="1012228" y="46570"/>
                </a:lnTo>
                <a:lnTo>
                  <a:pt x="1023366" y="59156"/>
                </a:lnTo>
                <a:lnTo>
                  <a:pt x="1033945" y="71729"/>
                </a:lnTo>
                <a:lnTo>
                  <a:pt x="942505" y="71729"/>
                </a:lnTo>
                <a:lnTo>
                  <a:pt x="942505" y="283756"/>
                </a:lnTo>
                <a:lnTo>
                  <a:pt x="976033" y="283756"/>
                </a:lnTo>
                <a:lnTo>
                  <a:pt x="976033" y="263944"/>
                </a:lnTo>
                <a:lnTo>
                  <a:pt x="1098042" y="263944"/>
                </a:lnTo>
                <a:lnTo>
                  <a:pt x="1098042" y="312712"/>
                </a:lnTo>
                <a:lnTo>
                  <a:pt x="899731" y="312712"/>
                </a:lnTo>
                <a:lnTo>
                  <a:pt x="899731" y="344817"/>
                </a:lnTo>
                <a:lnTo>
                  <a:pt x="1098042" y="344817"/>
                </a:lnTo>
                <a:lnTo>
                  <a:pt x="1098042" y="437781"/>
                </a:lnTo>
                <a:lnTo>
                  <a:pt x="1131570" y="437781"/>
                </a:lnTo>
                <a:lnTo>
                  <a:pt x="1131570" y="344817"/>
                </a:lnTo>
                <a:lnTo>
                  <a:pt x="1329791" y="344817"/>
                </a:lnTo>
                <a:lnTo>
                  <a:pt x="1329791" y="3127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5366473" y="4374832"/>
            <a:ext cx="3988435" cy="438150"/>
          </a:xfrm>
          <a:custGeom>
            <a:avLst/>
            <a:gdLst/>
            <a:ahLst/>
            <a:cxnLst/>
            <a:rect l="l" t="t" r="r" b="b"/>
            <a:pathLst>
              <a:path w="3988434" h="438150">
                <a:moveTo>
                  <a:pt x="207365" y="273088"/>
                </a:moveTo>
                <a:lnTo>
                  <a:pt x="169265" y="273088"/>
                </a:lnTo>
                <a:lnTo>
                  <a:pt x="169265" y="436257"/>
                </a:lnTo>
                <a:lnTo>
                  <a:pt x="207365" y="436257"/>
                </a:lnTo>
                <a:lnTo>
                  <a:pt x="207365" y="273088"/>
                </a:lnTo>
                <a:close/>
              </a:path>
              <a:path w="3988434" h="438150">
                <a:moveTo>
                  <a:pt x="376618" y="273088"/>
                </a:moveTo>
                <a:lnTo>
                  <a:pt x="341566" y="273088"/>
                </a:lnTo>
                <a:lnTo>
                  <a:pt x="341566" y="297472"/>
                </a:lnTo>
                <a:lnTo>
                  <a:pt x="376618" y="297472"/>
                </a:lnTo>
                <a:lnTo>
                  <a:pt x="376618" y="273088"/>
                </a:lnTo>
                <a:close/>
              </a:path>
              <a:path w="3988434" h="438150">
                <a:moveTo>
                  <a:pt x="376618" y="96113"/>
                </a:moveTo>
                <a:lnTo>
                  <a:pt x="207365" y="96113"/>
                </a:lnTo>
                <a:lnTo>
                  <a:pt x="207365" y="1524"/>
                </a:lnTo>
                <a:lnTo>
                  <a:pt x="169265" y="1524"/>
                </a:lnTo>
                <a:lnTo>
                  <a:pt x="169265" y="96113"/>
                </a:lnTo>
                <a:lnTo>
                  <a:pt x="0" y="96113"/>
                </a:lnTo>
                <a:lnTo>
                  <a:pt x="0" y="129133"/>
                </a:lnTo>
                <a:lnTo>
                  <a:pt x="0" y="240893"/>
                </a:lnTo>
                <a:lnTo>
                  <a:pt x="0" y="272643"/>
                </a:lnTo>
                <a:lnTo>
                  <a:pt x="0" y="298043"/>
                </a:lnTo>
                <a:lnTo>
                  <a:pt x="36576" y="298043"/>
                </a:lnTo>
                <a:lnTo>
                  <a:pt x="36576" y="272643"/>
                </a:lnTo>
                <a:lnTo>
                  <a:pt x="376618" y="272643"/>
                </a:lnTo>
                <a:lnTo>
                  <a:pt x="376618" y="241084"/>
                </a:lnTo>
                <a:lnTo>
                  <a:pt x="376618" y="240893"/>
                </a:lnTo>
                <a:lnTo>
                  <a:pt x="376618" y="129641"/>
                </a:lnTo>
                <a:lnTo>
                  <a:pt x="341566" y="129641"/>
                </a:lnTo>
                <a:lnTo>
                  <a:pt x="341566" y="240893"/>
                </a:lnTo>
                <a:lnTo>
                  <a:pt x="207365" y="240893"/>
                </a:lnTo>
                <a:lnTo>
                  <a:pt x="207365" y="129641"/>
                </a:lnTo>
                <a:lnTo>
                  <a:pt x="169265" y="129641"/>
                </a:lnTo>
                <a:lnTo>
                  <a:pt x="169265" y="240893"/>
                </a:lnTo>
                <a:lnTo>
                  <a:pt x="36576" y="240893"/>
                </a:lnTo>
                <a:lnTo>
                  <a:pt x="36576" y="129133"/>
                </a:lnTo>
                <a:lnTo>
                  <a:pt x="376618" y="129133"/>
                </a:lnTo>
                <a:lnTo>
                  <a:pt x="376618" y="96113"/>
                </a:lnTo>
                <a:close/>
              </a:path>
              <a:path w="3988434" h="438150">
                <a:moveTo>
                  <a:pt x="808291" y="32105"/>
                </a:moveTo>
                <a:lnTo>
                  <a:pt x="466636" y="32105"/>
                </a:lnTo>
                <a:lnTo>
                  <a:pt x="466636" y="64109"/>
                </a:lnTo>
                <a:lnTo>
                  <a:pt x="808291" y="64109"/>
                </a:lnTo>
                <a:lnTo>
                  <a:pt x="808291" y="32105"/>
                </a:lnTo>
                <a:close/>
              </a:path>
              <a:path w="3988434" h="438150">
                <a:moveTo>
                  <a:pt x="855535" y="309664"/>
                </a:moveTo>
                <a:lnTo>
                  <a:pt x="834771" y="303568"/>
                </a:lnTo>
                <a:lnTo>
                  <a:pt x="825741" y="300659"/>
                </a:lnTo>
                <a:lnTo>
                  <a:pt x="817435" y="297472"/>
                </a:lnTo>
                <a:lnTo>
                  <a:pt x="815390" y="316039"/>
                </a:lnTo>
                <a:lnTo>
                  <a:pt x="809815" y="360057"/>
                </a:lnTo>
                <a:lnTo>
                  <a:pt x="774674" y="389013"/>
                </a:lnTo>
                <a:lnTo>
                  <a:pt x="736574" y="389013"/>
                </a:lnTo>
                <a:lnTo>
                  <a:pt x="724801" y="387527"/>
                </a:lnTo>
                <a:lnTo>
                  <a:pt x="716762" y="382917"/>
                </a:lnTo>
                <a:lnTo>
                  <a:pt x="712139" y="374865"/>
                </a:lnTo>
                <a:lnTo>
                  <a:pt x="710666" y="363105"/>
                </a:lnTo>
                <a:lnTo>
                  <a:pt x="710666" y="192227"/>
                </a:lnTo>
                <a:lnTo>
                  <a:pt x="849439" y="192227"/>
                </a:lnTo>
                <a:lnTo>
                  <a:pt x="849439" y="158686"/>
                </a:lnTo>
                <a:lnTo>
                  <a:pt x="425488" y="158686"/>
                </a:lnTo>
                <a:lnTo>
                  <a:pt x="425488" y="192227"/>
                </a:lnTo>
                <a:lnTo>
                  <a:pt x="547497" y="192227"/>
                </a:lnTo>
                <a:lnTo>
                  <a:pt x="547497" y="207467"/>
                </a:lnTo>
                <a:lnTo>
                  <a:pt x="540816" y="277266"/>
                </a:lnTo>
                <a:lnTo>
                  <a:pt x="521500" y="326428"/>
                </a:lnTo>
                <a:lnTo>
                  <a:pt x="482447" y="367284"/>
                </a:lnTo>
                <a:lnTo>
                  <a:pt x="419379" y="405777"/>
                </a:lnTo>
                <a:lnTo>
                  <a:pt x="424510" y="411149"/>
                </a:lnTo>
                <a:lnTo>
                  <a:pt x="430555" y="417893"/>
                </a:lnTo>
                <a:lnTo>
                  <a:pt x="445300" y="434733"/>
                </a:lnTo>
                <a:lnTo>
                  <a:pt x="483031" y="413600"/>
                </a:lnTo>
                <a:lnTo>
                  <a:pt x="537959" y="368503"/>
                </a:lnTo>
                <a:lnTo>
                  <a:pt x="567994" y="319011"/>
                </a:lnTo>
                <a:lnTo>
                  <a:pt x="582333" y="249732"/>
                </a:lnTo>
                <a:lnTo>
                  <a:pt x="584009" y="207467"/>
                </a:lnTo>
                <a:lnTo>
                  <a:pt x="584073" y="192227"/>
                </a:lnTo>
                <a:lnTo>
                  <a:pt x="674090" y="192227"/>
                </a:lnTo>
                <a:lnTo>
                  <a:pt x="674090" y="366153"/>
                </a:lnTo>
                <a:lnTo>
                  <a:pt x="677519" y="390156"/>
                </a:lnTo>
                <a:lnTo>
                  <a:pt x="687806" y="407301"/>
                </a:lnTo>
                <a:lnTo>
                  <a:pt x="704951" y="417588"/>
                </a:lnTo>
                <a:lnTo>
                  <a:pt x="728954" y="421017"/>
                </a:lnTo>
                <a:lnTo>
                  <a:pt x="782294" y="421017"/>
                </a:lnTo>
                <a:lnTo>
                  <a:pt x="825804" y="408635"/>
                </a:lnTo>
                <a:lnTo>
                  <a:pt x="846391" y="372249"/>
                </a:lnTo>
                <a:lnTo>
                  <a:pt x="853249" y="327367"/>
                </a:lnTo>
                <a:lnTo>
                  <a:pt x="855535" y="309664"/>
                </a:lnTo>
                <a:close/>
              </a:path>
              <a:path w="3988434" h="438150">
                <a:moveTo>
                  <a:pt x="1008024" y="361581"/>
                </a:moveTo>
                <a:lnTo>
                  <a:pt x="986688" y="335572"/>
                </a:lnTo>
                <a:lnTo>
                  <a:pt x="955560" y="354825"/>
                </a:lnTo>
                <a:lnTo>
                  <a:pt x="926261" y="371475"/>
                </a:lnTo>
                <a:lnTo>
                  <a:pt x="898956" y="385813"/>
                </a:lnTo>
                <a:lnTo>
                  <a:pt x="873823" y="398157"/>
                </a:lnTo>
                <a:lnTo>
                  <a:pt x="879246" y="405866"/>
                </a:lnTo>
                <a:lnTo>
                  <a:pt x="884110" y="413016"/>
                </a:lnTo>
                <a:lnTo>
                  <a:pt x="888390" y="419582"/>
                </a:lnTo>
                <a:lnTo>
                  <a:pt x="892111" y="425589"/>
                </a:lnTo>
                <a:lnTo>
                  <a:pt x="918159" y="412800"/>
                </a:lnTo>
                <a:lnTo>
                  <a:pt x="946073" y="397586"/>
                </a:lnTo>
                <a:lnTo>
                  <a:pt x="975982" y="380365"/>
                </a:lnTo>
                <a:lnTo>
                  <a:pt x="1008024" y="361581"/>
                </a:lnTo>
                <a:close/>
              </a:path>
              <a:path w="3988434" h="438150">
                <a:moveTo>
                  <a:pt x="1281023" y="396633"/>
                </a:moveTo>
                <a:lnTo>
                  <a:pt x="1248778" y="378079"/>
                </a:lnTo>
                <a:lnTo>
                  <a:pt x="1218679" y="361378"/>
                </a:lnTo>
                <a:lnTo>
                  <a:pt x="1191145" y="346646"/>
                </a:lnTo>
                <a:lnTo>
                  <a:pt x="1166622" y="334048"/>
                </a:lnTo>
                <a:lnTo>
                  <a:pt x="1146810" y="358533"/>
                </a:lnTo>
                <a:lnTo>
                  <a:pt x="1172578" y="371983"/>
                </a:lnTo>
                <a:lnTo>
                  <a:pt x="1199781" y="387299"/>
                </a:lnTo>
                <a:lnTo>
                  <a:pt x="1228712" y="404609"/>
                </a:lnTo>
                <a:lnTo>
                  <a:pt x="1259687" y="424065"/>
                </a:lnTo>
                <a:lnTo>
                  <a:pt x="1281023" y="396633"/>
                </a:lnTo>
                <a:close/>
              </a:path>
              <a:path w="3988434" h="438150">
                <a:moveTo>
                  <a:pt x="1296263" y="152590"/>
                </a:moveTo>
                <a:lnTo>
                  <a:pt x="1101090" y="152590"/>
                </a:lnTo>
                <a:lnTo>
                  <a:pt x="1101090" y="122021"/>
                </a:lnTo>
                <a:lnTo>
                  <a:pt x="1249019" y="122021"/>
                </a:lnTo>
                <a:lnTo>
                  <a:pt x="1249019" y="94589"/>
                </a:lnTo>
                <a:lnTo>
                  <a:pt x="1101090" y="94589"/>
                </a:lnTo>
                <a:lnTo>
                  <a:pt x="1101090" y="65633"/>
                </a:lnTo>
                <a:lnTo>
                  <a:pt x="1279499" y="65633"/>
                </a:lnTo>
                <a:lnTo>
                  <a:pt x="1279499" y="38201"/>
                </a:lnTo>
                <a:lnTo>
                  <a:pt x="1101090" y="38201"/>
                </a:lnTo>
                <a:lnTo>
                  <a:pt x="1101090" y="0"/>
                </a:lnTo>
                <a:lnTo>
                  <a:pt x="1065936" y="0"/>
                </a:lnTo>
                <a:lnTo>
                  <a:pt x="1065936" y="38201"/>
                </a:lnTo>
                <a:lnTo>
                  <a:pt x="889063" y="38201"/>
                </a:lnTo>
                <a:lnTo>
                  <a:pt x="889063" y="65633"/>
                </a:lnTo>
                <a:lnTo>
                  <a:pt x="1065936" y="65633"/>
                </a:lnTo>
                <a:lnTo>
                  <a:pt x="1065936" y="94589"/>
                </a:lnTo>
                <a:lnTo>
                  <a:pt x="913447" y="94589"/>
                </a:lnTo>
                <a:lnTo>
                  <a:pt x="913447" y="122021"/>
                </a:lnTo>
                <a:lnTo>
                  <a:pt x="1065936" y="122021"/>
                </a:lnTo>
                <a:lnTo>
                  <a:pt x="1065936" y="152590"/>
                </a:lnTo>
                <a:lnTo>
                  <a:pt x="872299" y="152590"/>
                </a:lnTo>
                <a:lnTo>
                  <a:pt x="872299" y="180022"/>
                </a:lnTo>
                <a:lnTo>
                  <a:pt x="1006500" y="180022"/>
                </a:lnTo>
                <a:lnTo>
                  <a:pt x="993673" y="187794"/>
                </a:lnTo>
                <a:lnTo>
                  <a:pt x="980401" y="195262"/>
                </a:lnTo>
                <a:lnTo>
                  <a:pt x="966863" y="202742"/>
                </a:lnTo>
                <a:lnTo>
                  <a:pt x="953160" y="210502"/>
                </a:lnTo>
                <a:lnTo>
                  <a:pt x="943686" y="213918"/>
                </a:lnTo>
                <a:lnTo>
                  <a:pt x="933653" y="217170"/>
                </a:lnTo>
                <a:lnTo>
                  <a:pt x="923074" y="220154"/>
                </a:lnTo>
                <a:lnTo>
                  <a:pt x="911923" y="222694"/>
                </a:lnTo>
                <a:lnTo>
                  <a:pt x="927163" y="256324"/>
                </a:lnTo>
                <a:lnTo>
                  <a:pt x="936066" y="254330"/>
                </a:lnTo>
                <a:lnTo>
                  <a:pt x="944549" y="252895"/>
                </a:lnTo>
                <a:lnTo>
                  <a:pt x="952741" y="252044"/>
                </a:lnTo>
                <a:lnTo>
                  <a:pt x="960780" y="251752"/>
                </a:lnTo>
                <a:lnTo>
                  <a:pt x="983068" y="249491"/>
                </a:lnTo>
                <a:lnTo>
                  <a:pt x="1006500" y="247370"/>
                </a:lnTo>
                <a:lnTo>
                  <a:pt x="1031074" y="245541"/>
                </a:lnTo>
                <a:lnTo>
                  <a:pt x="1056792" y="244132"/>
                </a:lnTo>
                <a:lnTo>
                  <a:pt x="1033678" y="254152"/>
                </a:lnTo>
                <a:lnTo>
                  <a:pt x="986294" y="273062"/>
                </a:lnTo>
                <a:lnTo>
                  <a:pt x="949388" y="286778"/>
                </a:lnTo>
                <a:lnTo>
                  <a:pt x="904303" y="298996"/>
                </a:lnTo>
                <a:lnTo>
                  <a:pt x="922591" y="332524"/>
                </a:lnTo>
                <a:lnTo>
                  <a:pt x="945502" y="329666"/>
                </a:lnTo>
                <a:lnTo>
                  <a:pt x="958672" y="328447"/>
                </a:lnTo>
                <a:lnTo>
                  <a:pt x="972972" y="327952"/>
                </a:lnTo>
                <a:lnTo>
                  <a:pt x="1044346" y="323875"/>
                </a:lnTo>
                <a:lnTo>
                  <a:pt x="1072032" y="321856"/>
                </a:lnTo>
                <a:lnTo>
                  <a:pt x="1072032" y="372249"/>
                </a:lnTo>
                <a:lnTo>
                  <a:pt x="1070317" y="382244"/>
                </a:lnTo>
                <a:lnTo>
                  <a:pt x="1065174" y="389394"/>
                </a:lnTo>
                <a:lnTo>
                  <a:pt x="1056601" y="393674"/>
                </a:lnTo>
                <a:lnTo>
                  <a:pt x="1044600" y="395109"/>
                </a:lnTo>
                <a:lnTo>
                  <a:pt x="1035456" y="394843"/>
                </a:lnTo>
                <a:lnTo>
                  <a:pt x="1024026" y="394157"/>
                </a:lnTo>
                <a:lnTo>
                  <a:pt x="994308" y="392061"/>
                </a:lnTo>
                <a:lnTo>
                  <a:pt x="996340" y="401815"/>
                </a:lnTo>
                <a:lnTo>
                  <a:pt x="997927" y="410730"/>
                </a:lnTo>
                <a:lnTo>
                  <a:pt x="999248" y="419061"/>
                </a:lnTo>
                <a:lnTo>
                  <a:pt x="1000404" y="427113"/>
                </a:lnTo>
                <a:lnTo>
                  <a:pt x="1014933" y="427342"/>
                </a:lnTo>
                <a:lnTo>
                  <a:pt x="1041133" y="428396"/>
                </a:lnTo>
                <a:lnTo>
                  <a:pt x="1052220" y="428637"/>
                </a:lnTo>
                <a:lnTo>
                  <a:pt x="1076286" y="425221"/>
                </a:lnTo>
                <a:lnTo>
                  <a:pt x="1093457" y="415112"/>
                </a:lnTo>
                <a:lnTo>
                  <a:pt x="1103757" y="398411"/>
                </a:lnTo>
                <a:lnTo>
                  <a:pt x="1104252" y="395109"/>
                </a:lnTo>
                <a:lnTo>
                  <a:pt x="1107186" y="375297"/>
                </a:lnTo>
                <a:lnTo>
                  <a:pt x="1107186" y="321856"/>
                </a:lnTo>
                <a:lnTo>
                  <a:pt x="1107186" y="320332"/>
                </a:lnTo>
                <a:lnTo>
                  <a:pt x="1193812" y="316255"/>
                </a:lnTo>
                <a:lnTo>
                  <a:pt x="1226159" y="314236"/>
                </a:lnTo>
                <a:lnTo>
                  <a:pt x="1232903" y="321856"/>
                </a:lnTo>
                <a:lnTo>
                  <a:pt x="1239875" y="329298"/>
                </a:lnTo>
                <a:lnTo>
                  <a:pt x="1246733" y="336346"/>
                </a:lnTo>
                <a:lnTo>
                  <a:pt x="1253591" y="343293"/>
                </a:lnTo>
                <a:lnTo>
                  <a:pt x="1261275" y="334924"/>
                </a:lnTo>
                <a:lnTo>
                  <a:pt x="1268260" y="328155"/>
                </a:lnTo>
                <a:lnTo>
                  <a:pt x="1274368" y="322834"/>
                </a:lnTo>
                <a:lnTo>
                  <a:pt x="1279499" y="318808"/>
                </a:lnTo>
                <a:lnTo>
                  <a:pt x="1274787" y="314236"/>
                </a:lnTo>
                <a:lnTo>
                  <a:pt x="1262265" y="302044"/>
                </a:lnTo>
                <a:lnTo>
                  <a:pt x="1258328" y="298208"/>
                </a:lnTo>
                <a:lnTo>
                  <a:pt x="1235862" y="277469"/>
                </a:lnTo>
                <a:lnTo>
                  <a:pt x="1211948" y="256438"/>
                </a:lnTo>
                <a:lnTo>
                  <a:pt x="1186434" y="234988"/>
                </a:lnTo>
                <a:lnTo>
                  <a:pt x="1163574" y="254800"/>
                </a:lnTo>
                <a:lnTo>
                  <a:pt x="1173594" y="263944"/>
                </a:lnTo>
                <a:lnTo>
                  <a:pt x="1183170" y="273062"/>
                </a:lnTo>
                <a:lnTo>
                  <a:pt x="1192504" y="282232"/>
                </a:lnTo>
                <a:lnTo>
                  <a:pt x="1201674" y="291376"/>
                </a:lnTo>
                <a:lnTo>
                  <a:pt x="983640" y="302044"/>
                </a:lnTo>
                <a:lnTo>
                  <a:pt x="1027722" y="284289"/>
                </a:lnTo>
                <a:lnTo>
                  <a:pt x="1072095" y="265734"/>
                </a:lnTo>
                <a:lnTo>
                  <a:pt x="1116698" y="246278"/>
                </a:lnTo>
                <a:lnTo>
                  <a:pt x="1121410" y="244132"/>
                </a:lnTo>
                <a:lnTo>
                  <a:pt x="1158367" y="227266"/>
                </a:lnTo>
                <a:lnTo>
                  <a:pt x="1161440" y="225869"/>
                </a:lnTo>
                <a:lnTo>
                  <a:pt x="1206246" y="204406"/>
                </a:lnTo>
                <a:lnTo>
                  <a:pt x="1181862" y="183070"/>
                </a:lnTo>
                <a:lnTo>
                  <a:pt x="1148143" y="201168"/>
                </a:lnTo>
                <a:lnTo>
                  <a:pt x="1131074" y="209867"/>
                </a:lnTo>
                <a:lnTo>
                  <a:pt x="1113282" y="218122"/>
                </a:lnTo>
                <a:lnTo>
                  <a:pt x="968400" y="227266"/>
                </a:lnTo>
                <a:lnTo>
                  <a:pt x="991908" y="215823"/>
                </a:lnTo>
                <a:lnTo>
                  <a:pt x="1014691" y="204216"/>
                </a:lnTo>
                <a:lnTo>
                  <a:pt x="1037196" y="192341"/>
                </a:lnTo>
                <a:lnTo>
                  <a:pt x="1059840" y="180022"/>
                </a:lnTo>
                <a:lnTo>
                  <a:pt x="1296263" y="180022"/>
                </a:lnTo>
                <a:lnTo>
                  <a:pt x="1296263" y="152590"/>
                </a:lnTo>
                <a:close/>
              </a:path>
              <a:path w="3988434" h="438150">
                <a:moveTo>
                  <a:pt x="1726311" y="22860"/>
                </a:moveTo>
                <a:lnTo>
                  <a:pt x="1695831" y="22860"/>
                </a:lnTo>
                <a:lnTo>
                  <a:pt x="1695831" y="48869"/>
                </a:lnTo>
                <a:lnTo>
                  <a:pt x="1695831" y="82397"/>
                </a:lnTo>
                <a:lnTo>
                  <a:pt x="1395412" y="82397"/>
                </a:lnTo>
                <a:lnTo>
                  <a:pt x="1395412" y="48869"/>
                </a:lnTo>
                <a:lnTo>
                  <a:pt x="1695831" y="48869"/>
                </a:lnTo>
                <a:lnTo>
                  <a:pt x="1695831" y="22860"/>
                </a:lnTo>
                <a:lnTo>
                  <a:pt x="1364932" y="22860"/>
                </a:lnTo>
                <a:lnTo>
                  <a:pt x="1364932" y="205943"/>
                </a:lnTo>
                <a:lnTo>
                  <a:pt x="1361732" y="270878"/>
                </a:lnTo>
                <a:lnTo>
                  <a:pt x="1351927" y="326085"/>
                </a:lnTo>
                <a:lnTo>
                  <a:pt x="1335278" y="371563"/>
                </a:lnTo>
                <a:lnTo>
                  <a:pt x="1311490" y="407301"/>
                </a:lnTo>
                <a:lnTo>
                  <a:pt x="1317205" y="414413"/>
                </a:lnTo>
                <a:lnTo>
                  <a:pt x="1322920" y="421970"/>
                </a:lnTo>
                <a:lnTo>
                  <a:pt x="1328635" y="429793"/>
                </a:lnTo>
                <a:lnTo>
                  <a:pt x="1334350" y="437781"/>
                </a:lnTo>
                <a:lnTo>
                  <a:pt x="1355953" y="403923"/>
                </a:lnTo>
                <a:lnTo>
                  <a:pt x="1373009" y="364490"/>
                </a:lnTo>
                <a:lnTo>
                  <a:pt x="1385354" y="319405"/>
                </a:lnTo>
                <a:lnTo>
                  <a:pt x="1392872" y="268617"/>
                </a:lnTo>
                <a:lnTo>
                  <a:pt x="1395412" y="212039"/>
                </a:lnTo>
                <a:lnTo>
                  <a:pt x="1395412" y="108305"/>
                </a:lnTo>
                <a:lnTo>
                  <a:pt x="1695831" y="108305"/>
                </a:lnTo>
                <a:lnTo>
                  <a:pt x="1695831" y="115925"/>
                </a:lnTo>
                <a:lnTo>
                  <a:pt x="1726311" y="115925"/>
                </a:lnTo>
                <a:lnTo>
                  <a:pt x="1726311" y="108305"/>
                </a:lnTo>
                <a:lnTo>
                  <a:pt x="1726311" y="82397"/>
                </a:lnTo>
                <a:lnTo>
                  <a:pt x="1726311" y="48869"/>
                </a:lnTo>
                <a:lnTo>
                  <a:pt x="1726311" y="22860"/>
                </a:lnTo>
                <a:close/>
              </a:path>
              <a:path w="3988434" h="438150">
                <a:moveTo>
                  <a:pt x="1732407" y="292900"/>
                </a:moveTo>
                <a:lnTo>
                  <a:pt x="1584490" y="292900"/>
                </a:lnTo>
                <a:lnTo>
                  <a:pt x="1584490" y="265468"/>
                </a:lnTo>
                <a:lnTo>
                  <a:pt x="1676019" y="265468"/>
                </a:lnTo>
                <a:lnTo>
                  <a:pt x="1676019" y="274612"/>
                </a:lnTo>
                <a:lnTo>
                  <a:pt x="1704975" y="274612"/>
                </a:lnTo>
                <a:lnTo>
                  <a:pt x="1704975" y="265468"/>
                </a:lnTo>
                <a:lnTo>
                  <a:pt x="1704975" y="241084"/>
                </a:lnTo>
                <a:lnTo>
                  <a:pt x="1704975" y="208991"/>
                </a:lnTo>
                <a:lnTo>
                  <a:pt x="1704975" y="186118"/>
                </a:lnTo>
                <a:lnTo>
                  <a:pt x="1676019" y="186118"/>
                </a:lnTo>
                <a:lnTo>
                  <a:pt x="1676019" y="208991"/>
                </a:lnTo>
                <a:lnTo>
                  <a:pt x="1676019" y="241084"/>
                </a:lnTo>
                <a:lnTo>
                  <a:pt x="1584490" y="241084"/>
                </a:lnTo>
                <a:lnTo>
                  <a:pt x="1584490" y="208991"/>
                </a:lnTo>
                <a:lnTo>
                  <a:pt x="1676019" y="208991"/>
                </a:lnTo>
                <a:lnTo>
                  <a:pt x="1676019" y="186118"/>
                </a:lnTo>
                <a:lnTo>
                  <a:pt x="1584490" y="186118"/>
                </a:lnTo>
                <a:lnTo>
                  <a:pt x="1584490" y="157162"/>
                </a:lnTo>
                <a:lnTo>
                  <a:pt x="1724787" y="151066"/>
                </a:lnTo>
                <a:lnTo>
                  <a:pt x="1717167" y="125069"/>
                </a:lnTo>
                <a:lnTo>
                  <a:pt x="1681340" y="127241"/>
                </a:lnTo>
                <a:lnTo>
                  <a:pt x="1591373" y="131025"/>
                </a:lnTo>
                <a:lnTo>
                  <a:pt x="1410652" y="135826"/>
                </a:lnTo>
                <a:lnTo>
                  <a:pt x="1412671" y="142671"/>
                </a:lnTo>
                <a:lnTo>
                  <a:pt x="1414272" y="149352"/>
                </a:lnTo>
                <a:lnTo>
                  <a:pt x="1415453" y="155143"/>
                </a:lnTo>
                <a:lnTo>
                  <a:pt x="1416748" y="161734"/>
                </a:lnTo>
                <a:lnTo>
                  <a:pt x="1557058" y="157162"/>
                </a:lnTo>
                <a:lnTo>
                  <a:pt x="1557058" y="186118"/>
                </a:lnTo>
                <a:lnTo>
                  <a:pt x="1557058" y="208991"/>
                </a:lnTo>
                <a:lnTo>
                  <a:pt x="1557058" y="241084"/>
                </a:lnTo>
                <a:lnTo>
                  <a:pt x="1467040" y="241084"/>
                </a:lnTo>
                <a:lnTo>
                  <a:pt x="1467040" y="208991"/>
                </a:lnTo>
                <a:lnTo>
                  <a:pt x="1557058" y="208991"/>
                </a:lnTo>
                <a:lnTo>
                  <a:pt x="1557058" y="186118"/>
                </a:lnTo>
                <a:lnTo>
                  <a:pt x="1438084" y="186118"/>
                </a:lnTo>
                <a:lnTo>
                  <a:pt x="1438084" y="274612"/>
                </a:lnTo>
                <a:lnTo>
                  <a:pt x="1467040" y="274612"/>
                </a:lnTo>
                <a:lnTo>
                  <a:pt x="1467040" y="265468"/>
                </a:lnTo>
                <a:lnTo>
                  <a:pt x="1557058" y="265468"/>
                </a:lnTo>
                <a:lnTo>
                  <a:pt x="1557058" y="292900"/>
                </a:lnTo>
                <a:lnTo>
                  <a:pt x="1418272" y="292900"/>
                </a:lnTo>
                <a:lnTo>
                  <a:pt x="1418272" y="434733"/>
                </a:lnTo>
                <a:lnTo>
                  <a:pt x="1447228" y="434733"/>
                </a:lnTo>
                <a:lnTo>
                  <a:pt x="1447228" y="317284"/>
                </a:lnTo>
                <a:lnTo>
                  <a:pt x="1557058" y="317284"/>
                </a:lnTo>
                <a:lnTo>
                  <a:pt x="1557058" y="357009"/>
                </a:lnTo>
                <a:lnTo>
                  <a:pt x="1476184" y="361581"/>
                </a:lnTo>
                <a:lnTo>
                  <a:pt x="1482280" y="389013"/>
                </a:lnTo>
                <a:lnTo>
                  <a:pt x="1526908" y="384746"/>
                </a:lnTo>
                <a:lnTo>
                  <a:pt x="1569250" y="381203"/>
                </a:lnTo>
                <a:lnTo>
                  <a:pt x="1609293" y="378510"/>
                </a:lnTo>
                <a:lnTo>
                  <a:pt x="1647063" y="376821"/>
                </a:lnTo>
                <a:lnTo>
                  <a:pt x="1650111" y="382917"/>
                </a:lnTo>
                <a:lnTo>
                  <a:pt x="1651635" y="389013"/>
                </a:lnTo>
                <a:lnTo>
                  <a:pt x="1654683" y="395109"/>
                </a:lnTo>
                <a:lnTo>
                  <a:pt x="1680591" y="382917"/>
                </a:lnTo>
                <a:lnTo>
                  <a:pt x="1677530" y="376821"/>
                </a:lnTo>
                <a:lnTo>
                  <a:pt x="1672590" y="366953"/>
                </a:lnTo>
                <a:lnTo>
                  <a:pt x="1666735" y="355485"/>
                </a:lnTo>
                <a:lnTo>
                  <a:pt x="1664589" y="351282"/>
                </a:lnTo>
                <a:lnTo>
                  <a:pt x="1656588" y="336156"/>
                </a:lnTo>
                <a:lnTo>
                  <a:pt x="1648587" y="321856"/>
                </a:lnTo>
                <a:lnTo>
                  <a:pt x="1625638" y="332524"/>
                </a:lnTo>
                <a:lnTo>
                  <a:pt x="1628686" y="340245"/>
                </a:lnTo>
                <a:lnTo>
                  <a:pt x="1631734" y="346341"/>
                </a:lnTo>
                <a:lnTo>
                  <a:pt x="1634871" y="352437"/>
                </a:lnTo>
                <a:lnTo>
                  <a:pt x="1622247" y="353555"/>
                </a:lnTo>
                <a:lnTo>
                  <a:pt x="1609636" y="354533"/>
                </a:lnTo>
                <a:lnTo>
                  <a:pt x="1597063" y="355219"/>
                </a:lnTo>
                <a:lnTo>
                  <a:pt x="1584490" y="355485"/>
                </a:lnTo>
                <a:lnTo>
                  <a:pt x="1584490" y="317284"/>
                </a:lnTo>
                <a:lnTo>
                  <a:pt x="1703451" y="317284"/>
                </a:lnTo>
                <a:lnTo>
                  <a:pt x="1703451" y="382917"/>
                </a:lnTo>
                <a:lnTo>
                  <a:pt x="1702003" y="392036"/>
                </a:lnTo>
                <a:lnTo>
                  <a:pt x="1697545" y="398729"/>
                </a:lnTo>
                <a:lnTo>
                  <a:pt x="1689950" y="402844"/>
                </a:lnTo>
                <a:lnTo>
                  <a:pt x="1679219" y="404241"/>
                </a:lnTo>
                <a:lnTo>
                  <a:pt x="1667967" y="404228"/>
                </a:lnTo>
                <a:lnTo>
                  <a:pt x="1655432" y="404063"/>
                </a:lnTo>
                <a:lnTo>
                  <a:pt x="1641741" y="403606"/>
                </a:lnTo>
                <a:lnTo>
                  <a:pt x="1627162" y="402729"/>
                </a:lnTo>
                <a:lnTo>
                  <a:pt x="1629181" y="410679"/>
                </a:lnTo>
                <a:lnTo>
                  <a:pt x="1630781" y="418350"/>
                </a:lnTo>
                <a:lnTo>
                  <a:pt x="1633258" y="431685"/>
                </a:lnTo>
                <a:lnTo>
                  <a:pt x="1649590" y="432562"/>
                </a:lnTo>
                <a:lnTo>
                  <a:pt x="1664195" y="433019"/>
                </a:lnTo>
                <a:lnTo>
                  <a:pt x="1677060" y="433184"/>
                </a:lnTo>
                <a:lnTo>
                  <a:pt x="1688211" y="433209"/>
                </a:lnTo>
                <a:lnTo>
                  <a:pt x="1707972" y="430364"/>
                </a:lnTo>
                <a:lnTo>
                  <a:pt x="1721739" y="421970"/>
                </a:lnTo>
                <a:lnTo>
                  <a:pt x="1729790" y="408127"/>
                </a:lnTo>
                <a:lnTo>
                  <a:pt x="1730324" y="404253"/>
                </a:lnTo>
                <a:lnTo>
                  <a:pt x="1732407" y="389013"/>
                </a:lnTo>
                <a:lnTo>
                  <a:pt x="1732407" y="317284"/>
                </a:lnTo>
                <a:lnTo>
                  <a:pt x="1732407" y="292900"/>
                </a:lnTo>
                <a:close/>
              </a:path>
              <a:path w="3988434" h="438150">
                <a:moveTo>
                  <a:pt x="1813267" y="109829"/>
                </a:moveTo>
                <a:lnTo>
                  <a:pt x="1784311" y="103733"/>
                </a:lnTo>
                <a:lnTo>
                  <a:pt x="1779447" y="134035"/>
                </a:lnTo>
                <a:lnTo>
                  <a:pt x="1773986" y="162877"/>
                </a:lnTo>
                <a:lnTo>
                  <a:pt x="1767954" y="189979"/>
                </a:lnTo>
                <a:lnTo>
                  <a:pt x="1761363" y="215074"/>
                </a:lnTo>
                <a:lnTo>
                  <a:pt x="1770253" y="216484"/>
                </a:lnTo>
                <a:lnTo>
                  <a:pt x="1778406" y="218313"/>
                </a:lnTo>
                <a:lnTo>
                  <a:pt x="1785670" y="220433"/>
                </a:lnTo>
                <a:lnTo>
                  <a:pt x="1791931" y="222694"/>
                </a:lnTo>
                <a:lnTo>
                  <a:pt x="1798485" y="193294"/>
                </a:lnTo>
                <a:lnTo>
                  <a:pt x="1804314" y="164592"/>
                </a:lnTo>
                <a:lnTo>
                  <a:pt x="1809292" y="136715"/>
                </a:lnTo>
                <a:lnTo>
                  <a:pt x="1813267" y="109829"/>
                </a:lnTo>
                <a:close/>
              </a:path>
              <a:path w="3988434" h="438150">
                <a:moveTo>
                  <a:pt x="1917001" y="144970"/>
                </a:moveTo>
                <a:lnTo>
                  <a:pt x="1894357" y="105257"/>
                </a:lnTo>
                <a:lnTo>
                  <a:pt x="1877275" y="77825"/>
                </a:lnTo>
                <a:lnTo>
                  <a:pt x="1858987" y="88493"/>
                </a:lnTo>
                <a:lnTo>
                  <a:pt x="1858987" y="4572"/>
                </a:lnTo>
                <a:lnTo>
                  <a:pt x="1825459" y="4572"/>
                </a:lnTo>
                <a:lnTo>
                  <a:pt x="1825459" y="436257"/>
                </a:lnTo>
                <a:lnTo>
                  <a:pt x="1858987" y="436257"/>
                </a:lnTo>
                <a:lnTo>
                  <a:pt x="1858987" y="105257"/>
                </a:lnTo>
                <a:lnTo>
                  <a:pt x="1866976" y="118160"/>
                </a:lnTo>
                <a:lnTo>
                  <a:pt x="1874799" y="131787"/>
                </a:lnTo>
                <a:lnTo>
                  <a:pt x="1882355" y="146265"/>
                </a:lnTo>
                <a:lnTo>
                  <a:pt x="1889467" y="161734"/>
                </a:lnTo>
                <a:lnTo>
                  <a:pt x="1917001" y="144970"/>
                </a:lnTo>
                <a:close/>
              </a:path>
              <a:path w="3988434" h="438150">
                <a:moveTo>
                  <a:pt x="2199132" y="385953"/>
                </a:moveTo>
                <a:lnTo>
                  <a:pt x="2071027" y="385953"/>
                </a:lnTo>
                <a:lnTo>
                  <a:pt x="2071027" y="268516"/>
                </a:lnTo>
                <a:lnTo>
                  <a:pt x="2177707" y="268516"/>
                </a:lnTo>
                <a:lnTo>
                  <a:pt x="2177707" y="238036"/>
                </a:lnTo>
                <a:lnTo>
                  <a:pt x="2071027" y="238036"/>
                </a:lnTo>
                <a:lnTo>
                  <a:pt x="2071027" y="131165"/>
                </a:lnTo>
                <a:lnTo>
                  <a:pt x="2185327" y="131165"/>
                </a:lnTo>
                <a:lnTo>
                  <a:pt x="2185327" y="100685"/>
                </a:lnTo>
                <a:lnTo>
                  <a:pt x="2071027" y="100685"/>
                </a:lnTo>
                <a:lnTo>
                  <a:pt x="2071027" y="4572"/>
                </a:lnTo>
                <a:lnTo>
                  <a:pt x="2035873" y="4572"/>
                </a:lnTo>
                <a:lnTo>
                  <a:pt x="2035873" y="100685"/>
                </a:lnTo>
                <a:lnTo>
                  <a:pt x="1976437" y="100685"/>
                </a:lnTo>
                <a:lnTo>
                  <a:pt x="1980984" y="85826"/>
                </a:lnTo>
                <a:lnTo>
                  <a:pt x="1985391" y="70967"/>
                </a:lnTo>
                <a:lnTo>
                  <a:pt x="1989505" y="56108"/>
                </a:lnTo>
                <a:lnTo>
                  <a:pt x="1993201" y="41249"/>
                </a:lnTo>
                <a:lnTo>
                  <a:pt x="1959673" y="32105"/>
                </a:lnTo>
                <a:lnTo>
                  <a:pt x="1949056" y="73240"/>
                </a:lnTo>
                <a:lnTo>
                  <a:pt x="1935276" y="114261"/>
                </a:lnTo>
                <a:lnTo>
                  <a:pt x="1918055" y="154990"/>
                </a:lnTo>
                <a:lnTo>
                  <a:pt x="1897100" y="195262"/>
                </a:lnTo>
                <a:lnTo>
                  <a:pt x="1903158" y="198145"/>
                </a:lnTo>
                <a:lnTo>
                  <a:pt x="1910092" y="202311"/>
                </a:lnTo>
                <a:lnTo>
                  <a:pt x="1918182" y="207911"/>
                </a:lnTo>
                <a:lnTo>
                  <a:pt x="1927669" y="215074"/>
                </a:lnTo>
                <a:lnTo>
                  <a:pt x="1937677" y="194487"/>
                </a:lnTo>
                <a:lnTo>
                  <a:pt x="1947100" y="173736"/>
                </a:lnTo>
                <a:lnTo>
                  <a:pt x="1955965" y="152679"/>
                </a:lnTo>
                <a:lnTo>
                  <a:pt x="1964245" y="131165"/>
                </a:lnTo>
                <a:lnTo>
                  <a:pt x="2035873" y="131165"/>
                </a:lnTo>
                <a:lnTo>
                  <a:pt x="2035873" y="238036"/>
                </a:lnTo>
                <a:lnTo>
                  <a:pt x="1923097" y="238036"/>
                </a:lnTo>
                <a:lnTo>
                  <a:pt x="1923097" y="268516"/>
                </a:lnTo>
                <a:lnTo>
                  <a:pt x="2035873" y="268516"/>
                </a:lnTo>
                <a:lnTo>
                  <a:pt x="2035873" y="385953"/>
                </a:lnTo>
                <a:lnTo>
                  <a:pt x="1894039" y="385953"/>
                </a:lnTo>
                <a:lnTo>
                  <a:pt x="1894039" y="416445"/>
                </a:lnTo>
                <a:lnTo>
                  <a:pt x="2199132" y="416445"/>
                </a:lnTo>
                <a:lnTo>
                  <a:pt x="2199132" y="385953"/>
                </a:lnTo>
                <a:close/>
              </a:path>
              <a:path w="3988434" h="438150">
                <a:moveTo>
                  <a:pt x="2331821" y="15240"/>
                </a:moveTo>
                <a:lnTo>
                  <a:pt x="2299716" y="4572"/>
                </a:lnTo>
                <a:lnTo>
                  <a:pt x="2285085" y="53454"/>
                </a:lnTo>
                <a:lnTo>
                  <a:pt x="2268626" y="99326"/>
                </a:lnTo>
                <a:lnTo>
                  <a:pt x="2250338" y="142113"/>
                </a:lnTo>
                <a:lnTo>
                  <a:pt x="2230221" y="181737"/>
                </a:lnTo>
                <a:lnTo>
                  <a:pt x="2208276" y="218122"/>
                </a:lnTo>
                <a:lnTo>
                  <a:pt x="2211705" y="227050"/>
                </a:lnTo>
                <a:lnTo>
                  <a:pt x="2218563" y="244360"/>
                </a:lnTo>
                <a:lnTo>
                  <a:pt x="2221992" y="253276"/>
                </a:lnTo>
                <a:lnTo>
                  <a:pt x="2232253" y="238074"/>
                </a:lnTo>
                <a:lnTo>
                  <a:pt x="2242375" y="222326"/>
                </a:lnTo>
                <a:lnTo>
                  <a:pt x="2252205" y="206032"/>
                </a:lnTo>
                <a:lnTo>
                  <a:pt x="2261616" y="189166"/>
                </a:lnTo>
                <a:lnTo>
                  <a:pt x="2261616" y="433209"/>
                </a:lnTo>
                <a:lnTo>
                  <a:pt x="2293620" y="433209"/>
                </a:lnTo>
                <a:lnTo>
                  <a:pt x="2293620" y="189166"/>
                </a:lnTo>
                <a:lnTo>
                  <a:pt x="2293620" y="120497"/>
                </a:lnTo>
                <a:lnTo>
                  <a:pt x="2303640" y="95707"/>
                </a:lnTo>
                <a:lnTo>
                  <a:pt x="2313254" y="69621"/>
                </a:lnTo>
                <a:lnTo>
                  <a:pt x="2322588" y="42659"/>
                </a:lnTo>
                <a:lnTo>
                  <a:pt x="2331821" y="15240"/>
                </a:lnTo>
                <a:close/>
              </a:path>
              <a:path w="3988434" h="438150">
                <a:moveTo>
                  <a:pt x="2645956" y="390525"/>
                </a:moveTo>
                <a:lnTo>
                  <a:pt x="2603182" y="390525"/>
                </a:lnTo>
                <a:lnTo>
                  <a:pt x="2603182" y="350901"/>
                </a:lnTo>
                <a:lnTo>
                  <a:pt x="2603182" y="323380"/>
                </a:lnTo>
                <a:lnTo>
                  <a:pt x="2603182" y="118973"/>
                </a:lnTo>
                <a:lnTo>
                  <a:pt x="2571178" y="118973"/>
                </a:lnTo>
                <a:lnTo>
                  <a:pt x="2571178" y="390525"/>
                </a:lnTo>
                <a:lnTo>
                  <a:pt x="2392781" y="390525"/>
                </a:lnTo>
                <a:lnTo>
                  <a:pt x="2392781" y="350901"/>
                </a:lnTo>
                <a:lnTo>
                  <a:pt x="2571178" y="350901"/>
                </a:lnTo>
                <a:lnTo>
                  <a:pt x="2571178" y="323380"/>
                </a:lnTo>
                <a:lnTo>
                  <a:pt x="2392781" y="323380"/>
                </a:lnTo>
                <a:lnTo>
                  <a:pt x="2392781" y="283756"/>
                </a:lnTo>
                <a:lnTo>
                  <a:pt x="2571178" y="283756"/>
                </a:lnTo>
                <a:lnTo>
                  <a:pt x="2571178" y="254800"/>
                </a:lnTo>
                <a:lnTo>
                  <a:pt x="2392781" y="254800"/>
                </a:lnTo>
                <a:lnTo>
                  <a:pt x="2392781" y="215074"/>
                </a:lnTo>
                <a:lnTo>
                  <a:pt x="2571178" y="215074"/>
                </a:lnTo>
                <a:lnTo>
                  <a:pt x="2571178" y="187642"/>
                </a:lnTo>
                <a:lnTo>
                  <a:pt x="2392781" y="187642"/>
                </a:lnTo>
                <a:lnTo>
                  <a:pt x="2392781" y="148018"/>
                </a:lnTo>
                <a:lnTo>
                  <a:pt x="2571178" y="148018"/>
                </a:lnTo>
                <a:lnTo>
                  <a:pt x="2571178" y="118973"/>
                </a:lnTo>
                <a:lnTo>
                  <a:pt x="2498026" y="118973"/>
                </a:lnTo>
                <a:lnTo>
                  <a:pt x="2498026" y="79349"/>
                </a:lnTo>
                <a:lnTo>
                  <a:pt x="2635288" y="79349"/>
                </a:lnTo>
                <a:lnTo>
                  <a:pt x="2635288" y="48869"/>
                </a:lnTo>
                <a:lnTo>
                  <a:pt x="2498026" y="48869"/>
                </a:lnTo>
                <a:lnTo>
                  <a:pt x="2498026" y="3048"/>
                </a:lnTo>
                <a:lnTo>
                  <a:pt x="2464409" y="3048"/>
                </a:lnTo>
                <a:lnTo>
                  <a:pt x="2464409" y="48869"/>
                </a:lnTo>
                <a:lnTo>
                  <a:pt x="2337917" y="48869"/>
                </a:lnTo>
                <a:lnTo>
                  <a:pt x="2337917" y="79349"/>
                </a:lnTo>
                <a:lnTo>
                  <a:pt x="2464409" y="79349"/>
                </a:lnTo>
                <a:lnTo>
                  <a:pt x="2464409" y="118973"/>
                </a:lnTo>
                <a:lnTo>
                  <a:pt x="2360777" y="118973"/>
                </a:lnTo>
                <a:lnTo>
                  <a:pt x="2360777" y="390525"/>
                </a:lnTo>
                <a:lnTo>
                  <a:pt x="2316480" y="390525"/>
                </a:lnTo>
                <a:lnTo>
                  <a:pt x="2316480" y="421017"/>
                </a:lnTo>
                <a:lnTo>
                  <a:pt x="2645956" y="421017"/>
                </a:lnTo>
                <a:lnTo>
                  <a:pt x="2645956" y="390525"/>
                </a:lnTo>
                <a:close/>
              </a:path>
              <a:path w="3988434" h="438150">
                <a:moveTo>
                  <a:pt x="2845689" y="74777"/>
                </a:moveTo>
                <a:lnTo>
                  <a:pt x="2810637" y="74777"/>
                </a:lnTo>
                <a:lnTo>
                  <a:pt x="2810637" y="108305"/>
                </a:lnTo>
                <a:lnTo>
                  <a:pt x="2810637" y="215087"/>
                </a:lnTo>
                <a:lnTo>
                  <a:pt x="2810637" y="245656"/>
                </a:lnTo>
                <a:lnTo>
                  <a:pt x="2810637" y="357009"/>
                </a:lnTo>
                <a:lnTo>
                  <a:pt x="2711488" y="357009"/>
                </a:lnTo>
                <a:lnTo>
                  <a:pt x="2711488" y="245656"/>
                </a:lnTo>
                <a:lnTo>
                  <a:pt x="2810637" y="245656"/>
                </a:lnTo>
                <a:lnTo>
                  <a:pt x="2810637" y="215087"/>
                </a:lnTo>
                <a:lnTo>
                  <a:pt x="2711488" y="215087"/>
                </a:lnTo>
                <a:lnTo>
                  <a:pt x="2711488" y="108305"/>
                </a:lnTo>
                <a:lnTo>
                  <a:pt x="2810637" y="108305"/>
                </a:lnTo>
                <a:lnTo>
                  <a:pt x="2810637" y="74777"/>
                </a:lnTo>
                <a:lnTo>
                  <a:pt x="2757297" y="74777"/>
                </a:lnTo>
                <a:lnTo>
                  <a:pt x="2764155" y="60515"/>
                </a:lnTo>
                <a:lnTo>
                  <a:pt x="2771013" y="45237"/>
                </a:lnTo>
                <a:lnTo>
                  <a:pt x="2777871" y="29083"/>
                </a:lnTo>
                <a:lnTo>
                  <a:pt x="2784729" y="12192"/>
                </a:lnTo>
                <a:lnTo>
                  <a:pt x="2748153" y="1524"/>
                </a:lnTo>
                <a:lnTo>
                  <a:pt x="2742095" y="18973"/>
                </a:lnTo>
                <a:lnTo>
                  <a:pt x="2735491" y="37007"/>
                </a:lnTo>
                <a:lnTo>
                  <a:pt x="2728341" y="55613"/>
                </a:lnTo>
                <a:lnTo>
                  <a:pt x="2720632" y="74777"/>
                </a:lnTo>
                <a:lnTo>
                  <a:pt x="2676436" y="74777"/>
                </a:lnTo>
                <a:lnTo>
                  <a:pt x="2676436" y="427113"/>
                </a:lnTo>
                <a:lnTo>
                  <a:pt x="2711488" y="427113"/>
                </a:lnTo>
                <a:lnTo>
                  <a:pt x="2711488" y="390537"/>
                </a:lnTo>
                <a:lnTo>
                  <a:pt x="2810637" y="390537"/>
                </a:lnTo>
                <a:lnTo>
                  <a:pt x="2810637" y="424065"/>
                </a:lnTo>
                <a:lnTo>
                  <a:pt x="2845689" y="424065"/>
                </a:lnTo>
                <a:lnTo>
                  <a:pt x="2845689" y="390537"/>
                </a:lnTo>
                <a:lnTo>
                  <a:pt x="2845689" y="357009"/>
                </a:lnTo>
                <a:lnTo>
                  <a:pt x="2845689" y="245656"/>
                </a:lnTo>
                <a:lnTo>
                  <a:pt x="2845689" y="215087"/>
                </a:lnTo>
                <a:lnTo>
                  <a:pt x="2845689" y="108305"/>
                </a:lnTo>
                <a:lnTo>
                  <a:pt x="2845689" y="74777"/>
                </a:lnTo>
                <a:close/>
              </a:path>
              <a:path w="3988434" h="438150">
                <a:moveTo>
                  <a:pt x="2995142" y="274612"/>
                </a:moveTo>
                <a:lnTo>
                  <a:pt x="2979140" y="252260"/>
                </a:lnTo>
                <a:lnTo>
                  <a:pt x="2960852" y="228460"/>
                </a:lnTo>
                <a:lnTo>
                  <a:pt x="2940278" y="202946"/>
                </a:lnTo>
                <a:lnTo>
                  <a:pt x="2917418" y="175463"/>
                </a:lnTo>
                <a:lnTo>
                  <a:pt x="2889986" y="195275"/>
                </a:lnTo>
                <a:lnTo>
                  <a:pt x="2909989" y="220662"/>
                </a:lnTo>
                <a:lnTo>
                  <a:pt x="2928848" y="246367"/>
                </a:lnTo>
                <a:lnTo>
                  <a:pt x="2946565" y="272072"/>
                </a:lnTo>
                <a:lnTo>
                  <a:pt x="2963138" y="297472"/>
                </a:lnTo>
                <a:lnTo>
                  <a:pt x="2995142" y="274612"/>
                </a:lnTo>
                <a:close/>
              </a:path>
              <a:path w="3988434" h="438150">
                <a:moveTo>
                  <a:pt x="3077527" y="73253"/>
                </a:moveTo>
                <a:lnTo>
                  <a:pt x="2935706" y="73253"/>
                </a:lnTo>
                <a:lnTo>
                  <a:pt x="2941421" y="58343"/>
                </a:lnTo>
                <a:lnTo>
                  <a:pt x="2947136" y="43141"/>
                </a:lnTo>
                <a:lnTo>
                  <a:pt x="2952851" y="27355"/>
                </a:lnTo>
                <a:lnTo>
                  <a:pt x="2958566" y="10668"/>
                </a:lnTo>
                <a:lnTo>
                  <a:pt x="2921990" y="1524"/>
                </a:lnTo>
                <a:lnTo>
                  <a:pt x="2906509" y="48501"/>
                </a:lnTo>
                <a:lnTo>
                  <a:pt x="2889745" y="91160"/>
                </a:lnTo>
                <a:lnTo>
                  <a:pt x="2871546" y="129819"/>
                </a:lnTo>
                <a:lnTo>
                  <a:pt x="2851785" y="164795"/>
                </a:lnTo>
                <a:lnTo>
                  <a:pt x="2860624" y="168478"/>
                </a:lnTo>
                <a:lnTo>
                  <a:pt x="2868752" y="172605"/>
                </a:lnTo>
                <a:lnTo>
                  <a:pt x="2876042" y="176999"/>
                </a:lnTo>
                <a:lnTo>
                  <a:pt x="2882366" y="181559"/>
                </a:lnTo>
                <a:lnTo>
                  <a:pt x="2892374" y="164795"/>
                </a:lnTo>
                <a:lnTo>
                  <a:pt x="2902178" y="146494"/>
                </a:lnTo>
                <a:lnTo>
                  <a:pt x="2911932" y="127076"/>
                </a:lnTo>
                <a:lnTo>
                  <a:pt x="2921990" y="106781"/>
                </a:lnTo>
                <a:lnTo>
                  <a:pt x="3039427" y="106781"/>
                </a:lnTo>
                <a:lnTo>
                  <a:pt x="3038348" y="172847"/>
                </a:lnTo>
                <a:lnTo>
                  <a:pt x="3036963" y="230060"/>
                </a:lnTo>
                <a:lnTo>
                  <a:pt x="3035363" y="278345"/>
                </a:lnTo>
                <a:lnTo>
                  <a:pt x="3033623" y="317639"/>
                </a:lnTo>
                <a:lnTo>
                  <a:pt x="3028124" y="366737"/>
                </a:lnTo>
                <a:lnTo>
                  <a:pt x="2989046" y="390537"/>
                </a:lnTo>
                <a:lnTo>
                  <a:pt x="2970415" y="390220"/>
                </a:lnTo>
                <a:lnTo>
                  <a:pt x="2950946" y="389204"/>
                </a:lnTo>
                <a:lnTo>
                  <a:pt x="2930321" y="387311"/>
                </a:lnTo>
                <a:lnTo>
                  <a:pt x="2908274" y="384441"/>
                </a:lnTo>
                <a:lnTo>
                  <a:pt x="2910294" y="393623"/>
                </a:lnTo>
                <a:lnTo>
                  <a:pt x="2911894" y="403110"/>
                </a:lnTo>
                <a:lnTo>
                  <a:pt x="2913202" y="413156"/>
                </a:lnTo>
                <a:lnTo>
                  <a:pt x="2914370" y="424065"/>
                </a:lnTo>
                <a:lnTo>
                  <a:pt x="2934919" y="424942"/>
                </a:lnTo>
                <a:lnTo>
                  <a:pt x="2955328" y="425399"/>
                </a:lnTo>
                <a:lnTo>
                  <a:pt x="2995142" y="425589"/>
                </a:lnTo>
                <a:lnTo>
                  <a:pt x="3026333" y="421297"/>
                </a:lnTo>
                <a:lnTo>
                  <a:pt x="3060649" y="390537"/>
                </a:lnTo>
                <a:lnTo>
                  <a:pt x="3069272" y="333209"/>
                </a:lnTo>
                <a:lnTo>
                  <a:pt x="3073463" y="205435"/>
                </a:lnTo>
                <a:lnTo>
                  <a:pt x="3076498" y="106781"/>
                </a:lnTo>
                <a:lnTo>
                  <a:pt x="3077527" y="73253"/>
                </a:lnTo>
                <a:close/>
              </a:path>
              <a:path w="3988434" h="438150">
                <a:moveTo>
                  <a:pt x="3536543" y="77825"/>
                </a:moveTo>
                <a:lnTo>
                  <a:pt x="3329178" y="77825"/>
                </a:lnTo>
                <a:lnTo>
                  <a:pt x="3361182" y="61061"/>
                </a:lnTo>
                <a:lnTo>
                  <a:pt x="3324606" y="0"/>
                </a:lnTo>
                <a:lnTo>
                  <a:pt x="3289465" y="16764"/>
                </a:lnTo>
                <a:lnTo>
                  <a:pt x="3296704" y="27635"/>
                </a:lnTo>
                <a:lnTo>
                  <a:pt x="3304781" y="41617"/>
                </a:lnTo>
                <a:lnTo>
                  <a:pt x="3324606" y="77825"/>
                </a:lnTo>
                <a:lnTo>
                  <a:pt x="3114103" y="77825"/>
                </a:lnTo>
                <a:lnTo>
                  <a:pt x="3114103" y="111353"/>
                </a:lnTo>
                <a:lnTo>
                  <a:pt x="3233077" y="111353"/>
                </a:lnTo>
                <a:lnTo>
                  <a:pt x="3230791" y="162877"/>
                </a:lnTo>
                <a:lnTo>
                  <a:pt x="3228505" y="202882"/>
                </a:lnTo>
                <a:lnTo>
                  <a:pt x="3220618" y="251980"/>
                </a:lnTo>
                <a:lnTo>
                  <a:pt x="3204260" y="296824"/>
                </a:lnTo>
                <a:lnTo>
                  <a:pt x="3179318" y="337566"/>
                </a:lnTo>
                <a:lnTo>
                  <a:pt x="3145739" y="374345"/>
                </a:lnTo>
                <a:lnTo>
                  <a:pt x="3103435" y="407289"/>
                </a:lnTo>
                <a:lnTo>
                  <a:pt x="3118294" y="422338"/>
                </a:lnTo>
                <a:lnTo>
                  <a:pt x="3124873" y="429374"/>
                </a:lnTo>
                <a:lnTo>
                  <a:pt x="3130867" y="436245"/>
                </a:lnTo>
                <a:lnTo>
                  <a:pt x="3168358" y="407797"/>
                </a:lnTo>
                <a:lnTo>
                  <a:pt x="3199904" y="375767"/>
                </a:lnTo>
                <a:lnTo>
                  <a:pt x="3225444" y="340182"/>
                </a:lnTo>
                <a:lnTo>
                  <a:pt x="3244862" y="301028"/>
                </a:lnTo>
                <a:lnTo>
                  <a:pt x="3258108" y="258305"/>
                </a:lnTo>
                <a:lnTo>
                  <a:pt x="3265081" y="212026"/>
                </a:lnTo>
                <a:lnTo>
                  <a:pt x="3439007" y="212026"/>
                </a:lnTo>
                <a:lnTo>
                  <a:pt x="3435527" y="281851"/>
                </a:lnTo>
                <a:lnTo>
                  <a:pt x="3429762" y="340233"/>
                </a:lnTo>
                <a:lnTo>
                  <a:pt x="3416236" y="375856"/>
                </a:lnTo>
                <a:lnTo>
                  <a:pt x="3385566" y="387477"/>
                </a:lnTo>
                <a:lnTo>
                  <a:pt x="3367011" y="386930"/>
                </a:lnTo>
                <a:lnTo>
                  <a:pt x="3345738" y="385381"/>
                </a:lnTo>
                <a:lnTo>
                  <a:pt x="3321875" y="382981"/>
                </a:lnTo>
                <a:lnTo>
                  <a:pt x="3295561" y="379857"/>
                </a:lnTo>
                <a:lnTo>
                  <a:pt x="3296945" y="391655"/>
                </a:lnTo>
                <a:lnTo>
                  <a:pt x="3300349" y="411797"/>
                </a:lnTo>
                <a:lnTo>
                  <a:pt x="3301746" y="421005"/>
                </a:lnTo>
                <a:lnTo>
                  <a:pt x="3372472" y="423799"/>
                </a:lnTo>
                <a:lnTo>
                  <a:pt x="3422485" y="419176"/>
                </a:lnTo>
                <a:lnTo>
                  <a:pt x="3461385" y="379691"/>
                </a:lnTo>
                <a:lnTo>
                  <a:pt x="3471126" y="307898"/>
                </a:lnTo>
                <a:lnTo>
                  <a:pt x="3473869" y="268135"/>
                </a:lnTo>
                <a:lnTo>
                  <a:pt x="3476320" y="225513"/>
                </a:lnTo>
                <a:lnTo>
                  <a:pt x="3478631" y="180022"/>
                </a:lnTo>
                <a:lnTo>
                  <a:pt x="3266605" y="180022"/>
                </a:lnTo>
                <a:lnTo>
                  <a:pt x="3267748" y="164592"/>
                </a:lnTo>
                <a:lnTo>
                  <a:pt x="3271177" y="111353"/>
                </a:lnTo>
                <a:lnTo>
                  <a:pt x="3536543" y="111353"/>
                </a:lnTo>
                <a:lnTo>
                  <a:pt x="3536543" y="77825"/>
                </a:lnTo>
                <a:close/>
              </a:path>
              <a:path w="3988434" h="438150">
                <a:moveTo>
                  <a:pt x="3652456" y="262420"/>
                </a:moveTo>
                <a:lnTo>
                  <a:pt x="3643553" y="258114"/>
                </a:lnTo>
                <a:lnTo>
                  <a:pt x="3634930" y="254228"/>
                </a:lnTo>
                <a:lnTo>
                  <a:pt x="3626307" y="250634"/>
                </a:lnTo>
                <a:lnTo>
                  <a:pt x="3617404" y="247180"/>
                </a:lnTo>
                <a:lnTo>
                  <a:pt x="3603447" y="292938"/>
                </a:lnTo>
                <a:lnTo>
                  <a:pt x="3589197" y="336575"/>
                </a:lnTo>
                <a:lnTo>
                  <a:pt x="3574935" y="378206"/>
                </a:lnTo>
                <a:lnTo>
                  <a:pt x="3560915" y="417969"/>
                </a:lnTo>
                <a:lnTo>
                  <a:pt x="3599116" y="430161"/>
                </a:lnTo>
                <a:lnTo>
                  <a:pt x="3611092" y="391299"/>
                </a:lnTo>
                <a:lnTo>
                  <a:pt x="3624072" y="350291"/>
                </a:lnTo>
                <a:lnTo>
                  <a:pt x="3637902" y="307276"/>
                </a:lnTo>
                <a:lnTo>
                  <a:pt x="3652456" y="262420"/>
                </a:lnTo>
                <a:close/>
              </a:path>
              <a:path w="3988434" h="438150">
                <a:moveTo>
                  <a:pt x="3652456" y="181546"/>
                </a:moveTo>
                <a:lnTo>
                  <a:pt x="3631311" y="164122"/>
                </a:lnTo>
                <a:lnTo>
                  <a:pt x="3611295" y="148399"/>
                </a:lnTo>
                <a:lnTo>
                  <a:pt x="3592411" y="134366"/>
                </a:lnTo>
                <a:lnTo>
                  <a:pt x="3574631" y="122021"/>
                </a:lnTo>
                <a:lnTo>
                  <a:pt x="3553295" y="146494"/>
                </a:lnTo>
                <a:lnTo>
                  <a:pt x="3567315" y="157340"/>
                </a:lnTo>
                <a:lnTo>
                  <a:pt x="3584206" y="171450"/>
                </a:lnTo>
                <a:lnTo>
                  <a:pt x="3603955" y="188722"/>
                </a:lnTo>
                <a:lnTo>
                  <a:pt x="3626548" y="208978"/>
                </a:lnTo>
                <a:lnTo>
                  <a:pt x="3631666" y="203835"/>
                </a:lnTo>
                <a:lnTo>
                  <a:pt x="3637788" y="197548"/>
                </a:lnTo>
                <a:lnTo>
                  <a:pt x="3644760" y="190119"/>
                </a:lnTo>
                <a:lnTo>
                  <a:pt x="3652456" y="181546"/>
                </a:lnTo>
                <a:close/>
              </a:path>
              <a:path w="3988434" h="438150">
                <a:moveTo>
                  <a:pt x="3667696" y="71729"/>
                </a:moveTo>
                <a:lnTo>
                  <a:pt x="3647668" y="54000"/>
                </a:lnTo>
                <a:lnTo>
                  <a:pt x="3628644" y="37388"/>
                </a:lnTo>
                <a:lnTo>
                  <a:pt x="3610470" y="21932"/>
                </a:lnTo>
                <a:lnTo>
                  <a:pt x="3593020" y="7620"/>
                </a:lnTo>
                <a:lnTo>
                  <a:pt x="3570059" y="32105"/>
                </a:lnTo>
                <a:lnTo>
                  <a:pt x="3586454" y="46659"/>
                </a:lnTo>
                <a:lnTo>
                  <a:pt x="3603675" y="62776"/>
                </a:lnTo>
                <a:lnTo>
                  <a:pt x="3641788" y="99161"/>
                </a:lnTo>
                <a:lnTo>
                  <a:pt x="3647770" y="93154"/>
                </a:lnTo>
                <a:lnTo>
                  <a:pt x="3654171" y="86588"/>
                </a:lnTo>
                <a:lnTo>
                  <a:pt x="3660864" y="79438"/>
                </a:lnTo>
                <a:lnTo>
                  <a:pt x="3667696" y="71729"/>
                </a:lnTo>
                <a:close/>
              </a:path>
              <a:path w="3988434" h="438150">
                <a:moveTo>
                  <a:pt x="3987927" y="207454"/>
                </a:moveTo>
                <a:lnTo>
                  <a:pt x="3846093" y="207454"/>
                </a:lnTo>
                <a:lnTo>
                  <a:pt x="3846093" y="114401"/>
                </a:lnTo>
                <a:lnTo>
                  <a:pt x="3968115" y="114401"/>
                </a:lnTo>
                <a:lnTo>
                  <a:pt x="3968115" y="82397"/>
                </a:lnTo>
                <a:lnTo>
                  <a:pt x="3846093" y="82397"/>
                </a:lnTo>
                <a:lnTo>
                  <a:pt x="3846093" y="1524"/>
                </a:lnTo>
                <a:lnTo>
                  <a:pt x="3811041" y="1524"/>
                </a:lnTo>
                <a:lnTo>
                  <a:pt x="3811041" y="82397"/>
                </a:lnTo>
                <a:lnTo>
                  <a:pt x="3695128" y="82397"/>
                </a:lnTo>
                <a:lnTo>
                  <a:pt x="3695128" y="114401"/>
                </a:lnTo>
                <a:lnTo>
                  <a:pt x="3811041" y="114401"/>
                </a:lnTo>
                <a:lnTo>
                  <a:pt x="3811041" y="207454"/>
                </a:lnTo>
                <a:lnTo>
                  <a:pt x="3673792" y="207454"/>
                </a:lnTo>
                <a:lnTo>
                  <a:pt x="3673792" y="238036"/>
                </a:lnTo>
                <a:lnTo>
                  <a:pt x="3788181" y="238036"/>
                </a:lnTo>
                <a:lnTo>
                  <a:pt x="3775570" y="260604"/>
                </a:lnTo>
                <a:lnTo>
                  <a:pt x="3749179" y="304050"/>
                </a:lnTo>
                <a:lnTo>
                  <a:pt x="3721354" y="342912"/>
                </a:lnTo>
                <a:lnTo>
                  <a:pt x="3681412" y="376821"/>
                </a:lnTo>
                <a:lnTo>
                  <a:pt x="3696652" y="414921"/>
                </a:lnTo>
                <a:lnTo>
                  <a:pt x="3741597" y="410324"/>
                </a:lnTo>
                <a:lnTo>
                  <a:pt x="3922395" y="395109"/>
                </a:lnTo>
                <a:lnTo>
                  <a:pt x="3934587" y="414350"/>
                </a:lnTo>
                <a:lnTo>
                  <a:pt x="3940822" y="424459"/>
                </a:lnTo>
                <a:lnTo>
                  <a:pt x="3946779" y="434733"/>
                </a:lnTo>
                <a:lnTo>
                  <a:pt x="3955021" y="429272"/>
                </a:lnTo>
                <a:lnTo>
                  <a:pt x="3963543" y="424256"/>
                </a:lnTo>
                <a:lnTo>
                  <a:pt x="3980307" y="414921"/>
                </a:lnTo>
                <a:lnTo>
                  <a:pt x="3967480" y="395109"/>
                </a:lnTo>
                <a:lnTo>
                  <a:pt x="3933634" y="344004"/>
                </a:lnTo>
                <a:lnTo>
                  <a:pt x="3911511" y="311962"/>
                </a:lnTo>
                <a:lnTo>
                  <a:pt x="3890391" y="282232"/>
                </a:lnTo>
                <a:lnTo>
                  <a:pt x="3861435" y="300520"/>
                </a:lnTo>
                <a:lnTo>
                  <a:pt x="3871747" y="315709"/>
                </a:lnTo>
                <a:lnTo>
                  <a:pt x="3882199" y="331622"/>
                </a:lnTo>
                <a:lnTo>
                  <a:pt x="3892943" y="348386"/>
                </a:lnTo>
                <a:lnTo>
                  <a:pt x="3904107" y="366153"/>
                </a:lnTo>
                <a:lnTo>
                  <a:pt x="3820198" y="372630"/>
                </a:lnTo>
                <a:lnTo>
                  <a:pt x="3778427" y="375145"/>
                </a:lnTo>
                <a:lnTo>
                  <a:pt x="3736365" y="376821"/>
                </a:lnTo>
                <a:lnTo>
                  <a:pt x="3760368" y="346557"/>
                </a:lnTo>
                <a:lnTo>
                  <a:pt x="3784371" y="313143"/>
                </a:lnTo>
                <a:lnTo>
                  <a:pt x="3808374" y="276860"/>
                </a:lnTo>
                <a:lnTo>
                  <a:pt x="3832377" y="238036"/>
                </a:lnTo>
                <a:lnTo>
                  <a:pt x="3987927" y="238036"/>
                </a:lnTo>
                <a:lnTo>
                  <a:pt x="3987927" y="20745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49928" y="5842254"/>
            <a:ext cx="109823" cy="109823"/>
          </a:xfrm>
          <a:prstGeom prst="rect">
            <a:avLst/>
          </a:prstGeom>
        </p:spPr>
      </p:pic>
      <p:sp>
        <p:nvSpPr>
          <p:cNvPr id="59" name="object 59" descr=""/>
          <p:cNvSpPr/>
          <p:nvPr/>
        </p:nvSpPr>
        <p:spPr>
          <a:xfrm>
            <a:off x="1296060" y="5665380"/>
            <a:ext cx="4476115" cy="439420"/>
          </a:xfrm>
          <a:custGeom>
            <a:avLst/>
            <a:gdLst/>
            <a:ahLst/>
            <a:cxnLst/>
            <a:rect l="l" t="t" r="r" b="b"/>
            <a:pathLst>
              <a:path w="4476115" h="439420">
                <a:moveTo>
                  <a:pt x="266890" y="227266"/>
                </a:moveTo>
                <a:lnTo>
                  <a:pt x="245554" y="204406"/>
                </a:lnTo>
                <a:lnTo>
                  <a:pt x="203250" y="227812"/>
                </a:lnTo>
                <a:lnTo>
                  <a:pt x="160921" y="247650"/>
                </a:lnTo>
                <a:lnTo>
                  <a:pt x="118605" y="263766"/>
                </a:lnTo>
                <a:lnTo>
                  <a:pt x="76301" y="276034"/>
                </a:lnTo>
                <a:lnTo>
                  <a:pt x="81407" y="283667"/>
                </a:lnTo>
                <a:lnTo>
                  <a:pt x="85826" y="291134"/>
                </a:lnTo>
                <a:lnTo>
                  <a:pt x="89585" y="298183"/>
                </a:lnTo>
                <a:lnTo>
                  <a:pt x="93065" y="305092"/>
                </a:lnTo>
                <a:lnTo>
                  <a:pt x="138226" y="289890"/>
                </a:lnTo>
                <a:lnTo>
                  <a:pt x="182257" y="271856"/>
                </a:lnTo>
                <a:lnTo>
                  <a:pt x="225158" y="250990"/>
                </a:lnTo>
                <a:lnTo>
                  <a:pt x="266890" y="227266"/>
                </a:lnTo>
                <a:close/>
              </a:path>
              <a:path w="4476115" h="439420">
                <a:moveTo>
                  <a:pt x="314236" y="280606"/>
                </a:moveTo>
                <a:lnTo>
                  <a:pt x="292798" y="256222"/>
                </a:lnTo>
                <a:lnTo>
                  <a:pt x="249085" y="279488"/>
                </a:lnTo>
                <a:lnTo>
                  <a:pt x="203885" y="299821"/>
                </a:lnTo>
                <a:lnTo>
                  <a:pt x="157226" y="317207"/>
                </a:lnTo>
                <a:lnTo>
                  <a:pt x="109105" y="331660"/>
                </a:lnTo>
                <a:lnTo>
                  <a:pt x="59537" y="343192"/>
                </a:lnTo>
                <a:lnTo>
                  <a:pt x="62979" y="348348"/>
                </a:lnTo>
                <a:lnTo>
                  <a:pt x="66586" y="354812"/>
                </a:lnTo>
                <a:lnTo>
                  <a:pt x="70459" y="362686"/>
                </a:lnTo>
                <a:lnTo>
                  <a:pt x="74777" y="372148"/>
                </a:lnTo>
                <a:lnTo>
                  <a:pt x="122339" y="361162"/>
                </a:lnTo>
                <a:lnTo>
                  <a:pt x="170002" y="346532"/>
                </a:lnTo>
                <a:lnTo>
                  <a:pt x="217830" y="328231"/>
                </a:lnTo>
                <a:lnTo>
                  <a:pt x="265887" y="306260"/>
                </a:lnTo>
                <a:lnTo>
                  <a:pt x="314236" y="280606"/>
                </a:lnTo>
                <a:close/>
              </a:path>
              <a:path w="4476115" h="439420">
                <a:moveTo>
                  <a:pt x="369100" y="327952"/>
                </a:moveTo>
                <a:lnTo>
                  <a:pt x="344716" y="305092"/>
                </a:lnTo>
                <a:lnTo>
                  <a:pt x="304787" y="328968"/>
                </a:lnTo>
                <a:lnTo>
                  <a:pt x="261277" y="350304"/>
                </a:lnTo>
                <a:lnTo>
                  <a:pt x="214122" y="369100"/>
                </a:lnTo>
                <a:lnTo>
                  <a:pt x="163296" y="385381"/>
                </a:lnTo>
                <a:lnTo>
                  <a:pt x="108724" y="399122"/>
                </a:lnTo>
                <a:lnTo>
                  <a:pt x="50393" y="410337"/>
                </a:lnTo>
                <a:lnTo>
                  <a:pt x="54940" y="416572"/>
                </a:lnTo>
                <a:lnTo>
                  <a:pt x="59347" y="423672"/>
                </a:lnTo>
                <a:lnTo>
                  <a:pt x="63461" y="431342"/>
                </a:lnTo>
                <a:lnTo>
                  <a:pt x="67157" y="439293"/>
                </a:lnTo>
                <a:lnTo>
                  <a:pt x="124472" y="428510"/>
                </a:lnTo>
                <a:lnTo>
                  <a:pt x="178981" y="414489"/>
                </a:lnTo>
                <a:lnTo>
                  <a:pt x="230695" y="397332"/>
                </a:lnTo>
                <a:lnTo>
                  <a:pt x="279615" y="377139"/>
                </a:lnTo>
                <a:lnTo>
                  <a:pt x="325742" y="353974"/>
                </a:lnTo>
                <a:lnTo>
                  <a:pt x="369100" y="327952"/>
                </a:lnTo>
                <a:close/>
              </a:path>
              <a:path w="4476115" h="439420">
                <a:moveTo>
                  <a:pt x="439293" y="265366"/>
                </a:moveTo>
                <a:lnTo>
                  <a:pt x="399592" y="250812"/>
                </a:lnTo>
                <a:lnTo>
                  <a:pt x="363194" y="232397"/>
                </a:lnTo>
                <a:lnTo>
                  <a:pt x="330542" y="210248"/>
                </a:lnTo>
                <a:lnTo>
                  <a:pt x="302044" y="184505"/>
                </a:lnTo>
                <a:lnTo>
                  <a:pt x="427012" y="184505"/>
                </a:lnTo>
                <a:lnTo>
                  <a:pt x="427012" y="154012"/>
                </a:lnTo>
                <a:lnTo>
                  <a:pt x="193738" y="154012"/>
                </a:lnTo>
                <a:lnTo>
                  <a:pt x="212026" y="131152"/>
                </a:lnTo>
                <a:lnTo>
                  <a:pt x="186118" y="120484"/>
                </a:lnTo>
                <a:lnTo>
                  <a:pt x="337096" y="112864"/>
                </a:lnTo>
                <a:lnTo>
                  <a:pt x="343954" y="119468"/>
                </a:lnTo>
                <a:lnTo>
                  <a:pt x="350812" y="125628"/>
                </a:lnTo>
                <a:lnTo>
                  <a:pt x="357670" y="131521"/>
                </a:lnTo>
                <a:lnTo>
                  <a:pt x="364528" y="137248"/>
                </a:lnTo>
                <a:lnTo>
                  <a:pt x="387477" y="112864"/>
                </a:lnTo>
                <a:lnTo>
                  <a:pt x="388912" y="111340"/>
                </a:lnTo>
                <a:lnTo>
                  <a:pt x="366293" y="93052"/>
                </a:lnTo>
                <a:lnTo>
                  <a:pt x="341083" y="73583"/>
                </a:lnTo>
                <a:lnTo>
                  <a:pt x="312356" y="52120"/>
                </a:lnTo>
                <a:lnTo>
                  <a:pt x="280606" y="28956"/>
                </a:lnTo>
                <a:lnTo>
                  <a:pt x="259270" y="51816"/>
                </a:lnTo>
                <a:lnTo>
                  <a:pt x="270700" y="60083"/>
                </a:lnTo>
                <a:lnTo>
                  <a:pt x="282143" y="68783"/>
                </a:lnTo>
                <a:lnTo>
                  <a:pt x="293598" y="77787"/>
                </a:lnTo>
                <a:lnTo>
                  <a:pt x="305092" y="86956"/>
                </a:lnTo>
                <a:lnTo>
                  <a:pt x="117449" y="93052"/>
                </a:lnTo>
                <a:lnTo>
                  <a:pt x="140601" y="76187"/>
                </a:lnTo>
                <a:lnTo>
                  <a:pt x="164350" y="57924"/>
                </a:lnTo>
                <a:lnTo>
                  <a:pt x="188671" y="38531"/>
                </a:lnTo>
                <a:lnTo>
                  <a:pt x="213550" y="18288"/>
                </a:lnTo>
                <a:lnTo>
                  <a:pt x="178498" y="0"/>
                </a:lnTo>
                <a:lnTo>
                  <a:pt x="155917" y="21958"/>
                </a:lnTo>
                <a:lnTo>
                  <a:pt x="134213" y="41910"/>
                </a:lnTo>
                <a:lnTo>
                  <a:pt x="94589" y="74676"/>
                </a:lnTo>
                <a:lnTo>
                  <a:pt x="53441" y="94576"/>
                </a:lnTo>
                <a:lnTo>
                  <a:pt x="65633" y="129628"/>
                </a:lnTo>
                <a:lnTo>
                  <a:pt x="75361" y="127635"/>
                </a:lnTo>
                <a:lnTo>
                  <a:pt x="84112" y="126199"/>
                </a:lnTo>
                <a:lnTo>
                  <a:pt x="91986" y="125349"/>
                </a:lnTo>
                <a:lnTo>
                  <a:pt x="99161" y="125056"/>
                </a:lnTo>
                <a:lnTo>
                  <a:pt x="178498" y="120484"/>
                </a:lnTo>
                <a:lnTo>
                  <a:pt x="172516" y="129374"/>
                </a:lnTo>
                <a:lnTo>
                  <a:pt x="166103" y="137820"/>
                </a:lnTo>
                <a:lnTo>
                  <a:pt x="159385" y="145999"/>
                </a:lnTo>
                <a:lnTo>
                  <a:pt x="152501" y="154012"/>
                </a:lnTo>
                <a:lnTo>
                  <a:pt x="13716" y="154012"/>
                </a:lnTo>
                <a:lnTo>
                  <a:pt x="13716" y="184505"/>
                </a:lnTo>
                <a:lnTo>
                  <a:pt x="125069" y="184505"/>
                </a:lnTo>
                <a:lnTo>
                  <a:pt x="97612" y="208813"/>
                </a:lnTo>
                <a:lnTo>
                  <a:pt x="67716" y="231254"/>
                </a:lnTo>
                <a:lnTo>
                  <a:pt x="35229" y="251675"/>
                </a:lnTo>
                <a:lnTo>
                  <a:pt x="0" y="269938"/>
                </a:lnTo>
                <a:lnTo>
                  <a:pt x="5689" y="276796"/>
                </a:lnTo>
                <a:lnTo>
                  <a:pt x="11252" y="283667"/>
                </a:lnTo>
                <a:lnTo>
                  <a:pt x="16548" y="290550"/>
                </a:lnTo>
                <a:lnTo>
                  <a:pt x="21437" y="297472"/>
                </a:lnTo>
                <a:lnTo>
                  <a:pt x="61645" y="274002"/>
                </a:lnTo>
                <a:lnTo>
                  <a:pt x="99733" y="247269"/>
                </a:lnTo>
                <a:lnTo>
                  <a:pt x="135267" y="217398"/>
                </a:lnTo>
                <a:lnTo>
                  <a:pt x="167830" y="184505"/>
                </a:lnTo>
                <a:lnTo>
                  <a:pt x="263842" y="184505"/>
                </a:lnTo>
                <a:lnTo>
                  <a:pt x="294995" y="219125"/>
                </a:lnTo>
                <a:lnTo>
                  <a:pt x="330987" y="249745"/>
                </a:lnTo>
                <a:lnTo>
                  <a:pt x="371525" y="276364"/>
                </a:lnTo>
                <a:lnTo>
                  <a:pt x="416344" y="298996"/>
                </a:lnTo>
                <a:lnTo>
                  <a:pt x="421195" y="291769"/>
                </a:lnTo>
                <a:lnTo>
                  <a:pt x="432663" y="275107"/>
                </a:lnTo>
                <a:lnTo>
                  <a:pt x="439293" y="265366"/>
                </a:lnTo>
                <a:close/>
              </a:path>
              <a:path w="4476115" h="439420">
                <a:moveTo>
                  <a:pt x="880021" y="141820"/>
                </a:moveTo>
                <a:lnTo>
                  <a:pt x="744283" y="141820"/>
                </a:lnTo>
                <a:lnTo>
                  <a:pt x="769429" y="121843"/>
                </a:lnTo>
                <a:lnTo>
                  <a:pt x="794575" y="100863"/>
                </a:lnTo>
                <a:lnTo>
                  <a:pt x="819721" y="78994"/>
                </a:lnTo>
                <a:lnTo>
                  <a:pt x="844867" y="56388"/>
                </a:lnTo>
                <a:lnTo>
                  <a:pt x="818959" y="33528"/>
                </a:lnTo>
                <a:lnTo>
                  <a:pt x="788911" y="62661"/>
                </a:lnTo>
                <a:lnTo>
                  <a:pt x="757986" y="90538"/>
                </a:lnTo>
                <a:lnTo>
                  <a:pt x="725906" y="116979"/>
                </a:lnTo>
                <a:lnTo>
                  <a:pt x="692378" y="141820"/>
                </a:lnTo>
                <a:lnTo>
                  <a:pt x="648182" y="141820"/>
                </a:lnTo>
                <a:lnTo>
                  <a:pt x="648182" y="86956"/>
                </a:lnTo>
                <a:lnTo>
                  <a:pt x="739711" y="86956"/>
                </a:lnTo>
                <a:lnTo>
                  <a:pt x="739711" y="56388"/>
                </a:lnTo>
                <a:lnTo>
                  <a:pt x="648182" y="56388"/>
                </a:lnTo>
                <a:lnTo>
                  <a:pt x="648182" y="4572"/>
                </a:lnTo>
                <a:lnTo>
                  <a:pt x="614654" y="4572"/>
                </a:lnTo>
                <a:lnTo>
                  <a:pt x="614654" y="56388"/>
                </a:lnTo>
                <a:lnTo>
                  <a:pt x="495681" y="56388"/>
                </a:lnTo>
                <a:lnTo>
                  <a:pt x="495681" y="86956"/>
                </a:lnTo>
                <a:lnTo>
                  <a:pt x="614654" y="86956"/>
                </a:lnTo>
                <a:lnTo>
                  <a:pt x="614654" y="141820"/>
                </a:lnTo>
                <a:lnTo>
                  <a:pt x="460629" y="141820"/>
                </a:lnTo>
                <a:lnTo>
                  <a:pt x="460629" y="172300"/>
                </a:lnTo>
                <a:lnTo>
                  <a:pt x="648182" y="172300"/>
                </a:lnTo>
                <a:lnTo>
                  <a:pt x="601560" y="201193"/>
                </a:lnTo>
                <a:lnTo>
                  <a:pt x="553072" y="228206"/>
                </a:lnTo>
                <a:lnTo>
                  <a:pt x="502577" y="253199"/>
                </a:lnTo>
                <a:lnTo>
                  <a:pt x="449961" y="276034"/>
                </a:lnTo>
                <a:lnTo>
                  <a:pt x="455434" y="283171"/>
                </a:lnTo>
                <a:lnTo>
                  <a:pt x="471297" y="306603"/>
                </a:lnTo>
                <a:lnTo>
                  <a:pt x="505561" y="291122"/>
                </a:lnTo>
                <a:lnTo>
                  <a:pt x="539699" y="274523"/>
                </a:lnTo>
                <a:lnTo>
                  <a:pt x="573570" y="256794"/>
                </a:lnTo>
                <a:lnTo>
                  <a:pt x="607034" y="237934"/>
                </a:lnTo>
                <a:lnTo>
                  <a:pt x="611606" y="237934"/>
                </a:lnTo>
                <a:lnTo>
                  <a:pt x="591794" y="276034"/>
                </a:lnTo>
                <a:lnTo>
                  <a:pt x="591794" y="305079"/>
                </a:lnTo>
                <a:lnTo>
                  <a:pt x="764095" y="305079"/>
                </a:lnTo>
                <a:lnTo>
                  <a:pt x="761809" y="322211"/>
                </a:lnTo>
                <a:lnTo>
                  <a:pt x="749808" y="371551"/>
                </a:lnTo>
                <a:lnTo>
                  <a:pt x="713714" y="388899"/>
                </a:lnTo>
                <a:lnTo>
                  <a:pt x="690295" y="388620"/>
                </a:lnTo>
                <a:lnTo>
                  <a:pt x="665899" y="387756"/>
                </a:lnTo>
                <a:lnTo>
                  <a:pt x="640626" y="386334"/>
                </a:lnTo>
                <a:lnTo>
                  <a:pt x="614654" y="384327"/>
                </a:lnTo>
                <a:lnTo>
                  <a:pt x="617791" y="393560"/>
                </a:lnTo>
                <a:lnTo>
                  <a:pt x="620369" y="402894"/>
                </a:lnTo>
                <a:lnTo>
                  <a:pt x="622363" y="412508"/>
                </a:lnTo>
                <a:lnTo>
                  <a:pt x="623798" y="422529"/>
                </a:lnTo>
                <a:lnTo>
                  <a:pt x="649516" y="422770"/>
                </a:lnTo>
                <a:lnTo>
                  <a:pt x="697560" y="423811"/>
                </a:lnTo>
                <a:lnTo>
                  <a:pt x="719899" y="424053"/>
                </a:lnTo>
                <a:lnTo>
                  <a:pt x="746493" y="420382"/>
                </a:lnTo>
                <a:lnTo>
                  <a:pt x="781405" y="391871"/>
                </a:lnTo>
                <a:lnTo>
                  <a:pt x="792340" y="354990"/>
                </a:lnTo>
                <a:lnTo>
                  <a:pt x="802195" y="276034"/>
                </a:lnTo>
                <a:lnTo>
                  <a:pt x="626846" y="276034"/>
                </a:lnTo>
                <a:lnTo>
                  <a:pt x="645134" y="237934"/>
                </a:lnTo>
                <a:lnTo>
                  <a:pt x="849439" y="237934"/>
                </a:lnTo>
                <a:lnTo>
                  <a:pt x="849439" y="207454"/>
                </a:lnTo>
                <a:lnTo>
                  <a:pt x="654278" y="207454"/>
                </a:lnTo>
                <a:lnTo>
                  <a:pt x="666851" y="199174"/>
                </a:lnTo>
                <a:lnTo>
                  <a:pt x="679424" y="190449"/>
                </a:lnTo>
                <a:lnTo>
                  <a:pt x="704570" y="172300"/>
                </a:lnTo>
                <a:lnTo>
                  <a:pt x="880021" y="172300"/>
                </a:lnTo>
                <a:lnTo>
                  <a:pt x="880021" y="141820"/>
                </a:lnTo>
                <a:close/>
              </a:path>
              <a:path w="4476115" h="439420">
                <a:moveTo>
                  <a:pt x="1014222" y="82296"/>
                </a:moveTo>
                <a:lnTo>
                  <a:pt x="1002207" y="69151"/>
                </a:lnTo>
                <a:lnTo>
                  <a:pt x="986853" y="52692"/>
                </a:lnTo>
                <a:lnTo>
                  <a:pt x="945540" y="9144"/>
                </a:lnTo>
                <a:lnTo>
                  <a:pt x="918108" y="33528"/>
                </a:lnTo>
                <a:lnTo>
                  <a:pt x="936599" y="52578"/>
                </a:lnTo>
                <a:lnTo>
                  <a:pt x="953731" y="71450"/>
                </a:lnTo>
                <a:lnTo>
                  <a:pt x="969340" y="89928"/>
                </a:lnTo>
                <a:lnTo>
                  <a:pt x="983640" y="108292"/>
                </a:lnTo>
                <a:lnTo>
                  <a:pt x="1014222" y="82296"/>
                </a:lnTo>
                <a:close/>
              </a:path>
              <a:path w="4476115" h="439420">
                <a:moveTo>
                  <a:pt x="1084326" y="350812"/>
                </a:moveTo>
                <a:lnTo>
                  <a:pt x="1083208" y="342493"/>
                </a:lnTo>
                <a:lnTo>
                  <a:pt x="1082230" y="333476"/>
                </a:lnTo>
                <a:lnTo>
                  <a:pt x="1081544" y="323583"/>
                </a:lnTo>
                <a:lnTo>
                  <a:pt x="1081278" y="312712"/>
                </a:lnTo>
                <a:lnTo>
                  <a:pt x="1058964" y="327037"/>
                </a:lnTo>
                <a:lnTo>
                  <a:pt x="997458" y="366052"/>
                </a:lnTo>
                <a:lnTo>
                  <a:pt x="997458" y="152488"/>
                </a:lnTo>
                <a:lnTo>
                  <a:pt x="899820" y="152488"/>
                </a:lnTo>
                <a:lnTo>
                  <a:pt x="899820" y="184505"/>
                </a:lnTo>
                <a:lnTo>
                  <a:pt x="962304" y="184505"/>
                </a:lnTo>
                <a:lnTo>
                  <a:pt x="962304" y="356908"/>
                </a:lnTo>
                <a:lnTo>
                  <a:pt x="961428" y="369760"/>
                </a:lnTo>
                <a:lnTo>
                  <a:pt x="958684" y="380911"/>
                </a:lnTo>
                <a:lnTo>
                  <a:pt x="953947" y="390372"/>
                </a:lnTo>
                <a:lnTo>
                  <a:pt x="947064" y="398145"/>
                </a:lnTo>
                <a:lnTo>
                  <a:pt x="968400" y="427101"/>
                </a:lnTo>
                <a:lnTo>
                  <a:pt x="992771" y="410248"/>
                </a:lnTo>
                <a:lnTo>
                  <a:pt x="1020114" y="391807"/>
                </a:lnTo>
                <a:lnTo>
                  <a:pt x="1050582" y="371944"/>
                </a:lnTo>
                <a:lnTo>
                  <a:pt x="1059992" y="366052"/>
                </a:lnTo>
                <a:lnTo>
                  <a:pt x="1084326" y="350812"/>
                </a:lnTo>
                <a:close/>
              </a:path>
              <a:path w="4476115" h="439420">
                <a:moveTo>
                  <a:pt x="1334452" y="155536"/>
                </a:moveTo>
                <a:lnTo>
                  <a:pt x="1206347" y="155536"/>
                </a:lnTo>
                <a:lnTo>
                  <a:pt x="1206347" y="4572"/>
                </a:lnTo>
                <a:lnTo>
                  <a:pt x="1168247" y="4572"/>
                </a:lnTo>
                <a:lnTo>
                  <a:pt x="1168247" y="155536"/>
                </a:lnTo>
                <a:lnTo>
                  <a:pt x="1040130" y="155536"/>
                </a:lnTo>
                <a:lnTo>
                  <a:pt x="1040130" y="186029"/>
                </a:lnTo>
                <a:lnTo>
                  <a:pt x="1168247" y="186029"/>
                </a:lnTo>
                <a:lnTo>
                  <a:pt x="1168247" y="433197"/>
                </a:lnTo>
                <a:lnTo>
                  <a:pt x="1206347" y="433197"/>
                </a:lnTo>
                <a:lnTo>
                  <a:pt x="1206347" y="186029"/>
                </a:lnTo>
                <a:lnTo>
                  <a:pt x="1334452" y="186029"/>
                </a:lnTo>
                <a:lnTo>
                  <a:pt x="1334452" y="155536"/>
                </a:lnTo>
                <a:close/>
              </a:path>
              <a:path w="4476115" h="439420">
                <a:moveTo>
                  <a:pt x="1778228" y="39624"/>
                </a:moveTo>
                <a:lnTo>
                  <a:pt x="1639443" y="39624"/>
                </a:lnTo>
                <a:lnTo>
                  <a:pt x="1644916" y="30454"/>
                </a:lnTo>
                <a:lnTo>
                  <a:pt x="1650111" y="21145"/>
                </a:lnTo>
                <a:lnTo>
                  <a:pt x="1655305" y="11544"/>
                </a:lnTo>
                <a:lnTo>
                  <a:pt x="1660779" y="1524"/>
                </a:lnTo>
                <a:lnTo>
                  <a:pt x="1622679" y="1524"/>
                </a:lnTo>
                <a:lnTo>
                  <a:pt x="1609509" y="26720"/>
                </a:lnTo>
                <a:lnTo>
                  <a:pt x="1595056" y="49923"/>
                </a:lnTo>
                <a:lnTo>
                  <a:pt x="1579168" y="71424"/>
                </a:lnTo>
                <a:lnTo>
                  <a:pt x="1561719" y="91528"/>
                </a:lnTo>
                <a:lnTo>
                  <a:pt x="1581645" y="108038"/>
                </a:lnTo>
                <a:lnTo>
                  <a:pt x="1615059" y="78066"/>
                </a:lnTo>
                <a:lnTo>
                  <a:pt x="1624203" y="65532"/>
                </a:lnTo>
                <a:lnTo>
                  <a:pt x="1666875" y="65532"/>
                </a:lnTo>
                <a:lnTo>
                  <a:pt x="1651635" y="76200"/>
                </a:lnTo>
                <a:lnTo>
                  <a:pt x="1661871" y="85636"/>
                </a:lnTo>
                <a:lnTo>
                  <a:pt x="1671840" y="95338"/>
                </a:lnTo>
                <a:lnTo>
                  <a:pt x="1681251" y="105016"/>
                </a:lnTo>
                <a:lnTo>
                  <a:pt x="1689836" y="114388"/>
                </a:lnTo>
                <a:lnTo>
                  <a:pt x="1486954" y="114388"/>
                </a:lnTo>
                <a:lnTo>
                  <a:pt x="1508290" y="99148"/>
                </a:lnTo>
                <a:lnTo>
                  <a:pt x="1500365" y="90347"/>
                </a:lnTo>
                <a:lnTo>
                  <a:pt x="1492288" y="81775"/>
                </a:lnTo>
                <a:lnTo>
                  <a:pt x="1484287" y="73571"/>
                </a:lnTo>
                <a:lnTo>
                  <a:pt x="1476286" y="65532"/>
                </a:lnTo>
                <a:lnTo>
                  <a:pt x="1575435" y="65532"/>
                </a:lnTo>
                <a:lnTo>
                  <a:pt x="1575435" y="39624"/>
                </a:lnTo>
                <a:lnTo>
                  <a:pt x="1447330" y="39624"/>
                </a:lnTo>
                <a:lnTo>
                  <a:pt x="1453743" y="30454"/>
                </a:lnTo>
                <a:lnTo>
                  <a:pt x="1459903" y="20574"/>
                </a:lnTo>
                <a:lnTo>
                  <a:pt x="1465326" y="10909"/>
                </a:lnTo>
                <a:lnTo>
                  <a:pt x="1470190" y="1524"/>
                </a:lnTo>
                <a:lnTo>
                  <a:pt x="1433614" y="1524"/>
                </a:lnTo>
                <a:lnTo>
                  <a:pt x="1416456" y="30238"/>
                </a:lnTo>
                <a:lnTo>
                  <a:pt x="1396606" y="57162"/>
                </a:lnTo>
                <a:lnTo>
                  <a:pt x="1373949" y="81711"/>
                </a:lnTo>
                <a:lnTo>
                  <a:pt x="1348168" y="103720"/>
                </a:lnTo>
                <a:lnTo>
                  <a:pt x="1353858" y="109435"/>
                </a:lnTo>
                <a:lnTo>
                  <a:pt x="1359408" y="115163"/>
                </a:lnTo>
                <a:lnTo>
                  <a:pt x="1364665" y="120878"/>
                </a:lnTo>
                <a:lnTo>
                  <a:pt x="1369504" y="126593"/>
                </a:lnTo>
                <a:lnTo>
                  <a:pt x="1386090" y="111709"/>
                </a:lnTo>
                <a:lnTo>
                  <a:pt x="1401559" y="96672"/>
                </a:lnTo>
                <a:lnTo>
                  <a:pt x="1415872" y="81330"/>
                </a:lnTo>
                <a:lnTo>
                  <a:pt x="1429042" y="65532"/>
                </a:lnTo>
                <a:lnTo>
                  <a:pt x="1465618" y="65532"/>
                </a:lnTo>
                <a:lnTo>
                  <a:pt x="1450378" y="76200"/>
                </a:lnTo>
                <a:lnTo>
                  <a:pt x="1458379" y="85420"/>
                </a:lnTo>
                <a:lnTo>
                  <a:pt x="1466380" y="94767"/>
                </a:lnTo>
                <a:lnTo>
                  <a:pt x="1474381" y="104368"/>
                </a:lnTo>
                <a:lnTo>
                  <a:pt x="1482382" y="114388"/>
                </a:lnTo>
                <a:lnTo>
                  <a:pt x="1409230" y="114388"/>
                </a:lnTo>
                <a:lnTo>
                  <a:pt x="1409230" y="311188"/>
                </a:lnTo>
                <a:lnTo>
                  <a:pt x="1441234" y="311188"/>
                </a:lnTo>
                <a:lnTo>
                  <a:pt x="1441234" y="297472"/>
                </a:lnTo>
                <a:lnTo>
                  <a:pt x="1695932" y="297472"/>
                </a:lnTo>
                <a:lnTo>
                  <a:pt x="1695932" y="311188"/>
                </a:lnTo>
                <a:lnTo>
                  <a:pt x="1726412" y="311188"/>
                </a:lnTo>
                <a:lnTo>
                  <a:pt x="1726412" y="297472"/>
                </a:lnTo>
                <a:lnTo>
                  <a:pt x="1726412" y="272986"/>
                </a:lnTo>
                <a:lnTo>
                  <a:pt x="1726412" y="114388"/>
                </a:lnTo>
                <a:lnTo>
                  <a:pt x="1695932" y="114388"/>
                </a:lnTo>
                <a:lnTo>
                  <a:pt x="1695932" y="272986"/>
                </a:lnTo>
                <a:lnTo>
                  <a:pt x="1441234" y="272986"/>
                </a:lnTo>
                <a:lnTo>
                  <a:pt x="1441234" y="244030"/>
                </a:lnTo>
                <a:lnTo>
                  <a:pt x="1695932" y="244030"/>
                </a:lnTo>
                <a:lnTo>
                  <a:pt x="1695932" y="221170"/>
                </a:lnTo>
                <a:lnTo>
                  <a:pt x="1441234" y="221170"/>
                </a:lnTo>
                <a:lnTo>
                  <a:pt x="1441234" y="190690"/>
                </a:lnTo>
                <a:lnTo>
                  <a:pt x="1695932" y="190690"/>
                </a:lnTo>
                <a:lnTo>
                  <a:pt x="1695932" y="167741"/>
                </a:lnTo>
                <a:lnTo>
                  <a:pt x="1441234" y="167741"/>
                </a:lnTo>
                <a:lnTo>
                  <a:pt x="1441234" y="138785"/>
                </a:lnTo>
                <a:lnTo>
                  <a:pt x="1695932" y="138785"/>
                </a:lnTo>
                <a:lnTo>
                  <a:pt x="1695932" y="114388"/>
                </a:lnTo>
                <a:lnTo>
                  <a:pt x="1691360" y="114388"/>
                </a:lnTo>
                <a:lnTo>
                  <a:pt x="1712696" y="97624"/>
                </a:lnTo>
                <a:lnTo>
                  <a:pt x="1705305" y="89611"/>
                </a:lnTo>
                <a:lnTo>
                  <a:pt x="1697253" y="81775"/>
                </a:lnTo>
                <a:lnTo>
                  <a:pt x="1688249" y="73571"/>
                </a:lnTo>
                <a:lnTo>
                  <a:pt x="1679067" y="65532"/>
                </a:lnTo>
                <a:lnTo>
                  <a:pt x="1778228" y="65532"/>
                </a:lnTo>
                <a:lnTo>
                  <a:pt x="1778228" y="39624"/>
                </a:lnTo>
                <a:close/>
              </a:path>
              <a:path w="4476115" h="439420">
                <a:moveTo>
                  <a:pt x="1784324" y="334048"/>
                </a:moveTo>
                <a:lnTo>
                  <a:pt x="1680591" y="334048"/>
                </a:lnTo>
                <a:lnTo>
                  <a:pt x="1680591" y="306616"/>
                </a:lnTo>
                <a:lnTo>
                  <a:pt x="1647063" y="306616"/>
                </a:lnTo>
                <a:lnTo>
                  <a:pt x="1647063" y="334048"/>
                </a:lnTo>
                <a:lnTo>
                  <a:pt x="1503718" y="334048"/>
                </a:lnTo>
                <a:lnTo>
                  <a:pt x="1504594" y="327164"/>
                </a:lnTo>
                <a:lnTo>
                  <a:pt x="1505051" y="320141"/>
                </a:lnTo>
                <a:lnTo>
                  <a:pt x="1505216" y="312826"/>
                </a:lnTo>
                <a:lnTo>
                  <a:pt x="1505242" y="305092"/>
                </a:lnTo>
                <a:lnTo>
                  <a:pt x="1473238" y="305092"/>
                </a:lnTo>
                <a:lnTo>
                  <a:pt x="1473212" y="312826"/>
                </a:lnTo>
                <a:lnTo>
                  <a:pt x="1473047" y="320141"/>
                </a:lnTo>
                <a:lnTo>
                  <a:pt x="1472590" y="327164"/>
                </a:lnTo>
                <a:lnTo>
                  <a:pt x="1471714" y="334048"/>
                </a:lnTo>
                <a:lnTo>
                  <a:pt x="1352740" y="334048"/>
                </a:lnTo>
                <a:lnTo>
                  <a:pt x="1352740" y="359956"/>
                </a:lnTo>
                <a:lnTo>
                  <a:pt x="1465618" y="359956"/>
                </a:lnTo>
                <a:lnTo>
                  <a:pt x="1453921" y="376796"/>
                </a:lnTo>
                <a:lnTo>
                  <a:pt x="1434934" y="390664"/>
                </a:lnTo>
                <a:lnTo>
                  <a:pt x="1408772" y="401396"/>
                </a:lnTo>
                <a:lnTo>
                  <a:pt x="1375600" y="408813"/>
                </a:lnTo>
                <a:lnTo>
                  <a:pt x="1381048" y="416547"/>
                </a:lnTo>
                <a:lnTo>
                  <a:pt x="1386078" y="423862"/>
                </a:lnTo>
                <a:lnTo>
                  <a:pt x="1390815" y="430885"/>
                </a:lnTo>
                <a:lnTo>
                  <a:pt x="1395412" y="437769"/>
                </a:lnTo>
                <a:lnTo>
                  <a:pt x="1435239" y="426046"/>
                </a:lnTo>
                <a:lnTo>
                  <a:pt x="1465605" y="409181"/>
                </a:lnTo>
                <a:lnTo>
                  <a:pt x="1486801" y="387146"/>
                </a:lnTo>
                <a:lnTo>
                  <a:pt x="1499146" y="359956"/>
                </a:lnTo>
                <a:lnTo>
                  <a:pt x="1647063" y="359956"/>
                </a:lnTo>
                <a:lnTo>
                  <a:pt x="1647063" y="434721"/>
                </a:lnTo>
                <a:lnTo>
                  <a:pt x="1680591" y="434721"/>
                </a:lnTo>
                <a:lnTo>
                  <a:pt x="1680591" y="359956"/>
                </a:lnTo>
                <a:lnTo>
                  <a:pt x="1784324" y="359956"/>
                </a:lnTo>
                <a:lnTo>
                  <a:pt x="1784324" y="334048"/>
                </a:lnTo>
                <a:close/>
              </a:path>
              <a:path w="4476115" h="439420">
                <a:moveTo>
                  <a:pt x="1988731" y="27432"/>
                </a:moveTo>
                <a:lnTo>
                  <a:pt x="1958149" y="27432"/>
                </a:lnTo>
                <a:lnTo>
                  <a:pt x="1958149" y="54864"/>
                </a:lnTo>
                <a:lnTo>
                  <a:pt x="1958149" y="114388"/>
                </a:lnTo>
                <a:lnTo>
                  <a:pt x="1866709" y="114388"/>
                </a:lnTo>
                <a:lnTo>
                  <a:pt x="1866709" y="54864"/>
                </a:lnTo>
                <a:lnTo>
                  <a:pt x="1958149" y="54864"/>
                </a:lnTo>
                <a:lnTo>
                  <a:pt x="1958149" y="27432"/>
                </a:lnTo>
                <a:lnTo>
                  <a:pt x="1834705" y="27432"/>
                </a:lnTo>
                <a:lnTo>
                  <a:pt x="1834705" y="160108"/>
                </a:lnTo>
                <a:lnTo>
                  <a:pt x="1866709" y="160108"/>
                </a:lnTo>
                <a:lnTo>
                  <a:pt x="1866709" y="141820"/>
                </a:lnTo>
                <a:lnTo>
                  <a:pt x="1958149" y="141820"/>
                </a:lnTo>
                <a:lnTo>
                  <a:pt x="1958149" y="155536"/>
                </a:lnTo>
                <a:lnTo>
                  <a:pt x="1988731" y="155536"/>
                </a:lnTo>
                <a:lnTo>
                  <a:pt x="1988731" y="141820"/>
                </a:lnTo>
                <a:lnTo>
                  <a:pt x="1988731" y="114388"/>
                </a:lnTo>
                <a:lnTo>
                  <a:pt x="1988731" y="54864"/>
                </a:lnTo>
                <a:lnTo>
                  <a:pt x="1988731" y="27432"/>
                </a:lnTo>
                <a:close/>
              </a:path>
              <a:path w="4476115" h="439420">
                <a:moveTo>
                  <a:pt x="2191512" y="27432"/>
                </a:moveTo>
                <a:lnTo>
                  <a:pt x="2161032" y="27432"/>
                </a:lnTo>
                <a:lnTo>
                  <a:pt x="2161032" y="54864"/>
                </a:lnTo>
                <a:lnTo>
                  <a:pt x="2161032" y="114388"/>
                </a:lnTo>
                <a:lnTo>
                  <a:pt x="2067979" y="114388"/>
                </a:lnTo>
                <a:lnTo>
                  <a:pt x="2067979" y="54864"/>
                </a:lnTo>
                <a:lnTo>
                  <a:pt x="2161032" y="54864"/>
                </a:lnTo>
                <a:lnTo>
                  <a:pt x="2161032" y="27432"/>
                </a:lnTo>
                <a:lnTo>
                  <a:pt x="2035975" y="27432"/>
                </a:lnTo>
                <a:lnTo>
                  <a:pt x="2035975" y="155536"/>
                </a:lnTo>
                <a:lnTo>
                  <a:pt x="2067979" y="155536"/>
                </a:lnTo>
                <a:lnTo>
                  <a:pt x="2067979" y="141820"/>
                </a:lnTo>
                <a:lnTo>
                  <a:pt x="2161032" y="141820"/>
                </a:lnTo>
                <a:lnTo>
                  <a:pt x="2161032" y="157060"/>
                </a:lnTo>
                <a:lnTo>
                  <a:pt x="2191512" y="157060"/>
                </a:lnTo>
                <a:lnTo>
                  <a:pt x="2191512" y="141820"/>
                </a:lnTo>
                <a:lnTo>
                  <a:pt x="2191512" y="114388"/>
                </a:lnTo>
                <a:lnTo>
                  <a:pt x="2191512" y="54864"/>
                </a:lnTo>
                <a:lnTo>
                  <a:pt x="2191512" y="27432"/>
                </a:lnTo>
                <a:close/>
              </a:path>
              <a:path w="4476115" h="439420">
                <a:moveTo>
                  <a:pt x="2232660" y="263842"/>
                </a:moveTo>
                <a:lnTo>
                  <a:pt x="2172614" y="261607"/>
                </a:lnTo>
                <a:lnTo>
                  <a:pt x="2122690" y="252793"/>
                </a:lnTo>
                <a:lnTo>
                  <a:pt x="2082774" y="237693"/>
                </a:lnTo>
                <a:lnTo>
                  <a:pt x="2052739" y="216598"/>
                </a:lnTo>
                <a:lnTo>
                  <a:pt x="2221992" y="216598"/>
                </a:lnTo>
                <a:lnTo>
                  <a:pt x="2221992" y="187642"/>
                </a:lnTo>
                <a:lnTo>
                  <a:pt x="2139696" y="187642"/>
                </a:lnTo>
                <a:lnTo>
                  <a:pt x="2150364" y="176872"/>
                </a:lnTo>
                <a:lnTo>
                  <a:pt x="2138413" y="167995"/>
                </a:lnTo>
                <a:lnTo>
                  <a:pt x="2125586" y="159537"/>
                </a:lnTo>
                <a:lnTo>
                  <a:pt x="2112175" y="151371"/>
                </a:lnTo>
                <a:lnTo>
                  <a:pt x="2098459" y="143344"/>
                </a:lnTo>
                <a:lnTo>
                  <a:pt x="2080171" y="161632"/>
                </a:lnTo>
                <a:lnTo>
                  <a:pt x="2089543" y="168262"/>
                </a:lnTo>
                <a:lnTo>
                  <a:pt x="2099068" y="174599"/>
                </a:lnTo>
                <a:lnTo>
                  <a:pt x="2108314" y="180962"/>
                </a:lnTo>
                <a:lnTo>
                  <a:pt x="2116836" y="187642"/>
                </a:lnTo>
                <a:lnTo>
                  <a:pt x="2020735" y="187642"/>
                </a:lnTo>
                <a:lnTo>
                  <a:pt x="2023630" y="179565"/>
                </a:lnTo>
                <a:lnTo>
                  <a:pt x="2025688" y="171361"/>
                </a:lnTo>
                <a:lnTo>
                  <a:pt x="2027161" y="162902"/>
                </a:lnTo>
                <a:lnTo>
                  <a:pt x="2028355" y="154012"/>
                </a:lnTo>
                <a:lnTo>
                  <a:pt x="1997875" y="149440"/>
                </a:lnTo>
                <a:lnTo>
                  <a:pt x="1996465" y="159537"/>
                </a:lnTo>
                <a:lnTo>
                  <a:pt x="1994446" y="169646"/>
                </a:lnTo>
                <a:lnTo>
                  <a:pt x="1991868" y="179057"/>
                </a:lnTo>
                <a:lnTo>
                  <a:pt x="1988731" y="187642"/>
                </a:lnTo>
                <a:lnTo>
                  <a:pt x="1811743" y="187642"/>
                </a:lnTo>
                <a:lnTo>
                  <a:pt x="1811743" y="216598"/>
                </a:lnTo>
                <a:lnTo>
                  <a:pt x="1970443" y="216598"/>
                </a:lnTo>
                <a:lnTo>
                  <a:pt x="1948357" y="232625"/>
                </a:lnTo>
                <a:lnTo>
                  <a:pt x="1911858" y="246507"/>
                </a:lnTo>
                <a:lnTo>
                  <a:pt x="1860791" y="258394"/>
                </a:lnTo>
                <a:lnTo>
                  <a:pt x="1794979" y="268414"/>
                </a:lnTo>
                <a:lnTo>
                  <a:pt x="1799539" y="277291"/>
                </a:lnTo>
                <a:lnTo>
                  <a:pt x="1808060" y="293357"/>
                </a:lnTo>
                <a:lnTo>
                  <a:pt x="1811743" y="300520"/>
                </a:lnTo>
                <a:lnTo>
                  <a:pt x="1819376" y="298996"/>
                </a:lnTo>
                <a:lnTo>
                  <a:pt x="1828609" y="297472"/>
                </a:lnTo>
                <a:lnTo>
                  <a:pt x="1836229" y="295948"/>
                </a:lnTo>
                <a:lnTo>
                  <a:pt x="1836229" y="428625"/>
                </a:lnTo>
                <a:lnTo>
                  <a:pt x="1866709" y="428625"/>
                </a:lnTo>
                <a:lnTo>
                  <a:pt x="1866709" y="404241"/>
                </a:lnTo>
                <a:lnTo>
                  <a:pt x="1958149" y="404241"/>
                </a:lnTo>
                <a:lnTo>
                  <a:pt x="1958149" y="428625"/>
                </a:lnTo>
                <a:lnTo>
                  <a:pt x="1990255" y="428625"/>
                </a:lnTo>
                <a:lnTo>
                  <a:pt x="1990255" y="404241"/>
                </a:lnTo>
                <a:lnTo>
                  <a:pt x="1990255" y="378244"/>
                </a:lnTo>
                <a:lnTo>
                  <a:pt x="1990255" y="320332"/>
                </a:lnTo>
                <a:lnTo>
                  <a:pt x="1990255" y="295948"/>
                </a:lnTo>
                <a:lnTo>
                  <a:pt x="1990255" y="292900"/>
                </a:lnTo>
                <a:lnTo>
                  <a:pt x="1958149" y="292900"/>
                </a:lnTo>
                <a:lnTo>
                  <a:pt x="1958149" y="320332"/>
                </a:lnTo>
                <a:lnTo>
                  <a:pt x="1958149" y="378244"/>
                </a:lnTo>
                <a:lnTo>
                  <a:pt x="1866709" y="378244"/>
                </a:lnTo>
                <a:lnTo>
                  <a:pt x="1866709" y="320332"/>
                </a:lnTo>
                <a:lnTo>
                  <a:pt x="1958149" y="320332"/>
                </a:lnTo>
                <a:lnTo>
                  <a:pt x="1958149" y="292900"/>
                </a:lnTo>
                <a:lnTo>
                  <a:pt x="1849945" y="292900"/>
                </a:lnTo>
                <a:lnTo>
                  <a:pt x="1909660" y="278790"/>
                </a:lnTo>
                <a:lnTo>
                  <a:pt x="1956104" y="261569"/>
                </a:lnTo>
                <a:lnTo>
                  <a:pt x="1989112" y="240931"/>
                </a:lnTo>
                <a:lnTo>
                  <a:pt x="2008543" y="216598"/>
                </a:lnTo>
                <a:lnTo>
                  <a:pt x="2016163" y="216598"/>
                </a:lnTo>
                <a:lnTo>
                  <a:pt x="2039023" y="243725"/>
                </a:lnTo>
                <a:lnTo>
                  <a:pt x="2073313" y="265569"/>
                </a:lnTo>
                <a:lnTo>
                  <a:pt x="2119071" y="282003"/>
                </a:lnTo>
                <a:lnTo>
                  <a:pt x="2176272" y="292900"/>
                </a:lnTo>
                <a:lnTo>
                  <a:pt x="2161032" y="292900"/>
                </a:lnTo>
                <a:lnTo>
                  <a:pt x="2161032" y="320332"/>
                </a:lnTo>
                <a:lnTo>
                  <a:pt x="2161032" y="378244"/>
                </a:lnTo>
                <a:lnTo>
                  <a:pt x="2067979" y="378244"/>
                </a:lnTo>
                <a:lnTo>
                  <a:pt x="2067979" y="320332"/>
                </a:lnTo>
                <a:lnTo>
                  <a:pt x="2161032" y="320332"/>
                </a:lnTo>
                <a:lnTo>
                  <a:pt x="2161032" y="292900"/>
                </a:lnTo>
                <a:lnTo>
                  <a:pt x="2037499" y="292900"/>
                </a:lnTo>
                <a:lnTo>
                  <a:pt x="2037499" y="428625"/>
                </a:lnTo>
                <a:lnTo>
                  <a:pt x="2067979" y="428625"/>
                </a:lnTo>
                <a:lnTo>
                  <a:pt x="2067979" y="404241"/>
                </a:lnTo>
                <a:lnTo>
                  <a:pt x="2161032" y="404241"/>
                </a:lnTo>
                <a:lnTo>
                  <a:pt x="2161032" y="428625"/>
                </a:lnTo>
                <a:lnTo>
                  <a:pt x="2191512" y="428625"/>
                </a:lnTo>
                <a:lnTo>
                  <a:pt x="2191512" y="404241"/>
                </a:lnTo>
                <a:lnTo>
                  <a:pt x="2191512" y="378244"/>
                </a:lnTo>
                <a:lnTo>
                  <a:pt x="2191512" y="320332"/>
                </a:lnTo>
                <a:lnTo>
                  <a:pt x="2191512" y="294424"/>
                </a:lnTo>
                <a:lnTo>
                  <a:pt x="2199132" y="295948"/>
                </a:lnTo>
                <a:lnTo>
                  <a:pt x="2206752" y="295948"/>
                </a:lnTo>
                <a:lnTo>
                  <a:pt x="2214372" y="297472"/>
                </a:lnTo>
                <a:lnTo>
                  <a:pt x="2215731" y="294424"/>
                </a:lnTo>
                <a:lnTo>
                  <a:pt x="2218093" y="289166"/>
                </a:lnTo>
                <a:lnTo>
                  <a:pt x="2222373" y="280619"/>
                </a:lnTo>
                <a:lnTo>
                  <a:pt x="2227237" y="272084"/>
                </a:lnTo>
                <a:lnTo>
                  <a:pt x="2232660" y="263842"/>
                </a:lnTo>
                <a:close/>
              </a:path>
              <a:path w="4476115" h="439420">
                <a:moveTo>
                  <a:pt x="2377630" y="15240"/>
                </a:moveTo>
                <a:lnTo>
                  <a:pt x="2342477" y="4572"/>
                </a:lnTo>
                <a:lnTo>
                  <a:pt x="2326767" y="53454"/>
                </a:lnTo>
                <a:lnTo>
                  <a:pt x="2308936" y="99479"/>
                </a:lnTo>
                <a:lnTo>
                  <a:pt x="2289048" y="142722"/>
                </a:lnTo>
                <a:lnTo>
                  <a:pt x="2267191" y="183261"/>
                </a:lnTo>
                <a:lnTo>
                  <a:pt x="2243417" y="221170"/>
                </a:lnTo>
                <a:lnTo>
                  <a:pt x="2248611" y="231190"/>
                </a:lnTo>
                <a:lnTo>
                  <a:pt x="2252942" y="240792"/>
                </a:lnTo>
                <a:lnTo>
                  <a:pt x="2256713" y="250101"/>
                </a:lnTo>
                <a:lnTo>
                  <a:pt x="2260181" y="259270"/>
                </a:lnTo>
                <a:lnTo>
                  <a:pt x="2272500" y="241579"/>
                </a:lnTo>
                <a:lnTo>
                  <a:pt x="2284374" y="222872"/>
                </a:lnTo>
                <a:lnTo>
                  <a:pt x="2295982" y="203288"/>
                </a:lnTo>
                <a:lnTo>
                  <a:pt x="2307425" y="182981"/>
                </a:lnTo>
                <a:lnTo>
                  <a:pt x="2307425" y="433197"/>
                </a:lnTo>
                <a:lnTo>
                  <a:pt x="2342477" y="433197"/>
                </a:lnTo>
                <a:lnTo>
                  <a:pt x="2342477" y="182981"/>
                </a:lnTo>
                <a:lnTo>
                  <a:pt x="2342477" y="111340"/>
                </a:lnTo>
                <a:lnTo>
                  <a:pt x="2351608" y="88150"/>
                </a:lnTo>
                <a:lnTo>
                  <a:pt x="2360587" y="64401"/>
                </a:lnTo>
                <a:lnTo>
                  <a:pt x="2369312" y="40106"/>
                </a:lnTo>
                <a:lnTo>
                  <a:pt x="2377630" y="15240"/>
                </a:lnTo>
                <a:close/>
              </a:path>
              <a:path w="4476115" h="439420">
                <a:moveTo>
                  <a:pt x="2681097" y="74676"/>
                </a:moveTo>
                <a:lnTo>
                  <a:pt x="2464498" y="74676"/>
                </a:lnTo>
                <a:lnTo>
                  <a:pt x="2471077" y="58648"/>
                </a:lnTo>
                <a:lnTo>
                  <a:pt x="2477071" y="42481"/>
                </a:lnTo>
                <a:lnTo>
                  <a:pt x="2482507" y="26022"/>
                </a:lnTo>
                <a:lnTo>
                  <a:pt x="2487358" y="9144"/>
                </a:lnTo>
                <a:lnTo>
                  <a:pt x="2452306" y="3048"/>
                </a:lnTo>
                <a:lnTo>
                  <a:pt x="2436584" y="51066"/>
                </a:lnTo>
                <a:lnTo>
                  <a:pt x="2416860" y="96824"/>
                </a:lnTo>
                <a:lnTo>
                  <a:pt x="2393111" y="140284"/>
                </a:lnTo>
                <a:lnTo>
                  <a:pt x="2365337" y="181444"/>
                </a:lnTo>
                <a:lnTo>
                  <a:pt x="2373071" y="187464"/>
                </a:lnTo>
                <a:lnTo>
                  <a:pt x="2380246" y="193725"/>
                </a:lnTo>
                <a:lnTo>
                  <a:pt x="2386850" y="199974"/>
                </a:lnTo>
                <a:lnTo>
                  <a:pt x="2392870" y="205930"/>
                </a:lnTo>
                <a:lnTo>
                  <a:pt x="2409418" y="181584"/>
                </a:lnTo>
                <a:lnTo>
                  <a:pt x="2424684" y="156692"/>
                </a:lnTo>
                <a:lnTo>
                  <a:pt x="2438514" y="131254"/>
                </a:lnTo>
                <a:lnTo>
                  <a:pt x="2450782" y="105244"/>
                </a:lnTo>
                <a:lnTo>
                  <a:pt x="2487358" y="105244"/>
                </a:lnTo>
                <a:lnTo>
                  <a:pt x="2487358" y="433197"/>
                </a:lnTo>
                <a:lnTo>
                  <a:pt x="2520988" y="433197"/>
                </a:lnTo>
                <a:lnTo>
                  <a:pt x="2520988" y="323380"/>
                </a:lnTo>
                <a:lnTo>
                  <a:pt x="2668905" y="323380"/>
                </a:lnTo>
                <a:lnTo>
                  <a:pt x="2668905" y="292900"/>
                </a:lnTo>
                <a:lnTo>
                  <a:pt x="2520988" y="292900"/>
                </a:lnTo>
                <a:lnTo>
                  <a:pt x="2520988" y="213550"/>
                </a:lnTo>
                <a:lnTo>
                  <a:pt x="2662809" y="213550"/>
                </a:lnTo>
                <a:lnTo>
                  <a:pt x="2662809" y="181444"/>
                </a:lnTo>
                <a:lnTo>
                  <a:pt x="2520988" y="181444"/>
                </a:lnTo>
                <a:lnTo>
                  <a:pt x="2520988" y="105244"/>
                </a:lnTo>
                <a:lnTo>
                  <a:pt x="2681097" y="105244"/>
                </a:lnTo>
                <a:lnTo>
                  <a:pt x="2681097" y="74676"/>
                </a:lnTo>
                <a:close/>
              </a:path>
              <a:path w="4476115" h="439420">
                <a:moveTo>
                  <a:pt x="2816834" y="276034"/>
                </a:moveTo>
                <a:lnTo>
                  <a:pt x="2799638" y="229489"/>
                </a:lnTo>
                <a:lnTo>
                  <a:pt x="2782303" y="183781"/>
                </a:lnTo>
                <a:lnTo>
                  <a:pt x="2764675" y="139217"/>
                </a:lnTo>
                <a:lnTo>
                  <a:pt x="2746629" y="96100"/>
                </a:lnTo>
                <a:lnTo>
                  <a:pt x="2714625" y="111340"/>
                </a:lnTo>
                <a:lnTo>
                  <a:pt x="2732582" y="155994"/>
                </a:lnTo>
                <a:lnTo>
                  <a:pt x="2749677" y="200939"/>
                </a:lnTo>
                <a:lnTo>
                  <a:pt x="2765628" y="246481"/>
                </a:lnTo>
                <a:lnTo>
                  <a:pt x="2780157" y="292887"/>
                </a:lnTo>
                <a:lnTo>
                  <a:pt x="2816834" y="276034"/>
                </a:lnTo>
                <a:close/>
              </a:path>
              <a:path w="4476115" h="439420">
                <a:moveTo>
                  <a:pt x="3112681" y="114388"/>
                </a:moveTo>
                <a:lnTo>
                  <a:pt x="3076105" y="100672"/>
                </a:lnTo>
                <a:lnTo>
                  <a:pt x="3060331" y="144437"/>
                </a:lnTo>
                <a:lnTo>
                  <a:pt x="3042869" y="188925"/>
                </a:lnTo>
                <a:lnTo>
                  <a:pt x="3023717" y="234276"/>
                </a:lnTo>
                <a:lnTo>
                  <a:pt x="3002851" y="280606"/>
                </a:lnTo>
                <a:lnTo>
                  <a:pt x="3034855" y="294411"/>
                </a:lnTo>
                <a:lnTo>
                  <a:pt x="3053448" y="254889"/>
                </a:lnTo>
                <a:lnTo>
                  <a:pt x="3072625" y="211797"/>
                </a:lnTo>
                <a:lnTo>
                  <a:pt x="3092373" y="165011"/>
                </a:lnTo>
                <a:lnTo>
                  <a:pt x="3112681" y="114388"/>
                </a:lnTo>
                <a:close/>
              </a:path>
              <a:path w="4476115" h="439420">
                <a:moveTo>
                  <a:pt x="3129445" y="372135"/>
                </a:moveTo>
                <a:lnTo>
                  <a:pt x="2987611" y="372135"/>
                </a:lnTo>
                <a:lnTo>
                  <a:pt x="2987611" y="10668"/>
                </a:lnTo>
                <a:lnTo>
                  <a:pt x="2951035" y="10668"/>
                </a:lnTo>
                <a:lnTo>
                  <a:pt x="2951035" y="372135"/>
                </a:lnTo>
                <a:lnTo>
                  <a:pt x="2873222" y="372135"/>
                </a:lnTo>
                <a:lnTo>
                  <a:pt x="2873222" y="10668"/>
                </a:lnTo>
                <a:lnTo>
                  <a:pt x="2836646" y="10668"/>
                </a:lnTo>
                <a:lnTo>
                  <a:pt x="2836646" y="372135"/>
                </a:lnTo>
                <a:lnTo>
                  <a:pt x="2696337" y="372135"/>
                </a:lnTo>
                <a:lnTo>
                  <a:pt x="2696337" y="405765"/>
                </a:lnTo>
                <a:lnTo>
                  <a:pt x="3129445" y="405765"/>
                </a:lnTo>
                <a:lnTo>
                  <a:pt x="3129445" y="372135"/>
                </a:lnTo>
                <a:close/>
              </a:path>
              <a:path w="4476115" h="439420">
                <a:moveTo>
                  <a:pt x="3330702" y="76200"/>
                </a:moveTo>
                <a:lnTo>
                  <a:pt x="3295650" y="76200"/>
                </a:lnTo>
                <a:lnTo>
                  <a:pt x="3295650" y="108305"/>
                </a:lnTo>
                <a:lnTo>
                  <a:pt x="3295650" y="215074"/>
                </a:lnTo>
                <a:lnTo>
                  <a:pt x="3295650" y="247078"/>
                </a:lnTo>
                <a:lnTo>
                  <a:pt x="3295650" y="356908"/>
                </a:lnTo>
                <a:lnTo>
                  <a:pt x="3196501" y="356908"/>
                </a:lnTo>
                <a:lnTo>
                  <a:pt x="3196501" y="247078"/>
                </a:lnTo>
                <a:lnTo>
                  <a:pt x="3295650" y="247078"/>
                </a:lnTo>
                <a:lnTo>
                  <a:pt x="3295650" y="215074"/>
                </a:lnTo>
                <a:lnTo>
                  <a:pt x="3196501" y="215074"/>
                </a:lnTo>
                <a:lnTo>
                  <a:pt x="3196501" y="108305"/>
                </a:lnTo>
                <a:lnTo>
                  <a:pt x="3295650" y="108305"/>
                </a:lnTo>
                <a:lnTo>
                  <a:pt x="3295650" y="76200"/>
                </a:lnTo>
                <a:lnTo>
                  <a:pt x="3242310" y="76200"/>
                </a:lnTo>
                <a:lnTo>
                  <a:pt x="3249168" y="61074"/>
                </a:lnTo>
                <a:lnTo>
                  <a:pt x="3256026" y="45529"/>
                </a:lnTo>
                <a:lnTo>
                  <a:pt x="3262884" y="29692"/>
                </a:lnTo>
                <a:lnTo>
                  <a:pt x="3269742" y="13716"/>
                </a:lnTo>
                <a:lnTo>
                  <a:pt x="3233166" y="3048"/>
                </a:lnTo>
                <a:lnTo>
                  <a:pt x="3227159" y="19621"/>
                </a:lnTo>
                <a:lnTo>
                  <a:pt x="3220580" y="37338"/>
                </a:lnTo>
                <a:lnTo>
                  <a:pt x="3213404" y="56197"/>
                </a:lnTo>
                <a:lnTo>
                  <a:pt x="3205645" y="76200"/>
                </a:lnTo>
                <a:lnTo>
                  <a:pt x="3161449" y="76200"/>
                </a:lnTo>
                <a:lnTo>
                  <a:pt x="3161449" y="427101"/>
                </a:lnTo>
                <a:lnTo>
                  <a:pt x="3196501" y="427101"/>
                </a:lnTo>
                <a:lnTo>
                  <a:pt x="3196501" y="390436"/>
                </a:lnTo>
                <a:lnTo>
                  <a:pt x="3295650" y="390436"/>
                </a:lnTo>
                <a:lnTo>
                  <a:pt x="3295650" y="424053"/>
                </a:lnTo>
                <a:lnTo>
                  <a:pt x="3330702" y="424053"/>
                </a:lnTo>
                <a:lnTo>
                  <a:pt x="3330702" y="390436"/>
                </a:lnTo>
                <a:lnTo>
                  <a:pt x="3330702" y="356908"/>
                </a:lnTo>
                <a:lnTo>
                  <a:pt x="3330702" y="247078"/>
                </a:lnTo>
                <a:lnTo>
                  <a:pt x="3330702" y="215074"/>
                </a:lnTo>
                <a:lnTo>
                  <a:pt x="3330702" y="108305"/>
                </a:lnTo>
                <a:lnTo>
                  <a:pt x="3330702" y="76200"/>
                </a:lnTo>
                <a:close/>
              </a:path>
              <a:path w="4476115" h="439420">
                <a:moveTo>
                  <a:pt x="3480155" y="274510"/>
                </a:moveTo>
                <a:lnTo>
                  <a:pt x="3464153" y="252818"/>
                </a:lnTo>
                <a:lnTo>
                  <a:pt x="3445865" y="228968"/>
                </a:lnTo>
                <a:lnTo>
                  <a:pt x="3425291" y="203098"/>
                </a:lnTo>
                <a:lnTo>
                  <a:pt x="3402431" y="175361"/>
                </a:lnTo>
                <a:lnTo>
                  <a:pt x="3374999" y="195262"/>
                </a:lnTo>
                <a:lnTo>
                  <a:pt x="3394976" y="221284"/>
                </a:lnTo>
                <a:lnTo>
                  <a:pt x="3413671" y="246900"/>
                </a:lnTo>
                <a:lnTo>
                  <a:pt x="3430930" y="272237"/>
                </a:lnTo>
                <a:lnTo>
                  <a:pt x="3446627" y="297472"/>
                </a:lnTo>
                <a:lnTo>
                  <a:pt x="3480155" y="274510"/>
                </a:lnTo>
                <a:close/>
              </a:path>
              <a:path w="4476115" h="439420">
                <a:moveTo>
                  <a:pt x="3562540" y="74676"/>
                </a:moveTo>
                <a:lnTo>
                  <a:pt x="3420719" y="74676"/>
                </a:lnTo>
                <a:lnTo>
                  <a:pt x="3426434" y="59550"/>
                </a:lnTo>
                <a:lnTo>
                  <a:pt x="3432149" y="44005"/>
                </a:lnTo>
                <a:lnTo>
                  <a:pt x="3437864" y="28168"/>
                </a:lnTo>
                <a:lnTo>
                  <a:pt x="3443579" y="12192"/>
                </a:lnTo>
                <a:lnTo>
                  <a:pt x="3407003" y="3048"/>
                </a:lnTo>
                <a:lnTo>
                  <a:pt x="3391547" y="49301"/>
                </a:lnTo>
                <a:lnTo>
                  <a:pt x="3374796" y="91871"/>
                </a:lnTo>
                <a:lnTo>
                  <a:pt x="3356597" y="130429"/>
                </a:lnTo>
                <a:lnTo>
                  <a:pt x="3336798" y="164693"/>
                </a:lnTo>
                <a:lnTo>
                  <a:pt x="3345688" y="169240"/>
                </a:lnTo>
                <a:lnTo>
                  <a:pt x="3353841" y="173647"/>
                </a:lnTo>
                <a:lnTo>
                  <a:pt x="3361105" y="177761"/>
                </a:lnTo>
                <a:lnTo>
                  <a:pt x="3367379" y="181457"/>
                </a:lnTo>
                <a:lnTo>
                  <a:pt x="3377425" y="164858"/>
                </a:lnTo>
                <a:lnTo>
                  <a:pt x="3387191" y="146977"/>
                </a:lnTo>
                <a:lnTo>
                  <a:pt x="3396945" y="127660"/>
                </a:lnTo>
                <a:lnTo>
                  <a:pt x="3407003" y="106781"/>
                </a:lnTo>
                <a:lnTo>
                  <a:pt x="3524440" y="106781"/>
                </a:lnTo>
                <a:lnTo>
                  <a:pt x="3523297" y="175361"/>
                </a:lnTo>
                <a:lnTo>
                  <a:pt x="3522002" y="228968"/>
                </a:lnTo>
                <a:lnTo>
                  <a:pt x="3520376" y="278650"/>
                </a:lnTo>
                <a:lnTo>
                  <a:pt x="3518636" y="318363"/>
                </a:lnTo>
                <a:lnTo>
                  <a:pt x="3513150" y="367525"/>
                </a:lnTo>
                <a:lnTo>
                  <a:pt x="3474059" y="391960"/>
                </a:lnTo>
                <a:lnTo>
                  <a:pt x="3455428" y="391401"/>
                </a:lnTo>
                <a:lnTo>
                  <a:pt x="3435959" y="389864"/>
                </a:lnTo>
                <a:lnTo>
                  <a:pt x="3415334" y="387451"/>
                </a:lnTo>
                <a:lnTo>
                  <a:pt x="3393287" y="384340"/>
                </a:lnTo>
                <a:lnTo>
                  <a:pt x="3394659" y="393788"/>
                </a:lnTo>
                <a:lnTo>
                  <a:pt x="3396335" y="403656"/>
                </a:lnTo>
                <a:lnTo>
                  <a:pt x="3397999" y="413791"/>
                </a:lnTo>
                <a:lnTo>
                  <a:pt x="3399383" y="424053"/>
                </a:lnTo>
                <a:lnTo>
                  <a:pt x="3440341" y="426148"/>
                </a:lnTo>
                <a:lnTo>
                  <a:pt x="3460458" y="426834"/>
                </a:lnTo>
                <a:lnTo>
                  <a:pt x="3480155" y="427101"/>
                </a:lnTo>
                <a:lnTo>
                  <a:pt x="3511131" y="422808"/>
                </a:lnTo>
                <a:lnTo>
                  <a:pt x="3545065" y="391960"/>
                </a:lnTo>
                <a:lnTo>
                  <a:pt x="3554285" y="334035"/>
                </a:lnTo>
                <a:lnTo>
                  <a:pt x="3558476" y="205905"/>
                </a:lnTo>
                <a:lnTo>
                  <a:pt x="3561550" y="106781"/>
                </a:lnTo>
                <a:lnTo>
                  <a:pt x="3562540" y="74676"/>
                </a:lnTo>
                <a:close/>
              </a:path>
              <a:path w="4476115" h="439420">
                <a:moveTo>
                  <a:pt x="3757714" y="231838"/>
                </a:moveTo>
                <a:lnTo>
                  <a:pt x="3734562" y="219532"/>
                </a:lnTo>
                <a:lnTo>
                  <a:pt x="3710851" y="207632"/>
                </a:lnTo>
                <a:lnTo>
                  <a:pt x="3686556" y="196011"/>
                </a:lnTo>
                <a:lnTo>
                  <a:pt x="3661702" y="184492"/>
                </a:lnTo>
                <a:lnTo>
                  <a:pt x="3644938" y="212026"/>
                </a:lnTo>
                <a:lnTo>
                  <a:pt x="3669525" y="223735"/>
                </a:lnTo>
                <a:lnTo>
                  <a:pt x="3693134" y="236029"/>
                </a:lnTo>
                <a:lnTo>
                  <a:pt x="3715867" y="248881"/>
                </a:lnTo>
                <a:lnTo>
                  <a:pt x="3737902" y="262318"/>
                </a:lnTo>
                <a:lnTo>
                  <a:pt x="3757714" y="231838"/>
                </a:lnTo>
                <a:close/>
              </a:path>
              <a:path w="4476115" h="439420">
                <a:moveTo>
                  <a:pt x="3794379" y="166204"/>
                </a:moveTo>
                <a:lnTo>
                  <a:pt x="3773195" y="153873"/>
                </a:lnTo>
                <a:lnTo>
                  <a:pt x="3750703" y="141820"/>
                </a:lnTo>
                <a:lnTo>
                  <a:pt x="3726789" y="129781"/>
                </a:lnTo>
                <a:lnTo>
                  <a:pt x="3701326" y="117436"/>
                </a:lnTo>
                <a:lnTo>
                  <a:pt x="3684562" y="143344"/>
                </a:lnTo>
                <a:lnTo>
                  <a:pt x="3708895" y="156832"/>
                </a:lnTo>
                <a:lnTo>
                  <a:pt x="3731806" y="170027"/>
                </a:lnTo>
                <a:lnTo>
                  <a:pt x="3753599" y="183248"/>
                </a:lnTo>
                <a:lnTo>
                  <a:pt x="3774567" y="196786"/>
                </a:lnTo>
                <a:lnTo>
                  <a:pt x="3794379" y="166204"/>
                </a:lnTo>
                <a:close/>
              </a:path>
              <a:path w="4476115" h="439420">
                <a:moveTo>
                  <a:pt x="4010888" y="65532"/>
                </a:moveTo>
                <a:lnTo>
                  <a:pt x="3823335" y="65532"/>
                </a:lnTo>
                <a:lnTo>
                  <a:pt x="3846195" y="53340"/>
                </a:lnTo>
                <a:lnTo>
                  <a:pt x="3836428" y="38176"/>
                </a:lnTo>
                <a:lnTo>
                  <a:pt x="3827526" y="24574"/>
                </a:lnTo>
                <a:lnTo>
                  <a:pt x="3819194" y="12407"/>
                </a:lnTo>
                <a:lnTo>
                  <a:pt x="3811143" y="1524"/>
                </a:lnTo>
                <a:lnTo>
                  <a:pt x="3779139" y="19812"/>
                </a:lnTo>
                <a:lnTo>
                  <a:pt x="3788613" y="32956"/>
                </a:lnTo>
                <a:lnTo>
                  <a:pt x="3796665" y="44958"/>
                </a:lnTo>
                <a:lnTo>
                  <a:pt x="3803573" y="55816"/>
                </a:lnTo>
                <a:lnTo>
                  <a:pt x="3809619" y="65532"/>
                </a:lnTo>
                <a:lnTo>
                  <a:pt x="3608260" y="65532"/>
                </a:lnTo>
                <a:lnTo>
                  <a:pt x="3608260" y="144868"/>
                </a:lnTo>
                <a:lnTo>
                  <a:pt x="3643414" y="144868"/>
                </a:lnTo>
                <a:lnTo>
                  <a:pt x="3643414" y="97624"/>
                </a:lnTo>
                <a:lnTo>
                  <a:pt x="3975836" y="97624"/>
                </a:lnTo>
                <a:lnTo>
                  <a:pt x="3975836" y="144868"/>
                </a:lnTo>
                <a:lnTo>
                  <a:pt x="4010888" y="144868"/>
                </a:lnTo>
                <a:lnTo>
                  <a:pt x="4010888" y="97624"/>
                </a:lnTo>
                <a:lnTo>
                  <a:pt x="4010888" y="65532"/>
                </a:lnTo>
                <a:close/>
              </a:path>
              <a:path w="4476115" h="439420">
                <a:moveTo>
                  <a:pt x="4021556" y="276034"/>
                </a:moveTo>
                <a:lnTo>
                  <a:pt x="3855339" y="276034"/>
                </a:lnTo>
                <a:lnTo>
                  <a:pt x="3861104" y="248031"/>
                </a:lnTo>
                <a:lnTo>
                  <a:pt x="3864864" y="212013"/>
                </a:lnTo>
                <a:lnTo>
                  <a:pt x="3866819" y="170027"/>
                </a:lnTo>
                <a:lnTo>
                  <a:pt x="3866934" y="166204"/>
                </a:lnTo>
                <a:lnTo>
                  <a:pt x="3867531" y="115912"/>
                </a:lnTo>
                <a:lnTo>
                  <a:pt x="3830955" y="115912"/>
                </a:lnTo>
                <a:lnTo>
                  <a:pt x="3830891" y="170027"/>
                </a:lnTo>
                <a:lnTo>
                  <a:pt x="3828669" y="213156"/>
                </a:lnTo>
                <a:lnTo>
                  <a:pt x="3824097" y="248881"/>
                </a:lnTo>
                <a:lnTo>
                  <a:pt x="3817239" y="276034"/>
                </a:lnTo>
                <a:lnTo>
                  <a:pt x="3600640" y="276034"/>
                </a:lnTo>
                <a:lnTo>
                  <a:pt x="3600640" y="308127"/>
                </a:lnTo>
                <a:lnTo>
                  <a:pt x="3801999" y="308127"/>
                </a:lnTo>
                <a:lnTo>
                  <a:pt x="3778377" y="333184"/>
                </a:lnTo>
                <a:lnTo>
                  <a:pt x="3745801" y="355320"/>
                </a:lnTo>
                <a:lnTo>
                  <a:pt x="3704145" y="374535"/>
                </a:lnTo>
                <a:lnTo>
                  <a:pt x="3653269" y="390842"/>
                </a:lnTo>
                <a:lnTo>
                  <a:pt x="3593020" y="404241"/>
                </a:lnTo>
                <a:lnTo>
                  <a:pt x="3598494" y="412292"/>
                </a:lnTo>
                <a:lnTo>
                  <a:pt x="3603688" y="420624"/>
                </a:lnTo>
                <a:lnTo>
                  <a:pt x="3608882" y="429526"/>
                </a:lnTo>
                <a:lnTo>
                  <a:pt x="3614356" y="439293"/>
                </a:lnTo>
                <a:lnTo>
                  <a:pt x="3679266" y="421589"/>
                </a:lnTo>
                <a:lnTo>
                  <a:pt x="3734308" y="400570"/>
                </a:lnTo>
                <a:lnTo>
                  <a:pt x="3779342" y="376415"/>
                </a:lnTo>
                <a:lnTo>
                  <a:pt x="3814191" y="349275"/>
                </a:lnTo>
                <a:lnTo>
                  <a:pt x="3860190" y="370179"/>
                </a:lnTo>
                <a:lnTo>
                  <a:pt x="3906634" y="391807"/>
                </a:lnTo>
                <a:lnTo>
                  <a:pt x="3953357" y="414299"/>
                </a:lnTo>
                <a:lnTo>
                  <a:pt x="4000220" y="437769"/>
                </a:lnTo>
                <a:lnTo>
                  <a:pt x="4018508" y="404241"/>
                </a:lnTo>
                <a:lnTo>
                  <a:pt x="3928160" y="363194"/>
                </a:lnTo>
                <a:lnTo>
                  <a:pt x="3896334" y="349275"/>
                </a:lnTo>
                <a:lnTo>
                  <a:pt x="3882123" y="343065"/>
                </a:lnTo>
                <a:lnTo>
                  <a:pt x="3835527" y="323367"/>
                </a:lnTo>
                <a:lnTo>
                  <a:pt x="3838575" y="317271"/>
                </a:lnTo>
                <a:lnTo>
                  <a:pt x="3841623" y="312699"/>
                </a:lnTo>
                <a:lnTo>
                  <a:pt x="3843147" y="308127"/>
                </a:lnTo>
                <a:lnTo>
                  <a:pt x="4021556" y="308127"/>
                </a:lnTo>
                <a:lnTo>
                  <a:pt x="4021556" y="276034"/>
                </a:lnTo>
                <a:close/>
              </a:path>
              <a:path w="4476115" h="439420">
                <a:moveTo>
                  <a:pt x="4207662" y="334048"/>
                </a:moveTo>
                <a:lnTo>
                  <a:pt x="4206544" y="326021"/>
                </a:lnTo>
                <a:lnTo>
                  <a:pt x="4205871" y="320332"/>
                </a:lnTo>
                <a:lnTo>
                  <a:pt x="4205592" y="318046"/>
                </a:lnTo>
                <a:lnTo>
                  <a:pt x="4204906" y="309664"/>
                </a:lnTo>
                <a:lnTo>
                  <a:pt x="4204614" y="300520"/>
                </a:lnTo>
                <a:lnTo>
                  <a:pt x="4187748" y="305968"/>
                </a:lnTo>
                <a:lnTo>
                  <a:pt x="4140517" y="320332"/>
                </a:lnTo>
                <a:lnTo>
                  <a:pt x="4140517" y="202882"/>
                </a:lnTo>
                <a:lnTo>
                  <a:pt x="4195470" y="202882"/>
                </a:lnTo>
                <a:lnTo>
                  <a:pt x="4195470" y="170789"/>
                </a:lnTo>
                <a:lnTo>
                  <a:pt x="4140517" y="170789"/>
                </a:lnTo>
                <a:lnTo>
                  <a:pt x="4140517" y="70104"/>
                </a:lnTo>
                <a:lnTo>
                  <a:pt x="4201566" y="70104"/>
                </a:lnTo>
                <a:lnTo>
                  <a:pt x="4201566" y="38100"/>
                </a:lnTo>
                <a:lnTo>
                  <a:pt x="4044505" y="38100"/>
                </a:lnTo>
                <a:lnTo>
                  <a:pt x="4044505" y="70104"/>
                </a:lnTo>
                <a:lnTo>
                  <a:pt x="4105465" y="70104"/>
                </a:lnTo>
                <a:lnTo>
                  <a:pt x="4105465" y="170789"/>
                </a:lnTo>
                <a:lnTo>
                  <a:pt x="4047553" y="170789"/>
                </a:lnTo>
                <a:lnTo>
                  <a:pt x="4047553" y="202882"/>
                </a:lnTo>
                <a:lnTo>
                  <a:pt x="4105465" y="202882"/>
                </a:lnTo>
                <a:lnTo>
                  <a:pt x="4105465" y="331000"/>
                </a:lnTo>
                <a:lnTo>
                  <a:pt x="4039832" y="349288"/>
                </a:lnTo>
                <a:lnTo>
                  <a:pt x="4052125" y="382816"/>
                </a:lnTo>
                <a:lnTo>
                  <a:pt x="4207662" y="334048"/>
                </a:lnTo>
                <a:close/>
              </a:path>
              <a:path w="4476115" h="439420">
                <a:moveTo>
                  <a:pt x="4439412" y="22860"/>
                </a:moveTo>
                <a:lnTo>
                  <a:pt x="4215282" y="22860"/>
                </a:lnTo>
                <a:lnTo>
                  <a:pt x="4215282" y="292900"/>
                </a:lnTo>
                <a:lnTo>
                  <a:pt x="4248810" y="292900"/>
                </a:lnTo>
                <a:lnTo>
                  <a:pt x="4248810" y="54864"/>
                </a:lnTo>
                <a:lnTo>
                  <a:pt x="4405884" y="54864"/>
                </a:lnTo>
                <a:lnTo>
                  <a:pt x="4405884" y="286702"/>
                </a:lnTo>
                <a:lnTo>
                  <a:pt x="4439412" y="286702"/>
                </a:lnTo>
                <a:lnTo>
                  <a:pt x="4439412" y="54864"/>
                </a:lnTo>
                <a:lnTo>
                  <a:pt x="4439412" y="22860"/>
                </a:lnTo>
                <a:close/>
              </a:path>
              <a:path w="4476115" h="439420">
                <a:moveTo>
                  <a:pt x="4476089" y="324904"/>
                </a:moveTo>
                <a:lnTo>
                  <a:pt x="4466094" y="321475"/>
                </a:lnTo>
                <a:lnTo>
                  <a:pt x="4456798" y="318046"/>
                </a:lnTo>
                <a:lnTo>
                  <a:pt x="4448353" y="314617"/>
                </a:lnTo>
                <a:lnTo>
                  <a:pt x="4440936" y="311188"/>
                </a:lnTo>
                <a:lnTo>
                  <a:pt x="4439793" y="328587"/>
                </a:lnTo>
                <a:lnTo>
                  <a:pt x="4436364" y="369100"/>
                </a:lnTo>
                <a:lnTo>
                  <a:pt x="4407408" y="391960"/>
                </a:lnTo>
                <a:lnTo>
                  <a:pt x="4386072" y="391960"/>
                </a:lnTo>
                <a:lnTo>
                  <a:pt x="4374947" y="390525"/>
                </a:lnTo>
                <a:lnTo>
                  <a:pt x="4366831" y="386245"/>
                </a:lnTo>
                <a:lnTo>
                  <a:pt x="4361853" y="379095"/>
                </a:lnTo>
                <a:lnTo>
                  <a:pt x="4360164" y="369100"/>
                </a:lnTo>
                <a:lnTo>
                  <a:pt x="4360164" y="276034"/>
                </a:lnTo>
                <a:lnTo>
                  <a:pt x="4360164" y="257746"/>
                </a:lnTo>
                <a:lnTo>
                  <a:pt x="4331208" y="257746"/>
                </a:lnTo>
                <a:lnTo>
                  <a:pt x="4336085" y="236054"/>
                </a:lnTo>
                <a:lnTo>
                  <a:pt x="4339399" y="212204"/>
                </a:lnTo>
                <a:lnTo>
                  <a:pt x="4341279" y="186334"/>
                </a:lnTo>
                <a:lnTo>
                  <a:pt x="4341812" y="161645"/>
                </a:lnTo>
                <a:lnTo>
                  <a:pt x="4341876" y="85432"/>
                </a:lnTo>
                <a:lnTo>
                  <a:pt x="4306735" y="85432"/>
                </a:lnTo>
                <a:lnTo>
                  <a:pt x="4306735" y="161645"/>
                </a:lnTo>
                <a:lnTo>
                  <a:pt x="4304754" y="208584"/>
                </a:lnTo>
                <a:lnTo>
                  <a:pt x="4298912" y="248793"/>
                </a:lnTo>
                <a:lnTo>
                  <a:pt x="4276242" y="309664"/>
                </a:lnTo>
                <a:lnTo>
                  <a:pt x="4229379" y="361099"/>
                </a:lnTo>
                <a:lnTo>
                  <a:pt x="4196486" y="384276"/>
                </a:lnTo>
                <a:lnTo>
                  <a:pt x="4157281" y="405765"/>
                </a:lnTo>
                <a:lnTo>
                  <a:pt x="4162996" y="412648"/>
                </a:lnTo>
                <a:lnTo>
                  <a:pt x="4168724" y="419671"/>
                </a:lnTo>
                <a:lnTo>
                  <a:pt x="4174464" y="426986"/>
                </a:lnTo>
                <a:lnTo>
                  <a:pt x="4180230" y="434721"/>
                </a:lnTo>
                <a:lnTo>
                  <a:pt x="4220527" y="411873"/>
                </a:lnTo>
                <a:lnTo>
                  <a:pt x="4254525" y="386854"/>
                </a:lnTo>
                <a:lnTo>
                  <a:pt x="4282249" y="359841"/>
                </a:lnTo>
                <a:lnTo>
                  <a:pt x="4311154" y="318985"/>
                </a:lnTo>
                <a:lnTo>
                  <a:pt x="4328160" y="276034"/>
                </a:lnTo>
                <a:lnTo>
                  <a:pt x="4328160" y="373672"/>
                </a:lnTo>
                <a:lnTo>
                  <a:pt x="4331322" y="394843"/>
                </a:lnTo>
                <a:lnTo>
                  <a:pt x="4340923" y="410133"/>
                </a:lnTo>
                <a:lnTo>
                  <a:pt x="4357090" y="419404"/>
                </a:lnTo>
                <a:lnTo>
                  <a:pt x="4379976" y="422529"/>
                </a:lnTo>
                <a:lnTo>
                  <a:pt x="4411980" y="422529"/>
                </a:lnTo>
                <a:lnTo>
                  <a:pt x="4434548" y="419976"/>
                </a:lnTo>
                <a:lnTo>
                  <a:pt x="4451845" y="412419"/>
                </a:lnTo>
                <a:lnTo>
                  <a:pt x="4463707" y="399986"/>
                </a:lnTo>
                <a:lnTo>
                  <a:pt x="4466641" y="391960"/>
                </a:lnTo>
                <a:lnTo>
                  <a:pt x="4469993" y="382816"/>
                </a:lnTo>
                <a:lnTo>
                  <a:pt x="4471365" y="371614"/>
                </a:lnTo>
                <a:lnTo>
                  <a:pt x="4473041" y="358432"/>
                </a:lnTo>
                <a:lnTo>
                  <a:pt x="4474705" y="342950"/>
                </a:lnTo>
                <a:lnTo>
                  <a:pt x="4476089" y="32490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644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1882" y="727741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90" h="172719">
                <a:moveTo>
                  <a:pt x="0" y="0"/>
                </a:moveTo>
                <a:lnTo>
                  <a:pt x="97535" y="0"/>
                </a:lnTo>
                <a:lnTo>
                  <a:pt x="97535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41882" y="727747"/>
            <a:ext cx="374015" cy="433070"/>
          </a:xfrm>
          <a:custGeom>
            <a:avLst/>
            <a:gdLst/>
            <a:ahLst/>
            <a:cxnLst/>
            <a:rect l="l" t="t" r="r" b="b"/>
            <a:pathLst>
              <a:path w="374014" h="433069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3070"/>
                </a:lnTo>
                <a:lnTo>
                  <a:pt x="97536" y="43307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3070"/>
                </a:lnTo>
                <a:lnTo>
                  <a:pt x="373570" y="43307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4607" y="727614"/>
            <a:ext cx="316230" cy="433705"/>
          </a:xfrm>
          <a:custGeom>
            <a:avLst/>
            <a:gdLst/>
            <a:ahLst/>
            <a:cxnLst/>
            <a:rect l="l" t="t" r="r" b="b"/>
            <a:pathLst>
              <a:path w="316230" h="433705">
                <a:moveTo>
                  <a:pt x="96107" y="433197"/>
                </a:moveTo>
                <a:lnTo>
                  <a:pt x="0" y="433197"/>
                </a:lnTo>
                <a:lnTo>
                  <a:pt x="0" y="0"/>
                </a:lnTo>
                <a:lnTo>
                  <a:pt x="152495" y="0"/>
                </a:lnTo>
                <a:lnTo>
                  <a:pt x="211051" y="5499"/>
                </a:lnTo>
                <a:lnTo>
                  <a:pt x="256713" y="22049"/>
                </a:lnTo>
                <a:lnTo>
                  <a:pt x="289415" y="49727"/>
                </a:lnTo>
                <a:lnTo>
                  <a:pt x="302084" y="74771"/>
                </a:lnTo>
                <a:lnTo>
                  <a:pt x="96107" y="74771"/>
                </a:lnTo>
                <a:lnTo>
                  <a:pt x="96107" y="210502"/>
                </a:lnTo>
                <a:lnTo>
                  <a:pt x="295517" y="210502"/>
                </a:lnTo>
                <a:lnTo>
                  <a:pt x="288655" y="222026"/>
                </a:lnTo>
                <a:lnTo>
                  <a:pt x="242658" y="261206"/>
                </a:lnTo>
                <a:lnTo>
                  <a:pt x="180251" y="281200"/>
                </a:lnTo>
                <a:lnTo>
                  <a:pt x="143351" y="283749"/>
                </a:lnTo>
                <a:lnTo>
                  <a:pt x="96107" y="283749"/>
                </a:lnTo>
                <a:lnTo>
                  <a:pt x="96107" y="433197"/>
                </a:lnTo>
                <a:close/>
              </a:path>
              <a:path w="316230" h="433705">
                <a:moveTo>
                  <a:pt x="295517" y="210502"/>
                </a:moveTo>
                <a:lnTo>
                  <a:pt x="134207" y="210502"/>
                </a:lnTo>
                <a:lnTo>
                  <a:pt x="168211" y="206214"/>
                </a:lnTo>
                <a:lnTo>
                  <a:pt x="192500" y="193345"/>
                </a:lnTo>
                <a:lnTo>
                  <a:pt x="207073" y="171886"/>
                </a:lnTo>
                <a:lnTo>
                  <a:pt x="211931" y="141827"/>
                </a:lnTo>
                <a:lnTo>
                  <a:pt x="207073" y="112704"/>
                </a:lnTo>
                <a:lnTo>
                  <a:pt x="192500" y="91725"/>
                </a:lnTo>
                <a:lnTo>
                  <a:pt x="168211" y="79033"/>
                </a:lnTo>
                <a:lnTo>
                  <a:pt x="134207" y="74771"/>
                </a:lnTo>
                <a:lnTo>
                  <a:pt x="302084" y="74771"/>
                </a:lnTo>
                <a:lnTo>
                  <a:pt x="309086" y="88611"/>
                </a:lnTo>
                <a:lnTo>
                  <a:pt x="315658" y="138779"/>
                </a:lnTo>
                <a:lnTo>
                  <a:pt x="312562" y="169409"/>
                </a:lnTo>
                <a:lnTo>
                  <a:pt x="303466" y="197155"/>
                </a:lnTo>
                <a:lnTo>
                  <a:pt x="295517" y="21050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28570" y="643699"/>
            <a:ext cx="1206500" cy="596900"/>
          </a:xfrm>
          <a:custGeom>
            <a:avLst/>
            <a:gdLst/>
            <a:ahLst/>
            <a:cxnLst/>
            <a:rect l="l" t="t" r="r" b="b"/>
            <a:pathLst>
              <a:path w="1206500" h="596900">
                <a:moveTo>
                  <a:pt x="574929" y="67157"/>
                </a:moveTo>
                <a:lnTo>
                  <a:pt x="352234" y="67157"/>
                </a:lnTo>
                <a:lnTo>
                  <a:pt x="346760" y="50050"/>
                </a:lnTo>
                <a:lnTo>
                  <a:pt x="341566" y="33197"/>
                </a:lnTo>
                <a:lnTo>
                  <a:pt x="336372" y="16929"/>
                </a:lnTo>
                <a:lnTo>
                  <a:pt x="330898" y="1524"/>
                </a:lnTo>
                <a:lnTo>
                  <a:pt x="230225" y="19812"/>
                </a:lnTo>
                <a:lnTo>
                  <a:pt x="233895" y="31330"/>
                </a:lnTo>
                <a:lnTo>
                  <a:pt x="237883" y="42951"/>
                </a:lnTo>
                <a:lnTo>
                  <a:pt x="241871" y="54851"/>
                </a:lnTo>
                <a:lnTo>
                  <a:pt x="245554" y="67157"/>
                </a:lnTo>
                <a:lnTo>
                  <a:pt x="12192" y="67157"/>
                </a:lnTo>
                <a:lnTo>
                  <a:pt x="12192" y="222707"/>
                </a:lnTo>
                <a:lnTo>
                  <a:pt x="97624" y="222707"/>
                </a:lnTo>
                <a:lnTo>
                  <a:pt x="97624" y="143459"/>
                </a:lnTo>
                <a:lnTo>
                  <a:pt x="489496" y="143459"/>
                </a:lnTo>
                <a:lnTo>
                  <a:pt x="489496" y="222707"/>
                </a:lnTo>
                <a:lnTo>
                  <a:pt x="574929" y="222707"/>
                </a:lnTo>
                <a:lnTo>
                  <a:pt x="574929" y="143459"/>
                </a:lnTo>
                <a:lnTo>
                  <a:pt x="574929" y="67157"/>
                </a:lnTo>
                <a:close/>
              </a:path>
              <a:path w="1206500" h="596900">
                <a:moveTo>
                  <a:pt x="585597" y="346341"/>
                </a:moveTo>
                <a:lnTo>
                  <a:pt x="350710" y="346341"/>
                </a:lnTo>
                <a:lnTo>
                  <a:pt x="350710" y="343293"/>
                </a:lnTo>
                <a:lnTo>
                  <a:pt x="462064" y="268516"/>
                </a:lnTo>
                <a:lnTo>
                  <a:pt x="462064" y="192227"/>
                </a:lnTo>
                <a:lnTo>
                  <a:pt x="123532" y="192227"/>
                </a:lnTo>
                <a:lnTo>
                  <a:pt x="123532" y="268516"/>
                </a:lnTo>
                <a:lnTo>
                  <a:pt x="344614" y="268516"/>
                </a:lnTo>
                <a:lnTo>
                  <a:pt x="262318" y="320332"/>
                </a:lnTo>
                <a:lnTo>
                  <a:pt x="262318" y="346341"/>
                </a:lnTo>
                <a:lnTo>
                  <a:pt x="0" y="346341"/>
                </a:lnTo>
                <a:lnTo>
                  <a:pt x="0" y="425589"/>
                </a:lnTo>
                <a:lnTo>
                  <a:pt x="262318" y="425589"/>
                </a:lnTo>
                <a:lnTo>
                  <a:pt x="262318" y="474446"/>
                </a:lnTo>
                <a:lnTo>
                  <a:pt x="235407" y="510260"/>
                </a:lnTo>
                <a:lnTo>
                  <a:pt x="208876" y="512546"/>
                </a:lnTo>
                <a:lnTo>
                  <a:pt x="191452" y="512279"/>
                </a:lnTo>
                <a:lnTo>
                  <a:pt x="173443" y="511594"/>
                </a:lnTo>
                <a:lnTo>
                  <a:pt x="135724" y="509498"/>
                </a:lnTo>
                <a:lnTo>
                  <a:pt x="142925" y="530974"/>
                </a:lnTo>
                <a:lnTo>
                  <a:pt x="148678" y="552030"/>
                </a:lnTo>
                <a:lnTo>
                  <a:pt x="153301" y="572795"/>
                </a:lnTo>
                <a:lnTo>
                  <a:pt x="157060" y="593420"/>
                </a:lnTo>
                <a:lnTo>
                  <a:pt x="257746" y="593420"/>
                </a:lnTo>
                <a:lnTo>
                  <a:pt x="298627" y="588010"/>
                </a:lnTo>
                <a:lnTo>
                  <a:pt x="327660" y="571881"/>
                </a:lnTo>
                <a:lnTo>
                  <a:pt x="344970" y="545147"/>
                </a:lnTo>
                <a:lnTo>
                  <a:pt x="349999" y="512546"/>
                </a:lnTo>
                <a:lnTo>
                  <a:pt x="350710" y="507974"/>
                </a:lnTo>
                <a:lnTo>
                  <a:pt x="350710" y="425589"/>
                </a:lnTo>
                <a:lnTo>
                  <a:pt x="585597" y="425589"/>
                </a:lnTo>
                <a:lnTo>
                  <a:pt x="585597" y="346341"/>
                </a:lnTo>
                <a:close/>
              </a:path>
              <a:path w="1206500" h="596900">
                <a:moveTo>
                  <a:pt x="802195" y="208978"/>
                </a:moveTo>
                <a:lnTo>
                  <a:pt x="727417" y="183070"/>
                </a:lnTo>
                <a:lnTo>
                  <a:pt x="701344" y="233997"/>
                </a:lnTo>
                <a:lnTo>
                  <a:pt x="673125" y="281470"/>
                </a:lnTo>
                <a:lnTo>
                  <a:pt x="642302" y="325513"/>
                </a:lnTo>
                <a:lnTo>
                  <a:pt x="608457" y="366153"/>
                </a:lnTo>
                <a:lnTo>
                  <a:pt x="616216" y="387007"/>
                </a:lnTo>
                <a:lnTo>
                  <a:pt x="623697" y="408444"/>
                </a:lnTo>
                <a:lnTo>
                  <a:pt x="631177" y="430479"/>
                </a:lnTo>
                <a:lnTo>
                  <a:pt x="638937" y="453110"/>
                </a:lnTo>
                <a:lnTo>
                  <a:pt x="652475" y="438810"/>
                </a:lnTo>
                <a:lnTo>
                  <a:pt x="665695" y="423684"/>
                </a:lnTo>
                <a:lnTo>
                  <a:pt x="692365" y="392061"/>
                </a:lnTo>
                <a:lnTo>
                  <a:pt x="692365" y="596468"/>
                </a:lnTo>
                <a:lnTo>
                  <a:pt x="771613" y="596468"/>
                </a:lnTo>
                <a:lnTo>
                  <a:pt x="771613" y="392061"/>
                </a:lnTo>
                <a:lnTo>
                  <a:pt x="771613" y="266992"/>
                </a:lnTo>
                <a:lnTo>
                  <a:pt x="779399" y="253212"/>
                </a:lnTo>
                <a:lnTo>
                  <a:pt x="786904" y="239128"/>
                </a:lnTo>
                <a:lnTo>
                  <a:pt x="794423" y="224472"/>
                </a:lnTo>
                <a:lnTo>
                  <a:pt x="802195" y="208978"/>
                </a:lnTo>
                <a:close/>
              </a:path>
              <a:path w="1206500" h="596900">
                <a:moveTo>
                  <a:pt x="914971" y="44297"/>
                </a:moveTo>
                <a:lnTo>
                  <a:pt x="771613" y="44297"/>
                </a:lnTo>
                <a:lnTo>
                  <a:pt x="775284" y="33731"/>
                </a:lnTo>
                <a:lnTo>
                  <a:pt x="779233" y="22720"/>
                </a:lnTo>
                <a:lnTo>
                  <a:pt x="783196" y="11430"/>
                </a:lnTo>
                <a:lnTo>
                  <a:pt x="786853" y="0"/>
                </a:lnTo>
                <a:lnTo>
                  <a:pt x="703033" y="0"/>
                </a:lnTo>
                <a:lnTo>
                  <a:pt x="687031" y="38620"/>
                </a:lnTo>
                <a:lnTo>
                  <a:pt x="666457" y="76492"/>
                </a:lnTo>
                <a:lnTo>
                  <a:pt x="641273" y="113512"/>
                </a:lnTo>
                <a:lnTo>
                  <a:pt x="611505" y="149542"/>
                </a:lnTo>
                <a:lnTo>
                  <a:pt x="623481" y="168643"/>
                </a:lnTo>
                <a:lnTo>
                  <a:pt x="634174" y="186880"/>
                </a:lnTo>
                <a:lnTo>
                  <a:pt x="643432" y="203987"/>
                </a:lnTo>
                <a:lnTo>
                  <a:pt x="651129" y="219646"/>
                </a:lnTo>
                <a:lnTo>
                  <a:pt x="674306" y="195364"/>
                </a:lnTo>
                <a:lnTo>
                  <a:pt x="695604" y="170497"/>
                </a:lnTo>
                <a:lnTo>
                  <a:pt x="714870" y="145034"/>
                </a:lnTo>
                <a:lnTo>
                  <a:pt x="731989" y="118973"/>
                </a:lnTo>
                <a:lnTo>
                  <a:pt x="786853" y="118973"/>
                </a:lnTo>
                <a:lnTo>
                  <a:pt x="757897" y="138874"/>
                </a:lnTo>
                <a:lnTo>
                  <a:pt x="773633" y="158051"/>
                </a:lnTo>
                <a:lnTo>
                  <a:pt x="788809" y="176784"/>
                </a:lnTo>
                <a:lnTo>
                  <a:pt x="803414" y="195249"/>
                </a:lnTo>
                <a:lnTo>
                  <a:pt x="817435" y="213550"/>
                </a:lnTo>
                <a:lnTo>
                  <a:pt x="870775" y="173926"/>
                </a:lnTo>
                <a:lnTo>
                  <a:pt x="860209" y="159359"/>
                </a:lnTo>
                <a:lnTo>
                  <a:pt x="849058" y="145351"/>
                </a:lnTo>
                <a:lnTo>
                  <a:pt x="837349" y="131889"/>
                </a:lnTo>
                <a:lnTo>
                  <a:pt x="825055" y="118973"/>
                </a:lnTo>
                <a:lnTo>
                  <a:pt x="914971" y="118973"/>
                </a:lnTo>
                <a:lnTo>
                  <a:pt x="914971" y="44297"/>
                </a:lnTo>
                <a:close/>
              </a:path>
              <a:path w="1206500" h="596900">
                <a:moveTo>
                  <a:pt x="969937" y="424065"/>
                </a:moveTo>
                <a:lnTo>
                  <a:pt x="944765" y="402894"/>
                </a:lnTo>
                <a:lnTo>
                  <a:pt x="919594" y="382727"/>
                </a:lnTo>
                <a:lnTo>
                  <a:pt x="894410" y="363410"/>
                </a:lnTo>
                <a:lnTo>
                  <a:pt x="869251" y="344817"/>
                </a:lnTo>
                <a:lnTo>
                  <a:pt x="822007" y="399681"/>
                </a:lnTo>
                <a:lnTo>
                  <a:pt x="847725" y="421144"/>
                </a:lnTo>
                <a:lnTo>
                  <a:pt x="872299" y="442201"/>
                </a:lnTo>
                <a:lnTo>
                  <a:pt x="895731" y="462978"/>
                </a:lnTo>
                <a:lnTo>
                  <a:pt x="918019" y="483590"/>
                </a:lnTo>
                <a:lnTo>
                  <a:pt x="969937" y="424065"/>
                </a:lnTo>
                <a:close/>
              </a:path>
              <a:path w="1206500" h="596900">
                <a:moveTo>
                  <a:pt x="1206246" y="257848"/>
                </a:moveTo>
                <a:lnTo>
                  <a:pt x="1134618" y="257848"/>
                </a:lnTo>
                <a:lnTo>
                  <a:pt x="1134618" y="204406"/>
                </a:lnTo>
                <a:lnTo>
                  <a:pt x="1085850" y="204406"/>
                </a:lnTo>
                <a:lnTo>
                  <a:pt x="1130046" y="169354"/>
                </a:lnTo>
                <a:lnTo>
                  <a:pt x="1119212" y="158496"/>
                </a:lnTo>
                <a:lnTo>
                  <a:pt x="1107376" y="146494"/>
                </a:lnTo>
                <a:lnTo>
                  <a:pt x="1094689" y="133311"/>
                </a:lnTo>
                <a:lnTo>
                  <a:pt x="1081278" y="118973"/>
                </a:lnTo>
                <a:lnTo>
                  <a:pt x="1204722" y="118973"/>
                </a:lnTo>
                <a:lnTo>
                  <a:pt x="1204722" y="44297"/>
                </a:lnTo>
                <a:lnTo>
                  <a:pt x="1041565" y="44297"/>
                </a:lnTo>
                <a:lnTo>
                  <a:pt x="1044994" y="33045"/>
                </a:lnTo>
                <a:lnTo>
                  <a:pt x="1051775" y="11430"/>
                </a:lnTo>
                <a:lnTo>
                  <a:pt x="1055281" y="0"/>
                </a:lnTo>
                <a:lnTo>
                  <a:pt x="966889" y="0"/>
                </a:lnTo>
                <a:lnTo>
                  <a:pt x="954887" y="45262"/>
                </a:lnTo>
                <a:lnTo>
                  <a:pt x="937310" y="87350"/>
                </a:lnTo>
                <a:lnTo>
                  <a:pt x="914298" y="126580"/>
                </a:lnTo>
                <a:lnTo>
                  <a:pt x="886015" y="163258"/>
                </a:lnTo>
                <a:lnTo>
                  <a:pt x="897178" y="174104"/>
                </a:lnTo>
                <a:lnTo>
                  <a:pt x="910221" y="188214"/>
                </a:lnTo>
                <a:lnTo>
                  <a:pt x="925271" y="205486"/>
                </a:lnTo>
                <a:lnTo>
                  <a:pt x="942505" y="225742"/>
                </a:lnTo>
                <a:lnTo>
                  <a:pt x="961339" y="200075"/>
                </a:lnTo>
                <a:lnTo>
                  <a:pt x="978890" y="173545"/>
                </a:lnTo>
                <a:lnTo>
                  <a:pt x="994956" y="146494"/>
                </a:lnTo>
                <a:lnTo>
                  <a:pt x="1009561" y="118973"/>
                </a:lnTo>
                <a:lnTo>
                  <a:pt x="1050709" y="118973"/>
                </a:lnTo>
                <a:lnTo>
                  <a:pt x="1018705" y="144970"/>
                </a:lnTo>
                <a:lnTo>
                  <a:pt x="1032992" y="161544"/>
                </a:lnTo>
                <a:lnTo>
                  <a:pt x="1046137" y="176974"/>
                </a:lnTo>
                <a:lnTo>
                  <a:pt x="1058176" y="191262"/>
                </a:lnTo>
                <a:lnTo>
                  <a:pt x="1069086" y="204406"/>
                </a:lnTo>
                <a:lnTo>
                  <a:pt x="1052233" y="204406"/>
                </a:lnTo>
                <a:lnTo>
                  <a:pt x="1052233" y="257848"/>
                </a:lnTo>
                <a:lnTo>
                  <a:pt x="805243" y="257848"/>
                </a:lnTo>
                <a:lnTo>
                  <a:pt x="805243" y="337096"/>
                </a:lnTo>
                <a:lnTo>
                  <a:pt x="1052233" y="337096"/>
                </a:lnTo>
                <a:lnTo>
                  <a:pt x="1052233" y="472922"/>
                </a:lnTo>
                <a:lnTo>
                  <a:pt x="1049629" y="489800"/>
                </a:lnTo>
                <a:lnTo>
                  <a:pt x="1041755" y="501688"/>
                </a:lnTo>
                <a:lnTo>
                  <a:pt x="1028433" y="508711"/>
                </a:lnTo>
                <a:lnTo>
                  <a:pt x="1009942" y="510984"/>
                </a:lnTo>
                <a:lnTo>
                  <a:pt x="1003261" y="510971"/>
                </a:lnTo>
                <a:lnTo>
                  <a:pt x="986688" y="510641"/>
                </a:lnTo>
                <a:lnTo>
                  <a:pt x="959789" y="509739"/>
                </a:lnTo>
                <a:lnTo>
                  <a:pt x="922591" y="507974"/>
                </a:lnTo>
                <a:lnTo>
                  <a:pt x="928954" y="531177"/>
                </a:lnTo>
                <a:lnTo>
                  <a:pt x="934300" y="552983"/>
                </a:lnTo>
                <a:lnTo>
                  <a:pt x="938758" y="573633"/>
                </a:lnTo>
                <a:lnTo>
                  <a:pt x="942505" y="593420"/>
                </a:lnTo>
                <a:lnTo>
                  <a:pt x="1016609" y="593039"/>
                </a:lnTo>
                <a:lnTo>
                  <a:pt x="1064425" y="590372"/>
                </a:lnTo>
                <a:lnTo>
                  <a:pt x="1107160" y="574078"/>
                </a:lnTo>
                <a:lnTo>
                  <a:pt x="1130046" y="533323"/>
                </a:lnTo>
                <a:lnTo>
                  <a:pt x="1133729" y="511022"/>
                </a:lnTo>
                <a:lnTo>
                  <a:pt x="1134618" y="495782"/>
                </a:lnTo>
                <a:lnTo>
                  <a:pt x="1134618" y="337096"/>
                </a:lnTo>
                <a:lnTo>
                  <a:pt x="1206246" y="337096"/>
                </a:lnTo>
                <a:lnTo>
                  <a:pt x="1206246" y="25784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586734" y="648271"/>
            <a:ext cx="530860" cy="592455"/>
          </a:xfrm>
          <a:custGeom>
            <a:avLst/>
            <a:gdLst/>
            <a:ahLst/>
            <a:cxnLst/>
            <a:rect l="l" t="t" r="r" b="b"/>
            <a:pathLst>
              <a:path w="530860" h="592455">
                <a:moveTo>
                  <a:pt x="309562" y="492734"/>
                </a:moveTo>
                <a:lnTo>
                  <a:pt x="224116" y="492734"/>
                </a:lnTo>
                <a:lnTo>
                  <a:pt x="224116" y="591896"/>
                </a:lnTo>
                <a:lnTo>
                  <a:pt x="309562" y="591896"/>
                </a:lnTo>
                <a:lnTo>
                  <a:pt x="309562" y="492734"/>
                </a:lnTo>
                <a:close/>
              </a:path>
              <a:path w="530860" h="592455">
                <a:moveTo>
                  <a:pt x="309562" y="361581"/>
                </a:moveTo>
                <a:lnTo>
                  <a:pt x="224116" y="361581"/>
                </a:lnTo>
                <a:lnTo>
                  <a:pt x="224116" y="421017"/>
                </a:lnTo>
                <a:lnTo>
                  <a:pt x="309562" y="421017"/>
                </a:lnTo>
                <a:lnTo>
                  <a:pt x="309562" y="361581"/>
                </a:lnTo>
                <a:close/>
              </a:path>
              <a:path w="530860" h="592455">
                <a:moveTo>
                  <a:pt x="309562" y="126593"/>
                </a:moveTo>
                <a:lnTo>
                  <a:pt x="224116" y="126593"/>
                </a:lnTo>
                <a:lnTo>
                  <a:pt x="224116" y="183070"/>
                </a:lnTo>
                <a:lnTo>
                  <a:pt x="309562" y="183070"/>
                </a:lnTo>
                <a:lnTo>
                  <a:pt x="309562" y="126593"/>
                </a:lnTo>
                <a:close/>
              </a:path>
              <a:path w="530860" h="592455">
                <a:moveTo>
                  <a:pt x="309562" y="0"/>
                </a:moveTo>
                <a:lnTo>
                  <a:pt x="224116" y="0"/>
                </a:lnTo>
                <a:lnTo>
                  <a:pt x="224116" y="54965"/>
                </a:lnTo>
                <a:lnTo>
                  <a:pt x="309562" y="54965"/>
                </a:lnTo>
                <a:lnTo>
                  <a:pt x="309562" y="0"/>
                </a:lnTo>
                <a:close/>
              </a:path>
              <a:path w="530860" h="592455">
                <a:moveTo>
                  <a:pt x="507873" y="126593"/>
                </a:moveTo>
                <a:lnTo>
                  <a:pt x="426999" y="126593"/>
                </a:lnTo>
                <a:lnTo>
                  <a:pt x="426999" y="183070"/>
                </a:lnTo>
                <a:lnTo>
                  <a:pt x="507873" y="183070"/>
                </a:lnTo>
                <a:lnTo>
                  <a:pt x="507873" y="126593"/>
                </a:lnTo>
                <a:close/>
              </a:path>
              <a:path w="530860" h="592455">
                <a:moveTo>
                  <a:pt x="530733" y="492734"/>
                </a:moveTo>
                <a:lnTo>
                  <a:pt x="449859" y="492734"/>
                </a:lnTo>
                <a:lnTo>
                  <a:pt x="449859" y="526262"/>
                </a:lnTo>
                <a:lnTo>
                  <a:pt x="530733" y="526262"/>
                </a:lnTo>
                <a:lnTo>
                  <a:pt x="530733" y="492734"/>
                </a:lnTo>
                <a:close/>
              </a:path>
              <a:path w="530860" h="592455">
                <a:moveTo>
                  <a:pt x="530733" y="361581"/>
                </a:moveTo>
                <a:lnTo>
                  <a:pt x="449859" y="361581"/>
                </a:lnTo>
                <a:lnTo>
                  <a:pt x="449859" y="421017"/>
                </a:lnTo>
                <a:lnTo>
                  <a:pt x="530733" y="421017"/>
                </a:lnTo>
                <a:lnTo>
                  <a:pt x="530733" y="361581"/>
                </a:lnTo>
                <a:close/>
              </a:path>
              <a:path w="530860" h="592455">
                <a:moveTo>
                  <a:pt x="530733" y="292900"/>
                </a:moveTo>
                <a:lnTo>
                  <a:pt x="309562" y="292900"/>
                </a:lnTo>
                <a:lnTo>
                  <a:pt x="309562" y="252260"/>
                </a:lnTo>
                <a:lnTo>
                  <a:pt x="507873" y="252260"/>
                </a:lnTo>
                <a:lnTo>
                  <a:pt x="507873" y="183680"/>
                </a:lnTo>
                <a:lnTo>
                  <a:pt x="103720" y="183680"/>
                </a:lnTo>
                <a:lnTo>
                  <a:pt x="103720" y="126530"/>
                </a:lnTo>
                <a:lnTo>
                  <a:pt x="507873" y="126530"/>
                </a:lnTo>
                <a:lnTo>
                  <a:pt x="507873" y="55410"/>
                </a:lnTo>
                <a:lnTo>
                  <a:pt x="22860" y="55410"/>
                </a:lnTo>
                <a:lnTo>
                  <a:pt x="22860" y="126530"/>
                </a:lnTo>
                <a:lnTo>
                  <a:pt x="22860" y="183680"/>
                </a:lnTo>
                <a:lnTo>
                  <a:pt x="22860" y="252260"/>
                </a:lnTo>
                <a:lnTo>
                  <a:pt x="224116" y="252260"/>
                </a:lnTo>
                <a:lnTo>
                  <a:pt x="224116" y="292900"/>
                </a:lnTo>
                <a:lnTo>
                  <a:pt x="0" y="292900"/>
                </a:lnTo>
                <a:lnTo>
                  <a:pt x="0" y="361480"/>
                </a:lnTo>
                <a:lnTo>
                  <a:pt x="0" y="421170"/>
                </a:lnTo>
                <a:lnTo>
                  <a:pt x="0" y="492290"/>
                </a:lnTo>
                <a:lnTo>
                  <a:pt x="0" y="526580"/>
                </a:lnTo>
                <a:lnTo>
                  <a:pt x="80772" y="526580"/>
                </a:lnTo>
                <a:lnTo>
                  <a:pt x="80772" y="492290"/>
                </a:lnTo>
                <a:lnTo>
                  <a:pt x="530733" y="492290"/>
                </a:lnTo>
                <a:lnTo>
                  <a:pt x="530733" y="421170"/>
                </a:lnTo>
                <a:lnTo>
                  <a:pt x="80772" y="421170"/>
                </a:lnTo>
                <a:lnTo>
                  <a:pt x="80772" y="361480"/>
                </a:lnTo>
                <a:lnTo>
                  <a:pt x="530733" y="361480"/>
                </a:lnTo>
                <a:lnTo>
                  <a:pt x="530733" y="29290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166222" y="643699"/>
            <a:ext cx="1221740" cy="601345"/>
          </a:xfrm>
          <a:custGeom>
            <a:avLst/>
            <a:gdLst/>
            <a:ahLst/>
            <a:cxnLst/>
            <a:rect l="l" t="t" r="r" b="b"/>
            <a:pathLst>
              <a:path w="1221739" h="601344">
                <a:moveTo>
                  <a:pt x="434632" y="6108"/>
                </a:moveTo>
                <a:lnTo>
                  <a:pt x="352336" y="6108"/>
                </a:lnTo>
                <a:lnTo>
                  <a:pt x="352336" y="480542"/>
                </a:lnTo>
                <a:lnTo>
                  <a:pt x="434632" y="480542"/>
                </a:lnTo>
                <a:lnTo>
                  <a:pt x="434632" y="180035"/>
                </a:lnTo>
                <a:lnTo>
                  <a:pt x="434632" y="6108"/>
                </a:lnTo>
                <a:close/>
              </a:path>
              <a:path w="1221739" h="601344">
                <a:moveTo>
                  <a:pt x="603897" y="283756"/>
                </a:moveTo>
                <a:lnTo>
                  <a:pt x="576478" y="244817"/>
                </a:lnTo>
                <a:lnTo>
                  <a:pt x="549224" y="208038"/>
                </a:lnTo>
                <a:lnTo>
                  <a:pt x="522236" y="173291"/>
                </a:lnTo>
                <a:lnTo>
                  <a:pt x="495693" y="140411"/>
                </a:lnTo>
                <a:lnTo>
                  <a:pt x="434632" y="180035"/>
                </a:lnTo>
                <a:lnTo>
                  <a:pt x="462127" y="218859"/>
                </a:lnTo>
                <a:lnTo>
                  <a:pt x="487641" y="257416"/>
                </a:lnTo>
                <a:lnTo>
                  <a:pt x="511441" y="295414"/>
                </a:lnTo>
                <a:lnTo>
                  <a:pt x="533793" y="332524"/>
                </a:lnTo>
                <a:lnTo>
                  <a:pt x="603897" y="283756"/>
                </a:lnTo>
                <a:close/>
              </a:path>
              <a:path w="1221739" h="601344">
                <a:moveTo>
                  <a:pt x="605421" y="495782"/>
                </a:moveTo>
                <a:lnTo>
                  <a:pt x="573722" y="497789"/>
                </a:lnTo>
                <a:lnTo>
                  <a:pt x="540448" y="499211"/>
                </a:lnTo>
                <a:lnTo>
                  <a:pt x="505714" y="500075"/>
                </a:lnTo>
                <a:lnTo>
                  <a:pt x="469684" y="500354"/>
                </a:lnTo>
                <a:lnTo>
                  <a:pt x="407149" y="497763"/>
                </a:lnTo>
                <a:lnTo>
                  <a:pt x="351345" y="489915"/>
                </a:lnTo>
                <a:lnTo>
                  <a:pt x="302399" y="476631"/>
                </a:lnTo>
                <a:lnTo>
                  <a:pt x="260477" y="457784"/>
                </a:lnTo>
                <a:lnTo>
                  <a:pt x="225755" y="433209"/>
                </a:lnTo>
                <a:lnTo>
                  <a:pt x="244894" y="398348"/>
                </a:lnTo>
                <a:lnTo>
                  <a:pt x="258127" y="369201"/>
                </a:lnTo>
                <a:lnTo>
                  <a:pt x="274612" y="325755"/>
                </a:lnTo>
                <a:lnTo>
                  <a:pt x="285191" y="288328"/>
                </a:lnTo>
                <a:lnTo>
                  <a:pt x="298907" y="221754"/>
                </a:lnTo>
                <a:lnTo>
                  <a:pt x="303301" y="180035"/>
                </a:lnTo>
                <a:lnTo>
                  <a:pt x="303479" y="176987"/>
                </a:lnTo>
                <a:lnTo>
                  <a:pt x="303479" y="105257"/>
                </a:lnTo>
                <a:lnTo>
                  <a:pt x="224231" y="105257"/>
                </a:lnTo>
                <a:lnTo>
                  <a:pt x="224231" y="180035"/>
                </a:lnTo>
                <a:lnTo>
                  <a:pt x="219367" y="231470"/>
                </a:lnTo>
                <a:lnTo>
                  <a:pt x="209359" y="280327"/>
                </a:lnTo>
                <a:lnTo>
                  <a:pt x="194183" y="326326"/>
                </a:lnTo>
                <a:lnTo>
                  <a:pt x="173837" y="369201"/>
                </a:lnTo>
                <a:lnTo>
                  <a:pt x="157835" y="337400"/>
                </a:lnTo>
                <a:lnTo>
                  <a:pt x="153060" y="324904"/>
                </a:lnTo>
                <a:lnTo>
                  <a:pt x="144119" y="301472"/>
                </a:lnTo>
                <a:lnTo>
                  <a:pt x="132689" y="261264"/>
                </a:lnTo>
                <a:lnTo>
                  <a:pt x="123545" y="216611"/>
                </a:lnTo>
                <a:lnTo>
                  <a:pt x="126098" y="207467"/>
                </a:lnTo>
                <a:lnTo>
                  <a:pt x="129070" y="198323"/>
                </a:lnTo>
                <a:lnTo>
                  <a:pt x="132334" y="189179"/>
                </a:lnTo>
                <a:lnTo>
                  <a:pt x="135737" y="180035"/>
                </a:lnTo>
                <a:lnTo>
                  <a:pt x="224231" y="180035"/>
                </a:lnTo>
                <a:lnTo>
                  <a:pt x="224231" y="105257"/>
                </a:lnTo>
                <a:lnTo>
                  <a:pt x="155549" y="105257"/>
                </a:lnTo>
                <a:lnTo>
                  <a:pt x="161239" y="82130"/>
                </a:lnTo>
                <a:lnTo>
                  <a:pt x="166789" y="58572"/>
                </a:lnTo>
                <a:lnTo>
                  <a:pt x="172046" y="34709"/>
                </a:lnTo>
                <a:lnTo>
                  <a:pt x="176885" y="10680"/>
                </a:lnTo>
                <a:lnTo>
                  <a:pt x="99161" y="0"/>
                </a:lnTo>
                <a:lnTo>
                  <a:pt x="86944" y="61010"/>
                </a:lnTo>
                <a:lnTo>
                  <a:pt x="73113" y="117449"/>
                </a:lnTo>
                <a:lnTo>
                  <a:pt x="57581" y="169316"/>
                </a:lnTo>
                <a:lnTo>
                  <a:pt x="40271" y="216611"/>
                </a:lnTo>
                <a:lnTo>
                  <a:pt x="21107" y="259321"/>
                </a:lnTo>
                <a:lnTo>
                  <a:pt x="0" y="297472"/>
                </a:lnTo>
                <a:lnTo>
                  <a:pt x="11150" y="319493"/>
                </a:lnTo>
                <a:lnTo>
                  <a:pt x="21717" y="342099"/>
                </a:lnTo>
                <a:lnTo>
                  <a:pt x="31724" y="365277"/>
                </a:lnTo>
                <a:lnTo>
                  <a:pt x="41148" y="389013"/>
                </a:lnTo>
                <a:lnTo>
                  <a:pt x="50952" y="373862"/>
                </a:lnTo>
                <a:lnTo>
                  <a:pt x="60058" y="358140"/>
                </a:lnTo>
                <a:lnTo>
                  <a:pt x="68884" y="341820"/>
                </a:lnTo>
                <a:lnTo>
                  <a:pt x="77825" y="324904"/>
                </a:lnTo>
                <a:lnTo>
                  <a:pt x="88658" y="355815"/>
                </a:lnTo>
                <a:lnTo>
                  <a:pt x="100495" y="384429"/>
                </a:lnTo>
                <a:lnTo>
                  <a:pt x="113182" y="410718"/>
                </a:lnTo>
                <a:lnTo>
                  <a:pt x="126593" y="434733"/>
                </a:lnTo>
                <a:lnTo>
                  <a:pt x="100647" y="462267"/>
                </a:lnTo>
                <a:lnTo>
                  <a:pt x="71107" y="487768"/>
                </a:lnTo>
                <a:lnTo>
                  <a:pt x="38430" y="511543"/>
                </a:lnTo>
                <a:lnTo>
                  <a:pt x="3048" y="533882"/>
                </a:lnTo>
                <a:lnTo>
                  <a:pt x="12458" y="544804"/>
                </a:lnTo>
                <a:lnTo>
                  <a:pt x="24574" y="559460"/>
                </a:lnTo>
                <a:lnTo>
                  <a:pt x="39268" y="578116"/>
                </a:lnTo>
                <a:lnTo>
                  <a:pt x="56388" y="601040"/>
                </a:lnTo>
                <a:lnTo>
                  <a:pt x="91592" y="577329"/>
                </a:lnTo>
                <a:lnTo>
                  <a:pt x="123913" y="552030"/>
                </a:lnTo>
                <a:lnTo>
                  <a:pt x="153352" y="525297"/>
                </a:lnTo>
                <a:lnTo>
                  <a:pt x="179933" y="497306"/>
                </a:lnTo>
                <a:lnTo>
                  <a:pt x="200520" y="513600"/>
                </a:lnTo>
                <a:lnTo>
                  <a:pt x="247319" y="541070"/>
                </a:lnTo>
                <a:lnTo>
                  <a:pt x="300393" y="561670"/>
                </a:lnTo>
                <a:lnTo>
                  <a:pt x="354088" y="574763"/>
                </a:lnTo>
                <a:lnTo>
                  <a:pt x="411759" y="580415"/>
                </a:lnTo>
                <a:lnTo>
                  <a:pt x="455066" y="582371"/>
                </a:lnTo>
                <a:lnTo>
                  <a:pt x="509511" y="583742"/>
                </a:lnTo>
                <a:lnTo>
                  <a:pt x="574941" y="584276"/>
                </a:lnTo>
                <a:lnTo>
                  <a:pt x="582053" y="558876"/>
                </a:lnTo>
                <a:lnTo>
                  <a:pt x="589610" y="535457"/>
                </a:lnTo>
                <a:lnTo>
                  <a:pt x="597433" y="514324"/>
                </a:lnTo>
                <a:lnTo>
                  <a:pt x="603453" y="500354"/>
                </a:lnTo>
                <a:lnTo>
                  <a:pt x="605421" y="495782"/>
                </a:lnTo>
                <a:close/>
              </a:path>
              <a:path w="1221739" h="601344">
                <a:moveTo>
                  <a:pt x="1221587" y="507974"/>
                </a:moveTo>
                <a:lnTo>
                  <a:pt x="1056906" y="507974"/>
                </a:lnTo>
                <a:lnTo>
                  <a:pt x="1056906" y="456158"/>
                </a:lnTo>
                <a:lnTo>
                  <a:pt x="1194155" y="456158"/>
                </a:lnTo>
                <a:lnTo>
                  <a:pt x="1194155" y="387477"/>
                </a:lnTo>
                <a:lnTo>
                  <a:pt x="1056906" y="387477"/>
                </a:lnTo>
                <a:lnTo>
                  <a:pt x="1056906" y="343281"/>
                </a:lnTo>
                <a:lnTo>
                  <a:pt x="1191107" y="343281"/>
                </a:lnTo>
                <a:lnTo>
                  <a:pt x="1191107" y="276136"/>
                </a:lnTo>
                <a:lnTo>
                  <a:pt x="1191107" y="218122"/>
                </a:lnTo>
                <a:lnTo>
                  <a:pt x="1191107" y="155638"/>
                </a:lnTo>
                <a:lnTo>
                  <a:pt x="1191107" y="99161"/>
                </a:lnTo>
                <a:lnTo>
                  <a:pt x="1191107" y="32105"/>
                </a:lnTo>
                <a:lnTo>
                  <a:pt x="1116342" y="32105"/>
                </a:lnTo>
                <a:lnTo>
                  <a:pt x="1116342" y="99161"/>
                </a:lnTo>
                <a:lnTo>
                  <a:pt x="1116342" y="155638"/>
                </a:lnTo>
                <a:lnTo>
                  <a:pt x="1116342" y="218122"/>
                </a:lnTo>
                <a:lnTo>
                  <a:pt x="1116342" y="276136"/>
                </a:lnTo>
                <a:lnTo>
                  <a:pt x="1056906" y="276136"/>
                </a:lnTo>
                <a:lnTo>
                  <a:pt x="1056906" y="218122"/>
                </a:lnTo>
                <a:lnTo>
                  <a:pt x="1116342" y="218122"/>
                </a:lnTo>
                <a:lnTo>
                  <a:pt x="1116342" y="155638"/>
                </a:lnTo>
                <a:lnTo>
                  <a:pt x="1056906" y="155638"/>
                </a:lnTo>
                <a:lnTo>
                  <a:pt x="1056906" y="99161"/>
                </a:lnTo>
                <a:lnTo>
                  <a:pt x="1116342" y="99161"/>
                </a:lnTo>
                <a:lnTo>
                  <a:pt x="1116342" y="32105"/>
                </a:lnTo>
                <a:lnTo>
                  <a:pt x="980605" y="32105"/>
                </a:lnTo>
                <a:lnTo>
                  <a:pt x="980605" y="99161"/>
                </a:lnTo>
                <a:lnTo>
                  <a:pt x="980605" y="155638"/>
                </a:lnTo>
                <a:lnTo>
                  <a:pt x="980605" y="218122"/>
                </a:lnTo>
                <a:lnTo>
                  <a:pt x="980605" y="276136"/>
                </a:lnTo>
                <a:lnTo>
                  <a:pt x="921169" y="276136"/>
                </a:lnTo>
                <a:lnTo>
                  <a:pt x="921169" y="218122"/>
                </a:lnTo>
                <a:lnTo>
                  <a:pt x="980605" y="218122"/>
                </a:lnTo>
                <a:lnTo>
                  <a:pt x="980605" y="155638"/>
                </a:lnTo>
                <a:lnTo>
                  <a:pt x="921169" y="155638"/>
                </a:lnTo>
                <a:lnTo>
                  <a:pt x="921169" y="99161"/>
                </a:lnTo>
                <a:lnTo>
                  <a:pt x="980605" y="99161"/>
                </a:lnTo>
                <a:lnTo>
                  <a:pt x="980605" y="32105"/>
                </a:lnTo>
                <a:lnTo>
                  <a:pt x="846404" y="32105"/>
                </a:lnTo>
                <a:lnTo>
                  <a:pt x="846404" y="343281"/>
                </a:lnTo>
                <a:lnTo>
                  <a:pt x="980605" y="343281"/>
                </a:lnTo>
                <a:lnTo>
                  <a:pt x="980605" y="387477"/>
                </a:lnTo>
                <a:lnTo>
                  <a:pt x="843356" y="387477"/>
                </a:lnTo>
                <a:lnTo>
                  <a:pt x="843356" y="456158"/>
                </a:lnTo>
                <a:lnTo>
                  <a:pt x="980605" y="456158"/>
                </a:lnTo>
                <a:lnTo>
                  <a:pt x="980605" y="507974"/>
                </a:lnTo>
                <a:lnTo>
                  <a:pt x="831164" y="507974"/>
                </a:lnTo>
                <a:lnTo>
                  <a:pt x="830300" y="488251"/>
                </a:lnTo>
                <a:lnTo>
                  <a:pt x="830021" y="467956"/>
                </a:lnTo>
                <a:lnTo>
                  <a:pt x="830300" y="447065"/>
                </a:lnTo>
                <a:lnTo>
                  <a:pt x="830427" y="443865"/>
                </a:lnTo>
                <a:lnTo>
                  <a:pt x="831164" y="425577"/>
                </a:lnTo>
                <a:lnTo>
                  <a:pt x="768680" y="443865"/>
                </a:lnTo>
                <a:lnTo>
                  <a:pt x="768680" y="314236"/>
                </a:lnTo>
                <a:lnTo>
                  <a:pt x="825068" y="314236"/>
                </a:lnTo>
                <a:lnTo>
                  <a:pt x="825068" y="241084"/>
                </a:lnTo>
                <a:lnTo>
                  <a:pt x="768680" y="241084"/>
                </a:lnTo>
                <a:lnTo>
                  <a:pt x="768680" y="114401"/>
                </a:lnTo>
                <a:lnTo>
                  <a:pt x="829640" y="114401"/>
                </a:lnTo>
                <a:lnTo>
                  <a:pt x="829640" y="38201"/>
                </a:lnTo>
                <a:lnTo>
                  <a:pt x="631418" y="38201"/>
                </a:lnTo>
                <a:lnTo>
                  <a:pt x="631418" y="114401"/>
                </a:lnTo>
                <a:lnTo>
                  <a:pt x="692378" y="114401"/>
                </a:lnTo>
                <a:lnTo>
                  <a:pt x="692378" y="241084"/>
                </a:lnTo>
                <a:lnTo>
                  <a:pt x="634466" y="241084"/>
                </a:lnTo>
                <a:lnTo>
                  <a:pt x="634466" y="314236"/>
                </a:lnTo>
                <a:lnTo>
                  <a:pt x="692378" y="314236"/>
                </a:lnTo>
                <a:lnTo>
                  <a:pt x="692378" y="463778"/>
                </a:lnTo>
                <a:lnTo>
                  <a:pt x="620750" y="479018"/>
                </a:lnTo>
                <a:lnTo>
                  <a:pt x="637514" y="564451"/>
                </a:lnTo>
                <a:lnTo>
                  <a:pt x="682396" y="550113"/>
                </a:lnTo>
                <a:lnTo>
                  <a:pt x="725728" y="536943"/>
                </a:lnTo>
                <a:lnTo>
                  <a:pt x="767638" y="524929"/>
                </a:lnTo>
                <a:lnTo>
                  <a:pt x="808304" y="514070"/>
                </a:lnTo>
                <a:lnTo>
                  <a:pt x="808304" y="576656"/>
                </a:lnTo>
                <a:lnTo>
                  <a:pt x="1221587" y="576656"/>
                </a:lnTo>
                <a:lnTo>
                  <a:pt x="1221587" y="514070"/>
                </a:lnTo>
                <a:lnTo>
                  <a:pt x="1221587" y="50797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4733"/>
            <a:ext cx="109823" cy="10982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302162" y="1963197"/>
            <a:ext cx="130175" cy="296545"/>
          </a:xfrm>
          <a:custGeom>
            <a:avLst/>
            <a:gdLst/>
            <a:ahLst/>
            <a:cxnLst/>
            <a:rect l="l" t="t" r="r" b="b"/>
            <a:pathLst>
              <a:path w="130175" h="296544">
                <a:moveTo>
                  <a:pt x="96107" y="295941"/>
                </a:moveTo>
                <a:lnTo>
                  <a:pt x="70985" y="291915"/>
                </a:lnTo>
                <a:lnTo>
                  <a:pt x="52863" y="279737"/>
                </a:lnTo>
                <a:lnTo>
                  <a:pt x="41886" y="259254"/>
                </a:lnTo>
                <a:lnTo>
                  <a:pt x="38195" y="230314"/>
                </a:lnTo>
                <a:lnTo>
                  <a:pt x="38195" y="97631"/>
                </a:lnTo>
                <a:lnTo>
                  <a:pt x="0" y="97631"/>
                </a:lnTo>
                <a:lnTo>
                  <a:pt x="0" y="67151"/>
                </a:lnTo>
                <a:lnTo>
                  <a:pt x="38195" y="67151"/>
                </a:lnTo>
                <a:lnTo>
                  <a:pt x="38195" y="12191"/>
                </a:lnTo>
                <a:lnTo>
                  <a:pt x="73247" y="0"/>
                </a:lnTo>
                <a:lnTo>
                  <a:pt x="73247" y="67151"/>
                </a:lnTo>
                <a:lnTo>
                  <a:pt x="129635" y="67151"/>
                </a:lnTo>
                <a:lnTo>
                  <a:pt x="129635" y="97631"/>
                </a:lnTo>
                <a:lnTo>
                  <a:pt x="73247" y="97631"/>
                </a:lnTo>
                <a:lnTo>
                  <a:pt x="73247" y="224218"/>
                </a:lnTo>
                <a:lnTo>
                  <a:pt x="85772" y="260237"/>
                </a:lnTo>
                <a:lnTo>
                  <a:pt x="106775" y="265461"/>
                </a:lnTo>
                <a:lnTo>
                  <a:pt x="115919" y="265461"/>
                </a:lnTo>
                <a:lnTo>
                  <a:pt x="123539" y="263842"/>
                </a:lnTo>
                <a:lnTo>
                  <a:pt x="129635" y="257746"/>
                </a:lnTo>
                <a:lnTo>
                  <a:pt x="129635" y="288321"/>
                </a:lnTo>
                <a:lnTo>
                  <a:pt x="123324" y="291441"/>
                </a:lnTo>
                <a:lnTo>
                  <a:pt x="115728" y="293846"/>
                </a:lnTo>
                <a:lnTo>
                  <a:pt x="106703" y="295394"/>
                </a:lnTo>
                <a:lnTo>
                  <a:pt x="96107" y="2959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480661" y="1926621"/>
            <a:ext cx="198755" cy="328295"/>
            <a:chOff x="1480661" y="1926621"/>
            <a:chExt cx="198755" cy="32829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0661" y="2025777"/>
              <a:ext cx="117443" cy="22879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631632" y="1926621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4">
                  <a:moveTo>
                    <a:pt x="30480" y="45720"/>
                  </a:moveTo>
                  <a:lnTo>
                    <a:pt x="16764" y="45720"/>
                  </a:lnTo>
                  <a:lnTo>
                    <a:pt x="12192" y="44196"/>
                  </a:lnTo>
                  <a:lnTo>
                    <a:pt x="3048" y="35052"/>
                  </a:lnTo>
                  <a:lnTo>
                    <a:pt x="0" y="30480"/>
                  </a:lnTo>
                  <a:lnTo>
                    <a:pt x="0" y="16764"/>
                  </a:lnTo>
                  <a:lnTo>
                    <a:pt x="3048" y="10668"/>
                  </a:lnTo>
                  <a:lnTo>
                    <a:pt x="12192" y="1524"/>
                  </a:lnTo>
                  <a:lnTo>
                    <a:pt x="16764" y="0"/>
                  </a:lnTo>
                  <a:lnTo>
                    <a:pt x="30480" y="0"/>
                  </a:lnTo>
                  <a:lnTo>
                    <a:pt x="35052" y="1524"/>
                  </a:lnTo>
                  <a:lnTo>
                    <a:pt x="44196" y="10668"/>
                  </a:lnTo>
                  <a:lnTo>
                    <a:pt x="47244" y="16764"/>
                  </a:lnTo>
                  <a:lnTo>
                    <a:pt x="47244" y="28956"/>
                  </a:lnTo>
                  <a:lnTo>
                    <a:pt x="44196" y="35052"/>
                  </a:lnTo>
                  <a:lnTo>
                    <a:pt x="35052" y="44196"/>
                  </a:lnTo>
                  <a:lnTo>
                    <a:pt x="30480" y="45720"/>
                  </a:lnTo>
                  <a:close/>
                </a:path>
                <a:path w="47625" h="328294">
                  <a:moveTo>
                    <a:pt x="41148" y="327945"/>
                  </a:moveTo>
                  <a:lnTo>
                    <a:pt x="4572" y="327945"/>
                  </a:lnTo>
                  <a:lnTo>
                    <a:pt x="4572" y="103727"/>
                  </a:lnTo>
                  <a:lnTo>
                    <a:pt x="41148" y="103727"/>
                  </a:lnTo>
                  <a:lnTo>
                    <a:pt x="41148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746027" y="2024253"/>
            <a:ext cx="317500" cy="230504"/>
          </a:xfrm>
          <a:custGeom>
            <a:avLst/>
            <a:gdLst/>
            <a:ahLst/>
            <a:cxnLst/>
            <a:rect l="l" t="t" r="r" b="b"/>
            <a:pathLst>
              <a:path w="317500" h="230505">
                <a:moveTo>
                  <a:pt x="317182" y="230314"/>
                </a:moveTo>
                <a:lnTo>
                  <a:pt x="282130" y="230314"/>
                </a:lnTo>
                <a:lnTo>
                  <a:pt x="282130" y="100679"/>
                </a:lnTo>
                <a:lnTo>
                  <a:pt x="281297" y="83502"/>
                </a:lnTo>
                <a:lnTo>
                  <a:pt x="263287" y="40124"/>
                </a:lnTo>
                <a:lnTo>
                  <a:pt x="231743" y="30479"/>
                </a:lnTo>
                <a:lnTo>
                  <a:pt x="220622" y="31884"/>
                </a:lnTo>
                <a:lnTo>
                  <a:pt x="185237" y="62675"/>
                </a:lnTo>
                <a:lnTo>
                  <a:pt x="176879" y="102203"/>
                </a:lnTo>
                <a:lnTo>
                  <a:pt x="176879" y="230314"/>
                </a:lnTo>
                <a:lnTo>
                  <a:pt x="140303" y="230314"/>
                </a:lnTo>
                <a:lnTo>
                  <a:pt x="140303" y="97535"/>
                </a:lnTo>
                <a:lnTo>
                  <a:pt x="137145" y="68413"/>
                </a:lnTo>
                <a:lnTo>
                  <a:pt x="127682" y="47434"/>
                </a:lnTo>
                <a:lnTo>
                  <a:pt x="111933" y="34742"/>
                </a:lnTo>
                <a:lnTo>
                  <a:pt x="89915" y="30479"/>
                </a:lnTo>
                <a:lnTo>
                  <a:pt x="78152" y="31646"/>
                </a:lnTo>
                <a:lnTo>
                  <a:pt x="43410" y="61175"/>
                </a:lnTo>
                <a:lnTo>
                  <a:pt x="35051" y="102203"/>
                </a:lnTo>
                <a:lnTo>
                  <a:pt x="35051" y="230314"/>
                </a:lnTo>
                <a:lnTo>
                  <a:pt x="0" y="230314"/>
                </a:lnTo>
                <a:lnTo>
                  <a:pt x="0" y="6095"/>
                </a:lnTo>
                <a:lnTo>
                  <a:pt x="35051" y="6095"/>
                </a:lnTo>
                <a:lnTo>
                  <a:pt x="35051" y="41147"/>
                </a:lnTo>
                <a:lnTo>
                  <a:pt x="36575" y="41147"/>
                </a:lnTo>
                <a:lnTo>
                  <a:pt x="49434" y="23145"/>
                </a:lnTo>
                <a:lnTo>
                  <a:pt x="65150" y="10286"/>
                </a:lnTo>
                <a:lnTo>
                  <a:pt x="83724" y="2571"/>
                </a:lnTo>
                <a:lnTo>
                  <a:pt x="105155" y="0"/>
                </a:lnTo>
                <a:lnTo>
                  <a:pt x="116315" y="857"/>
                </a:lnTo>
                <a:lnTo>
                  <a:pt x="153828" y="20240"/>
                </a:lnTo>
                <a:lnTo>
                  <a:pt x="169259" y="47243"/>
                </a:lnTo>
                <a:lnTo>
                  <a:pt x="183284" y="27003"/>
                </a:lnTo>
                <a:lnTo>
                  <a:pt x="200310" y="12191"/>
                </a:lnTo>
                <a:lnTo>
                  <a:pt x="220479" y="3095"/>
                </a:lnTo>
                <a:lnTo>
                  <a:pt x="243935" y="0"/>
                </a:lnTo>
                <a:lnTo>
                  <a:pt x="275994" y="5714"/>
                </a:lnTo>
                <a:lnTo>
                  <a:pt x="298882" y="22859"/>
                </a:lnTo>
                <a:lnTo>
                  <a:pt x="312609" y="51434"/>
                </a:lnTo>
                <a:lnTo>
                  <a:pt x="317182" y="91439"/>
                </a:lnTo>
                <a:lnTo>
                  <a:pt x="317182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2699956"/>
            <a:ext cx="109823" cy="10982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8166" y="2669476"/>
            <a:ext cx="186023" cy="230314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583436" y="256794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5" y="332231"/>
                </a:moveTo>
                <a:lnTo>
                  <a:pt x="0" y="332231"/>
                </a:lnTo>
                <a:lnTo>
                  <a:pt x="0" y="0"/>
                </a:lnTo>
                <a:lnTo>
                  <a:pt x="36575" y="0"/>
                </a:lnTo>
                <a:lnTo>
                  <a:pt x="36575" y="332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678876" y="2579465"/>
            <a:ext cx="194310" cy="320675"/>
          </a:xfrm>
          <a:custGeom>
            <a:avLst/>
            <a:gdLst/>
            <a:ahLst/>
            <a:cxnLst/>
            <a:rect l="l" t="t" r="r" b="b"/>
            <a:pathLst>
              <a:path w="194310" h="320675">
                <a:moveTo>
                  <a:pt x="193738" y="320325"/>
                </a:moveTo>
                <a:lnTo>
                  <a:pt x="0" y="320325"/>
                </a:lnTo>
                <a:lnTo>
                  <a:pt x="0" y="305085"/>
                </a:lnTo>
                <a:lnTo>
                  <a:pt x="6500" y="261318"/>
                </a:lnTo>
                <a:lnTo>
                  <a:pt x="29527" y="225742"/>
                </a:lnTo>
                <a:lnTo>
                  <a:pt x="63138" y="197357"/>
                </a:lnTo>
                <a:lnTo>
                  <a:pt x="85439" y="181546"/>
                </a:lnTo>
                <a:lnTo>
                  <a:pt x="93154" y="175578"/>
                </a:lnTo>
                <a:lnTo>
                  <a:pt x="100298" y="169306"/>
                </a:lnTo>
                <a:lnTo>
                  <a:pt x="112871" y="157067"/>
                </a:lnTo>
                <a:lnTo>
                  <a:pt x="118300" y="152233"/>
                </a:lnTo>
                <a:lnTo>
                  <a:pt x="123158" y="146970"/>
                </a:lnTo>
                <a:lnTo>
                  <a:pt x="127444" y="141422"/>
                </a:lnTo>
                <a:lnTo>
                  <a:pt x="131159" y="135731"/>
                </a:lnTo>
                <a:lnTo>
                  <a:pt x="137255" y="128111"/>
                </a:lnTo>
                <a:lnTo>
                  <a:pt x="140303" y="120491"/>
                </a:lnTo>
                <a:lnTo>
                  <a:pt x="144875" y="97631"/>
                </a:lnTo>
                <a:lnTo>
                  <a:pt x="144875" y="88487"/>
                </a:lnTo>
                <a:lnTo>
                  <a:pt x="132683" y="50291"/>
                </a:lnTo>
                <a:lnTo>
                  <a:pt x="109823" y="35051"/>
                </a:lnTo>
                <a:lnTo>
                  <a:pt x="102203" y="32003"/>
                </a:lnTo>
                <a:lnTo>
                  <a:pt x="94583" y="30479"/>
                </a:lnTo>
                <a:lnTo>
                  <a:pt x="79343" y="30479"/>
                </a:lnTo>
                <a:lnTo>
                  <a:pt x="67151" y="33527"/>
                </a:lnTo>
                <a:lnTo>
                  <a:pt x="59531" y="36575"/>
                </a:lnTo>
                <a:lnTo>
                  <a:pt x="53339" y="38099"/>
                </a:lnTo>
                <a:lnTo>
                  <a:pt x="47243" y="42671"/>
                </a:lnTo>
                <a:lnTo>
                  <a:pt x="41147" y="45719"/>
                </a:lnTo>
                <a:lnTo>
                  <a:pt x="33527" y="48767"/>
                </a:lnTo>
                <a:lnTo>
                  <a:pt x="28955" y="53339"/>
                </a:lnTo>
                <a:lnTo>
                  <a:pt x="22859" y="57911"/>
                </a:lnTo>
                <a:lnTo>
                  <a:pt x="16764" y="64103"/>
                </a:lnTo>
                <a:lnTo>
                  <a:pt x="12191" y="70199"/>
                </a:lnTo>
                <a:lnTo>
                  <a:pt x="12191" y="30479"/>
                </a:lnTo>
                <a:lnTo>
                  <a:pt x="45719" y="9143"/>
                </a:lnTo>
                <a:lnTo>
                  <a:pt x="91535" y="0"/>
                </a:lnTo>
                <a:lnTo>
                  <a:pt x="100655" y="523"/>
                </a:lnTo>
                <a:lnTo>
                  <a:pt x="142779" y="13334"/>
                </a:lnTo>
                <a:lnTo>
                  <a:pt x="170116" y="41290"/>
                </a:lnTo>
                <a:lnTo>
                  <a:pt x="181451" y="85439"/>
                </a:lnTo>
                <a:lnTo>
                  <a:pt x="181165" y="94321"/>
                </a:lnTo>
                <a:lnTo>
                  <a:pt x="171354" y="134016"/>
                </a:lnTo>
                <a:lnTo>
                  <a:pt x="148399" y="167251"/>
                </a:lnTo>
                <a:lnTo>
                  <a:pt x="91916" y="213169"/>
                </a:lnTo>
                <a:lnTo>
                  <a:pt x="68197" y="230552"/>
                </a:lnTo>
                <a:lnTo>
                  <a:pt x="62186" y="235648"/>
                </a:lnTo>
                <a:lnTo>
                  <a:pt x="51815" y="245554"/>
                </a:lnTo>
                <a:lnTo>
                  <a:pt x="47243" y="253174"/>
                </a:lnTo>
                <a:lnTo>
                  <a:pt x="42671" y="259270"/>
                </a:lnTo>
                <a:lnTo>
                  <a:pt x="41147" y="265366"/>
                </a:lnTo>
                <a:lnTo>
                  <a:pt x="38099" y="271557"/>
                </a:lnTo>
                <a:lnTo>
                  <a:pt x="36575" y="279177"/>
                </a:lnTo>
                <a:lnTo>
                  <a:pt x="36575" y="288321"/>
                </a:lnTo>
                <a:lnTo>
                  <a:pt x="193738" y="288321"/>
                </a:lnTo>
                <a:lnTo>
                  <a:pt x="193738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932051" y="2567273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4" h="337185">
                <a:moveTo>
                  <a:pt x="36576" y="332517"/>
                </a:moveTo>
                <a:lnTo>
                  <a:pt x="0" y="332517"/>
                </a:lnTo>
                <a:lnTo>
                  <a:pt x="0" y="0"/>
                </a:lnTo>
                <a:lnTo>
                  <a:pt x="36576" y="0"/>
                </a:lnTo>
                <a:lnTo>
                  <a:pt x="36576" y="147923"/>
                </a:lnTo>
                <a:lnTo>
                  <a:pt x="64019" y="147923"/>
                </a:lnTo>
                <a:lnTo>
                  <a:pt x="41338" y="179403"/>
                </a:lnTo>
                <a:lnTo>
                  <a:pt x="36576" y="208978"/>
                </a:lnTo>
                <a:lnTo>
                  <a:pt x="36576" y="240982"/>
                </a:lnTo>
                <a:lnTo>
                  <a:pt x="46863" y="277670"/>
                </a:lnTo>
                <a:lnTo>
                  <a:pt x="71494" y="300513"/>
                </a:lnTo>
                <a:lnTo>
                  <a:pt x="36576" y="300513"/>
                </a:lnTo>
                <a:lnTo>
                  <a:pt x="36576" y="332517"/>
                </a:lnTo>
                <a:close/>
              </a:path>
              <a:path w="207644" h="337185">
                <a:moveTo>
                  <a:pt x="64019" y="147923"/>
                </a:moveTo>
                <a:lnTo>
                  <a:pt x="38100" y="147923"/>
                </a:lnTo>
                <a:lnTo>
                  <a:pt x="52378" y="127920"/>
                </a:lnTo>
                <a:lnTo>
                  <a:pt x="69961" y="113633"/>
                </a:lnTo>
                <a:lnTo>
                  <a:pt x="90686" y="105060"/>
                </a:lnTo>
                <a:lnTo>
                  <a:pt x="114395" y="102203"/>
                </a:lnTo>
                <a:lnTo>
                  <a:pt x="134969" y="104179"/>
                </a:lnTo>
                <a:lnTo>
                  <a:pt x="153257" y="110013"/>
                </a:lnTo>
                <a:lnTo>
                  <a:pt x="169259" y="119562"/>
                </a:lnTo>
                <a:lnTo>
                  <a:pt x="182975" y="132683"/>
                </a:lnTo>
                <a:lnTo>
                  <a:pt x="106775" y="132683"/>
                </a:lnTo>
                <a:lnTo>
                  <a:pt x="91615" y="134112"/>
                </a:lnTo>
                <a:lnTo>
                  <a:pt x="78152" y="138398"/>
                </a:lnTo>
                <a:lnTo>
                  <a:pt x="66404" y="145542"/>
                </a:lnTo>
                <a:lnTo>
                  <a:pt x="64019" y="147923"/>
                </a:lnTo>
                <a:close/>
              </a:path>
              <a:path w="207644" h="337185">
                <a:moveTo>
                  <a:pt x="175355" y="308133"/>
                </a:moveTo>
                <a:lnTo>
                  <a:pt x="100679" y="308133"/>
                </a:lnTo>
                <a:lnTo>
                  <a:pt x="115847" y="306443"/>
                </a:lnTo>
                <a:lnTo>
                  <a:pt x="129444" y="301466"/>
                </a:lnTo>
                <a:lnTo>
                  <a:pt x="160496" y="268454"/>
                </a:lnTo>
                <a:lnTo>
                  <a:pt x="170783" y="213550"/>
                </a:lnTo>
                <a:lnTo>
                  <a:pt x="169640" y="195247"/>
                </a:lnTo>
                <a:lnTo>
                  <a:pt x="152495" y="154019"/>
                </a:lnTo>
                <a:lnTo>
                  <a:pt x="106775" y="132683"/>
                </a:lnTo>
                <a:lnTo>
                  <a:pt x="182975" y="132683"/>
                </a:lnTo>
                <a:lnTo>
                  <a:pt x="193214" y="148962"/>
                </a:lnTo>
                <a:lnTo>
                  <a:pt x="200882" y="167973"/>
                </a:lnTo>
                <a:lnTo>
                  <a:pt x="205692" y="189556"/>
                </a:lnTo>
                <a:lnTo>
                  <a:pt x="207359" y="213550"/>
                </a:lnTo>
                <a:lnTo>
                  <a:pt x="205644" y="240460"/>
                </a:lnTo>
                <a:lnTo>
                  <a:pt x="200501" y="264235"/>
                </a:lnTo>
                <a:lnTo>
                  <a:pt x="191928" y="285171"/>
                </a:lnTo>
                <a:lnTo>
                  <a:pt x="179927" y="303561"/>
                </a:lnTo>
                <a:lnTo>
                  <a:pt x="175355" y="308133"/>
                </a:lnTo>
                <a:close/>
              </a:path>
              <a:path w="207644" h="337185">
                <a:moveTo>
                  <a:pt x="105251" y="337089"/>
                </a:moveTo>
                <a:lnTo>
                  <a:pt x="84003" y="334803"/>
                </a:lnTo>
                <a:lnTo>
                  <a:pt x="65924" y="327945"/>
                </a:lnTo>
                <a:lnTo>
                  <a:pt x="50722" y="316515"/>
                </a:lnTo>
                <a:lnTo>
                  <a:pt x="38100" y="300513"/>
                </a:lnTo>
                <a:lnTo>
                  <a:pt x="71494" y="300513"/>
                </a:lnTo>
                <a:lnTo>
                  <a:pt x="75485" y="302799"/>
                </a:lnTo>
                <a:lnTo>
                  <a:pt x="87519" y="306752"/>
                </a:lnTo>
                <a:lnTo>
                  <a:pt x="100679" y="308133"/>
                </a:lnTo>
                <a:lnTo>
                  <a:pt x="175355" y="308133"/>
                </a:lnTo>
                <a:lnTo>
                  <a:pt x="165044" y="318444"/>
                </a:lnTo>
                <a:lnTo>
                  <a:pt x="147732" y="328898"/>
                </a:lnTo>
                <a:lnTo>
                  <a:pt x="127849" y="335065"/>
                </a:lnTo>
                <a:lnTo>
                  <a:pt x="105251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5893" y="2671000"/>
            <a:ext cx="117443" cy="22879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928" y="3345179"/>
            <a:ext cx="109823" cy="111347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1314354" y="3255168"/>
            <a:ext cx="308610" cy="296545"/>
            <a:chOff x="1314354" y="3255168"/>
            <a:chExt cx="308610" cy="296545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4354" y="3316223"/>
              <a:ext cx="149542" cy="23488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91329" y="3255168"/>
              <a:ext cx="131445" cy="294640"/>
            </a:xfrm>
            <a:custGeom>
              <a:avLst/>
              <a:gdLst/>
              <a:ahLst/>
              <a:cxnLst/>
              <a:rect l="l" t="t" r="r" b="b"/>
              <a:pathLst>
                <a:path w="131444" h="294639">
                  <a:moveTo>
                    <a:pt x="97536" y="294417"/>
                  </a:moveTo>
                  <a:lnTo>
                    <a:pt x="71770" y="290393"/>
                  </a:lnTo>
                  <a:lnTo>
                    <a:pt x="53721" y="278225"/>
                  </a:lnTo>
                  <a:lnTo>
                    <a:pt x="43100" y="257770"/>
                  </a:lnTo>
                  <a:lnTo>
                    <a:pt x="39624" y="228885"/>
                  </a:lnTo>
                  <a:lnTo>
                    <a:pt x="39624" y="96107"/>
                  </a:lnTo>
                  <a:lnTo>
                    <a:pt x="0" y="96107"/>
                  </a:lnTo>
                  <a:lnTo>
                    <a:pt x="0" y="65627"/>
                  </a:lnTo>
                  <a:lnTo>
                    <a:pt x="39624" y="65627"/>
                  </a:lnTo>
                  <a:lnTo>
                    <a:pt x="39624" y="10763"/>
                  </a:lnTo>
                  <a:lnTo>
                    <a:pt x="74676" y="0"/>
                  </a:lnTo>
                  <a:lnTo>
                    <a:pt x="74676" y="65627"/>
                  </a:lnTo>
                  <a:lnTo>
                    <a:pt x="131159" y="65627"/>
                  </a:lnTo>
                  <a:lnTo>
                    <a:pt x="131159" y="96107"/>
                  </a:lnTo>
                  <a:lnTo>
                    <a:pt x="74676" y="96107"/>
                  </a:lnTo>
                  <a:lnTo>
                    <a:pt x="74676" y="222789"/>
                  </a:lnTo>
                  <a:lnTo>
                    <a:pt x="86559" y="259032"/>
                  </a:lnTo>
                  <a:lnTo>
                    <a:pt x="108299" y="265461"/>
                  </a:lnTo>
                  <a:lnTo>
                    <a:pt x="117443" y="265461"/>
                  </a:lnTo>
                  <a:lnTo>
                    <a:pt x="125063" y="262413"/>
                  </a:lnTo>
                  <a:lnTo>
                    <a:pt x="131159" y="257841"/>
                  </a:lnTo>
                  <a:lnTo>
                    <a:pt x="131159" y="288321"/>
                  </a:lnTo>
                  <a:lnTo>
                    <a:pt x="124633" y="291203"/>
                  </a:lnTo>
                  <a:lnTo>
                    <a:pt x="116669" y="293084"/>
                  </a:lnTo>
                  <a:lnTo>
                    <a:pt x="107544" y="294108"/>
                  </a:lnTo>
                  <a:lnTo>
                    <a:pt x="97536" y="2944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671256" y="3217068"/>
            <a:ext cx="198755" cy="328295"/>
            <a:chOff x="1671256" y="3217068"/>
            <a:chExt cx="198755" cy="328295"/>
          </a:xfrm>
        </p:grpSpPr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1256" y="3317748"/>
              <a:ext cx="115919" cy="22726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822227" y="3217068"/>
              <a:ext cx="47625" cy="328295"/>
            </a:xfrm>
            <a:custGeom>
              <a:avLst/>
              <a:gdLst/>
              <a:ahLst/>
              <a:cxnLst/>
              <a:rect l="l" t="t" r="r" b="b"/>
              <a:pathLst>
                <a:path w="47625" h="328295">
                  <a:moveTo>
                    <a:pt x="28956" y="47339"/>
                  </a:moveTo>
                  <a:lnTo>
                    <a:pt x="16764" y="47339"/>
                  </a:lnTo>
                  <a:lnTo>
                    <a:pt x="10668" y="44196"/>
                  </a:lnTo>
                  <a:lnTo>
                    <a:pt x="6096" y="39624"/>
                  </a:lnTo>
                  <a:lnTo>
                    <a:pt x="1524" y="36576"/>
                  </a:lnTo>
                  <a:lnTo>
                    <a:pt x="0" y="30480"/>
                  </a:lnTo>
                  <a:lnTo>
                    <a:pt x="0" y="16764"/>
                  </a:lnTo>
                  <a:lnTo>
                    <a:pt x="1524" y="10668"/>
                  </a:lnTo>
                  <a:lnTo>
                    <a:pt x="6096" y="7620"/>
                  </a:lnTo>
                  <a:lnTo>
                    <a:pt x="10668" y="3048"/>
                  </a:lnTo>
                  <a:lnTo>
                    <a:pt x="16764" y="0"/>
                  </a:lnTo>
                  <a:lnTo>
                    <a:pt x="28956" y="0"/>
                  </a:lnTo>
                  <a:lnTo>
                    <a:pt x="35052" y="3048"/>
                  </a:lnTo>
                  <a:lnTo>
                    <a:pt x="39624" y="7620"/>
                  </a:lnTo>
                  <a:lnTo>
                    <a:pt x="44196" y="10668"/>
                  </a:lnTo>
                  <a:lnTo>
                    <a:pt x="47244" y="16764"/>
                  </a:lnTo>
                  <a:lnTo>
                    <a:pt x="47244" y="30480"/>
                  </a:lnTo>
                  <a:lnTo>
                    <a:pt x="44196" y="35052"/>
                  </a:lnTo>
                  <a:lnTo>
                    <a:pt x="35052" y="44196"/>
                  </a:lnTo>
                  <a:lnTo>
                    <a:pt x="28956" y="47339"/>
                  </a:lnTo>
                  <a:close/>
                </a:path>
                <a:path w="47625" h="328295">
                  <a:moveTo>
                    <a:pt x="41148" y="327945"/>
                  </a:moveTo>
                  <a:lnTo>
                    <a:pt x="4572" y="327945"/>
                  </a:lnTo>
                  <a:lnTo>
                    <a:pt x="4572" y="103727"/>
                  </a:lnTo>
                  <a:lnTo>
                    <a:pt x="41148" y="103727"/>
                  </a:lnTo>
                  <a:lnTo>
                    <a:pt x="41148" y="32794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935098" y="3255168"/>
            <a:ext cx="762635" cy="393700"/>
            <a:chOff x="1935098" y="3255168"/>
            <a:chExt cx="762635" cy="393700"/>
          </a:xfrm>
        </p:grpSpPr>
        <p:sp>
          <p:nvSpPr>
            <p:cNvPr id="29" name="object 29" descr=""/>
            <p:cNvSpPr/>
            <p:nvPr/>
          </p:nvSpPr>
          <p:spPr>
            <a:xfrm>
              <a:off x="1935086" y="3255174"/>
              <a:ext cx="555625" cy="393700"/>
            </a:xfrm>
            <a:custGeom>
              <a:avLst/>
              <a:gdLst/>
              <a:ahLst/>
              <a:cxnLst/>
              <a:rect l="l" t="t" r="r" b="b"/>
              <a:pathLst>
                <a:path w="555625" h="393700">
                  <a:moveTo>
                    <a:pt x="207365" y="170878"/>
                  </a:moveTo>
                  <a:lnTo>
                    <a:pt x="200888" y="125869"/>
                  </a:lnTo>
                  <a:lnTo>
                    <a:pt x="182981" y="90004"/>
                  </a:lnTo>
                  <a:lnTo>
                    <a:pt x="169265" y="77127"/>
                  </a:lnTo>
                  <a:lnTo>
                    <a:pt x="169265" y="170878"/>
                  </a:lnTo>
                  <a:lnTo>
                    <a:pt x="168122" y="191681"/>
                  </a:lnTo>
                  <a:lnTo>
                    <a:pt x="150977" y="239547"/>
                  </a:lnTo>
                  <a:lnTo>
                    <a:pt x="115836" y="263766"/>
                  </a:lnTo>
                  <a:lnTo>
                    <a:pt x="100685" y="265468"/>
                  </a:lnTo>
                  <a:lnTo>
                    <a:pt x="87528" y="264299"/>
                  </a:lnTo>
                  <a:lnTo>
                    <a:pt x="75488" y="260705"/>
                  </a:lnTo>
                  <a:lnTo>
                    <a:pt x="70446" y="257835"/>
                  </a:lnTo>
                  <a:lnTo>
                    <a:pt x="64604" y="254533"/>
                  </a:lnTo>
                  <a:lnTo>
                    <a:pt x="41160" y="224307"/>
                  </a:lnTo>
                  <a:lnTo>
                    <a:pt x="36588" y="198310"/>
                  </a:lnTo>
                  <a:lnTo>
                    <a:pt x="36588" y="167830"/>
                  </a:lnTo>
                  <a:lnTo>
                    <a:pt x="46875" y="124104"/>
                  </a:lnTo>
                  <a:lnTo>
                    <a:pt x="77774" y="95732"/>
                  </a:lnTo>
                  <a:lnTo>
                    <a:pt x="105257" y="90004"/>
                  </a:lnTo>
                  <a:lnTo>
                    <a:pt x="119494" y="91414"/>
                  </a:lnTo>
                  <a:lnTo>
                    <a:pt x="152501" y="111340"/>
                  </a:lnTo>
                  <a:lnTo>
                    <a:pt x="168363" y="153441"/>
                  </a:lnTo>
                  <a:lnTo>
                    <a:pt x="169265" y="170878"/>
                  </a:lnTo>
                  <a:lnTo>
                    <a:pt x="169265" y="77127"/>
                  </a:lnTo>
                  <a:lnTo>
                    <a:pt x="153263" y="68097"/>
                  </a:lnTo>
                  <a:lnTo>
                    <a:pt x="134975" y="62788"/>
                  </a:lnTo>
                  <a:lnTo>
                    <a:pt x="114401" y="61048"/>
                  </a:lnTo>
                  <a:lnTo>
                    <a:pt x="90627" y="63677"/>
                  </a:lnTo>
                  <a:lnTo>
                    <a:pt x="69735" y="71716"/>
                  </a:lnTo>
                  <a:lnTo>
                    <a:pt x="51727" y="85483"/>
                  </a:lnTo>
                  <a:lnTo>
                    <a:pt x="36588" y="105244"/>
                  </a:lnTo>
                  <a:lnTo>
                    <a:pt x="36588" y="65620"/>
                  </a:lnTo>
                  <a:lnTo>
                    <a:pt x="0" y="65620"/>
                  </a:lnTo>
                  <a:lnTo>
                    <a:pt x="0" y="393573"/>
                  </a:lnTo>
                  <a:lnTo>
                    <a:pt x="36588" y="393573"/>
                  </a:lnTo>
                  <a:lnTo>
                    <a:pt x="36588" y="257835"/>
                  </a:lnTo>
                  <a:lnTo>
                    <a:pt x="50063" y="274078"/>
                  </a:lnTo>
                  <a:lnTo>
                    <a:pt x="65544" y="286042"/>
                  </a:lnTo>
                  <a:lnTo>
                    <a:pt x="83337" y="293420"/>
                  </a:lnTo>
                  <a:lnTo>
                    <a:pt x="103733" y="295948"/>
                  </a:lnTo>
                  <a:lnTo>
                    <a:pt x="126568" y="293674"/>
                  </a:lnTo>
                  <a:lnTo>
                    <a:pt x="164807" y="276009"/>
                  </a:lnTo>
                  <a:lnTo>
                    <a:pt x="191935" y="243179"/>
                  </a:lnTo>
                  <a:lnTo>
                    <a:pt x="205651" y="198018"/>
                  </a:lnTo>
                  <a:lnTo>
                    <a:pt x="207365" y="170878"/>
                  </a:lnTo>
                  <a:close/>
                </a:path>
                <a:path w="555625" h="393700">
                  <a:moveTo>
                    <a:pt x="414921" y="327748"/>
                  </a:moveTo>
                  <a:lnTo>
                    <a:pt x="227469" y="327748"/>
                  </a:lnTo>
                  <a:lnTo>
                    <a:pt x="227469" y="355180"/>
                  </a:lnTo>
                  <a:lnTo>
                    <a:pt x="414921" y="355180"/>
                  </a:lnTo>
                  <a:lnTo>
                    <a:pt x="414921" y="327748"/>
                  </a:lnTo>
                  <a:close/>
                </a:path>
                <a:path w="555625" h="393700">
                  <a:moveTo>
                    <a:pt x="555117" y="65620"/>
                  </a:moveTo>
                  <a:lnTo>
                    <a:pt x="497205" y="65620"/>
                  </a:lnTo>
                  <a:lnTo>
                    <a:pt x="497205" y="0"/>
                  </a:lnTo>
                  <a:lnTo>
                    <a:pt x="462064" y="10756"/>
                  </a:lnTo>
                  <a:lnTo>
                    <a:pt x="462064" y="65620"/>
                  </a:lnTo>
                  <a:lnTo>
                    <a:pt x="423964" y="65620"/>
                  </a:lnTo>
                  <a:lnTo>
                    <a:pt x="423964" y="96100"/>
                  </a:lnTo>
                  <a:lnTo>
                    <a:pt x="462064" y="96100"/>
                  </a:lnTo>
                  <a:lnTo>
                    <a:pt x="462064" y="228879"/>
                  </a:lnTo>
                  <a:lnTo>
                    <a:pt x="465785" y="257771"/>
                  </a:lnTo>
                  <a:lnTo>
                    <a:pt x="476935" y="278218"/>
                  </a:lnTo>
                  <a:lnTo>
                    <a:pt x="495541" y="290398"/>
                  </a:lnTo>
                  <a:lnTo>
                    <a:pt x="521589" y="294411"/>
                  </a:lnTo>
                  <a:lnTo>
                    <a:pt x="531329" y="294106"/>
                  </a:lnTo>
                  <a:lnTo>
                    <a:pt x="540067" y="293077"/>
                  </a:lnTo>
                  <a:lnTo>
                    <a:pt x="547954" y="291198"/>
                  </a:lnTo>
                  <a:lnTo>
                    <a:pt x="555117" y="288315"/>
                  </a:lnTo>
                  <a:lnTo>
                    <a:pt x="555117" y="257835"/>
                  </a:lnTo>
                  <a:lnTo>
                    <a:pt x="549389" y="260959"/>
                  </a:lnTo>
                  <a:lnTo>
                    <a:pt x="543496" y="263359"/>
                  </a:lnTo>
                  <a:lnTo>
                    <a:pt x="537337" y="264909"/>
                  </a:lnTo>
                  <a:lnTo>
                    <a:pt x="530733" y="265455"/>
                  </a:lnTo>
                  <a:lnTo>
                    <a:pt x="522427" y="264655"/>
                  </a:lnTo>
                  <a:lnTo>
                    <a:pt x="497776" y="233362"/>
                  </a:lnTo>
                  <a:lnTo>
                    <a:pt x="497205" y="222783"/>
                  </a:lnTo>
                  <a:lnTo>
                    <a:pt x="497205" y="96100"/>
                  </a:lnTo>
                  <a:lnTo>
                    <a:pt x="555117" y="96100"/>
                  </a:lnTo>
                  <a:lnTo>
                    <a:pt x="555117" y="65620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20695" y="3316223"/>
              <a:ext cx="176879" cy="234886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2751010" y="3316223"/>
            <a:ext cx="206375" cy="334645"/>
          </a:xfrm>
          <a:custGeom>
            <a:avLst/>
            <a:gdLst/>
            <a:ahLst/>
            <a:cxnLst/>
            <a:rect l="l" t="t" r="r" b="b"/>
            <a:pathLst>
              <a:path w="206375" h="334645">
                <a:moveTo>
                  <a:pt x="93059" y="234886"/>
                </a:moveTo>
                <a:lnTo>
                  <a:pt x="54685" y="227076"/>
                </a:lnTo>
                <a:lnTo>
                  <a:pt x="13501" y="188141"/>
                </a:lnTo>
                <a:lnTo>
                  <a:pt x="1452" y="147573"/>
                </a:lnTo>
                <a:lnTo>
                  <a:pt x="0" y="123539"/>
                </a:lnTo>
                <a:lnTo>
                  <a:pt x="1714" y="96629"/>
                </a:lnTo>
                <a:lnTo>
                  <a:pt x="15430" y="51918"/>
                </a:lnTo>
                <a:lnTo>
                  <a:pt x="42316" y="18645"/>
                </a:lnTo>
                <a:lnTo>
                  <a:pt x="79550" y="2024"/>
                </a:lnTo>
                <a:lnTo>
                  <a:pt x="102203" y="0"/>
                </a:lnTo>
                <a:lnTo>
                  <a:pt x="123610" y="2262"/>
                </a:lnTo>
                <a:lnTo>
                  <a:pt x="142017" y="8953"/>
                </a:lnTo>
                <a:lnTo>
                  <a:pt x="157281" y="19931"/>
                </a:lnTo>
                <a:lnTo>
                  <a:pt x="164430" y="28956"/>
                </a:lnTo>
                <a:lnTo>
                  <a:pt x="106775" y="28956"/>
                </a:lnTo>
                <a:lnTo>
                  <a:pt x="91337" y="30624"/>
                </a:lnTo>
                <a:lnTo>
                  <a:pt x="54864" y="53435"/>
                </a:lnTo>
                <a:lnTo>
                  <a:pt x="37719" y="101441"/>
                </a:lnTo>
                <a:lnTo>
                  <a:pt x="36576" y="122015"/>
                </a:lnTo>
                <a:lnTo>
                  <a:pt x="37719" y="139460"/>
                </a:lnTo>
                <a:lnTo>
                  <a:pt x="54864" y="181546"/>
                </a:lnTo>
                <a:lnTo>
                  <a:pt x="88122" y="202977"/>
                </a:lnTo>
                <a:lnTo>
                  <a:pt x="102203" y="204406"/>
                </a:lnTo>
                <a:lnTo>
                  <a:pt x="159027" y="204406"/>
                </a:lnTo>
                <a:lnTo>
                  <a:pt x="154995" y="209811"/>
                </a:lnTo>
                <a:lnTo>
                  <a:pt x="137445" y="223647"/>
                </a:lnTo>
                <a:lnTo>
                  <a:pt x="116752" y="232052"/>
                </a:lnTo>
                <a:lnTo>
                  <a:pt x="93059" y="234886"/>
                </a:lnTo>
                <a:close/>
              </a:path>
              <a:path w="206375" h="334645">
                <a:moveTo>
                  <a:pt x="205835" y="35052"/>
                </a:moveTo>
                <a:lnTo>
                  <a:pt x="170783" y="35052"/>
                </a:lnTo>
                <a:lnTo>
                  <a:pt x="170783" y="4572"/>
                </a:lnTo>
                <a:lnTo>
                  <a:pt x="205835" y="4572"/>
                </a:lnTo>
                <a:lnTo>
                  <a:pt x="205835" y="35052"/>
                </a:lnTo>
                <a:close/>
              </a:path>
              <a:path w="206375" h="334645">
                <a:moveTo>
                  <a:pt x="159027" y="204406"/>
                </a:moveTo>
                <a:lnTo>
                  <a:pt x="102203" y="204406"/>
                </a:lnTo>
                <a:lnTo>
                  <a:pt x="116466" y="203001"/>
                </a:lnTo>
                <a:lnTo>
                  <a:pt x="129444" y="198882"/>
                </a:lnTo>
                <a:lnTo>
                  <a:pt x="159853" y="171054"/>
                </a:lnTo>
                <a:lnTo>
                  <a:pt x="170783" y="128111"/>
                </a:lnTo>
                <a:lnTo>
                  <a:pt x="170783" y="94583"/>
                </a:lnTo>
                <a:lnTo>
                  <a:pt x="152495" y="48768"/>
                </a:lnTo>
                <a:lnTo>
                  <a:pt x="106775" y="28956"/>
                </a:lnTo>
                <a:lnTo>
                  <a:pt x="164430" y="28956"/>
                </a:lnTo>
                <a:lnTo>
                  <a:pt x="169259" y="35052"/>
                </a:lnTo>
                <a:lnTo>
                  <a:pt x="205835" y="35052"/>
                </a:lnTo>
                <a:lnTo>
                  <a:pt x="205835" y="190690"/>
                </a:lnTo>
                <a:lnTo>
                  <a:pt x="169259" y="190690"/>
                </a:lnTo>
                <a:lnTo>
                  <a:pt x="159027" y="204406"/>
                </a:lnTo>
                <a:close/>
              </a:path>
              <a:path w="206375" h="334645">
                <a:moveTo>
                  <a:pt x="175672" y="303561"/>
                </a:moveTo>
                <a:lnTo>
                  <a:pt x="86868" y="303561"/>
                </a:lnTo>
                <a:lnTo>
                  <a:pt x="123808" y="298131"/>
                </a:lnTo>
                <a:lnTo>
                  <a:pt x="150006" y="281832"/>
                </a:lnTo>
                <a:lnTo>
                  <a:pt x="165614" y="254658"/>
                </a:lnTo>
                <a:lnTo>
                  <a:pt x="170657" y="217527"/>
                </a:lnTo>
                <a:lnTo>
                  <a:pt x="170783" y="190690"/>
                </a:lnTo>
                <a:lnTo>
                  <a:pt x="205835" y="190690"/>
                </a:lnTo>
                <a:lnTo>
                  <a:pt x="205835" y="210502"/>
                </a:lnTo>
                <a:lnTo>
                  <a:pt x="198428" y="264564"/>
                </a:lnTo>
                <a:lnTo>
                  <a:pt x="176295" y="303168"/>
                </a:lnTo>
                <a:lnTo>
                  <a:pt x="175672" y="303561"/>
                </a:lnTo>
                <a:close/>
              </a:path>
              <a:path w="206375" h="334645">
                <a:moveTo>
                  <a:pt x="88392" y="334041"/>
                </a:moveTo>
                <a:lnTo>
                  <a:pt x="68389" y="333160"/>
                </a:lnTo>
                <a:lnTo>
                  <a:pt x="49530" y="330422"/>
                </a:lnTo>
                <a:lnTo>
                  <a:pt x="31813" y="325683"/>
                </a:lnTo>
                <a:lnTo>
                  <a:pt x="15240" y="318801"/>
                </a:lnTo>
                <a:lnTo>
                  <a:pt x="15240" y="283749"/>
                </a:lnTo>
                <a:lnTo>
                  <a:pt x="34147" y="292631"/>
                </a:lnTo>
                <a:lnTo>
                  <a:pt x="52197" y="298799"/>
                </a:lnTo>
                <a:lnTo>
                  <a:pt x="69675" y="302394"/>
                </a:lnTo>
                <a:lnTo>
                  <a:pt x="86868" y="303561"/>
                </a:lnTo>
                <a:lnTo>
                  <a:pt x="175672" y="303561"/>
                </a:lnTo>
                <a:lnTo>
                  <a:pt x="139572" y="326325"/>
                </a:lnTo>
                <a:lnTo>
                  <a:pt x="88392" y="3340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16376" y="3316223"/>
            <a:ext cx="149447" cy="234886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9928" y="3990498"/>
            <a:ext cx="109823" cy="111347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1328153" y="3859250"/>
            <a:ext cx="358775" cy="335915"/>
          </a:xfrm>
          <a:custGeom>
            <a:avLst/>
            <a:gdLst/>
            <a:ahLst/>
            <a:cxnLst/>
            <a:rect l="l" t="t" r="r" b="b"/>
            <a:pathLst>
              <a:path w="358775" h="335914">
                <a:moveTo>
                  <a:pt x="186029" y="193738"/>
                </a:moveTo>
                <a:lnTo>
                  <a:pt x="181432" y="153720"/>
                </a:lnTo>
                <a:lnTo>
                  <a:pt x="171259" y="132778"/>
                </a:lnTo>
                <a:lnTo>
                  <a:pt x="167538" y="125107"/>
                </a:lnTo>
                <a:lnTo>
                  <a:pt x="144195" y="107937"/>
                </a:lnTo>
                <a:lnTo>
                  <a:pt x="111252" y="102196"/>
                </a:lnTo>
                <a:lnTo>
                  <a:pt x="88658" y="104800"/>
                </a:lnTo>
                <a:lnTo>
                  <a:pt x="68770" y="112687"/>
                </a:lnTo>
                <a:lnTo>
                  <a:pt x="51460" y="126034"/>
                </a:lnTo>
                <a:lnTo>
                  <a:pt x="36576" y="144970"/>
                </a:lnTo>
                <a:lnTo>
                  <a:pt x="36576" y="0"/>
                </a:lnTo>
                <a:lnTo>
                  <a:pt x="0" y="0"/>
                </a:lnTo>
                <a:lnTo>
                  <a:pt x="0" y="330987"/>
                </a:lnTo>
                <a:lnTo>
                  <a:pt x="36576" y="330987"/>
                </a:lnTo>
                <a:lnTo>
                  <a:pt x="36703" y="202882"/>
                </a:lnTo>
                <a:lnTo>
                  <a:pt x="37719" y="189242"/>
                </a:lnTo>
                <a:lnTo>
                  <a:pt x="54864" y="152590"/>
                </a:lnTo>
                <a:lnTo>
                  <a:pt x="99060" y="132778"/>
                </a:lnTo>
                <a:lnTo>
                  <a:pt x="121361" y="137083"/>
                </a:lnTo>
                <a:lnTo>
                  <a:pt x="137629" y="150114"/>
                </a:lnTo>
                <a:lnTo>
                  <a:pt x="147599" y="171996"/>
                </a:lnTo>
                <a:lnTo>
                  <a:pt x="150977" y="202882"/>
                </a:lnTo>
                <a:lnTo>
                  <a:pt x="150977" y="330987"/>
                </a:lnTo>
                <a:lnTo>
                  <a:pt x="186029" y="330987"/>
                </a:lnTo>
                <a:lnTo>
                  <a:pt x="186029" y="193738"/>
                </a:lnTo>
                <a:close/>
              </a:path>
              <a:path w="358775" h="335914">
                <a:moveTo>
                  <a:pt x="358343" y="106768"/>
                </a:moveTo>
                <a:lnTo>
                  <a:pt x="301955" y="106768"/>
                </a:lnTo>
                <a:lnTo>
                  <a:pt x="301955" y="41236"/>
                </a:lnTo>
                <a:lnTo>
                  <a:pt x="265277" y="51904"/>
                </a:lnTo>
                <a:lnTo>
                  <a:pt x="265277" y="106768"/>
                </a:lnTo>
                <a:lnTo>
                  <a:pt x="227177" y="106768"/>
                </a:lnTo>
                <a:lnTo>
                  <a:pt x="227177" y="137350"/>
                </a:lnTo>
                <a:lnTo>
                  <a:pt x="265277" y="137350"/>
                </a:lnTo>
                <a:lnTo>
                  <a:pt x="265277" y="270027"/>
                </a:lnTo>
                <a:lnTo>
                  <a:pt x="269011" y="298919"/>
                </a:lnTo>
                <a:lnTo>
                  <a:pt x="280187" y="319366"/>
                </a:lnTo>
                <a:lnTo>
                  <a:pt x="298792" y="331546"/>
                </a:lnTo>
                <a:lnTo>
                  <a:pt x="324815" y="335559"/>
                </a:lnTo>
                <a:lnTo>
                  <a:pt x="334543" y="335254"/>
                </a:lnTo>
                <a:lnTo>
                  <a:pt x="343293" y="334225"/>
                </a:lnTo>
                <a:lnTo>
                  <a:pt x="351167" y="332346"/>
                </a:lnTo>
                <a:lnTo>
                  <a:pt x="358343" y="329463"/>
                </a:lnTo>
                <a:lnTo>
                  <a:pt x="358343" y="298983"/>
                </a:lnTo>
                <a:lnTo>
                  <a:pt x="352247" y="303555"/>
                </a:lnTo>
                <a:lnTo>
                  <a:pt x="343103" y="306603"/>
                </a:lnTo>
                <a:lnTo>
                  <a:pt x="335483" y="306603"/>
                </a:lnTo>
                <a:lnTo>
                  <a:pt x="326923" y="305803"/>
                </a:lnTo>
                <a:lnTo>
                  <a:pt x="302501" y="274510"/>
                </a:lnTo>
                <a:lnTo>
                  <a:pt x="301955" y="263931"/>
                </a:lnTo>
                <a:lnTo>
                  <a:pt x="301955" y="137350"/>
                </a:lnTo>
                <a:lnTo>
                  <a:pt x="358343" y="137350"/>
                </a:lnTo>
                <a:lnTo>
                  <a:pt x="358343" y="10676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733835" y="3961447"/>
            <a:ext cx="318770" cy="229235"/>
          </a:xfrm>
          <a:custGeom>
            <a:avLst/>
            <a:gdLst/>
            <a:ahLst/>
            <a:cxnLst/>
            <a:rect l="l" t="t" r="r" b="b"/>
            <a:pathLst>
              <a:path w="318769" h="229235">
                <a:moveTo>
                  <a:pt x="318706" y="228790"/>
                </a:moveTo>
                <a:lnTo>
                  <a:pt x="283654" y="228790"/>
                </a:lnTo>
                <a:lnTo>
                  <a:pt x="283654" y="100679"/>
                </a:lnTo>
                <a:lnTo>
                  <a:pt x="282819" y="83534"/>
                </a:lnTo>
                <a:lnTo>
                  <a:pt x="271367" y="45815"/>
                </a:lnTo>
                <a:lnTo>
                  <a:pt x="233267" y="30575"/>
                </a:lnTo>
                <a:lnTo>
                  <a:pt x="222146" y="31742"/>
                </a:lnTo>
                <a:lnTo>
                  <a:pt x="186761" y="62102"/>
                </a:lnTo>
                <a:lnTo>
                  <a:pt x="178403" y="100679"/>
                </a:lnTo>
                <a:lnTo>
                  <a:pt x="178403" y="228790"/>
                </a:lnTo>
                <a:lnTo>
                  <a:pt x="141827" y="228790"/>
                </a:lnTo>
                <a:lnTo>
                  <a:pt x="141827" y="96107"/>
                </a:lnTo>
                <a:lnTo>
                  <a:pt x="138669" y="67222"/>
                </a:lnTo>
                <a:lnTo>
                  <a:pt x="129206" y="46767"/>
                </a:lnTo>
                <a:lnTo>
                  <a:pt x="113457" y="34599"/>
                </a:lnTo>
                <a:lnTo>
                  <a:pt x="91439" y="30575"/>
                </a:lnTo>
                <a:lnTo>
                  <a:pt x="79676" y="31742"/>
                </a:lnTo>
                <a:lnTo>
                  <a:pt x="44934" y="60388"/>
                </a:lnTo>
                <a:lnTo>
                  <a:pt x="36575" y="100679"/>
                </a:lnTo>
                <a:lnTo>
                  <a:pt x="36575" y="228790"/>
                </a:lnTo>
                <a:lnTo>
                  <a:pt x="0" y="228790"/>
                </a:lnTo>
                <a:lnTo>
                  <a:pt x="0" y="4571"/>
                </a:lnTo>
                <a:lnTo>
                  <a:pt x="36575" y="4571"/>
                </a:lnTo>
                <a:lnTo>
                  <a:pt x="36575" y="39719"/>
                </a:lnTo>
                <a:lnTo>
                  <a:pt x="38100" y="39719"/>
                </a:lnTo>
                <a:lnTo>
                  <a:pt x="50958" y="22542"/>
                </a:lnTo>
                <a:lnTo>
                  <a:pt x="66675" y="10108"/>
                </a:lnTo>
                <a:lnTo>
                  <a:pt x="85248" y="2549"/>
                </a:lnTo>
                <a:lnTo>
                  <a:pt x="106679" y="0"/>
                </a:lnTo>
                <a:lnTo>
                  <a:pt x="117825" y="833"/>
                </a:lnTo>
                <a:lnTo>
                  <a:pt x="155352" y="19374"/>
                </a:lnTo>
                <a:lnTo>
                  <a:pt x="170783" y="45815"/>
                </a:lnTo>
                <a:lnTo>
                  <a:pt x="184808" y="25757"/>
                </a:lnTo>
                <a:lnTo>
                  <a:pt x="201834" y="11441"/>
                </a:lnTo>
                <a:lnTo>
                  <a:pt x="222003" y="2858"/>
                </a:lnTo>
                <a:lnTo>
                  <a:pt x="245459" y="0"/>
                </a:lnTo>
                <a:lnTo>
                  <a:pt x="277518" y="5729"/>
                </a:lnTo>
                <a:lnTo>
                  <a:pt x="300406" y="22907"/>
                </a:lnTo>
                <a:lnTo>
                  <a:pt x="314133" y="51515"/>
                </a:lnTo>
                <a:lnTo>
                  <a:pt x="318706" y="91535"/>
                </a:lnTo>
                <a:lnTo>
                  <a:pt x="318706" y="22879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2121407" y="3857244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30" h="334010">
                <a:moveTo>
                  <a:pt x="36576" y="333756"/>
                </a:moveTo>
                <a:lnTo>
                  <a:pt x="0" y="333756"/>
                </a:lnTo>
                <a:lnTo>
                  <a:pt x="0" y="0"/>
                </a:lnTo>
                <a:lnTo>
                  <a:pt x="36576" y="0"/>
                </a:lnTo>
                <a:lnTo>
                  <a:pt x="36576" y="3337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15705" y="3961447"/>
            <a:ext cx="149447" cy="234981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2420016" y="3961447"/>
            <a:ext cx="651510" cy="332740"/>
            <a:chOff x="2420016" y="3961447"/>
            <a:chExt cx="651510" cy="332740"/>
          </a:xfrm>
        </p:grpSpPr>
        <p:sp>
          <p:nvSpPr>
            <p:cNvPr id="39" name="object 39" descr=""/>
            <p:cNvSpPr/>
            <p:nvPr/>
          </p:nvSpPr>
          <p:spPr>
            <a:xfrm>
              <a:off x="2420016" y="3961447"/>
              <a:ext cx="206375" cy="332740"/>
            </a:xfrm>
            <a:custGeom>
              <a:avLst/>
              <a:gdLst/>
              <a:ahLst/>
              <a:cxnLst/>
              <a:rect l="l" t="t" r="r" b="b"/>
              <a:pathLst>
                <a:path w="206375" h="332739">
                  <a:moveTo>
                    <a:pt x="62765" y="44291"/>
                  </a:moveTo>
                  <a:lnTo>
                    <a:pt x="36671" y="44291"/>
                  </a:lnTo>
                  <a:lnTo>
                    <a:pt x="50958" y="25114"/>
                  </a:lnTo>
                  <a:lnTo>
                    <a:pt x="68675" y="11251"/>
                  </a:lnTo>
                  <a:lnTo>
                    <a:pt x="89820" y="2835"/>
                  </a:lnTo>
                  <a:lnTo>
                    <a:pt x="114395" y="0"/>
                  </a:lnTo>
                  <a:lnTo>
                    <a:pt x="134746" y="1739"/>
                  </a:lnTo>
                  <a:lnTo>
                    <a:pt x="152542" y="7060"/>
                  </a:lnTo>
                  <a:lnTo>
                    <a:pt x="168053" y="16113"/>
                  </a:lnTo>
                  <a:lnTo>
                    <a:pt x="181546" y="29051"/>
                  </a:lnTo>
                  <a:lnTo>
                    <a:pt x="182527" y="30575"/>
                  </a:lnTo>
                  <a:lnTo>
                    <a:pt x="105251" y="30575"/>
                  </a:lnTo>
                  <a:lnTo>
                    <a:pt x="90106" y="31765"/>
                  </a:lnTo>
                  <a:lnTo>
                    <a:pt x="76676" y="35528"/>
                  </a:lnTo>
                  <a:lnTo>
                    <a:pt x="64960" y="42148"/>
                  </a:lnTo>
                  <a:lnTo>
                    <a:pt x="62765" y="44291"/>
                  </a:lnTo>
                  <a:close/>
                </a:path>
                <a:path w="206375" h="332739">
                  <a:moveTo>
                    <a:pt x="35147" y="332517"/>
                  </a:moveTo>
                  <a:lnTo>
                    <a:pt x="0" y="332517"/>
                  </a:lnTo>
                  <a:lnTo>
                    <a:pt x="0" y="4572"/>
                  </a:lnTo>
                  <a:lnTo>
                    <a:pt x="35147" y="4572"/>
                  </a:lnTo>
                  <a:lnTo>
                    <a:pt x="35147" y="44291"/>
                  </a:lnTo>
                  <a:lnTo>
                    <a:pt x="62765" y="44291"/>
                  </a:lnTo>
                  <a:lnTo>
                    <a:pt x="39909" y="75914"/>
                  </a:lnTo>
                  <a:lnTo>
                    <a:pt x="35147" y="106775"/>
                  </a:lnTo>
                  <a:lnTo>
                    <a:pt x="35147" y="137350"/>
                  </a:lnTo>
                  <a:lnTo>
                    <a:pt x="45434" y="174640"/>
                  </a:lnTo>
                  <a:lnTo>
                    <a:pt x="68978" y="196786"/>
                  </a:lnTo>
                  <a:lnTo>
                    <a:pt x="35147" y="196786"/>
                  </a:lnTo>
                  <a:lnTo>
                    <a:pt x="35147" y="332517"/>
                  </a:lnTo>
                  <a:close/>
                </a:path>
                <a:path w="206375" h="332739">
                  <a:moveTo>
                    <a:pt x="175313" y="204406"/>
                  </a:moveTo>
                  <a:lnTo>
                    <a:pt x="99155" y="204406"/>
                  </a:lnTo>
                  <a:lnTo>
                    <a:pt x="114539" y="202739"/>
                  </a:lnTo>
                  <a:lnTo>
                    <a:pt x="128504" y="197929"/>
                  </a:lnTo>
                  <a:lnTo>
                    <a:pt x="159067" y="166066"/>
                  </a:lnTo>
                  <a:lnTo>
                    <a:pt x="169354" y="109823"/>
                  </a:lnTo>
                  <a:lnTo>
                    <a:pt x="168211" y="92392"/>
                  </a:lnTo>
                  <a:lnTo>
                    <a:pt x="151066" y="50387"/>
                  </a:lnTo>
                  <a:lnTo>
                    <a:pt x="105251" y="30575"/>
                  </a:lnTo>
                  <a:lnTo>
                    <a:pt x="182527" y="30575"/>
                  </a:lnTo>
                  <a:lnTo>
                    <a:pt x="192428" y="45958"/>
                  </a:lnTo>
                  <a:lnTo>
                    <a:pt x="200025" y="64865"/>
                  </a:lnTo>
                  <a:lnTo>
                    <a:pt x="204477" y="86058"/>
                  </a:lnTo>
                  <a:lnTo>
                    <a:pt x="205930" y="109823"/>
                  </a:lnTo>
                  <a:lnTo>
                    <a:pt x="204216" y="137024"/>
                  </a:lnTo>
                  <a:lnTo>
                    <a:pt x="199072" y="161341"/>
                  </a:lnTo>
                  <a:lnTo>
                    <a:pt x="190500" y="182783"/>
                  </a:lnTo>
                  <a:lnTo>
                    <a:pt x="178498" y="201358"/>
                  </a:lnTo>
                  <a:lnTo>
                    <a:pt x="175313" y="204406"/>
                  </a:lnTo>
                  <a:close/>
                </a:path>
                <a:path w="206375" h="332739">
                  <a:moveTo>
                    <a:pt x="103727" y="234981"/>
                  </a:moveTo>
                  <a:lnTo>
                    <a:pt x="83177" y="232657"/>
                  </a:lnTo>
                  <a:lnTo>
                    <a:pt x="65055" y="225599"/>
                  </a:lnTo>
                  <a:lnTo>
                    <a:pt x="49506" y="213684"/>
                  </a:lnTo>
                  <a:lnTo>
                    <a:pt x="36671" y="196786"/>
                  </a:lnTo>
                  <a:lnTo>
                    <a:pt x="68978" y="196786"/>
                  </a:lnTo>
                  <a:lnTo>
                    <a:pt x="74009" y="199644"/>
                  </a:lnTo>
                  <a:lnTo>
                    <a:pt x="86010" y="203239"/>
                  </a:lnTo>
                  <a:lnTo>
                    <a:pt x="99155" y="204406"/>
                  </a:lnTo>
                  <a:lnTo>
                    <a:pt x="175313" y="204406"/>
                  </a:lnTo>
                  <a:lnTo>
                    <a:pt x="163600" y="215613"/>
                  </a:lnTo>
                  <a:lnTo>
                    <a:pt x="146256" y="226171"/>
                  </a:lnTo>
                  <a:lnTo>
                    <a:pt x="126340" y="232728"/>
                  </a:lnTo>
                  <a:lnTo>
                    <a:pt x="103727" y="23498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68619" y="3961447"/>
              <a:ext cx="195262" cy="23498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01981" y="3961447"/>
              <a:ext cx="169259" cy="234981"/>
            </a:xfrm>
            <a:prstGeom prst="rect">
              <a:avLst/>
            </a:prstGeom>
          </p:spPr>
        </p:pic>
      </p:grpSp>
      <p:sp>
        <p:nvSpPr>
          <p:cNvPr id="42" name="object 42" descr=""/>
          <p:cNvSpPr/>
          <p:nvPr/>
        </p:nvSpPr>
        <p:spPr>
          <a:xfrm>
            <a:off x="3120104" y="3862292"/>
            <a:ext cx="47625" cy="328295"/>
          </a:xfrm>
          <a:custGeom>
            <a:avLst/>
            <a:gdLst/>
            <a:ahLst/>
            <a:cxnLst/>
            <a:rect l="l" t="t" r="r" b="b"/>
            <a:pathLst>
              <a:path w="47625" h="328295">
                <a:moveTo>
                  <a:pt x="30480" y="47339"/>
                </a:moveTo>
                <a:lnTo>
                  <a:pt x="16764" y="47339"/>
                </a:lnTo>
                <a:lnTo>
                  <a:pt x="7620" y="41243"/>
                </a:lnTo>
                <a:lnTo>
                  <a:pt x="3048" y="36671"/>
                </a:lnTo>
                <a:lnTo>
                  <a:pt x="0" y="30575"/>
                </a:lnTo>
                <a:lnTo>
                  <a:pt x="0" y="16764"/>
                </a:lnTo>
                <a:lnTo>
                  <a:pt x="3048" y="12192"/>
                </a:lnTo>
                <a:lnTo>
                  <a:pt x="12192" y="3048"/>
                </a:lnTo>
                <a:lnTo>
                  <a:pt x="16764" y="0"/>
                </a:lnTo>
                <a:lnTo>
                  <a:pt x="30480" y="0"/>
                </a:lnTo>
                <a:lnTo>
                  <a:pt x="35052" y="3048"/>
                </a:lnTo>
                <a:lnTo>
                  <a:pt x="39624" y="7620"/>
                </a:lnTo>
                <a:lnTo>
                  <a:pt x="44196" y="10668"/>
                </a:lnTo>
                <a:lnTo>
                  <a:pt x="47244" y="16764"/>
                </a:lnTo>
                <a:lnTo>
                  <a:pt x="47244" y="30575"/>
                </a:lnTo>
                <a:lnTo>
                  <a:pt x="44196" y="35147"/>
                </a:lnTo>
                <a:lnTo>
                  <a:pt x="35052" y="44291"/>
                </a:lnTo>
                <a:lnTo>
                  <a:pt x="30480" y="47339"/>
                </a:lnTo>
                <a:close/>
              </a:path>
              <a:path w="47625" h="328295">
                <a:moveTo>
                  <a:pt x="41148" y="327945"/>
                </a:moveTo>
                <a:lnTo>
                  <a:pt x="4572" y="327945"/>
                </a:lnTo>
                <a:lnTo>
                  <a:pt x="4572" y="103727"/>
                </a:lnTo>
                <a:lnTo>
                  <a:pt x="41148" y="103727"/>
                </a:lnTo>
                <a:lnTo>
                  <a:pt x="41148" y="3279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17640" y="3961447"/>
            <a:ext cx="176879" cy="234981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3461003" y="3857244"/>
            <a:ext cx="36830" cy="334010"/>
          </a:xfrm>
          <a:custGeom>
            <a:avLst/>
            <a:gdLst/>
            <a:ahLst/>
            <a:cxnLst/>
            <a:rect l="l" t="t" r="r" b="b"/>
            <a:pathLst>
              <a:path w="36829" h="334010">
                <a:moveTo>
                  <a:pt x="36575" y="333756"/>
                </a:moveTo>
                <a:lnTo>
                  <a:pt x="0" y="333756"/>
                </a:lnTo>
                <a:lnTo>
                  <a:pt x="0" y="0"/>
                </a:lnTo>
                <a:lnTo>
                  <a:pt x="36575" y="0"/>
                </a:lnTo>
                <a:lnTo>
                  <a:pt x="36575" y="33375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54729" y="3961447"/>
            <a:ext cx="169259" cy="234981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3777329" y="3859244"/>
            <a:ext cx="187960" cy="331470"/>
          </a:xfrm>
          <a:custGeom>
            <a:avLst/>
            <a:gdLst/>
            <a:ahLst/>
            <a:cxnLst/>
            <a:rect l="l" t="t" r="r" b="b"/>
            <a:pathLst>
              <a:path w="187960" h="331470">
                <a:moveTo>
                  <a:pt x="187642" y="330993"/>
                </a:moveTo>
                <a:lnTo>
                  <a:pt x="150971" y="330993"/>
                </a:lnTo>
                <a:lnTo>
                  <a:pt x="150971" y="202882"/>
                </a:lnTo>
                <a:lnTo>
                  <a:pt x="147804" y="171997"/>
                </a:lnTo>
                <a:lnTo>
                  <a:pt x="138207" y="150114"/>
                </a:lnTo>
                <a:lnTo>
                  <a:pt x="122039" y="137088"/>
                </a:lnTo>
                <a:lnTo>
                  <a:pt x="99155" y="132778"/>
                </a:lnTo>
                <a:lnTo>
                  <a:pt x="86248" y="133945"/>
                </a:lnTo>
                <a:lnTo>
                  <a:pt x="46958" y="163472"/>
                </a:lnTo>
                <a:lnTo>
                  <a:pt x="36671" y="204406"/>
                </a:lnTo>
                <a:lnTo>
                  <a:pt x="36671" y="330993"/>
                </a:lnTo>
                <a:lnTo>
                  <a:pt x="0" y="330993"/>
                </a:lnTo>
                <a:lnTo>
                  <a:pt x="0" y="0"/>
                </a:lnTo>
                <a:lnTo>
                  <a:pt x="36671" y="0"/>
                </a:lnTo>
                <a:lnTo>
                  <a:pt x="36671" y="144970"/>
                </a:lnTo>
                <a:lnTo>
                  <a:pt x="38195" y="144970"/>
                </a:lnTo>
                <a:lnTo>
                  <a:pt x="52196" y="126032"/>
                </a:lnTo>
                <a:lnTo>
                  <a:pt x="69056" y="112692"/>
                </a:lnTo>
                <a:lnTo>
                  <a:pt x="88772" y="104800"/>
                </a:lnTo>
                <a:lnTo>
                  <a:pt x="111347" y="102203"/>
                </a:lnTo>
                <a:lnTo>
                  <a:pt x="144485" y="107933"/>
                </a:lnTo>
                <a:lnTo>
                  <a:pt x="168354" y="125110"/>
                </a:lnTo>
                <a:lnTo>
                  <a:pt x="182793" y="153718"/>
                </a:lnTo>
                <a:lnTo>
                  <a:pt x="187642" y="193738"/>
                </a:lnTo>
                <a:lnTo>
                  <a:pt x="187642" y="33099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5263" y="3961447"/>
            <a:ext cx="176879" cy="234981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4260818" y="3961447"/>
            <a:ext cx="291465" cy="235585"/>
            <a:chOff x="4260818" y="3961447"/>
            <a:chExt cx="291465" cy="235585"/>
          </a:xfrm>
        </p:grpSpPr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60818" y="3962971"/>
              <a:ext cx="115919" cy="22726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2645" y="3961447"/>
              <a:ext cx="149447" cy="234981"/>
            </a:xfrm>
            <a:prstGeom prst="rect">
              <a:avLst/>
            </a:prstGeom>
          </p:spPr>
        </p:pic>
      </p:grpSp>
      <p:pic>
        <p:nvPicPr>
          <p:cNvPr id="51" name="object 5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49928" y="4637246"/>
            <a:ext cx="109823" cy="109823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1328153" y="4504473"/>
            <a:ext cx="358775" cy="337185"/>
          </a:xfrm>
          <a:custGeom>
            <a:avLst/>
            <a:gdLst/>
            <a:ahLst/>
            <a:cxnLst/>
            <a:rect l="l" t="t" r="r" b="b"/>
            <a:pathLst>
              <a:path w="358775" h="337185">
                <a:moveTo>
                  <a:pt x="186029" y="193738"/>
                </a:moveTo>
                <a:lnTo>
                  <a:pt x="181432" y="153720"/>
                </a:lnTo>
                <a:lnTo>
                  <a:pt x="171259" y="132778"/>
                </a:lnTo>
                <a:lnTo>
                  <a:pt x="167538" y="125107"/>
                </a:lnTo>
                <a:lnTo>
                  <a:pt x="144195" y="107937"/>
                </a:lnTo>
                <a:lnTo>
                  <a:pt x="111252" y="102196"/>
                </a:lnTo>
                <a:lnTo>
                  <a:pt x="88658" y="104813"/>
                </a:lnTo>
                <a:lnTo>
                  <a:pt x="68770" y="112725"/>
                </a:lnTo>
                <a:lnTo>
                  <a:pt x="51460" y="126072"/>
                </a:lnTo>
                <a:lnTo>
                  <a:pt x="36576" y="144970"/>
                </a:lnTo>
                <a:lnTo>
                  <a:pt x="36576" y="0"/>
                </a:lnTo>
                <a:lnTo>
                  <a:pt x="0" y="0"/>
                </a:lnTo>
                <a:lnTo>
                  <a:pt x="0" y="332613"/>
                </a:lnTo>
                <a:lnTo>
                  <a:pt x="36576" y="332613"/>
                </a:lnTo>
                <a:lnTo>
                  <a:pt x="36703" y="202882"/>
                </a:lnTo>
                <a:lnTo>
                  <a:pt x="37719" y="189242"/>
                </a:lnTo>
                <a:lnTo>
                  <a:pt x="54864" y="152590"/>
                </a:lnTo>
                <a:lnTo>
                  <a:pt x="99060" y="132778"/>
                </a:lnTo>
                <a:lnTo>
                  <a:pt x="121361" y="137083"/>
                </a:lnTo>
                <a:lnTo>
                  <a:pt x="137629" y="150114"/>
                </a:lnTo>
                <a:lnTo>
                  <a:pt x="147599" y="171996"/>
                </a:lnTo>
                <a:lnTo>
                  <a:pt x="150977" y="202882"/>
                </a:lnTo>
                <a:lnTo>
                  <a:pt x="150977" y="332613"/>
                </a:lnTo>
                <a:lnTo>
                  <a:pt x="186029" y="332613"/>
                </a:lnTo>
                <a:lnTo>
                  <a:pt x="186029" y="193738"/>
                </a:lnTo>
                <a:close/>
              </a:path>
              <a:path w="358775" h="337185">
                <a:moveTo>
                  <a:pt x="358343" y="108394"/>
                </a:moveTo>
                <a:lnTo>
                  <a:pt x="301955" y="108394"/>
                </a:lnTo>
                <a:lnTo>
                  <a:pt x="301955" y="41236"/>
                </a:lnTo>
                <a:lnTo>
                  <a:pt x="265277" y="53428"/>
                </a:lnTo>
                <a:lnTo>
                  <a:pt x="265277" y="108394"/>
                </a:lnTo>
                <a:lnTo>
                  <a:pt x="227177" y="108394"/>
                </a:lnTo>
                <a:lnTo>
                  <a:pt x="227177" y="138874"/>
                </a:lnTo>
                <a:lnTo>
                  <a:pt x="265277" y="138874"/>
                </a:lnTo>
                <a:lnTo>
                  <a:pt x="265277" y="271551"/>
                </a:lnTo>
                <a:lnTo>
                  <a:pt x="269011" y="299859"/>
                </a:lnTo>
                <a:lnTo>
                  <a:pt x="280187" y="320408"/>
                </a:lnTo>
                <a:lnTo>
                  <a:pt x="298792" y="332943"/>
                </a:lnTo>
                <a:lnTo>
                  <a:pt x="324815" y="337185"/>
                </a:lnTo>
                <a:lnTo>
                  <a:pt x="334543" y="336638"/>
                </a:lnTo>
                <a:lnTo>
                  <a:pt x="343293" y="335089"/>
                </a:lnTo>
                <a:lnTo>
                  <a:pt x="351167" y="332689"/>
                </a:lnTo>
                <a:lnTo>
                  <a:pt x="358343" y="329565"/>
                </a:lnTo>
                <a:lnTo>
                  <a:pt x="358343" y="298983"/>
                </a:lnTo>
                <a:lnTo>
                  <a:pt x="352247" y="303555"/>
                </a:lnTo>
                <a:lnTo>
                  <a:pt x="343103" y="306603"/>
                </a:lnTo>
                <a:lnTo>
                  <a:pt x="335483" y="306603"/>
                </a:lnTo>
                <a:lnTo>
                  <a:pt x="326923" y="306031"/>
                </a:lnTo>
                <a:lnTo>
                  <a:pt x="302501" y="275170"/>
                </a:lnTo>
                <a:lnTo>
                  <a:pt x="301955" y="265455"/>
                </a:lnTo>
                <a:lnTo>
                  <a:pt x="301955" y="138874"/>
                </a:lnTo>
                <a:lnTo>
                  <a:pt x="358343" y="138874"/>
                </a:lnTo>
                <a:lnTo>
                  <a:pt x="358343" y="10839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733835" y="4606671"/>
            <a:ext cx="318770" cy="230504"/>
          </a:xfrm>
          <a:custGeom>
            <a:avLst/>
            <a:gdLst/>
            <a:ahLst/>
            <a:cxnLst/>
            <a:rect l="l" t="t" r="r" b="b"/>
            <a:pathLst>
              <a:path w="318769" h="230504">
                <a:moveTo>
                  <a:pt x="318706" y="230409"/>
                </a:moveTo>
                <a:lnTo>
                  <a:pt x="283654" y="230409"/>
                </a:lnTo>
                <a:lnTo>
                  <a:pt x="283654" y="100679"/>
                </a:lnTo>
                <a:lnTo>
                  <a:pt x="282819" y="83558"/>
                </a:lnTo>
                <a:lnTo>
                  <a:pt x="264771" y="40219"/>
                </a:lnTo>
                <a:lnTo>
                  <a:pt x="233267" y="30575"/>
                </a:lnTo>
                <a:lnTo>
                  <a:pt x="222146" y="31980"/>
                </a:lnTo>
                <a:lnTo>
                  <a:pt x="186761" y="62769"/>
                </a:lnTo>
                <a:lnTo>
                  <a:pt x="178403" y="102203"/>
                </a:lnTo>
                <a:lnTo>
                  <a:pt x="178403" y="230409"/>
                </a:lnTo>
                <a:lnTo>
                  <a:pt x="141827" y="230409"/>
                </a:lnTo>
                <a:lnTo>
                  <a:pt x="141827" y="96107"/>
                </a:lnTo>
                <a:lnTo>
                  <a:pt x="138669" y="67222"/>
                </a:lnTo>
                <a:lnTo>
                  <a:pt x="129206" y="46767"/>
                </a:lnTo>
                <a:lnTo>
                  <a:pt x="113457" y="34599"/>
                </a:lnTo>
                <a:lnTo>
                  <a:pt x="91439" y="30575"/>
                </a:lnTo>
                <a:lnTo>
                  <a:pt x="79676" y="31742"/>
                </a:lnTo>
                <a:lnTo>
                  <a:pt x="44934" y="61269"/>
                </a:lnTo>
                <a:lnTo>
                  <a:pt x="36575" y="102203"/>
                </a:lnTo>
                <a:lnTo>
                  <a:pt x="36575" y="230409"/>
                </a:lnTo>
                <a:lnTo>
                  <a:pt x="0" y="230409"/>
                </a:lnTo>
                <a:lnTo>
                  <a:pt x="0" y="6191"/>
                </a:lnTo>
                <a:lnTo>
                  <a:pt x="36575" y="6191"/>
                </a:lnTo>
                <a:lnTo>
                  <a:pt x="36575" y="41243"/>
                </a:lnTo>
                <a:lnTo>
                  <a:pt x="38100" y="41243"/>
                </a:lnTo>
                <a:lnTo>
                  <a:pt x="50958" y="23226"/>
                </a:lnTo>
                <a:lnTo>
                  <a:pt x="66675" y="10334"/>
                </a:lnTo>
                <a:lnTo>
                  <a:pt x="85248" y="2586"/>
                </a:lnTo>
                <a:lnTo>
                  <a:pt x="106679" y="0"/>
                </a:lnTo>
                <a:lnTo>
                  <a:pt x="117825" y="848"/>
                </a:lnTo>
                <a:lnTo>
                  <a:pt x="155352" y="19478"/>
                </a:lnTo>
                <a:lnTo>
                  <a:pt x="170783" y="47339"/>
                </a:lnTo>
                <a:lnTo>
                  <a:pt x="184808" y="26440"/>
                </a:lnTo>
                <a:lnTo>
                  <a:pt x="201834" y="11668"/>
                </a:lnTo>
                <a:lnTo>
                  <a:pt x="222003" y="2896"/>
                </a:lnTo>
                <a:lnTo>
                  <a:pt x="245459" y="0"/>
                </a:lnTo>
                <a:lnTo>
                  <a:pt x="277518" y="5729"/>
                </a:lnTo>
                <a:lnTo>
                  <a:pt x="300406" y="22907"/>
                </a:lnTo>
                <a:lnTo>
                  <a:pt x="314133" y="51515"/>
                </a:lnTo>
                <a:lnTo>
                  <a:pt x="318706" y="91535"/>
                </a:lnTo>
                <a:lnTo>
                  <a:pt x="318706" y="2304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121407" y="4504944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30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5" name="object 5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214181" y="4606671"/>
            <a:ext cx="195167" cy="234981"/>
          </a:xfrm>
          <a:prstGeom prst="rect">
            <a:avLst/>
          </a:prstGeom>
        </p:spPr>
      </p:pic>
      <p:grpSp>
        <p:nvGrpSpPr>
          <p:cNvPr id="56" name="object 56" descr=""/>
          <p:cNvGrpSpPr/>
          <p:nvPr/>
        </p:nvGrpSpPr>
        <p:grpSpPr>
          <a:xfrm>
            <a:off x="2464307" y="4509135"/>
            <a:ext cx="709295" cy="332740"/>
            <a:chOff x="2464307" y="4509135"/>
            <a:chExt cx="709295" cy="332740"/>
          </a:xfrm>
        </p:grpSpPr>
        <p:pic>
          <p:nvPicPr>
            <p:cNvPr id="57" name="object 5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64307" y="4606671"/>
              <a:ext cx="186023" cy="230409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691472" y="4509135"/>
              <a:ext cx="481965" cy="332740"/>
            </a:xfrm>
            <a:custGeom>
              <a:avLst/>
              <a:gdLst/>
              <a:ahLst/>
              <a:cxnLst/>
              <a:rect l="l" t="t" r="r" b="b"/>
              <a:pathLst>
                <a:path w="481964" h="332739">
                  <a:moveTo>
                    <a:pt x="131165" y="103733"/>
                  </a:moveTo>
                  <a:lnTo>
                    <a:pt x="73253" y="103733"/>
                  </a:lnTo>
                  <a:lnTo>
                    <a:pt x="73253" y="36576"/>
                  </a:lnTo>
                  <a:lnTo>
                    <a:pt x="38201" y="48768"/>
                  </a:lnTo>
                  <a:lnTo>
                    <a:pt x="38201" y="103733"/>
                  </a:lnTo>
                  <a:lnTo>
                    <a:pt x="0" y="103733"/>
                  </a:lnTo>
                  <a:lnTo>
                    <a:pt x="0" y="134213"/>
                  </a:lnTo>
                  <a:lnTo>
                    <a:pt x="38201" y="134213"/>
                  </a:lnTo>
                  <a:lnTo>
                    <a:pt x="38201" y="266890"/>
                  </a:lnTo>
                  <a:lnTo>
                    <a:pt x="41910" y="295198"/>
                  </a:lnTo>
                  <a:lnTo>
                    <a:pt x="53060" y="315747"/>
                  </a:lnTo>
                  <a:lnTo>
                    <a:pt x="71628" y="328282"/>
                  </a:lnTo>
                  <a:lnTo>
                    <a:pt x="97637" y="332524"/>
                  </a:lnTo>
                  <a:lnTo>
                    <a:pt x="107365" y="331978"/>
                  </a:lnTo>
                  <a:lnTo>
                    <a:pt x="116116" y="330428"/>
                  </a:lnTo>
                  <a:lnTo>
                    <a:pt x="123990" y="328028"/>
                  </a:lnTo>
                  <a:lnTo>
                    <a:pt x="131165" y="324904"/>
                  </a:lnTo>
                  <a:lnTo>
                    <a:pt x="131165" y="294322"/>
                  </a:lnTo>
                  <a:lnTo>
                    <a:pt x="125425" y="297446"/>
                  </a:lnTo>
                  <a:lnTo>
                    <a:pt x="119545" y="299847"/>
                  </a:lnTo>
                  <a:lnTo>
                    <a:pt x="113372" y="301396"/>
                  </a:lnTo>
                  <a:lnTo>
                    <a:pt x="106781" y="301942"/>
                  </a:lnTo>
                  <a:lnTo>
                    <a:pt x="98437" y="301371"/>
                  </a:lnTo>
                  <a:lnTo>
                    <a:pt x="73799" y="270510"/>
                  </a:lnTo>
                  <a:lnTo>
                    <a:pt x="73253" y="260794"/>
                  </a:lnTo>
                  <a:lnTo>
                    <a:pt x="73253" y="134213"/>
                  </a:lnTo>
                  <a:lnTo>
                    <a:pt x="131165" y="134213"/>
                  </a:lnTo>
                  <a:lnTo>
                    <a:pt x="131165" y="103733"/>
                  </a:lnTo>
                  <a:close/>
                </a:path>
                <a:path w="481964" h="332739">
                  <a:moveTo>
                    <a:pt x="215074" y="103733"/>
                  </a:moveTo>
                  <a:lnTo>
                    <a:pt x="178498" y="103733"/>
                  </a:lnTo>
                  <a:lnTo>
                    <a:pt x="178498" y="327952"/>
                  </a:lnTo>
                  <a:lnTo>
                    <a:pt x="215074" y="327952"/>
                  </a:lnTo>
                  <a:lnTo>
                    <a:pt x="215074" y="103733"/>
                  </a:lnTo>
                  <a:close/>
                </a:path>
                <a:path w="481964" h="332739">
                  <a:moveTo>
                    <a:pt x="221170" y="16764"/>
                  </a:moveTo>
                  <a:lnTo>
                    <a:pt x="218122" y="10668"/>
                  </a:lnTo>
                  <a:lnTo>
                    <a:pt x="208978" y="1524"/>
                  </a:lnTo>
                  <a:lnTo>
                    <a:pt x="202882" y="0"/>
                  </a:lnTo>
                  <a:lnTo>
                    <a:pt x="190690" y="0"/>
                  </a:lnTo>
                  <a:lnTo>
                    <a:pt x="184594" y="1524"/>
                  </a:lnTo>
                  <a:lnTo>
                    <a:pt x="175450" y="10668"/>
                  </a:lnTo>
                  <a:lnTo>
                    <a:pt x="173926" y="16764"/>
                  </a:lnTo>
                  <a:lnTo>
                    <a:pt x="173926" y="28956"/>
                  </a:lnTo>
                  <a:lnTo>
                    <a:pt x="175450" y="35052"/>
                  </a:lnTo>
                  <a:lnTo>
                    <a:pt x="184594" y="44196"/>
                  </a:lnTo>
                  <a:lnTo>
                    <a:pt x="190690" y="45720"/>
                  </a:lnTo>
                  <a:lnTo>
                    <a:pt x="202882" y="45720"/>
                  </a:lnTo>
                  <a:lnTo>
                    <a:pt x="208978" y="44196"/>
                  </a:lnTo>
                  <a:lnTo>
                    <a:pt x="218122" y="35052"/>
                  </a:lnTo>
                  <a:lnTo>
                    <a:pt x="221170" y="28956"/>
                  </a:lnTo>
                  <a:lnTo>
                    <a:pt x="221170" y="16764"/>
                  </a:lnTo>
                  <a:close/>
                </a:path>
                <a:path w="481964" h="332739">
                  <a:moveTo>
                    <a:pt x="390436" y="103733"/>
                  </a:moveTo>
                  <a:lnTo>
                    <a:pt x="334048" y="103733"/>
                  </a:lnTo>
                  <a:lnTo>
                    <a:pt x="334048" y="36576"/>
                  </a:lnTo>
                  <a:lnTo>
                    <a:pt x="298996" y="48768"/>
                  </a:lnTo>
                  <a:lnTo>
                    <a:pt x="298996" y="103733"/>
                  </a:lnTo>
                  <a:lnTo>
                    <a:pt x="260794" y="103733"/>
                  </a:lnTo>
                  <a:lnTo>
                    <a:pt x="260794" y="134213"/>
                  </a:lnTo>
                  <a:lnTo>
                    <a:pt x="298996" y="134213"/>
                  </a:lnTo>
                  <a:lnTo>
                    <a:pt x="298996" y="266890"/>
                  </a:lnTo>
                  <a:lnTo>
                    <a:pt x="302679" y="295198"/>
                  </a:lnTo>
                  <a:lnTo>
                    <a:pt x="313664" y="315747"/>
                  </a:lnTo>
                  <a:lnTo>
                    <a:pt x="331774" y="328282"/>
                  </a:lnTo>
                  <a:lnTo>
                    <a:pt x="356908" y="332524"/>
                  </a:lnTo>
                  <a:lnTo>
                    <a:pt x="367499" y="331978"/>
                  </a:lnTo>
                  <a:lnTo>
                    <a:pt x="376529" y="330428"/>
                  </a:lnTo>
                  <a:lnTo>
                    <a:pt x="384124" y="328028"/>
                  </a:lnTo>
                  <a:lnTo>
                    <a:pt x="390436" y="324904"/>
                  </a:lnTo>
                  <a:lnTo>
                    <a:pt x="390436" y="294322"/>
                  </a:lnTo>
                  <a:lnTo>
                    <a:pt x="384340" y="298894"/>
                  </a:lnTo>
                  <a:lnTo>
                    <a:pt x="376720" y="301942"/>
                  </a:lnTo>
                  <a:lnTo>
                    <a:pt x="367576" y="301942"/>
                  </a:lnTo>
                  <a:lnTo>
                    <a:pt x="359232" y="301371"/>
                  </a:lnTo>
                  <a:lnTo>
                    <a:pt x="334594" y="270510"/>
                  </a:lnTo>
                  <a:lnTo>
                    <a:pt x="334048" y="260794"/>
                  </a:lnTo>
                  <a:lnTo>
                    <a:pt x="334048" y="134213"/>
                  </a:lnTo>
                  <a:lnTo>
                    <a:pt x="390436" y="134213"/>
                  </a:lnTo>
                  <a:lnTo>
                    <a:pt x="390436" y="103733"/>
                  </a:lnTo>
                  <a:close/>
                </a:path>
                <a:path w="481964" h="332739">
                  <a:moveTo>
                    <a:pt x="474345" y="103733"/>
                  </a:moveTo>
                  <a:lnTo>
                    <a:pt x="439293" y="103733"/>
                  </a:lnTo>
                  <a:lnTo>
                    <a:pt x="439293" y="327952"/>
                  </a:lnTo>
                  <a:lnTo>
                    <a:pt x="474345" y="327952"/>
                  </a:lnTo>
                  <a:lnTo>
                    <a:pt x="474345" y="103733"/>
                  </a:lnTo>
                  <a:close/>
                </a:path>
                <a:path w="481964" h="332739">
                  <a:moveTo>
                    <a:pt x="481965" y="16764"/>
                  </a:moveTo>
                  <a:lnTo>
                    <a:pt x="478917" y="10668"/>
                  </a:lnTo>
                  <a:lnTo>
                    <a:pt x="469773" y="1524"/>
                  </a:lnTo>
                  <a:lnTo>
                    <a:pt x="463677" y="0"/>
                  </a:lnTo>
                  <a:lnTo>
                    <a:pt x="451485" y="0"/>
                  </a:lnTo>
                  <a:lnTo>
                    <a:pt x="445389" y="1524"/>
                  </a:lnTo>
                  <a:lnTo>
                    <a:pt x="436245" y="10668"/>
                  </a:lnTo>
                  <a:lnTo>
                    <a:pt x="434721" y="16764"/>
                  </a:lnTo>
                  <a:lnTo>
                    <a:pt x="434721" y="28956"/>
                  </a:lnTo>
                  <a:lnTo>
                    <a:pt x="436245" y="35052"/>
                  </a:lnTo>
                  <a:lnTo>
                    <a:pt x="445389" y="44196"/>
                  </a:lnTo>
                  <a:lnTo>
                    <a:pt x="451485" y="45720"/>
                  </a:lnTo>
                  <a:lnTo>
                    <a:pt x="463677" y="45720"/>
                  </a:lnTo>
                  <a:lnTo>
                    <a:pt x="469773" y="44196"/>
                  </a:lnTo>
                  <a:lnTo>
                    <a:pt x="478917" y="35052"/>
                  </a:lnTo>
                  <a:lnTo>
                    <a:pt x="481965" y="28956"/>
                  </a:lnTo>
                  <a:lnTo>
                    <a:pt x="481965" y="16764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3223736" y="4606671"/>
            <a:ext cx="386080" cy="235585"/>
            <a:chOff x="3223736" y="4606671"/>
            <a:chExt cx="386080" cy="235585"/>
          </a:xfrm>
        </p:grpSpPr>
        <p:pic>
          <p:nvPicPr>
            <p:cNvPr id="60" name="object 6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23736" y="4606671"/>
              <a:ext cx="195262" cy="23498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60146" y="4606671"/>
              <a:ext cx="149447" cy="234981"/>
            </a:xfrm>
            <a:prstGeom prst="rect">
              <a:avLst/>
            </a:prstGeom>
          </p:spPr>
        </p:pic>
      </p:grpSp>
      <p:pic>
        <p:nvPicPr>
          <p:cNvPr id="62" name="object 62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49928" y="5282469"/>
            <a:ext cx="109823" cy="109823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23594" y="5258086"/>
            <a:ext cx="186023" cy="228790"/>
          </a:xfrm>
          <a:prstGeom prst="rect">
            <a:avLst/>
          </a:prstGeom>
        </p:spPr>
      </p:pic>
      <p:grpSp>
        <p:nvGrpSpPr>
          <p:cNvPr id="64" name="object 64" descr=""/>
          <p:cNvGrpSpPr/>
          <p:nvPr/>
        </p:nvGrpSpPr>
        <p:grpSpPr>
          <a:xfrm>
            <a:off x="1582769" y="5149596"/>
            <a:ext cx="193040" cy="332740"/>
            <a:chOff x="1582769" y="5149596"/>
            <a:chExt cx="193040" cy="332740"/>
          </a:xfrm>
        </p:grpSpPr>
        <p:pic>
          <p:nvPicPr>
            <p:cNvPr id="65" name="object 6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82769" y="5253513"/>
              <a:ext cx="115919" cy="228790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738884" y="5149596"/>
              <a:ext cx="36830" cy="332740"/>
            </a:xfrm>
            <a:custGeom>
              <a:avLst/>
              <a:gdLst/>
              <a:ahLst/>
              <a:cxnLst/>
              <a:rect l="l" t="t" r="r" b="b"/>
              <a:pathLst>
                <a:path w="36830" h="332739">
                  <a:moveTo>
                    <a:pt x="36575" y="332231"/>
                  </a:moveTo>
                  <a:lnTo>
                    <a:pt x="0" y="332231"/>
                  </a:lnTo>
                  <a:lnTo>
                    <a:pt x="0" y="0"/>
                  </a:lnTo>
                  <a:lnTo>
                    <a:pt x="36575" y="0"/>
                  </a:lnTo>
                  <a:lnTo>
                    <a:pt x="36575" y="33223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7" name="object 6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31371" y="5251989"/>
            <a:ext cx="196786" cy="234886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081498" y="5251989"/>
            <a:ext cx="186023" cy="230314"/>
          </a:xfrm>
          <a:prstGeom prst="rect">
            <a:avLst/>
          </a:prstGeom>
        </p:spPr>
      </p:pic>
      <p:grpSp>
        <p:nvGrpSpPr>
          <p:cNvPr id="69" name="object 69" descr=""/>
          <p:cNvGrpSpPr/>
          <p:nvPr/>
        </p:nvGrpSpPr>
        <p:grpSpPr>
          <a:xfrm>
            <a:off x="2320956" y="5149786"/>
            <a:ext cx="675640" cy="337185"/>
            <a:chOff x="2320956" y="5149786"/>
            <a:chExt cx="675640" cy="337185"/>
          </a:xfrm>
        </p:grpSpPr>
        <p:pic>
          <p:nvPicPr>
            <p:cNvPr id="70" name="object 7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20956" y="5251989"/>
              <a:ext cx="167735" cy="234886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28316" y="5251989"/>
              <a:ext cx="219646" cy="234886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2790634" y="5149786"/>
              <a:ext cx="206375" cy="337185"/>
            </a:xfrm>
            <a:custGeom>
              <a:avLst/>
              <a:gdLst/>
              <a:ahLst/>
              <a:cxnLst/>
              <a:rect l="l" t="t" r="r" b="b"/>
              <a:pathLst>
                <a:path w="206375" h="337185">
                  <a:moveTo>
                    <a:pt x="205930" y="138779"/>
                  </a:moveTo>
                  <a:lnTo>
                    <a:pt x="170783" y="138779"/>
                  </a:lnTo>
                  <a:lnTo>
                    <a:pt x="170783" y="0"/>
                  </a:lnTo>
                  <a:lnTo>
                    <a:pt x="205930" y="0"/>
                  </a:lnTo>
                  <a:lnTo>
                    <a:pt x="205930" y="138779"/>
                  </a:lnTo>
                  <a:close/>
                </a:path>
                <a:path w="206375" h="337185">
                  <a:moveTo>
                    <a:pt x="93059" y="337089"/>
                  </a:moveTo>
                  <a:lnTo>
                    <a:pt x="54721" y="329850"/>
                  </a:lnTo>
                  <a:lnTo>
                    <a:pt x="24384" y="306609"/>
                  </a:lnTo>
                  <a:lnTo>
                    <a:pt x="5905" y="271283"/>
                  </a:lnTo>
                  <a:lnTo>
                    <a:pt x="0" y="225742"/>
                  </a:lnTo>
                  <a:lnTo>
                    <a:pt x="1714" y="198819"/>
                  </a:lnTo>
                  <a:lnTo>
                    <a:pt x="15430" y="154081"/>
                  </a:lnTo>
                  <a:lnTo>
                    <a:pt x="42544" y="121491"/>
                  </a:lnTo>
                  <a:lnTo>
                    <a:pt x="80233" y="104441"/>
                  </a:lnTo>
                  <a:lnTo>
                    <a:pt x="102203" y="102203"/>
                  </a:lnTo>
                  <a:lnTo>
                    <a:pt x="123610" y="104489"/>
                  </a:lnTo>
                  <a:lnTo>
                    <a:pt x="142017" y="111347"/>
                  </a:lnTo>
                  <a:lnTo>
                    <a:pt x="157281" y="122777"/>
                  </a:lnTo>
                  <a:lnTo>
                    <a:pt x="164696" y="132683"/>
                  </a:lnTo>
                  <a:lnTo>
                    <a:pt x="106775" y="132683"/>
                  </a:lnTo>
                  <a:lnTo>
                    <a:pt x="91606" y="134135"/>
                  </a:lnTo>
                  <a:lnTo>
                    <a:pt x="54959" y="157067"/>
                  </a:lnTo>
                  <a:lnTo>
                    <a:pt x="37720" y="203010"/>
                  </a:lnTo>
                  <a:lnTo>
                    <a:pt x="36576" y="222694"/>
                  </a:lnTo>
                  <a:lnTo>
                    <a:pt x="37720" y="241244"/>
                  </a:lnTo>
                  <a:lnTo>
                    <a:pt x="54959" y="285178"/>
                  </a:lnTo>
                  <a:lnTo>
                    <a:pt x="88820" y="305203"/>
                  </a:lnTo>
                  <a:lnTo>
                    <a:pt x="103727" y="306609"/>
                  </a:lnTo>
                  <a:lnTo>
                    <a:pt x="160188" y="306609"/>
                  </a:lnTo>
                  <a:lnTo>
                    <a:pt x="155209" y="313301"/>
                  </a:lnTo>
                  <a:lnTo>
                    <a:pt x="138017" y="326612"/>
                  </a:lnTo>
                  <a:lnTo>
                    <a:pt x="117395" y="334494"/>
                  </a:lnTo>
                  <a:lnTo>
                    <a:pt x="93059" y="337089"/>
                  </a:lnTo>
                  <a:close/>
                </a:path>
                <a:path w="206375" h="337185">
                  <a:moveTo>
                    <a:pt x="160188" y="306609"/>
                  </a:moveTo>
                  <a:lnTo>
                    <a:pt x="103727" y="306609"/>
                  </a:lnTo>
                  <a:lnTo>
                    <a:pt x="117776" y="305417"/>
                  </a:lnTo>
                  <a:lnTo>
                    <a:pt x="130397" y="301644"/>
                  </a:lnTo>
                  <a:lnTo>
                    <a:pt x="160496" y="274034"/>
                  </a:lnTo>
                  <a:lnTo>
                    <a:pt x="170783" y="230314"/>
                  </a:lnTo>
                  <a:lnTo>
                    <a:pt x="170783" y="198310"/>
                  </a:lnTo>
                  <a:lnTo>
                    <a:pt x="160496" y="161569"/>
                  </a:lnTo>
                  <a:lnTo>
                    <a:pt x="119919" y="133826"/>
                  </a:lnTo>
                  <a:lnTo>
                    <a:pt x="106775" y="132683"/>
                  </a:lnTo>
                  <a:lnTo>
                    <a:pt x="164696" y="132683"/>
                  </a:lnTo>
                  <a:lnTo>
                    <a:pt x="169259" y="138779"/>
                  </a:lnTo>
                  <a:lnTo>
                    <a:pt x="205930" y="138779"/>
                  </a:lnTo>
                  <a:lnTo>
                    <a:pt x="205930" y="294417"/>
                  </a:lnTo>
                  <a:lnTo>
                    <a:pt x="169259" y="294417"/>
                  </a:lnTo>
                  <a:lnTo>
                    <a:pt x="160188" y="306609"/>
                  </a:lnTo>
                  <a:close/>
                </a:path>
                <a:path w="206375" h="337185">
                  <a:moveTo>
                    <a:pt x="205930" y="332517"/>
                  </a:moveTo>
                  <a:lnTo>
                    <a:pt x="170783" y="332517"/>
                  </a:lnTo>
                  <a:lnTo>
                    <a:pt x="170783" y="294417"/>
                  </a:lnTo>
                  <a:lnTo>
                    <a:pt x="205930" y="294417"/>
                  </a:lnTo>
                  <a:lnTo>
                    <a:pt x="205930" y="3325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3" name="object 7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054476" y="5251989"/>
            <a:ext cx="195167" cy="234886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49928" y="5927693"/>
            <a:ext cx="109823" cy="109823"/>
          </a:xfrm>
          <a:prstGeom prst="rect">
            <a:avLst/>
          </a:prstGeom>
        </p:spPr>
      </p:pic>
      <p:pic>
        <p:nvPicPr>
          <p:cNvPr id="75" name="object 75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323594" y="5903309"/>
            <a:ext cx="186023" cy="228790"/>
          </a:xfrm>
          <a:prstGeom prst="rect">
            <a:avLst/>
          </a:prstGeom>
        </p:spPr>
      </p:pic>
      <p:grpSp>
        <p:nvGrpSpPr>
          <p:cNvPr id="76" name="object 76" descr=""/>
          <p:cNvGrpSpPr/>
          <p:nvPr/>
        </p:nvGrpSpPr>
        <p:grpSpPr>
          <a:xfrm>
            <a:off x="1582769" y="5795772"/>
            <a:ext cx="193040" cy="332740"/>
            <a:chOff x="1582769" y="5795772"/>
            <a:chExt cx="193040" cy="332740"/>
          </a:xfrm>
        </p:grpSpPr>
        <p:pic>
          <p:nvPicPr>
            <p:cNvPr id="77" name="object 7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82769" y="5898737"/>
              <a:ext cx="115919" cy="228790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738884" y="5795772"/>
              <a:ext cx="36830" cy="332740"/>
            </a:xfrm>
            <a:custGeom>
              <a:avLst/>
              <a:gdLst/>
              <a:ahLst/>
              <a:cxnLst/>
              <a:rect l="l" t="t" r="r" b="b"/>
              <a:pathLst>
                <a:path w="36830" h="332739">
                  <a:moveTo>
                    <a:pt x="36575" y="332231"/>
                  </a:moveTo>
                  <a:lnTo>
                    <a:pt x="0" y="332231"/>
                  </a:lnTo>
                  <a:lnTo>
                    <a:pt x="0" y="0"/>
                  </a:lnTo>
                  <a:lnTo>
                    <a:pt x="36575" y="0"/>
                  </a:lnTo>
                  <a:lnTo>
                    <a:pt x="36575" y="332231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/>
          <p:nvPr/>
        </p:nvSpPr>
        <p:spPr>
          <a:xfrm>
            <a:off x="1831371" y="5795010"/>
            <a:ext cx="207645" cy="337185"/>
          </a:xfrm>
          <a:custGeom>
            <a:avLst/>
            <a:gdLst/>
            <a:ahLst/>
            <a:cxnLst/>
            <a:rect l="l" t="t" r="r" b="b"/>
            <a:pathLst>
              <a:path w="207644" h="337185">
                <a:moveTo>
                  <a:pt x="207454" y="138779"/>
                </a:moveTo>
                <a:lnTo>
                  <a:pt x="170783" y="138779"/>
                </a:lnTo>
                <a:lnTo>
                  <a:pt x="170783" y="0"/>
                </a:lnTo>
                <a:lnTo>
                  <a:pt x="207454" y="0"/>
                </a:lnTo>
                <a:lnTo>
                  <a:pt x="207454" y="138779"/>
                </a:lnTo>
                <a:close/>
              </a:path>
              <a:path w="207644" h="337185">
                <a:moveTo>
                  <a:pt x="93059" y="337089"/>
                </a:moveTo>
                <a:lnTo>
                  <a:pt x="55518" y="330041"/>
                </a:lnTo>
                <a:lnTo>
                  <a:pt x="14787" y="291831"/>
                </a:lnTo>
                <a:lnTo>
                  <a:pt x="1690" y="250617"/>
                </a:lnTo>
                <a:lnTo>
                  <a:pt x="0" y="225742"/>
                </a:lnTo>
                <a:lnTo>
                  <a:pt x="1738" y="199462"/>
                </a:lnTo>
                <a:lnTo>
                  <a:pt x="16073" y="154296"/>
                </a:lnTo>
                <a:lnTo>
                  <a:pt x="43893" y="121491"/>
                </a:lnTo>
                <a:lnTo>
                  <a:pt x="81127" y="104441"/>
                </a:lnTo>
                <a:lnTo>
                  <a:pt x="103727" y="102203"/>
                </a:lnTo>
                <a:lnTo>
                  <a:pt x="125134" y="104489"/>
                </a:lnTo>
                <a:lnTo>
                  <a:pt x="143541" y="111347"/>
                </a:lnTo>
                <a:lnTo>
                  <a:pt x="158805" y="122777"/>
                </a:lnTo>
                <a:lnTo>
                  <a:pt x="166220" y="132683"/>
                </a:lnTo>
                <a:lnTo>
                  <a:pt x="108299" y="132683"/>
                </a:lnTo>
                <a:lnTo>
                  <a:pt x="92273" y="134350"/>
                </a:lnTo>
                <a:lnTo>
                  <a:pt x="56483" y="157067"/>
                </a:lnTo>
                <a:lnTo>
                  <a:pt x="37972" y="203881"/>
                </a:lnTo>
                <a:lnTo>
                  <a:pt x="36576" y="224218"/>
                </a:lnTo>
                <a:lnTo>
                  <a:pt x="37733" y="242545"/>
                </a:lnTo>
                <a:lnTo>
                  <a:pt x="54959" y="285273"/>
                </a:lnTo>
                <a:lnTo>
                  <a:pt x="89463" y="306705"/>
                </a:lnTo>
                <a:lnTo>
                  <a:pt x="103727" y="308133"/>
                </a:lnTo>
                <a:lnTo>
                  <a:pt x="160405" y="308133"/>
                </a:lnTo>
                <a:lnTo>
                  <a:pt x="156495" y="313301"/>
                </a:lnTo>
                <a:lnTo>
                  <a:pt x="138779" y="326612"/>
                </a:lnTo>
                <a:lnTo>
                  <a:pt x="117633" y="334494"/>
                </a:lnTo>
                <a:lnTo>
                  <a:pt x="93059" y="337089"/>
                </a:lnTo>
                <a:close/>
              </a:path>
              <a:path w="207644" h="337185">
                <a:moveTo>
                  <a:pt x="160405" y="308133"/>
                </a:moveTo>
                <a:lnTo>
                  <a:pt x="103727" y="308133"/>
                </a:lnTo>
                <a:lnTo>
                  <a:pt x="117990" y="306705"/>
                </a:lnTo>
                <a:lnTo>
                  <a:pt x="130968" y="302418"/>
                </a:lnTo>
                <a:lnTo>
                  <a:pt x="160496" y="274114"/>
                </a:lnTo>
                <a:lnTo>
                  <a:pt x="170783" y="230314"/>
                </a:lnTo>
                <a:lnTo>
                  <a:pt x="170783" y="198310"/>
                </a:lnTo>
                <a:lnTo>
                  <a:pt x="152495" y="152495"/>
                </a:lnTo>
                <a:lnTo>
                  <a:pt x="108299" y="132683"/>
                </a:lnTo>
                <a:lnTo>
                  <a:pt x="166220" y="132683"/>
                </a:lnTo>
                <a:lnTo>
                  <a:pt x="170783" y="138779"/>
                </a:lnTo>
                <a:lnTo>
                  <a:pt x="207454" y="138779"/>
                </a:lnTo>
                <a:lnTo>
                  <a:pt x="207454" y="294417"/>
                </a:lnTo>
                <a:lnTo>
                  <a:pt x="170783" y="294417"/>
                </a:lnTo>
                <a:lnTo>
                  <a:pt x="160405" y="308133"/>
                </a:lnTo>
                <a:close/>
              </a:path>
              <a:path w="207644" h="337185">
                <a:moveTo>
                  <a:pt x="207454" y="332517"/>
                </a:moveTo>
                <a:lnTo>
                  <a:pt x="170783" y="332517"/>
                </a:lnTo>
                <a:lnTo>
                  <a:pt x="170783" y="294417"/>
                </a:lnTo>
                <a:lnTo>
                  <a:pt x="207454" y="294417"/>
                </a:lnTo>
                <a:lnTo>
                  <a:pt x="207454" y="33251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 descr=""/>
          <p:cNvGrpSpPr/>
          <p:nvPr/>
        </p:nvGrpSpPr>
        <p:grpSpPr>
          <a:xfrm>
            <a:off x="2096738" y="5795010"/>
            <a:ext cx="910590" cy="337185"/>
            <a:chOff x="2096738" y="5795010"/>
            <a:chExt cx="910590" cy="337185"/>
          </a:xfrm>
        </p:grpSpPr>
        <p:pic>
          <p:nvPicPr>
            <p:cNvPr id="81" name="object 8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96738" y="5897213"/>
              <a:ext cx="195262" cy="234886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330100" y="5897213"/>
              <a:ext cx="169259" cy="234886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537460" y="5897213"/>
              <a:ext cx="221170" cy="234886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2801302" y="5795010"/>
              <a:ext cx="206375" cy="337185"/>
            </a:xfrm>
            <a:custGeom>
              <a:avLst/>
              <a:gdLst/>
              <a:ahLst/>
              <a:cxnLst/>
              <a:rect l="l" t="t" r="r" b="b"/>
              <a:pathLst>
                <a:path w="206375" h="337185">
                  <a:moveTo>
                    <a:pt x="205930" y="138779"/>
                  </a:moveTo>
                  <a:lnTo>
                    <a:pt x="170783" y="138779"/>
                  </a:lnTo>
                  <a:lnTo>
                    <a:pt x="170783" y="0"/>
                  </a:lnTo>
                  <a:lnTo>
                    <a:pt x="205930" y="0"/>
                  </a:lnTo>
                  <a:lnTo>
                    <a:pt x="205930" y="138779"/>
                  </a:lnTo>
                  <a:close/>
                </a:path>
                <a:path w="206375" h="337185">
                  <a:moveTo>
                    <a:pt x="93059" y="337089"/>
                  </a:moveTo>
                  <a:lnTo>
                    <a:pt x="54185" y="330041"/>
                  </a:lnTo>
                  <a:lnTo>
                    <a:pt x="13501" y="291831"/>
                  </a:lnTo>
                  <a:lnTo>
                    <a:pt x="1452" y="250617"/>
                  </a:lnTo>
                  <a:lnTo>
                    <a:pt x="0" y="225742"/>
                  </a:lnTo>
                  <a:lnTo>
                    <a:pt x="1714" y="199462"/>
                  </a:lnTo>
                  <a:lnTo>
                    <a:pt x="15430" y="154296"/>
                  </a:lnTo>
                  <a:lnTo>
                    <a:pt x="42584" y="121491"/>
                  </a:lnTo>
                  <a:lnTo>
                    <a:pt x="80246" y="104441"/>
                  </a:lnTo>
                  <a:lnTo>
                    <a:pt x="102203" y="102203"/>
                  </a:lnTo>
                  <a:lnTo>
                    <a:pt x="123610" y="104489"/>
                  </a:lnTo>
                  <a:lnTo>
                    <a:pt x="142017" y="111347"/>
                  </a:lnTo>
                  <a:lnTo>
                    <a:pt x="157281" y="122777"/>
                  </a:lnTo>
                  <a:lnTo>
                    <a:pt x="164696" y="132683"/>
                  </a:lnTo>
                  <a:lnTo>
                    <a:pt x="106775" y="132683"/>
                  </a:lnTo>
                  <a:lnTo>
                    <a:pt x="91392" y="134350"/>
                  </a:lnTo>
                  <a:lnTo>
                    <a:pt x="54959" y="157067"/>
                  </a:lnTo>
                  <a:lnTo>
                    <a:pt x="37733" y="203881"/>
                  </a:lnTo>
                  <a:lnTo>
                    <a:pt x="36576" y="224218"/>
                  </a:lnTo>
                  <a:lnTo>
                    <a:pt x="37733" y="242545"/>
                  </a:lnTo>
                  <a:lnTo>
                    <a:pt x="54959" y="285273"/>
                  </a:lnTo>
                  <a:lnTo>
                    <a:pt x="88177" y="306705"/>
                  </a:lnTo>
                  <a:lnTo>
                    <a:pt x="102203" y="308133"/>
                  </a:lnTo>
                  <a:lnTo>
                    <a:pt x="158898" y="308133"/>
                  </a:lnTo>
                  <a:lnTo>
                    <a:pt x="154995" y="313301"/>
                  </a:lnTo>
                  <a:lnTo>
                    <a:pt x="137445" y="326612"/>
                  </a:lnTo>
                  <a:lnTo>
                    <a:pt x="116752" y="334494"/>
                  </a:lnTo>
                  <a:lnTo>
                    <a:pt x="93059" y="337089"/>
                  </a:lnTo>
                  <a:close/>
                </a:path>
                <a:path w="206375" h="337185">
                  <a:moveTo>
                    <a:pt x="158898" y="308133"/>
                  </a:moveTo>
                  <a:lnTo>
                    <a:pt x="102203" y="308133"/>
                  </a:lnTo>
                  <a:lnTo>
                    <a:pt x="117109" y="306705"/>
                  </a:lnTo>
                  <a:lnTo>
                    <a:pt x="130016" y="302418"/>
                  </a:lnTo>
                  <a:lnTo>
                    <a:pt x="159853" y="274114"/>
                  </a:lnTo>
                  <a:lnTo>
                    <a:pt x="170783" y="230314"/>
                  </a:lnTo>
                  <a:lnTo>
                    <a:pt x="170783" y="198310"/>
                  </a:lnTo>
                  <a:lnTo>
                    <a:pt x="152495" y="152495"/>
                  </a:lnTo>
                  <a:lnTo>
                    <a:pt x="106775" y="132683"/>
                  </a:lnTo>
                  <a:lnTo>
                    <a:pt x="164696" y="132683"/>
                  </a:lnTo>
                  <a:lnTo>
                    <a:pt x="169259" y="138779"/>
                  </a:lnTo>
                  <a:lnTo>
                    <a:pt x="205930" y="138779"/>
                  </a:lnTo>
                  <a:lnTo>
                    <a:pt x="205930" y="294417"/>
                  </a:lnTo>
                  <a:lnTo>
                    <a:pt x="169259" y="294417"/>
                  </a:lnTo>
                  <a:lnTo>
                    <a:pt x="158898" y="308133"/>
                  </a:lnTo>
                  <a:close/>
                </a:path>
                <a:path w="206375" h="337185">
                  <a:moveTo>
                    <a:pt x="205930" y="332517"/>
                  </a:moveTo>
                  <a:lnTo>
                    <a:pt x="170783" y="332517"/>
                  </a:lnTo>
                  <a:lnTo>
                    <a:pt x="170783" y="294417"/>
                  </a:lnTo>
                  <a:lnTo>
                    <a:pt x="205930" y="294417"/>
                  </a:lnTo>
                  <a:lnTo>
                    <a:pt x="205930" y="332517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5" name="object 85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065145" y="5897213"/>
            <a:ext cx="195262" cy="23488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63739" y="733583"/>
            <a:ext cx="96520" cy="172720"/>
          </a:xfrm>
          <a:custGeom>
            <a:avLst/>
            <a:gdLst/>
            <a:ahLst/>
            <a:cxnLst/>
            <a:rect l="l" t="t" r="r" b="b"/>
            <a:pathLst>
              <a:path w="96519" h="172719">
                <a:moveTo>
                  <a:pt x="0" y="0"/>
                </a:moveTo>
                <a:lnTo>
                  <a:pt x="96011" y="0"/>
                </a:lnTo>
                <a:lnTo>
                  <a:pt x="96011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3739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5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6012" y="431800"/>
                </a:lnTo>
                <a:lnTo>
                  <a:pt x="96012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95310" y="734313"/>
            <a:ext cx="343535" cy="430530"/>
          </a:xfrm>
          <a:custGeom>
            <a:avLst/>
            <a:gdLst/>
            <a:ahLst/>
            <a:cxnLst/>
            <a:rect l="l" t="t" r="r" b="b"/>
            <a:pathLst>
              <a:path w="343535" h="430530">
                <a:moveTo>
                  <a:pt x="343090" y="0"/>
                </a:moveTo>
                <a:lnTo>
                  <a:pt x="0" y="0"/>
                </a:lnTo>
                <a:lnTo>
                  <a:pt x="0" y="78740"/>
                </a:lnTo>
                <a:lnTo>
                  <a:pt x="121920" y="78740"/>
                </a:lnTo>
                <a:lnTo>
                  <a:pt x="121920" y="430530"/>
                </a:lnTo>
                <a:lnTo>
                  <a:pt x="219557" y="430530"/>
                </a:lnTo>
                <a:lnTo>
                  <a:pt x="219557" y="78740"/>
                </a:lnTo>
                <a:lnTo>
                  <a:pt x="343090" y="78740"/>
                </a:lnTo>
                <a:lnTo>
                  <a:pt x="34309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6414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60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8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86482" y="734059"/>
            <a:ext cx="257810" cy="431800"/>
          </a:xfrm>
          <a:custGeom>
            <a:avLst/>
            <a:gdLst/>
            <a:ahLst/>
            <a:cxnLst/>
            <a:rect l="l" t="t" r="r" b="b"/>
            <a:pathLst>
              <a:path w="257810" h="431800">
                <a:moveTo>
                  <a:pt x="257746" y="351790"/>
                </a:moveTo>
                <a:lnTo>
                  <a:pt x="97637" y="351790"/>
                </a:lnTo>
                <a:lnTo>
                  <a:pt x="97637" y="0"/>
                </a:lnTo>
                <a:lnTo>
                  <a:pt x="0" y="0"/>
                </a:lnTo>
                <a:lnTo>
                  <a:pt x="0" y="351790"/>
                </a:lnTo>
                <a:lnTo>
                  <a:pt x="0" y="431800"/>
                </a:lnTo>
                <a:lnTo>
                  <a:pt x="257746" y="431800"/>
                </a:lnTo>
                <a:lnTo>
                  <a:pt x="257746" y="35179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873019" y="734313"/>
            <a:ext cx="625475" cy="438784"/>
          </a:xfrm>
          <a:custGeom>
            <a:avLst/>
            <a:gdLst/>
            <a:ahLst/>
            <a:cxnLst/>
            <a:rect l="l" t="t" r="r" b="b"/>
            <a:pathLst>
              <a:path w="625475" h="438784">
                <a:moveTo>
                  <a:pt x="248602" y="0"/>
                </a:moveTo>
                <a:lnTo>
                  <a:pt x="0" y="0"/>
                </a:lnTo>
                <a:lnTo>
                  <a:pt x="0" y="78740"/>
                </a:lnTo>
                <a:lnTo>
                  <a:pt x="0" y="184150"/>
                </a:lnTo>
                <a:lnTo>
                  <a:pt x="0" y="262890"/>
                </a:lnTo>
                <a:lnTo>
                  <a:pt x="0" y="430530"/>
                </a:lnTo>
                <a:lnTo>
                  <a:pt x="96012" y="430530"/>
                </a:lnTo>
                <a:lnTo>
                  <a:pt x="96012" y="262890"/>
                </a:lnTo>
                <a:lnTo>
                  <a:pt x="236321" y="262890"/>
                </a:lnTo>
                <a:lnTo>
                  <a:pt x="236321" y="184150"/>
                </a:lnTo>
                <a:lnTo>
                  <a:pt x="96012" y="184150"/>
                </a:lnTo>
                <a:lnTo>
                  <a:pt x="96012" y="78740"/>
                </a:lnTo>
                <a:lnTo>
                  <a:pt x="248602" y="78740"/>
                </a:lnTo>
                <a:lnTo>
                  <a:pt x="248602" y="0"/>
                </a:lnTo>
                <a:close/>
              </a:path>
              <a:path w="625475" h="438784">
                <a:moveTo>
                  <a:pt x="625221" y="272478"/>
                </a:moveTo>
                <a:lnTo>
                  <a:pt x="614743" y="208394"/>
                </a:lnTo>
                <a:lnTo>
                  <a:pt x="582549" y="158089"/>
                </a:lnTo>
                <a:lnTo>
                  <a:pt x="530301" y="125806"/>
                </a:lnTo>
                <a:lnTo>
                  <a:pt x="529209" y="125539"/>
                </a:lnTo>
                <a:lnTo>
                  <a:pt x="529209" y="274002"/>
                </a:lnTo>
                <a:lnTo>
                  <a:pt x="524903" y="314032"/>
                </a:lnTo>
                <a:lnTo>
                  <a:pt x="512013" y="342633"/>
                </a:lnTo>
                <a:lnTo>
                  <a:pt x="490550" y="359816"/>
                </a:lnTo>
                <a:lnTo>
                  <a:pt x="460540" y="365544"/>
                </a:lnTo>
                <a:lnTo>
                  <a:pt x="429412" y="360070"/>
                </a:lnTo>
                <a:lnTo>
                  <a:pt x="406996" y="343585"/>
                </a:lnTo>
                <a:lnTo>
                  <a:pt x="393458" y="315963"/>
                </a:lnTo>
                <a:lnTo>
                  <a:pt x="388899" y="277050"/>
                </a:lnTo>
                <a:lnTo>
                  <a:pt x="390042" y="256692"/>
                </a:lnTo>
                <a:lnTo>
                  <a:pt x="407187" y="211429"/>
                </a:lnTo>
                <a:lnTo>
                  <a:pt x="444271" y="189992"/>
                </a:lnTo>
                <a:lnTo>
                  <a:pt x="460540" y="188569"/>
                </a:lnTo>
                <a:lnTo>
                  <a:pt x="490550" y="193979"/>
                </a:lnTo>
                <a:lnTo>
                  <a:pt x="512013" y="210108"/>
                </a:lnTo>
                <a:lnTo>
                  <a:pt x="524903" y="236829"/>
                </a:lnTo>
                <a:lnTo>
                  <a:pt x="529209" y="274002"/>
                </a:lnTo>
                <a:lnTo>
                  <a:pt x="529209" y="125539"/>
                </a:lnTo>
                <a:lnTo>
                  <a:pt x="498030" y="117919"/>
                </a:lnTo>
                <a:lnTo>
                  <a:pt x="462064" y="115316"/>
                </a:lnTo>
                <a:lnTo>
                  <a:pt x="425183" y="117919"/>
                </a:lnTo>
                <a:lnTo>
                  <a:pt x="363397" y="139153"/>
                </a:lnTo>
                <a:lnTo>
                  <a:pt x="318516" y="181825"/>
                </a:lnTo>
                <a:lnTo>
                  <a:pt x="295656" y="241922"/>
                </a:lnTo>
                <a:lnTo>
                  <a:pt x="292798" y="278574"/>
                </a:lnTo>
                <a:lnTo>
                  <a:pt x="295414" y="313410"/>
                </a:lnTo>
                <a:lnTo>
                  <a:pt x="317233" y="371678"/>
                </a:lnTo>
                <a:lnTo>
                  <a:pt x="360756" y="413626"/>
                </a:lnTo>
                <a:lnTo>
                  <a:pt x="420865" y="435864"/>
                </a:lnTo>
                <a:lnTo>
                  <a:pt x="457492" y="438696"/>
                </a:lnTo>
                <a:lnTo>
                  <a:pt x="494360" y="435864"/>
                </a:lnTo>
                <a:lnTo>
                  <a:pt x="556145" y="413626"/>
                </a:lnTo>
                <a:lnTo>
                  <a:pt x="600786" y="369862"/>
                </a:lnTo>
                <a:lnTo>
                  <a:pt x="622604" y="309118"/>
                </a:lnTo>
                <a:lnTo>
                  <a:pt x="625221" y="2724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60826" y="849629"/>
            <a:ext cx="735330" cy="316230"/>
          </a:xfrm>
          <a:custGeom>
            <a:avLst/>
            <a:gdLst/>
            <a:ahLst/>
            <a:cxnLst/>
            <a:rect l="l" t="t" r="r" b="b"/>
            <a:pathLst>
              <a:path w="735329" h="316230">
                <a:moveTo>
                  <a:pt x="201256" y="6096"/>
                </a:moveTo>
                <a:lnTo>
                  <a:pt x="195160" y="3048"/>
                </a:lnTo>
                <a:lnTo>
                  <a:pt x="187540" y="1524"/>
                </a:lnTo>
                <a:lnTo>
                  <a:pt x="176872" y="1524"/>
                </a:lnTo>
                <a:lnTo>
                  <a:pt x="150304" y="5511"/>
                </a:lnTo>
                <a:lnTo>
                  <a:pt x="127863" y="17348"/>
                </a:lnTo>
                <a:lnTo>
                  <a:pt x="109715" y="36931"/>
                </a:lnTo>
                <a:lnTo>
                  <a:pt x="96012" y="64109"/>
                </a:lnTo>
                <a:lnTo>
                  <a:pt x="94488" y="64109"/>
                </a:lnTo>
                <a:lnTo>
                  <a:pt x="94488" y="7620"/>
                </a:lnTo>
                <a:lnTo>
                  <a:pt x="0" y="7620"/>
                </a:lnTo>
                <a:lnTo>
                  <a:pt x="0" y="315760"/>
                </a:lnTo>
                <a:lnTo>
                  <a:pt x="94488" y="315760"/>
                </a:lnTo>
                <a:lnTo>
                  <a:pt x="94488" y="167830"/>
                </a:lnTo>
                <a:lnTo>
                  <a:pt x="95631" y="149504"/>
                </a:lnTo>
                <a:lnTo>
                  <a:pt x="112864" y="106781"/>
                </a:lnTo>
                <a:lnTo>
                  <a:pt x="145872" y="85344"/>
                </a:lnTo>
                <a:lnTo>
                  <a:pt x="160108" y="83921"/>
                </a:lnTo>
                <a:lnTo>
                  <a:pt x="171259" y="84493"/>
                </a:lnTo>
                <a:lnTo>
                  <a:pt x="181825" y="86207"/>
                </a:lnTo>
                <a:lnTo>
                  <a:pt x="191833" y="89065"/>
                </a:lnTo>
                <a:lnTo>
                  <a:pt x="201256" y="93065"/>
                </a:lnTo>
                <a:lnTo>
                  <a:pt x="201256" y="6096"/>
                </a:lnTo>
                <a:close/>
              </a:path>
              <a:path w="735329" h="316230">
                <a:moveTo>
                  <a:pt x="735037" y="123545"/>
                </a:moveTo>
                <a:lnTo>
                  <a:pt x="728751" y="69519"/>
                </a:lnTo>
                <a:lnTo>
                  <a:pt x="709879" y="30911"/>
                </a:lnTo>
                <a:lnTo>
                  <a:pt x="678421" y="7734"/>
                </a:lnTo>
                <a:lnTo>
                  <a:pt x="634365" y="0"/>
                </a:lnTo>
                <a:lnTo>
                  <a:pt x="602094" y="3454"/>
                </a:lnTo>
                <a:lnTo>
                  <a:pt x="573976" y="13919"/>
                </a:lnTo>
                <a:lnTo>
                  <a:pt x="550138" y="31546"/>
                </a:lnTo>
                <a:lnTo>
                  <a:pt x="530733" y="56489"/>
                </a:lnTo>
                <a:lnTo>
                  <a:pt x="515759" y="31546"/>
                </a:lnTo>
                <a:lnTo>
                  <a:pt x="495973" y="13919"/>
                </a:lnTo>
                <a:lnTo>
                  <a:pt x="471055" y="3454"/>
                </a:lnTo>
                <a:lnTo>
                  <a:pt x="440715" y="0"/>
                </a:lnTo>
                <a:lnTo>
                  <a:pt x="425234" y="889"/>
                </a:lnTo>
                <a:lnTo>
                  <a:pt x="382714" y="15240"/>
                </a:lnTo>
                <a:lnTo>
                  <a:pt x="349275" y="43827"/>
                </a:lnTo>
                <a:lnTo>
                  <a:pt x="341566" y="54965"/>
                </a:lnTo>
                <a:lnTo>
                  <a:pt x="340042" y="54965"/>
                </a:lnTo>
                <a:lnTo>
                  <a:pt x="340042" y="7620"/>
                </a:lnTo>
                <a:lnTo>
                  <a:pt x="245452" y="7620"/>
                </a:lnTo>
                <a:lnTo>
                  <a:pt x="245452" y="315760"/>
                </a:lnTo>
                <a:lnTo>
                  <a:pt x="340042" y="315760"/>
                </a:lnTo>
                <a:lnTo>
                  <a:pt x="340042" y="144970"/>
                </a:lnTo>
                <a:lnTo>
                  <a:pt x="340918" y="128866"/>
                </a:lnTo>
                <a:lnTo>
                  <a:pt x="355282" y="91541"/>
                </a:lnTo>
                <a:lnTo>
                  <a:pt x="393471" y="73253"/>
                </a:lnTo>
                <a:lnTo>
                  <a:pt x="414591" y="77254"/>
                </a:lnTo>
                <a:lnTo>
                  <a:pt x="429856" y="89268"/>
                </a:lnTo>
                <a:lnTo>
                  <a:pt x="439115" y="109296"/>
                </a:lnTo>
                <a:lnTo>
                  <a:pt x="442239" y="137350"/>
                </a:lnTo>
                <a:lnTo>
                  <a:pt x="442239" y="315760"/>
                </a:lnTo>
                <a:lnTo>
                  <a:pt x="536829" y="315760"/>
                </a:lnTo>
                <a:lnTo>
                  <a:pt x="536829" y="143446"/>
                </a:lnTo>
                <a:lnTo>
                  <a:pt x="537921" y="129108"/>
                </a:lnTo>
                <a:lnTo>
                  <a:pt x="552069" y="93065"/>
                </a:lnTo>
                <a:lnTo>
                  <a:pt x="590169" y="73253"/>
                </a:lnTo>
                <a:lnTo>
                  <a:pt x="612165" y="77304"/>
                </a:lnTo>
                <a:lnTo>
                  <a:pt x="627888" y="89649"/>
                </a:lnTo>
                <a:lnTo>
                  <a:pt x="637311" y="110578"/>
                </a:lnTo>
                <a:lnTo>
                  <a:pt x="640461" y="140398"/>
                </a:lnTo>
                <a:lnTo>
                  <a:pt x="640461" y="315760"/>
                </a:lnTo>
                <a:lnTo>
                  <a:pt x="735037" y="315760"/>
                </a:lnTo>
                <a:lnTo>
                  <a:pt x="735037" y="123545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568850" y="842454"/>
            <a:ext cx="293370" cy="292100"/>
          </a:xfrm>
          <a:custGeom>
            <a:avLst/>
            <a:gdLst/>
            <a:ahLst/>
            <a:cxnLst/>
            <a:rect l="l" t="t" r="r" b="b"/>
            <a:pathLst>
              <a:path w="293370" h="292100">
                <a:moveTo>
                  <a:pt x="292798" y="115570"/>
                </a:moveTo>
                <a:lnTo>
                  <a:pt x="176885" y="115570"/>
                </a:lnTo>
                <a:lnTo>
                  <a:pt x="176885" y="0"/>
                </a:lnTo>
                <a:lnTo>
                  <a:pt x="115925" y="0"/>
                </a:lnTo>
                <a:lnTo>
                  <a:pt x="115925" y="115570"/>
                </a:lnTo>
                <a:lnTo>
                  <a:pt x="0" y="115570"/>
                </a:lnTo>
                <a:lnTo>
                  <a:pt x="0" y="176530"/>
                </a:lnTo>
                <a:lnTo>
                  <a:pt x="115925" y="176530"/>
                </a:lnTo>
                <a:lnTo>
                  <a:pt x="115925" y="292100"/>
                </a:lnTo>
                <a:lnTo>
                  <a:pt x="176885" y="292100"/>
                </a:lnTo>
                <a:lnTo>
                  <a:pt x="176885" y="176530"/>
                </a:lnTo>
                <a:lnTo>
                  <a:pt x="292798" y="176530"/>
                </a:lnTo>
                <a:lnTo>
                  <a:pt x="292798" y="11557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152929" y="733710"/>
            <a:ext cx="316230" cy="431800"/>
          </a:xfrm>
          <a:custGeom>
            <a:avLst/>
            <a:gdLst/>
            <a:ahLst/>
            <a:cxnLst/>
            <a:rect l="l" t="t" r="r" b="b"/>
            <a:pathLst>
              <a:path w="316229" h="431800">
                <a:moveTo>
                  <a:pt x="97631" y="431673"/>
                </a:moveTo>
                <a:lnTo>
                  <a:pt x="0" y="431673"/>
                </a:lnTo>
                <a:lnTo>
                  <a:pt x="0" y="0"/>
                </a:lnTo>
                <a:lnTo>
                  <a:pt x="152495" y="0"/>
                </a:lnTo>
                <a:lnTo>
                  <a:pt x="211051" y="5496"/>
                </a:lnTo>
                <a:lnTo>
                  <a:pt x="256713" y="21979"/>
                </a:lnTo>
                <a:lnTo>
                  <a:pt x="289415" y="49439"/>
                </a:lnTo>
                <a:lnTo>
                  <a:pt x="302382" y="74771"/>
                </a:lnTo>
                <a:lnTo>
                  <a:pt x="97631" y="74771"/>
                </a:lnTo>
                <a:lnTo>
                  <a:pt x="97631" y="208978"/>
                </a:lnTo>
                <a:lnTo>
                  <a:pt x="296127" y="208978"/>
                </a:lnTo>
                <a:lnTo>
                  <a:pt x="289298" y="220502"/>
                </a:lnTo>
                <a:lnTo>
                  <a:pt x="243314" y="260325"/>
                </a:lnTo>
                <a:lnTo>
                  <a:pt x="180506" y="279890"/>
                </a:lnTo>
                <a:lnTo>
                  <a:pt x="143351" y="282225"/>
                </a:lnTo>
                <a:lnTo>
                  <a:pt x="97631" y="282225"/>
                </a:lnTo>
                <a:lnTo>
                  <a:pt x="97631" y="431673"/>
                </a:lnTo>
                <a:close/>
              </a:path>
              <a:path w="316229" h="431800">
                <a:moveTo>
                  <a:pt x="296127" y="208978"/>
                </a:moveTo>
                <a:lnTo>
                  <a:pt x="135731" y="208978"/>
                </a:lnTo>
                <a:lnTo>
                  <a:pt x="169790" y="204690"/>
                </a:lnTo>
                <a:lnTo>
                  <a:pt x="194107" y="191821"/>
                </a:lnTo>
                <a:lnTo>
                  <a:pt x="208691" y="170362"/>
                </a:lnTo>
                <a:lnTo>
                  <a:pt x="213550" y="140303"/>
                </a:lnTo>
                <a:lnTo>
                  <a:pt x="208691" y="111418"/>
                </a:lnTo>
                <a:lnTo>
                  <a:pt x="194107" y="90963"/>
                </a:lnTo>
                <a:lnTo>
                  <a:pt x="169790" y="78795"/>
                </a:lnTo>
                <a:lnTo>
                  <a:pt x="135731" y="74771"/>
                </a:lnTo>
                <a:lnTo>
                  <a:pt x="302382" y="74771"/>
                </a:lnTo>
                <a:lnTo>
                  <a:pt x="309086" y="87867"/>
                </a:lnTo>
                <a:lnTo>
                  <a:pt x="315658" y="137255"/>
                </a:lnTo>
                <a:lnTo>
                  <a:pt x="312777" y="167885"/>
                </a:lnTo>
                <a:lnTo>
                  <a:pt x="304038" y="195631"/>
                </a:lnTo>
                <a:lnTo>
                  <a:pt x="296127" y="2089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31262" y="733583"/>
            <a:ext cx="97790" cy="172720"/>
          </a:xfrm>
          <a:custGeom>
            <a:avLst/>
            <a:gdLst/>
            <a:ahLst/>
            <a:cxnLst/>
            <a:rect l="l" t="t" r="r" b="b"/>
            <a:pathLst>
              <a:path w="97789" h="172719">
                <a:moveTo>
                  <a:pt x="0" y="0"/>
                </a:moveTo>
                <a:lnTo>
                  <a:pt x="97536" y="0"/>
                </a:lnTo>
                <a:lnTo>
                  <a:pt x="97536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531256" y="733589"/>
            <a:ext cx="374015" cy="431800"/>
          </a:xfrm>
          <a:custGeom>
            <a:avLst/>
            <a:gdLst/>
            <a:ahLst/>
            <a:cxnLst/>
            <a:rect l="l" t="t" r="r" b="b"/>
            <a:pathLst>
              <a:path w="374014" h="431800">
                <a:moveTo>
                  <a:pt x="373570" y="0"/>
                </a:moveTo>
                <a:lnTo>
                  <a:pt x="276034" y="0"/>
                </a:lnTo>
                <a:lnTo>
                  <a:pt x="276034" y="172720"/>
                </a:lnTo>
                <a:lnTo>
                  <a:pt x="0" y="172720"/>
                </a:lnTo>
                <a:lnTo>
                  <a:pt x="0" y="256540"/>
                </a:lnTo>
                <a:lnTo>
                  <a:pt x="0" y="431800"/>
                </a:lnTo>
                <a:lnTo>
                  <a:pt x="97536" y="431800"/>
                </a:lnTo>
                <a:lnTo>
                  <a:pt x="97536" y="256540"/>
                </a:lnTo>
                <a:lnTo>
                  <a:pt x="276034" y="256540"/>
                </a:lnTo>
                <a:lnTo>
                  <a:pt x="276034" y="431800"/>
                </a:lnTo>
                <a:lnTo>
                  <a:pt x="373570" y="431800"/>
                </a:lnTo>
                <a:lnTo>
                  <a:pt x="373570" y="256540"/>
                </a:lnTo>
                <a:lnTo>
                  <a:pt x="373570" y="172720"/>
                </a:lnTo>
                <a:lnTo>
                  <a:pt x="373570" y="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003893" y="733710"/>
            <a:ext cx="316230" cy="431800"/>
          </a:xfrm>
          <a:custGeom>
            <a:avLst/>
            <a:gdLst/>
            <a:ahLst/>
            <a:cxnLst/>
            <a:rect l="l" t="t" r="r" b="b"/>
            <a:pathLst>
              <a:path w="316229" h="431800">
                <a:moveTo>
                  <a:pt x="97631" y="431673"/>
                </a:moveTo>
                <a:lnTo>
                  <a:pt x="0" y="431673"/>
                </a:lnTo>
                <a:lnTo>
                  <a:pt x="0" y="0"/>
                </a:lnTo>
                <a:lnTo>
                  <a:pt x="152495" y="0"/>
                </a:lnTo>
                <a:lnTo>
                  <a:pt x="211051" y="5496"/>
                </a:lnTo>
                <a:lnTo>
                  <a:pt x="256713" y="21979"/>
                </a:lnTo>
                <a:lnTo>
                  <a:pt x="289415" y="49439"/>
                </a:lnTo>
                <a:lnTo>
                  <a:pt x="302382" y="74771"/>
                </a:lnTo>
                <a:lnTo>
                  <a:pt x="97631" y="74771"/>
                </a:lnTo>
                <a:lnTo>
                  <a:pt x="97631" y="208978"/>
                </a:lnTo>
                <a:lnTo>
                  <a:pt x="296127" y="208978"/>
                </a:lnTo>
                <a:lnTo>
                  <a:pt x="289298" y="220502"/>
                </a:lnTo>
                <a:lnTo>
                  <a:pt x="243314" y="260325"/>
                </a:lnTo>
                <a:lnTo>
                  <a:pt x="180506" y="279890"/>
                </a:lnTo>
                <a:lnTo>
                  <a:pt x="143351" y="282225"/>
                </a:lnTo>
                <a:lnTo>
                  <a:pt x="97631" y="282225"/>
                </a:lnTo>
                <a:lnTo>
                  <a:pt x="97631" y="431673"/>
                </a:lnTo>
                <a:close/>
              </a:path>
              <a:path w="316229" h="431800">
                <a:moveTo>
                  <a:pt x="296127" y="208978"/>
                </a:moveTo>
                <a:lnTo>
                  <a:pt x="135731" y="208978"/>
                </a:lnTo>
                <a:lnTo>
                  <a:pt x="169790" y="204690"/>
                </a:lnTo>
                <a:lnTo>
                  <a:pt x="194107" y="191821"/>
                </a:lnTo>
                <a:lnTo>
                  <a:pt x="208691" y="170362"/>
                </a:lnTo>
                <a:lnTo>
                  <a:pt x="213550" y="140303"/>
                </a:lnTo>
                <a:lnTo>
                  <a:pt x="208691" y="111418"/>
                </a:lnTo>
                <a:lnTo>
                  <a:pt x="194107" y="90963"/>
                </a:lnTo>
                <a:lnTo>
                  <a:pt x="169790" y="78795"/>
                </a:lnTo>
                <a:lnTo>
                  <a:pt x="135731" y="74771"/>
                </a:lnTo>
                <a:lnTo>
                  <a:pt x="302382" y="74771"/>
                </a:lnTo>
                <a:lnTo>
                  <a:pt x="309086" y="87867"/>
                </a:lnTo>
                <a:lnTo>
                  <a:pt x="315658" y="137255"/>
                </a:lnTo>
                <a:lnTo>
                  <a:pt x="312777" y="167885"/>
                </a:lnTo>
                <a:lnTo>
                  <a:pt x="304038" y="195631"/>
                </a:lnTo>
                <a:lnTo>
                  <a:pt x="296127" y="208978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574244" y="842454"/>
            <a:ext cx="294640" cy="292100"/>
          </a:xfrm>
          <a:custGeom>
            <a:avLst/>
            <a:gdLst/>
            <a:ahLst/>
            <a:cxnLst/>
            <a:rect l="l" t="t" r="r" b="b"/>
            <a:pathLst>
              <a:path w="294640" h="292100">
                <a:moveTo>
                  <a:pt x="294424" y="115570"/>
                </a:moveTo>
                <a:lnTo>
                  <a:pt x="178498" y="115570"/>
                </a:lnTo>
                <a:lnTo>
                  <a:pt x="178498" y="0"/>
                </a:lnTo>
                <a:lnTo>
                  <a:pt x="117449" y="0"/>
                </a:lnTo>
                <a:lnTo>
                  <a:pt x="117449" y="115570"/>
                </a:lnTo>
                <a:lnTo>
                  <a:pt x="0" y="115570"/>
                </a:lnTo>
                <a:lnTo>
                  <a:pt x="0" y="176530"/>
                </a:lnTo>
                <a:lnTo>
                  <a:pt x="117449" y="176530"/>
                </a:lnTo>
                <a:lnTo>
                  <a:pt x="117449" y="292100"/>
                </a:lnTo>
                <a:lnTo>
                  <a:pt x="178498" y="292100"/>
                </a:lnTo>
                <a:lnTo>
                  <a:pt x="178498" y="176530"/>
                </a:lnTo>
                <a:lnTo>
                  <a:pt x="294424" y="176530"/>
                </a:lnTo>
                <a:lnTo>
                  <a:pt x="294424" y="115570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158418" y="733710"/>
            <a:ext cx="492759" cy="431800"/>
          </a:xfrm>
          <a:custGeom>
            <a:avLst/>
            <a:gdLst/>
            <a:ahLst/>
            <a:cxnLst/>
            <a:rect l="l" t="t" r="r" b="b"/>
            <a:pathLst>
              <a:path w="492759" h="431800">
                <a:moveTo>
                  <a:pt x="492537" y="431672"/>
                </a:moveTo>
                <a:lnTo>
                  <a:pt x="396525" y="431672"/>
                </a:lnTo>
                <a:lnTo>
                  <a:pt x="396525" y="172402"/>
                </a:lnTo>
                <a:lnTo>
                  <a:pt x="396787" y="151201"/>
                </a:lnTo>
                <a:lnTo>
                  <a:pt x="397478" y="128885"/>
                </a:lnTo>
                <a:lnTo>
                  <a:pt x="399573" y="80867"/>
                </a:lnTo>
                <a:lnTo>
                  <a:pt x="398049" y="80867"/>
                </a:lnTo>
                <a:lnTo>
                  <a:pt x="386905" y="127587"/>
                </a:lnTo>
                <a:lnTo>
                  <a:pt x="384333" y="137255"/>
                </a:lnTo>
                <a:lnTo>
                  <a:pt x="282130" y="431672"/>
                </a:lnTo>
                <a:lnTo>
                  <a:pt x="202787" y="431672"/>
                </a:lnTo>
                <a:lnTo>
                  <a:pt x="100679" y="140303"/>
                </a:lnTo>
                <a:lnTo>
                  <a:pt x="91249" y="102584"/>
                </a:lnTo>
                <a:lnTo>
                  <a:pt x="86963" y="80867"/>
                </a:lnTo>
                <a:lnTo>
                  <a:pt x="83820" y="80867"/>
                </a:lnTo>
                <a:lnTo>
                  <a:pt x="87332" y="140541"/>
                </a:lnTo>
                <a:lnTo>
                  <a:pt x="88487" y="192214"/>
                </a:lnTo>
                <a:lnTo>
                  <a:pt x="88487" y="431672"/>
                </a:lnTo>
                <a:lnTo>
                  <a:pt x="0" y="431672"/>
                </a:lnTo>
                <a:lnTo>
                  <a:pt x="0" y="0"/>
                </a:lnTo>
                <a:lnTo>
                  <a:pt x="143351" y="0"/>
                </a:lnTo>
                <a:lnTo>
                  <a:pt x="230314" y="256317"/>
                </a:lnTo>
                <a:lnTo>
                  <a:pt x="235481" y="271200"/>
                </a:lnTo>
                <a:lnTo>
                  <a:pt x="239649" y="286226"/>
                </a:lnTo>
                <a:lnTo>
                  <a:pt x="242958" y="301537"/>
                </a:lnTo>
                <a:lnTo>
                  <a:pt x="245554" y="317277"/>
                </a:lnTo>
                <a:lnTo>
                  <a:pt x="248602" y="317277"/>
                </a:lnTo>
                <a:lnTo>
                  <a:pt x="260818" y="268843"/>
                </a:lnTo>
                <a:lnTo>
                  <a:pt x="353758" y="0"/>
                </a:lnTo>
                <a:lnTo>
                  <a:pt x="492537" y="0"/>
                </a:lnTo>
                <a:lnTo>
                  <a:pt x="492537" y="43167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698295" y="726096"/>
            <a:ext cx="1453515" cy="584835"/>
          </a:xfrm>
          <a:custGeom>
            <a:avLst/>
            <a:gdLst/>
            <a:ahLst/>
            <a:cxnLst/>
            <a:rect l="l" t="t" r="r" b="b"/>
            <a:pathLst>
              <a:path w="1453515" h="584835">
                <a:moveTo>
                  <a:pt x="335470" y="131152"/>
                </a:moveTo>
                <a:lnTo>
                  <a:pt x="240880" y="131152"/>
                </a:lnTo>
                <a:lnTo>
                  <a:pt x="182968" y="318795"/>
                </a:lnTo>
                <a:lnTo>
                  <a:pt x="176491" y="340512"/>
                </a:lnTo>
                <a:lnTo>
                  <a:pt x="173964" y="350520"/>
                </a:lnTo>
                <a:lnTo>
                  <a:pt x="172300" y="359943"/>
                </a:lnTo>
                <a:lnTo>
                  <a:pt x="170776" y="359943"/>
                </a:lnTo>
                <a:lnTo>
                  <a:pt x="163156" y="318795"/>
                </a:lnTo>
                <a:lnTo>
                  <a:pt x="105156" y="131152"/>
                </a:lnTo>
                <a:lnTo>
                  <a:pt x="0" y="131152"/>
                </a:lnTo>
                <a:lnTo>
                  <a:pt x="124968" y="437769"/>
                </a:lnTo>
                <a:lnTo>
                  <a:pt x="109728" y="477481"/>
                </a:lnTo>
                <a:lnTo>
                  <a:pt x="100558" y="492366"/>
                </a:lnTo>
                <a:lnTo>
                  <a:pt x="88963" y="502818"/>
                </a:lnTo>
                <a:lnTo>
                  <a:pt x="74790" y="508990"/>
                </a:lnTo>
                <a:lnTo>
                  <a:pt x="57912" y="511009"/>
                </a:lnTo>
                <a:lnTo>
                  <a:pt x="46761" y="510425"/>
                </a:lnTo>
                <a:lnTo>
                  <a:pt x="36195" y="508533"/>
                </a:lnTo>
                <a:lnTo>
                  <a:pt x="26187" y="505231"/>
                </a:lnTo>
                <a:lnTo>
                  <a:pt x="16764" y="500341"/>
                </a:lnTo>
                <a:lnTo>
                  <a:pt x="16764" y="576643"/>
                </a:lnTo>
                <a:lnTo>
                  <a:pt x="28778" y="579767"/>
                </a:lnTo>
                <a:lnTo>
                  <a:pt x="42100" y="582168"/>
                </a:lnTo>
                <a:lnTo>
                  <a:pt x="56832" y="583717"/>
                </a:lnTo>
                <a:lnTo>
                  <a:pt x="73152" y="584263"/>
                </a:lnTo>
                <a:lnTo>
                  <a:pt x="116001" y="576795"/>
                </a:lnTo>
                <a:lnTo>
                  <a:pt x="153009" y="554291"/>
                </a:lnTo>
                <a:lnTo>
                  <a:pt x="184023" y="516636"/>
                </a:lnTo>
                <a:lnTo>
                  <a:pt x="208876" y="463677"/>
                </a:lnTo>
                <a:lnTo>
                  <a:pt x="335470" y="131152"/>
                </a:lnTo>
                <a:close/>
              </a:path>
              <a:path w="1453515" h="584835">
                <a:moveTo>
                  <a:pt x="657225" y="317271"/>
                </a:moveTo>
                <a:lnTo>
                  <a:pt x="649605" y="271551"/>
                </a:lnTo>
                <a:lnTo>
                  <a:pt x="626745" y="236410"/>
                </a:lnTo>
                <a:lnTo>
                  <a:pt x="591693" y="208978"/>
                </a:lnTo>
                <a:lnTo>
                  <a:pt x="544347" y="186118"/>
                </a:lnTo>
                <a:lnTo>
                  <a:pt x="535254" y="182448"/>
                </a:lnTo>
                <a:lnTo>
                  <a:pt x="526440" y="178498"/>
                </a:lnTo>
                <a:lnTo>
                  <a:pt x="510819" y="170878"/>
                </a:lnTo>
                <a:lnTo>
                  <a:pt x="503339" y="167424"/>
                </a:lnTo>
                <a:lnTo>
                  <a:pt x="496722" y="163830"/>
                </a:lnTo>
                <a:lnTo>
                  <a:pt x="490677" y="159943"/>
                </a:lnTo>
                <a:lnTo>
                  <a:pt x="484911" y="155638"/>
                </a:lnTo>
                <a:lnTo>
                  <a:pt x="477291" y="150964"/>
                </a:lnTo>
                <a:lnTo>
                  <a:pt x="472719" y="144868"/>
                </a:lnTo>
                <a:lnTo>
                  <a:pt x="468147" y="140296"/>
                </a:lnTo>
                <a:lnTo>
                  <a:pt x="465099" y="134200"/>
                </a:lnTo>
                <a:lnTo>
                  <a:pt x="463575" y="128104"/>
                </a:lnTo>
                <a:lnTo>
                  <a:pt x="463575" y="112864"/>
                </a:lnTo>
                <a:lnTo>
                  <a:pt x="497103" y="82384"/>
                </a:lnTo>
                <a:lnTo>
                  <a:pt x="535203" y="76288"/>
                </a:lnTo>
                <a:lnTo>
                  <a:pt x="541832" y="76530"/>
                </a:lnTo>
                <a:lnTo>
                  <a:pt x="554570" y="77584"/>
                </a:lnTo>
                <a:lnTo>
                  <a:pt x="561213" y="77812"/>
                </a:lnTo>
                <a:lnTo>
                  <a:pt x="614553" y="93052"/>
                </a:lnTo>
                <a:lnTo>
                  <a:pt x="637413" y="106768"/>
                </a:lnTo>
                <a:lnTo>
                  <a:pt x="637413" y="16764"/>
                </a:lnTo>
                <a:lnTo>
                  <a:pt x="576160" y="2565"/>
                </a:lnTo>
                <a:lnTo>
                  <a:pt x="530631" y="0"/>
                </a:lnTo>
                <a:lnTo>
                  <a:pt x="513537" y="546"/>
                </a:lnTo>
                <a:lnTo>
                  <a:pt x="465099" y="7620"/>
                </a:lnTo>
                <a:lnTo>
                  <a:pt x="423735" y="23050"/>
                </a:lnTo>
                <a:lnTo>
                  <a:pt x="389763" y="48628"/>
                </a:lnTo>
                <a:lnTo>
                  <a:pt x="368439" y="83108"/>
                </a:lnTo>
                <a:lnTo>
                  <a:pt x="361378" y="128104"/>
                </a:lnTo>
                <a:lnTo>
                  <a:pt x="362826" y="149021"/>
                </a:lnTo>
                <a:lnTo>
                  <a:pt x="374878" y="185635"/>
                </a:lnTo>
                <a:lnTo>
                  <a:pt x="399796" y="216522"/>
                </a:lnTo>
                <a:lnTo>
                  <a:pt x="437057" y="242290"/>
                </a:lnTo>
                <a:lnTo>
                  <a:pt x="489458" y="265696"/>
                </a:lnTo>
                <a:lnTo>
                  <a:pt x="506577" y="273697"/>
                </a:lnTo>
                <a:lnTo>
                  <a:pt x="539203" y="294411"/>
                </a:lnTo>
                <a:lnTo>
                  <a:pt x="555117" y="318795"/>
                </a:lnTo>
                <a:lnTo>
                  <a:pt x="555117" y="332511"/>
                </a:lnTo>
                <a:lnTo>
                  <a:pt x="553593" y="338607"/>
                </a:lnTo>
                <a:lnTo>
                  <a:pt x="550545" y="343179"/>
                </a:lnTo>
                <a:lnTo>
                  <a:pt x="547395" y="349275"/>
                </a:lnTo>
                <a:lnTo>
                  <a:pt x="542823" y="353847"/>
                </a:lnTo>
                <a:lnTo>
                  <a:pt x="536727" y="356895"/>
                </a:lnTo>
                <a:lnTo>
                  <a:pt x="530631" y="361467"/>
                </a:lnTo>
                <a:lnTo>
                  <a:pt x="490728" y="370446"/>
                </a:lnTo>
                <a:lnTo>
                  <a:pt x="481863" y="370713"/>
                </a:lnTo>
                <a:lnTo>
                  <a:pt x="465886" y="369874"/>
                </a:lnTo>
                <a:lnTo>
                  <a:pt x="419379" y="358419"/>
                </a:lnTo>
                <a:lnTo>
                  <a:pt x="375996" y="336346"/>
                </a:lnTo>
                <a:lnTo>
                  <a:pt x="362902" y="326415"/>
                </a:lnTo>
                <a:lnTo>
                  <a:pt x="362902" y="422529"/>
                </a:lnTo>
                <a:lnTo>
                  <a:pt x="402374" y="437095"/>
                </a:lnTo>
                <a:lnTo>
                  <a:pt x="450811" y="445579"/>
                </a:lnTo>
                <a:lnTo>
                  <a:pt x="484911" y="446913"/>
                </a:lnTo>
                <a:lnTo>
                  <a:pt x="502678" y="446366"/>
                </a:lnTo>
                <a:lnTo>
                  <a:pt x="552069" y="439293"/>
                </a:lnTo>
                <a:lnTo>
                  <a:pt x="593420" y="425361"/>
                </a:lnTo>
                <a:lnTo>
                  <a:pt x="627316" y="400431"/>
                </a:lnTo>
                <a:lnTo>
                  <a:pt x="649503" y="365112"/>
                </a:lnTo>
                <a:lnTo>
                  <a:pt x="656361" y="334733"/>
                </a:lnTo>
                <a:lnTo>
                  <a:pt x="657225" y="317271"/>
                </a:lnTo>
                <a:close/>
              </a:path>
              <a:path w="1453515" h="584835">
                <a:moveTo>
                  <a:pt x="1166622" y="497306"/>
                </a:moveTo>
                <a:lnTo>
                  <a:pt x="1106093" y="439293"/>
                </a:lnTo>
                <a:lnTo>
                  <a:pt x="1056792" y="392049"/>
                </a:lnTo>
                <a:lnTo>
                  <a:pt x="1059840" y="389001"/>
                </a:lnTo>
                <a:lnTo>
                  <a:pt x="1061364" y="389001"/>
                </a:lnTo>
                <a:lnTo>
                  <a:pt x="1062888" y="387477"/>
                </a:lnTo>
                <a:lnTo>
                  <a:pt x="1062888" y="385953"/>
                </a:lnTo>
                <a:lnTo>
                  <a:pt x="1064412" y="384429"/>
                </a:lnTo>
                <a:lnTo>
                  <a:pt x="1080985" y="363093"/>
                </a:lnTo>
                <a:lnTo>
                  <a:pt x="1090434" y="350939"/>
                </a:lnTo>
                <a:lnTo>
                  <a:pt x="1109040" y="312318"/>
                </a:lnTo>
                <a:lnTo>
                  <a:pt x="1120216" y="268566"/>
                </a:lnTo>
                <a:lnTo>
                  <a:pt x="1123950" y="219646"/>
                </a:lnTo>
                <a:lnTo>
                  <a:pt x="1120495" y="172758"/>
                </a:lnTo>
                <a:lnTo>
                  <a:pt x="1110030" y="130594"/>
                </a:lnTo>
                <a:lnTo>
                  <a:pt x="1092403" y="93319"/>
                </a:lnTo>
                <a:lnTo>
                  <a:pt x="1085126" y="83908"/>
                </a:lnTo>
                <a:lnTo>
                  <a:pt x="1067460" y="61048"/>
                </a:lnTo>
                <a:lnTo>
                  <a:pt x="1036624" y="34112"/>
                </a:lnTo>
                <a:lnTo>
                  <a:pt x="1021651" y="26035"/>
                </a:lnTo>
                <a:lnTo>
                  <a:pt x="1021651" y="224218"/>
                </a:lnTo>
                <a:lnTo>
                  <a:pt x="1021562" y="228790"/>
                </a:lnTo>
                <a:lnTo>
                  <a:pt x="1014691" y="282981"/>
                </a:lnTo>
                <a:lnTo>
                  <a:pt x="992784" y="326415"/>
                </a:lnTo>
                <a:lnTo>
                  <a:pt x="957491" y="353898"/>
                </a:lnTo>
                <a:lnTo>
                  <a:pt x="911923" y="363093"/>
                </a:lnTo>
                <a:lnTo>
                  <a:pt x="889050" y="360768"/>
                </a:lnTo>
                <a:lnTo>
                  <a:pt x="850188" y="341795"/>
                </a:lnTo>
                <a:lnTo>
                  <a:pt x="820369" y="304888"/>
                </a:lnTo>
                <a:lnTo>
                  <a:pt x="805383" y="254558"/>
                </a:lnTo>
                <a:lnTo>
                  <a:pt x="803617" y="224218"/>
                </a:lnTo>
                <a:lnTo>
                  <a:pt x="805599" y="193890"/>
                </a:lnTo>
                <a:lnTo>
                  <a:pt x="821016" y="142913"/>
                </a:lnTo>
                <a:lnTo>
                  <a:pt x="850455" y="105130"/>
                </a:lnTo>
                <a:lnTo>
                  <a:pt x="890981" y="86220"/>
                </a:lnTo>
                <a:lnTo>
                  <a:pt x="914971" y="83908"/>
                </a:lnTo>
                <a:lnTo>
                  <a:pt x="938695" y="86194"/>
                </a:lnTo>
                <a:lnTo>
                  <a:pt x="977620" y="104482"/>
                </a:lnTo>
                <a:lnTo>
                  <a:pt x="1005662" y="141655"/>
                </a:lnTo>
                <a:lnTo>
                  <a:pt x="1020000" y="194297"/>
                </a:lnTo>
                <a:lnTo>
                  <a:pt x="1021651" y="224218"/>
                </a:lnTo>
                <a:lnTo>
                  <a:pt x="1021651" y="26035"/>
                </a:lnTo>
                <a:lnTo>
                  <a:pt x="1001344" y="15062"/>
                </a:lnTo>
                <a:lnTo>
                  <a:pt x="961758" y="3733"/>
                </a:lnTo>
                <a:lnTo>
                  <a:pt x="918019" y="0"/>
                </a:lnTo>
                <a:lnTo>
                  <a:pt x="871181" y="3975"/>
                </a:lnTo>
                <a:lnTo>
                  <a:pt x="829195" y="15824"/>
                </a:lnTo>
                <a:lnTo>
                  <a:pt x="792340" y="35407"/>
                </a:lnTo>
                <a:lnTo>
                  <a:pt x="760945" y="62572"/>
                </a:lnTo>
                <a:lnTo>
                  <a:pt x="734936" y="96913"/>
                </a:lnTo>
                <a:lnTo>
                  <a:pt x="716368" y="135966"/>
                </a:lnTo>
                <a:lnTo>
                  <a:pt x="705218" y="179882"/>
                </a:lnTo>
                <a:lnTo>
                  <a:pt x="701509" y="228790"/>
                </a:lnTo>
                <a:lnTo>
                  <a:pt x="705205" y="274802"/>
                </a:lnTo>
                <a:lnTo>
                  <a:pt x="716178" y="316509"/>
                </a:lnTo>
                <a:lnTo>
                  <a:pt x="734301" y="353656"/>
                </a:lnTo>
                <a:lnTo>
                  <a:pt x="759421" y="385953"/>
                </a:lnTo>
                <a:lnTo>
                  <a:pt x="791159" y="412838"/>
                </a:lnTo>
                <a:lnTo>
                  <a:pt x="826909" y="431863"/>
                </a:lnTo>
                <a:lnTo>
                  <a:pt x="866660" y="443179"/>
                </a:lnTo>
                <a:lnTo>
                  <a:pt x="910386" y="446913"/>
                </a:lnTo>
                <a:lnTo>
                  <a:pt x="927227" y="446366"/>
                </a:lnTo>
                <a:lnTo>
                  <a:pt x="943356" y="444817"/>
                </a:lnTo>
                <a:lnTo>
                  <a:pt x="958659" y="442417"/>
                </a:lnTo>
                <a:lnTo>
                  <a:pt x="972972" y="439293"/>
                </a:lnTo>
                <a:lnTo>
                  <a:pt x="1030884" y="497306"/>
                </a:lnTo>
                <a:lnTo>
                  <a:pt x="1166622" y="497306"/>
                </a:lnTo>
                <a:close/>
              </a:path>
              <a:path w="1453515" h="584835">
                <a:moveTo>
                  <a:pt x="1453324" y="359752"/>
                </a:moveTo>
                <a:lnTo>
                  <a:pt x="1293202" y="359752"/>
                </a:lnTo>
                <a:lnTo>
                  <a:pt x="1293202" y="7962"/>
                </a:lnTo>
                <a:lnTo>
                  <a:pt x="1195578" y="7962"/>
                </a:lnTo>
                <a:lnTo>
                  <a:pt x="1195578" y="359752"/>
                </a:lnTo>
                <a:lnTo>
                  <a:pt x="1195578" y="439762"/>
                </a:lnTo>
                <a:lnTo>
                  <a:pt x="1453324" y="439762"/>
                </a:lnTo>
                <a:lnTo>
                  <a:pt x="1453324" y="35975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303680" y="1873186"/>
            <a:ext cx="1774189" cy="438150"/>
          </a:xfrm>
          <a:custGeom>
            <a:avLst/>
            <a:gdLst/>
            <a:ahLst/>
            <a:cxnLst/>
            <a:rect l="l" t="t" r="r" b="b"/>
            <a:pathLst>
              <a:path w="1774189" h="438150">
                <a:moveTo>
                  <a:pt x="346240" y="114401"/>
                </a:moveTo>
                <a:lnTo>
                  <a:pt x="314236" y="114401"/>
                </a:lnTo>
                <a:lnTo>
                  <a:pt x="314236" y="141833"/>
                </a:lnTo>
                <a:lnTo>
                  <a:pt x="314236" y="170878"/>
                </a:lnTo>
                <a:lnTo>
                  <a:pt x="111353" y="170878"/>
                </a:lnTo>
                <a:lnTo>
                  <a:pt x="111353" y="141833"/>
                </a:lnTo>
                <a:lnTo>
                  <a:pt x="314236" y="141833"/>
                </a:lnTo>
                <a:lnTo>
                  <a:pt x="314236" y="114401"/>
                </a:lnTo>
                <a:lnTo>
                  <a:pt x="79349" y="114401"/>
                </a:lnTo>
                <a:lnTo>
                  <a:pt x="79349" y="210502"/>
                </a:lnTo>
                <a:lnTo>
                  <a:pt x="111353" y="210502"/>
                </a:lnTo>
                <a:lnTo>
                  <a:pt x="111353" y="198310"/>
                </a:lnTo>
                <a:lnTo>
                  <a:pt x="314236" y="198310"/>
                </a:lnTo>
                <a:lnTo>
                  <a:pt x="314236" y="210502"/>
                </a:lnTo>
                <a:lnTo>
                  <a:pt x="346240" y="210502"/>
                </a:lnTo>
                <a:lnTo>
                  <a:pt x="346240" y="198310"/>
                </a:lnTo>
                <a:lnTo>
                  <a:pt x="346240" y="170878"/>
                </a:lnTo>
                <a:lnTo>
                  <a:pt x="346240" y="141833"/>
                </a:lnTo>
                <a:lnTo>
                  <a:pt x="346240" y="114401"/>
                </a:lnTo>
                <a:close/>
              </a:path>
              <a:path w="1774189" h="438150">
                <a:moveTo>
                  <a:pt x="387388" y="251752"/>
                </a:moveTo>
                <a:lnTo>
                  <a:pt x="382816" y="222694"/>
                </a:lnTo>
                <a:lnTo>
                  <a:pt x="136359" y="228117"/>
                </a:lnTo>
                <a:lnTo>
                  <a:pt x="26009" y="228790"/>
                </a:lnTo>
                <a:lnTo>
                  <a:pt x="28028" y="235673"/>
                </a:lnTo>
                <a:lnTo>
                  <a:pt x="29629" y="242709"/>
                </a:lnTo>
                <a:lnTo>
                  <a:pt x="30937" y="250050"/>
                </a:lnTo>
                <a:lnTo>
                  <a:pt x="32105" y="257848"/>
                </a:lnTo>
                <a:lnTo>
                  <a:pt x="199834" y="254800"/>
                </a:lnTo>
                <a:lnTo>
                  <a:pt x="271576" y="254533"/>
                </a:lnTo>
                <a:lnTo>
                  <a:pt x="387388" y="251752"/>
                </a:lnTo>
                <a:close/>
              </a:path>
              <a:path w="1774189" h="438150">
                <a:moveTo>
                  <a:pt x="414820" y="62585"/>
                </a:moveTo>
                <a:lnTo>
                  <a:pt x="305092" y="62585"/>
                </a:lnTo>
                <a:lnTo>
                  <a:pt x="317703" y="53162"/>
                </a:lnTo>
                <a:lnTo>
                  <a:pt x="330619" y="43294"/>
                </a:lnTo>
                <a:lnTo>
                  <a:pt x="344093" y="33147"/>
                </a:lnTo>
                <a:lnTo>
                  <a:pt x="358432" y="22860"/>
                </a:lnTo>
                <a:lnTo>
                  <a:pt x="334048" y="1524"/>
                </a:lnTo>
                <a:lnTo>
                  <a:pt x="321830" y="11836"/>
                </a:lnTo>
                <a:lnTo>
                  <a:pt x="308317" y="22301"/>
                </a:lnTo>
                <a:lnTo>
                  <a:pt x="293928" y="33070"/>
                </a:lnTo>
                <a:lnTo>
                  <a:pt x="279082" y="44297"/>
                </a:lnTo>
                <a:lnTo>
                  <a:pt x="297472" y="62585"/>
                </a:lnTo>
                <a:lnTo>
                  <a:pt x="228790" y="62585"/>
                </a:lnTo>
                <a:lnTo>
                  <a:pt x="228790" y="1524"/>
                </a:lnTo>
                <a:lnTo>
                  <a:pt x="196786" y="1524"/>
                </a:lnTo>
                <a:lnTo>
                  <a:pt x="196786" y="62585"/>
                </a:lnTo>
                <a:lnTo>
                  <a:pt x="126593" y="62585"/>
                </a:lnTo>
                <a:lnTo>
                  <a:pt x="146405" y="44297"/>
                </a:lnTo>
                <a:lnTo>
                  <a:pt x="134416" y="33934"/>
                </a:lnTo>
                <a:lnTo>
                  <a:pt x="121450" y="23444"/>
                </a:lnTo>
                <a:lnTo>
                  <a:pt x="93065" y="1524"/>
                </a:lnTo>
                <a:lnTo>
                  <a:pt x="70205" y="21336"/>
                </a:lnTo>
                <a:lnTo>
                  <a:pt x="82511" y="31648"/>
                </a:lnTo>
                <a:lnTo>
                  <a:pt x="94399" y="41960"/>
                </a:lnTo>
                <a:lnTo>
                  <a:pt x="117449" y="62585"/>
                </a:lnTo>
                <a:lnTo>
                  <a:pt x="10668" y="62585"/>
                </a:lnTo>
                <a:lnTo>
                  <a:pt x="10668" y="143357"/>
                </a:lnTo>
                <a:lnTo>
                  <a:pt x="42773" y="143357"/>
                </a:lnTo>
                <a:lnTo>
                  <a:pt x="42773" y="91541"/>
                </a:lnTo>
                <a:lnTo>
                  <a:pt x="384340" y="91541"/>
                </a:lnTo>
                <a:lnTo>
                  <a:pt x="384340" y="143357"/>
                </a:lnTo>
                <a:lnTo>
                  <a:pt x="414820" y="143357"/>
                </a:lnTo>
                <a:lnTo>
                  <a:pt x="414820" y="91541"/>
                </a:lnTo>
                <a:lnTo>
                  <a:pt x="414820" y="62585"/>
                </a:lnTo>
                <a:close/>
              </a:path>
              <a:path w="1774189" h="438150">
                <a:moveTo>
                  <a:pt x="425488" y="335572"/>
                </a:moveTo>
                <a:lnTo>
                  <a:pt x="231838" y="335572"/>
                </a:lnTo>
                <a:lnTo>
                  <a:pt x="231838" y="308140"/>
                </a:lnTo>
                <a:lnTo>
                  <a:pt x="381292" y="308140"/>
                </a:lnTo>
                <a:lnTo>
                  <a:pt x="381292" y="280708"/>
                </a:lnTo>
                <a:lnTo>
                  <a:pt x="231838" y="280708"/>
                </a:lnTo>
                <a:lnTo>
                  <a:pt x="231838" y="254800"/>
                </a:lnTo>
                <a:lnTo>
                  <a:pt x="199834" y="254800"/>
                </a:lnTo>
                <a:lnTo>
                  <a:pt x="199834" y="280708"/>
                </a:lnTo>
                <a:lnTo>
                  <a:pt x="32105" y="280708"/>
                </a:lnTo>
                <a:lnTo>
                  <a:pt x="32105" y="308140"/>
                </a:lnTo>
                <a:lnTo>
                  <a:pt x="199834" y="308140"/>
                </a:lnTo>
                <a:lnTo>
                  <a:pt x="199834" y="335572"/>
                </a:lnTo>
                <a:lnTo>
                  <a:pt x="0" y="335572"/>
                </a:lnTo>
                <a:lnTo>
                  <a:pt x="0" y="363105"/>
                </a:lnTo>
                <a:lnTo>
                  <a:pt x="199834" y="363105"/>
                </a:lnTo>
                <a:lnTo>
                  <a:pt x="199834" y="370725"/>
                </a:lnTo>
                <a:lnTo>
                  <a:pt x="198145" y="381838"/>
                </a:lnTo>
                <a:lnTo>
                  <a:pt x="193167" y="389966"/>
                </a:lnTo>
                <a:lnTo>
                  <a:pt x="185051" y="394931"/>
                </a:lnTo>
                <a:lnTo>
                  <a:pt x="173926" y="396633"/>
                </a:lnTo>
                <a:lnTo>
                  <a:pt x="159105" y="396341"/>
                </a:lnTo>
                <a:lnTo>
                  <a:pt x="142252" y="395490"/>
                </a:lnTo>
                <a:lnTo>
                  <a:pt x="123698" y="394055"/>
                </a:lnTo>
                <a:lnTo>
                  <a:pt x="103733" y="392061"/>
                </a:lnTo>
                <a:lnTo>
                  <a:pt x="106019" y="410159"/>
                </a:lnTo>
                <a:lnTo>
                  <a:pt x="107162" y="418846"/>
                </a:lnTo>
                <a:lnTo>
                  <a:pt x="108305" y="427113"/>
                </a:lnTo>
                <a:lnTo>
                  <a:pt x="180022" y="427113"/>
                </a:lnTo>
                <a:lnTo>
                  <a:pt x="202907" y="423913"/>
                </a:lnTo>
                <a:lnTo>
                  <a:pt x="219075" y="414159"/>
                </a:lnTo>
                <a:lnTo>
                  <a:pt x="228676" y="397535"/>
                </a:lnTo>
                <a:lnTo>
                  <a:pt x="228790" y="396633"/>
                </a:lnTo>
                <a:lnTo>
                  <a:pt x="231838" y="373773"/>
                </a:lnTo>
                <a:lnTo>
                  <a:pt x="231838" y="363105"/>
                </a:lnTo>
                <a:lnTo>
                  <a:pt x="425488" y="363105"/>
                </a:lnTo>
                <a:lnTo>
                  <a:pt x="425488" y="335572"/>
                </a:lnTo>
                <a:close/>
              </a:path>
              <a:path w="1774189" h="438150">
                <a:moveTo>
                  <a:pt x="571969" y="83921"/>
                </a:moveTo>
                <a:lnTo>
                  <a:pt x="529209" y="83921"/>
                </a:lnTo>
                <a:lnTo>
                  <a:pt x="529209" y="3048"/>
                </a:lnTo>
                <a:lnTo>
                  <a:pt x="498729" y="3048"/>
                </a:lnTo>
                <a:lnTo>
                  <a:pt x="498729" y="83921"/>
                </a:lnTo>
                <a:lnTo>
                  <a:pt x="446913" y="83921"/>
                </a:lnTo>
                <a:lnTo>
                  <a:pt x="446913" y="114401"/>
                </a:lnTo>
                <a:lnTo>
                  <a:pt x="498729" y="114401"/>
                </a:lnTo>
                <a:lnTo>
                  <a:pt x="498729" y="213563"/>
                </a:lnTo>
                <a:lnTo>
                  <a:pt x="484136" y="220154"/>
                </a:lnTo>
                <a:lnTo>
                  <a:pt x="469963" y="226326"/>
                </a:lnTo>
                <a:lnTo>
                  <a:pt x="442341" y="237947"/>
                </a:lnTo>
                <a:lnTo>
                  <a:pt x="449961" y="274612"/>
                </a:lnTo>
                <a:lnTo>
                  <a:pt x="462508" y="268020"/>
                </a:lnTo>
                <a:lnTo>
                  <a:pt x="498729" y="250139"/>
                </a:lnTo>
                <a:lnTo>
                  <a:pt x="498729" y="384441"/>
                </a:lnTo>
                <a:lnTo>
                  <a:pt x="492633" y="390537"/>
                </a:lnTo>
                <a:lnTo>
                  <a:pt x="483489" y="390537"/>
                </a:lnTo>
                <a:lnTo>
                  <a:pt x="476084" y="390296"/>
                </a:lnTo>
                <a:lnTo>
                  <a:pt x="458419" y="389242"/>
                </a:lnTo>
                <a:lnTo>
                  <a:pt x="448437" y="389013"/>
                </a:lnTo>
                <a:lnTo>
                  <a:pt x="453009" y="421017"/>
                </a:lnTo>
                <a:lnTo>
                  <a:pt x="495681" y="421017"/>
                </a:lnTo>
                <a:lnTo>
                  <a:pt x="527189" y="392938"/>
                </a:lnTo>
                <a:lnTo>
                  <a:pt x="529209" y="373773"/>
                </a:lnTo>
                <a:lnTo>
                  <a:pt x="529209" y="250139"/>
                </a:lnTo>
                <a:lnTo>
                  <a:pt x="529209" y="234899"/>
                </a:lnTo>
                <a:lnTo>
                  <a:pt x="540359" y="230111"/>
                </a:lnTo>
                <a:lnTo>
                  <a:pt x="560971" y="220535"/>
                </a:lnTo>
                <a:lnTo>
                  <a:pt x="570445" y="216611"/>
                </a:lnTo>
                <a:lnTo>
                  <a:pt x="569544" y="208343"/>
                </a:lnTo>
                <a:lnTo>
                  <a:pt x="568820" y="198323"/>
                </a:lnTo>
                <a:lnTo>
                  <a:pt x="568274" y="190677"/>
                </a:lnTo>
                <a:lnTo>
                  <a:pt x="567309" y="181546"/>
                </a:lnTo>
                <a:lnTo>
                  <a:pt x="558139" y="186105"/>
                </a:lnTo>
                <a:lnTo>
                  <a:pt x="548830" y="190512"/>
                </a:lnTo>
                <a:lnTo>
                  <a:pt x="539229" y="194627"/>
                </a:lnTo>
                <a:lnTo>
                  <a:pt x="529209" y="198323"/>
                </a:lnTo>
                <a:lnTo>
                  <a:pt x="529209" y="114401"/>
                </a:lnTo>
                <a:lnTo>
                  <a:pt x="571969" y="114401"/>
                </a:lnTo>
                <a:lnTo>
                  <a:pt x="571969" y="83921"/>
                </a:lnTo>
                <a:close/>
              </a:path>
              <a:path w="1774189" h="438150">
                <a:moveTo>
                  <a:pt x="858685" y="25908"/>
                </a:moveTo>
                <a:lnTo>
                  <a:pt x="826579" y="25908"/>
                </a:lnTo>
                <a:lnTo>
                  <a:pt x="826579" y="53441"/>
                </a:lnTo>
                <a:lnTo>
                  <a:pt x="826579" y="97637"/>
                </a:lnTo>
                <a:lnTo>
                  <a:pt x="617702" y="97637"/>
                </a:lnTo>
                <a:lnTo>
                  <a:pt x="617702" y="53441"/>
                </a:lnTo>
                <a:lnTo>
                  <a:pt x="826579" y="53441"/>
                </a:lnTo>
                <a:lnTo>
                  <a:pt x="826579" y="25908"/>
                </a:lnTo>
                <a:lnTo>
                  <a:pt x="587209" y="25908"/>
                </a:lnTo>
                <a:lnTo>
                  <a:pt x="587159" y="190677"/>
                </a:lnTo>
                <a:lnTo>
                  <a:pt x="585050" y="245567"/>
                </a:lnTo>
                <a:lnTo>
                  <a:pt x="578624" y="295719"/>
                </a:lnTo>
                <a:lnTo>
                  <a:pt x="568109" y="339648"/>
                </a:lnTo>
                <a:lnTo>
                  <a:pt x="553618" y="377355"/>
                </a:lnTo>
                <a:lnTo>
                  <a:pt x="535305" y="408825"/>
                </a:lnTo>
                <a:lnTo>
                  <a:pt x="542112" y="415658"/>
                </a:lnTo>
                <a:lnTo>
                  <a:pt x="548640" y="422351"/>
                </a:lnTo>
                <a:lnTo>
                  <a:pt x="554596" y="428752"/>
                </a:lnTo>
                <a:lnTo>
                  <a:pt x="559689" y="434733"/>
                </a:lnTo>
                <a:lnTo>
                  <a:pt x="580974" y="399770"/>
                </a:lnTo>
                <a:lnTo>
                  <a:pt x="597268" y="357047"/>
                </a:lnTo>
                <a:lnTo>
                  <a:pt x="608711" y="306489"/>
                </a:lnTo>
                <a:lnTo>
                  <a:pt x="615480" y="248005"/>
                </a:lnTo>
                <a:lnTo>
                  <a:pt x="617639" y="183083"/>
                </a:lnTo>
                <a:lnTo>
                  <a:pt x="617702" y="125069"/>
                </a:lnTo>
                <a:lnTo>
                  <a:pt x="826579" y="125069"/>
                </a:lnTo>
                <a:lnTo>
                  <a:pt x="826579" y="137261"/>
                </a:lnTo>
                <a:lnTo>
                  <a:pt x="858685" y="137261"/>
                </a:lnTo>
                <a:lnTo>
                  <a:pt x="858685" y="125069"/>
                </a:lnTo>
                <a:lnTo>
                  <a:pt x="858685" y="97637"/>
                </a:lnTo>
                <a:lnTo>
                  <a:pt x="858685" y="53441"/>
                </a:lnTo>
                <a:lnTo>
                  <a:pt x="858685" y="25908"/>
                </a:lnTo>
                <a:close/>
              </a:path>
              <a:path w="1774189" h="438150">
                <a:moveTo>
                  <a:pt x="867829" y="263944"/>
                </a:moveTo>
                <a:lnTo>
                  <a:pt x="849388" y="245567"/>
                </a:lnTo>
                <a:lnTo>
                  <a:pt x="830592" y="227088"/>
                </a:lnTo>
                <a:lnTo>
                  <a:pt x="812647" y="210058"/>
                </a:lnTo>
                <a:lnTo>
                  <a:pt x="794575" y="193751"/>
                </a:lnTo>
                <a:lnTo>
                  <a:pt x="773239" y="213563"/>
                </a:lnTo>
                <a:lnTo>
                  <a:pt x="800671" y="240995"/>
                </a:lnTo>
                <a:lnTo>
                  <a:pt x="767257" y="242773"/>
                </a:lnTo>
                <a:lnTo>
                  <a:pt x="678662" y="245567"/>
                </a:lnTo>
                <a:lnTo>
                  <a:pt x="709180" y="217754"/>
                </a:lnTo>
                <a:lnTo>
                  <a:pt x="726313" y="201409"/>
                </a:lnTo>
                <a:lnTo>
                  <a:pt x="744283" y="183083"/>
                </a:lnTo>
                <a:lnTo>
                  <a:pt x="866305" y="183083"/>
                </a:lnTo>
                <a:lnTo>
                  <a:pt x="866305" y="155638"/>
                </a:lnTo>
                <a:lnTo>
                  <a:pt x="628370" y="155638"/>
                </a:lnTo>
                <a:lnTo>
                  <a:pt x="628370" y="183083"/>
                </a:lnTo>
                <a:lnTo>
                  <a:pt x="704570" y="183083"/>
                </a:lnTo>
                <a:lnTo>
                  <a:pt x="685685" y="202488"/>
                </a:lnTo>
                <a:lnTo>
                  <a:pt x="667804" y="219468"/>
                </a:lnTo>
                <a:lnTo>
                  <a:pt x="650773" y="233870"/>
                </a:lnTo>
                <a:lnTo>
                  <a:pt x="634466" y="245554"/>
                </a:lnTo>
                <a:lnTo>
                  <a:pt x="640562" y="276136"/>
                </a:lnTo>
                <a:lnTo>
                  <a:pt x="669150" y="273850"/>
                </a:lnTo>
                <a:lnTo>
                  <a:pt x="709180" y="271564"/>
                </a:lnTo>
                <a:lnTo>
                  <a:pt x="823531" y="266992"/>
                </a:lnTo>
                <a:lnTo>
                  <a:pt x="828103" y="271830"/>
                </a:lnTo>
                <a:lnTo>
                  <a:pt x="832675" y="277088"/>
                </a:lnTo>
                <a:lnTo>
                  <a:pt x="837247" y="282638"/>
                </a:lnTo>
                <a:lnTo>
                  <a:pt x="841819" y="288328"/>
                </a:lnTo>
                <a:lnTo>
                  <a:pt x="864577" y="266992"/>
                </a:lnTo>
                <a:lnTo>
                  <a:pt x="867829" y="263944"/>
                </a:lnTo>
                <a:close/>
              </a:path>
              <a:path w="1774189" h="438150">
                <a:moveTo>
                  <a:pt x="876973" y="385965"/>
                </a:moveTo>
                <a:lnTo>
                  <a:pt x="756475" y="385965"/>
                </a:lnTo>
                <a:lnTo>
                  <a:pt x="756475" y="341668"/>
                </a:lnTo>
                <a:lnTo>
                  <a:pt x="852589" y="341668"/>
                </a:lnTo>
                <a:lnTo>
                  <a:pt x="852589" y="314236"/>
                </a:lnTo>
                <a:lnTo>
                  <a:pt x="756475" y="314236"/>
                </a:lnTo>
                <a:lnTo>
                  <a:pt x="756475" y="277660"/>
                </a:lnTo>
                <a:lnTo>
                  <a:pt x="724471" y="277660"/>
                </a:lnTo>
                <a:lnTo>
                  <a:pt x="724471" y="314236"/>
                </a:lnTo>
                <a:lnTo>
                  <a:pt x="629894" y="314236"/>
                </a:lnTo>
                <a:lnTo>
                  <a:pt x="629894" y="341668"/>
                </a:lnTo>
                <a:lnTo>
                  <a:pt x="724471" y="341668"/>
                </a:lnTo>
                <a:lnTo>
                  <a:pt x="724471" y="385965"/>
                </a:lnTo>
                <a:lnTo>
                  <a:pt x="602449" y="385965"/>
                </a:lnTo>
                <a:lnTo>
                  <a:pt x="602449" y="413397"/>
                </a:lnTo>
                <a:lnTo>
                  <a:pt x="876973" y="413397"/>
                </a:lnTo>
                <a:lnTo>
                  <a:pt x="876973" y="385965"/>
                </a:lnTo>
                <a:close/>
              </a:path>
              <a:path w="1774189" h="438150">
                <a:moveTo>
                  <a:pt x="1328356" y="378333"/>
                </a:moveTo>
                <a:lnTo>
                  <a:pt x="1290955" y="369747"/>
                </a:lnTo>
                <a:lnTo>
                  <a:pt x="1256677" y="357720"/>
                </a:lnTo>
                <a:lnTo>
                  <a:pt x="1225829" y="342252"/>
                </a:lnTo>
                <a:lnTo>
                  <a:pt x="1198727" y="323380"/>
                </a:lnTo>
                <a:lnTo>
                  <a:pt x="1296352" y="273088"/>
                </a:lnTo>
                <a:lnTo>
                  <a:pt x="1271968" y="244030"/>
                </a:lnTo>
                <a:lnTo>
                  <a:pt x="1246200" y="260642"/>
                </a:lnTo>
                <a:lnTo>
                  <a:pt x="1221587" y="275932"/>
                </a:lnTo>
                <a:lnTo>
                  <a:pt x="1198156" y="289775"/>
                </a:lnTo>
                <a:lnTo>
                  <a:pt x="1175867" y="302044"/>
                </a:lnTo>
                <a:lnTo>
                  <a:pt x="1161834" y="285445"/>
                </a:lnTo>
                <a:lnTo>
                  <a:pt x="1149388" y="267550"/>
                </a:lnTo>
                <a:lnTo>
                  <a:pt x="1138351" y="248208"/>
                </a:lnTo>
                <a:lnTo>
                  <a:pt x="1128623" y="227266"/>
                </a:lnTo>
                <a:lnTo>
                  <a:pt x="1323784" y="227266"/>
                </a:lnTo>
                <a:lnTo>
                  <a:pt x="1323784" y="196786"/>
                </a:lnTo>
                <a:lnTo>
                  <a:pt x="1127099" y="196786"/>
                </a:lnTo>
                <a:lnTo>
                  <a:pt x="1127099" y="152590"/>
                </a:lnTo>
                <a:lnTo>
                  <a:pt x="1291780" y="152590"/>
                </a:lnTo>
                <a:lnTo>
                  <a:pt x="1291780" y="122021"/>
                </a:lnTo>
                <a:lnTo>
                  <a:pt x="1127099" y="122021"/>
                </a:lnTo>
                <a:lnTo>
                  <a:pt x="1127099" y="79349"/>
                </a:lnTo>
                <a:lnTo>
                  <a:pt x="1311592" y="79349"/>
                </a:lnTo>
                <a:lnTo>
                  <a:pt x="1311592" y="48869"/>
                </a:lnTo>
                <a:lnTo>
                  <a:pt x="1127099" y="48869"/>
                </a:lnTo>
                <a:lnTo>
                  <a:pt x="1127099" y="0"/>
                </a:lnTo>
                <a:lnTo>
                  <a:pt x="1093470" y="0"/>
                </a:lnTo>
                <a:lnTo>
                  <a:pt x="1093470" y="48869"/>
                </a:lnTo>
                <a:lnTo>
                  <a:pt x="910501" y="48869"/>
                </a:lnTo>
                <a:lnTo>
                  <a:pt x="910501" y="79349"/>
                </a:lnTo>
                <a:lnTo>
                  <a:pt x="1093470" y="79349"/>
                </a:lnTo>
                <a:lnTo>
                  <a:pt x="1093470" y="122021"/>
                </a:lnTo>
                <a:lnTo>
                  <a:pt x="927265" y="122021"/>
                </a:lnTo>
                <a:lnTo>
                  <a:pt x="927265" y="152590"/>
                </a:lnTo>
                <a:lnTo>
                  <a:pt x="1093470" y="152590"/>
                </a:lnTo>
                <a:lnTo>
                  <a:pt x="1093470" y="196786"/>
                </a:lnTo>
                <a:lnTo>
                  <a:pt x="896785" y="196786"/>
                </a:lnTo>
                <a:lnTo>
                  <a:pt x="896785" y="227266"/>
                </a:lnTo>
                <a:lnTo>
                  <a:pt x="1069086" y="227266"/>
                </a:lnTo>
                <a:lnTo>
                  <a:pt x="1033945" y="264210"/>
                </a:lnTo>
                <a:lnTo>
                  <a:pt x="992644" y="297268"/>
                </a:lnTo>
                <a:lnTo>
                  <a:pt x="945349" y="326593"/>
                </a:lnTo>
                <a:lnTo>
                  <a:pt x="892213" y="352336"/>
                </a:lnTo>
                <a:lnTo>
                  <a:pt x="897902" y="359486"/>
                </a:lnTo>
                <a:lnTo>
                  <a:pt x="903452" y="366903"/>
                </a:lnTo>
                <a:lnTo>
                  <a:pt x="913549" y="381381"/>
                </a:lnTo>
                <a:lnTo>
                  <a:pt x="942174" y="367347"/>
                </a:lnTo>
                <a:lnTo>
                  <a:pt x="968832" y="352577"/>
                </a:lnTo>
                <a:lnTo>
                  <a:pt x="993775" y="336943"/>
                </a:lnTo>
                <a:lnTo>
                  <a:pt x="1017270" y="320332"/>
                </a:lnTo>
                <a:lnTo>
                  <a:pt x="1017270" y="381381"/>
                </a:lnTo>
                <a:lnTo>
                  <a:pt x="1016431" y="388200"/>
                </a:lnTo>
                <a:lnTo>
                  <a:pt x="1014031" y="394716"/>
                </a:lnTo>
                <a:lnTo>
                  <a:pt x="1010196" y="400672"/>
                </a:lnTo>
                <a:lnTo>
                  <a:pt x="1005078" y="405765"/>
                </a:lnTo>
                <a:lnTo>
                  <a:pt x="1024890" y="437769"/>
                </a:lnTo>
                <a:lnTo>
                  <a:pt x="1076693" y="415315"/>
                </a:lnTo>
                <a:lnTo>
                  <a:pt x="1131011" y="395363"/>
                </a:lnTo>
                <a:lnTo>
                  <a:pt x="1157579" y="385953"/>
                </a:lnTo>
                <a:lnTo>
                  <a:pt x="1156716" y="376796"/>
                </a:lnTo>
                <a:lnTo>
                  <a:pt x="1156436" y="367474"/>
                </a:lnTo>
                <a:lnTo>
                  <a:pt x="1156716" y="357847"/>
                </a:lnTo>
                <a:lnTo>
                  <a:pt x="1157579" y="347764"/>
                </a:lnTo>
                <a:lnTo>
                  <a:pt x="1131862" y="358076"/>
                </a:lnTo>
                <a:lnTo>
                  <a:pt x="1105141" y="368236"/>
                </a:lnTo>
                <a:lnTo>
                  <a:pt x="1077556" y="378079"/>
                </a:lnTo>
                <a:lnTo>
                  <a:pt x="1049274" y="387477"/>
                </a:lnTo>
                <a:lnTo>
                  <a:pt x="1049274" y="294424"/>
                </a:lnTo>
                <a:lnTo>
                  <a:pt x="1063586" y="280924"/>
                </a:lnTo>
                <a:lnTo>
                  <a:pt x="1076896" y="267550"/>
                </a:lnTo>
                <a:lnTo>
                  <a:pt x="1089355" y="253873"/>
                </a:lnTo>
                <a:lnTo>
                  <a:pt x="1101090" y="239458"/>
                </a:lnTo>
                <a:lnTo>
                  <a:pt x="1123873" y="283070"/>
                </a:lnTo>
                <a:lnTo>
                  <a:pt x="1151001" y="320840"/>
                </a:lnTo>
                <a:lnTo>
                  <a:pt x="1182535" y="352755"/>
                </a:lnTo>
                <a:lnTo>
                  <a:pt x="1218501" y="378815"/>
                </a:lnTo>
                <a:lnTo>
                  <a:pt x="1258963" y="399034"/>
                </a:lnTo>
                <a:lnTo>
                  <a:pt x="1303972" y="413385"/>
                </a:lnTo>
                <a:lnTo>
                  <a:pt x="1308849" y="405345"/>
                </a:lnTo>
                <a:lnTo>
                  <a:pt x="1314450" y="397002"/>
                </a:lnTo>
                <a:lnTo>
                  <a:pt x="1320901" y="388099"/>
                </a:lnTo>
                <a:lnTo>
                  <a:pt x="1328356" y="378333"/>
                </a:lnTo>
                <a:close/>
              </a:path>
              <a:path w="1774189" h="438150">
                <a:moveTo>
                  <a:pt x="1773656" y="312712"/>
                </a:moveTo>
                <a:lnTo>
                  <a:pt x="1575435" y="312712"/>
                </a:lnTo>
                <a:lnTo>
                  <a:pt x="1575435" y="262420"/>
                </a:lnTo>
                <a:lnTo>
                  <a:pt x="1697456" y="262420"/>
                </a:lnTo>
                <a:lnTo>
                  <a:pt x="1697456" y="283756"/>
                </a:lnTo>
                <a:lnTo>
                  <a:pt x="1730984" y="283756"/>
                </a:lnTo>
                <a:lnTo>
                  <a:pt x="1730984" y="70205"/>
                </a:lnTo>
                <a:lnTo>
                  <a:pt x="1697456" y="70205"/>
                </a:lnTo>
                <a:lnTo>
                  <a:pt x="1697456" y="102209"/>
                </a:lnTo>
                <a:lnTo>
                  <a:pt x="1697456" y="151066"/>
                </a:lnTo>
                <a:lnTo>
                  <a:pt x="1697456" y="181546"/>
                </a:lnTo>
                <a:lnTo>
                  <a:pt x="1697456" y="231838"/>
                </a:lnTo>
                <a:lnTo>
                  <a:pt x="1575435" y="231838"/>
                </a:lnTo>
                <a:lnTo>
                  <a:pt x="1575435" y="181546"/>
                </a:lnTo>
                <a:lnTo>
                  <a:pt x="1697456" y="181546"/>
                </a:lnTo>
                <a:lnTo>
                  <a:pt x="1697456" y="151066"/>
                </a:lnTo>
                <a:lnTo>
                  <a:pt x="1575435" y="151066"/>
                </a:lnTo>
                <a:lnTo>
                  <a:pt x="1575435" y="102209"/>
                </a:lnTo>
                <a:lnTo>
                  <a:pt x="1697456" y="102209"/>
                </a:lnTo>
                <a:lnTo>
                  <a:pt x="1697456" y="70205"/>
                </a:lnTo>
                <a:lnTo>
                  <a:pt x="1640967" y="70205"/>
                </a:lnTo>
                <a:lnTo>
                  <a:pt x="1662506" y="46151"/>
                </a:lnTo>
                <a:lnTo>
                  <a:pt x="1673796" y="33261"/>
                </a:lnTo>
                <a:lnTo>
                  <a:pt x="1685264" y="19812"/>
                </a:lnTo>
                <a:lnTo>
                  <a:pt x="1650111" y="1524"/>
                </a:lnTo>
                <a:lnTo>
                  <a:pt x="1637563" y="19761"/>
                </a:lnTo>
                <a:lnTo>
                  <a:pt x="1625155" y="37579"/>
                </a:lnTo>
                <a:lnTo>
                  <a:pt x="1613039" y="54546"/>
                </a:lnTo>
                <a:lnTo>
                  <a:pt x="1601343" y="70205"/>
                </a:lnTo>
                <a:lnTo>
                  <a:pt x="1541907" y="70205"/>
                </a:lnTo>
                <a:lnTo>
                  <a:pt x="1541907" y="102209"/>
                </a:lnTo>
                <a:lnTo>
                  <a:pt x="1541907" y="151066"/>
                </a:lnTo>
                <a:lnTo>
                  <a:pt x="1541907" y="181546"/>
                </a:lnTo>
                <a:lnTo>
                  <a:pt x="1541907" y="231838"/>
                </a:lnTo>
                <a:lnTo>
                  <a:pt x="1419898" y="231838"/>
                </a:lnTo>
                <a:lnTo>
                  <a:pt x="1419898" y="181546"/>
                </a:lnTo>
                <a:lnTo>
                  <a:pt x="1541907" y="181546"/>
                </a:lnTo>
                <a:lnTo>
                  <a:pt x="1541907" y="151066"/>
                </a:lnTo>
                <a:lnTo>
                  <a:pt x="1419898" y="151066"/>
                </a:lnTo>
                <a:lnTo>
                  <a:pt x="1419898" y="102209"/>
                </a:lnTo>
                <a:lnTo>
                  <a:pt x="1541907" y="102209"/>
                </a:lnTo>
                <a:lnTo>
                  <a:pt x="1541907" y="70205"/>
                </a:lnTo>
                <a:lnTo>
                  <a:pt x="1497622" y="70205"/>
                </a:lnTo>
                <a:lnTo>
                  <a:pt x="1514386" y="58013"/>
                </a:lnTo>
                <a:lnTo>
                  <a:pt x="1501495" y="43980"/>
                </a:lnTo>
                <a:lnTo>
                  <a:pt x="1487906" y="29540"/>
                </a:lnTo>
                <a:lnTo>
                  <a:pt x="1473441" y="14846"/>
                </a:lnTo>
                <a:lnTo>
                  <a:pt x="1457998" y="0"/>
                </a:lnTo>
                <a:lnTo>
                  <a:pt x="1432090" y="19812"/>
                </a:lnTo>
                <a:lnTo>
                  <a:pt x="1477810" y="70205"/>
                </a:lnTo>
                <a:lnTo>
                  <a:pt x="1386268" y="70205"/>
                </a:lnTo>
                <a:lnTo>
                  <a:pt x="1386268" y="283756"/>
                </a:lnTo>
                <a:lnTo>
                  <a:pt x="1419898" y="283756"/>
                </a:lnTo>
                <a:lnTo>
                  <a:pt x="1419898" y="262420"/>
                </a:lnTo>
                <a:lnTo>
                  <a:pt x="1541907" y="262420"/>
                </a:lnTo>
                <a:lnTo>
                  <a:pt x="1541907" y="312712"/>
                </a:lnTo>
                <a:lnTo>
                  <a:pt x="1343596" y="312712"/>
                </a:lnTo>
                <a:lnTo>
                  <a:pt x="1343596" y="343192"/>
                </a:lnTo>
                <a:lnTo>
                  <a:pt x="1541907" y="343192"/>
                </a:lnTo>
                <a:lnTo>
                  <a:pt x="1541907" y="436257"/>
                </a:lnTo>
                <a:lnTo>
                  <a:pt x="1575435" y="436257"/>
                </a:lnTo>
                <a:lnTo>
                  <a:pt x="1575435" y="343192"/>
                </a:lnTo>
                <a:lnTo>
                  <a:pt x="1773656" y="343192"/>
                </a:lnTo>
                <a:lnTo>
                  <a:pt x="1773656" y="3127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123145" y="1874710"/>
            <a:ext cx="377190" cy="434975"/>
          </a:xfrm>
          <a:custGeom>
            <a:avLst/>
            <a:gdLst/>
            <a:ahLst/>
            <a:cxnLst/>
            <a:rect l="l" t="t" r="r" b="b"/>
            <a:pathLst>
              <a:path w="377189" h="434975">
                <a:moveTo>
                  <a:pt x="207365" y="271564"/>
                </a:moveTo>
                <a:lnTo>
                  <a:pt x="169265" y="271564"/>
                </a:lnTo>
                <a:lnTo>
                  <a:pt x="169265" y="434733"/>
                </a:lnTo>
                <a:lnTo>
                  <a:pt x="207365" y="434733"/>
                </a:lnTo>
                <a:lnTo>
                  <a:pt x="207365" y="271564"/>
                </a:lnTo>
                <a:close/>
              </a:path>
              <a:path w="377189" h="434975">
                <a:moveTo>
                  <a:pt x="207365" y="128117"/>
                </a:moveTo>
                <a:lnTo>
                  <a:pt x="169265" y="128117"/>
                </a:lnTo>
                <a:lnTo>
                  <a:pt x="169265" y="239471"/>
                </a:lnTo>
                <a:lnTo>
                  <a:pt x="207365" y="239471"/>
                </a:lnTo>
                <a:lnTo>
                  <a:pt x="207365" y="128117"/>
                </a:lnTo>
                <a:close/>
              </a:path>
              <a:path w="377189" h="434975">
                <a:moveTo>
                  <a:pt x="376618" y="271564"/>
                </a:moveTo>
                <a:lnTo>
                  <a:pt x="341566" y="271564"/>
                </a:lnTo>
                <a:lnTo>
                  <a:pt x="341566" y="295948"/>
                </a:lnTo>
                <a:lnTo>
                  <a:pt x="376618" y="295948"/>
                </a:lnTo>
                <a:lnTo>
                  <a:pt x="376618" y="271564"/>
                </a:lnTo>
                <a:close/>
              </a:path>
              <a:path w="377189" h="434975">
                <a:moveTo>
                  <a:pt x="376618" y="128117"/>
                </a:moveTo>
                <a:lnTo>
                  <a:pt x="341566" y="128117"/>
                </a:lnTo>
                <a:lnTo>
                  <a:pt x="341566" y="239471"/>
                </a:lnTo>
                <a:lnTo>
                  <a:pt x="376618" y="239471"/>
                </a:lnTo>
                <a:lnTo>
                  <a:pt x="376618" y="128117"/>
                </a:lnTo>
                <a:close/>
              </a:path>
              <a:path w="377189" h="434975">
                <a:moveTo>
                  <a:pt x="376618" y="96113"/>
                </a:moveTo>
                <a:lnTo>
                  <a:pt x="207365" y="96113"/>
                </a:lnTo>
                <a:lnTo>
                  <a:pt x="207365" y="0"/>
                </a:lnTo>
                <a:lnTo>
                  <a:pt x="169265" y="0"/>
                </a:lnTo>
                <a:lnTo>
                  <a:pt x="169265" y="96113"/>
                </a:lnTo>
                <a:lnTo>
                  <a:pt x="0" y="96113"/>
                </a:lnTo>
                <a:lnTo>
                  <a:pt x="0" y="127863"/>
                </a:lnTo>
                <a:lnTo>
                  <a:pt x="0" y="239623"/>
                </a:lnTo>
                <a:lnTo>
                  <a:pt x="0" y="271373"/>
                </a:lnTo>
                <a:lnTo>
                  <a:pt x="0" y="295503"/>
                </a:lnTo>
                <a:lnTo>
                  <a:pt x="36576" y="295503"/>
                </a:lnTo>
                <a:lnTo>
                  <a:pt x="36576" y="271373"/>
                </a:lnTo>
                <a:lnTo>
                  <a:pt x="376618" y="271373"/>
                </a:lnTo>
                <a:lnTo>
                  <a:pt x="376618" y="239623"/>
                </a:lnTo>
                <a:lnTo>
                  <a:pt x="36576" y="239623"/>
                </a:lnTo>
                <a:lnTo>
                  <a:pt x="36576" y="127863"/>
                </a:lnTo>
                <a:lnTo>
                  <a:pt x="376618" y="127863"/>
                </a:lnTo>
                <a:lnTo>
                  <a:pt x="376618" y="961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560813" y="1874710"/>
            <a:ext cx="3105150" cy="438150"/>
          </a:xfrm>
          <a:custGeom>
            <a:avLst/>
            <a:gdLst/>
            <a:ahLst/>
            <a:cxnLst/>
            <a:rect l="l" t="t" r="r" b="b"/>
            <a:pathLst>
              <a:path w="3105150" h="438150">
                <a:moveTo>
                  <a:pt x="378155" y="276136"/>
                </a:moveTo>
                <a:lnTo>
                  <a:pt x="216509" y="276136"/>
                </a:lnTo>
                <a:lnTo>
                  <a:pt x="216509" y="234886"/>
                </a:lnTo>
                <a:lnTo>
                  <a:pt x="303479" y="234886"/>
                </a:lnTo>
                <a:lnTo>
                  <a:pt x="303479" y="250228"/>
                </a:lnTo>
                <a:lnTo>
                  <a:pt x="337007" y="250228"/>
                </a:lnTo>
                <a:lnTo>
                  <a:pt x="337007" y="234886"/>
                </a:lnTo>
                <a:lnTo>
                  <a:pt x="337007" y="205930"/>
                </a:lnTo>
                <a:lnTo>
                  <a:pt x="337007" y="166306"/>
                </a:lnTo>
                <a:lnTo>
                  <a:pt x="337007" y="138785"/>
                </a:lnTo>
                <a:lnTo>
                  <a:pt x="303479" y="138785"/>
                </a:lnTo>
                <a:lnTo>
                  <a:pt x="303479" y="166306"/>
                </a:lnTo>
                <a:lnTo>
                  <a:pt x="303479" y="205930"/>
                </a:lnTo>
                <a:lnTo>
                  <a:pt x="96024" y="205930"/>
                </a:lnTo>
                <a:lnTo>
                  <a:pt x="96024" y="166306"/>
                </a:lnTo>
                <a:lnTo>
                  <a:pt x="303479" y="166306"/>
                </a:lnTo>
                <a:lnTo>
                  <a:pt x="303479" y="138785"/>
                </a:lnTo>
                <a:lnTo>
                  <a:pt x="62496" y="138785"/>
                </a:lnTo>
                <a:lnTo>
                  <a:pt x="62496" y="250228"/>
                </a:lnTo>
                <a:lnTo>
                  <a:pt x="96024" y="250228"/>
                </a:lnTo>
                <a:lnTo>
                  <a:pt x="96024" y="234886"/>
                </a:lnTo>
                <a:lnTo>
                  <a:pt x="181457" y="234886"/>
                </a:lnTo>
                <a:lnTo>
                  <a:pt x="181457" y="276136"/>
                </a:lnTo>
                <a:lnTo>
                  <a:pt x="25908" y="276136"/>
                </a:lnTo>
                <a:lnTo>
                  <a:pt x="25908" y="401193"/>
                </a:lnTo>
                <a:lnTo>
                  <a:pt x="59448" y="401193"/>
                </a:lnTo>
                <a:lnTo>
                  <a:pt x="59448" y="305092"/>
                </a:lnTo>
                <a:lnTo>
                  <a:pt x="181457" y="305092"/>
                </a:lnTo>
                <a:lnTo>
                  <a:pt x="181457" y="434733"/>
                </a:lnTo>
                <a:lnTo>
                  <a:pt x="216509" y="434733"/>
                </a:lnTo>
                <a:lnTo>
                  <a:pt x="216509" y="305092"/>
                </a:lnTo>
                <a:lnTo>
                  <a:pt x="343103" y="305092"/>
                </a:lnTo>
                <a:lnTo>
                  <a:pt x="343103" y="346240"/>
                </a:lnTo>
                <a:lnTo>
                  <a:pt x="341401" y="356298"/>
                </a:lnTo>
                <a:lnTo>
                  <a:pt x="336435" y="363474"/>
                </a:lnTo>
                <a:lnTo>
                  <a:pt x="328307" y="367766"/>
                </a:lnTo>
                <a:lnTo>
                  <a:pt x="317271" y="369189"/>
                </a:lnTo>
                <a:lnTo>
                  <a:pt x="305473" y="369176"/>
                </a:lnTo>
                <a:lnTo>
                  <a:pt x="293192" y="368998"/>
                </a:lnTo>
                <a:lnTo>
                  <a:pt x="280327" y="368554"/>
                </a:lnTo>
                <a:lnTo>
                  <a:pt x="266903" y="367665"/>
                </a:lnTo>
                <a:lnTo>
                  <a:pt x="268922" y="376555"/>
                </a:lnTo>
                <a:lnTo>
                  <a:pt x="270522" y="385000"/>
                </a:lnTo>
                <a:lnTo>
                  <a:pt x="271830" y="393179"/>
                </a:lnTo>
                <a:lnTo>
                  <a:pt x="272999" y="401193"/>
                </a:lnTo>
                <a:lnTo>
                  <a:pt x="324815" y="401193"/>
                </a:lnTo>
                <a:lnTo>
                  <a:pt x="364629" y="388620"/>
                </a:lnTo>
                <a:lnTo>
                  <a:pt x="378155" y="350812"/>
                </a:lnTo>
                <a:lnTo>
                  <a:pt x="378155" y="305092"/>
                </a:lnTo>
                <a:lnTo>
                  <a:pt x="378155" y="276136"/>
                </a:lnTo>
                <a:close/>
              </a:path>
              <a:path w="3105150" h="438150">
                <a:moveTo>
                  <a:pt x="399580" y="79349"/>
                </a:moveTo>
                <a:lnTo>
                  <a:pt x="298907" y="79349"/>
                </a:lnTo>
                <a:lnTo>
                  <a:pt x="316026" y="67678"/>
                </a:lnTo>
                <a:lnTo>
                  <a:pt x="333006" y="55714"/>
                </a:lnTo>
                <a:lnTo>
                  <a:pt x="365963" y="32004"/>
                </a:lnTo>
                <a:lnTo>
                  <a:pt x="340055" y="6096"/>
                </a:lnTo>
                <a:lnTo>
                  <a:pt x="323761" y="19532"/>
                </a:lnTo>
                <a:lnTo>
                  <a:pt x="306908" y="32397"/>
                </a:lnTo>
                <a:lnTo>
                  <a:pt x="289471" y="44716"/>
                </a:lnTo>
                <a:lnTo>
                  <a:pt x="271475" y="56489"/>
                </a:lnTo>
                <a:lnTo>
                  <a:pt x="289763" y="79349"/>
                </a:lnTo>
                <a:lnTo>
                  <a:pt x="216509" y="79349"/>
                </a:lnTo>
                <a:lnTo>
                  <a:pt x="216509" y="1524"/>
                </a:lnTo>
                <a:lnTo>
                  <a:pt x="181457" y="1524"/>
                </a:lnTo>
                <a:lnTo>
                  <a:pt x="181457" y="79349"/>
                </a:lnTo>
                <a:lnTo>
                  <a:pt x="103644" y="79349"/>
                </a:lnTo>
                <a:lnTo>
                  <a:pt x="128117" y="53441"/>
                </a:lnTo>
                <a:lnTo>
                  <a:pt x="111150" y="41960"/>
                </a:lnTo>
                <a:lnTo>
                  <a:pt x="77876" y="19062"/>
                </a:lnTo>
                <a:lnTo>
                  <a:pt x="60972" y="7620"/>
                </a:lnTo>
                <a:lnTo>
                  <a:pt x="41148" y="30480"/>
                </a:lnTo>
                <a:lnTo>
                  <a:pt x="57111" y="42227"/>
                </a:lnTo>
                <a:lnTo>
                  <a:pt x="72783" y="54381"/>
                </a:lnTo>
                <a:lnTo>
                  <a:pt x="87871" y="66802"/>
                </a:lnTo>
                <a:lnTo>
                  <a:pt x="102120" y="79349"/>
                </a:lnTo>
                <a:lnTo>
                  <a:pt x="0" y="79349"/>
                </a:lnTo>
                <a:lnTo>
                  <a:pt x="0" y="157162"/>
                </a:lnTo>
                <a:lnTo>
                  <a:pt x="33528" y="157162"/>
                </a:lnTo>
                <a:lnTo>
                  <a:pt x="33528" y="108305"/>
                </a:lnTo>
                <a:lnTo>
                  <a:pt x="364439" y="108305"/>
                </a:lnTo>
                <a:lnTo>
                  <a:pt x="364439" y="157162"/>
                </a:lnTo>
                <a:lnTo>
                  <a:pt x="399580" y="157162"/>
                </a:lnTo>
                <a:lnTo>
                  <a:pt x="399580" y="108305"/>
                </a:lnTo>
                <a:lnTo>
                  <a:pt x="399580" y="79349"/>
                </a:lnTo>
                <a:close/>
              </a:path>
              <a:path w="3105150" h="438150">
                <a:moveTo>
                  <a:pt x="838784" y="27432"/>
                </a:moveTo>
                <a:lnTo>
                  <a:pt x="803630" y="27432"/>
                </a:lnTo>
                <a:lnTo>
                  <a:pt x="803630" y="59537"/>
                </a:lnTo>
                <a:lnTo>
                  <a:pt x="803630" y="141833"/>
                </a:lnTo>
                <a:lnTo>
                  <a:pt x="803630" y="173926"/>
                </a:lnTo>
                <a:lnTo>
                  <a:pt x="803630" y="254800"/>
                </a:lnTo>
                <a:lnTo>
                  <a:pt x="674090" y="254800"/>
                </a:lnTo>
                <a:lnTo>
                  <a:pt x="674090" y="173926"/>
                </a:lnTo>
                <a:lnTo>
                  <a:pt x="803630" y="173926"/>
                </a:lnTo>
                <a:lnTo>
                  <a:pt x="803630" y="141833"/>
                </a:lnTo>
                <a:lnTo>
                  <a:pt x="674090" y="141833"/>
                </a:lnTo>
                <a:lnTo>
                  <a:pt x="674090" y="59537"/>
                </a:lnTo>
                <a:lnTo>
                  <a:pt x="803630" y="59537"/>
                </a:lnTo>
                <a:lnTo>
                  <a:pt x="803630" y="27432"/>
                </a:lnTo>
                <a:lnTo>
                  <a:pt x="638949" y="27432"/>
                </a:lnTo>
                <a:lnTo>
                  <a:pt x="638949" y="59537"/>
                </a:lnTo>
                <a:lnTo>
                  <a:pt x="638949" y="141833"/>
                </a:lnTo>
                <a:lnTo>
                  <a:pt x="638949" y="173926"/>
                </a:lnTo>
                <a:lnTo>
                  <a:pt x="638949" y="254800"/>
                </a:lnTo>
                <a:lnTo>
                  <a:pt x="513880" y="254800"/>
                </a:lnTo>
                <a:lnTo>
                  <a:pt x="515645" y="235051"/>
                </a:lnTo>
                <a:lnTo>
                  <a:pt x="516547" y="214896"/>
                </a:lnTo>
                <a:lnTo>
                  <a:pt x="516877" y="194487"/>
                </a:lnTo>
                <a:lnTo>
                  <a:pt x="516928" y="173926"/>
                </a:lnTo>
                <a:lnTo>
                  <a:pt x="638949" y="173926"/>
                </a:lnTo>
                <a:lnTo>
                  <a:pt x="638949" y="141833"/>
                </a:lnTo>
                <a:lnTo>
                  <a:pt x="516928" y="141833"/>
                </a:lnTo>
                <a:lnTo>
                  <a:pt x="516928" y="59537"/>
                </a:lnTo>
                <a:lnTo>
                  <a:pt x="638949" y="59537"/>
                </a:lnTo>
                <a:lnTo>
                  <a:pt x="638949" y="27432"/>
                </a:lnTo>
                <a:lnTo>
                  <a:pt x="481876" y="27432"/>
                </a:lnTo>
                <a:lnTo>
                  <a:pt x="481876" y="184594"/>
                </a:lnTo>
                <a:lnTo>
                  <a:pt x="481279" y="225501"/>
                </a:lnTo>
                <a:lnTo>
                  <a:pt x="476084" y="292481"/>
                </a:lnTo>
                <a:lnTo>
                  <a:pt x="465251" y="342493"/>
                </a:lnTo>
                <a:lnTo>
                  <a:pt x="445922" y="387045"/>
                </a:lnTo>
                <a:lnTo>
                  <a:pt x="433108" y="407289"/>
                </a:lnTo>
                <a:lnTo>
                  <a:pt x="453034" y="430657"/>
                </a:lnTo>
                <a:lnTo>
                  <a:pt x="495401" y="370293"/>
                </a:lnTo>
                <a:lnTo>
                  <a:pt x="506374" y="330542"/>
                </a:lnTo>
                <a:lnTo>
                  <a:pt x="512356" y="286804"/>
                </a:lnTo>
                <a:lnTo>
                  <a:pt x="638949" y="286804"/>
                </a:lnTo>
                <a:lnTo>
                  <a:pt x="638949" y="425577"/>
                </a:lnTo>
                <a:lnTo>
                  <a:pt x="674090" y="425577"/>
                </a:lnTo>
                <a:lnTo>
                  <a:pt x="674090" y="286804"/>
                </a:lnTo>
                <a:lnTo>
                  <a:pt x="803630" y="286804"/>
                </a:lnTo>
                <a:lnTo>
                  <a:pt x="803630" y="367665"/>
                </a:lnTo>
                <a:lnTo>
                  <a:pt x="801916" y="378790"/>
                </a:lnTo>
                <a:lnTo>
                  <a:pt x="796772" y="386905"/>
                </a:lnTo>
                <a:lnTo>
                  <a:pt x="788200" y="391883"/>
                </a:lnTo>
                <a:lnTo>
                  <a:pt x="776198" y="393573"/>
                </a:lnTo>
                <a:lnTo>
                  <a:pt x="763676" y="393319"/>
                </a:lnTo>
                <a:lnTo>
                  <a:pt x="749147" y="392620"/>
                </a:lnTo>
                <a:lnTo>
                  <a:pt x="715238" y="390525"/>
                </a:lnTo>
                <a:lnTo>
                  <a:pt x="716622" y="401383"/>
                </a:lnTo>
                <a:lnTo>
                  <a:pt x="718286" y="411099"/>
                </a:lnTo>
                <a:lnTo>
                  <a:pt x="719950" y="419671"/>
                </a:lnTo>
                <a:lnTo>
                  <a:pt x="721334" y="427113"/>
                </a:lnTo>
                <a:lnTo>
                  <a:pt x="739317" y="427342"/>
                </a:lnTo>
                <a:lnTo>
                  <a:pt x="772985" y="428396"/>
                </a:lnTo>
                <a:lnTo>
                  <a:pt x="788390" y="428637"/>
                </a:lnTo>
                <a:lnTo>
                  <a:pt x="810450" y="425246"/>
                </a:lnTo>
                <a:lnTo>
                  <a:pt x="826198" y="415290"/>
                </a:lnTo>
                <a:lnTo>
                  <a:pt x="835634" y="399059"/>
                </a:lnTo>
                <a:lnTo>
                  <a:pt x="836409" y="393573"/>
                </a:lnTo>
                <a:lnTo>
                  <a:pt x="838784" y="376809"/>
                </a:lnTo>
                <a:lnTo>
                  <a:pt x="838784" y="59537"/>
                </a:lnTo>
                <a:lnTo>
                  <a:pt x="838784" y="27432"/>
                </a:lnTo>
                <a:close/>
              </a:path>
              <a:path w="3105150" h="438150">
                <a:moveTo>
                  <a:pt x="1267307" y="30480"/>
                </a:moveTo>
                <a:lnTo>
                  <a:pt x="927176" y="30480"/>
                </a:lnTo>
                <a:lnTo>
                  <a:pt x="927176" y="64109"/>
                </a:lnTo>
                <a:lnTo>
                  <a:pt x="1267307" y="64109"/>
                </a:lnTo>
                <a:lnTo>
                  <a:pt x="1267307" y="30480"/>
                </a:lnTo>
                <a:close/>
              </a:path>
              <a:path w="3105150" h="438150">
                <a:moveTo>
                  <a:pt x="1314551" y="308140"/>
                </a:moveTo>
                <a:lnTo>
                  <a:pt x="1304315" y="305612"/>
                </a:lnTo>
                <a:lnTo>
                  <a:pt x="1294358" y="302806"/>
                </a:lnTo>
                <a:lnTo>
                  <a:pt x="1276451" y="297472"/>
                </a:lnTo>
                <a:lnTo>
                  <a:pt x="1275041" y="315163"/>
                </a:lnTo>
                <a:lnTo>
                  <a:pt x="1268831" y="360057"/>
                </a:lnTo>
                <a:lnTo>
                  <a:pt x="1233779" y="389013"/>
                </a:lnTo>
                <a:lnTo>
                  <a:pt x="1195590" y="389013"/>
                </a:lnTo>
                <a:lnTo>
                  <a:pt x="1184465" y="387311"/>
                </a:lnTo>
                <a:lnTo>
                  <a:pt x="1176350" y="382346"/>
                </a:lnTo>
                <a:lnTo>
                  <a:pt x="1171371" y="374218"/>
                </a:lnTo>
                <a:lnTo>
                  <a:pt x="1169682" y="363105"/>
                </a:lnTo>
                <a:lnTo>
                  <a:pt x="1169682" y="192227"/>
                </a:lnTo>
                <a:lnTo>
                  <a:pt x="1308455" y="192227"/>
                </a:lnTo>
                <a:lnTo>
                  <a:pt x="1308455" y="158686"/>
                </a:lnTo>
                <a:lnTo>
                  <a:pt x="884504" y="158686"/>
                </a:lnTo>
                <a:lnTo>
                  <a:pt x="884504" y="192227"/>
                </a:lnTo>
                <a:lnTo>
                  <a:pt x="1006513" y="192227"/>
                </a:lnTo>
                <a:lnTo>
                  <a:pt x="1006513" y="207467"/>
                </a:lnTo>
                <a:lnTo>
                  <a:pt x="999845" y="277266"/>
                </a:lnTo>
                <a:lnTo>
                  <a:pt x="980605" y="326428"/>
                </a:lnTo>
                <a:lnTo>
                  <a:pt x="942073" y="366522"/>
                </a:lnTo>
                <a:lnTo>
                  <a:pt x="878395" y="404253"/>
                </a:lnTo>
                <a:lnTo>
                  <a:pt x="884161" y="410273"/>
                </a:lnTo>
                <a:lnTo>
                  <a:pt x="890219" y="417017"/>
                </a:lnTo>
                <a:lnTo>
                  <a:pt x="904316" y="433209"/>
                </a:lnTo>
                <a:lnTo>
                  <a:pt x="942327" y="412076"/>
                </a:lnTo>
                <a:lnTo>
                  <a:pt x="973734" y="389953"/>
                </a:lnTo>
                <a:lnTo>
                  <a:pt x="1015657" y="343192"/>
                </a:lnTo>
                <a:lnTo>
                  <a:pt x="1036231" y="286029"/>
                </a:lnTo>
                <a:lnTo>
                  <a:pt x="1043025" y="207467"/>
                </a:lnTo>
                <a:lnTo>
                  <a:pt x="1043089" y="192227"/>
                </a:lnTo>
                <a:lnTo>
                  <a:pt x="1133106" y="192227"/>
                </a:lnTo>
                <a:lnTo>
                  <a:pt x="1133221" y="366941"/>
                </a:lnTo>
                <a:lnTo>
                  <a:pt x="1146822" y="405968"/>
                </a:lnTo>
                <a:lnTo>
                  <a:pt x="1187970" y="419493"/>
                </a:lnTo>
                <a:lnTo>
                  <a:pt x="1241399" y="419493"/>
                </a:lnTo>
                <a:lnTo>
                  <a:pt x="1265974" y="416369"/>
                </a:lnTo>
                <a:lnTo>
                  <a:pt x="1284833" y="407111"/>
                </a:lnTo>
                <a:lnTo>
                  <a:pt x="1297978" y="391845"/>
                </a:lnTo>
                <a:lnTo>
                  <a:pt x="1298968" y="389013"/>
                </a:lnTo>
                <a:lnTo>
                  <a:pt x="1305407" y="370725"/>
                </a:lnTo>
                <a:lnTo>
                  <a:pt x="1307693" y="357301"/>
                </a:lnTo>
                <a:lnTo>
                  <a:pt x="1309979" y="342290"/>
                </a:lnTo>
                <a:lnTo>
                  <a:pt x="1312189" y="326428"/>
                </a:lnTo>
                <a:lnTo>
                  <a:pt x="1314551" y="308140"/>
                </a:lnTo>
                <a:close/>
              </a:path>
              <a:path w="3105150" h="438150">
                <a:moveTo>
                  <a:pt x="1470088" y="360057"/>
                </a:moveTo>
                <a:lnTo>
                  <a:pt x="1447228" y="335572"/>
                </a:lnTo>
                <a:lnTo>
                  <a:pt x="1416354" y="354152"/>
                </a:lnTo>
                <a:lnTo>
                  <a:pt x="1387652" y="370674"/>
                </a:lnTo>
                <a:lnTo>
                  <a:pt x="1360830" y="384962"/>
                </a:lnTo>
                <a:lnTo>
                  <a:pt x="1335887" y="396633"/>
                </a:lnTo>
                <a:lnTo>
                  <a:pt x="1341310" y="404342"/>
                </a:lnTo>
                <a:lnTo>
                  <a:pt x="1346174" y="411492"/>
                </a:lnTo>
                <a:lnTo>
                  <a:pt x="1350454" y="418058"/>
                </a:lnTo>
                <a:lnTo>
                  <a:pt x="1354175" y="424065"/>
                </a:lnTo>
                <a:lnTo>
                  <a:pt x="1379613" y="411492"/>
                </a:lnTo>
                <a:lnTo>
                  <a:pt x="1407604" y="396633"/>
                </a:lnTo>
                <a:lnTo>
                  <a:pt x="1437855" y="379488"/>
                </a:lnTo>
                <a:lnTo>
                  <a:pt x="1470088" y="360057"/>
                </a:lnTo>
                <a:close/>
              </a:path>
              <a:path w="3105150" h="438150">
                <a:moveTo>
                  <a:pt x="1741563" y="395109"/>
                </a:moveTo>
                <a:lnTo>
                  <a:pt x="1709547" y="376758"/>
                </a:lnTo>
                <a:lnTo>
                  <a:pt x="1679829" y="360387"/>
                </a:lnTo>
                <a:lnTo>
                  <a:pt x="1627162" y="332524"/>
                </a:lnTo>
                <a:lnTo>
                  <a:pt x="1608874" y="357009"/>
                </a:lnTo>
                <a:lnTo>
                  <a:pt x="1634032" y="370674"/>
                </a:lnTo>
                <a:lnTo>
                  <a:pt x="1661160" y="386346"/>
                </a:lnTo>
                <a:lnTo>
                  <a:pt x="1689976" y="403720"/>
                </a:lnTo>
                <a:lnTo>
                  <a:pt x="1720227" y="422541"/>
                </a:lnTo>
                <a:lnTo>
                  <a:pt x="1741563" y="395109"/>
                </a:lnTo>
                <a:close/>
              </a:path>
              <a:path w="3105150" h="438150">
                <a:moveTo>
                  <a:pt x="1758327" y="152590"/>
                </a:moveTo>
                <a:lnTo>
                  <a:pt x="1561630" y="152590"/>
                </a:lnTo>
                <a:lnTo>
                  <a:pt x="1561630" y="122021"/>
                </a:lnTo>
                <a:lnTo>
                  <a:pt x="1711083" y="122021"/>
                </a:lnTo>
                <a:lnTo>
                  <a:pt x="1711083" y="94589"/>
                </a:lnTo>
                <a:lnTo>
                  <a:pt x="1561630" y="94589"/>
                </a:lnTo>
                <a:lnTo>
                  <a:pt x="1561630" y="65633"/>
                </a:lnTo>
                <a:lnTo>
                  <a:pt x="1741563" y="65633"/>
                </a:lnTo>
                <a:lnTo>
                  <a:pt x="1741563" y="36576"/>
                </a:lnTo>
                <a:lnTo>
                  <a:pt x="1561630" y="36576"/>
                </a:lnTo>
                <a:lnTo>
                  <a:pt x="1561630" y="0"/>
                </a:lnTo>
                <a:lnTo>
                  <a:pt x="1526578" y="0"/>
                </a:lnTo>
                <a:lnTo>
                  <a:pt x="1526578" y="36576"/>
                </a:lnTo>
                <a:lnTo>
                  <a:pt x="1349603" y="36576"/>
                </a:lnTo>
                <a:lnTo>
                  <a:pt x="1349603" y="65633"/>
                </a:lnTo>
                <a:lnTo>
                  <a:pt x="1526578" y="65633"/>
                </a:lnTo>
                <a:lnTo>
                  <a:pt x="1526578" y="94589"/>
                </a:lnTo>
                <a:lnTo>
                  <a:pt x="1374076" y="94589"/>
                </a:lnTo>
                <a:lnTo>
                  <a:pt x="1374076" y="122021"/>
                </a:lnTo>
                <a:lnTo>
                  <a:pt x="1526578" y="122021"/>
                </a:lnTo>
                <a:lnTo>
                  <a:pt x="1526578" y="152590"/>
                </a:lnTo>
                <a:lnTo>
                  <a:pt x="1332839" y="152590"/>
                </a:lnTo>
                <a:lnTo>
                  <a:pt x="1332839" y="180022"/>
                </a:lnTo>
                <a:lnTo>
                  <a:pt x="1467040" y="180022"/>
                </a:lnTo>
                <a:lnTo>
                  <a:pt x="1441513" y="194500"/>
                </a:lnTo>
                <a:lnTo>
                  <a:pt x="1405153" y="213271"/>
                </a:lnTo>
                <a:lnTo>
                  <a:pt x="1374076" y="222694"/>
                </a:lnTo>
                <a:lnTo>
                  <a:pt x="1389316" y="254800"/>
                </a:lnTo>
                <a:lnTo>
                  <a:pt x="1422844" y="250228"/>
                </a:lnTo>
                <a:lnTo>
                  <a:pt x="1445145" y="248119"/>
                </a:lnTo>
                <a:lnTo>
                  <a:pt x="1518958" y="242519"/>
                </a:lnTo>
                <a:lnTo>
                  <a:pt x="1495780" y="252831"/>
                </a:lnTo>
                <a:lnTo>
                  <a:pt x="1448358" y="272821"/>
                </a:lnTo>
                <a:lnTo>
                  <a:pt x="1411224" y="286537"/>
                </a:lnTo>
                <a:lnTo>
                  <a:pt x="1364932" y="297472"/>
                </a:lnTo>
                <a:lnTo>
                  <a:pt x="1383220" y="332524"/>
                </a:lnTo>
                <a:lnTo>
                  <a:pt x="1435036" y="326428"/>
                </a:lnTo>
                <a:lnTo>
                  <a:pt x="1534198" y="321856"/>
                </a:lnTo>
                <a:lnTo>
                  <a:pt x="1534198" y="370725"/>
                </a:lnTo>
                <a:lnTo>
                  <a:pt x="1532483" y="380720"/>
                </a:lnTo>
                <a:lnTo>
                  <a:pt x="1527340" y="387870"/>
                </a:lnTo>
                <a:lnTo>
                  <a:pt x="1518767" y="392150"/>
                </a:lnTo>
                <a:lnTo>
                  <a:pt x="1507121" y="393547"/>
                </a:lnTo>
                <a:lnTo>
                  <a:pt x="1496707" y="393534"/>
                </a:lnTo>
                <a:lnTo>
                  <a:pt x="1484960" y="393204"/>
                </a:lnTo>
                <a:lnTo>
                  <a:pt x="1471523" y="392290"/>
                </a:lnTo>
                <a:lnTo>
                  <a:pt x="1456372" y="390537"/>
                </a:lnTo>
                <a:lnTo>
                  <a:pt x="1457731" y="400507"/>
                </a:lnTo>
                <a:lnTo>
                  <a:pt x="1459230" y="409778"/>
                </a:lnTo>
                <a:lnTo>
                  <a:pt x="1460436" y="418058"/>
                </a:lnTo>
                <a:lnTo>
                  <a:pt x="1460944" y="425589"/>
                </a:lnTo>
                <a:lnTo>
                  <a:pt x="1476146" y="426466"/>
                </a:lnTo>
                <a:lnTo>
                  <a:pt x="1489913" y="426923"/>
                </a:lnTo>
                <a:lnTo>
                  <a:pt x="1502562" y="427088"/>
                </a:lnTo>
                <a:lnTo>
                  <a:pt x="1514386" y="427113"/>
                </a:lnTo>
                <a:lnTo>
                  <a:pt x="1538147" y="423722"/>
                </a:lnTo>
                <a:lnTo>
                  <a:pt x="1554772" y="413778"/>
                </a:lnTo>
                <a:lnTo>
                  <a:pt x="1564538" y="397535"/>
                </a:lnTo>
                <a:lnTo>
                  <a:pt x="1565097" y="393585"/>
                </a:lnTo>
                <a:lnTo>
                  <a:pt x="1567726" y="375297"/>
                </a:lnTo>
                <a:lnTo>
                  <a:pt x="1567726" y="321856"/>
                </a:lnTo>
                <a:lnTo>
                  <a:pt x="1567726" y="320332"/>
                </a:lnTo>
                <a:lnTo>
                  <a:pt x="1595767" y="318312"/>
                </a:lnTo>
                <a:lnTo>
                  <a:pt x="1625117" y="316712"/>
                </a:lnTo>
                <a:lnTo>
                  <a:pt x="1688223" y="314236"/>
                </a:lnTo>
                <a:lnTo>
                  <a:pt x="1694840" y="321094"/>
                </a:lnTo>
                <a:lnTo>
                  <a:pt x="1707502" y="334810"/>
                </a:lnTo>
                <a:lnTo>
                  <a:pt x="1714131" y="341668"/>
                </a:lnTo>
                <a:lnTo>
                  <a:pt x="1722462" y="333362"/>
                </a:lnTo>
                <a:lnTo>
                  <a:pt x="1729371" y="326618"/>
                </a:lnTo>
                <a:lnTo>
                  <a:pt x="1735124" y="321310"/>
                </a:lnTo>
                <a:lnTo>
                  <a:pt x="1740039" y="317284"/>
                </a:lnTo>
                <a:lnTo>
                  <a:pt x="1736902" y="314236"/>
                </a:lnTo>
                <a:lnTo>
                  <a:pt x="1722805" y="300520"/>
                </a:lnTo>
                <a:lnTo>
                  <a:pt x="1718868" y="296684"/>
                </a:lnTo>
                <a:lnTo>
                  <a:pt x="1696415" y="275932"/>
                </a:lnTo>
                <a:lnTo>
                  <a:pt x="1672526" y="254876"/>
                </a:lnTo>
                <a:lnTo>
                  <a:pt x="1647075" y="233362"/>
                </a:lnTo>
                <a:lnTo>
                  <a:pt x="1624114" y="254800"/>
                </a:lnTo>
                <a:lnTo>
                  <a:pt x="1634058" y="262978"/>
                </a:lnTo>
                <a:lnTo>
                  <a:pt x="1643786" y="271754"/>
                </a:lnTo>
                <a:lnTo>
                  <a:pt x="1653120" y="280733"/>
                </a:lnTo>
                <a:lnTo>
                  <a:pt x="1662315" y="289852"/>
                </a:lnTo>
                <a:lnTo>
                  <a:pt x="1444180" y="300520"/>
                </a:lnTo>
                <a:lnTo>
                  <a:pt x="1489036" y="282752"/>
                </a:lnTo>
                <a:lnTo>
                  <a:pt x="1533880" y="264172"/>
                </a:lnTo>
                <a:lnTo>
                  <a:pt x="1578711" y="244716"/>
                </a:lnTo>
                <a:lnTo>
                  <a:pt x="1583550" y="242519"/>
                </a:lnTo>
                <a:lnTo>
                  <a:pt x="1620393" y="225742"/>
                </a:lnTo>
                <a:lnTo>
                  <a:pt x="1623555" y="224307"/>
                </a:lnTo>
                <a:lnTo>
                  <a:pt x="1668411" y="202882"/>
                </a:lnTo>
                <a:lnTo>
                  <a:pt x="1644015" y="183070"/>
                </a:lnTo>
                <a:lnTo>
                  <a:pt x="1626819" y="191960"/>
                </a:lnTo>
                <a:lnTo>
                  <a:pt x="1609648" y="200406"/>
                </a:lnTo>
                <a:lnTo>
                  <a:pt x="1575346" y="216598"/>
                </a:lnTo>
                <a:lnTo>
                  <a:pt x="1430464" y="225742"/>
                </a:lnTo>
                <a:lnTo>
                  <a:pt x="1476006" y="202882"/>
                </a:lnTo>
                <a:lnTo>
                  <a:pt x="1520482" y="180022"/>
                </a:lnTo>
                <a:lnTo>
                  <a:pt x="1758327" y="180022"/>
                </a:lnTo>
                <a:lnTo>
                  <a:pt x="1758327" y="152590"/>
                </a:lnTo>
                <a:close/>
              </a:path>
              <a:path w="3105150" h="438150">
                <a:moveTo>
                  <a:pt x="1962734" y="74777"/>
                </a:moveTo>
                <a:lnTo>
                  <a:pt x="1927682" y="74777"/>
                </a:lnTo>
                <a:lnTo>
                  <a:pt x="1927682" y="106781"/>
                </a:lnTo>
                <a:lnTo>
                  <a:pt x="1927682" y="213563"/>
                </a:lnTo>
                <a:lnTo>
                  <a:pt x="1927682" y="245567"/>
                </a:lnTo>
                <a:lnTo>
                  <a:pt x="1927682" y="355485"/>
                </a:lnTo>
                <a:lnTo>
                  <a:pt x="1828520" y="355485"/>
                </a:lnTo>
                <a:lnTo>
                  <a:pt x="1828520" y="245567"/>
                </a:lnTo>
                <a:lnTo>
                  <a:pt x="1927682" y="245567"/>
                </a:lnTo>
                <a:lnTo>
                  <a:pt x="1927682" y="213563"/>
                </a:lnTo>
                <a:lnTo>
                  <a:pt x="1828520" y="213563"/>
                </a:lnTo>
                <a:lnTo>
                  <a:pt x="1828520" y="106781"/>
                </a:lnTo>
                <a:lnTo>
                  <a:pt x="1927682" y="106781"/>
                </a:lnTo>
                <a:lnTo>
                  <a:pt x="1927682" y="74777"/>
                </a:lnTo>
                <a:lnTo>
                  <a:pt x="1875764" y="74777"/>
                </a:lnTo>
                <a:lnTo>
                  <a:pt x="1881746" y="59639"/>
                </a:lnTo>
                <a:lnTo>
                  <a:pt x="1888147" y="44056"/>
                </a:lnTo>
                <a:lnTo>
                  <a:pt x="1894840" y="28194"/>
                </a:lnTo>
                <a:lnTo>
                  <a:pt x="1901672" y="12192"/>
                </a:lnTo>
                <a:lnTo>
                  <a:pt x="1865096" y="1524"/>
                </a:lnTo>
                <a:lnTo>
                  <a:pt x="1859102" y="18122"/>
                </a:lnTo>
                <a:lnTo>
                  <a:pt x="1852523" y="35864"/>
                </a:lnTo>
                <a:lnTo>
                  <a:pt x="1845386" y="54762"/>
                </a:lnTo>
                <a:lnTo>
                  <a:pt x="1837664" y="74777"/>
                </a:lnTo>
                <a:lnTo>
                  <a:pt x="1793468" y="74777"/>
                </a:lnTo>
                <a:lnTo>
                  <a:pt x="1793468" y="425589"/>
                </a:lnTo>
                <a:lnTo>
                  <a:pt x="1828520" y="425589"/>
                </a:lnTo>
                <a:lnTo>
                  <a:pt x="1828520" y="389013"/>
                </a:lnTo>
                <a:lnTo>
                  <a:pt x="1927682" y="389013"/>
                </a:lnTo>
                <a:lnTo>
                  <a:pt x="1927682" y="422541"/>
                </a:lnTo>
                <a:lnTo>
                  <a:pt x="1962734" y="422541"/>
                </a:lnTo>
                <a:lnTo>
                  <a:pt x="1962734" y="389013"/>
                </a:lnTo>
                <a:lnTo>
                  <a:pt x="1962734" y="355485"/>
                </a:lnTo>
                <a:lnTo>
                  <a:pt x="1962734" y="245567"/>
                </a:lnTo>
                <a:lnTo>
                  <a:pt x="1962734" y="213563"/>
                </a:lnTo>
                <a:lnTo>
                  <a:pt x="1962734" y="106781"/>
                </a:lnTo>
                <a:lnTo>
                  <a:pt x="1962734" y="74777"/>
                </a:lnTo>
                <a:close/>
              </a:path>
              <a:path w="3105150" h="438150">
                <a:moveTo>
                  <a:pt x="2112175" y="273088"/>
                </a:moveTo>
                <a:lnTo>
                  <a:pt x="2096173" y="251345"/>
                </a:lnTo>
                <a:lnTo>
                  <a:pt x="2077872" y="227469"/>
                </a:lnTo>
                <a:lnTo>
                  <a:pt x="2057273" y="201625"/>
                </a:lnTo>
                <a:lnTo>
                  <a:pt x="2034362" y="173939"/>
                </a:lnTo>
                <a:lnTo>
                  <a:pt x="2008454" y="193751"/>
                </a:lnTo>
                <a:lnTo>
                  <a:pt x="2027580" y="219786"/>
                </a:lnTo>
                <a:lnTo>
                  <a:pt x="2046020" y="245414"/>
                </a:lnTo>
                <a:lnTo>
                  <a:pt x="2063610" y="270764"/>
                </a:lnTo>
                <a:lnTo>
                  <a:pt x="2080171" y="295948"/>
                </a:lnTo>
                <a:lnTo>
                  <a:pt x="2112175" y="273088"/>
                </a:lnTo>
                <a:close/>
              </a:path>
              <a:path w="3105150" h="438150">
                <a:moveTo>
                  <a:pt x="2194572" y="73253"/>
                </a:moveTo>
                <a:lnTo>
                  <a:pt x="2052650" y="73253"/>
                </a:lnTo>
                <a:lnTo>
                  <a:pt x="2058416" y="58115"/>
                </a:lnTo>
                <a:lnTo>
                  <a:pt x="2064156" y="42532"/>
                </a:lnTo>
                <a:lnTo>
                  <a:pt x="2069884" y="26670"/>
                </a:lnTo>
                <a:lnTo>
                  <a:pt x="2075599" y="10668"/>
                </a:lnTo>
                <a:lnTo>
                  <a:pt x="2038934" y="1524"/>
                </a:lnTo>
                <a:lnTo>
                  <a:pt x="2023478" y="47828"/>
                </a:lnTo>
                <a:lnTo>
                  <a:pt x="2006739" y="90398"/>
                </a:lnTo>
                <a:lnTo>
                  <a:pt x="1988566" y="128968"/>
                </a:lnTo>
                <a:lnTo>
                  <a:pt x="1968830" y="163271"/>
                </a:lnTo>
                <a:lnTo>
                  <a:pt x="1977656" y="167817"/>
                </a:lnTo>
                <a:lnTo>
                  <a:pt x="1985784" y="172224"/>
                </a:lnTo>
                <a:lnTo>
                  <a:pt x="1993036" y="176339"/>
                </a:lnTo>
                <a:lnTo>
                  <a:pt x="1999310" y="180035"/>
                </a:lnTo>
                <a:lnTo>
                  <a:pt x="2009571" y="163410"/>
                </a:lnTo>
                <a:lnTo>
                  <a:pt x="2019693" y="145503"/>
                </a:lnTo>
                <a:lnTo>
                  <a:pt x="2029523" y="126161"/>
                </a:lnTo>
                <a:lnTo>
                  <a:pt x="2038934" y="105257"/>
                </a:lnTo>
                <a:lnTo>
                  <a:pt x="2156371" y="105257"/>
                </a:lnTo>
                <a:lnTo>
                  <a:pt x="2155228" y="173939"/>
                </a:lnTo>
                <a:lnTo>
                  <a:pt x="2153932" y="227469"/>
                </a:lnTo>
                <a:lnTo>
                  <a:pt x="2152307" y="277126"/>
                </a:lnTo>
                <a:lnTo>
                  <a:pt x="2150567" y="316852"/>
                </a:lnTo>
                <a:lnTo>
                  <a:pt x="2145296" y="365823"/>
                </a:lnTo>
                <a:lnTo>
                  <a:pt x="2106079" y="389013"/>
                </a:lnTo>
                <a:lnTo>
                  <a:pt x="2087486" y="388696"/>
                </a:lnTo>
                <a:lnTo>
                  <a:pt x="2068156" y="387680"/>
                </a:lnTo>
                <a:lnTo>
                  <a:pt x="2047963" y="385787"/>
                </a:lnTo>
                <a:lnTo>
                  <a:pt x="2026742" y="382917"/>
                </a:lnTo>
                <a:lnTo>
                  <a:pt x="2025218" y="382917"/>
                </a:lnTo>
                <a:lnTo>
                  <a:pt x="2027237" y="392099"/>
                </a:lnTo>
                <a:lnTo>
                  <a:pt x="2028837" y="401586"/>
                </a:lnTo>
                <a:lnTo>
                  <a:pt x="2030145" y="411632"/>
                </a:lnTo>
                <a:lnTo>
                  <a:pt x="2031314" y="422541"/>
                </a:lnTo>
                <a:lnTo>
                  <a:pt x="2072538" y="424637"/>
                </a:lnTo>
                <a:lnTo>
                  <a:pt x="2093125" y="425323"/>
                </a:lnTo>
                <a:lnTo>
                  <a:pt x="2113699" y="425589"/>
                </a:lnTo>
                <a:lnTo>
                  <a:pt x="2143963" y="421297"/>
                </a:lnTo>
                <a:lnTo>
                  <a:pt x="2178634" y="389013"/>
                </a:lnTo>
                <a:lnTo>
                  <a:pt x="2186749" y="332574"/>
                </a:lnTo>
                <a:lnTo>
                  <a:pt x="2189340" y="256273"/>
                </a:lnTo>
                <a:lnTo>
                  <a:pt x="2192413" y="145503"/>
                </a:lnTo>
                <a:lnTo>
                  <a:pt x="2193607" y="105257"/>
                </a:lnTo>
                <a:lnTo>
                  <a:pt x="2194572" y="73253"/>
                </a:lnTo>
                <a:close/>
              </a:path>
              <a:path w="3105150" h="438150">
                <a:moveTo>
                  <a:pt x="2548331" y="298996"/>
                </a:moveTo>
                <a:lnTo>
                  <a:pt x="2225040" y="298996"/>
                </a:lnTo>
                <a:lnTo>
                  <a:pt x="2225040" y="332524"/>
                </a:lnTo>
                <a:lnTo>
                  <a:pt x="2548331" y="332524"/>
                </a:lnTo>
                <a:lnTo>
                  <a:pt x="2548331" y="298996"/>
                </a:lnTo>
                <a:close/>
              </a:path>
              <a:path w="3105150" h="438150">
                <a:moveTo>
                  <a:pt x="2620048" y="212026"/>
                </a:moveTo>
                <a:lnTo>
                  <a:pt x="2334869" y="212026"/>
                </a:lnTo>
                <a:lnTo>
                  <a:pt x="2345537" y="157162"/>
                </a:lnTo>
                <a:lnTo>
                  <a:pt x="2609380" y="157162"/>
                </a:lnTo>
                <a:lnTo>
                  <a:pt x="2609380" y="125069"/>
                </a:lnTo>
                <a:lnTo>
                  <a:pt x="2353157" y="125069"/>
                </a:lnTo>
                <a:lnTo>
                  <a:pt x="2363825" y="73253"/>
                </a:lnTo>
                <a:lnTo>
                  <a:pt x="2325636" y="73253"/>
                </a:lnTo>
                <a:lnTo>
                  <a:pt x="2296680" y="213550"/>
                </a:lnTo>
                <a:lnTo>
                  <a:pt x="2296680" y="244030"/>
                </a:lnTo>
                <a:lnTo>
                  <a:pt x="2581859" y="244030"/>
                </a:lnTo>
                <a:lnTo>
                  <a:pt x="2580475" y="276910"/>
                </a:lnTo>
                <a:lnTo>
                  <a:pt x="2578811" y="306616"/>
                </a:lnTo>
                <a:lnTo>
                  <a:pt x="2577236" y="331330"/>
                </a:lnTo>
                <a:lnTo>
                  <a:pt x="2575763" y="355485"/>
                </a:lnTo>
                <a:lnTo>
                  <a:pt x="2570327" y="370598"/>
                </a:lnTo>
                <a:lnTo>
                  <a:pt x="2560904" y="381584"/>
                </a:lnTo>
                <a:lnTo>
                  <a:pt x="2547467" y="388264"/>
                </a:lnTo>
                <a:lnTo>
                  <a:pt x="2530043" y="390537"/>
                </a:lnTo>
                <a:lnTo>
                  <a:pt x="2506256" y="390245"/>
                </a:lnTo>
                <a:lnTo>
                  <a:pt x="2482748" y="389394"/>
                </a:lnTo>
                <a:lnTo>
                  <a:pt x="2459228" y="387959"/>
                </a:lnTo>
                <a:lnTo>
                  <a:pt x="2435453" y="385965"/>
                </a:lnTo>
                <a:lnTo>
                  <a:pt x="2437473" y="395986"/>
                </a:lnTo>
                <a:lnTo>
                  <a:pt x="2439073" y="405587"/>
                </a:lnTo>
                <a:lnTo>
                  <a:pt x="2440381" y="414896"/>
                </a:lnTo>
                <a:lnTo>
                  <a:pt x="2441549" y="424065"/>
                </a:lnTo>
                <a:lnTo>
                  <a:pt x="2467292" y="424942"/>
                </a:lnTo>
                <a:lnTo>
                  <a:pt x="2491740" y="425399"/>
                </a:lnTo>
                <a:lnTo>
                  <a:pt x="2536139" y="425589"/>
                </a:lnTo>
                <a:lnTo>
                  <a:pt x="2565806" y="421601"/>
                </a:lnTo>
                <a:lnTo>
                  <a:pt x="2603233" y="390537"/>
                </a:lnTo>
                <a:lnTo>
                  <a:pt x="2613279" y="332892"/>
                </a:lnTo>
                <a:lnTo>
                  <a:pt x="2618409" y="255803"/>
                </a:lnTo>
                <a:lnTo>
                  <a:pt x="2620048" y="212026"/>
                </a:lnTo>
                <a:close/>
              </a:path>
              <a:path w="3105150" h="438150">
                <a:moveTo>
                  <a:pt x="2641384" y="27432"/>
                </a:moveTo>
                <a:lnTo>
                  <a:pt x="2243328" y="27432"/>
                </a:lnTo>
                <a:lnTo>
                  <a:pt x="2243328" y="109829"/>
                </a:lnTo>
                <a:lnTo>
                  <a:pt x="2279904" y="109829"/>
                </a:lnTo>
                <a:lnTo>
                  <a:pt x="2279904" y="59537"/>
                </a:lnTo>
                <a:lnTo>
                  <a:pt x="2604719" y="59537"/>
                </a:lnTo>
                <a:lnTo>
                  <a:pt x="2604719" y="109829"/>
                </a:lnTo>
                <a:lnTo>
                  <a:pt x="2641384" y="109829"/>
                </a:lnTo>
                <a:lnTo>
                  <a:pt x="2641384" y="59537"/>
                </a:lnTo>
                <a:lnTo>
                  <a:pt x="2641384" y="27432"/>
                </a:lnTo>
                <a:close/>
              </a:path>
              <a:path w="3105150" h="438150">
                <a:moveTo>
                  <a:pt x="2769489" y="260896"/>
                </a:moveTo>
                <a:lnTo>
                  <a:pt x="2760599" y="257467"/>
                </a:lnTo>
                <a:lnTo>
                  <a:pt x="2752115" y="254025"/>
                </a:lnTo>
                <a:lnTo>
                  <a:pt x="2743911" y="250571"/>
                </a:lnTo>
                <a:lnTo>
                  <a:pt x="2735872" y="247078"/>
                </a:lnTo>
                <a:lnTo>
                  <a:pt x="2721254" y="292227"/>
                </a:lnTo>
                <a:lnTo>
                  <a:pt x="2706916" y="335800"/>
                </a:lnTo>
                <a:lnTo>
                  <a:pt x="2692577" y="377342"/>
                </a:lnTo>
                <a:lnTo>
                  <a:pt x="2677960" y="416445"/>
                </a:lnTo>
                <a:lnTo>
                  <a:pt x="2716060" y="430161"/>
                </a:lnTo>
                <a:lnTo>
                  <a:pt x="2728049" y="391274"/>
                </a:lnTo>
                <a:lnTo>
                  <a:pt x="2741066" y="350100"/>
                </a:lnTo>
                <a:lnTo>
                  <a:pt x="2769489" y="260896"/>
                </a:lnTo>
                <a:close/>
              </a:path>
              <a:path w="3105150" h="438150">
                <a:moveTo>
                  <a:pt x="2769489" y="180022"/>
                </a:moveTo>
                <a:lnTo>
                  <a:pt x="2748318" y="162585"/>
                </a:lnTo>
                <a:lnTo>
                  <a:pt x="2728455" y="146837"/>
                </a:lnTo>
                <a:lnTo>
                  <a:pt x="2710040" y="132803"/>
                </a:lnTo>
                <a:lnTo>
                  <a:pt x="2693200" y="120497"/>
                </a:lnTo>
                <a:lnTo>
                  <a:pt x="2670340" y="146494"/>
                </a:lnTo>
                <a:lnTo>
                  <a:pt x="2684335" y="157124"/>
                </a:lnTo>
                <a:lnTo>
                  <a:pt x="2701201" y="170878"/>
                </a:lnTo>
                <a:lnTo>
                  <a:pt x="2720911" y="188074"/>
                </a:lnTo>
                <a:lnTo>
                  <a:pt x="2743492" y="208978"/>
                </a:lnTo>
                <a:lnTo>
                  <a:pt x="2748661" y="202958"/>
                </a:lnTo>
                <a:lnTo>
                  <a:pt x="2761805" y="188620"/>
                </a:lnTo>
                <a:lnTo>
                  <a:pt x="2769489" y="180022"/>
                </a:lnTo>
                <a:close/>
              </a:path>
              <a:path w="3105150" h="438150">
                <a:moveTo>
                  <a:pt x="2784729" y="71729"/>
                </a:moveTo>
                <a:lnTo>
                  <a:pt x="2765336" y="54000"/>
                </a:lnTo>
                <a:lnTo>
                  <a:pt x="2746210" y="37388"/>
                </a:lnTo>
                <a:lnTo>
                  <a:pt x="2727642" y="21932"/>
                </a:lnTo>
                <a:lnTo>
                  <a:pt x="2709964" y="7620"/>
                </a:lnTo>
                <a:lnTo>
                  <a:pt x="2687104" y="30480"/>
                </a:lnTo>
                <a:lnTo>
                  <a:pt x="2703652" y="45085"/>
                </a:lnTo>
                <a:lnTo>
                  <a:pt x="2721216" y="61239"/>
                </a:lnTo>
                <a:lnTo>
                  <a:pt x="2739656" y="78803"/>
                </a:lnTo>
                <a:lnTo>
                  <a:pt x="2758821" y="97637"/>
                </a:lnTo>
                <a:lnTo>
                  <a:pt x="2784729" y="71729"/>
                </a:lnTo>
                <a:close/>
              </a:path>
              <a:path w="3105150" h="438150">
                <a:moveTo>
                  <a:pt x="3104972" y="205930"/>
                </a:moveTo>
                <a:lnTo>
                  <a:pt x="2963138" y="205930"/>
                </a:lnTo>
                <a:lnTo>
                  <a:pt x="2963138" y="112877"/>
                </a:lnTo>
                <a:lnTo>
                  <a:pt x="3085160" y="112877"/>
                </a:lnTo>
                <a:lnTo>
                  <a:pt x="3085160" y="80873"/>
                </a:lnTo>
                <a:lnTo>
                  <a:pt x="2963138" y="80873"/>
                </a:lnTo>
                <a:lnTo>
                  <a:pt x="2963138" y="1524"/>
                </a:lnTo>
                <a:lnTo>
                  <a:pt x="2928086" y="1524"/>
                </a:lnTo>
                <a:lnTo>
                  <a:pt x="2928086" y="80873"/>
                </a:lnTo>
                <a:lnTo>
                  <a:pt x="2812161" y="80873"/>
                </a:lnTo>
                <a:lnTo>
                  <a:pt x="2812161" y="112877"/>
                </a:lnTo>
                <a:lnTo>
                  <a:pt x="2928086" y="112877"/>
                </a:lnTo>
                <a:lnTo>
                  <a:pt x="2928086" y="205930"/>
                </a:lnTo>
                <a:lnTo>
                  <a:pt x="2790825" y="205930"/>
                </a:lnTo>
                <a:lnTo>
                  <a:pt x="2790825" y="237934"/>
                </a:lnTo>
                <a:lnTo>
                  <a:pt x="2905226" y="237934"/>
                </a:lnTo>
                <a:lnTo>
                  <a:pt x="2892590" y="260565"/>
                </a:lnTo>
                <a:lnTo>
                  <a:pt x="2866136" y="304038"/>
                </a:lnTo>
                <a:lnTo>
                  <a:pt x="2838958" y="342633"/>
                </a:lnTo>
                <a:lnTo>
                  <a:pt x="2798445" y="375297"/>
                </a:lnTo>
                <a:lnTo>
                  <a:pt x="2813685" y="413397"/>
                </a:lnTo>
                <a:lnTo>
                  <a:pt x="3039440" y="393585"/>
                </a:lnTo>
                <a:lnTo>
                  <a:pt x="3045383" y="403631"/>
                </a:lnTo>
                <a:lnTo>
                  <a:pt x="3057868" y="423151"/>
                </a:lnTo>
                <a:lnTo>
                  <a:pt x="3063824" y="433209"/>
                </a:lnTo>
                <a:lnTo>
                  <a:pt x="3072053" y="428396"/>
                </a:lnTo>
                <a:lnTo>
                  <a:pt x="3089110" y="418198"/>
                </a:lnTo>
                <a:lnTo>
                  <a:pt x="3097352" y="413397"/>
                </a:lnTo>
                <a:lnTo>
                  <a:pt x="3084436" y="393585"/>
                </a:lnTo>
                <a:lnTo>
                  <a:pt x="3073514" y="376821"/>
                </a:lnTo>
                <a:lnTo>
                  <a:pt x="3050667" y="343052"/>
                </a:lnTo>
                <a:lnTo>
                  <a:pt x="3007334" y="280708"/>
                </a:lnTo>
                <a:lnTo>
                  <a:pt x="2978378" y="300520"/>
                </a:lnTo>
                <a:lnTo>
                  <a:pt x="2988691" y="315023"/>
                </a:lnTo>
                <a:lnTo>
                  <a:pt x="2999143" y="330822"/>
                </a:lnTo>
                <a:lnTo>
                  <a:pt x="3009887" y="347497"/>
                </a:lnTo>
                <a:lnTo>
                  <a:pt x="3021050" y="364629"/>
                </a:lnTo>
                <a:lnTo>
                  <a:pt x="2979661" y="368668"/>
                </a:lnTo>
                <a:lnTo>
                  <a:pt x="2937980" y="371868"/>
                </a:lnTo>
                <a:lnTo>
                  <a:pt x="2854833" y="376821"/>
                </a:lnTo>
                <a:lnTo>
                  <a:pt x="2877972" y="345871"/>
                </a:lnTo>
                <a:lnTo>
                  <a:pt x="2901556" y="312521"/>
                </a:lnTo>
                <a:lnTo>
                  <a:pt x="2925432" y="276593"/>
                </a:lnTo>
                <a:lnTo>
                  <a:pt x="2949422" y="237934"/>
                </a:lnTo>
                <a:lnTo>
                  <a:pt x="3104972" y="237934"/>
                </a:lnTo>
                <a:lnTo>
                  <a:pt x="3104972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303680" y="2519933"/>
            <a:ext cx="877569" cy="434975"/>
          </a:xfrm>
          <a:custGeom>
            <a:avLst/>
            <a:gdLst/>
            <a:ahLst/>
            <a:cxnLst/>
            <a:rect l="l" t="t" r="r" b="b"/>
            <a:pathLst>
              <a:path w="877569" h="434975">
                <a:moveTo>
                  <a:pt x="346240" y="112877"/>
                </a:moveTo>
                <a:lnTo>
                  <a:pt x="314236" y="112877"/>
                </a:lnTo>
                <a:lnTo>
                  <a:pt x="314236" y="140398"/>
                </a:lnTo>
                <a:lnTo>
                  <a:pt x="314236" y="169354"/>
                </a:lnTo>
                <a:lnTo>
                  <a:pt x="111353" y="169354"/>
                </a:lnTo>
                <a:lnTo>
                  <a:pt x="111353" y="140398"/>
                </a:lnTo>
                <a:lnTo>
                  <a:pt x="314236" y="140398"/>
                </a:lnTo>
                <a:lnTo>
                  <a:pt x="314236" y="112877"/>
                </a:lnTo>
                <a:lnTo>
                  <a:pt x="79349" y="112877"/>
                </a:lnTo>
                <a:lnTo>
                  <a:pt x="79349" y="208978"/>
                </a:lnTo>
                <a:lnTo>
                  <a:pt x="111353" y="208978"/>
                </a:lnTo>
                <a:lnTo>
                  <a:pt x="111353" y="196786"/>
                </a:lnTo>
                <a:lnTo>
                  <a:pt x="314236" y="196786"/>
                </a:lnTo>
                <a:lnTo>
                  <a:pt x="314236" y="208978"/>
                </a:lnTo>
                <a:lnTo>
                  <a:pt x="346240" y="208978"/>
                </a:lnTo>
                <a:lnTo>
                  <a:pt x="346240" y="196786"/>
                </a:lnTo>
                <a:lnTo>
                  <a:pt x="346240" y="169354"/>
                </a:lnTo>
                <a:lnTo>
                  <a:pt x="346240" y="140398"/>
                </a:lnTo>
                <a:lnTo>
                  <a:pt x="346240" y="112877"/>
                </a:lnTo>
                <a:close/>
              </a:path>
              <a:path w="877569" h="434975">
                <a:moveTo>
                  <a:pt x="387388" y="250228"/>
                </a:moveTo>
                <a:lnTo>
                  <a:pt x="382816" y="221170"/>
                </a:lnTo>
                <a:lnTo>
                  <a:pt x="289255" y="224447"/>
                </a:lnTo>
                <a:lnTo>
                  <a:pt x="136359" y="226961"/>
                </a:lnTo>
                <a:lnTo>
                  <a:pt x="26009" y="227368"/>
                </a:lnTo>
                <a:lnTo>
                  <a:pt x="28028" y="234467"/>
                </a:lnTo>
                <a:lnTo>
                  <a:pt x="29629" y="241846"/>
                </a:lnTo>
                <a:lnTo>
                  <a:pt x="30937" y="249224"/>
                </a:lnTo>
                <a:lnTo>
                  <a:pt x="32105" y="256324"/>
                </a:lnTo>
                <a:lnTo>
                  <a:pt x="199834" y="253276"/>
                </a:lnTo>
                <a:lnTo>
                  <a:pt x="271576" y="253009"/>
                </a:lnTo>
                <a:lnTo>
                  <a:pt x="387388" y="250228"/>
                </a:lnTo>
                <a:close/>
              </a:path>
              <a:path w="877569" h="434975">
                <a:moveTo>
                  <a:pt x="414820" y="61061"/>
                </a:moveTo>
                <a:lnTo>
                  <a:pt x="305092" y="61061"/>
                </a:lnTo>
                <a:lnTo>
                  <a:pt x="330619" y="42392"/>
                </a:lnTo>
                <a:lnTo>
                  <a:pt x="344093" y="32346"/>
                </a:lnTo>
                <a:lnTo>
                  <a:pt x="358432" y="21437"/>
                </a:lnTo>
                <a:lnTo>
                  <a:pt x="334048" y="0"/>
                </a:lnTo>
                <a:lnTo>
                  <a:pt x="321830" y="10337"/>
                </a:lnTo>
                <a:lnTo>
                  <a:pt x="308317" y="20815"/>
                </a:lnTo>
                <a:lnTo>
                  <a:pt x="279082" y="42773"/>
                </a:lnTo>
                <a:lnTo>
                  <a:pt x="297472" y="61061"/>
                </a:lnTo>
                <a:lnTo>
                  <a:pt x="228790" y="61061"/>
                </a:lnTo>
                <a:lnTo>
                  <a:pt x="228790" y="0"/>
                </a:lnTo>
                <a:lnTo>
                  <a:pt x="196786" y="0"/>
                </a:lnTo>
                <a:lnTo>
                  <a:pt x="196786" y="61061"/>
                </a:lnTo>
                <a:lnTo>
                  <a:pt x="126593" y="61061"/>
                </a:lnTo>
                <a:lnTo>
                  <a:pt x="146405" y="44297"/>
                </a:lnTo>
                <a:lnTo>
                  <a:pt x="134416" y="33731"/>
                </a:lnTo>
                <a:lnTo>
                  <a:pt x="121450" y="22720"/>
                </a:lnTo>
                <a:lnTo>
                  <a:pt x="107607" y="11430"/>
                </a:lnTo>
                <a:lnTo>
                  <a:pt x="93065" y="0"/>
                </a:lnTo>
                <a:lnTo>
                  <a:pt x="70205" y="19913"/>
                </a:lnTo>
                <a:lnTo>
                  <a:pt x="82511" y="30200"/>
                </a:lnTo>
                <a:lnTo>
                  <a:pt x="94399" y="40487"/>
                </a:lnTo>
                <a:lnTo>
                  <a:pt x="105994" y="50774"/>
                </a:lnTo>
                <a:lnTo>
                  <a:pt x="117449" y="61061"/>
                </a:lnTo>
                <a:lnTo>
                  <a:pt x="10668" y="61061"/>
                </a:lnTo>
                <a:lnTo>
                  <a:pt x="10668" y="141922"/>
                </a:lnTo>
                <a:lnTo>
                  <a:pt x="42773" y="141922"/>
                </a:lnTo>
                <a:lnTo>
                  <a:pt x="42773" y="90017"/>
                </a:lnTo>
                <a:lnTo>
                  <a:pt x="384340" y="90017"/>
                </a:lnTo>
                <a:lnTo>
                  <a:pt x="384340" y="141922"/>
                </a:lnTo>
                <a:lnTo>
                  <a:pt x="414820" y="141922"/>
                </a:lnTo>
                <a:lnTo>
                  <a:pt x="414820" y="90017"/>
                </a:lnTo>
                <a:lnTo>
                  <a:pt x="414820" y="61061"/>
                </a:lnTo>
                <a:close/>
              </a:path>
              <a:path w="877569" h="434975">
                <a:moveTo>
                  <a:pt x="425488" y="334137"/>
                </a:moveTo>
                <a:lnTo>
                  <a:pt x="231838" y="334137"/>
                </a:lnTo>
                <a:lnTo>
                  <a:pt x="231838" y="306616"/>
                </a:lnTo>
                <a:lnTo>
                  <a:pt x="381292" y="306616"/>
                </a:lnTo>
                <a:lnTo>
                  <a:pt x="381292" y="279184"/>
                </a:lnTo>
                <a:lnTo>
                  <a:pt x="231838" y="279184"/>
                </a:lnTo>
                <a:lnTo>
                  <a:pt x="231838" y="253276"/>
                </a:lnTo>
                <a:lnTo>
                  <a:pt x="199834" y="253276"/>
                </a:lnTo>
                <a:lnTo>
                  <a:pt x="199834" y="279184"/>
                </a:lnTo>
                <a:lnTo>
                  <a:pt x="32105" y="279184"/>
                </a:lnTo>
                <a:lnTo>
                  <a:pt x="32105" y="306616"/>
                </a:lnTo>
                <a:lnTo>
                  <a:pt x="199834" y="306616"/>
                </a:lnTo>
                <a:lnTo>
                  <a:pt x="199834" y="334137"/>
                </a:lnTo>
                <a:lnTo>
                  <a:pt x="0" y="334137"/>
                </a:lnTo>
                <a:lnTo>
                  <a:pt x="0" y="361581"/>
                </a:lnTo>
                <a:lnTo>
                  <a:pt x="199834" y="361581"/>
                </a:lnTo>
                <a:lnTo>
                  <a:pt x="199834" y="369201"/>
                </a:lnTo>
                <a:lnTo>
                  <a:pt x="198145" y="380314"/>
                </a:lnTo>
                <a:lnTo>
                  <a:pt x="193167" y="388442"/>
                </a:lnTo>
                <a:lnTo>
                  <a:pt x="185051" y="393407"/>
                </a:lnTo>
                <a:lnTo>
                  <a:pt x="173926" y="395109"/>
                </a:lnTo>
                <a:lnTo>
                  <a:pt x="159105" y="394817"/>
                </a:lnTo>
                <a:lnTo>
                  <a:pt x="142252" y="393966"/>
                </a:lnTo>
                <a:lnTo>
                  <a:pt x="123698" y="392531"/>
                </a:lnTo>
                <a:lnTo>
                  <a:pt x="103733" y="390537"/>
                </a:lnTo>
                <a:lnTo>
                  <a:pt x="106019" y="408635"/>
                </a:lnTo>
                <a:lnTo>
                  <a:pt x="107162" y="417322"/>
                </a:lnTo>
                <a:lnTo>
                  <a:pt x="108305" y="425589"/>
                </a:lnTo>
                <a:lnTo>
                  <a:pt x="180022" y="425589"/>
                </a:lnTo>
                <a:lnTo>
                  <a:pt x="202907" y="422389"/>
                </a:lnTo>
                <a:lnTo>
                  <a:pt x="219075" y="412635"/>
                </a:lnTo>
                <a:lnTo>
                  <a:pt x="228676" y="396011"/>
                </a:lnTo>
                <a:lnTo>
                  <a:pt x="228790" y="395109"/>
                </a:lnTo>
                <a:lnTo>
                  <a:pt x="231838" y="372249"/>
                </a:lnTo>
                <a:lnTo>
                  <a:pt x="231838" y="361581"/>
                </a:lnTo>
                <a:lnTo>
                  <a:pt x="425488" y="361581"/>
                </a:lnTo>
                <a:lnTo>
                  <a:pt x="425488" y="334137"/>
                </a:lnTo>
                <a:close/>
              </a:path>
              <a:path w="877569" h="434975">
                <a:moveTo>
                  <a:pt x="571969" y="82397"/>
                </a:moveTo>
                <a:lnTo>
                  <a:pt x="529209" y="82397"/>
                </a:lnTo>
                <a:lnTo>
                  <a:pt x="529209" y="1524"/>
                </a:lnTo>
                <a:lnTo>
                  <a:pt x="498729" y="1524"/>
                </a:lnTo>
                <a:lnTo>
                  <a:pt x="498729" y="82397"/>
                </a:lnTo>
                <a:lnTo>
                  <a:pt x="446913" y="82397"/>
                </a:lnTo>
                <a:lnTo>
                  <a:pt x="446913" y="112877"/>
                </a:lnTo>
                <a:lnTo>
                  <a:pt x="498729" y="112877"/>
                </a:lnTo>
                <a:lnTo>
                  <a:pt x="498729" y="212039"/>
                </a:lnTo>
                <a:lnTo>
                  <a:pt x="484136" y="218643"/>
                </a:lnTo>
                <a:lnTo>
                  <a:pt x="469963" y="224840"/>
                </a:lnTo>
                <a:lnTo>
                  <a:pt x="442341" y="236512"/>
                </a:lnTo>
                <a:lnTo>
                  <a:pt x="449961" y="273088"/>
                </a:lnTo>
                <a:lnTo>
                  <a:pt x="462508" y="267131"/>
                </a:lnTo>
                <a:lnTo>
                  <a:pt x="498729" y="248704"/>
                </a:lnTo>
                <a:lnTo>
                  <a:pt x="498729" y="382917"/>
                </a:lnTo>
                <a:lnTo>
                  <a:pt x="492645" y="389001"/>
                </a:lnTo>
                <a:lnTo>
                  <a:pt x="476084" y="388988"/>
                </a:lnTo>
                <a:lnTo>
                  <a:pt x="467677" y="388823"/>
                </a:lnTo>
                <a:lnTo>
                  <a:pt x="458419" y="388366"/>
                </a:lnTo>
                <a:lnTo>
                  <a:pt x="448437" y="387489"/>
                </a:lnTo>
                <a:lnTo>
                  <a:pt x="453009" y="419493"/>
                </a:lnTo>
                <a:lnTo>
                  <a:pt x="465035" y="420128"/>
                </a:lnTo>
                <a:lnTo>
                  <a:pt x="476059" y="420065"/>
                </a:lnTo>
                <a:lnTo>
                  <a:pt x="486232" y="419696"/>
                </a:lnTo>
                <a:lnTo>
                  <a:pt x="495681" y="419493"/>
                </a:lnTo>
                <a:lnTo>
                  <a:pt x="527189" y="391414"/>
                </a:lnTo>
                <a:lnTo>
                  <a:pt x="529209" y="372249"/>
                </a:lnTo>
                <a:lnTo>
                  <a:pt x="529209" y="248704"/>
                </a:lnTo>
                <a:lnTo>
                  <a:pt x="529209" y="233464"/>
                </a:lnTo>
                <a:lnTo>
                  <a:pt x="540359" y="228663"/>
                </a:lnTo>
                <a:lnTo>
                  <a:pt x="560971" y="219024"/>
                </a:lnTo>
                <a:lnTo>
                  <a:pt x="570445" y="215087"/>
                </a:lnTo>
                <a:lnTo>
                  <a:pt x="569544" y="206819"/>
                </a:lnTo>
                <a:lnTo>
                  <a:pt x="568820" y="196799"/>
                </a:lnTo>
                <a:lnTo>
                  <a:pt x="568274" y="189153"/>
                </a:lnTo>
                <a:lnTo>
                  <a:pt x="567309" y="180022"/>
                </a:lnTo>
                <a:lnTo>
                  <a:pt x="558139" y="184581"/>
                </a:lnTo>
                <a:lnTo>
                  <a:pt x="548830" y="188988"/>
                </a:lnTo>
                <a:lnTo>
                  <a:pt x="539229" y="193103"/>
                </a:lnTo>
                <a:lnTo>
                  <a:pt x="529209" y="196799"/>
                </a:lnTo>
                <a:lnTo>
                  <a:pt x="529209" y="112877"/>
                </a:lnTo>
                <a:lnTo>
                  <a:pt x="571969" y="112877"/>
                </a:lnTo>
                <a:lnTo>
                  <a:pt x="571969" y="82397"/>
                </a:lnTo>
                <a:close/>
              </a:path>
              <a:path w="877569" h="434975">
                <a:moveTo>
                  <a:pt x="858685" y="24485"/>
                </a:moveTo>
                <a:lnTo>
                  <a:pt x="826579" y="24485"/>
                </a:lnTo>
                <a:lnTo>
                  <a:pt x="826579" y="51917"/>
                </a:lnTo>
                <a:lnTo>
                  <a:pt x="826579" y="96113"/>
                </a:lnTo>
                <a:lnTo>
                  <a:pt x="617702" y="96113"/>
                </a:lnTo>
                <a:lnTo>
                  <a:pt x="617702" y="51917"/>
                </a:lnTo>
                <a:lnTo>
                  <a:pt x="826579" y="51917"/>
                </a:lnTo>
                <a:lnTo>
                  <a:pt x="826579" y="24485"/>
                </a:lnTo>
                <a:lnTo>
                  <a:pt x="587209" y="24485"/>
                </a:lnTo>
                <a:lnTo>
                  <a:pt x="587159" y="189153"/>
                </a:lnTo>
                <a:lnTo>
                  <a:pt x="585050" y="244614"/>
                </a:lnTo>
                <a:lnTo>
                  <a:pt x="578624" y="294855"/>
                </a:lnTo>
                <a:lnTo>
                  <a:pt x="568109" y="338569"/>
                </a:lnTo>
                <a:lnTo>
                  <a:pt x="553618" y="375970"/>
                </a:lnTo>
                <a:lnTo>
                  <a:pt x="535305" y="407301"/>
                </a:lnTo>
                <a:lnTo>
                  <a:pt x="542112" y="414159"/>
                </a:lnTo>
                <a:lnTo>
                  <a:pt x="548640" y="421017"/>
                </a:lnTo>
                <a:lnTo>
                  <a:pt x="554596" y="427913"/>
                </a:lnTo>
                <a:lnTo>
                  <a:pt x="559689" y="434822"/>
                </a:lnTo>
                <a:lnTo>
                  <a:pt x="580974" y="399084"/>
                </a:lnTo>
                <a:lnTo>
                  <a:pt x="597268" y="355879"/>
                </a:lnTo>
                <a:lnTo>
                  <a:pt x="608711" y="305066"/>
                </a:lnTo>
                <a:lnTo>
                  <a:pt x="615480" y="246494"/>
                </a:lnTo>
                <a:lnTo>
                  <a:pt x="617639" y="181559"/>
                </a:lnTo>
                <a:lnTo>
                  <a:pt x="617702" y="123634"/>
                </a:lnTo>
                <a:lnTo>
                  <a:pt x="826579" y="123634"/>
                </a:lnTo>
                <a:lnTo>
                  <a:pt x="826579" y="135826"/>
                </a:lnTo>
                <a:lnTo>
                  <a:pt x="858685" y="135826"/>
                </a:lnTo>
                <a:lnTo>
                  <a:pt x="858685" y="123634"/>
                </a:lnTo>
                <a:lnTo>
                  <a:pt x="858685" y="96113"/>
                </a:lnTo>
                <a:lnTo>
                  <a:pt x="858685" y="51917"/>
                </a:lnTo>
                <a:lnTo>
                  <a:pt x="858685" y="24485"/>
                </a:lnTo>
                <a:close/>
              </a:path>
              <a:path w="877569" h="434975">
                <a:moveTo>
                  <a:pt x="867829" y="263944"/>
                </a:moveTo>
                <a:lnTo>
                  <a:pt x="848779" y="244132"/>
                </a:lnTo>
                <a:lnTo>
                  <a:pt x="830592" y="225983"/>
                </a:lnTo>
                <a:lnTo>
                  <a:pt x="812647" y="209219"/>
                </a:lnTo>
                <a:lnTo>
                  <a:pt x="794575" y="193751"/>
                </a:lnTo>
                <a:lnTo>
                  <a:pt x="773239" y="212039"/>
                </a:lnTo>
                <a:lnTo>
                  <a:pt x="780097" y="218935"/>
                </a:lnTo>
                <a:lnTo>
                  <a:pt x="786955" y="225983"/>
                </a:lnTo>
                <a:lnTo>
                  <a:pt x="793813" y="233324"/>
                </a:lnTo>
                <a:lnTo>
                  <a:pt x="800671" y="241084"/>
                </a:lnTo>
                <a:lnTo>
                  <a:pt x="706120" y="243865"/>
                </a:lnTo>
                <a:lnTo>
                  <a:pt x="678662" y="244132"/>
                </a:lnTo>
                <a:lnTo>
                  <a:pt x="709180" y="216268"/>
                </a:lnTo>
                <a:lnTo>
                  <a:pt x="726313" y="199898"/>
                </a:lnTo>
                <a:lnTo>
                  <a:pt x="744283" y="181559"/>
                </a:lnTo>
                <a:lnTo>
                  <a:pt x="866305" y="181559"/>
                </a:lnTo>
                <a:lnTo>
                  <a:pt x="866305" y="154114"/>
                </a:lnTo>
                <a:lnTo>
                  <a:pt x="628370" y="154114"/>
                </a:lnTo>
                <a:lnTo>
                  <a:pt x="628370" y="181559"/>
                </a:lnTo>
                <a:lnTo>
                  <a:pt x="704570" y="181559"/>
                </a:lnTo>
                <a:lnTo>
                  <a:pt x="685685" y="200977"/>
                </a:lnTo>
                <a:lnTo>
                  <a:pt x="667804" y="217982"/>
                </a:lnTo>
                <a:lnTo>
                  <a:pt x="650773" y="232422"/>
                </a:lnTo>
                <a:lnTo>
                  <a:pt x="634466" y="244132"/>
                </a:lnTo>
                <a:lnTo>
                  <a:pt x="640562" y="274612"/>
                </a:lnTo>
                <a:lnTo>
                  <a:pt x="669150" y="272326"/>
                </a:lnTo>
                <a:lnTo>
                  <a:pt x="709180" y="270040"/>
                </a:lnTo>
                <a:lnTo>
                  <a:pt x="823531" y="265468"/>
                </a:lnTo>
                <a:lnTo>
                  <a:pt x="828103" y="270941"/>
                </a:lnTo>
                <a:lnTo>
                  <a:pt x="837247" y="281330"/>
                </a:lnTo>
                <a:lnTo>
                  <a:pt x="841819" y="286804"/>
                </a:lnTo>
                <a:lnTo>
                  <a:pt x="866089" y="265468"/>
                </a:lnTo>
                <a:lnTo>
                  <a:pt x="867829" y="263944"/>
                </a:lnTo>
                <a:close/>
              </a:path>
              <a:path w="877569" h="434975">
                <a:moveTo>
                  <a:pt x="876973" y="384441"/>
                </a:moveTo>
                <a:lnTo>
                  <a:pt x="756475" y="384441"/>
                </a:lnTo>
                <a:lnTo>
                  <a:pt x="756475" y="340245"/>
                </a:lnTo>
                <a:lnTo>
                  <a:pt x="852589" y="340245"/>
                </a:lnTo>
                <a:lnTo>
                  <a:pt x="852589" y="312712"/>
                </a:lnTo>
                <a:lnTo>
                  <a:pt x="756475" y="312712"/>
                </a:lnTo>
                <a:lnTo>
                  <a:pt x="756475" y="276136"/>
                </a:lnTo>
                <a:lnTo>
                  <a:pt x="724471" y="276136"/>
                </a:lnTo>
                <a:lnTo>
                  <a:pt x="724471" y="312712"/>
                </a:lnTo>
                <a:lnTo>
                  <a:pt x="629894" y="312712"/>
                </a:lnTo>
                <a:lnTo>
                  <a:pt x="629894" y="340245"/>
                </a:lnTo>
                <a:lnTo>
                  <a:pt x="724471" y="340245"/>
                </a:lnTo>
                <a:lnTo>
                  <a:pt x="724471" y="384441"/>
                </a:lnTo>
                <a:lnTo>
                  <a:pt x="602449" y="384441"/>
                </a:lnTo>
                <a:lnTo>
                  <a:pt x="602449" y="411873"/>
                </a:lnTo>
                <a:lnTo>
                  <a:pt x="876973" y="411873"/>
                </a:lnTo>
                <a:lnTo>
                  <a:pt x="876973" y="3844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2351341" y="2580989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681" y="1452"/>
                </a:lnTo>
                <a:lnTo>
                  <a:pt x="131552" y="5905"/>
                </a:lnTo>
                <a:lnTo>
                  <a:pt x="149582" y="13501"/>
                </a:lnTo>
                <a:lnTo>
                  <a:pt x="164782" y="24384"/>
                </a:lnTo>
                <a:lnTo>
                  <a:pt x="171777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771" y="161639"/>
                </a:lnTo>
                <a:lnTo>
                  <a:pt x="161734" y="166211"/>
                </a:lnTo>
                <a:lnTo>
                  <a:pt x="144510" y="179148"/>
                </a:lnTo>
                <a:lnTo>
                  <a:pt x="124884" y="188202"/>
                </a:lnTo>
                <a:lnTo>
                  <a:pt x="102704" y="193522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5" h="314325">
                <a:moveTo>
                  <a:pt x="165771" y="161639"/>
                </a:moveTo>
                <a:lnTo>
                  <a:pt x="74771" y="161639"/>
                </a:lnTo>
                <a:lnTo>
                  <a:pt x="93059" y="160520"/>
                </a:lnTo>
                <a:lnTo>
                  <a:pt x="109061" y="157257"/>
                </a:lnTo>
                <a:lnTo>
                  <a:pt x="142461" y="134874"/>
                </a:lnTo>
                <a:lnTo>
                  <a:pt x="154114" y="94583"/>
                </a:lnTo>
                <a:lnTo>
                  <a:pt x="149503" y="67405"/>
                </a:lnTo>
                <a:lnTo>
                  <a:pt x="135588" y="47827"/>
                </a:lnTo>
                <a:lnTo>
                  <a:pt x="112243" y="35982"/>
                </a:lnTo>
                <a:lnTo>
                  <a:pt x="79343" y="32004"/>
                </a:lnTo>
                <a:lnTo>
                  <a:pt x="171777" y="32004"/>
                </a:lnTo>
                <a:lnTo>
                  <a:pt x="176784" y="37458"/>
                </a:lnTo>
                <a:lnTo>
                  <a:pt x="185356" y="53542"/>
                </a:lnTo>
                <a:lnTo>
                  <a:pt x="190500" y="72215"/>
                </a:lnTo>
                <a:lnTo>
                  <a:pt x="192214" y="93059"/>
                </a:lnTo>
                <a:lnTo>
                  <a:pt x="190238" y="114776"/>
                </a:lnTo>
                <a:lnTo>
                  <a:pt x="184404" y="134207"/>
                </a:lnTo>
                <a:lnTo>
                  <a:pt x="174855" y="151352"/>
                </a:lnTo>
                <a:lnTo>
                  <a:pt x="165771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604516" y="2581529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30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604516" y="2581528"/>
            <a:ext cx="234950" cy="313690"/>
          </a:xfrm>
          <a:custGeom>
            <a:avLst/>
            <a:gdLst/>
            <a:ahLst/>
            <a:cxnLst/>
            <a:rect l="l" t="t" r="r" b="b"/>
            <a:pathLst>
              <a:path w="234950" h="313689">
                <a:moveTo>
                  <a:pt x="234886" y="0"/>
                </a:moveTo>
                <a:lnTo>
                  <a:pt x="198310" y="0"/>
                </a:lnTo>
                <a:lnTo>
                  <a:pt x="198310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8310" y="170180"/>
                </a:lnTo>
                <a:lnTo>
                  <a:pt x="198310" y="313690"/>
                </a:lnTo>
                <a:lnTo>
                  <a:pt x="234886" y="313690"/>
                </a:lnTo>
                <a:lnTo>
                  <a:pt x="234886" y="170180"/>
                </a:lnTo>
                <a:lnTo>
                  <a:pt x="234886" y="137160"/>
                </a:lnTo>
                <a:lnTo>
                  <a:pt x="234886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923222" y="2580989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0" y="1452"/>
                </a:lnTo>
                <a:lnTo>
                  <a:pt x="130206" y="5905"/>
                </a:lnTo>
                <a:lnTo>
                  <a:pt x="148661" y="13501"/>
                </a:lnTo>
                <a:lnTo>
                  <a:pt x="164687" y="24384"/>
                </a:lnTo>
                <a:lnTo>
                  <a:pt x="171713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693" y="161639"/>
                </a:lnTo>
                <a:lnTo>
                  <a:pt x="161639" y="166211"/>
                </a:lnTo>
                <a:lnTo>
                  <a:pt x="144470" y="179148"/>
                </a:lnTo>
                <a:lnTo>
                  <a:pt x="124872" y="188202"/>
                </a:lnTo>
                <a:lnTo>
                  <a:pt x="102703" y="193522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5" h="314325">
                <a:moveTo>
                  <a:pt x="165693" y="161639"/>
                </a:moveTo>
                <a:lnTo>
                  <a:pt x="74771" y="161639"/>
                </a:lnTo>
                <a:lnTo>
                  <a:pt x="93035" y="160520"/>
                </a:lnTo>
                <a:lnTo>
                  <a:pt x="108870" y="157257"/>
                </a:lnTo>
                <a:lnTo>
                  <a:pt x="141803" y="134874"/>
                </a:lnTo>
                <a:lnTo>
                  <a:pt x="154019" y="94583"/>
                </a:lnTo>
                <a:lnTo>
                  <a:pt x="149209" y="67405"/>
                </a:lnTo>
                <a:lnTo>
                  <a:pt x="134969" y="47827"/>
                </a:lnTo>
                <a:lnTo>
                  <a:pt x="111585" y="35982"/>
                </a:lnTo>
                <a:lnTo>
                  <a:pt x="79343" y="32004"/>
                </a:lnTo>
                <a:lnTo>
                  <a:pt x="171713" y="32004"/>
                </a:lnTo>
                <a:lnTo>
                  <a:pt x="176743" y="37458"/>
                </a:lnTo>
                <a:lnTo>
                  <a:pt x="185344" y="53542"/>
                </a:lnTo>
                <a:lnTo>
                  <a:pt x="190498" y="72215"/>
                </a:lnTo>
                <a:lnTo>
                  <a:pt x="192214" y="93059"/>
                </a:lnTo>
                <a:lnTo>
                  <a:pt x="190236" y="114776"/>
                </a:lnTo>
                <a:lnTo>
                  <a:pt x="184392" y="134207"/>
                </a:lnTo>
                <a:lnTo>
                  <a:pt x="174815" y="151352"/>
                </a:lnTo>
                <a:lnTo>
                  <a:pt x="165693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263443" y="2515361"/>
            <a:ext cx="4471670" cy="444500"/>
          </a:xfrm>
          <a:custGeom>
            <a:avLst/>
            <a:gdLst/>
            <a:ahLst/>
            <a:cxnLst/>
            <a:rect l="l" t="t" r="r" b="b"/>
            <a:pathLst>
              <a:path w="4471670" h="444500">
                <a:moveTo>
                  <a:pt x="111252" y="83921"/>
                </a:moveTo>
                <a:lnTo>
                  <a:pt x="78867" y="48856"/>
                </a:lnTo>
                <a:lnTo>
                  <a:pt x="61963" y="31165"/>
                </a:lnTo>
                <a:lnTo>
                  <a:pt x="44196" y="13716"/>
                </a:lnTo>
                <a:lnTo>
                  <a:pt x="18288" y="36677"/>
                </a:lnTo>
                <a:lnTo>
                  <a:pt x="35128" y="54965"/>
                </a:lnTo>
                <a:lnTo>
                  <a:pt x="51244" y="73253"/>
                </a:lnTo>
                <a:lnTo>
                  <a:pt x="66509" y="91541"/>
                </a:lnTo>
                <a:lnTo>
                  <a:pt x="80772" y="109829"/>
                </a:lnTo>
                <a:lnTo>
                  <a:pt x="111252" y="83921"/>
                </a:lnTo>
                <a:close/>
              </a:path>
              <a:path w="4471670" h="444500">
                <a:moveTo>
                  <a:pt x="157073" y="321856"/>
                </a:moveTo>
                <a:lnTo>
                  <a:pt x="154025" y="283756"/>
                </a:lnTo>
                <a:lnTo>
                  <a:pt x="137972" y="296062"/>
                </a:lnTo>
                <a:lnTo>
                  <a:pt x="121932" y="307949"/>
                </a:lnTo>
                <a:lnTo>
                  <a:pt x="89916" y="331000"/>
                </a:lnTo>
                <a:lnTo>
                  <a:pt x="89916" y="155651"/>
                </a:lnTo>
                <a:lnTo>
                  <a:pt x="0" y="155651"/>
                </a:lnTo>
                <a:lnTo>
                  <a:pt x="0" y="187655"/>
                </a:lnTo>
                <a:lnTo>
                  <a:pt x="56388" y="187655"/>
                </a:lnTo>
                <a:lnTo>
                  <a:pt x="56388" y="327952"/>
                </a:lnTo>
                <a:lnTo>
                  <a:pt x="55270" y="340245"/>
                </a:lnTo>
                <a:lnTo>
                  <a:pt x="52006" y="351663"/>
                </a:lnTo>
                <a:lnTo>
                  <a:pt x="46748" y="361911"/>
                </a:lnTo>
                <a:lnTo>
                  <a:pt x="39624" y="370725"/>
                </a:lnTo>
                <a:lnTo>
                  <a:pt x="64008" y="396633"/>
                </a:lnTo>
                <a:lnTo>
                  <a:pt x="70561" y="390321"/>
                </a:lnTo>
                <a:lnTo>
                  <a:pt x="76390" y="385013"/>
                </a:lnTo>
                <a:lnTo>
                  <a:pt x="81368" y="380555"/>
                </a:lnTo>
                <a:lnTo>
                  <a:pt x="85344" y="376821"/>
                </a:lnTo>
                <a:lnTo>
                  <a:pt x="104482" y="361378"/>
                </a:lnTo>
                <a:lnTo>
                  <a:pt x="122923" y="347091"/>
                </a:lnTo>
                <a:lnTo>
                  <a:pt x="140512" y="333908"/>
                </a:lnTo>
                <a:lnTo>
                  <a:pt x="144513" y="331000"/>
                </a:lnTo>
                <a:lnTo>
                  <a:pt x="157073" y="321856"/>
                </a:lnTo>
                <a:close/>
              </a:path>
              <a:path w="4471670" h="444500">
                <a:moveTo>
                  <a:pt x="311099" y="65633"/>
                </a:moveTo>
                <a:lnTo>
                  <a:pt x="303682" y="50749"/>
                </a:lnTo>
                <a:lnTo>
                  <a:pt x="295287" y="35712"/>
                </a:lnTo>
                <a:lnTo>
                  <a:pt x="286016" y="20370"/>
                </a:lnTo>
                <a:lnTo>
                  <a:pt x="276047" y="4572"/>
                </a:lnTo>
                <a:lnTo>
                  <a:pt x="245465" y="19812"/>
                </a:lnTo>
                <a:lnTo>
                  <a:pt x="254558" y="35636"/>
                </a:lnTo>
                <a:lnTo>
                  <a:pt x="263385" y="51142"/>
                </a:lnTo>
                <a:lnTo>
                  <a:pt x="271653" y="66636"/>
                </a:lnTo>
                <a:lnTo>
                  <a:pt x="279095" y="82397"/>
                </a:lnTo>
                <a:lnTo>
                  <a:pt x="311099" y="65633"/>
                </a:lnTo>
                <a:close/>
              </a:path>
              <a:path w="4471670" h="444500">
                <a:moveTo>
                  <a:pt x="431584" y="82397"/>
                </a:moveTo>
                <a:lnTo>
                  <a:pt x="279095" y="82397"/>
                </a:lnTo>
                <a:lnTo>
                  <a:pt x="135737" y="82397"/>
                </a:lnTo>
                <a:lnTo>
                  <a:pt x="135737" y="112877"/>
                </a:lnTo>
                <a:lnTo>
                  <a:pt x="199745" y="112877"/>
                </a:lnTo>
                <a:lnTo>
                  <a:pt x="199745" y="187655"/>
                </a:lnTo>
                <a:lnTo>
                  <a:pt x="198894" y="227393"/>
                </a:lnTo>
                <a:lnTo>
                  <a:pt x="192036" y="290830"/>
                </a:lnTo>
                <a:lnTo>
                  <a:pt x="174879" y="339407"/>
                </a:lnTo>
                <a:lnTo>
                  <a:pt x="140550" y="389128"/>
                </a:lnTo>
                <a:lnTo>
                  <a:pt x="117348" y="413397"/>
                </a:lnTo>
                <a:lnTo>
                  <a:pt x="124256" y="418515"/>
                </a:lnTo>
                <a:lnTo>
                  <a:pt x="131305" y="424637"/>
                </a:lnTo>
                <a:lnTo>
                  <a:pt x="138645" y="431647"/>
                </a:lnTo>
                <a:lnTo>
                  <a:pt x="146405" y="439394"/>
                </a:lnTo>
                <a:lnTo>
                  <a:pt x="170675" y="412788"/>
                </a:lnTo>
                <a:lnTo>
                  <a:pt x="206629" y="358470"/>
                </a:lnTo>
                <a:lnTo>
                  <a:pt x="224942" y="307276"/>
                </a:lnTo>
                <a:lnTo>
                  <a:pt x="233032" y="247802"/>
                </a:lnTo>
                <a:lnTo>
                  <a:pt x="234797" y="212039"/>
                </a:lnTo>
                <a:lnTo>
                  <a:pt x="364439" y="212039"/>
                </a:lnTo>
                <a:lnTo>
                  <a:pt x="362381" y="255473"/>
                </a:lnTo>
                <a:lnTo>
                  <a:pt x="360667" y="293141"/>
                </a:lnTo>
                <a:lnTo>
                  <a:pt x="358863" y="327469"/>
                </a:lnTo>
                <a:lnTo>
                  <a:pt x="353098" y="370357"/>
                </a:lnTo>
                <a:lnTo>
                  <a:pt x="324815" y="389013"/>
                </a:lnTo>
                <a:lnTo>
                  <a:pt x="307378" y="388721"/>
                </a:lnTo>
                <a:lnTo>
                  <a:pt x="289369" y="387870"/>
                </a:lnTo>
                <a:lnTo>
                  <a:pt x="270764" y="386435"/>
                </a:lnTo>
                <a:lnTo>
                  <a:pt x="251561" y="384441"/>
                </a:lnTo>
                <a:lnTo>
                  <a:pt x="252945" y="393598"/>
                </a:lnTo>
                <a:lnTo>
                  <a:pt x="254609" y="402920"/>
                </a:lnTo>
                <a:lnTo>
                  <a:pt x="256273" y="412508"/>
                </a:lnTo>
                <a:lnTo>
                  <a:pt x="257657" y="422541"/>
                </a:lnTo>
                <a:lnTo>
                  <a:pt x="276834" y="423418"/>
                </a:lnTo>
                <a:lnTo>
                  <a:pt x="295275" y="423875"/>
                </a:lnTo>
                <a:lnTo>
                  <a:pt x="329387" y="424065"/>
                </a:lnTo>
                <a:lnTo>
                  <a:pt x="353910" y="420344"/>
                </a:lnTo>
                <a:lnTo>
                  <a:pt x="384670" y="390626"/>
                </a:lnTo>
                <a:lnTo>
                  <a:pt x="392633" y="334276"/>
                </a:lnTo>
                <a:lnTo>
                  <a:pt x="394893" y="294043"/>
                </a:lnTo>
                <a:lnTo>
                  <a:pt x="397205" y="242760"/>
                </a:lnTo>
                <a:lnTo>
                  <a:pt x="398348" y="212039"/>
                </a:lnTo>
                <a:lnTo>
                  <a:pt x="399491" y="181559"/>
                </a:lnTo>
                <a:lnTo>
                  <a:pt x="236321" y="181559"/>
                </a:lnTo>
                <a:lnTo>
                  <a:pt x="236321" y="112877"/>
                </a:lnTo>
                <a:lnTo>
                  <a:pt x="431584" y="112877"/>
                </a:lnTo>
                <a:lnTo>
                  <a:pt x="431584" y="82397"/>
                </a:lnTo>
                <a:close/>
              </a:path>
              <a:path w="4471670" h="444500">
                <a:moveTo>
                  <a:pt x="503212" y="93065"/>
                </a:moveTo>
                <a:lnTo>
                  <a:pt x="468160" y="93065"/>
                </a:lnTo>
                <a:lnTo>
                  <a:pt x="468160" y="436257"/>
                </a:lnTo>
                <a:lnTo>
                  <a:pt x="503212" y="436257"/>
                </a:lnTo>
                <a:lnTo>
                  <a:pt x="503212" y="93065"/>
                </a:lnTo>
                <a:close/>
              </a:path>
              <a:path w="4471670" h="444500">
                <a:moveTo>
                  <a:pt x="579513" y="70205"/>
                </a:moveTo>
                <a:lnTo>
                  <a:pt x="560920" y="50761"/>
                </a:lnTo>
                <a:lnTo>
                  <a:pt x="544068" y="33629"/>
                </a:lnTo>
                <a:lnTo>
                  <a:pt x="528853" y="18694"/>
                </a:lnTo>
                <a:lnTo>
                  <a:pt x="515404" y="6096"/>
                </a:lnTo>
                <a:lnTo>
                  <a:pt x="491020" y="29057"/>
                </a:lnTo>
                <a:lnTo>
                  <a:pt x="503313" y="41656"/>
                </a:lnTo>
                <a:lnTo>
                  <a:pt x="517321" y="56680"/>
                </a:lnTo>
                <a:lnTo>
                  <a:pt x="533069" y="74282"/>
                </a:lnTo>
                <a:lnTo>
                  <a:pt x="550545" y="94589"/>
                </a:lnTo>
                <a:lnTo>
                  <a:pt x="579513" y="70205"/>
                </a:lnTo>
                <a:close/>
              </a:path>
              <a:path w="4471670" h="444500">
                <a:moveTo>
                  <a:pt x="754862" y="143446"/>
                </a:moveTo>
                <a:lnTo>
                  <a:pt x="722858" y="143446"/>
                </a:lnTo>
                <a:lnTo>
                  <a:pt x="722858" y="176987"/>
                </a:lnTo>
                <a:lnTo>
                  <a:pt x="722858" y="286804"/>
                </a:lnTo>
                <a:lnTo>
                  <a:pt x="600849" y="286804"/>
                </a:lnTo>
                <a:lnTo>
                  <a:pt x="600849" y="176987"/>
                </a:lnTo>
                <a:lnTo>
                  <a:pt x="722858" y="176987"/>
                </a:lnTo>
                <a:lnTo>
                  <a:pt x="722858" y="143446"/>
                </a:lnTo>
                <a:lnTo>
                  <a:pt x="568845" y="143446"/>
                </a:lnTo>
                <a:lnTo>
                  <a:pt x="568845" y="344817"/>
                </a:lnTo>
                <a:lnTo>
                  <a:pt x="600849" y="344817"/>
                </a:lnTo>
                <a:lnTo>
                  <a:pt x="600849" y="318808"/>
                </a:lnTo>
                <a:lnTo>
                  <a:pt x="754862" y="318808"/>
                </a:lnTo>
                <a:lnTo>
                  <a:pt x="754862" y="286804"/>
                </a:lnTo>
                <a:lnTo>
                  <a:pt x="754862" y="176987"/>
                </a:lnTo>
                <a:lnTo>
                  <a:pt x="754862" y="143446"/>
                </a:lnTo>
                <a:close/>
              </a:path>
              <a:path w="4471670" h="444500">
                <a:moveTo>
                  <a:pt x="857072" y="33629"/>
                </a:moveTo>
                <a:lnTo>
                  <a:pt x="605421" y="33629"/>
                </a:lnTo>
                <a:lnTo>
                  <a:pt x="605421" y="67157"/>
                </a:lnTo>
                <a:lnTo>
                  <a:pt x="821918" y="67157"/>
                </a:lnTo>
                <a:lnTo>
                  <a:pt x="821918" y="369201"/>
                </a:lnTo>
                <a:lnTo>
                  <a:pt x="819924" y="384073"/>
                </a:lnTo>
                <a:lnTo>
                  <a:pt x="813917" y="394538"/>
                </a:lnTo>
                <a:lnTo>
                  <a:pt x="803922" y="400697"/>
                </a:lnTo>
                <a:lnTo>
                  <a:pt x="789914" y="402729"/>
                </a:lnTo>
                <a:lnTo>
                  <a:pt x="772744" y="402463"/>
                </a:lnTo>
                <a:lnTo>
                  <a:pt x="755434" y="401777"/>
                </a:lnTo>
                <a:lnTo>
                  <a:pt x="719810" y="399681"/>
                </a:lnTo>
                <a:lnTo>
                  <a:pt x="722718" y="410540"/>
                </a:lnTo>
                <a:lnTo>
                  <a:pt x="724763" y="420255"/>
                </a:lnTo>
                <a:lnTo>
                  <a:pt x="726236" y="428828"/>
                </a:lnTo>
                <a:lnTo>
                  <a:pt x="727430" y="436257"/>
                </a:lnTo>
                <a:lnTo>
                  <a:pt x="799058" y="436257"/>
                </a:lnTo>
                <a:lnTo>
                  <a:pt x="842391" y="420255"/>
                </a:lnTo>
                <a:lnTo>
                  <a:pt x="857072" y="372249"/>
                </a:lnTo>
                <a:lnTo>
                  <a:pt x="857072" y="33629"/>
                </a:lnTo>
                <a:close/>
              </a:path>
              <a:path w="4471670" h="444500">
                <a:moveTo>
                  <a:pt x="979081" y="76301"/>
                </a:moveTo>
                <a:lnTo>
                  <a:pt x="968806" y="62852"/>
                </a:lnTo>
                <a:lnTo>
                  <a:pt x="948778" y="37084"/>
                </a:lnTo>
                <a:lnTo>
                  <a:pt x="939355" y="24485"/>
                </a:lnTo>
                <a:lnTo>
                  <a:pt x="913447" y="41249"/>
                </a:lnTo>
                <a:lnTo>
                  <a:pt x="923505" y="54114"/>
                </a:lnTo>
                <a:lnTo>
                  <a:pt x="933259" y="67538"/>
                </a:lnTo>
                <a:lnTo>
                  <a:pt x="943025" y="81546"/>
                </a:lnTo>
                <a:lnTo>
                  <a:pt x="953071" y="96113"/>
                </a:lnTo>
                <a:lnTo>
                  <a:pt x="979081" y="76301"/>
                </a:lnTo>
                <a:close/>
              </a:path>
              <a:path w="4471670" h="444500">
                <a:moveTo>
                  <a:pt x="1108710" y="260896"/>
                </a:moveTo>
                <a:lnTo>
                  <a:pt x="1075093" y="260896"/>
                </a:lnTo>
                <a:lnTo>
                  <a:pt x="1075093" y="289852"/>
                </a:lnTo>
                <a:lnTo>
                  <a:pt x="1065352" y="306451"/>
                </a:lnTo>
                <a:lnTo>
                  <a:pt x="1054328" y="322059"/>
                </a:lnTo>
                <a:lnTo>
                  <a:pt x="1041869" y="336829"/>
                </a:lnTo>
                <a:lnTo>
                  <a:pt x="1027849" y="350913"/>
                </a:lnTo>
                <a:lnTo>
                  <a:pt x="978941" y="327469"/>
                </a:lnTo>
                <a:lnTo>
                  <a:pt x="963739" y="320332"/>
                </a:lnTo>
                <a:lnTo>
                  <a:pt x="973734" y="305663"/>
                </a:lnTo>
                <a:lnTo>
                  <a:pt x="978839" y="297827"/>
                </a:lnTo>
                <a:lnTo>
                  <a:pt x="983653" y="289852"/>
                </a:lnTo>
                <a:lnTo>
                  <a:pt x="1075093" y="289852"/>
                </a:lnTo>
                <a:lnTo>
                  <a:pt x="1075093" y="260896"/>
                </a:lnTo>
                <a:lnTo>
                  <a:pt x="1000417" y="260896"/>
                </a:lnTo>
                <a:lnTo>
                  <a:pt x="1003846" y="254304"/>
                </a:lnTo>
                <a:lnTo>
                  <a:pt x="1007275" y="248132"/>
                </a:lnTo>
                <a:lnTo>
                  <a:pt x="1010704" y="242252"/>
                </a:lnTo>
                <a:lnTo>
                  <a:pt x="1014133" y="236512"/>
                </a:lnTo>
                <a:lnTo>
                  <a:pt x="983653" y="225755"/>
                </a:lnTo>
                <a:lnTo>
                  <a:pt x="979055" y="234708"/>
                </a:lnTo>
                <a:lnTo>
                  <a:pt x="974305" y="243357"/>
                </a:lnTo>
                <a:lnTo>
                  <a:pt x="969251" y="251993"/>
                </a:lnTo>
                <a:lnTo>
                  <a:pt x="963739" y="260896"/>
                </a:lnTo>
                <a:lnTo>
                  <a:pt x="898207" y="260896"/>
                </a:lnTo>
                <a:lnTo>
                  <a:pt x="898207" y="289852"/>
                </a:lnTo>
                <a:lnTo>
                  <a:pt x="946975" y="289852"/>
                </a:lnTo>
                <a:lnTo>
                  <a:pt x="941006" y="300139"/>
                </a:lnTo>
                <a:lnTo>
                  <a:pt x="934593" y="310426"/>
                </a:lnTo>
                <a:lnTo>
                  <a:pt x="927912" y="320713"/>
                </a:lnTo>
                <a:lnTo>
                  <a:pt x="921067" y="331000"/>
                </a:lnTo>
                <a:lnTo>
                  <a:pt x="961123" y="350901"/>
                </a:lnTo>
                <a:lnTo>
                  <a:pt x="980300" y="360667"/>
                </a:lnTo>
                <a:lnTo>
                  <a:pt x="998893" y="370725"/>
                </a:lnTo>
                <a:lnTo>
                  <a:pt x="975753" y="383578"/>
                </a:lnTo>
                <a:lnTo>
                  <a:pt x="949883" y="394728"/>
                </a:lnTo>
                <a:lnTo>
                  <a:pt x="921448" y="404152"/>
                </a:lnTo>
                <a:lnTo>
                  <a:pt x="890587" y="411873"/>
                </a:lnTo>
                <a:lnTo>
                  <a:pt x="894905" y="419849"/>
                </a:lnTo>
                <a:lnTo>
                  <a:pt x="898779" y="427685"/>
                </a:lnTo>
                <a:lnTo>
                  <a:pt x="902385" y="435267"/>
                </a:lnTo>
                <a:lnTo>
                  <a:pt x="905827" y="442442"/>
                </a:lnTo>
                <a:lnTo>
                  <a:pt x="941882" y="431215"/>
                </a:lnTo>
                <a:lnTo>
                  <a:pt x="974648" y="418160"/>
                </a:lnTo>
                <a:lnTo>
                  <a:pt x="1004277" y="403123"/>
                </a:lnTo>
                <a:lnTo>
                  <a:pt x="1030897" y="385965"/>
                </a:lnTo>
                <a:lnTo>
                  <a:pt x="1073543" y="409321"/>
                </a:lnTo>
                <a:lnTo>
                  <a:pt x="1087285" y="416445"/>
                </a:lnTo>
                <a:lnTo>
                  <a:pt x="1107186" y="387489"/>
                </a:lnTo>
                <a:lnTo>
                  <a:pt x="1103833" y="385965"/>
                </a:lnTo>
                <a:lnTo>
                  <a:pt x="1082154" y="376059"/>
                </a:lnTo>
                <a:lnTo>
                  <a:pt x="1070025" y="370344"/>
                </a:lnTo>
                <a:lnTo>
                  <a:pt x="1058329" y="364629"/>
                </a:lnTo>
                <a:lnTo>
                  <a:pt x="1070203" y="350913"/>
                </a:lnTo>
                <a:lnTo>
                  <a:pt x="1073480" y="347129"/>
                </a:lnTo>
                <a:lnTo>
                  <a:pt x="1086916" y="328764"/>
                </a:lnTo>
                <a:lnTo>
                  <a:pt x="1098664" y="309245"/>
                </a:lnTo>
                <a:lnTo>
                  <a:pt x="1108710" y="288328"/>
                </a:lnTo>
                <a:lnTo>
                  <a:pt x="1108710" y="260896"/>
                </a:lnTo>
                <a:close/>
              </a:path>
              <a:path w="4471670" h="444500">
                <a:moveTo>
                  <a:pt x="1119378" y="109829"/>
                </a:moveTo>
                <a:lnTo>
                  <a:pt x="1035469" y="109829"/>
                </a:lnTo>
                <a:lnTo>
                  <a:pt x="1035469" y="10680"/>
                </a:lnTo>
                <a:lnTo>
                  <a:pt x="1003465" y="10680"/>
                </a:lnTo>
                <a:lnTo>
                  <a:pt x="1003465" y="109829"/>
                </a:lnTo>
                <a:lnTo>
                  <a:pt x="902779" y="109829"/>
                </a:lnTo>
                <a:lnTo>
                  <a:pt x="902779" y="138887"/>
                </a:lnTo>
                <a:lnTo>
                  <a:pt x="992797" y="138887"/>
                </a:lnTo>
                <a:lnTo>
                  <a:pt x="969314" y="159499"/>
                </a:lnTo>
                <a:lnTo>
                  <a:pt x="944702" y="178130"/>
                </a:lnTo>
                <a:lnTo>
                  <a:pt x="918984" y="195033"/>
                </a:lnTo>
                <a:lnTo>
                  <a:pt x="892111" y="210515"/>
                </a:lnTo>
                <a:lnTo>
                  <a:pt x="896683" y="218008"/>
                </a:lnTo>
                <a:lnTo>
                  <a:pt x="901255" y="224802"/>
                </a:lnTo>
                <a:lnTo>
                  <a:pt x="905827" y="231343"/>
                </a:lnTo>
                <a:lnTo>
                  <a:pt x="910399" y="238036"/>
                </a:lnTo>
                <a:lnTo>
                  <a:pt x="936091" y="221411"/>
                </a:lnTo>
                <a:lnTo>
                  <a:pt x="960361" y="203657"/>
                </a:lnTo>
                <a:lnTo>
                  <a:pt x="982929" y="184797"/>
                </a:lnTo>
                <a:lnTo>
                  <a:pt x="1003465" y="164795"/>
                </a:lnTo>
                <a:lnTo>
                  <a:pt x="1003465" y="225755"/>
                </a:lnTo>
                <a:lnTo>
                  <a:pt x="1035469" y="225755"/>
                </a:lnTo>
                <a:lnTo>
                  <a:pt x="1035469" y="175463"/>
                </a:lnTo>
                <a:lnTo>
                  <a:pt x="1052918" y="189763"/>
                </a:lnTo>
                <a:lnTo>
                  <a:pt x="1068806" y="203085"/>
                </a:lnTo>
                <a:lnTo>
                  <a:pt x="1083259" y="215531"/>
                </a:lnTo>
                <a:lnTo>
                  <a:pt x="1096429" y="227279"/>
                </a:lnTo>
                <a:lnTo>
                  <a:pt x="1117854" y="202895"/>
                </a:lnTo>
                <a:lnTo>
                  <a:pt x="1103236" y="191147"/>
                </a:lnTo>
                <a:lnTo>
                  <a:pt x="1086916" y="178701"/>
                </a:lnTo>
                <a:lnTo>
                  <a:pt x="1082535" y="175463"/>
                </a:lnTo>
                <a:lnTo>
                  <a:pt x="1068908" y="165379"/>
                </a:lnTo>
                <a:lnTo>
                  <a:pt x="1049185" y="151079"/>
                </a:lnTo>
                <a:lnTo>
                  <a:pt x="1035469" y="164795"/>
                </a:lnTo>
                <a:lnTo>
                  <a:pt x="1035469" y="138887"/>
                </a:lnTo>
                <a:lnTo>
                  <a:pt x="1119378" y="138887"/>
                </a:lnTo>
                <a:lnTo>
                  <a:pt x="1119378" y="109829"/>
                </a:lnTo>
                <a:close/>
              </a:path>
              <a:path w="4471670" h="444500">
                <a:moveTo>
                  <a:pt x="1126998" y="39725"/>
                </a:moveTo>
                <a:lnTo>
                  <a:pt x="1099477" y="22961"/>
                </a:lnTo>
                <a:lnTo>
                  <a:pt x="1088923" y="37795"/>
                </a:lnTo>
                <a:lnTo>
                  <a:pt x="1077950" y="52489"/>
                </a:lnTo>
                <a:lnTo>
                  <a:pt x="1066685" y="66890"/>
                </a:lnTo>
                <a:lnTo>
                  <a:pt x="1055281" y="80873"/>
                </a:lnTo>
                <a:lnTo>
                  <a:pt x="1061872" y="85445"/>
                </a:lnTo>
                <a:lnTo>
                  <a:pt x="1068044" y="90017"/>
                </a:lnTo>
                <a:lnTo>
                  <a:pt x="1073924" y="94589"/>
                </a:lnTo>
                <a:lnTo>
                  <a:pt x="1079665" y="99161"/>
                </a:lnTo>
                <a:lnTo>
                  <a:pt x="1091349" y="85166"/>
                </a:lnTo>
                <a:lnTo>
                  <a:pt x="1103337" y="70586"/>
                </a:lnTo>
                <a:lnTo>
                  <a:pt x="1115326" y="55448"/>
                </a:lnTo>
                <a:lnTo>
                  <a:pt x="1126998" y="39725"/>
                </a:lnTo>
                <a:close/>
              </a:path>
              <a:path w="4471670" h="444500">
                <a:moveTo>
                  <a:pt x="1334363" y="405777"/>
                </a:moveTo>
                <a:lnTo>
                  <a:pt x="1284262" y="370141"/>
                </a:lnTo>
                <a:lnTo>
                  <a:pt x="1244447" y="326428"/>
                </a:lnTo>
                <a:lnTo>
                  <a:pt x="1261427" y="291376"/>
                </a:lnTo>
                <a:lnTo>
                  <a:pt x="1264373" y="285292"/>
                </a:lnTo>
                <a:lnTo>
                  <a:pt x="1280452" y="237401"/>
                </a:lnTo>
                <a:lnTo>
                  <a:pt x="1292237" y="182930"/>
                </a:lnTo>
                <a:lnTo>
                  <a:pt x="1299311" y="122021"/>
                </a:lnTo>
                <a:lnTo>
                  <a:pt x="1326743" y="122021"/>
                </a:lnTo>
                <a:lnTo>
                  <a:pt x="1326743" y="91541"/>
                </a:lnTo>
                <a:lnTo>
                  <a:pt x="1264259" y="91541"/>
                </a:lnTo>
                <a:lnTo>
                  <a:pt x="1264259" y="122021"/>
                </a:lnTo>
                <a:lnTo>
                  <a:pt x="1259090" y="172097"/>
                </a:lnTo>
                <a:lnTo>
                  <a:pt x="1250340" y="217017"/>
                </a:lnTo>
                <a:lnTo>
                  <a:pt x="1237869" y="256743"/>
                </a:lnTo>
                <a:lnTo>
                  <a:pt x="1221498" y="291376"/>
                </a:lnTo>
                <a:lnTo>
                  <a:pt x="1205839" y="256781"/>
                </a:lnTo>
                <a:lnTo>
                  <a:pt x="1193304" y="218935"/>
                </a:lnTo>
                <a:lnTo>
                  <a:pt x="1185379" y="183083"/>
                </a:lnTo>
                <a:lnTo>
                  <a:pt x="1184198" y="177711"/>
                </a:lnTo>
                <a:lnTo>
                  <a:pt x="1178814" y="132791"/>
                </a:lnTo>
                <a:lnTo>
                  <a:pt x="1180350" y="129743"/>
                </a:lnTo>
                <a:lnTo>
                  <a:pt x="1181874" y="125069"/>
                </a:lnTo>
                <a:lnTo>
                  <a:pt x="1183398" y="122021"/>
                </a:lnTo>
                <a:lnTo>
                  <a:pt x="1264259" y="122021"/>
                </a:lnTo>
                <a:lnTo>
                  <a:pt x="1264259" y="91541"/>
                </a:lnTo>
                <a:lnTo>
                  <a:pt x="1194066" y="91541"/>
                </a:lnTo>
                <a:lnTo>
                  <a:pt x="1199756" y="72948"/>
                </a:lnTo>
                <a:lnTo>
                  <a:pt x="1205306" y="53619"/>
                </a:lnTo>
                <a:lnTo>
                  <a:pt x="1210564" y="33426"/>
                </a:lnTo>
                <a:lnTo>
                  <a:pt x="1215402" y="12204"/>
                </a:lnTo>
                <a:lnTo>
                  <a:pt x="1180350" y="7620"/>
                </a:lnTo>
                <a:lnTo>
                  <a:pt x="1169200" y="58280"/>
                </a:lnTo>
                <a:lnTo>
                  <a:pt x="1154049" y="104914"/>
                </a:lnTo>
                <a:lnTo>
                  <a:pt x="1134910" y="147535"/>
                </a:lnTo>
                <a:lnTo>
                  <a:pt x="1111758" y="186131"/>
                </a:lnTo>
                <a:lnTo>
                  <a:pt x="1118336" y="193840"/>
                </a:lnTo>
                <a:lnTo>
                  <a:pt x="1124331" y="200990"/>
                </a:lnTo>
                <a:lnTo>
                  <a:pt x="1129766" y="207556"/>
                </a:lnTo>
                <a:lnTo>
                  <a:pt x="1134618" y="213563"/>
                </a:lnTo>
                <a:lnTo>
                  <a:pt x="1139190" y="206438"/>
                </a:lnTo>
                <a:lnTo>
                  <a:pt x="1143762" y="198894"/>
                </a:lnTo>
                <a:lnTo>
                  <a:pt x="1148283" y="191147"/>
                </a:lnTo>
                <a:lnTo>
                  <a:pt x="1152906" y="183083"/>
                </a:lnTo>
                <a:lnTo>
                  <a:pt x="1160081" y="221996"/>
                </a:lnTo>
                <a:lnTo>
                  <a:pt x="1170241" y="258597"/>
                </a:lnTo>
                <a:lnTo>
                  <a:pt x="1183563" y="292900"/>
                </a:lnTo>
                <a:lnTo>
                  <a:pt x="1200162" y="324904"/>
                </a:lnTo>
                <a:lnTo>
                  <a:pt x="1179322" y="350393"/>
                </a:lnTo>
                <a:lnTo>
                  <a:pt x="1155763" y="374142"/>
                </a:lnTo>
                <a:lnTo>
                  <a:pt x="1129601" y="396151"/>
                </a:lnTo>
                <a:lnTo>
                  <a:pt x="1101001" y="416445"/>
                </a:lnTo>
                <a:lnTo>
                  <a:pt x="1107871" y="424154"/>
                </a:lnTo>
                <a:lnTo>
                  <a:pt x="1114336" y="431215"/>
                </a:lnTo>
                <a:lnTo>
                  <a:pt x="1120381" y="437908"/>
                </a:lnTo>
                <a:lnTo>
                  <a:pt x="1125474" y="443966"/>
                </a:lnTo>
                <a:lnTo>
                  <a:pt x="1152055" y="424764"/>
                </a:lnTo>
                <a:lnTo>
                  <a:pt x="1176909" y="403872"/>
                </a:lnTo>
                <a:lnTo>
                  <a:pt x="1200061" y="381292"/>
                </a:lnTo>
                <a:lnTo>
                  <a:pt x="1221498" y="357009"/>
                </a:lnTo>
                <a:lnTo>
                  <a:pt x="1240078" y="380149"/>
                </a:lnTo>
                <a:lnTo>
                  <a:pt x="1261198" y="401586"/>
                </a:lnTo>
                <a:lnTo>
                  <a:pt x="1284592" y="421335"/>
                </a:lnTo>
                <a:lnTo>
                  <a:pt x="1309979" y="439394"/>
                </a:lnTo>
                <a:lnTo>
                  <a:pt x="1315720" y="431952"/>
                </a:lnTo>
                <a:lnTo>
                  <a:pt x="1321600" y="423684"/>
                </a:lnTo>
                <a:lnTo>
                  <a:pt x="1327772" y="414870"/>
                </a:lnTo>
                <a:lnTo>
                  <a:pt x="1334363" y="405777"/>
                </a:lnTo>
                <a:close/>
              </a:path>
              <a:path w="4471670" h="444500">
                <a:moveTo>
                  <a:pt x="1483804" y="93065"/>
                </a:moveTo>
                <a:lnTo>
                  <a:pt x="1435036" y="93065"/>
                </a:lnTo>
                <a:lnTo>
                  <a:pt x="1435036" y="9144"/>
                </a:lnTo>
                <a:lnTo>
                  <a:pt x="1403032" y="9144"/>
                </a:lnTo>
                <a:lnTo>
                  <a:pt x="1403032" y="93065"/>
                </a:lnTo>
                <a:lnTo>
                  <a:pt x="1348079" y="93065"/>
                </a:lnTo>
                <a:lnTo>
                  <a:pt x="1348079" y="123545"/>
                </a:lnTo>
                <a:lnTo>
                  <a:pt x="1403032" y="123545"/>
                </a:lnTo>
                <a:lnTo>
                  <a:pt x="1403032" y="224218"/>
                </a:lnTo>
                <a:lnTo>
                  <a:pt x="1388160" y="228828"/>
                </a:lnTo>
                <a:lnTo>
                  <a:pt x="1373276" y="233260"/>
                </a:lnTo>
                <a:lnTo>
                  <a:pt x="1358379" y="237388"/>
                </a:lnTo>
                <a:lnTo>
                  <a:pt x="1343507" y="241084"/>
                </a:lnTo>
                <a:lnTo>
                  <a:pt x="1346555" y="279184"/>
                </a:lnTo>
                <a:lnTo>
                  <a:pt x="1374228" y="269849"/>
                </a:lnTo>
                <a:lnTo>
                  <a:pt x="1388427" y="264820"/>
                </a:lnTo>
                <a:lnTo>
                  <a:pt x="1403032" y="259372"/>
                </a:lnTo>
                <a:lnTo>
                  <a:pt x="1403032" y="375297"/>
                </a:lnTo>
                <a:lnTo>
                  <a:pt x="1401876" y="385292"/>
                </a:lnTo>
                <a:lnTo>
                  <a:pt x="1398270" y="392442"/>
                </a:lnTo>
                <a:lnTo>
                  <a:pt x="1392110" y="396722"/>
                </a:lnTo>
                <a:lnTo>
                  <a:pt x="1383220" y="398157"/>
                </a:lnTo>
                <a:lnTo>
                  <a:pt x="1376603" y="397891"/>
                </a:lnTo>
                <a:lnTo>
                  <a:pt x="1368285" y="397205"/>
                </a:lnTo>
                <a:lnTo>
                  <a:pt x="1346555" y="395109"/>
                </a:lnTo>
                <a:lnTo>
                  <a:pt x="1348574" y="404253"/>
                </a:lnTo>
                <a:lnTo>
                  <a:pt x="1350175" y="413397"/>
                </a:lnTo>
                <a:lnTo>
                  <a:pt x="1351483" y="422541"/>
                </a:lnTo>
                <a:lnTo>
                  <a:pt x="1352651" y="431685"/>
                </a:lnTo>
                <a:lnTo>
                  <a:pt x="1392364" y="431685"/>
                </a:lnTo>
                <a:lnTo>
                  <a:pt x="1432445" y="403390"/>
                </a:lnTo>
                <a:lnTo>
                  <a:pt x="1435036" y="381393"/>
                </a:lnTo>
                <a:lnTo>
                  <a:pt x="1435036" y="259372"/>
                </a:lnTo>
                <a:lnTo>
                  <a:pt x="1435036" y="248704"/>
                </a:lnTo>
                <a:lnTo>
                  <a:pt x="1479232" y="234988"/>
                </a:lnTo>
                <a:lnTo>
                  <a:pt x="1478114" y="227545"/>
                </a:lnTo>
                <a:lnTo>
                  <a:pt x="1477137" y="219278"/>
                </a:lnTo>
                <a:lnTo>
                  <a:pt x="1476692" y="213550"/>
                </a:lnTo>
                <a:lnTo>
                  <a:pt x="1476451" y="210464"/>
                </a:lnTo>
                <a:lnTo>
                  <a:pt x="1476184" y="201358"/>
                </a:lnTo>
                <a:lnTo>
                  <a:pt x="1466113" y="204558"/>
                </a:lnTo>
                <a:lnTo>
                  <a:pt x="1435036" y="213550"/>
                </a:lnTo>
                <a:lnTo>
                  <a:pt x="1435036" y="123545"/>
                </a:lnTo>
                <a:lnTo>
                  <a:pt x="1483804" y="123545"/>
                </a:lnTo>
                <a:lnTo>
                  <a:pt x="1483804" y="93065"/>
                </a:lnTo>
                <a:close/>
              </a:path>
              <a:path w="4471670" h="444500">
                <a:moveTo>
                  <a:pt x="1776615" y="199834"/>
                </a:moveTo>
                <a:lnTo>
                  <a:pt x="1660791" y="199834"/>
                </a:lnTo>
                <a:lnTo>
                  <a:pt x="1660791" y="154114"/>
                </a:lnTo>
                <a:lnTo>
                  <a:pt x="1628686" y="154114"/>
                </a:lnTo>
                <a:lnTo>
                  <a:pt x="1628686" y="199834"/>
                </a:lnTo>
                <a:lnTo>
                  <a:pt x="1528102" y="199834"/>
                </a:lnTo>
                <a:lnTo>
                  <a:pt x="1528102" y="146494"/>
                </a:lnTo>
                <a:lnTo>
                  <a:pt x="1723275" y="146494"/>
                </a:lnTo>
                <a:lnTo>
                  <a:pt x="1723275" y="160210"/>
                </a:lnTo>
                <a:lnTo>
                  <a:pt x="1755279" y="160210"/>
                </a:lnTo>
                <a:lnTo>
                  <a:pt x="1755279" y="146494"/>
                </a:lnTo>
                <a:lnTo>
                  <a:pt x="1755279" y="117449"/>
                </a:lnTo>
                <a:lnTo>
                  <a:pt x="1755279" y="61061"/>
                </a:lnTo>
                <a:lnTo>
                  <a:pt x="1755279" y="32105"/>
                </a:lnTo>
                <a:lnTo>
                  <a:pt x="1723275" y="32105"/>
                </a:lnTo>
                <a:lnTo>
                  <a:pt x="1723275" y="61061"/>
                </a:lnTo>
                <a:lnTo>
                  <a:pt x="1723275" y="117449"/>
                </a:lnTo>
                <a:lnTo>
                  <a:pt x="1528102" y="117449"/>
                </a:lnTo>
                <a:lnTo>
                  <a:pt x="1528102" y="61061"/>
                </a:lnTo>
                <a:lnTo>
                  <a:pt x="1723275" y="61061"/>
                </a:lnTo>
                <a:lnTo>
                  <a:pt x="1723275" y="32105"/>
                </a:lnTo>
                <a:lnTo>
                  <a:pt x="1495996" y="32105"/>
                </a:lnTo>
                <a:lnTo>
                  <a:pt x="1495920" y="204558"/>
                </a:lnTo>
                <a:lnTo>
                  <a:pt x="1492567" y="268351"/>
                </a:lnTo>
                <a:lnTo>
                  <a:pt x="1482280" y="324942"/>
                </a:lnTo>
                <a:lnTo>
                  <a:pt x="1465135" y="372364"/>
                </a:lnTo>
                <a:lnTo>
                  <a:pt x="1441132" y="410349"/>
                </a:lnTo>
                <a:lnTo>
                  <a:pt x="1447736" y="417207"/>
                </a:lnTo>
                <a:lnTo>
                  <a:pt x="1453896" y="424065"/>
                </a:lnTo>
                <a:lnTo>
                  <a:pt x="1459788" y="430961"/>
                </a:lnTo>
                <a:lnTo>
                  <a:pt x="1465516" y="437870"/>
                </a:lnTo>
                <a:lnTo>
                  <a:pt x="1490713" y="397484"/>
                </a:lnTo>
                <a:lnTo>
                  <a:pt x="1509191" y="349542"/>
                </a:lnTo>
                <a:lnTo>
                  <a:pt x="1521104" y="293890"/>
                </a:lnTo>
                <a:lnTo>
                  <a:pt x="1526578" y="230416"/>
                </a:lnTo>
                <a:lnTo>
                  <a:pt x="1628686" y="230416"/>
                </a:lnTo>
                <a:lnTo>
                  <a:pt x="1628686" y="285280"/>
                </a:lnTo>
                <a:lnTo>
                  <a:pt x="1538770" y="285280"/>
                </a:lnTo>
                <a:lnTo>
                  <a:pt x="1538770" y="433209"/>
                </a:lnTo>
                <a:lnTo>
                  <a:pt x="1570774" y="433209"/>
                </a:lnTo>
                <a:lnTo>
                  <a:pt x="1570774" y="408825"/>
                </a:lnTo>
                <a:lnTo>
                  <a:pt x="1720227" y="408825"/>
                </a:lnTo>
                <a:lnTo>
                  <a:pt x="1720227" y="433209"/>
                </a:lnTo>
                <a:lnTo>
                  <a:pt x="1752231" y="433209"/>
                </a:lnTo>
                <a:lnTo>
                  <a:pt x="1752231" y="408825"/>
                </a:lnTo>
                <a:lnTo>
                  <a:pt x="1752231" y="379869"/>
                </a:lnTo>
                <a:lnTo>
                  <a:pt x="1752231" y="314236"/>
                </a:lnTo>
                <a:lnTo>
                  <a:pt x="1752231" y="285280"/>
                </a:lnTo>
                <a:lnTo>
                  <a:pt x="1720227" y="285280"/>
                </a:lnTo>
                <a:lnTo>
                  <a:pt x="1720227" y="314236"/>
                </a:lnTo>
                <a:lnTo>
                  <a:pt x="1720227" y="379869"/>
                </a:lnTo>
                <a:lnTo>
                  <a:pt x="1570774" y="379869"/>
                </a:lnTo>
                <a:lnTo>
                  <a:pt x="1570774" y="314236"/>
                </a:lnTo>
                <a:lnTo>
                  <a:pt x="1720227" y="314236"/>
                </a:lnTo>
                <a:lnTo>
                  <a:pt x="1720227" y="285280"/>
                </a:lnTo>
                <a:lnTo>
                  <a:pt x="1660791" y="285280"/>
                </a:lnTo>
                <a:lnTo>
                  <a:pt x="1660791" y="230416"/>
                </a:lnTo>
                <a:lnTo>
                  <a:pt x="1776615" y="230416"/>
                </a:lnTo>
                <a:lnTo>
                  <a:pt x="1776615" y="199834"/>
                </a:lnTo>
                <a:close/>
              </a:path>
              <a:path w="4471670" h="444500">
                <a:moveTo>
                  <a:pt x="2220480" y="324904"/>
                </a:moveTo>
                <a:lnTo>
                  <a:pt x="2078647" y="324904"/>
                </a:lnTo>
                <a:lnTo>
                  <a:pt x="2078647" y="277660"/>
                </a:lnTo>
                <a:lnTo>
                  <a:pt x="2199043" y="277660"/>
                </a:lnTo>
                <a:lnTo>
                  <a:pt x="2199043" y="247180"/>
                </a:lnTo>
                <a:lnTo>
                  <a:pt x="2078647" y="247180"/>
                </a:lnTo>
                <a:lnTo>
                  <a:pt x="2078647" y="190690"/>
                </a:lnTo>
                <a:lnTo>
                  <a:pt x="2043506" y="190690"/>
                </a:lnTo>
                <a:lnTo>
                  <a:pt x="2043506" y="247180"/>
                </a:lnTo>
                <a:lnTo>
                  <a:pt x="1950542" y="247180"/>
                </a:lnTo>
                <a:lnTo>
                  <a:pt x="1960829" y="229692"/>
                </a:lnTo>
                <a:lnTo>
                  <a:pt x="1971116" y="211658"/>
                </a:lnTo>
                <a:lnTo>
                  <a:pt x="1981403" y="193078"/>
                </a:lnTo>
                <a:lnTo>
                  <a:pt x="1991690" y="173926"/>
                </a:lnTo>
                <a:lnTo>
                  <a:pt x="2199043" y="173926"/>
                </a:lnTo>
                <a:lnTo>
                  <a:pt x="2199043" y="143446"/>
                </a:lnTo>
                <a:lnTo>
                  <a:pt x="2006930" y="143446"/>
                </a:lnTo>
                <a:lnTo>
                  <a:pt x="2011502" y="133388"/>
                </a:lnTo>
                <a:lnTo>
                  <a:pt x="2020646" y="113792"/>
                </a:lnTo>
                <a:lnTo>
                  <a:pt x="2025218" y="103733"/>
                </a:lnTo>
                <a:lnTo>
                  <a:pt x="1990166" y="94589"/>
                </a:lnTo>
                <a:lnTo>
                  <a:pt x="1984679" y="106934"/>
                </a:lnTo>
                <a:lnTo>
                  <a:pt x="1974303" y="131102"/>
                </a:lnTo>
                <a:lnTo>
                  <a:pt x="1968830" y="143446"/>
                </a:lnTo>
                <a:lnTo>
                  <a:pt x="1889480" y="143446"/>
                </a:lnTo>
                <a:lnTo>
                  <a:pt x="1889480" y="173926"/>
                </a:lnTo>
                <a:lnTo>
                  <a:pt x="1953590" y="173926"/>
                </a:lnTo>
                <a:lnTo>
                  <a:pt x="1943252" y="193052"/>
                </a:lnTo>
                <a:lnTo>
                  <a:pt x="1932774" y="211467"/>
                </a:lnTo>
                <a:lnTo>
                  <a:pt x="1922005" y="229057"/>
                </a:lnTo>
                <a:lnTo>
                  <a:pt x="1910816" y="245656"/>
                </a:lnTo>
                <a:lnTo>
                  <a:pt x="1910816" y="277660"/>
                </a:lnTo>
                <a:lnTo>
                  <a:pt x="2043506" y="277660"/>
                </a:lnTo>
                <a:lnTo>
                  <a:pt x="2043506" y="324904"/>
                </a:lnTo>
                <a:lnTo>
                  <a:pt x="1878812" y="324904"/>
                </a:lnTo>
                <a:lnTo>
                  <a:pt x="1878812" y="357009"/>
                </a:lnTo>
                <a:lnTo>
                  <a:pt x="2043506" y="357009"/>
                </a:lnTo>
                <a:lnTo>
                  <a:pt x="2043506" y="437870"/>
                </a:lnTo>
                <a:lnTo>
                  <a:pt x="2078647" y="437870"/>
                </a:lnTo>
                <a:lnTo>
                  <a:pt x="2078647" y="357009"/>
                </a:lnTo>
                <a:lnTo>
                  <a:pt x="2220480" y="357009"/>
                </a:lnTo>
                <a:lnTo>
                  <a:pt x="2220480" y="324904"/>
                </a:lnTo>
                <a:close/>
              </a:path>
              <a:path w="4471670" h="444500">
                <a:moveTo>
                  <a:pt x="2222004" y="58013"/>
                </a:moveTo>
                <a:lnTo>
                  <a:pt x="2040458" y="58013"/>
                </a:lnTo>
                <a:lnTo>
                  <a:pt x="2058746" y="44297"/>
                </a:lnTo>
                <a:lnTo>
                  <a:pt x="2049576" y="32880"/>
                </a:lnTo>
                <a:lnTo>
                  <a:pt x="2040267" y="21577"/>
                </a:lnTo>
                <a:lnTo>
                  <a:pt x="2030666" y="10566"/>
                </a:lnTo>
                <a:lnTo>
                  <a:pt x="2020646" y="0"/>
                </a:lnTo>
                <a:lnTo>
                  <a:pt x="1993214" y="19812"/>
                </a:lnTo>
                <a:lnTo>
                  <a:pt x="2001189" y="29260"/>
                </a:lnTo>
                <a:lnTo>
                  <a:pt x="2009025" y="38950"/>
                </a:lnTo>
                <a:lnTo>
                  <a:pt x="2016569" y="48628"/>
                </a:lnTo>
                <a:lnTo>
                  <a:pt x="2023694" y="58013"/>
                </a:lnTo>
                <a:lnTo>
                  <a:pt x="1834616" y="58013"/>
                </a:lnTo>
                <a:lnTo>
                  <a:pt x="1834616" y="219646"/>
                </a:lnTo>
                <a:lnTo>
                  <a:pt x="1831517" y="279704"/>
                </a:lnTo>
                <a:lnTo>
                  <a:pt x="1822411" y="331609"/>
                </a:lnTo>
                <a:lnTo>
                  <a:pt x="1807578" y="375208"/>
                </a:lnTo>
                <a:lnTo>
                  <a:pt x="1787271" y="410349"/>
                </a:lnTo>
                <a:lnTo>
                  <a:pt x="1793887" y="418325"/>
                </a:lnTo>
                <a:lnTo>
                  <a:pt x="1800085" y="426161"/>
                </a:lnTo>
                <a:lnTo>
                  <a:pt x="1806003" y="433743"/>
                </a:lnTo>
                <a:lnTo>
                  <a:pt x="1811756" y="440918"/>
                </a:lnTo>
                <a:lnTo>
                  <a:pt x="1832406" y="407593"/>
                </a:lnTo>
                <a:lnTo>
                  <a:pt x="1848599" y="368109"/>
                </a:lnTo>
                <a:lnTo>
                  <a:pt x="1860257" y="322567"/>
                </a:lnTo>
                <a:lnTo>
                  <a:pt x="1867306" y="271030"/>
                </a:lnTo>
                <a:lnTo>
                  <a:pt x="1869668" y="213550"/>
                </a:lnTo>
                <a:lnTo>
                  <a:pt x="1869668" y="90017"/>
                </a:lnTo>
                <a:lnTo>
                  <a:pt x="2222004" y="90017"/>
                </a:lnTo>
                <a:lnTo>
                  <a:pt x="2222004" y="58013"/>
                </a:lnTo>
                <a:close/>
              </a:path>
              <a:path w="4471670" h="444500">
                <a:moveTo>
                  <a:pt x="2426309" y="79349"/>
                </a:moveTo>
                <a:lnTo>
                  <a:pt x="2391257" y="79349"/>
                </a:lnTo>
                <a:lnTo>
                  <a:pt x="2391257" y="111353"/>
                </a:lnTo>
                <a:lnTo>
                  <a:pt x="2391257" y="218135"/>
                </a:lnTo>
                <a:lnTo>
                  <a:pt x="2391257" y="250228"/>
                </a:lnTo>
                <a:lnTo>
                  <a:pt x="2391257" y="360057"/>
                </a:lnTo>
                <a:lnTo>
                  <a:pt x="2293632" y="360057"/>
                </a:lnTo>
                <a:lnTo>
                  <a:pt x="2293632" y="250228"/>
                </a:lnTo>
                <a:lnTo>
                  <a:pt x="2391257" y="250228"/>
                </a:lnTo>
                <a:lnTo>
                  <a:pt x="2391257" y="218135"/>
                </a:lnTo>
                <a:lnTo>
                  <a:pt x="2293632" y="218135"/>
                </a:lnTo>
                <a:lnTo>
                  <a:pt x="2293632" y="111353"/>
                </a:lnTo>
                <a:lnTo>
                  <a:pt x="2391257" y="111353"/>
                </a:lnTo>
                <a:lnTo>
                  <a:pt x="2391257" y="79349"/>
                </a:lnTo>
                <a:lnTo>
                  <a:pt x="2339352" y="79349"/>
                </a:lnTo>
                <a:lnTo>
                  <a:pt x="2345982" y="64439"/>
                </a:lnTo>
                <a:lnTo>
                  <a:pt x="2352344" y="49237"/>
                </a:lnTo>
                <a:lnTo>
                  <a:pt x="2358720" y="33451"/>
                </a:lnTo>
                <a:lnTo>
                  <a:pt x="2365349" y="16764"/>
                </a:lnTo>
                <a:lnTo>
                  <a:pt x="2328684" y="6096"/>
                </a:lnTo>
                <a:lnTo>
                  <a:pt x="2323554" y="22733"/>
                </a:lnTo>
                <a:lnTo>
                  <a:pt x="2317445" y="40474"/>
                </a:lnTo>
                <a:lnTo>
                  <a:pt x="2310460" y="59347"/>
                </a:lnTo>
                <a:lnTo>
                  <a:pt x="2302776" y="79349"/>
                </a:lnTo>
                <a:lnTo>
                  <a:pt x="2258580" y="79349"/>
                </a:lnTo>
                <a:lnTo>
                  <a:pt x="2258580" y="430161"/>
                </a:lnTo>
                <a:lnTo>
                  <a:pt x="2293632" y="430161"/>
                </a:lnTo>
                <a:lnTo>
                  <a:pt x="2293632" y="393585"/>
                </a:lnTo>
                <a:lnTo>
                  <a:pt x="2391257" y="393585"/>
                </a:lnTo>
                <a:lnTo>
                  <a:pt x="2391257" y="427113"/>
                </a:lnTo>
                <a:lnTo>
                  <a:pt x="2426309" y="427113"/>
                </a:lnTo>
                <a:lnTo>
                  <a:pt x="2426309" y="393585"/>
                </a:lnTo>
                <a:lnTo>
                  <a:pt x="2426309" y="360057"/>
                </a:lnTo>
                <a:lnTo>
                  <a:pt x="2426309" y="250228"/>
                </a:lnTo>
                <a:lnTo>
                  <a:pt x="2426309" y="218135"/>
                </a:lnTo>
                <a:lnTo>
                  <a:pt x="2426309" y="111353"/>
                </a:lnTo>
                <a:lnTo>
                  <a:pt x="2426309" y="79349"/>
                </a:lnTo>
                <a:close/>
              </a:path>
              <a:path w="4471670" h="444500">
                <a:moveTo>
                  <a:pt x="2575763" y="277660"/>
                </a:moveTo>
                <a:lnTo>
                  <a:pt x="2560612" y="255955"/>
                </a:lnTo>
                <a:lnTo>
                  <a:pt x="2542616" y="232079"/>
                </a:lnTo>
                <a:lnTo>
                  <a:pt x="2521750" y="206209"/>
                </a:lnTo>
                <a:lnTo>
                  <a:pt x="2498039" y="178511"/>
                </a:lnTo>
                <a:lnTo>
                  <a:pt x="2472029" y="198323"/>
                </a:lnTo>
                <a:lnTo>
                  <a:pt x="2491854" y="224396"/>
                </a:lnTo>
                <a:lnTo>
                  <a:pt x="2510218" y="250024"/>
                </a:lnTo>
                <a:lnTo>
                  <a:pt x="2527414" y="275348"/>
                </a:lnTo>
                <a:lnTo>
                  <a:pt x="2543759" y="300520"/>
                </a:lnTo>
                <a:lnTo>
                  <a:pt x="2575763" y="277660"/>
                </a:lnTo>
                <a:close/>
              </a:path>
              <a:path w="4471670" h="444500">
                <a:moveTo>
                  <a:pt x="2658148" y="77825"/>
                </a:moveTo>
                <a:lnTo>
                  <a:pt x="2516327" y="77825"/>
                </a:lnTo>
                <a:lnTo>
                  <a:pt x="2522893" y="62699"/>
                </a:lnTo>
                <a:lnTo>
                  <a:pt x="2528900" y="47142"/>
                </a:lnTo>
                <a:lnTo>
                  <a:pt x="2534323" y="31280"/>
                </a:lnTo>
                <a:lnTo>
                  <a:pt x="2539187" y="15240"/>
                </a:lnTo>
                <a:lnTo>
                  <a:pt x="2502611" y="6096"/>
                </a:lnTo>
                <a:lnTo>
                  <a:pt x="2487980" y="53073"/>
                </a:lnTo>
                <a:lnTo>
                  <a:pt x="2471661" y="95732"/>
                </a:lnTo>
                <a:lnTo>
                  <a:pt x="2453652" y="134391"/>
                </a:lnTo>
                <a:lnTo>
                  <a:pt x="2433929" y="169367"/>
                </a:lnTo>
                <a:lnTo>
                  <a:pt x="2442527" y="173024"/>
                </a:lnTo>
                <a:lnTo>
                  <a:pt x="2450122" y="176987"/>
                </a:lnTo>
                <a:lnTo>
                  <a:pt x="2456865" y="180936"/>
                </a:lnTo>
                <a:lnTo>
                  <a:pt x="2462885" y="184607"/>
                </a:lnTo>
                <a:lnTo>
                  <a:pt x="2473160" y="168008"/>
                </a:lnTo>
                <a:lnTo>
                  <a:pt x="2483320" y="150114"/>
                </a:lnTo>
                <a:lnTo>
                  <a:pt x="2493187" y="130771"/>
                </a:lnTo>
                <a:lnTo>
                  <a:pt x="2502611" y="109829"/>
                </a:lnTo>
                <a:lnTo>
                  <a:pt x="2619959" y="109829"/>
                </a:lnTo>
                <a:lnTo>
                  <a:pt x="2619019" y="176987"/>
                </a:lnTo>
                <a:lnTo>
                  <a:pt x="2618054" y="232079"/>
                </a:lnTo>
                <a:lnTo>
                  <a:pt x="2616885" y="282168"/>
                </a:lnTo>
                <a:lnTo>
                  <a:pt x="2615514" y="321614"/>
                </a:lnTo>
                <a:lnTo>
                  <a:pt x="2609545" y="370674"/>
                </a:lnTo>
                <a:lnTo>
                  <a:pt x="2571191" y="395109"/>
                </a:lnTo>
                <a:lnTo>
                  <a:pt x="2552344" y="394576"/>
                </a:lnTo>
                <a:lnTo>
                  <a:pt x="2532519" y="393204"/>
                </a:lnTo>
                <a:lnTo>
                  <a:pt x="2511818" y="391248"/>
                </a:lnTo>
                <a:lnTo>
                  <a:pt x="2490419" y="389013"/>
                </a:lnTo>
                <a:lnTo>
                  <a:pt x="2488793" y="389013"/>
                </a:lnTo>
                <a:lnTo>
                  <a:pt x="2491105" y="397535"/>
                </a:lnTo>
                <a:lnTo>
                  <a:pt x="2493264" y="406920"/>
                </a:lnTo>
                <a:lnTo>
                  <a:pt x="2495105" y="416864"/>
                </a:lnTo>
                <a:lnTo>
                  <a:pt x="2496515" y="427113"/>
                </a:lnTo>
                <a:lnTo>
                  <a:pt x="2536901" y="429209"/>
                </a:lnTo>
                <a:lnTo>
                  <a:pt x="2556941" y="429895"/>
                </a:lnTo>
                <a:lnTo>
                  <a:pt x="2577287" y="430161"/>
                </a:lnTo>
                <a:lnTo>
                  <a:pt x="2607564" y="425869"/>
                </a:lnTo>
                <a:lnTo>
                  <a:pt x="2641308" y="395109"/>
                </a:lnTo>
                <a:lnTo>
                  <a:pt x="2650528" y="337146"/>
                </a:lnTo>
                <a:lnTo>
                  <a:pt x="2653576" y="260845"/>
                </a:lnTo>
                <a:lnTo>
                  <a:pt x="2655100" y="208991"/>
                </a:lnTo>
                <a:lnTo>
                  <a:pt x="2656573" y="150114"/>
                </a:lnTo>
                <a:lnTo>
                  <a:pt x="2657449" y="109829"/>
                </a:lnTo>
                <a:lnTo>
                  <a:pt x="2658148" y="77825"/>
                </a:lnTo>
                <a:close/>
              </a:path>
              <a:path w="4471670" h="444500">
                <a:moveTo>
                  <a:pt x="3124784" y="331000"/>
                </a:moveTo>
                <a:lnTo>
                  <a:pt x="3090519" y="316763"/>
                </a:lnTo>
                <a:lnTo>
                  <a:pt x="3088690" y="315760"/>
                </a:lnTo>
                <a:lnTo>
                  <a:pt x="3083141" y="312712"/>
                </a:lnTo>
                <a:lnTo>
                  <a:pt x="3058820" y="299377"/>
                </a:lnTo>
                <a:lnTo>
                  <a:pt x="3029966" y="279133"/>
                </a:lnTo>
                <a:lnTo>
                  <a:pt x="3022574" y="272580"/>
                </a:lnTo>
                <a:lnTo>
                  <a:pt x="3022574" y="312712"/>
                </a:lnTo>
                <a:lnTo>
                  <a:pt x="2921990" y="312712"/>
                </a:lnTo>
                <a:lnTo>
                  <a:pt x="2921990" y="270040"/>
                </a:lnTo>
                <a:lnTo>
                  <a:pt x="2889885" y="270040"/>
                </a:lnTo>
                <a:lnTo>
                  <a:pt x="2889885" y="312712"/>
                </a:lnTo>
                <a:lnTo>
                  <a:pt x="2787777" y="312712"/>
                </a:lnTo>
                <a:lnTo>
                  <a:pt x="2802382" y="299834"/>
                </a:lnTo>
                <a:lnTo>
                  <a:pt x="2816542" y="286232"/>
                </a:lnTo>
                <a:lnTo>
                  <a:pt x="2830436" y="271780"/>
                </a:lnTo>
                <a:lnTo>
                  <a:pt x="2844165" y="256324"/>
                </a:lnTo>
                <a:lnTo>
                  <a:pt x="2966186" y="256324"/>
                </a:lnTo>
                <a:lnTo>
                  <a:pt x="2979064" y="271780"/>
                </a:lnTo>
                <a:lnTo>
                  <a:pt x="2992666" y="286232"/>
                </a:lnTo>
                <a:lnTo>
                  <a:pt x="3007118" y="299834"/>
                </a:lnTo>
                <a:lnTo>
                  <a:pt x="3022574" y="312712"/>
                </a:lnTo>
                <a:lnTo>
                  <a:pt x="3022574" y="272580"/>
                </a:lnTo>
                <a:lnTo>
                  <a:pt x="3004286" y="256324"/>
                </a:lnTo>
                <a:lnTo>
                  <a:pt x="3118675" y="256324"/>
                </a:lnTo>
                <a:lnTo>
                  <a:pt x="3118675" y="227266"/>
                </a:lnTo>
                <a:lnTo>
                  <a:pt x="3033242" y="227266"/>
                </a:lnTo>
                <a:lnTo>
                  <a:pt x="3033242" y="196786"/>
                </a:lnTo>
                <a:lnTo>
                  <a:pt x="3033242" y="169354"/>
                </a:lnTo>
                <a:lnTo>
                  <a:pt x="3033242" y="138874"/>
                </a:lnTo>
                <a:lnTo>
                  <a:pt x="3033242" y="111353"/>
                </a:lnTo>
                <a:lnTo>
                  <a:pt x="3033242" y="80873"/>
                </a:lnTo>
                <a:lnTo>
                  <a:pt x="3106483" y="80873"/>
                </a:lnTo>
                <a:lnTo>
                  <a:pt x="3106483" y="51917"/>
                </a:lnTo>
                <a:lnTo>
                  <a:pt x="3033242" y="51917"/>
                </a:lnTo>
                <a:lnTo>
                  <a:pt x="3033242" y="4572"/>
                </a:lnTo>
                <a:lnTo>
                  <a:pt x="3001238" y="4572"/>
                </a:lnTo>
                <a:lnTo>
                  <a:pt x="3001238" y="51917"/>
                </a:lnTo>
                <a:lnTo>
                  <a:pt x="3001238" y="80873"/>
                </a:lnTo>
                <a:lnTo>
                  <a:pt x="3001238" y="227266"/>
                </a:lnTo>
                <a:lnTo>
                  <a:pt x="2812161" y="227266"/>
                </a:lnTo>
                <a:lnTo>
                  <a:pt x="2812161" y="196786"/>
                </a:lnTo>
                <a:lnTo>
                  <a:pt x="3001238" y="196786"/>
                </a:lnTo>
                <a:lnTo>
                  <a:pt x="3001238" y="169354"/>
                </a:lnTo>
                <a:lnTo>
                  <a:pt x="2812161" y="169354"/>
                </a:lnTo>
                <a:lnTo>
                  <a:pt x="2812161" y="138874"/>
                </a:lnTo>
                <a:lnTo>
                  <a:pt x="3001238" y="138874"/>
                </a:lnTo>
                <a:lnTo>
                  <a:pt x="3001238" y="111353"/>
                </a:lnTo>
                <a:lnTo>
                  <a:pt x="2812161" y="111353"/>
                </a:lnTo>
                <a:lnTo>
                  <a:pt x="2812161" y="80873"/>
                </a:lnTo>
                <a:lnTo>
                  <a:pt x="3001238" y="80873"/>
                </a:lnTo>
                <a:lnTo>
                  <a:pt x="3001238" y="51917"/>
                </a:lnTo>
                <a:lnTo>
                  <a:pt x="2812161" y="51917"/>
                </a:lnTo>
                <a:lnTo>
                  <a:pt x="2812161" y="4572"/>
                </a:lnTo>
                <a:lnTo>
                  <a:pt x="2780157" y="4572"/>
                </a:lnTo>
                <a:lnTo>
                  <a:pt x="2780157" y="51917"/>
                </a:lnTo>
                <a:lnTo>
                  <a:pt x="2706916" y="51917"/>
                </a:lnTo>
                <a:lnTo>
                  <a:pt x="2706916" y="80873"/>
                </a:lnTo>
                <a:lnTo>
                  <a:pt x="2780157" y="80873"/>
                </a:lnTo>
                <a:lnTo>
                  <a:pt x="2780157" y="227266"/>
                </a:lnTo>
                <a:lnTo>
                  <a:pt x="2693200" y="227266"/>
                </a:lnTo>
                <a:lnTo>
                  <a:pt x="2693200" y="256324"/>
                </a:lnTo>
                <a:lnTo>
                  <a:pt x="2804541" y="256324"/>
                </a:lnTo>
                <a:lnTo>
                  <a:pt x="2779153" y="280352"/>
                </a:lnTo>
                <a:lnTo>
                  <a:pt x="2751163" y="302247"/>
                </a:lnTo>
                <a:lnTo>
                  <a:pt x="2720886" y="322160"/>
                </a:lnTo>
                <a:lnTo>
                  <a:pt x="2688628" y="340245"/>
                </a:lnTo>
                <a:lnTo>
                  <a:pt x="2695181" y="347954"/>
                </a:lnTo>
                <a:lnTo>
                  <a:pt x="2701010" y="355104"/>
                </a:lnTo>
                <a:lnTo>
                  <a:pt x="2705912" y="361581"/>
                </a:lnTo>
                <a:lnTo>
                  <a:pt x="2709964" y="367677"/>
                </a:lnTo>
                <a:lnTo>
                  <a:pt x="2729115" y="355955"/>
                </a:lnTo>
                <a:lnTo>
                  <a:pt x="2747695" y="343662"/>
                </a:lnTo>
                <a:lnTo>
                  <a:pt x="2765729" y="330771"/>
                </a:lnTo>
                <a:lnTo>
                  <a:pt x="2783205" y="317284"/>
                </a:lnTo>
                <a:lnTo>
                  <a:pt x="2783205" y="340245"/>
                </a:lnTo>
                <a:lnTo>
                  <a:pt x="2889885" y="340245"/>
                </a:lnTo>
                <a:lnTo>
                  <a:pt x="2889885" y="385965"/>
                </a:lnTo>
                <a:lnTo>
                  <a:pt x="2717584" y="385965"/>
                </a:lnTo>
                <a:lnTo>
                  <a:pt x="2717584" y="414921"/>
                </a:lnTo>
                <a:lnTo>
                  <a:pt x="3094291" y="414921"/>
                </a:lnTo>
                <a:lnTo>
                  <a:pt x="3094291" y="385965"/>
                </a:lnTo>
                <a:lnTo>
                  <a:pt x="2921990" y="385965"/>
                </a:lnTo>
                <a:lnTo>
                  <a:pt x="2921990" y="340245"/>
                </a:lnTo>
                <a:lnTo>
                  <a:pt x="3027146" y="340245"/>
                </a:lnTo>
                <a:lnTo>
                  <a:pt x="3027146" y="317284"/>
                </a:lnTo>
                <a:lnTo>
                  <a:pt x="3027146" y="315760"/>
                </a:lnTo>
                <a:lnTo>
                  <a:pt x="3044634" y="328955"/>
                </a:lnTo>
                <a:lnTo>
                  <a:pt x="3062668" y="340995"/>
                </a:lnTo>
                <a:lnTo>
                  <a:pt x="3081248" y="351853"/>
                </a:lnTo>
                <a:lnTo>
                  <a:pt x="3100387" y="361581"/>
                </a:lnTo>
                <a:lnTo>
                  <a:pt x="3105493" y="354457"/>
                </a:lnTo>
                <a:lnTo>
                  <a:pt x="3111436" y="346900"/>
                </a:lnTo>
                <a:lnTo>
                  <a:pt x="3117964" y="339026"/>
                </a:lnTo>
                <a:lnTo>
                  <a:pt x="3124784" y="331000"/>
                </a:lnTo>
                <a:close/>
              </a:path>
              <a:path w="4471670" h="444500">
                <a:moveTo>
                  <a:pt x="3570071" y="323380"/>
                </a:moveTo>
                <a:lnTo>
                  <a:pt x="3532581" y="296595"/>
                </a:lnTo>
                <a:lnTo>
                  <a:pt x="3497796" y="266573"/>
                </a:lnTo>
                <a:lnTo>
                  <a:pt x="3465626" y="233400"/>
                </a:lnTo>
                <a:lnTo>
                  <a:pt x="3435997" y="197180"/>
                </a:lnTo>
                <a:lnTo>
                  <a:pt x="3408832" y="158000"/>
                </a:lnTo>
                <a:lnTo>
                  <a:pt x="3384054" y="115925"/>
                </a:lnTo>
                <a:lnTo>
                  <a:pt x="3562451" y="115925"/>
                </a:lnTo>
                <a:lnTo>
                  <a:pt x="3562451" y="83921"/>
                </a:lnTo>
                <a:lnTo>
                  <a:pt x="3371862" y="83921"/>
                </a:lnTo>
                <a:lnTo>
                  <a:pt x="3371862" y="4572"/>
                </a:lnTo>
                <a:lnTo>
                  <a:pt x="3338334" y="4572"/>
                </a:lnTo>
                <a:lnTo>
                  <a:pt x="3338334" y="83921"/>
                </a:lnTo>
                <a:lnTo>
                  <a:pt x="3147644" y="83921"/>
                </a:lnTo>
                <a:lnTo>
                  <a:pt x="3147644" y="115925"/>
                </a:lnTo>
                <a:lnTo>
                  <a:pt x="3324618" y="115925"/>
                </a:lnTo>
                <a:lnTo>
                  <a:pt x="3302216" y="153695"/>
                </a:lnTo>
                <a:lnTo>
                  <a:pt x="3276282" y="190754"/>
                </a:lnTo>
                <a:lnTo>
                  <a:pt x="3246793" y="227114"/>
                </a:lnTo>
                <a:lnTo>
                  <a:pt x="3213747" y="262839"/>
                </a:lnTo>
                <a:lnTo>
                  <a:pt x="3177146" y="297967"/>
                </a:lnTo>
                <a:lnTo>
                  <a:pt x="3136976" y="332524"/>
                </a:lnTo>
                <a:lnTo>
                  <a:pt x="3150311" y="343852"/>
                </a:lnTo>
                <a:lnTo>
                  <a:pt x="3157969" y="350837"/>
                </a:lnTo>
                <a:lnTo>
                  <a:pt x="3165932" y="358521"/>
                </a:lnTo>
                <a:lnTo>
                  <a:pt x="3210077" y="316953"/>
                </a:lnTo>
                <a:lnTo>
                  <a:pt x="3249231" y="274662"/>
                </a:lnTo>
                <a:lnTo>
                  <a:pt x="3283559" y="231635"/>
                </a:lnTo>
                <a:lnTo>
                  <a:pt x="3313201" y="187909"/>
                </a:lnTo>
                <a:lnTo>
                  <a:pt x="3338334" y="143446"/>
                </a:lnTo>
                <a:lnTo>
                  <a:pt x="3338334" y="317284"/>
                </a:lnTo>
                <a:lnTo>
                  <a:pt x="3233077" y="317284"/>
                </a:lnTo>
                <a:lnTo>
                  <a:pt x="3233077" y="347853"/>
                </a:lnTo>
                <a:lnTo>
                  <a:pt x="3338334" y="347853"/>
                </a:lnTo>
                <a:lnTo>
                  <a:pt x="3338334" y="437870"/>
                </a:lnTo>
                <a:lnTo>
                  <a:pt x="3371862" y="437870"/>
                </a:lnTo>
                <a:lnTo>
                  <a:pt x="3371862" y="347853"/>
                </a:lnTo>
                <a:lnTo>
                  <a:pt x="3472535" y="347853"/>
                </a:lnTo>
                <a:lnTo>
                  <a:pt x="3472535" y="317284"/>
                </a:lnTo>
                <a:lnTo>
                  <a:pt x="3371862" y="317284"/>
                </a:lnTo>
                <a:lnTo>
                  <a:pt x="3371862" y="143446"/>
                </a:lnTo>
                <a:lnTo>
                  <a:pt x="3399117" y="192836"/>
                </a:lnTo>
                <a:lnTo>
                  <a:pt x="3429685" y="238594"/>
                </a:lnTo>
                <a:lnTo>
                  <a:pt x="3463544" y="280695"/>
                </a:lnTo>
                <a:lnTo>
                  <a:pt x="3500691" y="319151"/>
                </a:lnTo>
                <a:lnTo>
                  <a:pt x="3541115" y="353949"/>
                </a:lnTo>
                <a:lnTo>
                  <a:pt x="3549713" y="344462"/>
                </a:lnTo>
                <a:lnTo>
                  <a:pt x="3557308" y="336384"/>
                </a:lnTo>
                <a:lnTo>
                  <a:pt x="3570071" y="323380"/>
                </a:lnTo>
                <a:close/>
              </a:path>
              <a:path w="4471670" h="444500">
                <a:moveTo>
                  <a:pt x="3695128" y="90017"/>
                </a:moveTo>
                <a:lnTo>
                  <a:pt x="3678339" y="67157"/>
                </a:lnTo>
                <a:lnTo>
                  <a:pt x="3662172" y="46189"/>
                </a:lnTo>
                <a:lnTo>
                  <a:pt x="3632644" y="9144"/>
                </a:lnTo>
                <a:lnTo>
                  <a:pt x="3605212" y="27533"/>
                </a:lnTo>
                <a:lnTo>
                  <a:pt x="3619868" y="46634"/>
                </a:lnTo>
                <a:lnTo>
                  <a:pt x="3634333" y="67106"/>
                </a:lnTo>
                <a:lnTo>
                  <a:pt x="3649154" y="88823"/>
                </a:lnTo>
                <a:lnTo>
                  <a:pt x="3664648" y="111353"/>
                </a:lnTo>
                <a:lnTo>
                  <a:pt x="3671557" y="106514"/>
                </a:lnTo>
                <a:lnTo>
                  <a:pt x="3678745" y="101257"/>
                </a:lnTo>
                <a:lnTo>
                  <a:pt x="3686518" y="95707"/>
                </a:lnTo>
                <a:lnTo>
                  <a:pt x="3695128" y="90017"/>
                </a:lnTo>
                <a:close/>
              </a:path>
              <a:path w="4471670" h="444500">
                <a:moveTo>
                  <a:pt x="3833914" y="251752"/>
                </a:moveTo>
                <a:lnTo>
                  <a:pt x="3819918" y="232841"/>
                </a:lnTo>
                <a:lnTo>
                  <a:pt x="3803053" y="210515"/>
                </a:lnTo>
                <a:lnTo>
                  <a:pt x="3783342" y="184797"/>
                </a:lnTo>
                <a:lnTo>
                  <a:pt x="3760762" y="155651"/>
                </a:lnTo>
                <a:lnTo>
                  <a:pt x="3734765" y="175463"/>
                </a:lnTo>
                <a:lnTo>
                  <a:pt x="3751313" y="198018"/>
                </a:lnTo>
                <a:lnTo>
                  <a:pt x="3768560" y="222173"/>
                </a:lnTo>
                <a:lnTo>
                  <a:pt x="3786073" y="247764"/>
                </a:lnTo>
                <a:lnTo>
                  <a:pt x="3803434" y="274612"/>
                </a:lnTo>
                <a:lnTo>
                  <a:pt x="3833914" y="251752"/>
                </a:lnTo>
                <a:close/>
              </a:path>
              <a:path w="4471670" h="444500">
                <a:moveTo>
                  <a:pt x="4015460" y="91541"/>
                </a:moveTo>
                <a:lnTo>
                  <a:pt x="3940695" y="91541"/>
                </a:lnTo>
                <a:lnTo>
                  <a:pt x="3940695" y="7620"/>
                </a:lnTo>
                <a:lnTo>
                  <a:pt x="3904119" y="7620"/>
                </a:lnTo>
                <a:lnTo>
                  <a:pt x="3904119" y="91541"/>
                </a:lnTo>
                <a:lnTo>
                  <a:pt x="3716464" y="91541"/>
                </a:lnTo>
                <a:lnTo>
                  <a:pt x="3716464" y="123545"/>
                </a:lnTo>
                <a:lnTo>
                  <a:pt x="3904119" y="123545"/>
                </a:lnTo>
                <a:lnTo>
                  <a:pt x="3904119" y="294424"/>
                </a:lnTo>
                <a:lnTo>
                  <a:pt x="3903281" y="307543"/>
                </a:lnTo>
                <a:lnTo>
                  <a:pt x="3898595" y="317093"/>
                </a:lnTo>
                <a:lnTo>
                  <a:pt x="3890187" y="322922"/>
                </a:lnTo>
                <a:lnTo>
                  <a:pt x="3878211" y="324904"/>
                </a:lnTo>
                <a:lnTo>
                  <a:pt x="3862768" y="324637"/>
                </a:lnTo>
                <a:lnTo>
                  <a:pt x="3846499" y="323951"/>
                </a:lnTo>
                <a:lnTo>
                  <a:pt x="3812578" y="321856"/>
                </a:lnTo>
                <a:lnTo>
                  <a:pt x="3814597" y="332816"/>
                </a:lnTo>
                <a:lnTo>
                  <a:pt x="3816197" y="342900"/>
                </a:lnTo>
                <a:lnTo>
                  <a:pt x="3817505" y="352386"/>
                </a:lnTo>
                <a:lnTo>
                  <a:pt x="3818674" y="361581"/>
                </a:lnTo>
                <a:lnTo>
                  <a:pt x="3885831" y="361581"/>
                </a:lnTo>
                <a:lnTo>
                  <a:pt x="3909834" y="358127"/>
                </a:lnTo>
                <a:lnTo>
                  <a:pt x="3926979" y="347662"/>
                </a:lnTo>
                <a:lnTo>
                  <a:pt x="3937266" y="330034"/>
                </a:lnTo>
                <a:lnTo>
                  <a:pt x="3937965" y="324904"/>
                </a:lnTo>
                <a:lnTo>
                  <a:pt x="3940695" y="305092"/>
                </a:lnTo>
                <a:lnTo>
                  <a:pt x="3940695" y="123545"/>
                </a:lnTo>
                <a:lnTo>
                  <a:pt x="4015460" y="123545"/>
                </a:lnTo>
                <a:lnTo>
                  <a:pt x="4015460" y="91541"/>
                </a:lnTo>
                <a:close/>
              </a:path>
              <a:path w="4471670" h="444500">
                <a:moveTo>
                  <a:pt x="4021556" y="387489"/>
                </a:moveTo>
                <a:lnTo>
                  <a:pt x="3888879" y="392061"/>
                </a:lnTo>
                <a:lnTo>
                  <a:pt x="3769906" y="389013"/>
                </a:lnTo>
                <a:lnTo>
                  <a:pt x="3740708" y="386461"/>
                </a:lnTo>
                <a:lnTo>
                  <a:pt x="3714953" y="378917"/>
                </a:lnTo>
                <a:lnTo>
                  <a:pt x="3700234" y="370725"/>
                </a:lnTo>
                <a:lnTo>
                  <a:pt x="3692664" y="366509"/>
                </a:lnTo>
                <a:lnTo>
                  <a:pt x="3673792" y="349389"/>
                </a:lnTo>
                <a:lnTo>
                  <a:pt x="3673792" y="160223"/>
                </a:lnTo>
                <a:lnTo>
                  <a:pt x="3589883" y="160223"/>
                </a:lnTo>
                <a:lnTo>
                  <a:pt x="3589883" y="190703"/>
                </a:lnTo>
                <a:lnTo>
                  <a:pt x="3640264" y="190703"/>
                </a:lnTo>
                <a:lnTo>
                  <a:pt x="3640264" y="341769"/>
                </a:lnTo>
                <a:lnTo>
                  <a:pt x="3603155" y="374764"/>
                </a:lnTo>
                <a:lnTo>
                  <a:pt x="3586835" y="389013"/>
                </a:lnTo>
                <a:lnTo>
                  <a:pt x="3605212" y="427113"/>
                </a:lnTo>
                <a:lnTo>
                  <a:pt x="3622929" y="406298"/>
                </a:lnTo>
                <a:lnTo>
                  <a:pt x="3637216" y="389775"/>
                </a:lnTo>
                <a:lnTo>
                  <a:pt x="3648075" y="377812"/>
                </a:lnTo>
                <a:lnTo>
                  <a:pt x="3655504" y="370725"/>
                </a:lnTo>
                <a:lnTo>
                  <a:pt x="3676104" y="392722"/>
                </a:lnTo>
                <a:lnTo>
                  <a:pt x="3701427" y="408444"/>
                </a:lnTo>
                <a:lnTo>
                  <a:pt x="3731628" y="417868"/>
                </a:lnTo>
                <a:lnTo>
                  <a:pt x="3766858" y="421017"/>
                </a:lnTo>
                <a:lnTo>
                  <a:pt x="3879735" y="424065"/>
                </a:lnTo>
                <a:lnTo>
                  <a:pt x="4007751" y="422541"/>
                </a:lnTo>
                <a:lnTo>
                  <a:pt x="4011193" y="413626"/>
                </a:lnTo>
                <a:lnTo>
                  <a:pt x="4018115" y="396392"/>
                </a:lnTo>
                <a:lnTo>
                  <a:pt x="4019791" y="392061"/>
                </a:lnTo>
                <a:lnTo>
                  <a:pt x="4021556" y="387489"/>
                </a:lnTo>
                <a:close/>
              </a:path>
              <a:path w="4471670" h="444500">
                <a:moveTo>
                  <a:pt x="4204525" y="266992"/>
                </a:moveTo>
                <a:lnTo>
                  <a:pt x="4188510" y="248069"/>
                </a:lnTo>
                <a:lnTo>
                  <a:pt x="4177004" y="234988"/>
                </a:lnTo>
                <a:lnTo>
                  <a:pt x="4174617" y="232270"/>
                </a:lnTo>
                <a:lnTo>
                  <a:pt x="4171416" y="228803"/>
                </a:lnTo>
                <a:lnTo>
                  <a:pt x="4167200" y="224231"/>
                </a:lnTo>
                <a:lnTo>
                  <a:pt x="4162704" y="219329"/>
                </a:lnTo>
                <a:lnTo>
                  <a:pt x="4152620" y="208991"/>
                </a:lnTo>
                <a:lnTo>
                  <a:pt x="4135856" y="224231"/>
                </a:lnTo>
                <a:lnTo>
                  <a:pt x="4135856" y="166319"/>
                </a:lnTo>
                <a:lnTo>
                  <a:pt x="4196905" y="166319"/>
                </a:lnTo>
                <a:lnTo>
                  <a:pt x="4196905" y="137363"/>
                </a:lnTo>
                <a:lnTo>
                  <a:pt x="4135856" y="137363"/>
                </a:lnTo>
                <a:lnTo>
                  <a:pt x="4135856" y="68681"/>
                </a:lnTo>
                <a:lnTo>
                  <a:pt x="4135856" y="64109"/>
                </a:lnTo>
                <a:lnTo>
                  <a:pt x="4151884" y="61556"/>
                </a:lnTo>
                <a:lnTo>
                  <a:pt x="4167759" y="58585"/>
                </a:lnTo>
                <a:lnTo>
                  <a:pt x="4183316" y="55321"/>
                </a:lnTo>
                <a:lnTo>
                  <a:pt x="4198429" y="51917"/>
                </a:lnTo>
                <a:lnTo>
                  <a:pt x="4189285" y="21336"/>
                </a:lnTo>
                <a:lnTo>
                  <a:pt x="4151515" y="29705"/>
                </a:lnTo>
                <a:lnTo>
                  <a:pt x="4113771" y="36474"/>
                </a:lnTo>
                <a:lnTo>
                  <a:pt x="4076039" y="41795"/>
                </a:lnTo>
                <a:lnTo>
                  <a:pt x="4038320" y="45821"/>
                </a:lnTo>
                <a:lnTo>
                  <a:pt x="4041457" y="53581"/>
                </a:lnTo>
                <a:lnTo>
                  <a:pt x="4044035" y="61061"/>
                </a:lnTo>
                <a:lnTo>
                  <a:pt x="4046029" y="68541"/>
                </a:lnTo>
                <a:lnTo>
                  <a:pt x="4047464" y="76301"/>
                </a:lnTo>
                <a:lnTo>
                  <a:pt x="4062057" y="74256"/>
                </a:lnTo>
                <a:lnTo>
                  <a:pt x="4090111" y="70726"/>
                </a:lnTo>
                <a:lnTo>
                  <a:pt x="4103852" y="68681"/>
                </a:lnTo>
                <a:lnTo>
                  <a:pt x="4103852" y="137363"/>
                </a:lnTo>
                <a:lnTo>
                  <a:pt x="4035272" y="137363"/>
                </a:lnTo>
                <a:lnTo>
                  <a:pt x="4035272" y="166319"/>
                </a:lnTo>
                <a:lnTo>
                  <a:pt x="4097756" y="166319"/>
                </a:lnTo>
                <a:lnTo>
                  <a:pt x="4084917" y="208089"/>
                </a:lnTo>
                <a:lnTo>
                  <a:pt x="4069372" y="246748"/>
                </a:lnTo>
                <a:lnTo>
                  <a:pt x="4051249" y="282549"/>
                </a:lnTo>
                <a:lnTo>
                  <a:pt x="4030700" y="315760"/>
                </a:lnTo>
                <a:lnTo>
                  <a:pt x="4034371" y="325805"/>
                </a:lnTo>
                <a:lnTo>
                  <a:pt x="4038320" y="335432"/>
                </a:lnTo>
                <a:lnTo>
                  <a:pt x="4042270" y="344766"/>
                </a:lnTo>
                <a:lnTo>
                  <a:pt x="4045940" y="353961"/>
                </a:lnTo>
                <a:lnTo>
                  <a:pt x="4062488" y="327304"/>
                </a:lnTo>
                <a:lnTo>
                  <a:pt x="4077754" y="297662"/>
                </a:lnTo>
                <a:lnTo>
                  <a:pt x="4091584" y="264883"/>
                </a:lnTo>
                <a:lnTo>
                  <a:pt x="4103852" y="228803"/>
                </a:lnTo>
                <a:lnTo>
                  <a:pt x="4103852" y="437870"/>
                </a:lnTo>
                <a:lnTo>
                  <a:pt x="4135856" y="437870"/>
                </a:lnTo>
                <a:lnTo>
                  <a:pt x="4135856" y="234988"/>
                </a:lnTo>
                <a:lnTo>
                  <a:pt x="4144683" y="246113"/>
                </a:lnTo>
                <a:lnTo>
                  <a:pt x="4166374" y="272923"/>
                </a:lnTo>
                <a:lnTo>
                  <a:pt x="4178617" y="288328"/>
                </a:lnTo>
                <a:lnTo>
                  <a:pt x="4204525" y="266992"/>
                </a:lnTo>
                <a:close/>
              </a:path>
              <a:path w="4471670" h="444500">
                <a:moveTo>
                  <a:pt x="4437900" y="27533"/>
                </a:moveTo>
                <a:lnTo>
                  <a:pt x="4404271" y="27533"/>
                </a:lnTo>
                <a:lnTo>
                  <a:pt x="4404271" y="56489"/>
                </a:lnTo>
                <a:lnTo>
                  <a:pt x="4404271" y="129743"/>
                </a:lnTo>
                <a:lnTo>
                  <a:pt x="4253306" y="129743"/>
                </a:lnTo>
                <a:lnTo>
                  <a:pt x="4253306" y="56489"/>
                </a:lnTo>
                <a:lnTo>
                  <a:pt x="4404271" y="56489"/>
                </a:lnTo>
                <a:lnTo>
                  <a:pt x="4404271" y="27533"/>
                </a:lnTo>
                <a:lnTo>
                  <a:pt x="4219778" y="27533"/>
                </a:lnTo>
                <a:lnTo>
                  <a:pt x="4219778" y="176987"/>
                </a:lnTo>
                <a:lnTo>
                  <a:pt x="4253306" y="176987"/>
                </a:lnTo>
                <a:lnTo>
                  <a:pt x="4253306" y="158699"/>
                </a:lnTo>
                <a:lnTo>
                  <a:pt x="4404271" y="158699"/>
                </a:lnTo>
                <a:lnTo>
                  <a:pt x="4404271" y="176987"/>
                </a:lnTo>
                <a:lnTo>
                  <a:pt x="4437900" y="176987"/>
                </a:lnTo>
                <a:lnTo>
                  <a:pt x="4437900" y="158699"/>
                </a:lnTo>
                <a:lnTo>
                  <a:pt x="4437900" y="129743"/>
                </a:lnTo>
                <a:lnTo>
                  <a:pt x="4437900" y="56489"/>
                </a:lnTo>
                <a:lnTo>
                  <a:pt x="4437900" y="27533"/>
                </a:lnTo>
                <a:close/>
              </a:path>
              <a:path w="4471670" h="444500">
                <a:moveTo>
                  <a:pt x="4471428" y="384441"/>
                </a:moveTo>
                <a:lnTo>
                  <a:pt x="4346359" y="384441"/>
                </a:lnTo>
                <a:lnTo>
                  <a:pt x="4346359" y="320332"/>
                </a:lnTo>
                <a:lnTo>
                  <a:pt x="4445520" y="320332"/>
                </a:lnTo>
                <a:lnTo>
                  <a:pt x="4445520" y="291376"/>
                </a:lnTo>
                <a:lnTo>
                  <a:pt x="4346359" y="291376"/>
                </a:lnTo>
                <a:lnTo>
                  <a:pt x="4346359" y="231940"/>
                </a:lnTo>
                <a:lnTo>
                  <a:pt x="4456188" y="231940"/>
                </a:lnTo>
                <a:lnTo>
                  <a:pt x="4456188" y="201371"/>
                </a:lnTo>
                <a:lnTo>
                  <a:pt x="4201477" y="201371"/>
                </a:lnTo>
                <a:lnTo>
                  <a:pt x="4201477" y="231940"/>
                </a:lnTo>
                <a:lnTo>
                  <a:pt x="4311307" y="231940"/>
                </a:lnTo>
                <a:lnTo>
                  <a:pt x="4311307" y="291376"/>
                </a:lnTo>
                <a:lnTo>
                  <a:pt x="4210621" y="291376"/>
                </a:lnTo>
                <a:lnTo>
                  <a:pt x="4210621" y="320332"/>
                </a:lnTo>
                <a:lnTo>
                  <a:pt x="4311307" y="320332"/>
                </a:lnTo>
                <a:lnTo>
                  <a:pt x="4311307" y="384441"/>
                </a:lnTo>
                <a:lnTo>
                  <a:pt x="4184713" y="384441"/>
                </a:lnTo>
                <a:lnTo>
                  <a:pt x="4184713" y="414921"/>
                </a:lnTo>
                <a:lnTo>
                  <a:pt x="4471428" y="414921"/>
                </a:lnTo>
                <a:lnTo>
                  <a:pt x="4471428" y="38444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3686" y="3162204"/>
            <a:ext cx="2668905" cy="443865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4021353" y="3163734"/>
            <a:ext cx="3079115" cy="438150"/>
          </a:xfrm>
          <a:custGeom>
            <a:avLst/>
            <a:gdLst/>
            <a:ahLst/>
            <a:cxnLst/>
            <a:rect l="l" t="t" r="r" b="b"/>
            <a:pathLst>
              <a:path w="3079115" h="438150">
                <a:moveTo>
                  <a:pt x="205841" y="274510"/>
                </a:moveTo>
                <a:lnTo>
                  <a:pt x="167741" y="274510"/>
                </a:lnTo>
                <a:lnTo>
                  <a:pt x="167741" y="437769"/>
                </a:lnTo>
                <a:lnTo>
                  <a:pt x="205841" y="437769"/>
                </a:lnTo>
                <a:lnTo>
                  <a:pt x="205841" y="274510"/>
                </a:lnTo>
                <a:close/>
              </a:path>
              <a:path w="3079115" h="438150">
                <a:moveTo>
                  <a:pt x="376720" y="274510"/>
                </a:moveTo>
                <a:lnTo>
                  <a:pt x="340042" y="274510"/>
                </a:lnTo>
                <a:lnTo>
                  <a:pt x="340042" y="297370"/>
                </a:lnTo>
                <a:lnTo>
                  <a:pt x="376720" y="297370"/>
                </a:lnTo>
                <a:lnTo>
                  <a:pt x="376720" y="274510"/>
                </a:lnTo>
                <a:close/>
              </a:path>
              <a:path w="3079115" h="438150">
                <a:moveTo>
                  <a:pt x="376720" y="97536"/>
                </a:moveTo>
                <a:lnTo>
                  <a:pt x="205841" y="97536"/>
                </a:lnTo>
                <a:lnTo>
                  <a:pt x="205841" y="3048"/>
                </a:lnTo>
                <a:lnTo>
                  <a:pt x="167741" y="3048"/>
                </a:lnTo>
                <a:lnTo>
                  <a:pt x="167741" y="97536"/>
                </a:lnTo>
                <a:lnTo>
                  <a:pt x="0" y="97536"/>
                </a:lnTo>
                <a:lnTo>
                  <a:pt x="0" y="130556"/>
                </a:lnTo>
                <a:lnTo>
                  <a:pt x="0" y="242316"/>
                </a:lnTo>
                <a:lnTo>
                  <a:pt x="0" y="274066"/>
                </a:lnTo>
                <a:lnTo>
                  <a:pt x="0" y="296926"/>
                </a:lnTo>
                <a:lnTo>
                  <a:pt x="35052" y="296926"/>
                </a:lnTo>
                <a:lnTo>
                  <a:pt x="35052" y="274066"/>
                </a:lnTo>
                <a:lnTo>
                  <a:pt x="376720" y="274066"/>
                </a:lnTo>
                <a:lnTo>
                  <a:pt x="376720" y="242506"/>
                </a:lnTo>
                <a:lnTo>
                  <a:pt x="376720" y="242316"/>
                </a:lnTo>
                <a:lnTo>
                  <a:pt x="376720" y="131165"/>
                </a:lnTo>
                <a:lnTo>
                  <a:pt x="340042" y="131165"/>
                </a:lnTo>
                <a:lnTo>
                  <a:pt x="340042" y="242316"/>
                </a:lnTo>
                <a:lnTo>
                  <a:pt x="205841" y="242316"/>
                </a:lnTo>
                <a:lnTo>
                  <a:pt x="205841" y="131165"/>
                </a:lnTo>
                <a:lnTo>
                  <a:pt x="167741" y="131165"/>
                </a:lnTo>
                <a:lnTo>
                  <a:pt x="167741" y="242316"/>
                </a:lnTo>
                <a:lnTo>
                  <a:pt x="35052" y="242316"/>
                </a:lnTo>
                <a:lnTo>
                  <a:pt x="35052" y="130556"/>
                </a:lnTo>
                <a:lnTo>
                  <a:pt x="376720" y="130556"/>
                </a:lnTo>
                <a:lnTo>
                  <a:pt x="376720" y="97536"/>
                </a:lnTo>
                <a:close/>
              </a:path>
              <a:path w="3079115" h="438150">
                <a:moveTo>
                  <a:pt x="536829" y="83820"/>
                </a:moveTo>
                <a:lnTo>
                  <a:pt x="524827" y="69811"/>
                </a:lnTo>
                <a:lnTo>
                  <a:pt x="509384" y="52959"/>
                </a:lnTo>
                <a:lnTo>
                  <a:pt x="490499" y="33235"/>
                </a:lnTo>
                <a:lnTo>
                  <a:pt x="468147" y="10668"/>
                </a:lnTo>
                <a:lnTo>
                  <a:pt x="440715" y="33528"/>
                </a:lnTo>
                <a:lnTo>
                  <a:pt x="459333" y="52933"/>
                </a:lnTo>
                <a:lnTo>
                  <a:pt x="476389" y="72212"/>
                </a:lnTo>
                <a:lnTo>
                  <a:pt x="492023" y="91224"/>
                </a:lnTo>
                <a:lnTo>
                  <a:pt x="506349" y="109816"/>
                </a:lnTo>
                <a:lnTo>
                  <a:pt x="536829" y="83820"/>
                </a:lnTo>
                <a:close/>
              </a:path>
              <a:path w="3079115" h="438150">
                <a:moveTo>
                  <a:pt x="568833" y="364528"/>
                </a:moveTo>
                <a:lnTo>
                  <a:pt x="568007" y="356908"/>
                </a:lnTo>
                <a:lnTo>
                  <a:pt x="567905" y="355803"/>
                </a:lnTo>
                <a:lnTo>
                  <a:pt x="567321" y="347383"/>
                </a:lnTo>
                <a:lnTo>
                  <a:pt x="566686" y="337299"/>
                </a:lnTo>
                <a:lnTo>
                  <a:pt x="565785" y="326428"/>
                </a:lnTo>
                <a:lnTo>
                  <a:pt x="551002" y="337299"/>
                </a:lnTo>
                <a:lnTo>
                  <a:pt x="536448" y="347383"/>
                </a:lnTo>
                <a:lnTo>
                  <a:pt x="522490" y="356857"/>
                </a:lnTo>
                <a:lnTo>
                  <a:pt x="509397" y="366052"/>
                </a:lnTo>
                <a:lnTo>
                  <a:pt x="509397" y="154012"/>
                </a:lnTo>
                <a:lnTo>
                  <a:pt x="417855" y="154012"/>
                </a:lnTo>
                <a:lnTo>
                  <a:pt x="417855" y="187540"/>
                </a:lnTo>
                <a:lnTo>
                  <a:pt x="475767" y="187540"/>
                </a:lnTo>
                <a:lnTo>
                  <a:pt x="475767" y="358432"/>
                </a:lnTo>
                <a:lnTo>
                  <a:pt x="474675" y="371259"/>
                </a:lnTo>
                <a:lnTo>
                  <a:pt x="471589" y="382231"/>
                </a:lnTo>
                <a:lnTo>
                  <a:pt x="466775" y="391210"/>
                </a:lnTo>
                <a:lnTo>
                  <a:pt x="460527" y="398056"/>
                </a:lnTo>
                <a:lnTo>
                  <a:pt x="480339" y="427101"/>
                </a:lnTo>
                <a:lnTo>
                  <a:pt x="497852" y="413677"/>
                </a:lnTo>
                <a:lnTo>
                  <a:pt x="518337" y="398665"/>
                </a:lnTo>
                <a:lnTo>
                  <a:pt x="541934" y="382244"/>
                </a:lnTo>
                <a:lnTo>
                  <a:pt x="566521" y="366052"/>
                </a:lnTo>
                <a:lnTo>
                  <a:pt x="568833" y="364528"/>
                </a:lnTo>
                <a:close/>
              </a:path>
              <a:path w="3079115" h="438150">
                <a:moveTo>
                  <a:pt x="854011" y="300418"/>
                </a:moveTo>
                <a:lnTo>
                  <a:pt x="844867" y="297865"/>
                </a:lnTo>
                <a:lnTo>
                  <a:pt x="835723" y="294894"/>
                </a:lnTo>
                <a:lnTo>
                  <a:pt x="826579" y="291630"/>
                </a:lnTo>
                <a:lnTo>
                  <a:pt x="817435" y="288226"/>
                </a:lnTo>
                <a:lnTo>
                  <a:pt x="815149" y="308851"/>
                </a:lnTo>
                <a:lnTo>
                  <a:pt x="808291" y="356908"/>
                </a:lnTo>
                <a:lnTo>
                  <a:pt x="780859" y="383908"/>
                </a:lnTo>
                <a:lnTo>
                  <a:pt x="762571" y="385864"/>
                </a:lnTo>
                <a:lnTo>
                  <a:pt x="651230" y="385864"/>
                </a:lnTo>
                <a:lnTo>
                  <a:pt x="637209" y="383832"/>
                </a:lnTo>
                <a:lnTo>
                  <a:pt x="627176" y="377672"/>
                </a:lnTo>
                <a:lnTo>
                  <a:pt x="621144" y="367207"/>
                </a:lnTo>
                <a:lnTo>
                  <a:pt x="619125" y="352336"/>
                </a:lnTo>
                <a:lnTo>
                  <a:pt x="619125" y="204406"/>
                </a:lnTo>
                <a:lnTo>
                  <a:pt x="788479" y="204406"/>
                </a:lnTo>
                <a:lnTo>
                  <a:pt x="788479" y="224218"/>
                </a:lnTo>
                <a:lnTo>
                  <a:pt x="822007" y="224218"/>
                </a:lnTo>
                <a:lnTo>
                  <a:pt x="822007" y="204406"/>
                </a:lnTo>
                <a:lnTo>
                  <a:pt x="822007" y="25908"/>
                </a:lnTo>
                <a:lnTo>
                  <a:pt x="567309" y="25908"/>
                </a:lnTo>
                <a:lnTo>
                  <a:pt x="567309" y="57912"/>
                </a:lnTo>
                <a:lnTo>
                  <a:pt x="788479" y="57912"/>
                </a:lnTo>
                <a:lnTo>
                  <a:pt x="788479" y="170776"/>
                </a:lnTo>
                <a:lnTo>
                  <a:pt x="585597" y="170776"/>
                </a:lnTo>
                <a:lnTo>
                  <a:pt x="585597" y="363004"/>
                </a:lnTo>
                <a:lnTo>
                  <a:pt x="589000" y="387248"/>
                </a:lnTo>
                <a:lnTo>
                  <a:pt x="599135" y="404952"/>
                </a:lnTo>
                <a:lnTo>
                  <a:pt x="615861" y="415798"/>
                </a:lnTo>
                <a:lnTo>
                  <a:pt x="639038" y="419481"/>
                </a:lnTo>
                <a:lnTo>
                  <a:pt x="770191" y="419481"/>
                </a:lnTo>
                <a:lnTo>
                  <a:pt x="819150" y="407238"/>
                </a:lnTo>
                <a:lnTo>
                  <a:pt x="841819" y="372148"/>
                </a:lnTo>
                <a:lnTo>
                  <a:pt x="851458" y="320243"/>
                </a:lnTo>
                <a:lnTo>
                  <a:pt x="854011" y="300418"/>
                </a:lnTo>
                <a:close/>
              </a:path>
              <a:path w="3079115" h="438150">
                <a:moveTo>
                  <a:pt x="1012596" y="276034"/>
                </a:moveTo>
                <a:lnTo>
                  <a:pt x="990904" y="261467"/>
                </a:lnTo>
                <a:lnTo>
                  <a:pt x="969352" y="247459"/>
                </a:lnTo>
                <a:lnTo>
                  <a:pt x="948093" y="234035"/>
                </a:lnTo>
                <a:lnTo>
                  <a:pt x="927252" y="221170"/>
                </a:lnTo>
                <a:lnTo>
                  <a:pt x="907440" y="247078"/>
                </a:lnTo>
                <a:lnTo>
                  <a:pt x="928903" y="261061"/>
                </a:lnTo>
                <a:lnTo>
                  <a:pt x="949921" y="275463"/>
                </a:lnTo>
                <a:lnTo>
                  <a:pt x="970673" y="290156"/>
                </a:lnTo>
                <a:lnTo>
                  <a:pt x="991260" y="304990"/>
                </a:lnTo>
                <a:lnTo>
                  <a:pt x="1012596" y="276034"/>
                </a:lnTo>
                <a:close/>
              </a:path>
              <a:path w="3079115" h="438150">
                <a:moveTo>
                  <a:pt x="1058418" y="329476"/>
                </a:moveTo>
                <a:lnTo>
                  <a:pt x="1057033" y="322300"/>
                </a:lnTo>
                <a:lnTo>
                  <a:pt x="1055370" y="314413"/>
                </a:lnTo>
                <a:lnTo>
                  <a:pt x="1053706" y="305638"/>
                </a:lnTo>
                <a:lnTo>
                  <a:pt x="1052322" y="295846"/>
                </a:lnTo>
                <a:lnTo>
                  <a:pt x="1002855" y="313613"/>
                </a:lnTo>
                <a:lnTo>
                  <a:pt x="955255" y="330225"/>
                </a:lnTo>
                <a:lnTo>
                  <a:pt x="866203" y="359956"/>
                </a:lnTo>
                <a:lnTo>
                  <a:pt x="879919" y="393484"/>
                </a:lnTo>
                <a:lnTo>
                  <a:pt x="970305" y="360337"/>
                </a:lnTo>
                <a:lnTo>
                  <a:pt x="1058418" y="329476"/>
                </a:lnTo>
                <a:close/>
              </a:path>
              <a:path w="3079115" h="438150">
                <a:moveTo>
                  <a:pt x="1302359" y="369100"/>
                </a:moveTo>
                <a:lnTo>
                  <a:pt x="1266063" y="358546"/>
                </a:lnTo>
                <a:lnTo>
                  <a:pt x="1232623" y="345287"/>
                </a:lnTo>
                <a:lnTo>
                  <a:pt x="1202055" y="329476"/>
                </a:lnTo>
                <a:lnTo>
                  <a:pt x="1174242" y="311188"/>
                </a:lnTo>
                <a:lnTo>
                  <a:pt x="1212227" y="288226"/>
                </a:lnTo>
                <a:lnTo>
                  <a:pt x="1225956" y="279857"/>
                </a:lnTo>
                <a:lnTo>
                  <a:pt x="1247851" y="266077"/>
                </a:lnTo>
                <a:lnTo>
                  <a:pt x="1267307" y="253174"/>
                </a:lnTo>
                <a:lnTo>
                  <a:pt x="1241399" y="224218"/>
                </a:lnTo>
                <a:lnTo>
                  <a:pt x="1220241" y="240220"/>
                </a:lnTo>
                <a:lnTo>
                  <a:pt x="1197952" y="256222"/>
                </a:lnTo>
                <a:lnTo>
                  <a:pt x="1174483" y="272224"/>
                </a:lnTo>
                <a:lnTo>
                  <a:pt x="1149858" y="288226"/>
                </a:lnTo>
                <a:lnTo>
                  <a:pt x="1143266" y="280606"/>
                </a:lnTo>
                <a:lnTo>
                  <a:pt x="1136497" y="272796"/>
                </a:lnTo>
                <a:lnTo>
                  <a:pt x="1124140" y="256222"/>
                </a:lnTo>
                <a:lnTo>
                  <a:pt x="1113205" y="238506"/>
                </a:lnTo>
                <a:lnTo>
                  <a:pt x="1104138" y="219646"/>
                </a:lnTo>
                <a:lnTo>
                  <a:pt x="1104138" y="208978"/>
                </a:lnTo>
                <a:lnTo>
                  <a:pt x="1299311" y="208978"/>
                </a:lnTo>
                <a:lnTo>
                  <a:pt x="1299311" y="179920"/>
                </a:lnTo>
                <a:lnTo>
                  <a:pt x="1232242" y="179920"/>
                </a:lnTo>
                <a:lnTo>
                  <a:pt x="1232242" y="28956"/>
                </a:lnTo>
                <a:lnTo>
                  <a:pt x="919632" y="28956"/>
                </a:lnTo>
                <a:lnTo>
                  <a:pt x="919632" y="57912"/>
                </a:lnTo>
                <a:lnTo>
                  <a:pt x="1198714" y="57912"/>
                </a:lnTo>
                <a:lnTo>
                  <a:pt x="1198714" y="105244"/>
                </a:lnTo>
                <a:lnTo>
                  <a:pt x="927252" y="105244"/>
                </a:lnTo>
                <a:lnTo>
                  <a:pt x="927252" y="132676"/>
                </a:lnTo>
                <a:lnTo>
                  <a:pt x="1198714" y="132676"/>
                </a:lnTo>
                <a:lnTo>
                  <a:pt x="1198714" y="179920"/>
                </a:lnTo>
                <a:lnTo>
                  <a:pt x="872299" y="179920"/>
                </a:lnTo>
                <a:lnTo>
                  <a:pt x="872299" y="208978"/>
                </a:lnTo>
                <a:lnTo>
                  <a:pt x="1069086" y="208978"/>
                </a:lnTo>
                <a:lnTo>
                  <a:pt x="1069086" y="366052"/>
                </a:lnTo>
                <a:lnTo>
                  <a:pt x="1067104" y="378282"/>
                </a:lnTo>
                <a:lnTo>
                  <a:pt x="1061262" y="387388"/>
                </a:lnTo>
                <a:lnTo>
                  <a:pt x="1051687" y="393052"/>
                </a:lnTo>
                <a:lnTo>
                  <a:pt x="1038504" y="395008"/>
                </a:lnTo>
                <a:lnTo>
                  <a:pt x="982116" y="390436"/>
                </a:lnTo>
                <a:lnTo>
                  <a:pt x="983500" y="400685"/>
                </a:lnTo>
                <a:lnTo>
                  <a:pt x="985164" y="410667"/>
                </a:lnTo>
                <a:lnTo>
                  <a:pt x="986840" y="420090"/>
                </a:lnTo>
                <a:lnTo>
                  <a:pt x="988212" y="428625"/>
                </a:lnTo>
                <a:lnTo>
                  <a:pt x="1049274" y="428625"/>
                </a:lnTo>
                <a:lnTo>
                  <a:pt x="1073277" y="425437"/>
                </a:lnTo>
                <a:lnTo>
                  <a:pt x="1090422" y="415658"/>
                </a:lnTo>
                <a:lnTo>
                  <a:pt x="1100709" y="399008"/>
                </a:lnTo>
                <a:lnTo>
                  <a:pt x="1101280" y="395008"/>
                </a:lnTo>
                <a:lnTo>
                  <a:pt x="1104138" y="375196"/>
                </a:lnTo>
                <a:lnTo>
                  <a:pt x="1104138" y="280606"/>
                </a:lnTo>
                <a:lnTo>
                  <a:pt x="1135583" y="320954"/>
                </a:lnTo>
                <a:lnTo>
                  <a:pt x="1175054" y="354990"/>
                </a:lnTo>
                <a:lnTo>
                  <a:pt x="1222514" y="382714"/>
                </a:lnTo>
                <a:lnTo>
                  <a:pt x="1277975" y="404152"/>
                </a:lnTo>
                <a:lnTo>
                  <a:pt x="1283703" y="395884"/>
                </a:lnTo>
                <a:lnTo>
                  <a:pt x="1289596" y="387197"/>
                </a:lnTo>
                <a:lnTo>
                  <a:pt x="1295704" y="378282"/>
                </a:lnTo>
                <a:lnTo>
                  <a:pt x="1302359" y="369100"/>
                </a:lnTo>
                <a:close/>
              </a:path>
              <a:path w="3079115" h="438150">
                <a:moveTo>
                  <a:pt x="1427416" y="92964"/>
                </a:moveTo>
                <a:lnTo>
                  <a:pt x="1412506" y="72390"/>
                </a:lnTo>
                <a:lnTo>
                  <a:pt x="1397419" y="51955"/>
                </a:lnTo>
                <a:lnTo>
                  <a:pt x="1381556" y="31242"/>
                </a:lnTo>
                <a:lnTo>
                  <a:pt x="1364932" y="10668"/>
                </a:lnTo>
                <a:lnTo>
                  <a:pt x="1337500" y="30480"/>
                </a:lnTo>
                <a:lnTo>
                  <a:pt x="1353058" y="51816"/>
                </a:lnTo>
                <a:lnTo>
                  <a:pt x="1367980" y="73164"/>
                </a:lnTo>
                <a:lnTo>
                  <a:pt x="1381645" y="94386"/>
                </a:lnTo>
                <a:lnTo>
                  <a:pt x="1393888" y="115912"/>
                </a:lnTo>
                <a:lnTo>
                  <a:pt x="1401267" y="110413"/>
                </a:lnTo>
                <a:lnTo>
                  <a:pt x="1418323" y="99377"/>
                </a:lnTo>
                <a:lnTo>
                  <a:pt x="1427416" y="92964"/>
                </a:lnTo>
                <a:close/>
              </a:path>
              <a:path w="3079115" h="438150">
                <a:moveTo>
                  <a:pt x="1746224" y="207454"/>
                </a:moveTo>
                <a:lnTo>
                  <a:pt x="1663827" y="207454"/>
                </a:lnTo>
                <a:lnTo>
                  <a:pt x="1663827" y="114388"/>
                </a:lnTo>
                <a:lnTo>
                  <a:pt x="1729359" y="114388"/>
                </a:lnTo>
                <a:lnTo>
                  <a:pt x="1729359" y="82296"/>
                </a:lnTo>
                <a:lnTo>
                  <a:pt x="1663827" y="82296"/>
                </a:lnTo>
                <a:lnTo>
                  <a:pt x="1663827" y="6096"/>
                </a:lnTo>
                <a:lnTo>
                  <a:pt x="1628775" y="6096"/>
                </a:lnTo>
                <a:lnTo>
                  <a:pt x="1628775" y="82296"/>
                </a:lnTo>
                <a:lnTo>
                  <a:pt x="1628775" y="114388"/>
                </a:lnTo>
                <a:lnTo>
                  <a:pt x="1628775" y="207454"/>
                </a:lnTo>
                <a:lnTo>
                  <a:pt x="1541818" y="207454"/>
                </a:lnTo>
                <a:lnTo>
                  <a:pt x="1541818" y="114388"/>
                </a:lnTo>
                <a:lnTo>
                  <a:pt x="1628775" y="114388"/>
                </a:lnTo>
                <a:lnTo>
                  <a:pt x="1628775" y="82296"/>
                </a:lnTo>
                <a:lnTo>
                  <a:pt x="1541818" y="82296"/>
                </a:lnTo>
                <a:lnTo>
                  <a:pt x="1541818" y="6096"/>
                </a:lnTo>
                <a:lnTo>
                  <a:pt x="1506766" y="6096"/>
                </a:lnTo>
                <a:lnTo>
                  <a:pt x="1506766" y="82296"/>
                </a:lnTo>
                <a:lnTo>
                  <a:pt x="1451800" y="82296"/>
                </a:lnTo>
                <a:lnTo>
                  <a:pt x="1451800" y="114388"/>
                </a:lnTo>
                <a:lnTo>
                  <a:pt x="1506766" y="114388"/>
                </a:lnTo>
                <a:lnTo>
                  <a:pt x="1506766" y="207454"/>
                </a:lnTo>
                <a:lnTo>
                  <a:pt x="1431988" y="207454"/>
                </a:lnTo>
                <a:lnTo>
                  <a:pt x="1431988" y="239458"/>
                </a:lnTo>
                <a:lnTo>
                  <a:pt x="1503718" y="239458"/>
                </a:lnTo>
                <a:lnTo>
                  <a:pt x="1494523" y="272834"/>
                </a:lnTo>
                <a:lnTo>
                  <a:pt x="1480464" y="301802"/>
                </a:lnTo>
                <a:lnTo>
                  <a:pt x="1461236" y="325907"/>
                </a:lnTo>
                <a:lnTo>
                  <a:pt x="1436560" y="344716"/>
                </a:lnTo>
                <a:lnTo>
                  <a:pt x="1444294" y="352209"/>
                </a:lnTo>
                <a:lnTo>
                  <a:pt x="1451470" y="359003"/>
                </a:lnTo>
                <a:lnTo>
                  <a:pt x="1458074" y="365493"/>
                </a:lnTo>
                <a:lnTo>
                  <a:pt x="1464094" y="372148"/>
                </a:lnTo>
                <a:lnTo>
                  <a:pt x="1492046" y="347548"/>
                </a:lnTo>
                <a:lnTo>
                  <a:pt x="1514005" y="317233"/>
                </a:lnTo>
                <a:lnTo>
                  <a:pt x="1529664" y="281190"/>
                </a:lnTo>
                <a:lnTo>
                  <a:pt x="1538770" y="239458"/>
                </a:lnTo>
                <a:lnTo>
                  <a:pt x="1628775" y="239458"/>
                </a:lnTo>
                <a:lnTo>
                  <a:pt x="1628775" y="372148"/>
                </a:lnTo>
                <a:lnTo>
                  <a:pt x="1663827" y="372148"/>
                </a:lnTo>
                <a:lnTo>
                  <a:pt x="1663827" y="239458"/>
                </a:lnTo>
                <a:lnTo>
                  <a:pt x="1746224" y="239458"/>
                </a:lnTo>
                <a:lnTo>
                  <a:pt x="1746224" y="207454"/>
                </a:lnTo>
                <a:close/>
              </a:path>
              <a:path w="3079115" h="438150">
                <a:moveTo>
                  <a:pt x="1750796" y="387388"/>
                </a:moveTo>
                <a:lnTo>
                  <a:pt x="1595247" y="391960"/>
                </a:lnTo>
                <a:lnTo>
                  <a:pt x="1491526" y="390436"/>
                </a:lnTo>
                <a:lnTo>
                  <a:pt x="1462862" y="386956"/>
                </a:lnTo>
                <a:lnTo>
                  <a:pt x="1438668" y="378625"/>
                </a:lnTo>
                <a:lnTo>
                  <a:pt x="1426857" y="370624"/>
                </a:lnTo>
                <a:lnTo>
                  <a:pt x="1418767" y="365137"/>
                </a:lnTo>
                <a:lnTo>
                  <a:pt x="1403032" y="346240"/>
                </a:lnTo>
                <a:lnTo>
                  <a:pt x="1403032" y="158584"/>
                </a:lnTo>
                <a:lnTo>
                  <a:pt x="1317688" y="158584"/>
                </a:lnTo>
                <a:lnTo>
                  <a:pt x="1317688" y="192112"/>
                </a:lnTo>
                <a:lnTo>
                  <a:pt x="1369504" y="192112"/>
                </a:lnTo>
                <a:lnTo>
                  <a:pt x="1369504" y="338620"/>
                </a:lnTo>
                <a:lnTo>
                  <a:pt x="1359839" y="348018"/>
                </a:lnTo>
                <a:lnTo>
                  <a:pt x="1313014" y="391960"/>
                </a:lnTo>
                <a:lnTo>
                  <a:pt x="1331404" y="428625"/>
                </a:lnTo>
                <a:lnTo>
                  <a:pt x="1347673" y="409448"/>
                </a:lnTo>
                <a:lnTo>
                  <a:pt x="1362075" y="393293"/>
                </a:lnTo>
                <a:lnTo>
                  <a:pt x="1374482" y="380314"/>
                </a:lnTo>
                <a:lnTo>
                  <a:pt x="1384744" y="370624"/>
                </a:lnTo>
                <a:lnTo>
                  <a:pt x="1402194" y="391782"/>
                </a:lnTo>
                <a:lnTo>
                  <a:pt x="1424952" y="407238"/>
                </a:lnTo>
                <a:lnTo>
                  <a:pt x="1453146" y="416991"/>
                </a:lnTo>
                <a:lnTo>
                  <a:pt x="1486954" y="421005"/>
                </a:lnTo>
                <a:lnTo>
                  <a:pt x="1592110" y="422529"/>
                </a:lnTo>
                <a:lnTo>
                  <a:pt x="1738604" y="422529"/>
                </a:lnTo>
                <a:lnTo>
                  <a:pt x="1742008" y="412711"/>
                </a:lnTo>
                <a:lnTo>
                  <a:pt x="1745272" y="403771"/>
                </a:lnTo>
                <a:lnTo>
                  <a:pt x="1748243" y="395427"/>
                </a:lnTo>
                <a:lnTo>
                  <a:pt x="1749348" y="391960"/>
                </a:lnTo>
                <a:lnTo>
                  <a:pt x="1750796" y="387388"/>
                </a:lnTo>
                <a:close/>
              </a:path>
              <a:path w="3079115" h="438150">
                <a:moveTo>
                  <a:pt x="1909381" y="21336"/>
                </a:moveTo>
                <a:lnTo>
                  <a:pt x="1878901" y="1524"/>
                </a:lnTo>
                <a:lnTo>
                  <a:pt x="1855647" y="36055"/>
                </a:lnTo>
                <a:lnTo>
                  <a:pt x="1829282" y="68592"/>
                </a:lnTo>
                <a:lnTo>
                  <a:pt x="1799513" y="98856"/>
                </a:lnTo>
                <a:lnTo>
                  <a:pt x="1766023" y="126580"/>
                </a:lnTo>
                <a:lnTo>
                  <a:pt x="1770595" y="135470"/>
                </a:lnTo>
                <a:lnTo>
                  <a:pt x="1775167" y="143916"/>
                </a:lnTo>
                <a:lnTo>
                  <a:pt x="1779739" y="152095"/>
                </a:lnTo>
                <a:lnTo>
                  <a:pt x="1784311" y="160108"/>
                </a:lnTo>
                <a:lnTo>
                  <a:pt x="1820367" y="128358"/>
                </a:lnTo>
                <a:lnTo>
                  <a:pt x="1853133" y="94729"/>
                </a:lnTo>
                <a:lnTo>
                  <a:pt x="1882762" y="59093"/>
                </a:lnTo>
                <a:lnTo>
                  <a:pt x="1909381" y="21336"/>
                </a:lnTo>
                <a:close/>
              </a:path>
              <a:path w="3079115" h="438150">
                <a:moveTo>
                  <a:pt x="1918525" y="128104"/>
                </a:moveTo>
                <a:lnTo>
                  <a:pt x="1888045" y="109816"/>
                </a:lnTo>
                <a:lnTo>
                  <a:pt x="1858848" y="157276"/>
                </a:lnTo>
                <a:lnTo>
                  <a:pt x="1828520" y="199021"/>
                </a:lnTo>
                <a:lnTo>
                  <a:pt x="1797088" y="235064"/>
                </a:lnTo>
                <a:lnTo>
                  <a:pt x="1764499" y="265366"/>
                </a:lnTo>
                <a:lnTo>
                  <a:pt x="1768170" y="274510"/>
                </a:lnTo>
                <a:lnTo>
                  <a:pt x="1776082" y="292798"/>
                </a:lnTo>
                <a:lnTo>
                  <a:pt x="1779739" y="301942"/>
                </a:lnTo>
                <a:lnTo>
                  <a:pt x="1793455" y="289090"/>
                </a:lnTo>
                <a:lnTo>
                  <a:pt x="1807171" y="275653"/>
                </a:lnTo>
                <a:lnTo>
                  <a:pt x="1820887" y="261658"/>
                </a:lnTo>
                <a:lnTo>
                  <a:pt x="1834603" y="247078"/>
                </a:lnTo>
                <a:lnTo>
                  <a:pt x="1834603" y="433197"/>
                </a:lnTo>
                <a:lnTo>
                  <a:pt x="1871281" y="433197"/>
                </a:lnTo>
                <a:lnTo>
                  <a:pt x="1871281" y="247078"/>
                </a:lnTo>
                <a:lnTo>
                  <a:pt x="1871281" y="201269"/>
                </a:lnTo>
                <a:lnTo>
                  <a:pt x="1883587" y="183832"/>
                </a:lnTo>
                <a:lnTo>
                  <a:pt x="1895475" y="165823"/>
                </a:lnTo>
                <a:lnTo>
                  <a:pt x="1907070" y="147256"/>
                </a:lnTo>
                <a:lnTo>
                  <a:pt x="1918525" y="128104"/>
                </a:lnTo>
                <a:close/>
              </a:path>
              <a:path w="3079115" h="438150">
                <a:moveTo>
                  <a:pt x="2176272" y="35052"/>
                </a:moveTo>
                <a:lnTo>
                  <a:pt x="1947481" y="35052"/>
                </a:lnTo>
                <a:lnTo>
                  <a:pt x="1947481" y="68580"/>
                </a:lnTo>
                <a:lnTo>
                  <a:pt x="2176272" y="68580"/>
                </a:lnTo>
                <a:lnTo>
                  <a:pt x="2176272" y="35052"/>
                </a:lnTo>
                <a:close/>
              </a:path>
              <a:path w="3079115" h="438150">
                <a:moveTo>
                  <a:pt x="2200656" y="167728"/>
                </a:moveTo>
                <a:lnTo>
                  <a:pt x="1923097" y="167728"/>
                </a:lnTo>
                <a:lnTo>
                  <a:pt x="1923097" y="201269"/>
                </a:lnTo>
                <a:lnTo>
                  <a:pt x="2077123" y="201269"/>
                </a:lnTo>
                <a:lnTo>
                  <a:pt x="2077123" y="359956"/>
                </a:lnTo>
                <a:lnTo>
                  <a:pt x="2075383" y="373075"/>
                </a:lnTo>
                <a:lnTo>
                  <a:pt x="2070074" y="382625"/>
                </a:lnTo>
                <a:lnTo>
                  <a:pt x="2061044" y="388454"/>
                </a:lnTo>
                <a:lnTo>
                  <a:pt x="2048167" y="390436"/>
                </a:lnTo>
                <a:lnTo>
                  <a:pt x="2030145" y="390144"/>
                </a:lnTo>
                <a:lnTo>
                  <a:pt x="2012683" y="389293"/>
                </a:lnTo>
                <a:lnTo>
                  <a:pt x="1995792" y="387858"/>
                </a:lnTo>
                <a:lnTo>
                  <a:pt x="1979485" y="385864"/>
                </a:lnTo>
                <a:lnTo>
                  <a:pt x="1980869" y="396989"/>
                </a:lnTo>
                <a:lnTo>
                  <a:pt x="1982533" y="407428"/>
                </a:lnTo>
                <a:lnTo>
                  <a:pt x="1984197" y="417017"/>
                </a:lnTo>
                <a:lnTo>
                  <a:pt x="1985581" y="425577"/>
                </a:lnTo>
                <a:lnTo>
                  <a:pt x="2060359" y="425577"/>
                </a:lnTo>
                <a:lnTo>
                  <a:pt x="2084362" y="422376"/>
                </a:lnTo>
                <a:lnTo>
                  <a:pt x="2101507" y="412572"/>
                </a:lnTo>
                <a:lnTo>
                  <a:pt x="2111794" y="395922"/>
                </a:lnTo>
                <a:lnTo>
                  <a:pt x="2112581" y="390436"/>
                </a:lnTo>
                <a:lnTo>
                  <a:pt x="2115223" y="372148"/>
                </a:lnTo>
                <a:lnTo>
                  <a:pt x="2115223" y="201269"/>
                </a:lnTo>
                <a:lnTo>
                  <a:pt x="2200656" y="201269"/>
                </a:lnTo>
                <a:lnTo>
                  <a:pt x="2200656" y="167728"/>
                </a:lnTo>
                <a:close/>
              </a:path>
              <a:path w="3079115" h="438150">
                <a:moveTo>
                  <a:pt x="2641384" y="385864"/>
                </a:moveTo>
                <a:lnTo>
                  <a:pt x="2214372" y="385864"/>
                </a:lnTo>
                <a:lnTo>
                  <a:pt x="2214372" y="417957"/>
                </a:lnTo>
                <a:lnTo>
                  <a:pt x="2641384" y="417957"/>
                </a:lnTo>
                <a:lnTo>
                  <a:pt x="2641384" y="385864"/>
                </a:lnTo>
                <a:close/>
              </a:path>
              <a:path w="3079115" h="438150">
                <a:moveTo>
                  <a:pt x="2645956" y="158597"/>
                </a:moveTo>
                <a:lnTo>
                  <a:pt x="2595613" y="143421"/>
                </a:lnTo>
                <a:lnTo>
                  <a:pt x="2549702" y="125247"/>
                </a:lnTo>
                <a:lnTo>
                  <a:pt x="2508072" y="103898"/>
                </a:lnTo>
                <a:lnTo>
                  <a:pt x="2470594" y="79248"/>
                </a:lnTo>
                <a:lnTo>
                  <a:pt x="2633764" y="79248"/>
                </a:lnTo>
                <a:lnTo>
                  <a:pt x="2633764" y="50292"/>
                </a:lnTo>
                <a:lnTo>
                  <a:pt x="2443162" y="50292"/>
                </a:lnTo>
                <a:lnTo>
                  <a:pt x="2443162" y="3048"/>
                </a:lnTo>
                <a:lnTo>
                  <a:pt x="2412593" y="3048"/>
                </a:lnTo>
                <a:lnTo>
                  <a:pt x="2412593" y="50292"/>
                </a:lnTo>
                <a:lnTo>
                  <a:pt x="2225040" y="50292"/>
                </a:lnTo>
                <a:lnTo>
                  <a:pt x="2225040" y="79248"/>
                </a:lnTo>
                <a:lnTo>
                  <a:pt x="2383637" y="79248"/>
                </a:lnTo>
                <a:lnTo>
                  <a:pt x="2349830" y="104444"/>
                </a:lnTo>
                <a:lnTo>
                  <a:pt x="2309863" y="127342"/>
                </a:lnTo>
                <a:lnTo>
                  <a:pt x="2263317" y="147916"/>
                </a:lnTo>
                <a:lnTo>
                  <a:pt x="2209800" y="166217"/>
                </a:lnTo>
                <a:lnTo>
                  <a:pt x="2215489" y="173304"/>
                </a:lnTo>
                <a:lnTo>
                  <a:pt x="2221039" y="180695"/>
                </a:lnTo>
                <a:lnTo>
                  <a:pt x="2226297" y="188074"/>
                </a:lnTo>
                <a:lnTo>
                  <a:pt x="2231136" y="195173"/>
                </a:lnTo>
                <a:lnTo>
                  <a:pt x="2242782" y="189712"/>
                </a:lnTo>
                <a:lnTo>
                  <a:pt x="2254567" y="184696"/>
                </a:lnTo>
                <a:lnTo>
                  <a:pt x="2266073" y="179946"/>
                </a:lnTo>
                <a:lnTo>
                  <a:pt x="2276856" y="175361"/>
                </a:lnTo>
                <a:lnTo>
                  <a:pt x="2276856" y="363004"/>
                </a:lnTo>
                <a:lnTo>
                  <a:pt x="2310485" y="363004"/>
                </a:lnTo>
                <a:lnTo>
                  <a:pt x="2310485" y="343192"/>
                </a:lnTo>
                <a:lnTo>
                  <a:pt x="2546794" y="343192"/>
                </a:lnTo>
                <a:lnTo>
                  <a:pt x="2546794" y="363004"/>
                </a:lnTo>
                <a:lnTo>
                  <a:pt x="2580424" y="363004"/>
                </a:lnTo>
                <a:lnTo>
                  <a:pt x="2580424" y="343192"/>
                </a:lnTo>
                <a:lnTo>
                  <a:pt x="2580424" y="312712"/>
                </a:lnTo>
                <a:lnTo>
                  <a:pt x="2580424" y="172313"/>
                </a:lnTo>
                <a:lnTo>
                  <a:pt x="2546794" y="172313"/>
                </a:lnTo>
                <a:lnTo>
                  <a:pt x="2546794" y="202793"/>
                </a:lnTo>
                <a:lnTo>
                  <a:pt x="2546794" y="242506"/>
                </a:lnTo>
                <a:lnTo>
                  <a:pt x="2546794" y="272986"/>
                </a:lnTo>
                <a:lnTo>
                  <a:pt x="2546794" y="312712"/>
                </a:lnTo>
                <a:lnTo>
                  <a:pt x="2310485" y="312712"/>
                </a:lnTo>
                <a:lnTo>
                  <a:pt x="2310485" y="272986"/>
                </a:lnTo>
                <a:lnTo>
                  <a:pt x="2546794" y="272986"/>
                </a:lnTo>
                <a:lnTo>
                  <a:pt x="2546794" y="242506"/>
                </a:lnTo>
                <a:lnTo>
                  <a:pt x="2310485" y="242506"/>
                </a:lnTo>
                <a:lnTo>
                  <a:pt x="2310485" y="202793"/>
                </a:lnTo>
                <a:lnTo>
                  <a:pt x="2546794" y="202793"/>
                </a:lnTo>
                <a:lnTo>
                  <a:pt x="2546794" y="172313"/>
                </a:lnTo>
                <a:lnTo>
                  <a:pt x="2282952" y="172313"/>
                </a:lnTo>
                <a:lnTo>
                  <a:pt x="2321039" y="153187"/>
                </a:lnTo>
                <a:lnTo>
                  <a:pt x="2355240" y="132486"/>
                </a:lnTo>
                <a:lnTo>
                  <a:pt x="2385707" y="110324"/>
                </a:lnTo>
                <a:lnTo>
                  <a:pt x="2412593" y="86868"/>
                </a:lnTo>
                <a:lnTo>
                  <a:pt x="2412593" y="161645"/>
                </a:lnTo>
                <a:lnTo>
                  <a:pt x="2443162" y="161645"/>
                </a:lnTo>
                <a:lnTo>
                  <a:pt x="2443162" y="86868"/>
                </a:lnTo>
                <a:lnTo>
                  <a:pt x="2472956" y="111836"/>
                </a:lnTo>
                <a:lnTo>
                  <a:pt x="2505468" y="134200"/>
                </a:lnTo>
                <a:lnTo>
                  <a:pt x="2541143" y="154254"/>
                </a:lnTo>
                <a:lnTo>
                  <a:pt x="2580424" y="172313"/>
                </a:lnTo>
                <a:lnTo>
                  <a:pt x="2626144" y="190601"/>
                </a:lnTo>
                <a:lnTo>
                  <a:pt x="2630728" y="182803"/>
                </a:lnTo>
                <a:lnTo>
                  <a:pt x="2635351" y="175361"/>
                </a:lnTo>
                <a:lnTo>
                  <a:pt x="2645956" y="158597"/>
                </a:lnTo>
                <a:close/>
              </a:path>
              <a:path w="3079115" h="438150">
                <a:moveTo>
                  <a:pt x="2772537" y="83820"/>
                </a:moveTo>
                <a:lnTo>
                  <a:pt x="2760535" y="70675"/>
                </a:lnTo>
                <a:lnTo>
                  <a:pt x="2745105" y="54102"/>
                </a:lnTo>
                <a:lnTo>
                  <a:pt x="2703957" y="10668"/>
                </a:lnTo>
                <a:lnTo>
                  <a:pt x="2677947" y="33528"/>
                </a:lnTo>
                <a:lnTo>
                  <a:pt x="2695752" y="52933"/>
                </a:lnTo>
                <a:lnTo>
                  <a:pt x="2712516" y="72212"/>
                </a:lnTo>
                <a:lnTo>
                  <a:pt x="2728417" y="91224"/>
                </a:lnTo>
                <a:lnTo>
                  <a:pt x="2743581" y="109816"/>
                </a:lnTo>
                <a:lnTo>
                  <a:pt x="2772537" y="83820"/>
                </a:lnTo>
                <a:close/>
              </a:path>
              <a:path w="3079115" h="438150">
                <a:moveTo>
                  <a:pt x="2798445" y="369100"/>
                </a:moveTo>
                <a:lnTo>
                  <a:pt x="2798038" y="366052"/>
                </a:lnTo>
                <a:lnTo>
                  <a:pt x="2797327" y="360781"/>
                </a:lnTo>
                <a:lnTo>
                  <a:pt x="2796349" y="351764"/>
                </a:lnTo>
                <a:lnTo>
                  <a:pt x="2795663" y="341871"/>
                </a:lnTo>
                <a:lnTo>
                  <a:pt x="2795397" y="331000"/>
                </a:lnTo>
                <a:lnTo>
                  <a:pt x="2782824" y="340118"/>
                </a:lnTo>
                <a:lnTo>
                  <a:pt x="2770251" y="349097"/>
                </a:lnTo>
                <a:lnTo>
                  <a:pt x="2757678" y="357784"/>
                </a:lnTo>
                <a:lnTo>
                  <a:pt x="2745105" y="366052"/>
                </a:lnTo>
                <a:lnTo>
                  <a:pt x="2745105" y="154025"/>
                </a:lnTo>
                <a:lnTo>
                  <a:pt x="2659659" y="154025"/>
                </a:lnTo>
                <a:lnTo>
                  <a:pt x="2659659" y="186029"/>
                </a:lnTo>
                <a:lnTo>
                  <a:pt x="2711577" y="186029"/>
                </a:lnTo>
                <a:lnTo>
                  <a:pt x="2711500" y="360781"/>
                </a:lnTo>
                <a:lnTo>
                  <a:pt x="2710484" y="371690"/>
                </a:lnTo>
                <a:lnTo>
                  <a:pt x="2707373" y="381863"/>
                </a:lnTo>
                <a:lnTo>
                  <a:pt x="2702534" y="390601"/>
                </a:lnTo>
                <a:lnTo>
                  <a:pt x="2696235" y="398056"/>
                </a:lnTo>
                <a:lnTo>
                  <a:pt x="2716149" y="427101"/>
                </a:lnTo>
                <a:lnTo>
                  <a:pt x="2731363" y="415036"/>
                </a:lnTo>
                <a:lnTo>
                  <a:pt x="2749867" y="401523"/>
                </a:lnTo>
                <a:lnTo>
                  <a:pt x="2772079" y="386295"/>
                </a:lnTo>
                <a:lnTo>
                  <a:pt x="2798445" y="369100"/>
                </a:lnTo>
                <a:close/>
              </a:path>
              <a:path w="3079115" h="438150">
                <a:moveTo>
                  <a:pt x="2979991" y="141820"/>
                </a:moveTo>
                <a:lnTo>
                  <a:pt x="2947898" y="141820"/>
                </a:lnTo>
                <a:lnTo>
                  <a:pt x="2947898" y="170789"/>
                </a:lnTo>
                <a:lnTo>
                  <a:pt x="2947898" y="225742"/>
                </a:lnTo>
                <a:lnTo>
                  <a:pt x="2947898" y="254698"/>
                </a:lnTo>
                <a:lnTo>
                  <a:pt x="2947898" y="311188"/>
                </a:lnTo>
                <a:lnTo>
                  <a:pt x="2851886" y="311188"/>
                </a:lnTo>
                <a:lnTo>
                  <a:pt x="2851886" y="254698"/>
                </a:lnTo>
                <a:lnTo>
                  <a:pt x="2947898" y="254698"/>
                </a:lnTo>
                <a:lnTo>
                  <a:pt x="2947898" y="225742"/>
                </a:lnTo>
                <a:lnTo>
                  <a:pt x="2851886" y="225742"/>
                </a:lnTo>
                <a:lnTo>
                  <a:pt x="2851886" y="170789"/>
                </a:lnTo>
                <a:lnTo>
                  <a:pt x="2947898" y="170789"/>
                </a:lnTo>
                <a:lnTo>
                  <a:pt x="2947898" y="141820"/>
                </a:lnTo>
                <a:lnTo>
                  <a:pt x="2819781" y="141820"/>
                </a:lnTo>
                <a:lnTo>
                  <a:pt x="2819781" y="367576"/>
                </a:lnTo>
                <a:lnTo>
                  <a:pt x="2851886" y="367576"/>
                </a:lnTo>
                <a:lnTo>
                  <a:pt x="2851886" y="341668"/>
                </a:lnTo>
                <a:lnTo>
                  <a:pt x="2979991" y="341668"/>
                </a:lnTo>
                <a:lnTo>
                  <a:pt x="2979991" y="311188"/>
                </a:lnTo>
                <a:lnTo>
                  <a:pt x="2979991" y="254698"/>
                </a:lnTo>
                <a:lnTo>
                  <a:pt x="2979991" y="225742"/>
                </a:lnTo>
                <a:lnTo>
                  <a:pt x="2979991" y="170789"/>
                </a:lnTo>
                <a:lnTo>
                  <a:pt x="2979991" y="141820"/>
                </a:lnTo>
                <a:close/>
              </a:path>
              <a:path w="3079115" h="438150">
                <a:moveTo>
                  <a:pt x="3079051" y="57912"/>
                </a:moveTo>
                <a:lnTo>
                  <a:pt x="2865602" y="57912"/>
                </a:lnTo>
                <a:lnTo>
                  <a:pt x="2871317" y="47358"/>
                </a:lnTo>
                <a:lnTo>
                  <a:pt x="2877032" y="36385"/>
                </a:lnTo>
                <a:lnTo>
                  <a:pt x="2882747" y="25120"/>
                </a:lnTo>
                <a:lnTo>
                  <a:pt x="2888462" y="13716"/>
                </a:lnTo>
                <a:lnTo>
                  <a:pt x="2854934" y="0"/>
                </a:lnTo>
                <a:lnTo>
                  <a:pt x="2835681" y="40881"/>
                </a:lnTo>
                <a:lnTo>
                  <a:pt x="2814459" y="78917"/>
                </a:lnTo>
                <a:lnTo>
                  <a:pt x="2790964" y="114096"/>
                </a:lnTo>
                <a:lnTo>
                  <a:pt x="2764917" y="146405"/>
                </a:lnTo>
                <a:lnTo>
                  <a:pt x="2773515" y="151853"/>
                </a:lnTo>
                <a:lnTo>
                  <a:pt x="2781109" y="156883"/>
                </a:lnTo>
                <a:lnTo>
                  <a:pt x="2787853" y="161620"/>
                </a:lnTo>
                <a:lnTo>
                  <a:pt x="2793873" y="166217"/>
                </a:lnTo>
                <a:lnTo>
                  <a:pt x="2807563" y="148729"/>
                </a:lnTo>
                <a:lnTo>
                  <a:pt x="2821127" y="130390"/>
                </a:lnTo>
                <a:lnTo>
                  <a:pt x="2834424" y="110883"/>
                </a:lnTo>
                <a:lnTo>
                  <a:pt x="2847314" y="89916"/>
                </a:lnTo>
                <a:lnTo>
                  <a:pt x="3043999" y="89916"/>
                </a:lnTo>
                <a:lnTo>
                  <a:pt x="3042399" y="146405"/>
                </a:lnTo>
                <a:lnTo>
                  <a:pt x="3040875" y="203784"/>
                </a:lnTo>
                <a:lnTo>
                  <a:pt x="3039503" y="254127"/>
                </a:lnTo>
                <a:lnTo>
                  <a:pt x="3038056" y="300088"/>
                </a:lnTo>
                <a:lnTo>
                  <a:pt x="3036443" y="340118"/>
                </a:lnTo>
                <a:lnTo>
                  <a:pt x="3023616" y="379387"/>
                </a:lnTo>
                <a:lnTo>
                  <a:pt x="2993707" y="391960"/>
                </a:lnTo>
                <a:lnTo>
                  <a:pt x="2977337" y="391642"/>
                </a:lnTo>
                <a:lnTo>
                  <a:pt x="2960281" y="390626"/>
                </a:lnTo>
                <a:lnTo>
                  <a:pt x="2942386" y="388734"/>
                </a:lnTo>
                <a:lnTo>
                  <a:pt x="2923514" y="385864"/>
                </a:lnTo>
                <a:lnTo>
                  <a:pt x="2925559" y="396773"/>
                </a:lnTo>
                <a:lnTo>
                  <a:pt x="2963900" y="426910"/>
                </a:lnTo>
                <a:lnTo>
                  <a:pt x="3001327" y="427101"/>
                </a:lnTo>
                <a:lnTo>
                  <a:pt x="3030474" y="422198"/>
                </a:lnTo>
                <a:lnTo>
                  <a:pt x="3059836" y="391960"/>
                </a:lnTo>
                <a:lnTo>
                  <a:pt x="3069907" y="347764"/>
                </a:lnTo>
                <a:lnTo>
                  <a:pt x="3072955" y="275983"/>
                </a:lnTo>
                <a:lnTo>
                  <a:pt x="3074479" y="230835"/>
                </a:lnTo>
                <a:lnTo>
                  <a:pt x="3076003" y="179476"/>
                </a:lnTo>
                <a:lnTo>
                  <a:pt x="3077527" y="121843"/>
                </a:lnTo>
                <a:lnTo>
                  <a:pt x="3078289" y="89916"/>
                </a:lnTo>
                <a:lnTo>
                  <a:pt x="3079051" y="5791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190422" y="3485578"/>
            <a:ext cx="67310" cy="117475"/>
          </a:xfrm>
          <a:custGeom>
            <a:avLst/>
            <a:gdLst/>
            <a:ahLst/>
            <a:cxnLst/>
            <a:rect l="l" t="t" r="r" b="b"/>
            <a:pathLst>
              <a:path w="67309" h="117475">
                <a:moveTo>
                  <a:pt x="30480" y="117443"/>
                </a:moveTo>
                <a:lnTo>
                  <a:pt x="0" y="117443"/>
                </a:lnTo>
                <a:lnTo>
                  <a:pt x="27432" y="0"/>
                </a:lnTo>
                <a:lnTo>
                  <a:pt x="67056" y="0"/>
                </a:lnTo>
                <a:lnTo>
                  <a:pt x="30480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576273" y="3168306"/>
            <a:ext cx="884555" cy="431800"/>
          </a:xfrm>
          <a:custGeom>
            <a:avLst/>
            <a:gdLst/>
            <a:ahLst/>
            <a:cxnLst/>
            <a:rect l="l" t="t" r="r" b="b"/>
            <a:pathLst>
              <a:path w="884554" h="431800">
                <a:moveTo>
                  <a:pt x="137248" y="79248"/>
                </a:moveTo>
                <a:lnTo>
                  <a:pt x="86868" y="79248"/>
                </a:lnTo>
                <a:lnTo>
                  <a:pt x="86868" y="0"/>
                </a:lnTo>
                <a:lnTo>
                  <a:pt x="54864" y="0"/>
                </a:lnTo>
                <a:lnTo>
                  <a:pt x="54864" y="79248"/>
                </a:lnTo>
                <a:lnTo>
                  <a:pt x="3048" y="79248"/>
                </a:lnTo>
                <a:lnTo>
                  <a:pt x="3048" y="111340"/>
                </a:lnTo>
                <a:lnTo>
                  <a:pt x="54864" y="111340"/>
                </a:lnTo>
                <a:lnTo>
                  <a:pt x="54864" y="208978"/>
                </a:lnTo>
                <a:lnTo>
                  <a:pt x="41148" y="215595"/>
                </a:lnTo>
                <a:lnTo>
                  <a:pt x="13716" y="228269"/>
                </a:lnTo>
                <a:lnTo>
                  <a:pt x="0" y="234886"/>
                </a:lnTo>
                <a:lnTo>
                  <a:pt x="3048" y="272986"/>
                </a:lnTo>
                <a:lnTo>
                  <a:pt x="29527" y="259461"/>
                </a:lnTo>
                <a:lnTo>
                  <a:pt x="42265" y="253060"/>
                </a:lnTo>
                <a:lnTo>
                  <a:pt x="54864" y="247078"/>
                </a:lnTo>
                <a:lnTo>
                  <a:pt x="54864" y="385864"/>
                </a:lnTo>
                <a:lnTo>
                  <a:pt x="48780" y="391947"/>
                </a:lnTo>
                <a:lnTo>
                  <a:pt x="30937" y="391934"/>
                </a:lnTo>
                <a:lnTo>
                  <a:pt x="23050" y="391769"/>
                </a:lnTo>
                <a:lnTo>
                  <a:pt x="14312" y="391312"/>
                </a:lnTo>
                <a:lnTo>
                  <a:pt x="4572" y="390436"/>
                </a:lnTo>
                <a:lnTo>
                  <a:pt x="9144" y="427101"/>
                </a:lnTo>
                <a:lnTo>
                  <a:pt x="48768" y="425577"/>
                </a:lnTo>
                <a:lnTo>
                  <a:pt x="84340" y="398957"/>
                </a:lnTo>
                <a:lnTo>
                  <a:pt x="86868" y="379768"/>
                </a:lnTo>
                <a:lnTo>
                  <a:pt x="86868" y="247078"/>
                </a:lnTo>
                <a:lnTo>
                  <a:pt x="86868" y="230314"/>
                </a:lnTo>
                <a:lnTo>
                  <a:pt x="99428" y="223697"/>
                </a:lnTo>
                <a:lnTo>
                  <a:pt x="111874" y="217360"/>
                </a:lnTo>
                <a:lnTo>
                  <a:pt x="124028" y="211023"/>
                </a:lnTo>
                <a:lnTo>
                  <a:pt x="135724" y="204406"/>
                </a:lnTo>
                <a:lnTo>
                  <a:pt x="134823" y="197802"/>
                </a:lnTo>
                <a:lnTo>
                  <a:pt x="134505" y="193636"/>
                </a:lnTo>
                <a:lnTo>
                  <a:pt x="134200" y="189649"/>
                </a:lnTo>
                <a:lnTo>
                  <a:pt x="133591" y="180098"/>
                </a:lnTo>
                <a:lnTo>
                  <a:pt x="132676" y="169252"/>
                </a:lnTo>
                <a:lnTo>
                  <a:pt x="121196" y="175856"/>
                </a:lnTo>
                <a:lnTo>
                  <a:pt x="109740" y="182016"/>
                </a:lnTo>
                <a:lnTo>
                  <a:pt x="98298" y="187909"/>
                </a:lnTo>
                <a:lnTo>
                  <a:pt x="86868" y="193636"/>
                </a:lnTo>
                <a:lnTo>
                  <a:pt x="86868" y="111340"/>
                </a:lnTo>
                <a:lnTo>
                  <a:pt x="137248" y="111340"/>
                </a:lnTo>
                <a:lnTo>
                  <a:pt x="137248" y="79248"/>
                </a:lnTo>
                <a:close/>
              </a:path>
              <a:path w="884554" h="431800">
                <a:moveTo>
                  <a:pt x="436156" y="111340"/>
                </a:moveTo>
                <a:lnTo>
                  <a:pt x="298894" y="111340"/>
                </a:lnTo>
                <a:lnTo>
                  <a:pt x="298894" y="59436"/>
                </a:lnTo>
                <a:lnTo>
                  <a:pt x="298894" y="57912"/>
                </a:lnTo>
                <a:lnTo>
                  <a:pt x="422440" y="48768"/>
                </a:lnTo>
                <a:lnTo>
                  <a:pt x="414820" y="18288"/>
                </a:lnTo>
                <a:lnTo>
                  <a:pt x="363918" y="22656"/>
                </a:lnTo>
                <a:lnTo>
                  <a:pt x="311924" y="26504"/>
                </a:lnTo>
                <a:lnTo>
                  <a:pt x="258851" y="29705"/>
                </a:lnTo>
                <a:lnTo>
                  <a:pt x="204685" y="32092"/>
                </a:lnTo>
                <a:lnTo>
                  <a:pt x="149440" y="33528"/>
                </a:lnTo>
                <a:lnTo>
                  <a:pt x="150609" y="41529"/>
                </a:lnTo>
                <a:lnTo>
                  <a:pt x="151917" y="49530"/>
                </a:lnTo>
                <a:lnTo>
                  <a:pt x="153517" y="57531"/>
                </a:lnTo>
                <a:lnTo>
                  <a:pt x="155536" y="65532"/>
                </a:lnTo>
                <a:lnTo>
                  <a:pt x="184708" y="64147"/>
                </a:lnTo>
                <a:lnTo>
                  <a:pt x="266890" y="59436"/>
                </a:lnTo>
                <a:lnTo>
                  <a:pt x="266890" y="111340"/>
                </a:lnTo>
                <a:lnTo>
                  <a:pt x="138772" y="111340"/>
                </a:lnTo>
                <a:lnTo>
                  <a:pt x="138772" y="143344"/>
                </a:lnTo>
                <a:lnTo>
                  <a:pt x="266890" y="143344"/>
                </a:lnTo>
                <a:lnTo>
                  <a:pt x="266890" y="376720"/>
                </a:lnTo>
                <a:lnTo>
                  <a:pt x="179920" y="376720"/>
                </a:lnTo>
                <a:lnTo>
                  <a:pt x="179920" y="311188"/>
                </a:lnTo>
                <a:lnTo>
                  <a:pt x="250024" y="311188"/>
                </a:lnTo>
                <a:lnTo>
                  <a:pt x="250024" y="282130"/>
                </a:lnTo>
                <a:lnTo>
                  <a:pt x="179920" y="282130"/>
                </a:lnTo>
                <a:lnTo>
                  <a:pt x="179920" y="224218"/>
                </a:lnTo>
                <a:lnTo>
                  <a:pt x="198196" y="218744"/>
                </a:lnTo>
                <a:lnTo>
                  <a:pt x="234149" y="208356"/>
                </a:lnTo>
                <a:lnTo>
                  <a:pt x="251561" y="202882"/>
                </a:lnTo>
                <a:lnTo>
                  <a:pt x="237832" y="172300"/>
                </a:lnTo>
                <a:lnTo>
                  <a:pt x="216954" y="180263"/>
                </a:lnTo>
                <a:lnTo>
                  <a:pt x="195351" y="187934"/>
                </a:lnTo>
                <a:lnTo>
                  <a:pt x="172897" y="195059"/>
                </a:lnTo>
                <a:lnTo>
                  <a:pt x="149440" y="201358"/>
                </a:lnTo>
                <a:lnTo>
                  <a:pt x="149440" y="431673"/>
                </a:lnTo>
                <a:lnTo>
                  <a:pt x="179920" y="431673"/>
                </a:lnTo>
                <a:lnTo>
                  <a:pt x="179920" y="405765"/>
                </a:lnTo>
                <a:lnTo>
                  <a:pt x="384238" y="405765"/>
                </a:lnTo>
                <a:lnTo>
                  <a:pt x="384238" y="431673"/>
                </a:lnTo>
                <a:lnTo>
                  <a:pt x="416344" y="431673"/>
                </a:lnTo>
                <a:lnTo>
                  <a:pt x="416344" y="405765"/>
                </a:lnTo>
                <a:lnTo>
                  <a:pt x="416344" y="376720"/>
                </a:lnTo>
                <a:lnTo>
                  <a:pt x="416344" y="190588"/>
                </a:lnTo>
                <a:lnTo>
                  <a:pt x="314134" y="190588"/>
                </a:lnTo>
                <a:lnTo>
                  <a:pt x="314134" y="221170"/>
                </a:lnTo>
                <a:lnTo>
                  <a:pt x="384238" y="221170"/>
                </a:lnTo>
                <a:lnTo>
                  <a:pt x="384238" y="280606"/>
                </a:lnTo>
                <a:lnTo>
                  <a:pt x="315658" y="280606"/>
                </a:lnTo>
                <a:lnTo>
                  <a:pt x="315658" y="311188"/>
                </a:lnTo>
                <a:lnTo>
                  <a:pt x="384238" y="311188"/>
                </a:lnTo>
                <a:lnTo>
                  <a:pt x="384238" y="376720"/>
                </a:lnTo>
                <a:lnTo>
                  <a:pt x="298894" y="376720"/>
                </a:lnTo>
                <a:lnTo>
                  <a:pt x="298894" y="143344"/>
                </a:lnTo>
                <a:lnTo>
                  <a:pt x="436156" y="143344"/>
                </a:lnTo>
                <a:lnTo>
                  <a:pt x="436156" y="111340"/>
                </a:lnTo>
                <a:close/>
              </a:path>
              <a:path w="884554" h="431800">
                <a:moveTo>
                  <a:pt x="884491" y="378231"/>
                </a:moveTo>
                <a:lnTo>
                  <a:pt x="822045" y="336613"/>
                </a:lnTo>
                <a:lnTo>
                  <a:pt x="792048" y="304076"/>
                </a:lnTo>
                <a:lnTo>
                  <a:pt x="762952" y="263779"/>
                </a:lnTo>
                <a:lnTo>
                  <a:pt x="734796" y="215785"/>
                </a:lnTo>
                <a:lnTo>
                  <a:pt x="707618" y="160108"/>
                </a:lnTo>
                <a:lnTo>
                  <a:pt x="678434" y="103200"/>
                </a:lnTo>
                <a:lnTo>
                  <a:pt x="650570" y="58305"/>
                </a:lnTo>
                <a:lnTo>
                  <a:pt x="624154" y="25438"/>
                </a:lnTo>
                <a:lnTo>
                  <a:pt x="599313" y="4572"/>
                </a:lnTo>
                <a:lnTo>
                  <a:pt x="570357" y="25908"/>
                </a:lnTo>
                <a:lnTo>
                  <a:pt x="587502" y="38481"/>
                </a:lnTo>
                <a:lnTo>
                  <a:pt x="604647" y="55638"/>
                </a:lnTo>
                <a:lnTo>
                  <a:pt x="621792" y="77381"/>
                </a:lnTo>
                <a:lnTo>
                  <a:pt x="638937" y="103720"/>
                </a:lnTo>
                <a:lnTo>
                  <a:pt x="623265" y="156578"/>
                </a:lnTo>
                <a:lnTo>
                  <a:pt x="603694" y="205320"/>
                </a:lnTo>
                <a:lnTo>
                  <a:pt x="580263" y="249961"/>
                </a:lnTo>
                <a:lnTo>
                  <a:pt x="552983" y="290487"/>
                </a:lnTo>
                <a:lnTo>
                  <a:pt x="521893" y="326898"/>
                </a:lnTo>
                <a:lnTo>
                  <a:pt x="487006" y="359194"/>
                </a:lnTo>
                <a:lnTo>
                  <a:pt x="448348" y="387375"/>
                </a:lnTo>
                <a:lnTo>
                  <a:pt x="455180" y="394538"/>
                </a:lnTo>
                <a:lnTo>
                  <a:pt x="461873" y="402285"/>
                </a:lnTo>
                <a:lnTo>
                  <a:pt x="468274" y="410603"/>
                </a:lnTo>
                <a:lnTo>
                  <a:pt x="474256" y="419481"/>
                </a:lnTo>
                <a:lnTo>
                  <a:pt x="512267" y="390423"/>
                </a:lnTo>
                <a:lnTo>
                  <a:pt x="546569" y="358190"/>
                </a:lnTo>
                <a:lnTo>
                  <a:pt x="577176" y="322783"/>
                </a:lnTo>
                <a:lnTo>
                  <a:pt x="604126" y="284213"/>
                </a:lnTo>
                <a:lnTo>
                  <a:pt x="627456" y="242455"/>
                </a:lnTo>
                <a:lnTo>
                  <a:pt x="647179" y="197535"/>
                </a:lnTo>
                <a:lnTo>
                  <a:pt x="663321" y="149440"/>
                </a:lnTo>
                <a:lnTo>
                  <a:pt x="666762" y="155663"/>
                </a:lnTo>
                <a:lnTo>
                  <a:pt x="670229" y="162585"/>
                </a:lnTo>
                <a:lnTo>
                  <a:pt x="704303" y="234340"/>
                </a:lnTo>
                <a:lnTo>
                  <a:pt x="732447" y="284721"/>
                </a:lnTo>
                <a:lnTo>
                  <a:pt x="761530" y="328091"/>
                </a:lnTo>
                <a:lnTo>
                  <a:pt x="791514" y="364464"/>
                </a:lnTo>
                <a:lnTo>
                  <a:pt x="822350" y="393903"/>
                </a:lnTo>
                <a:lnTo>
                  <a:pt x="854011" y="416433"/>
                </a:lnTo>
                <a:lnTo>
                  <a:pt x="884491" y="37823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8534018" y="3485578"/>
            <a:ext cx="68580" cy="117475"/>
          </a:xfrm>
          <a:custGeom>
            <a:avLst/>
            <a:gdLst/>
            <a:ahLst/>
            <a:cxnLst/>
            <a:rect l="l" t="t" r="r" b="b"/>
            <a:pathLst>
              <a:path w="68579" h="117475">
                <a:moveTo>
                  <a:pt x="30479" y="117443"/>
                </a:moveTo>
                <a:lnTo>
                  <a:pt x="0" y="117443"/>
                </a:lnTo>
                <a:lnTo>
                  <a:pt x="27431" y="0"/>
                </a:lnTo>
                <a:lnTo>
                  <a:pt x="68579" y="0"/>
                </a:lnTo>
                <a:lnTo>
                  <a:pt x="30479" y="11744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8919781" y="3168300"/>
            <a:ext cx="413384" cy="431800"/>
          </a:xfrm>
          <a:custGeom>
            <a:avLst/>
            <a:gdLst/>
            <a:ahLst/>
            <a:cxnLst/>
            <a:rect l="l" t="t" r="r" b="b"/>
            <a:pathLst>
              <a:path w="413384" h="431800">
                <a:moveTo>
                  <a:pt x="62579" y="186023"/>
                </a:moveTo>
                <a:lnTo>
                  <a:pt x="35147" y="186023"/>
                </a:lnTo>
                <a:lnTo>
                  <a:pt x="35147" y="18288"/>
                </a:lnTo>
                <a:lnTo>
                  <a:pt x="134207" y="18288"/>
                </a:lnTo>
                <a:lnTo>
                  <a:pt x="134207" y="45720"/>
                </a:lnTo>
                <a:lnTo>
                  <a:pt x="62579" y="45720"/>
                </a:lnTo>
                <a:lnTo>
                  <a:pt x="62579" y="186023"/>
                </a:lnTo>
                <a:close/>
              </a:path>
              <a:path w="413384" h="431800">
                <a:moveTo>
                  <a:pt x="199834" y="186023"/>
                </a:moveTo>
                <a:lnTo>
                  <a:pt x="170878" y="186023"/>
                </a:lnTo>
                <a:lnTo>
                  <a:pt x="170878" y="18288"/>
                </a:lnTo>
                <a:lnTo>
                  <a:pt x="271462" y="18288"/>
                </a:lnTo>
                <a:lnTo>
                  <a:pt x="271462" y="45720"/>
                </a:lnTo>
                <a:lnTo>
                  <a:pt x="199834" y="45720"/>
                </a:lnTo>
                <a:lnTo>
                  <a:pt x="199834" y="186023"/>
                </a:lnTo>
                <a:close/>
              </a:path>
              <a:path w="413384" h="431800">
                <a:moveTo>
                  <a:pt x="134207" y="186023"/>
                </a:moveTo>
                <a:lnTo>
                  <a:pt x="106775" y="186023"/>
                </a:lnTo>
                <a:lnTo>
                  <a:pt x="106775" y="45720"/>
                </a:lnTo>
                <a:lnTo>
                  <a:pt x="134207" y="45720"/>
                </a:lnTo>
                <a:lnTo>
                  <a:pt x="134207" y="186023"/>
                </a:lnTo>
                <a:close/>
              </a:path>
              <a:path w="413384" h="431800">
                <a:moveTo>
                  <a:pt x="271462" y="186023"/>
                </a:moveTo>
                <a:lnTo>
                  <a:pt x="244030" y="186023"/>
                </a:lnTo>
                <a:lnTo>
                  <a:pt x="244030" y="45720"/>
                </a:lnTo>
                <a:lnTo>
                  <a:pt x="271462" y="45720"/>
                </a:lnTo>
                <a:lnTo>
                  <a:pt x="271462" y="186023"/>
                </a:lnTo>
                <a:close/>
              </a:path>
              <a:path w="413384" h="431800">
                <a:moveTo>
                  <a:pt x="305085" y="215074"/>
                </a:moveTo>
                <a:lnTo>
                  <a:pt x="0" y="215074"/>
                </a:lnTo>
                <a:lnTo>
                  <a:pt x="0" y="186023"/>
                </a:lnTo>
                <a:lnTo>
                  <a:pt x="305085" y="186023"/>
                </a:lnTo>
                <a:lnTo>
                  <a:pt x="305085" y="215074"/>
                </a:lnTo>
                <a:close/>
              </a:path>
              <a:path w="413384" h="431800">
                <a:moveTo>
                  <a:pt x="21336" y="430149"/>
                </a:moveTo>
                <a:lnTo>
                  <a:pt x="15481" y="422505"/>
                </a:lnTo>
                <a:lnTo>
                  <a:pt x="10096" y="416242"/>
                </a:lnTo>
                <a:lnTo>
                  <a:pt x="4833" y="410646"/>
                </a:lnTo>
                <a:lnTo>
                  <a:pt x="0" y="405765"/>
                </a:lnTo>
                <a:lnTo>
                  <a:pt x="15176" y="375966"/>
                </a:lnTo>
                <a:lnTo>
                  <a:pt x="26181" y="341471"/>
                </a:lnTo>
                <a:lnTo>
                  <a:pt x="32883" y="302118"/>
                </a:lnTo>
                <a:lnTo>
                  <a:pt x="35069" y="259270"/>
                </a:lnTo>
                <a:lnTo>
                  <a:pt x="35147" y="215074"/>
                </a:lnTo>
                <a:lnTo>
                  <a:pt x="62579" y="215074"/>
                </a:lnTo>
                <a:lnTo>
                  <a:pt x="62579" y="265366"/>
                </a:lnTo>
                <a:lnTo>
                  <a:pt x="60006" y="313429"/>
                </a:lnTo>
                <a:lnTo>
                  <a:pt x="52280" y="356901"/>
                </a:lnTo>
                <a:lnTo>
                  <a:pt x="39393" y="395802"/>
                </a:lnTo>
                <a:lnTo>
                  <a:pt x="21336" y="430149"/>
                </a:lnTo>
                <a:close/>
              </a:path>
              <a:path w="413384" h="431800">
                <a:moveTo>
                  <a:pt x="132555" y="384333"/>
                </a:moveTo>
                <a:lnTo>
                  <a:pt x="100679" y="384333"/>
                </a:lnTo>
                <a:lnTo>
                  <a:pt x="106775" y="378237"/>
                </a:lnTo>
                <a:lnTo>
                  <a:pt x="106775" y="215074"/>
                </a:lnTo>
                <a:lnTo>
                  <a:pt x="134207" y="215074"/>
                </a:lnTo>
                <a:lnTo>
                  <a:pt x="134207" y="369093"/>
                </a:lnTo>
                <a:lnTo>
                  <a:pt x="132555" y="384333"/>
                </a:lnTo>
                <a:close/>
              </a:path>
              <a:path w="413384" h="431800">
                <a:moveTo>
                  <a:pt x="160115" y="431673"/>
                </a:moveTo>
                <a:lnTo>
                  <a:pt x="147542" y="417004"/>
                </a:lnTo>
                <a:lnTo>
                  <a:pt x="142113" y="410884"/>
                </a:lnTo>
                <a:lnTo>
                  <a:pt x="137255" y="405765"/>
                </a:lnTo>
                <a:lnTo>
                  <a:pt x="152152" y="377704"/>
                </a:lnTo>
                <a:lnTo>
                  <a:pt x="162639" y="343947"/>
                </a:lnTo>
                <a:lnTo>
                  <a:pt x="168839" y="304475"/>
                </a:lnTo>
                <a:lnTo>
                  <a:pt x="170878" y="259270"/>
                </a:lnTo>
                <a:lnTo>
                  <a:pt x="170878" y="215074"/>
                </a:lnTo>
                <a:lnTo>
                  <a:pt x="199834" y="215074"/>
                </a:lnTo>
                <a:lnTo>
                  <a:pt x="199834" y="259270"/>
                </a:lnTo>
                <a:lnTo>
                  <a:pt x="197285" y="311095"/>
                </a:lnTo>
                <a:lnTo>
                  <a:pt x="189726" y="356901"/>
                </a:lnTo>
                <a:lnTo>
                  <a:pt x="177291" y="396993"/>
                </a:lnTo>
                <a:lnTo>
                  <a:pt x="160115" y="431673"/>
                </a:lnTo>
                <a:close/>
              </a:path>
              <a:path w="413384" h="431800">
                <a:moveTo>
                  <a:pt x="269906" y="395001"/>
                </a:moveTo>
                <a:lnTo>
                  <a:pt x="227266" y="395001"/>
                </a:lnTo>
                <a:lnTo>
                  <a:pt x="234386" y="393834"/>
                </a:lnTo>
                <a:lnTo>
                  <a:pt x="239649" y="390239"/>
                </a:lnTo>
                <a:lnTo>
                  <a:pt x="242911" y="384071"/>
                </a:lnTo>
                <a:lnTo>
                  <a:pt x="243932" y="375966"/>
                </a:lnTo>
                <a:lnTo>
                  <a:pt x="244030" y="215074"/>
                </a:lnTo>
                <a:lnTo>
                  <a:pt x="271462" y="215074"/>
                </a:lnTo>
                <a:lnTo>
                  <a:pt x="271335" y="382404"/>
                </a:lnTo>
                <a:lnTo>
                  <a:pt x="269906" y="395001"/>
                </a:lnTo>
                <a:close/>
              </a:path>
              <a:path w="413384" h="431800">
                <a:moveTo>
                  <a:pt x="99155" y="411861"/>
                </a:moveTo>
                <a:lnTo>
                  <a:pt x="65627" y="411861"/>
                </a:lnTo>
                <a:lnTo>
                  <a:pt x="65127" y="403828"/>
                </a:lnTo>
                <a:lnTo>
                  <a:pt x="63880" y="395802"/>
                </a:lnTo>
                <a:lnTo>
                  <a:pt x="62333" y="387991"/>
                </a:lnTo>
                <a:lnTo>
                  <a:pt x="61055" y="381285"/>
                </a:lnTo>
                <a:lnTo>
                  <a:pt x="78009" y="383381"/>
                </a:lnTo>
                <a:lnTo>
                  <a:pt x="85272" y="384071"/>
                </a:lnTo>
                <a:lnTo>
                  <a:pt x="91535" y="384333"/>
                </a:lnTo>
                <a:lnTo>
                  <a:pt x="132555" y="384333"/>
                </a:lnTo>
                <a:lnTo>
                  <a:pt x="132159" y="387991"/>
                </a:lnTo>
                <a:lnTo>
                  <a:pt x="125825" y="401335"/>
                </a:lnTo>
                <a:lnTo>
                  <a:pt x="114919" y="409250"/>
                </a:lnTo>
                <a:lnTo>
                  <a:pt x="99155" y="411861"/>
                </a:lnTo>
                <a:close/>
              </a:path>
              <a:path w="413384" h="431800">
                <a:moveTo>
                  <a:pt x="236410" y="422529"/>
                </a:moveTo>
                <a:lnTo>
                  <a:pt x="198310" y="421005"/>
                </a:lnTo>
                <a:lnTo>
                  <a:pt x="198024" y="413894"/>
                </a:lnTo>
                <a:lnTo>
                  <a:pt x="197167" y="406479"/>
                </a:lnTo>
                <a:lnTo>
                  <a:pt x="195738" y="399064"/>
                </a:lnTo>
                <a:lnTo>
                  <a:pt x="193738" y="391953"/>
                </a:lnTo>
                <a:lnTo>
                  <a:pt x="202620" y="393072"/>
                </a:lnTo>
                <a:lnTo>
                  <a:pt x="211074" y="394049"/>
                </a:lnTo>
                <a:lnTo>
                  <a:pt x="219241" y="394739"/>
                </a:lnTo>
                <a:lnTo>
                  <a:pt x="227266" y="395001"/>
                </a:lnTo>
                <a:lnTo>
                  <a:pt x="269906" y="395001"/>
                </a:lnTo>
                <a:lnTo>
                  <a:pt x="269414" y="399343"/>
                </a:lnTo>
                <a:lnTo>
                  <a:pt x="263080" y="412230"/>
                </a:lnTo>
                <a:lnTo>
                  <a:pt x="252174" y="419955"/>
                </a:lnTo>
                <a:lnTo>
                  <a:pt x="236410" y="422529"/>
                </a:lnTo>
                <a:close/>
              </a:path>
              <a:path w="413384" h="431800">
                <a:moveTo>
                  <a:pt x="411551" y="390429"/>
                </a:moveTo>
                <a:lnTo>
                  <a:pt x="356901" y="390429"/>
                </a:lnTo>
                <a:lnTo>
                  <a:pt x="367784" y="388977"/>
                </a:lnTo>
                <a:lnTo>
                  <a:pt x="375380" y="384524"/>
                </a:lnTo>
                <a:lnTo>
                  <a:pt x="379833" y="376928"/>
                </a:lnTo>
                <a:lnTo>
                  <a:pt x="381285" y="366045"/>
                </a:lnTo>
                <a:lnTo>
                  <a:pt x="381285" y="0"/>
                </a:lnTo>
                <a:lnTo>
                  <a:pt x="413289" y="0"/>
                </a:lnTo>
                <a:lnTo>
                  <a:pt x="413262" y="376928"/>
                </a:lnTo>
                <a:lnTo>
                  <a:pt x="411551" y="390429"/>
                </a:lnTo>
                <a:close/>
              </a:path>
              <a:path w="413384" h="431800">
                <a:moveTo>
                  <a:pt x="344709" y="326421"/>
                </a:moveTo>
                <a:lnTo>
                  <a:pt x="314229" y="326421"/>
                </a:lnTo>
                <a:lnTo>
                  <a:pt x="314229" y="33528"/>
                </a:lnTo>
                <a:lnTo>
                  <a:pt x="344709" y="33528"/>
                </a:lnTo>
                <a:lnTo>
                  <a:pt x="344709" y="326421"/>
                </a:lnTo>
                <a:close/>
              </a:path>
              <a:path w="413384" h="431800">
                <a:moveTo>
                  <a:pt x="372141" y="424053"/>
                </a:moveTo>
                <a:lnTo>
                  <a:pt x="358997" y="423814"/>
                </a:lnTo>
                <a:lnTo>
                  <a:pt x="329279" y="422767"/>
                </a:lnTo>
                <a:lnTo>
                  <a:pt x="312705" y="422529"/>
                </a:lnTo>
                <a:lnTo>
                  <a:pt x="312181" y="413370"/>
                </a:lnTo>
                <a:lnTo>
                  <a:pt x="310800" y="404193"/>
                </a:lnTo>
                <a:lnTo>
                  <a:pt x="308848" y="395016"/>
                </a:lnTo>
                <a:lnTo>
                  <a:pt x="306609" y="385857"/>
                </a:lnTo>
                <a:lnTo>
                  <a:pt x="321754" y="387643"/>
                </a:lnTo>
                <a:lnTo>
                  <a:pt x="335184" y="388715"/>
                </a:lnTo>
                <a:lnTo>
                  <a:pt x="346900" y="389501"/>
                </a:lnTo>
                <a:lnTo>
                  <a:pt x="356901" y="390429"/>
                </a:lnTo>
                <a:lnTo>
                  <a:pt x="411551" y="390429"/>
                </a:lnTo>
                <a:lnTo>
                  <a:pt x="410718" y="397009"/>
                </a:lnTo>
                <a:lnTo>
                  <a:pt x="403002" y="411849"/>
                </a:lnTo>
                <a:lnTo>
                  <a:pt x="390144" y="420955"/>
                </a:lnTo>
                <a:lnTo>
                  <a:pt x="372141" y="4240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320546" y="3714369"/>
            <a:ext cx="418465" cy="424180"/>
          </a:xfrm>
          <a:custGeom>
            <a:avLst/>
            <a:gdLst/>
            <a:ahLst/>
            <a:cxnLst/>
            <a:rect l="l" t="t" r="r" b="b"/>
            <a:pathLst>
              <a:path w="418464" h="424179">
                <a:moveTo>
                  <a:pt x="131064" y="176974"/>
                </a:moveTo>
                <a:lnTo>
                  <a:pt x="126230" y="169799"/>
                </a:lnTo>
                <a:lnTo>
                  <a:pt x="120967" y="162222"/>
                </a:lnTo>
                <a:lnTo>
                  <a:pt x="115419" y="154377"/>
                </a:lnTo>
                <a:lnTo>
                  <a:pt x="109728" y="146399"/>
                </a:lnTo>
                <a:lnTo>
                  <a:pt x="152883" y="114094"/>
                </a:lnTo>
                <a:lnTo>
                  <a:pt x="190583" y="78914"/>
                </a:lnTo>
                <a:lnTo>
                  <a:pt x="222550" y="40877"/>
                </a:lnTo>
                <a:lnTo>
                  <a:pt x="248507" y="0"/>
                </a:lnTo>
                <a:lnTo>
                  <a:pt x="285178" y="0"/>
                </a:lnTo>
                <a:lnTo>
                  <a:pt x="279082" y="12192"/>
                </a:lnTo>
                <a:lnTo>
                  <a:pt x="300550" y="42672"/>
                </a:lnTo>
                <a:lnTo>
                  <a:pt x="262223" y="42672"/>
                </a:lnTo>
                <a:lnTo>
                  <a:pt x="242196" y="70206"/>
                </a:lnTo>
                <a:lnTo>
                  <a:pt x="220884" y="95714"/>
                </a:lnTo>
                <a:lnTo>
                  <a:pt x="198143" y="119489"/>
                </a:lnTo>
                <a:lnTo>
                  <a:pt x="173831" y="141827"/>
                </a:lnTo>
                <a:lnTo>
                  <a:pt x="353758" y="141827"/>
                </a:lnTo>
                <a:lnTo>
                  <a:pt x="353758" y="150971"/>
                </a:lnTo>
                <a:lnTo>
                  <a:pt x="163163" y="150971"/>
                </a:lnTo>
                <a:lnTo>
                  <a:pt x="155160" y="157806"/>
                </a:lnTo>
                <a:lnTo>
                  <a:pt x="147149" y="164508"/>
                </a:lnTo>
                <a:lnTo>
                  <a:pt x="139120" y="170942"/>
                </a:lnTo>
                <a:lnTo>
                  <a:pt x="131064" y="176974"/>
                </a:lnTo>
                <a:close/>
              </a:path>
              <a:path w="418464" h="424179">
                <a:moveTo>
                  <a:pt x="32004" y="424053"/>
                </a:moveTo>
                <a:lnTo>
                  <a:pt x="0" y="424053"/>
                </a:lnTo>
                <a:lnTo>
                  <a:pt x="0" y="13716"/>
                </a:lnTo>
                <a:lnTo>
                  <a:pt x="123444" y="13716"/>
                </a:lnTo>
                <a:lnTo>
                  <a:pt x="123444" y="44196"/>
                </a:lnTo>
                <a:lnTo>
                  <a:pt x="32004" y="44196"/>
                </a:lnTo>
                <a:lnTo>
                  <a:pt x="32004" y="424053"/>
                </a:lnTo>
                <a:close/>
              </a:path>
              <a:path w="418464" h="424179">
                <a:moveTo>
                  <a:pt x="399478" y="170878"/>
                </a:moveTo>
                <a:lnTo>
                  <a:pt x="357471" y="143104"/>
                </a:lnTo>
                <a:lnTo>
                  <a:pt x="320599" y="112490"/>
                </a:lnTo>
                <a:lnTo>
                  <a:pt x="288853" y="79018"/>
                </a:lnTo>
                <a:lnTo>
                  <a:pt x="262223" y="42672"/>
                </a:lnTo>
                <a:lnTo>
                  <a:pt x="300550" y="42672"/>
                </a:lnTo>
                <a:lnTo>
                  <a:pt x="305039" y="49044"/>
                </a:lnTo>
                <a:lnTo>
                  <a:pt x="337006" y="81772"/>
                </a:lnTo>
                <a:lnTo>
                  <a:pt x="374706" y="110213"/>
                </a:lnTo>
                <a:lnTo>
                  <a:pt x="417861" y="134207"/>
                </a:lnTo>
                <a:lnTo>
                  <a:pt x="412377" y="144209"/>
                </a:lnTo>
                <a:lnTo>
                  <a:pt x="407491" y="153650"/>
                </a:lnTo>
                <a:lnTo>
                  <a:pt x="403194" y="162536"/>
                </a:lnTo>
                <a:lnTo>
                  <a:pt x="399478" y="170878"/>
                </a:lnTo>
                <a:close/>
              </a:path>
              <a:path w="418464" h="424179">
                <a:moveTo>
                  <a:pt x="121120" y="299561"/>
                </a:moveTo>
                <a:lnTo>
                  <a:pt x="62222" y="299561"/>
                </a:lnTo>
                <a:lnTo>
                  <a:pt x="71628" y="298989"/>
                </a:lnTo>
                <a:lnTo>
                  <a:pt x="83939" y="294201"/>
                </a:lnTo>
                <a:lnTo>
                  <a:pt x="91249" y="282404"/>
                </a:lnTo>
                <a:lnTo>
                  <a:pt x="93702" y="264016"/>
                </a:lnTo>
                <a:lnTo>
                  <a:pt x="91440" y="239458"/>
                </a:lnTo>
                <a:lnTo>
                  <a:pt x="86558" y="222859"/>
                </a:lnTo>
                <a:lnTo>
                  <a:pt x="78676" y="204966"/>
                </a:lnTo>
                <a:lnTo>
                  <a:pt x="67651" y="185625"/>
                </a:lnTo>
                <a:lnTo>
                  <a:pt x="53340" y="164687"/>
                </a:lnTo>
                <a:lnTo>
                  <a:pt x="62119" y="134086"/>
                </a:lnTo>
                <a:lnTo>
                  <a:pt x="69723" y="107334"/>
                </a:lnTo>
                <a:lnTo>
                  <a:pt x="78715" y="76278"/>
                </a:lnTo>
                <a:lnTo>
                  <a:pt x="88392" y="44196"/>
                </a:lnTo>
                <a:lnTo>
                  <a:pt x="123444" y="44196"/>
                </a:lnTo>
                <a:lnTo>
                  <a:pt x="113109" y="76564"/>
                </a:lnTo>
                <a:lnTo>
                  <a:pt x="103251" y="106191"/>
                </a:lnTo>
                <a:lnTo>
                  <a:pt x="93829" y="134207"/>
                </a:lnTo>
                <a:lnTo>
                  <a:pt x="85344" y="160115"/>
                </a:lnTo>
                <a:lnTo>
                  <a:pt x="112014" y="202489"/>
                </a:lnTo>
                <a:lnTo>
                  <a:pt x="126682" y="274803"/>
                </a:lnTo>
                <a:lnTo>
                  <a:pt x="121120" y="299561"/>
                </a:lnTo>
                <a:close/>
              </a:path>
              <a:path w="418464" h="424179">
                <a:moveTo>
                  <a:pt x="353758" y="172402"/>
                </a:moveTo>
                <a:lnTo>
                  <a:pt x="163163" y="172402"/>
                </a:lnTo>
                <a:lnTo>
                  <a:pt x="163163" y="150971"/>
                </a:lnTo>
                <a:lnTo>
                  <a:pt x="353758" y="150971"/>
                </a:lnTo>
                <a:lnTo>
                  <a:pt x="353758" y="172402"/>
                </a:lnTo>
                <a:close/>
              </a:path>
              <a:path w="418464" h="424179">
                <a:moveTo>
                  <a:pt x="279082" y="227266"/>
                </a:moveTo>
                <a:lnTo>
                  <a:pt x="245459" y="227266"/>
                </a:lnTo>
                <a:lnTo>
                  <a:pt x="245459" y="172402"/>
                </a:lnTo>
                <a:lnTo>
                  <a:pt x="279082" y="172402"/>
                </a:lnTo>
                <a:lnTo>
                  <a:pt x="279082" y="227266"/>
                </a:lnTo>
                <a:close/>
              </a:path>
              <a:path w="418464" h="424179">
                <a:moveTo>
                  <a:pt x="396430" y="257746"/>
                </a:moveTo>
                <a:lnTo>
                  <a:pt x="135731" y="257746"/>
                </a:lnTo>
                <a:lnTo>
                  <a:pt x="135731" y="227266"/>
                </a:lnTo>
                <a:lnTo>
                  <a:pt x="396430" y="227266"/>
                </a:lnTo>
                <a:lnTo>
                  <a:pt x="396430" y="257746"/>
                </a:lnTo>
                <a:close/>
              </a:path>
              <a:path w="418464" h="424179">
                <a:moveTo>
                  <a:pt x="276705" y="384429"/>
                </a:moveTo>
                <a:lnTo>
                  <a:pt x="221075" y="384429"/>
                </a:lnTo>
                <a:lnTo>
                  <a:pt x="231957" y="382747"/>
                </a:lnTo>
                <a:lnTo>
                  <a:pt x="239553" y="377904"/>
                </a:lnTo>
                <a:lnTo>
                  <a:pt x="244006" y="370204"/>
                </a:lnTo>
                <a:lnTo>
                  <a:pt x="245459" y="359949"/>
                </a:lnTo>
                <a:lnTo>
                  <a:pt x="245459" y="257746"/>
                </a:lnTo>
                <a:lnTo>
                  <a:pt x="279082" y="257746"/>
                </a:lnTo>
                <a:lnTo>
                  <a:pt x="279082" y="367569"/>
                </a:lnTo>
                <a:lnTo>
                  <a:pt x="276705" y="384429"/>
                </a:lnTo>
                <a:close/>
              </a:path>
              <a:path w="418464" h="424179">
                <a:moveTo>
                  <a:pt x="134112" y="399669"/>
                </a:moveTo>
                <a:lnTo>
                  <a:pt x="128111" y="395073"/>
                </a:lnTo>
                <a:lnTo>
                  <a:pt x="121539" y="390334"/>
                </a:lnTo>
                <a:lnTo>
                  <a:pt x="106680" y="379857"/>
                </a:lnTo>
                <a:lnTo>
                  <a:pt x="124435" y="357227"/>
                </a:lnTo>
                <a:lnTo>
                  <a:pt x="141317" y="332732"/>
                </a:lnTo>
                <a:lnTo>
                  <a:pt x="157123" y="306896"/>
                </a:lnTo>
                <a:lnTo>
                  <a:pt x="172307" y="279177"/>
                </a:lnTo>
                <a:lnTo>
                  <a:pt x="201263" y="294417"/>
                </a:lnTo>
                <a:lnTo>
                  <a:pt x="184805" y="322732"/>
                </a:lnTo>
                <a:lnTo>
                  <a:pt x="168294" y="349293"/>
                </a:lnTo>
                <a:lnTo>
                  <a:pt x="151288" y="375039"/>
                </a:lnTo>
                <a:lnTo>
                  <a:pt x="134112" y="399669"/>
                </a:lnTo>
                <a:close/>
              </a:path>
              <a:path w="418464" h="424179">
                <a:moveTo>
                  <a:pt x="384238" y="392049"/>
                </a:moveTo>
                <a:lnTo>
                  <a:pt x="362211" y="366824"/>
                </a:lnTo>
                <a:lnTo>
                  <a:pt x="341757" y="343769"/>
                </a:lnTo>
                <a:lnTo>
                  <a:pt x="322619" y="322611"/>
                </a:lnTo>
                <a:lnTo>
                  <a:pt x="304990" y="303561"/>
                </a:lnTo>
                <a:lnTo>
                  <a:pt x="329374" y="282225"/>
                </a:lnTo>
                <a:lnTo>
                  <a:pt x="349091" y="301990"/>
                </a:lnTo>
                <a:lnTo>
                  <a:pt x="369495" y="322732"/>
                </a:lnTo>
                <a:lnTo>
                  <a:pt x="390239" y="344376"/>
                </a:lnTo>
                <a:lnTo>
                  <a:pt x="411670" y="367569"/>
                </a:lnTo>
                <a:lnTo>
                  <a:pt x="384238" y="392049"/>
                </a:lnTo>
                <a:close/>
              </a:path>
              <a:path w="418464" h="424179">
                <a:moveTo>
                  <a:pt x="65341" y="333470"/>
                </a:moveTo>
                <a:lnTo>
                  <a:pt x="54030" y="333351"/>
                </a:lnTo>
                <a:lnTo>
                  <a:pt x="41148" y="332517"/>
                </a:lnTo>
                <a:lnTo>
                  <a:pt x="39719" y="323349"/>
                </a:lnTo>
                <a:lnTo>
                  <a:pt x="37719" y="314039"/>
                </a:lnTo>
                <a:lnTo>
                  <a:pt x="35147" y="304442"/>
                </a:lnTo>
                <a:lnTo>
                  <a:pt x="32004" y="294417"/>
                </a:lnTo>
                <a:lnTo>
                  <a:pt x="42267" y="297275"/>
                </a:lnTo>
                <a:lnTo>
                  <a:pt x="52387" y="298989"/>
                </a:lnTo>
                <a:lnTo>
                  <a:pt x="62222" y="299561"/>
                </a:lnTo>
                <a:lnTo>
                  <a:pt x="121120" y="299561"/>
                </a:lnTo>
                <a:lnTo>
                  <a:pt x="120396" y="302787"/>
                </a:lnTo>
                <a:lnTo>
                  <a:pt x="106108" y="321610"/>
                </a:lnTo>
                <a:lnTo>
                  <a:pt x="83820" y="330993"/>
                </a:lnTo>
                <a:lnTo>
                  <a:pt x="75223" y="332732"/>
                </a:lnTo>
                <a:lnTo>
                  <a:pt x="65341" y="333470"/>
                </a:lnTo>
                <a:close/>
              </a:path>
              <a:path w="418464" h="424179">
                <a:moveTo>
                  <a:pt x="231743" y="417957"/>
                </a:moveTo>
                <a:lnTo>
                  <a:pt x="182975" y="416433"/>
                </a:lnTo>
                <a:lnTo>
                  <a:pt x="181594" y="409027"/>
                </a:lnTo>
                <a:lnTo>
                  <a:pt x="179927" y="400621"/>
                </a:lnTo>
                <a:lnTo>
                  <a:pt x="178260" y="391358"/>
                </a:lnTo>
                <a:lnTo>
                  <a:pt x="176879" y="381381"/>
                </a:lnTo>
                <a:lnTo>
                  <a:pt x="188285" y="382500"/>
                </a:lnTo>
                <a:lnTo>
                  <a:pt x="199548" y="383476"/>
                </a:lnTo>
                <a:lnTo>
                  <a:pt x="210526" y="384167"/>
                </a:lnTo>
                <a:lnTo>
                  <a:pt x="221075" y="384429"/>
                </a:lnTo>
                <a:lnTo>
                  <a:pt x="276705" y="384429"/>
                </a:lnTo>
                <a:lnTo>
                  <a:pt x="275972" y="389627"/>
                </a:lnTo>
                <a:lnTo>
                  <a:pt x="266842" y="405372"/>
                </a:lnTo>
                <a:lnTo>
                  <a:pt x="251998" y="414812"/>
                </a:lnTo>
                <a:lnTo>
                  <a:pt x="231743" y="41795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808511" y="4024026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7151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2194356" y="3703701"/>
            <a:ext cx="2230120" cy="436880"/>
          </a:xfrm>
          <a:custGeom>
            <a:avLst/>
            <a:gdLst/>
            <a:ahLst/>
            <a:cxnLst/>
            <a:rect l="l" t="t" r="r" b="b"/>
            <a:pathLst>
              <a:path w="2230120" h="436879">
                <a:moveTo>
                  <a:pt x="114401" y="7620"/>
                </a:moveTo>
                <a:lnTo>
                  <a:pt x="82296" y="1524"/>
                </a:lnTo>
                <a:lnTo>
                  <a:pt x="70231" y="47472"/>
                </a:lnTo>
                <a:lnTo>
                  <a:pt x="55968" y="91859"/>
                </a:lnTo>
                <a:lnTo>
                  <a:pt x="39509" y="134632"/>
                </a:lnTo>
                <a:lnTo>
                  <a:pt x="20853" y="175729"/>
                </a:lnTo>
                <a:lnTo>
                  <a:pt x="0" y="215087"/>
                </a:lnTo>
                <a:lnTo>
                  <a:pt x="4318" y="224434"/>
                </a:lnTo>
                <a:lnTo>
                  <a:pt x="8191" y="233946"/>
                </a:lnTo>
                <a:lnTo>
                  <a:pt x="11798" y="243154"/>
                </a:lnTo>
                <a:lnTo>
                  <a:pt x="15240" y="251663"/>
                </a:lnTo>
                <a:lnTo>
                  <a:pt x="25273" y="235102"/>
                </a:lnTo>
                <a:lnTo>
                  <a:pt x="34861" y="217551"/>
                </a:lnTo>
                <a:lnTo>
                  <a:pt x="44183" y="199110"/>
                </a:lnTo>
                <a:lnTo>
                  <a:pt x="53340" y="179933"/>
                </a:lnTo>
                <a:lnTo>
                  <a:pt x="53340" y="431685"/>
                </a:lnTo>
                <a:lnTo>
                  <a:pt x="85344" y="431685"/>
                </a:lnTo>
                <a:lnTo>
                  <a:pt x="85344" y="179933"/>
                </a:lnTo>
                <a:lnTo>
                  <a:pt x="85344" y="103733"/>
                </a:lnTo>
                <a:lnTo>
                  <a:pt x="93141" y="81394"/>
                </a:lnTo>
                <a:lnTo>
                  <a:pt x="100482" y="57924"/>
                </a:lnTo>
                <a:lnTo>
                  <a:pt x="107518" y="33350"/>
                </a:lnTo>
                <a:lnTo>
                  <a:pt x="114401" y="7620"/>
                </a:lnTo>
                <a:close/>
              </a:path>
              <a:path w="2230120" h="436879">
                <a:moveTo>
                  <a:pt x="149453" y="71628"/>
                </a:moveTo>
                <a:lnTo>
                  <a:pt x="118973" y="71628"/>
                </a:lnTo>
                <a:lnTo>
                  <a:pt x="118973" y="337096"/>
                </a:lnTo>
                <a:lnTo>
                  <a:pt x="149453" y="337096"/>
                </a:lnTo>
                <a:lnTo>
                  <a:pt x="149453" y="71628"/>
                </a:lnTo>
                <a:close/>
              </a:path>
              <a:path w="2230120" h="436879">
                <a:moveTo>
                  <a:pt x="337007" y="222707"/>
                </a:moveTo>
                <a:lnTo>
                  <a:pt x="315671" y="199847"/>
                </a:lnTo>
                <a:lnTo>
                  <a:pt x="282816" y="221919"/>
                </a:lnTo>
                <a:lnTo>
                  <a:pt x="248373" y="240423"/>
                </a:lnTo>
                <a:lnTo>
                  <a:pt x="212496" y="255778"/>
                </a:lnTo>
                <a:lnTo>
                  <a:pt x="175361" y="268427"/>
                </a:lnTo>
                <a:lnTo>
                  <a:pt x="180797" y="275056"/>
                </a:lnTo>
                <a:lnTo>
                  <a:pt x="185648" y="281419"/>
                </a:lnTo>
                <a:lnTo>
                  <a:pt x="189941" y="287794"/>
                </a:lnTo>
                <a:lnTo>
                  <a:pt x="193649" y="294424"/>
                </a:lnTo>
                <a:lnTo>
                  <a:pt x="231736" y="279742"/>
                </a:lnTo>
                <a:lnTo>
                  <a:pt x="268224" y="263093"/>
                </a:lnTo>
                <a:lnTo>
                  <a:pt x="303263" y="244182"/>
                </a:lnTo>
                <a:lnTo>
                  <a:pt x="337007" y="222707"/>
                </a:lnTo>
                <a:close/>
              </a:path>
              <a:path w="2230120" h="436879">
                <a:moveTo>
                  <a:pt x="379768" y="268427"/>
                </a:moveTo>
                <a:lnTo>
                  <a:pt x="358343" y="245567"/>
                </a:lnTo>
                <a:lnTo>
                  <a:pt x="321475" y="271868"/>
                </a:lnTo>
                <a:lnTo>
                  <a:pt x="279463" y="295897"/>
                </a:lnTo>
                <a:lnTo>
                  <a:pt x="232283" y="317652"/>
                </a:lnTo>
                <a:lnTo>
                  <a:pt x="179933" y="337096"/>
                </a:lnTo>
                <a:lnTo>
                  <a:pt x="184531" y="343103"/>
                </a:lnTo>
                <a:lnTo>
                  <a:pt x="189268" y="349669"/>
                </a:lnTo>
                <a:lnTo>
                  <a:pt x="199745" y="364528"/>
                </a:lnTo>
                <a:lnTo>
                  <a:pt x="249758" y="343954"/>
                </a:lnTo>
                <a:lnTo>
                  <a:pt x="296621" y="321081"/>
                </a:lnTo>
                <a:lnTo>
                  <a:pt x="340042" y="295910"/>
                </a:lnTo>
                <a:lnTo>
                  <a:pt x="379768" y="268427"/>
                </a:lnTo>
                <a:close/>
              </a:path>
              <a:path w="2230120" h="436879">
                <a:moveTo>
                  <a:pt x="417868" y="321856"/>
                </a:moveTo>
                <a:lnTo>
                  <a:pt x="398056" y="297472"/>
                </a:lnTo>
                <a:lnTo>
                  <a:pt x="355574" y="326732"/>
                </a:lnTo>
                <a:lnTo>
                  <a:pt x="310464" y="352336"/>
                </a:lnTo>
                <a:lnTo>
                  <a:pt x="262648" y="374307"/>
                </a:lnTo>
                <a:lnTo>
                  <a:pt x="212051" y="392620"/>
                </a:lnTo>
                <a:lnTo>
                  <a:pt x="158597" y="407301"/>
                </a:lnTo>
                <a:lnTo>
                  <a:pt x="163144" y="414172"/>
                </a:lnTo>
                <a:lnTo>
                  <a:pt x="167551" y="421208"/>
                </a:lnTo>
                <a:lnTo>
                  <a:pt x="171665" y="428510"/>
                </a:lnTo>
                <a:lnTo>
                  <a:pt x="175361" y="436257"/>
                </a:lnTo>
                <a:lnTo>
                  <a:pt x="228993" y="421284"/>
                </a:lnTo>
                <a:lnTo>
                  <a:pt x="280047" y="402132"/>
                </a:lnTo>
                <a:lnTo>
                  <a:pt x="328536" y="379018"/>
                </a:lnTo>
                <a:lnTo>
                  <a:pt x="374472" y="352183"/>
                </a:lnTo>
                <a:lnTo>
                  <a:pt x="417868" y="321856"/>
                </a:lnTo>
                <a:close/>
              </a:path>
              <a:path w="2230120" h="436879">
                <a:moveTo>
                  <a:pt x="437680" y="186131"/>
                </a:moveTo>
                <a:lnTo>
                  <a:pt x="405942" y="179539"/>
                </a:lnTo>
                <a:lnTo>
                  <a:pt x="377050" y="171564"/>
                </a:lnTo>
                <a:lnTo>
                  <a:pt x="374840" y="170789"/>
                </a:lnTo>
                <a:lnTo>
                  <a:pt x="351015" y="162458"/>
                </a:lnTo>
                <a:lnTo>
                  <a:pt x="327863" y="152501"/>
                </a:lnTo>
                <a:lnTo>
                  <a:pt x="346798" y="135737"/>
                </a:lnTo>
                <a:lnTo>
                  <a:pt x="347878" y="134785"/>
                </a:lnTo>
                <a:lnTo>
                  <a:pt x="366763" y="115912"/>
                </a:lnTo>
                <a:lnTo>
                  <a:pt x="384492" y="95910"/>
                </a:lnTo>
                <a:lnTo>
                  <a:pt x="401104" y="74676"/>
                </a:lnTo>
                <a:lnTo>
                  <a:pt x="401104" y="73152"/>
                </a:lnTo>
                <a:lnTo>
                  <a:pt x="401104" y="45720"/>
                </a:lnTo>
                <a:lnTo>
                  <a:pt x="361391" y="45720"/>
                </a:lnTo>
                <a:lnTo>
                  <a:pt x="361391" y="73152"/>
                </a:lnTo>
                <a:lnTo>
                  <a:pt x="349072" y="89192"/>
                </a:lnTo>
                <a:lnTo>
                  <a:pt x="334911" y="105054"/>
                </a:lnTo>
                <a:lnTo>
                  <a:pt x="318731" y="120611"/>
                </a:lnTo>
                <a:lnTo>
                  <a:pt x="300431" y="135737"/>
                </a:lnTo>
                <a:lnTo>
                  <a:pt x="283832" y="122567"/>
                </a:lnTo>
                <a:lnTo>
                  <a:pt x="268236" y="108102"/>
                </a:lnTo>
                <a:lnTo>
                  <a:pt x="259943" y="99161"/>
                </a:lnTo>
                <a:lnTo>
                  <a:pt x="253492" y="92189"/>
                </a:lnTo>
                <a:lnTo>
                  <a:pt x="239471" y="74676"/>
                </a:lnTo>
                <a:lnTo>
                  <a:pt x="239471" y="73152"/>
                </a:lnTo>
                <a:lnTo>
                  <a:pt x="361391" y="73152"/>
                </a:lnTo>
                <a:lnTo>
                  <a:pt x="361391" y="45720"/>
                </a:lnTo>
                <a:lnTo>
                  <a:pt x="256235" y="45720"/>
                </a:lnTo>
                <a:lnTo>
                  <a:pt x="260807" y="37465"/>
                </a:lnTo>
                <a:lnTo>
                  <a:pt x="265379" y="28765"/>
                </a:lnTo>
                <a:lnTo>
                  <a:pt x="269951" y="19799"/>
                </a:lnTo>
                <a:lnTo>
                  <a:pt x="274523" y="10668"/>
                </a:lnTo>
                <a:lnTo>
                  <a:pt x="242519" y="1524"/>
                </a:lnTo>
                <a:lnTo>
                  <a:pt x="227025" y="34124"/>
                </a:lnTo>
                <a:lnTo>
                  <a:pt x="208140" y="65582"/>
                </a:lnTo>
                <a:lnTo>
                  <a:pt x="185864" y="95885"/>
                </a:lnTo>
                <a:lnTo>
                  <a:pt x="160121" y="125069"/>
                </a:lnTo>
                <a:lnTo>
                  <a:pt x="167576" y="130543"/>
                </a:lnTo>
                <a:lnTo>
                  <a:pt x="174028" y="135737"/>
                </a:lnTo>
                <a:lnTo>
                  <a:pt x="179628" y="140931"/>
                </a:lnTo>
                <a:lnTo>
                  <a:pt x="184505" y="146405"/>
                </a:lnTo>
                <a:lnTo>
                  <a:pt x="194525" y="134950"/>
                </a:lnTo>
                <a:lnTo>
                  <a:pt x="204127" y="123355"/>
                </a:lnTo>
                <a:lnTo>
                  <a:pt x="213436" y="111467"/>
                </a:lnTo>
                <a:lnTo>
                  <a:pt x="222605" y="99161"/>
                </a:lnTo>
                <a:lnTo>
                  <a:pt x="233730" y="113715"/>
                </a:lnTo>
                <a:lnTo>
                  <a:pt x="246126" y="127546"/>
                </a:lnTo>
                <a:lnTo>
                  <a:pt x="259346" y="140525"/>
                </a:lnTo>
                <a:lnTo>
                  <a:pt x="272999" y="152501"/>
                </a:lnTo>
                <a:lnTo>
                  <a:pt x="248475" y="166547"/>
                </a:lnTo>
                <a:lnTo>
                  <a:pt x="220941" y="179031"/>
                </a:lnTo>
                <a:lnTo>
                  <a:pt x="190830" y="190080"/>
                </a:lnTo>
                <a:lnTo>
                  <a:pt x="158597" y="199847"/>
                </a:lnTo>
                <a:lnTo>
                  <a:pt x="163169" y="206933"/>
                </a:lnTo>
                <a:lnTo>
                  <a:pt x="172313" y="221703"/>
                </a:lnTo>
                <a:lnTo>
                  <a:pt x="176885" y="228803"/>
                </a:lnTo>
                <a:lnTo>
                  <a:pt x="212026" y="215036"/>
                </a:lnTo>
                <a:lnTo>
                  <a:pt x="244182" y="200977"/>
                </a:lnTo>
                <a:lnTo>
                  <a:pt x="273189" y="186321"/>
                </a:lnTo>
                <a:lnTo>
                  <a:pt x="298907" y="170789"/>
                </a:lnTo>
                <a:lnTo>
                  <a:pt x="322910" y="184226"/>
                </a:lnTo>
                <a:lnTo>
                  <a:pt x="351485" y="196786"/>
                </a:lnTo>
                <a:lnTo>
                  <a:pt x="384670" y="208178"/>
                </a:lnTo>
                <a:lnTo>
                  <a:pt x="422440" y="218135"/>
                </a:lnTo>
                <a:lnTo>
                  <a:pt x="426745" y="208419"/>
                </a:lnTo>
                <a:lnTo>
                  <a:pt x="430631" y="199847"/>
                </a:lnTo>
                <a:lnTo>
                  <a:pt x="434225" y="192417"/>
                </a:lnTo>
                <a:lnTo>
                  <a:pt x="437680" y="186131"/>
                </a:lnTo>
                <a:close/>
              </a:path>
              <a:path w="2230120" h="436879">
                <a:moveTo>
                  <a:pt x="625233" y="331000"/>
                </a:moveTo>
                <a:lnTo>
                  <a:pt x="623849" y="323596"/>
                </a:lnTo>
                <a:lnTo>
                  <a:pt x="622185" y="315188"/>
                </a:lnTo>
                <a:lnTo>
                  <a:pt x="620509" y="305930"/>
                </a:lnTo>
                <a:lnTo>
                  <a:pt x="619137" y="295948"/>
                </a:lnTo>
                <a:lnTo>
                  <a:pt x="590842" y="311429"/>
                </a:lnTo>
                <a:lnTo>
                  <a:pt x="509397" y="353860"/>
                </a:lnTo>
                <a:lnTo>
                  <a:pt x="509397" y="207467"/>
                </a:lnTo>
                <a:lnTo>
                  <a:pt x="584073" y="207467"/>
                </a:lnTo>
                <a:lnTo>
                  <a:pt x="584073" y="231851"/>
                </a:lnTo>
                <a:lnTo>
                  <a:pt x="619137" y="231851"/>
                </a:lnTo>
                <a:lnTo>
                  <a:pt x="619137" y="207467"/>
                </a:lnTo>
                <a:lnTo>
                  <a:pt x="619137" y="184594"/>
                </a:lnTo>
                <a:lnTo>
                  <a:pt x="619137" y="36576"/>
                </a:lnTo>
                <a:lnTo>
                  <a:pt x="466636" y="36576"/>
                </a:lnTo>
                <a:lnTo>
                  <a:pt x="466636" y="68580"/>
                </a:lnTo>
                <a:lnTo>
                  <a:pt x="584073" y="68580"/>
                </a:lnTo>
                <a:lnTo>
                  <a:pt x="584073" y="176885"/>
                </a:lnTo>
                <a:lnTo>
                  <a:pt x="475780" y="176885"/>
                </a:lnTo>
                <a:lnTo>
                  <a:pt x="475665" y="345909"/>
                </a:lnTo>
                <a:lnTo>
                  <a:pt x="474687" y="356692"/>
                </a:lnTo>
                <a:lnTo>
                  <a:pt x="471589" y="367385"/>
                </a:lnTo>
                <a:lnTo>
                  <a:pt x="466775" y="376643"/>
                </a:lnTo>
                <a:lnTo>
                  <a:pt x="460540" y="384340"/>
                </a:lnTo>
                <a:lnTo>
                  <a:pt x="483400" y="414921"/>
                </a:lnTo>
                <a:lnTo>
                  <a:pt x="539076" y="376897"/>
                </a:lnTo>
                <a:lnTo>
                  <a:pt x="582206" y="353860"/>
                </a:lnTo>
                <a:lnTo>
                  <a:pt x="625233" y="331000"/>
                </a:lnTo>
                <a:close/>
              </a:path>
              <a:path w="2230120" h="436879">
                <a:moveTo>
                  <a:pt x="887552" y="392061"/>
                </a:moveTo>
                <a:lnTo>
                  <a:pt x="850061" y="378028"/>
                </a:lnTo>
                <a:lnTo>
                  <a:pt x="795489" y="346240"/>
                </a:lnTo>
                <a:lnTo>
                  <a:pt x="765530" y="320332"/>
                </a:lnTo>
                <a:lnTo>
                  <a:pt x="783221" y="291376"/>
                </a:lnTo>
                <a:lnTo>
                  <a:pt x="789305" y="281419"/>
                </a:lnTo>
                <a:lnTo>
                  <a:pt x="807910" y="233375"/>
                </a:lnTo>
                <a:lnTo>
                  <a:pt x="821347" y="176174"/>
                </a:lnTo>
                <a:lnTo>
                  <a:pt x="829640" y="109829"/>
                </a:lnTo>
                <a:lnTo>
                  <a:pt x="881456" y="109829"/>
                </a:lnTo>
                <a:lnTo>
                  <a:pt x="881456" y="77825"/>
                </a:lnTo>
                <a:lnTo>
                  <a:pt x="794588" y="77825"/>
                </a:lnTo>
                <a:lnTo>
                  <a:pt x="794588" y="109829"/>
                </a:lnTo>
                <a:lnTo>
                  <a:pt x="787107" y="166725"/>
                </a:lnTo>
                <a:lnTo>
                  <a:pt x="776058" y="216039"/>
                </a:lnTo>
                <a:lnTo>
                  <a:pt x="761314" y="257556"/>
                </a:lnTo>
                <a:lnTo>
                  <a:pt x="742670" y="291376"/>
                </a:lnTo>
                <a:lnTo>
                  <a:pt x="723823" y="257619"/>
                </a:lnTo>
                <a:lnTo>
                  <a:pt x="708190" y="217754"/>
                </a:lnTo>
                <a:lnTo>
                  <a:pt x="695731" y="171653"/>
                </a:lnTo>
                <a:lnTo>
                  <a:pt x="695032" y="167741"/>
                </a:lnTo>
                <a:lnTo>
                  <a:pt x="686282" y="118973"/>
                </a:lnTo>
                <a:lnTo>
                  <a:pt x="690854" y="109829"/>
                </a:lnTo>
                <a:lnTo>
                  <a:pt x="794588" y="109829"/>
                </a:lnTo>
                <a:lnTo>
                  <a:pt x="794588" y="77825"/>
                </a:lnTo>
                <a:lnTo>
                  <a:pt x="703046" y="77825"/>
                </a:lnTo>
                <a:lnTo>
                  <a:pt x="709879" y="61506"/>
                </a:lnTo>
                <a:lnTo>
                  <a:pt x="716572" y="44780"/>
                </a:lnTo>
                <a:lnTo>
                  <a:pt x="722972" y="27800"/>
                </a:lnTo>
                <a:lnTo>
                  <a:pt x="728954" y="10668"/>
                </a:lnTo>
                <a:lnTo>
                  <a:pt x="693902" y="0"/>
                </a:lnTo>
                <a:lnTo>
                  <a:pt x="677303" y="52628"/>
                </a:lnTo>
                <a:lnTo>
                  <a:pt x="659409" y="100838"/>
                </a:lnTo>
                <a:lnTo>
                  <a:pt x="640067" y="144792"/>
                </a:lnTo>
                <a:lnTo>
                  <a:pt x="619137" y="184594"/>
                </a:lnTo>
                <a:lnTo>
                  <a:pt x="624738" y="190500"/>
                </a:lnTo>
                <a:lnTo>
                  <a:pt x="630567" y="197180"/>
                </a:lnTo>
                <a:lnTo>
                  <a:pt x="636282" y="204317"/>
                </a:lnTo>
                <a:lnTo>
                  <a:pt x="641997" y="212039"/>
                </a:lnTo>
                <a:lnTo>
                  <a:pt x="647763" y="201485"/>
                </a:lnTo>
                <a:lnTo>
                  <a:pt x="653453" y="190601"/>
                </a:lnTo>
                <a:lnTo>
                  <a:pt x="659231" y="179197"/>
                </a:lnTo>
                <a:lnTo>
                  <a:pt x="664946" y="167741"/>
                </a:lnTo>
                <a:lnTo>
                  <a:pt x="673519" y="213233"/>
                </a:lnTo>
                <a:lnTo>
                  <a:pt x="685520" y="253568"/>
                </a:lnTo>
                <a:lnTo>
                  <a:pt x="700951" y="288747"/>
                </a:lnTo>
                <a:lnTo>
                  <a:pt x="719810" y="318808"/>
                </a:lnTo>
                <a:lnTo>
                  <a:pt x="694956" y="341122"/>
                </a:lnTo>
                <a:lnTo>
                  <a:pt x="663943" y="362445"/>
                </a:lnTo>
                <a:lnTo>
                  <a:pt x="626935" y="382930"/>
                </a:lnTo>
                <a:lnTo>
                  <a:pt x="584073" y="402729"/>
                </a:lnTo>
                <a:lnTo>
                  <a:pt x="604012" y="426085"/>
                </a:lnTo>
                <a:lnTo>
                  <a:pt x="651764" y="412330"/>
                </a:lnTo>
                <a:lnTo>
                  <a:pt x="687793" y="390867"/>
                </a:lnTo>
                <a:lnTo>
                  <a:pt x="742670" y="346240"/>
                </a:lnTo>
                <a:lnTo>
                  <a:pt x="765517" y="368300"/>
                </a:lnTo>
                <a:lnTo>
                  <a:pt x="792822" y="388962"/>
                </a:lnTo>
                <a:lnTo>
                  <a:pt x="824407" y="408470"/>
                </a:lnTo>
                <a:lnTo>
                  <a:pt x="860120" y="427113"/>
                </a:lnTo>
                <a:lnTo>
                  <a:pt x="866978" y="416483"/>
                </a:lnTo>
                <a:lnTo>
                  <a:pt x="873836" y="407301"/>
                </a:lnTo>
                <a:lnTo>
                  <a:pt x="880668" y="399275"/>
                </a:lnTo>
                <a:lnTo>
                  <a:pt x="887552" y="392061"/>
                </a:lnTo>
                <a:close/>
              </a:path>
              <a:path w="2230120" h="436879">
                <a:moveTo>
                  <a:pt x="1085862" y="74676"/>
                </a:moveTo>
                <a:lnTo>
                  <a:pt x="1050709" y="74676"/>
                </a:lnTo>
                <a:lnTo>
                  <a:pt x="1050709" y="106781"/>
                </a:lnTo>
                <a:lnTo>
                  <a:pt x="1050709" y="213563"/>
                </a:lnTo>
                <a:lnTo>
                  <a:pt x="1050709" y="245567"/>
                </a:lnTo>
                <a:lnTo>
                  <a:pt x="1050709" y="355384"/>
                </a:lnTo>
                <a:lnTo>
                  <a:pt x="951649" y="355384"/>
                </a:lnTo>
                <a:lnTo>
                  <a:pt x="951649" y="245567"/>
                </a:lnTo>
                <a:lnTo>
                  <a:pt x="1050709" y="245567"/>
                </a:lnTo>
                <a:lnTo>
                  <a:pt x="1050709" y="213563"/>
                </a:lnTo>
                <a:lnTo>
                  <a:pt x="951649" y="213563"/>
                </a:lnTo>
                <a:lnTo>
                  <a:pt x="951649" y="106781"/>
                </a:lnTo>
                <a:lnTo>
                  <a:pt x="1050709" y="106781"/>
                </a:lnTo>
                <a:lnTo>
                  <a:pt x="1050709" y="74676"/>
                </a:lnTo>
                <a:lnTo>
                  <a:pt x="998893" y="74676"/>
                </a:lnTo>
                <a:lnTo>
                  <a:pt x="1004874" y="59563"/>
                </a:lnTo>
                <a:lnTo>
                  <a:pt x="1011275" y="44005"/>
                </a:lnTo>
                <a:lnTo>
                  <a:pt x="1017968" y="28181"/>
                </a:lnTo>
                <a:lnTo>
                  <a:pt x="1024801" y="12192"/>
                </a:lnTo>
                <a:lnTo>
                  <a:pt x="988225" y="1524"/>
                </a:lnTo>
                <a:lnTo>
                  <a:pt x="982433" y="18097"/>
                </a:lnTo>
                <a:lnTo>
                  <a:pt x="976223" y="35814"/>
                </a:lnTo>
                <a:lnTo>
                  <a:pt x="969149" y="54673"/>
                </a:lnTo>
                <a:lnTo>
                  <a:pt x="960793" y="74676"/>
                </a:lnTo>
                <a:lnTo>
                  <a:pt x="916508" y="74676"/>
                </a:lnTo>
                <a:lnTo>
                  <a:pt x="916508" y="425589"/>
                </a:lnTo>
                <a:lnTo>
                  <a:pt x="951649" y="425589"/>
                </a:lnTo>
                <a:lnTo>
                  <a:pt x="951649" y="389013"/>
                </a:lnTo>
                <a:lnTo>
                  <a:pt x="1050709" y="389013"/>
                </a:lnTo>
                <a:lnTo>
                  <a:pt x="1050709" y="422541"/>
                </a:lnTo>
                <a:lnTo>
                  <a:pt x="1085862" y="422541"/>
                </a:lnTo>
                <a:lnTo>
                  <a:pt x="1085862" y="389013"/>
                </a:lnTo>
                <a:lnTo>
                  <a:pt x="1085862" y="355384"/>
                </a:lnTo>
                <a:lnTo>
                  <a:pt x="1085862" y="245567"/>
                </a:lnTo>
                <a:lnTo>
                  <a:pt x="1085862" y="213563"/>
                </a:lnTo>
                <a:lnTo>
                  <a:pt x="1085862" y="106781"/>
                </a:lnTo>
                <a:lnTo>
                  <a:pt x="1085862" y="74676"/>
                </a:lnTo>
                <a:close/>
              </a:path>
              <a:path w="2230120" h="436879">
                <a:moveTo>
                  <a:pt x="1235303" y="272999"/>
                </a:moveTo>
                <a:lnTo>
                  <a:pt x="1219288" y="251294"/>
                </a:lnTo>
                <a:lnTo>
                  <a:pt x="1200962" y="227457"/>
                </a:lnTo>
                <a:lnTo>
                  <a:pt x="1180363" y="201587"/>
                </a:lnTo>
                <a:lnTo>
                  <a:pt x="1157490" y="173837"/>
                </a:lnTo>
                <a:lnTo>
                  <a:pt x="1131582" y="193751"/>
                </a:lnTo>
                <a:lnTo>
                  <a:pt x="1150696" y="219773"/>
                </a:lnTo>
                <a:lnTo>
                  <a:pt x="1169111" y="245376"/>
                </a:lnTo>
                <a:lnTo>
                  <a:pt x="1186700" y="270725"/>
                </a:lnTo>
                <a:lnTo>
                  <a:pt x="1203299" y="295948"/>
                </a:lnTo>
                <a:lnTo>
                  <a:pt x="1235303" y="272999"/>
                </a:lnTo>
                <a:close/>
              </a:path>
              <a:path w="2230120" h="436879">
                <a:moveTo>
                  <a:pt x="1317599" y="73152"/>
                </a:moveTo>
                <a:lnTo>
                  <a:pt x="1175778" y="73152"/>
                </a:lnTo>
                <a:lnTo>
                  <a:pt x="1181493" y="58039"/>
                </a:lnTo>
                <a:lnTo>
                  <a:pt x="1187208" y="42481"/>
                </a:lnTo>
                <a:lnTo>
                  <a:pt x="1192923" y="26657"/>
                </a:lnTo>
                <a:lnTo>
                  <a:pt x="1198638" y="10668"/>
                </a:lnTo>
                <a:lnTo>
                  <a:pt x="1162062" y="1524"/>
                </a:lnTo>
                <a:lnTo>
                  <a:pt x="1147241" y="47790"/>
                </a:lnTo>
                <a:lnTo>
                  <a:pt x="1130439" y="90347"/>
                </a:lnTo>
                <a:lnTo>
                  <a:pt x="1111910" y="128917"/>
                </a:lnTo>
                <a:lnTo>
                  <a:pt x="1091958" y="163169"/>
                </a:lnTo>
                <a:lnTo>
                  <a:pt x="1108913" y="171551"/>
                </a:lnTo>
                <a:lnTo>
                  <a:pt x="1116164" y="175602"/>
                </a:lnTo>
                <a:lnTo>
                  <a:pt x="1122438" y="179933"/>
                </a:lnTo>
                <a:lnTo>
                  <a:pt x="1132700" y="163334"/>
                </a:lnTo>
                <a:lnTo>
                  <a:pt x="1142822" y="145453"/>
                </a:lnTo>
                <a:lnTo>
                  <a:pt x="1152652" y="126136"/>
                </a:lnTo>
                <a:lnTo>
                  <a:pt x="1162062" y="105257"/>
                </a:lnTo>
                <a:lnTo>
                  <a:pt x="1279499" y="105257"/>
                </a:lnTo>
                <a:lnTo>
                  <a:pt x="1278559" y="171551"/>
                </a:lnTo>
                <a:lnTo>
                  <a:pt x="1277493" y="227457"/>
                </a:lnTo>
                <a:lnTo>
                  <a:pt x="1276096" y="277126"/>
                </a:lnTo>
                <a:lnTo>
                  <a:pt x="1274279" y="316852"/>
                </a:lnTo>
                <a:lnTo>
                  <a:pt x="1268425" y="365785"/>
                </a:lnTo>
                <a:lnTo>
                  <a:pt x="1229207" y="389013"/>
                </a:lnTo>
                <a:lnTo>
                  <a:pt x="1210589" y="388683"/>
                </a:lnTo>
                <a:lnTo>
                  <a:pt x="1191247" y="387629"/>
                </a:lnTo>
                <a:lnTo>
                  <a:pt x="1171054" y="385711"/>
                </a:lnTo>
                <a:lnTo>
                  <a:pt x="1149870" y="382816"/>
                </a:lnTo>
                <a:lnTo>
                  <a:pt x="1148346" y="382816"/>
                </a:lnTo>
                <a:lnTo>
                  <a:pt x="1150366" y="392061"/>
                </a:lnTo>
                <a:lnTo>
                  <a:pt x="1151966" y="401574"/>
                </a:lnTo>
                <a:lnTo>
                  <a:pt x="1153274" y="411632"/>
                </a:lnTo>
                <a:lnTo>
                  <a:pt x="1154442" y="422541"/>
                </a:lnTo>
                <a:lnTo>
                  <a:pt x="1195628" y="424637"/>
                </a:lnTo>
                <a:lnTo>
                  <a:pt x="1216240" y="425323"/>
                </a:lnTo>
                <a:lnTo>
                  <a:pt x="1236827" y="425589"/>
                </a:lnTo>
                <a:lnTo>
                  <a:pt x="1267091" y="421297"/>
                </a:lnTo>
                <a:lnTo>
                  <a:pt x="1301737" y="389013"/>
                </a:lnTo>
                <a:lnTo>
                  <a:pt x="1309878" y="332511"/>
                </a:lnTo>
                <a:lnTo>
                  <a:pt x="1312456" y="256247"/>
                </a:lnTo>
                <a:lnTo>
                  <a:pt x="1315491" y="145453"/>
                </a:lnTo>
                <a:lnTo>
                  <a:pt x="1316659" y="105257"/>
                </a:lnTo>
                <a:lnTo>
                  <a:pt x="1317599" y="73152"/>
                </a:lnTo>
                <a:close/>
              </a:path>
              <a:path w="2230120" h="436879">
                <a:moveTo>
                  <a:pt x="1776704" y="77825"/>
                </a:moveTo>
                <a:lnTo>
                  <a:pt x="1569250" y="77825"/>
                </a:lnTo>
                <a:lnTo>
                  <a:pt x="1601254" y="60960"/>
                </a:lnTo>
                <a:lnTo>
                  <a:pt x="1589544" y="40944"/>
                </a:lnTo>
                <a:lnTo>
                  <a:pt x="1579537" y="24193"/>
                </a:lnTo>
                <a:lnTo>
                  <a:pt x="1564678" y="0"/>
                </a:lnTo>
                <a:lnTo>
                  <a:pt x="1529626" y="15240"/>
                </a:lnTo>
                <a:lnTo>
                  <a:pt x="1536814" y="26720"/>
                </a:lnTo>
                <a:lnTo>
                  <a:pt x="1544866" y="40779"/>
                </a:lnTo>
                <a:lnTo>
                  <a:pt x="1554060" y="57721"/>
                </a:lnTo>
                <a:lnTo>
                  <a:pt x="1564678" y="77825"/>
                </a:lnTo>
                <a:lnTo>
                  <a:pt x="1354277" y="77825"/>
                </a:lnTo>
                <a:lnTo>
                  <a:pt x="1354277" y="109829"/>
                </a:lnTo>
                <a:lnTo>
                  <a:pt x="1473149" y="109829"/>
                </a:lnTo>
                <a:lnTo>
                  <a:pt x="1472641" y="136982"/>
                </a:lnTo>
                <a:lnTo>
                  <a:pt x="1468577" y="201358"/>
                </a:lnTo>
                <a:lnTo>
                  <a:pt x="1461287" y="250596"/>
                </a:lnTo>
                <a:lnTo>
                  <a:pt x="1445094" y="295719"/>
                </a:lnTo>
                <a:lnTo>
                  <a:pt x="1420177" y="336664"/>
                </a:lnTo>
                <a:lnTo>
                  <a:pt x="1386789" y="373367"/>
                </a:lnTo>
                <a:lnTo>
                  <a:pt x="1345133" y="405765"/>
                </a:lnTo>
                <a:lnTo>
                  <a:pt x="1358658" y="421005"/>
                </a:lnTo>
                <a:lnTo>
                  <a:pt x="1365059" y="428485"/>
                </a:lnTo>
                <a:lnTo>
                  <a:pt x="1371041" y="436245"/>
                </a:lnTo>
                <a:lnTo>
                  <a:pt x="1409026" y="407758"/>
                </a:lnTo>
                <a:lnTo>
                  <a:pt x="1440713" y="375666"/>
                </a:lnTo>
                <a:lnTo>
                  <a:pt x="1466138" y="339953"/>
                </a:lnTo>
                <a:lnTo>
                  <a:pt x="1485353" y="300545"/>
                </a:lnTo>
                <a:lnTo>
                  <a:pt x="1498371" y="257416"/>
                </a:lnTo>
                <a:lnTo>
                  <a:pt x="1505242" y="210502"/>
                </a:lnTo>
                <a:lnTo>
                  <a:pt x="1680603" y="210502"/>
                </a:lnTo>
                <a:lnTo>
                  <a:pt x="1676031" y="280276"/>
                </a:lnTo>
                <a:lnTo>
                  <a:pt x="1671459" y="338620"/>
                </a:lnTo>
                <a:lnTo>
                  <a:pt x="1657172" y="374243"/>
                </a:lnTo>
                <a:lnTo>
                  <a:pt x="1625739" y="385864"/>
                </a:lnTo>
                <a:lnTo>
                  <a:pt x="1607134" y="385533"/>
                </a:lnTo>
                <a:lnTo>
                  <a:pt x="1585836" y="384340"/>
                </a:lnTo>
                <a:lnTo>
                  <a:pt x="1561985" y="382003"/>
                </a:lnTo>
                <a:lnTo>
                  <a:pt x="1535722" y="378244"/>
                </a:lnTo>
                <a:lnTo>
                  <a:pt x="1537741" y="390296"/>
                </a:lnTo>
                <a:lnTo>
                  <a:pt x="1541818" y="419481"/>
                </a:lnTo>
                <a:lnTo>
                  <a:pt x="1612582" y="422275"/>
                </a:lnTo>
                <a:lnTo>
                  <a:pt x="1630311" y="422529"/>
                </a:lnTo>
                <a:lnTo>
                  <a:pt x="1662595" y="417652"/>
                </a:lnTo>
                <a:lnTo>
                  <a:pt x="1701457" y="378129"/>
                </a:lnTo>
                <a:lnTo>
                  <a:pt x="1711198" y="306959"/>
                </a:lnTo>
                <a:lnTo>
                  <a:pt x="1713941" y="267119"/>
                </a:lnTo>
                <a:lnTo>
                  <a:pt x="1716392" y="224129"/>
                </a:lnTo>
                <a:lnTo>
                  <a:pt x="1718703" y="178409"/>
                </a:lnTo>
                <a:lnTo>
                  <a:pt x="1508290" y="178409"/>
                </a:lnTo>
                <a:lnTo>
                  <a:pt x="1509191" y="163830"/>
                </a:lnTo>
                <a:lnTo>
                  <a:pt x="1510436" y="129540"/>
                </a:lnTo>
                <a:lnTo>
                  <a:pt x="1511338" y="109829"/>
                </a:lnTo>
                <a:lnTo>
                  <a:pt x="1776704" y="109829"/>
                </a:lnTo>
                <a:lnTo>
                  <a:pt x="1776704" y="77825"/>
                </a:lnTo>
                <a:close/>
              </a:path>
              <a:path w="2230120" h="436879">
                <a:moveTo>
                  <a:pt x="1894052" y="179933"/>
                </a:moveTo>
                <a:lnTo>
                  <a:pt x="1872932" y="162496"/>
                </a:lnTo>
                <a:lnTo>
                  <a:pt x="1853095" y="146786"/>
                </a:lnTo>
                <a:lnTo>
                  <a:pt x="1834692" y="132778"/>
                </a:lnTo>
                <a:lnTo>
                  <a:pt x="1817852" y="120497"/>
                </a:lnTo>
                <a:lnTo>
                  <a:pt x="1794992" y="146405"/>
                </a:lnTo>
                <a:lnTo>
                  <a:pt x="1809013" y="157022"/>
                </a:lnTo>
                <a:lnTo>
                  <a:pt x="1826044" y="170802"/>
                </a:lnTo>
                <a:lnTo>
                  <a:pt x="1846211" y="188023"/>
                </a:lnTo>
                <a:lnTo>
                  <a:pt x="1869668" y="208978"/>
                </a:lnTo>
                <a:lnTo>
                  <a:pt x="1874545" y="202958"/>
                </a:lnTo>
                <a:lnTo>
                  <a:pt x="1880146" y="196215"/>
                </a:lnTo>
                <a:lnTo>
                  <a:pt x="1886597" y="188582"/>
                </a:lnTo>
                <a:lnTo>
                  <a:pt x="1894052" y="179933"/>
                </a:lnTo>
                <a:close/>
              </a:path>
              <a:path w="2230120" h="436879">
                <a:moveTo>
                  <a:pt x="1895665" y="260794"/>
                </a:moveTo>
                <a:lnTo>
                  <a:pt x="1886496" y="257136"/>
                </a:lnTo>
                <a:lnTo>
                  <a:pt x="1877491" y="253174"/>
                </a:lnTo>
                <a:lnTo>
                  <a:pt x="1868792" y="249224"/>
                </a:lnTo>
                <a:lnTo>
                  <a:pt x="1860524" y="245554"/>
                </a:lnTo>
                <a:lnTo>
                  <a:pt x="1846541" y="291363"/>
                </a:lnTo>
                <a:lnTo>
                  <a:pt x="1832140" y="335000"/>
                </a:lnTo>
                <a:lnTo>
                  <a:pt x="1817446" y="376643"/>
                </a:lnTo>
                <a:lnTo>
                  <a:pt x="1802612" y="416445"/>
                </a:lnTo>
                <a:lnTo>
                  <a:pt x="1840712" y="430161"/>
                </a:lnTo>
                <a:lnTo>
                  <a:pt x="1852714" y="391236"/>
                </a:lnTo>
                <a:lnTo>
                  <a:pt x="1865871" y="350050"/>
                </a:lnTo>
                <a:lnTo>
                  <a:pt x="1880184" y="306578"/>
                </a:lnTo>
                <a:lnTo>
                  <a:pt x="1895665" y="260794"/>
                </a:lnTo>
                <a:close/>
              </a:path>
              <a:path w="2230120" h="436879">
                <a:moveTo>
                  <a:pt x="1909381" y="71628"/>
                </a:moveTo>
                <a:lnTo>
                  <a:pt x="1889950" y="53911"/>
                </a:lnTo>
                <a:lnTo>
                  <a:pt x="1870824" y="37338"/>
                </a:lnTo>
                <a:lnTo>
                  <a:pt x="1852282" y="21907"/>
                </a:lnTo>
                <a:lnTo>
                  <a:pt x="1834616" y="7620"/>
                </a:lnTo>
                <a:lnTo>
                  <a:pt x="1811756" y="30480"/>
                </a:lnTo>
                <a:lnTo>
                  <a:pt x="1828330" y="45034"/>
                </a:lnTo>
                <a:lnTo>
                  <a:pt x="1846046" y="61163"/>
                </a:lnTo>
                <a:lnTo>
                  <a:pt x="1864906" y="78752"/>
                </a:lnTo>
                <a:lnTo>
                  <a:pt x="1884908" y="97637"/>
                </a:lnTo>
                <a:lnTo>
                  <a:pt x="1890014" y="91655"/>
                </a:lnTo>
                <a:lnTo>
                  <a:pt x="1896008" y="85242"/>
                </a:lnTo>
                <a:lnTo>
                  <a:pt x="1902561" y="78524"/>
                </a:lnTo>
                <a:lnTo>
                  <a:pt x="1909381" y="71628"/>
                </a:lnTo>
                <a:close/>
              </a:path>
              <a:path w="2230120" h="436879">
                <a:moveTo>
                  <a:pt x="2229624" y="205930"/>
                </a:moveTo>
                <a:lnTo>
                  <a:pt x="2087791" y="205930"/>
                </a:lnTo>
                <a:lnTo>
                  <a:pt x="2087791" y="112877"/>
                </a:lnTo>
                <a:lnTo>
                  <a:pt x="2209812" y="112877"/>
                </a:lnTo>
                <a:lnTo>
                  <a:pt x="2209812" y="80873"/>
                </a:lnTo>
                <a:lnTo>
                  <a:pt x="2087791" y="80873"/>
                </a:lnTo>
                <a:lnTo>
                  <a:pt x="2087791" y="1524"/>
                </a:lnTo>
                <a:lnTo>
                  <a:pt x="2052739" y="1524"/>
                </a:lnTo>
                <a:lnTo>
                  <a:pt x="2052739" y="80873"/>
                </a:lnTo>
                <a:lnTo>
                  <a:pt x="1936813" y="80873"/>
                </a:lnTo>
                <a:lnTo>
                  <a:pt x="1936813" y="112877"/>
                </a:lnTo>
                <a:lnTo>
                  <a:pt x="2052739" y="112877"/>
                </a:lnTo>
                <a:lnTo>
                  <a:pt x="2052739" y="205930"/>
                </a:lnTo>
                <a:lnTo>
                  <a:pt x="1915477" y="205930"/>
                </a:lnTo>
                <a:lnTo>
                  <a:pt x="1915477" y="237934"/>
                </a:lnTo>
                <a:lnTo>
                  <a:pt x="2031301" y="237934"/>
                </a:lnTo>
                <a:lnTo>
                  <a:pt x="2018449" y="260527"/>
                </a:lnTo>
                <a:lnTo>
                  <a:pt x="1991017" y="304025"/>
                </a:lnTo>
                <a:lnTo>
                  <a:pt x="1963610" y="342620"/>
                </a:lnTo>
                <a:lnTo>
                  <a:pt x="1923097" y="375196"/>
                </a:lnTo>
                <a:lnTo>
                  <a:pt x="1939861" y="413397"/>
                </a:lnTo>
                <a:lnTo>
                  <a:pt x="2163991" y="393585"/>
                </a:lnTo>
                <a:lnTo>
                  <a:pt x="2170646" y="403631"/>
                </a:lnTo>
                <a:lnTo>
                  <a:pt x="2176843" y="413397"/>
                </a:lnTo>
                <a:lnTo>
                  <a:pt x="2182736" y="423151"/>
                </a:lnTo>
                <a:lnTo>
                  <a:pt x="2188476" y="433209"/>
                </a:lnTo>
                <a:lnTo>
                  <a:pt x="2197379" y="428396"/>
                </a:lnTo>
                <a:lnTo>
                  <a:pt x="2214613" y="418198"/>
                </a:lnTo>
                <a:lnTo>
                  <a:pt x="2223528" y="413397"/>
                </a:lnTo>
                <a:lnTo>
                  <a:pt x="2210333" y="393585"/>
                </a:lnTo>
                <a:lnTo>
                  <a:pt x="2199119" y="376720"/>
                </a:lnTo>
                <a:lnTo>
                  <a:pt x="2176043" y="342430"/>
                </a:lnTo>
                <a:lnTo>
                  <a:pt x="2153793" y="310388"/>
                </a:lnTo>
                <a:lnTo>
                  <a:pt x="2131987" y="280606"/>
                </a:lnTo>
                <a:lnTo>
                  <a:pt x="2103031" y="298996"/>
                </a:lnTo>
                <a:lnTo>
                  <a:pt x="2113343" y="314375"/>
                </a:lnTo>
                <a:lnTo>
                  <a:pt x="2123795" y="330619"/>
                </a:lnTo>
                <a:lnTo>
                  <a:pt x="2134539" y="347433"/>
                </a:lnTo>
                <a:lnTo>
                  <a:pt x="2145703" y="364528"/>
                </a:lnTo>
                <a:lnTo>
                  <a:pt x="2020938" y="374167"/>
                </a:lnTo>
                <a:lnTo>
                  <a:pt x="1979485" y="376720"/>
                </a:lnTo>
                <a:lnTo>
                  <a:pt x="2002624" y="345833"/>
                </a:lnTo>
                <a:lnTo>
                  <a:pt x="2026208" y="312508"/>
                </a:lnTo>
                <a:lnTo>
                  <a:pt x="2050084" y="276593"/>
                </a:lnTo>
                <a:lnTo>
                  <a:pt x="2074075" y="237934"/>
                </a:lnTo>
                <a:lnTo>
                  <a:pt x="2229624" y="237934"/>
                </a:lnTo>
                <a:lnTo>
                  <a:pt x="2229624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4724400" y="3738753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115919" y="416433"/>
                </a:moveTo>
                <a:lnTo>
                  <a:pt x="79343" y="416433"/>
                </a:lnTo>
                <a:lnTo>
                  <a:pt x="50572" y="380967"/>
                </a:lnTo>
                <a:lnTo>
                  <a:pt x="28330" y="342339"/>
                </a:lnTo>
                <a:lnTo>
                  <a:pt x="12539" y="300697"/>
                </a:lnTo>
                <a:lnTo>
                  <a:pt x="3121" y="256193"/>
                </a:lnTo>
                <a:lnTo>
                  <a:pt x="0" y="208978"/>
                </a:lnTo>
                <a:lnTo>
                  <a:pt x="3121" y="161760"/>
                </a:lnTo>
                <a:lnTo>
                  <a:pt x="12539" y="117189"/>
                </a:lnTo>
                <a:lnTo>
                  <a:pt x="28330" y="75329"/>
                </a:lnTo>
                <a:lnTo>
                  <a:pt x="50572" y="36245"/>
                </a:lnTo>
                <a:lnTo>
                  <a:pt x="79343" y="0"/>
                </a:lnTo>
                <a:lnTo>
                  <a:pt x="115919" y="0"/>
                </a:lnTo>
                <a:lnTo>
                  <a:pt x="87928" y="36976"/>
                </a:lnTo>
                <a:lnTo>
                  <a:pt x="66142" y="76427"/>
                </a:lnTo>
                <a:lnTo>
                  <a:pt x="50569" y="118286"/>
                </a:lnTo>
                <a:lnTo>
                  <a:pt x="41218" y="162491"/>
                </a:lnTo>
                <a:lnTo>
                  <a:pt x="38100" y="208978"/>
                </a:lnTo>
                <a:lnTo>
                  <a:pt x="41218" y="255315"/>
                </a:lnTo>
                <a:lnTo>
                  <a:pt x="50569" y="299161"/>
                </a:lnTo>
                <a:lnTo>
                  <a:pt x="66142" y="340583"/>
                </a:lnTo>
                <a:lnTo>
                  <a:pt x="87928" y="379651"/>
                </a:lnTo>
                <a:lnTo>
                  <a:pt x="115919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4902803" y="3758565"/>
            <a:ext cx="233679" cy="325120"/>
          </a:xfrm>
          <a:custGeom>
            <a:avLst/>
            <a:gdLst/>
            <a:ahLst/>
            <a:cxnLst/>
            <a:rect l="l" t="t" r="r" b="b"/>
            <a:pathLst>
              <a:path w="233679" h="325120">
                <a:moveTo>
                  <a:pt x="146399" y="324897"/>
                </a:moveTo>
                <a:lnTo>
                  <a:pt x="86772" y="313848"/>
                </a:lnTo>
                <a:lnTo>
                  <a:pt x="39719" y="282225"/>
                </a:lnTo>
                <a:lnTo>
                  <a:pt x="9536" y="231886"/>
                </a:lnTo>
                <a:lnTo>
                  <a:pt x="0" y="167830"/>
                </a:lnTo>
                <a:lnTo>
                  <a:pt x="2620" y="132009"/>
                </a:lnTo>
                <a:lnTo>
                  <a:pt x="24471" y="71296"/>
                </a:lnTo>
                <a:lnTo>
                  <a:pt x="68605" y="25757"/>
                </a:lnTo>
                <a:lnTo>
                  <a:pt x="126413" y="2858"/>
                </a:lnTo>
                <a:lnTo>
                  <a:pt x="160210" y="0"/>
                </a:lnTo>
                <a:lnTo>
                  <a:pt x="181070" y="857"/>
                </a:lnTo>
                <a:lnTo>
                  <a:pt x="200215" y="3428"/>
                </a:lnTo>
                <a:lnTo>
                  <a:pt x="217646" y="7715"/>
                </a:lnTo>
                <a:lnTo>
                  <a:pt x="233362" y="13715"/>
                </a:lnTo>
                <a:lnTo>
                  <a:pt x="233362" y="51911"/>
                </a:lnTo>
                <a:lnTo>
                  <a:pt x="216550" y="43910"/>
                </a:lnTo>
                <a:lnTo>
                  <a:pt x="198310" y="38195"/>
                </a:lnTo>
                <a:lnTo>
                  <a:pt x="178927" y="34766"/>
                </a:lnTo>
                <a:lnTo>
                  <a:pt x="158686" y="33623"/>
                </a:lnTo>
                <a:lnTo>
                  <a:pt x="133485" y="35909"/>
                </a:lnTo>
                <a:lnTo>
                  <a:pt x="90012" y="54197"/>
                </a:lnTo>
                <a:lnTo>
                  <a:pt x="56840" y="89060"/>
                </a:lnTo>
                <a:lnTo>
                  <a:pt x="40219" y="137104"/>
                </a:lnTo>
                <a:lnTo>
                  <a:pt x="38195" y="166306"/>
                </a:lnTo>
                <a:lnTo>
                  <a:pt x="40171" y="193467"/>
                </a:lnTo>
                <a:lnTo>
                  <a:pt x="55554" y="239253"/>
                </a:lnTo>
                <a:lnTo>
                  <a:pt x="85844" y="272724"/>
                </a:lnTo>
                <a:lnTo>
                  <a:pt x="127611" y="289345"/>
                </a:lnTo>
                <a:lnTo>
                  <a:pt x="152495" y="291369"/>
                </a:lnTo>
                <a:lnTo>
                  <a:pt x="174815" y="290179"/>
                </a:lnTo>
                <a:lnTo>
                  <a:pt x="195822" y="286416"/>
                </a:lnTo>
                <a:lnTo>
                  <a:pt x="215382" y="279796"/>
                </a:lnTo>
                <a:lnTo>
                  <a:pt x="233362" y="270033"/>
                </a:lnTo>
                <a:lnTo>
                  <a:pt x="233362" y="306609"/>
                </a:lnTo>
                <a:lnTo>
                  <a:pt x="215073" y="314610"/>
                </a:lnTo>
                <a:lnTo>
                  <a:pt x="194488" y="320325"/>
                </a:lnTo>
                <a:lnTo>
                  <a:pt x="171600" y="323754"/>
                </a:lnTo>
                <a:lnTo>
                  <a:pt x="146399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5200256" y="3763136"/>
            <a:ext cx="499109" cy="320675"/>
          </a:xfrm>
          <a:custGeom>
            <a:avLst/>
            <a:gdLst/>
            <a:ahLst/>
            <a:cxnLst/>
            <a:rect l="l" t="t" r="r" b="b"/>
            <a:pathLst>
              <a:path w="499110" h="320675">
                <a:moveTo>
                  <a:pt x="225653" y="314236"/>
                </a:moveTo>
                <a:lnTo>
                  <a:pt x="166217" y="221170"/>
                </a:lnTo>
                <a:lnTo>
                  <a:pt x="161645" y="213550"/>
                </a:lnTo>
                <a:lnTo>
                  <a:pt x="158597" y="207454"/>
                </a:lnTo>
                <a:lnTo>
                  <a:pt x="155549" y="202882"/>
                </a:lnTo>
                <a:lnTo>
                  <a:pt x="150977" y="196786"/>
                </a:lnTo>
                <a:lnTo>
                  <a:pt x="147929" y="192214"/>
                </a:lnTo>
                <a:lnTo>
                  <a:pt x="144881" y="189166"/>
                </a:lnTo>
                <a:lnTo>
                  <a:pt x="141833" y="184594"/>
                </a:lnTo>
                <a:lnTo>
                  <a:pt x="137261" y="181546"/>
                </a:lnTo>
                <a:lnTo>
                  <a:pt x="134112" y="178498"/>
                </a:lnTo>
                <a:lnTo>
                  <a:pt x="120396" y="169354"/>
                </a:lnTo>
                <a:lnTo>
                  <a:pt x="128130" y="166814"/>
                </a:lnTo>
                <a:lnTo>
                  <a:pt x="135305" y="163830"/>
                </a:lnTo>
                <a:lnTo>
                  <a:pt x="170789" y="138874"/>
                </a:lnTo>
                <a:lnTo>
                  <a:pt x="187934" y="100304"/>
                </a:lnTo>
                <a:lnTo>
                  <a:pt x="189077" y="83921"/>
                </a:lnTo>
                <a:lnTo>
                  <a:pt x="188772" y="73914"/>
                </a:lnTo>
                <a:lnTo>
                  <a:pt x="173736" y="33629"/>
                </a:lnTo>
                <a:lnTo>
                  <a:pt x="173456" y="33248"/>
                </a:lnTo>
                <a:lnTo>
                  <a:pt x="167982" y="27203"/>
                </a:lnTo>
                <a:lnTo>
                  <a:pt x="161645" y="21437"/>
                </a:lnTo>
                <a:lnTo>
                  <a:pt x="155409" y="16852"/>
                </a:lnTo>
                <a:lnTo>
                  <a:pt x="150977" y="14198"/>
                </a:lnTo>
                <a:lnTo>
                  <a:pt x="150977" y="86969"/>
                </a:lnTo>
                <a:lnTo>
                  <a:pt x="150685" y="94449"/>
                </a:lnTo>
                <a:lnTo>
                  <a:pt x="132588" y="131254"/>
                </a:lnTo>
                <a:lnTo>
                  <a:pt x="126492" y="137350"/>
                </a:lnTo>
                <a:lnTo>
                  <a:pt x="86868" y="148018"/>
                </a:lnTo>
                <a:lnTo>
                  <a:pt x="36576" y="148018"/>
                </a:lnTo>
                <a:lnTo>
                  <a:pt x="36576" y="33629"/>
                </a:lnTo>
                <a:lnTo>
                  <a:pt x="86868" y="33629"/>
                </a:lnTo>
                <a:lnTo>
                  <a:pt x="125234" y="41986"/>
                </a:lnTo>
                <a:lnTo>
                  <a:pt x="149860" y="75234"/>
                </a:lnTo>
                <a:lnTo>
                  <a:pt x="150977" y="86969"/>
                </a:lnTo>
                <a:lnTo>
                  <a:pt x="150977" y="14198"/>
                </a:lnTo>
                <a:lnTo>
                  <a:pt x="114109" y="1905"/>
                </a:lnTo>
                <a:lnTo>
                  <a:pt x="94488" y="0"/>
                </a:lnTo>
                <a:lnTo>
                  <a:pt x="0" y="0"/>
                </a:lnTo>
                <a:lnTo>
                  <a:pt x="0" y="314236"/>
                </a:lnTo>
                <a:lnTo>
                  <a:pt x="36576" y="314236"/>
                </a:lnTo>
                <a:lnTo>
                  <a:pt x="36576" y="181546"/>
                </a:lnTo>
                <a:lnTo>
                  <a:pt x="80772" y="181546"/>
                </a:lnTo>
                <a:lnTo>
                  <a:pt x="85344" y="183070"/>
                </a:lnTo>
                <a:lnTo>
                  <a:pt x="91440" y="186118"/>
                </a:lnTo>
                <a:lnTo>
                  <a:pt x="96012" y="187642"/>
                </a:lnTo>
                <a:lnTo>
                  <a:pt x="100584" y="192214"/>
                </a:lnTo>
                <a:lnTo>
                  <a:pt x="105156" y="195262"/>
                </a:lnTo>
                <a:lnTo>
                  <a:pt x="109728" y="199834"/>
                </a:lnTo>
                <a:lnTo>
                  <a:pt x="181457" y="314236"/>
                </a:lnTo>
                <a:lnTo>
                  <a:pt x="225653" y="314236"/>
                </a:lnTo>
                <a:close/>
              </a:path>
              <a:path w="499110" h="320675">
                <a:moveTo>
                  <a:pt x="498640" y="0"/>
                </a:moveTo>
                <a:lnTo>
                  <a:pt x="462064" y="0"/>
                </a:lnTo>
                <a:lnTo>
                  <a:pt x="462064" y="193738"/>
                </a:lnTo>
                <a:lnTo>
                  <a:pt x="456971" y="234683"/>
                </a:lnTo>
                <a:lnTo>
                  <a:pt x="441858" y="263740"/>
                </a:lnTo>
                <a:lnTo>
                  <a:pt x="417017" y="281063"/>
                </a:lnTo>
                <a:lnTo>
                  <a:pt x="382714" y="286804"/>
                </a:lnTo>
                <a:lnTo>
                  <a:pt x="346951" y="280797"/>
                </a:lnTo>
                <a:lnTo>
                  <a:pt x="321754" y="262788"/>
                </a:lnTo>
                <a:lnTo>
                  <a:pt x="306857" y="232752"/>
                </a:lnTo>
                <a:lnTo>
                  <a:pt x="301942" y="190690"/>
                </a:lnTo>
                <a:lnTo>
                  <a:pt x="301942" y="0"/>
                </a:lnTo>
                <a:lnTo>
                  <a:pt x="263753" y="0"/>
                </a:lnTo>
                <a:lnTo>
                  <a:pt x="263753" y="192214"/>
                </a:lnTo>
                <a:lnTo>
                  <a:pt x="270916" y="248285"/>
                </a:lnTo>
                <a:lnTo>
                  <a:pt x="292379" y="288315"/>
                </a:lnTo>
                <a:lnTo>
                  <a:pt x="328129" y="312331"/>
                </a:lnTo>
                <a:lnTo>
                  <a:pt x="378142" y="320332"/>
                </a:lnTo>
                <a:lnTo>
                  <a:pt x="421728" y="315023"/>
                </a:lnTo>
                <a:lnTo>
                  <a:pt x="455498" y="299110"/>
                </a:lnTo>
                <a:lnTo>
                  <a:pt x="479513" y="272580"/>
                </a:lnTo>
                <a:lnTo>
                  <a:pt x="493877" y="235432"/>
                </a:lnTo>
                <a:lnTo>
                  <a:pt x="498640" y="187642"/>
                </a:lnTo>
                <a:lnTo>
                  <a:pt x="49864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5776721" y="3763136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8382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37842" y="4318"/>
                </a:lnTo>
                <a:lnTo>
                  <a:pt x="179447" y="17243"/>
                </a:lnTo>
                <a:lnTo>
                  <a:pt x="204055" y="33623"/>
                </a:lnTo>
                <a:lnTo>
                  <a:pt x="36576" y="33623"/>
                </a:lnTo>
                <a:lnTo>
                  <a:pt x="36576" y="282225"/>
                </a:lnTo>
                <a:lnTo>
                  <a:pt x="193313" y="282225"/>
                </a:lnTo>
                <a:lnTo>
                  <a:pt x="182497" y="290441"/>
                </a:lnTo>
                <a:lnTo>
                  <a:pt x="153626" y="303752"/>
                </a:lnTo>
                <a:lnTo>
                  <a:pt x="120736" y="311634"/>
                </a:lnTo>
                <a:lnTo>
                  <a:pt x="83820" y="314229"/>
                </a:lnTo>
                <a:close/>
              </a:path>
              <a:path w="253364" h="314325">
                <a:moveTo>
                  <a:pt x="193313" y="282225"/>
                </a:moveTo>
                <a:lnTo>
                  <a:pt x="83820" y="282225"/>
                </a:lnTo>
                <a:lnTo>
                  <a:pt x="113021" y="279987"/>
                </a:lnTo>
                <a:lnTo>
                  <a:pt x="138767" y="273462"/>
                </a:lnTo>
                <a:lnTo>
                  <a:pt x="179927" y="248697"/>
                </a:lnTo>
                <a:lnTo>
                  <a:pt x="206025" y="208264"/>
                </a:lnTo>
                <a:lnTo>
                  <a:pt x="214979" y="154114"/>
                </a:lnTo>
                <a:lnTo>
                  <a:pt x="206952" y="101814"/>
                </a:lnTo>
                <a:lnTo>
                  <a:pt x="182772" y="64115"/>
                </a:lnTo>
                <a:lnTo>
                  <a:pt x="142287" y="41292"/>
                </a:lnTo>
                <a:lnTo>
                  <a:pt x="85344" y="33623"/>
                </a:lnTo>
                <a:lnTo>
                  <a:pt x="204055" y="33623"/>
                </a:lnTo>
                <a:lnTo>
                  <a:pt x="211728" y="38731"/>
                </a:lnTo>
                <a:lnTo>
                  <a:pt x="234731" y="68735"/>
                </a:lnTo>
                <a:lnTo>
                  <a:pt x="248499" y="107211"/>
                </a:lnTo>
                <a:lnTo>
                  <a:pt x="253079" y="154114"/>
                </a:lnTo>
                <a:lnTo>
                  <a:pt x="250221" y="188752"/>
                </a:lnTo>
                <a:lnTo>
                  <a:pt x="241649" y="219694"/>
                </a:lnTo>
                <a:lnTo>
                  <a:pt x="227361" y="247206"/>
                </a:lnTo>
                <a:lnTo>
                  <a:pt x="207359" y="271557"/>
                </a:lnTo>
                <a:lnTo>
                  <a:pt x="193313" y="2822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6089332" y="3738753"/>
            <a:ext cx="116205" cy="416559"/>
          </a:xfrm>
          <a:custGeom>
            <a:avLst/>
            <a:gdLst/>
            <a:ahLst/>
            <a:cxnLst/>
            <a:rect l="l" t="t" r="r" b="b"/>
            <a:pathLst>
              <a:path w="116204" h="416560">
                <a:moveTo>
                  <a:pt x="38100" y="416433"/>
                </a:moveTo>
                <a:lnTo>
                  <a:pt x="0" y="416433"/>
                </a:lnTo>
                <a:lnTo>
                  <a:pt x="28027" y="380178"/>
                </a:lnTo>
                <a:lnTo>
                  <a:pt x="49818" y="341075"/>
                </a:lnTo>
                <a:lnTo>
                  <a:pt x="65377" y="299202"/>
                </a:lnTo>
                <a:lnTo>
                  <a:pt x="74709" y="254636"/>
                </a:lnTo>
                <a:lnTo>
                  <a:pt x="77819" y="207454"/>
                </a:lnTo>
                <a:lnTo>
                  <a:pt x="74721" y="161117"/>
                </a:lnTo>
                <a:lnTo>
                  <a:pt x="65474" y="117271"/>
                </a:lnTo>
                <a:lnTo>
                  <a:pt x="50147" y="75849"/>
                </a:lnTo>
                <a:lnTo>
                  <a:pt x="28807" y="36781"/>
                </a:lnTo>
                <a:lnTo>
                  <a:pt x="1524" y="0"/>
                </a:lnTo>
                <a:lnTo>
                  <a:pt x="38100" y="0"/>
                </a:lnTo>
                <a:lnTo>
                  <a:pt x="66127" y="35318"/>
                </a:lnTo>
                <a:lnTo>
                  <a:pt x="87918" y="73654"/>
                </a:lnTo>
                <a:lnTo>
                  <a:pt x="103477" y="115077"/>
                </a:lnTo>
                <a:lnTo>
                  <a:pt x="112809" y="159654"/>
                </a:lnTo>
                <a:lnTo>
                  <a:pt x="115919" y="207454"/>
                </a:lnTo>
                <a:lnTo>
                  <a:pt x="112809" y="255367"/>
                </a:lnTo>
                <a:lnTo>
                  <a:pt x="103477" y="300299"/>
                </a:lnTo>
                <a:lnTo>
                  <a:pt x="87918" y="342173"/>
                </a:lnTo>
                <a:lnTo>
                  <a:pt x="66127" y="380910"/>
                </a:lnTo>
                <a:lnTo>
                  <a:pt x="38100" y="4164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5169598"/>
            <a:ext cx="109823" cy="109823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1300632" y="4995671"/>
            <a:ext cx="2676525" cy="434975"/>
          </a:xfrm>
          <a:custGeom>
            <a:avLst/>
            <a:gdLst/>
            <a:ahLst/>
            <a:cxnLst/>
            <a:rect l="l" t="t" r="r" b="b"/>
            <a:pathLst>
              <a:path w="2676525" h="434975">
                <a:moveTo>
                  <a:pt x="378244" y="18288"/>
                </a:moveTo>
                <a:lnTo>
                  <a:pt x="54952" y="18288"/>
                </a:lnTo>
                <a:lnTo>
                  <a:pt x="54952" y="292900"/>
                </a:lnTo>
                <a:lnTo>
                  <a:pt x="91528" y="292900"/>
                </a:lnTo>
                <a:lnTo>
                  <a:pt x="91528" y="50393"/>
                </a:lnTo>
                <a:lnTo>
                  <a:pt x="341668" y="50393"/>
                </a:lnTo>
                <a:lnTo>
                  <a:pt x="341668" y="291376"/>
                </a:lnTo>
                <a:lnTo>
                  <a:pt x="378244" y="291376"/>
                </a:lnTo>
                <a:lnTo>
                  <a:pt x="378244" y="50393"/>
                </a:lnTo>
                <a:lnTo>
                  <a:pt x="378244" y="18288"/>
                </a:lnTo>
                <a:close/>
              </a:path>
              <a:path w="2676525" h="434975">
                <a:moveTo>
                  <a:pt x="433197" y="305092"/>
                </a:moveTo>
                <a:lnTo>
                  <a:pt x="424002" y="301904"/>
                </a:lnTo>
                <a:lnTo>
                  <a:pt x="405676" y="296087"/>
                </a:lnTo>
                <a:lnTo>
                  <a:pt x="396532" y="292900"/>
                </a:lnTo>
                <a:lnTo>
                  <a:pt x="392455" y="345490"/>
                </a:lnTo>
                <a:lnTo>
                  <a:pt x="379387" y="381965"/>
                </a:lnTo>
                <a:lnTo>
                  <a:pt x="356908" y="389013"/>
                </a:lnTo>
                <a:lnTo>
                  <a:pt x="286702" y="389013"/>
                </a:lnTo>
                <a:lnTo>
                  <a:pt x="273583" y="387299"/>
                </a:lnTo>
                <a:lnTo>
                  <a:pt x="264033" y="382155"/>
                </a:lnTo>
                <a:lnTo>
                  <a:pt x="258203" y="373583"/>
                </a:lnTo>
                <a:lnTo>
                  <a:pt x="256222" y="361581"/>
                </a:lnTo>
                <a:lnTo>
                  <a:pt x="256222" y="247180"/>
                </a:lnTo>
                <a:lnTo>
                  <a:pt x="256222" y="233375"/>
                </a:lnTo>
                <a:lnTo>
                  <a:pt x="224218" y="233375"/>
                </a:lnTo>
                <a:lnTo>
                  <a:pt x="227977" y="209651"/>
                </a:lnTo>
                <a:lnTo>
                  <a:pt x="230314" y="184213"/>
                </a:lnTo>
                <a:lnTo>
                  <a:pt x="231508" y="157035"/>
                </a:lnTo>
                <a:lnTo>
                  <a:pt x="231838" y="128117"/>
                </a:lnTo>
                <a:lnTo>
                  <a:pt x="231838" y="83921"/>
                </a:lnTo>
                <a:lnTo>
                  <a:pt x="196786" y="83921"/>
                </a:lnTo>
                <a:lnTo>
                  <a:pt x="196786" y="128117"/>
                </a:lnTo>
                <a:lnTo>
                  <a:pt x="194233" y="183578"/>
                </a:lnTo>
                <a:lnTo>
                  <a:pt x="186690" y="230733"/>
                </a:lnTo>
                <a:lnTo>
                  <a:pt x="174282" y="269303"/>
                </a:lnTo>
                <a:lnTo>
                  <a:pt x="131940" y="326986"/>
                </a:lnTo>
                <a:lnTo>
                  <a:pt x="97434" y="353720"/>
                </a:lnTo>
                <a:lnTo>
                  <a:pt x="53517" y="379018"/>
                </a:lnTo>
                <a:lnTo>
                  <a:pt x="0" y="402729"/>
                </a:lnTo>
                <a:lnTo>
                  <a:pt x="7708" y="411581"/>
                </a:lnTo>
                <a:lnTo>
                  <a:pt x="14719" y="419874"/>
                </a:lnTo>
                <a:lnTo>
                  <a:pt x="20866" y="427583"/>
                </a:lnTo>
                <a:lnTo>
                  <a:pt x="25996" y="434733"/>
                </a:lnTo>
                <a:lnTo>
                  <a:pt x="82600" y="407847"/>
                </a:lnTo>
                <a:lnTo>
                  <a:pt x="128917" y="379666"/>
                </a:lnTo>
                <a:lnTo>
                  <a:pt x="164960" y="350037"/>
                </a:lnTo>
                <a:lnTo>
                  <a:pt x="190690" y="318808"/>
                </a:lnTo>
                <a:lnTo>
                  <a:pt x="215125" y="268020"/>
                </a:lnTo>
                <a:lnTo>
                  <a:pt x="221170" y="247180"/>
                </a:lnTo>
                <a:lnTo>
                  <a:pt x="221170" y="367677"/>
                </a:lnTo>
                <a:lnTo>
                  <a:pt x="224624" y="390791"/>
                </a:lnTo>
                <a:lnTo>
                  <a:pt x="235077" y="407492"/>
                </a:lnTo>
                <a:lnTo>
                  <a:pt x="252679" y="417601"/>
                </a:lnTo>
                <a:lnTo>
                  <a:pt x="277558" y="421017"/>
                </a:lnTo>
                <a:lnTo>
                  <a:pt x="361480" y="421017"/>
                </a:lnTo>
                <a:lnTo>
                  <a:pt x="385813" y="418160"/>
                </a:lnTo>
                <a:lnTo>
                  <a:pt x="404152" y="409587"/>
                </a:lnTo>
                <a:lnTo>
                  <a:pt x="416763" y="395300"/>
                </a:lnTo>
                <a:lnTo>
                  <a:pt x="419023" y="389013"/>
                </a:lnTo>
                <a:lnTo>
                  <a:pt x="423964" y="375297"/>
                </a:lnTo>
                <a:lnTo>
                  <a:pt x="426212" y="360057"/>
                </a:lnTo>
                <a:lnTo>
                  <a:pt x="428536" y="343052"/>
                </a:lnTo>
                <a:lnTo>
                  <a:pt x="430860" y="324853"/>
                </a:lnTo>
                <a:lnTo>
                  <a:pt x="433197" y="305092"/>
                </a:lnTo>
                <a:close/>
              </a:path>
              <a:path w="2676525" h="434975">
                <a:moveTo>
                  <a:pt x="561213" y="80873"/>
                </a:moveTo>
                <a:lnTo>
                  <a:pt x="547852" y="64681"/>
                </a:lnTo>
                <a:lnTo>
                  <a:pt x="532447" y="47523"/>
                </a:lnTo>
                <a:lnTo>
                  <a:pt x="515137" y="29616"/>
                </a:lnTo>
                <a:lnTo>
                  <a:pt x="495681" y="10668"/>
                </a:lnTo>
                <a:lnTo>
                  <a:pt x="472821" y="30581"/>
                </a:lnTo>
                <a:lnTo>
                  <a:pt x="487921" y="47129"/>
                </a:lnTo>
                <a:lnTo>
                  <a:pt x="503199" y="64566"/>
                </a:lnTo>
                <a:lnTo>
                  <a:pt x="518680" y="83083"/>
                </a:lnTo>
                <a:lnTo>
                  <a:pt x="533781" y="102209"/>
                </a:lnTo>
                <a:lnTo>
                  <a:pt x="561213" y="80873"/>
                </a:lnTo>
                <a:close/>
              </a:path>
              <a:path w="2676525" h="434975">
                <a:moveTo>
                  <a:pt x="587209" y="321856"/>
                </a:moveTo>
                <a:lnTo>
                  <a:pt x="584288" y="311835"/>
                </a:lnTo>
                <a:lnTo>
                  <a:pt x="582066" y="302234"/>
                </a:lnTo>
                <a:lnTo>
                  <a:pt x="580148" y="292925"/>
                </a:lnTo>
                <a:lnTo>
                  <a:pt x="578065" y="283756"/>
                </a:lnTo>
                <a:lnTo>
                  <a:pt x="551891" y="307759"/>
                </a:lnTo>
                <a:lnTo>
                  <a:pt x="540042" y="318897"/>
                </a:lnTo>
                <a:lnTo>
                  <a:pt x="529209" y="329476"/>
                </a:lnTo>
                <a:lnTo>
                  <a:pt x="529209" y="146494"/>
                </a:lnTo>
                <a:lnTo>
                  <a:pt x="448437" y="146494"/>
                </a:lnTo>
                <a:lnTo>
                  <a:pt x="448437" y="178498"/>
                </a:lnTo>
                <a:lnTo>
                  <a:pt x="497205" y="178498"/>
                </a:lnTo>
                <a:lnTo>
                  <a:pt x="497103" y="333908"/>
                </a:lnTo>
                <a:lnTo>
                  <a:pt x="496341" y="344297"/>
                </a:lnTo>
                <a:lnTo>
                  <a:pt x="493776" y="354330"/>
                </a:lnTo>
                <a:lnTo>
                  <a:pt x="489483" y="362623"/>
                </a:lnTo>
                <a:lnTo>
                  <a:pt x="483489" y="369189"/>
                </a:lnTo>
                <a:lnTo>
                  <a:pt x="507873" y="398157"/>
                </a:lnTo>
                <a:lnTo>
                  <a:pt x="512711" y="392417"/>
                </a:lnTo>
                <a:lnTo>
                  <a:pt x="523519" y="380365"/>
                </a:lnTo>
                <a:lnTo>
                  <a:pt x="529209" y="373761"/>
                </a:lnTo>
                <a:lnTo>
                  <a:pt x="547903" y="356425"/>
                </a:lnTo>
                <a:lnTo>
                  <a:pt x="555891" y="348996"/>
                </a:lnTo>
                <a:lnTo>
                  <a:pt x="570826" y="335584"/>
                </a:lnTo>
                <a:lnTo>
                  <a:pt x="578116" y="329476"/>
                </a:lnTo>
                <a:lnTo>
                  <a:pt x="587209" y="321856"/>
                </a:lnTo>
                <a:close/>
              </a:path>
              <a:path w="2676525" h="434975">
                <a:moveTo>
                  <a:pt x="883069" y="373761"/>
                </a:moveTo>
                <a:lnTo>
                  <a:pt x="844689" y="356349"/>
                </a:lnTo>
                <a:lnTo>
                  <a:pt x="809637" y="333908"/>
                </a:lnTo>
                <a:lnTo>
                  <a:pt x="777735" y="306603"/>
                </a:lnTo>
                <a:lnTo>
                  <a:pt x="761238" y="288328"/>
                </a:lnTo>
                <a:lnTo>
                  <a:pt x="748855" y="274612"/>
                </a:lnTo>
                <a:lnTo>
                  <a:pt x="870864" y="274612"/>
                </a:lnTo>
                <a:lnTo>
                  <a:pt x="870864" y="245656"/>
                </a:lnTo>
                <a:lnTo>
                  <a:pt x="733615" y="245656"/>
                </a:lnTo>
                <a:lnTo>
                  <a:pt x="733615" y="198310"/>
                </a:lnTo>
                <a:lnTo>
                  <a:pt x="814387" y="198310"/>
                </a:lnTo>
                <a:lnTo>
                  <a:pt x="814387" y="212026"/>
                </a:lnTo>
                <a:lnTo>
                  <a:pt x="846391" y="212026"/>
                </a:lnTo>
                <a:lnTo>
                  <a:pt x="846391" y="19812"/>
                </a:lnTo>
                <a:lnTo>
                  <a:pt x="814387" y="19812"/>
                </a:lnTo>
                <a:lnTo>
                  <a:pt x="814387" y="47345"/>
                </a:lnTo>
                <a:lnTo>
                  <a:pt x="814387" y="94589"/>
                </a:lnTo>
                <a:lnTo>
                  <a:pt x="814387" y="122021"/>
                </a:lnTo>
                <a:lnTo>
                  <a:pt x="814387" y="169354"/>
                </a:lnTo>
                <a:lnTo>
                  <a:pt x="733615" y="169354"/>
                </a:lnTo>
                <a:lnTo>
                  <a:pt x="733615" y="122021"/>
                </a:lnTo>
                <a:lnTo>
                  <a:pt x="814387" y="122021"/>
                </a:lnTo>
                <a:lnTo>
                  <a:pt x="814387" y="94589"/>
                </a:lnTo>
                <a:lnTo>
                  <a:pt x="733615" y="94589"/>
                </a:lnTo>
                <a:lnTo>
                  <a:pt x="733615" y="47345"/>
                </a:lnTo>
                <a:lnTo>
                  <a:pt x="814387" y="47345"/>
                </a:lnTo>
                <a:lnTo>
                  <a:pt x="814387" y="19812"/>
                </a:lnTo>
                <a:lnTo>
                  <a:pt x="701509" y="19812"/>
                </a:lnTo>
                <a:lnTo>
                  <a:pt x="701509" y="47345"/>
                </a:lnTo>
                <a:lnTo>
                  <a:pt x="701509" y="94589"/>
                </a:lnTo>
                <a:lnTo>
                  <a:pt x="701509" y="122021"/>
                </a:lnTo>
                <a:lnTo>
                  <a:pt x="701509" y="169354"/>
                </a:lnTo>
                <a:lnTo>
                  <a:pt x="620737" y="169354"/>
                </a:lnTo>
                <a:lnTo>
                  <a:pt x="620737" y="122021"/>
                </a:lnTo>
                <a:lnTo>
                  <a:pt x="701509" y="122021"/>
                </a:lnTo>
                <a:lnTo>
                  <a:pt x="701509" y="94589"/>
                </a:lnTo>
                <a:lnTo>
                  <a:pt x="620737" y="94589"/>
                </a:lnTo>
                <a:lnTo>
                  <a:pt x="620737" y="47345"/>
                </a:lnTo>
                <a:lnTo>
                  <a:pt x="701509" y="47345"/>
                </a:lnTo>
                <a:lnTo>
                  <a:pt x="701509" y="19812"/>
                </a:lnTo>
                <a:lnTo>
                  <a:pt x="590257" y="19812"/>
                </a:lnTo>
                <a:lnTo>
                  <a:pt x="590257" y="212026"/>
                </a:lnTo>
                <a:lnTo>
                  <a:pt x="620737" y="212026"/>
                </a:lnTo>
                <a:lnTo>
                  <a:pt x="620737" y="198310"/>
                </a:lnTo>
                <a:lnTo>
                  <a:pt x="701509" y="198310"/>
                </a:lnTo>
                <a:lnTo>
                  <a:pt x="701509" y="245656"/>
                </a:lnTo>
                <a:lnTo>
                  <a:pt x="567309" y="245656"/>
                </a:lnTo>
                <a:lnTo>
                  <a:pt x="567309" y="274612"/>
                </a:lnTo>
                <a:lnTo>
                  <a:pt x="686269" y="274612"/>
                </a:lnTo>
                <a:lnTo>
                  <a:pt x="658266" y="306349"/>
                </a:lnTo>
                <a:lnTo>
                  <a:pt x="626833" y="335241"/>
                </a:lnTo>
                <a:lnTo>
                  <a:pt x="591934" y="361276"/>
                </a:lnTo>
                <a:lnTo>
                  <a:pt x="553593" y="384441"/>
                </a:lnTo>
                <a:lnTo>
                  <a:pt x="559549" y="390677"/>
                </a:lnTo>
                <a:lnTo>
                  <a:pt x="565797" y="397776"/>
                </a:lnTo>
                <a:lnTo>
                  <a:pt x="572058" y="405434"/>
                </a:lnTo>
                <a:lnTo>
                  <a:pt x="578065" y="413397"/>
                </a:lnTo>
                <a:lnTo>
                  <a:pt x="611505" y="388531"/>
                </a:lnTo>
                <a:lnTo>
                  <a:pt x="643216" y="359664"/>
                </a:lnTo>
                <a:lnTo>
                  <a:pt x="673227" y="326771"/>
                </a:lnTo>
                <a:lnTo>
                  <a:pt x="701509" y="289852"/>
                </a:lnTo>
                <a:lnTo>
                  <a:pt x="701509" y="430161"/>
                </a:lnTo>
                <a:lnTo>
                  <a:pt x="733615" y="430161"/>
                </a:lnTo>
                <a:lnTo>
                  <a:pt x="733615" y="289852"/>
                </a:lnTo>
                <a:lnTo>
                  <a:pt x="733615" y="288328"/>
                </a:lnTo>
                <a:lnTo>
                  <a:pt x="759625" y="324739"/>
                </a:lnTo>
                <a:lnTo>
                  <a:pt x="789635" y="356425"/>
                </a:lnTo>
                <a:lnTo>
                  <a:pt x="823671" y="383794"/>
                </a:lnTo>
                <a:lnTo>
                  <a:pt x="861720" y="407301"/>
                </a:lnTo>
                <a:lnTo>
                  <a:pt x="867422" y="398411"/>
                </a:lnTo>
                <a:lnTo>
                  <a:pt x="872959" y="389966"/>
                </a:lnTo>
                <a:lnTo>
                  <a:pt x="878230" y="381787"/>
                </a:lnTo>
                <a:lnTo>
                  <a:pt x="883069" y="373761"/>
                </a:lnTo>
                <a:close/>
              </a:path>
              <a:path w="2676525" h="434975">
                <a:moveTo>
                  <a:pt x="1026414" y="13716"/>
                </a:moveTo>
                <a:lnTo>
                  <a:pt x="991362" y="3048"/>
                </a:lnTo>
                <a:lnTo>
                  <a:pt x="975614" y="52679"/>
                </a:lnTo>
                <a:lnTo>
                  <a:pt x="957834" y="99085"/>
                </a:lnTo>
                <a:lnTo>
                  <a:pt x="938161" y="142341"/>
                </a:lnTo>
                <a:lnTo>
                  <a:pt x="916749" y="182499"/>
                </a:lnTo>
                <a:lnTo>
                  <a:pt x="893724" y="219646"/>
                </a:lnTo>
                <a:lnTo>
                  <a:pt x="898042" y="229692"/>
                </a:lnTo>
                <a:lnTo>
                  <a:pt x="901915" y="239318"/>
                </a:lnTo>
                <a:lnTo>
                  <a:pt x="905522" y="248666"/>
                </a:lnTo>
                <a:lnTo>
                  <a:pt x="908964" y="257848"/>
                </a:lnTo>
                <a:lnTo>
                  <a:pt x="921524" y="240106"/>
                </a:lnTo>
                <a:lnTo>
                  <a:pt x="933919" y="221373"/>
                </a:lnTo>
                <a:lnTo>
                  <a:pt x="946048" y="201815"/>
                </a:lnTo>
                <a:lnTo>
                  <a:pt x="957732" y="181546"/>
                </a:lnTo>
                <a:lnTo>
                  <a:pt x="957732" y="430161"/>
                </a:lnTo>
                <a:lnTo>
                  <a:pt x="991362" y="430161"/>
                </a:lnTo>
                <a:lnTo>
                  <a:pt x="991362" y="181546"/>
                </a:lnTo>
                <a:lnTo>
                  <a:pt x="991362" y="109829"/>
                </a:lnTo>
                <a:lnTo>
                  <a:pt x="1001128" y="86677"/>
                </a:lnTo>
                <a:lnTo>
                  <a:pt x="1010031" y="62953"/>
                </a:lnTo>
                <a:lnTo>
                  <a:pt x="1018362" y="38633"/>
                </a:lnTo>
                <a:lnTo>
                  <a:pt x="1026414" y="13716"/>
                </a:lnTo>
                <a:close/>
              </a:path>
              <a:path w="2676525" h="434975">
                <a:moveTo>
                  <a:pt x="1331404" y="245656"/>
                </a:moveTo>
                <a:lnTo>
                  <a:pt x="1212443" y="245656"/>
                </a:lnTo>
                <a:lnTo>
                  <a:pt x="1212443" y="135826"/>
                </a:lnTo>
                <a:lnTo>
                  <a:pt x="1317688" y="135826"/>
                </a:lnTo>
                <a:lnTo>
                  <a:pt x="1317688" y="105257"/>
                </a:lnTo>
                <a:lnTo>
                  <a:pt x="1212443" y="105257"/>
                </a:lnTo>
                <a:lnTo>
                  <a:pt x="1212443" y="3048"/>
                </a:lnTo>
                <a:lnTo>
                  <a:pt x="1177391" y="3048"/>
                </a:lnTo>
                <a:lnTo>
                  <a:pt x="1177391" y="105257"/>
                </a:lnTo>
                <a:lnTo>
                  <a:pt x="1104138" y="105257"/>
                </a:lnTo>
                <a:lnTo>
                  <a:pt x="1109573" y="90131"/>
                </a:lnTo>
                <a:lnTo>
                  <a:pt x="1114425" y="74587"/>
                </a:lnTo>
                <a:lnTo>
                  <a:pt x="1118717" y="58750"/>
                </a:lnTo>
                <a:lnTo>
                  <a:pt x="1122426" y="42773"/>
                </a:lnTo>
                <a:lnTo>
                  <a:pt x="1087374" y="33629"/>
                </a:lnTo>
                <a:lnTo>
                  <a:pt x="1076566" y="77343"/>
                </a:lnTo>
                <a:lnTo>
                  <a:pt x="1062609" y="119214"/>
                </a:lnTo>
                <a:lnTo>
                  <a:pt x="1045794" y="159080"/>
                </a:lnTo>
                <a:lnTo>
                  <a:pt x="1026414" y="196786"/>
                </a:lnTo>
                <a:lnTo>
                  <a:pt x="1034148" y="202501"/>
                </a:lnTo>
                <a:lnTo>
                  <a:pt x="1041463" y="208216"/>
                </a:lnTo>
                <a:lnTo>
                  <a:pt x="1048486" y="213931"/>
                </a:lnTo>
                <a:lnTo>
                  <a:pt x="1055370" y="219646"/>
                </a:lnTo>
                <a:lnTo>
                  <a:pt x="1065606" y="200558"/>
                </a:lnTo>
                <a:lnTo>
                  <a:pt x="1075563" y="180022"/>
                </a:lnTo>
                <a:lnTo>
                  <a:pt x="1084948" y="158356"/>
                </a:lnTo>
                <a:lnTo>
                  <a:pt x="1093470" y="135826"/>
                </a:lnTo>
                <a:lnTo>
                  <a:pt x="1177391" y="135826"/>
                </a:lnTo>
                <a:lnTo>
                  <a:pt x="1177391" y="245656"/>
                </a:lnTo>
                <a:lnTo>
                  <a:pt x="1024890" y="245656"/>
                </a:lnTo>
                <a:lnTo>
                  <a:pt x="1024890" y="277660"/>
                </a:lnTo>
                <a:lnTo>
                  <a:pt x="1177391" y="277660"/>
                </a:lnTo>
                <a:lnTo>
                  <a:pt x="1177391" y="430161"/>
                </a:lnTo>
                <a:lnTo>
                  <a:pt x="1212443" y="430161"/>
                </a:lnTo>
                <a:lnTo>
                  <a:pt x="1212443" y="277660"/>
                </a:lnTo>
                <a:lnTo>
                  <a:pt x="1331404" y="277660"/>
                </a:lnTo>
                <a:lnTo>
                  <a:pt x="1331404" y="245656"/>
                </a:lnTo>
                <a:close/>
              </a:path>
              <a:path w="2676525" h="434975">
                <a:moveTo>
                  <a:pt x="1531150" y="73253"/>
                </a:moveTo>
                <a:lnTo>
                  <a:pt x="1496098" y="73253"/>
                </a:lnTo>
                <a:lnTo>
                  <a:pt x="1496098" y="106781"/>
                </a:lnTo>
                <a:lnTo>
                  <a:pt x="1496098" y="212039"/>
                </a:lnTo>
                <a:lnTo>
                  <a:pt x="1496098" y="244132"/>
                </a:lnTo>
                <a:lnTo>
                  <a:pt x="1496098" y="355485"/>
                </a:lnTo>
                <a:lnTo>
                  <a:pt x="1396936" y="355485"/>
                </a:lnTo>
                <a:lnTo>
                  <a:pt x="1396936" y="244132"/>
                </a:lnTo>
                <a:lnTo>
                  <a:pt x="1496098" y="244132"/>
                </a:lnTo>
                <a:lnTo>
                  <a:pt x="1496098" y="212039"/>
                </a:lnTo>
                <a:lnTo>
                  <a:pt x="1396936" y="212039"/>
                </a:lnTo>
                <a:lnTo>
                  <a:pt x="1396936" y="106781"/>
                </a:lnTo>
                <a:lnTo>
                  <a:pt x="1496098" y="106781"/>
                </a:lnTo>
                <a:lnTo>
                  <a:pt x="1496098" y="73253"/>
                </a:lnTo>
                <a:lnTo>
                  <a:pt x="1442758" y="73253"/>
                </a:lnTo>
                <a:lnTo>
                  <a:pt x="1449616" y="58343"/>
                </a:lnTo>
                <a:lnTo>
                  <a:pt x="1456474" y="43141"/>
                </a:lnTo>
                <a:lnTo>
                  <a:pt x="1463332" y="27355"/>
                </a:lnTo>
                <a:lnTo>
                  <a:pt x="1470190" y="10668"/>
                </a:lnTo>
                <a:lnTo>
                  <a:pt x="1433614" y="0"/>
                </a:lnTo>
                <a:lnTo>
                  <a:pt x="1427607" y="17449"/>
                </a:lnTo>
                <a:lnTo>
                  <a:pt x="1421041" y="35483"/>
                </a:lnTo>
                <a:lnTo>
                  <a:pt x="1413891" y="54089"/>
                </a:lnTo>
                <a:lnTo>
                  <a:pt x="1406182" y="73253"/>
                </a:lnTo>
                <a:lnTo>
                  <a:pt x="1361884" y="73253"/>
                </a:lnTo>
                <a:lnTo>
                  <a:pt x="1361884" y="425589"/>
                </a:lnTo>
                <a:lnTo>
                  <a:pt x="1396936" y="425589"/>
                </a:lnTo>
                <a:lnTo>
                  <a:pt x="1396936" y="387489"/>
                </a:lnTo>
                <a:lnTo>
                  <a:pt x="1496098" y="387489"/>
                </a:lnTo>
                <a:lnTo>
                  <a:pt x="1496098" y="422541"/>
                </a:lnTo>
                <a:lnTo>
                  <a:pt x="1531150" y="422541"/>
                </a:lnTo>
                <a:lnTo>
                  <a:pt x="1531150" y="387489"/>
                </a:lnTo>
                <a:lnTo>
                  <a:pt x="1531150" y="355485"/>
                </a:lnTo>
                <a:lnTo>
                  <a:pt x="1531150" y="244132"/>
                </a:lnTo>
                <a:lnTo>
                  <a:pt x="1531150" y="212039"/>
                </a:lnTo>
                <a:lnTo>
                  <a:pt x="1531150" y="106781"/>
                </a:lnTo>
                <a:lnTo>
                  <a:pt x="1531150" y="73253"/>
                </a:lnTo>
                <a:close/>
              </a:path>
              <a:path w="2676525" h="434975">
                <a:moveTo>
                  <a:pt x="1680692" y="273088"/>
                </a:moveTo>
                <a:lnTo>
                  <a:pt x="1664627" y="250710"/>
                </a:lnTo>
                <a:lnTo>
                  <a:pt x="1646313" y="226745"/>
                </a:lnTo>
                <a:lnTo>
                  <a:pt x="1625727" y="200787"/>
                </a:lnTo>
                <a:lnTo>
                  <a:pt x="1602867" y="172415"/>
                </a:lnTo>
                <a:lnTo>
                  <a:pt x="1575435" y="192227"/>
                </a:lnTo>
                <a:lnTo>
                  <a:pt x="1595437" y="218287"/>
                </a:lnTo>
                <a:lnTo>
                  <a:pt x="1614297" y="244081"/>
                </a:lnTo>
                <a:lnTo>
                  <a:pt x="1632013" y="269887"/>
                </a:lnTo>
                <a:lnTo>
                  <a:pt x="1648587" y="295948"/>
                </a:lnTo>
                <a:lnTo>
                  <a:pt x="1680692" y="273088"/>
                </a:lnTo>
                <a:close/>
              </a:path>
              <a:path w="2676525" h="434975">
                <a:moveTo>
                  <a:pt x="1762988" y="71729"/>
                </a:moveTo>
                <a:lnTo>
                  <a:pt x="1621155" y="71729"/>
                </a:lnTo>
                <a:lnTo>
                  <a:pt x="1626870" y="56819"/>
                </a:lnTo>
                <a:lnTo>
                  <a:pt x="1632585" y="41617"/>
                </a:lnTo>
                <a:lnTo>
                  <a:pt x="1638300" y="25831"/>
                </a:lnTo>
                <a:lnTo>
                  <a:pt x="1644015" y="9144"/>
                </a:lnTo>
                <a:lnTo>
                  <a:pt x="1607439" y="0"/>
                </a:lnTo>
                <a:lnTo>
                  <a:pt x="1591983" y="46977"/>
                </a:lnTo>
                <a:lnTo>
                  <a:pt x="1575231" y="89636"/>
                </a:lnTo>
                <a:lnTo>
                  <a:pt x="1557032" y="128295"/>
                </a:lnTo>
                <a:lnTo>
                  <a:pt x="1537246" y="163271"/>
                </a:lnTo>
                <a:lnTo>
                  <a:pt x="1546123" y="166928"/>
                </a:lnTo>
                <a:lnTo>
                  <a:pt x="1554276" y="170891"/>
                </a:lnTo>
                <a:lnTo>
                  <a:pt x="1561553" y="174840"/>
                </a:lnTo>
                <a:lnTo>
                  <a:pt x="1567815" y="178511"/>
                </a:lnTo>
                <a:lnTo>
                  <a:pt x="1578076" y="161925"/>
                </a:lnTo>
                <a:lnTo>
                  <a:pt x="1588198" y="144208"/>
                </a:lnTo>
                <a:lnTo>
                  <a:pt x="1598028" y="125310"/>
                </a:lnTo>
                <a:lnTo>
                  <a:pt x="1607439" y="105257"/>
                </a:lnTo>
                <a:lnTo>
                  <a:pt x="1724888" y="105257"/>
                </a:lnTo>
                <a:lnTo>
                  <a:pt x="1723771" y="172415"/>
                </a:lnTo>
                <a:lnTo>
                  <a:pt x="1722424" y="228536"/>
                </a:lnTo>
                <a:lnTo>
                  <a:pt x="1720824" y="276821"/>
                </a:lnTo>
                <a:lnTo>
                  <a:pt x="1719084" y="316115"/>
                </a:lnTo>
                <a:lnTo>
                  <a:pt x="1713814" y="365213"/>
                </a:lnTo>
                <a:lnTo>
                  <a:pt x="1674495" y="389013"/>
                </a:lnTo>
                <a:lnTo>
                  <a:pt x="1655902" y="388480"/>
                </a:lnTo>
                <a:lnTo>
                  <a:pt x="1636585" y="387108"/>
                </a:lnTo>
                <a:lnTo>
                  <a:pt x="1595247" y="382917"/>
                </a:lnTo>
                <a:lnTo>
                  <a:pt x="1593723" y="382917"/>
                </a:lnTo>
                <a:lnTo>
                  <a:pt x="1595742" y="391439"/>
                </a:lnTo>
                <a:lnTo>
                  <a:pt x="1597342" y="400824"/>
                </a:lnTo>
                <a:lnTo>
                  <a:pt x="1598650" y="410768"/>
                </a:lnTo>
                <a:lnTo>
                  <a:pt x="1599819" y="421017"/>
                </a:lnTo>
                <a:lnTo>
                  <a:pt x="1620367" y="422770"/>
                </a:lnTo>
                <a:lnTo>
                  <a:pt x="1640789" y="423684"/>
                </a:lnTo>
                <a:lnTo>
                  <a:pt x="1660944" y="424014"/>
                </a:lnTo>
                <a:lnTo>
                  <a:pt x="1680692" y="424065"/>
                </a:lnTo>
                <a:lnTo>
                  <a:pt x="1711833" y="419773"/>
                </a:lnTo>
                <a:lnTo>
                  <a:pt x="1746110" y="389013"/>
                </a:lnTo>
                <a:lnTo>
                  <a:pt x="1754733" y="331050"/>
                </a:lnTo>
                <a:lnTo>
                  <a:pt x="1758924" y="202895"/>
                </a:lnTo>
                <a:lnTo>
                  <a:pt x="1761947" y="105257"/>
                </a:lnTo>
                <a:lnTo>
                  <a:pt x="1762988" y="71729"/>
                </a:lnTo>
                <a:close/>
              </a:path>
              <a:path w="2676525" h="434975">
                <a:moveTo>
                  <a:pt x="1907857" y="6096"/>
                </a:moveTo>
                <a:lnTo>
                  <a:pt x="1875853" y="0"/>
                </a:lnTo>
                <a:lnTo>
                  <a:pt x="1863775" y="45948"/>
                </a:lnTo>
                <a:lnTo>
                  <a:pt x="1849412" y="90360"/>
                </a:lnTo>
                <a:lnTo>
                  <a:pt x="1832711" y="133146"/>
                </a:lnTo>
                <a:lnTo>
                  <a:pt x="1813572" y="174244"/>
                </a:lnTo>
                <a:lnTo>
                  <a:pt x="1791931" y="213550"/>
                </a:lnTo>
                <a:lnTo>
                  <a:pt x="1796224" y="224472"/>
                </a:lnTo>
                <a:lnTo>
                  <a:pt x="1799932" y="234556"/>
                </a:lnTo>
                <a:lnTo>
                  <a:pt x="1803082" y="244068"/>
                </a:lnTo>
                <a:lnTo>
                  <a:pt x="1805647" y="253276"/>
                </a:lnTo>
                <a:lnTo>
                  <a:pt x="1817738" y="233768"/>
                </a:lnTo>
                <a:lnTo>
                  <a:pt x="1828787" y="214134"/>
                </a:lnTo>
                <a:lnTo>
                  <a:pt x="1838972" y="194246"/>
                </a:lnTo>
                <a:lnTo>
                  <a:pt x="1848421" y="173926"/>
                </a:lnTo>
                <a:lnTo>
                  <a:pt x="1848421" y="430161"/>
                </a:lnTo>
                <a:lnTo>
                  <a:pt x="1878901" y="430161"/>
                </a:lnTo>
                <a:lnTo>
                  <a:pt x="1878901" y="173926"/>
                </a:lnTo>
                <a:lnTo>
                  <a:pt x="1878901" y="103733"/>
                </a:lnTo>
                <a:lnTo>
                  <a:pt x="1887499" y="79705"/>
                </a:lnTo>
                <a:lnTo>
                  <a:pt x="1895094" y="55524"/>
                </a:lnTo>
                <a:lnTo>
                  <a:pt x="1901837" y="31038"/>
                </a:lnTo>
                <a:lnTo>
                  <a:pt x="1907857" y="6096"/>
                </a:lnTo>
                <a:close/>
              </a:path>
              <a:path w="2676525" h="434975">
                <a:moveTo>
                  <a:pt x="2089315" y="25908"/>
                </a:moveTo>
                <a:lnTo>
                  <a:pt x="1918525" y="25908"/>
                </a:lnTo>
                <a:lnTo>
                  <a:pt x="1918525" y="56489"/>
                </a:lnTo>
                <a:lnTo>
                  <a:pt x="1967395" y="56489"/>
                </a:lnTo>
                <a:lnTo>
                  <a:pt x="1953310" y="117106"/>
                </a:lnTo>
                <a:lnTo>
                  <a:pt x="1936254" y="170688"/>
                </a:lnTo>
                <a:lnTo>
                  <a:pt x="1916074" y="217144"/>
                </a:lnTo>
                <a:lnTo>
                  <a:pt x="1892617" y="256324"/>
                </a:lnTo>
                <a:lnTo>
                  <a:pt x="1898954" y="262966"/>
                </a:lnTo>
                <a:lnTo>
                  <a:pt x="1904428" y="269468"/>
                </a:lnTo>
                <a:lnTo>
                  <a:pt x="1909330" y="276250"/>
                </a:lnTo>
                <a:lnTo>
                  <a:pt x="1913953" y="283756"/>
                </a:lnTo>
                <a:lnTo>
                  <a:pt x="1931631" y="256857"/>
                </a:lnTo>
                <a:lnTo>
                  <a:pt x="1947913" y="226364"/>
                </a:lnTo>
                <a:lnTo>
                  <a:pt x="1962467" y="192163"/>
                </a:lnTo>
                <a:lnTo>
                  <a:pt x="1975015" y="154114"/>
                </a:lnTo>
                <a:lnTo>
                  <a:pt x="2037499" y="154114"/>
                </a:lnTo>
                <a:lnTo>
                  <a:pt x="2033473" y="179857"/>
                </a:lnTo>
                <a:lnTo>
                  <a:pt x="2028164" y="204609"/>
                </a:lnTo>
                <a:lnTo>
                  <a:pt x="2021420" y="228523"/>
                </a:lnTo>
                <a:lnTo>
                  <a:pt x="2013115" y="251752"/>
                </a:lnTo>
                <a:lnTo>
                  <a:pt x="2001939" y="242874"/>
                </a:lnTo>
                <a:lnTo>
                  <a:pt x="1991207" y="234556"/>
                </a:lnTo>
                <a:lnTo>
                  <a:pt x="1980742" y="226809"/>
                </a:lnTo>
                <a:lnTo>
                  <a:pt x="1970443" y="219646"/>
                </a:lnTo>
                <a:lnTo>
                  <a:pt x="1953577" y="244132"/>
                </a:lnTo>
                <a:lnTo>
                  <a:pt x="2000923" y="282232"/>
                </a:lnTo>
                <a:lnTo>
                  <a:pt x="1982038" y="316280"/>
                </a:lnTo>
                <a:lnTo>
                  <a:pt x="1959724" y="347624"/>
                </a:lnTo>
                <a:lnTo>
                  <a:pt x="1933968" y="376389"/>
                </a:lnTo>
                <a:lnTo>
                  <a:pt x="1904809" y="402729"/>
                </a:lnTo>
                <a:lnTo>
                  <a:pt x="1911616" y="410464"/>
                </a:lnTo>
                <a:lnTo>
                  <a:pt x="1918144" y="417779"/>
                </a:lnTo>
                <a:lnTo>
                  <a:pt x="1924100" y="424802"/>
                </a:lnTo>
                <a:lnTo>
                  <a:pt x="1929193" y="431685"/>
                </a:lnTo>
                <a:lnTo>
                  <a:pt x="1966823" y="394830"/>
                </a:lnTo>
                <a:lnTo>
                  <a:pt x="1998802" y="354317"/>
                </a:lnTo>
                <a:lnTo>
                  <a:pt x="2025103" y="310083"/>
                </a:lnTo>
                <a:lnTo>
                  <a:pt x="2045677" y="262026"/>
                </a:lnTo>
                <a:lnTo>
                  <a:pt x="2048598" y="251752"/>
                </a:lnTo>
                <a:lnTo>
                  <a:pt x="2060486" y="210058"/>
                </a:lnTo>
                <a:lnTo>
                  <a:pt x="2069503" y="154114"/>
                </a:lnTo>
                <a:lnTo>
                  <a:pt x="2069503" y="123545"/>
                </a:lnTo>
                <a:lnTo>
                  <a:pt x="1984159" y="123545"/>
                </a:lnTo>
                <a:lnTo>
                  <a:pt x="1988464" y="107492"/>
                </a:lnTo>
                <a:lnTo>
                  <a:pt x="1992350" y="91160"/>
                </a:lnTo>
                <a:lnTo>
                  <a:pt x="1995944" y="74256"/>
                </a:lnTo>
                <a:lnTo>
                  <a:pt x="1999399" y="56489"/>
                </a:lnTo>
                <a:lnTo>
                  <a:pt x="2089315" y="56489"/>
                </a:lnTo>
                <a:lnTo>
                  <a:pt x="2089315" y="25908"/>
                </a:lnTo>
                <a:close/>
              </a:path>
              <a:path w="2676525" h="434975">
                <a:moveTo>
                  <a:pt x="2130552" y="70205"/>
                </a:moveTo>
                <a:lnTo>
                  <a:pt x="2100072" y="70205"/>
                </a:lnTo>
                <a:lnTo>
                  <a:pt x="2100072" y="327952"/>
                </a:lnTo>
                <a:lnTo>
                  <a:pt x="2130552" y="327952"/>
                </a:lnTo>
                <a:lnTo>
                  <a:pt x="2130552" y="70205"/>
                </a:lnTo>
                <a:close/>
              </a:path>
              <a:path w="2676525" h="434975">
                <a:moveTo>
                  <a:pt x="2208276" y="1524"/>
                </a:moveTo>
                <a:lnTo>
                  <a:pt x="2176272" y="1524"/>
                </a:lnTo>
                <a:lnTo>
                  <a:pt x="2176272" y="357009"/>
                </a:lnTo>
                <a:lnTo>
                  <a:pt x="2175992" y="367309"/>
                </a:lnTo>
                <a:lnTo>
                  <a:pt x="2161032" y="392061"/>
                </a:lnTo>
                <a:lnTo>
                  <a:pt x="2150364" y="392061"/>
                </a:lnTo>
                <a:lnTo>
                  <a:pt x="2138337" y="391769"/>
                </a:lnTo>
                <a:lnTo>
                  <a:pt x="2125014" y="390918"/>
                </a:lnTo>
                <a:lnTo>
                  <a:pt x="2110244" y="389483"/>
                </a:lnTo>
                <a:lnTo>
                  <a:pt x="2093887" y="387489"/>
                </a:lnTo>
                <a:lnTo>
                  <a:pt x="2096084" y="396252"/>
                </a:lnTo>
                <a:lnTo>
                  <a:pt x="2098154" y="405777"/>
                </a:lnTo>
                <a:lnTo>
                  <a:pt x="2099551" y="414921"/>
                </a:lnTo>
                <a:lnTo>
                  <a:pt x="2100072" y="424065"/>
                </a:lnTo>
                <a:lnTo>
                  <a:pt x="2120100" y="424942"/>
                </a:lnTo>
                <a:lnTo>
                  <a:pt x="2136838" y="425399"/>
                </a:lnTo>
                <a:lnTo>
                  <a:pt x="2150440" y="425564"/>
                </a:lnTo>
                <a:lnTo>
                  <a:pt x="2161032" y="425589"/>
                </a:lnTo>
                <a:lnTo>
                  <a:pt x="2173605" y="424103"/>
                </a:lnTo>
                <a:lnTo>
                  <a:pt x="2205799" y="396252"/>
                </a:lnTo>
                <a:lnTo>
                  <a:pt x="2206409" y="392061"/>
                </a:lnTo>
                <a:lnTo>
                  <a:pt x="2207679" y="383387"/>
                </a:lnTo>
                <a:lnTo>
                  <a:pt x="2208276" y="367677"/>
                </a:lnTo>
                <a:lnTo>
                  <a:pt x="2208276" y="1524"/>
                </a:lnTo>
                <a:close/>
              </a:path>
              <a:path w="2676525" h="434975">
                <a:moveTo>
                  <a:pt x="2676525" y="198310"/>
                </a:moveTo>
                <a:lnTo>
                  <a:pt x="2484310" y="198310"/>
                </a:lnTo>
                <a:lnTo>
                  <a:pt x="2484310" y="167830"/>
                </a:lnTo>
                <a:lnTo>
                  <a:pt x="2630716" y="59537"/>
                </a:lnTo>
                <a:lnTo>
                  <a:pt x="2630716" y="25908"/>
                </a:lnTo>
                <a:lnTo>
                  <a:pt x="2289149" y="25908"/>
                </a:lnTo>
                <a:lnTo>
                  <a:pt x="2289149" y="58013"/>
                </a:lnTo>
                <a:lnTo>
                  <a:pt x="2572804" y="58013"/>
                </a:lnTo>
                <a:lnTo>
                  <a:pt x="2447734" y="151066"/>
                </a:lnTo>
                <a:lnTo>
                  <a:pt x="2447734" y="198310"/>
                </a:lnTo>
                <a:lnTo>
                  <a:pt x="2243429" y="198310"/>
                </a:lnTo>
                <a:lnTo>
                  <a:pt x="2243429" y="231838"/>
                </a:lnTo>
                <a:lnTo>
                  <a:pt x="2447734" y="231838"/>
                </a:lnTo>
                <a:lnTo>
                  <a:pt x="2447734" y="360045"/>
                </a:lnTo>
                <a:lnTo>
                  <a:pt x="2445740" y="374053"/>
                </a:lnTo>
                <a:lnTo>
                  <a:pt x="2439733" y="384048"/>
                </a:lnTo>
                <a:lnTo>
                  <a:pt x="2429738" y="390055"/>
                </a:lnTo>
                <a:lnTo>
                  <a:pt x="2415730" y="392049"/>
                </a:lnTo>
                <a:lnTo>
                  <a:pt x="2398598" y="391769"/>
                </a:lnTo>
                <a:lnTo>
                  <a:pt x="2381580" y="390906"/>
                </a:lnTo>
                <a:lnTo>
                  <a:pt x="2364854" y="389483"/>
                </a:lnTo>
                <a:lnTo>
                  <a:pt x="2348585" y="387477"/>
                </a:lnTo>
                <a:lnTo>
                  <a:pt x="2350579" y="398386"/>
                </a:lnTo>
                <a:lnTo>
                  <a:pt x="2352014" y="408432"/>
                </a:lnTo>
                <a:lnTo>
                  <a:pt x="2352865" y="417918"/>
                </a:lnTo>
                <a:lnTo>
                  <a:pt x="2353157" y="427101"/>
                </a:lnTo>
                <a:lnTo>
                  <a:pt x="2376373" y="427990"/>
                </a:lnTo>
                <a:lnTo>
                  <a:pt x="2395715" y="428434"/>
                </a:lnTo>
                <a:lnTo>
                  <a:pt x="2423350" y="428625"/>
                </a:lnTo>
                <a:lnTo>
                  <a:pt x="2450236" y="424916"/>
                </a:lnTo>
                <a:lnTo>
                  <a:pt x="2469261" y="413766"/>
                </a:lnTo>
                <a:lnTo>
                  <a:pt x="2480576" y="395198"/>
                </a:lnTo>
                <a:lnTo>
                  <a:pt x="2484310" y="369189"/>
                </a:lnTo>
                <a:lnTo>
                  <a:pt x="2484310" y="231838"/>
                </a:lnTo>
                <a:lnTo>
                  <a:pt x="2676525" y="231838"/>
                </a:lnTo>
                <a:lnTo>
                  <a:pt x="2676525" y="19831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4276058" y="5030819"/>
            <a:ext cx="116205" cy="415290"/>
          </a:xfrm>
          <a:custGeom>
            <a:avLst/>
            <a:gdLst/>
            <a:ahLst/>
            <a:cxnLst/>
            <a:rect l="l" t="t" r="r" b="b"/>
            <a:pathLst>
              <a:path w="116204" h="415289">
                <a:moveTo>
                  <a:pt x="115919" y="414909"/>
                </a:moveTo>
                <a:lnTo>
                  <a:pt x="79248" y="414909"/>
                </a:lnTo>
                <a:lnTo>
                  <a:pt x="50523" y="379556"/>
                </a:lnTo>
                <a:lnTo>
                  <a:pt x="28309" y="341283"/>
                </a:lnTo>
                <a:lnTo>
                  <a:pt x="12533" y="300092"/>
                </a:lnTo>
                <a:lnTo>
                  <a:pt x="3121" y="255989"/>
                </a:lnTo>
                <a:lnTo>
                  <a:pt x="0" y="208978"/>
                </a:lnTo>
                <a:lnTo>
                  <a:pt x="3121" y="161019"/>
                </a:lnTo>
                <a:lnTo>
                  <a:pt x="12533" y="116064"/>
                </a:lnTo>
                <a:lnTo>
                  <a:pt x="28309" y="74191"/>
                </a:lnTo>
                <a:lnTo>
                  <a:pt x="50523" y="35477"/>
                </a:lnTo>
                <a:lnTo>
                  <a:pt x="79248" y="0"/>
                </a:lnTo>
                <a:lnTo>
                  <a:pt x="115919" y="0"/>
                </a:lnTo>
                <a:lnTo>
                  <a:pt x="87892" y="36208"/>
                </a:lnTo>
                <a:lnTo>
                  <a:pt x="66101" y="75288"/>
                </a:lnTo>
                <a:lnTo>
                  <a:pt x="50541" y="117162"/>
                </a:lnTo>
                <a:lnTo>
                  <a:pt x="41209" y="161751"/>
                </a:lnTo>
                <a:lnTo>
                  <a:pt x="38100" y="208978"/>
                </a:lnTo>
                <a:lnTo>
                  <a:pt x="41209" y="254672"/>
                </a:lnTo>
                <a:lnTo>
                  <a:pt x="50541" y="298336"/>
                </a:lnTo>
                <a:lnTo>
                  <a:pt x="66101" y="339746"/>
                </a:lnTo>
                <a:lnTo>
                  <a:pt x="87892" y="378678"/>
                </a:lnTo>
                <a:lnTo>
                  <a:pt x="115919" y="4149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55985" y="5139118"/>
            <a:ext cx="147923" cy="234886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4654296" y="5041487"/>
            <a:ext cx="47625" cy="328295"/>
          </a:xfrm>
          <a:custGeom>
            <a:avLst/>
            <a:gdLst/>
            <a:ahLst/>
            <a:cxnLst/>
            <a:rect l="l" t="t" r="r" b="b"/>
            <a:pathLst>
              <a:path w="47625" h="328295">
                <a:moveTo>
                  <a:pt x="30480" y="45720"/>
                </a:moveTo>
                <a:lnTo>
                  <a:pt x="16764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1148" y="6096"/>
                </a:lnTo>
                <a:lnTo>
                  <a:pt x="45720" y="10668"/>
                </a:lnTo>
                <a:lnTo>
                  <a:pt x="47244" y="16764"/>
                </a:lnTo>
                <a:lnTo>
                  <a:pt x="47244" y="28956"/>
                </a:lnTo>
                <a:lnTo>
                  <a:pt x="45720" y="35052"/>
                </a:lnTo>
                <a:lnTo>
                  <a:pt x="41148" y="39624"/>
                </a:lnTo>
                <a:lnTo>
                  <a:pt x="35052" y="44196"/>
                </a:lnTo>
                <a:lnTo>
                  <a:pt x="30480" y="45720"/>
                </a:lnTo>
                <a:close/>
              </a:path>
              <a:path w="47625" h="328295">
                <a:moveTo>
                  <a:pt x="41148" y="327945"/>
                </a:moveTo>
                <a:lnTo>
                  <a:pt x="4572" y="327945"/>
                </a:lnTo>
                <a:lnTo>
                  <a:pt x="4572" y="103727"/>
                </a:lnTo>
                <a:lnTo>
                  <a:pt x="41148" y="103727"/>
                </a:lnTo>
                <a:lnTo>
                  <a:pt x="41148" y="32794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4768596" y="5139118"/>
            <a:ext cx="319405" cy="230504"/>
          </a:xfrm>
          <a:custGeom>
            <a:avLst/>
            <a:gdLst/>
            <a:ahLst/>
            <a:cxnLst/>
            <a:rect l="l" t="t" r="r" b="b"/>
            <a:pathLst>
              <a:path w="319404" h="230504">
                <a:moveTo>
                  <a:pt x="318801" y="230314"/>
                </a:moveTo>
                <a:lnTo>
                  <a:pt x="282130" y="230314"/>
                </a:lnTo>
                <a:lnTo>
                  <a:pt x="282130" y="100679"/>
                </a:lnTo>
                <a:lnTo>
                  <a:pt x="281297" y="83502"/>
                </a:lnTo>
                <a:lnTo>
                  <a:pt x="263342" y="40124"/>
                </a:lnTo>
                <a:lnTo>
                  <a:pt x="231838" y="30479"/>
                </a:lnTo>
                <a:lnTo>
                  <a:pt x="220718" y="31884"/>
                </a:lnTo>
                <a:lnTo>
                  <a:pt x="185332" y="62675"/>
                </a:lnTo>
                <a:lnTo>
                  <a:pt x="176974" y="102203"/>
                </a:lnTo>
                <a:lnTo>
                  <a:pt x="176974" y="230314"/>
                </a:lnTo>
                <a:lnTo>
                  <a:pt x="140303" y="230314"/>
                </a:lnTo>
                <a:lnTo>
                  <a:pt x="140303" y="97631"/>
                </a:lnTo>
                <a:lnTo>
                  <a:pt x="137160" y="68453"/>
                </a:lnTo>
                <a:lnTo>
                  <a:pt x="127730" y="47446"/>
                </a:lnTo>
                <a:lnTo>
                  <a:pt x="112014" y="34743"/>
                </a:lnTo>
                <a:lnTo>
                  <a:pt x="90011" y="30479"/>
                </a:lnTo>
                <a:lnTo>
                  <a:pt x="78247" y="31646"/>
                </a:lnTo>
                <a:lnTo>
                  <a:pt x="44148" y="61175"/>
                </a:lnTo>
                <a:lnTo>
                  <a:pt x="35147" y="102203"/>
                </a:lnTo>
                <a:lnTo>
                  <a:pt x="35147" y="230314"/>
                </a:lnTo>
                <a:lnTo>
                  <a:pt x="0" y="230314"/>
                </a:lnTo>
                <a:lnTo>
                  <a:pt x="0" y="6095"/>
                </a:lnTo>
                <a:lnTo>
                  <a:pt x="35147" y="6095"/>
                </a:lnTo>
                <a:lnTo>
                  <a:pt x="35147" y="41147"/>
                </a:lnTo>
                <a:lnTo>
                  <a:pt x="36671" y="41147"/>
                </a:lnTo>
                <a:lnTo>
                  <a:pt x="49530" y="23145"/>
                </a:lnTo>
                <a:lnTo>
                  <a:pt x="65246" y="10286"/>
                </a:lnTo>
                <a:lnTo>
                  <a:pt x="83820" y="2571"/>
                </a:lnTo>
                <a:lnTo>
                  <a:pt x="105251" y="0"/>
                </a:lnTo>
                <a:lnTo>
                  <a:pt x="117038" y="857"/>
                </a:lnTo>
                <a:lnTo>
                  <a:pt x="153883" y="20240"/>
                </a:lnTo>
                <a:lnTo>
                  <a:pt x="169354" y="47243"/>
                </a:lnTo>
                <a:lnTo>
                  <a:pt x="183380" y="27003"/>
                </a:lnTo>
                <a:lnTo>
                  <a:pt x="200406" y="12191"/>
                </a:lnTo>
                <a:lnTo>
                  <a:pt x="220575" y="3095"/>
                </a:lnTo>
                <a:lnTo>
                  <a:pt x="244030" y="0"/>
                </a:lnTo>
                <a:lnTo>
                  <a:pt x="276327" y="5714"/>
                </a:lnTo>
                <a:lnTo>
                  <a:pt x="299739" y="22859"/>
                </a:lnTo>
                <a:lnTo>
                  <a:pt x="313990" y="51434"/>
                </a:lnTo>
                <a:lnTo>
                  <a:pt x="318801" y="91439"/>
                </a:lnTo>
                <a:lnTo>
                  <a:pt x="318801" y="23031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5154453" y="5139118"/>
            <a:ext cx="206375" cy="334645"/>
          </a:xfrm>
          <a:custGeom>
            <a:avLst/>
            <a:gdLst/>
            <a:ahLst/>
            <a:cxnLst/>
            <a:rect l="l" t="t" r="r" b="b"/>
            <a:pathLst>
              <a:path w="206375" h="334645">
                <a:moveTo>
                  <a:pt x="61644" y="45720"/>
                </a:moveTo>
                <a:lnTo>
                  <a:pt x="36576" y="45720"/>
                </a:lnTo>
                <a:lnTo>
                  <a:pt x="51775" y="25717"/>
                </a:lnTo>
                <a:lnTo>
                  <a:pt x="69806" y="11430"/>
                </a:lnTo>
                <a:lnTo>
                  <a:pt x="90676" y="2857"/>
                </a:lnTo>
                <a:lnTo>
                  <a:pt x="114395" y="0"/>
                </a:lnTo>
                <a:lnTo>
                  <a:pt x="134945" y="1976"/>
                </a:lnTo>
                <a:lnTo>
                  <a:pt x="153066" y="7810"/>
                </a:lnTo>
                <a:lnTo>
                  <a:pt x="168616" y="17359"/>
                </a:lnTo>
                <a:lnTo>
                  <a:pt x="181451" y="30480"/>
                </a:lnTo>
                <a:lnTo>
                  <a:pt x="105251" y="30480"/>
                </a:lnTo>
                <a:lnTo>
                  <a:pt x="90106" y="31884"/>
                </a:lnTo>
                <a:lnTo>
                  <a:pt x="76676" y="36004"/>
                </a:lnTo>
                <a:lnTo>
                  <a:pt x="64960" y="42695"/>
                </a:lnTo>
                <a:lnTo>
                  <a:pt x="61644" y="45720"/>
                </a:lnTo>
                <a:close/>
              </a:path>
              <a:path w="206375" h="334645">
                <a:moveTo>
                  <a:pt x="35052" y="334041"/>
                </a:moveTo>
                <a:lnTo>
                  <a:pt x="0" y="334041"/>
                </a:lnTo>
                <a:lnTo>
                  <a:pt x="0" y="6096"/>
                </a:lnTo>
                <a:lnTo>
                  <a:pt x="35052" y="6096"/>
                </a:lnTo>
                <a:lnTo>
                  <a:pt x="35052" y="45720"/>
                </a:lnTo>
                <a:lnTo>
                  <a:pt x="61644" y="45720"/>
                </a:lnTo>
                <a:lnTo>
                  <a:pt x="36434" y="91289"/>
                </a:lnTo>
                <a:lnTo>
                  <a:pt x="35052" y="106775"/>
                </a:lnTo>
                <a:lnTo>
                  <a:pt x="35052" y="138779"/>
                </a:lnTo>
                <a:lnTo>
                  <a:pt x="53435" y="186023"/>
                </a:lnTo>
                <a:lnTo>
                  <a:pt x="70069" y="198310"/>
                </a:lnTo>
                <a:lnTo>
                  <a:pt x="35052" y="198310"/>
                </a:lnTo>
                <a:lnTo>
                  <a:pt x="35052" y="334041"/>
                </a:lnTo>
                <a:close/>
              </a:path>
              <a:path w="206375" h="334645">
                <a:moveTo>
                  <a:pt x="173831" y="205930"/>
                </a:moveTo>
                <a:lnTo>
                  <a:pt x="99155" y="205930"/>
                </a:lnTo>
                <a:lnTo>
                  <a:pt x="115181" y="204238"/>
                </a:lnTo>
                <a:lnTo>
                  <a:pt x="129063" y="199251"/>
                </a:lnTo>
                <a:lnTo>
                  <a:pt x="158972" y="166211"/>
                </a:lnTo>
                <a:lnTo>
                  <a:pt x="169259" y="111347"/>
                </a:lnTo>
                <a:lnTo>
                  <a:pt x="168140" y="93004"/>
                </a:lnTo>
                <a:lnTo>
                  <a:pt x="152495" y="51816"/>
                </a:lnTo>
                <a:lnTo>
                  <a:pt x="119276" y="31884"/>
                </a:lnTo>
                <a:lnTo>
                  <a:pt x="105251" y="30480"/>
                </a:lnTo>
                <a:lnTo>
                  <a:pt x="181451" y="30480"/>
                </a:lnTo>
                <a:lnTo>
                  <a:pt x="192388" y="46745"/>
                </a:lnTo>
                <a:lnTo>
                  <a:pt x="200013" y="65734"/>
                </a:lnTo>
                <a:lnTo>
                  <a:pt x="204476" y="87312"/>
                </a:lnTo>
                <a:lnTo>
                  <a:pt x="205930" y="111347"/>
                </a:lnTo>
                <a:lnTo>
                  <a:pt x="204214" y="138256"/>
                </a:lnTo>
                <a:lnTo>
                  <a:pt x="199060" y="162032"/>
                </a:lnTo>
                <a:lnTo>
                  <a:pt x="190459" y="182967"/>
                </a:lnTo>
                <a:lnTo>
                  <a:pt x="178403" y="201358"/>
                </a:lnTo>
                <a:lnTo>
                  <a:pt x="173831" y="205930"/>
                </a:lnTo>
                <a:close/>
              </a:path>
              <a:path w="206375" h="334645">
                <a:moveTo>
                  <a:pt x="103727" y="234886"/>
                </a:moveTo>
                <a:lnTo>
                  <a:pt x="83175" y="232600"/>
                </a:lnTo>
                <a:lnTo>
                  <a:pt x="65043" y="225742"/>
                </a:lnTo>
                <a:lnTo>
                  <a:pt x="49466" y="214312"/>
                </a:lnTo>
                <a:lnTo>
                  <a:pt x="36576" y="198310"/>
                </a:lnTo>
                <a:lnTo>
                  <a:pt x="70069" y="198310"/>
                </a:lnTo>
                <a:lnTo>
                  <a:pt x="74009" y="200584"/>
                </a:lnTo>
                <a:lnTo>
                  <a:pt x="86010" y="204547"/>
                </a:lnTo>
                <a:lnTo>
                  <a:pt x="99155" y="205930"/>
                </a:lnTo>
                <a:lnTo>
                  <a:pt x="173831" y="205930"/>
                </a:lnTo>
                <a:lnTo>
                  <a:pt x="163520" y="216241"/>
                </a:lnTo>
                <a:lnTo>
                  <a:pt x="146208" y="226695"/>
                </a:lnTo>
                <a:lnTo>
                  <a:pt x="126325" y="232862"/>
                </a:lnTo>
                <a:lnTo>
                  <a:pt x="103727" y="234886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5417820" y="50368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1355" y="5139118"/>
            <a:ext cx="195167" cy="234886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5763005" y="5036915"/>
            <a:ext cx="206375" cy="337185"/>
          </a:xfrm>
          <a:custGeom>
            <a:avLst/>
            <a:gdLst/>
            <a:ahLst/>
            <a:cxnLst/>
            <a:rect l="l" t="t" r="r" b="b"/>
            <a:pathLst>
              <a:path w="206375" h="337185">
                <a:moveTo>
                  <a:pt x="35052" y="332517"/>
                </a:moveTo>
                <a:lnTo>
                  <a:pt x="0" y="332517"/>
                </a:lnTo>
                <a:lnTo>
                  <a:pt x="0" y="0"/>
                </a:lnTo>
                <a:lnTo>
                  <a:pt x="35052" y="0"/>
                </a:lnTo>
                <a:lnTo>
                  <a:pt x="35052" y="147923"/>
                </a:lnTo>
                <a:lnTo>
                  <a:pt x="61548" y="147923"/>
                </a:lnTo>
                <a:lnTo>
                  <a:pt x="36433" y="193492"/>
                </a:lnTo>
                <a:lnTo>
                  <a:pt x="35052" y="208978"/>
                </a:lnTo>
                <a:lnTo>
                  <a:pt x="35052" y="240982"/>
                </a:lnTo>
                <a:lnTo>
                  <a:pt x="53340" y="288226"/>
                </a:lnTo>
                <a:lnTo>
                  <a:pt x="69973" y="300513"/>
                </a:lnTo>
                <a:lnTo>
                  <a:pt x="35052" y="300513"/>
                </a:lnTo>
                <a:lnTo>
                  <a:pt x="35052" y="332517"/>
                </a:lnTo>
                <a:close/>
              </a:path>
              <a:path w="206375" h="337185">
                <a:moveTo>
                  <a:pt x="61548" y="147923"/>
                </a:moveTo>
                <a:lnTo>
                  <a:pt x="36576" y="147923"/>
                </a:lnTo>
                <a:lnTo>
                  <a:pt x="51506" y="127920"/>
                </a:lnTo>
                <a:lnTo>
                  <a:pt x="69151" y="113633"/>
                </a:lnTo>
                <a:lnTo>
                  <a:pt x="89939" y="105060"/>
                </a:lnTo>
                <a:lnTo>
                  <a:pt x="114300" y="102203"/>
                </a:lnTo>
                <a:lnTo>
                  <a:pt x="134690" y="104179"/>
                </a:lnTo>
                <a:lnTo>
                  <a:pt x="152483" y="110013"/>
                </a:lnTo>
                <a:lnTo>
                  <a:pt x="167971" y="119562"/>
                </a:lnTo>
                <a:lnTo>
                  <a:pt x="181451" y="132683"/>
                </a:lnTo>
                <a:lnTo>
                  <a:pt x="105156" y="132683"/>
                </a:lnTo>
                <a:lnTo>
                  <a:pt x="90011" y="134088"/>
                </a:lnTo>
                <a:lnTo>
                  <a:pt x="76581" y="138207"/>
                </a:lnTo>
                <a:lnTo>
                  <a:pt x="64865" y="144899"/>
                </a:lnTo>
                <a:lnTo>
                  <a:pt x="61548" y="147923"/>
                </a:lnTo>
                <a:close/>
              </a:path>
              <a:path w="206375" h="337185">
                <a:moveTo>
                  <a:pt x="173830" y="308133"/>
                </a:moveTo>
                <a:lnTo>
                  <a:pt x="99060" y="308133"/>
                </a:lnTo>
                <a:lnTo>
                  <a:pt x="115100" y="306441"/>
                </a:lnTo>
                <a:lnTo>
                  <a:pt x="129016" y="301454"/>
                </a:lnTo>
                <a:lnTo>
                  <a:pt x="158972" y="268414"/>
                </a:lnTo>
                <a:lnTo>
                  <a:pt x="169259" y="213550"/>
                </a:lnTo>
                <a:lnTo>
                  <a:pt x="168140" y="195207"/>
                </a:lnTo>
                <a:lnTo>
                  <a:pt x="152495" y="154019"/>
                </a:lnTo>
                <a:lnTo>
                  <a:pt x="119196" y="134088"/>
                </a:lnTo>
                <a:lnTo>
                  <a:pt x="105156" y="132683"/>
                </a:lnTo>
                <a:lnTo>
                  <a:pt x="181451" y="132683"/>
                </a:lnTo>
                <a:lnTo>
                  <a:pt x="192333" y="148948"/>
                </a:lnTo>
                <a:lnTo>
                  <a:pt x="199929" y="167937"/>
                </a:lnTo>
                <a:lnTo>
                  <a:pt x="204382" y="189516"/>
                </a:lnTo>
                <a:lnTo>
                  <a:pt x="205835" y="213550"/>
                </a:lnTo>
                <a:lnTo>
                  <a:pt x="204120" y="240460"/>
                </a:lnTo>
                <a:lnTo>
                  <a:pt x="198977" y="264235"/>
                </a:lnTo>
                <a:lnTo>
                  <a:pt x="190404" y="285171"/>
                </a:lnTo>
                <a:lnTo>
                  <a:pt x="178403" y="303561"/>
                </a:lnTo>
                <a:lnTo>
                  <a:pt x="173830" y="308133"/>
                </a:lnTo>
                <a:close/>
              </a:path>
              <a:path w="206375" h="337185">
                <a:moveTo>
                  <a:pt x="103632" y="337089"/>
                </a:moveTo>
                <a:lnTo>
                  <a:pt x="83081" y="334803"/>
                </a:lnTo>
                <a:lnTo>
                  <a:pt x="64960" y="327945"/>
                </a:lnTo>
                <a:lnTo>
                  <a:pt x="49410" y="316515"/>
                </a:lnTo>
                <a:lnTo>
                  <a:pt x="36576" y="300513"/>
                </a:lnTo>
                <a:lnTo>
                  <a:pt x="69973" y="300513"/>
                </a:lnTo>
                <a:lnTo>
                  <a:pt x="73914" y="302787"/>
                </a:lnTo>
                <a:lnTo>
                  <a:pt x="85915" y="306751"/>
                </a:lnTo>
                <a:lnTo>
                  <a:pt x="99060" y="308133"/>
                </a:lnTo>
                <a:lnTo>
                  <a:pt x="173830" y="308133"/>
                </a:lnTo>
                <a:lnTo>
                  <a:pt x="163518" y="318444"/>
                </a:lnTo>
                <a:lnTo>
                  <a:pt x="146196" y="328898"/>
                </a:lnTo>
                <a:lnTo>
                  <a:pt x="126285" y="335065"/>
                </a:lnTo>
                <a:lnTo>
                  <a:pt x="103632" y="33708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6027420" y="5036820"/>
            <a:ext cx="36830" cy="332740"/>
          </a:xfrm>
          <a:custGeom>
            <a:avLst/>
            <a:gdLst/>
            <a:ahLst/>
            <a:cxnLst/>
            <a:rect l="l" t="t" r="r" b="b"/>
            <a:pathLst>
              <a:path w="36829" h="332739">
                <a:moveTo>
                  <a:pt x="36576" y="332232"/>
                </a:moveTo>
                <a:lnTo>
                  <a:pt x="0" y="332232"/>
                </a:lnTo>
                <a:lnTo>
                  <a:pt x="0" y="0"/>
                </a:lnTo>
                <a:lnTo>
                  <a:pt x="36576" y="0"/>
                </a:lnTo>
                <a:lnTo>
                  <a:pt x="36576" y="332232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6119812" y="5139118"/>
            <a:ext cx="469900" cy="335915"/>
            <a:chOff x="6119812" y="5139118"/>
            <a:chExt cx="469900" cy="335915"/>
          </a:xfrm>
        </p:grpSpPr>
        <p:pic>
          <p:nvPicPr>
            <p:cNvPr id="55" name="object 5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19812" y="5139118"/>
              <a:ext cx="221170" cy="234886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6382227" y="5139118"/>
              <a:ext cx="207645" cy="335915"/>
            </a:xfrm>
            <a:custGeom>
              <a:avLst/>
              <a:gdLst/>
              <a:ahLst/>
              <a:cxnLst/>
              <a:rect l="l" t="t" r="r" b="b"/>
              <a:pathLst>
                <a:path w="207645" h="335914">
                  <a:moveTo>
                    <a:pt x="92963" y="234886"/>
                  </a:moveTo>
                  <a:lnTo>
                    <a:pt x="55387" y="227838"/>
                  </a:lnTo>
                  <a:lnTo>
                    <a:pt x="14691" y="189611"/>
                  </a:lnTo>
                  <a:lnTo>
                    <a:pt x="1594" y="149043"/>
                  </a:lnTo>
                  <a:lnTo>
                    <a:pt x="0" y="123539"/>
                  </a:lnTo>
                  <a:lnTo>
                    <a:pt x="1618" y="97861"/>
                  </a:lnTo>
                  <a:lnTo>
                    <a:pt x="15334" y="52103"/>
                  </a:lnTo>
                  <a:lnTo>
                    <a:pt x="42471" y="19288"/>
                  </a:lnTo>
                  <a:lnTo>
                    <a:pt x="80780" y="2238"/>
                  </a:lnTo>
                  <a:lnTo>
                    <a:pt x="103631" y="0"/>
                  </a:lnTo>
                  <a:lnTo>
                    <a:pt x="124824" y="2286"/>
                  </a:lnTo>
                  <a:lnTo>
                    <a:pt x="142874" y="9144"/>
                  </a:lnTo>
                  <a:lnTo>
                    <a:pt x="158066" y="20574"/>
                  </a:lnTo>
                  <a:lnTo>
                    <a:pt x="165879" y="30480"/>
                  </a:lnTo>
                  <a:lnTo>
                    <a:pt x="108203" y="30480"/>
                  </a:lnTo>
                  <a:lnTo>
                    <a:pt x="92818" y="31932"/>
                  </a:lnTo>
                  <a:lnTo>
                    <a:pt x="56291" y="54864"/>
                  </a:lnTo>
                  <a:lnTo>
                    <a:pt x="37861" y="102307"/>
                  </a:lnTo>
                  <a:lnTo>
                    <a:pt x="36479" y="123539"/>
                  </a:lnTo>
                  <a:lnTo>
                    <a:pt x="37622" y="140970"/>
                  </a:lnTo>
                  <a:lnTo>
                    <a:pt x="54767" y="182975"/>
                  </a:lnTo>
                  <a:lnTo>
                    <a:pt x="89366" y="204500"/>
                  </a:lnTo>
                  <a:lnTo>
                    <a:pt x="103631" y="205930"/>
                  </a:lnTo>
                  <a:lnTo>
                    <a:pt x="160267" y="205930"/>
                  </a:lnTo>
                  <a:lnTo>
                    <a:pt x="156399" y="211057"/>
                  </a:lnTo>
                  <a:lnTo>
                    <a:pt x="138683" y="224397"/>
                  </a:lnTo>
                  <a:lnTo>
                    <a:pt x="117537" y="232289"/>
                  </a:lnTo>
                  <a:lnTo>
                    <a:pt x="92963" y="234886"/>
                  </a:lnTo>
                  <a:close/>
                </a:path>
                <a:path w="207645" h="335914">
                  <a:moveTo>
                    <a:pt x="207358" y="36576"/>
                  </a:moveTo>
                  <a:lnTo>
                    <a:pt x="170687" y="36576"/>
                  </a:lnTo>
                  <a:lnTo>
                    <a:pt x="170687" y="6096"/>
                  </a:lnTo>
                  <a:lnTo>
                    <a:pt x="207358" y="6096"/>
                  </a:lnTo>
                  <a:lnTo>
                    <a:pt x="207358" y="36576"/>
                  </a:lnTo>
                  <a:close/>
                </a:path>
                <a:path w="207645" h="335914">
                  <a:moveTo>
                    <a:pt x="160267" y="205930"/>
                  </a:moveTo>
                  <a:lnTo>
                    <a:pt x="103631" y="205930"/>
                  </a:lnTo>
                  <a:lnTo>
                    <a:pt x="117894" y="204500"/>
                  </a:lnTo>
                  <a:lnTo>
                    <a:pt x="130872" y="200203"/>
                  </a:lnTo>
                  <a:lnTo>
                    <a:pt x="160400" y="171831"/>
                  </a:lnTo>
                  <a:lnTo>
                    <a:pt x="170687" y="128111"/>
                  </a:lnTo>
                  <a:lnTo>
                    <a:pt x="170687" y="96107"/>
                  </a:lnTo>
                  <a:lnTo>
                    <a:pt x="153923" y="50292"/>
                  </a:lnTo>
                  <a:lnTo>
                    <a:pt x="108203" y="30480"/>
                  </a:lnTo>
                  <a:lnTo>
                    <a:pt x="165879" y="30480"/>
                  </a:lnTo>
                  <a:lnTo>
                    <a:pt x="170687" y="36576"/>
                  </a:lnTo>
                  <a:lnTo>
                    <a:pt x="207358" y="36576"/>
                  </a:lnTo>
                  <a:lnTo>
                    <a:pt x="207358" y="192119"/>
                  </a:lnTo>
                  <a:lnTo>
                    <a:pt x="170687" y="192119"/>
                  </a:lnTo>
                  <a:lnTo>
                    <a:pt x="160267" y="205930"/>
                  </a:lnTo>
                  <a:close/>
                </a:path>
                <a:path w="207645" h="335914">
                  <a:moveTo>
                    <a:pt x="176905" y="305085"/>
                  </a:moveTo>
                  <a:lnTo>
                    <a:pt x="88391" y="305085"/>
                  </a:lnTo>
                  <a:lnTo>
                    <a:pt x="124395" y="299617"/>
                  </a:lnTo>
                  <a:lnTo>
                    <a:pt x="150113" y="283130"/>
                  </a:lnTo>
                  <a:lnTo>
                    <a:pt x="165543" y="255499"/>
                  </a:lnTo>
                  <a:lnTo>
                    <a:pt x="170687" y="216598"/>
                  </a:lnTo>
                  <a:lnTo>
                    <a:pt x="170687" y="192119"/>
                  </a:lnTo>
                  <a:lnTo>
                    <a:pt x="207358" y="192119"/>
                  </a:lnTo>
                  <a:lnTo>
                    <a:pt x="207358" y="212026"/>
                  </a:lnTo>
                  <a:lnTo>
                    <a:pt x="199914" y="266048"/>
                  </a:lnTo>
                  <a:lnTo>
                    <a:pt x="177592" y="304657"/>
                  </a:lnTo>
                  <a:lnTo>
                    <a:pt x="176905" y="305085"/>
                  </a:lnTo>
                  <a:close/>
                </a:path>
                <a:path w="207645" h="335914">
                  <a:moveTo>
                    <a:pt x="88391" y="335565"/>
                  </a:moveTo>
                  <a:lnTo>
                    <a:pt x="68357" y="334684"/>
                  </a:lnTo>
                  <a:lnTo>
                    <a:pt x="49636" y="331946"/>
                  </a:lnTo>
                  <a:lnTo>
                    <a:pt x="32361" y="327207"/>
                  </a:lnTo>
                  <a:lnTo>
                    <a:pt x="16667" y="320325"/>
                  </a:lnTo>
                  <a:lnTo>
                    <a:pt x="16667" y="283654"/>
                  </a:lnTo>
                  <a:lnTo>
                    <a:pt x="34947" y="292789"/>
                  </a:lnTo>
                  <a:lnTo>
                    <a:pt x="53101" y="299513"/>
                  </a:lnTo>
                  <a:lnTo>
                    <a:pt x="70969" y="303665"/>
                  </a:lnTo>
                  <a:lnTo>
                    <a:pt x="88391" y="305085"/>
                  </a:lnTo>
                  <a:lnTo>
                    <a:pt x="176905" y="305085"/>
                  </a:lnTo>
                  <a:lnTo>
                    <a:pt x="140412" y="327835"/>
                  </a:lnTo>
                  <a:lnTo>
                    <a:pt x="88391" y="335565"/>
                  </a:lnTo>
                  <a:close/>
                </a:path>
              </a:pathLst>
            </a:custGeom>
            <a:solidFill>
              <a:srgbClr val="080C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6665785" y="5030819"/>
            <a:ext cx="116205" cy="415290"/>
          </a:xfrm>
          <a:custGeom>
            <a:avLst/>
            <a:gdLst/>
            <a:ahLst/>
            <a:cxnLst/>
            <a:rect l="l" t="t" r="r" b="b"/>
            <a:pathLst>
              <a:path w="116204" h="415289">
                <a:moveTo>
                  <a:pt x="38100" y="414909"/>
                </a:moveTo>
                <a:lnTo>
                  <a:pt x="0" y="414909"/>
                </a:lnTo>
                <a:lnTo>
                  <a:pt x="27990" y="378654"/>
                </a:lnTo>
                <a:lnTo>
                  <a:pt x="49776" y="339551"/>
                </a:lnTo>
                <a:lnTo>
                  <a:pt x="65349" y="297678"/>
                </a:lnTo>
                <a:lnTo>
                  <a:pt x="74700" y="253112"/>
                </a:lnTo>
                <a:lnTo>
                  <a:pt x="77819" y="205930"/>
                </a:lnTo>
                <a:lnTo>
                  <a:pt x="74712" y="159605"/>
                </a:lnTo>
                <a:lnTo>
                  <a:pt x="65447" y="115845"/>
                </a:lnTo>
                <a:lnTo>
                  <a:pt x="50106" y="74654"/>
                </a:lnTo>
                <a:lnTo>
                  <a:pt x="28770" y="36038"/>
                </a:lnTo>
                <a:lnTo>
                  <a:pt x="1524" y="0"/>
                </a:lnTo>
                <a:lnTo>
                  <a:pt x="38100" y="0"/>
                </a:lnTo>
                <a:lnTo>
                  <a:pt x="66127" y="35306"/>
                </a:lnTo>
                <a:lnTo>
                  <a:pt x="87918" y="73557"/>
                </a:lnTo>
                <a:lnTo>
                  <a:pt x="103477" y="114748"/>
                </a:lnTo>
                <a:lnTo>
                  <a:pt x="112809" y="158873"/>
                </a:lnTo>
                <a:lnTo>
                  <a:pt x="115919" y="205930"/>
                </a:lnTo>
                <a:lnTo>
                  <a:pt x="112809" y="253843"/>
                </a:lnTo>
                <a:lnTo>
                  <a:pt x="103477" y="298775"/>
                </a:lnTo>
                <a:lnTo>
                  <a:pt x="87918" y="340649"/>
                </a:lnTo>
                <a:lnTo>
                  <a:pt x="66127" y="379386"/>
                </a:lnTo>
                <a:lnTo>
                  <a:pt x="38100" y="4149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7095732" y="4994147"/>
            <a:ext cx="1315085" cy="436880"/>
          </a:xfrm>
          <a:custGeom>
            <a:avLst/>
            <a:gdLst/>
            <a:ahLst/>
            <a:cxnLst/>
            <a:rect l="l" t="t" r="r" b="b"/>
            <a:pathLst>
              <a:path w="1315084" h="436879">
                <a:moveTo>
                  <a:pt x="184594" y="297383"/>
                </a:moveTo>
                <a:lnTo>
                  <a:pt x="183476" y="289636"/>
                </a:lnTo>
                <a:lnTo>
                  <a:pt x="182499" y="280047"/>
                </a:lnTo>
                <a:lnTo>
                  <a:pt x="181813" y="268439"/>
                </a:lnTo>
                <a:lnTo>
                  <a:pt x="181546" y="254711"/>
                </a:lnTo>
                <a:lnTo>
                  <a:pt x="56489" y="332524"/>
                </a:lnTo>
                <a:lnTo>
                  <a:pt x="56489" y="18300"/>
                </a:lnTo>
                <a:lnTo>
                  <a:pt x="21437" y="18300"/>
                </a:lnTo>
                <a:lnTo>
                  <a:pt x="21437" y="323380"/>
                </a:lnTo>
                <a:lnTo>
                  <a:pt x="20027" y="335648"/>
                </a:lnTo>
                <a:lnTo>
                  <a:pt x="15900" y="347192"/>
                </a:lnTo>
                <a:lnTo>
                  <a:pt x="9182" y="357886"/>
                </a:lnTo>
                <a:lnTo>
                  <a:pt x="0" y="367576"/>
                </a:lnTo>
                <a:lnTo>
                  <a:pt x="26009" y="402628"/>
                </a:lnTo>
                <a:lnTo>
                  <a:pt x="32867" y="396265"/>
                </a:lnTo>
                <a:lnTo>
                  <a:pt x="39725" y="390626"/>
                </a:lnTo>
                <a:lnTo>
                  <a:pt x="46583" y="385267"/>
                </a:lnTo>
                <a:lnTo>
                  <a:pt x="53441" y="379768"/>
                </a:lnTo>
                <a:lnTo>
                  <a:pt x="98983" y="350608"/>
                </a:lnTo>
                <a:lnTo>
                  <a:pt x="127736" y="332524"/>
                </a:lnTo>
                <a:lnTo>
                  <a:pt x="136855" y="326796"/>
                </a:lnTo>
                <a:lnTo>
                  <a:pt x="184594" y="297383"/>
                </a:lnTo>
                <a:close/>
              </a:path>
              <a:path w="1315084" h="436879">
                <a:moveTo>
                  <a:pt x="228790" y="114401"/>
                </a:moveTo>
                <a:lnTo>
                  <a:pt x="211061" y="82600"/>
                </a:lnTo>
                <a:lnTo>
                  <a:pt x="194310" y="53543"/>
                </a:lnTo>
                <a:lnTo>
                  <a:pt x="178435" y="27076"/>
                </a:lnTo>
                <a:lnTo>
                  <a:pt x="163258" y="3048"/>
                </a:lnTo>
                <a:lnTo>
                  <a:pt x="131165" y="18300"/>
                </a:lnTo>
                <a:lnTo>
                  <a:pt x="146126" y="43446"/>
                </a:lnTo>
                <a:lnTo>
                  <a:pt x="161353" y="70878"/>
                </a:lnTo>
                <a:lnTo>
                  <a:pt x="177126" y="100634"/>
                </a:lnTo>
                <a:lnTo>
                  <a:pt x="193738" y="132689"/>
                </a:lnTo>
                <a:lnTo>
                  <a:pt x="228790" y="114401"/>
                </a:lnTo>
                <a:close/>
              </a:path>
              <a:path w="1315084" h="436879">
                <a:moveTo>
                  <a:pt x="423964" y="393484"/>
                </a:moveTo>
                <a:lnTo>
                  <a:pt x="374053" y="339178"/>
                </a:lnTo>
                <a:lnTo>
                  <a:pt x="352196" y="315760"/>
                </a:lnTo>
                <a:lnTo>
                  <a:pt x="348094" y="311365"/>
                </a:lnTo>
                <a:lnTo>
                  <a:pt x="321856" y="283667"/>
                </a:lnTo>
                <a:lnTo>
                  <a:pt x="334975" y="245071"/>
                </a:lnTo>
                <a:lnTo>
                  <a:pt x="344525" y="200164"/>
                </a:lnTo>
                <a:lnTo>
                  <a:pt x="350354" y="148958"/>
                </a:lnTo>
                <a:lnTo>
                  <a:pt x="352336" y="91452"/>
                </a:lnTo>
                <a:lnTo>
                  <a:pt x="352336" y="12192"/>
                </a:lnTo>
                <a:lnTo>
                  <a:pt x="317284" y="12192"/>
                </a:lnTo>
                <a:lnTo>
                  <a:pt x="317220" y="91452"/>
                </a:lnTo>
                <a:lnTo>
                  <a:pt x="314706" y="152019"/>
                </a:lnTo>
                <a:lnTo>
                  <a:pt x="306984" y="205689"/>
                </a:lnTo>
                <a:lnTo>
                  <a:pt x="294093" y="251040"/>
                </a:lnTo>
                <a:lnTo>
                  <a:pt x="276034" y="288239"/>
                </a:lnTo>
                <a:lnTo>
                  <a:pt x="252945" y="320548"/>
                </a:lnTo>
                <a:lnTo>
                  <a:pt x="220408" y="350989"/>
                </a:lnTo>
                <a:lnTo>
                  <a:pt x="178701" y="379412"/>
                </a:lnTo>
                <a:lnTo>
                  <a:pt x="128117" y="405676"/>
                </a:lnTo>
                <a:lnTo>
                  <a:pt x="134708" y="413702"/>
                </a:lnTo>
                <a:lnTo>
                  <a:pt x="146799" y="429133"/>
                </a:lnTo>
                <a:lnTo>
                  <a:pt x="152590" y="436257"/>
                </a:lnTo>
                <a:lnTo>
                  <a:pt x="199745" y="412457"/>
                </a:lnTo>
                <a:lnTo>
                  <a:pt x="240614" y="384543"/>
                </a:lnTo>
                <a:lnTo>
                  <a:pt x="275221" y="352361"/>
                </a:lnTo>
                <a:lnTo>
                  <a:pt x="303568" y="315760"/>
                </a:lnTo>
                <a:lnTo>
                  <a:pt x="326402" y="341198"/>
                </a:lnTo>
                <a:lnTo>
                  <a:pt x="349097" y="367207"/>
                </a:lnTo>
                <a:lnTo>
                  <a:pt x="371500" y="393814"/>
                </a:lnTo>
                <a:lnTo>
                  <a:pt x="393484" y="421017"/>
                </a:lnTo>
                <a:lnTo>
                  <a:pt x="423964" y="393484"/>
                </a:lnTo>
                <a:close/>
              </a:path>
              <a:path w="1315084" h="436879">
                <a:moveTo>
                  <a:pt x="869353" y="392061"/>
                </a:moveTo>
                <a:lnTo>
                  <a:pt x="829348" y="382079"/>
                </a:lnTo>
                <a:lnTo>
                  <a:pt x="791616" y="368236"/>
                </a:lnTo>
                <a:lnTo>
                  <a:pt x="756158" y="350647"/>
                </a:lnTo>
                <a:lnTo>
                  <a:pt x="722960" y="329476"/>
                </a:lnTo>
                <a:lnTo>
                  <a:pt x="742746" y="306616"/>
                </a:lnTo>
                <a:lnTo>
                  <a:pt x="750176" y="298043"/>
                </a:lnTo>
                <a:lnTo>
                  <a:pt x="774661" y="263169"/>
                </a:lnTo>
                <a:lnTo>
                  <a:pt x="796556" y="224853"/>
                </a:lnTo>
                <a:lnTo>
                  <a:pt x="816013" y="183070"/>
                </a:lnTo>
                <a:lnTo>
                  <a:pt x="816013" y="151066"/>
                </a:lnTo>
                <a:lnTo>
                  <a:pt x="774865" y="151066"/>
                </a:lnTo>
                <a:lnTo>
                  <a:pt x="774865" y="184594"/>
                </a:lnTo>
                <a:lnTo>
                  <a:pt x="760298" y="218020"/>
                </a:lnTo>
                <a:lnTo>
                  <a:pt x="741857" y="249605"/>
                </a:lnTo>
                <a:lnTo>
                  <a:pt x="719709" y="279196"/>
                </a:lnTo>
                <a:lnTo>
                  <a:pt x="694004" y="306616"/>
                </a:lnTo>
                <a:lnTo>
                  <a:pt x="666750" y="276821"/>
                </a:lnTo>
                <a:lnTo>
                  <a:pt x="641692" y="242392"/>
                </a:lnTo>
                <a:lnTo>
                  <a:pt x="618807" y="203504"/>
                </a:lnTo>
                <a:lnTo>
                  <a:pt x="607580" y="180022"/>
                </a:lnTo>
                <a:lnTo>
                  <a:pt x="598119" y="160274"/>
                </a:lnTo>
                <a:lnTo>
                  <a:pt x="579602" y="112877"/>
                </a:lnTo>
                <a:lnTo>
                  <a:pt x="579628" y="101422"/>
                </a:lnTo>
                <a:lnTo>
                  <a:pt x="579793" y="89827"/>
                </a:lnTo>
                <a:lnTo>
                  <a:pt x="580250" y="77939"/>
                </a:lnTo>
                <a:lnTo>
                  <a:pt x="581126" y="65633"/>
                </a:lnTo>
                <a:lnTo>
                  <a:pt x="736676" y="65633"/>
                </a:lnTo>
                <a:lnTo>
                  <a:pt x="692480" y="155638"/>
                </a:lnTo>
                <a:lnTo>
                  <a:pt x="692480" y="184594"/>
                </a:lnTo>
                <a:lnTo>
                  <a:pt x="774865" y="184594"/>
                </a:lnTo>
                <a:lnTo>
                  <a:pt x="774865" y="151066"/>
                </a:lnTo>
                <a:lnTo>
                  <a:pt x="733628" y="151066"/>
                </a:lnTo>
                <a:lnTo>
                  <a:pt x="776389" y="65633"/>
                </a:lnTo>
                <a:lnTo>
                  <a:pt x="776389" y="32105"/>
                </a:lnTo>
                <a:lnTo>
                  <a:pt x="454533" y="32105"/>
                </a:lnTo>
                <a:lnTo>
                  <a:pt x="454533" y="65633"/>
                </a:lnTo>
                <a:lnTo>
                  <a:pt x="543026" y="65633"/>
                </a:lnTo>
                <a:lnTo>
                  <a:pt x="540740" y="128536"/>
                </a:lnTo>
                <a:lnTo>
                  <a:pt x="536168" y="182118"/>
                </a:lnTo>
                <a:lnTo>
                  <a:pt x="529310" y="226288"/>
                </a:lnTo>
                <a:lnTo>
                  <a:pt x="507263" y="296087"/>
                </a:lnTo>
                <a:lnTo>
                  <a:pt x="488911" y="330860"/>
                </a:lnTo>
                <a:lnTo>
                  <a:pt x="464832" y="365340"/>
                </a:lnTo>
                <a:lnTo>
                  <a:pt x="434721" y="399681"/>
                </a:lnTo>
                <a:lnTo>
                  <a:pt x="442417" y="407657"/>
                </a:lnTo>
                <a:lnTo>
                  <a:pt x="449402" y="415493"/>
                </a:lnTo>
                <a:lnTo>
                  <a:pt x="455561" y="423037"/>
                </a:lnTo>
                <a:lnTo>
                  <a:pt x="460730" y="430161"/>
                </a:lnTo>
                <a:lnTo>
                  <a:pt x="493928" y="391541"/>
                </a:lnTo>
                <a:lnTo>
                  <a:pt x="520547" y="353339"/>
                </a:lnTo>
                <a:lnTo>
                  <a:pt x="540880" y="315417"/>
                </a:lnTo>
                <a:lnTo>
                  <a:pt x="555218" y="277660"/>
                </a:lnTo>
                <a:lnTo>
                  <a:pt x="565505" y="233413"/>
                </a:lnTo>
                <a:lnTo>
                  <a:pt x="573506" y="180022"/>
                </a:lnTo>
                <a:lnTo>
                  <a:pt x="592353" y="222923"/>
                </a:lnTo>
                <a:lnTo>
                  <a:pt x="614514" y="262216"/>
                </a:lnTo>
                <a:lnTo>
                  <a:pt x="639813" y="297776"/>
                </a:lnTo>
                <a:lnTo>
                  <a:pt x="668096" y="329476"/>
                </a:lnTo>
                <a:lnTo>
                  <a:pt x="637781" y="351269"/>
                </a:lnTo>
                <a:lnTo>
                  <a:pt x="604037" y="370903"/>
                </a:lnTo>
                <a:lnTo>
                  <a:pt x="566851" y="388505"/>
                </a:lnTo>
                <a:lnTo>
                  <a:pt x="526262" y="404253"/>
                </a:lnTo>
                <a:lnTo>
                  <a:pt x="532815" y="413105"/>
                </a:lnTo>
                <a:lnTo>
                  <a:pt x="538645" y="421398"/>
                </a:lnTo>
                <a:lnTo>
                  <a:pt x="543623" y="429107"/>
                </a:lnTo>
                <a:lnTo>
                  <a:pt x="547598" y="436257"/>
                </a:lnTo>
                <a:lnTo>
                  <a:pt x="590257" y="418465"/>
                </a:lnTo>
                <a:lnTo>
                  <a:pt x="629031" y="399110"/>
                </a:lnTo>
                <a:lnTo>
                  <a:pt x="664070" y="377748"/>
                </a:lnTo>
                <a:lnTo>
                  <a:pt x="695528" y="353961"/>
                </a:lnTo>
                <a:lnTo>
                  <a:pt x="725754" y="375691"/>
                </a:lnTo>
                <a:lnTo>
                  <a:pt x="761288" y="395300"/>
                </a:lnTo>
                <a:lnTo>
                  <a:pt x="801687" y="412889"/>
                </a:lnTo>
                <a:lnTo>
                  <a:pt x="846493" y="428637"/>
                </a:lnTo>
                <a:lnTo>
                  <a:pt x="851141" y="420344"/>
                </a:lnTo>
                <a:lnTo>
                  <a:pt x="856208" y="411492"/>
                </a:lnTo>
                <a:lnTo>
                  <a:pt x="862139" y="402056"/>
                </a:lnTo>
                <a:lnTo>
                  <a:pt x="869353" y="392061"/>
                </a:lnTo>
                <a:close/>
              </a:path>
              <a:path w="1315084" h="436879">
                <a:moveTo>
                  <a:pt x="1314742" y="64109"/>
                </a:moveTo>
                <a:lnTo>
                  <a:pt x="1070711" y="64109"/>
                </a:lnTo>
                <a:lnTo>
                  <a:pt x="1081951" y="38950"/>
                </a:lnTo>
                <a:lnTo>
                  <a:pt x="1087208" y="26352"/>
                </a:lnTo>
                <a:lnTo>
                  <a:pt x="1092047" y="13716"/>
                </a:lnTo>
                <a:lnTo>
                  <a:pt x="1058519" y="0"/>
                </a:lnTo>
                <a:lnTo>
                  <a:pt x="1031087" y="64109"/>
                </a:lnTo>
                <a:lnTo>
                  <a:pt x="890790" y="64109"/>
                </a:lnTo>
                <a:lnTo>
                  <a:pt x="890790" y="96113"/>
                </a:lnTo>
                <a:lnTo>
                  <a:pt x="1014323" y="96113"/>
                </a:lnTo>
                <a:lnTo>
                  <a:pt x="987145" y="142443"/>
                </a:lnTo>
                <a:lnTo>
                  <a:pt x="956132" y="187452"/>
                </a:lnTo>
                <a:lnTo>
                  <a:pt x="921435" y="231051"/>
                </a:lnTo>
                <a:lnTo>
                  <a:pt x="883170" y="273088"/>
                </a:lnTo>
                <a:lnTo>
                  <a:pt x="889762" y="280212"/>
                </a:lnTo>
                <a:lnTo>
                  <a:pt x="895934" y="287756"/>
                </a:lnTo>
                <a:lnTo>
                  <a:pt x="901814" y="295592"/>
                </a:lnTo>
                <a:lnTo>
                  <a:pt x="907554" y="303568"/>
                </a:lnTo>
                <a:lnTo>
                  <a:pt x="924407" y="285013"/>
                </a:lnTo>
                <a:lnTo>
                  <a:pt x="940701" y="266026"/>
                </a:lnTo>
                <a:lnTo>
                  <a:pt x="956411" y="246735"/>
                </a:lnTo>
                <a:lnTo>
                  <a:pt x="971562" y="227266"/>
                </a:lnTo>
                <a:lnTo>
                  <a:pt x="971562" y="399669"/>
                </a:lnTo>
                <a:lnTo>
                  <a:pt x="1005090" y="399669"/>
                </a:lnTo>
                <a:lnTo>
                  <a:pt x="1005090" y="216598"/>
                </a:lnTo>
                <a:lnTo>
                  <a:pt x="1104239" y="216598"/>
                </a:lnTo>
                <a:lnTo>
                  <a:pt x="1104239" y="433197"/>
                </a:lnTo>
                <a:lnTo>
                  <a:pt x="1139291" y="433197"/>
                </a:lnTo>
                <a:lnTo>
                  <a:pt x="1139291" y="216598"/>
                </a:lnTo>
                <a:lnTo>
                  <a:pt x="1239977" y="216598"/>
                </a:lnTo>
                <a:lnTo>
                  <a:pt x="1239977" y="327952"/>
                </a:lnTo>
                <a:lnTo>
                  <a:pt x="1238021" y="340652"/>
                </a:lnTo>
                <a:lnTo>
                  <a:pt x="1232357" y="349186"/>
                </a:lnTo>
                <a:lnTo>
                  <a:pt x="1223251" y="353974"/>
                </a:lnTo>
                <a:lnTo>
                  <a:pt x="1211021" y="355473"/>
                </a:lnTo>
                <a:lnTo>
                  <a:pt x="1204175" y="355434"/>
                </a:lnTo>
                <a:lnTo>
                  <a:pt x="1192923" y="355092"/>
                </a:lnTo>
                <a:lnTo>
                  <a:pt x="1177366" y="354190"/>
                </a:lnTo>
                <a:lnTo>
                  <a:pt x="1157681" y="352425"/>
                </a:lnTo>
                <a:lnTo>
                  <a:pt x="1163891" y="380936"/>
                </a:lnTo>
                <a:lnTo>
                  <a:pt x="1165301" y="389001"/>
                </a:lnTo>
                <a:lnTo>
                  <a:pt x="1230833" y="389001"/>
                </a:lnTo>
                <a:lnTo>
                  <a:pt x="1249946" y="385838"/>
                </a:lnTo>
                <a:lnTo>
                  <a:pt x="1263789" y="376237"/>
                </a:lnTo>
                <a:lnTo>
                  <a:pt x="1272184" y="360032"/>
                </a:lnTo>
                <a:lnTo>
                  <a:pt x="1275029" y="337096"/>
                </a:lnTo>
                <a:lnTo>
                  <a:pt x="1275029" y="186118"/>
                </a:lnTo>
                <a:lnTo>
                  <a:pt x="1139291" y="186118"/>
                </a:lnTo>
                <a:lnTo>
                  <a:pt x="1139291" y="117449"/>
                </a:lnTo>
                <a:lnTo>
                  <a:pt x="1104239" y="117449"/>
                </a:lnTo>
                <a:lnTo>
                  <a:pt x="1104239" y="186118"/>
                </a:lnTo>
                <a:lnTo>
                  <a:pt x="1000518" y="186118"/>
                </a:lnTo>
                <a:lnTo>
                  <a:pt x="1014907" y="164134"/>
                </a:lnTo>
                <a:lnTo>
                  <a:pt x="1028407" y="141693"/>
                </a:lnTo>
                <a:lnTo>
                  <a:pt x="1041323" y="118960"/>
                </a:lnTo>
                <a:lnTo>
                  <a:pt x="1053947" y="96113"/>
                </a:lnTo>
                <a:lnTo>
                  <a:pt x="1314742" y="96113"/>
                </a:lnTo>
                <a:lnTo>
                  <a:pt x="1314742" y="6410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8427237" y="4995671"/>
            <a:ext cx="1330325" cy="431800"/>
          </a:xfrm>
          <a:custGeom>
            <a:avLst/>
            <a:gdLst/>
            <a:ahLst/>
            <a:cxnLst/>
            <a:rect l="l" t="t" r="r" b="b"/>
            <a:pathLst>
              <a:path w="1330325" h="431800">
                <a:moveTo>
                  <a:pt x="373570" y="265468"/>
                </a:moveTo>
                <a:lnTo>
                  <a:pt x="343090" y="265468"/>
                </a:lnTo>
                <a:lnTo>
                  <a:pt x="343090" y="292900"/>
                </a:lnTo>
                <a:lnTo>
                  <a:pt x="373570" y="292900"/>
                </a:lnTo>
                <a:lnTo>
                  <a:pt x="373570" y="265468"/>
                </a:lnTo>
                <a:close/>
              </a:path>
              <a:path w="1330325" h="431800">
                <a:moveTo>
                  <a:pt x="396532" y="108305"/>
                </a:moveTo>
                <a:lnTo>
                  <a:pt x="367474" y="108305"/>
                </a:lnTo>
                <a:lnTo>
                  <a:pt x="367474" y="118973"/>
                </a:lnTo>
                <a:lnTo>
                  <a:pt x="396532" y="118973"/>
                </a:lnTo>
                <a:lnTo>
                  <a:pt x="396532" y="108305"/>
                </a:lnTo>
                <a:close/>
              </a:path>
              <a:path w="1330325" h="431800">
                <a:moveTo>
                  <a:pt x="396532" y="20193"/>
                </a:moveTo>
                <a:lnTo>
                  <a:pt x="367474" y="20193"/>
                </a:lnTo>
                <a:lnTo>
                  <a:pt x="367474" y="44323"/>
                </a:lnTo>
                <a:lnTo>
                  <a:pt x="367474" y="83693"/>
                </a:lnTo>
                <a:lnTo>
                  <a:pt x="286702" y="83693"/>
                </a:lnTo>
                <a:lnTo>
                  <a:pt x="286702" y="44323"/>
                </a:lnTo>
                <a:lnTo>
                  <a:pt x="367474" y="44323"/>
                </a:lnTo>
                <a:lnTo>
                  <a:pt x="367474" y="20193"/>
                </a:lnTo>
                <a:lnTo>
                  <a:pt x="257746" y="20193"/>
                </a:lnTo>
                <a:lnTo>
                  <a:pt x="257746" y="44323"/>
                </a:lnTo>
                <a:lnTo>
                  <a:pt x="257746" y="83693"/>
                </a:lnTo>
                <a:lnTo>
                  <a:pt x="176885" y="83693"/>
                </a:lnTo>
                <a:lnTo>
                  <a:pt x="176885" y="44323"/>
                </a:lnTo>
                <a:lnTo>
                  <a:pt x="257746" y="44323"/>
                </a:lnTo>
                <a:lnTo>
                  <a:pt x="257746" y="20193"/>
                </a:lnTo>
                <a:lnTo>
                  <a:pt x="147929" y="20193"/>
                </a:lnTo>
                <a:lnTo>
                  <a:pt x="147929" y="44323"/>
                </a:lnTo>
                <a:lnTo>
                  <a:pt x="147929" y="83693"/>
                </a:lnTo>
                <a:lnTo>
                  <a:pt x="68580" y="83693"/>
                </a:lnTo>
                <a:lnTo>
                  <a:pt x="68580" y="44323"/>
                </a:lnTo>
                <a:lnTo>
                  <a:pt x="147929" y="44323"/>
                </a:lnTo>
                <a:lnTo>
                  <a:pt x="147929" y="20193"/>
                </a:lnTo>
                <a:lnTo>
                  <a:pt x="38100" y="20193"/>
                </a:lnTo>
                <a:lnTo>
                  <a:pt x="38100" y="44323"/>
                </a:lnTo>
                <a:lnTo>
                  <a:pt x="38100" y="83693"/>
                </a:lnTo>
                <a:lnTo>
                  <a:pt x="38100" y="107823"/>
                </a:lnTo>
                <a:lnTo>
                  <a:pt x="38100" y="119253"/>
                </a:lnTo>
                <a:lnTo>
                  <a:pt x="68580" y="119253"/>
                </a:lnTo>
                <a:lnTo>
                  <a:pt x="68580" y="107823"/>
                </a:lnTo>
                <a:lnTo>
                  <a:pt x="396532" y="107823"/>
                </a:lnTo>
                <a:lnTo>
                  <a:pt x="396532" y="83921"/>
                </a:lnTo>
                <a:lnTo>
                  <a:pt x="396532" y="83693"/>
                </a:lnTo>
                <a:lnTo>
                  <a:pt x="396532" y="44323"/>
                </a:lnTo>
                <a:lnTo>
                  <a:pt x="396532" y="20193"/>
                </a:lnTo>
                <a:close/>
              </a:path>
              <a:path w="1330325" h="431800">
                <a:moveTo>
                  <a:pt x="434632" y="393573"/>
                </a:moveTo>
                <a:lnTo>
                  <a:pt x="373570" y="393573"/>
                </a:lnTo>
                <a:lnTo>
                  <a:pt x="373570" y="366141"/>
                </a:lnTo>
                <a:lnTo>
                  <a:pt x="343090" y="366141"/>
                </a:lnTo>
                <a:lnTo>
                  <a:pt x="343090" y="393573"/>
                </a:lnTo>
                <a:lnTo>
                  <a:pt x="96012" y="393573"/>
                </a:lnTo>
                <a:lnTo>
                  <a:pt x="96012" y="365633"/>
                </a:lnTo>
                <a:lnTo>
                  <a:pt x="373570" y="365633"/>
                </a:lnTo>
                <a:lnTo>
                  <a:pt x="373570" y="343281"/>
                </a:lnTo>
                <a:lnTo>
                  <a:pt x="373570" y="342773"/>
                </a:lnTo>
                <a:lnTo>
                  <a:pt x="373570" y="316103"/>
                </a:lnTo>
                <a:lnTo>
                  <a:pt x="373570" y="315760"/>
                </a:lnTo>
                <a:lnTo>
                  <a:pt x="373570" y="293243"/>
                </a:lnTo>
                <a:lnTo>
                  <a:pt x="343090" y="293243"/>
                </a:lnTo>
                <a:lnTo>
                  <a:pt x="343090" y="316103"/>
                </a:lnTo>
                <a:lnTo>
                  <a:pt x="343090" y="342773"/>
                </a:lnTo>
                <a:lnTo>
                  <a:pt x="96012" y="342773"/>
                </a:lnTo>
                <a:lnTo>
                  <a:pt x="96012" y="316103"/>
                </a:lnTo>
                <a:lnTo>
                  <a:pt x="343090" y="316103"/>
                </a:lnTo>
                <a:lnTo>
                  <a:pt x="343090" y="293243"/>
                </a:lnTo>
                <a:lnTo>
                  <a:pt x="96012" y="293243"/>
                </a:lnTo>
                <a:lnTo>
                  <a:pt x="96012" y="265303"/>
                </a:lnTo>
                <a:lnTo>
                  <a:pt x="373570" y="265303"/>
                </a:lnTo>
                <a:lnTo>
                  <a:pt x="373570" y="242608"/>
                </a:lnTo>
                <a:lnTo>
                  <a:pt x="373570" y="242443"/>
                </a:lnTo>
                <a:lnTo>
                  <a:pt x="373570" y="213550"/>
                </a:lnTo>
                <a:lnTo>
                  <a:pt x="343090" y="213550"/>
                </a:lnTo>
                <a:lnTo>
                  <a:pt x="343090" y="242443"/>
                </a:lnTo>
                <a:lnTo>
                  <a:pt x="96012" y="242443"/>
                </a:lnTo>
                <a:lnTo>
                  <a:pt x="96012" y="213233"/>
                </a:lnTo>
                <a:lnTo>
                  <a:pt x="373570" y="213233"/>
                </a:lnTo>
                <a:lnTo>
                  <a:pt x="373570" y="190373"/>
                </a:lnTo>
                <a:lnTo>
                  <a:pt x="230225" y="190373"/>
                </a:lnTo>
                <a:lnTo>
                  <a:pt x="230225" y="161734"/>
                </a:lnTo>
                <a:lnTo>
                  <a:pt x="423964" y="161734"/>
                </a:lnTo>
                <a:lnTo>
                  <a:pt x="423964" y="137350"/>
                </a:lnTo>
                <a:lnTo>
                  <a:pt x="230225" y="137350"/>
                </a:lnTo>
                <a:lnTo>
                  <a:pt x="230225" y="114401"/>
                </a:lnTo>
                <a:lnTo>
                  <a:pt x="199745" y="114401"/>
                </a:lnTo>
                <a:lnTo>
                  <a:pt x="199745" y="137350"/>
                </a:lnTo>
                <a:lnTo>
                  <a:pt x="10668" y="137350"/>
                </a:lnTo>
                <a:lnTo>
                  <a:pt x="10668" y="161734"/>
                </a:lnTo>
                <a:lnTo>
                  <a:pt x="199745" y="161734"/>
                </a:lnTo>
                <a:lnTo>
                  <a:pt x="199745" y="190373"/>
                </a:lnTo>
                <a:lnTo>
                  <a:pt x="65532" y="190373"/>
                </a:lnTo>
                <a:lnTo>
                  <a:pt x="65532" y="213233"/>
                </a:lnTo>
                <a:lnTo>
                  <a:pt x="65532" y="393573"/>
                </a:lnTo>
                <a:lnTo>
                  <a:pt x="0" y="393573"/>
                </a:lnTo>
                <a:lnTo>
                  <a:pt x="0" y="419493"/>
                </a:lnTo>
                <a:lnTo>
                  <a:pt x="434632" y="419493"/>
                </a:lnTo>
                <a:lnTo>
                  <a:pt x="434632" y="393573"/>
                </a:lnTo>
                <a:close/>
              </a:path>
              <a:path w="1330325" h="431800">
                <a:moveTo>
                  <a:pt x="634365" y="73253"/>
                </a:moveTo>
                <a:lnTo>
                  <a:pt x="599313" y="73253"/>
                </a:lnTo>
                <a:lnTo>
                  <a:pt x="599313" y="106781"/>
                </a:lnTo>
                <a:lnTo>
                  <a:pt x="599313" y="212039"/>
                </a:lnTo>
                <a:lnTo>
                  <a:pt x="599313" y="244132"/>
                </a:lnTo>
                <a:lnTo>
                  <a:pt x="599313" y="355485"/>
                </a:lnTo>
                <a:lnTo>
                  <a:pt x="500164" y="355485"/>
                </a:lnTo>
                <a:lnTo>
                  <a:pt x="500164" y="244132"/>
                </a:lnTo>
                <a:lnTo>
                  <a:pt x="599313" y="244132"/>
                </a:lnTo>
                <a:lnTo>
                  <a:pt x="599313" y="212039"/>
                </a:lnTo>
                <a:lnTo>
                  <a:pt x="500164" y="212039"/>
                </a:lnTo>
                <a:lnTo>
                  <a:pt x="500164" y="106781"/>
                </a:lnTo>
                <a:lnTo>
                  <a:pt x="599313" y="106781"/>
                </a:lnTo>
                <a:lnTo>
                  <a:pt x="599313" y="73253"/>
                </a:lnTo>
                <a:lnTo>
                  <a:pt x="545973" y="73253"/>
                </a:lnTo>
                <a:lnTo>
                  <a:pt x="552831" y="58343"/>
                </a:lnTo>
                <a:lnTo>
                  <a:pt x="559689" y="43141"/>
                </a:lnTo>
                <a:lnTo>
                  <a:pt x="566547" y="27355"/>
                </a:lnTo>
                <a:lnTo>
                  <a:pt x="573405" y="10668"/>
                </a:lnTo>
                <a:lnTo>
                  <a:pt x="536829" y="0"/>
                </a:lnTo>
                <a:lnTo>
                  <a:pt x="530821" y="17449"/>
                </a:lnTo>
                <a:lnTo>
                  <a:pt x="524243" y="35483"/>
                </a:lnTo>
                <a:lnTo>
                  <a:pt x="517067" y="54089"/>
                </a:lnTo>
                <a:lnTo>
                  <a:pt x="509308" y="73253"/>
                </a:lnTo>
                <a:lnTo>
                  <a:pt x="465112" y="73253"/>
                </a:lnTo>
                <a:lnTo>
                  <a:pt x="465112" y="425589"/>
                </a:lnTo>
                <a:lnTo>
                  <a:pt x="500164" y="425589"/>
                </a:lnTo>
                <a:lnTo>
                  <a:pt x="500164" y="387489"/>
                </a:lnTo>
                <a:lnTo>
                  <a:pt x="599313" y="387489"/>
                </a:lnTo>
                <a:lnTo>
                  <a:pt x="599313" y="422541"/>
                </a:lnTo>
                <a:lnTo>
                  <a:pt x="634365" y="422541"/>
                </a:lnTo>
                <a:lnTo>
                  <a:pt x="634365" y="387489"/>
                </a:lnTo>
                <a:lnTo>
                  <a:pt x="634365" y="355485"/>
                </a:lnTo>
                <a:lnTo>
                  <a:pt x="634365" y="244132"/>
                </a:lnTo>
                <a:lnTo>
                  <a:pt x="634365" y="212039"/>
                </a:lnTo>
                <a:lnTo>
                  <a:pt x="634365" y="106781"/>
                </a:lnTo>
                <a:lnTo>
                  <a:pt x="634365" y="73253"/>
                </a:lnTo>
                <a:close/>
              </a:path>
              <a:path w="1330325" h="431800">
                <a:moveTo>
                  <a:pt x="783818" y="273088"/>
                </a:moveTo>
                <a:lnTo>
                  <a:pt x="767816" y="250710"/>
                </a:lnTo>
                <a:lnTo>
                  <a:pt x="749528" y="226745"/>
                </a:lnTo>
                <a:lnTo>
                  <a:pt x="728954" y="200787"/>
                </a:lnTo>
                <a:lnTo>
                  <a:pt x="706094" y="172415"/>
                </a:lnTo>
                <a:lnTo>
                  <a:pt x="678662" y="192227"/>
                </a:lnTo>
                <a:lnTo>
                  <a:pt x="698639" y="218287"/>
                </a:lnTo>
                <a:lnTo>
                  <a:pt x="717334" y="244081"/>
                </a:lnTo>
                <a:lnTo>
                  <a:pt x="734593" y="269887"/>
                </a:lnTo>
                <a:lnTo>
                  <a:pt x="750290" y="295948"/>
                </a:lnTo>
                <a:lnTo>
                  <a:pt x="783818" y="273088"/>
                </a:lnTo>
                <a:close/>
              </a:path>
              <a:path w="1330325" h="431800">
                <a:moveTo>
                  <a:pt x="864679" y="71729"/>
                </a:moveTo>
                <a:lnTo>
                  <a:pt x="724382" y="71729"/>
                </a:lnTo>
                <a:lnTo>
                  <a:pt x="730097" y="56819"/>
                </a:lnTo>
                <a:lnTo>
                  <a:pt x="735812" y="41617"/>
                </a:lnTo>
                <a:lnTo>
                  <a:pt x="741527" y="25831"/>
                </a:lnTo>
                <a:lnTo>
                  <a:pt x="747242" y="9144"/>
                </a:lnTo>
                <a:lnTo>
                  <a:pt x="710666" y="0"/>
                </a:lnTo>
                <a:lnTo>
                  <a:pt x="695210" y="46977"/>
                </a:lnTo>
                <a:lnTo>
                  <a:pt x="678459" y="89636"/>
                </a:lnTo>
                <a:lnTo>
                  <a:pt x="660260" y="128295"/>
                </a:lnTo>
                <a:lnTo>
                  <a:pt x="640461" y="163271"/>
                </a:lnTo>
                <a:lnTo>
                  <a:pt x="649312" y="166928"/>
                </a:lnTo>
                <a:lnTo>
                  <a:pt x="657466" y="170891"/>
                </a:lnTo>
                <a:lnTo>
                  <a:pt x="664756" y="174840"/>
                </a:lnTo>
                <a:lnTo>
                  <a:pt x="671042" y="178511"/>
                </a:lnTo>
                <a:lnTo>
                  <a:pt x="681088" y="161925"/>
                </a:lnTo>
                <a:lnTo>
                  <a:pt x="690854" y="144208"/>
                </a:lnTo>
                <a:lnTo>
                  <a:pt x="700608" y="125310"/>
                </a:lnTo>
                <a:lnTo>
                  <a:pt x="710666" y="105257"/>
                </a:lnTo>
                <a:lnTo>
                  <a:pt x="828103" y="105257"/>
                </a:lnTo>
                <a:lnTo>
                  <a:pt x="826998" y="172415"/>
                </a:lnTo>
                <a:lnTo>
                  <a:pt x="825639" y="228536"/>
                </a:lnTo>
                <a:lnTo>
                  <a:pt x="824039" y="276821"/>
                </a:lnTo>
                <a:lnTo>
                  <a:pt x="822299" y="316115"/>
                </a:lnTo>
                <a:lnTo>
                  <a:pt x="816813" y="365213"/>
                </a:lnTo>
                <a:lnTo>
                  <a:pt x="777722" y="389013"/>
                </a:lnTo>
                <a:lnTo>
                  <a:pt x="758875" y="388480"/>
                </a:lnTo>
                <a:lnTo>
                  <a:pt x="739051" y="387108"/>
                </a:lnTo>
                <a:lnTo>
                  <a:pt x="718350" y="385152"/>
                </a:lnTo>
                <a:lnTo>
                  <a:pt x="696950" y="382917"/>
                </a:lnTo>
                <a:lnTo>
                  <a:pt x="695426" y="382917"/>
                </a:lnTo>
                <a:lnTo>
                  <a:pt x="697687" y="391439"/>
                </a:lnTo>
                <a:lnTo>
                  <a:pt x="699808" y="400824"/>
                </a:lnTo>
                <a:lnTo>
                  <a:pt x="701636" y="410768"/>
                </a:lnTo>
                <a:lnTo>
                  <a:pt x="703046" y="421017"/>
                </a:lnTo>
                <a:lnTo>
                  <a:pt x="723595" y="422770"/>
                </a:lnTo>
                <a:lnTo>
                  <a:pt x="744004" y="423684"/>
                </a:lnTo>
                <a:lnTo>
                  <a:pt x="764120" y="424014"/>
                </a:lnTo>
                <a:lnTo>
                  <a:pt x="783818" y="424065"/>
                </a:lnTo>
                <a:lnTo>
                  <a:pt x="814158" y="419773"/>
                </a:lnTo>
                <a:lnTo>
                  <a:pt x="848423" y="389013"/>
                </a:lnTo>
                <a:lnTo>
                  <a:pt x="857935" y="331050"/>
                </a:lnTo>
                <a:lnTo>
                  <a:pt x="860298" y="254749"/>
                </a:lnTo>
                <a:lnTo>
                  <a:pt x="861682" y="202895"/>
                </a:lnTo>
                <a:lnTo>
                  <a:pt x="863104" y="144208"/>
                </a:lnTo>
                <a:lnTo>
                  <a:pt x="863955" y="105257"/>
                </a:lnTo>
                <a:lnTo>
                  <a:pt x="864679" y="71729"/>
                </a:lnTo>
                <a:close/>
              </a:path>
              <a:path w="1330325" h="431800">
                <a:moveTo>
                  <a:pt x="1027849" y="12192"/>
                </a:moveTo>
                <a:lnTo>
                  <a:pt x="991260" y="1524"/>
                </a:lnTo>
                <a:lnTo>
                  <a:pt x="975702" y="50431"/>
                </a:lnTo>
                <a:lnTo>
                  <a:pt x="958240" y="96469"/>
                </a:lnTo>
                <a:lnTo>
                  <a:pt x="938796" y="139712"/>
                </a:lnTo>
                <a:lnTo>
                  <a:pt x="917282" y="180251"/>
                </a:lnTo>
                <a:lnTo>
                  <a:pt x="893635" y="218135"/>
                </a:lnTo>
                <a:lnTo>
                  <a:pt x="898182" y="229031"/>
                </a:lnTo>
                <a:lnTo>
                  <a:pt x="902525" y="238785"/>
                </a:lnTo>
                <a:lnTo>
                  <a:pt x="906703" y="247992"/>
                </a:lnTo>
                <a:lnTo>
                  <a:pt x="910399" y="256324"/>
                </a:lnTo>
                <a:lnTo>
                  <a:pt x="922616" y="238937"/>
                </a:lnTo>
                <a:lnTo>
                  <a:pt x="934643" y="220421"/>
                </a:lnTo>
                <a:lnTo>
                  <a:pt x="946264" y="200939"/>
                </a:lnTo>
                <a:lnTo>
                  <a:pt x="957732" y="180035"/>
                </a:lnTo>
                <a:lnTo>
                  <a:pt x="957732" y="431685"/>
                </a:lnTo>
                <a:lnTo>
                  <a:pt x="991260" y="431685"/>
                </a:lnTo>
                <a:lnTo>
                  <a:pt x="991260" y="180035"/>
                </a:lnTo>
                <a:lnTo>
                  <a:pt x="991260" y="109829"/>
                </a:lnTo>
                <a:lnTo>
                  <a:pt x="1000404" y="86664"/>
                </a:lnTo>
                <a:lnTo>
                  <a:pt x="1009548" y="62763"/>
                </a:lnTo>
                <a:lnTo>
                  <a:pt x="1018705" y="37998"/>
                </a:lnTo>
                <a:lnTo>
                  <a:pt x="1027849" y="12192"/>
                </a:lnTo>
                <a:close/>
              </a:path>
              <a:path w="1330325" h="431800">
                <a:moveTo>
                  <a:pt x="1329791" y="71729"/>
                </a:moveTo>
                <a:lnTo>
                  <a:pt x="1113282" y="71729"/>
                </a:lnTo>
                <a:lnTo>
                  <a:pt x="1119873" y="56375"/>
                </a:lnTo>
                <a:lnTo>
                  <a:pt x="1126045" y="40284"/>
                </a:lnTo>
                <a:lnTo>
                  <a:pt x="1131925" y="23901"/>
                </a:lnTo>
                <a:lnTo>
                  <a:pt x="1137666" y="7620"/>
                </a:lnTo>
                <a:lnTo>
                  <a:pt x="1101090" y="0"/>
                </a:lnTo>
                <a:lnTo>
                  <a:pt x="1085380" y="48069"/>
                </a:lnTo>
                <a:lnTo>
                  <a:pt x="1065796" y="93827"/>
                </a:lnTo>
                <a:lnTo>
                  <a:pt x="1042504" y="137299"/>
                </a:lnTo>
                <a:lnTo>
                  <a:pt x="1015657" y="178498"/>
                </a:lnTo>
                <a:lnTo>
                  <a:pt x="1030516" y="191274"/>
                </a:lnTo>
                <a:lnTo>
                  <a:pt x="1037082" y="197154"/>
                </a:lnTo>
                <a:lnTo>
                  <a:pt x="1043089" y="202895"/>
                </a:lnTo>
                <a:lnTo>
                  <a:pt x="1058786" y="179451"/>
                </a:lnTo>
                <a:lnTo>
                  <a:pt x="1073797" y="154876"/>
                </a:lnTo>
                <a:lnTo>
                  <a:pt x="1087958" y="129120"/>
                </a:lnTo>
                <a:lnTo>
                  <a:pt x="1101090" y="102209"/>
                </a:lnTo>
                <a:lnTo>
                  <a:pt x="1136142" y="102209"/>
                </a:lnTo>
                <a:lnTo>
                  <a:pt x="1136142" y="431685"/>
                </a:lnTo>
                <a:lnTo>
                  <a:pt x="1171194" y="431685"/>
                </a:lnTo>
                <a:lnTo>
                  <a:pt x="1171194" y="320332"/>
                </a:lnTo>
                <a:lnTo>
                  <a:pt x="1317599" y="320332"/>
                </a:lnTo>
                <a:lnTo>
                  <a:pt x="1317599" y="289852"/>
                </a:lnTo>
                <a:lnTo>
                  <a:pt x="1171194" y="289852"/>
                </a:lnTo>
                <a:lnTo>
                  <a:pt x="1171194" y="210515"/>
                </a:lnTo>
                <a:lnTo>
                  <a:pt x="1313027" y="210515"/>
                </a:lnTo>
                <a:lnTo>
                  <a:pt x="1313027" y="180035"/>
                </a:lnTo>
                <a:lnTo>
                  <a:pt x="1171194" y="180035"/>
                </a:lnTo>
                <a:lnTo>
                  <a:pt x="1171194" y="102209"/>
                </a:lnTo>
                <a:lnTo>
                  <a:pt x="1329791" y="102209"/>
                </a:lnTo>
                <a:lnTo>
                  <a:pt x="1329791" y="717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300638" y="5541740"/>
            <a:ext cx="433705" cy="395605"/>
          </a:xfrm>
          <a:custGeom>
            <a:avLst/>
            <a:gdLst/>
            <a:ahLst/>
            <a:cxnLst/>
            <a:rect l="l" t="t" r="r" b="b"/>
            <a:pathLst>
              <a:path w="433705" h="395604">
                <a:moveTo>
                  <a:pt x="176974" y="361569"/>
                </a:moveTo>
                <a:lnTo>
                  <a:pt x="140303" y="361569"/>
                </a:lnTo>
                <a:lnTo>
                  <a:pt x="140303" y="0"/>
                </a:lnTo>
                <a:lnTo>
                  <a:pt x="176974" y="0"/>
                </a:lnTo>
                <a:lnTo>
                  <a:pt x="176974" y="361569"/>
                </a:lnTo>
                <a:close/>
              </a:path>
              <a:path w="433705" h="395604">
                <a:moveTo>
                  <a:pt x="291274" y="361569"/>
                </a:moveTo>
                <a:lnTo>
                  <a:pt x="254698" y="361569"/>
                </a:lnTo>
                <a:lnTo>
                  <a:pt x="254698" y="0"/>
                </a:lnTo>
                <a:lnTo>
                  <a:pt x="291274" y="0"/>
                </a:lnTo>
                <a:lnTo>
                  <a:pt x="291274" y="361569"/>
                </a:lnTo>
                <a:close/>
              </a:path>
              <a:path w="433705" h="395604">
                <a:moveTo>
                  <a:pt x="83915" y="282225"/>
                </a:moveTo>
                <a:lnTo>
                  <a:pt x="69389" y="235632"/>
                </a:lnTo>
                <a:lnTo>
                  <a:pt x="53435" y="189583"/>
                </a:lnTo>
                <a:lnTo>
                  <a:pt x="36337" y="144087"/>
                </a:lnTo>
                <a:lnTo>
                  <a:pt x="18383" y="99155"/>
                </a:lnTo>
                <a:lnTo>
                  <a:pt x="50387" y="85439"/>
                </a:lnTo>
                <a:lnTo>
                  <a:pt x="68413" y="128382"/>
                </a:lnTo>
                <a:lnTo>
                  <a:pt x="86010" y="172593"/>
                </a:lnTo>
                <a:lnTo>
                  <a:pt x="103322" y="218232"/>
                </a:lnTo>
                <a:lnTo>
                  <a:pt x="120491" y="265461"/>
                </a:lnTo>
                <a:lnTo>
                  <a:pt x="83915" y="282225"/>
                </a:lnTo>
                <a:close/>
              </a:path>
              <a:path w="433705" h="395604">
                <a:moveTo>
                  <a:pt x="338613" y="283749"/>
                </a:moveTo>
                <a:lnTo>
                  <a:pt x="306609" y="270033"/>
                </a:lnTo>
                <a:lnTo>
                  <a:pt x="327469" y="223661"/>
                </a:lnTo>
                <a:lnTo>
                  <a:pt x="346614" y="178308"/>
                </a:lnTo>
                <a:lnTo>
                  <a:pt x="364045" y="133811"/>
                </a:lnTo>
                <a:lnTo>
                  <a:pt x="379761" y="90011"/>
                </a:lnTo>
                <a:lnTo>
                  <a:pt x="416337" y="103727"/>
                </a:lnTo>
                <a:lnTo>
                  <a:pt x="396049" y="154398"/>
                </a:lnTo>
                <a:lnTo>
                  <a:pt x="376332" y="201203"/>
                </a:lnTo>
                <a:lnTo>
                  <a:pt x="357187" y="244276"/>
                </a:lnTo>
                <a:lnTo>
                  <a:pt x="338613" y="283749"/>
                </a:lnTo>
                <a:close/>
              </a:path>
              <a:path w="433705" h="395604">
                <a:moveTo>
                  <a:pt x="433197" y="395097"/>
                </a:moveTo>
                <a:lnTo>
                  <a:pt x="0" y="395097"/>
                </a:lnTo>
                <a:lnTo>
                  <a:pt x="0" y="361569"/>
                </a:lnTo>
                <a:lnTo>
                  <a:pt x="433197" y="361569"/>
                </a:lnTo>
                <a:lnTo>
                  <a:pt x="433197" y="3950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808511" y="5853017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30480" y="115919"/>
                </a:moveTo>
                <a:lnTo>
                  <a:pt x="0" y="115919"/>
                </a:lnTo>
                <a:lnTo>
                  <a:pt x="27431" y="0"/>
                </a:lnTo>
                <a:lnTo>
                  <a:pt x="67151" y="0"/>
                </a:lnTo>
                <a:lnTo>
                  <a:pt x="30480" y="11591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2201989" y="5532602"/>
            <a:ext cx="876935" cy="433705"/>
          </a:xfrm>
          <a:custGeom>
            <a:avLst/>
            <a:gdLst/>
            <a:ahLst/>
            <a:cxnLst/>
            <a:rect l="l" t="t" r="r" b="b"/>
            <a:pathLst>
              <a:path w="876935" h="433704">
                <a:moveTo>
                  <a:pt x="344614" y="112864"/>
                </a:moveTo>
                <a:lnTo>
                  <a:pt x="312610" y="112864"/>
                </a:lnTo>
                <a:lnTo>
                  <a:pt x="312610" y="140398"/>
                </a:lnTo>
                <a:lnTo>
                  <a:pt x="312610" y="169354"/>
                </a:lnTo>
                <a:lnTo>
                  <a:pt x="111340" y="169354"/>
                </a:lnTo>
                <a:lnTo>
                  <a:pt x="111340" y="140398"/>
                </a:lnTo>
                <a:lnTo>
                  <a:pt x="312610" y="140398"/>
                </a:lnTo>
                <a:lnTo>
                  <a:pt x="312610" y="112864"/>
                </a:lnTo>
                <a:lnTo>
                  <a:pt x="79248" y="112864"/>
                </a:lnTo>
                <a:lnTo>
                  <a:pt x="79248" y="208978"/>
                </a:lnTo>
                <a:lnTo>
                  <a:pt x="111340" y="208978"/>
                </a:lnTo>
                <a:lnTo>
                  <a:pt x="111340" y="196786"/>
                </a:lnTo>
                <a:lnTo>
                  <a:pt x="312610" y="196786"/>
                </a:lnTo>
                <a:lnTo>
                  <a:pt x="312610" y="208978"/>
                </a:lnTo>
                <a:lnTo>
                  <a:pt x="344614" y="208978"/>
                </a:lnTo>
                <a:lnTo>
                  <a:pt x="344614" y="196786"/>
                </a:lnTo>
                <a:lnTo>
                  <a:pt x="344614" y="169354"/>
                </a:lnTo>
                <a:lnTo>
                  <a:pt x="344614" y="140398"/>
                </a:lnTo>
                <a:lnTo>
                  <a:pt x="344614" y="112864"/>
                </a:lnTo>
                <a:close/>
              </a:path>
              <a:path w="876935" h="433704">
                <a:moveTo>
                  <a:pt x="414807" y="61048"/>
                </a:moveTo>
                <a:lnTo>
                  <a:pt x="303466" y="61048"/>
                </a:lnTo>
                <a:lnTo>
                  <a:pt x="316293" y="51650"/>
                </a:lnTo>
                <a:lnTo>
                  <a:pt x="356806" y="21424"/>
                </a:lnTo>
                <a:lnTo>
                  <a:pt x="332422" y="0"/>
                </a:lnTo>
                <a:lnTo>
                  <a:pt x="320421" y="10337"/>
                </a:lnTo>
                <a:lnTo>
                  <a:pt x="307276" y="20662"/>
                </a:lnTo>
                <a:lnTo>
                  <a:pt x="292989" y="30949"/>
                </a:lnTo>
                <a:lnTo>
                  <a:pt x="277558" y="41236"/>
                </a:lnTo>
                <a:lnTo>
                  <a:pt x="295846" y="61048"/>
                </a:lnTo>
                <a:lnTo>
                  <a:pt x="228790" y="61048"/>
                </a:lnTo>
                <a:lnTo>
                  <a:pt x="228790" y="0"/>
                </a:lnTo>
                <a:lnTo>
                  <a:pt x="195160" y="0"/>
                </a:lnTo>
                <a:lnTo>
                  <a:pt x="195160" y="61048"/>
                </a:lnTo>
                <a:lnTo>
                  <a:pt x="126580" y="61048"/>
                </a:lnTo>
                <a:lnTo>
                  <a:pt x="146392" y="42760"/>
                </a:lnTo>
                <a:lnTo>
                  <a:pt x="133743" y="32461"/>
                </a:lnTo>
                <a:lnTo>
                  <a:pt x="120675" y="21996"/>
                </a:lnTo>
                <a:lnTo>
                  <a:pt x="106743" y="11226"/>
                </a:lnTo>
                <a:lnTo>
                  <a:pt x="91528" y="0"/>
                </a:lnTo>
                <a:lnTo>
                  <a:pt x="68580" y="19900"/>
                </a:lnTo>
                <a:lnTo>
                  <a:pt x="81800" y="30187"/>
                </a:lnTo>
                <a:lnTo>
                  <a:pt x="93992" y="40474"/>
                </a:lnTo>
                <a:lnTo>
                  <a:pt x="105321" y="50761"/>
                </a:lnTo>
                <a:lnTo>
                  <a:pt x="115912" y="61048"/>
                </a:lnTo>
                <a:lnTo>
                  <a:pt x="10668" y="61048"/>
                </a:lnTo>
                <a:lnTo>
                  <a:pt x="10668" y="140398"/>
                </a:lnTo>
                <a:lnTo>
                  <a:pt x="41148" y="140398"/>
                </a:lnTo>
                <a:lnTo>
                  <a:pt x="41148" y="88480"/>
                </a:lnTo>
                <a:lnTo>
                  <a:pt x="382803" y="88480"/>
                </a:lnTo>
                <a:lnTo>
                  <a:pt x="382803" y="141922"/>
                </a:lnTo>
                <a:lnTo>
                  <a:pt x="414807" y="141922"/>
                </a:lnTo>
                <a:lnTo>
                  <a:pt x="414807" y="88480"/>
                </a:lnTo>
                <a:lnTo>
                  <a:pt x="414807" y="61048"/>
                </a:lnTo>
                <a:close/>
              </a:path>
              <a:path w="876935" h="433704">
                <a:moveTo>
                  <a:pt x="425475" y="334137"/>
                </a:moveTo>
                <a:lnTo>
                  <a:pt x="231838" y="334137"/>
                </a:lnTo>
                <a:lnTo>
                  <a:pt x="231838" y="306603"/>
                </a:lnTo>
                <a:lnTo>
                  <a:pt x="379755" y="306603"/>
                </a:lnTo>
                <a:lnTo>
                  <a:pt x="379755" y="279171"/>
                </a:lnTo>
                <a:lnTo>
                  <a:pt x="231838" y="279171"/>
                </a:lnTo>
                <a:lnTo>
                  <a:pt x="231838" y="253263"/>
                </a:lnTo>
                <a:lnTo>
                  <a:pt x="387375" y="250215"/>
                </a:lnTo>
                <a:lnTo>
                  <a:pt x="381279" y="221259"/>
                </a:lnTo>
                <a:lnTo>
                  <a:pt x="188810" y="224993"/>
                </a:lnTo>
                <a:lnTo>
                  <a:pt x="25908" y="225831"/>
                </a:lnTo>
                <a:lnTo>
                  <a:pt x="27254" y="233578"/>
                </a:lnTo>
                <a:lnTo>
                  <a:pt x="28765" y="240880"/>
                </a:lnTo>
                <a:lnTo>
                  <a:pt x="29972" y="247916"/>
                </a:lnTo>
                <a:lnTo>
                  <a:pt x="30480" y="254787"/>
                </a:lnTo>
                <a:lnTo>
                  <a:pt x="157657" y="254152"/>
                </a:lnTo>
                <a:lnTo>
                  <a:pt x="198208" y="253263"/>
                </a:lnTo>
                <a:lnTo>
                  <a:pt x="198208" y="279171"/>
                </a:lnTo>
                <a:lnTo>
                  <a:pt x="30480" y="279171"/>
                </a:lnTo>
                <a:lnTo>
                  <a:pt x="30480" y="306603"/>
                </a:lnTo>
                <a:lnTo>
                  <a:pt x="198208" y="306603"/>
                </a:lnTo>
                <a:lnTo>
                  <a:pt x="198208" y="334137"/>
                </a:lnTo>
                <a:lnTo>
                  <a:pt x="0" y="334137"/>
                </a:lnTo>
                <a:lnTo>
                  <a:pt x="0" y="361569"/>
                </a:lnTo>
                <a:lnTo>
                  <a:pt x="198208" y="361569"/>
                </a:lnTo>
                <a:lnTo>
                  <a:pt x="198208" y="369189"/>
                </a:lnTo>
                <a:lnTo>
                  <a:pt x="196761" y="380314"/>
                </a:lnTo>
                <a:lnTo>
                  <a:pt x="192303" y="388429"/>
                </a:lnTo>
                <a:lnTo>
                  <a:pt x="184708" y="393407"/>
                </a:lnTo>
                <a:lnTo>
                  <a:pt x="173824" y="395097"/>
                </a:lnTo>
                <a:lnTo>
                  <a:pt x="158127" y="394817"/>
                </a:lnTo>
                <a:lnTo>
                  <a:pt x="140868" y="393954"/>
                </a:lnTo>
                <a:lnTo>
                  <a:pt x="122174" y="392531"/>
                </a:lnTo>
                <a:lnTo>
                  <a:pt x="102196" y="390525"/>
                </a:lnTo>
                <a:lnTo>
                  <a:pt x="104216" y="399643"/>
                </a:lnTo>
                <a:lnTo>
                  <a:pt x="105816" y="408635"/>
                </a:lnTo>
                <a:lnTo>
                  <a:pt x="107124" y="417360"/>
                </a:lnTo>
                <a:lnTo>
                  <a:pt x="108292" y="425678"/>
                </a:lnTo>
                <a:lnTo>
                  <a:pt x="179920" y="425678"/>
                </a:lnTo>
                <a:lnTo>
                  <a:pt x="202171" y="422249"/>
                </a:lnTo>
                <a:lnTo>
                  <a:pt x="218452" y="412102"/>
                </a:lnTo>
                <a:lnTo>
                  <a:pt x="228434" y="395376"/>
                </a:lnTo>
                <a:lnTo>
                  <a:pt x="228473" y="395097"/>
                </a:lnTo>
                <a:lnTo>
                  <a:pt x="231838" y="372237"/>
                </a:lnTo>
                <a:lnTo>
                  <a:pt x="231838" y="361569"/>
                </a:lnTo>
                <a:lnTo>
                  <a:pt x="425475" y="361569"/>
                </a:lnTo>
                <a:lnTo>
                  <a:pt x="425475" y="334137"/>
                </a:lnTo>
                <a:close/>
              </a:path>
              <a:path w="876935" h="433704">
                <a:moveTo>
                  <a:pt x="570344" y="82384"/>
                </a:moveTo>
                <a:lnTo>
                  <a:pt x="529196" y="82384"/>
                </a:lnTo>
                <a:lnTo>
                  <a:pt x="529196" y="1524"/>
                </a:lnTo>
                <a:lnTo>
                  <a:pt x="497103" y="1524"/>
                </a:lnTo>
                <a:lnTo>
                  <a:pt x="497103" y="82384"/>
                </a:lnTo>
                <a:lnTo>
                  <a:pt x="445287" y="82384"/>
                </a:lnTo>
                <a:lnTo>
                  <a:pt x="445287" y="112864"/>
                </a:lnTo>
                <a:lnTo>
                  <a:pt x="497103" y="112864"/>
                </a:lnTo>
                <a:lnTo>
                  <a:pt x="497103" y="212026"/>
                </a:lnTo>
                <a:lnTo>
                  <a:pt x="482587" y="217982"/>
                </a:lnTo>
                <a:lnTo>
                  <a:pt x="468337" y="224116"/>
                </a:lnTo>
                <a:lnTo>
                  <a:pt x="454456" y="229908"/>
                </a:lnTo>
                <a:lnTo>
                  <a:pt x="440715" y="234988"/>
                </a:lnTo>
                <a:lnTo>
                  <a:pt x="449859" y="273088"/>
                </a:lnTo>
                <a:lnTo>
                  <a:pt x="461530" y="266484"/>
                </a:lnTo>
                <a:lnTo>
                  <a:pt x="473481" y="260324"/>
                </a:lnTo>
                <a:lnTo>
                  <a:pt x="497103" y="248704"/>
                </a:lnTo>
                <a:lnTo>
                  <a:pt x="497103" y="382905"/>
                </a:lnTo>
                <a:lnTo>
                  <a:pt x="492531" y="387477"/>
                </a:lnTo>
                <a:lnTo>
                  <a:pt x="481863" y="389001"/>
                </a:lnTo>
                <a:lnTo>
                  <a:pt x="474459" y="388759"/>
                </a:lnTo>
                <a:lnTo>
                  <a:pt x="456793" y="387718"/>
                </a:lnTo>
                <a:lnTo>
                  <a:pt x="446811" y="387477"/>
                </a:lnTo>
                <a:lnTo>
                  <a:pt x="448830" y="395478"/>
                </a:lnTo>
                <a:lnTo>
                  <a:pt x="450430" y="403479"/>
                </a:lnTo>
                <a:lnTo>
                  <a:pt x="451739" y="411480"/>
                </a:lnTo>
                <a:lnTo>
                  <a:pt x="452907" y="419481"/>
                </a:lnTo>
                <a:lnTo>
                  <a:pt x="494055" y="419481"/>
                </a:lnTo>
                <a:lnTo>
                  <a:pt x="526935" y="391401"/>
                </a:lnTo>
                <a:lnTo>
                  <a:pt x="529196" y="372237"/>
                </a:lnTo>
                <a:lnTo>
                  <a:pt x="529196" y="248704"/>
                </a:lnTo>
                <a:lnTo>
                  <a:pt x="529196" y="233464"/>
                </a:lnTo>
                <a:lnTo>
                  <a:pt x="539483" y="228650"/>
                </a:lnTo>
                <a:lnTo>
                  <a:pt x="560057" y="218414"/>
                </a:lnTo>
                <a:lnTo>
                  <a:pt x="570344" y="213550"/>
                </a:lnTo>
                <a:lnTo>
                  <a:pt x="569226" y="206146"/>
                </a:lnTo>
                <a:lnTo>
                  <a:pt x="568248" y="197739"/>
                </a:lnTo>
                <a:lnTo>
                  <a:pt x="568185" y="196786"/>
                </a:lnTo>
                <a:lnTo>
                  <a:pt x="567563" y="188480"/>
                </a:lnTo>
                <a:lnTo>
                  <a:pt x="567296" y="178498"/>
                </a:lnTo>
                <a:lnTo>
                  <a:pt x="557276" y="183718"/>
                </a:lnTo>
                <a:lnTo>
                  <a:pt x="547674" y="188214"/>
                </a:lnTo>
                <a:lnTo>
                  <a:pt x="538365" y="192430"/>
                </a:lnTo>
                <a:lnTo>
                  <a:pt x="529196" y="196786"/>
                </a:lnTo>
                <a:lnTo>
                  <a:pt x="529196" y="112864"/>
                </a:lnTo>
                <a:lnTo>
                  <a:pt x="570344" y="112864"/>
                </a:lnTo>
                <a:lnTo>
                  <a:pt x="570344" y="82384"/>
                </a:lnTo>
                <a:close/>
              </a:path>
              <a:path w="876935" h="433704">
                <a:moveTo>
                  <a:pt x="857059" y="24472"/>
                </a:moveTo>
                <a:lnTo>
                  <a:pt x="826579" y="24472"/>
                </a:lnTo>
                <a:lnTo>
                  <a:pt x="826579" y="50380"/>
                </a:lnTo>
                <a:lnTo>
                  <a:pt x="826579" y="96100"/>
                </a:lnTo>
                <a:lnTo>
                  <a:pt x="617601" y="96100"/>
                </a:lnTo>
                <a:lnTo>
                  <a:pt x="617601" y="50380"/>
                </a:lnTo>
                <a:lnTo>
                  <a:pt x="826579" y="50380"/>
                </a:lnTo>
                <a:lnTo>
                  <a:pt x="826579" y="24472"/>
                </a:lnTo>
                <a:lnTo>
                  <a:pt x="585584" y="24472"/>
                </a:lnTo>
                <a:lnTo>
                  <a:pt x="585558" y="188480"/>
                </a:lnTo>
                <a:lnTo>
                  <a:pt x="583552" y="244132"/>
                </a:lnTo>
                <a:lnTo>
                  <a:pt x="577443" y="294182"/>
                </a:lnTo>
                <a:lnTo>
                  <a:pt x="567156" y="338124"/>
                </a:lnTo>
                <a:lnTo>
                  <a:pt x="552627" y="375818"/>
                </a:lnTo>
                <a:lnTo>
                  <a:pt x="533768" y="407289"/>
                </a:lnTo>
                <a:lnTo>
                  <a:pt x="541248" y="414134"/>
                </a:lnTo>
                <a:lnTo>
                  <a:pt x="547865" y="420865"/>
                </a:lnTo>
                <a:lnTo>
                  <a:pt x="553923" y="427304"/>
                </a:lnTo>
                <a:lnTo>
                  <a:pt x="559676" y="433298"/>
                </a:lnTo>
                <a:lnTo>
                  <a:pt x="580339" y="398297"/>
                </a:lnTo>
                <a:lnTo>
                  <a:pt x="596531" y="355536"/>
                </a:lnTo>
                <a:lnTo>
                  <a:pt x="608177" y="304952"/>
                </a:lnTo>
                <a:lnTo>
                  <a:pt x="615226" y="246481"/>
                </a:lnTo>
                <a:lnTo>
                  <a:pt x="617537" y="181546"/>
                </a:lnTo>
                <a:lnTo>
                  <a:pt x="617601" y="123634"/>
                </a:lnTo>
                <a:lnTo>
                  <a:pt x="826579" y="123634"/>
                </a:lnTo>
                <a:lnTo>
                  <a:pt x="826579" y="135826"/>
                </a:lnTo>
                <a:lnTo>
                  <a:pt x="857059" y="135826"/>
                </a:lnTo>
                <a:lnTo>
                  <a:pt x="857059" y="123634"/>
                </a:lnTo>
                <a:lnTo>
                  <a:pt x="857059" y="96100"/>
                </a:lnTo>
                <a:lnTo>
                  <a:pt x="857059" y="50380"/>
                </a:lnTo>
                <a:lnTo>
                  <a:pt x="857059" y="24472"/>
                </a:lnTo>
                <a:close/>
              </a:path>
              <a:path w="876935" h="433704">
                <a:moveTo>
                  <a:pt x="866203" y="154114"/>
                </a:moveTo>
                <a:lnTo>
                  <a:pt x="626745" y="154114"/>
                </a:lnTo>
                <a:lnTo>
                  <a:pt x="626745" y="181546"/>
                </a:lnTo>
                <a:lnTo>
                  <a:pt x="703033" y="181546"/>
                </a:lnTo>
                <a:lnTo>
                  <a:pt x="685025" y="200964"/>
                </a:lnTo>
                <a:lnTo>
                  <a:pt x="667588" y="217982"/>
                </a:lnTo>
                <a:lnTo>
                  <a:pt x="650697" y="232422"/>
                </a:lnTo>
                <a:lnTo>
                  <a:pt x="634365" y="244132"/>
                </a:lnTo>
                <a:lnTo>
                  <a:pt x="640549" y="273088"/>
                </a:lnTo>
                <a:lnTo>
                  <a:pt x="669124" y="271030"/>
                </a:lnTo>
                <a:lnTo>
                  <a:pt x="709142" y="269278"/>
                </a:lnTo>
                <a:lnTo>
                  <a:pt x="823531" y="265468"/>
                </a:lnTo>
                <a:lnTo>
                  <a:pt x="828103" y="270294"/>
                </a:lnTo>
                <a:lnTo>
                  <a:pt x="832675" y="275564"/>
                </a:lnTo>
                <a:lnTo>
                  <a:pt x="837247" y="281101"/>
                </a:lnTo>
                <a:lnTo>
                  <a:pt x="841819" y="286804"/>
                </a:lnTo>
                <a:lnTo>
                  <a:pt x="863155" y="265468"/>
                </a:lnTo>
                <a:lnTo>
                  <a:pt x="866203" y="262420"/>
                </a:lnTo>
                <a:lnTo>
                  <a:pt x="848525" y="244132"/>
                </a:lnTo>
                <a:lnTo>
                  <a:pt x="847928" y="243509"/>
                </a:lnTo>
                <a:lnTo>
                  <a:pt x="829818" y="225602"/>
                </a:lnTo>
                <a:lnTo>
                  <a:pt x="811974" y="208546"/>
                </a:lnTo>
                <a:lnTo>
                  <a:pt x="794575" y="192214"/>
                </a:lnTo>
                <a:lnTo>
                  <a:pt x="771613" y="212026"/>
                </a:lnTo>
                <a:lnTo>
                  <a:pt x="778764" y="218935"/>
                </a:lnTo>
                <a:lnTo>
                  <a:pt x="793572" y="232689"/>
                </a:lnTo>
                <a:lnTo>
                  <a:pt x="800671" y="239560"/>
                </a:lnTo>
                <a:lnTo>
                  <a:pt x="766559" y="241338"/>
                </a:lnTo>
                <a:lnTo>
                  <a:pt x="678649" y="244132"/>
                </a:lnTo>
                <a:lnTo>
                  <a:pt x="692962" y="230708"/>
                </a:lnTo>
                <a:lnTo>
                  <a:pt x="706145" y="218008"/>
                </a:lnTo>
                <a:lnTo>
                  <a:pt x="725589" y="199250"/>
                </a:lnTo>
                <a:lnTo>
                  <a:pt x="744181" y="181546"/>
                </a:lnTo>
                <a:lnTo>
                  <a:pt x="866203" y="181546"/>
                </a:lnTo>
                <a:lnTo>
                  <a:pt x="866203" y="154114"/>
                </a:lnTo>
                <a:close/>
              </a:path>
              <a:path w="876935" h="433704">
                <a:moveTo>
                  <a:pt x="876871" y="384429"/>
                </a:moveTo>
                <a:lnTo>
                  <a:pt x="754849" y="384429"/>
                </a:lnTo>
                <a:lnTo>
                  <a:pt x="754849" y="340233"/>
                </a:lnTo>
                <a:lnTo>
                  <a:pt x="850963" y="340233"/>
                </a:lnTo>
                <a:lnTo>
                  <a:pt x="850963" y="312712"/>
                </a:lnTo>
                <a:lnTo>
                  <a:pt x="754849" y="312712"/>
                </a:lnTo>
                <a:lnTo>
                  <a:pt x="754849" y="276136"/>
                </a:lnTo>
                <a:lnTo>
                  <a:pt x="724369" y="276136"/>
                </a:lnTo>
                <a:lnTo>
                  <a:pt x="724369" y="312712"/>
                </a:lnTo>
                <a:lnTo>
                  <a:pt x="629793" y="312712"/>
                </a:lnTo>
                <a:lnTo>
                  <a:pt x="629793" y="340233"/>
                </a:lnTo>
                <a:lnTo>
                  <a:pt x="724369" y="340233"/>
                </a:lnTo>
                <a:lnTo>
                  <a:pt x="724369" y="384429"/>
                </a:lnTo>
                <a:lnTo>
                  <a:pt x="600824" y="384429"/>
                </a:lnTo>
                <a:lnTo>
                  <a:pt x="600824" y="411861"/>
                </a:lnTo>
                <a:lnTo>
                  <a:pt x="876871" y="411861"/>
                </a:lnTo>
                <a:lnTo>
                  <a:pt x="876871" y="3844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3249644" y="5592127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1" y="1666"/>
                </a:lnTo>
                <a:lnTo>
                  <a:pt x="130218" y="6477"/>
                </a:lnTo>
                <a:lnTo>
                  <a:pt x="148701" y="14144"/>
                </a:lnTo>
                <a:lnTo>
                  <a:pt x="164782" y="24384"/>
                </a:lnTo>
                <a:lnTo>
                  <a:pt x="172760" y="33528"/>
                </a:lnTo>
                <a:lnTo>
                  <a:pt x="36671" y="33528"/>
                </a:lnTo>
                <a:lnTo>
                  <a:pt x="36671" y="163258"/>
                </a:lnTo>
                <a:lnTo>
                  <a:pt x="165538" y="163258"/>
                </a:lnTo>
                <a:lnTo>
                  <a:pt x="161734" y="167830"/>
                </a:lnTo>
                <a:lnTo>
                  <a:pt x="144510" y="180070"/>
                </a:lnTo>
                <a:lnTo>
                  <a:pt x="124884" y="189166"/>
                </a:lnTo>
                <a:lnTo>
                  <a:pt x="102704" y="194833"/>
                </a:lnTo>
                <a:lnTo>
                  <a:pt x="77819" y="196786"/>
                </a:lnTo>
                <a:lnTo>
                  <a:pt x="36671" y="196786"/>
                </a:lnTo>
                <a:lnTo>
                  <a:pt x="36671" y="314229"/>
                </a:lnTo>
                <a:close/>
              </a:path>
              <a:path w="192404" h="314325">
                <a:moveTo>
                  <a:pt x="165538" y="163258"/>
                </a:moveTo>
                <a:lnTo>
                  <a:pt x="74771" y="163258"/>
                </a:lnTo>
                <a:lnTo>
                  <a:pt x="93035" y="162100"/>
                </a:lnTo>
                <a:lnTo>
                  <a:pt x="108870" y="158638"/>
                </a:lnTo>
                <a:lnTo>
                  <a:pt x="141580" y="135755"/>
                </a:lnTo>
                <a:lnTo>
                  <a:pt x="152590" y="96107"/>
                </a:lnTo>
                <a:lnTo>
                  <a:pt x="148003" y="68969"/>
                </a:lnTo>
                <a:lnTo>
                  <a:pt x="134254" y="49387"/>
                </a:lnTo>
                <a:lnTo>
                  <a:pt x="111362" y="37519"/>
                </a:lnTo>
                <a:lnTo>
                  <a:pt x="79343" y="33528"/>
                </a:lnTo>
                <a:lnTo>
                  <a:pt x="172760" y="33528"/>
                </a:lnTo>
                <a:lnTo>
                  <a:pt x="176784" y="38138"/>
                </a:lnTo>
                <a:lnTo>
                  <a:pt x="185356" y="54340"/>
                </a:lnTo>
                <a:lnTo>
                  <a:pt x="190500" y="73113"/>
                </a:lnTo>
                <a:lnTo>
                  <a:pt x="192214" y="94583"/>
                </a:lnTo>
                <a:lnTo>
                  <a:pt x="190238" y="115444"/>
                </a:lnTo>
                <a:lnTo>
                  <a:pt x="184404" y="134600"/>
                </a:lnTo>
                <a:lnTo>
                  <a:pt x="174855" y="152059"/>
                </a:lnTo>
                <a:lnTo>
                  <a:pt x="165538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3501294" y="5592667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0" y="0"/>
                </a:moveTo>
                <a:lnTo>
                  <a:pt x="38100" y="0"/>
                </a:lnTo>
                <a:lnTo>
                  <a:pt x="38100" y="138429"/>
                </a:lnTo>
                <a:lnTo>
                  <a:pt x="0" y="13842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501288" y="5592673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410" y="0"/>
                </a:moveTo>
                <a:lnTo>
                  <a:pt x="199745" y="0"/>
                </a:lnTo>
                <a:lnTo>
                  <a:pt x="199745" y="138430"/>
                </a:lnTo>
                <a:lnTo>
                  <a:pt x="0" y="138430"/>
                </a:lnTo>
                <a:lnTo>
                  <a:pt x="0" y="170180"/>
                </a:lnTo>
                <a:lnTo>
                  <a:pt x="0" y="313690"/>
                </a:lnTo>
                <a:lnTo>
                  <a:pt x="38100" y="313690"/>
                </a:lnTo>
                <a:lnTo>
                  <a:pt x="38100" y="170180"/>
                </a:lnTo>
                <a:lnTo>
                  <a:pt x="199745" y="170180"/>
                </a:lnTo>
                <a:lnTo>
                  <a:pt x="199745" y="313690"/>
                </a:lnTo>
                <a:lnTo>
                  <a:pt x="236410" y="313690"/>
                </a:lnTo>
                <a:lnTo>
                  <a:pt x="236410" y="170180"/>
                </a:lnTo>
                <a:lnTo>
                  <a:pt x="236410" y="138430"/>
                </a:lnTo>
                <a:lnTo>
                  <a:pt x="23641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3820096" y="5592127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810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10600" y="1666"/>
                </a:lnTo>
                <a:lnTo>
                  <a:pt x="131492" y="6477"/>
                </a:lnTo>
                <a:lnTo>
                  <a:pt x="149527" y="14144"/>
                </a:lnTo>
                <a:lnTo>
                  <a:pt x="164687" y="24384"/>
                </a:lnTo>
                <a:lnTo>
                  <a:pt x="172665" y="33528"/>
                </a:lnTo>
                <a:lnTo>
                  <a:pt x="38100" y="33528"/>
                </a:lnTo>
                <a:lnTo>
                  <a:pt x="38100" y="163258"/>
                </a:lnTo>
                <a:lnTo>
                  <a:pt x="165629" y="163258"/>
                </a:lnTo>
                <a:lnTo>
                  <a:pt x="161639" y="167830"/>
                </a:lnTo>
                <a:lnTo>
                  <a:pt x="145336" y="180070"/>
                </a:lnTo>
                <a:lnTo>
                  <a:pt x="126158" y="189166"/>
                </a:lnTo>
                <a:lnTo>
                  <a:pt x="104123" y="194833"/>
                </a:lnTo>
                <a:lnTo>
                  <a:pt x="79248" y="196786"/>
                </a:lnTo>
                <a:lnTo>
                  <a:pt x="38100" y="196786"/>
                </a:lnTo>
                <a:lnTo>
                  <a:pt x="38100" y="314229"/>
                </a:lnTo>
                <a:close/>
              </a:path>
              <a:path w="192404" h="314325">
                <a:moveTo>
                  <a:pt x="165629" y="163258"/>
                </a:moveTo>
                <a:lnTo>
                  <a:pt x="76200" y="163258"/>
                </a:lnTo>
                <a:lnTo>
                  <a:pt x="94251" y="162100"/>
                </a:lnTo>
                <a:lnTo>
                  <a:pt x="109739" y="158638"/>
                </a:lnTo>
                <a:lnTo>
                  <a:pt x="143089" y="135755"/>
                </a:lnTo>
                <a:lnTo>
                  <a:pt x="154019" y="96107"/>
                </a:lnTo>
                <a:lnTo>
                  <a:pt x="149432" y="68969"/>
                </a:lnTo>
                <a:lnTo>
                  <a:pt x="135683" y="49387"/>
                </a:lnTo>
                <a:lnTo>
                  <a:pt x="112790" y="37519"/>
                </a:lnTo>
                <a:lnTo>
                  <a:pt x="80772" y="33528"/>
                </a:lnTo>
                <a:lnTo>
                  <a:pt x="172665" y="33528"/>
                </a:lnTo>
                <a:lnTo>
                  <a:pt x="176688" y="38138"/>
                </a:lnTo>
                <a:lnTo>
                  <a:pt x="185261" y="54340"/>
                </a:lnTo>
                <a:lnTo>
                  <a:pt x="190404" y="73113"/>
                </a:lnTo>
                <a:lnTo>
                  <a:pt x="192119" y="94583"/>
                </a:lnTo>
                <a:lnTo>
                  <a:pt x="190357" y="115444"/>
                </a:lnTo>
                <a:lnTo>
                  <a:pt x="184880" y="134600"/>
                </a:lnTo>
                <a:lnTo>
                  <a:pt x="175402" y="152059"/>
                </a:lnTo>
                <a:lnTo>
                  <a:pt x="165629" y="16325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4186047" y="5532602"/>
            <a:ext cx="1278255" cy="434975"/>
          </a:xfrm>
          <a:custGeom>
            <a:avLst/>
            <a:gdLst/>
            <a:ahLst/>
            <a:cxnLst/>
            <a:rect l="l" t="t" r="r" b="b"/>
            <a:pathLst>
              <a:path w="1278254" h="434975">
                <a:moveTo>
                  <a:pt x="205930" y="271564"/>
                </a:moveTo>
                <a:lnTo>
                  <a:pt x="169252" y="271564"/>
                </a:lnTo>
                <a:lnTo>
                  <a:pt x="169252" y="434822"/>
                </a:lnTo>
                <a:lnTo>
                  <a:pt x="205930" y="434822"/>
                </a:lnTo>
                <a:lnTo>
                  <a:pt x="205930" y="271564"/>
                </a:lnTo>
                <a:close/>
              </a:path>
              <a:path w="1278254" h="434975">
                <a:moveTo>
                  <a:pt x="205930" y="128206"/>
                </a:moveTo>
                <a:lnTo>
                  <a:pt x="169252" y="128206"/>
                </a:lnTo>
                <a:lnTo>
                  <a:pt x="169252" y="239560"/>
                </a:lnTo>
                <a:lnTo>
                  <a:pt x="205930" y="239560"/>
                </a:lnTo>
                <a:lnTo>
                  <a:pt x="205930" y="128206"/>
                </a:lnTo>
                <a:close/>
              </a:path>
              <a:path w="1278254" h="434975">
                <a:moveTo>
                  <a:pt x="376707" y="271564"/>
                </a:moveTo>
                <a:lnTo>
                  <a:pt x="340131" y="271564"/>
                </a:lnTo>
                <a:lnTo>
                  <a:pt x="340131" y="295948"/>
                </a:lnTo>
                <a:lnTo>
                  <a:pt x="376707" y="295948"/>
                </a:lnTo>
                <a:lnTo>
                  <a:pt x="376707" y="271564"/>
                </a:lnTo>
                <a:close/>
              </a:path>
              <a:path w="1278254" h="434975">
                <a:moveTo>
                  <a:pt x="376707" y="128206"/>
                </a:moveTo>
                <a:lnTo>
                  <a:pt x="340131" y="128206"/>
                </a:lnTo>
                <a:lnTo>
                  <a:pt x="340131" y="239560"/>
                </a:lnTo>
                <a:lnTo>
                  <a:pt x="376707" y="239560"/>
                </a:lnTo>
                <a:lnTo>
                  <a:pt x="376707" y="128206"/>
                </a:lnTo>
                <a:close/>
              </a:path>
              <a:path w="1278254" h="434975">
                <a:moveTo>
                  <a:pt x="376707" y="96100"/>
                </a:moveTo>
                <a:lnTo>
                  <a:pt x="205930" y="96100"/>
                </a:lnTo>
                <a:lnTo>
                  <a:pt x="205930" y="0"/>
                </a:lnTo>
                <a:lnTo>
                  <a:pt x="169252" y="0"/>
                </a:lnTo>
                <a:lnTo>
                  <a:pt x="169252" y="96100"/>
                </a:lnTo>
                <a:lnTo>
                  <a:pt x="0" y="96100"/>
                </a:lnTo>
                <a:lnTo>
                  <a:pt x="0" y="127850"/>
                </a:lnTo>
                <a:lnTo>
                  <a:pt x="0" y="239610"/>
                </a:lnTo>
                <a:lnTo>
                  <a:pt x="0" y="271360"/>
                </a:lnTo>
                <a:lnTo>
                  <a:pt x="0" y="295490"/>
                </a:lnTo>
                <a:lnTo>
                  <a:pt x="35052" y="295490"/>
                </a:lnTo>
                <a:lnTo>
                  <a:pt x="35052" y="271360"/>
                </a:lnTo>
                <a:lnTo>
                  <a:pt x="376707" y="271360"/>
                </a:lnTo>
                <a:lnTo>
                  <a:pt x="376707" y="239610"/>
                </a:lnTo>
                <a:lnTo>
                  <a:pt x="35052" y="239610"/>
                </a:lnTo>
                <a:lnTo>
                  <a:pt x="35052" y="127850"/>
                </a:lnTo>
                <a:lnTo>
                  <a:pt x="376707" y="127850"/>
                </a:lnTo>
                <a:lnTo>
                  <a:pt x="376707" y="96100"/>
                </a:lnTo>
                <a:close/>
              </a:path>
              <a:path w="1278254" h="434975">
                <a:moveTo>
                  <a:pt x="533768" y="79349"/>
                </a:moveTo>
                <a:lnTo>
                  <a:pt x="517512" y="61290"/>
                </a:lnTo>
                <a:lnTo>
                  <a:pt x="500811" y="43522"/>
                </a:lnTo>
                <a:lnTo>
                  <a:pt x="466712" y="7620"/>
                </a:lnTo>
                <a:lnTo>
                  <a:pt x="439191" y="30568"/>
                </a:lnTo>
                <a:lnTo>
                  <a:pt x="456107" y="48882"/>
                </a:lnTo>
                <a:lnTo>
                  <a:pt x="472427" y="67335"/>
                </a:lnTo>
                <a:lnTo>
                  <a:pt x="488149" y="86080"/>
                </a:lnTo>
                <a:lnTo>
                  <a:pt x="503288" y="105257"/>
                </a:lnTo>
                <a:lnTo>
                  <a:pt x="533768" y="79349"/>
                </a:lnTo>
                <a:close/>
              </a:path>
              <a:path w="1278254" h="434975">
                <a:moveTo>
                  <a:pt x="579501" y="317284"/>
                </a:moveTo>
                <a:lnTo>
                  <a:pt x="578383" y="308140"/>
                </a:lnTo>
                <a:lnTo>
                  <a:pt x="577215" y="298043"/>
                </a:lnTo>
                <a:lnTo>
                  <a:pt x="574929" y="277660"/>
                </a:lnTo>
                <a:lnTo>
                  <a:pt x="512432" y="326517"/>
                </a:lnTo>
                <a:lnTo>
                  <a:pt x="512432" y="151066"/>
                </a:lnTo>
                <a:lnTo>
                  <a:pt x="420903" y="151066"/>
                </a:lnTo>
                <a:lnTo>
                  <a:pt x="420903" y="183070"/>
                </a:lnTo>
                <a:lnTo>
                  <a:pt x="477380" y="183070"/>
                </a:lnTo>
                <a:lnTo>
                  <a:pt x="477278" y="324993"/>
                </a:lnTo>
                <a:lnTo>
                  <a:pt x="476504" y="335711"/>
                </a:lnTo>
                <a:lnTo>
                  <a:pt x="473760" y="347091"/>
                </a:lnTo>
                <a:lnTo>
                  <a:pt x="469023" y="357327"/>
                </a:lnTo>
                <a:lnTo>
                  <a:pt x="462140" y="366141"/>
                </a:lnTo>
                <a:lnTo>
                  <a:pt x="485000" y="392049"/>
                </a:lnTo>
                <a:lnTo>
                  <a:pt x="491578" y="385737"/>
                </a:lnTo>
                <a:lnTo>
                  <a:pt x="497573" y="380428"/>
                </a:lnTo>
                <a:lnTo>
                  <a:pt x="503008" y="375970"/>
                </a:lnTo>
                <a:lnTo>
                  <a:pt x="507860" y="372237"/>
                </a:lnTo>
                <a:lnTo>
                  <a:pt x="526986" y="356806"/>
                </a:lnTo>
                <a:lnTo>
                  <a:pt x="545388" y="342506"/>
                </a:lnTo>
                <a:lnTo>
                  <a:pt x="562940" y="329336"/>
                </a:lnTo>
                <a:lnTo>
                  <a:pt x="566813" y="326517"/>
                </a:lnTo>
                <a:lnTo>
                  <a:pt x="579501" y="317284"/>
                </a:lnTo>
                <a:close/>
              </a:path>
              <a:path w="1278254" h="434975">
                <a:moveTo>
                  <a:pt x="852487" y="76288"/>
                </a:moveTo>
                <a:lnTo>
                  <a:pt x="701509" y="76288"/>
                </a:lnTo>
                <a:lnTo>
                  <a:pt x="733513" y="59524"/>
                </a:lnTo>
                <a:lnTo>
                  <a:pt x="725525" y="45618"/>
                </a:lnTo>
                <a:lnTo>
                  <a:pt x="717130" y="30949"/>
                </a:lnTo>
                <a:lnTo>
                  <a:pt x="708228" y="15773"/>
                </a:lnTo>
                <a:lnTo>
                  <a:pt x="698461" y="0"/>
                </a:lnTo>
                <a:lnTo>
                  <a:pt x="666457" y="13804"/>
                </a:lnTo>
                <a:lnTo>
                  <a:pt x="676198" y="29794"/>
                </a:lnTo>
                <a:lnTo>
                  <a:pt x="684885" y="45529"/>
                </a:lnTo>
                <a:lnTo>
                  <a:pt x="692823" y="61175"/>
                </a:lnTo>
                <a:lnTo>
                  <a:pt x="699985" y="76288"/>
                </a:lnTo>
                <a:lnTo>
                  <a:pt x="558165" y="76288"/>
                </a:lnTo>
                <a:lnTo>
                  <a:pt x="558165" y="108305"/>
                </a:lnTo>
                <a:lnTo>
                  <a:pt x="622261" y="108305"/>
                </a:lnTo>
                <a:lnTo>
                  <a:pt x="622261" y="183070"/>
                </a:lnTo>
                <a:lnTo>
                  <a:pt x="621169" y="222796"/>
                </a:lnTo>
                <a:lnTo>
                  <a:pt x="613257" y="285610"/>
                </a:lnTo>
                <a:lnTo>
                  <a:pt x="596709" y="333971"/>
                </a:lnTo>
                <a:lnTo>
                  <a:pt x="562991" y="383882"/>
                </a:lnTo>
                <a:lnTo>
                  <a:pt x="539864" y="408813"/>
                </a:lnTo>
                <a:lnTo>
                  <a:pt x="546722" y="413943"/>
                </a:lnTo>
                <a:lnTo>
                  <a:pt x="553580" y="420103"/>
                </a:lnTo>
                <a:lnTo>
                  <a:pt x="560451" y="427113"/>
                </a:lnTo>
                <a:lnTo>
                  <a:pt x="567309" y="434822"/>
                </a:lnTo>
                <a:lnTo>
                  <a:pt x="592289" y="408190"/>
                </a:lnTo>
                <a:lnTo>
                  <a:pt x="628472" y="353288"/>
                </a:lnTo>
                <a:lnTo>
                  <a:pt x="646811" y="301459"/>
                </a:lnTo>
                <a:lnTo>
                  <a:pt x="655332" y="242989"/>
                </a:lnTo>
                <a:lnTo>
                  <a:pt x="657313" y="207454"/>
                </a:lnTo>
                <a:lnTo>
                  <a:pt x="786955" y="207454"/>
                </a:lnTo>
                <a:lnTo>
                  <a:pt x="784669" y="250901"/>
                </a:lnTo>
                <a:lnTo>
                  <a:pt x="782396" y="289115"/>
                </a:lnTo>
                <a:lnTo>
                  <a:pt x="777811" y="350901"/>
                </a:lnTo>
                <a:lnTo>
                  <a:pt x="745807" y="384429"/>
                </a:lnTo>
                <a:lnTo>
                  <a:pt x="729170" y="384124"/>
                </a:lnTo>
                <a:lnTo>
                  <a:pt x="711428" y="383095"/>
                </a:lnTo>
                <a:lnTo>
                  <a:pt x="692556" y="381215"/>
                </a:lnTo>
                <a:lnTo>
                  <a:pt x="672553" y="378333"/>
                </a:lnTo>
                <a:lnTo>
                  <a:pt x="674814" y="388378"/>
                </a:lnTo>
                <a:lnTo>
                  <a:pt x="676935" y="398145"/>
                </a:lnTo>
                <a:lnTo>
                  <a:pt x="678764" y="407911"/>
                </a:lnTo>
                <a:lnTo>
                  <a:pt x="680173" y="417957"/>
                </a:lnTo>
                <a:lnTo>
                  <a:pt x="699058" y="418833"/>
                </a:lnTo>
                <a:lnTo>
                  <a:pt x="716953" y="419290"/>
                </a:lnTo>
                <a:lnTo>
                  <a:pt x="750379" y="419481"/>
                </a:lnTo>
                <a:lnTo>
                  <a:pt x="775563" y="415772"/>
                </a:lnTo>
                <a:lnTo>
                  <a:pt x="794194" y="404622"/>
                </a:lnTo>
                <a:lnTo>
                  <a:pt x="806526" y="386054"/>
                </a:lnTo>
                <a:lnTo>
                  <a:pt x="806919" y="384429"/>
                </a:lnTo>
                <a:lnTo>
                  <a:pt x="812863" y="360045"/>
                </a:lnTo>
                <a:lnTo>
                  <a:pt x="815149" y="329742"/>
                </a:lnTo>
                <a:lnTo>
                  <a:pt x="817410" y="289471"/>
                </a:lnTo>
                <a:lnTo>
                  <a:pt x="819721" y="238201"/>
                </a:lnTo>
                <a:lnTo>
                  <a:pt x="820864" y="207454"/>
                </a:lnTo>
                <a:lnTo>
                  <a:pt x="822007" y="176974"/>
                </a:lnTo>
                <a:lnTo>
                  <a:pt x="657313" y="176974"/>
                </a:lnTo>
                <a:lnTo>
                  <a:pt x="657313" y="108305"/>
                </a:lnTo>
                <a:lnTo>
                  <a:pt x="852487" y="108305"/>
                </a:lnTo>
                <a:lnTo>
                  <a:pt x="852487" y="76288"/>
                </a:lnTo>
                <a:close/>
              </a:path>
              <a:path w="1278254" h="434975">
                <a:moveTo>
                  <a:pt x="924204" y="88480"/>
                </a:moveTo>
                <a:lnTo>
                  <a:pt x="890676" y="88480"/>
                </a:lnTo>
                <a:lnTo>
                  <a:pt x="890676" y="431774"/>
                </a:lnTo>
                <a:lnTo>
                  <a:pt x="924204" y="431774"/>
                </a:lnTo>
                <a:lnTo>
                  <a:pt x="924204" y="88480"/>
                </a:lnTo>
                <a:close/>
              </a:path>
              <a:path w="1278254" h="434975">
                <a:moveTo>
                  <a:pt x="1000404" y="65620"/>
                </a:moveTo>
                <a:lnTo>
                  <a:pt x="981849" y="46189"/>
                </a:lnTo>
                <a:lnTo>
                  <a:pt x="965174" y="29044"/>
                </a:lnTo>
                <a:lnTo>
                  <a:pt x="937920" y="1524"/>
                </a:lnTo>
                <a:lnTo>
                  <a:pt x="912012" y="22948"/>
                </a:lnTo>
                <a:lnTo>
                  <a:pt x="924318" y="35788"/>
                </a:lnTo>
                <a:lnTo>
                  <a:pt x="938491" y="51333"/>
                </a:lnTo>
                <a:lnTo>
                  <a:pt x="972972" y="90004"/>
                </a:lnTo>
                <a:lnTo>
                  <a:pt x="1000404" y="65620"/>
                </a:lnTo>
                <a:close/>
              </a:path>
              <a:path w="1278254" h="434975">
                <a:moveTo>
                  <a:pt x="1177378" y="138874"/>
                </a:moveTo>
                <a:lnTo>
                  <a:pt x="1145286" y="138874"/>
                </a:lnTo>
                <a:lnTo>
                  <a:pt x="1145286" y="170878"/>
                </a:lnTo>
                <a:lnTo>
                  <a:pt x="1145286" y="282232"/>
                </a:lnTo>
                <a:lnTo>
                  <a:pt x="1021842" y="282232"/>
                </a:lnTo>
                <a:lnTo>
                  <a:pt x="1021842" y="170878"/>
                </a:lnTo>
                <a:lnTo>
                  <a:pt x="1145286" y="170878"/>
                </a:lnTo>
                <a:lnTo>
                  <a:pt x="1145286" y="138874"/>
                </a:lnTo>
                <a:lnTo>
                  <a:pt x="991260" y="138874"/>
                </a:lnTo>
                <a:lnTo>
                  <a:pt x="991260" y="340233"/>
                </a:lnTo>
                <a:lnTo>
                  <a:pt x="1021842" y="340233"/>
                </a:lnTo>
                <a:lnTo>
                  <a:pt x="1021842" y="314236"/>
                </a:lnTo>
                <a:lnTo>
                  <a:pt x="1177378" y="314236"/>
                </a:lnTo>
                <a:lnTo>
                  <a:pt x="1177378" y="282232"/>
                </a:lnTo>
                <a:lnTo>
                  <a:pt x="1177378" y="170878"/>
                </a:lnTo>
                <a:lnTo>
                  <a:pt x="1177378" y="138874"/>
                </a:lnTo>
                <a:close/>
              </a:path>
              <a:path w="1278254" h="434975">
                <a:moveTo>
                  <a:pt x="1277962" y="29044"/>
                </a:moveTo>
                <a:lnTo>
                  <a:pt x="1027938" y="29044"/>
                </a:lnTo>
                <a:lnTo>
                  <a:pt x="1027938" y="62572"/>
                </a:lnTo>
                <a:lnTo>
                  <a:pt x="1244434" y="62572"/>
                </a:lnTo>
                <a:lnTo>
                  <a:pt x="1244434" y="363093"/>
                </a:lnTo>
                <a:lnTo>
                  <a:pt x="1242441" y="378218"/>
                </a:lnTo>
                <a:lnTo>
                  <a:pt x="1236433" y="389191"/>
                </a:lnTo>
                <a:lnTo>
                  <a:pt x="1226439" y="395884"/>
                </a:lnTo>
                <a:lnTo>
                  <a:pt x="1212430" y="398145"/>
                </a:lnTo>
                <a:lnTo>
                  <a:pt x="1195260" y="397878"/>
                </a:lnTo>
                <a:lnTo>
                  <a:pt x="1177937" y="397192"/>
                </a:lnTo>
                <a:lnTo>
                  <a:pt x="1142238" y="395097"/>
                </a:lnTo>
                <a:lnTo>
                  <a:pt x="1146429" y="415493"/>
                </a:lnTo>
                <a:lnTo>
                  <a:pt x="1147800" y="423646"/>
                </a:lnTo>
                <a:lnTo>
                  <a:pt x="1148334" y="430250"/>
                </a:lnTo>
                <a:lnTo>
                  <a:pt x="1166456" y="431126"/>
                </a:lnTo>
                <a:lnTo>
                  <a:pt x="1184414" y="431584"/>
                </a:lnTo>
                <a:lnTo>
                  <a:pt x="1221574" y="431774"/>
                </a:lnTo>
                <a:lnTo>
                  <a:pt x="1246454" y="427748"/>
                </a:lnTo>
                <a:lnTo>
                  <a:pt x="1264056" y="415721"/>
                </a:lnTo>
                <a:lnTo>
                  <a:pt x="1273225" y="398145"/>
                </a:lnTo>
                <a:lnTo>
                  <a:pt x="1274508" y="395681"/>
                </a:lnTo>
                <a:lnTo>
                  <a:pt x="1277962" y="367665"/>
                </a:lnTo>
                <a:lnTo>
                  <a:pt x="1277962" y="290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5657748" y="5587555"/>
            <a:ext cx="1360805" cy="426084"/>
          </a:xfrm>
          <a:custGeom>
            <a:avLst/>
            <a:gdLst/>
            <a:ahLst/>
            <a:cxnLst/>
            <a:rect l="l" t="t" r="r" b="b"/>
            <a:pathLst>
              <a:path w="1360804" h="426085">
                <a:moveTo>
                  <a:pt x="320230" y="4572"/>
                </a:moveTo>
                <a:lnTo>
                  <a:pt x="274510" y="4572"/>
                </a:lnTo>
                <a:lnTo>
                  <a:pt x="175348" y="224218"/>
                </a:lnTo>
                <a:lnTo>
                  <a:pt x="172542" y="231038"/>
                </a:lnTo>
                <a:lnTo>
                  <a:pt x="168871" y="239839"/>
                </a:lnTo>
                <a:lnTo>
                  <a:pt x="164642" y="250367"/>
                </a:lnTo>
                <a:lnTo>
                  <a:pt x="160108" y="262318"/>
                </a:lnTo>
                <a:lnTo>
                  <a:pt x="158584" y="262318"/>
                </a:lnTo>
                <a:lnTo>
                  <a:pt x="156870" y="254876"/>
                </a:lnTo>
                <a:lnTo>
                  <a:pt x="154012" y="246126"/>
                </a:lnTo>
                <a:lnTo>
                  <a:pt x="150012" y="235966"/>
                </a:lnTo>
                <a:lnTo>
                  <a:pt x="67437" y="47244"/>
                </a:lnTo>
                <a:lnTo>
                  <a:pt x="48768" y="4572"/>
                </a:lnTo>
                <a:lnTo>
                  <a:pt x="0" y="4572"/>
                </a:lnTo>
                <a:lnTo>
                  <a:pt x="0" y="318808"/>
                </a:lnTo>
                <a:lnTo>
                  <a:pt x="35052" y="318808"/>
                </a:lnTo>
                <a:lnTo>
                  <a:pt x="34950" y="80670"/>
                </a:lnTo>
                <a:lnTo>
                  <a:pt x="34861" y="72097"/>
                </a:lnTo>
                <a:lnTo>
                  <a:pt x="34404" y="58115"/>
                </a:lnTo>
                <a:lnTo>
                  <a:pt x="33528" y="47244"/>
                </a:lnTo>
                <a:lnTo>
                  <a:pt x="36690" y="57873"/>
                </a:lnTo>
                <a:lnTo>
                  <a:pt x="39433" y="66763"/>
                </a:lnTo>
                <a:lnTo>
                  <a:pt x="41884" y="73914"/>
                </a:lnTo>
                <a:lnTo>
                  <a:pt x="44196" y="79349"/>
                </a:lnTo>
                <a:lnTo>
                  <a:pt x="150964" y="318808"/>
                </a:lnTo>
                <a:lnTo>
                  <a:pt x="169252" y="318808"/>
                </a:lnTo>
                <a:lnTo>
                  <a:pt x="194284" y="262318"/>
                </a:lnTo>
                <a:lnTo>
                  <a:pt x="276034" y="77825"/>
                </a:lnTo>
                <a:lnTo>
                  <a:pt x="285178" y="47244"/>
                </a:lnTo>
                <a:lnTo>
                  <a:pt x="286702" y="47244"/>
                </a:lnTo>
                <a:lnTo>
                  <a:pt x="284607" y="80670"/>
                </a:lnTo>
                <a:lnTo>
                  <a:pt x="283921" y="95135"/>
                </a:lnTo>
                <a:lnTo>
                  <a:pt x="283654" y="108305"/>
                </a:lnTo>
                <a:lnTo>
                  <a:pt x="283654" y="318808"/>
                </a:lnTo>
                <a:lnTo>
                  <a:pt x="320230" y="318808"/>
                </a:lnTo>
                <a:lnTo>
                  <a:pt x="320230" y="47244"/>
                </a:lnTo>
                <a:lnTo>
                  <a:pt x="320230" y="4572"/>
                </a:lnTo>
                <a:close/>
              </a:path>
              <a:path w="1360804" h="426085">
                <a:moveTo>
                  <a:pt x="576453" y="94589"/>
                </a:moveTo>
                <a:lnTo>
                  <a:pt x="539877" y="94589"/>
                </a:lnTo>
                <a:lnTo>
                  <a:pt x="475780" y="268516"/>
                </a:lnTo>
                <a:lnTo>
                  <a:pt x="472732" y="276136"/>
                </a:lnTo>
                <a:lnTo>
                  <a:pt x="471208" y="280708"/>
                </a:lnTo>
                <a:lnTo>
                  <a:pt x="471208" y="285280"/>
                </a:lnTo>
                <a:lnTo>
                  <a:pt x="469684" y="285280"/>
                </a:lnTo>
                <a:lnTo>
                  <a:pt x="468160" y="276136"/>
                </a:lnTo>
                <a:lnTo>
                  <a:pt x="466636" y="270040"/>
                </a:lnTo>
                <a:lnTo>
                  <a:pt x="465112" y="268516"/>
                </a:lnTo>
                <a:lnTo>
                  <a:pt x="404152" y="94589"/>
                </a:lnTo>
                <a:lnTo>
                  <a:pt x="364426" y="94589"/>
                </a:lnTo>
                <a:lnTo>
                  <a:pt x="452920" y="318808"/>
                </a:lnTo>
                <a:lnTo>
                  <a:pt x="434632" y="361480"/>
                </a:lnTo>
                <a:lnTo>
                  <a:pt x="426910" y="375539"/>
                </a:lnTo>
                <a:lnTo>
                  <a:pt x="417487" y="385572"/>
                </a:lnTo>
                <a:lnTo>
                  <a:pt x="406336" y="391579"/>
                </a:lnTo>
                <a:lnTo>
                  <a:pt x="393484" y="393573"/>
                </a:lnTo>
                <a:lnTo>
                  <a:pt x="387388" y="393573"/>
                </a:lnTo>
                <a:lnTo>
                  <a:pt x="372046" y="390525"/>
                </a:lnTo>
                <a:lnTo>
                  <a:pt x="372046" y="422529"/>
                </a:lnTo>
                <a:lnTo>
                  <a:pt x="378244" y="424053"/>
                </a:lnTo>
                <a:lnTo>
                  <a:pt x="385864" y="425577"/>
                </a:lnTo>
                <a:lnTo>
                  <a:pt x="396532" y="425577"/>
                </a:lnTo>
                <a:lnTo>
                  <a:pt x="419366" y="421271"/>
                </a:lnTo>
                <a:lnTo>
                  <a:pt x="439775" y="408241"/>
                </a:lnTo>
                <a:lnTo>
                  <a:pt x="457606" y="386321"/>
                </a:lnTo>
                <a:lnTo>
                  <a:pt x="472732" y="355384"/>
                </a:lnTo>
                <a:lnTo>
                  <a:pt x="576453" y="94589"/>
                </a:lnTo>
                <a:close/>
              </a:path>
              <a:path w="1360804" h="426085">
                <a:moveTo>
                  <a:pt x="796099" y="239458"/>
                </a:moveTo>
                <a:lnTo>
                  <a:pt x="786231" y="202387"/>
                </a:lnTo>
                <a:lnTo>
                  <a:pt x="759040" y="173355"/>
                </a:lnTo>
                <a:lnTo>
                  <a:pt x="721042" y="150101"/>
                </a:lnTo>
                <a:lnTo>
                  <a:pt x="712177" y="146405"/>
                </a:lnTo>
                <a:lnTo>
                  <a:pt x="697128" y="138214"/>
                </a:lnTo>
                <a:lnTo>
                  <a:pt x="655789" y="112877"/>
                </a:lnTo>
                <a:lnTo>
                  <a:pt x="649605" y="100685"/>
                </a:lnTo>
                <a:lnTo>
                  <a:pt x="646557" y="96113"/>
                </a:lnTo>
                <a:lnTo>
                  <a:pt x="645033" y="88493"/>
                </a:lnTo>
                <a:lnTo>
                  <a:pt x="645033" y="71729"/>
                </a:lnTo>
                <a:lnTo>
                  <a:pt x="666457" y="44196"/>
                </a:lnTo>
                <a:lnTo>
                  <a:pt x="672553" y="39624"/>
                </a:lnTo>
                <a:lnTo>
                  <a:pt x="678649" y="36576"/>
                </a:lnTo>
                <a:lnTo>
                  <a:pt x="687793" y="35052"/>
                </a:lnTo>
                <a:lnTo>
                  <a:pt x="695413" y="33528"/>
                </a:lnTo>
                <a:lnTo>
                  <a:pt x="710653" y="33528"/>
                </a:lnTo>
                <a:lnTo>
                  <a:pt x="732142" y="34671"/>
                </a:lnTo>
                <a:lnTo>
                  <a:pt x="751039" y="38100"/>
                </a:lnTo>
                <a:lnTo>
                  <a:pt x="767664" y="43815"/>
                </a:lnTo>
                <a:lnTo>
                  <a:pt x="782281" y="51816"/>
                </a:lnTo>
                <a:lnTo>
                  <a:pt x="782281" y="10668"/>
                </a:lnTo>
                <a:lnTo>
                  <a:pt x="770305" y="5791"/>
                </a:lnTo>
                <a:lnTo>
                  <a:pt x="755040" y="2476"/>
                </a:lnTo>
                <a:lnTo>
                  <a:pt x="736638" y="596"/>
                </a:lnTo>
                <a:lnTo>
                  <a:pt x="715225" y="0"/>
                </a:lnTo>
                <a:lnTo>
                  <a:pt x="704964" y="292"/>
                </a:lnTo>
                <a:lnTo>
                  <a:pt x="665619" y="7391"/>
                </a:lnTo>
                <a:lnTo>
                  <a:pt x="626364" y="32194"/>
                </a:lnTo>
                <a:lnTo>
                  <a:pt x="605980" y="73672"/>
                </a:lnTo>
                <a:lnTo>
                  <a:pt x="605409" y="83921"/>
                </a:lnTo>
                <a:lnTo>
                  <a:pt x="605929" y="92544"/>
                </a:lnTo>
                <a:lnTo>
                  <a:pt x="623074" y="132397"/>
                </a:lnTo>
                <a:lnTo>
                  <a:pt x="652741" y="157073"/>
                </a:lnTo>
                <a:lnTo>
                  <a:pt x="660514" y="160782"/>
                </a:lnTo>
                <a:lnTo>
                  <a:pt x="667981" y="164934"/>
                </a:lnTo>
                <a:lnTo>
                  <a:pt x="683221" y="173926"/>
                </a:lnTo>
                <a:lnTo>
                  <a:pt x="691184" y="177380"/>
                </a:lnTo>
                <a:lnTo>
                  <a:pt x="698842" y="180975"/>
                </a:lnTo>
                <a:lnTo>
                  <a:pt x="705942" y="184861"/>
                </a:lnTo>
                <a:lnTo>
                  <a:pt x="712177" y="189166"/>
                </a:lnTo>
                <a:lnTo>
                  <a:pt x="718781" y="192595"/>
                </a:lnTo>
                <a:lnTo>
                  <a:pt x="751801" y="221170"/>
                </a:lnTo>
                <a:lnTo>
                  <a:pt x="757897" y="234886"/>
                </a:lnTo>
                <a:lnTo>
                  <a:pt x="757897" y="242506"/>
                </a:lnTo>
                <a:lnTo>
                  <a:pt x="741133" y="279184"/>
                </a:lnTo>
                <a:lnTo>
                  <a:pt x="689317" y="291376"/>
                </a:lnTo>
                <a:lnTo>
                  <a:pt x="675601" y="291376"/>
                </a:lnTo>
                <a:lnTo>
                  <a:pt x="652741" y="286804"/>
                </a:lnTo>
                <a:lnTo>
                  <a:pt x="645033" y="283756"/>
                </a:lnTo>
                <a:lnTo>
                  <a:pt x="637413" y="282232"/>
                </a:lnTo>
                <a:lnTo>
                  <a:pt x="629793" y="279184"/>
                </a:lnTo>
                <a:lnTo>
                  <a:pt x="623697" y="274612"/>
                </a:lnTo>
                <a:lnTo>
                  <a:pt x="616077" y="271564"/>
                </a:lnTo>
                <a:lnTo>
                  <a:pt x="609981" y="268516"/>
                </a:lnTo>
                <a:lnTo>
                  <a:pt x="605409" y="263842"/>
                </a:lnTo>
                <a:lnTo>
                  <a:pt x="605409" y="306616"/>
                </a:lnTo>
                <a:lnTo>
                  <a:pt x="614553" y="312712"/>
                </a:lnTo>
                <a:lnTo>
                  <a:pt x="622173" y="314236"/>
                </a:lnTo>
                <a:lnTo>
                  <a:pt x="628269" y="317284"/>
                </a:lnTo>
                <a:lnTo>
                  <a:pt x="658837" y="323380"/>
                </a:lnTo>
                <a:lnTo>
                  <a:pt x="666457" y="323380"/>
                </a:lnTo>
                <a:lnTo>
                  <a:pt x="672553" y="324904"/>
                </a:lnTo>
                <a:lnTo>
                  <a:pt x="684745" y="324904"/>
                </a:lnTo>
                <a:lnTo>
                  <a:pt x="695248" y="324612"/>
                </a:lnTo>
                <a:lnTo>
                  <a:pt x="735901" y="317741"/>
                </a:lnTo>
                <a:lnTo>
                  <a:pt x="769924" y="299974"/>
                </a:lnTo>
                <a:lnTo>
                  <a:pt x="793800" y="261607"/>
                </a:lnTo>
                <a:lnTo>
                  <a:pt x="795528" y="251244"/>
                </a:lnTo>
                <a:lnTo>
                  <a:pt x="796099" y="239458"/>
                </a:lnTo>
                <a:close/>
              </a:path>
              <a:path w="1360804" h="426085">
                <a:moveTo>
                  <a:pt x="1162050" y="361480"/>
                </a:moveTo>
                <a:lnTo>
                  <a:pt x="1099527" y="317284"/>
                </a:lnTo>
                <a:lnTo>
                  <a:pt x="1073658" y="298996"/>
                </a:lnTo>
                <a:lnTo>
                  <a:pt x="1079131" y="294424"/>
                </a:lnTo>
                <a:lnTo>
                  <a:pt x="1082598" y="291376"/>
                </a:lnTo>
                <a:lnTo>
                  <a:pt x="1089520" y="285280"/>
                </a:lnTo>
                <a:lnTo>
                  <a:pt x="1094994" y="280708"/>
                </a:lnTo>
                <a:lnTo>
                  <a:pt x="1112113" y="255816"/>
                </a:lnTo>
                <a:lnTo>
                  <a:pt x="1124521" y="227076"/>
                </a:lnTo>
                <a:lnTo>
                  <a:pt x="1132065" y="194640"/>
                </a:lnTo>
                <a:lnTo>
                  <a:pt x="1134618" y="158597"/>
                </a:lnTo>
                <a:lnTo>
                  <a:pt x="1132281" y="124879"/>
                </a:lnTo>
                <a:lnTo>
                  <a:pt x="1125093" y="94576"/>
                </a:lnTo>
                <a:lnTo>
                  <a:pt x="1112761" y="67691"/>
                </a:lnTo>
                <a:lnTo>
                  <a:pt x="1096518" y="46215"/>
                </a:lnTo>
                <a:lnTo>
                  <a:pt x="1096518" y="163258"/>
                </a:lnTo>
                <a:lnTo>
                  <a:pt x="1094778" y="192176"/>
                </a:lnTo>
                <a:lnTo>
                  <a:pt x="1080439" y="239128"/>
                </a:lnTo>
                <a:lnTo>
                  <a:pt x="1050582" y="272694"/>
                </a:lnTo>
                <a:lnTo>
                  <a:pt x="1009815" y="289356"/>
                </a:lnTo>
                <a:lnTo>
                  <a:pt x="985164" y="291376"/>
                </a:lnTo>
                <a:lnTo>
                  <a:pt x="962291" y="289115"/>
                </a:lnTo>
                <a:lnTo>
                  <a:pt x="922769" y="271399"/>
                </a:lnTo>
                <a:lnTo>
                  <a:pt x="892949" y="236778"/>
                </a:lnTo>
                <a:lnTo>
                  <a:pt x="878611" y="190436"/>
                </a:lnTo>
                <a:lnTo>
                  <a:pt x="876871" y="163258"/>
                </a:lnTo>
                <a:lnTo>
                  <a:pt x="878636" y="135153"/>
                </a:lnTo>
                <a:lnTo>
                  <a:pt x="893584" y="88163"/>
                </a:lnTo>
                <a:lnTo>
                  <a:pt x="924318" y="52857"/>
                </a:lnTo>
                <a:lnTo>
                  <a:pt x="964450" y="35585"/>
                </a:lnTo>
                <a:lnTo>
                  <a:pt x="988225" y="33528"/>
                </a:lnTo>
                <a:lnTo>
                  <a:pt x="1011961" y="35560"/>
                </a:lnTo>
                <a:lnTo>
                  <a:pt x="1051483" y="52222"/>
                </a:lnTo>
                <a:lnTo>
                  <a:pt x="1080439" y="86017"/>
                </a:lnTo>
                <a:lnTo>
                  <a:pt x="1094778" y="134061"/>
                </a:lnTo>
                <a:lnTo>
                  <a:pt x="1096518" y="163258"/>
                </a:lnTo>
                <a:lnTo>
                  <a:pt x="1096518" y="46215"/>
                </a:lnTo>
                <a:lnTo>
                  <a:pt x="1049223" y="10668"/>
                </a:lnTo>
                <a:lnTo>
                  <a:pt x="989749" y="0"/>
                </a:lnTo>
                <a:lnTo>
                  <a:pt x="956919" y="2844"/>
                </a:lnTo>
                <a:lnTo>
                  <a:pt x="900938" y="25082"/>
                </a:lnTo>
                <a:lnTo>
                  <a:pt x="860386" y="69100"/>
                </a:lnTo>
                <a:lnTo>
                  <a:pt x="839812" y="130276"/>
                </a:lnTo>
                <a:lnTo>
                  <a:pt x="837247" y="166306"/>
                </a:lnTo>
                <a:lnTo>
                  <a:pt x="839812" y="200037"/>
                </a:lnTo>
                <a:lnTo>
                  <a:pt x="860386" y="257225"/>
                </a:lnTo>
                <a:lnTo>
                  <a:pt x="899795" y="299834"/>
                </a:lnTo>
                <a:lnTo>
                  <a:pt x="953490" y="322072"/>
                </a:lnTo>
                <a:lnTo>
                  <a:pt x="985164" y="324904"/>
                </a:lnTo>
                <a:lnTo>
                  <a:pt x="998601" y="324358"/>
                </a:lnTo>
                <a:lnTo>
                  <a:pt x="1011466" y="322808"/>
                </a:lnTo>
                <a:lnTo>
                  <a:pt x="1023747" y="320408"/>
                </a:lnTo>
                <a:lnTo>
                  <a:pt x="1035469" y="317284"/>
                </a:lnTo>
                <a:lnTo>
                  <a:pt x="1094994" y="361480"/>
                </a:lnTo>
                <a:lnTo>
                  <a:pt x="1162050" y="361480"/>
                </a:lnTo>
                <a:close/>
              </a:path>
              <a:path w="1360804" h="426085">
                <a:moveTo>
                  <a:pt x="1360360" y="286194"/>
                </a:moveTo>
                <a:lnTo>
                  <a:pt x="1233779" y="286194"/>
                </a:lnTo>
                <a:lnTo>
                  <a:pt x="1233779" y="4254"/>
                </a:lnTo>
                <a:lnTo>
                  <a:pt x="1197102" y="4254"/>
                </a:lnTo>
                <a:lnTo>
                  <a:pt x="1197102" y="286194"/>
                </a:lnTo>
                <a:lnTo>
                  <a:pt x="1197102" y="319214"/>
                </a:lnTo>
                <a:lnTo>
                  <a:pt x="1360360" y="319214"/>
                </a:lnTo>
                <a:lnTo>
                  <a:pt x="1360360" y="28619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7170611" y="5526506"/>
            <a:ext cx="2212975" cy="441325"/>
          </a:xfrm>
          <a:custGeom>
            <a:avLst/>
            <a:gdLst/>
            <a:ahLst/>
            <a:cxnLst/>
            <a:rect l="l" t="t" r="r" b="b"/>
            <a:pathLst>
              <a:path w="2212975" h="441325">
                <a:moveTo>
                  <a:pt x="169252" y="79336"/>
                </a:moveTo>
                <a:lnTo>
                  <a:pt x="134200" y="79336"/>
                </a:lnTo>
                <a:lnTo>
                  <a:pt x="134200" y="112877"/>
                </a:lnTo>
                <a:lnTo>
                  <a:pt x="134200" y="219646"/>
                </a:lnTo>
                <a:lnTo>
                  <a:pt x="134200" y="251752"/>
                </a:lnTo>
                <a:lnTo>
                  <a:pt x="134200" y="361569"/>
                </a:lnTo>
                <a:lnTo>
                  <a:pt x="35052" y="361569"/>
                </a:lnTo>
                <a:lnTo>
                  <a:pt x="35052" y="251752"/>
                </a:lnTo>
                <a:lnTo>
                  <a:pt x="134200" y="251752"/>
                </a:lnTo>
                <a:lnTo>
                  <a:pt x="134200" y="219646"/>
                </a:lnTo>
                <a:lnTo>
                  <a:pt x="35052" y="219646"/>
                </a:lnTo>
                <a:lnTo>
                  <a:pt x="35052" y="112877"/>
                </a:lnTo>
                <a:lnTo>
                  <a:pt x="134200" y="112877"/>
                </a:lnTo>
                <a:lnTo>
                  <a:pt x="134200" y="79336"/>
                </a:lnTo>
                <a:lnTo>
                  <a:pt x="80772" y="79336"/>
                </a:lnTo>
                <a:lnTo>
                  <a:pt x="87630" y="65100"/>
                </a:lnTo>
                <a:lnTo>
                  <a:pt x="94488" y="49999"/>
                </a:lnTo>
                <a:lnTo>
                  <a:pt x="101384" y="34340"/>
                </a:lnTo>
                <a:lnTo>
                  <a:pt x="108292" y="18376"/>
                </a:lnTo>
                <a:lnTo>
                  <a:pt x="71628" y="7620"/>
                </a:lnTo>
                <a:lnTo>
                  <a:pt x="65620" y="24218"/>
                </a:lnTo>
                <a:lnTo>
                  <a:pt x="59055" y="41808"/>
                </a:lnTo>
                <a:lnTo>
                  <a:pt x="51904" y="60223"/>
                </a:lnTo>
                <a:lnTo>
                  <a:pt x="44196" y="79336"/>
                </a:lnTo>
                <a:lnTo>
                  <a:pt x="0" y="79336"/>
                </a:lnTo>
                <a:lnTo>
                  <a:pt x="0" y="431774"/>
                </a:lnTo>
                <a:lnTo>
                  <a:pt x="35052" y="431774"/>
                </a:lnTo>
                <a:lnTo>
                  <a:pt x="35052" y="395097"/>
                </a:lnTo>
                <a:lnTo>
                  <a:pt x="134200" y="395097"/>
                </a:lnTo>
                <a:lnTo>
                  <a:pt x="134200" y="428625"/>
                </a:lnTo>
                <a:lnTo>
                  <a:pt x="169252" y="428625"/>
                </a:lnTo>
                <a:lnTo>
                  <a:pt x="169252" y="395097"/>
                </a:lnTo>
                <a:lnTo>
                  <a:pt x="169252" y="361569"/>
                </a:lnTo>
                <a:lnTo>
                  <a:pt x="169252" y="251752"/>
                </a:lnTo>
                <a:lnTo>
                  <a:pt x="169252" y="219646"/>
                </a:lnTo>
                <a:lnTo>
                  <a:pt x="169252" y="112877"/>
                </a:lnTo>
                <a:lnTo>
                  <a:pt x="169252" y="79336"/>
                </a:lnTo>
                <a:close/>
              </a:path>
              <a:path w="2212975" h="441325">
                <a:moveTo>
                  <a:pt x="318706" y="279184"/>
                </a:moveTo>
                <a:lnTo>
                  <a:pt x="302691" y="257467"/>
                </a:lnTo>
                <a:lnTo>
                  <a:pt x="284403" y="233603"/>
                </a:lnTo>
                <a:lnTo>
                  <a:pt x="263791" y="207733"/>
                </a:lnTo>
                <a:lnTo>
                  <a:pt x="240880" y="180022"/>
                </a:lnTo>
                <a:lnTo>
                  <a:pt x="213448" y="199834"/>
                </a:lnTo>
                <a:lnTo>
                  <a:pt x="233438" y="225920"/>
                </a:lnTo>
                <a:lnTo>
                  <a:pt x="252171" y="251548"/>
                </a:lnTo>
                <a:lnTo>
                  <a:pt x="269468" y="276872"/>
                </a:lnTo>
                <a:lnTo>
                  <a:pt x="285178" y="302044"/>
                </a:lnTo>
                <a:lnTo>
                  <a:pt x="318706" y="279184"/>
                </a:lnTo>
                <a:close/>
              </a:path>
              <a:path w="2212975" h="441325">
                <a:moveTo>
                  <a:pt x="401091" y="79336"/>
                </a:moveTo>
                <a:lnTo>
                  <a:pt x="259270" y="79336"/>
                </a:lnTo>
                <a:lnTo>
                  <a:pt x="264985" y="64223"/>
                </a:lnTo>
                <a:lnTo>
                  <a:pt x="270700" y="48666"/>
                </a:lnTo>
                <a:lnTo>
                  <a:pt x="276415" y="32842"/>
                </a:lnTo>
                <a:lnTo>
                  <a:pt x="282130" y="16852"/>
                </a:lnTo>
                <a:lnTo>
                  <a:pt x="245452" y="7620"/>
                </a:lnTo>
                <a:lnTo>
                  <a:pt x="229997" y="53936"/>
                </a:lnTo>
                <a:lnTo>
                  <a:pt x="213258" y="96520"/>
                </a:lnTo>
                <a:lnTo>
                  <a:pt x="195084" y="135089"/>
                </a:lnTo>
                <a:lnTo>
                  <a:pt x="175348" y="169354"/>
                </a:lnTo>
                <a:lnTo>
                  <a:pt x="192303" y="177736"/>
                </a:lnTo>
                <a:lnTo>
                  <a:pt x="199567" y="181787"/>
                </a:lnTo>
                <a:lnTo>
                  <a:pt x="205828" y="186118"/>
                </a:lnTo>
                <a:lnTo>
                  <a:pt x="215874" y="169519"/>
                </a:lnTo>
                <a:lnTo>
                  <a:pt x="225640" y="151625"/>
                </a:lnTo>
                <a:lnTo>
                  <a:pt x="235407" y="132283"/>
                </a:lnTo>
                <a:lnTo>
                  <a:pt x="245452" y="111353"/>
                </a:lnTo>
                <a:lnTo>
                  <a:pt x="362902" y="111353"/>
                </a:lnTo>
                <a:lnTo>
                  <a:pt x="361746" y="180022"/>
                </a:lnTo>
                <a:lnTo>
                  <a:pt x="360464" y="233603"/>
                </a:lnTo>
                <a:lnTo>
                  <a:pt x="358838" y="283273"/>
                </a:lnTo>
                <a:lnTo>
                  <a:pt x="357098" y="322999"/>
                </a:lnTo>
                <a:lnTo>
                  <a:pt x="351612" y="371957"/>
                </a:lnTo>
                <a:lnTo>
                  <a:pt x="312610" y="395097"/>
                </a:lnTo>
                <a:lnTo>
                  <a:pt x="293979" y="394792"/>
                </a:lnTo>
                <a:lnTo>
                  <a:pt x="274497" y="393763"/>
                </a:lnTo>
                <a:lnTo>
                  <a:pt x="253847" y="391883"/>
                </a:lnTo>
                <a:lnTo>
                  <a:pt x="231736" y="389001"/>
                </a:lnTo>
                <a:lnTo>
                  <a:pt x="233121" y="398195"/>
                </a:lnTo>
                <a:lnTo>
                  <a:pt x="234784" y="407670"/>
                </a:lnTo>
                <a:lnTo>
                  <a:pt x="236448" y="417715"/>
                </a:lnTo>
                <a:lnTo>
                  <a:pt x="237832" y="428625"/>
                </a:lnTo>
                <a:lnTo>
                  <a:pt x="278879" y="430809"/>
                </a:lnTo>
                <a:lnTo>
                  <a:pt x="299008" y="431507"/>
                </a:lnTo>
                <a:lnTo>
                  <a:pt x="318706" y="431774"/>
                </a:lnTo>
                <a:lnTo>
                  <a:pt x="349643" y="427469"/>
                </a:lnTo>
                <a:lnTo>
                  <a:pt x="371894" y="414578"/>
                </a:lnTo>
                <a:lnTo>
                  <a:pt x="384568" y="395097"/>
                </a:lnTo>
                <a:lnTo>
                  <a:pt x="385864" y="393115"/>
                </a:lnTo>
                <a:lnTo>
                  <a:pt x="392836" y="338670"/>
                </a:lnTo>
                <a:lnTo>
                  <a:pt x="397027" y="210540"/>
                </a:lnTo>
                <a:lnTo>
                  <a:pt x="400100" y="111353"/>
                </a:lnTo>
                <a:lnTo>
                  <a:pt x="401091" y="79336"/>
                </a:lnTo>
                <a:close/>
              </a:path>
              <a:path w="2212975" h="441325">
                <a:moveTo>
                  <a:pt x="866190" y="331089"/>
                </a:moveTo>
                <a:lnTo>
                  <a:pt x="832751" y="317271"/>
                </a:lnTo>
                <a:lnTo>
                  <a:pt x="832154" y="317030"/>
                </a:lnTo>
                <a:lnTo>
                  <a:pt x="826947" y="314223"/>
                </a:lnTo>
                <a:lnTo>
                  <a:pt x="800811" y="300139"/>
                </a:lnTo>
                <a:lnTo>
                  <a:pt x="772033" y="280416"/>
                </a:lnTo>
                <a:lnTo>
                  <a:pt x="763993" y="273532"/>
                </a:lnTo>
                <a:lnTo>
                  <a:pt x="763993" y="314223"/>
                </a:lnTo>
                <a:lnTo>
                  <a:pt x="664933" y="314223"/>
                </a:lnTo>
                <a:lnTo>
                  <a:pt x="664933" y="271551"/>
                </a:lnTo>
                <a:lnTo>
                  <a:pt x="631304" y="271551"/>
                </a:lnTo>
                <a:lnTo>
                  <a:pt x="631304" y="314223"/>
                </a:lnTo>
                <a:lnTo>
                  <a:pt x="529196" y="314223"/>
                </a:lnTo>
                <a:lnTo>
                  <a:pt x="544042" y="301129"/>
                </a:lnTo>
                <a:lnTo>
                  <a:pt x="558723" y="287172"/>
                </a:lnTo>
                <a:lnTo>
                  <a:pt x="573138" y="272656"/>
                </a:lnTo>
                <a:lnTo>
                  <a:pt x="587108" y="257835"/>
                </a:lnTo>
                <a:lnTo>
                  <a:pt x="707605" y="257835"/>
                </a:lnTo>
                <a:lnTo>
                  <a:pt x="720699" y="273291"/>
                </a:lnTo>
                <a:lnTo>
                  <a:pt x="734656" y="287743"/>
                </a:lnTo>
                <a:lnTo>
                  <a:pt x="749185" y="301345"/>
                </a:lnTo>
                <a:lnTo>
                  <a:pt x="763993" y="314223"/>
                </a:lnTo>
                <a:lnTo>
                  <a:pt x="763993" y="273532"/>
                </a:lnTo>
                <a:lnTo>
                  <a:pt x="745705" y="257835"/>
                </a:lnTo>
                <a:lnTo>
                  <a:pt x="861618" y="257835"/>
                </a:lnTo>
                <a:lnTo>
                  <a:pt x="861618" y="228879"/>
                </a:lnTo>
                <a:lnTo>
                  <a:pt x="776185" y="228879"/>
                </a:lnTo>
                <a:lnTo>
                  <a:pt x="776185" y="198310"/>
                </a:lnTo>
                <a:lnTo>
                  <a:pt x="776185" y="170878"/>
                </a:lnTo>
                <a:lnTo>
                  <a:pt x="776185" y="140398"/>
                </a:lnTo>
                <a:lnTo>
                  <a:pt x="776185" y="112864"/>
                </a:lnTo>
                <a:lnTo>
                  <a:pt x="776185" y="82384"/>
                </a:lnTo>
                <a:lnTo>
                  <a:pt x="849426" y="82384"/>
                </a:lnTo>
                <a:lnTo>
                  <a:pt x="849426" y="53428"/>
                </a:lnTo>
                <a:lnTo>
                  <a:pt x="776185" y="53428"/>
                </a:lnTo>
                <a:lnTo>
                  <a:pt x="776185" y="6096"/>
                </a:lnTo>
                <a:lnTo>
                  <a:pt x="742657" y="6096"/>
                </a:lnTo>
                <a:lnTo>
                  <a:pt x="742657" y="53428"/>
                </a:lnTo>
                <a:lnTo>
                  <a:pt x="742657" y="82384"/>
                </a:lnTo>
                <a:lnTo>
                  <a:pt x="742657" y="228879"/>
                </a:lnTo>
                <a:lnTo>
                  <a:pt x="555104" y="228879"/>
                </a:lnTo>
                <a:lnTo>
                  <a:pt x="555104" y="198310"/>
                </a:lnTo>
                <a:lnTo>
                  <a:pt x="742657" y="198310"/>
                </a:lnTo>
                <a:lnTo>
                  <a:pt x="742657" y="170878"/>
                </a:lnTo>
                <a:lnTo>
                  <a:pt x="555104" y="170878"/>
                </a:lnTo>
                <a:lnTo>
                  <a:pt x="555104" y="140398"/>
                </a:lnTo>
                <a:lnTo>
                  <a:pt x="742657" y="140398"/>
                </a:lnTo>
                <a:lnTo>
                  <a:pt x="742657" y="112864"/>
                </a:lnTo>
                <a:lnTo>
                  <a:pt x="555104" y="112864"/>
                </a:lnTo>
                <a:lnTo>
                  <a:pt x="555104" y="82384"/>
                </a:lnTo>
                <a:lnTo>
                  <a:pt x="742657" y="82384"/>
                </a:lnTo>
                <a:lnTo>
                  <a:pt x="742657" y="53428"/>
                </a:lnTo>
                <a:lnTo>
                  <a:pt x="555104" y="53428"/>
                </a:lnTo>
                <a:lnTo>
                  <a:pt x="555104" y="6096"/>
                </a:lnTo>
                <a:lnTo>
                  <a:pt x="521487" y="6096"/>
                </a:lnTo>
                <a:lnTo>
                  <a:pt x="521487" y="53428"/>
                </a:lnTo>
                <a:lnTo>
                  <a:pt x="448335" y="53428"/>
                </a:lnTo>
                <a:lnTo>
                  <a:pt x="448335" y="82384"/>
                </a:lnTo>
                <a:lnTo>
                  <a:pt x="521487" y="82384"/>
                </a:lnTo>
                <a:lnTo>
                  <a:pt x="521487" y="228879"/>
                </a:lnTo>
                <a:lnTo>
                  <a:pt x="434619" y="228879"/>
                </a:lnTo>
                <a:lnTo>
                  <a:pt x="434619" y="257835"/>
                </a:lnTo>
                <a:lnTo>
                  <a:pt x="545960" y="257835"/>
                </a:lnTo>
                <a:lnTo>
                  <a:pt x="520522" y="281851"/>
                </a:lnTo>
                <a:lnTo>
                  <a:pt x="492544" y="303568"/>
                </a:lnTo>
                <a:lnTo>
                  <a:pt x="462292" y="323037"/>
                </a:lnTo>
                <a:lnTo>
                  <a:pt x="430047" y="340233"/>
                </a:lnTo>
                <a:lnTo>
                  <a:pt x="436613" y="347967"/>
                </a:lnTo>
                <a:lnTo>
                  <a:pt x="442620" y="355282"/>
                </a:lnTo>
                <a:lnTo>
                  <a:pt x="448043" y="362305"/>
                </a:lnTo>
                <a:lnTo>
                  <a:pt x="452907" y="369189"/>
                </a:lnTo>
                <a:lnTo>
                  <a:pt x="471195" y="357454"/>
                </a:lnTo>
                <a:lnTo>
                  <a:pt x="489496" y="344982"/>
                </a:lnTo>
                <a:lnTo>
                  <a:pt x="507809" y="331647"/>
                </a:lnTo>
                <a:lnTo>
                  <a:pt x="526148" y="317271"/>
                </a:lnTo>
                <a:lnTo>
                  <a:pt x="526148" y="341757"/>
                </a:lnTo>
                <a:lnTo>
                  <a:pt x="631304" y="341757"/>
                </a:lnTo>
                <a:lnTo>
                  <a:pt x="631304" y="387477"/>
                </a:lnTo>
                <a:lnTo>
                  <a:pt x="460527" y="387477"/>
                </a:lnTo>
                <a:lnTo>
                  <a:pt x="460527" y="416433"/>
                </a:lnTo>
                <a:lnTo>
                  <a:pt x="835710" y="416433"/>
                </a:lnTo>
                <a:lnTo>
                  <a:pt x="835710" y="387477"/>
                </a:lnTo>
                <a:lnTo>
                  <a:pt x="664933" y="387477"/>
                </a:lnTo>
                <a:lnTo>
                  <a:pt x="664933" y="341757"/>
                </a:lnTo>
                <a:lnTo>
                  <a:pt x="768565" y="341757"/>
                </a:lnTo>
                <a:lnTo>
                  <a:pt x="768565" y="317271"/>
                </a:lnTo>
                <a:lnTo>
                  <a:pt x="786041" y="330479"/>
                </a:lnTo>
                <a:lnTo>
                  <a:pt x="804240" y="342506"/>
                </a:lnTo>
                <a:lnTo>
                  <a:pt x="823290" y="353377"/>
                </a:lnTo>
                <a:lnTo>
                  <a:pt x="843330" y="363093"/>
                </a:lnTo>
                <a:lnTo>
                  <a:pt x="848194" y="355955"/>
                </a:lnTo>
                <a:lnTo>
                  <a:pt x="853617" y="348234"/>
                </a:lnTo>
                <a:lnTo>
                  <a:pt x="859624" y="339953"/>
                </a:lnTo>
                <a:lnTo>
                  <a:pt x="866190" y="331089"/>
                </a:lnTo>
                <a:close/>
              </a:path>
              <a:path w="2212975" h="441325">
                <a:moveTo>
                  <a:pt x="1313014" y="324891"/>
                </a:moveTo>
                <a:lnTo>
                  <a:pt x="1275422" y="297573"/>
                </a:lnTo>
                <a:lnTo>
                  <a:pt x="1240396" y="267411"/>
                </a:lnTo>
                <a:lnTo>
                  <a:pt x="1207998" y="234353"/>
                </a:lnTo>
                <a:lnTo>
                  <a:pt x="1178267" y="198361"/>
                </a:lnTo>
                <a:lnTo>
                  <a:pt x="1151242" y="159410"/>
                </a:lnTo>
                <a:lnTo>
                  <a:pt x="1126985" y="117436"/>
                </a:lnTo>
                <a:lnTo>
                  <a:pt x="1303870" y="117436"/>
                </a:lnTo>
                <a:lnTo>
                  <a:pt x="1303870" y="85432"/>
                </a:lnTo>
                <a:lnTo>
                  <a:pt x="1113269" y="85432"/>
                </a:lnTo>
                <a:lnTo>
                  <a:pt x="1113269" y="6096"/>
                </a:lnTo>
                <a:lnTo>
                  <a:pt x="1079741" y="6096"/>
                </a:lnTo>
                <a:lnTo>
                  <a:pt x="1079741" y="85432"/>
                </a:lnTo>
                <a:lnTo>
                  <a:pt x="889050" y="85432"/>
                </a:lnTo>
                <a:lnTo>
                  <a:pt x="889050" y="117436"/>
                </a:lnTo>
                <a:lnTo>
                  <a:pt x="1065936" y="117436"/>
                </a:lnTo>
                <a:lnTo>
                  <a:pt x="1043597" y="155219"/>
                </a:lnTo>
                <a:lnTo>
                  <a:pt x="1017727" y="192265"/>
                </a:lnTo>
                <a:lnTo>
                  <a:pt x="988390" y="228650"/>
                </a:lnTo>
                <a:lnTo>
                  <a:pt x="955611" y="264388"/>
                </a:lnTo>
                <a:lnTo>
                  <a:pt x="919441" y="299542"/>
                </a:lnTo>
                <a:lnTo>
                  <a:pt x="879906" y="334137"/>
                </a:lnTo>
                <a:lnTo>
                  <a:pt x="885939" y="339255"/>
                </a:lnTo>
                <a:lnTo>
                  <a:pt x="952411" y="318477"/>
                </a:lnTo>
                <a:lnTo>
                  <a:pt x="991412" y="276174"/>
                </a:lnTo>
                <a:lnTo>
                  <a:pt x="1025728" y="233159"/>
                </a:lnTo>
                <a:lnTo>
                  <a:pt x="1055217" y="189420"/>
                </a:lnTo>
                <a:lnTo>
                  <a:pt x="1079741" y="144970"/>
                </a:lnTo>
                <a:lnTo>
                  <a:pt x="1079741" y="318795"/>
                </a:lnTo>
                <a:lnTo>
                  <a:pt x="976020" y="318795"/>
                </a:lnTo>
                <a:lnTo>
                  <a:pt x="976020" y="349377"/>
                </a:lnTo>
                <a:lnTo>
                  <a:pt x="1079741" y="349377"/>
                </a:lnTo>
                <a:lnTo>
                  <a:pt x="1079741" y="439381"/>
                </a:lnTo>
                <a:lnTo>
                  <a:pt x="1113269" y="439381"/>
                </a:lnTo>
                <a:lnTo>
                  <a:pt x="1113269" y="349377"/>
                </a:lnTo>
                <a:lnTo>
                  <a:pt x="1213853" y="349377"/>
                </a:lnTo>
                <a:lnTo>
                  <a:pt x="1213853" y="318795"/>
                </a:lnTo>
                <a:lnTo>
                  <a:pt x="1113269" y="318795"/>
                </a:lnTo>
                <a:lnTo>
                  <a:pt x="1113269" y="144970"/>
                </a:lnTo>
                <a:lnTo>
                  <a:pt x="1140523" y="194398"/>
                </a:lnTo>
                <a:lnTo>
                  <a:pt x="1171067" y="240144"/>
                </a:lnTo>
                <a:lnTo>
                  <a:pt x="1204925" y="282244"/>
                </a:lnTo>
                <a:lnTo>
                  <a:pt x="1242072" y="320675"/>
                </a:lnTo>
                <a:lnTo>
                  <a:pt x="1282534" y="355473"/>
                </a:lnTo>
                <a:lnTo>
                  <a:pt x="1291374" y="345782"/>
                </a:lnTo>
                <a:lnTo>
                  <a:pt x="1299489" y="337362"/>
                </a:lnTo>
                <a:lnTo>
                  <a:pt x="1306753" y="330352"/>
                </a:lnTo>
                <a:lnTo>
                  <a:pt x="1313014" y="324891"/>
                </a:lnTo>
                <a:close/>
              </a:path>
              <a:path w="2212975" h="441325">
                <a:moveTo>
                  <a:pt x="1421307" y="266992"/>
                </a:moveTo>
                <a:lnTo>
                  <a:pt x="1413052" y="264414"/>
                </a:lnTo>
                <a:lnTo>
                  <a:pt x="1404353" y="261277"/>
                </a:lnTo>
                <a:lnTo>
                  <a:pt x="1395387" y="257556"/>
                </a:lnTo>
                <a:lnTo>
                  <a:pt x="1386255" y="253276"/>
                </a:lnTo>
                <a:lnTo>
                  <a:pt x="1375689" y="299034"/>
                </a:lnTo>
                <a:lnTo>
                  <a:pt x="1364538" y="342658"/>
                </a:lnTo>
                <a:lnTo>
                  <a:pt x="1352791" y="384289"/>
                </a:lnTo>
                <a:lnTo>
                  <a:pt x="1340446" y="424053"/>
                </a:lnTo>
                <a:lnTo>
                  <a:pt x="1378635" y="436346"/>
                </a:lnTo>
                <a:lnTo>
                  <a:pt x="1387817" y="398716"/>
                </a:lnTo>
                <a:lnTo>
                  <a:pt x="1400543" y="347052"/>
                </a:lnTo>
                <a:lnTo>
                  <a:pt x="1411008" y="305866"/>
                </a:lnTo>
                <a:lnTo>
                  <a:pt x="1421307" y="266992"/>
                </a:lnTo>
                <a:close/>
              </a:path>
              <a:path w="2212975" h="441325">
                <a:moveTo>
                  <a:pt x="1422831" y="184594"/>
                </a:moveTo>
                <a:lnTo>
                  <a:pt x="1403667" y="168897"/>
                </a:lnTo>
                <a:lnTo>
                  <a:pt x="1384922" y="153924"/>
                </a:lnTo>
                <a:lnTo>
                  <a:pt x="1366431" y="139801"/>
                </a:lnTo>
                <a:lnTo>
                  <a:pt x="1348066" y="126682"/>
                </a:lnTo>
                <a:lnTo>
                  <a:pt x="1326730" y="152590"/>
                </a:lnTo>
                <a:lnTo>
                  <a:pt x="1340700" y="163169"/>
                </a:lnTo>
                <a:lnTo>
                  <a:pt x="1357261" y="176593"/>
                </a:lnTo>
                <a:lnTo>
                  <a:pt x="1376108" y="192887"/>
                </a:lnTo>
                <a:lnTo>
                  <a:pt x="1396923" y="212026"/>
                </a:lnTo>
                <a:lnTo>
                  <a:pt x="1402689" y="206883"/>
                </a:lnTo>
                <a:lnTo>
                  <a:pt x="1408734" y="200596"/>
                </a:lnTo>
                <a:lnTo>
                  <a:pt x="1415364" y="193167"/>
                </a:lnTo>
                <a:lnTo>
                  <a:pt x="1422831" y="184594"/>
                </a:lnTo>
                <a:close/>
              </a:path>
              <a:path w="2212975" h="441325">
                <a:moveTo>
                  <a:pt x="1438071" y="76288"/>
                </a:moveTo>
                <a:lnTo>
                  <a:pt x="1418310" y="58839"/>
                </a:lnTo>
                <a:lnTo>
                  <a:pt x="1399971" y="42951"/>
                </a:lnTo>
                <a:lnTo>
                  <a:pt x="1382788" y="28460"/>
                </a:lnTo>
                <a:lnTo>
                  <a:pt x="1366443" y="15240"/>
                </a:lnTo>
                <a:lnTo>
                  <a:pt x="1343494" y="38188"/>
                </a:lnTo>
                <a:lnTo>
                  <a:pt x="1359839" y="52247"/>
                </a:lnTo>
                <a:lnTo>
                  <a:pt x="1376730" y="67144"/>
                </a:lnTo>
                <a:lnTo>
                  <a:pt x="1394167" y="83197"/>
                </a:lnTo>
                <a:lnTo>
                  <a:pt x="1412163" y="100672"/>
                </a:lnTo>
                <a:lnTo>
                  <a:pt x="1438071" y="76288"/>
                </a:lnTo>
                <a:close/>
              </a:path>
              <a:path w="2212975" h="441325">
                <a:moveTo>
                  <a:pt x="1515897" y="234988"/>
                </a:moveTo>
                <a:lnTo>
                  <a:pt x="1482267" y="234988"/>
                </a:lnTo>
                <a:lnTo>
                  <a:pt x="1481391" y="273265"/>
                </a:lnTo>
                <a:lnTo>
                  <a:pt x="1478648" y="305701"/>
                </a:lnTo>
                <a:lnTo>
                  <a:pt x="1467027" y="352425"/>
                </a:lnTo>
                <a:lnTo>
                  <a:pt x="1444167" y="384429"/>
                </a:lnTo>
                <a:lnTo>
                  <a:pt x="1403019" y="411861"/>
                </a:lnTo>
                <a:lnTo>
                  <a:pt x="1408734" y="418757"/>
                </a:lnTo>
                <a:lnTo>
                  <a:pt x="1414449" y="425818"/>
                </a:lnTo>
                <a:lnTo>
                  <a:pt x="1420164" y="433158"/>
                </a:lnTo>
                <a:lnTo>
                  <a:pt x="1425879" y="440918"/>
                </a:lnTo>
                <a:lnTo>
                  <a:pt x="1450797" y="425170"/>
                </a:lnTo>
                <a:lnTo>
                  <a:pt x="1486357" y="389166"/>
                </a:lnTo>
                <a:lnTo>
                  <a:pt x="1505610" y="346290"/>
                </a:lnTo>
                <a:lnTo>
                  <a:pt x="1514754" y="279311"/>
                </a:lnTo>
                <a:lnTo>
                  <a:pt x="1515897" y="234988"/>
                </a:lnTo>
                <a:close/>
              </a:path>
              <a:path w="2212975" h="441325">
                <a:moveTo>
                  <a:pt x="1601241" y="234988"/>
                </a:moveTo>
                <a:lnTo>
                  <a:pt x="1569237" y="234988"/>
                </a:lnTo>
                <a:lnTo>
                  <a:pt x="1569237" y="430250"/>
                </a:lnTo>
                <a:lnTo>
                  <a:pt x="1601241" y="430250"/>
                </a:lnTo>
                <a:lnTo>
                  <a:pt x="1601241" y="234988"/>
                </a:lnTo>
                <a:close/>
              </a:path>
              <a:path w="2212975" h="441325">
                <a:moveTo>
                  <a:pt x="1747647" y="62572"/>
                </a:moveTo>
                <a:lnTo>
                  <a:pt x="1598193" y="62572"/>
                </a:lnTo>
                <a:lnTo>
                  <a:pt x="1621053" y="48856"/>
                </a:lnTo>
                <a:lnTo>
                  <a:pt x="1592757" y="10845"/>
                </a:lnTo>
                <a:lnTo>
                  <a:pt x="1584477" y="0"/>
                </a:lnTo>
                <a:lnTo>
                  <a:pt x="1555521" y="18376"/>
                </a:lnTo>
                <a:lnTo>
                  <a:pt x="1563522" y="28079"/>
                </a:lnTo>
                <a:lnTo>
                  <a:pt x="1571523" y="38760"/>
                </a:lnTo>
                <a:lnTo>
                  <a:pt x="1579524" y="50317"/>
                </a:lnTo>
                <a:lnTo>
                  <a:pt x="1587525" y="62572"/>
                </a:lnTo>
                <a:lnTo>
                  <a:pt x="1448739" y="62572"/>
                </a:lnTo>
                <a:lnTo>
                  <a:pt x="1448739" y="94576"/>
                </a:lnTo>
                <a:lnTo>
                  <a:pt x="1546377" y="94576"/>
                </a:lnTo>
                <a:lnTo>
                  <a:pt x="1529232" y="114617"/>
                </a:lnTo>
                <a:lnTo>
                  <a:pt x="1494904" y="150609"/>
                </a:lnTo>
                <a:lnTo>
                  <a:pt x="1463027" y="176784"/>
                </a:lnTo>
                <a:lnTo>
                  <a:pt x="1447215" y="186118"/>
                </a:lnTo>
                <a:lnTo>
                  <a:pt x="1462455" y="219646"/>
                </a:lnTo>
                <a:lnTo>
                  <a:pt x="1472438" y="216763"/>
                </a:lnTo>
                <a:lnTo>
                  <a:pt x="1481709" y="214884"/>
                </a:lnTo>
                <a:lnTo>
                  <a:pt x="1490154" y="213855"/>
                </a:lnTo>
                <a:lnTo>
                  <a:pt x="1695831" y="204406"/>
                </a:lnTo>
                <a:lnTo>
                  <a:pt x="1700657" y="211543"/>
                </a:lnTo>
                <a:lnTo>
                  <a:pt x="1705864" y="219036"/>
                </a:lnTo>
                <a:lnTo>
                  <a:pt x="1711464" y="226987"/>
                </a:lnTo>
                <a:lnTo>
                  <a:pt x="1717167" y="234988"/>
                </a:lnTo>
                <a:lnTo>
                  <a:pt x="1739760" y="219125"/>
                </a:lnTo>
                <a:lnTo>
                  <a:pt x="1747647" y="213550"/>
                </a:lnTo>
                <a:lnTo>
                  <a:pt x="1740750" y="204406"/>
                </a:lnTo>
                <a:lnTo>
                  <a:pt x="1727619" y="186969"/>
                </a:lnTo>
                <a:lnTo>
                  <a:pt x="1722297" y="180022"/>
                </a:lnTo>
                <a:lnTo>
                  <a:pt x="1708594" y="162102"/>
                </a:lnTo>
                <a:lnTo>
                  <a:pt x="1690420" y="138925"/>
                </a:lnTo>
                <a:lnTo>
                  <a:pt x="1672971" y="117436"/>
                </a:lnTo>
                <a:lnTo>
                  <a:pt x="1645526" y="135826"/>
                </a:lnTo>
                <a:lnTo>
                  <a:pt x="1652409" y="145211"/>
                </a:lnTo>
                <a:lnTo>
                  <a:pt x="1659432" y="154876"/>
                </a:lnTo>
                <a:lnTo>
                  <a:pt x="1666748" y="164541"/>
                </a:lnTo>
                <a:lnTo>
                  <a:pt x="1674495" y="173926"/>
                </a:lnTo>
                <a:lnTo>
                  <a:pt x="1506753" y="180022"/>
                </a:lnTo>
                <a:lnTo>
                  <a:pt x="1525092" y="164299"/>
                </a:lnTo>
                <a:lnTo>
                  <a:pt x="1543710" y="146862"/>
                </a:lnTo>
                <a:lnTo>
                  <a:pt x="1562900" y="127685"/>
                </a:lnTo>
                <a:lnTo>
                  <a:pt x="1582953" y="106768"/>
                </a:lnTo>
                <a:lnTo>
                  <a:pt x="1553997" y="94576"/>
                </a:lnTo>
                <a:lnTo>
                  <a:pt x="1747647" y="94576"/>
                </a:lnTo>
                <a:lnTo>
                  <a:pt x="1747647" y="62572"/>
                </a:lnTo>
                <a:close/>
              </a:path>
              <a:path w="2212975" h="441325">
                <a:moveTo>
                  <a:pt x="1767459" y="334137"/>
                </a:moveTo>
                <a:lnTo>
                  <a:pt x="1758569" y="331584"/>
                </a:lnTo>
                <a:lnTo>
                  <a:pt x="1750123" y="328599"/>
                </a:lnTo>
                <a:lnTo>
                  <a:pt x="1741944" y="325310"/>
                </a:lnTo>
                <a:lnTo>
                  <a:pt x="1733931" y="321856"/>
                </a:lnTo>
                <a:lnTo>
                  <a:pt x="1733664" y="337337"/>
                </a:lnTo>
                <a:lnTo>
                  <a:pt x="1730883" y="376809"/>
                </a:lnTo>
                <a:lnTo>
                  <a:pt x="1712595" y="399669"/>
                </a:lnTo>
                <a:lnTo>
                  <a:pt x="1688211" y="399669"/>
                </a:lnTo>
                <a:lnTo>
                  <a:pt x="1682115" y="393573"/>
                </a:lnTo>
                <a:lnTo>
                  <a:pt x="1682115" y="231940"/>
                </a:lnTo>
                <a:lnTo>
                  <a:pt x="1650098" y="231940"/>
                </a:lnTo>
                <a:lnTo>
                  <a:pt x="1650098" y="378333"/>
                </a:lnTo>
                <a:lnTo>
                  <a:pt x="1652676" y="401231"/>
                </a:lnTo>
                <a:lnTo>
                  <a:pt x="1660385" y="417436"/>
                </a:lnTo>
                <a:lnTo>
                  <a:pt x="1673250" y="427062"/>
                </a:lnTo>
                <a:lnTo>
                  <a:pt x="1691259" y="430250"/>
                </a:lnTo>
                <a:lnTo>
                  <a:pt x="1718691" y="430250"/>
                </a:lnTo>
                <a:lnTo>
                  <a:pt x="1734997" y="427913"/>
                </a:lnTo>
                <a:lnTo>
                  <a:pt x="1747456" y="420865"/>
                </a:lnTo>
                <a:lnTo>
                  <a:pt x="1756194" y="408952"/>
                </a:lnTo>
                <a:lnTo>
                  <a:pt x="1759026" y="399669"/>
                </a:lnTo>
                <a:lnTo>
                  <a:pt x="1761363" y="392049"/>
                </a:lnTo>
                <a:lnTo>
                  <a:pt x="1764411" y="367665"/>
                </a:lnTo>
                <a:lnTo>
                  <a:pt x="1766049" y="352425"/>
                </a:lnTo>
                <a:lnTo>
                  <a:pt x="1767459" y="334137"/>
                </a:lnTo>
                <a:close/>
              </a:path>
              <a:path w="2212975" h="441325">
                <a:moveTo>
                  <a:pt x="1945944" y="266992"/>
                </a:moveTo>
                <a:lnTo>
                  <a:pt x="1929930" y="248945"/>
                </a:lnTo>
                <a:lnTo>
                  <a:pt x="1918779" y="236512"/>
                </a:lnTo>
                <a:lnTo>
                  <a:pt x="1911946" y="228892"/>
                </a:lnTo>
                <a:lnTo>
                  <a:pt x="1909216" y="225844"/>
                </a:lnTo>
                <a:lnTo>
                  <a:pt x="1904720" y="220827"/>
                </a:lnTo>
                <a:lnTo>
                  <a:pt x="1895563" y="210502"/>
                </a:lnTo>
                <a:lnTo>
                  <a:pt x="1877275" y="225844"/>
                </a:lnTo>
                <a:lnTo>
                  <a:pt x="1877275" y="167830"/>
                </a:lnTo>
                <a:lnTo>
                  <a:pt x="1938324" y="167830"/>
                </a:lnTo>
                <a:lnTo>
                  <a:pt x="1938324" y="138874"/>
                </a:lnTo>
                <a:lnTo>
                  <a:pt x="1877275" y="138874"/>
                </a:lnTo>
                <a:lnTo>
                  <a:pt x="1877275" y="70205"/>
                </a:lnTo>
                <a:lnTo>
                  <a:pt x="1877275" y="65633"/>
                </a:lnTo>
                <a:lnTo>
                  <a:pt x="1893265" y="62433"/>
                </a:lnTo>
                <a:lnTo>
                  <a:pt x="1924723" y="56629"/>
                </a:lnTo>
                <a:lnTo>
                  <a:pt x="1939848" y="53441"/>
                </a:lnTo>
                <a:lnTo>
                  <a:pt x="1930704" y="22948"/>
                </a:lnTo>
                <a:lnTo>
                  <a:pt x="1892960" y="31267"/>
                </a:lnTo>
                <a:lnTo>
                  <a:pt x="1855381" y="38011"/>
                </a:lnTo>
                <a:lnTo>
                  <a:pt x="1818106" y="43319"/>
                </a:lnTo>
                <a:lnTo>
                  <a:pt x="1781263" y="47345"/>
                </a:lnTo>
                <a:lnTo>
                  <a:pt x="1783549" y="54432"/>
                </a:lnTo>
                <a:lnTo>
                  <a:pt x="1788121" y="69202"/>
                </a:lnTo>
                <a:lnTo>
                  <a:pt x="1790407" y="76301"/>
                </a:lnTo>
                <a:lnTo>
                  <a:pt x="1804365" y="74917"/>
                </a:lnTo>
                <a:lnTo>
                  <a:pt x="1832838" y="71577"/>
                </a:lnTo>
                <a:lnTo>
                  <a:pt x="1846795" y="70205"/>
                </a:lnTo>
                <a:lnTo>
                  <a:pt x="1846795" y="138874"/>
                </a:lnTo>
                <a:lnTo>
                  <a:pt x="1778215" y="138874"/>
                </a:lnTo>
                <a:lnTo>
                  <a:pt x="1778215" y="167830"/>
                </a:lnTo>
                <a:lnTo>
                  <a:pt x="1839175" y="167830"/>
                </a:lnTo>
                <a:lnTo>
                  <a:pt x="1826336" y="209003"/>
                </a:lnTo>
                <a:lnTo>
                  <a:pt x="1810791" y="247738"/>
                </a:lnTo>
                <a:lnTo>
                  <a:pt x="1792668" y="283870"/>
                </a:lnTo>
                <a:lnTo>
                  <a:pt x="1772119" y="317284"/>
                </a:lnTo>
                <a:lnTo>
                  <a:pt x="1776425" y="326720"/>
                </a:lnTo>
                <a:lnTo>
                  <a:pt x="1780311" y="336410"/>
                </a:lnTo>
                <a:lnTo>
                  <a:pt x="1783905" y="346087"/>
                </a:lnTo>
                <a:lnTo>
                  <a:pt x="1787359" y="355473"/>
                </a:lnTo>
                <a:lnTo>
                  <a:pt x="1804784" y="328587"/>
                </a:lnTo>
                <a:lnTo>
                  <a:pt x="1820506" y="298424"/>
                </a:lnTo>
                <a:lnTo>
                  <a:pt x="1834502" y="265150"/>
                </a:lnTo>
                <a:lnTo>
                  <a:pt x="1846795" y="228892"/>
                </a:lnTo>
                <a:lnTo>
                  <a:pt x="1846795" y="439394"/>
                </a:lnTo>
                <a:lnTo>
                  <a:pt x="1877275" y="439394"/>
                </a:lnTo>
                <a:lnTo>
                  <a:pt x="1877275" y="236512"/>
                </a:lnTo>
                <a:lnTo>
                  <a:pt x="1886724" y="247408"/>
                </a:lnTo>
                <a:lnTo>
                  <a:pt x="1896910" y="259753"/>
                </a:lnTo>
                <a:lnTo>
                  <a:pt x="1907959" y="273799"/>
                </a:lnTo>
                <a:lnTo>
                  <a:pt x="1920036" y="289852"/>
                </a:lnTo>
                <a:lnTo>
                  <a:pt x="1945944" y="266992"/>
                </a:lnTo>
                <a:close/>
              </a:path>
              <a:path w="2212975" h="441325">
                <a:moveTo>
                  <a:pt x="2179218" y="27520"/>
                </a:moveTo>
                <a:lnTo>
                  <a:pt x="2147214" y="27520"/>
                </a:lnTo>
                <a:lnTo>
                  <a:pt x="2147214" y="58013"/>
                </a:lnTo>
                <a:lnTo>
                  <a:pt x="2147214" y="129730"/>
                </a:lnTo>
                <a:lnTo>
                  <a:pt x="1996249" y="129730"/>
                </a:lnTo>
                <a:lnTo>
                  <a:pt x="1996249" y="58013"/>
                </a:lnTo>
                <a:lnTo>
                  <a:pt x="2147214" y="58013"/>
                </a:lnTo>
                <a:lnTo>
                  <a:pt x="2147214" y="27520"/>
                </a:lnTo>
                <a:lnTo>
                  <a:pt x="1962721" y="27520"/>
                </a:lnTo>
                <a:lnTo>
                  <a:pt x="1962721" y="178498"/>
                </a:lnTo>
                <a:lnTo>
                  <a:pt x="1996249" y="178498"/>
                </a:lnTo>
                <a:lnTo>
                  <a:pt x="1996249" y="160210"/>
                </a:lnTo>
                <a:lnTo>
                  <a:pt x="2147214" y="160210"/>
                </a:lnTo>
                <a:lnTo>
                  <a:pt x="2147214" y="178498"/>
                </a:lnTo>
                <a:lnTo>
                  <a:pt x="2179218" y="178498"/>
                </a:lnTo>
                <a:lnTo>
                  <a:pt x="2179218" y="160210"/>
                </a:lnTo>
                <a:lnTo>
                  <a:pt x="2179218" y="129730"/>
                </a:lnTo>
                <a:lnTo>
                  <a:pt x="2179218" y="58013"/>
                </a:lnTo>
                <a:lnTo>
                  <a:pt x="2179218" y="27520"/>
                </a:lnTo>
                <a:close/>
              </a:path>
              <a:path w="2212975" h="441325">
                <a:moveTo>
                  <a:pt x="2212848" y="385953"/>
                </a:moveTo>
                <a:lnTo>
                  <a:pt x="2087778" y="385953"/>
                </a:lnTo>
                <a:lnTo>
                  <a:pt x="2087778" y="321856"/>
                </a:lnTo>
                <a:lnTo>
                  <a:pt x="2186838" y="321856"/>
                </a:lnTo>
                <a:lnTo>
                  <a:pt x="2186838" y="292900"/>
                </a:lnTo>
                <a:lnTo>
                  <a:pt x="2087778" y="292900"/>
                </a:lnTo>
                <a:lnTo>
                  <a:pt x="2087778" y="231940"/>
                </a:lnTo>
                <a:lnTo>
                  <a:pt x="2199132" y="231940"/>
                </a:lnTo>
                <a:lnTo>
                  <a:pt x="2199132" y="202882"/>
                </a:lnTo>
                <a:lnTo>
                  <a:pt x="1942896" y="202882"/>
                </a:lnTo>
                <a:lnTo>
                  <a:pt x="1942896" y="231940"/>
                </a:lnTo>
                <a:lnTo>
                  <a:pt x="2052726" y="231940"/>
                </a:lnTo>
                <a:lnTo>
                  <a:pt x="2052726" y="292900"/>
                </a:lnTo>
                <a:lnTo>
                  <a:pt x="1953564" y="292900"/>
                </a:lnTo>
                <a:lnTo>
                  <a:pt x="1953564" y="321856"/>
                </a:lnTo>
                <a:lnTo>
                  <a:pt x="2052726" y="321856"/>
                </a:lnTo>
                <a:lnTo>
                  <a:pt x="2052726" y="385953"/>
                </a:lnTo>
                <a:lnTo>
                  <a:pt x="1927656" y="385953"/>
                </a:lnTo>
                <a:lnTo>
                  <a:pt x="1927656" y="416433"/>
                </a:lnTo>
                <a:lnTo>
                  <a:pt x="2212848" y="416433"/>
                </a:lnTo>
                <a:lnTo>
                  <a:pt x="2212848" y="38595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22489" y="643699"/>
            <a:ext cx="2431415" cy="600075"/>
          </a:xfrm>
          <a:custGeom>
            <a:avLst/>
            <a:gdLst/>
            <a:ahLst/>
            <a:cxnLst/>
            <a:rect l="l" t="t" r="r" b="b"/>
            <a:pathLst>
              <a:path w="2431415" h="600075">
                <a:moveTo>
                  <a:pt x="303466" y="436257"/>
                </a:moveTo>
                <a:lnTo>
                  <a:pt x="284975" y="387819"/>
                </a:lnTo>
                <a:lnTo>
                  <a:pt x="266026" y="339572"/>
                </a:lnTo>
                <a:lnTo>
                  <a:pt x="246570" y="291769"/>
                </a:lnTo>
                <a:lnTo>
                  <a:pt x="226517" y="244602"/>
                </a:lnTo>
                <a:lnTo>
                  <a:pt x="205841" y="198310"/>
                </a:lnTo>
                <a:lnTo>
                  <a:pt x="132689" y="228790"/>
                </a:lnTo>
                <a:lnTo>
                  <a:pt x="153009" y="278599"/>
                </a:lnTo>
                <a:lnTo>
                  <a:pt x="171691" y="326478"/>
                </a:lnTo>
                <a:lnTo>
                  <a:pt x="189852" y="374904"/>
                </a:lnTo>
                <a:lnTo>
                  <a:pt x="206667" y="421411"/>
                </a:lnTo>
                <a:lnTo>
                  <a:pt x="222605" y="466826"/>
                </a:lnTo>
                <a:lnTo>
                  <a:pt x="303466" y="436257"/>
                </a:lnTo>
                <a:close/>
              </a:path>
              <a:path w="2431415" h="600075">
                <a:moveTo>
                  <a:pt x="425488" y="389013"/>
                </a:moveTo>
                <a:lnTo>
                  <a:pt x="407466" y="326669"/>
                </a:lnTo>
                <a:lnTo>
                  <a:pt x="390004" y="270192"/>
                </a:lnTo>
                <a:lnTo>
                  <a:pt x="373113" y="219735"/>
                </a:lnTo>
                <a:lnTo>
                  <a:pt x="356806" y="175450"/>
                </a:lnTo>
                <a:lnTo>
                  <a:pt x="282130" y="196786"/>
                </a:lnTo>
                <a:lnTo>
                  <a:pt x="296392" y="242849"/>
                </a:lnTo>
                <a:lnTo>
                  <a:pt x="311658" y="294043"/>
                </a:lnTo>
                <a:lnTo>
                  <a:pt x="327774" y="350380"/>
                </a:lnTo>
                <a:lnTo>
                  <a:pt x="344614" y="411873"/>
                </a:lnTo>
                <a:lnTo>
                  <a:pt x="425488" y="389013"/>
                </a:lnTo>
                <a:close/>
              </a:path>
              <a:path w="2431415" h="600075">
                <a:moveTo>
                  <a:pt x="591693" y="76301"/>
                </a:moveTo>
                <a:lnTo>
                  <a:pt x="385762" y="76301"/>
                </a:lnTo>
                <a:lnTo>
                  <a:pt x="377812" y="55384"/>
                </a:lnTo>
                <a:lnTo>
                  <a:pt x="370141" y="35864"/>
                </a:lnTo>
                <a:lnTo>
                  <a:pt x="363042" y="17500"/>
                </a:lnTo>
                <a:lnTo>
                  <a:pt x="356806" y="0"/>
                </a:lnTo>
                <a:lnTo>
                  <a:pt x="259270" y="22860"/>
                </a:lnTo>
                <a:lnTo>
                  <a:pt x="264960" y="35750"/>
                </a:lnTo>
                <a:lnTo>
                  <a:pt x="270510" y="49047"/>
                </a:lnTo>
                <a:lnTo>
                  <a:pt x="275767" y="62611"/>
                </a:lnTo>
                <a:lnTo>
                  <a:pt x="280606" y="76301"/>
                </a:lnTo>
                <a:lnTo>
                  <a:pt x="50292" y="76301"/>
                </a:lnTo>
                <a:lnTo>
                  <a:pt x="50177" y="270192"/>
                </a:lnTo>
                <a:lnTo>
                  <a:pt x="48895" y="326478"/>
                </a:lnTo>
                <a:lnTo>
                  <a:pt x="44704" y="381444"/>
                </a:lnTo>
                <a:lnTo>
                  <a:pt x="37719" y="430377"/>
                </a:lnTo>
                <a:lnTo>
                  <a:pt x="27940" y="473341"/>
                </a:lnTo>
                <a:lnTo>
                  <a:pt x="15367" y="510374"/>
                </a:lnTo>
                <a:lnTo>
                  <a:pt x="0" y="541502"/>
                </a:lnTo>
                <a:lnTo>
                  <a:pt x="18834" y="557250"/>
                </a:lnTo>
                <a:lnTo>
                  <a:pt x="36385" y="572262"/>
                </a:lnTo>
                <a:lnTo>
                  <a:pt x="52501" y="586384"/>
                </a:lnTo>
                <a:lnTo>
                  <a:pt x="67056" y="599516"/>
                </a:lnTo>
                <a:lnTo>
                  <a:pt x="83959" y="569899"/>
                </a:lnTo>
                <a:lnTo>
                  <a:pt x="109601" y="493979"/>
                </a:lnTo>
                <a:lnTo>
                  <a:pt x="118440" y="447725"/>
                </a:lnTo>
                <a:lnTo>
                  <a:pt x="124688" y="395986"/>
                </a:lnTo>
                <a:lnTo>
                  <a:pt x="128409" y="338785"/>
                </a:lnTo>
                <a:lnTo>
                  <a:pt x="129590" y="278599"/>
                </a:lnTo>
                <a:lnTo>
                  <a:pt x="129641" y="151066"/>
                </a:lnTo>
                <a:lnTo>
                  <a:pt x="591693" y="151066"/>
                </a:lnTo>
                <a:lnTo>
                  <a:pt x="591693" y="76301"/>
                </a:lnTo>
                <a:close/>
              </a:path>
              <a:path w="2431415" h="600075">
                <a:moveTo>
                  <a:pt x="593217" y="486638"/>
                </a:moveTo>
                <a:lnTo>
                  <a:pt x="491020" y="486638"/>
                </a:lnTo>
                <a:lnTo>
                  <a:pt x="508038" y="433120"/>
                </a:lnTo>
                <a:lnTo>
                  <a:pt x="524002" y="382346"/>
                </a:lnTo>
                <a:lnTo>
                  <a:pt x="538873" y="334289"/>
                </a:lnTo>
                <a:lnTo>
                  <a:pt x="552615" y="288886"/>
                </a:lnTo>
                <a:lnTo>
                  <a:pt x="565150" y="246126"/>
                </a:lnTo>
                <a:lnTo>
                  <a:pt x="576453" y="205930"/>
                </a:lnTo>
                <a:lnTo>
                  <a:pt x="492544" y="183070"/>
                </a:lnTo>
                <a:lnTo>
                  <a:pt x="476186" y="242849"/>
                </a:lnTo>
                <a:lnTo>
                  <a:pt x="460540" y="299046"/>
                </a:lnTo>
                <a:lnTo>
                  <a:pt x="445681" y="351434"/>
                </a:lnTo>
                <a:lnTo>
                  <a:pt x="431584" y="400126"/>
                </a:lnTo>
                <a:lnTo>
                  <a:pt x="418249" y="445185"/>
                </a:lnTo>
                <a:lnTo>
                  <a:pt x="405676" y="486638"/>
                </a:lnTo>
                <a:lnTo>
                  <a:pt x="118960" y="486638"/>
                </a:lnTo>
                <a:lnTo>
                  <a:pt x="118960" y="570560"/>
                </a:lnTo>
                <a:lnTo>
                  <a:pt x="593217" y="570560"/>
                </a:lnTo>
                <a:lnTo>
                  <a:pt x="593217" y="486638"/>
                </a:lnTo>
                <a:close/>
              </a:path>
              <a:path w="2431415" h="600075">
                <a:moveTo>
                  <a:pt x="1105662" y="154127"/>
                </a:moveTo>
                <a:lnTo>
                  <a:pt x="1030897" y="154127"/>
                </a:lnTo>
                <a:lnTo>
                  <a:pt x="1030897" y="199847"/>
                </a:lnTo>
                <a:lnTo>
                  <a:pt x="1030897" y="231851"/>
                </a:lnTo>
                <a:lnTo>
                  <a:pt x="802093" y="231851"/>
                </a:lnTo>
                <a:lnTo>
                  <a:pt x="802093" y="199847"/>
                </a:lnTo>
                <a:lnTo>
                  <a:pt x="1030897" y="199847"/>
                </a:lnTo>
                <a:lnTo>
                  <a:pt x="1030897" y="154127"/>
                </a:lnTo>
                <a:lnTo>
                  <a:pt x="727417" y="154127"/>
                </a:lnTo>
                <a:lnTo>
                  <a:pt x="727417" y="277660"/>
                </a:lnTo>
                <a:lnTo>
                  <a:pt x="1105662" y="277660"/>
                </a:lnTo>
                <a:lnTo>
                  <a:pt x="1105662" y="231851"/>
                </a:lnTo>
                <a:lnTo>
                  <a:pt x="1105662" y="199847"/>
                </a:lnTo>
                <a:lnTo>
                  <a:pt x="1105662" y="154127"/>
                </a:lnTo>
                <a:close/>
              </a:path>
              <a:path w="2431415" h="600075">
                <a:moveTo>
                  <a:pt x="1201674" y="68681"/>
                </a:moveTo>
                <a:lnTo>
                  <a:pt x="1099566" y="68681"/>
                </a:lnTo>
                <a:lnTo>
                  <a:pt x="1125474" y="32105"/>
                </a:lnTo>
                <a:lnTo>
                  <a:pt x="1062901" y="3048"/>
                </a:lnTo>
                <a:lnTo>
                  <a:pt x="1052347" y="18453"/>
                </a:lnTo>
                <a:lnTo>
                  <a:pt x="1041374" y="34721"/>
                </a:lnTo>
                <a:lnTo>
                  <a:pt x="1018705" y="68681"/>
                </a:lnTo>
                <a:lnTo>
                  <a:pt x="956221" y="68681"/>
                </a:lnTo>
                <a:lnTo>
                  <a:pt x="956221" y="3048"/>
                </a:lnTo>
                <a:lnTo>
                  <a:pt x="876871" y="3048"/>
                </a:lnTo>
                <a:lnTo>
                  <a:pt x="876871" y="68681"/>
                </a:lnTo>
                <a:lnTo>
                  <a:pt x="814387" y="68681"/>
                </a:lnTo>
                <a:lnTo>
                  <a:pt x="791629" y="34721"/>
                </a:lnTo>
                <a:lnTo>
                  <a:pt x="780643" y="18453"/>
                </a:lnTo>
                <a:lnTo>
                  <a:pt x="770089" y="3048"/>
                </a:lnTo>
                <a:lnTo>
                  <a:pt x="710653" y="33629"/>
                </a:lnTo>
                <a:lnTo>
                  <a:pt x="716368" y="42532"/>
                </a:lnTo>
                <a:lnTo>
                  <a:pt x="727798" y="59778"/>
                </a:lnTo>
                <a:lnTo>
                  <a:pt x="733513" y="68681"/>
                </a:lnTo>
                <a:lnTo>
                  <a:pt x="632841" y="68681"/>
                </a:lnTo>
                <a:lnTo>
                  <a:pt x="632841" y="193751"/>
                </a:lnTo>
                <a:lnTo>
                  <a:pt x="706081" y="193751"/>
                </a:lnTo>
                <a:lnTo>
                  <a:pt x="706081" y="128117"/>
                </a:lnTo>
                <a:lnTo>
                  <a:pt x="1128522" y="128117"/>
                </a:lnTo>
                <a:lnTo>
                  <a:pt x="1128522" y="193751"/>
                </a:lnTo>
                <a:lnTo>
                  <a:pt x="1201674" y="193751"/>
                </a:lnTo>
                <a:lnTo>
                  <a:pt x="1201674" y="128117"/>
                </a:lnTo>
                <a:lnTo>
                  <a:pt x="1201674" y="68681"/>
                </a:lnTo>
                <a:close/>
              </a:path>
              <a:path w="2431415" h="600075">
                <a:moveTo>
                  <a:pt x="1212342" y="453110"/>
                </a:moveTo>
                <a:lnTo>
                  <a:pt x="969937" y="453110"/>
                </a:lnTo>
                <a:lnTo>
                  <a:pt x="969937" y="425589"/>
                </a:lnTo>
                <a:lnTo>
                  <a:pt x="1166622" y="425589"/>
                </a:lnTo>
                <a:lnTo>
                  <a:pt x="1166622" y="376821"/>
                </a:lnTo>
                <a:lnTo>
                  <a:pt x="969937" y="376821"/>
                </a:lnTo>
                <a:lnTo>
                  <a:pt x="969937" y="349389"/>
                </a:lnTo>
                <a:lnTo>
                  <a:pt x="1177290" y="346341"/>
                </a:lnTo>
                <a:lnTo>
                  <a:pt x="1165098" y="292900"/>
                </a:lnTo>
                <a:lnTo>
                  <a:pt x="878293" y="299148"/>
                </a:lnTo>
                <a:lnTo>
                  <a:pt x="649605" y="300520"/>
                </a:lnTo>
                <a:lnTo>
                  <a:pt x="653656" y="314833"/>
                </a:lnTo>
                <a:lnTo>
                  <a:pt x="656844" y="328155"/>
                </a:lnTo>
                <a:lnTo>
                  <a:pt x="659460" y="340639"/>
                </a:lnTo>
                <a:lnTo>
                  <a:pt x="661797" y="352437"/>
                </a:lnTo>
                <a:lnTo>
                  <a:pt x="892111" y="349389"/>
                </a:lnTo>
                <a:lnTo>
                  <a:pt x="892111" y="376821"/>
                </a:lnTo>
                <a:lnTo>
                  <a:pt x="669417" y="376821"/>
                </a:lnTo>
                <a:lnTo>
                  <a:pt x="669417" y="425589"/>
                </a:lnTo>
                <a:lnTo>
                  <a:pt x="892111" y="425589"/>
                </a:lnTo>
                <a:lnTo>
                  <a:pt x="892111" y="453110"/>
                </a:lnTo>
                <a:lnTo>
                  <a:pt x="628269" y="453110"/>
                </a:lnTo>
                <a:lnTo>
                  <a:pt x="628269" y="503402"/>
                </a:lnTo>
                <a:lnTo>
                  <a:pt x="892111" y="503402"/>
                </a:lnTo>
                <a:lnTo>
                  <a:pt x="889800" y="516280"/>
                </a:lnTo>
                <a:lnTo>
                  <a:pt x="882777" y="525310"/>
                </a:lnTo>
                <a:lnTo>
                  <a:pt x="870889" y="530618"/>
                </a:lnTo>
                <a:lnTo>
                  <a:pt x="854430" y="532320"/>
                </a:lnTo>
                <a:lnTo>
                  <a:pt x="835964" y="532307"/>
                </a:lnTo>
                <a:lnTo>
                  <a:pt x="818337" y="531977"/>
                </a:lnTo>
                <a:lnTo>
                  <a:pt x="801001" y="531075"/>
                </a:lnTo>
                <a:lnTo>
                  <a:pt x="783805" y="529310"/>
                </a:lnTo>
                <a:lnTo>
                  <a:pt x="792568" y="563880"/>
                </a:lnTo>
                <a:lnTo>
                  <a:pt x="796239" y="579767"/>
                </a:lnTo>
                <a:lnTo>
                  <a:pt x="799045" y="594944"/>
                </a:lnTo>
                <a:lnTo>
                  <a:pt x="891730" y="592797"/>
                </a:lnTo>
                <a:lnTo>
                  <a:pt x="933843" y="585990"/>
                </a:lnTo>
                <a:lnTo>
                  <a:pt x="965555" y="548792"/>
                </a:lnTo>
                <a:lnTo>
                  <a:pt x="968971" y="532358"/>
                </a:lnTo>
                <a:lnTo>
                  <a:pt x="969937" y="518642"/>
                </a:lnTo>
                <a:lnTo>
                  <a:pt x="969937" y="503402"/>
                </a:lnTo>
                <a:lnTo>
                  <a:pt x="1212342" y="503402"/>
                </a:lnTo>
                <a:lnTo>
                  <a:pt x="1212342" y="453110"/>
                </a:lnTo>
                <a:close/>
              </a:path>
              <a:path w="2431415" h="600075">
                <a:moveTo>
                  <a:pt x="1403032" y="265468"/>
                </a:moveTo>
                <a:lnTo>
                  <a:pt x="1360271" y="277660"/>
                </a:lnTo>
                <a:lnTo>
                  <a:pt x="1360271" y="183083"/>
                </a:lnTo>
                <a:lnTo>
                  <a:pt x="1401508" y="183083"/>
                </a:lnTo>
                <a:lnTo>
                  <a:pt x="1401508" y="108305"/>
                </a:lnTo>
                <a:lnTo>
                  <a:pt x="1360271" y="108305"/>
                </a:lnTo>
                <a:lnTo>
                  <a:pt x="1360271" y="9144"/>
                </a:lnTo>
                <a:lnTo>
                  <a:pt x="1288643" y="9144"/>
                </a:lnTo>
                <a:lnTo>
                  <a:pt x="1288643" y="108305"/>
                </a:lnTo>
                <a:lnTo>
                  <a:pt x="1239875" y="108305"/>
                </a:lnTo>
                <a:lnTo>
                  <a:pt x="1239875" y="183083"/>
                </a:lnTo>
                <a:lnTo>
                  <a:pt x="1288643" y="183083"/>
                </a:lnTo>
                <a:lnTo>
                  <a:pt x="1288643" y="294424"/>
                </a:lnTo>
                <a:lnTo>
                  <a:pt x="1274064" y="298500"/>
                </a:lnTo>
                <a:lnTo>
                  <a:pt x="1260068" y="301853"/>
                </a:lnTo>
                <a:lnTo>
                  <a:pt x="1246632" y="304927"/>
                </a:lnTo>
                <a:lnTo>
                  <a:pt x="1233766" y="308140"/>
                </a:lnTo>
                <a:lnTo>
                  <a:pt x="1239875" y="390537"/>
                </a:lnTo>
                <a:lnTo>
                  <a:pt x="1288643" y="375297"/>
                </a:lnTo>
                <a:lnTo>
                  <a:pt x="1288643" y="500354"/>
                </a:lnTo>
                <a:lnTo>
                  <a:pt x="1287119" y="506450"/>
                </a:lnTo>
                <a:lnTo>
                  <a:pt x="1279499" y="514070"/>
                </a:lnTo>
                <a:lnTo>
                  <a:pt x="1273403" y="515594"/>
                </a:lnTo>
                <a:lnTo>
                  <a:pt x="1261211" y="515594"/>
                </a:lnTo>
                <a:lnTo>
                  <a:pt x="1255229" y="515353"/>
                </a:lnTo>
                <a:lnTo>
                  <a:pt x="1242136" y="514311"/>
                </a:lnTo>
                <a:lnTo>
                  <a:pt x="1235290" y="514070"/>
                </a:lnTo>
                <a:lnTo>
                  <a:pt x="1239824" y="535254"/>
                </a:lnTo>
                <a:lnTo>
                  <a:pt x="1244066" y="555459"/>
                </a:lnTo>
                <a:lnTo>
                  <a:pt x="1247724" y="574802"/>
                </a:lnTo>
                <a:lnTo>
                  <a:pt x="1250543" y="593420"/>
                </a:lnTo>
                <a:lnTo>
                  <a:pt x="1283690" y="592289"/>
                </a:lnTo>
                <a:lnTo>
                  <a:pt x="1329410" y="583768"/>
                </a:lnTo>
                <a:lnTo>
                  <a:pt x="1355699" y="553554"/>
                </a:lnTo>
                <a:lnTo>
                  <a:pt x="1360271" y="515594"/>
                </a:lnTo>
                <a:lnTo>
                  <a:pt x="1360271" y="375297"/>
                </a:lnTo>
                <a:lnTo>
                  <a:pt x="1360271" y="353961"/>
                </a:lnTo>
                <a:lnTo>
                  <a:pt x="1401508" y="343293"/>
                </a:lnTo>
                <a:lnTo>
                  <a:pt x="1401089" y="332524"/>
                </a:lnTo>
                <a:lnTo>
                  <a:pt x="1400975" y="320192"/>
                </a:lnTo>
                <a:lnTo>
                  <a:pt x="1401152" y="308140"/>
                </a:lnTo>
                <a:lnTo>
                  <a:pt x="1401940" y="288328"/>
                </a:lnTo>
                <a:lnTo>
                  <a:pt x="1402448" y="277660"/>
                </a:lnTo>
                <a:lnTo>
                  <a:pt x="1403032" y="265468"/>
                </a:lnTo>
                <a:close/>
              </a:path>
              <a:path w="2431415" h="600075">
                <a:moveTo>
                  <a:pt x="1830044" y="515594"/>
                </a:moveTo>
                <a:lnTo>
                  <a:pt x="1683639" y="515594"/>
                </a:lnTo>
                <a:lnTo>
                  <a:pt x="1683639" y="479018"/>
                </a:lnTo>
                <a:lnTo>
                  <a:pt x="1796516" y="479018"/>
                </a:lnTo>
                <a:lnTo>
                  <a:pt x="1796516" y="419493"/>
                </a:lnTo>
                <a:lnTo>
                  <a:pt x="1683639" y="419493"/>
                </a:lnTo>
                <a:lnTo>
                  <a:pt x="1683639" y="384441"/>
                </a:lnTo>
                <a:lnTo>
                  <a:pt x="1683639" y="379869"/>
                </a:lnTo>
                <a:lnTo>
                  <a:pt x="1756791" y="375297"/>
                </a:lnTo>
                <a:lnTo>
                  <a:pt x="1778127" y="401205"/>
                </a:lnTo>
                <a:lnTo>
                  <a:pt x="1806867" y="375297"/>
                </a:lnTo>
                <a:lnTo>
                  <a:pt x="1800847" y="334162"/>
                </a:lnTo>
                <a:lnTo>
                  <a:pt x="1754454" y="290068"/>
                </a:lnTo>
                <a:lnTo>
                  <a:pt x="1732407" y="270040"/>
                </a:lnTo>
                <a:lnTo>
                  <a:pt x="1814804" y="270040"/>
                </a:lnTo>
                <a:lnTo>
                  <a:pt x="1814804" y="212039"/>
                </a:lnTo>
                <a:lnTo>
                  <a:pt x="1715643" y="212039"/>
                </a:lnTo>
                <a:lnTo>
                  <a:pt x="1715643" y="270040"/>
                </a:lnTo>
                <a:lnTo>
                  <a:pt x="1680591" y="298996"/>
                </a:lnTo>
                <a:lnTo>
                  <a:pt x="1687474" y="305854"/>
                </a:lnTo>
                <a:lnTo>
                  <a:pt x="1694497" y="312712"/>
                </a:lnTo>
                <a:lnTo>
                  <a:pt x="1701812" y="319570"/>
                </a:lnTo>
                <a:lnTo>
                  <a:pt x="1709547" y="326428"/>
                </a:lnTo>
                <a:lnTo>
                  <a:pt x="1582966" y="329476"/>
                </a:lnTo>
                <a:lnTo>
                  <a:pt x="1596910" y="315480"/>
                </a:lnTo>
                <a:lnTo>
                  <a:pt x="1611160" y="300901"/>
                </a:lnTo>
                <a:lnTo>
                  <a:pt x="1625396" y="285762"/>
                </a:lnTo>
                <a:lnTo>
                  <a:pt x="1639354" y="270040"/>
                </a:lnTo>
                <a:lnTo>
                  <a:pt x="1715643" y="270040"/>
                </a:lnTo>
                <a:lnTo>
                  <a:pt x="1715643" y="212039"/>
                </a:lnTo>
                <a:lnTo>
                  <a:pt x="1494472" y="212039"/>
                </a:lnTo>
                <a:lnTo>
                  <a:pt x="1494472" y="184607"/>
                </a:lnTo>
                <a:lnTo>
                  <a:pt x="1805660" y="184607"/>
                </a:lnTo>
                <a:lnTo>
                  <a:pt x="1805660" y="125069"/>
                </a:lnTo>
                <a:lnTo>
                  <a:pt x="1805660" y="85445"/>
                </a:lnTo>
                <a:lnTo>
                  <a:pt x="1805660" y="24384"/>
                </a:lnTo>
                <a:lnTo>
                  <a:pt x="1733931" y="24384"/>
                </a:lnTo>
                <a:lnTo>
                  <a:pt x="1733931" y="85445"/>
                </a:lnTo>
                <a:lnTo>
                  <a:pt x="1733931" y="125069"/>
                </a:lnTo>
                <a:lnTo>
                  <a:pt x="1494472" y="125069"/>
                </a:lnTo>
                <a:lnTo>
                  <a:pt x="1494472" y="85445"/>
                </a:lnTo>
                <a:lnTo>
                  <a:pt x="1733931" y="85445"/>
                </a:lnTo>
                <a:lnTo>
                  <a:pt x="1733931" y="24384"/>
                </a:lnTo>
                <a:lnTo>
                  <a:pt x="1422844" y="24384"/>
                </a:lnTo>
                <a:lnTo>
                  <a:pt x="1422844" y="241084"/>
                </a:lnTo>
                <a:lnTo>
                  <a:pt x="1421079" y="300050"/>
                </a:lnTo>
                <a:lnTo>
                  <a:pt x="1415846" y="354914"/>
                </a:lnTo>
                <a:lnTo>
                  <a:pt x="1407210" y="405612"/>
                </a:lnTo>
                <a:lnTo>
                  <a:pt x="1395272" y="452120"/>
                </a:lnTo>
                <a:lnTo>
                  <a:pt x="1380109" y="494385"/>
                </a:lnTo>
                <a:lnTo>
                  <a:pt x="1361795" y="532358"/>
                </a:lnTo>
                <a:lnTo>
                  <a:pt x="1377251" y="548386"/>
                </a:lnTo>
                <a:lnTo>
                  <a:pt x="1391399" y="564261"/>
                </a:lnTo>
                <a:lnTo>
                  <a:pt x="1404099" y="579818"/>
                </a:lnTo>
                <a:lnTo>
                  <a:pt x="1415224" y="594944"/>
                </a:lnTo>
                <a:lnTo>
                  <a:pt x="1435849" y="559714"/>
                </a:lnTo>
                <a:lnTo>
                  <a:pt x="1453324" y="520776"/>
                </a:lnTo>
                <a:lnTo>
                  <a:pt x="1467688" y="478091"/>
                </a:lnTo>
                <a:lnTo>
                  <a:pt x="1478953" y="431673"/>
                </a:lnTo>
                <a:lnTo>
                  <a:pt x="1487157" y="381533"/>
                </a:lnTo>
                <a:lnTo>
                  <a:pt x="1492326" y="327647"/>
                </a:lnTo>
                <a:lnTo>
                  <a:pt x="1494472" y="270040"/>
                </a:lnTo>
                <a:lnTo>
                  <a:pt x="1560106" y="270040"/>
                </a:lnTo>
                <a:lnTo>
                  <a:pt x="1544955" y="289229"/>
                </a:lnTo>
                <a:lnTo>
                  <a:pt x="1529232" y="305854"/>
                </a:lnTo>
                <a:lnTo>
                  <a:pt x="1512912" y="320192"/>
                </a:lnTo>
                <a:lnTo>
                  <a:pt x="1495996" y="332524"/>
                </a:lnTo>
                <a:lnTo>
                  <a:pt x="1517434" y="392061"/>
                </a:lnTo>
                <a:lnTo>
                  <a:pt x="1539697" y="389788"/>
                </a:lnTo>
                <a:lnTo>
                  <a:pt x="1562963" y="387680"/>
                </a:lnTo>
                <a:lnTo>
                  <a:pt x="1587080" y="385838"/>
                </a:lnTo>
                <a:lnTo>
                  <a:pt x="1611922" y="384441"/>
                </a:lnTo>
                <a:lnTo>
                  <a:pt x="1611922" y="419493"/>
                </a:lnTo>
                <a:lnTo>
                  <a:pt x="1497520" y="419493"/>
                </a:lnTo>
                <a:lnTo>
                  <a:pt x="1497520" y="479018"/>
                </a:lnTo>
                <a:lnTo>
                  <a:pt x="1611922" y="479018"/>
                </a:lnTo>
                <a:lnTo>
                  <a:pt x="1611922" y="515594"/>
                </a:lnTo>
                <a:lnTo>
                  <a:pt x="1463992" y="515594"/>
                </a:lnTo>
                <a:lnTo>
                  <a:pt x="1463992" y="576656"/>
                </a:lnTo>
                <a:lnTo>
                  <a:pt x="1830044" y="576656"/>
                </a:lnTo>
                <a:lnTo>
                  <a:pt x="1830044" y="515594"/>
                </a:lnTo>
                <a:close/>
              </a:path>
              <a:path w="2431415" h="600075">
                <a:moveTo>
                  <a:pt x="2314956" y="381393"/>
                </a:moveTo>
                <a:lnTo>
                  <a:pt x="2290356" y="345948"/>
                </a:lnTo>
                <a:lnTo>
                  <a:pt x="2266759" y="313105"/>
                </a:lnTo>
                <a:lnTo>
                  <a:pt x="2244013" y="283133"/>
                </a:lnTo>
                <a:lnTo>
                  <a:pt x="2221992" y="256324"/>
                </a:lnTo>
                <a:lnTo>
                  <a:pt x="2151799" y="303568"/>
                </a:lnTo>
                <a:lnTo>
                  <a:pt x="2173554" y="332155"/>
                </a:lnTo>
                <a:lnTo>
                  <a:pt x="2195461" y="363054"/>
                </a:lnTo>
                <a:lnTo>
                  <a:pt x="2217661" y="396227"/>
                </a:lnTo>
                <a:lnTo>
                  <a:pt x="2240280" y="431685"/>
                </a:lnTo>
                <a:lnTo>
                  <a:pt x="2314956" y="381393"/>
                </a:lnTo>
                <a:close/>
              </a:path>
              <a:path w="2431415" h="600075">
                <a:moveTo>
                  <a:pt x="2430881" y="103733"/>
                </a:moveTo>
                <a:lnTo>
                  <a:pt x="2275332" y="103733"/>
                </a:lnTo>
                <a:lnTo>
                  <a:pt x="2283053" y="84950"/>
                </a:lnTo>
                <a:lnTo>
                  <a:pt x="2290191" y="65430"/>
                </a:lnTo>
                <a:lnTo>
                  <a:pt x="2296769" y="45618"/>
                </a:lnTo>
                <a:lnTo>
                  <a:pt x="2302764" y="25920"/>
                </a:lnTo>
                <a:lnTo>
                  <a:pt x="2220468" y="4572"/>
                </a:lnTo>
                <a:lnTo>
                  <a:pt x="2202700" y="55651"/>
                </a:lnTo>
                <a:lnTo>
                  <a:pt x="2184374" y="102616"/>
                </a:lnTo>
                <a:lnTo>
                  <a:pt x="2165629" y="145402"/>
                </a:lnTo>
                <a:lnTo>
                  <a:pt x="2146592" y="183934"/>
                </a:lnTo>
                <a:lnTo>
                  <a:pt x="2127415" y="218135"/>
                </a:lnTo>
                <a:lnTo>
                  <a:pt x="2127415" y="180035"/>
                </a:lnTo>
                <a:lnTo>
                  <a:pt x="2127415" y="100685"/>
                </a:lnTo>
                <a:lnTo>
                  <a:pt x="2043493" y="100685"/>
                </a:lnTo>
                <a:lnTo>
                  <a:pt x="2043493" y="180035"/>
                </a:lnTo>
                <a:lnTo>
                  <a:pt x="2043493" y="283756"/>
                </a:lnTo>
                <a:lnTo>
                  <a:pt x="2043493" y="361581"/>
                </a:lnTo>
                <a:lnTo>
                  <a:pt x="2043493" y="465302"/>
                </a:lnTo>
                <a:lnTo>
                  <a:pt x="1958149" y="465302"/>
                </a:lnTo>
                <a:lnTo>
                  <a:pt x="1958149" y="361581"/>
                </a:lnTo>
                <a:lnTo>
                  <a:pt x="2043493" y="361581"/>
                </a:lnTo>
                <a:lnTo>
                  <a:pt x="2043493" y="283756"/>
                </a:lnTo>
                <a:lnTo>
                  <a:pt x="1958149" y="283756"/>
                </a:lnTo>
                <a:lnTo>
                  <a:pt x="1958149" y="180035"/>
                </a:lnTo>
                <a:lnTo>
                  <a:pt x="2043493" y="180035"/>
                </a:lnTo>
                <a:lnTo>
                  <a:pt x="2043493" y="100685"/>
                </a:lnTo>
                <a:lnTo>
                  <a:pt x="2025205" y="100685"/>
                </a:lnTo>
                <a:lnTo>
                  <a:pt x="2052637" y="19824"/>
                </a:lnTo>
                <a:lnTo>
                  <a:pt x="1962721" y="6096"/>
                </a:lnTo>
                <a:lnTo>
                  <a:pt x="1958695" y="25844"/>
                </a:lnTo>
                <a:lnTo>
                  <a:pt x="1953387" y="48285"/>
                </a:lnTo>
                <a:lnTo>
                  <a:pt x="1946643" y="73279"/>
                </a:lnTo>
                <a:lnTo>
                  <a:pt x="1938337" y="100685"/>
                </a:lnTo>
                <a:lnTo>
                  <a:pt x="1874227" y="100685"/>
                </a:lnTo>
                <a:lnTo>
                  <a:pt x="1874227" y="590372"/>
                </a:lnTo>
                <a:lnTo>
                  <a:pt x="1958149" y="590372"/>
                </a:lnTo>
                <a:lnTo>
                  <a:pt x="1958149" y="544550"/>
                </a:lnTo>
                <a:lnTo>
                  <a:pt x="2043493" y="544550"/>
                </a:lnTo>
                <a:lnTo>
                  <a:pt x="2043493" y="587324"/>
                </a:lnTo>
                <a:lnTo>
                  <a:pt x="2127415" y="587324"/>
                </a:lnTo>
                <a:lnTo>
                  <a:pt x="2127415" y="544550"/>
                </a:lnTo>
                <a:lnTo>
                  <a:pt x="2127415" y="465302"/>
                </a:lnTo>
                <a:lnTo>
                  <a:pt x="2127415" y="361581"/>
                </a:lnTo>
                <a:lnTo>
                  <a:pt x="2127415" y="283756"/>
                </a:lnTo>
                <a:lnTo>
                  <a:pt x="2127415" y="228803"/>
                </a:lnTo>
                <a:lnTo>
                  <a:pt x="2148027" y="237998"/>
                </a:lnTo>
                <a:lnTo>
                  <a:pt x="2166658" y="247167"/>
                </a:lnTo>
                <a:lnTo>
                  <a:pt x="2183600" y="256324"/>
                </a:lnTo>
                <a:lnTo>
                  <a:pt x="2199132" y="265468"/>
                </a:lnTo>
                <a:lnTo>
                  <a:pt x="2210282" y="245732"/>
                </a:lnTo>
                <a:lnTo>
                  <a:pt x="2219083" y="228803"/>
                </a:lnTo>
                <a:lnTo>
                  <a:pt x="2220849" y="225412"/>
                </a:lnTo>
                <a:lnTo>
                  <a:pt x="2224341" y="218135"/>
                </a:lnTo>
                <a:lnTo>
                  <a:pt x="2230856" y="204520"/>
                </a:lnTo>
                <a:lnTo>
                  <a:pt x="2240280" y="183083"/>
                </a:lnTo>
                <a:lnTo>
                  <a:pt x="2345537" y="183083"/>
                </a:lnTo>
                <a:lnTo>
                  <a:pt x="2345271" y="228803"/>
                </a:lnTo>
                <a:lnTo>
                  <a:pt x="2344013" y="277660"/>
                </a:lnTo>
                <a:lnTo>
                  <a:pt x="2342489" y="399681"/>
                </a:lnTo>
                <a:lnTo>
                  <a:pt x="2340203" y="451345"/>
                </a:lnTo>
                <a:lnTo>
                  <a:pt x="2324100" y="494258"/>
                </a:lnTo>
                <a:lnTo>
                  <a:pt x="2286000" y="503402"/>
                </a:lnTo>
                <a:lnTo>
                  <a:pt x="2261158" y="503123"/>
                </a:lnTo>
                <a:lnTo>
                  <a:pt x="2237028" y="502259"/>
                </a:lnTo>
                <a:lnTo>
                  <a:pt x="2213737" y="500837"/>
                </a:lnTo>
                <a:lnTo>
                  <a:pt x="2191423" y="498830"/>
                </a:lnTo>
                <a:lnTo>
                  <a:pt x="2198039" y="519137"/>
                </a:lnTo>
                <a:lnTo>
                  <a:pt x="2204072" y="541172"/>
                </a:lnTo>
                <a:lnTo>
                  <a:pt x="2209508" y="564921"/>
                </a:lnTo>
                <a:lnTo>
                  <a:pt x="2214372" y="590372"/>
                </a:lnTo>
                <a:lnTo>
                  <a:pt x="2260117" y="590080"/>
                </a:lnTo>
                <a:lnTo>
                  <a:pt x="2324785" y="587794"/>
                </a:lnTo>
                <a:lnTo>
                  <a:pt x="2370302" y="577608"/>
                </a:lnTo>
                <a:lnTo>
                  <a:pt x="2404211" y="549935"/>
                </a:lnTo>
                <a:lnTo>
                  <a:pt x="2420162" y="503402"/>
                </a:lnTo>
                <a:lnTo>
                  <a:pt x="2420975" y="498449"/>
                </a:lnTo>
                <a:lnTo>
                  <a:pt x="2422690" y="477024"/>
                </a:lnTo>
                <a:lnTo>
                  <a:pt x="2429141" y="183083"/>
                </a:lnTo>
                <a:lnTo>
                  <a:pt x="2430881" y="103733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76066" y="721524"/>
            <a:ext cx="1093470" cy="497840"/>
          </a:xfrm>
          <a:custGeom>
            <a:avLst/>
            <a:gdLst/>
            <a:ahLst/>
            <a:cxnLst/>
            <a:rect l="l" t="t" r="r" b="b"/>
            <a:pathLst>
              <a:path w="1093470" h="497840">
                <a:moveTo>
                  <a:pt x="297370" y="317271"/>
                </a:moveTo>
                <a:lnTo>
                  <a:pt x="289750" y="271551"/>
                </a:lnTo>
                <a:lnTo>
                  <a:pt x="266890" y="236410"/>
                </a:lnTo>
                <a:lnTo>
                  <a:pt x="231736" y="208978"/>
                </a:lnTo>
                <a:lnTo>
                  <a:pt x="197015" y="191185"/>
                </a:lnTo>
                <a:lnTo>
                  <a:pt x="184492" y="186118"/>
                </a:lnTo>
                <a:lnTo>
                  <a:pt x="175399" y="181813"/>
                </a:lnTo>
                <a:lnTo>
                  <a:pt x="158343" y="174332"/>
                </a:lnTo>
                <a:lnTo>
                  <a:pt x="143484" y="167208"/>
                </a:lnTo>
                <a:lnTo>
                  <a:pt x="136867" y="163245"/>
                </a:lnTo>
                <a:lnTo>
                  <a:pt x="125056" y="155536"/>
                </a:lnTo>
                <a:lnTo>
                  <a:pt x="117436" y="150964"/>
                </a:lnTo>
                <a:lnTo>
                  <a:pt x="108292" y="138772"/>
                </a:lnTo>
                <a:lnTo>
                  <a:pt x="105244" y="132676"/>
                </a:lnTo>
                <a:lnTo>
                  <a:pt x="103720" y="126580"/>
                </a:lnTo>
                <a:lnTo>
                  <a:pt x="103720" y="112864"/>
                </a:lnTo>
                <a:lnTo>
                  <a:pt x="105244" y="106768"/>
                </a:lnTo>
                <a:lnTo>
                  <a:pt x="108292" y="102196"/>
                </a:lnTo>
                <a:lnTo>
                  <a:pt x="111340" y="96100"/>
                </a:lnTo>
                <a:lnTo>
                  <a:pt x="115912" y="91528"/>
                </a:lnTo>
                <a:lnTo>
                  <a:pt x="122008" y="88480"/>
                </a:lnTo>
                <a:lnTo>
                  <a:pt x="129628" y="83908"/>
                </a:lnTo>
                <a:lnTo>
                  <a:pt x="167373" y="76555"/>
                </a:lnTo>
                <a:lnTo>
                  <a:pt x="175348" y="76288"/>
                </a:lnTo>
                <a:lnTo>
                  <a:pt x="188302" y="76479"/>
                </a:lnTo>
                <a:lnTo>
                  <a:pt x="228688" y="83908"/>
                </a:lnTo>
                <a:lnTo>
                  <a:pt x="234721" y="85344"/>
                </a:lnTo>
                <a:lnTo>
                  <a:pt x="272478" y="102489"/>
                </a:lnTo>
                <a:lnTo>
                  <a:pt x="277558" y="106768"/>
                </a:lnTo>
                <a:lnTo>
                  <a:pt x="277558" y="16764"/>
                </a:lnTo>
                <a:lnTo>
                  <a:pt x="230212" y="3048"/>
                </a:lnTo>
                <a:lnTo>
                  <a:pt x="186499" y="266"/>
                </a:lnTo>
                <a:lnTo>
                  <a:pt x="170776" y="0"/>
                </a:lnTo>
                <a:lnTo>
                  <a:pt x="153682" y="330"/>
                </a:lnTo>
                <a:lnTo>
                  <a:pt x="105244" y="7620"/>
                </a:lnTo>
                <a:lnTo>
                  <a:pt x="63792" y="23050"/>
                </a:lnTo>
                <a:lnTo>
                  <a:pt x="29908" y="48018"/>
                </a:lnTo>
                <a:lnTo>
                  <a:pt x="7708" y="82461"/>
                </a:lnTo>
                <a:lnTo>
                  <a:pt x="0" y="128104"/>
                </a:lnTo>
                <a:lnTo>
                  <a:pt x="1689" y="148983"/>
                </a:lnTo>
                <a:lnTo>
                  <a:pt x="14782" y="185623"/>
                </a:lnTo>
                <a:lnTo>
                  <a:pt x="39928" y="215887"/>
                </a:lnTo>
                <a:lnTo>
                  <a:pt x="77165" y="242074"/>
                </a:lnTo>
                <a:lnTo>
                  <a:pt x="110693" y="256857"/>
                </a:lnTo>
                <a:lnTo>
                  <a:pt x="129603" y="264833"/>
                </a:lnTo>
                <a:lnTo>
                  <a:pt x="174040" y="289839"/>
                </a:lnTo>
                <a:lnTo>
                  <a:pt x="195160" y="317271"/>
                </a:lnTo>
                <a:lnTo>
                  <a:pt x="195160" y="332511"/>
                </a:lnTo>
                <a:lnTo>
                  <a:pt x="193636" y="338607"/>
                </a:lnTo>
                <a:lnTo>
                  <a:pt x="190588" y="343179"/>
                </a:lnTo>
                <a:lnTo>
                  <a:pt x="187540" y="349275"/>
                </a:lnTo>
                <a:lnTo>
                  <a:pt x="182968" y="353847"/>
                </a:lnTo>
                <a:lnTo>
                  <a:pt x="176872" y="356895"/>
                </a:lnTo>
                <a:lnTo>
                  <a:pt x="170776" y="361467"/>
                </a:lnTo>
                <a:lnTo>
                  <a:pt x="163156" y="364515"/>
                </a:lnTo>
                <a:lnTo>
                  <a:pt x="154012" y="366039"/>
                </a:lnTo>
                <a:lnTo>
                  <a:pt x="146875" y="367868"/>
                </a:lnTo>
                <a:lnTo>
                  <a:pt x="139153" y="368795"/>
                </a:lnTo>
                <a:lnTo>
                  <a:pt x="130873" y="369138"/>
                </a:lnTo>
                <a:lnTo>
                  <a:pt x="122008" y="369189"/>
                </a:lnTo>
                <a:lnTo>
                  <a:pt x="106019" y="368579"/>
                </a:lnTo>
                <a:lnTo>
                  <a:pt x="59436" y="358419"/>
                </a:lnTo>
                <a:lnTo>
                  <a:pt x="16141" y="336130"/>
                </a:lnTo>
                <a:lnTo>
                  <a:pt x="3048" y="326415"/>
                </a:lnTo>
                <a:lnTo>
                  <a:pt x="3048" y="422529"/>
                </a:lnTo>
                <a:lnTo>
                  <a:pt x="42481" y="437095"/>
                </a:lnTo>
                <a:lnTo>
                  <a:pt x="90906" y="445008"/>
                </a:lnTo>
                <a:lnTo>
                  <a:pt x="125056" y="446913"/>
                </a:lnTo>
                <a:lnTo>
                  <a:pt x="142824" y="446366"/>
                </a:lnTo>
                <a:lnTo>
                  <a:pt x="192112" y="439293"/>
                </a:lnTo>
                <a:lnTo>
                  <a:pt x="233514" y="424510"/>
                </a:lnTo>
                <a:lnTo>
                  <a:pt x="267462" y="399859"/>
                </a:lnTo>
                <a:lnTo>
                  <a:pt x="289648" y="365112"/>
                </a:lnTo>
                <a:lnTo>
                  <a:pt x="296506" y="334733"/>
                </a:lnTo>
                <a:lnTo>
                  <a:pt x="297370" y="317271"/>
                </a:lnTo>
                <a:close/>
              </a:path>
              <a:path w="1093470" h="497840">
                <a:moveTo>
                  <a:pt x="806767" y="497306"/>
                </a:moveTo>
                <a:lnTo>
                  <a:pt x="746239" y="439293"/>
                </a:lnTo>
                <a:lnTo>
                  <a:pt x="696937" y="392049"/>
                </a:lnTo>
                <a:lnTo>
                  <a:pt x="704557" y="384429"/>
                </a:lnTo>
                <a:lnTo>
                  <a:pt x="721931" y="361467"/>
                </a:lnTo>
                <a:lnTo>
                  <a:pt x="730567" y="350088"/>
                </a:lnTo>
                <a:lnTo>
                  <a:pt x="749134" y="311175"/>
                </a:lnTo>
                <a:lnTo>
                  <a:pt x="760285" y="267703"/>
                </a:lnTo>
                <a:lnTo>
                  <a:pt x="763993" y="219646"/>
                </a:lnTo>
                <a:lnTo>
                  <a:pt x="760539" y="172732"/>
                </a:lnTo>
                <a:lnTo>
                  <a:pt x="750087" y="130403"/>
                </a:lnTo>
                <a:lnTo>
                  <a:pt x="732485" y="92684"/>
                </a:lnTo>
                <a:lnTo>
                  <a:pt x="707605" y="59524"/>
                </a:lnTo>
                <a:lnTo>
                  <a:pt x="676757" y="33477"/>
                </a:lnTo>
                <a:lnTo>
                  <a:pt x="661885" y="25641"/>
                </a:lnTo>
                <a:lnTo>
                  <a:pt x="661885" y="225742"/>
                </a:lnTo>
                <a:lnTo>
                  <a:pt x="660146" y="256082"/>
                </a:lnTo>
                <a:lnTo>
                  <a:pt x="645769" y="306412"/>
                </a:lnTo>
                <a:lnTo>
                  <a:pt x="616572" y="342188"/>
                </a:lnTo>
                <a:lnTo>
                  <a:pt x="576046" y="359422"/>
                </a:lnTo>
                <a:lnTo>
                  <a:pt x="552069" y="361467"/>
                </a:lnTo>
                <a:lnTo>
                  <a:pt x="529183" y="359181"/>
                </a:lnTo>
                <a:lnTo>
                  <a:pt x="490258" y="340893"/>
                </a:lnTo>
                <a:lnTo>
                  <a:pt x="460476" y="304660"/>
                </a:lnTo>
                <a:lnTo>
                  <a:pt x="445528" y="253276"/>
                </a:lnTo>
                <a:lnTo>
                  <a:pt x="443763" y="222694"/>
                </a:lnTo>
                <a:lnTo>
                  <a:pt x="445744" y="193243"/>
                </a:lnTo>
                <a:lnTo>
                  <a:pt x="461124" y="142887"/>
                </a:lnTo>
                <a:lnTo>
                  <a:pt x="490524" y="105130"/>
                </a:lnTo>
                <a:lnTo>
                  <a:pt x="531114" y="86220"/>
                </a:lnTo>
                <a:lnTo>
                  <a:pt x="555117" y="83908"/>
                </a:lnTo>
                <a:lnTo>
                  <a:pt x="578827" y="86194"/>
                </a:lnTo>
                <a:lnTo>
                  <a:pt x="617689" y="104482"/>
                </a:lnTo>
                <a:lnTo>
                  <a:pt x="645769" y="141439"/>
                </a:lnTo>
                <a:lnTo>
                  <a:pt x="660146" y="193649"/>
                </a:lnTo>
                <a:lnTo>
                  <a:pt x="661885" y="225742"/>
                </a:lnTo>
                <a:lnTo>
                  <a:pt x="661885" y="25641"/>
                </a:lnTo>
                <a:lnTo>
                  <a:pt x="641451" y="14871"/>
                </a:lnTo>
                <a:lnTo>
                  <a:pt x="601865" y="3721"/>
                </a:lnTo>
                <a:lnTo>
                  <a:pt x="558165" y="0"/>
                </a:lnTo>
                <a:lnTo>
                  <a:pt x="511289" y="3975"/>
                </a:lnTo>
                <a:lnTo>
                  <a:pt x="469303" y="15824"/>
                </a:lnTo>
                <a:lnTo>
                  <a:pt x="432473" y="35407"/>
                </a:lnTo>
                <a:lnTo>
                  <a:pt x="401091" y="62572"/>
                </a:lnTo>
                <a:lnTo>
                  <a:pt x="375031" y="96913"/>
                </a:lnTo>
                <a:lnTo>
                  <a:pt x="356425" y="135966"/>
                </a:lnTo>
                <a:lnTo>
                  <a:pt x="345274" y="179882"/>
                </a:lnTo>
                <a:lnTo>
                  <a:pt x="341553" y="228790"/>
                </a:lnTo>
                <a:lnTo>
                  <a:pt x="345249" y="274586"/>
                </a:lnTo>
                <a:lnTo>
                  <a:pt x="356235" y="315937"/>
                </a:lnTo>
                <a:lnTo>
                  <a:pt x="374396" y="353009"/>
                </a:lnTo>
                <a:lnTo>
                  <a:pt x="399567" y="385953"/>
                </a:lnTo>
                <a:lnTo>
                  <a:pt x="431292" y="412191"/>
                </a:lnTo>
                <a:lnTo>
                  <a:pt x="467017" y="431292"/>
                </a:lnTo>
                <a:lnTo>
                  <a:pt x="506768" y="442963"/>
                </a:lnTo>
                <a:lnTo>
                  <a:pt x="550545" y="446913"/>
                </a:lnTo>
                <a:lnTo>
                  <a:pt x="567372" y="446366"/>
                </a:lnTo>
                <a:lnTo>
                  <a:pt x="583501" y="444817"/>
                </a:lnTo>
                <a:lnTo>
                  <a:pt x="598754" y="442417"/>
                </a:lnTo>
                <a:lnTo>
                  <a:pt x="613029" y="439293"/>
                </a:lnTo>
                <a:lnTo>
                  <a:pt x="671029" y="497306"/>
                </a:lnTo>
                <a:lnTo>
                  <a:pt x="806767" y="497306"/>
                </a:lnTo>
                <a:close/>
              </a:path>
              <a:path w="1093470" h="497840">
                <a:moveTo>
                  <a:pt x="1093470" y="360514"/>
                </a:moveTo>
                <a:lnTo>
                  <a:pt x="933348" y="360514"/>
                </a:lnTo>
                <a:lnTo>
                  <a:pt x="933348" y="6184"/>
                </a:lnTo>
                <a:lnTo>
                  <a:pt x="835723" y="6184"/>
                </a:lnTo>
                <a:lnTo>
                  <a:pt x="835723" y="360514"/>
                </a:lnTo>
                <a:lnTo>
                  <a:pt x="835723" y="439254"/>
                </a:lnTo>
                <a:lnTo>
                  <a:pt x="1093470" y="439254"/>
                </a:lnTo>
                <a:lnTo>
                  <a:pt x="1093470" y="36051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855553" y="643699"/>
            <a:ext cx="1188085" cy="600075"/>
          </a:xfrm>
          <a:custGeom>
            <a:avLst/>
            <a:gdLst/>
            <a:ahLst/>
            <a:cxnLst/>
            <a:rect l="l" t="t" r="r" b="b"/>
            <a:pathLst>
              <a:path w="1188085" h="600075">
                <a:moveTo>
                  <a:pt x="158584" y="120497"/>
                </a:moveTo>
                <a:lnTo>
                  <a:pt x="140017" y="93065"/>
                </a:lnTo>
                <a:lnTo>
                  <a:pt x="120865" y="65620"/>
                </a:lnTo>
                <a:lnTo>
                  <a:pt x="101155" y="38163"/>
                </a:lnTo>
                <a:lnTo>
                  <a:pt x="80860" y="10668"/>
                </a:lnTo>
                <a:lnTo>
                  <a:pt x="16764" y="48869"/>
                </a:lnTo>
                <a:lnTo>
                  <a:pt x="35001" y="75730"/>
                </a:lnTo>
                <a:lnTo>
                  <a:pt x="52971" y="103746"/>
                </a:lnTo>
                <a:lnTo>
                  <a:pt x="70383" y="132918"/>
                </a:lnTo>
                <a:lnTo>
                  <a:pt x="86956" y="163271"/>
                </a:lnTo>
                <a:lnTo>
                  <a:pt x="126771" y="140169"/>
                </a:lnTo>
                <a:lnTo>
                  <a:pt x="143751" y="129971"/>
                </a:lnTo>
                <a:lnTo>
                  <a:pt x="158584" y="120497"/>
                </a:lnTo>
                <a:close/>
              </a:path>
              <a:path w="1188085" h="600075">
                <a:moveTo>
                  <a:pt x="187540" y="498830"/>
                </a:moveTo>
                <a:lnTo>
                  <a:pt x="184670" y="473976"/>
                </a:lnTo>
                <a:lnTo>
                  <a:pt x="182778" y="449821"/>
                </a:lnTo>
                <a:lnTo>
                  <a:pt x="182664" y="447014"/>
                </a:lnTo>
                <a:lnTo>
                  <a:pt x="181762" y="426529"/>
                </a:lnTo>
                <a:lnTo>
                  <a:pt x="181444" y="404253"/>
                </a:lnTo>
                <a:lnTo>
                  <a:pt x="158775" y="424446"/>
                </a:lnTo>
                <a:lnTo>
                  <a:pt x="146088" y="435571"/>
                </a:lnTo>
                <a:lnTo>
                  <a:pt x="132676" y="447014"/>
                </a:lnTo>
                <a:lnTo>
                  <a:pt x="132676" y="204419"/>
                </a:lnTo>
                <a:lnTo>
                  <a:pt x="0" y="204419"/>
                </a:lnTo>
                <a:lnTo>
                  <a:pt x="0" y="282232"/>
                </a:lnTo>
                <a:lnTo>
                  <a:pt x="51816" y="282232"/>
                </a:lnTo>
                <a:lnTo>
                  <a:pt x="51816" y="483590"/>
                </a:lnTo>
                <a:lnTo>
                  <a:pt x="50698" y="499592"/>
                </a:lnTo>
                <a:lnTo>
                  <a:pt x="47434" y="513308"/>
                </a:lnTo>
                <a:lnTo>
                  <a:pt x="42176" y="524738"/>
                </a:lnTo>
                <a:lnTo>
                  <a:pt x="35052" y="533882"/>
                </a:lnTo>
                <a:lnTo>
                  <a:pt x="79336" y="593420"/>
                </a:lnTo>
                <a:lnTo>
                  <a:pt x="101612" y="571131"/>
                </a:lnTo>
                <a:lnTo>
                  <a:pt x="127152" y="547839"/>
                </a:lnTo>
                <a:lnTo>
                  <a:pt x="155854" y="523684"/>
                </a:lnTo>
                <a:lnTo>
                  <a:pt x="187540" y="498830"/>
                </a:lnTo>
                <a:close/>
              </a:path>
              <a:path w="1188085" h="600075">
                <a:moveTo>
                  <a:pt x="564261" y="370725"/>
                </a:moveTo>
                <a:lnTo>
                  <a:pt x="481965" y="370725"/>
                </a:lnTo>
                <a:lnTo>
                  <a:pt x="481965" y="434733"/>
                </a:lnTo>
                <a:lnTo>
                  <a:pt x="481965" y="501878"/>
                </a:lnTo>
                <a:lnTo>
                  <a:pt x="294322" y="501878"/>
                </a:lnTo>
                <a:lnTo>
                  <a:pt x="294322" y="434733"/>
                </a:lnTo>
                <a:lnTo>
                  <a:pt x="481965" y="434733"/>
                </a:lnTo>
                <a:lnTo>
                  <a:pt x="481965" y="370725"/>
                </a:lnTo>
                <a:lnTo>
                  <a:pt x="212026" y="370725"/>
                </a:lnTo>
                <a:lnTo>
                  <a:pt x="212026" y="599516"/>
                </a:lnTo>
                <a:lnTo>
                  <a:pt x="294322" y="599516"/>
                </a:lnTo>
                <a:lnTo>
                  <a:pt x="294322" y="567512"/>
                </a:lnTo>
                <a:lnTo>
                  <a:pt x="481965" y="567512"/>
                </a:lnTo>
                <a:lnTo>
                  <a:pt x="481965" y="599516"/>
                </a:lnTo>
                <a:lnTo>
                  <a:pt x="564261" y="599516"/>
                </a:lnTo>
                <a:lnTo>
                  <a:pt x="564261" y="567512"/>
                </a:lnTo>
                <a:lnTo>
                  <a:pt x="564261" y="501878"/>
                </a:lnTo>
                <a:lnTo>
                  <a:pt x="564261" y="434733"/>
                </a:lnTo>
                <a:lnTo>
                  <a:pt x="564261" y="370725"/>
                </a:lnTo>
                <a:close/>
              </a:path>
              <a:path w="1188085" h="600075">
                <a:moveTo>
                  <a:pt x="596265" y="268516"/>
                </a:moveTo>
                <a:lnTo>
                  <a:pt x="552069" y="268516"/>
                </a:lnTo>
                <a:lnTo>
                  <a:pt x="552069" y="143446"/>
                </a:lnTo>
                <a:lnTo>
                  <a:pt x="466636" y="143446"/>
                </a:lnTo>
                <a:lnTo>
                  <a:pt x="466636" y="207467"/>
                </a:lnTo>
                <a:lnTo>
                  <a:pt x="466636" y="268516"/>
                </a:lnTo>
                <a:lnTo>
                  <a:pt x="327850" y="268516"/>
                </a:lnTo>
                <a:lnTo>
                  <a:pt x="343090" y="207467"/>
                </a:lnTo>
                <a:lnTo>
                  <a:pt x="466636" y="207467"/>
                </a:lnTo>
                <a:lnTo>
                  <a:pt x="466636" y="143446"/>
                </a:lnTo>
                <a:lnTo>
                  <a:pt x="359956" y="143446"/>
                </a:lnTo>
                <a:lnTo>
                  <a:pt x="370624" y="96113"/>
                </a:lnTo>
                <a:lnTo>
                  <a:pt x="574929" y="96113"/>
                </a:lnTo>
                <a:lnTo>
                  <a:pt x="574929" y="30581"/>
                </a:lnTo>
                <a:lnTo>
                  <a:pt x="186016" y="30581"/>
                </a:lnTo>
                <a:lnTo>
                  <a:pt x="186016" y="96113"/>
                </a:lnTo>
                <a:lnTo>
                  <a:pt x="288226" y="96113"/>
                </a:lnTo>
                <a:lnTo>
                  <a:pt x="276034" y="143446"/>
                </a:lnTo>
                <a:lnTo>
                  <a:pt x="199745" y="143446"/>
                </a:lnTo>
                <a:lnTo>
                  <a:pt x="199745" y="207467"/>
                </a:lnTo>
                <a:lnTo>
                  <a:pt x="259270" y="207467"/>
                </a:lnTo>
                <a:lnTo>
                  <a:pt x="244030" y="268516"/>
                </a:lnTo>
                <a:lnTo>
                  <a:pt x="166204" y="268516"/>
                </a:lnTo>
                <a:lnTo>
                  <a:pt x="166204" y="334048"/>
                </a:lnTo>
                <a:lnTo>
                  <a:pt x="596265" y="334048"/>
                </a:lnTo>
                <a:lnTo>
                  <a:pt x="596265" y="268516"/>
                </a:lnTo>
                <a:close/>
              </a:path>
              <a:path w="1188085" h="600075">
                <a:moveTo>
                  <a:pt x="1188059" y="71729"/>
                </a:moveTo>
                <a:lnTo>
                  <a:pt x="818959" y="71729"/>
                </a:lnTo>
                <a:lnTo>
                  <a:pt x="825550" y="57746"/>
                </a:lnTo>
                <a:lnTo>
                  <a:pt x="831723" y="43332"/>
                </a:lnTo>
                <a:lnTo>
                  <a:pt x="837603" y="28613"/>
                </a:lnTo>
                <a:lnTo>
                  <a:pt x="843343" y="13716"/>
                </a:lnTo>
                <a:lnTo>
                  <a:pt x="753325" y="0"/>
                </a:lnTo>
                <a:lnTo>
                  <a:pt x="733196" y="52362"/>
                </a:lnTo>
                <a:lnTo>
                  <a:pt x="709333" y="101434"/>
                </a:lnTo>
                <a:lnTo>
                  <a:pt x="681659" y="147193"/>
                </a:lnTo>
                <a:lnTo>
                  <a:pt x="650087" y="189649"/>
                </a:lnTo>
                <a:lnTo>
                  <a:pt x="614553" y="228803"/>
                </a:lnTo>
                <a:lnTo>
                  <a:pt x="630059" y="244881"/>
                </a:lnTo>
                <a:lnTo>
                  <a:pt x="644550" y="261073"/>
                </a:lnTo>
                <a:lnTo>
                  <a:pt x="658152" y="277545"/>
                </a:lnTo>
                <a:lnTo>
                  <a:pt x="671029" y="294424"/>
                </a:lnTo>
                <a:lnTo>
                  <a:pt x="682205" y="282727"/>
                </a:lnTo>
                <a:lnTo>
                  <a:pt x="692937" y="270611"/>
                </a:lnTo>
                <a:lnTo>
                  <a:pt x="703402" y="258203"/>
                </a:lnTo>
                <a:lnTo>
                  <a:pt x="713701" y="245656"/>
                </a:lnTo>
                <a:lnTo>
                  <a:pt x="713701" y="498830"/>
                </a:lnTo>
                <a:lnTo>
                  <a:pt x="796099" y="498830"/>
                </a:lnTo>
                <a:lnTo>
                  <a:pt x="796099" y="459206"/>
                </a:lnTo>
                <a:lnTo>
                  <a:pt x="998893" y="459206"/>
                </a:lnTo>
                <a:lnTo>
                  <a:pt x="998893" y="384441"/>
                </a:lnTo>
                <a:lnTo>
                  <a:pt x="998893" y="288328"/>
                </a:lnTo>
                <a:lnTo>
                  <a:pt x="998893" y="245656"/>
                </a:lnTo>
                <a:lnTo>
                  <a:pt x="998893" y="212026"/>
                </a:lnTo>
                <a:lnTo>
                  <a:pt x="916584" y="212026"/>
                </a:lnTo>
                <a:lnTo>
                  <a:pt x="916584" y="288328"/>
                </a:lnTo>
                <a:lnTo>
                  <a:pt x="916584" y="384441"/>
                </a:lnTo>
                <a:lnTo>
                  <a:pt x="796099" y="384441"/>
                </a:lnTo>
                <a:lnTo>
                  <a:pt x="796099" y="288328"/>
                </a:lnTo>
                <a:lnTo>
                  <a:pt x="916584" y="288328"/>
                </a:lnTo>
                <a:lnTo>
                  <a:pt x="916584" y="212026"/>
                </a:lnTo>
                <a:lnTo>
                  <a:pt x="738085" y="212026"/>
                </a:lnTo>
                <a:lnTo>
                  <a:pt x="748372" y="197789"/>
                </a:lnTo>
                <a:lnTo>
                  <a:pt x="758520" y="182689"/>
                </a:lnTo>
                <a:lnTo>
                  <a:pt x="768388" y="167030"/>
                </a:lnTo>
                <a:lnTo>
                  <a:pt x="777811" y="151066"/>
                </a:lnTo>
                <a:lnTo>
                  <a:pt x="1096518" y="151066"/>
                </a:lnTo>
                <a:lnTo>
                  <a:pt x="1095743" y="225412"/>
                </a:lnTo>
                <a:lnTo>
                  <a:pt x="1094943" y="289801"/>
                </a:lnTo>
                <a:lnTo>
                  <a:pt x="1094041" y="344195"/>
                </a:lnTo>
                <a:lnTo>
                  <a:pt x="1093012" y="388556"/>
                </a:lnTo>
                <a:lnTo>
                  <a:pt x="1090422" y="447014"/>
                </a:lnTo>
                <a:lnTo>
                  <a:pt x="1071168" y="490829"/>
                </a:lnTo>
                <a:lnTo>
                  <a:pt x="1025194" y="504685"/>
                </a:lnTo>
                <a:lnTo>
                  <a:pt x="987767" y="504621"/>
                </a:lnTo>
                <a:lnTo>
                  <a:pt x="954112" y="503593"/>
                </a:lnTo>
                <a:lnTo>
                  <a:pt x="921854" y="501713"/>
                </a:lnTo>
                <a:lnTo>
                  <a:pt x="890587" y="498830"/>
                </a:lnTo>
                <a:lnTo>
                  <a:pt x="900353" y="541362"/>
                </a:lnTo>
                <a:lnTo>
                  <a:pt x="905027" y="563841"/>
                </a:lnTo>
                <a:lnTo>
                  <a:pt x="908964" y="587324"/>
                </a:lnTo>
                <a:lnTo>
                  <a:pt x="1058418" y="587324"/>
                </a:lnTo>
                <a:lnTo>
                  <a:pt x="1108900" y="579513"/>
                </a:lnTo>
                <a:lnTo>
                  <a:pt x="1146810" y="556844"/>
                </a:lnTo>
                <a:lnTo>
                  <a:pt x="1172387" y="519226"/>
                </a:lnTo>
                <a:lnTo>
                  <a:pt x="1181963" y="466826"/>
                </a:lnTo>
                <a:lnTo>
                  <a:pt x="1186535" y="303568"/>
                </a:lnTo>
                <a:lnTo>
                  <a:pt x="1187526" y="151066"/>
                </a:lnTo>
                <a:lnTo>
                  <a:pt x="1188059" y="71729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28" y="2001297"/>
            <a:ext cx="109823" cy="10982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319022" y="1880806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4" h="325119">
                <a:moveTo>
                  <a:pt x="67056" y="324897"/>
                </a:moveTo>
                <a:lnTo>
                  <a:pt x="59436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5240" y="314229"/>
                </a:lnTo>
                <a:lnTo>
                  <a:pt x="9144" y="312705"/>
                </a:lnTo>
                <a:lnTo>
                  <a:pt x="3048" y="309657"/>
                </a:lnTo>
                <a:lnTo>
                  <a:pt x="0" y="306609"/>
                </a:lnTo>
                <a:lnTo>
                  <a:pt x="0" y="263937"/>
                </a:lnTo>
                <a:lnTo>
                  <a:pt x="4572" y="268509"/>
                </a:lnTo>
                <a:lnTo>
                  <a:pt x="10668" y="271557"/>
                </a:lnTo>
                <a:lnTo>
                  <a:pt x="16764" y="276129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124968" y="284940"/>
                </a:lnTo>
                <a:lnTo>
                  <a:pt x="150064" y="254277"/>
                </a:lnTo>
                <a:lnTo>
                  <a:pt x="150971" y="242506"/>
                </a:lnTo>
                <a:lnTo>
                  <a:pt x="150971" y="234886"/>
                </a:lnTo>
                <a:lnTo>
                  <a:pt x="125325" y="200096"/>
                </a:lnTo>
                <a:lnTo>
                  <a:pt x="99798" y="185499"/>
                </a:lnTo>
                <a:lnTo>
                  <a:pt x="85463" y="177593"/>
                </a:lnTo>
                <a:lnTo>
                  <a:pt x="47244" y="157162"/>
                </a:lnTo>
                <a:lnTo>
                  <a:pt x="17668" y="133040"/>
                </a:lnTo>
                <a:lnTo>
                  <a:pt x="309" y="92749"/>
                </a:lnTo>
                <a:lnTo>
                  <a:pt x="0" y="83915"/>
                </a:lnTo>
                <a:lnTo>
                  <a:pt x="571" y="73913"/>
                </a:lnTo>
                <a:lnTo>
                  <a:pt x="20193" y="32623"/>
                </a:lnTo>
                <a:lnTo>
                  <a:pt x="59459" y="8048"/>
                </a:lnTo>
                <a:lnTo>
                  <a:pt x="99441" y="285"/>
                </a:lnTo>
                <a:lnTo>
                  <a:pt x="109728" y="0"/>
                </a:lnTo>
                <a:lnTo>
                  <a:pt x="131190" y="809"/>
                </a:lnTo>
                <a:lnTo>
                  <a:pt x="149625" y="3047"/>
                </a:lnTo>
                <a:lnTo>
                  <a:pt x="164900" y="6429"/>
                </a:lnTo>
                <a:lnTo>
                  <a:pt x="176879" y="10667"/>
                </a:lnTo>
                <a:lnTo>
                  <a:pt x="176879" y="53435"/>
                </a:lnTo>
                <a:lnTo>
                  <a:pt x="162029" y="44538"/>
                </a:lnTo>
                <a:lnTo>
                  <a:pt x="145018" y="38338"/>
                </a:lnTo>
                <a:lnTo>
                  <a:pt x="126006" y="34709"/>
                </a:lnTo>
                <a:lnTo>
                  <a:pt x="105155" y="33527"/>
                </a:lnTo>
                <a:lnTo>
                  <a:pt x="89916" y="33527"/>
                </a:lnTo>
                <a:lnTo>
                  <a:pt x="80772" y="36671"/>
                </a:lnTo>
                <a:lnTo>
                  <a:pt x="73152" y="38195"/>
                </a:lnTo>
                <a:lnTo>
                  <a:pt x="65532" y="41243"/>
                </a:lnTo>
                <a:lnTo>
                  <a:pt x="53339" y="47339"/>
                </a:lnTo>
                <a:lnTo>
                  <a:pt x="44195" y="59531"/>
                </a:lnTo>
                <a:lnTo>
                  <a:pt x="38100" y="71723"/>
                </a:lnTo>
                <a:lnTo>
                  <a:pt x="38100" y="88487"/>
                </a:lnTo>
                <a:lnTo>
                  <a:pt x="68580" y="126587"/>
                </a:lnTo>
                <a:lnTo>
                  <a:pt x="77724" y="131159"/>
                </a:lnTo>
                <a:lnTo>
                  <a:pt x="91059" y="138826"/>
                </a:lnTo>
                <a:lnTo>
                  <a:pt x="98726" y="142812"/>
                </a:lnTo>
                <a:lnTo>
                  <a:pt x="106679" y="146494"/>
                </a:lnTo>
                <a:lnTo>
                  <a:pt x="138779" y="164782"/>
                </a:lnTo>
                <a:lnTo>
                  <a:pt x="170116" y="190333"/>
                </a:lnTo>
                <a:lnTo>
                  <a:pt x="188499" y="223837"/>
                </a:lnTo>
                <a:lnTo>
                  <a:pt x="190595" y="240982"/>
                </a:lnTo>
                <a:lnTo>
                  <a:pt x="190023" y="251919"/>
                </a:lnTo>
                <a:lnTo>
                  <a:pt x="170402" y="294036"/>
                </a:lnTo>
                <a:lnTo>
                  <a:pt x="130412" y="317753"/>
                </a:lnTo>
                <a:lnTo>
                  <a:pt x="88892" y="324611"/>
                </a:lnTo>
                <a:lnTo>
                  <a:pt x="67056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2196" y="1887448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69" h="313689">
                <a:moveTo>
                  <a:pt x="166204" y="280670"/>
                </a:moveTo>
                <a:lnTo>
                  <a:pt x="36576" y="280670"/>
                </a:lnTo>
                <a:lnTo>
                  <a:pt x="36576" y="170180"/>
                </a:lnTo>
                <a:lnTo>
                  <a:pt x="149440" y="170180"/>
                </a:lnTo>
                <a:lnTo>
                  <a:pt x="149440" y="137160"/>
                </a:lnTo>
                <a:lnTo>
                  <a:pt x="36576" y="137160"/>
                </a:lnTo>
                <a:lnTo>
                  <a:pt x="36576" y="33020"/>
                </a:lnTo>
                <a:lnTo>
                  <a:pt x="158584" y="33020"/>
                </a:lnTo>
                <a:lnTo>
                  <a:pt x="158584" y="0"/>
                </a:lnTo>
                <a:lnTo>
                  <a:pt x="0" y="0"/>
                </a:lnTo>
                <a:lnTo>
                  <a:pt x="0" y="33020"/>
                </a:lnTo>
                <a:lnTo>
                  <a:pt x="0" y="13716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204" y="313690"/>
                </a:lnTo>
                <a:lnTo>
                  <a:pt x="166204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97837" y="1887219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4" h="313689">
                <a:moveTo>
                  <a:pt x="163169" y="280670"/>
                </a:moveTo>
                <a:lnTo>
                  <a:pt x="38100" y="280670"/>
                </a:lnTo>
                <a:lnTo>
                  <a:pt x="38100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169" y="313690"/>
                </a:lnTo>
                <a:lnTo>
                  <a:pt x="163169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009775" y="1880806"/>
            <a:ext cx="690880" cy="325120"/>
          </a:xfrm>
          <a:custGeom>
            <a:avLst/>
            <a:gdLst/>
            <a:ahLst/>
            <a:cxnLst/>
            <a:rect l="l" t="t" r="r" b="b"/>
            <a:pathLst>
              <a:path w="690880" h="325119">
                <a:moveTo>
                  <a:pt x="166306" y="287312"/>
                </a:moveTo>
                <a:lnTo>
                  <a:pt x="36664" y="287312"/>
                </a:lnTo>
                <a:lnTo>
                  <a:pt x="36664" y="176822"/>
                </a:lnTo>
                <a:lnTo>
                  <a:pt x="151066" y="176822"/>
                </a:lnTo>
                <a:lnTo>
                  <a:pt x="151066" y="143802"/>
                </a:lnTo>
                <a:lnTo>
                  <a:pt x="36664" y="143802"/>
                </a:lnTo>
                <a:lnTo>
                  <a:pt x="36664" y="38392"/>
                </a:lnTo>
                <a:lnTo>
                  <a:pt x="160210" y="38392"/>
                </a:lnTo>
                <a:lnTo>
                  <a:pt x="160210" y="6642"/>
                </a:lnTo>
                <a:lnTo>
                  <a:pt x="0" y="6642"/>
                </a:lnTo>
                <a:lnTo>
                  <a:pt x="0" y="38392"/>
                </a:lnTo>
                <a:lnTo>
                  <a:pt x="0" y="143802"/>
                </a:lnTo>
                <a:lnTo>
                  <a:pt x="0" y="176822"/>
                </a:lnTo>
                <a:lnTo>
                  <a:pt x="0" y="287312"/>
                </a:lnTo>
                <a:lnTo>
                  <a:pt x="0" y="320332"/>
                </a:lnTo>
                <a:lnTo>
                  <a:pt x="166306" y="320332"/>
                </a:lnTo>
                <a:lnTo>
                  <a:pt x="166306" y="287312"/>
                </a:lnTo>
                <a:close/>
              </a:path>
              <a:path w="690880" h="325119">
                <a:moveTo>
                  <a:pt x="440804" y="13716"/>
                </a:moveTo>
                <a:lnTo>
                  <a:pt x="425081" y="7721"/>
                </a:lnTo>
                <a:lnTo>
                  <a:pt x="407619" y="3429"/>
                </a:lnTo>
                <a:lnTo>
                  <a:pt x="388442" y="863"/>
                </a:lnTo>
                <a:lnTo>
                  <a:pt x="367563" y="0"/>
                </a:lnTo>
                <a:lnTo>
                  <a:pt x="333819" y="2882"/>
                </a:lnTo>
                <a:lnTo>
                  <a:pt x="276009" y="26403"/>
                </a:lnTo>
                <a:lnTo>
                  <a:pt x="231635" y="72161"/>
                </a:lnTo>
                <a:lnTo>
                  <a:pt x="208775" y="132676"/>
                </a:lnTo>
                <a:lnTo>
                  <a:pt x="205917" y="167830"/>
                </a:lnTo>
                <a:lnTo>
                  <a:pt x="208495" y="201574"/>
                </a:lnTo>
                <a:lnTo>
                  <a:pt x="229069" y="258787"/>
                </a:lnTo>
                <a:lnTo>
                  <a:pt x="268465" y="301117"/>
                </a:lnTo>
                <a:lnTo>
                  <a:pt x="322160" y="322313"/>
                </a:lnTo>
                <a:lnTo>
                  <a:pt x="353847" y="324904"/>
                </a:lnTo>
                <a:lnTo>
                  <a:pt x="379006" y="323761"/>
                </a:lnTo>
                <a:lnTo>
                  <a:pt x="401904" y="320332"/>
                </a:lnTo>
                <a:lnTo>
                  <a:pt x="422503" y="314617"/>
                </a:lnTo>
                <a:lnTo>
                  <a:pt x="440804" y="306616"/>
                </a:lnTo>
                <a:lnTo>
                  <a:pt x="440804" y="271564"/>
                </a:lnTo>
                <a:lnTo>
                  <a:pt x="422795" y="280441"/>
                </a:lnTo>
                <a:lnTo>
                  <a:pt x="403047" y="286613"/>
                </a:lnTo>
                <a:lnTo>
                  <a:pt x="381584" y="290207"/>
                </a:lnTo>
                <a:lnTo>
                  <a:pt x="358419" y="291376"/>
                </a:lnTo>
                <a:lnTo>
                  <a:pt x="334416" y="289356"/>
                </a:lnTo>
                <a:lnTo>
                  <a:pt x="293230" y="272732"/>
                </a:lnTo>
                <a:lnTo>
                  <a:pt x="262267" y="239217"/>
                </a:lnTo>
                <a:lnTo>
                  <a:pt x="247307" y="193459"/>
                </a:lnTo>
                <a:lnTo>
                  <a:pt x="245541" y="166306"/>
                </a:lnTo>
                <a:lnTo>
                  <a:pt x="247573" y="137756"/>
                </a:lnTo>
                <a:lnTo>
                  <a:pt x="264236" y="89281"/>
                </a:lnTo>
                <a:lnTo>
                  <a:pt x="296811" y="54190"/>
                </a:lnTo>
                <a:lnTo>
                  <a:pt x="340677" y="35839"/>
                </a:lnTo>
                <a:lnTo>
                  <a:pt x="366039" y="33528"/>
                </a:lnTo>
                <a:lnTo>
                  <a:pt x="386080" y="34696"/>
                </a:lnTo>
                <a:lnTo>
                  <a:pt x="405142" y="38150"/>
                </a:lnTo>
                <a:lnTo>
                  <a:pt x="423341" y="43903"/>
                </a:lnTo>
                <a:lnTo>
                  <a:pt x="440804" y="51917"/>
                </a:lnTo>
                <a:lnTo>
                  <a:pt x="440804" y="13716"/>
                </a:lnTo>
                <a:close/>
              </a:path>
              <a:path w="690880" h="325119">
                <a:moveTo>
                  <a:pt x="690841" y="5181"/>
                </a:moveTo>
                <a:lnTo>
                  <a:pt x="472719" y="5181"/>
                </a:lnTo>
                <a:lnTo>
                  <a:pt x="472719" y="38201"/>
                </a:lnTo>
                <a:lnTo>
                  <a:pt x="562724" y="38201"/>
                </a:lnTo>
                <a:lnTo>
                  <a:pt x="562724" y="318871"/>
                </a:lnTo>
                <a:lnTo>
                  <a:pt x="600824" y="318871"/>
                </a:lnTo>
                <a:lnTo>
                  <a:pt x="600824" y="38201"/>
                </a:lnTo>
                <a:lnTo>
                  <a:pt x="690841" y="38201"/>
                </a:lnTo>
                <a:lnTo>
                  <a:pt x="690841" y="518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591657"/>
            <a:ext cx="109823" cy="111347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1333500" y="2478024"/>
            <a:ext cx="38100" cy="314325"/>
          </a:xfrm>
          <a:custGeom>
            <a:avLst/>
            <a:gdLst/>
            <a:ahLst/>
            <a:cxnLst/>
            <a:rect l="l" t="t" r="r" b="b"/>
            <a:pathLst>
              <a:path w="38100" h="314325">
                <a:moveTo>
                  <a:pt x="38100" y="313944"/>
                </a:moveTo>
                <a:lnTo>
                  <a:pt x="0" y="313944"/>
                </a:lnTo>
                <a:lnTo>
                  <a:pt x="0" y="0"/>
                </a:lnTo>
                <a:lnTo>
                  <a:pt x="38100" y="0"/>
                </a:lnTo>
                <a:lnTo>
                  <a:pt x="38100" y="31394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53133" y="2477262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47339" y="0"/>
                </a:lnTo>
                <a:lnTo>
                  <a:pt x="75434" y="44196"/>
                </a:lnTo>
                <a:lnTo>
                  <a:pt x="35147" y="44196"/>
                </a:lnTo>
                <a:lnTo>
                  <a:pt x="35385" y="51116"/>
                </a:lnTo>
                <a:lnTo>
                  <a:pt x="35909" y="60626"/>
                </a:lnTo>
                <a:lnTo>
                  <a:pt x="36433" y="72994"/>
                </a:lnTo>
                <a:lnTo>
                  <a:pt x="36671" y="88487"/>
                </a:lnTo>
                <a:lnTo>
                  <a:pt x="36671" y="314229"/>
                </a:lnTo>
                <a:close/>
              </a:path>
              <a:path w="253364" h="314325">
                <a:moveTo>
                  <a:pt x="253174" y="268509"/>
                </a:moveTo>
                <a:lnTo>
                  <a:pt x="216789" y="250138"/>
                </a:lnTo>
                <a:lnTo>
                  <a:pt x="216598" y="0"/>
                </a:lnTo>
                <a:lnTo>
                  <a:pt x="253174" y="0"/>
                </a:lnTo>
                <a:lnTo>
                  <a:pt x="253174" y="268509"/>
                </a:lnTo>
                <a:close/>
              </a:path>
              <a:path w="253364" h="314325">
                <a:moveTo>
                  <a:pt x="253174" y="314229"/>
                </a:moveTo>
                <a:lnTo>
                  <a:pt x="207454" y="314229"/>
                </a:lnTo>
                <a:lnTo>
                  <a:pt x="45815" y="64103"/>
                </a:lnTo>
                <a:lnTo>
                  <a:pt x="41243" y="57912"/>
                </a:lnTo>
                <a:lnTo>
                  <a:pt x="38195" y="51816"/>
                </a:lnTo>
                <a:lnTo>
                  <a:pt x="35147" y="44196"/>
                </a:lnTo>
                <a:lnTo>
                  <a:pt x="75434" y="44196"/>
                </a:lnTo>
                <a:lnTo>
                  <a:pt x="204406" y="247078"/>
                </a:lnTo>
                <a:lnTo>
                  <a:pt x="210502" y="257746"/>
                </a:lnTo>
                <a:lnTo>
                  <a:pt x="215074" y="263842"/>
                </a:lnTo>
                <a:lnTo>
                  <a:pt x="216598" y="268509"/>
                </a:lnTo>
                <a:lnTo>
                  <a:pt x="253174" y="268509"/>
                </a:lnTo>
                <a:lnTo>
                  <a:pt x="253174" y="31422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773459" y="2472690"/>
            <a:ext cx="191135" cy="325120"/>
          </a:xfrm>
          <a:custGeom>
            <a:avLst/>
            <a:gdLst/>
            <a:ahLst/>
            <a:cxnLst/>
            <a:rect l="l" t="t" r="r" b="b"/>
            <a:pathLst>
              <a:path w="191135" h="325119">
                <a:moveTo>
                  <a:pt x="79248" y="324897"/>
                </a:moveTo>
                <a:lnTo>
                  <a:pt x="67056" y="324897"/>
                </a:lnTo>
                <a:lnTo>
                  <a:pt x="60960" y="323373"/>
                </a:lnTo>
                <a:lnTo>
                  <a:pt x="53339" y="323373"/>
                </a:lnTo>
                <a:lnTo>
                  <a:pt x="22859" y="317277"/>
                </a:lnTo>
                <a:lnTo>
                  <a:pt x="16764" y="314229"/>
                </a:lnTo>
                <a:lnTo>
                  <a:pt x="9144" y="312705"/>
                </a:lnTo>
                <a:lnTo>
                  <a:pt x="0" y="306609"/>
                </a:lnTo>
                <a:lnTo>
                  <a:pt x="0" y="263842"/>
                </a:lnTo>
                <a:lnTo>
                  <a:pt x="4572" y="268414"/>
                </a:lnTo>
                <a:lnTo>
                  <a:pt x="10668" y="271462"/>
                </a:lnTo>
                <a:lnTo>
                  <a:pt x="18288" y="274605"/>
                </a:lnTo>
                <a:lnTo>
                  <a:pt x="24384" y="279177"/>
                </a:lnTo>
                <a:lnTo>
                  <a:pt x="32004" y="282225"/>
                </a:lnTo>
                <a:lnTo>
                  <a:pt x="39624" y="283749"/>
                </a:lnTo>
                <a:lnTo>
                  <a:pt x="47244" y="286797"/>
                </a:lnTo>
                <a:lnTo>
                  <a:pt x="70104" y="291369"/>
                </a:lnTo>
                <a:lnTo>
                  <a:pt x="83820" y="291369"/>
                </a:lnTo>
                <a:lnTo>
                  <a:pt x="99900" y="290536"/>
                </a:lnTo>
                <a:lnTo>
                  <a:pt x="142851" y="271693"/>
                </a:lnTo>
                <a:lnTo>
                  <a:pt x="152495" y="242506"/>
                </a:lnTo>
                <a:lnTo>
                  <a:pt x="152495" y="234886"/>
                </a:lnTo>
                <a:lnTo>
                  <a:pt x="131159" y="202882"/>
                </a:lnTo>
                <a:lnTo>
                  <a:pt x="108299" y="189166"/>
                </a:lnTo>
                <a:lnTo>
                  <a:pt x="101164" y="184856"/>
                </a:lnTo>
                <a:lnTo>
                  <a:pt x="93583" y="180974"/>
                </a:lnTo>
                <a:lnTo>
                  <a:pt x="77724" y="173926"/>
                </a:lnTo>
                <a:lnTo>
                  <a:pt x="62484" y="164889"/>
                </a:lnTo>
                <a:lnTo>
                  <a:pt x="55006" y="160759"/>
                </a:lnTo>
                <a:lnTo>
                  <a:pt x="47244" y="157067"/>
                </a:lnTo>
                <a:lnTo>
                  <a:pt x="40647" y="152471"/>
                </a:lnTo>
                <a:lnTo>
                  <a:pt x="9786" y="120967"/>
                </a:lnTo>
                <a:lnTo>
                  <a:pt x="0" y="83915"/>
                </a:lnTo>
                <a:lnTo>
                  <a:pt x="595" y="73684"/>
                </a:lnTo>
                <a:lnTo>
                  <a:pt x="21145" y="32384"/>
                </a:lnTo>
                <a:lnTo>
                  <a:pt x="60126" y="8024"/>
                </a:lnTo>
                <a:lnTo>
                  <a:pt x="99504" y="285"/>
                </a:lnTo>
                <a:lnTo>
                  <a:pt x="109823" y="0"/>
                </a:lnTo>
                <a:lnTo>
                  <a:pt x="131230" y="595"/>
                </a:lnTo>
                <a:lnTo>
                  <a:pt x="149637" y="2476"/>
                </a:lnTo>
                <a:lnTo>
                  <a:pt x="164901" y="5786"/>
                </a:lnTo>
                <a:lnTo>
                  <a:pt x="176879" y="10667"/>
                </a:lnTo>
                <a:lnTo>
                  <a:pt x="176879" y="51815"/>
                </a:lnTo>
                <a:lnTo>
                  <a:pt x="162258" y="43814"/>
                </a:lnTo>
                <a:lnTo>
                  <a:pt x="145637" y="38099"/>
                </a:lnTo>
                <a:lnTo>
                  <a:pt x="126730" y="34670"/>
                </a:lnTo>
                <a:lnTo>
                  <a:pt x="105251" y="33527"/>
                </a:lnTo>
                <a:lnTo>
                  <a:pt x="89916" y="33527"/>
                </a:lnTo>
                <a:lnTo>
                  <a:pt x="82296" y="35051"/>
                </a:lnTo>
                <a:lnTo>
                  <a:pt x="73152" y="38099"/>
                </a:lnTo>
                <a:lnTo>
                  <a:pt x="67056" y="39623"/>
                </a:lnTo>
                <a:lnTo>
                  <a:pt x="60960" y="44195"/>
                </a:lnTo>
                <a:lnTo>
                  <a:pt x="53339" y="47243"/>
                </a:lnTo>
                <a:lnTo>
                  <a:pt x="48768" y="53339"/>
                </a:lnTo>
                <a:lnTo>
                  <a:pt x="45719" y="57911"/>
                </a:lnTo>
                <a:lnTo>
                  <a:pt x="41148" y="64007"/>
                </a:lnTo>
                <a:lnTo>
                  <a:pt x="39624" y="71723"/>
                </a:lnTo>
                <a:lnTo>
                  <a:pt x="39624" y="88487"/>
                </a:lnTo>
                <a:lnTo>
                  <a:pt x="41148" y="96107"/>
                </a:lnTo>
                <a:lnTo>
                  <a:pt x="44195" y="100679"/>
                </a:lnTo>
                <a:lnTo>
                  <a:pt x="50292" y="112871"/>
                </a:lnTo>
                <a:lnTo>
                  <a:pt x="62484" y="122015"/>
                </a:lnTo>
                <a:lnTo>
                  <a:pt x="77724" y="131159"/>
                </a:lnTo>
                <a:lnTo>
                  <a:pt x="91642" y="138207"/>
                </a:lnTo>
                <a:lnTo>
                  <a:pt x="106775" y="146399"/>
                </a:lnTo>
                <a:lnTo>
                  <a:pt x="146494" y="168052"/>
                </a:lnTo>
                <a:lnTo>
                  <a:pt x="176307" y="196214"/>
                </a:lnTo>
                <a:lnTo>
                  <a:pt x="190595" y="239458"/>
                </a:lnTo>
                <a:lnTo>
                  <a:pt x="190023" y="251223"/>
                </a:lnTo>
                <a:lnTo>
                  <a:pt x="176569" y="286869"/>
                </a:lnTo>
                <a:lnTo>
                  <a:pt x="139922" y="314420"/>
                </a:lnTo>
                <a:lnTo>
                  <a:pt x="100441" y="323754"/>
                </a:lnTo>
                <a:lnTo>
                  <a:pt x="89764" y="324611"/>
                </a:lnTo>
                <a:lnTo>
                  <a:pt x="79248" y="32489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026628" y="2477807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69" h="313689">
                <a:moveTo>
                  <a:pt x="166217" y="281940"/>
                </a:moveTo>
                <a:lnTo>
                  <a:pt x="36576" y="281940"/>
                </a:lnTo>
                <a:lnTo>
                  <a:pt x="36576" y="170180"/>
                </a:lnTo>
                <a:lnTo>
                  <a:pt x="149453" y="170180"/>
                </a:lnTo>
                <a:lnTo>
                  <a:pt x="149453" y="138430"/>
                </a:lnTo>
                <a:lnTo>
                  <a:pt x="36576" y="138430"/>
                </a:lnTo>
                <a:lnTo>
                  <a:pt x="36576" y="33020"/>
                </a:lnTo>
                <a:lnTo>
                  <a:pt x="158597" y="33020"/>
                </a:lnTo>
                <a:lnTo>
                  <a:pt x="158597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1940"/>
                </a:lnTo>
                <a:lnTo>
                  <a:pt x="0" y="313690"/>
                </a:lnTo>
                <a:lnTo>
                  <a:pt x="166217" y="313690"/>
                </a:lnTo>
                <a:lnTo>
                  <a:pt x="166217" y="2819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253792" y="2477261"/>
            <a:ext cx="453390" cy="314325"/>
          </a:xfrm>
          <a:custGeom>
            <a:avLst/>
            <a:gdLst/>
            <a:ahLst/>
            <a:cxnLst/>
            <a:rect l="l" t="t" r="r" b="b"/>
            <a:pathLst>
              <a:path w="453389" h="314325">
                <a:moveTo>
                  <a:pt x="224231" y="314236"/>
                </a:moveTo>
                <a:lnTo>
                  <a:pt x="166217" y="221170"/>
                </a:lnTo>
                <a:lnTo>
                  <a:pt x="161645" y="213550"/>
                </a:lnTo>
                <a:lnTo>
                  <a:pt x="157073" y="207454"/>
                </a:lnTo>
                <a:lnTo>
                  <a:pt x="154025" y="202882"/>
                </a:lnTo>
                <a:lnTo>
                  <a:pt x="150977" y="196786"/>
                </a:lnTo>
                <a:lnTo>
                  <a:pt x="147929" y="192214"/>
                </a:lnTo>
                <a:lnTo>
                  <a:pt x="143357" y="189166"/>
                </a:lnTo>
                <a:lnTo>
                  <a:pt x="140309" y="184594"/>
                </a:lnTo>
                <a:lnTo>
                  <a:pt x="137261" y="181546"/>
                </a:lnTo>
                <a:lnTo>
                  <a:pt x="132689" y="178498"/>
                </a:lnTo>
                <a:lnTo>
                  <a:pt x="129641" y="175450"/>
                </a:lnTo>
                <a:lnTo>
                  <a:pt x="125069" y="172402"/>
                </a:lnTo>
                <a:lnTo>
                  <a:pt x="118973" y="169354"/>
                </a:lnTo>
                <a:lnTo>
                  <a:pt x="126707" y="166801"/>
                </a:lnTo>
                <a:lnTo>
                  <a:pt x="134023" y="163791"/>
                </a:lnTo>
                <a:lnTo>
                  <a:pt x="169265" y="138785"/>
                </a:lnTo>
                <a:lnTo>
                  <a:pt x="188023" y="99733"/>
                </a:lnTo>
                <a:lnTo>
                  <a:pt x="189166" y="83921"/>
                </a:lnTo>
                <a:lnTo>
                  <a:pt x="188620" y="73901"/>
                </a:lnTo>
                <a:lnTo>
                  <a:pt x="173570" y="33528"/>
                </a:lnTo>
                <a:lnTo>
                  <a:pt x="173316" y="33147"/>
                </a:lnTo>
                <a:lnTo>
                  <a:pt x="167970" y="27101"/>
                </a:lnTo>
                <a:lnTo>
                  <a:pt x="161645" y="21336"/>
                </a:lnTo>
                <a:lnTo>
                  <a:pt x="154736" y="16179"/>
                </a:lnTo>
                <a:lnTo>
                  <a:pt x="150977" y="13995"/>
                </a:lnTo>
                <a:lnTo>
                  <a:pt x="150977" y="86969"/>
                </a:lnTo>
                <a:lnTo>
                  <a:pt x="150456" y="93802"/>
                </a:lnTo>
                <a:lnTo>
                  <a:pt x="126593" y="137261"/>
                </a:lnTo>
                <a:lnTo>
                  <a:pt x="96113" y="147929"/>
                </a:lnTo>
                <a:lnTo>
                  <a:pt x="36677" y="147929"/>
                </a:lnTo>
                <a:lnTo>
                  <a:pt x="36677" y="33528"/>
                </a:lnTo>
                <a:lnTo>
                  <a:pt x="86969" y="33528"/>
                </a:lnTo>
                <a:lnTo>
                  <a:pt x="125120" y="41897"/>
                </a:lnTo>
                <a:lnTo>
                  <a:pt x="149860" y="75209"/>
                </a:lnTo>
                <a:lnTo>
                  <a:pt x="150977" y="86969"/>
                </a:lnTo>
                <a:lnTo>
                  <a:pt x="150977" y="13995"/>
                </a:lnTo>
                <a:lnTo>
                  <a:pt x="113258" y="1905"/>
                </a:lnTo>
                <a:lnTo>
                  <a:pt x="93065" y="0"/>
                </a:lnTo>
                <a:lnTo>
                  <a:pt x="0" y="0"/>
                </a:lnTo>
                <a:lnTo>
                  <a:pt x="0" y="314236"/>
                </a:lnTo>
                <a:lnTo>
                  <a:pt x="36677" y="314236"/>
                </a:lnTo>
                <a:lnTo>
                  <a:pt x="36677" y="181546"/>
                </a:lnTo>
                <a:lnTo>
                  <a:pt x="79349" y="181546"/>
                </a:lnTo>
                <a:lnTo>
                  <a:pt x="85445" y="183070"/>
                </a:lnTo>
                <a:lnTo>
                  <a:pt x="90017" y="186118"/>
                </a:lnTo>
                <a:lnTo>
                  <a:pt x="96113" y="187642"/>
                </a:lnTo>
                <a:lnTo>
                  <a:pt x="100685" y="192214"/>
                </a:lnTo>
                <a:lnTo>
                  <a:pt x="105257" y="195262"/>
                </a:lnTo>
                <a:lnTo>
                  <a:pt x="109829" y="199834"/>
                </a:lnTo>
                <a:lnTo>
                  <a:pt x="123545" y="218122"/>
                </a:lnTo>
                <a:lnTo>
                  <a:pt x="128117" y="227266"/>
                </a:lnTo>
                <a:lnTo>
                  <a:pt x="181546" y="314236"/>
                </a:lnTo>
                <a:lnTo>
                  <a:pt x="224231" y="314236"/>
                </a:lnTo>
                <a:close/>
              </a:path>
              <a:path w="453389" h="314325">
                <a:moveTo>
                  <a:pt x="453021" y="508"/>
                </a:moveTo>
                <a:lnTo>
                  <a:pt x="234988" y="508"/>
                </a:lnTo>
                <a:lnTo>
                  <a:pt x="234988" y="33528"/>
                </a:lnTo>
                <a:lnTo>
                  <a:pt x="326428" y="33528"/>
                </a:lnTo>
                <a:lnTo>
                  <a:pt x="326428" y="314198"/>
                </a:lnTo>
                <a:lnTo>
                  <a:pt x="363105" y="314198"/>
                </a:lnTo>
                <a:lnTo>
                  <a:pt x="363105" y="33528"/>
                </a:lnTo>
                <a:lnTo>
                  <a:pt x="453021" y="33528"/>
                </a:lnTo>
                <a:lnTo>
                  <a:pt x="453021" y="5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3183540"/>
            <a:ext cx="109823" cy="111347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329689" y="3069145"/>
            <a:ext cx="233679" cy="320675"/>
          </a:xfrm>
          <a:custGeom>
            <a:avLst/>
            <a:gdLst/>
            <a:ahLst/>
            <a:cxnLst/>
            <a:rect l="l" t="t" r="r" b="b"/>
            <a:pathLst>
              <a:path w="233680" h="320675">
                <a:moveTo>
                  <a:pt x="114300" y="320325"/>
                </a:moveTo>
                <a:lnTo>
                  <a:pt x="64293" y="312308"/>
                </a:lnTo>
                <a:lnTo>
                  <a:pt x="28575" y="288262"/>
                </a:lnTo>
                <a:lnTo>
                  <a:pt x="7143" y="248196"/>
                </a:lnTo>
                <a:lnTo>
                  <a:pt x="0" y="192119"/>
                </a:lnTo>
                <a:lnTo>
                  <a:pt x="0" y="0"/>
                </a:lnTo>
                <a:lnTo>
                  <a:pt x="36576" y="0"/>
                </a:lnTo>
                <a:lnTo>
                  <a:pt x="36576" y="190595"/>
                </a:lnTo>
                <a:lnTo>
                  <a:pt x="41695" y="232655"/>
                </a:lnTo>
                <a:lnTo>
                  <a:pt x="56959" y="262687"/>
                </a:lnTo>
                <a:lnTo>
                  <a:pt x="82224" y="280700"/>
                </a:lnTo>
                <a:lnTo>
                  <a:pt x="117348" y="286702"/>
                </a:lnTo>
                <a:lnTo>
                  <a:pt x="152288" y="280962"/>
                </a:lnTo>
                <a:lnTo>
                  <a:pt x="177057" y="263640"/>
                </a:lnTo>
                <a:lnTo>
                  <a:pt x="191808" y="234584"/>
                </a:lnTo>
                <a:lnTo>
                  <a:pt x="196691" y="193643"/>
                </a:lnTo>
                <a:lnTo>
                  <a:pt x="196691" y="0"/>
                </a:lnTo>
                <a:lnTo>
                  <a:pt x="233267" y="0"/>
                </a:lnTo>
                <a:lnTo>
                  <a:pt x="233267" y="187547"/>
                </a:lnTo>
                <a:lnTo>
                  <a:pt x="225836" y="245624"/>
                </a:lnTo>
                <a:lnTo>
                  <a:pt x="203537" y="287119"/>
                </a:lnTo>
                <a:lnTo>
                  <a:pt x="166361" y="312022"/>
                </a:lnTo>
                <a:lnTo>
                  <a:pt x="114300" y="32032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640776" y="3069145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5" h="314325">
                <a:moveTo>
                  <a:pt x="3810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868" y="0"/>
                </a:lnTo>
                <a:lnTo>
                  <a:pt x="110640" y="1690"/>
                </a:lnTo>
                <a:lnTo>
                  <a:pt x="131528" y="6667"/>
                </a:lnTo>
                <a:lnTo>
                  <a:pt x="149541" y="14787"/>
                </a:lnTo>
                <a:lnTo>
                  <a:pt x="164687" y="25908"/>
                </a:lnTo>
                <a:lnTo>
                  <a:pt x="171798" y="33528"/>
                </a:lnTo>
                <a:lnTo>
                  <a:pt x="38100" y="33528"/>
                </a:lnTo>
                <a:lnTo>
                  <a:pt x="38100" y="163163"/>
                </a:lnTo>
                <a:lnTo>
                  <a:pt x="165643" y="163163"/>
                </a:lnTo>
                <a:lnTo>
                  <a:pt x="161639" y="167735"/>
                </a:lnTo>
                <a:lnTo>
                  <a:pt x="145350" y="179989"/>
                </a:lnTo>
                <a:lnTo>
                  <a:pt x="126194" y="189118"/>
                </a:lnTo>
                <a:lnTo>
                  <a:pt x="104163" y="194818"/>
                </a:lnTo>
                <a:lnTo>
                  <a:pt x="79248" y="196786"/>
                </a:lnTo>
                <a:lnTo>
                  <a:pt x="38100" y="196786"/>
                </a:lnTo>
                <a:lnTo>
                  <a:pt x="38100" y="314229"/>
                </a:lnTo>
                <a:close/>
              </a:path>
              <a:path w="192405" h="314325">
                <a:moveTo>
                  <a:pt x="165643" y="163163"/>
                </a:moveTo>
                <a:lnTo>
                  <a:pt x="76200" y="163163"/>
                </a:lnTo>
                <a:lnTo>
                  <a:pt x="94304" y="162020"/>
                </a:lnTo>
                <a:lnTo>
                  <a:pt x="109811" y="158591"/>
                </a:lnTo>
                <a:lnTo>
                  <a:pt x="143089" y="135755"/>
                </a:lnTo>
                <a:lnTo>
                  <a:pt x="154019" y="96107"/>
                </a:lnTo>
                <a:lnTo>
                  <a:pt x="149445" y="68929"/>
                </a:lnTo>
                <a:lnTo>
                  <a:pt x="135719" y="49351"/>
                </a:lnTo>
                <a:lnTo>
                  <a:pt x="112831" y="37506"/>
                </a:lnTo>
                <a:lnTo>
                  <a:pt x="80772" y="33528"/>
                </a:lnTo>
                <a:lnTo>
                  <a:pt x="171798" y="33528"/>
                </a:lnTo>
                <a:lnTo>
                  <a:pt x="176688" y="38768"/>
                </a:lnTo>
                <a:lnTo>
                  <a:pt x="185261" y="54494"/>
                </a:lnTo>
                <a:lnTo>
                  <a:pt x="190404" y="73096"/>
                </a:lnTo>
                <a:lnTo>
                  <a:pt x="192119" y="94583"/>
                </a:lnTo>
                <a:lnTo>
                  <a:pt x="190357" y="115443"/>
                </a:lnTo>
                <a:lnTo>
                  <a:pt x="184880" y="134588"/>
                </a:lnTo>
                <a:lnTo>
                  <a:pt x="175402" y="152019"/>
                </a:lnTo>
                <a:lnTo>
                  <a:pt x="165643" y="1631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892427" y="3069145"/>
            <a:ext cx="789940" cy="314325"/>
          </a:xfrm>
          <a:custGeom>
            <a:avLst/>
            <a:gdLst/>
            <a:ahLst/>
            <a:cxnLst/>
            <a:rect l="l" t="t" r="r" b="b"/>
            <a:pathLst>
              <a:path w="789939" h="314325">
                <a:moveTo>
                  <a:pt x="253072" y="154025"/>
                </a:moveTo>
                <a:lnTo>
                  <a:pt x="248488" y="107124"/>
                </a:lnTo>
                <a:lnTo>
                  <a:pt x="234721" y="68668"/>
                </a:lnTo>
                <a:lnTo>
                  <a:pt x="214972" y="42926"/>
                </a:lnTo>
                <a:lnTo>
                  <a:pt x="214972" y="154025"/>
                </a:lnTo>
                <a:lnTo>
                  <a:pt x="212712" y="182994"/>
                </a:lnTo>
                <a:lnTo>
                  <a:pt x="195046" y="229984"/>
                </a:lnTo>
                <a:lnTo>
                  <a:pt x="161061" y="262851"/>
                </a:lnTo>
                <a:lnTo>
                  <a:pt x="113017" y="279895"/>
                </a:lnTo>
                <a:lnTo>
                  <a:pt x="83820" y="282130"/>
                </a:lnTo>
                <a:lnTo>
                  <a:pt x="36576" y="282130"/>
                </a:lnTo>
                <a:lnTo>
                  <a:pt x="36576" y="33528"/>
                </a:lnTo>
                <a:lnTo>
                  <a:pt x="86868" y="33528"/>
                </a:lnTo>
                <a:lnTo>
                  <a:pt x="142925" y="41198"/>
                </a:lnTo>
                <a:lnTo>
                  <a:pt x="182956" y="64020"/>
                </a:lnTo>
                <a:lnTo>
                  <a:pt x="206971" y="101727"/>
                </a:lnTo>
                <a:lnTo>
                  <a:pt x="214972" y="154025"/>
                </a:lnTo>
                <a:lnTo>
                  <a:pt x="214972" y="42926"/>
                </a:lnTo>
                <a:lnTo>
                  <a:pt x="179438" y="17221"/>
                </a:lnTo>
                <a:lnTo>
                  <a:pt x="137833" y="4318"/>
                </a:lnTo>
                <a:lnTo>
                  <a:pt x="86868" y="0"/>
                </a:lnTo>
                <a:lnTo>
                  <a:pt x="0" y="0"/>
                </a:lnTo>
                <a:lnTo>
                  <a:pt x="0" y="314236"/>
                </a:lnTo>
                <a:lnTo>
                  <a:pt x="83820" y="314236"/>
                </a:lnTo>
                <a:lnTo>
                  <a:pt x="153619" y="303555"/>
                </a:lnTo>
                <a:lnTo>
                  <a:pt x="192062" y="282130"/>
                </a:lnTo>
                <a:lnTo>
                  <a:pt x="227355" y="246494"/>
                </a:lnTo>
                <a:lnTo>
                  <a:pt x="250215" y="188683"/>
                </a:lnTo>
                <a:lnTo>
                  <a:pt x="253072" y="154025"/>
                </a:lnTo>
                <a:close/>
              </a:path>
              <a:path w="789939" h="314325">
                <a:moveTo>
                  <a:pt x="558152" y="314236"/>
                </a:moveTo>
                <a:lnTo>
                  <a:pt x="524814" y="227266"/>
                </a:lnTo>
                <a:lnTo>
                  <a:pt x="511924" y="193649"/>
                </a:lnTo>
                <a:lnTo>
                  <a:pt x="471195" y="87452"/>
                </a:lnTo>
                <a:lnTo>
                  <a:pt x="471195" y="193649"/>
                </a:lnTo>
                <a:lnTo>
                  <a:pt x="362889" y="193649"/>
                </a:lnTo>
                <a:lnTo>
                  <a:pt x="411759" y="59436"/>
                </a:lnTo>
                <a:lnTo>
                  <a:pt x="413283" y="54864"/>
                </a:lnTo>
                <a:lnTo>
                  <a:pt x="414807" y="47244"/>
                </a:lnTo>
                <a:lnTo>
                  <a:pt x="416331" y="38100"/>
                </a:lnTo>
                <a:lnTo>
                  <a:pt x="417855" y="38100"/>
                </a:lnTo>
                <a:lnTo>
                  <a:pt x="419379" y="48768"/>
                </a:lnTo>
                <a:lnTo>
                  <a:pt x="420903" y="54864"/>
                </a:lnTo>
                <a:lnTo>
                  <a:pt x="422427" y="59436"/>
                </a:lnTo>
                <a:lnTo>
                  <a:pt x="471195" y="193649"/>
                </a:lnTo>
                <a:lnTo>
                  <a:pt x="471195" y="87452"/>
                </a:lnTo>
                <a:lnTo>
                  <a:pt x="452272" y="38100"/>
                </a:lnTo>
                <a:lnTo>
                  <a:pt x="437667" y="0"/>
                </a:lnTo>
                <a:lnTo>
                  <a:pt x="399567" y="0"/>
                </a:lnTo>
                <a:lnTo>
                  <a:pt x="279069" y="314236"/>
                </a:lnTo>
                <a:lnTo>
                  <a:pt x="318693" y="314236"/>
                </a:lnTo>
                <a:lnTo>
                  <a:pt x="350697" y="227266"/>
                </a:lnTo>
                <a:lnTo>
                  <a:pt x="483387" y="227266"/>
                </a:lnTo>
                <a:lnTo>
                  <a:pt x="516915" y="314236"/>
                </a:lnTo>
                <a:lnTo>
                  <a:pt x="558152" y="314236"/>
                </a:lnTo>
                <a:close/>
              </a:path>
              <a:path w="789939" h="314325">
                <a:moveTo>
                  <a:pt x="789901" y="508"/>
                </a:moveTo>
                <a:lnTo>
                  <a:pt x="571779" y="508"/>
                </a:lnTo>
                <a:lnTo>
                  <a:pt x="571779" y="33528"/>
                </a:lnTo>
                <a:lnTo>
                  <a:pt x="661797" y="33528"/>
                </a:lnTo>
                <a:lnTo>
                  <a:pt x="661797" y="314198"/>
                </a:lnTo>
                <a:lnTo>
                  <a:pt x="699897" y="314198"/>
                </a:lnTo>
                <a:lnTo>
                  <a:pt x="699897" y="33528"/>
                </a:lnTo>
                <a:lnTo>
                  <a:pt x="789901" y="33528"/>
                </a:lnTo>
                <a:lnTo>
                  <a:pt x="789901" y="508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731198" y="3069691"/>
            <a:ext cx="168275" cy="313690"/>
          </a:xfrm>
          <a:custGeom>
            <a:avLst/>
            <a:gdLst/>
            <a:ahLst/>
            <a:cxnLst/>
            <a:rect l="l" t="t" r="r" b="b"/>
            <a:pathLst>
              <a:path w="168275" h="313689">
                <a:moveTo>
                  <a:pt x="167728" y="281940"/>
                </a:moveTo>
                <a:lnTo>
                  <a:pt x="36576" y="281940"/>
                </a:lnTo>
                <a:lnTo>
                  <a:pt x="36576" y="170180"/>
                </a:lnTo>
                <a:lnTo>
                  <a:pt x="150964" y="170180"/>
                </a:lnTo>
                <a:lnTo>
                  <a:pt x="150964" y="138430"/>
                </a:lnTo>
                <a:lnTo>
                  <a:pt x="36576" y="138430"/>
                </a:lnTo>
                <a:lnTo>
                  <a:pt x="36576" y="33020"/>
                </a:lnTo>
                <a:lnTo>
                  <a:pt x="160108" y="33020"/>
                </a:lnTo>
                <a:lnTo>
                  <a:pt x="160108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1940"/>
                </a:lnTo>
                <a:lnTo>
                  <a:pt x="0" y="313690"/>
                </a:lnTo>
                <a:lnTo>
                  <a:pt x="167728" y="313690"/>
                </a:lnTo>
                <a:lnTo>
                  <a:pt x="167728" y="28194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3775424"/>
            <a:ext cx="109823" cy="111347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1332738" y="3660933"/>
            <a:ext cx="253365" cy="314325"/>
          </a:xfrm>
          <a:custGeom>
            <a:avLst/>
            <a:gdLst/>
            <a:ahLst/>
            <a:cxnLst/>
            <a:rect l="l" t="t" r="r" b="b"/>
            <a:pathLst>
              <a:path w="253365" h="314325">
                <a:moveTo>
                  <a:pt x="83915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37937" y="4318"/>
                </a:lnTo>
                <a:lnTo>
                  <a:pt x="179542" y="17243"/>
                </a:lnTo>
                <a:lnTo>
                  <a:pt x="204150" y="33623"/>
                </a:lnTo>
                <a:lnTo>
                  <a:pt x="36671" y="33623"/>
                </a:lnTo>
                <a:lnTo>
                  <a:pt x="36671" y="280701"/>
                </a:lnTo>
                <a:lnTo>
                  <a:pt x="194027" y="280701"/>
                </a:lnTo>
                <a:lnTo>
                  <a:pt x="182579" y="289798"/>
                </a:lnTo>
                <a:lnTo>
                  <a:pt x="153685" y="303561"/>
                </a:lnTo>
                <a:lnTo>
                  <a:pt x="120791" y="311610"/>
                </a:lnTo>
                <a:lnTo>
                  <a:pt x="83915" y="314229"/>
                </a:lnTo>
                <a:close/>
              </a:path>
              <a:path w="253365" h="314325">
                <a:moveTo>
                  <a:pt x="194027" y="280701"/>
                </a:moveTo>
                <a:lnTo>
                  <a:pt x="83915" y="280701"/>
                </a:lnTo>
                <a:lnTo>
                  <a:pt x="113063" y="278701"/>
                </a:lnTo>
                <a:lnTo>
                  <a:pt x="138791" y="272700"/>
                </a:lnTo>
                <a:lnTo>
                  <a:pt x="180022" y="248697"/>
                </a:lnTo>
                <a:lnTo>
                  <a:pt x="206121" y="208264"/>
                </a:lnTo>
                <a:lnTo>
                  <a:pt x="215074" y="154114"/>
                </a:lnTo>
                <a:lnTo>
                  <a:pt x="207048" y="101814"/>
                </a:lnTo>
                <a:lnTo>
                  <a:pt x="182868" y="64115"/>
                </a:lnTo>
                <a:lnTo>
                  <a:pt x="142382" y="41292"/>
                </a:lnTo>
                <a:lnTo>
                  <a:pt x="85439" y="33623"/>
                </a:lnTo>
                <a:lnTo>
                  <a:pt x="204150" y="33623"/>
                </a:lnTo>
                <a:lnTo>
                  <a:pt x="211824" y="38731"/>
                </a:lnTo>
                <a:lnTo>
                  <a:pt x="234826" y="68735"/>
                </a:lnTo>
                <a:lnTo>
                  <a:pt x="248595" y="107211"/>
                </a:lnTo>
                <a:lnTo>
                  <a:pt x="253174" y="154114"/>
                </a:lnTo>
                <a:lnTo>
                  <a:pt x="250317" y="188086"/>
                </a:lnTo>
                <a:lnTo>
                  <a:pt x="241744" y="218932"/>
                </a:lnTo>
                <a:lnTo>
                  <a:pt x="227457" y="246349"/>
                </a:lnTo>
                <a:lnTo>
                  <a:pt x="207454" y="270033"/>
                </a:lnTo>
                <a:lnTo>
                  <a:pt x="194027" y="280701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648294" y="3661473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69" h="313689">
                <a:moveTo>
                  <a:pt x="166306" y="280670"/>
                </a:moveTo>
                <a:lnTo>
                  <a:pt x="36677" y="280670"/>
                </a:lnTo>
                <a:lnTo>
                  <a:pt x="36677" y="170180"/>
                </a:lnTo>
                <a:lnTo>
                  <a:pt x="149453" y="170180"/>
                </a:lnTo>
                <a:lnTo>
                  <a:pt x="149453" y="138430"/>
                </a:lnTo>
                <a:lnTo>
                  <a:pt x="36677" y="138430"/>
                </a:lnTo>
                <a:lnTo>
                  <a:pt x="36677" y="33020"/>
                </a:lnTo>
                <a:lnTo>
                  <a:pt x="158686" y="33020"/>
                </a:lnTo>
                <a:lnTo>
                  <a:pt x="158686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306" y="313690"/>
                </a:lnTo>
                <a:lnTo>
                  <a:pt x="16630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874139" y="3661409"/>
            <a:ext cx="163195" cy="313690"/>
          </a:xfrm>
          <a:custGeom>
            <a:avLst/>
            <a:gdLst/>
            <a:ahLst/>
            <a:cxnLst/>
            <a:rect l="l" t="t" r="r" b="b"/>
            <a:pathLst>
              <a:path w="163194" h="313689">
                <a:moveTo>
                  <a:pt x="163156" y="280670"/>
                </a:moveTo>
                <a:lnTo>
                  <a:pt x="38100" y="280670"/>
                </a:lnTo>
                <a:lnTo>
                  <a:pt x="38100" y="0"/>
                </a:lnTo>
                <a:lnTo>
                  <a:pt x="0" y="0"/>
                </a:lnTo>
                <a:lnTo>
                  <a:pt x="0" y="280670"/>
                </a:lnTo>
                <a:lnTo>
                  <a:pt x="0" y="313690"/>
                </a:lnTo>
                <a:lnTo>
                  <a:pt x="163156" y="313690"/>
                </a:lnTo>
                <a:lnTo>
                  <a:pt x="163156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086063" y="3661473"/>
            <a:ext cx="413384" cy="314325"/>
          </a:xfrm>
          <a:custGeom>
            <a:avLst/>
            <a:gdLst/>
            <a:ahLst/>
            <a:cxnLst/>
            <a:rect l="l" t="t" r="r" b="b"/>
            <a:pathLst>
              <a:path w="413385" h="314325">
                <a:moveTo>
                  <a:pt x="166217" y="280670"/>
                </a:moveTo>
                <a:lnTo>
                  <a:pt x="36576" y="280670"/>
                </a:lnTo>
                <a:lnTo>
                  <a:pt x="36576" y="170180"/>
                </a:lnTo>
                <a:lnTo>
                  <a:pt x="150977" y="170180"/>
                </a:lnTo>
                <a:lnTo>
                  <a:pt x="150977" y="138430"/>
                </a:lnTo>
                <a:lnTo>
                  <a:pt x="36576" y="138430"/>
                </a:lnTo>
                <a:lnTo>
                  <a:pt x="36576" y="33020"/>
                </a:lnTo>
                <a:lnTo>
                  <a:pt x="160121" y="33020"/>
                </a:lnTo>
                <a:lnTo>
                  <a:pt x="160121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217" y="313690"/>
                </a:lnTo>
                <a:lnTo>
                  <a:pt x="166217" y="280670"/>
                </a:lnTo>
                <a:close/>
              </a:path>
              <a:path w="413385" h="314325">
                <a:moveTo>
                  <a:pt x="413283" y="63"/>
                </a:moveTo>
                <a:lnTo>
                  <a:pt x="195262" y="63"/>
                </a:lnTo>
                <a:lnTo>
                  <a:pt x="195262" y="33083"/>
                </a:lnTo>
                <a:lnTo>
                  <a:pt x="285178" y="33083"/>
                </a:lnTo>
                <a:lnTo>
                  <a:pt x="285178" y="313753"/>
                </a:lnTo>
                <a:lnTo>
                  <a:pt x="321843" y="313753"/>
                </a:lnTo>
                <a:lnTo>
                  <a:pt x="321843" y="33083"/>
                </a:lnTo>
                <a:lnTo>
                  <a:pt x="413283" y="33083"/>
                </a:lnTo>
                <a:lnTo>
                  <a:pt x="413283" y="6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548216" y="3661473"/>
            <a:ext cx="166370" cy="313690"/>
          </a:xfrm>
          <a:custGeom>
            <a:avLst/>
            <a:gdLst/>
            <a:ahLst/>
            <a:cxnLst/>
            <a:rect l="l" t="t" r="r" b="b"/>
            <a:pathLst>
              <a:path w="166369" h="313689">
                <a:moveTo>
                  <a:pt x="166217" y="280670"/>
                </a:moveTo>
                <a:lnTo>
                  <a:pt x="36576" y="280670"/>
                </a:lnTo>
                <a:lnTo>
                  <a:pt x="36576" y="170180"/>
                </a:lnTo>
                <a:lnTo>
                  <a:pt x="150977" y="170180"/>
                </a:lnTo>
                <a:lnTo>
                  <a:pt x="150977" y="138430"/>
                </a:lnTo>
                <a:lnTo>
                  <a:pt x="36576" y="138430"/>
                </a:lnTo>
                <a:lnTo>
                  <a:pt x="36576" y="33020"/>
                </a:lnTo>
                <a:lnTo>
                  <a:pt x="160121" y="33020"/>
                </a:lnTo>
                <a:lnTo>
                  <a:pt x="160121" y="0"/>
                </a:lnTo>
                <a:lnTo>
                  <a:pt x="0" y="0"/>
                </a:lnTo>
                <a:lnTo>
                  <a:pt x="0" y="33020"/>
                </a:lnTo>
                <a:lnTo>
                  <a:pt x="0" y="138430"/>
                </a:lnTo>
                <a:lnTo>
                  <a:pt x="0" y="170180"/>
                </a:lnTo>
                <a:lnTo>
                  <a:pt x="0" y="280670"/>
                </a:lnTo>
                <a:lnTo>
                  <a:pt x="0" y="313690"/>
                </a:lnTo>
                <a:lnTo>
                  <a:pt x="166217" y="313690"/>
                </a:lnTo>
                <a:lnTo>
                  <a:pt x="166217" y="28067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4362640"/>
            <a:ext cx="109823" cy="109823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1314348" y="4184141"/>
            <a:ext cx="2661285" cy="439420"/>
          </a:xfrm>
          <a:custGeom>
            <a:avLst/>
            <a:gdLst/>
            <a:ahLst/>
            <a:cxnLst/>
            <a:rect l="l" t="t" r="r" b="b"/>
            <a:pathLst>
              <a:path w="2661285" h="439420">
                <a:moveTo>
                  <a:pt x="183070" y="298996"/>
                </a:moveTo>
                <a:lnTo>
                  <a:pt x="181952" y="292138"/>
                </a:lnTo>
                <a:lnTo>
                  <a:pt x="180975" y="282994"/>
                </a:lnTo>
                <a:lnTo>
                  <a:pt x="180289" y="271564"/>
                </a:lnTo>
                <a:lnTo>
                  <a:pt x="180022" y="257848"/>
                </a:lnTo>
                <a:lnTo>
                  <a:pt x="111353" y="301104"/>
                </a:lnTo>
                <a:lnTo>
                  <a:pt x="82207" y="318973"/>
                </a:lnTo>
                <a:lnTo>
                  <a:pt x="56476" y="334149"/>
                </a:lnTo>
                <a:lnTo>
                  <a:pt x="56476" y="21437"/>
                </a:lnTo>
                <a:lnTo>
                  <a:pt x="19900" y="21437"/>
                </a:lnTo>
                <a:lnTo>
                  <a:pt x="19900" y="326529"/>
                </a:lnTo>
                <a:lnTo>
                  <a:pt x="18745" y="338785"/>
                </a:lnTo>
                <a:lnTo>
                  <a:pt x="15138" y="350342"/>
                </a:lnTo>
                <a:lnTo>
                  <a:pt x="8940" y="361022"/>
                </a:lnTo>
                <a:lnTo>
                  <a:pt x="0" y="370725"/>
                </a:lnTo>
                <a:lnTo>
                  <a:pt x="24472" y="404253"/>
                </a:lnTo>
                <a:lnTo>
                  <a:pt x="70243" y="371525"/>
                </a:lnTo>
                <a:lnTo>
                  <a:pt x="128041" y="334149"/>
                </a:lnTo>
                <a:lnTo>
                  <a:pt x="183070" y="298996"/>
                </a:lnTo>
                <a:close/>
              </a:path>
              <a:path w="2661285" h="439420">
                <a:moveTo>
                  <a:pt x="227266" y="116027"/>
                </a:moveTo>
                <a:lnTo>
                  <a:pt x="209524" y="85077"/>
                </a:lnTo>
                <a:lnTo>
                  <a:pt x="192786" y="56299"/>
                </a:lnTo>
                <a:lnTo>
                  <a:pt x="176898" y="29514"/>
                </a:lnTo>
                <a:lnTo>
                  <a:pt x="161734" y="4572"/>
                </a:lnTo>
                <a:lnTo>
                  <a:pt x="131152" y="21437"/>
                </a:lnTo>
                <a:lnTo>
                  <a:pt x="145478" y="46367"/>
                </a:lnTo>
                <a:lnTo>
                  <a:pt x="160769" y="73456"/>
                </a:lnTo>
                <a:lnTo>
                  <a:pt x="176898" y="103136"/>
                </a:lnTo>
                <a:lnTo>
                  <a:pt x="193738" y="135839"/>
                </a:lnTo>
                <a:lnTo>
                  <a:pt x="227266" y="116027"/>
                </a:lnTo>
                <a:close/>
              </a:path>
              <a:path w="2661285" h="439420">
                <a:moveTo>
                  <a:pt x="422529" y="396633"/>
                </a:moveTo>
                <a:lnTo>
                  <a:pt x="373100" y="341757"/>
                </a:lnTo>
                <a:lnTo>
                  <a:pt x="320332" y="286804"/>
                </a:lnTo>
                <a:lnTo>
                  <a:pt x="334327" y="248208"/>
                </a:lnTo>
                <a:lnTo>
                  <a:pt x="344335" y="203301"/>
                </a:lnTo>
                <a:lnTo>
                  <a:pt x="350329" y="152095"/>
                </a:lnTo>
                <a:lnTo>
                  <a:pt x="352336" y="94589"/>
                </a:lnTo>
                <a:lnTo>
                  <a:pt x="352336" y="15341"/>
                </a:lnTo>
                <a:lnTo>
                  <a:pt x="315747" y="15341"/>
                </a:lnTo>
                <a:lnTo>
                  <a:pt x="315696" y="94589"/>
                </a:lnTo>
                <a:lnTo>
                  <a:pt x="313423" y="155168"/>
                </a:lnTo>
                <a:lnTo>
                  <a:pt x="306222" y="208826"/>
                </a:lnTo>
                <a:lnTo>
                  <a:pt x="293852" y="254190"/>
                </a:lnTo>
                <a:lnTo>
                  <a:pt x="276034" y="291376"/>
                </a:lnTo>
                <a:lnTo>
                  <a:pt x="252272" y="323697"/>
                </a:lnTo>
                <a:lnTo>
                  <a:pt x="219633" y="354139"/>
                </a:lnTo>
                <a:lnTo>
                  <a:pt x="177838" y="382549"/>
                </a:lnTo>
                <a:lnTo>
                  <a:pt x="126580" y="408825"/>
                </a:lnTo>
                <a:lnTo>
                  <a:pt x="133413" y="416814"/>
                </a:lnTo>
                <a:lnTo>
                  <a:pt x="139966" y="424675"/>
                </a:lnTo>
                <a:lnTo>
                  <a:pt x="145961" y="432257"/>
                </a:lnTo>
                <a:lnTo>
                  <a:pt x="151066" y="439394"/>
                </a:lnTo>
                <a:lnTo>
                  <a:pt x="198450" y="415594"/>
                </a:lnTo>
                <a:lnTo>
                  <a:pt x="239852" y="387680"/>
                </a:lnTo>
                <a:lnTo>
                  <a:pt x="274980" y="355460"/>
                </a:lnTo>
                <a:lnTo>
                  <a:pt x="303555" y="318808"/>
                </a:lnTo>
                <a:lnTo>
                  <a:pt x="347954" y="370332"/>
                </a:lnTo>
                <a:lnTo>
                  <a:pt x="370636" y="396913"/>
                </a:lnTo>
                <a:lnTo>
                  <a:pt x="393484" y="424065"/>
                </a:lnTo>
                <a:lnTo>
                  <a:pt x="422529" y="396633"/>
                </a:lnTo>
                <a:close/>
              </a:path>
              <a:path w="2661285" h="439420">
                <a:moveTo>
                  <a:pt x="869353" y="395109"/>
                </a:moveTo>
                <a:lnTo>
                  <a:pt x="829259" y="385127"/>
                </a:lnTo>
                <a:lnTo>
                  <a:pt x="791349" y="371297"/>
                </a:lnTo>
                <a:lnTo>
                  <a:pt x="762127" y="357009"/>
                </a:lnTo>
                <a:lnTo>
                  <a:pt x="755446" y="353745"/>
                </a:lnTo>
                <a:lnTo>
                  <a:pt x="721423" y="332625"/>
                </a:lnTo>
                <a:lnTo>
                  <a:pt x="741845" y="309664"/>
                </a:lnTo>
                <a:lnTo>
                  <a:pt x="749452" y="301104"/>
                </a:lnTo>
                <a:lnTo>
                  <a:pt x="774192" y="266039"/>
                </a:lnTo>
                <a:lnTo>
                  <a:pt x="795794" y="227253"/>
                </a:lnTo>
                <a:lnTo>
                  <a:pt x="814387" y="184594"/>
                </a:lnTo>
                <a:lnTo>
                  <a:pt x="814387" y="154114"/>
                </a:lnTo>
                <a:lnTo>
                  <a:pt x="774763" y="154114"/>
                </a:lnTo>
                <a:lnTo>
                  <a:pt x="774763" y="187642"/>
                </a:lnTo>
                <a:lnTo>
                  <a:pt x="759574" y="220903"/>
                </a:lnTo>
                <a:lnTo>
                  <a:pt x="741222" y="252120"/>
                </a:lnTo>
                <a:lnTo>
                  <a:pt x="719429" y="281609"/>
                </a:lnTo>
                <a:lnTo>
                  <a:pt x="693902" y="309664"/>
                </a:lnTo>
                <a:lnTo>
                  <a:pt x="665899" y="279857"/>
                </a:lnTo>
                <a:lnTo>
                  <a:pt x="640397" y="245351"/>
                </a:lnTo>
                <a:lnTo>
                  <a:pt x="617308" y="206222"/>
                </a:lnTo>
                <a:lnTo>
                  <a:pt x="606310" y="183070"/>
                </a:lnTo>
                <a:lnTo>
                  <a:pt x="596557" y="162547"/>
                </a:lnTo>
                <a:lnTo>
                  <a:pt x="578078" y="114401"/>
                </a:lnTo>
                <a:lnTo>
                  <a:pt x="578307" y="102971"/>
                </a:lnTo>
                <a:lnTo>
                  <a:pt x="579361" y="80111"/>
                </a:lnTo>
                <a:lnTo>
                  <a:pt x="579602" y="68681"/>
                </a:lnTo>
                <a:lnTo>
                  <a:pt x="736663" y="68681"/>
                </a:lnTo>
                <a:lnTo>
                  <a:pt x="690854" y="158686"/>
                </a:lnTo>
                <a:lnTo>
                  <a:pt x="690854" y="187642"/>
                </a:lnTo>
                <a:lnTo>
                  <a:pt x="774763" y="187642"/>
                </a:lnTo>
                <a:lnTo>
                  <a:pt x="774763" y="154114"/>
                </a:lnTo>
                <a:lnTo>
                  <a:pt x="733615" y="154114"/>
                </a:lnTo>
                <a:lnTo>
                  <a:pt x="776287" y="68681"/>
                </a:lnTo>
                <a:lnTo>
                  <a:pt x="776287" y="35153"/>
                </a:lnTo>
                <a:lnTo>
                  <a:pt x="453009" y="35153"/>
                </a:lnTo>
                <a:lnTo>
                  <a:pt x="453009" y="68681"/>
                </a:lnTo>
                <a:lnTo>
                  <a:pt x="542925" y="68681"/>
                </a:lnTo>
                <a:lnTo>
                  <a:pt x="539775" y="131597"/>
                </a:lnTo>
                <a:lnTo>
                  <a:pt x="534924" y="185204"/>
                </a:lnTo>
                <a:lnTo>
                  <a:pt x="528345" y="229374"/>
                </a:lnTo>
                <a:lnTo>
                  <a:pt x="506920" y="299135"/>
                </a:lnTo>
                <a:lnTo>
                  <a:pt x="488061" y="333908"/>
                </a:lnTo>
                <a:lnTo>
                  <a:pt x="463486" y="368388"/>
                </a:lnTo>
                <a:lnTo>
                  <a:pt x="433197" y="402729"/>
                </a:lnTo>
                <a:lnTo>
                  <a:pt x="440893" y="410705"/>
                </a:lnTo>
                <a:lnTo>
                  <a:pt x="447865" y="418541"/>
                </a:lnTo>
                <a:lnTo>
                  <a:pt x="453986" y="426123"/>
                </a:lnTo>
                <a:lnTo>
                  <a:pt x="459105" y="433298"/>
                </a:lnTo>
                <a:lnTo>
                  <a:pt x="492302" y="394639"/>
                </a:lnTo>
                <a:lnTo>
                  <a:pt x="518922" y="356438"/>
                </a:lnTo>
                <a:lnTo>
                  <a:pt x="539254" y="318503"/>
                </a:lnTo>
                <a:lnTo>
                  <a:pt x="553593" y="280708"/>
                </a:lnTo>
                <a:lnTo>
                  <a:pt x="565111" y="235927"/>
                </a:lnTo>
                <a:lnTo>
                  <a:pt x="571982" y="183070"/>
                </a:lnTo>
                <a:lnTo>
                  <a:pt x="591451" y="225971"/>
                </a:lnTo>
                <a:lnTo>
                  <a:pt x="613511" y="265277"/>
                </a:lnTo>
                <a:lnTo>
                  <a:pt x="638416" y="300863"/>
                </a:lnTo>
                <a:lnTo>
                  <a:pt x="666470" y="332625"/>
                </a:lnTo>
                <a:lnTo>
                  <a:pt x="636168" y="354355"/>
                </a:lnTo>
                <a:lnTo>
                  <a:pt x="602449" y="373964"/>
                </a:lnTo>
                <a:lnTo>
                  <a:pt x="565264" y="391553"/>
                </a:lnTo>
                <a:lnTo>
                  <a:pt x="524637" y="407301"/>
                </a:lnTo>
                <a:lnTo>
                  <a:pt x="532066" y="416166"/>
                </a:lnTo>
                <a:lnTo>
                  <a:pt x="538353" y="424484"/>
                </a:lnTo>
                <a:lnTo>
                  <a:pt x="543496" y="432231"/>
                </a:lnTo>
                <a:lnTo>
                  <a:pt x="547497" y="439394"/>
                </a:lnTo>
                <a:lnTo>
                  <a:pt x="589267" y="421335"/>
                </a:lnTo>
                <a:lnTo>
                  <a:pt x="627595" y="401586"/>
                </a:lnTo>
                <a:lnTo>
                  <a:pt x="662457" y="380149"/>
                </a:lnTo>
                <a:lnTo>
                  <a:pt x="693902" y="357009"/>
                </a:lnTo>
                <a:lnTo>
                  <a:pt x="724839" y="378739"/>
                </a:lnTo>
                <a:lnTo>
                  <a:pt x="760476" y="398348"/>
                </a:lnTo>
                <a:lnTo>
                  <a:pt x="800976" y="415975"/>
                </a:lnTo>
                <a:lnTo>
                  <a:pt x="846493" y="431774"/>
                </a:lnTo>
                <a:lnTo>
                  <a:pt x="850493" y="423430"/>
                </a:lnTo>
                <a:lnTo>
                  <a:pt x="855637" y="414540"/>
                </a:lnTo>
                <a:lnTo>
                  <a:pt x="861923" y="405104"/>
                </a:lnTo>
                <a:lnTo>
                  <a:pt x="869353" y="395109"/>
                </a:lnTo>
                <a:close/>
              </a:path>
              <a:path w="2661285" h="439420">
                <a:moveTo>
                  <a:pt x="1059942" y="238036"/>
                </a:moveTo>
                <a:lnTo>
                  <a:pt x="1047076" y="224929"/>
                </a:lnTo>
                <a:lnTo>
                  <a:pt x="1028839" y="205943"/>
                </a:lnTo>
                <a:lnTo>
                  <a:pt x="1022972" y="199847"/>
                </a:lnTo>
                <a:lnTo>
                  <a:pt x="1019644" y="196380"/>
                </a:lnTo>
                <a:lnTo>
                  <a:pt x="1005078" y="181559"/>
                </a:lnTo>
                <a:lnTo>
                  <a:pt x="986790" y="199847"/>
                </a:lnTo>
                <a:lnTo>
                  <a:pt x="986790" y="123647"/>
                </a:lnTo>
                <a:lnTo>
                  <a:pt x="1050798" y="123647"/>
                </a:lnTo>
                <a:lnTo>
                  <a:pt x="1050798" y="94589"/>
                </a:lnTo>
                <a:lnTo>
                  <a:pt x="986790" y="94589"/>
                </a:lnTo>
                <a:lnTo>
                  <a:pt x="986790" y="7620"/>
                </a:lnTo>
                <a:lnTo>
                  <a:pt x="954684" y="7620"/>
                </a:lnTo>
                <a:lnTo>
                  <a:pt x="954684" y="94589"/>
                </a:lnTo>
                <a:lnTo>
                  <a:pt x="886104" y="94589"/>
                </a:lnTo>
                <a:lnTo>
                  <a:pt x="886104" y="123647"/>
                </a:lnTo>
                <a:lnTo>
                  <a:pt x="954684" y="123647"/>
                </a:lnTo>
                <a:lnTo>
                  <a:pt x="940689" y="166585"/>
                </a:lnTo>
                <a:lnTo>
                  <a:pt x="923823" y="206552"/>
                </a:lnTo>
                <a:lnTo>
                  <a:pt x="904113" y="243954"/>
                </a:lnTo>
                <a:lnTo>
                  <a:pt x="881532" y="279184"/>
                </a:lnTo>
                <a:lnTo>
                  <a:pt x="886066" y="288569"/>
                </a:lnTo>
                <a:lnTo>
                  <a:pt x="890295" y="298234"/>
                </a:lnTo>
                <a:lnTo>
                  <a:pt x="893965" y="307898"/>
                </a:lnTo>
                <a:lnTo>
                  <a:pt x="896772" y="317284"/>
                </a:lnTo>
                <a:lnTo>
                  <a:pt x="913333" y="293255"/>
                </a:lnTo>
                <a:lnTo>
                  <a:pt x="928585" y="266788"/>
                </a:lnTo>
                <a:lnTo>
                  <a:pt x="942428" y="237731"/>
                </a:lnTo>
                <a:lnTo>
                  <a:pt x="954684" y="205943"/>
                </a:lnTo>
                <a:lnTo>
                  <a:pt x="954684" y="434822"/>
                </a:lnTo>
                <a:lnTo>
                  <a:pt x="986790" y="434822"/>
                </a:lnTo>
                <a:lnTo>
                  <a:pt x="986790" y="205943"/>
                </a:lnTo>
                <a:lnTo>
                  <a:pt x="1011936" y="233641"/>
                </a:lnTo>
                <a:lnTo>
                  <a:pt x="1024509" y="247827"/>
                </a:lnTo>
                <a:lnTo>
                  <a:pt x="1037082" y="262420"/>
                </a:lnTo>
                <a:lnTo>
                  <a:pt x="1059942" y="238036"/>
                </a:lnTo>
                <a:close/>
              </a:path>
              <a:path w="2661285" h="439420">
                <a:moveTo>
                  <a:pt x="1297876" y="35153"/>
                </a:moveTo>
                <a:lnTo>
                  <a:pt x="1264348" y="35153"/>
                </a:lnTo>
                <a:lnTo>
                  <a:pt x="1264348" y="64109"/>
                </a:lnTo>
                <a:lnTo>
                  <a:pt x="1264348" y="149555"/>
                </a:lnTo>
                <a:lnTo>
                  <a:pt x="1264348" y="178511"/>
                </a:lnTo>
                <a:lnTo>
                  <a:pt x="1264348" y="262420"/>
                </a:lnTo>
                <a:lnTo>
                  <a:pt x="1264348" y="291376"/>
                </a:lnTo>
                <a:lnTo>
                  <a:pt x="1264348" y="375297"/>
                </a:lnTo>
                <a:lnTo>
                  <a:pt x="1101090" y="375297"/>
                </a:lnTo>
                <a:lnTo>
                  <a:pt x="1101090" y="291376"/>
                </a:lnTo>
                <a:lnTo>
                  <a:pt x="1264348" y="291376"/>
                </a:lnTo>
                <a:lnTo>
                  <a:pt x="1264348" y="262420"/>
                </a:lnTo>
                <a:lnTo>
                  <a:pt x="1101090" y="262420"/>
                </a:lnTo>
                <a:lnTo>
                  <a:pt x="1101090" y="178511"/>
                </a:lnTo>
                <a:lnTo>
                  <a:pt x="1264348" y="178511"/>
                </a:lnTo>
                <a:lnTo>
                  <a:pt x="1264348" y="149555"/>
                </a:lnTo>
                <a:lnTo>
                  <a:pt x="1101090" y="149555"/>
                </a:lnTo>
                <a:lnTo>
                  <a:pt x="1101090" y="64109"/>
                </a:lnTo>
                <a:lnTo>
                  <a:pt x="1264348" y="64109"/>
                </a:lnTo>
                <a:lnTo>
                  <a:pt x="1264348" y="35153"/>
                </a:lnTo>
                <a:lnTo>
                  <a:pt x="1067562" y="35153"/>
                </a:lnTo>
                <a:lnTo>
                  <a:pt x="1067562" y="436346"/>
                </a:lnTo>
                <a:lnTo>
                  <a:pt x="1101090" y="436346"/>
                </a:lnTo>
                <a:lnTo>
                  <a:pt x="1101090" y="405777"/>
                </a:lnTo>
                <a:lnTo>
                  <a:pt x="1264348" y="405777"/>
                </a:lnTo>
                <a:lnTo>
                  <a:pt x="1264348" y="436346"/>
                </a:lnTo>
                <a:lnTo>
                  <a:pt x="1297876" y="436346"/>
                </a:lnTo>
                <a:lnTo>
                  <a:pt x="1297876" y="405777"/>
                </a:lnTo>
                <a:lnTo>
                  <a:pt x="1297876" y="375297"/>
                </a:lnTo>
                <a:lnTo>
                  <a:pt x="1297876" y="64109"/>
                </a:lnTo>
                <a:lnTo>
                  <a:pt x="1297876" y="35153"/>
                </a:lnTo>
                <a:close/>
              </a:path>
              <a:path w="2661285" h="439420">
                <a:moveTo>
                  <a:pt x="1521993" y="331101"/>
                </a:moveTo>
                <a:lnTo>
                  <a:pt x="1509166" y="282803"/>
                </a:lnTo>
                <a:lnTo>
                  <a:pt x="1495894" y="236664"/>
                </a:lnTo>
                <a:lnTo>
                  <a:pt x="1482356" y="193116"/>
                </a:lnTo>
                <a:lnTo>
                  <a:pt x="1468653" y="152603"/>
                </a:lnTo>
                <a:lnTo>
                  <a:pt x="1436649" y="163271"/>
                </a:lnTo>
                <a:lnTo>
                  <a:pt x="1450035" y="208749"/>
                </a:lnTo>
                <a:lnTo>
                  <a:pt x="1462557" y="253657"/>
                </a:lnTo>
                <a:lnTo>
                  <a:pt x="1473949" y="297992"/>
                </a:lnTo>
                <a:lnTo>
                  <a:pt x="1483893" y="341769"/>
                </a:lnTo>
                <a:lnTo>
                  <a:pt x="1521993" y="331101"/>
                </a:lnTo>
                <a:close/>
              </a:path>
              <a:path w="2661285" h="439420">
                <a:moveTo>
                  <a:pt x="1615059" y="308140"/>
                </a:moveTo>
                <a:lnTo>
                  <a:pt x="1606511" y="260362"/>
                </a:lnTo>
                <a:lnTo>
                  <a:pt x="1596961" y="215125"/>
                </a:lnTo>
                <a:lnTo>
                  <a:pt x="1586560" y="172186"/>
                </a:lnTo>
                <a:lnTo>
                  <a:pt x="1575435" y="131267"/>
                </a:lnTo>
                <a:lnTo>
                  <a:pt x="1541907" y="141935"/>
                </a:lnTo>
                <a:lnTo>
                  <a:pt x="1552740" y="186499"/>
                </a:lnTo>
                <a:lnTo>
                  <a:pt x="1562290" y="230936"/>
                </a:lnTo>
                <a:lnTo>
                  <a:pt x="1570405" y="275094"/>
                </a:lnTo>
                <a:lnTo>
                  <a:pt x="1576959" y="318808"/>
                </a:lnTo>
                <a:lnTo>
                  <a:pt x="1615059" y="308140"/>
                </a:lnTo>
                <a:close/>
              </a:path>
              <a:path w="2661285" h="439420">
                <a:moveTo>
                  <a:pt x="1756892" y="65633"/>
                </a:moveTo>
                <a:lnTo>
                  <a:pt x="1578483" y="65633"/>
                </a:lnTo>
                <a:lnTo>
                  <a:pt x="1599819" y="53441"/>
                </a:lnTo>
                <a:lnTo>
                  <a:pt x="1591538" y="39103"/>
                </a:lnTo>
                <a:lnTo>
                  <a:pt x="1582674" y="25615"/>
                </a:lnTo>
                <a:lnTo>
                  <a:pt x="1573250" y="12687"/>
                </a:lnTo>
                <a:lnTo>
                  <a:pt x="1563243" y="0"/>
                </a:lnTo>
                <a:lnTo>
                  <a:pt x="1531239" y="18389"/>
                </a:lnTo>
                <a:lnTo>
                  <a:pt x="1540103" y="29845"/>
                </a:lnTo>
                <a:lnTo>
                  <a:pt x="1548384" y="41440"/>
                </a:lnTo>
                <a:lnTo>
                  <a:pt x="1556105" y="53327"/>
                </a:lnTo>
                <a:lnTo>
                  <a:pt x="1563243" y="65633"/>
                </a:lnTo>
                <a:lnTo>
                  <a:pt x="1378648" y="65633"/>
                </a:lnTo>
                <a:lnTo>
                  <a:pt x="1378648" y="205943"/>
                </a:lnTo>
                <a:lnTo>
                  <a:pt x="1375244" y="272592"/>
                </a:lnTo>
                <a:lnTo>
                  <a:pt x="1365123" y="328371"/>
                </a:lnTo>
                <a:lnTo>
                  <a:pt x="1348435" y="373278"/>
                </a:lnTo>
                <a:lnTo>
                  <a:pt x="1325308" y="407301"/>
                </a:lnTo>
                <a:lnTo>
                  <a:pt x="1332788" y="415290"/>
                </a:lnTo>
                <a:lnTo>
                  <a:pt x="1339405" y="423151"/>
                </a:lnTo>
                <a:lnTo>
                  <a:pt x="1345450" y="430733"/>
                </a:lnTo>
                <a:lnTo>
                  <a:pt x="1351216" y="437870"/>
                </a:lnTo>
                <a:lnTo>
                  <a:pt x="1374305" y="403771"/>
                </a:lnTo>
                <a:lnTo>
                  <a:pt x="1392250" y="363677"/>
                </a:lnTo>
                <a:lnTo>
                  <a:pt x="1405077" y="317436"/>
                </a:lnTo>
                <a:lnTo>
                  <a:pt x="1412760" y="264909"/>
                </a:lnTo>
                <a:lnTo>
                  <a:pt x="1415199" y="208749"/>
                </a:lnTo>
                <a:lnTo>
                  <a:pt x="1415313" y="97637"/>
                </a:lnTo>
                <a:lnTo>
                  <a:pt x="1756892" y="97637"/>
                </a:lnTo>
                <a:lnTo>
                  <a:pt x="1756892" y="65633"/>
                </a:lnTo>
                <a:close/>
              </a:path>
              <a:path w="2661285" h="439420">
                <a:moveTo>
                  <a:pt x="1761464" y="378345"/>
                </a:moveTo>
                <a:lnTo>
                  <a:pt x="1653159" y="378345"/>
                </a:lnTo>
                <a:lnTo>
                  <a:pt x="1666367" y="342087"/>
                </a:lnTo>
                <a:lnTo>
                  <a:pt x="1680298" y="301078"/>
                </a:lnTo>
                <a:lnTo>
                  <a:pt x="1694942" y="255333"/>
                </a:lnTo>
                <a:lnTo>
                  <a:pt x="1710309" y="204825"/>
                </a:lnTo>
                <a:lnTo>
                  <a:pt x="1726412" y="149555"/>
                </a:lnTo>
                <a:lnTo>
                  <a:pt x="1688312" y="138887"/>
                </a:lnTo>
                <a:lnTo>
                  <a:pt x="1672894" y="197459"/>
                </a:lnTo>
                <a:lnTo>
                  <a:pt x="1657870" y="250621"/>
                </a:lnTo>
                <a:lnTo>
                  <a:pt x="1643227" y="298424"/>
                </a:lnTo>
                <a:lnTo>
                  <a:pt x="1628952" y="340969"/>
                </a:lnTo>
                <a:lnTo>
                  <a:pt x="1615059" y="378345"/>
                </a:lnTo>
                <a:lnTo>
                  <a:pt x="1412265" y="378345"/>
                </a:lnTo>
                <a:lnTo>
                  <a:pt x="1412265" y="411873"/>
                </a:lnTo>
                <a:lnTo>
                  <a:pt x="1761464" y="411873"/>
                </a:lnTo>
                <a:lnTo>
                  <a:pt x="1761464" y="378345"/>
                </a:lnTo>
                <a:close/>
              </a:path>
              <a:path w="2661285" h="439420">
                <a:moveTo>
                  <a:pt x="1965871" y="77825"/>
                </a:moveTo>
                <a:lnTo>
                  <a:pt x="1930717" y="77825"/>
                </a:lnTo>
                <a:lnTo>
                  <a:pt x="1930717" y="109829"/>
                </a:lnTo>
                <a:lnTo>
                  <a:pt x="1930717" y="216611"/>
                </a:lnTo>
                <a:lnTo>
                  <a:pt x="1930717" y="248704"/>
                </a:lnTo>
                <a:lnTo>
                  <a:pt x="1930717" y="360057"/>
                </a:lnTo>
                <a:lnTo>
                  <a:pt x="1831657" y="360057"/>
                </a:lnTo>
                <a:lnTo>
                  <a:pt x="1831657" y="248704"/>
                </a:lnTo>
                <a:lnTo>
                  <a:pt x="1930717" y="248704"/>
                </a:lnTo>
                <a:lnTo>
                  <a:pt x="1930717" y="216611"/>
                </a:lnTo>
                <a:lnTo>
                  <a:pt x="1831657" y="216611"/>
                </a:lnTo>
                <a:lnTo>
                  <a:pt x="1831657" y="109829"/>
                </a:lnTo>
                <a:lnTo>
                  <a:pt x="1930717" y="109829"/>
                </a:lnTo>
                <a:lnTo>
                  <a:pt x="1930717" y="77825"/>
                </a:lnTo>
                <a:lnTo>
                  <a:pt x="1878901" y="77825"/>
                </a:lnTo>
                <a:lnTo>
                  <a:pt x="1884883" y="62915"/>
                </a:lnTo>
                <a:lnTo>
                  <a:pt x="1891284" y="47726"/>
                </a:lnTo>
                <a:lnTo>
                  <a:pt x="1897976" y="31965"/>
                </a:lnTo>
                <a:lnTo>
                  <a:pt x="1904809" y="15341"/>
                </a:lnTo>
                <a:lnTo>
                  <a:pt x="1868233" y="4572"/>
                </a:lnTo>
                <a:lnTo>
                  <a:pt x="1862467" y="21209"/>
                </a:lnTo>
                <a:lnTo>
                  <a:pt x="1856422" y="38950"/>
                </a:lnTo>
                <a:lnTo>
                  <a:pt x="1849805" y="57823"/>
                </a:lnTo>
                <a:lnTo>
                  <a:pt x="1842325" y="77825"/>
                </a:lnTo>
                <a:lnTo>
                  <a:pt x="1796516" y="77825"/>
                </a:lnTo>
                <a:lnTo>
                  <a:pt x="1796516" y="430250"/>
                </a:lnTo>
                <a:lnTo>
                  <a:pt x="1831657" y="430250"/>
                </a:lnTo>
                <a:lnTo>
                  <a:pt x="1831657" y="392061"/>
                </a:lnTo>
                <a:lnTo>
                  <a:pt x="1930717" y="392061"/>
                </a:lnTo>
                <a:lnTo>
                  <a:pt x="1930717" y="427202"/>
                </a:lnTo>
                <a:lnTo>
                  <a:pt x="1965871" y="427202"/>
                </a:lnTo>
                <a:lnTo>
                  <a:pt x="1965871" y="392061"/>
                </a:lnTo>
                <a:lnTo>
                  <a:pt x="1965871" y="360057"/>
                </a:lnTo>
                <a:lnTo>
                  <a:pt x="1965871" y="248704"/>
                </a:lnTo>
                <a:lnTo>
                  <a:pt x="1965871" y="216611"/>
                </a:lnTo>
                <a:lnTo>
                  <a:pt x="1965871" y="109829"/>
                </a:lnTo>
                <a:lnTo>
                  <a:pt x="1965871" y="77825"/>
                </a:lnTo>
                <a:close/>
              </a:path>
              <a:path w="2661285" h="439420">
                <a:moveTo>
                  <a:pt x="2115312" y="276136"/>
                </a:moveTo>
                <a:lnTo>
                  <a:pt x="2100148" y="254431"/>
                </a:lnTo>
                <a:lnTo>
                  <a:pt x="2082114" y="230555"/>
                </a:lnTo>
                <a:lnTo>
                  <a:pt x="2061222" y="204685"/>
                </a:lnTo>
                <a:lnTo>
                  <a:pt x="2037499" y="176987"/>
                </a:lnTo>
                <a:lnTo>
                  <a:pt x="2011591" y="196799"/>
                </a:lnTo>
                <a:lnTo>
                  <a:pt x="2031352" y="222872"/>
                </a:lnTo>
                <a:lnTo>
                  <a:pt x="2049691" y="248500"/>
                </a:lnTo>
                <a:lnTo>
                  <a:pt x="2066912" y="273824"/>
                </a:lnTo>
                <a:lnTo>
                  <a:pt x="2083308" y="298996"/>
                </a:lnTo>
                <a:lnTo>
                  <a:pt x="2115312" y="276136"/>
                </a:lnTo>
                <a:close/>
              </a:path>
              <a:path w="2661285" h="439420">
                <a:moveTo>
                  <a:pt x="2197608" y="76301"/>
                </a:moveTo>
                <a:lnTo>
                  <a:pt x="2055787" y="76301"/>
                </a:lnTo>
                <a:lnTo>
                  <a:pt x="2062137" y="61175"/>
                </a:lnTo>
                <a:lnTo>
                  <a:pt x="2067788" y="45631"/>
                </a:lnTo>
                <a:lnTo>
                  <a:pt x="2073135" y="29794"/>
                </a:lnTo>
                <a:lnTo>
                  <a:pt x="2078647" y="13817"/>
                </a:lnTo>
                <a:lnTo>
                  <a:pt x="2042071" y="4572"/>
                </a:lnTo>
                <a:lnTo>
                  <a:pt x="2027250" y="51562"/>
                </a:lnTo>
                <a:lnTo>
                  <a:pt x="2010448" y="94246"/>
                </a:lnTo>
                <a:lnTo>
                  <a:pt x="1991918" y="132905"/>
                </a:lnTo>
                <a:lnTo>
                  <a:pt x="1971967" y="167843"/>
                </a:lnTo>
                <a:lnTo>
                  <a:pt x="1981441" y="171500"/>
                </a:lnTo>
                <a:lnTo>
                  <a:pt x="1989493" y="175463"/>
                </a:lnTo>
                <a:lnTo>
                  <a:pt x="1996389" y="179412"/>
                </a:lnTo>
                <a:lnTo>
                  <a:pt x="2002447" y="183083"/>
                </a:lnTo>
                <a:lnTo>
                  <a:pt x="2012708" y="166484"/>
                </a:lnTo>
                <a:lnTo>
                  <a:pt x="2022830" y="148590"/>
                </a:lnTo>
                <a:lnTo>
                  <a:pt x="2032660" y="129247"/>
                </a:lnTo>
                <a:lnTo>
                  <a:pt x="2042071" y="108305"/>
                </a:lnTo>
                <a:lnTo>
                  <a:pt x="2159508" y="108305"/>
                </a:lnTo>
                <a:lnTo>
                  <a:pt x="2158581" y="175463"/>
                </a:lnTo>
                <a:lnTo>
                  <a:pt x="2157577" y="232816"/>
                </a:lnTo>
                <a:lnTo>
                  <a:pt x="2156434" y="281330"/>
                </a:lnTo>
                <a:lnTo>
                  <a:pt x="2155075" y="320687"/>
                </a:lnTo>
                <a:lnTo>
                  <a:pt x="2149081" y="369150"/>
                </a:lnTo>
                <a:lnTo>
                  <a:pt x="2109216" y="393585"/>
                </a:lnTo>
                <a:lnTo>
                  <a:pt x="2091245" y="393052"/>
                </a:lnTo>
                <a:lnTo>
                  <a:pt x="2071827" y="391680"/>
                </a:lnTo>
                <a:lnTo>
                  <a:pt x="2029879" y="387489"/>
                </a:lnTo>
                <a:lnTo>
                  <a:pt x="2028355" y="387489"/>
                </a:lnTo>
                <a:lnTo>
                  <a:pt x="2030399" y="396011"/>
                </a:lnTo>
                <a:lnTo>
                  <a:pt x="2032165" y="405396"/>
                </a:lnTo>
                <a:lnTo>
                  <a:pt x="2033917" y="415378"/>
                </a:lnTo>
                <a:lnTo>
                  <a:pt x="2035975" y="425678"/>
                </a:lnTo>
                <a:lnTo>
                  <a:pt x="2076399" y="427774"/>
                </a:lnTo>
                <a:lnTo>
                  <a:pt x="2096490" y="428459"/>
                </a:lnTo>
                <a:lnTo>
                  <a:pt x="2116836" y="428726"/>
                </a:lnTo>
                <a:lnTo>
                  <a:pt x="2147100" y="424421"/>
                </a:lnTo>
                <a:lnTo>
                  <a:pt x="2180793" y="393585"/>
                </a:lnTo>
                <a:lnTo>
                  <a:pt x="2189988" y="335622"/>
                </a:lnTo>
                <a:lnTo>
                  <a:pt x="2193036" y="259359"/>
                </a:lnTo>
                <a:lnTo>
                  <a:pt x="2194560" y="207505"/>
                </a:lnTo>
                <a:lnTo>
                  <a:pt x="2196033" y="148590"/>
                </a:lnTo>
                <a:lnTo>
                  <a:pt x="2196909" y="108305"/>
                </a:lnTo>
                <a:lnTo>
                  <a:pt x="2197608" y="76301"/>
                </a:lnTo>
                <a:close/>
              </a:path>
              <a:path w="2661285" h="439420">
                <a:moveTo>
                  <a:pt x="2661285" y="370725"/>
                </a:moveTo>
                <a:lnTo>
                  <a:pt x="2520988" y="370725"/>
                </a:lnTo>
                <a:lnTo>
                  <a:pt x="2520988" y="239560"/>
                </a:lnTo>
                <a:lnTo>
                  <a:pt x="2636901" y="239560"/>
                </a:lnTo>
                <a:lnTo>
                  <a:pt x="2636901" y="207467"/>
                </a:lnTo>
                <a:lnTo>
                  <a:pt x="2520988" y="207467"/>
                </a:lnTo>
                <a:lnTo>
                  <a:pt x="2520988" y="119075"/>
                </a:lnTo>
                <a:lnTo>
                  <a:pt x="2484310" y="119075"/>
                </a:lnTo>
                <a:lnTo>
                  <a:pt x="2484310" y="207467"/>
                </a:lnTo>
                <a:lnTo>
                  <a:pt x="2370010" y="207467"/>
                </a:lnTo>
                <a:lnTo>
                  <a:pt x="2370010" y="239560"/>
                </a:lnTo>
                <a:lnTo>
                  <a:pt x="2484310" y="239560"/>
                </a:lnTo>
                <a:lnTo>
                  <a:pt x="2484310" y="370725"/>
                </a:lnTo>
                <a:lnTo>
                  <a:pt x="2347061" y="370725"/>
                </a:lnTo>
                <a:lnTo>
                  <a:pt x="2347061" y="401205"/>
                </a:lnTo>
                <a:lnTo>
                  <a:pt x="2661285" y="401205"/>
                </a:lnTo>
                <a:lnTo>
                  <a:pt x="2661285" y="370725"/>
                </a:lnTo>
                <a:close/>
              </a:path>
              <a:path w="2661285" h="439420">
                <a:moveTo>
                  <a:pt x="2661285" y="58013"/>
                </a:moveTo>
                <a:lnTo>
                  <a:pt x="2406586" y="58013"/>
                </a:lnTo>
                <a:lnTo>
                  <a:pt x="2411133" y="47459"/>
                </a:lnTo>
                <a:lnTo>
                  <a:pt x="2415540" y="36487"/>
                </a:lnTo>
                <a:lnTo>
                  <a:pt x="2419654" y="25222"/>
                </a:lnTo>
                <a:lnTo>
                  <a:pt x="2423350" y="13817"/>
                </a:lnTo>
                <a:lnTo>
                  <a:pt x="2386774" y="4572"/>
                </a:lnTo>
                <a:lnTo>
                  <a:pt x="2382177" y="18326"/>
                </a:lnTo>
                <a:lnTo>
                  <a:pt x="2377440" y="31902"/>
                </a:lnTo>
                <a:lnTo>
                  <a:pt x="2372410" y="45173"/>
                </a:lnTo>
                <a:lnTo>
                  <a:pt x="2366962" y="58013"/>
                </a:lnTo>
                <a:lnTo>
                  <a:pt x="2238857" y="58013"/>
                </a:lnTo>
                <a:lnTo>
                  <a:pt x="2238857" y="91541"/>
                </a:lnTo>
                <a:lnTo>
                  <a:pt x="2353157" y="91541"/>
                </a:lnTo>
                <a:lnTo>
                  <a:pt x="2328024" y="139649"/>
                </a:lnTo>
                <a:lnTo>
                  <a:pt x="2298484" y="185750"/>
                </a:lnTo>
                <a:lnTo>
                  <a:pt x="2264638" y="230124"/>
                </a:lnTo>
                <a:lnTo>
                  <a:pt x="2226653" y="273088"/>
                </a:lnTo>
                <a:lnTo>
                  <a:pt x="2232355" y="281089"/>
                </a:lnTo>
                <a:lnTo>
                  <a:pt x="2237892" y="289090"/>
                </a:lnTo>
                <a:lnTo>
                  <a:pt x="2243163" y="297091"/>
                </a:lnTo>
                <a:lnTo>
                  <a:pt x="2248001" y="305092"/>
                </a:lnTo>
                <a:lnTo>
                  <a:pt x="2260574" y="291134"/>
                </a:lnTo>
                <a:lnTo>
                  <a:pt x="2285720" y="262661"/>
                </a:lnTo>
                <a:lnTo>
                  <a:pt x="2298293" y="248704"/>
                </a:lnTo>
                <a:lnTo>
                  <a:pt x="2298293" y="433298"/>
                </a:lnTo>
                <a:lnTo>
                  <a:pt x="2331821" y="433298"/>
                </a:lnTo>
                <a:lnTo>
                  <a:pt x="2331821" y="248704"/>
                </a:lnTo>
                <a:lnTo>
                  <a:pt x="2331821" y="201371"/>
                </a:lnTo>
                <a:lnTo>
                  <a:pt x="2348636" y="174790"/>
                </a:lnTo>
                <a:lnTo>
                  <a:pt x="2364625" y="147637"/>
                </a:lnTo>
                <a:lnTo>
                  <a:pt x="2379472" y="119888"/>
                </a:lnTo>
                <a:lnTo>
                  <a:pt x="2392870" y="91541"/>
                </a:lnTo>
                <a:lnTo>
                  <a:pt x="2661285" y="91541"/>
                </a:lnTo>
                <a:lnTo>
                  <a:pt x="2661285" y="5801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025836" y="4248245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6671" y="314229"/>
                </a:moveTo>
                <a:lnTo>
                  <a:pt x="0" y="314229"/>
                </a:lnTo>
                <a:lnTo>
                  <a:pt x="0" y="0"/>
                </a:lnTo>
                <a:lnTo>
                  <a:pt x="85439" y="0"/>
                </a:lnTo>
                <a:lnTo>
                  <a:pt x="109180" y="1452"/>
                </a:lnTo>
                <a:lnTo>
                  <a:pt x="130206" y="5905"/>
                </a:lnTo>
                <a:lnTo>
                  <a:pt x="148661" y="13501"/>
                </a:lnTo>
                <a:lnTo>
                  <a:pt x="164687" y="24384"/>
                </a:lnTo>
                <a:lnTo>
                  <a:pt x="171713" y="32004"/>
                </a:lnTo>
                <a:lnTo>
                  <a:pt x="36671" y="32004"/>
                </a:lnTo>
                <a:lnTo>
                  <a:pt x="36671" y="161639"/>
                </a:lnTo>
                <a:lnTo>
                  <a:pt x="165693" y="161639"/>
                </a:lnTo>
                <a:lnTo>
                  <a:pt x="161639" y="166211"/>
                </a:lnTo>
                <a:lnTo>
                  <a:pt x="144470" y="179148"/>
                </a:lnTo>
                <a:lnTo>
                  <a:pt x="124872" y="188202"/>
                </a:lnTo>
                <a:lnTo>
                  <a:pt x="102703" y="193522"/>
                </a:lnTo>
                <a:lnTo>
                  <a:pt x="77819" y="195262"/>
                </a:lnTo>
                <a:lnTo>
                  <a:pt x="36671" y="195262"/>
                </a:lnTo>
                <a:lnTo>
                  <a:pt x="36671" y="314229"/>
                </a:lnTo>
                <a:close/>
              </a:path>
              <a:path w="192404" h="314325">
                <a:moveTo>
                  <a:pt x="165693" y="161639"/>
                </a:moveTo>
                <a:lnTo>
                  <a:pt x="74771" y="161639"/>
                </a:lnTo>
                <a:lnTo>
                  <a:pt x="93035" y="160520"/>
                </a:lnTo>
                <a:lnTo>
                  <a:pt x="108870" y="157257"/>
                </a:lnTo>
                <a:lnTo>
                  <a:pt x="141803" y="134874"/>
                </a:lnTo>
                <a:lnTo>
                  <a:pt x="154019" y="94583"/>
                </a:lnTo>
                <a:lnTo>
                  <a:pt x="149209" y="67405"/>
                </a:lnTo>
                <a:lnTo>
                  <a:pt x="134969" y="47827"/>
                </a:lnTo>
                <a:lnTo>
                  <a:pt x="111585" y="35982"/>
                </a:lnTo>
                <a:lnTo>
                  <a:pt x="79343" y="32004"/>
                </a:lnTo>
                <a:lnTo>
                  <a:pt x="171713" y="32004"/>
                </a:lnTo>
                <a:lnTo>
                  <a:pt x="176743" y="37458"/>
                </a:lnTo>
                <a:lnTo>
                  <a:pt x="185344" y="53542"/>
                </a:lnTo>
                <a:lnTo>
                  <a:pt x="190498" y="72215"/>
                </a:lnTo>
                <a:lnTo>
                  <a:pt x="192214" y="93059"/>
                </a:lnTo>
                <a:lnTo>
                  <a:pt x="190236" y="114776"/>
                </a:lnTo>
                <a:lnTo>
                  <a:pt x="184392" y="134207"/>
                </a:lnTo>
                <a:lnTo>
                  <a:pt x="174815" y="151352"/>
                </a:lnTo>
                <a:lnTo>
                  <a:pt x="165693" y="16163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4277677" y="4248785"/>
            <a:ext cx="36830" cy="137160"/>
          </a:xfrm>
          <a:custGeom>
            <a:avLst/>
            <a:gdLst/>
            <a:ahLst/>
            <a:cxnLst/>
            <a:rect l="l" t="t" r="r" b="b"/>
            <a:pathLst>
              <a:path w="36829" h="137160">
                <a:moveTo>
                  <a:pt x="0" y="0"/>
                </a:moveTo>
                <a:lnTo>
                  <a:pt x="36576" y="0"/>
                </a:lnTo>
                <a:lnTo>
                  <a:pt x="36576" y="137159"/>
                </a:lnTo>
                <a:lnTo>
                  <a:pt x="0" y="137159"/>
                </a:lnTo>
                <a:lnTo>
                  <a:pt x="0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4277677" y="4248784"/>
            <a:ext cx="236854" cy="313690"/>
          </a:xfrm>
          <a:custGeom>
            <a:avLst/>
            <a:gdLst/>
            <a:ahLst/>
            <a:cxnLst/>
            <a:rect l="l" t="t" r="r" b="b"/>
            <a:pathLst>
              <a:path w="236854" h="313689">
                <a:moveTo>
                  <a:pt x="236308" y="0"/>
                </a:moveTo>
                <a:lnTo>
                  <a:pt x="199732" y="0"/>
                </a:lnTo>
                <a:lnTo>
                  <a:pt x="199732" y="137160"/>
                </a:lnTo>
                <a:lnTo>
                  <a:pt x="0" y="137160"/>
                </a:lnTo>
                <a:lnTo>
                  <a:pt x="0" y="170180"/>
                </a:lnTo>
                <a:lnTo>
                  <a:pt x="0" y="313690"/>
                </a:lnTo>
                <a:lnTo>
                  <a:pt x="36576" y="313690"/>
                </a:lnTo>
                <a:lnTo>
                  <a:pt x="36576" y="170180"/>
                </a:lnTo>
                <a:lnTo>
                  <a:pt x="199732" y="170180"/>
                </a:lnTo>
                <a:lnTo>
                  <a:pt x="199732" y="313690"/>
                </a:lnTo>
                <a:lnTo>
                  <a:pt x="236308" y="313690"/>
                </a:lnTo>
                <a:lnTo>
                  <a:pt x="236308" y="170180"/>
                </a:lnTo>
                <a:lnTo>
                  <a:pt x="236308" y="137160"/>
                </a:lnTo>
                <a:lnTo>
                  <a:pt x="236308" y="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4596288" y="4248245"/>
            <a:ext cx="192405" cy="314325"/>
          </a:xfrm>
          <a:custGeom>
            <a:avLst/>
            <a:gdLst/>
            <a:ahLst/>
            <a:cxnLst/>
            <a:rect l="l" t="t" r="r" b="b"/>
            <a:pathLst>
              <a:path w="192404" h="314325">
                <a:moveTo>
                  <a:pt x="38100" y="314229"/>
                </a:moveTo>
                <a:lnTo>
                  <a:pt x="0" y="314229"/>
                </a:lnTo>
                <a:lnTo>
                  <a:pt x="0" y="0"/>
                </a:lnTo>
                <a:lnTo>
                  <a:pt x="86963" y="0"/>
                </a:lnTo>
                <a:lnTo>
                  <a:pt x="110680" y="1452"/>
                </a:lnTo>
                <a:lnTo>
                  <a:pt x="131540" y="5905"/>
                </a:lnTo>
                <a:lnTo>
                  <a:pt x="149542" y="13501"/>
                </a:lnTo>
                <a:lnTo>
                  <a:pt x="164687" y="24384"/>
                </a:lnTo>
                <a:lnTo>
                  <a:pt x="171683" y="32004"/>
                </a:lnTo>
                <a:lnTo>
                  <a:pt x="38100" y="32004"/>
                </a:lnTo>
                <a:lnTo>
                  <a:pt x="38100" y="161734"/>
                </a:lnTo>
                <a:lnTo>
                  <a:pt x="165863" y="161734"/>
                </a:lnTo>
                <a:lnTo>
                  <a:pt x="161639" y="166306"/>
                </a:lnTo>
                <a:lnTo>
                  <a:pt x="145351" y="179189"/>
                </a:lnTo>
                <a:lnTo>
                  <a:pt x="126206" y="188214"/>
                </a:lnTo>
                <a:lnTo>
                  <a:pt x="104203" y="193524"/>
                </a:lnTo>
                <a:lnTo>
                  <a:pt x="79343" y="195262"/>
                </a:lnTo>
                <a:lnTo>
                  <a:pt x="38100" y="195262"/>
                </a:lnTo>
                <a:lnTo>
                  <a:pt x="38100" y="314229"/>
                </a:lnTo>
                <a:close/>
              </a:path>
              <a:path w="192404" h="314325">
                <a:moveTo>
                  <a:pt x="165863" y="161734"/>
                </a:moveTo>
                <a:lnTo>
                  <a:pt x="76295" y="161734"/>
                </a:lnTo>
                <a:lnTo>
                  <a:pt x="94345" y="160613"/>
                </a:lnTo>
                <a:lnTo>
                  <a:pt x="109823" y="157341"/>
                </a:lnTo>
                <a:lnTo>
                  <a:pt x="143089" y="134874"/>
                </a:lnTo>
                <a:lnTo>
                  <a:pt x="154019" y="94583"/>
                </a:lnTo>
                <a:lnTo>
                  <a:pt x="149447" y="67445"/>
                </a:lnTo>
                <a:lnTo>
                  <a:pt x="135731" y="47863"/>
                </a:lnTo>
                <a:lnTo>
                  <a:pt x="112871" y="35995"/>
                </a:lnTo>
                <a:lnTo>
                  <a:pt x="80867" y="32004"/>
                </a:lnTo>
                <a:lnTo>
                  <a:pt x="171683" y="32004"/>
                </a:lnTo>
                <a:lnTo>
                  <a:pt x="176703" y="37471"/>
                </a:lnTo>
                <a:lnTo>
                  <a:pt x="185308" y="53578"/>
                </a:lnTo>
                <a:lnTo>
                  <a:pt x="190485" y="72256"/>
                </a:lnTo>
                <a:lnTo>
                  <a:pt x="192214" y="93059"/>
                </a:lnTo>
                <a:lnTo>
                  <a:pt x="190437" y="114777"/>
                </a:lnTo>
                <a:lnTo>
                  <a:pt x="184927" y="134219"/>
                </a:lnTo>
                <a:lnTo>
                  <a:pt x="175417" y="151392"/>
                </a:lnTo>
                <a:lnTo>
                  <a:pt x="165863" y="16173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4843360" y="4187189"/>
            <a:ext cx="1275080" cy="438150"/>
          </a:xfrm>
          <a:custGeom>
            <a:avLst/>
            <a:gdLst/>
            <a:ahLst/>
            <a:cxnLst/>
            <a:rect l="l" t="t" r="r" b="b"/>
            <a:pathLst>
              <a:path w="1275079" h="438150">
                <a:moveTo>
                  <a:pt x="205841" y="273088"/>
                </a:moveTo>
                <a:lnTo>
                  <a:pt x="167741" y="273088"/>
                </a:lnTo>
                <a:lnTo>
                  <a:pt x="167741" y="436346"/>
                </a:lnTo>
                <a:lnTo>
                  <a:pt x="205841" y="436346"/>
                </a:lnTo>
                <a:lnTo>
                  <a:pt x="205841" y="273088"/>
                </a:lnTo>
                <a:close/>
              </a:path>
              <a:path w="1275079" h="438150">
                <a:moveTo>
                  <a:pt x="205841" y="128219"/>
                </a:moveTo>
                <a:lnTo>
                  <a:pt x="167741" y="128219"/>
                </a:lnTo>
                <a:lnTo>
                  <a:pt x="167741" y="239560"/>
                </a:lnTo>
                <a:lnTo>
                  <a:pt x="205841" y="239560"/>
                </a:lnTo>
                <a:lnTo>
                  <a:pt x="205841" y="128219"/>
                </a:lnTo>
                <a:close/>
              </a:path>
              <a:path w="1275079" h="438150">
                <a:moveTo>
                  <a:pt x="376720" y="273088"/>
                </a:moveTo>
                <a:lnTo>
                  <a:pt x="340042" y="273088"/>
                </a:lnTo>
                <a:lnTo>
                  <a:pt x="340042" y="295948"/>
                </a:lnTo>
                <a:lnTo>
                  <a:pt x="376720" y="295948"/>
                </a:lnTo>
                <a:lnTo>
                  <a:pt x="376720" y="273088"/>
                </a:lnTo>
                <a:close/>
              </a:path>
              <a:path w="1275079" h="438150">
                <a:moveTo>
                  <a:pt x="376720" y="128219"/>
                </a:moveTo>
                <a:lnTo>
                  <a:pt x="340042" y="128219"/>
                </a:lnTo>
                <a:lnTo>
                  <a:pt x="340042" y="239560"/>
                </a:lnTo>
                <a:lnTo>
                  <a:pt x="376720" y="239560"/>
                </a:lnTo>
                <a:lnTo>
                  <a:pt x="376720" y="128219"/>
                </a:lnTo>
                <a:close/>
              </a:path>
              <a:path w="1275079" h="438150">
                <a:moveTo>
                  <a:pt x="376720" y="96113"/>
                </a:moveTo>
                <a:lnTo>
                  <a:pt x="205841" y="96113"/>
                </a:lnTo>
                <a:lnTo>
                  <a:pt x="205841" y="0"/>
                </a:lnTo>
                <a:lnTo>
                  <a:pt x="167741" y="0"/>
                </a:lnTo>
                <a:lnTo>
                  <a:pt x="167741" y="96113"/>
                </a:lnTo>
                <a:lnTo>
                  <a:pt x="0" y="96113"/>
                </a:lnTo>
                <a:lnTo>
                  <a:pt x="0" y="127863"/>
                </a:lnTo>
                <a:lnTo>
                  <a:pt x="0" y="239623"/>
                </a:lnTo>
                <a:lnTo>
                  <a:pt x="0" y="272643"/>
                </a:lnTo>
                <a:lnTo>
                  <a:pt x="0" y="295503"/>
                </a:lnTo>
                <a:lnTo>
                  <a:pt x="35052" y="295503"/>
                </a:lnTo>
                <a:lnTo>
                  <a:pt x="35052" y="272643"/>
                </a:lnTo>
                <a:lnTo>
                  <a:pt x="376720" y="272643"/>
                </a:lnTo>
                <a:lnTo>
                  <a:pt x="376720" y="239623"/>
                </a:lnTo>
                <a:lnTo>
                  <a:pt x="35052" y="239623"/>
                </a:lnTo>
                <a:lnTo>
                  <a:pt x="35052" y="127863"/>
                </a:lnTo>
                <a:lnTo>
                  <a:pt x="376720" y="127863"/>
                </a:lnTo>
                <a:lnTo>
                  <a:pt x="376720" y="96113"/>
                </a:lnTo>
                <a:close/>
              </a:path>
              <a:path w="1275079" h="438150">
                <a:moveTo>
                  <a:pt x="535305" y="79349"/>
                </a:moveTo>
                <a:lnTo>
                  <a:pt x="518198" y="59639"/>
                </a:lnTo>
                <a:lnTo>
                  <a:pt x="501345" y="41630"/>
                </a:lnTo>
                <a:lnTo>
                  <a:pt x="485076" y="25336"/>
                </a:lnTo>
                <a:lnTo>
                  <a:pt x="469671" y="10769"/>
                </a:lnTo>
                <a:lnTo>
                  <a:pt x="445287" y="32105"/>
                </a:lnTo>
                <a:lnTo>
                  <a:pt x="459562" y="46939"/>
                </a:lnTo>
                <a:lnTo>
                  <a:pt x="474827" y="63919"/>
                </a:lnTo>
                <a:lnTo>
                  <a:pt x="490982" y="82892"/>
                </a:lnTo>
                <a:lnTo>
                  <a:pt x="507873" y="103733"/>
                </a:lnTo>
                <a:lnTo>
                  <a:pt x="535305" y="79349"/>
                </a:lnTo>
                <a:close/>
              </a:path>
              <a:path w="1275079" h="438150">
                <a:moveTo>
                  <a:pt x="549021" y="309664"/>
                </a:moveTo>
                <a:lnTo>
                  <a:pt x="547903" y="300494"/>
                </a:lnTo>
                <a:lnTo>
                  <a:pt x="546925" y="291185"/>
                </a:lnTo>
                <a:lnTo>
                  <a:pt x="546239" y="281584"/>
                </a:lnTo>
                <a:lnTo>
                  <a:pt x="545973" y="271564"/>
                </a:lnTo>
                <a:lnTo>
                  <a:pt x="533425" y="282473"/>
                </a:lnTo>
                <a:lnTo>
                  <a:pt x="521017" y="292519"/>
                </a:lnTo>
                <a:lnTo>
                  <a:pt x="497205" y="311188"/>
                </a:lnTo>
                <a:lnTo>
                  <a:pt x="497205" y="140411"/>
                </a:lnTo>
                <a:lnTo>
                  <a:pt x="416331" y="140411"/>
                </a:lnTo>
                <a:lnTo>
                  <a:pt x="416331" y="170891"/>
                </a:lnTo>
                <a:lnTo>
                  <a:pt x="465099" y="170891"/>
                </a:lnTo>
                <a:lnTo>
                  <a:pt x="465099" y="305092"/>
                </a:lnTo>
                <a:lnTo>
                  <a:pt x="464007" y="316268"/>
                </a:lnTo>
                <a:lnTo>
                  <a:pt x="460908" y="326707"/>
                </a:lnTo>
                <a:lnTo>
                  <a:pt x="456107" y="336257"/>
                </a:lnTo>
                <a:lnTo>
                  <a:pt x="449859" y="344817"/>
                </a:lnTo>
                <a:lnTo>
                  <a:pt x="469671" y="372249"/>
                </a:lnTo>
                <a:lnTo>
                  <a:pt x="506488" y="342709"/>
                </a:lnTo>
                <a:lnTo>
                  <a:pt x="526973" y="326555"/>
                </a:lnTo>
                <a:lnTo>
                  <a:pt x="547027" y="311188"/>
                </a:lnTo>
                <a:lnTo>
                  <a:pt x="549021" y="309664"/>
                </a:lnTo>
                <a:close/>
              </a:path>
              <a:path w="1275079" h="438150">
                <a:moveTo>
                  <a:pt x="759434" y="242608"/>
                </a:moveTo>
                <a:lnTo>
                  <a:pt x="728954" y="242608"/>
                </a:lnTo>
                <a:lnTo>
                  <a:pt x="728954" y="270040"/>
                </a:lnTo>
                <a:lnTo>
                  <a:pt x="728954" y="326529"/>
                </a:lnTo>
                <a:lnTo>
                  <a:pt x="657326" y="326529"/>
                </a:lnTo>
                <a:lnTo>
                  <a:pt x="657326" y="270040"/>
                </a:lnTo>
                <a:lnTo>
                  <a:pt x="728954" y="270040"/>
                </a:lnTo>
                <a:lnTo>
                  <a:pt x="728954" y="242608"/>
                </a:lnTo>
                <a:lnTo>
                  <a:pt x="625221" y="242608"/>
                </a:lnTo>
                <a:lnTo>
                  <a:pt x="625221" y="375297"/>
                </a:lnTo>
                <a:lnTo>
                  <a:pt x="657326" y="375297"/>
                </a:lnTo>
                <a:lnTo>
                  <a:pt x="657326" y="353961"/>
                </a:lnTo>
                <a:lnTo>
                  <a:pt x="759434" y="353961"/>
                </a:lnTo>
                <a:lnTo>
                  <a:pt x="759434" y="326529"/>
                </a:lnTo>
                <a:lnTo>
                  <a:pt x="759434" y="270040"/>
                </a:lnTo>
                <a:lnTo>
                  <a:pt x="759434" y="242608"/>
                </a:lnTo>
                <a:close/>
              </a:path>
              <a:path w="1275079" h="438150">
                <a:moveTo>
                  <a:pt x="785431" y="178511"/>
                </a:moveTo>
                <a:lnTo>
                  <a:pt x="710666" y="178511"/>
                </a:lnTo>
                <a:lnTo>
                  <a:pt x="710666" y="138887"/>
                </a:lnTo>
                <a:lnTo>
                  <a:pt x="771715" y="138887"/>
                </a:lnTo>
                <a:lnTo>
                  <a:pt x="771715" y="111353"/>
                </a:lnTo>
                <a:lnTo>
                  <a:pt x="710666" y="111353"/>
                </a:lnTo>
                <a:lnTo>
                  <a:pt x="710666" y="68681"/>
                </a:lnTo>
                <a:lnTo>
                  <a:pt x="680186" y="68681"/>
                </a:lnTo>
                <a:lnTo>
                  <a:pt x="680186" y="111353"/>
                </a:lnTo>
                <a:lnTo>
                  <a:pt x="617601" y="111353"/>
                </a:lnTo>
                <a:lnTo>
                  <a:pt x="617601" y="138887"/>
                </a:lnTo>
                <a:lnTo>
                  <a:pt x="680186" y="138887"/>
                </a:lnTo>
                <a:lnTo>
                  <a:pt x="680186" y="178511"/>
                </a:lnTo>
                <a:lnTo>
                  <a:pt x="605409" y="178511"/>
                </a:lnTo>
                <a:lnTo>
                  <a:pt x="605409" y="207467"/>
                </a:lnTo>
                <a:lnTo>
                  <a:pt x="785431" y="207467"/>
                </a:lnTo>
                <a:lnTo>
                  <a:pt x="785431" y="178511"/>
                </a:lnTo>
                <a:close/>
              </a:path>
              <a:path w="1275079" h="438150">
                <a:moveTo>
                  <a:pt x="829627" y="29057"/>
                </a:moveTo>
                <a:lnTo>
                  <a:pt x="559689" y="29057"/>
                </a:lnTo>
                <a:lnTo>
                  <a:pt x="559689" y="242608"/>
                </a:lnTo>
                <a:lnTo>
                  <a:pt x="555967" y="292315"/>
                </a:lnTo>
                <a:lnTo>
                  <a:pt x="544830" y="336194"/>
                </a:lnTo>
                <a:lnTo>
                  <a:pt x="526249" y="374065"/>
                </a:lnTo>
                <a:lnTo>
                  <a:pt x="500253" y="405777"/>
                </a:lnTo>
                <a:lnTo>
                  <a:pt x="505968" y="412000"/>
                </a:lnTo>
                <a:lnTo>
                  <a:pt x="511632" y="418909"/>
                </a:lnTo>
                <a:lnTo>
                  <a:pt x="517398" y="426212"/>
                </a:lnTo>
                <a:lnTo>
                  <a:pt x="523113" y="433298"/>
                </a:lnTo>
                <a:lnTo>
                  <a:pt x="553085" y="396367"/>
                </a:lnTo>
                <a:lnTo>
                  <a:pt x="574548" y="351675"/>
                </a:lnTo>
                <a:lnTo>
                  <a:pt x="587400" y="299008"/>
                </a:lnTo>
                <a:lnTo>
                  <a:pt x="591693" y="238036"/>
                </a:lnTo>
                <a:lnTo>
                  <a:pt x="591693" y="58013"/>
                </a:lnTo>
                <a:lnTo>
                  <a:pt x="797623" y="58013"/>
                </a:lnTo>
                <a:lnTo>
                  <a:pt x="797623" y="372249"/>
                </a:lnTo>
                <a:lnTo>
                  <a:pt x="796429" y="383120"/>
                </a:lnTo>
                <a:lnTo>
                  <a:pt x="792670" y="390728"/>
                </a:lnTo>
                <a:lnTo>
                  <a:pt x="786053" y="395173"/>
                </a:lnTo>
                <a:lnTo>
                  <a:pt x="776287" y="396633"/>
                </a:lnTo>
                <a:lnTo>
                  <a:pt x="764463" y="396367"/>
                </a:lnTo>
                <a:lnTo>
                  <a:pt x="709142" y="393585"/>
                </a:lnTo>
                <a:lnTo>
                  <a:pt x="711403" y="401815"/>
                </a:lnTo>
                <a:lnTo>
                  <a:pt x="713524" y="410349"/>
                </a:lnTo>
                <a:lnTo>
                  <a:pt x="715352" y="418909"/>
                </a:lnTo>
                <a:lnTo>
                  <a:pt x="716762" y="427202"/>
                </a:lnTo>
                <a:lnTo>
                  <a:pt x="737336" y="427443"/>
                </a:lnTo>
                <a:lnTo>
                  <a:pt x="771664" y="428485"/>
                </a:lnTo>
                <a:lnTo>
                  <a:pt x="785431" y="428726"/>
                </a:lnTo>
                <a:lnTo>
                  <a:pt x="805192" y="425589"/>
                </a:lnTo>
                <a:lnTo>
                  <a:pt x="818959" y="416293"/>
                </a:lnTo>
                <a:lnTo>
                  <a:pt x="827011" y="401002"/>
                </a:lnTo>
                <a:lnTo>
                  <a:pt x="827544" y="396633"/>
                </a:lnTo>
                <a:lnTo>
                  <a:pt x="829627" y="379869"/>
                </a:lnTo>
                <a:lnTo>
                  <a:pt x="829627" y="58013"/>
                </a:lnTo>
                <a:lnTo>
                  <a:pt x="829627" y="29057"/>
                </a:lnTo>
                <a:close/>
              </a:path>
              <a:path w="1275079" h="438150">
                <a:moveTo>
                  <a:pt x="1274927" y="27533"/>
                </a:moveTo>
                <a:lnTo>
                  <a:pt x="1239875" y="27533"/>
                </a:lnTo>
                <a:lnTo>
                  <a:pt x="1239875" y="59537"/>
                </a:lnTo>
                <a:lnTo>
                  <a:pt x="1239875" y="141922"/>
                </a:lnTo>
                <a:lnTo>
                  <a:pt x="1239875" y="173926"/>
                </a:lnTo>
                <a:lnTo>
                  <a:pt x="1239875" y="254800"/>
                </a:lnTo>
                <a:lnTo>
                  <a:pt x="1110234" y="254800"/>
                </a:lnTo>
                <a:lnTo>
                  <a:pt x="1110234" y="173926"/>
                </a:lnTo>
                <a:lnTo>
                  <a:pt x="1239875" y="173926"/>
                </a:lnTo>
                <a:lnTo>
                  <a:pt x="1239875" y="141922"/>
                </a:lnTo>
                <a:lnTo>
                  <a:pt x="1110234" y="141922"/>
                </a:lnTo>
                <a:lnTo>
                  <a:pt x="1110234" y="59537"/>
                </a:lnTo>
                <a:lnTo>
                  <a:pt x="1239875" y="59537"/>
                </a:lnTo>
                <a:lnTo>
                  <a:pt x="1239875" y="27533"/>
                </a:lnTo>
                <a:lnTo>
                  <a:pt x="1075182" y="27533"/>
                </a:lnTo>
                <a:lnTo>
                  <a:pt x="1075182" y="59537"/>
                </a:lnTo>
                <a:lnTo>
                  <a:pt x="1075182" y="141922"/>
                </a:lnTo>
                <a:lnTo>
                  <a:pt x="1075182" y="173926"/>
                </a:lnTo>
                <a:lnTo>
                  <a:pt x="1075182" y="254800"/>
                </a:lnTo>
                <a:lnTo>
                  <a:pt x="950112" y="254800"/>
                </a:lnTo>
                <a:lnTo>
                  <a:pt x="951217" y="235089"/>
                </a:lnTo>
                <a:lnTo>
                  <a:pt x="952017" y="214934"/>
                </a:lnTo>
                <a:lnTo>
                  <a:pt x="952258" y="194500"/>
                </a:lnTo>
                <a:lnTo>
                  <a:pt x="951636" y="173926"/>
                </a:lnTo>
                <a:lnTo>
                  <a:pt x="1075182" y="173926"/>
                </a:lnTo>
                <a:lnTo>
                  <a:pt x="1075182" y="141922"/>
                </a:lnTo>
                <a:lnTo>
                  <a:pt x="951636" y="141922"/>
                </a:lnTo>
                <a:lnTo>
                  <a:pt x="951636" y="59537"/>
                </a:lnTo>
                <a:lnTo>
                  <a:pt x="1075182" y="59537"/>
                </a:lnTo>
                <a:lnTo>
                  <a:pt x="1075182" y="27533"/>
                </a:lnTo>
                <a:lnTo>
                  <a:pt x="916584" y="27533"/>
                </a:lnTo>
                <a:lnTo>
                  <a:pt x="916584" y="184594"/>
                </a:lnTo>
                <a:lnTo>
                  <a:pt x="916012" y="225539"/>
                </a:lnTo>
                <a:lnTo>
                  <a:pt x="911402" y="292493"/>
                </a:lnTo>
                <a:lnTo>
                  <a:pt x="901395" y="342531"/>
                </a:lnTo>
                <a:lnTo>
                  <a:pt x="882065" y="387057"/>
                </a:lnTo>
                <a:lnTo>
                  <a:pt x="869251" y="407289"/>
                </a:lnTo>
                <a:lnTo>
                  <a:pt x="882777" y="423151"/>
                </a:lnTo>
                <a:lnTo>
                  <a:pt x="887463" y="428701"/>
                </a:lnTo>
                <a:lnTo>
                  <a:pt x="895159" y="437870"/>
                </a:lnTo>
                <a:lnTo>
                  <a:pt x="915530" y="406095"/>
                </a:lnTo>
                <a:lnTo>
                  <a:pt x="930871" y="370332"/>
                </a:lnTo>
                <a:lnTo>
                  <a:pt x="941336" y="330581"/>
                </a:lnTo>
                <a:lnTo>
                  <a:pt x="947064" y="286804"/>
                </a:lnTo>
                <a:lnTo>
                  <a:pt x="1075182" y="286804"/>
                </a:lnTo>
                <a:lnTo>
                  <a:pt x="1075182" y="427202"/>
                </a:lnTo>
                <a:lnTo>
                  <a:pt x="1110234" y="427202"/>
                </a:lnTo>
                <a:lnTo>
                  <a:pt x="1110234" y="286804"/>
                </a:lnTo>
                <a:lnTo>
                  <a:pt x="1239875" y="286804"/>
                </a:lnTo>
                <a:lnTo>
                  <a:pt x="1239875" y="367665"/>
                </a:lnTo>
                <a:lnTo>
                  <a:pt x="1238161" y="378790"/>
                </a:lnTo>
                <a:lnTo>
                  <a:pt x="1233017" y="386905"/>
                </a:lnTo>
                <a:lnTo>
                  <a:pt x="1224445" y="391883"/>
                </a:lnTo>
                <a:lnTo>
                  <a:pt x="1212443" y="393573"/>
                </a:lnTo>
                <a:lnTo>
                  <a:pt x="1199235" y="393319"/>
                </a:lnTo>
                <a:lnTo>
                  <a:pt x="1184579" y="392620"/>
                </a:lnTo>
                <a:lnTo>
                  <a:pt x="1149858" y="390525"/>
                </a:lnTo>
                <a:lnTo>
                  <a:pt x="1152118" y="401396"/>
                </a:lnTo>
                <a:lnTo>
                  <a:pt x="1154239" y="411111"/>
                </a:lnTo>
                <a:lnTo>
                  <a:pt x="1156068" y="419722"/>
                </a:lnTo>
                <a:lnTo>
                  <a:pt x="1157478" y="427202"/>
                </a:lnTo>
                <a:lnTo>
                  <a:pt x="1175473" y="428078"/>
                </a:lnTo>
                <a:lnTo>
                  <a:pt x="1192771" y="428536"/>
                </a:lnTo>
                <a:lnTo>
                  <a:pt x="1224635" y="428726"/>
                </a:lnTo>
                <a:lnTo>
                  <a:pt x="1246632" y="425538"/>
                </a:lnTo>
                <a:lnTo>
                  <a:pt x="1262354" y="415912"/>
                </a:lnTo>
                <a:lnTo>
                  <a:pt x="1271778" y="399719"/>
                </a:lnTo>
                <a:lnTo>
                  <a:pt x="1272616" y="393573"/>
                </a:lnTo>
                <a:lnTo>
                  <a:pt x="1274927" y="376809"/>
                </a:lnTo>
                <a:lnTo>
                  <a:pt x="1274927" y="59537"/>
                </a:lnTo>
                <a:lnTo>
                  <a:pt x="1274927" y="27533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6176289" y="4187189"/>
            <a:ext cx="2100580" cy="436880"/>
          </a:xfrm>
          <a:custGeom>
            <a:avLst/>
            <a:gdLst/>
            <a:ahLst/>
            <a:cxnLst/>
            <a:rect l="l" t="t" r="r" b="b"/>
            <a:pathLst>
              <a:path w="2100579" h="436879">
                <a:moveTo>
                  <a:pt x="190601" y="295948"/>
                </a:moveTo>
                <a:lnTo>
                  <a:pt x="180784" y="257352"/>
                </a:lnTo>
                <a:lnTo>
                  <a:pt x="153835" y="229082"/>
                </a:lnTo>
                <a:lnTo>
                  <a:pt x="108204" y="201358"/>
                </a:lnTo>
                <a:lnTo>
                  <a:pt x="100253" y="197700"/>
                </a:lnTo>
                <a:lnTo>
                  <a:pt x="92583" y="193738"/>
                </a:lnTo>
                <a:lnTo>
                  <a:pt x="79248" y="186118"/>
                </a:lnTo>
                <a:lnTo>
                  <a:pt x="70104" y="181546"/>
                </a:lnTo>
                <a:lnTo>
                  <a:pt x="51816" y="167830"/>
                </a:lnTo>
                <a:lnTo>
                  <a:pt x="47244" y="163258"/>
                </a:lnTo>
                <a:lnTo>
                  <a:pt x="41148" y="151066"/>
                </a:lnTo>
                <a:lnTo>
                  <a:pt x="39624" y="143446"/>
                </a:lnTo>
                <a:lnTo>
                  <a:pt x="39624" y="126682"/>
                </a:lnTo>
                <a:lnTo>
                  <a:pt x="67056" y="96113"/>
                </a:lnTo>
                <a:lnTo>
                  <a:pt x="99060" y="88493"/>
                </a:lnTo>
                <a:lnTo>
                  <a:pt x="106680" y="88493"/>
                </a:lnTo>
                <a:lnTo>
                  <a:pt x="127571" y="89662"/>
                </a:lnTo>
                <a:lnTo>
                  <a:pt x="146583" y="93256"/>
                </a:lnTo>
                <a:lnTo>
                  <a:pt x="163563" y="99428"/>
                </a:lnTo>
                <a:lnTo>
                  <a:pt x="178409" y="108305"/>
                </a:lnTo>
                <a:lnTo>
                  <a:pt x="178409" y="67157"/>
                </a:lnTo>
                <a:lnTo>
                  <a:pt x="165760" y="62039"/>
                </a:lnTo>
                <a:lnTo>
                  <a:pt x="150393" y="58204"/>
                </a:lnTo>
                <a:lnTo>
                  <a:pt x="131851" y="55803"/>
                </a:lnTo>
                <a:lnTo>
                  <a:pt x="109728" y="54965"/>
                </a:lnTo>
                <a:lnTo>
                  <a:pt x="99682" y="55245"/>
                </a:lnTo>
                <a:lnTo>
                  <a:pt x="60985" y="63017"/>
                </a:lnTo>
                <a:lnTo>
                  <a:pt x="27597" y="81419"/>
                </a:lnTo>
                <a:lnTo>
                  <a:pt x="3810" y="119443"/>
                </a:lnTo>
                <a:lnTo>
                  <a:pt x="1524" y="138874"/>
                </a:lnTo>
                <a:lnTo>
                  <a:pt x="1828" y="147713"/>
                </a:lnTo>
                <a:lnTo>
                  <a:pt x="18973" y="188010"/>
                </a:lnTo>
                <a:lnTo>
                  <a:pt x="48768" y="212026"/>
                </a:lnTo>
                <a:lnTo>
                  <a:pt x="86982" y="232562"/>
                </a:lnTo>
                <a:lnTo>
                  <a:pt x="101320" y="240461"/>
                </a:lnTo>
                <a:lnTo>
                  <a:pt x="114782" y="247586"/>
                </a:lnTo>
                <a:lnTo>
                  <a:pt x="120777" y="251180"/>
                </a:lnTo>
                <a:lnTo>
                  <a:pt x="126212" y="255066"/>
                </a:lnTo>
                <a:lnTo>
                  <a:pt x="131064" y="259372"/>
                </a:lnTo>
                <a:lnTo>
                  <a:pt x="138785" y="263944"/>
                </a:lnTo>
                <a:lnTo>
                  <a:pt x="143357" y="270040"/>
                </a:lnTo>
                <a:lnTo>
                  <a:pt x="146405" y="276136"/>
                </a:lnTo>
                <a:lnTo>
                  <a:pt x="150977" y="282232"/>
                </a:lnTo>
                <a:lnTo>
                  <a:pt x="152501" y="289852"/>
                </a:lnTo>
                <a:lnTo>
                  <a:pt x="152501" y="297472"/>
                </a:lnTo>
                <a:lnTo>
                  <a:pt x="135737" y="334137"/>
                </a:lnTo>
                <a:lnTo>
                  <a:pt x="85344" y="347853"/>
                </a:lnTo>
                <a:lnTo>
                  <a:pt x="79248" y="347853"/>
                </a:lnTo>
                <a:lnTo>
                  <a:pt x="41148" y="340233"/>
                </a:lnTo>
                <a:lnTo>
                  <a:pt x="18288" y="331089"/>
                </a:lnTo>
                <a:lnTo>
                  <a:pt x="12192" y="326517"/>
                </a:lnTo>
                <a:lnTo>
                  <a:pt x="6096" y="323469"/>
                </a:lnTo>
                <a:lnTo>
                  <a:pt x="0" y="318808"/>
                </a:lnTo>
                <a:lnTo>
                  <a:pt x="0" y="361569"/>
                </a:lnTo>
                <a:lnTo>
                  <a:pt x="4572" y="364617"/>
                </a:lnTo>
                <a:lnTo>
                  <a:pt x="10668" y="367665"/>
                </a:lnTo>
                <a:lnTo>
                  <a:pt x="16764" y="369189"/>
                </a:lnTo>
                <a:lnTo>
                  <a:pt x="24384" y="372237"/>
                </a:lnTo>
                <a:lnTo>
                  <a:pt x="30480" y="373761"/>
                </a:lnTo>
                <a:lnTo>
                  <a:pt x="53340" y="378333"/>
                </a:lnTo>
                <a:lnTo>
                  <a:pt x="60960" y="378333"/>
                </a:lnTo>
                <a:lnTo>
                  <a:pt x="68580" y="379857"/>
                </a:lnTo>
                <a:lnTo>
                  <a:pt x="111607" y="377291"/>
                </a:lnTo>
                <a:lnTo>
                  <a:pt x="149656" y="365861"/>
                </a:lnTo>
                <a:lnTo>
                  <a:pt x="181457" y="335661"/>
                </a:lnTo>
                <a:lnTo>
                  <a:pt x="190030" y="306870"/>
                </a:lnTo>
                <a:lnTo>
                  <a:pt x="190601" y="295948"/>
                </a:lnTo>
                <a:close/>
              </a:path>
              <a:path w="2100579" h="436879">
                <a:moveTo>
                  <a:pt x="556641" y="417969"/>
                </a:moveTo>
                <a:lnTo>
                  <a:pt x="493433" y="372237"/>
                </a:lnTo>
                <a:lnTo>
                  <a:pt x="468160" y="353949"/>
                </a:lnTo>
                <a:lnTo>
                  <a:pt x="473608" y="350240"/>
                </a:lnTo>
                <a:lnTo>
                  <a:pt x="476402" y="347853"/>
                </a:lnTo>
                <a:lnTo>
                  <a:pt x="505968" y="310984"/>
                </a:lnTo>
                <a:lnTo>
                  <a:pt x="526542" y="250240"/>
                </a:lnTo>
                <a:lnTo>
                  <a:pt x="529120" y="213550"/>
                </a:lnTo>
                <a:lnTo>
                  <a:pt x="526567" y="179832"/>
                </a:lnTo>
                <a:lnTo>
                  <a:pt x="519023" y="149542"/>
                </a:lnTo>
                <a:lnTo>
                  <a:pt x="506615" y="122643"/>
                </a:lnTo>
                <a:lnTo>
                  <a:pt x="491020" y="101257"/>
                </a:lnTo>
                <a:lnTo>
                  <a:pt x="491020" y="218224"/>
                </a:lnTo>
                <a:lnTo>
                  <a:pt x="489038" y="247345"/>
                </a:lnTo>
                <a:lnTo>
                  <a:pt x="473659" y="294728"/>
                </a:lnTo>
                <a:lnTo>
                  <a:pt x="444271" y="327888"/>
                </a:lnTo>
                <a:lnTo>
                  <a:pt x="403694" y="345592"/>
                </a:lnTo>
                <a:lnTo>
                  <a:pt x="379666" y="347853"/>
                </a:lnTo>
                <a:lnTo>
                  <a:pt x="355930" y="345567"/>
                </a:lnTo>
                <a:lnTo>
                  <a:pt x="316445" y="327240"/>
                </a:lnTo>
                <a:lnTo>
                  <a:pt x="287286" y="292379"/>
                </a:lnTo>
                <a:lnTo>
                  <a:pt x="271830" y="245605"/>
                </a:lnTo>
                <a:lnTo>
                  <a:pt x="269836" y="218224"/>
                </a:lnTo>
                <a:lnTo>
                  <a:pt x="271856" y="190766"/>
                </a:lnTo>
                <a:lnTo>
                  <a:pt x="287921" y="143332"/>
                </a:lnTo>
                <a:lnTo>
                  <a:pt x="318185" y="108470"/>
                </a:lnTo>
                <a:lnTo>
                  <a:pt x="358089" y="90754"/>
                </a:lnTo>
                <a:lnTo>
                  <a:pt x="381190" y="88493"/>
                </a:lnTo>
                <a:lnTo>
                  <a:pt x="405866" y="90728"/>
                </a:lnTo>
                <a:lnTo>
                  <a:pt x="446011" y="107823"/>
                </a:lnTo>
                <a:lnTo>
                  <a:pt x="474294" y="140982"/>
                </a:lnTo>
                <a:lnTo>
                  <a:pt x="489064" y="189026"/>
                </a:lnTo>
                <a:lnTo>
                  <a:pt x="491020" y="218224"/>
                </a:lnTo>
                <a:lnTo>
                  <a:pt x="491020" y="101257"/>
                </a:lnTo>
                <a:lnTo>
                  <a:pt x="489496" y="99161"/>
                </a:lnTo>
                <a:lnTo>
                  <a:pt x="477215" y="88493"/>
                </a:lnTo>
                <a:lnTo>
                  <a:pt x="467487" y="80035"/>
                </a:lnTo>
                <a:lnTo>
                  <a:pt x="442620" y="66205"/>
                </a:lnTo>
                <a:lnTo>
                  <a:pt x="414870" y="57797"/>
                </a:lnTo>
                <a:lnTo>
                  <a:pt x="384238" y="54965"/>
                </a:lnTo>
                <a:lnTo>
                  <a:pt x="350786" y="57823"/>
                </a:lnTo>
                <a:lnTo>
                  <a:pt x="295300" y="80683"/>
                </a:lnTo>
                <a:lnTo>
                  <a:pt x="254927" y="124701"/>
                </a:lnTo>
                <a:lnTo>
                  <a:pt x="234315" y="185254"/>
                </a:lnTo>
                <a:lnTo>
                  <a:pt x="231736" y="221272"/>
                </a:lnTo>
                <a:lnTo>
                  <a:pt x="234289" y="254990"/>
                </a:lnTo>
                <a:lnTo>
                  <a:pt x="254292" y="312178"/>
                </a:lnTo>
                <a:lnTo>
                  <a:pt x="293725" y="355434"/>
                </a:lnTo>
                <a:lnTo>
                  <a:pt x="347967" y="377240"/>
                </a:lnTo>
                <a:lnTo>
                  <a:pt x="379666" y="379857"/>
                </a:lnTo>
                <a:lnTo>
                  <a:pt x="393115" y="379526"/>
                </a:lnTo>
                <a:lnTo>
                  <a:pt x="406006" y="378333"/>
                </a:lnTo>
                <a:lnTo>
                  <a:pt x="418325" y="376008"/>
                </a:lnTo>
                <a:lnTo>
                  <a:pt x="430060" y="372237"/>
                </a:lnTo>
                <a:lnTo>
                  <a:pt x="489496" y="417969"/>
                </a:lnTo>
                <a:lnTo>
                  <a:pt x="556641" y="417969"/>
                </a:lnTo>
                <a:close/>
              </a:path>
              <a:path w="2100579" h="436879">
                <a:moveTo>
                  <a:pt x="753338" y="341630"/>
                </a:moveTo>
                <a:lnTo>
                  <a:pt x="628269" y="341630"/>
                </a:lnTo>
                <a:lnTo>
                  <a:pt x="628269" y="60960"/>
                </a:lnTo>
                <a:lnTo>
                  <a:pt x="591693" y="60960"/>
                </a:lnTo>
                <a:lnTo>
                  <a:pt x="591693" y="341630"/>
                </a:lnTo>
                <a:lnTo>
                  <a:pt x="591693" y="374650"/>
                </a:lnTo>
                <a:lnTo>
                  <a:pt x="753338" y="374650"/>
                </a:lnTo>
                <a:lnTo>
                  <a:pt x="753338" y="341630"/>
                </a:lnTo>
                <a:close/>
              </a:path>
              <a:path w="2100579" h="436879">
                <a:moveTo>
                  <a:pt x="954595" y="74777"/>
                </a:moveTo>
                <a:lnTo>
                  <a:pt x="919543" y="74777"/>
                </a:lnTo>
                <a:lnTo>
                  <a:pt x="919543" y="106781"/>
                </a:lnTo>
                <a:lnTo>
                  <a:pt x="919543" y="213563"/>
                </a:lnTo>
                <a:lnTo>
                  <a:pt x="919543" y="245656"/>
                </a:lnTo>
                <a:lnTo>
                  <a:pt x="919543" y="357009"/>
                </a:lnTo>
                <a:lnTo>
                  <a:pt x="820394" y="357009"/>
                </a:lnTo>
                <a:lnTo>
                  <a:pt x="820394" y="245656"/>
                </a:lnTo>
                <a:lnTo>
                  <a:pt x="919543" y="245656"/>
                </a:lnTo>
                <a:lnTo>
                  <a:pt x="919543" y="213563"/>
                </a:lnTo>
                <a:lnTo>
                  <a:pt x="820394" y="213563"/>
                </a:lnTo>
                <a:lnTo>
                  <a:pt x="820394" y="106781"/>
                </a:lnTo>
                <a:lnTo>
                  <a:pt x="919543" y="106781"/>
                </a:lnTo>
                <a:lnTo>
                  <a:pt x="919543" y="74777"/>
                </a:lnTo>
                <a:lnTo>
                  <a:pt x="866203" y="74777"/>
                </a:lnTo>
                <a:lnTo>
                  <a:pt x="873061" y="59867"/>
                </a:lnTo>
                <a:lnTo>
                  <a:pt x="879919" y="44678"/>
                </a:lnTo>
                <a:lnTo>
                  <a:pt x="886777" y="28917"/>
                </a:lnTo>
                <a:lnTo>
                  <a:pt x="893635" y="12293"/>
                </a:lnTo>
                <a:lnTo>
                  <a:pt x="857059" y="1524"/>
                </a:lnTo>
                <a:lnTo>
                  <a:pt x="851065" y="18161"/>
                </a:lnTo>
                <a:lnTo>
                  <a:pt x="844486" y="35902"/>
                </a:lnTo>
                <a:lnTo>
                  <a:pt x="837349" y="54775"/>
                </a:lnTo>
                <a:lnTo>
                  <a:pt x="829627" y="74777"/>
                </a:lnTo>
                <a:lnTo>
                  <a:pt x="785342" y="74777"/>
                </a:lnTo>
                <a:lnTo>
                  <a:pt x="785342" y="427202"/>
                </a:lnTo>
                <a:lnTo>
                  <a:pt x="820394" y="427202"/>
                </a:lnTo>
                <a:lnTo>
                  <a:pt x="820394" y="389013"/>
                </a:lnTo>
                <a:lnTo>
                  <a:pt x="919543" y="389013"/>
                </a:lnTo>
                <a:lnTo>
                  <a:pt x="919543" y="424154"/>
                </a:lnTo>
                <a:lnTo>
                  <a:pt x="954595" y="424154"/>
                </a:lnTo>
                <a:lnTo>
                  <a:pt x="954595" y="389013"/>
                </a:lnTo>
                <a:lnTo>
                  <a:pt x="954595" y="357009"/>
                </a:lnTo>
                <a:lnTo>
                  <a:pt x="954595" y="245656"/>
                </a:lnTo>
                <a:lnTo>
                  <a:pt x="954595" y="213563"/>
                </a:lnTo>
                <a:lnTo>
                  <a:pt x="954595" y="106781"/>
                </a:lnTo>
                <a:lnTo>
                  <a:pt x="954595" y="74777"/>
                </a:lnTo>
                <a:close/>
              </a:path>
              <a:path w="2100579" h="436879">
                <a:moveTo>
                  <a:pt x="1104138" y="273088"/>
                </a:moveTo>
                <a:lnTo>
                  <a:pt x="1088085" y="251383"/>
                </a:lnTo>
                <a:lnTo>
                  <a:pt x="1069759" y="227507"/>
                </a:lnTo>
                <a:lnTo>
                  <a:pt x="1049185" y="201637"/>
                </a:lnTo>
                <a:lnTo>
                  <a:pt x="1026325" y="173939"/>
                </a:lnTo>
                <a:lnTo>
                  <a:pt x="998893" y="193751"/>
                </a:lnTo>
                <a:lnTo>
                  <a:pt x="1018895" y="219824"/>
                </a:lnTo>
                <a:lnTo>
                  <a:pt x="1037755" y="245452"/>
                </a:lnTo>
                <a:lnTo>
                  <a:pt x="1055471" y="270776"/>
                </a:lnTo>
                <a:lnTo>
                  <a:pt x="1072045" y="295948"/>
                </a:lnTo>
                <a:lnTo>
                  <a:pt x="1104138" y="273088"/>
                </a:lnTo>
                <a:close/>
              </a:path>
              <a:path w="2100579" h="436879">
                <a:moveTo>
                  <a:pt x="1186434" y="73253"/>
                </a:moveTo>
                <a:lnTo>
                  <a:pt x="1044613" y="73253"/>
                </a:lnTo>
                <a:lnTo>
                  <a:pt x="1050328" y="58127"/>
                </a:lnTo>
                <a:lnTo>
                  <a:pt x="1056043" y="42583"/>
                </a:lnTo>
                <a:lnTo>
                  <a:pt x="1061758" y="26746"/>
                </a:lnTo>
                <a:lnTo>
                  <a:pt x="1067473" y="10769"/>
                </a:lnTo>
                <a:lnTo>
                  <a:pt x="1030897" y="1524"/>
                </a:lnTo>
                <a:lnTo>
                  <a:pt x="1015441" y="48514"/>
                </a:lnTo>
                <a:lnTo>
                  <a:pt x="998689" y="91198"/>
                </a:lnTo>
                <a:lnTo>
                  <a:pt x="980490" y="129857"/>
                </a:lnTo>
                <a:lnTo>
                  <a:pt x="960691" y="164795"/>
                </a:lnTo>
                <a:lnTo>
                  <a:pt x="969581" y="168452"/>
                </a:lnTo>
                <a:lnTo>
                  <a:pt x="977734" y="172415"/>
                </a:lnTo>
                <a:lnTo>
                  <a:pt x="984999" y="176364"/>
                </a:lnTo>
                <a:lnTo>
                  <a:pt x="991273" y="180035"/>
                </a:lnTo>
                <a:lnTo>
                  <a:pt x="1001534" y="163436"/>
                </a:lnTo>
                <a:lnTo>
                  <a:pt x="1011656" y="145542"/>
                </a:lnTo>
                <a:lnTo>
                  <a:pt x="1021486" y="126199"/>
                </a:lnTo>
                <a:lnTo>
                  <a:pt x="1030897" y="105257"/>
                </a:lnTo>
                <a:lnTo>
                  <a:pt x="1148334" y="105257"/>
                </a:lnTo>
                <a:lnTo>
                  <a:pt x="1147203" y="173939"/>
                </a:lnTo>
                <a:lnTo>
                  <a:pt x="1145870" y="229768"/>
                </a:lnTo>
                <a:lnTo>
                  <a:pt x="1144270" y="278282"/>
                </a:lnTo>
                <a:lnTo>
                  <a:pt x="1142530" y="317639"/>
                </a:lnTo>
                <a:lnTo>
                  <a:pt x="1137259" y="366102"/>
                </a:lnTo>
                <a:lnTo>
                  <a:pt x="1097953" y="390537"/>
                </a:lnTo>
                <a:lnTo>
                  <a:pt x="1079347" y="390004"/>
                </a:lnTo>
                <a:lnTo>
                  <a:pt x="1060043" y="388632"/>
                </a:lnTo>
                <a:lnTo>
                  <a:pt x="1018705" y="384441"/>
                </a:lnTo>
                <a:lnTo>
                  <a:pt x="1017181" y="384441"/>
                </a:lnTo>
                <a:lnTo>
                  <a:pt x="1019200" y="392963"/>
                </a:lnTo>
                <a:lnTo>
                  <a:pt x="1020800" y="402348"/>
                </a:lnTo>
                <a:lnTo>
                  <a:pt x="1022108" y="412330"/>
                </a:lnTo>
                <a:lnTo>
                  <a:pt x="1023277" y="422630"/>
                </a:lnTo>
                <a:lnTo>
                  <a:pt x="1064234" y="424726"/>
                </a:lnTo>
                <a:lnTo>
                  <a:pt x="1084389" y="425411"/>
                </a:lnTo>
                <a:lnTo>
                  <a:pt x="1104138" y="425678"/>
                </a:lnTo>
                <a:lnTo>
                  <a:pt x="1135291" y="421373"/>
                </a:lnTo>
                <a:lnTo>
                  <a:pt x="1157859" y="408482"/>
                </a:lnTo>
                <a:lnTo>
                  <a:pt x="1169568" y="390537"/>
                </a:lnTo>
                <a:lnTo>
                  <a:pt x="1171867" y="387019"/>
                </a:lnTo>
                <a:lnTo>
                  <a:pt x="1178179" y="332574"/>
                </a:lnTo>
                <a:lnTo>
                  <a:pt x="1182370" y="204457"/>
                </a:lnTo>
                <a:lnTo>
                  <a:pt x="1185443" y="105257"/>
                </a:lnTo>
                <a:lnTo>
                  <a:pt x="1186434" y="73253"/>
                </a:lnTo>
                <a:close/>
              </a:path>
              <a:path w="2100579" h="436879">
                <a:moveTo>
                  <a:pt x="1645450" y="77825"/>
                </a:moveTo>
                <a:lnTo>
                  <a:pt x="1438084" y="77825"/>
                </a:lnTo>
                <a:lnTo>
                  <a:pt x="1470088" y="61061"/>
                </a:lnTo>
                <a:lnTo>
                  <a:pt x="1448371" y="24282"/>
                </a:lnTo>
                <a:lnTo>
                  <a:pt x="1433512" y="0"/>
                </a:lnTo>
                <a:lnTo>
                  <a:pt x="1398460" y="15341"/>
                </a:lnTo>
                <a:lnTo>
                  <a:pt x="1405648" y="26822"/>
                </a:lnTo>
                <a:lnTo>
                  <a:pt x="1413700" y="40868"/>
                </a:lnTo>
                <a:lnTo>
                  <a:pt x="1422895" y="57772"/>
                </a:lnTo>
                <a:lnTo>
                  <a:pt x="1433512" y="77825"/>
                </a:lnTo>
                <a:lnTo>
                  <a:pt x="1223010" y="77825"/>
                </a:lnTo>
                <a:lnTo>
                  <a:pt x="1223010" y="111353"/>
                </a:lnTo>
                <a:lnTo>
                  <a:pt x="1341983" y="111353"/>
                </a:lnTo>
                <a:lnTo>
                  <a:pt x="1341475" y="137668"/>
                </a:lnTo>
                <a:lnTo>
                  <a:pt x="1337411" y="201358"/>
                </a:lnTo>
                <a:lnTo>
                  <a:pt x="1329537" y="250609"/>
                </a:lnTo>
                <a:lnTo>
                  <a:pt x="1313256" y="295744"/>
                </a:lnTo>
                <a:lnTo>
                  <a:pt x="1288554" y="336702"/>
                </a:lnTo>
                <a:lnTo>
                  <a:pt x="1255420" y="373405"/>
                </a:lnTo>
                <a:lnTo>
                  <a:pt x="1213866" y="405765"/>
                </a:lnTo>
                <a:lnTo>
                  <a:pt x="1239774" y="436346"/>
                </a:lnTo>
                <a:lnTo>
                  <a:pt x="1277264" y="407847"/>
                </a:lnTo>
                <a:lnTo>
                  <a:pt x="1308811" y="375793"/>
                </a:lnTo>
                <a:lnTo>
                  <a:pt x="1334350" y="340194"/>
                </a:lnTo>
                <a:lnTo>
                  <a:pt x="1353769" y="301028"/>
                </a:lnTo>
                <a:lnTo>
                  <a:pt x="1367015" y="258305"/>
                </a:lnTo>
                <a:lnTo>
                  <a:pt x="1373987" y="212026"/>
                </a:lnTo>
                <a:lnTo>
                  <a:pt x="1549438" y="212026"/>
                </a:lnTo>
                <a:lnTo>
                  <a:pt x="1544866" y="281660"/>
                </a:lnTo>
                <a:lnTo>
                  <a:pt x="1540294" y="338709"/>
                </a:lnTo>
                <a:lnTo>
                  <a:pt x="1525993" y="375094"/>
                </a:lnTo>
                <a:lnTo>
                  <a:pt x="1494472" y="387477"/>
                </a:lnTo>
                <a:lnTo>
                  <a:pt x="1475917" y="386930"/>
                </a:lnTo>
                <a:lnTo>
                  <a:pt x="1454658" y="385381"/>
                </a:lnTo>
                <a:lnTo>
                  <a:pt x="1430820" y="382981"/>
                </a:lnTo>
                <a:lnTo>
                  <a:pt x="1404556" y="379857"/>
                </a:lnTo>
                <a:lnTo>
                  <a:pt x="1406575" y="390982"/>
                </a:lnTo>
                <a:lnTo>
                  <a:pt x="1408176" y="401383"/>
                </a:lnTo>
                <a:lnTo>
                  <a:pt x="1410652" y="419481"/>
                </a:lnTo>
                <a:lnTo>
                  <a:pt x="1436890" y="421538"/>
                </a:lnTo>
                <a:lnTo>
                  <a:pt x="1460563" y="422998"/>
                </a:lnTo>
                <a:lnTo>
                  <a:pt x="1481378" y="423862"/>
                </a:lnTo>
                <a:lnTo>
                  <a:pt x="1499044" y="424154"/>
                </a:lnTo>
                <a:lnTo>
                  <a:pt x="1531391" y="419023"/>
                </a:lnTo>
                <a:lnTo>
                  <a:pt x="1570291" y="378421"/>
                </a:lnTo>
                <a:lnTo>
                  <a:pt x="1580057" y="307225"/>
                </a:lnTo>
                <a:lnTo>
                  <a:pt x="1582966" y="267754"/>
                </a:lnTo>
                <a:lnTo>
                  <a:pt x="1589062" y="178498"/>
                </a:lnTo>
                <a:lnTo>
                  <a:pt x="1377035" y="178498"/>
                </a:lnTo>
                <a:lnTo>
                  <a:pt x="1377289" y="163957"/>
                </a:lnTo>
                <a:lnTo>
                  <a:pt x="1377988" y="147828"/>
                </a:lnTo>
                <a:lnTo>
                  <a:pt x="1380172" y="111353"/>
                </a:lnTo>
                <a:lnTo>
                  <a:pt x="1645450" y="111353"/>
                </a:lnTo>
                <a:lnTo>
                  <a:pt x="1645450" y="77825"/>
                </a:lnTo>
                <a:close/>
              </a:path>
              <a:path w="2100579" h="436879">
                <a:moveTo>
                  <a:pt x="1764411" y="260896"/>
                </a:moveTo>
                <a:lnTo>
                  <a:pt x="1746313" y="254038"/>
                </a:lnTo>
                <a:lnTo>
                  <a:pt x="1737626" y="250609"/>
                </a:lnTo>
                <a:lnTo>
                  <a:pt x="1729359" y="247180"/>
                </a:lnTo>
                <a:lnTo>
                  <a:pt x="1715376" y="292290"/>
                </a:lnTo>
                <a:lnTo>
                  <a:pt x="1700974" y="336003"/>
                </a:lnTo>
                <a:lnTo>
                  <a:pt x="1686280" y="377990"/>
                </a:lnTo>
                <a:lnTo>
                  <a:pt x="1671447" y="417969"/>
                </a:lnTo>
                <a:lnTo>
                  <a:pt x="1709547" y="430250"/>
                </a:lnTo>
                <a:lnTo>
                  <a:pt x="1721548" y="391337"/>
                </a:lnTo>
                <a:lnTo>
                  <a:pt x="1734693" y="350151"/>
                </a:lnTo>
                <a:lnTo>
                  <a:pt x="1748980" y="306666"/>
                </a:lnTo>
                <a:lnTo>
                  <a:pt x="1764411" y="260896"/>
                </a:lnTo>
                <a:close/>
              </a:path>
              <a:path w="2100579" h="436879">
                <a:moveTo>
                  <a:pt x="1764411" y="180022"/>
                </a:moveTo>
                <a:lnTo>
                  <a:pt x="1742401" y="162598"/>
                </a:lnTo>
                <a:lnTo>
                  <a:pt x="1722120" y="146875"/>
                </a:lnTo>
                <a:lnTo>
                  <a:pt x="1703539" y="132880"/>
                </a:lnTo>
                <a:lnTo>
                  <a:pt x="1686687" y="120586"/>
                </a:lnTo>
                <a:lnTo>
                  <a:pt x="1665351" y="146494"/>
                </a:lnTo>
                <a:lnTo>
                  <a:pt x="1678495" y="157340"/>
                </a:lnTo>
                <a:lnTo>
                  <a:pt x="1695069" y="171450"/>
                </a:lnTo>
                <a:lnTo>
                  <a:pt x="1714957" y="188620"/>
                </a:lnTo>
                <a:lnTo>
                  <a:pt x="1738503" y="208978"/>
                </a:lnTo>
                <a:lnTo>
                  <a:pt x="1743405" y="202958"/>
                </a:lnTo>
                <a:lnTo>
                  <a:pt x="1749171" y="196215"/>
                </a:lnTo>
                <a:lnTo>
                  <a:pt x="1755990" y="188722"/>
                </a:lnTo>
                <a:lnTo>
                  <a:pt x="1764411" y="180022"/>
                </a:lnTo>
                <a:close/>
              </a:path>
              <a:path w="2100579" h="436879">
                <a:moveTo>
                  <a:pt x="1779651" y="71729"/>
                </a:moveTo>
                <a:lnTo>
                  <a:pt x="1759381" y="54013"/>
                </a:lnTo>
                <a:lnTo>
                  <a:pt x="1739836" y="37426"/>
                </a:lnTo>
                <a:lnTo>
                  <a:pt x="1721142" y="21971"/>
                </a:lnTo>
                <a:lnTo>
                  <a:pt x="1703451" y="7620"/>
                </a:lnTo>
                <a:lnTo>
                  <a:pt x="1680591" y="32105"/>
                </a:lnTo>
                <a:lnTo>
                  <a:pt x="1697164" y="45796"/>
                </a:lnTo>
                <a:lnTo>
                  <a:pt x="1714881" y="61633"/>
                </a:lnTo>
                <a:lnTo>
                  <a:pt x="1733740" y="79463"/>
                </a:lnTo>
                <a:lnTo>
                  <a:pt x="1753743" y="99161"/>
                </a:lnTo>
                <a:lnTo>
                  <a:pt x="1758861" y="92303"/>
                </a:lnTo>
                <a:lnTo>
                  <a:pt x="1764982" y="85445"/>
                </a:lnTo>
                <a:lnTo>
                  <a:pt x="1771954" y="78587"/>
                </a:lnTo>
                <a:lnTo>
                  <a:pt x="1779651" y="71729"/>
                </a:lnTo>
                <a:close/>
              </a:path>
              <a:path w="2100579" h="436879">
                <a:moveTo>
                  <a:pt x="2099983" y="205930"/>
                </a:moveTo>
                <a:lnTo>
                  <a:pt x="1958149" y="205930"/>
                </a:lnTo>
                <a:lnTo>
                  <a:pt x="1958149" y="112966"/>
                </a:lnTo>
                <a:lnTo>
                  <a:pt x="2078647" y="112966"/>
                </a:lnTo>
                <a:lnTo>
                  <a:pt x="2078647" y="82397"/>
                </a:lnTo>
                <a:lnTo>
                  <a:pt x="1958149" y="82397"/>
                </a:lnTo>
                <a:lnTo>
                  <a:pt x="1958149" y="1524"/>
                </a:lnTo>
                <a:lnTo>
                  <a:pt x="1922995" y="1524"/>
                </a:lnTo>
                <a:lnTo>
                  <a:pt x="1922995" y="82397"/>
                </a:lnTo>
                <a:lnTo>
                  <a:pt x="1805647" y="82397"/>
                </a:lnTo>
                <a:lnTo>
                  <a:pt x="1805647" y="112966"/>
                </a:lnTo>
                <a:lnTo>
                  <a:pt x="1922995" y="112966"/>
                </a:lnTo>
                <a:lnTo>
                  <a:pt x="1922995" y="205930"/>
                </a:lnTo>
                <a:lnTo>
                  <a:pt x="1784223" y="205930"/>
                </a:lnTo>
                <a:lnTo>
                  <a:pt x="1784223" y="238036"/>
                </a:lnTo>
                <a:lnTo>
                  <a:pt x="1900135" y="238036"/>
                </a:lnTo>
                <a:lnTo>
                  <a:pt x="1887308" y="260616"/>
                </a:lnTo>
                <a:lnTo>
                  <a:pt x="1860499" y="304088"/>
                </a:lnTo>
                <a:lnTo>
                  <a:pt x="1833079" y="342722"/>
                </a:lnTo>
                <a:lnTo>
                  <a:pt x="1791843" y="375297"/>
                </a:lnTo>
                <a:lnTo>
                  <a:pt x="1808695" y="413397"/>
                </a:lnTo>
                <a:lnTo>
                  <a:pt x="2034349" y="395109"/>
                </a:lnTo>
                <a:lnTo>
                  <a:pt x="2040064" y="404482"/>
                </a:lnTo>
                <a:lnTo>
                  <a:pt x="2051494" y="423862"/>
                </a:lnTo>
                <a:lnTo>
                  <a:pt x="2057209" y="433298"/>
                </a:lnTo>
                <a:lnTo>
                  <a:pt x="2066124" y="428688"/>
                </a:lnTo>
                <a:lnTo>
                  <a:pt x="2074786" y="423913"/>
                </a:lnTo>
                <a:lnTo>
                  <a:pt x="2083435" y="418858"/>
                </a:lnTo>
                <a:lnTo>
                  <a:pt x="2092363" y="413397"/>
                </a:lnTo>
                <a:lnTo>
                  <a:pt x="2080183" y="395109"/>
                </a:lnTo>
                <a:lnTo>
                  <a:pt x="2068588" y="377698"/>
                </a:lnTo>
                <a:lnTo>
                  <a:pt x="2067979" y="376821"/>
                </a:lnTo>
                <a:lnTo>
                  <a:pt x="2045411" y="343852"/>
                </a:lnTo>
                <a:lnTo>
                  <a:pt x="2022830" y="311975"/>
                </a:lnTo>
                <a:lnTo>
                  <a:pt x="2000821" y="282232"/>
                </a:lnTo>
                <a:lnTo>
                  <a:pt x="1971865" y="300520"/>
                </a:lnTo>
                <a:lnTo>
                  <a:pt x="2004656" y="347764"/>
                </a:lnTo>
                <a:lnTo>
                  <a:pt x="2016061" y="364629"/>
                </a:lnTo>
                <a:lnTo>
                  <a:pt x="1973999" y="368668"/>
                </a:lnTo>
                <a:lnTo>
                  <a:pt x="1932190" y="371868"/>
                </a:lnTo>
                <a:lnTo>
                  <a:pt x="1848319" y="376821"/>
                </a:lnTo>
                <a:lnTo>
                  <a:pt x="1871472" y="345909"/>
                </a:lnTo>
                <a:lnTo>
                  <a:pt x="1895195" y="312572"/>
                </a:lnTo>
                <a:lnTo>
                  <a:pt x="1919516" y="276656"/>
                </a:lnTo>
                <a:lnTo>
                  <a:pt x="1944433" y="238036"/>
                </a:lnTo>
                <a:lnTo>
                  <a:pt x="2099983" y="238036"/>
                </a:lnTo>
                <a:lnTo>
                  <a:pt x="2099983" y="205930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9928" y="5546407"/>
            <a:ext cx="109823" cy="109823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297584" y="5370957"/>
            <a:ext cx="5336540" cy="438150"/>
          </a:xfrm>
          <a:custGeom>
            <a:avLst/>
            <a:gdLst/>
            <a:ahLst/>
            <a:cxnLst/>
            <a:rect l="l" t="t" r="r" b="b"/>
            <a:pathLst>
              <a:path w="5336540" h="438150">
                <a:moveTo>
                  <a:pt x="430060" y="140309"/>
                </a:moveTo>
                <a:lnTo>
                  <a:pt x="294322" y="140309"/>
                </a:lnTo>
                <a:lnTo>
                  <a:pt x="319519" y="120332"/>
                </a:lnTo>
                <a:lnTo>
                  <a:pt x="344703" y="99339"/>
                </a:lnTo>
                <a:lnTo>
                  <a:pt x="369849" y="77470"/>
                </a:lnTo>
                <a:lnTo>
                  <a:pt x="395008" y="54864"/>
                </a:lnTo>
                <a:lnTo>
                  <a:pt x="367576" y="32004"/>
                </a:lnTo>
                <a:lnTo>
                  <a:pt x="338378" y="61188"/>
                </a:lnTo>
                <a:lnTo>
                  <a:pt x="307898" y="89052"/>
                </a:lnTo>
                <a:lnTo>
                  <a:pt x="275983" y="115468"/>
                </a:lnTo>
                <a:lnTo>
                  <a:pt x="242506" y="140309"/>
                </a:lnTo>
                <a:lnTo>
                  <a:pt x="198310" y="140309"/>
                </a:lnTo>
                <a:lnTo>
                  <a:pt x="198310" y="85445"/>
                </a:lnTo>
                <a:lnTo>
                  <a:pt x="289750" y="85445"/>
                </a:lnTo>
                <a:lnTo>
                  <a:pt x="289750" y="54864"/>
                </a:lnTo>
                <a:lnTo>
                  <a:pt x="198310" y="54864"/>
                </a:lnTo>
                <a:lnTo>
                  <a:pt x="198310" y="3048"/>
                </a:lnTo>
                <a:lnTo>
                  <a:pt x="163258" y="3048"/>
                </a:lnTo>
                <a:lnTo>
                  <a:pt x="163258" y="54864"/>
                </a:lnTo>
                <a:lnTo>
                  <a:pt x="45808" y="54864"/>
                </a:lnTo>
                <a:lnTo>
                  <a:pt x="45808" y="85445"/>
                </a:lnTo>
                <a:lnTo>
                  <a:pt x="163258" y="85445"/>
                </a:lnTo>
                <a:lnTo>
                  <a:pt x="163258" y="140309"/>
                </a:lnTo>
                <a:lnTo>
                  <a:pt x="10668" y="140309"/>
                </a:lnTo>
                <a:lnTo>
                  <a:pt x="10668" y="170789"/>
                </a:lnTo>
                <a:lnTo>
                  <a:pt x="198310" y="170789"/>
                </a:lnTo>
                <a:lnTo>
                  <a:pt x="151650" y="199682"/>
                </a:lnTo>
                <a:lnTo>
                  <a:pt x="103149" y="226695"/>
                </a:lnTo>
                <a:lnTo>
                  <a:pt x="52654" y="251675"/>
                </a:lnTo>
                <a:lnTo>
                  <a:pt x="0" y="274510"/>
                </a:lnTo>
                <a:lnTo>
                  <a:pt x="5448" y="281686"/>
                </a:lnTo>
                <a:lnTo>
                  <a:pt x="10490" y="289267"/>
                </a:lnTo>
                <a:lnTo>
                  <a:pt x="19900" y="305092"/>
                </a:lnTo>
                <a:lnTo>
                  <a:pt x="54838" y="290283"/>
                </a:lnTo>
                <a:lnTo>
                  <a:pt x="89052" y="273608"/>
                </a:lnTo>
                <a:lnTo>
                  <a:pt x="122986" y="255511"/>
                </a:lnTo>
                <a:lnTo>
                  <a:pt x="157060" y="236410"/>
                </a:lnTo>
                <a:lnTo>
                  <a:pt x="161734" y="236410"/>
                </a:lnTo>
                <a:lnTo>
                  <a:pt x="141820" y="274510"/>
                </a:lnTo>
                <a:lnTo>
                  <a:pt x="141820" y="305092"/>
                </a:lnTo>
                <a:lnTo>
                  <a:pt x="314223" y="305092"/>
                </a:lnTo>
                <a:lnTo>
                  <a:pt x="311937" y="321970"/>
                </a:lnTo>
                <a:lnTo>
                  <a:pt x="299923" y="370039"/>
                </a:lnTo>
                <a:lnTo>
                  <a:pt x="263842" y="387477"/>
                </a:lnTo>
                <a:lnTo>
                  <a:pt x="240436" y="387197"/>
                </a:lnTo>
                <a:lnTo>
                  <a:pt x="216027" y="386334"/>
                </a:lnTo>
                <a:lnTo>
                  <a:pt x="190766" y="384911"/>
                </a:lnTo>
                <a:lnTo>
                  <a:pt x="164782" y="382905"/>
                </a:lnTo>
                <a:lnTo>
                  <a:pt x="167919" y="392290"/>
                </a:lnTo>
                <a:lnTo>
                  <a:pt x="170497" y="401955"/>
                </a:lnTo>
                <a:lnTo>
                  <a:pt x="172491" y="411632"/>
                </a:lnTo>
                <a:lnTo>
                  <a:pt x="173926" y="421005"/>
                </a:lnTo>
                <a:lnTo>
                  <a:pt x="199644" y="421894"/>
                </a:lnTo>
                <a:lnTo>
                  <a:pt x="224218" y="422338"/>
                </a:lnTo>
                <a:lnTo>
                  <a:pt x="269938" y="422529"/>
                </a:lnTo>
                <a:lnTo>
                  <a:pt x="296595" y="419087"/>
                </a:lnTo>
                <a:lnTo>
                  <a:pt x="331546" y="390994"/>
                </a:lnTo>
                <a:lnTo>
                  <a:pt x="348068" y="308356"/>
                </a:lnTo>
                <a:lnTo>
                  <a:pt x="352323" y="274510"/>
                </a:lnTo>
                <a:lnTo>
                  <a:pt x="176974" y="274510"/>
                </a:lnTo>
                <a:lnTo>
                  <a:pt x="195262" y="236410"/>
                </a:lnTo>
                <a:lnTo>
                  <a:pt x="399580" y="236410"/>
                </a:lnTo>
                <a:lnTo>
                  <a:pt x="399580" y="205930"/>
                </a:lnTo>
                <a:lnTo>
                  <a:pt x="204406" y="205930"/>
                </a:lnTo>
                <a:lnTo>
                  <a:pt x="216979" y="197675"/>
                </a:lnTo>
                <a:lnTo>
                  <a:pt x="229552" y="188976"/>
                </a:lnTo>
                <a:lnTo>
                  <a:pt x="254698" y="170789"/>
                </a:lnTo>
                <a:lnTo>
                  <a:pt x="430060" y="170789"/>
                </a:lnTo>
                <a:lnTo>
                  <a:pt x="430060" y="140309"/>
                </a:lnTo>
                <a:close/>
              </a:path>
              <a:path w="5336540" h="438150">
                <a:moveTo>
                  <a:pt x="561213" y="85445"/>
                </a:moveTo>
                <a:lnTo>
                  <a:pt x="545782" y="67957"/>
                </a:lnTo>
                <a:lnTo>
                  <a:pt x="529209" y="49923"/>
                </a:lnTo>
                <a:lnTo>
                  <a:pt x="511492" y="31343"/>
                </a:lnTo>
                <a:lnTo>
                  <a:pt x="492633" y="12192"/>
                </a:lnTo>
                <a:lnTo>
                  <a:pt x="466725" y="33528"/>
                </a:lnTo>
                <a:lnTo>
                  <a:pt x="485317" y="53594"/>
                </a:lnTo>
                <a:lnTo>
                  <a:pt x="502348" y="72821"/>
                </a:lnTo>
                <a:lnTo>
                  <a:pt x="517944" y="91478"/>
                </a:lnTo>
                <a:lnTo>
                  <a:pt x="532257" y="109829"/>
                </a:lnTo>
                <a:lnTo>
                  <a:pt x="561213" y="85445"/>
                </a:lnTo>
                <a:close/>
              </a:path>
              <a:path w="5336540" h="438150">
                <a:moveTo>
                  <a:pt x="590270" y="323380"/>
                </a:moveTo>
                <a:lnTo>
                  <a:pt x="589127" y="313931"/>
                </a:lnTo>
                <a:lnTo>
                  <a:pt x="587984" y="303758"/>
                </a:lnTo>
                <a:lnTo>
                  <a:pt x="586841" y="292735"/>
                </a:lnTo>
                <a:lnTo>
                  <a:pt x="585698" y="280708"/>
                </a:lnTo>
                <a:lnTo>
                  <a:pt x="571969" y="295897"/>
                </a:lnTo>
                <a:lnTo>
                  <a:pt x="558558" y="309664"/>
                </a:lnTo>
                <a:lnTo>
                  <a:pt x="533781" y="334048"/>
                </a:lnTo>
                <a:lnTo>
                  <a:pt x="533781" y="146405"/>
                </a:lnTo>
                <a:lnTo>
                  <a:pt x="449961" y="146405"/>
                </a:lnTo>
                <a:lnTo>
                  <a:pt x="449961" y="176987"/>
                </a:lnTo>
                <a:lnTo>
                  <a:pt x="500253" y="176987"/>
                </a:lnTo>
                <a:lnTo>
                  <a:pt x="500253" y="338670"/>
                </a:lnTo>
                <a:lnTo>
                  <a:pt x="499376" y="350647"/>
                </a:lnTo>
                <a:lnTo>
                  <a:pt x="496633" y="361683"/>
                </a:lnTo>
                <a:lnTo>
                  <a:pt x="491896" y="371881"/>
                </a:lnTo>
                <a:lnTo>
                  <a:pt x="485013" y="381393"/>
                </a:lnTo>
                <a:lnTo>
                  <a:pt x="509397" y="408825"/>
                </a:lnTo>
                <a:lnTo>
                  <a:pt x="514248" y="402170"/>
                </a:lnTo>
                <a:lnTo>
                  <a:pt x="519684" y="395681"/>
                </a:lnTo>
                <a:lnTo>
                  <a:pt x="525678" y="388886"/>
                </a:lnTo>
                <a:lnTo>
                  <a:pt x="532257" y="381393"/>
                </a:lnTo>
                <a:lnTo>
                  <a:pt x="579551" y="334048"/>
                </a:lnTo>
                <a:lnTo>
                  <a:pt x="590270" y="323380"/>
                </a:lnTo>
                <a:close/>
              </a:path>
              <a:path w="5336540" h="438150">
                <a:moveTo>
                  <a:pt x="742759" y="343192"/>
                </a:moveTo>
                <a:lnTo>
                  <a:pt x="724484" y="346379"/>
                </a:lnTo>
                <a:lnTo>
                  <a:pt x="688454" y="352196"/>
                </a:lnTo>
                <a:lnTo>
                  <a:pt x="671042" y="355384"/>
                </a:lnTo>
                <a:lnTo>
                  <a:pt x="671042" y="224231"/>
                </a:lnTo>
                <a:lnTo>
                  <a:pt x="727519" y="224231"/>
                </a:lnTo>
                <a:lnTo>
                  <a:pt x="727519" y="193751"/>
                </a:lnTo>
                <a:lnTo>
                  <a:pt x="576541" y="193751"/>
                </a:lnTo>
                <a:lnTo>
                  <a:pt x="576541" y="224231"/>
                </a:lnTo>
                <a:lnTo>
                  <a:pt x="639038" y="224231"/>
                </a:lnTo>
                <a:lnTo>
                  <a:pt x="639038" y="359956"/>
                </a:lnTo>
                <a:lnTo>
                  <a:pt x="621004" y="363118"/>
                </a:lnTo>
                <a:lnTo>
                  <a:pt x="603402" y="365861"/>
                </a:lnTo>
                <a:lnTo>
                  <a:pt x="568833" y="370624"/>
                </a:lnTo>
                <a:lnTo>
                  <a:pt x="578078" y="404253"/>
                </a:lnTo>
                <a:lnTo>
                  <a:pt x="741235" y="376720"/>
                </a:lnTo>
                <a:lnTo>
                  <a:pt x="741476" y="368477"/>
                </a:lnTo>
                <a:lnTo>
                  <a:pt x="742276" y="355384"/>
                </a:lnTo>
                <a:lnTo>
                  <a:pt x="742518" y="351434"/>
                </a:lnTo>
                <a:lnTo>
                  <a:pt x="742759" y="343192"/>
                </a:lnTo>
                <a:close/>
              </a:path>
              <a:path w="5336540" h="438150">
                <a:moveTo>
                  <a:pt x="864781" y="56388"/>
                </a:moveTo>
                <a:lnTo>
                  <a:pt x="852690" y="45821"/>
                </a:lnTo>
                <a:lnTo>
                  <a:pt x="839355" y="34671"/>
                </a:lnTo>
                <a:lnTo>
                  <a:pt x="824598" y="22961"/>
                </a:lnTo>
                <a:lnTo>
                  <a:pt x="808291" y="10668"/>
                </a:lnTo>
                <a:lnTo>
                  <a:pt x="788479" y="30480"/>
                </a:lnTo>
                <a:lnTo>
                  <a:pt x="801928" y="42849"/>
                </a:lnTo>
                <a:lnTo>
                  <a:pt x="814959" y="55067"/>
                </a:lnTo>
                <a:lnTo>
                  <a:pt x="827697" y="67602"/>
                </a:lnTo>
                <a:lnTo>
                  <a:pt x="840295" y="80873"/>
                </a:lnTo>
                <a:lnTo>
                  <a:pt x="864781" y="56388"/>
                </a:lnTo>
                <a:close/>
              </a:path>
              <a:path w="5336540" h="438150">
                <a:moveTo>
                  <a:pt x="886117" y="320332"/>
                </a:moveTo>
                <a:lnTo>
                  <a:pt x="871067" y="315379"/>
                </a:lnTo>
                <a:lnTo>
                  <a:pt x="862317" y="312191"/>
                </a:lnTo>
                <a:lnTo>
                  <a:pt x="852589" y="308140"/>
                </a:lnTo>
                <a:lnTo>
                  <a:pt x="851357" y="328739"/>
                </a:lnTo>
                <a:lnTo>
                  <a:pt x="850023" y="347192"/>
                </a:lnTo>
                <a:lnTo>
                  <a:pt x="848372" y="363969"/>
                </a:lnTo>
                <a:lnTo>
                  <a:pt x="846391" y="378244"/>
                </a:lnTo>
                <a:lnTo>
                  <a:pt x="844867" y="390537"/>
                </a:lnTo>
                <a:lnTo>
                  <a:pt x="840295" y="396633"/>
                </a:lnTo>
                <a:lnTo>
                  <a:pt x="835723" y="396633"/>
                </a:lnTo>
                <a:lnTo>
                  <a:pt x="799515" y="341642"/>
                </a:lnTo>
                <a:lnTo>
                  <a:pt x="788720" y="300380"/>
                </a:lnTo>
                <a:lnTo>
                  <a:pt x="780491" y="249821"/>
                </a:lnTo>
                <a:lnTo>
                  <a:pt x="774827" y="189877"/>
                </a:lnTo>
                <a:lnTo>
                  <a:pt x="771715" y="120497"/>
                </a:lnTo>
                <a:lnTo>
                  <a:pt x="880021" y="120497"/>
                </a:lnTo>
                <a:lnTo>
                  <a:pt x="880021" y="88493"/>
                </a:lnTo>
                <a:lnTo>
                  <a:pt x="771715" y="88493"/>
                </a:lnTo>
                <a:lnTo>
                  <a:pt x="771194" y="72821"/>
                </a:lnTo>
                <a:lnTo>
                  <a:pt x="771118" y="56388"/>
                </a:lnTo>
                <a:lnTo>
                  <a:pt x="771232" y="42849"/>
                </a:lnTo>
                <a:lnTo>
                  <a:pt x="771499" y="25171"/>
                </a:lnTo>
                <a:lnTo>
                  <a:pt x="771715" y="0"/>
                </a:lnTo>
                <a:lnTo>
                  <a:pt x="736663" y="0"/>
                </a:lnTo>
                <a:lnTo>
                  <a:pt x="736663" y="88493"/>
                </a:lnTo>
                <a:lnTo>
                  <a:pt x="578078" y="88493"/>
                </a:lnTo>
                <a:lnTo>
                  <a:pt x="578078" y="120497"/>
                </a:lnTo>
                <a:lnTo>
                  <a:pt x="738187" y="120497"/>
                </a:lnTo>
                <a:lnTo>
                  <a:pt x="741502" y="187337"/>
                </a:lnTo>
                <a:lnTo>
                  <a:pt x="746874" y="246011"/>
                </a:lnTo>
                <a:lnTo>
                  <a:pt x="754380" y="296468"/>
                </a:lnTo>
                <a:lnTo>
                  <a:pt x="764032" y="338620"/>
                </a:lnTo>
                <a:lnTo>
                  <a:pt x="790003" y="398157"/>
                </a:lnTo>
                <a:lnTo>
                  <a:pt x="826223" y="429653"/>
                </a:lnTo>
                <a:lnTo>
                  <a:pt x="838771" y="431685"/>
                </a:lnTo>
                <a:lnTo>
                  <a:pt x="852258" y="429399"/>
                </a:lnTo>
                <a:lnTo>
                  <a:pt x="862863" y="422541"/>
                </a:lnTo>
                <a:lnTo>
                  <a:pt x="870585" y="411111"/>
                </a:lnTo>
                <a:lnTo>
                  <a:pt x="874979" y="396633"/>
                </a:lnTo>
                <a:lnTo>
                  <a:pt x="875449" y="395109"/>
                </a:lnTo>
                <a:lnTo>
                  <a:pt x="877697" y="381393"/>
                </a:lnTo>
                <a:lnTo>
                  <a:pt x="880211" y="363969"/>
                </a:lnTo>
                <a:lnTo>
                  <a:pt x="886117" y="320332"/>
                </a:lnTo>
                <a:close/>
              </a:path>
              <a:path w="5336540" h="438150">
                <a:moveTo>
                  <a:pt x="1325308" y="39624"/>
                </a:moveTo>
                <a:lnTo>
                  <a:pt x="907453" y="39624"/>
                </a:lnTo>
                <a:lnTo>
                  <a:pt x="907453" y="74777"/>
                </a:lnTo>
                <a:lnTo>
                  <a:pt x="1117854" y="74777"/>
                </a:lnTo>
                <a:lnTo>
                  <a:pt x="1087602" y="119748"/>
                </a:lnTo>
                <a:lnTo>
                  <a:pt x="1054671" y="161734"/>
                </a:lnTo>
                <a:lnTo>
                  <a:pt x="1018933" y="200761"/>
                </a:lnTo>
                <a:lnTo>
                  <a:pt x="980287" y="236867"/>
                </a:lnTo>
                <a:lnTo>
                  <a:pt x="938593" y="270116"/>
                </a:lnTo>
                <a:lnTo>
                  <a:pt x="893724" y="300520"/>
                </a:lnTo>
                <a:lnTo>
                  <a:pt x="900569" y="308521"/>
                </a:lnTo>
                <a:lnTo>
                  <a:pt x="907249" y="316522"/>
                </a:lnTo>
                <a:lnTo>
                  <a:pt x="913663" y="324523"/>
                </a:lnTo>
                <a:lnTo>
                  <a:pt x="919645" y="332524"/>
                </a:lnTo>
                <a:lnTo>
                  <a:pt x="958938" y="305054"/>
                </a:lnTo>
                <a:lnTo>
                  <a:pt x="996289" y="275602"/>
                </a:lnTo>
                <a:lnTo>
                  <a:pt x="1031519" y="244017"/>
                </a:lnTo>
                <a:lnTo>
                  <a:pt x="1064463" y="210172"/>
                </a:lnTo>
                <a:lnTo>
                  <a:pt x="1094994" y="173939"/>
                </a:lnTo>
                <a:lnTo>
                  <a:pt x="1094994" y="436257"/>
                </a:lnTo>
                <a:lnTo>
                  <a:pt x="1133195" y="436257"/>
                </a:lnTo>
                <a:lnTo>
                  <a:pt x="1133195" y="173939"/>
                </a:lnTo>
                <a:lnTo>
                  <a:pt x="1133195" y="160121"/>
                </a:lnTo>
                <a:lnTo>
                  <a:pt x="1107186" y="160121"/>
                </a:lnTo>
                <a:lnTo>
                  <a:pt x="1124407" y="135851"/>
                </a:lnTo>
                <a:lnTo>
                  <a:pt x="1139469" y="113449"/>
                </a:lnTo>
                <a:lnTo>
                  <a:pt x="1152499" y="93040"/>
                </a:lnTo>
                <a:lnTo>
                  <a:pt x="1163675" y="74777"/>
                </a:lnTo>
                <a:lnTo>
                  <a:pt x="1325308" y="74777"/>
                </a:lnTo>
                <a:lnTo>
                  <a:pt x="1325308" y="39624"/>
                </a:lnTo>
                <a:close/>
              </a:path>
              <a:path w="5336540" h="438150">
                <a:moveTo>
                  <a:pt x="1335976" y="276136"/>
                </a:moveTo>
                <a:lnTo>
                  <a:pt x="1297051" y="250050"/>
                </a:lnTo>
                <a:lnTo>
                  <a:pt x="1257820" y="224421"/>
                </a:lnTo>
                <a:lnTo>
                  <a:pt x="1218018" y="199097"/>
                </a:lnTo>
                <a:lnTo>
                  <a:pt x="1177391" y="173939"/>
                </a:lnTo>
                <a:lnTo>
                  <a:pt x="1156055" y="204419"/>
                </a:lnTo>
                <a:lnTo>
                  <a:pt x="1189748" y="225577"/>
                </a:lnTo>
                <a:lnTo>
                  <a:pt x="1226731" y="250329"/>
                </a:lnTo>
                <a:lnTo>
                  <a:pt x="1266888" y="278815"/>
                </a:lnTo>
                <a:lnTo>
                  <a:pt x="1310068" y="311188"/>
                </a:lnTo>
                <a:lnTo>
                  <a:pt x="1335976" y="276136"/>
                </a:lnTo>
                <a:close/>
              </a:path>
              <a:path w="5336540" h="438150">
                <a:moveTo>
                  <a:pt x="1685264" y="158597"/>
                </a:moveTo>
                <a:lnTo>
                  <a:pt x="1442745" y="158597"/>
                </a:lnTo>
                <a:lnTo>
                  <a:pt x="1442745" y="192214"/>
                </a:lnTo>
                <a:lnTo>
                  <a:pt x="1685264" y="192214"/>
                </a:lnTo>
                <a:lnTo>
                  <a:pt x="1685264" y="158597"/>
                </a:lnTo>
                <a:close/>
              </a:path>
              <a:path w="5336540" h="438150">
                <a:moveTo>
                  <a:pt x="1766036" y="250126"/>
                </a:moveTo>
                <a:lnTo>
                  <a:pt x="1363408" y="250126"/>
                </a:lnTo>
                <a:lnTo>
                  <a:pt x="1363408" y="282232"/>
                </a:lnTo>
                <a:lnTo>
                  <a:pt x="1509801" y="282232"/>
                </a:lnTo>
                <a:lnTo>
                  <a:pt x="1491513" y="306514"/>
                </a:lnTo>
                <a:lnTo>
                  <a:pt x="1454937" y="349961"/>
                </a:lnTo>
                <a:lnTo>
                  <a:pt x="1419504" y="380961"/>
                </a:lnTo>
                <a:lnTo>
                  <a:pt x="1399984" y="390537"/>
                </a:lnTo>
                <a:lnTo>
                  <a:pt x="1419885" y="427113"/>
                </a:lnTo>
                <a:lnTo>
                  <a:pt x="1456461" y="416445"/>
                </a:lnTo>
                <a:lnTo>
                  <a:pt x="1679067" y="402729"/>
                </a:lnTo>
                <a:lnTo>
                  <a:pt x="1688223" y="411848"/>
                </a:lnTo>
                <a:lnTo>
                  <a:pt x="1697062" y="420827"/>
                </a:lnTo>
                <a:lnTo>
                  <a:pt x="1705305" y="429514"/>
                </a:lnTo>
                <a:lnTo>
                  <a:pt x="1712696" y="437781"/>
                </a:lnTo>
                <a:lnTo>
                  <a:pt x="1740128" y="413397"/>
                </a:lnTo>
                <a:lnTo>
                  <a:pt x="1730070" y="402729"/>
                </a:lnTo>
                <a:lnTo>
                  <a:pt x="1716125" y="387921"/>
                </a:lnTo>
                <a:lnTo>
                  <a:pt x="1711121" y="382917"/>
                </a:lnTo>
                <a:lnTo>
                  <a:pt x="1689976" y="361721"/>
                </a:lnTo>
                <a:lnTo>
                  <a:pt x="1661820" y="334657"/>
                </a:lnTo>
                <a:lnTo>
                  <a:pt x="1631823" y="306616"/>
                </a:lnTo>
                <a:lnTo>
                  <a:pt x="1607439" y="327952"/>
                </a:lnTo>
                <a:lnTo>
                  <a:pt x="1619491" y="340245"/>
                </a:lnTo>
                <a:lnTo>
                  <a:pt x="1641297" y="363105"/>
                </a:lnTo>
                <a:lnTo>
                  <a:pt x="1651635" y="373672"/>
                </a:lnTo>
                <a:lnTo>
                  <a:pt x="1467129" y="382917"/>
                </a:lnTo>
                <a:lnTo>
                  <a:pt x="1487995" y="360286"/>
                </a:lnTo>
                <a:lnTo>
                  <a:pt x="1509433" y="335965"/>
                </a:lnTo>
                <a:lnTo>
                  <a:pt x="1531467" y="309956"/>
                </a:lnTo>
                <a:lnTo>
                  <a:pt x="1554099" y="282232"/>
                </a:lnTo>
                <a:lnTo>
                  <a:pt x="1766036" y="282232"/>
                </a:lnTo>
                <a:lnTo>
                  <a:pt x="1766036" y="250126"/>
                </a:lnTo>
                <a:close/>
              </a:path>
              <a:path w="5336540" h="438150">
                <a:moveTo>
                  <a:pt x="1787372" y="166217"/>
                </a:moveTo>
                <a:lnTo>
                  <a:pt x="1739074" y="144983"/>
                </a:lnTo>
                <a:lnTo>
                  <a:pt x="1694789" y="119570"/>
                </a:lnTo>
                <a:lnTo>
                  <a:pt x="1654530" y="89827"/>
                </a:lnTo>
                <a:lnTo>
                  <a:pt x="1618297" y="55613"/>
                </a:lnTo>
                <a:lnTo>
                  <a:pt x="1606321" y="41148"/>
                </a:lnTo>
                <a:lnTo>
                  <a:pt x="1586103" y="16764"/>
                </a:lnTo>
                <a:lnTo>
                  <a:pt x="1595247" y="6096"/>
                </a:lnTo>
                <a:lnTo>
                  <a:pt x="1548003" y="6096"/>
                </a:lnTo>
                <a:lnTo>
                  <a:pt x="1514868" y="46583"/>
                </a:lnTo>
                <a:lnTo>
                  <a:pt x="1477797" y="83820"/>
                </a:lnTo>
                <a:lnTo>
                  <a:pt x="1436852" y="117919"/>
                </a:lnTo>
                <a:lnTo>
                  <a:pt x="1392097" y="148945"/>
                </a:lnTo>
                <a:lnTo>
                  <a:pt x="1343596" y="176974"/>
                </a:lnTo>
                <a:lnTo>
                  <a:pt x="1350187" y="184975"/>
                </a:lnTo>
                <a:lnTo>
                  <a:pt x="1356360" y="192976"/>
                </a:lnTo>
                <a:lnTo>
                  <a:pt x="1362240" y="200977"/>
                </a:lnTo>
                <a:lnTo>
                  <a:pt x="1367980" y="208978"/>
                </a:lnTo>
                <a:lnTo>
                  <a:pt x="1411008" y="181851"/>
                </a:lnTo>
                <a:lnTo>
                  <a:pt x="1452181" y="151650"/>
                </a:lnTo>
                <a:lnTo>
                  <a:pt x="1491538" y="118237"/>
                </a:lnTo>
                <a:lnTo>
                  <a:pt x="1529054" y="81457"/>
                </a:lnTo>
                <a:lnTo>
                  <a:pt x="1564767" y="41148"/>
                </a:lnTo>
                <a:lnTo>
                  <a:pt x="1595310" y="79806"/>
                </a:lnTo>
                <a:lnTo>
                  <a:pt x="1630248" y="115214"/>
                </a:lnTo>
                <a:lnTo>
                  <a:pt x="1669580" y="147485"/>
                </a:lnTo>
                <a:lnTo>
                  <a:pt x="1713318" y="176682"/>
                </a:lnTo>
                <a:lnTo>
                  <a:pt x="1761464" y="202882"/>
                </a:lnTo>
                <a:lnTo>
                  <a:pt x="1768081" y="193535"/>
                </a:lnTo>
                <a:lnTo>
                  <a:pt x="1774418" y="184023"/>
                </a:lnTo>
                <a:lnTo>
                  <a:pt x="1780743" y="174777"/>
                </a:lnTo>
                <a:lnTo>
                  <a:pt x="1787372" y="166217"/>
                </a:lnTo>
                <a:close/>
              </a:path>
              <a:path w="5336540" h="438150">
                <a:moveTo>
                  <a:pt x="2205228" y="27432"/>
                </a:moveTo>
                <a:lnTo>
                  <a:pt x="2170176" y="27432"/>
                </a:lnTo>
                <a:lnTo>
                  <a:pt x="2170176" y="59436"/>
                </a:lnTo>
                <a:lnTo>
                  <a:pt x="2170176" y="141833"/>
                </a:lnTo>
                <a:lnTo>
                  <a:pt x="2170176" y="173926"/>
                </a:lnTo>
                <a:lnTo>
                  <a:pt x="2170176" y="254698"/>
                </a:lnTo>
                <a:lnTo>
                  <a:pt x="2040547" y="254698"/>
                </a:lnTo>
                <a:lnTo>
                  <a:pt x="2040547" y="173926"/>
                </a:lnTo>
                <a:lnTo>
                  <a:pt x="2170176" y="173926"/>
                </a:lnTo>
                <a:lnTo>
                  <a:pt x="2170176" y="141833"/>
                </a:lnTo>
                <a:lnTo>
                  <a:pt x="2040547" y="141833"/>
                </a:lnTo>
                <a:lnTo>
                  <a:pt x="2040547" y="59436"/>
                </a:lnTo>
                <a:lnTo>
                  <a:pt x="2170176" y="59436"/>
                </a:lnTo>
                <a:lnTo>
                  <a:pt x="2170176" y="27432"/>
                </a:lnTo>
                <a:lnTo>
                  <a:pt x="2005482" y="27432"/>
                </a:lnTo>
                <a:lnTo>
                  <a:pt x="2005482" y="59436"/>
                </a:lnTo>
                <a:lnTo>
                  <a:pt x="2005482" y="141833"/>
                </a:lnTo>
                <a:lnTo>
                  <a:pt x="2005482" y="173926"/>
                </a:lnTo>
                <a:lnTo>
                  <a:pt x="2005482" y="254698"/>
                </a:lnTo>
                <a:lnTo>
                  <a:pt x="1880425" y="254698"/>
                </a:lnTo>
                <a:lnTo>
                  <a:pt x="1881517" y="235013"/>
                </a:lnTo>
                <a:lnTo>
                  <a:pt x="1882330" y="214884"/>
                </a:lnTo>
                <a:lnTo>
                  <a:pt x="1882571" y="194487"/>
                </a:lnTo>
                <a:lnTo>
                  <a:pt x="1881949" y="173926"/>
                </a:lnTo>
                <a:lnTo>
                  <a:pt x="2005482" y="173926"/>
                </a:lnTo>
                <a:lnTo>
                  <a:pt x="2005482" y="141833"/>
                </a:lnTo>
                <a:lnTo>
                  <a:pt x="1881949" y="141833"/>
                </a:lnTo>
                <a:lnTo>
                  <a:pt x="1881949" y="59436"/>
                </a:lnTo>
                <a:lnTo>
                  <a:pt x="2005482" y="59436"/>
                </a:lnTo>
                <a:lnTo>
                  <a:pt x="2005482" y="27432"/>
                </a:lnTo>
                <a:lnTo>
                  <a:pt x="1846897" y="27432"/>
                </a:lnTo>
                <a:lnTo>
                  <a:pt x="1846897" y="184594"/>
                </a:lnTo>
                <a:lnTo>
                  <a:pt x="1846326" y="225501"/>
                </a:lnTo>
                <a:lnTo>
                  <a:pt x="1841754" y="292481"/>
                </a:lnTo>
                <a:lnTo>
                  <a:pt x="1831784" y="342493"/>
                </a:lnTo>
                <a:lnTo>
                  <a:pt x="1812378" y="387045"/>
                </a:lnTo>
                <a:lnTo>
                  <a:pt x="1799551" y="407289"/>
                </a:lnTo>
                <a:lnTo>
                  <a:pt x="1817776" y="428612"/>
                </a:lnTo>
                <a:lnTo>
                  <a:pt x="1861185" y="370293"/>
                </a:lnTo>
                <a:lnTo>
                  <a:pt x="1871637" y="330542"/>
                </a:lnTo>
                <a:lnTo>
                  <a:pt x="1877377" y="286804"/>
                </a:lnTo>
                <a:lnTo>
                  <a:pt x="2005482" y="286804"/>
                </a:lnTo>
                <a:lnTo>
                  <a:pt x="2005482" y="425577"/>
                </a:lnTo>
                <a:lnTo>
                  <a:pt x="2040547" y="425577"/>
                </a:lnTo>
                <a:lnTo>
                  <a:pt x="2040547" y="286804"/>
                </a:lnTo>
                <a:lnTo>
                  <a:pt x="2170176" y="286804"/>
                </a:lnTo>
                <a:lnTo>
                  <a:pt x="2170176" y="367576"/>
                </a:lnTo>
                <a:lnTo>
                  <a:pt x="2168461" y="378752"/>
                </a:lnTo>
                <a:lnTo>
                  <a:pt x="2163318" y="386905"/>
                </a:lnTo>
                <a:lnTo>
                  <a:pt x="2154745" y="391883"/>
                </a:lnTo>
                <a:lnTo>
                  <a:pt x="2142744" y="393573"/>
                </a:lnTo>
                <a:lnTo>
                  <a:pt x="2129548" y="393319"/>
                </a:lnTo>
                <a:lnTo>
                  <a:pt x="2114918" y="392620"/>
                </a:lnTo>
                <a:lnTo>
                  <a:pt x="2080171" y="390525"/>
                </a:lnTo>
                <a:lnTo>
                  <a:pt x="2082431" y="401383"/>
                </a:lnTo>
                <a:lnTo>
                  <a:pt x="2084552" y="411099"/>
                </a:lnTo>
                <a:lnTo>
                  <a:pt x="2086381" y="419671"/>
                </a:lnTo>
                <a:lnTo>
                  <a:pt x="2087791" y="427113"/>
                </a:lnTo>
                <a:lnTo>
                  <a:pt x="2105812" y="427990"/>
                </a:lnTo>
                <a:lnTo>
                  <a:pt x="2123109" y="428447"/>
                </a:lnTo>
                <a:lnTo>
                  <a:pt x="2154936" y="428637"/>
                </a:lnTo>
                <a:lnTo>
                  <a:pt x="2176945" y="425246"/>
                </a:lnTo>
                <a:lnTo>
                  <a:pt x="2192655" y="415290"/>
                </a:lnTo>
                <a:lnTo>
                  <a:pt x="2202091" y="399021"/>
                </a:lnTo>
                <a:lnTo>
                  <a:pt x="2202853" y="393573"/>
                </a:lnTo>
                <a:lnTo>
                  <a:pt x="2205228" y="376720"/>
                </a:lnTo>
                <a:lnTo>
                  <a:pt x="2205228" y="59436"/>
                </a:lnTo>
                <a:lnTo>
                  <a:pt x="2205228" y="27432"/>
                </a:lnTo>
                <a:close/>
              </a:path>
              <a:path w="5336540" h="438150">
                <a:moveTo>
                  <a:pt x="2504122" y="382917"/>
                </a:moveTo>
                <a:lnTo>
                  <a:pt x="2503246" y="373761"/>
                </a:lnTo>
                <a:lnTo>
                  <a:pt x="2502789" y="364921"/>
                </a:lnTo>
                <a:lnTo>
                  <a:pt x="2502751" y="363004"/>
                </a:lnTo>
                <a:lnTo>
                  <a:pt x="2502674" y="359575"/>
                </a:lnTo>
                <a:lnTo>
                  <a:pt x="2502598" y="349288"/>
                </a:lnTo>
                <a:lnTo>
                  <a:pt x="2395918" y="363004"/>
                </a:lnTo>
                <a:lnTo>
                  <a:pt x="2395918" y="285280"/>
                </a:lnTo>
                <a:lnTo>
                  <a:pt x="2496502" y="285280"/>
                </a:lnTo>
                <a:lnTo>
                  <a:pt x="2496502" y="253187"/>
                </a:lnTo>
                <a:lnTo>
                  <a:pt x="2395918" y="253187"/>
                </a:lnTo>
                <a:lnTo>
                  <a:pt x="2395918" y="198323"/>
                </a:lnTo>
                <a:lnTo>
                  <a:pt x="2360765" y="198323"/>
                </a:lnTo>
                <a:lnTo>
                  <a:pt x="2360765" y="253187"/>
                </a:lnTo>
                <a:lnTo>
                  <a:pt x="2257133" y="253187"/>
                </a:lnTo>
                <a:lnTo>
                  <a:pt x="2257133" y="285280"/>
                </a:lnTo>
                <a:lnTo>
                  <a:pt x="2360765" y="285280"/>
                </a:lnTo>
                <a:lnTo>
                  <a:pt x="2360765" y="367576"/>
                </a:lnTo>
                <a:lnTo>
                  <a:pt x="2272690" y="377266"/>
                </a:lnTo>
                <a:lnTo>
                  <a:pt x="2244941" y="379869"/>
                </a:lnTo>
                <a:lnTo>
                  <a:pt x="2254085" y="416445"/>
                </a:lnTo>
                <a:lnTo>
                  <a:pt x="2504122" y="382917"/>
                </a:lnTo>
                <a:close/>
              </a:path>
              <a:path w="5336540" h="438150">
                <a:moveTo>
                  <a:pt x="2505646" y="27432"/>
                </a:moveTo>
                <a:lnTo>
                  <a:pt x="2254085" y="27432"/>
                </a:lnTo>
                <a:lnTo>
                  <a:pt x="2254085" y="59436"/>
                </a:lnTo>
                <a:lnTo>
                  <a:pt x="2336381" y="59436"/>
                </a:lnTo>
                <a:lnTo>
                  <a:pt x="2328151" y="75184"/>
                </a:lnTo>
                <a:lnTo>
                  <a:pt x="2302853" y="117449"/>
                </a:lnTo>
                <a:lnTo>
                  <a:pt x="2270925" y="152387"/>
                </a:lnTo>
                <a:lnTo>
                  <a:pt x="2258657" y="160121"/>
                </a:lnTo>
                <a:lnTo>
                  <a:pt x="2275421" y="196799"/>
                </a:lnTo>
                <a:lnTo>
                  <a:pt x="2453830" y="178511"/>
                </a:lnTo>
                <a:lnTo>
                  <a:pt x="2458161" y="186512"/>
                </a:lnTo>
                <a:lnTo>
                  <a:pt x="2466263" y="202514"/>
                </a:lnTo>
                <a:lnTo>
                  <a:pt x="2470594" y="210515"/>
                </a:lnTo>
                <a:lnTo>
                  <a:pt x="2478836" y="205955"/>
                </a:lnTo>
                <a:lnTo>
                  <a:pt x="2487358" y="201561"/>
                </a:lnTo>
                <a:lnTo>
                  <a:pt x="2495880" y="197434"/>
                </a:lnTo>
                <a:lnTo>
                  <a:pt x="2504122" y="193751"/>
                </a:lnTo>
                <a:lnTo>
                  <a:pt x="2495435" y="178511"/>
                </a:lnTo>
                <a:lnTo>
                  <a:pt x="2488095" y="165633"/>
                </a:lnTo>
                <a:lnTo>
                  <a:pt x="2485720" y="161645"/>
                </a:lnTo>
                <a:lnTo>
                  <a:pt x="2471928" y="138417"/>
                </a:lnTo>
                <a:lnTo>
                  <a:pt x="2455468" y="111785"/>
                </a:lnTo>
                <a:lnTo>
                  <a:pt x="2438590" y="85445"/>
                </a:lnTo>
                <a:lnTo>
                  <a:pt x="2408110" y="100685"/>
                </a:lnTo>
                <a:lnTo>
                  <a:pt x="2416086" y="112382"/>
                </a:lnTo>
                <a:lnTo>
                  <a:pt x="2423922" y="124498"/>
                </a:lnTo>
                <a:lnTo>
                  <a:pt x="2431465" y="136906"/>
                </a:lnTo>
                <a:lnTo>
                  <a:pt x="2438590" y="149453"/>
                </a:lnTo>
                <a:lnTo>
                  <a:pt x="2374722" y="156121"/>
                </a:lnTo>
                <a:lnTo>
                  <a:pt x="2343137" y="159092"/>
                </a:lnTo>
                <a:lnTo>
                  <a:pt x="2311997" y="161645"/>
                </a:lnTo>
                <a:lnTo>
                  <a:pt x="2328240" y="138188"/>
                </a:lnTo>
                <a:lnTo>
                  <a:pt x="2344775" y="113436"/>
                </a:lnTo>
                <a:lnTo>
                  <a:pt x="2361336" y="87236"/>
                </a:lnTo>
                <a:lnTo>
                  <a:pt x="2377630" y="59436"/>
                </a:lnTo>
                <a:lnTo>
                  <a:pt x="2505646" y="59436"/>
                </a:lnTo>
                <a:lnTo>
                  <a:pt x="2505646" y="27432"/>
                </a:lnTo>
                <a:close/>
              </a:path>
              <a:path w="5336540" h="438150">
                <a:moveTo>
                  <a:pt x="2565184" y="48768"/>
                </a:moveTo>
                <a:lnTo>
                  <a:pt x="2530132" y="48768"/>
                </a:lnTo>
                <a:lnTo>
                  <a:pt x="2530132" y="327952"/>
                </a:lnTo>
                <a:lnTo>
                  <a:pt x="2565184" y="327952"/>
                </a:lnTo>
                <a:lnTo>
                  <a:pt x="2565184" y="48768"/>
                </a:lnTo>
                <a:close/>
              </a:path>
              <a:path w="5336540" h="438150">
                <a:moveTo>
                  <a:pt x="2661285" y="1524"/>
                </a:moveTo>
                <a:lnTo>
                  <a:pt x="2624620" y="1524"/>
                </a:lnTo>
                <a:lnTo>
                  <a:pt x="2624620" y="361480"/>
                </a:lnTo>
                <a:lnTo>
                  <a:pt x="2622905" y="374421"/>
                </a:lnTo>
                <a:lnTo>
                  <a:pt x="2617762" y="383476"/>
                </a:lnTo>
                <a:lnTo>
                  <a:pt x="2609189" y="388797"/>
                </a:lnTo>
                <a:lnTo>
                  <a:pt x="2597188" y="390537"/>
                </a:lnTo>
                <a:lnTo>
                  <a:pt x="2585758" y="390271"/>
                </a:lnTo>
                <a:lnTo>
                  <a:pt x="2572042" y="389585"/>
                </a:lnTo>
                <a:lnTo>
                  <a:pt x="2537752" y="387489"/>
                </a:lnTo>
                <a:lnTo>
                  <a:pt x="2539771" y="397751"/>
                </a:lnTo>
                <a:lnTo>
                  <a:pt x="2541371" y="407873"/>
                </a:lnTo>
                <a:lnTo>
                  <a:pt x="2542679" y="417703"/>
                </a:lnTo>
                <a:lnTo>
                  <a:pt x="2543848" y="427113"/>
                </a:lnTo>
                <a:lnTo>
                  <a:pt x="2607856" y="427113"/>
                </a:lnTo>
                <a:lnTo>
                  <a:pt x="2630982" y="423672"/>
                </a:lnTo>
                <a:lnTo>
                  <a:pt x="2647708" y="413385"/>
                </a:lnTo>
                <a:lnTo>
                  <a:pt x="2657868" y="396201"/>
                </a:lnTo>
                <a:lnTo>
                  <a:pt x="2658668" y="390537"/>
                </a:lnTo>
                <a:lnTo>
                  <a:pt x="2661285" y="372148"/>
                </a:lnTo>
                <a:lnTo>
                  <a:pt x="2661285" y="1524"/>
                </a:lnTo>
                <a:close/>
              </a:path>
              <a:path w="5336540" h="438150">
                <a:moveTo>
                  <a:pt x="2838158" y="19812"/>
                </a:moveTo>
                <a:lnTo>
                  <a:pt x="2807678" y="1524"/>
                </a:lnTo>
                <a:lnTo>
                  <a:pt x="2784437" y="36715"/>
                </a:lnTo>
                <a:lnTo>
                  <a:pt x="2758071" y="69202"/>
                </a:lnTo>
                <a:lnTo>
                  <a:pt x="2728290" y="99123"/>
                </a:lnTo>
                <a:lnTo>
                  <a:pt x="2694813" y="126593"/>
                </a:lnTo>
                <a:lnTo>
                  <a:pt x="2699359" y="134594"/>
                </a:lnTo>
                <a:lnTo>
                  <a:pt x="2703766" y="142595"/>
                </a:lnTo>
                <a:lnTo>
                  <a:pt x="2707881" y="150596"/>
                </a:lnTo>
                <a:lnTo>
                  <a:pt x="2711577" y="158597"/>
                </a:lnTo>
                <a:lnTo>
                  <a:pt x="2747861" y="126860"/>
                </a:lnTo>
                <a:lnTo>
                  <a:pt x="2781160" y="93243"/>
                </a:lnTo>
                <a:lnTo>
                  <a:pt x="2811310" y="57619"/>
                </a:lnTo>
                <a:lnTo>
                  <a:pt x="2838158" y="19812"/>
                </a:lnTo>
                <a:close/>
              </a:path>
              <a:path w="5336540" h="438150">
                <a:moveTo>
                  <a:pt x="2844254" y="131165"/>
                </a:moveTo>
                <a:lnTo>
                  <a:pt x="2813774" y="114401"/>
                </a:lnTo>
                <a:lnTo>
                  <a:pt x="2788272" y="156222"/>
                </a:lnTo>
                <a:lnTo>
                  <a:pt x="2759786" y="194881"/>
                </a:lnTo>
                <a:lnTo>
                  <a:pt x="2728176" y="230657"/>
                </a:lnTo>
                <a:lnTo>
                  <a:pt x="2693289" y="263855"/>
                </a:lnTo>
                <a:lnTo>
                  <a:pt x="2697594" y="271894"/>
                </a:lnTo>
                <a:lnTo>
                  <a:pt x="2701480" y="280085"/>
                </a:lnTo>
                <a:lnTo>
                  <a:pt x="2705074" y="288569"/>
                </a:lnTo>
                <a:lnTo>
                  <a:pt x="2708529" y="297472"/>
                </a:lnTo>
                <a:lnTo>
                  <a:pt x="2723096" y="284594"/>
                </a:lnTo>
                <a:lnTo>
                  <a:pt x="2737104" y="271132"/>
                </a:lnTo>
                <a:lnTo>
                  <a:pt x="2750528" y="257098"/>
                </a:lnTo>
                <a:lnTo>
                  <a:pt x="2763393" y="242519"/>
                </a:lnTo>
                <a:lnTo>
                  <a:pt x="2763393" y="433209"/>
                </a:lnTo>
                <a:lnTo>
                  <a:pt x="2797010" y="433209"/>
                </a:lnTo>
                <a:lnTo>
                  <a:pt x="2797010" y="242519"/>
                </a:lnTo>
                <a:lnTo>
                  <a:pt x="2797010" y="201371"/>
                </a:lnTo>
                <a:lnTo>
                  <a:pt x="2809329" y="184175"/>
                </a:lnTo>
                <a:lnTo>
                  <a:pt x="2821203" y="166839"/>
                </a:lnTo>
                <a:lnTo>
                  <a:pt x="2832811" y="149212"/>
                </a:lnTo>
                <a:lnTo>
                  <a:pt x="2844254" y="131165"/>
                </a:lnTo>
                <a:close/>
              </a:path>
              <a:path w="5336540" h="438150">
                <a:moveTo>
                  <a:pt x="3129445" y="396633"/>
                </a:moveTo>
                <a:lnTo>
                  <a:pt x="3099993" y="381736"/>
                </a:lnTo>
                <a:lnTo>
                  <a:pt x="3073387" y="364731"/>
                </a:lnTo>
                <a:lnTo>
                  <a:pt x="3049638" y="345744"/>
                </a:lnTo>
                <a:lnTo>
                  <a:pt x="3028759" y="324904"/>
                </a:lnTo>
                <a:lnTo>
                  <a:pt x="3049346" y="314096"/>
                </a:lnTo>
                <a:lnTo>
                  <a:pt x="3067939" y="303568"/>
                </a:lnTo>
                <a:lnTo>
                  <a:pt x="3069958" y="302425"/>
                </a:lnTo>
                <a:lnTo>
                  <a:pt x="3090557" y="290182"/>
                </a:lnTo>
                <a:lnTo>
                  <a:pt x="3111157" y="277660"/>
                </a:lnTo>
                <a:lnTo>
                  <a:pt x="3089821" y="250139"/>
                </a:lnTo>
                <a:lnTo>
                  <a:pt x="3070949" y="263842"/>
                </a:lnTo>
                <a:lnTo>
                  <a:pt x="3051251" y="277418"/>
                </a:lnTo>
                <a:lnTo>
                  <a:pt x="3030994" y="290715"/>
                </a:lnTo>
                <a:lnTo>
                  <a:pt x="3010471" y="303568"/>
                </a:lnTo>
                <a:lnTo>
                  <a:pt x="2998736" y="286359"/>
                </a:lnTo>
                <a:lnTo>
                  <a:pt x="2988564" y="268846"/>
                </a:lnTo>
                <a:lnTo>
                  <a:pt x="2979826" y="250761"/>
                </a:lnTo>
                <a:lnTo>
                  <a:pt x="2972371" y="231851"/>
                </a:lnTo>
                <a:lnTo>
                  <a:pt x="3056191" y="231851"/>
                </a:lnTo>
                <a:lnTo>
                  <a:pt x="3056191" y="242519"/>
                </a:lnTo>
                <a:lnTo>
                  <a:pt x="3089821" y="242519"/>
                </a:lnTo>
                <a:lnTo>
                  <a:pt x="3089821" y="27432"/>
                </a:lnTo>
                <a:lnTo>
                  <a:pt x="3056191" y="27432"/>
                </a:lnTo>
                <a:lnTo>
                  <a:pt x="3056191" y="56400"/>
                </a:lnTo>
                <a:lnTo>
                  <a:pt x="3056191" y="112877"/>
                </a:lnTo>
                <a:lnTo>
                  <a:pt x="3056191" y="143357"/>
                </a:lnTo>
                <a:lnTo>
                  <a:pt x="3056191" y="201371"/>
                </a:lnTo>
                <a:lnTo>
                  <a:pt x="2897606" y="201371"/>
                </a:lnTo>
                <a:lnTo>
                  <a:pt x="2897606" y="143357"/>
                </a:lnTo>
                <a:lnTo>
                  <a:pt x="3056191" y="143357"/>
                </a:lnTo>
                <a:lnTo>
                  <a:pt x="3056191" y="112877"/>
                </a:lnTo>
                <a:lnTo>
                  <a:pt x="2897606" y="112877"/>
                </a:lnTo>
                <a:lnTo>
                  <a:pt x="2897606" y="56400"/>
                </a:lnTo>
                <a:lnTo>
                  <a:pt x="3056191" y="56400"/>
                </a:lnTo>
                <a:lnTo>
                  <a:pt x="3056191" y="27432"/>
                </a:lnTo>
                <a:lnTo>
                  <a:pt x="2864078" y="27432"/>
                </a:lnTo>
                <a:lnTo>
                  <a:pt x="2864078" y="370624"/>
                </a:lnTo>
                <a:lnTo>
                  <a:pt x="2863215" y="380657"/>
                </a:lnTo>
                <a:lnTo>
                  <a:pt x="2860637" y="389953"/>
                </a:lnTo>
                <a:lnTo>
                  <a:pt x="2856357" y="398360"/>
                </a:lnTo>
                <a:lnTo>
                  <a:pt x="2850350" y="405777"/>
                </a:lnTo>
                <a:lnTo>
                  <a:pt x="2873222" y="436257"/>
                </a:lnTo>
                <a:lnTo>
                  <a:pt x="2937357" y="396633"/>
                </a:lnTo>
                <a:lnTo>
                  <a:pt x="2977934" y="376720"/>
                </a:lnTo>
                <a:lnTo>
                  <a:pt x="2984563" y="373672"/>
                </a:lnTo>
                <a:lnTo>
                  <a:pt x="2982303" y="366534"/>
                </a:lnTo>
                <a:lnTo>
                  <a:pt x="2980182" y="358813"/>
                </a:lnTo>
                <a:lnTo>
                  <a:pt x="2978353" y="350532"/>
                </a:lnTo>
                <a:lnTo>
                  <a:pt x="2976943" y="341668"/>
                </a:lnTo>
                <a:lnTo>
                  <a:pt x="2954045" y="352501"/>
                </a:lnTo>
                <a:lnTo>
                  <a:pt x="2933268" y="362051"/>
                </a:lnTo>
                <a:lnTo>
                  <a:pt x="2914497" y="370166"/>
                </a:lnTo>
                <a:lnTo>
                  <a:pt x="2897606" y="376720"/>
                </a:lnTo>
                <a:lnTo>
                  <a:pt x="2897606" y="231851"/>
                </a:lnTo>
                <a:lnTo>
                  <a:pt x="2940367" y="231851"/>
                </a:lnTo>
                <a:lnTo>
                  <a:pt x="2958630" y="278523"/>
                </a:lnTo>
                <a:lnTo>
                  <a:pt x="2984068" y="321538"/>
                </a:lnTo>
                <a:lnTo>
                  <a:pt x="3016542" y="360883"/>
                </a:lnTo>
                <a:lnTo>
                  <a:pt x="3055899" y="396582"/>
                </a:lnTo>
                <a:lnTo>
                  <a:pt x="3102013" y="428637"/>
                </a:lnTo>
                <a:lnTo>
                  <a:pt x="3129445" y="396633"/>
                </a:lnTo>
                <a:close/>
              </a:path>
              <a:path w="5336540" h="438150">
                <a:moveTo>
                  <a:pt x="3570160" y="35052"/>
                </a:moveTo>
                <a:lnTo>
                  <a:pt x="3262122" y="35052"/>
                </a:lnTo>
                <a:lnTo>
                  <a:pt x="3266960" y="26797"/>
                </a:lnTo>
                <a:lnTo>
                  <a:pt x="3272218" y="18097"/>
                </a:lnTo>
                <a:lnTo>
                  <a:pt x="3277768" y="9131"/>
                </a:lnTo>
                <a:lnTo>
                  <a:pt x="3283458" y="0"/>
                </a:lnTo>
                <a:lnTo>
                  <a:pt x="3245358" y="0"/>
                </a:lnTo>
                <a:lnTo>
                  <a:pt x="3222701" y="36258"/>
                </a:lnTo>
                <a:lnTo>
                  <a:pt x="3197872" y="69392"/>
                </a:lnTo>
                <a:lnTo>
                  <a:pt x="3170478" y="99098"/>
                </a:lnTo>
                <a:lnTo>
                  <a:pt x="3140100" y="125069"/>
                </a:lnTo>
                <a:lnTo>
                  <a:pt x="3146437" y="132791"/>
                </a:lnTo>
                <a:lnTo>
                  <a:pt x="3151924" y="139928"/>
                </a:lnTo>
                <a:lnTo>
                  <a:pt x="3156826" y="146507"/>
                </a:lnTo>
                <a:lnTo>
                  <a:pt x="3161449" y="152501"/>
                </a:lnTo>
                <a:lnTo>
                  <a:pt x="3172879" y="141719"/>
                </a:lnTo>
                <a:lnTo>
                  <a:pt x="3184309" y="130213"/>
                </a:lnTo>
                <a:lnTo>
                  <a:pt x="3195739" y="118427"/>
                </a:lnTo>
                <a:lnTo>
                  <a:pt x="3207169" y="106781"/>
                </a:lnTo>
                <a:lnTo>
                  <a:pt x="3207169" y="260807"/>
                </a:lnTo>
                <a:lnTo>
                  <a:pt x="3237738" y="260807"/>
                </a:lnTo>
                <a:lnTo>
                  <a:pt x="3237738" y="244043"/>
                </a:lnTo>
                <a:lnTo>
                  <a:pt x="3495484" y="244043"/>
                </a:lnTo>
                <a:lnTo>
                  <a:pt x="3495484" y="256235"/>
                </a:lnTo>
                <a:lnTo>
                  <a:pt x="3525964" y="256235"/>
                </a:lnTo>
                <a:lnTo>
                  <a:pt x="3525964" y="244043"/>
                </a:lnTo>
                <a:lnTo>
                  <a:pt x="3525964" y="216611"/>
                </a:lnTo>
                <a:lnTo>
                  <a:pt x="3525964" y="94589"/>
                </a:lnTo>
                <a:lnTo>
                  <a:pt x="3495484" y="94589"/>
                </a:lnTo>
                <a:lnTo>
                  <a:pt x="3495484" y="122021"/>
                </a:lnTo>
                <a:lnTo>
                  <a:pt x="3495484" y="155549"/>
                </a:lnTo>
                <a:lnTo>
                  <a:pt x="3495484" y="181559"/>
                </a:lnTo>
                <a:lnTo>
                  <a:pt x="3495484" y="216611"/>
                </a:lnTo>
                <a:lnTo>
                  <a:pt x="3237738" y="216611"/>
                </a:lnTo>
                <a:lnTo>
                  <a:pt x="3237738" y="181559"/>
                </a:lnTo>
                <a:lnTo>
                  <a:pt x="3495484" y="181559"/>
                </a:lnTo>
                <a:lnTo>
                  <a:pt x="3495484" y="155549"/>
                </a:lnTo>
                <a:lnTo>
                  <a:pt x="3237738" y="155549"/>
                </a:lnTo>
                <a:lnTo>
                  <a:pt x="3237738" y="122021"/>
                </a:lnTo>
                <a:lnTo>
                  <a:pt x="3495484" y="122021"/>
                </a:lnTo>
                <a:lnTo>
                  <a:pt x="3495484" y="94589"/>
                </a:lnTo>
                <a:lnTo>
                  <a:pt x="3217926" y="94589"/>
                </a:lnTo>
                <a:lnTo>
                  <a:pt x="3223882" y="86588"/>
                </a:lnTo>
                <a:lnTo>
                  <a:pt x="3236353" y="70548"/>
                </a:lnTo>
                <a:lnTo>
                  <a:pt x="3242310" y="62484"/>
                </a:lnTo>
                <a:lnTo>
                  <a:pt x="3570160" y="62484"/>
                </a:lnTo>
                <a:lnTo>
                  <a:pt x="3570160" y="35052"/>
                </a:lnTo>
                <a:close/>
              </a:path>
              <a:path w="5336540" h="438150">
                <a:moveTo>
                  <a:pt x="3577780" y="395109"/>
                </a:moveTo>
                <a:lnTo>
                  <a:pt x="3533470" y="390867"/>
                </a:lnTo>
                <a:lnTo>
                  <a:pt x="3492004" y="385191"/>
                </a:lnTo>
                <a:lnTo>
                  <a:pt x="3453396" y="378345"/>
                </a:lnTo>
                <a:lnTo>
                  <a:pt x="3417671" y="370624"/>
                </a:lnTo>
                <a:lnTo>
                  <a:pt x="3444748" y="356908"/>
                </a:lnTo>
                <a:lnTo>
                  <a:pt x="3449396" y="354545"/>
                </a:lnTo>
                <a:lnTo>
                  <a:pt x="3478288" y="338048"/>
                </a:lnTo>
                <a:lnTo>
                  <a:pt x="3504323" y="320687"/>
                </a:lnTo>
                <a:lnTo>
                  <a:pt x="3525596" y="303568"/>
                </a:lnTo>
                <a:lnTo>
                  <a:pt x="3527488" y="302044"/>
                </a:lnTo>
                <a:lnTo>
                  <a:pt x="3527488" y="279184"/>
                </a:lnTo>
                <a:lnTo>
                  <a:pt x="3477107" y="279184"/>
                </a:lnTo>
                <a:lnTo>
                  <a:pt x="3477107" y="303568"/>
                </a:lnTo>
                <a:lnTo>
                  <a:pt x="3455365" y="318122"/>
                </a:lnTo>
                <a:lnTo>
                  <a:pt x="3431197" y="331952"/>
                </a:lnTo>
                <a:lnTo>
                  <a:pt x="3404451" y="344932"/>
                </a:lnTo>
                <a:lnTo>
                  <a:pt x="3374999" y="356908"/>
                </a:lnTo>
                <a:lnTo>
                  <a:pt x="3346627" y="345782"/>
                </a:lnTo>
                <a:lnTo>
                  <a:pt x="3320999" y="333095"/>
                </a:lnTo>
                <a:lnTo>
                  <a:pt x="3297961" y="318973"/>
                </a:lnTo>
                <a:lnTo>
                  <a:pt x="3293668" y="315760"/>
                </a:lnTo>
                <a:lnTo>
                  <a:pt x="3277362" y="303568"/>
                </a:lnTo>
                <a:lnTo>
                  <a:pt x="3477107" y="303568"/>
                </a:lnTo>
                <a:lnTo>
                  <a:pt x="3477107" y="279184"/>
                </a:lnTo>
                <a:lnTo>
                  <a:pt x="3289554" y="279184"/>
                </a:lnTo>
                <a:lnTo>
                  <a:pt x="3295002" y="273177"/>
                </a:lnTo>
                <a:lnTo>
                  <a:pt x="3300031" y="266903"/>
                </a:lnTo>
                <a:lnTo>
                  <a:pt x="3304667" y="260807"/>
                </a:lnTo>
                <a:lnTo>
                  <a:pt x="3309366" y="254711"/>
                </a:lnTo>
                <a:lnTo>
                  <a:pt x="3269742" y="254711"/>
                </a:lnTo>
                <a:lnTo>
                  <a:pt x="3243694" y="283311"/>
                </a:lnTo>
                <a:lnTo>
                  <a:pt x="3213493" y="309460"/>
                </a:lnTo>
                <a:lnTo>
                  <a:pt x="3179013" y="333019"/>
                </a:lnTo>
                <a:lnTo>
                  <a:pt x="3140100" y="353860"/>
                </a:lnTo>
                <a:lnTo>
                  <a:pt x="3146437" y="359816"/>
                </a:lnTo>
                <a:lnTo>
                  <a:pt x="3151924" y="366052"/>
                </a:lnTo>
                <a:lnTo>
                  <a:pt x="3156826" y="372287"/>
                </a:lnTo>
                <a:lnTo>
                  <a:pt x="3161449" y="378244"/>
                </a:lnTo>
                <a:lnTo>
                  <a:pt x="3186036" y="365048"/>
                </a:lnTo>
                <a:lnTo>
                  <a:pt x="3209493" y="350431"/>
                </a:lnTo>
                <a:lnTo>
                  <a:pt x="3231819" y="334098"/>
                </a:lnTo>
                <a:lnTo>
                  <a:pt x="3252978" y="315760"/>
                </a:lnTo>
                <a:lnTo>
                  <a:pt x="3270123" y="331190"/>
                </a:lnTo>
                <a:lnTo>
                  <a:pt x="3289554" y="345478"/>
                </a:lnTo>
                <a:lnTo>
                  <a:pt x="3311271" y="358622"/>
                </a:lnTo>
                <a:lnTo>
                  <a:pt x="3335274" y="370624"/>
                </a:lnTo>
                <a:lnTo>
                  <a:pt x="3301555" y="379590"/>
                </a:lnTo>
                <a:lnTo>
                  <a:pt x="3262109" y="388239"/>
                </a:lnTo>
                <a:lnTo>
                  <a:pt x="3216935" y="396862"/>
                </a:lnTo>
                <a:lnTo>
                  <a:pt x="3166021" y="405777"/>
                </a:lnTo>
                <a:lnTo>
                  <a:pt x="3171469" y="413537"/>
                </a:lnTo>
                <a:lnTo>
                  <a:pt x="3176498" y="421017"/>
                </a:lnTo>
                <a:lnTo>
                  <a:pt x="3181235" y="428485"/>
                </a:lnTo>
                <a:lnTo>
                  <a:pt x="3185833" y="436257"/>
                </a:lnTo>
                <a:lnTo>
                  <a:pt x="3238982" y="424776"/>
                </a:lnTo>
                <a:lnTo>
                  <a:pt x="3288411" y="413016"/>
                </a:lnTo>
                <a:lnTo>
                  <a:pt x="3333839" y="400672"/>
                </a:lnTo>
                <a:lnTo>
                  <a:pt x="3374999" y="387489"/>
                </a:lnTo>
                <a:lnTo>
                  <a:pt x="3414725" y="400583"/>
                </a:lnTo>
                <a:lnTo>
                  <a:pt x="3458476" y="412254"/>
                </a:lnTo>
                <a:lnTo>
                  <a:pt x="3506228" y="422198"/>
                </a:lnTo>
                <a:lnTo>
                  <a:pt x="3557968" y="430161"/>
                </a:lnTo>
                <a:lnTo>
                  <a:pt x="3562566" y="421894"/>
                </a:lnTo>
                <a:lnTo>
                  <a:pt x="3567303" y="413207"/>
                </a:lnTo>
                <a:lnTo>
                  <a:pt x="3572332" y="404228"/>
                </a:lnTo>
                <a:lnTo>
                  <a:pt x="3577780" y="395109"/>
                </a:lnTo>
                <a:close/>
              </a:path>
              <a:path w="5336540" h="438150">
                <a:moveTo>
                  <a:pt x="3730269" y="314236"/>
                </a:moveTo>
                <a:lnTo>
                  <a:pt x="3702837" y="289852"/>
                </a:lnTo>
                <a:lnTo>
                  <a:pt x="3675977" y="315569"/>
                </a:lnTo>
                <a:lnTo>
                  <a:pt x="3647973" y="340156"/>
                </a:lnTo>
                <a:lnTo>
                  <a:pt x="3618788" y="363613"/>
                </a:lnTo>
                <a:lnTo>
                  <a:pt x="3588448" y="385965"/>
                </a:lnTo>
                <a:lnTo>
                  <a:pt x="3595014" y="392823"/>
                </a:lnTo>
                <a:lnTo>
                  <a:pt x="3601021" y="399681"/>
                </a:lnTo>
                <a:lnTo>
                  <a:pt x="3606444" y="406539"/>
                </a:lnTo>
                <a:lnTo>
                  <a:pt x="3611308" y="413397"/>
                </a:lnTo>
                <a:lnTo>
                  <a:pt x="3641941" y="389966"/>
                </a:lnTo>
                <a:lnTo>
                  <a:pt x="3671976" y="365531"/>
                </a:lnTo>
                <a:lnTo>
                  <a:pt x="3701415" y="340233"/>
                </a:lnTo>
                <a:lnTo>
                  <a:pt x="3730269" y="314236"/>
                </a:lnTo>
                <a:close/>
              </a:path>
              <a:path w="5336540" h="438150">
                <a:moveTo>
                  <a:pt x="4007840" y="236423"/>
                </a:moveTo>
                <a:lnTo>
                  <a:pt x="3824859" y="236423"/>
                </a:lnTo>
                <a:lnTo>
                  <a:pt x="3824859" y="181559"/>
                </a:lnTo>
                <a:lnTo>
                  <a:pt x="3788283" y="181559"/>
                </a:lnTo>
                <a:lnTo>
                  <a:pt x="3788283" y="236423"/>
                </a:lnTo>
                <a:lnTo>
                  <a:pt x="3594544" y="236423"/>
                </a:lnTo>
                <a:lnTo>
                  <a:pt x="3594544" y="268427"/>
                </a:lnTo>
                <a:lnTo>
                  <a:pt x="3788283" y="268427"/>
                </a:lnTo>
                <a:lnTo>
                  <a:pt x="3788283" y="366052"/>
                </a:lnTo>
                <a:lnTo>
                  <a:pt x="3786848" y="378104"/>
                </a:lnTo>
                <a:lnTo>
                  <a:pt x="3782568" y="386715"/>
                </a:lnTo>
                <a:lnTo>
                  <a:pt x="3775418" y="391858"/>
                </a:lnTo>
                <a:lnTo>
                  <a:pt x="3765423" y="393585"/>
                </a:lnTo>
                <a:lnTo>
                  <a:pt x="3751872" y="393319"/>
                </a:lnTo>
                <a:lnTo>
                  <a:pt x="3738473" y="392633"/>
                </a:lnTo>
                <a:lnTo>
                  <a:pt x="3710457" y="390537"/>
                </a:lnTo>
                <a:lnTo>
                  <a:pt x="3713581" y="404799"/>
                </a:lnTo>
                <a:lnTo>
                  <a:pt x="3717531" y="422465"/>
                </a:lnTo>
                <a:lnTo>
                  <a:pt x="3718077" y="425589"/>
                </a:lnTo>
                <a:lnTo>
                  <a:pt x="3774567" y="425589"/>
                </a:lnTo>
                <a:lnTo>
                  <a:pt x="3812286" y="413194"/>
                </a:lnTo>
                <a:lnTo>
                  <a:pt x="3824859" y="376720"/>
                </a:lnTo>
                <a:lnTo>
                  <a:pt x="3824859" y="268427"/>
                </a:lnTo>
                <a:lnTo>
                  <a:pt x="4007840" y="268427"/>
                </a:lnTo>
                <a:lnTo>
                  <a:pt x="4007840" y="236423"/>
                </a:lnTo>
                <a:close/>
              </a:path>
              <a:path w="5336540" h="438150">
                <a:moveTo>
                  <a:pt x="4015460" y="378244"/>
                </a:moveTo>
                <a:lnTo>
                  <a:pt x="3989120" y="358533"/>
                </a:lnTo>
                <a:lnTo>
                  <a:pt x="3960203" y="338239"/>
                </a:lnTo>
                <a:lnTo>
                  <a:pt x="3928402" y="317385"/>
                </a:lnTo>
                <a:lnTo>
                  <a:pt x="3893439" y="295948"/>
                </a:lnTo>
                <a:lnTo>
                  <a:pt x="3872103" y="321856"/>
                </a:lnTo>
                <a:lnTo>
                  <a:pt x="3901871" y="341884"/>
                </a:lnTo>
                <a:lnTo>
                  <a:pt x="3931628" y="363207"/>
                </a:lnTo>
                <a:lnTo>
                  <a:pt x="3961333" y="385965"/>
                </a:lnTo>
                <a:lnTo>
                  <a:pt x="3991076" y="410349"/>
                </a:lnTo>
                <a:lnTo>
                  <a:pt x="4015460" y="378244"/>
                </a:lnTo>
                <a:close/>
              </a:path>
              <a:path w="5336540" h="438150">
                <a:moveTo>
                  <a:pt x="4026128" y="114401"/>
                </a:moveTo>
                <a:lnTo>
                  <a:pt x="3992600" y="100685"/>
                </a:lnTo>
                <a:lnTo>
                  <a:pt x="3991191" y="116979"/>
                </a:lnTo>
                <a:lnTo>
                  <a:pt x="3989362" y="131546"/>
                </a:lnTo>
                <a:lnTo>
                  <a:pt x="3975455" y="171983"/>
                </a:lnTo>
                <a:lnTo>
                  <a:pt x="3954500" y="176987"/>
                </a:lnTo>
                <a:lnTo>
                  <a:pt x="3939260" y="176987"/>
                </a:lnTo>
                <a:lnTo>
                  <a:pt x="3929011" y="175247"/>
                </a:lnTo>
                <a:lnTo>
                  <a:pt x="3921353" y="170078"/>
                </a:lnTo>
                <a:lnTo>
                  <a:pt x="3916540" y="161467"/>
                </a:lnTo>
                <a:lnTo>
                  <a:pt x="3914876" y="149453"/>
                </a:lnTo>
                <a:lnTo>
                  <a:pt x="3914876" y="48768"/>
                </a:lnTo>
                <a:lnTo>
                  <a:pt x="3760749" y="48768"/>
                </a:lnTo>
                <a:lnTo>
                  <a:pt x="3761638" y="37299"/>
                </a:lnTo>
                <a:lnTo>
                  <a:pt x="3762083" y="25527"/>
                </a:lnTo>
                <a:lnTo>
                  <a:pt x="3762260" y="13195"/>
                </a:lnTo>
                <a:lnTo>
                  <a:pt x="3762273" y="0"/>
                </a:lnTo>
                <a:lnTo>
                  <a:pt x="3727221" y="0"/>
                </a:lnTo>
                <a:lnTo>
                  <a:pt x="3727208" y="13195"/>
                </a:lnTo>
                <a:lnTo>
                  <a:pt x="3727031" y="25527"/>
                </a:lnTo>
                <a:lnTo>
                  <a:pt x="3726586" y="37299"/>
                </a:lnTo>
                <a:lnTo>
                  <a:pt x="3725697" y="48768"/>
                </a:lnTo>
                <a:lnTo>
                  <a:pt x="3615880" y="48768"/>
                </a:lnTo>
                <a:lnTo>
                  <a:pt x="3615880" y="79349"/>
                </a:lnTo>
                <a:lnTo>
                  <a:pt x="3722649" y="79349"/>
                </a:lnTo>
                <a:lnTo>
                  <a:pt x="3708654" y="114287"/>
                </a:lnTo>
                <a:lnTo>
                  <a:pt x="3682644" y="143941"/>
                </a:lnTo>
                <a:lnTo>
                  <a:pt x="3644608" y="168757"/>
                </a:lnTo>
                <a:lnTo>
                  <a:pt x="3594544" y="189179"/>
                </a:lnTo>
                <a:lnTo>
                  <a:pt x="3600018" y="196316"/>
                </a:lnTo>
                <a:lnTo>
                  <a:pt x="3605212" y="204038"/>
                </a:lnTo>
                <a:lnTo>
                  <a:pt x="3610406" y="212318"/>
                </a:lnTo>
                <a:lnTo>
                  <a:pt x="3615880" y="221183"/>
                </a:lnTo>
                <a:lnTo>
                  <a:pt x="3673043" y="194513"/>
                </a:lnTo>
                <a:lnTo>
                  <a:pt x="3716172" y="162267"/>
                </a:lnTo>
                <a:lnTo>
                  <a:pt x="3744988" y="124015"/>
                </a:lnTo>
                <a:lnTo>
                  <a:pt x="3759225" y="79349"/>
                </a:lnTo>
                <a:lnTo>
                  <a:pt x="3879723" y="79349"/>
                </a:lnTo>
                <a:lnTo>
                  <a:pt x="3879723" y="152501"/>
                </a:lnTo>
                <a:lnTo>
                  <a:pt x="3883152" y="177444"/>
                </a:lnTo>
                <a:lnTo>
                  <a:pt x="3893451" y="195072"/>
                </a:lnTo>
                <a:lnTo>
                  <a:pt x="3910622" y="205536"/>
                </a:lnTo>
                <a:lnTo>
                  <a:pt x="3934688" y="208991"/>
                </a:lnTo>
                <a:lnTo>
                  <a:pt x="3956024" y="208991"/>
                </a:lnTo>
                <a:lnTo>
                  <a:pt x="3997363" y="198501"/>
                </a:lnTo>
                <a:lnTo>
                  <a:pt x="4019905" y="155117"/>
                </a:lnTo>
                <a:lnTo>
                  <a:pt x="4022128" y="142595"/>
                </a:lnTo>
                <a:lnTo>
                  <a:pt x="4026128" y="114401"/>
                </a:lnTo>
                <a:close/>
              </a:path>
              <a:path w="5336540" h="438150">
                <a:moveTo>
                  <a:pt x="4225963" y="74777"/>
                </a:moveTo>
                <a:lnTo>
                  <a:pt x="4190911" y="74777"/>
                </a:lnTo>
                <a:lnTo>
                  <a:pt x="4190911" y="106781"/>
                </a:lnTo>
                <a:lnTo>
                  <a:pt x="4190911" y="213563"/>
                </a:lnTo>
                <a:lnTo>
                  <a:pt x="4190911" y="245567"/>
                </a:lnTo>
                <a:lnTo>
                  <a:pt x="4190911" y="355384"/>
                </a:lnTo>
                <a:lnTo>
                  <a:pt x="4091749" y="355384"/>
                </a:lnTo>
                <a:lnTo>
                  <a:pt x="4091749" y="245567"/>
                </a:lnTo>
                <a:lnTo>
                  <a:pt x="4190911" y="245567"/>
                </a:lnTo>
                <a:lnTo>
                  <a:pt x="4190911" y="213563"/>
                </a:lnTo>
                <a:lnTo>
                  <a:pt x="4091749" y="213563"/>
                </a:lnTo>
                <a:lnTo>
                  <a:pt x="4091749" y="106781"/>
                </a:lnTo>
                <a:lnTo>
                  <a:pt x="4190911" y="106781"/>
                </a:lnTo>
                <a:lnTo>
                  <a:pt x="4190911" y="74777"/>
                </a:lnTo>
                <a:lnTo>
                  <a:pt x="4138993" y="74777"/>
                </a:lnTo>
                <a:lnTo>
                  <a:pt x="4144975" y="59601"/>
                </a:lnTo>
                <a:lnTo>
                  <a:pt x="4151376" y="44018"/>
                </a:lnTo>
                <a:lnTo>
                  <a:pt x="4158069" y="28181"/>
                </a:lnTo>
                <a:lnTo>
                  <a:pt x="4164901" y="12192"/>
                </a:lnTo>
                <a:lnTo>
                  <a:pt x="4128325" y="1524"/>
                </a:lnTo>
                <a:lnTo>
                  <a:pt x="4122331" y="18110"/>
                </a:lnTo>
                <a:lnTo>
                  <a:pt x="4115752" y="35826"/>
                </a:lnTo>
                <a:lnTo>
                  <a:pt x="4108615" y="54724"/>
                </a:lnTo>
                <a:lnTo>
                  <a:pt x="4100893" y="74777"/>
                </a:lnTo>
                <a:lnTo>
                  <a:pt x="4056697" y="74777"/>
                </a:lnTo>
                <a:lnTo>
                  <a:pt x="4056697" y="425589"/>
                </a:lnTo>
                <a:lnTo>
                  <a:pt x="4091749" y="425589"/>
                </a:lnTo>
                <a:lnTo>
                  <a:pt x="4091749" y="389013"/>
                </a:lnTo>
                <a:lnTo>
                  <a:pt x="4190911" y="389013"/>
                </a:lnTo>
                <a:lnTo>
                  <a:pt x="4190911" y="422541"/>
                </a:lnTo>
                <a:lnTo>
                  <a:pt x="4225963" y="422541"/>
                </a:lnTo>
                <a:lnTo>
                  <a:pt x="4225963" y="389013"/>
                </a:lnTo>
                <a:lnTo>
                  <a:pt x="4225963" y="355384"/>
                </a:lnTo>
                <a:lnTo>
                  <a:pt x="4225963" y="245567"/>
                </a:lnTo>
                <a:lnTo>
                  <a:pt x="4225963" y="213563"/>
                </a:lnTo>
                <a:lnTo>
                  <a:pt x="4225963" y="106781"/>
                </a:lnTo>
                <a:lnTo>
                  <a:pt x="4225963" y="74777"/>
                </a:lnTo>
                <a:close/>
              </a:path>
              <a:path w="5336540" h="438150">
                <a:moveTo>
                  <a:pt x="4375404" y="272999"/>
                </a:moveTo>
                <a:lnTo>
                  <a:pt x="4359402" y="251294"/>
                </a:lnTo>
                <a:lnTo>
                  <a:pt x="4341101" y="227469"/>
                </a:lnTo>
                <a:lnTo>
                  <a:pt x="4320502" y="201625"/>
                </a:lnTo>
                <a:lnTo>
                  <a:pt x="4297591" y="173939"/>
                </a:lnTo>
                <a:lnTo>
                  <a:pt x="4271683" y="193751"/>
                </a:lnTo>
                <a:lnTo>
                  <a:pt x="4291457" y="219773"/>
                </a:lnTo>
                <a:lnTo>
                  <a:pt x="4309821" y="245376"/>
                </a:lnTo>
                <a:lnTo>
                  <a:pt x="4327055" y="270725"/>
                </a:lnTo>
                <a:lnTo>
                  <a:pt x="4343400" y="295948"/>
                </a:lnTo>
                <a:lnTo>
                  <a:pt x="4375404" y="272999"/>
                </a:lnTo>
                <a:close/>
              </a:path>
              <a:path w="5336540" h="438150">
                <a:moveTo>
                  <a:pt x="4457801" y="73253"/>
                </a:moveTo>
                <a:lnTo>
                  <a:pt x="4315879" y="73253"/>
                </a:lnTo>
                <a:lnTo>
                  <a:pt x="4321645" y="58077"/>
                </a:lnTo>
                <a:lnTo>
                  <a:pt x="4327385" y="42494"/>
                </a:lnTo>
                <a:lnTo>
                  <a:pt x="4333113" y="26657"/>
                </a:lnTo>
                <a:lnTo>
                  <a:pt x="4338828" y="10668"/>
                </a:lnTo>
                <a:lnTo>
                  <a:pt x="4302163" y="1524"/>
                </a:lnTo>
                <a:lnTo>
                  <a:pt x="4287342" y="47815"/>
                </a:lnTo>
                <a:lnTo>
                  <a:pt x="4270540" y="90538"/>
                </a:lnTo>
                <a:lnTo>
                  <a:pt x="4252011" y="129552"/>
                </a:lnTo>
                <a:lnTo>
                  <a:pt x="4232059" y="164693"/>
                </a:lnTo>
                <a:lnTo>
                  <a:pt x="4240885" y="168376"/>
                </a:lnTo>
                <a:lnTo>
                  <a:pt x="4249013" y="172364"/>
                </a:lnTo>
                <a:lnTo>
                  <a:pt x="4256265" y="176352"/>
                </a:lnTo>
                <a:lnTo>
                  <a:pt x="4262539" y="180035"/>
                </a:lnTo>
                <a:lnTo>
                  <a:pt x="4272800" y="163372"/>
                </a:lnTo>
                <a:lnTo>
                  <a:pt x="4282922" y="145465"/>
                </a:lnTo>
                <a:lnTo>
                  <a:pt x="4292752" y="126136"/>
                </a:lnTo>
                <a:lnTo>
                  <a:pt x="4302163" y="105257"/>
                </a:lnTo>
                <a:lnTo>
                  <a:pt x="4419600" y="105257"/>
                </a:lnTo>
                <a:lnTo>
                  <a:pt x="4418660" y="172364"/>
                </a:lnTo>
                <a:lnTo>
                  <a:pt x="4417707" y="227469"/>
                </a:lnTo>
                <a:lnTo>
                  <a:pt x="4416526" y="277571"/>
                </a:lnTo>
                <a:lnTo>
                  <a:pt x="4415167" y="316992"/>
                </a:lnTo>
                <a:lnTo>
                  <a:pt x="4409173" y="366014"/>
                </a:lnTo>
                <a:lnTo>
                  <a:pt x="4369308" y="390537"/>
                </a:lnTo>
                <a:lnTo>
                  <a:pt x="4350715" y="390004"/>
                </a:lnTo>
                <a:lnTo>
                  <a:pt x="4331386" y="388632"/>
                </a:lnTo>
                <a:lnTo>
                  <a:pt x="4289971" y="384441"/>
                </a:lnTo>
                <a:lnTo>
                  <a:pt x="4288447" y="384441"/>
                </a:lnTo>
                <a:lnTo>
                  <a:pt x="4290466" y="392963"/>
                </a:lnTo>
                <a:lnTo>
                  <a:pt x="4292066" y="402348"/>
                </a:lnTo>
                <a:lnTo>
                  <a:pt x="4293374" y="412292"/>
                </a:lnTo>
                <a:lnTo>
                  <a:pt x="4294543" y="422541"/>
                </a:lnTo>
                <a:lnTo>
                  <a:pt x="4336339" y="424637"/>
                </a:lnTo>
                <a:lnTo>
                  <a:pt x="4356570" y="425323"/>
                </a:lnTo>
                <a:lnTo>
                  <a:pt x="4376928" y="425589"/>
                </a:lnTo>
                <a:lnTo>
                  <a:pt x="4407192" y="421297"/>
                </a:lnTo>
                <a:lnTo>
                  <a:pt x="4440847" y="390537"/>
                </a:lnTo>
                <a:lnTo>
                  <a:pt x="4450080" y="332511"/>
                </a:lnTo>
                <a:lnTo>
                  <a:pt x="4453140" y="256260"/>
                </a:lnTo>
                <a:lnTo>
                  <a:pt x="4454677" y="204406"/>
                </a:lnTo>
                <a:lnTo>
                  <a:pt x="4456176" y="145465"/>
                </a:lnTo>
                <a:lnTo>
                  <a:pt x="4457077" y="105257"/>
                </a:lnTo>
                <a:lnTo>
                  <a:pt x="4457801" y="73253"/>
                </a:lnTo>
                <a:close/>
              </a:path>
              <a:path w="5336540" h="438150">
                <a:moveTo>
                  <a:pt x="4602670" y="80873"/>
                </a:moveTo>
                <a:lnTo>
                  <a:pt x="4589729" y="67678"/>
                </a:lnTo>
                <a:lnTo>
                  <a:pt x="4573943" y="51193"/>
                </a:lnTo>
                <a:lnTo>
                  <a:pt x="4532465" y="7620"/>
                </a:lnTo>
                <a:lnTo>
                  <a:pt x="4506557" y="32004"/>
                </a:lnTo>
                <a:lnTo>
                  <a:pt x="4524172" y="51066"/>
                </a:lnTo>
                <a:lnTo>
                  <a:pt x="4540847" y="69964"/>
                </a:lnTo>
                <a:lnTo>
                  <a:pt x="4556277" y="88455"/>
                </a:lnTo>
                <a:lnTo>
                  <a:pt x="4570565" y="106781"/>
                </a:lnTo>
                <a:lnTo>
                  <a:pt x="4602670" y="80873"/>
                </a:lnTo>
                <a:close/>
              </a:path>
              <a:path w="5336540" h="438150">
                <a:moveTo>
                  <a:pt x="4631626" y="361480"/>
                </a:moveTo>
                <a:lnTo>
                  <a:pt x="4630521" y="354266"/>
                </a:lnTo>
                <a:lnTo>
                  <a:pt x="4629340" y="345478"/>
                </a:lnTo>
                <a:lnTo>
                  <a:pt x="4628197" y="335762"/>
                </a:lnTo>
                <a:lnTo>
                  <a:pt x="4627054" y="324904"/>
                </a:lnTo>
                <a:lnTo>
                  <a:pt x="4600524" y="344144"/>
                </a:lnTo>
                <a:lnTo>
                  <a:pt x="4586046" y="354266"/>
                </a:lnTo>
                <a:lnTo>
                  <a:pt x="4570565" y="364528"/>
                </a:lnTo>
                <a:lnTo>
                  <a:pt x="4570565" y="152501"/>
                </a:lnTo>
                <a:lnTo>
                  <a:pt x="4488269" y="152501"/>
                </a:lnTo>
                <a:lnTo>
                  <a:pt x="4488269" y="184594"/>
                </a:lnTo>
                <a:lnTo>
                  <a:pt x="4537037" y="184594"/>
                </a:lnTo>
                <a:lnTo>
                  <a:pt x="4537037" y="356908"/>
                </a:lnTo>
                <a:lnTo>
                  <a:pt x="4536160" y="368896"/>
                </a:lnTo>
                <a:lnTo>
                  <a:pt x="4533417" y="379628"/>
                </a:lnTo>
                <a:lnTo>
                  <a:pt x="4528680" y="388924"/>
                </a:lnTo>
                <a:lnTo>
                  <a:pt x="4521797" y="396633"/>
                </a:lnTo>
                <a:lnTo>
                  <a:pt x="4543133" y="425589"/>
                </a:lnTo>
                <a:lnTo>
                  <a:pt x="4565104" y="408076"/>
                </a:lnTo>
                <a:lnTo>
                  <a:pt x="4587379" y="391858"/>
                </a:lnTo>
                <a:lnTo>
                  <a:pt x="4627156" y="364528"/>
                </a:lnTo>
                <a:lnTo>
                  <a:pt x="4631626" y="361480"/>
                </a:lnTo>
                <a:close/>
              </a:path>
              <a:path w="5336540" h="438150">
                <a:moveTo>
                  <a:pt x="4881753" y="271475"/>
                </a:moveTo>
                <a:lnTo>
                  <a:pt x="4849660" y="271475"/>
                </a:lnTo>
                <a:lnTo>
                  <a:pt x="4849660" y="302044"/>
                </a:lnTo>
                <a:lnTo>
                  <a:pt x="4849660" y="375196"/>
                </a:lnTo>
                <a:lnTo>
                  <a:pt x="4680394" y="375196"/>
                </a:lnTo>
                <a:lnTo>
                  <a:pt x="4680394" y="302044"/>
                </a:lnTo>
                <a:lnTo>
                  <a:pt x="4849660" y="302044"/>
                </a:lnTo>
                <a:lnTo>
                  <a:pt x="4849660" y="271475"/>
                </a:lnTo>
                <a:lnTo>
                  <a:pt x="4646866" y="271475"/>
                </a:lnTo>
                <a:lnTo>
                  <a:pt x="4646866" y="431685"/>
                </a:lnTo>
                <a:lnTo>
                  <a:pt x="4680394" y="431685"/>
                </a:lnTo>
                <a:lnTo>
                  <a:pt x="4680394" y="405777"/>
                </a:lnTo>
                <a:lnTo>
                  <a:pt x="4849660" y="405777"/>
                </a:lnTo>
                <a:lnTo>
                  <a:pt x="4849660" y="431685"/>
                </a:lnTo>
                <a:lnTo>
                  <a:pt x="4881753" y="431685"/>
                </a:lnTo>
                <a:lnTo>
                  <a:pt x="4881753" y="405777"/>
                </a:lnTo>
                <a:lnTo>
                  <a:pt x="4881753" y="375196"/>
                </a:lnTo>
                <a:lnTo>
                  <a:pt x="4881753" y="302044"/>
                </a:lnTo>
                <a:lnTo>
                  <a:pt x="4881753" y="271475"/>
                </a:lnTo>
                <a:close/>
              </a:path>
              <a:path w="5336540" h="438150">
                <a:moveTo>
                  <a:pt x="4921377" y="196786"/>
                </a:moveTo>
                <a:lnTo>
                  <a:pt x="4866424" y="196786"/>
                </a:lnTo>
                <a:lnTo>
                  <a:pt x="4866424" y="103733"/>
                </a:lnTo>
                <a:lnTo>
                  <a:pt x="4834420" y="103733"/>
                </a:lnTo>
                <a:lnTo>
                  <a:pt x="4834420" y="134213"/>
                </a:lnTo>
                <a:lnTo>
                  <a:pt x="4834420" y="196786"/>
                </a:lnTo>
                <a:lnTo>
                  <a:pt x="4716970" y="196786"/>
                </a:lnTo>
                <a:lnTo>
                  <a:pt x="4724590" y="134213"/>
                </a:lnTo>
                <a:lnTo>
                  <a:pt x="4834420" y="134213"/>
                </a:lnTo>
                <a:lnTo>
                  <a:pt x="4834420" y="103733"/>
                </a:lnTo>
                <a:lnTo>
                  <a:pt x="4729162" y="103733"/>
                </a:lnTo>
                <a:lnTo>
                  <a:pt x="4736884" y="53340"/>
                </a:lnTo>
                <a:lnTo>
                  <a:pt x="4903089" y="53340"/>
                </a:lnTo>
                <a:lnTo>
                  <a:pt x="4903089" y="22860"/>
                </a:lnTo>
                <a:lnTo>
                  <a:pt x="4619434" y="22860"/>
                </a:lnTo>
                <a:lnTo>
                  <a:pt x="4619434" y="53340"/>
                </a:lnTo>
                <a:lnTo>
                  <a:pt x="4703254" y="53340"/>
                </a:lnTo>
                <a:lnTo>
                  <a:pt x="4695634" y="103733"/>
                </a:lnTo>
                <a:lnTo>
                  <a:pt x="4628578" y="103733"/>
                </a:lnTo>
                <a:lnTo>
                  <a:pt x="4628578" y="134213"/>
                </a:lnTo>
                <a:lnTo>
                  <a:pt x="4691062" y="134213"/>
                </a:lnTo>
                <a:lnTo>
                  <a:pt x="4683442" y="196786"/>
                </a:lnTo>
                <a:lnTo>
                  <a:pt x="4608766" y="196786"/>
                </a:lnTo>
                <a:lnTo>
                  <a:pt x="4608766" y="227279"/>
                </a:lnTo>
                <a:lnTo>
                  <a:pt x="4921377" y="227279"/>
                </a:lnTo>
                <a:lnTo>
                  <a:pt x="4921377" y="196786"/>
                </a:lnTo>
                <a:close/>
              </a:path>
              <a:path w="5336540" h="438150">
                <a:moveTo>
                  <a:pt x="5208079" y="157073"/>
                </a:moveTo>
                <a:lnTo>
                  <a:pt x="5174551" y="157073"/>
                </a:lnTo>
                <a:lnTo>
                  <a:pt x="5174551" y="187655"/>
                </a:lnTo>
                <a:lnTo>
                  <a:pt x="5174551" y="289852"/>
                </a:lnTo>
                <a:lnTo>
                  <a:pt x="5038826" y="289852"/>
                </a:lnTo>
                <a:lnTo>
                  <a:pt x="5038826" y="187655"/>
                </a:lnTo>
                <a:lnTo>
                  <a:pt x="5174551" y="187655"/>
                </a:lnTo>
                <a:lnTo>
                  <a:pt x="5174551" y="157073"/>
                </a:lnTo>
                <a:lnTo>
                  <a:pt x="5005197" y="157073"/>
                </a:lnTo>
                <a:lnTo>
                  <a:pt x="5005197" y="349288"/>
                </a:lnTo>
                <a:lnTo>
                  <a:pt x="5038826" y="349288"/>
                </a:lnTo>
                <a:lnTo>
                  <a:pt x="5038826" y="320332"/>
                </a:lnTo>
                <a:lnTo>
                  <a:pt x="5208079" y="320332"/>
                </a:lnTo>
                <a:lnTo>
                  <a:pt x="5208079" y="289852"/>
                </a:lnTo>
                <a:lnTo>
                  <a:pt x="5208079" y="187655"/>
                </a:lnTo>
                <a:lnTo>
                  <a:pt x="5208079" y="157073"/>
                </a:lnTo>
                <a:close/>
              </a:path>
              <a:path w="5336540" h="438150">
                <a:moveTo>
                  <a:pt x="5336197" y="62484"/>
                </a:moveTo>
                <a:lnTo>
                  <a:pt x="5060162" y="62484"/>
                </a:lnTo>
                <a:lnTo>
                  <a:pt x="5066106" y="49898"/>
                </a:lnTo>
                <a:lnTo>
                  <a:pt x="5072354" y="37147"/>
                </a:lnTo>
                <a:lnTo>
                  <a:pt x="5078590" y="24130"/>
                </a:lnTo>
                <a:lnTo>
                  <a:pt x="5084546" y="10668"/>
                </a:lnTo>
                <a:lnTo>
                  <a:pt x="5047970" y="0"/>
                </a:lnTo>
                <a:lnTo>
                  <a:pt x="5025402" y="49784"/>
                </a:lnTo>
                <a:lnTo>
                  <a:pt x="4998961" y="96113"/>
                </a:lnTo>
                <a:lnTo>
                  <a:pt x="4968799" y="139014"/>
                </a:lnTo>
                <a:lnTo>
                  <a:pt x="4935093" y="178511"/>
                </a:lnTo>
                <a:lnTo>
                  <a:pt x="4942802" y="185572"/>
                </a:lnTo>
                <a:lnTo>
                  <a:pt x="4949952" y="192798"/>
                </a:lnTo>
                <a:lnTo>
                  <a:pt x="4956518" y="199720"/>
                </a:lnTo>
                <a:lnTo>
                  <a:pt x="4962525" y="205943"/>
                </a:lnTo>
                <a:lnTo>
                  <a:pt x="4984572" y="180200"/>
                </a:lnTo>
                <a:lnTo>
                  <a:pt x="5005057" y="153314"/>
                </a:lnTo>
                <a:lnTo>
                  <a:pt x="5024107" y="125272"/>
                </a:lnTo>
                <a:lnTo>
                  <a:pt x="5041874" y="96113"/>
                </a:lnTo>
                <a:lnTo>
                  <a:pt x="5298097" y="96113"/>
                </a:lnTo>
                <a:lnTo>
                  <a:pt x="5296928" y="146951"/>
                </a:lnTo>
                <a:lnTo>
                  <a:pt x="5295646" y="199720"/>
                </a:lnTo>
                <a:lnTo>
                  <a:pt x="5294020" y="257822"/>
                </a:lnTo>
                <a:lnTo>
                  <a:pt x="5292001" y="317284"/>
                </a:lnTo>
                <a:lnTo>
                  <a:pt x="5282908" y="365074"/>
                </a:lnTo>
                <a:lnTo>
                  <a:pt x="5246662" y="388124"/>
                </a:lnTo>
                <a:lnTo>
                  <a:pt x="5230939" y="389013"/>
                </a:lnTo>
                <a:lnTo>
                  <a:pt x="5209502" y="388721"/>
                </a:lnTo>
                <a:lnTo>
                  <a:pt x="5186350" y="387870"/>
                </a:lnTo>
                <a:lnTo>
                  <a:pt x="5161458" y="386435"/>
                </a:lnTo>
                <a:lnTo>
                  <a:pt x="5134838" y="384441"/>
                </a:lnTo>
                <a:lnTo>
                  <a:pt x="5137099" y="395312"/>
                </a:lnTo>
                <a:lnTo>
                  <a:pt x="5139220" y="405206"/>
                </a:lnTo>
                <a:lnTo>
                  <a:pt x="5141049" y="414223"/>
                </a:lnTo>
                <a:lnTo>
                  <a:pt x="5142458" y="422541"/>
                </a:lnTo>
                <a:lnTo>
                  <a:pt x="5216918" y="425323"/>
                </a:lnTo>
                <a:lnTo>
                  <a:pt x="5259819" y="423252"/>
                </a:lnTo>
                <a:lnTo>
                  <a:pt x="5296459" y="410578"/>
                </a:lnTo>
                <a:lnTo>
                  <a:pt x="5322671" y="368579"/>
                </a:lnTo>
                <a:lnTo>
                  <a:pt x="5328577" y="320332"/>
                </a:lnTo>
                <a:lnTo>
                  <a:pt x="5330241" y="274180"/>
                </a:lnTo>
                <a:lnTo>
                  <a:pt x="5331688" y="225386"/>
                </a:lnTo>
                <a:lnTo>
                  <a:pt x="5334520" y="119621"/>
                </a:lnTo>
                <a:lnTo>
                  <a:pt x="5335206" y="96113"/>
                </a:lnTo>
                <a:lnTo>
                  <a:pt x="5336197" y="62484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25544" y="727614"/>
            <a:ext cx="481965" cy="441325"/>
            <a:chOff x="925544" y="727614"/>
            <a:chExt cx="481965" cy="441325"/>
          </a:xfrm>
        </p:grpSpPr>
        <p:sp>
          <p:nvSpPr>
            <p:cNvPr id="3" name="object 3" descr=""/>
            <p:cNvSpPr/>
            <p:nvPr/>
          </p:nvSpPr>
          <p:spPr>
            <a:xfrm>
              <a:off x="925544" y="727614"/>
              <a:ext cx="326390" cy="433705"/>
            </a:xfrm>
            <a:custGeom>
              <a:avLst/>
              <a:gdLst/>
              <a:ahLst/>
              <a:cxnLst/>
              <a:rect l="l" t="t" r="r" b="b"/>
              <a:pathLst>
                <a:path w="326390" h="433705">
                  <a:moveTo>
                    <a:pt x="326326" y="344709"/>
                  </a:moveTo>
                  <a:lnTo>
                    <a:pt x="0" y="344709"/>
                  </a:lnTo>
                  <a:lnTo>
                    <a:pt x="0" y="270033"/>
                  </a:lnTo>
                  <a:lnTo>
                    <a:pt x="12596" y="255738"/>
                  </a:lnTo>
                  <a:lnTo>
                    <a:pt x="25336" y="240613"/>
                  </a:lnTo>
                  <a:lnTo>
                    <a:pt x="38361" y="224934"/>
                  </a:lnTo>
                  <a:lnTo>
                    <a:pt x="51816" y="208978"/>
                  </a:lnTo>
                  <a:lnTo>
                    <a:pt x="65270" y="191832"/>
                  </a:lnTo>
                  <a:lnTo>
                    <a:pt x="91035" y="157503"/>
                  </a:lnTo>
                  <a:lnTo>
                    <a:pt x="115974" y="122253"/>
                  </a:lnTo>
                  <a:lnTo>
                    <a:pt x="138873" y="86725"/>
                  </a:lnTo>
                  <a:lnTo>
                    <a:pt x="149447" y="68675"/>
                  </a:lnTo>
                  <a:lnTo>
                    <a:pt x="160305" y="51475"/>
                  </a:lnTo>
                  <a:lnTo>
                    <a:pt x="170021" y="34301"/>
                  </a:lnTo>
                  <a:lnTo>
                    <a:pt x="178593" y="17146"/>
                  </a:lnTo>
                  <a:lnTo>
                    <a:pt x="186023" y="0"/>
                  </a:lnTo>
                  <a:lnTo>
                    <a:pt x="274510" y="0"/>
                  </a:lnTo>
                  <a:lnTo>
                    <a:pt x="274510" y="122015"/>
                  </a:lnTo>
                  <a:lnTo>
                    <a:pt x="187547" y="122015"/>
                  </a:lnTo>
                  <a:lnTo>
                    <a:pt x="182689" y="132065"/>
                  </a:lnTo>
                  <a:lnTo>
                    <a:pt x="177260" y="141839"/>
                  </a:lnTo>
                  <a:lnTo>
                    <a:pt x="171259" y="151630"/>
                  </a:lnTo>
                  <a:lnTo>
                    <a:pt x="164687" y="161734"/>
                  </a:lnTo>
                  <a:lnTo>
                    <a:pt x="158710" y="171783"/>
                  </a:lnTo>
                  <a:lnTo>
                    <a:pt x="152304" y="181546"/>
                  </a:lnTo>
                  <a:lnTo>
                    <a:pt x="145613" y="191309"/>
                  </a:lnTo>
                  <a:lnTo>
                    <a:pt x="138779" y="201358"/>
                  </a:lnTo>
                  <a:lnTo>
                    <a:pt x="132134" y="210740"/>
                  </a:lnTo>
                  <a:lnTo>
                    <a:pt x="125622" y="220408"/>
                  </a:lnTo>
                  <a:lnTo>
                    <a:pt x="118808" y="230076"/>
                  </a:lnTo>
                  <a:lnTo>
                    <a:pt x="104632" y="247712"/>
                  </a:lnTo>
                  <a:lnTo>
                    <a:pt x="91963" y="264827"/>
                  </a:lnTo>
                  <a:lnTo>
                    <a:pt x="85344" y="273081"/>
                  </a:lnTo>
                  <a:lnTo>
                    <a:pt x="326326" y="273081"/>
                  </a:lnTo>
                  <a:lnTo>
                    <a:pt x="326326" y="344709"/>
                  </a:lnTo>
                  <a:close/>
                </a:path>
                <a:path w="326390" h="433705">
                  <a:moveTo>
                    <a:pt x="274510" y="273081"/>
                  </a:moveTo>
                  <a:lnTo>
                    <a:pt x="187547" y="273081"/>
                  </a:lnTo>
                  <a:lnTo>
                    <a:pt x="187547" y="122015"/>
                  </a:lnTo>
                  <a:lnTo>
                    <a:pt x="274510" y="122015"/>
                  </a:lnTo>
                  <a:lnTo>
                    <a:pt x="274510" y="273081"/>
                  </a:lnTo>
                  <a:close/>
                </a:path>
                <a:path w="326390" h="433705">
                  <a:moveTo>
                    <a:pt x="274510" y="433197"/>
                  </a:moveTo>
                  <a:lnTo>
                    <a:pt x="187547" y="433197"/>
                  </a:lnTo>
                  <a:lnTo>
                    <a:pt x="187547" y="344709"/>
                  </a:lnTo>
                  <a:lnTo>
                    <a:pt x="274510" y="344709"/>
                  </a:lnTo>
                  <a:lnTo>
                    <a:pt x="274510" y="433197"/>
                  </a:lnTo>
                  <a:close/>
                </a:path>
              </a:pathLst>
            </a:custGeom>
            <a:solidFill>
              <a:srgbClr val="1823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066" y="1067752"/>
              <a:ext cx="111347" cy="100679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610283" y="645223"/>
            <a:ext cx="1835150" cy="602615"/>
          </a:xfrm>
          <a:custGeom>
            <a:avLst/>
            <a:gdLst/>
            <a:ahLst/>
            <a:cxnLst/>
            <a:rect l="l" t="t" r="r" b="b"/>
            <a:pathLst>
              <a:path w="1835150" h="602615">
                <a:moveTo>
                  <a:pt x="120396" y="224231"/>
                </a:moveTo>
                <a:lnTo>
                  <a:pt x="39624" y="224231"/>
                </a:lnTo>
                <a:lnTo>
                  <a:pt x="39624" y="594944"/>
                </a:lnTo>
                <a:lnTo>
                  <a:pt x="120396" y="594944"/>
                </a:lnTo>
                <a:lnTo>
                  <a:pt x="120396" y="224231"/>
                </a:lnTo>
                <a:close/>
              </a:path>
              <a:path w="1835150" h="602615">
                <a:moveTo>
                  <a:pt x="214985" y="219659"/>
                </a:moveTo>
                <a:lnTo>
                  <a:pt x="200698" y="199694"/>
                </a:lnTo>
                <a:lnTo>
                  <a:pt x="185267" y="178892"/>
                </a:lnTo>
                <a:lnTo>
                  <a:pt x="168694" y="157505"/>
                </a:lnTo>
                <a:lnTo>
                  <a:pt x="150977" y="135839"/>
                </a:lnTo>
                <a:lnTo>
                  <a:pt x="92964" y="167843"/>
                </a:lnTo>
                <a:lnTo>
                  <a:pt x="107797" y="188696"/>
                </a:lnTo>
                <a:lnTo>
                  <a:pt x="122351" y="210134"/>
                </a:lnTo>
                <a:lnTo>
                  <a:pt x="136347" y="232168"/>
                </a:lnTo>
                <a:lnTo>
                  <a:pt x="149453" y="254800"/>
                </a:lnTo>
                <a:lnTo>
                  <a:pt x="214985" y="219659"/>
                </a:lnTo>
                <a:close/>
              </a:path>
              <a:path w="1835150" h="602615">
                <a:moveTo>
                  <a:pt x="573417" y="169367"/>
                </a:moveTo>
                <a:lnTo>
                  <a:pt x="236321" y="169367"/>
                </a:lnTo>
                <a:lnTo>
                  <a:pt x="236321" y="236512"/>
                </a:lnTo>
                <a:lnTo>
                  <a:pt x="492544" y="236512"/>
                </a:lnTo>
                <a:lnTo>
                  <a:pt x="492544" y="475970"/>
                </a:lnTo>
                <a:lnTo>
                  <a:pt x="475780" y="512546"/>
                </a:lnTo>
                <a:lnTo>
                  <a:pt x="465785" y="514311"/>
                </a:lnTo>
                <a:lnTo>
                  <a:pt x="458635" y="514832"/>
                </a:lnTo>
                <a:lnTo>
                  <a:pt x="449783" y="515353"/>
                </a:lnTo>
                <a:lnTo>
                  <a:pt x="439204" y="515594"/>
                </a:lnTo>
                <a:lnTo>
                  <a:pt x="439204" y="466826"/>
                </a:lnTo>
                <a:lnTo>
                  <a:pt x="439204" y="428637"/>
                </a:lnTo>
                <a:lnTo>
                  <a:pt x="439204" y="372249"/>
                </a:lnTo>
                <a:lnTo>
                  <a:pt x="439204" y="334048"/>
                </a:lnTo>
                <a:lnTo>
                  <a:pt x="439204" y="274612"/>
                </a:lnTo>
                <a:lnTo>
                  <a:pt x="364439" y="274612"/>
                </a:lnTo>
                <a:lnTo>
                  <a:pt x="364439" y="334048"/>
                </a:lnTo>
                <a:lnTo>
                  <a:pt x="364439" y="372249"/>
                </a:lnTo>
                <a:lnTo>
                  <a:pt x="364439" y="428637"/>
                </a:lnTo>
                <a:lnTo>
                  <a:pt x="364439" y="466826"/>
                </a:lnTo>
                <a:lnTo>
                  <a:pt x="245465" y="466826"/>
                </a:lnTo>
                <a:lnTo>
                  <a:pt x="245465" y="428637"/>
                </a:lnTo>
                <a:lnTo>
                  <a:pt x="364439" y="428637"/>
                </a:lnTo>
                <a:lnTo>
                  <a:pt x="364439" y="372249"/>
                </a:lnTo>
                <a:lnTo>
                  <a:pt x="245465" y="372249"/>
                </a:lnTo>
                <a:lnTo>
                  <a:pt x="245465" y="334048"/>
                </a:lnTo>
                <a:lnTo>
                  <a:pt x="364439" y="334048"/>
                </a:lnTo>
                <a:lnTo>
                  <a:pt x="364439" y="274612"/>
                </a:lnTo>
                <a:lnTo>
                  <a:pt x="170789" y="274612"/>
                </a:lnTo>
                <a:lnTo>
                  <a:pt x="170789" y="553796"/>
                </a:lnTo>
                <a:lnTo>
                  <a:pt x="245465" y="553796"/>
                </a:lnTo>
                <a:lnTo>
                  <a:pt x="245465" y="526262"/>
                </a:lnTo>
                <a:lnTo>
                  <a:pt x="394919" y="526262"/>
                </a:lnTo>
                <a:lnTo>
                  <a:pt x="399275" y="542366"/>
                </a:lnTo>
                <a:lnTo>
                  <a:pt x="403186" y="558736"/>
                </a:lnTo>
                <a:lnTo>
                  <a:pt x="406793" y="575652"/>
                </a:lnTo>
                <a:lnTo>
                  <a:pt x="410248" y="593420"/>
                </a:lnTo>
                <a:lnTo>
                  <a:pt x="439369" y="593128"/>
                </a:lnTo>
                <a:lnTo>
                  <a:pt x="486752" y="590842"/>
                </a:lnTo>
                <a:lnTo>
                  <a:pt x="533361" y="579513"/>
                </a:lnTo>
                <a:lnTo>
                  <a:pt x="563130" y="545185"/>
                </a:lnTo>
                <a:lnTo>
                  <a:pt x="569214" y="526262"/>
                </a:lnTo>
                <a:lnTo>
                  <a:pt x="571106" y="515594"/>
                </a:lnTo>
                <a:lnTo>
                  <a:pt x="572274" y="509003"/>
                </a:lnTo>
                <a:lnTo>
                  <a:pt x="573417" y="486638"/>
                </a:lnTo>
                <a:lnTo>
                  <a:pt x="573417" y="169367"/>
                </a:lnTo>
                <a:close/>
              </a:path>
              <a:path w="1835150" h="602615">
                <a:moveTo>
                  <a:pt x="593229" y="44297"/>
                </a:moveTo>
                <a:lnTo>
                  <a:pt x="420916" y="44297"/>
                </a:lnTo>
                <a:lnTo>
                  <a:pt x="425704" y="33731"/>
                </a:lnTo>
                <a:lnTo>
                  <a:pt x="430631" y="22720"/>
                </a:lnTo>
                <a:lnTo>
                  <a:pt x="435279" y="11430"/>
                </a:lnTo>
                <a:lnTo>
                  <a:pt x="439204" y="0"/>
                </a:lnTo>
                <a:lnTo>
                  <a:pt x="359867" y="0"/>
                </a:lnTo>
                <a:lnTo>
                  <a:pt x="346481" y="28638"/>
                </a:lnTo>
                <a:lnTo>
                  <a:pt x="331660" y="54952"/>
                </a:lnTo>
                <a:lnTo>
                  <a:pt x="315709" y="78968"/>
                </a:lnTo>
                <a:lnTo>
                  <a:pt x="298894" y="100685"/>
                </a:lnTo>
                <a:lnTo>
                  <a:pt x="298894" y="44297"/>
                </a:lnTo>
                <a:lnTo>
                  <a:pt x="160121" y="44297"/>
                </a:lnTo>
                <a:lnTo>
                  <a:pt x="166954" y="33731"/>
                </a:lnTo>
                <a:lnTo>
                  <a:pt x="173647" y="22720"/>
                </a:lnTo>
                <a:lnTo>
                  <a:pt x="180047" y="11430"/>
                </a:lnTo>
                <a:lnTo>
                  <a:pt x="186029" y="0"/>
                </a:lnTo>
                <a:lnTo>
                  <a:pt x="100584" y="0"/>
                </a:lnTo>
                <a:lnTo>
                  <a:pt x="78016" y="34353"/>
                </a:lnTo>
                <a:lnTo>
                  <a:pt x="53721" y="66382"/>
                </a:lnTo>
                <a:lnTo>
                  <a:pt x="27724" y="96113"/>
                </a:lnTo>
                <a:lnTo>
                  <a:pt x="0" y="123545"/>
                </a:lnTo>
                <a:lnTo>
                  <a:pt x="8140" y="138887"/>
                </a:lnTo>
                <a:lnTo>
                  <a:pt x="16764" y="156019"/>
                </a:lnTo>
                <a:lnTo>
                  <a:pt x="25298" y="174650"/>
                </a:lnTo>
                <a:lnTo>
                  <a:pt x="33528" y="195275"/>
                </a:lnTo>
                <a:lnTo>
                  <a:pt x="56946" y="173024"/>
                </a:lnTo>
                <a:lnTo>
                  <a:pt x="79057" y="149923"/>
                </a:lnTo>
                <a:lnTo>
                  <a:pt x="99758" y="126225"/>
                </a:lnTo>
                <a:lnTo>
                  <a:pt x="118872" y="102209"/>
                </a:lnTo>
                <a:lnTo>
                  <a:pt x="147929" y="102209"/>
                </a:lnTo>
                <a:lnTo>
                  <a:pt x="156832" y="117373"/>
                </a:lnTo>
                <a:lnTo>
                  <a:pt x="165455" y="133108"/>
                </a:lnTo>
                <a:lnTo>
                  <a:pt x="182981" y="166319"/>
                </a:lnTo>
                <a:lnTo>
                  <a:pt x="257657" y="138887"/>
                </a:lnTo>
                <a:lnTo>
                  <a:pt x="252044" y="129882"/>
                </a:lnTo>
                <a:lnTo>
                  <a:pt x="246037" y="120510"/>
                </a:lnTo>
                <a:lnTo>
                  <a:pt x="239864" y="111353"/>
                </a:lnTo>
                <a:lnTo>
                  <a:pt x="233273" y="102209"/>
                </a:lnTo>
                <a:lnTo>
                  <a:pt x="295846" y="102209"/>
                </a:lnTo>
                <a:lnTo>
                  <a:pt x="291020" y="107924"/>
                </a:lnTo>
                <a:lnTo>
                  <a:pt x="285750" y="113639"/>
                </a:lnTo>
                <a:lnTo>
                  <a:pt x="280212" y="119354"/>
                </a:lnTo>
                <a:lnTo>
                  <a:pt x="274510" y="125069"/>
                </a:lnTo>
                <a:lnTo>
                  <a:pt x="291490" y="133108"/>
                </a:lnTo>
                <a:lnTo>
                  <a:pt x="328307" y="150672"/>
                </a:lnTo>
                <a:lnTo>
                  <a:pt x="344614" y="158699"/>
                </a:lnTo>
                <a:lnTo>
                  <a:pt x="356006" y="144932"/>
                </a:lnTo>
                <a:lnTo>
                  <a:pt x="367106" y="131025"/>
                </a:lnTo>
                <a:lnTo>
                  <a:pt x="377621" y="116827"/>
                </a:lnTo>
                <a:lnTo>
                  <a:pt x="387299" y="102209"/>
                </a:lnTo>
                <a:lnTo>
                  <a:pt x="423964" y="102209"/>
                </a:lnTo>
                <a:lnTo>
                  <a:pt x="429653" y="115963"/>
                </a:lnTo>
                <a:lnTo>
                  <a:pt x="435127" y="129679"/>
                </a:lnTo>
                <a:lnTo>
                  <a:pt x="440461" y="144081"/>
                </a:lnTo>
                <a:lnTo>
                  <a:pt x="445300" y="158699"/>
                </a:lnTo>
                <a:lnTo>
                  <a:pt x="523024" y="143459"/>
                </a:lnTo>
                <a:lnTo>
                  <a:pt x="518426" y="133121"/>
                </a:lnTo>
                <a:lnTo>
                  <a:pt x="513689" y="122796"/>
                </a:lnTo>
                <a:lnTo>
                  <a:pt x="508660" y="112496"/>
                </a:lnTo>
                <a:lnTo>
                  <a:pt x="503212" y="102209"/>
                </a:lnTo>
                <a:lnTo>
                  <a:pt x="593229" y="102209"/>
                </a:lnTo>
                <a:lnTo>
                  <a:pt x="593229" y="100685"/>
                </a:lnTo>
                <a:lnTo>
                  <a:pt x="593229" y="44297"/>
                </a:lnTo>
                <a:close/>
              </a:path>
              <a:path w="1835150" h="602615">
                <a:moveTo>
                  <a:pt x="921067" y="48869"/>
                </a:moveTo>
                <a:lnTo>
                  <a:pt x="791438" y="48869"/>
                </a:lnTo>
                <a:lnTo>
                  <a:pt x="796886" y="37160"/>
                </a:lnTo>
                <a:lnTo>
                  <a:pt x="801916" y="25006"/>
                </a:lnTo>
                <a:lnTo>
                  <a:pt x="806653" y="12573"/>
                </a:lnTo>
                <a:lnTo>
                  <a:pt x="811250" y="0"/>
                </a:lnTo>
                <a:lnTo>
                  <a:pt x="727430" y="0"/>
                </a:lnTo>
                <a:lnTo>
                  <a:pt x="706869" y="43205"/>
                </a:lnTo>
                <a:lnTo>
                  <a:pt x="681850" y="83540"/>
                </a:lnTo>
                <a:lnTo>
                  <a:pt x="652551" y="121018"/>
                </a:lnTo>
                <a:lnTo>
                  <a:pt x="619125" y="155651"/>
                </a:lnTo>
                <a:lnTo>
                  <a:pt x="633412" y="172262"/>
                </a:lnTo>
                <a:lnTo>
                  <a:pt x="646557" y="188036"/>
                </a:lnTo>
                <a:lnTo>
                  <a:pt x="658558" y="203225"/>
                </a:lnTo>
                <a:lnTo>
                  <a:pt x="669417" y="218135"/>
                </a:lnTo>
                <a:lnTo>
                  <a:pt x="694880" y="193509"/>
                </a:lnTo>
                <a:lnTo>
                  <a:pt x="718464" y="167449"/>
                </a:lnTo>
                <a:lnTo>
                  <a:pt x="740029" y="139649"/>
                </a:lnTo>
                <a:lnTo>
                  <a:pt x="759434" y="109829"/>
                </a:lnTo>
                <a:lnTo>
                  <a:pt x="796010" y="109829"/>
                </a:lnTo>
                <a:lnTo>
                  <a:pt x="747242" y="146507"/>
                </a:lnTo>
                <a:lnTo>
                  <a:pt x="759574" y="161645"/>
                </a:lnTo>
                <a:lnTo>
                  <a:pt x="771626" y="177368"/>
                </a:lnTo>
                <a:lnTo>
                  <a:pt x="783564" y="193509"/>
                </a:lnTo>
                <a:lnTo>
                  <a:pt x="796010" y="210515"/>
                </a:lnTo>
                <a:lnTo>
                  <a:pt x="855535" y="164795"/>
                </a:lnTo>
                <a:lnTo>
                  <a:pt x="844918" y="152768"/>
                </a:lnTo>
                <a:lnTo>
                  <a:pt x="833475" y="139649"/>
                </a:lnTo>
                <a:lnTo>
                  <a:pt x="820788" y="125272"/>
                </a:lnTo>
                <a:lnTo>
                  <a:pt x="806678" y="109829"/>
                </a:lnTo>
                <a:lnTo>
                  <a:pt x="921067" y="109829"/>
                </a:lnTo>
                <a:lnTo>
                  <a:pt x="921067" y="48869"/>
                </a:lnTo>
                <a:close/>
              </a:path>
              <a:path w="1835150" h="602615">
                <a:moveTo>
                  <a:pt x="1128522" y="378345"/>
                </a:moveTo>
                <a:lnTo>
                  <a:pt x="1047661" y="378345"/>
                </a:lnTo>
                <a:lnTo>
                  <a:pt x="1047661" y="447014"/>
                </a:lnTo>
                <a:lnTo>
                  <a:pt x="1047661" y="500354"/>
                </a:lnTo>
                <a:lnTo>
                  <a:pt x="789914" y="500354"/>
                </a:lnTo>
                <a:lnTo>
                  <a:pt x="789914" y="447014"/>
                </a:lnTo>
                <a:lnTo>
                  <a:pt x="1047661" y="447014"/>
                </a:lnTo>
                <a:lnTo>
                  <a:pt x="1047661" y="378345"/>
                </a:lnTo>
                <a:lnTo>
                  <a:pt x="707618" y="378345"/>
                </a:lnTo>
                <a:lnTo>
                  <a:pt x="707618" y="599516"/>
                </a:lnTo>
                <a:lnTo>
                  <a:pt x="789914" y="599516"/>
                </a:lnTo>
                <a:lnTo>
                  <a:pt x="789914" y="569036"/>
                </a:lnTo>
                <a:lnTo>
                  <a:pt x="1047661" y="569036"/>
                </a:lnTo>
                <a:lnTo>
                  <a:pt x="1047661" y="597992"/>
                </a:lnTo>
                <a:lnTo>
                  <a:pt x="1128522" y="597992"/>
                </a:lnTo>
                <a:lnTo>
                  <a:pt x="1128522" y="569036"/>
                </a:lnTo>
                <a:lnTo>
                  <a:pt x="1128522" y="500354"/>
                </a:lnTo>
                <a:lnTo>
                  <a:pt x="1128522" y="447014"/>
                </a:lnTo>
                <a:lnTo>
                  <a:pt x="1128522" y="378345"/>
                </a:lnTo>
                <a:close/>
              </a:path>
              <a:path w="1835150" h="602615">
                <a:moveTo>
                  <a:pt x="1216926" y="286804"/>
                </a:moveTo>
                <a:lnTo>
                  <a:pt x="1211084" y="285280"/>
                </a:lnTo>
                <a:lnTo>
                  <a:pt x="1156601" y="271068"/>
                </a:lnTo>
                <a:lnTo>
                  <a:pt x="1101966" y="251294"/>
                </a:lnTo>
                <a:lnTo>
                  <a:pt x="1053249" y="227495"/>
                </a:lnTo>
                <a:lnTo>
                  <a:pt x="1038936" y="218135"/>
                </a:lnTo>
                <a:lnTo>
                  <a:pt x="1010691" y="199669"/>
                </a:lnTo>
                <a:lnTo>
                  <a:pt x="1006513" y="195999"/>
                </a:lnTo>
                <a:lnTo>
                  <a:pt x="1006513" y="285280"/>
                </a:lnTo>
                <a:lnTo>
                  <a:pt x="832675" y="285280"/>
                </a:lnTo>
                <a:lnTo>
                  <a:pt x="857846" y="269227"/>
                </a:lnTo>
                <a:lnTo>
                  <a:pt x="880872" y="252882"/>
                </a:lnTo>
                <a:lnTo>
                  <a:pt x="901903" y="235953"/>
                </a:lnTo>
                <a:lnTo>
                  <a:pt x="921067" y="218135"/>
                </a:lnTo>
                <a:lnTo>
                  <a:pt x="941070" y="236156"/>
                </a:lnTo>
                <a:lnTo>
                  <a:pt x="962075" y="253453"/>
                </a:lnTo>
                <a:lnTo>
                  <a:pt x="983945" y="269875"/>
                </a:lnTo>
                <a:lnTo>
                  <a:pt x="1006513" y="285280"/>
                </a:lnTo>
                <a:lnTo>
                  <a:pt x="1006513" y="195999"/>
                </a:lnTo>
                <a:lnTo>
                  <a:pt x="974509" y="167843"/>
                </a:lnTo>
                <a:lnTo>
                  <a:pt x="986536" y="153200"/>
                </a:lnTo>
                <a:lnTo>
                  <a:pt x="997559" y="138836"/>
                </a:lnTo>
                <a:lnTo>
                  <a:pt x="1007732" y="124460"/>
                </a:lnTo>
                <a:lnTo>
                  <a:pt x="1017181" y="109829"/>
                </a:lnTo>
                <a:lnTo>
                  <a:pt x="1081189" y="109829"/>
                </a:lnTo>
                <a:lnTo>
                  <a:pt x="1027849" y="151079"/>
                </a:lnTo>
                <a:lnTo>
                  <a:pt x="1045260" y="167360"/>
                </a:lnTo>
                <a:lnTo>
                  <a:pt x="1063104" y="184226"/>
                </a:lnTo>
                <a:lnTo>
                  <a:pt x="1081252" y="201650"/>
                </a:lnTo>
                <a:lnTo>
                  <a:pt x="1099566" y="219659"/>
                </a:lnTo>
                <a:lnTo>
                  <a:pt x="1155954" y="170891"/>
                </a:lnTo>
                <a:lnTo>
                  <a:pt x="1138834" y="154266"/>
                </a:lnTo>
                <a:lnTo>
                  <a:pt x="1121854" y="138645"/>
                </a:lnTo>
                <a:lnTo>
                  <a:pt x="1105128" y="123875"/>
                </a:lnTo>
                <a:lnTo>
                  <a:pt x="1088809" y="109829"/>
                </a:lnTo>
                <a:lnTo>
                  <a:pt x="1207782" y="109829"/>
                </a:lnTo>
                <a:lnTo>
                  <a:pt x="1207782" y="48869"/>
                </a:lnTo>
                <a:lnTo>
                  <a:pt x="1050709" y="48869"/>
                </a:lnTo>
                <a:lnTo>
                  <a:pt x="1056119" y="36525"/>
                </a:lnTo>
                <a:lnTo>
                  <a:pt x="1060805" y="24434"/>
                </a:lnTo>
                <a:lnTo>
                  <a:pt x="1064641" y="12357"/>
                </a:lnTo>
                <a:lnTo>
                  <a:pt x="1067473" y="0"/>
                </a:lnTo>
                <a:lnTo>
                  <a:pt x="985177" y="0"/>
                </a:lnTo>
                <a:lnTo>
                  <a:pt x="967397" y="37465"/>
                </a:lnTo>
                <a:lnTo>
                  <a:pt x="948169" y="71907"/>
                </a:lnTo>
                <a:lnTo>
                  <a:pt x="927227" y="103187"/>
                </a:lnTo>
                <a:lnTo>
                  <a:pt x="904303" y="131165"/>
                </a:lnTo>
                <a:lnTo>
                  <a:pt x="924115" y="144983"/>
                </a:lnTo>
                <a:lnTo>
                  <a:pt x="890587" y="144983"/>
                </a:lnTo>
                <a:lnTo>
                  <a:pt x="861377" y="176479"/>
                </a:lnTo>
                <a:lnTo>
                  <a:pt x="825601" y="205397"/>
                </a:lnTo>
                <a:lnTo>
                  <a:pt x="783285" y="231698"/>
                </a:lnTo>
                <a:lnTo>
                  <a:pt x="734479" y="255346"/>
                </a:lnTo>
                <a:lnTo>
                  <a:pt x="679246" y="276263"/>
                </a:lnTo>
                <a:lnTo>
                  <a:pt x="617601" y="294424"/>
                </a:lnTo>
                <a:lnTo>
                  <a:pt x="632510" y="315036"/>
                </a:lnTo>
                <a:lnTo>
                  <a:pt x="645414" y="333527"/>
                </a:lnTo>
                <a:lnTo>
                  <a:pt x="656615" y="350012"/>
                </a:lnTo>
                <a:lnTo>
                  <a:pt x="666369" y="364629"/>
                </a:lnTo>
                <a:lnTo>
                  <a:pt x="695337" y="354037"/>
                </a:lnTo>
                <a:lnTo>
                  <a:pt x="722845" y="342861"/>
                </a:lnTo>
                <a:lnTo>
                  <a:pt x="749198" y="331114"/>
                </a:lnTo>
                <a:lnTo>
                  <a:pt x="774674" y="318808"/>
                </a:lnTo>
                <a:lnTo>
                  <a:pt x="774674" y="347865"/>
                </a:lnTo>
                <a:lnTo>
                  <a:pt x="1062901" y="347865"/>
                </a:lnTo>
                <a:lnTo>
                  <a:pt x="1062901" y="318808"/>
                </a:lnTo>
                <a:lnTo>
                  <a:pt x="1087742" y="331114"/>
                </a:lnTo>
                <a:lnTo>
                  <a:pt x="1113853" y="342861"/>
                </a:lnTo>
                <a:lnTo>
                  <a:pt x="1140790" y="354037"/>
                </a:lnTo>
                <a:lnTo>
                  <a:pt x="1168146" y="364629"/>
                </a:lnTo>
                <a:lnTo>
                  <a:pt x="1178991" y="346887"/>
                </a:lnTo>
                <a:lnTo>
                  <a:pt x="1190815" y="328002"/>
                </a:lnTo>
                <a:lnTo>
                  <a:pt x="1196644" y="318808"/>
                </a:lnTo>
                <a:lnTo>
                  <a:pt x="1216926" y="286804"/>
                </a:lnTo>
                <a:close/>
              </a:path>
              <a:path w="1835150" h="602615">
                <a:moveTo>
                  <a:pt x="1500581" y="24384"/>
                </a:moveTo>
                <a:lnTo>
                  <a:pt x="1432001" y="24384"/>
                </a:lnTo>
                <a:lnTo>
                  <a:pt x="1432001" y="80873"/>
                </a:lnTo>
                <a:lnTo>
                  <a:pt x="1432001" y="115925"/>
                </a:lnTo>
                <a:lnTo>
                  <a:pt x="1432001" y="166319"/>
                </a:lnTo>
                <a:lnTo>
                  <a:pt x="1432001" y="201371"/>
                </a:lnTo>
                <a:lnTo>
                  <a:pt x="1334363" y="201371"/>
                </a:lnTo>
                <a:lnTo>
                  <a:pt x="1334363" y="166319"/>
                </a:lnTo>
                <a:lnTo>
                  <a:pt x="1432001" y="166319"/>
                </a:lnTo>
                <a:lnTo>
                  <a:pt x="1432001" y="115925"/>
                </a:lnTo>
                <a:lnTo>
                  <a:pt x="1334363" y="115925"/>
                </a:lnTo>
                <a:lnTo>
                  <a:pt x="1334363" y="80873"/>
                </a:lnTo>
                <a:lnTo>
                  <a:pt x="1432001" y="80873"/>
                </a:lnTo>
                <a:lnTo>
                  <a:pt x="1432001" y="24384"/>
                </a:lnTo>
                <a:lnTo>
                  <a:pt x="1265783" y="24384"/>
                </a:lnTo>
                <a:lnTo>
                  <a:pt x="1265783" y="257848"/>
                </a:lnTo>
                <a:lnTo>
                  <a:pt x="1500581" y="257848"/>
                </a:lnTo>
                <a:lnTo>
                  <a:pt x="1500581" y="201371"/>
                </a:lnTo>
                <a:lnTo>
                  <a:pt x="1500581" y="166319"/>
                </a:lnTo>
                <a:lnTo>
                  <a:pt x="1500581" y="115925"/>
                </a:lnTo>
                <a:lnTo>
                  <a:pt x="1500581" y="80873"/>
                </a:lnTo>
                <a:lnTo>
                  <a:pt x="1500581" y="24384"/>
                </a:lnTo>
                <a:close/>
              </a:path>
              <a:path w="1835150" h="602615">
                <a:moveTo>
                  <a:pt x="1820900" y="25920"/>
                </a:moveTo>
                <a:lnTo>
                  <a:pt x="1525054" y="25920"/>
                </a:lnTo>
                <a:lnTo>
                  <a:pt x="1525054" y="85445"/>
                </a:lnTo>
                <a:lnTo>
                  <a:pt x="1622590" y="85445"/>
                </a:lnTo>
                <a:lnTo>
                  <a:pt x="1621180" y="96901"/>
                </a:lnTo>
                <a:lnTo>
                  <a:pt x="1619351" y="108508"/>
                </a:lnTo>
                <a:lnTo>
                  <a:pt x="1617230" y="120421"/>
                </a:lnTo>
                <a:lnTo>
                  <a:pt x="1614970" y="132791"/>
                </a:lnTo>
                <a:lnTo>
                  <a:pt x="1535722" y="132791"/>
                </a:lnTo>
                <a:lnTo>
                  <a:pt x="1535722" y="384441"/>
                </a:lnTo>
                <a:lnTo>
                  <a:pt x="1604302" y="384441"/>
                </a:lnTo>
                <a:lnTo>
                  <a:pt x="1604302" y="193751"/>
                </a:lnTo>
                <a:lnTo>
                  <a:pt x="1733943" y="193751"/>
                </a:lnTo>
                <a:lnTo>
                  <a:pt x="1733943" y="385965"/>
                </a:lnTo>
                <a:lnTo>
                  <a:pt x="1802612" y="385965"/>
                </a:lnTo>
                <a:lnTo>
                  <a:pt x="1802612" y="193751"/>
                </a:lnTo>
                <a:lnTo>
                  <a:pt x="1802612" y="132791"/>
                </a:lnTo>
                <a:lnTo>
                  <a:pt x="1689747" y="132791"/>
                </a:lnTo>
                <a:lnTo>
                  <a:pt x="1694319" y="109651"/>
                </a:lnTo>
                <a:lnTo>
                  <a:pt x="1696605" y="97751"/>
                </a:lnTo>
                <a:lnTo>
                  <a:pt x="1698891" y="85445"/>
                </a:lnTo>
                <a:lnTo>
                  <a:pt x="1820900" y="85445"/>
                </a:lnTo>
                <a:lnTo>
                  <a:pt x="1820900" y="25920"/>
                </a:lnTo>
                <a:close/>
              </a:path>
              <a:path w="1835150" h="602615">
                <a:moveTo>
                  <a:pt x="1834616" y="511022"/>
                </a:moveTo>
                <a:lnTo>
                  <a:pt x="1787372" y="512546"/>
                </a:lnTo>
                <a:lnTo>
                  <a:pt x="1833092" y="457682"/>
                </a:lnTo>
                <a:lnTo>
                  <a:pt x="1801075" y="435622"/>
                </a:lnTo>
                <a:lnTo>
                  <a:pt x="1788134" y="427113"/>
                </a:lnTo>
                <a:lnTo>
                  <a:pt x="1779663" y="421538"/>
                </a:lnTo>
                <a:lnTo>
                  <a:pt x="1779663" y="512546"/>
                </a:lnTo>
                <a:lnTo>
                  <a:pt x="1557058" y="514070"/>
                </a:lnTo>
                <a:lnTo>
                  <a:pt x="1559826" y="512546"/>
                </a:lnTo>
                <a:lnTo>
                  <a:pt x="1590230" y="495782"/>
                </a:lnTo>
                <a:lnTo>
                  <a:pt x="1618983" y="475195"/>
                </a:lnTo>
                <a:lnTo>
                  <a:pt x="1643468" y="452310"/>
                </a:lnTo>
                <a:lnTo>
                  <a:pt x="1663839" y="427113"/>
                </a:lnTo>
                <a:lnTo>
                  <a:pt x="1693291" y="447141"/>
                </a:lnTo>
                <a:lnTo>
                  <a:pt x="1722323" y="468147"/>
                </a:lnTo>
                <a:lnTo>
                  <a:pt x="1751063" y="489991"/>
                </a:lnTo>
                <a:lnTo>
                  <a:pt x="1779663" y="512546"/>
                </a:lnTo>
                <a:lnTo>
                  <a:pt x="1779663" y="421538"/>
                </a:lnTo>
                <a:lnTo>
                  <a:pt x="1766747" y="413016"/>
                </a:lnTo>
                <a:lnTo>
                  <a:pt x="1730146" y="389864"/>
                </a:lnTo>
                <a:lnTo>
                  <a:pt x="1691271" y="366153"/>
                </a:lnTo>
                <a:lnTo>
                  <a:pt x="1696148" y="345871"/>
                </a:lnTo>
                <a:lnTo>
                  <a:pt x="1699463" y="324002"/>
                </a:lnTo>
                <a:lnTo>
                  <a:pt x="1701342" y="300697"/>
                </a:lnTo>
                <a:lnTo>
                  <a:pt x="1701939" y="276136"/>
                </a:lnTo>
                <a:lnTo>
                  <a:pt x="1701939" y="219659"/>
                </a:lnTo>
                <a:lnTo>
                  <a:pt x="1636306" y="219659"/>
                </a:lnTo>
                <a:lnTo>
                  <a:pt x="1636306" y="273088"/>
                </a:lnTo>
                <a:lnTo>
                  <a:pt x="1633740" y="312775"/>
                </a:lnTo>
                <a:lnTo>
                  <a:pt x="1613166" y="375615"/>
                </a:lnTo>
                <a:lnTo>
                  <a:pt x="1572895" y="417068"/>
                </a:lnTo>
                <a:lnTo>
                  <a:pt x="1518602" y="445808"/>
                </a:lnTo>
                <a:lnTo>
                  <a:pt x="1486865" y="456158"/>
                </a:lnTo>
                <a:lnTo>
                  <a:pt x="1498282" y="469252"/>
                </a:lnTo>
                <a:lnTo>
                  <a:pt x="1509572" y="483209"/>
                </a:lnTo>
                <a:lnTo>
                  <a:pt x="1520583" y="497738"/>
                </a:lnTo>
                <a:lnTo>
                  <a:pt x="1531150" y="512546"/>
                </a:lnTo>
                <a:lnTo>
                  <a:pt x="1504518" y="511670"/>
                </a:lnTo>
                <a:lnTo>
                  <a:pt x="1479626" y="508927"/>
                </a:lnTo>
                <a:lnTo>
                  <a:pt x="1474978" y="507974"/>
                </a:lnTo>
                <a:lnTo>
                  <a:pt x="1456474" y="504190"/>
                </a:lnTo>
                <a:lnTo>
                  <a:pt x="1435049" y="497306"/>
                </a:lnTo>
                <a:lnTo>
                  <a:pt x="1435049" y="459206"/>
                </a:lnTo>
                <a:lnTo>
                  <a:pt x="1435049" y="443966"/>
                </a:lnTo>
                <a:lnTo>
                  <a:pt x="1506677" y="443966"/>
                </a:lnTo>
                <a:lnTo>
                  <a:pt x="1506677" y="384441"/>
                </a:lnTo>
                <a:lnTo>
                  <a:pt x="1435049" y="384441"/>
                </a:lnTo>
                <a:lnTo>
                  <a:pt x="1435049" y="346341"/>
                </a:lnTo>
                <a:lnTo>
                  <a:pt x="1514386" y="346341"/>
                </a:lnTo>
                <a:lnTo>
                  <a:pt x="1514386" y="285280"/>
                </a:lnTo>
                <a:lnTo>
                  <a:pt x="1239875" y="285280"/>
                </a:lnTo>
                <a:lnTo>
                  <a:pt x="1239875" y="346341"/>
                </a:lnTo>
                <a:lnTo>
                  <a:pt x="1360271" y="346341"/>
                </a:lnTo>
                <a:lnTo>
                  <a:pt x="1360271" y="459206"/>
                </a:lnTo>
                <a:lnTo>
                  <a:pt x="1352537" y="454139"/>
                </a:lnTo>
                <a:lnTo>
                  <a:pt x="1345222" y="448335"/>
                </a:lnTo>
                <a:lnTo>
                  <a:pt x="1331315" y="436257"/>
                </a:lnTo>
                <a:lnTo>
                  <a:pt x="1332191" y="420230"/>
                </a:lnTo>
                <a:lnTo>
                  <a:pt x="1332649" y="404063"/>
                </a:lnTo>
                <a:lnTo>
                  <a:pt x="1332788" y="389864"/>
                </a:lnTo>
                <a:lnTo>
                  <a:pt x="1332839" y="370725"/>
                </a:lnTo>
                <a:lnTo>
                  <a:pt x="1267307" y="370725"/>
                </a:lnTo>
                <a:lnTo>
                  <a:pt x="1265288" y="425704"/>
                </a:lnTo>
                <a:lnTo>
                  <a:pt x="1259116" y="471957"/>
                </a:lnTo>
                <a:lnTo>
                  <a:pt x="1248664" y="509905"/>
                </a:lnTo>
                <a:lnTo>
                  <a:pt x="1233779" y="539978"/>
                </a:lnTo>
                <a:lnTo>
                  <a:pt x="1251191" y="557517"/>
                </a:lnTo>
                <a:lnTo>
                  <a:pt x="1266736" y="573595"/>
                </a:lnTo>
                <a:lnTo>
                  <a:pt x="1280287" y="588505"/>
                </a:lnTo>
                <a:lnTo>
                  <a:pt x="1291691" y="602564"/>
                </a:lnTo>
                <a:lnTo>
                  <a:pt x="1302270" y="583717"/>
                </a:lnTo>
                <a:lnTo>
                  <a:pt x="1311122" y="561594"/>
                </a:lnTo>
                <a:lnTo>
                  <a:pt x="1318272" y="536295"/>
                </a:lnTo>
                <a:lnTo>
                  <a:pt x="1323695" y="507974"/>
                </a:lnTo>
                <a:lnTo>
                  <a:pt x="1338580" y="519976"/>
                </a:lnTo>
                <a:lnTo>
                  <a:pt x="1384757" y="549224"/>
                </a:lnTo>
                <a:lnTo>
                  <a:pt x="1434261" y="568083"/>
                </a:lnTo>
                <a:lnTo>
                  <a:pt x="1499857" y="577799"/>
                </a:lnTo>
                <a:lnTo>
                  <a:pt x="1581442" y="581228"/>
                </a:lnTo>
                <a:lnTo>
                  <a:pt x="1813280" y="581228"/>
                </a:lnTo>
                <a:lnTo>
                  <a:pt x="1817255" y="563181"/>
                </a:lnTo>
                <a:lnTo>
                  <a:pt x="1822234" y="545553"/>
                </a:lnTo>
                <a:lnTo>
                  <a:pt x="1828063" y="528205"/>
                </a:lnTo>
                <a:lnTo>
                  <a:pt x="1833460" y="514070"/>
                </a:lnTo>
                <a:lnTo>
                  <a:pt x="1834032" y="512546"/>
                </a:lnTo>
                <a:lnTo>
                  <a:pt x="1834616" y="511022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844468" y="640651"/>
            <a:ext cx="1684020" cy="624205"/>
          </a:xfrm>
          <a:custGeom>
            <a:avLst/>
            <a:gdLst/>
            <a:ahLst/>
            <a:cxnLst/>
            <a:rect l="l" t="t" r="r" b="b"/>
            <a:pathLst>
              <a:path w="1684020" h="624205">
                <a:moveTo>
                  <a:pt x="190690" y="53441"/>
                </a:moveTo>
                <a:lnTo>
                  <a:pt x="109829" y="53441"/>
                </a:lnTo>
                <a:lnTo>
                  <a:pt x="76288" y="93814"/>
                </a:lnTo>
                <a:lnTo>
                  <a:pt x="48844" y="137172"/>
                </a:lnTo>
                <a:lnTo>
                  <a:pt x="27482" y="183426"/>
                </a:lnTo>
                <a:lnTo>
                  <a:pt x="12217" y="232473"/>
                </a:lnTo>
                <a:lnTo>
                  <a:pt x="3060" y="284226"/>
                </a:lnTo>
                <a:lnTo>
                  <a:pt x="0" y="338620"/>
                </a:lnTo>
                <a:lnTo>
                  <a:pt x="3060" y="391744"/>
                </a:lnTo>
                <a:lnTo>
                  <a:pt x="12217" y="442747"/>
                </a:lnTo>
                <a:lnTo>
                  <a:pt x="27482" y="491540"/>
                </a:lnTo>
                <a:lnTo>
                  <a:pt x="48844" y="538060"/>
                </a:lnTo>
                <a:lnTo>
                  <a:pt x="76288" y="582206"/>
                </a:lnTo>
                <a:lnTo>
                  <a:pt x="109829" y="623887"/>
                </a:lnTo>
                <a:lnTo>
                  <a:pt x="189166" y="623887"/>
                </a:lnTo>
                <a:lnTo>
                  <a:pt x="156883" y="579767"/>
                </a:lnTo>
                <a:lnTo>
                  <a:pt x="130289" y="534276"/>
                </a:lnTo>
                <a:lnTo>
                  <a:pt x="109461" y="487349"/>
                </a:lnTo>
                <a:lnTo>
                  <a:pt x="94475" y="438899"/>
                </a:lnTo>
                <a:lnTo>
                  <a:pt x="85432" y="388848"/>
                </a:lnTo>
                <a:lnTo>
                  <a:pt x="82397" y="337096"/>
                </a:lnTo>
                <a:lnTo>
                  <a:pt x="85432" y="286004"/>
                </a:lnTo>
                <a:lnTo>
                  <a:pt x="94538" y="236435"/>
                </a:lnTo>
                <a:lnTo>
                  <a:pt x="109651" y="188404"/>
                </a:lnTo>
                <a:lnTo>
                  <a:pt x="130746" y="141909"/>
                </a:lnTo>
                <a:lnTo>
                  <a:pt x="157772" y="96913"/>
                </a:lnTo>
                <a:lnTo>
                  <a:pt x="190690" y="53441"/>
                </a:lnTo>
                <a:close/>
              </a:path>
              <a:path w="1684020" h="624205">
                <a:moveTo>
                  <a:pt x="428536" y="51917"/>
                </a:moveTo>
                <a:lnTo>
                  <a:pt x="358343" y="0"/>
                </a:lnTo>
                <a:lnTo>
                  <a:pt x="333476" y="33756"/>
                </a:lnTo>
                <a:lnTo>
                  <a:pt x="306895" y="66192"/>
                </a:lnTo>
                <a:lnTo>
                  <a:pt x="278612" y="97180"/>
                </a:lnTo>
                <a:lnTo>
                  <a:pt x="248602" y="126593"/>
                </a:lnTo>
                <a:lnTo>
                  <a:pt x="257492" y="147789"/>
                </a:lnTo>
                <a:lnTo>
                  <a:pt x="265938" y="170116"/>
                </a:lnTo>
                <a:lnTo>
                  <a:pt x="274116" y="193548"/>
                </a:lnTo>
                <a:lnTo>
                  <a:pt x="282130" y="218135"/>
                </a:lnTo>
                <a:lnTo>
                  <a:pt x="322160" y="176733"/>
                </a:lnTo>
                <a:lnTo>
                  <a:pt x="359905" y="135026"/>
                </a:lnTo>
                <a:lnTo>
                  <a:pt x="395376" y="93319"/>
                </a:lnTo>
                <a:lnTo>
                  <a:pt x="428536" y="51917"/>
                </a:lnTo>
                <a:close/>
              </a:path>
              <a:path w="1684020" h="624205">
                <a:moveTo>
                  <a:pt x="829640" y="324904"/>
                </a:moveTo>
                <a:lnTo>
                  <a:pt x="754862" y="324904"/>
                </a:lnTo>
                <a:lnTo>
                  <a:pt x="754862" y="282232"/>
                </a:lnTo>
                <a:lnTo>
                  <a:pt x="674090" y="282232"/>
                </a:lnTo>
                <a:lnTo>
                  <a:pt x="674090" y="324904"/>
                </a:lnTo>
                <a:lnTo>
                  <a:pt x="423964" y="324904"/>
                </a:lnTo>
                <a:lnTo>
                  <a:pt x="423964" y="398157"/>
                </a:lnTo>
                <a:lnTo>
                  <a:pt x="509308" y="398157"/>
                </a:lnTo>
                <a:lnTo>
                  <a:pt x="463588" y="433209"/>
                </a:lnTo>
                <a:lnTo>
                  <a:pt x="480733" y="451281"/>
                </a:lnTo>
                <a:lnTo>
                  <a:pt x="497890" y="471195"/>
                </a:lnTo>
                <a:lnTo>
                  <a:pt x="515061" y="493090"/>
                </a:lnTo>
                <a:lnTo>
                  <a:pt x="532269" y="517118"/>
                </a:lnTo>
                <a:lnTo>
                  <a:pt x="597801" y="465302"/>
                </a:lnTo>
                <a:lnTo>
                  <a:pt x="580085" y="445770"/>
                </a:lnTo>
                <a:lnTo>
                  <a:pt x="563511" y="428256"/>
                </a:lnTo>
                <a:lnTo>
                  <a:pt x="548093" y="412508"/>
                </a:lnTo>
                <a:lnTo>
                  <a:pt x="533793" y="398157"/>
                </a:lnTo>
                <a:lnTo>
                  <a:pt x="674090" y="398157"/>
                </a:lnTo>
                <a:lnTo>
                  <a:pt x="674090" y="494258"/>
                </a:lnTo>
                <a:lnTo>
                  <a:pt x="672566" y="501878"/>
                </a:lnTo>
                <a:lnTo>
                  <a:pt x="639229" y="521423"/>
                </a:lnTo>
                <a:lnTo>
                  <a:pt x="629805" y="521690"/>
                </a:lnTo>
                <a:lnTo>
                  <a:pt x="612127" y="521423"/>
                </a:lnTo>
                <a:lnTo>
                  <a:pt x="593610" y="520738"/>
                </a:lnTo>
                <a:lnTo>
                  <a:pt x="555129" y="518642"/>
                </a:lnTo>
                <a:lnTo>
                  <a:pt x="559701" y="536155"/>
                </a:lnTo>
                <a:lnTo>
                  <a:pt x="564273" y="554697"/>
                </a:lnTo>
                <a:lnTo>
                  <a:pt x="568845" y="574662"/>
                </a:lnTo>
                <a:lnTo>
                  <a:pt x="573417" y="596468"/>
                </a:lnTo>
                <a:lnTo>
                  <a:pt x="621982" y="595909"/>
                </a:lnTo>
                <a:lnTo>
                  <a:pt x="660133" y="594372"/>
                </a:lnTo>
                <a:lnTo>
                  <a:pt x="704570" y="588848"/>
                </a:lnTo>
                <a:lnTo>
                  <a:pt x="741146" y="564464"/>
                </a:lnTo>
                <a:lnTo>
                  <a:pt x="754011" y="525805"/>
                </a:lnTo>
                <a:lnTo>
                  <a:pt x="754862" y="509498"/>
                </a:lnTo>
                <a:lnTo>
                  <a:pt x="754862" y="398157"/>
                </a:lnTo>
                <a:lnTo>
                  <a:pt x="829640" y="398157"/>
                </a:lnTo>
                <a:lnTo>
                  <a:pt x="829640" y="324904"/>
                </a:lnTo>
                <a:close/>
              </a:path>
              <a:path w="1684020" h="624205">
                <a:moveTo>
                  <a:pt x="831164" y="193751"/>
                </a:moveTo>
                <a:lnTo>
                  <a:pt x="667994" y="193751"/>
                </a:lnTo>
                <a:lnTo>
                  <a:pt x="667994" y="144983"/>
                </a:lnTo>
                <a:lnTo>
                  <a:pt x="805256" y="144983"/>
                </a:lnTo>
                <a:lnTo>
                  <a:pt x="805256" y="68681"/>
                </a:lnTo>
                <a:lnTo>
                  <a:pt x="667994" y="68681"/>
                </a:lnTo>
                <a:lnTo>
                  <a:pt x="667994" y="6108"/>
                </a:lnTo>
                <a:lnTo>
                  <a:pt x="581037" y="6108"/>
                </a:lnTo>
                <a:lnTo>
                  <a:pt x="581037" y="68681"/>
                </a:lnTo>
                <a:lnTo>
                  <a:pt x="452920" y="68681"/>
                </a:lnTo>
                <a:lnTo>
                  <a:pt x="452920" y="144983"/>
                </a:lnTo>
                <a:lnTo>
                  <a:pt x="581037" y="144983"/>
                </a:lnTo>
                <a:lnTo>
                  <a:pt x="581037" y="193751"/>
                </a:lnTo>
                <a:lnTo>
                  <a:pt x="423964" y="193751"/>
                </a:lnTo>
                <a:lnTo>
                  <a:pt x="423964" y="221183"/>
                </a:lnTo>
                <a:lnTo>
                  <a:pt x="373583" y="173939"/>
                </a:lnTo>
                <a:lnTo>
                  <a:pt x="336689" y="225704"/>
                </a:lnTo>
                <a:lnTo>
                  <a:pt x="301371" y="271170"/>
                </a:lnTo>
                <a:lnTo>
                  <a:pt x="267449" y="310324"/>
                </a:lnTo>
                <a:lnTo>
                  <a:pt x="234797" y="343192"/>
                </a:lnTo>
                <a:lnTo>
                  <a:pt x="246278" y="389191"/>
                </a:lnTo>
                <a:lnTo>
                  <a:pt x="252018" y="412483"/>
                </a:lnTo>
                <a:lnTo>
                  <a:pt x="257746" y="436257"/>
                </a:lnTo>
                <a:lnTo>
                  <a:pt x="270065" y="425704"/>
                </a:lnTo>
                <a:lnTo>
                  <a:pt x="281940" y="414731"/>
                </a:lnTo>
                <a:lnTo>
                  <a:pt x="293547" y="403466"/>
                </a:lnTo>
                <a:lnTo>
                  <a:pt x="304990" y="392061"/>
                </a:lnTo>
                <a:lnTo>
                  <a:pt x="304990" y="599516"/>
                </a:lnTo>
                <a:lnTo>
                  <a:pt x="382727" y="599516"/>
                </a:lnTo>
                <a:lnTo>
                  <a:pt x="382727" y="392061"/>
                </a:lnTo>
                <a:lnTo>
                  <a:pt x="382727" y="302044"/>
                </a:lnTo>
                <a:lnTo>
                  <a:pt x="393065" y="288061"/>
                </a:lnTo>
                <a:lnTo>
                  <a:pt x="403377" y="273659"/>
                </a:lnTo>
                <a:lnTo>
                  <a:pt x="413677" y="258965"/>
                </a:lnTo>
                <a:lnTo>
                  <a:pt x="423964" y="244132"/>
                </a:lnTo>
                <a:lnTo>
                  <a:pt x="423964" y="268516"/>
                </a:lnTo>
                <a:lnTo>
                  <a:pt x="831164" y="268516"/>
                </a:lnTo>
                <a:lnTo>
                  <a:pt x="831164" y="244132"/>
                </a:lnTo>
                <a:lnTo>
                  <a:pt x="831164" y="221183"/>
                </a:lnTo>
                <a:lnTo>
                  <a:pt x="831164" y="193751"/>
                </a:lnTo>
                <a:close/>
              </a:path>
              <a:path w="1684020" h="624205">
                <a:moveTo>
                  <a:pt x="1425905" y="73253"/>
                </a:moveTo>
                <a:lnTo>
                  <a:pt x="1207782" y="73253"/>
                </a:lnTo>
                <a:lnTo>
                  <a:pt x="1201826" y="54356"/>
                </a:lnTo>
                <a:lnTo>
                  <a:pt x="1195590" y="36436"/>
                </a:lnTo>
                <a:lnTo>
                  <a:pt x="1183398" y="3048"/>
                </a:lnTo>
                <a:lnTo>
                  <a:pt x="1090434" y="25908"/>
                </a:lnTo>
                <a:lnTo>
                  <a:pt x="1108722" y="73253"/>
                </a:lnTo>
                <a:lnTo>
                  <a:pt x="876871" y="73253"/>
                </a:lnTo>
                <a:lnTo>
                  <a:pt x="876871" y="192227"/>
                </a:lnTo>
                <a:lnTo>
                  <a:pt x="959269" y="192227"/>
                </a:lnTo>
                <a:lnTo>
                  <a:pt x="959269" y="146507"/>
                </a:lnTo>
                <a:lnTo>
                  <a:pt x="1343507" y="146507"/>
                </a:lnTo>
                <a:lnTo>
                  <a:pt x="1343507" y="192227"/>
                </a:lnTo>
                <a:lnTo>
                  <a:pt x="1425905" y="192227"/>
                </a:lnTo>
                <a:lnTo>
                  <a:pt x="1425905" y="146507"/>
                </a:lnTo>
                <a:lnTo>
                  <a:pt x="1425905" y="73253"/>
                </a:lnTo>
                <a:close/>
              </a:path>
              <a:path w="1684020" h="624205">
                <a:moveTo>
                  <a:pt x="1450289" y="504926"/>
                </a:moveTo>
                <a:lnTo>
                  <a:pt x="1339380" y="507758"/>
                </a:lnTo>
                <a:lnTo>
                  <a:pt x="1289964" y="508431"/>
                </a:lnTo>
                <a:lnTo>
                  <a:pt x="1244587" y="508533"/>
                </a:lnTo>
                <a:lnTo>
                  <a:pt x="1203210" y="507974"/>
                </a:lnTo>
                <a:lnTo>
                  <a:pt x="1203210" y="503402"/>
                </a:lnTo>
                <a:lnTo>
                  <a:pt x="1203210" y="425589"/>
                </a:lnTo>
                <a:lnTo>
                  <a:pt x="1403045" y="425589"/>
                </a:lnTo>
                <a:lnTo>
                  <a:pt x="1403045" y="352437"/>
                </a:lnTo>
                <a:lnTo>
                  <a:pt x="1203210" y="352437"/>
                </a:lnTo>
                <a:lnTo>
                  <a:pt x="1203210" y="286804"/>
                </a:lnTo>
                <a:lnTo>
                  <a:pt x="1435049" y="286804"/>
                </a:lnTo>
                <a:lnTo>
                  <a:pt x="1435049" y="212039"/>
                </a:lnTo>
                <a:lnTo>
                  <a:pt x="867727" y="212039"/>
                </a:lnTo>
                <a:lnTo>
                  <a:pt x="867727" y="286804"/>
                </a:lnTo>
                <a:lnTo>
                  <a:pt x="1116342" y="286804"/>
                </a:lnTo>
                <a:lnTo>
                  <a:pt x="1116342" y="503402"/>
                </a:lnTo>
                <a:lnTo>
                  <a:pt x="1050721" y="473671"/>
                </a:lnTo>
                <a:lnTo>
                  <a:pt x="1008037" y="411873"/>
                </a:lnTo>
                <a:lnTo>
                  <a:pt x="1013701" y="391007"/>
                </a:lnTo>
                <a:lnTo>
                  <a:pt x="1019086" y="369570"/>
                </a:lnTo>
                <a:lnTo>
                  <a:pt x="1023899" y="347535"/>
                </a:lnTo>
                <a:lnTo>
                  <a:pt x="1027849" y="324904"/>
                </a:lnTo>
                <a:lnTo>
                  <a:pt x="947077" y="315760"/>
                </a:lnTo>
                <a:lnTo>
                  <a:pt x="936612" y="369189"/>
                </a:lnTo>
                <a:lnTo>
                  <a:pt x="921766" y="417715"/>
                </a:lnTo>
                <a:lnTo>
                  <a:pt x="902550" y="461187"/>
                </a:lnTo>
                <a:lnTo>
                  <a:pt x="878954" y="499452"/>
                </a:lnTo>
                <a:lnTo>
                  <a:pt x="850963" y="532358"/>
                </a:lnTo>
                <a:lnTo>
                  <a:pt x="862685" y="547865"/>
                </a:lnTo>
                <a:lnTo>
                  <a:pt x="874966" y="564642"/>
                </a:lnTo>
                <a:lnTo>
                  <a:pt x="887831" y="582815"/>
                </a:lnTo>
                <a:lnTo>
                  <a:pt x="901255" y="602564"/>
                </a:lnTo>
                <a:lnTo>
                  <a:pt x="922159" y="580567"/>
                </a:lnTo>
                <a:lnTo>
                  <a:pt x="941501" y="555840"/>
                </a:lnTo>
                <a:lnTo>
                  <a:pt x="959421" y="528535"/>
                </a:lnTo>
                <a:lnTo>
                  <a:pt x="976033" y="498830"/>
                </a:lnTo>
                <a:lnTo>
                  <a:pt x="999185" y="532257"/>
                </a:lnTo>
                <a:lnTo>
                  <a:pt x="1029766" y="556983"/>
                </a:lnTo>
                <a:lnTo>
                  <a:pt x="1067803" y="572846"/>
                </a:lnTo>
                <a:lnTo>
                  <a:pt x="1113294" y="579704"/>
                </a:lnTo>
                <a:lnTo>
                  <a:pt x="1190536" y="583704"/>
                </a:lnTo>
                <a:lnTo>
                  <a:pt x="1239075" y="585228"/>
                </a:lnTo>
                <a:lnTo>
                  <a:pt x="1356004" y="587070"/>
                </a:lnTo>
                <a:lnTo>
                  <a:pt x="1424381" y="587324"/>
                </a:lnTo>
                <a:lnTo>
                  <a:pt x="1429499" y="570153"/>
                </a:lnTo>
                <a:lnTo>
                  <a:pt x="1435620" y="550697"/>
                </a:lnTo>
                <a:lnTo>
                  <a:pt x="1449120" y="508533"/>
                </a:lnTo>
                <a:lnTo>
                  <a:pt x="1450289" y="504926"/>
                </a:lnTo>
                <a:close/>
              </a:path>
              <a:path w="1684020" h="624205">
                <a:moveTo>
                  <a:pt x="1683651" y="340144"/>
                </a:moveTo>
                <a:lnTo>
                  <a:pt x="1680591" y="286385"/>
                </a:lnTo>
                <a:lnTo>
                  <a:pt x="1671447" y="234950"/>
                </a:lnTo>
                <a:lnTo>
                  <a:pt x="1656207" y="185902"/>
                </a:lnTo>
                <a:lnTo>
                  <a:pt x="1634845" y="139268"/>
                </a:lnTo>
                <a:lnTo>
                  <a:pt x="1607388" y="95097"/>
                </a:lnTo>
                <a:lnTo>
                  <a:pt x="1573822" y="53441"/>
                </a:lnTo>
                <a:lnTo>
                  <a:pt x="1492961" y="53441"/>
                </a:lnTo>
                <a:lnTo>
                  <a:pt x="1525765" y="97675"/>
                </a:lnTo>
                <a:lnTo>
                  <a:pt x="1552511" y="143370"/>
                </a:lnTo>
                <a:lnTo>
                  <a:pt x="1573237" y="190500"/>
                </a:lnTo>
                <a:lnTo>
                  <a:pt x="1587982" y="239039"/>
                </a:lnTo>
                <a:lnTo>
                  <a:pt x="1596796" y="288925"/>
                </a:lnTo>
                <a:lnTo>
                  <a:pt x="1599730" y="340144"/>
                </a:lnTo>
                <a:lnTo>
                  <a:pt x="1596796" y="391350"/>
                </a:lnTo>
                <a:lnTo>
                  <a:pt x="1587982" y="441159"/>
                </a:lnTo>
                <a:lnTo>
                  <a:pt x="1573237" y="489445"/>
                </a:lnTo>
                <a:lnTo>
                  <a:pt x="1552511" y="536079"/>
                </a:lnTo>
                <a:lnTo>
                  <a:pt x="1525765" y="580936"/>
                </a:lnTo>
                <a:lnTo>
                  <a:pt x="1492961" y="623887"/>
                </a:lnTo>
                <a:lnTo>
                  <a:pt x="1573822" y="623887"/>
                </a:lnTo>
                <a:lnTo>
                  <a:pt x="1607388" y="583590"/>
                </a:lnTo>
                <a:lnTo>
                  <a:pt x="1634845" y="540512"/>
                </a:lnTo>
                <a:lnTo>
                  <a:pt x="1656207" y="494626"/>
                </a:lnTo>
                <a:lnTo>
                  <a:pt x="1671447" y="445947"/>
                </a:lnTo>
                <a:lnTo>
                  <a:pt x="1680591" y="394449"/>
                </a:lnTo>
                <a:lnTo>
                  <a:pt x="1683651" y="340144"/>
                </a:lnTo>
                <a:close/>
              </a:path>
            </a:pathLst>
          </a:custGeom>
          <a:solidFill>
            <a:srgbClr val="182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928" y="2050161"/>
            <a:ext cx="109823" cy="10982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297584" y="1877758"/>
            <a:ext cx="1333500" cy="433705"/>
          </a:xfrm>
          <a:custGeom>
            <a:avLst/>
            <a:gdLst/>
            <a:ahLst/>
            <a:cxnLst/>
            <a:rect l="l" t="t" r="r" b="b"/>
            <a:pathLst>
              <a:path w="1333500" h="433705">
                <a:moveTo>
                  <a:pt x="82384" y="280708"/>
                </a:moveTo>
                <a:lnTo>
                  <a:pt x="50380" y="271564"/>
                </a:lnTo>
                <a:lnTo>
                  <a:pt x="40386" y="299262"/>
                </a:lnTo>
                <a:lnTo>
                  <a:pt x="28663" y="325107"/>
                </a:lnTo>
                <a:lnTo>
                  <a:pt x="15201" y="348970"/>
                </a:lnTo>
                <a:lnTo>
                  <a:pt x="0" y="370725"/>
                </a:lnTo>
                <a:lnTo>
                  <a:pt x="8585" y="375297"/>
                </a:lnTo>
                <a:lnTo>
                  <a:pt x="16052" y="379869"/>
                </a:lnTo>
                <a:lnTo>
                  <a:pt x="22364" y="384441"/>
                </a:lnTo>
                <a:lnTo>
                  <a:pt x="27520" y="389013"/>
                </a:lnTo>
                <a:lnTo>
                  <a:pt x="42100" y="366941"/>
                </a:lnTo>
                <a:lnTo>
                  <a:pt x="56095" y="341718"/>
                </a:lnTo>
                <a:lnTo>
                  <a:pt x="69532" y="313055"/>
                </a:lnTo>
                <a:lnTo>
                  <a:pt x="82384" y="280708"/>
                </a:lnTo>
                <a:close/>
              </a:path>
              <a:path w="1333500" h="433705">
                <a:moveTo>
                  <a:pt x="233362" y="221183"/>
                </a:moveTo>
                <a:lnTo>
                  <a:pt x="140296" y="221183"/>
                </a:lnTo>
                <a:lnTo>
                  <a:pt x="140296" y="167843"/>
                </a:lnTo>
                <a:lnTo>
                  <a:pt x="208978" y="167843"/>
                </a:lnTo>
                <a:lnTo>
                  <a:pt x="208978" y="146507"/>
                </a:lnTo>
                <a:lnTo>
                  <a:pt x="208978" y="137261"/>
                </a:lnTo>
                <a:lnTo>
                  <a:pt x="51904" y="137261"/>
                </a:lnTo>
                <a:lnTo>
                  <a:pt x="71031" y="115836"/>
                </a:lnTo>
                <a:lnTo>
                  <a:pt x="89433" y="92684"/>
                </a:lnTo>
                <a:lnTo>
                  <a:pt x="106984" y="67830"/>
                </a:lnTo>
                <a:lnTo>
                  <a:pt x="123532" y="41249"/>
                </a:lnTo>
                <a:lnTo>
                  <a:pt x="144983" y="62992"/>
                </a:lnTo>
                <a:lnTo>
                  <a:pt x="165874" y="84874"/>
                </a:lnTo>
                <a:lnTo>
                  <a:pt x="186194" y="107048"/>
                </a:lnTo>
                <a:lnTo>
                  <a:pt x="205930" y="129641"/>
                </a:lnTo>
                <a:lnTo>
                  <a:pt x="227266" y="102209"/>
                </a:lnTo>
                <a:lnTo>
                  <a:pt x="184962" y="58762"/>
                </a:lnTo>
                <a:lnTo>
                  <a:pt x="140296" y="15240"/>
                </a:lnTo>
                <a:lnTo>
                  <a:pt x="146392" y="6096"/>
                </a:lnTo>
                <a:lnTo>
                  <a:pt x="106768" y="6096"/>
                </a:lnTo>
                <a:lnTo>
                  <a:pt x="83680" y="44399"/>
                </a:lnTo>
                <a:lnTo>
                  <a:pt x="58000" y="78955"/>
                </a:lnTo>
                <a:lnTo>
                  <a:pt x="30010" y="109499"/>
                </a:lnTo>
                <a:lnTo>
                  <a:pt x="0" y="135737"/>
                </a:lnTo>
                <a:lnTo>
                  <a:pt x="6311" y="145503"/>
                </a:lnTo>
                <a:lnTo>
                  <a:pt x="11633" y="154114"/>
                </a:lnTo>
                <a:lnTo>
                  <a:pt x="19900" y="167843"/>
                </a:lnTo>
                <a:lnTo>
                  <a:pt x="25615" y="163004"/>
                </a:lnTo>
                <a:lnTo>
                  <a:pt x="31330" y="157746"/>
                </a:lnTo>
                <a:lnTo>
                  <a:pt x="37045" y="152196"/>
                </a:lnTo>
                <a:lnTo>
                  <a:pt x="42760" y="146507"/>
                </a:lnTo>
                <a:lnTo>
                  <a:pt x="42760" y="167843"/>
                </a:lnTo>
                <a:lnTo>
                  <a:pt x="108292" y="167843"/>
                </a:lnTo>
                <a:lnTo>
                  <a:pt x="108292" y="221183"/>
                </a:lnTo>
                <a:lnTo>
                  <a:pt x="6096" y="221183"/>
                </a:lnTo>
                <a:lnTo>
                  <a:pt x="6096" y="250228"/>
                </a:lnTo>
                <a:lnTo>
                  <a:pt x="108292" y="250228"/>
                </a:lnTo>
                <a:lnTo>
                  <a:pt x="108292" y="369201"/>
                </a:lnTo>
                <a:lnTo>
                  <a:pt x="107149" y="378955"/>
                </a:lnTo>
                <a:lnTo>
                  <a:pt x="103720" y="385584"/>
                </a:lnTo>
                <a:lnTo>
                  <a:pt x="98005" y="389343"/>
                </a:lnTo>
                <a:lnTo>
                  <a:pt x="90004" y="390537"/>
                </a:lnTo>
                <a:lnTo>
                  <a:pt x="79463" y="390271"/>
                </a:lnTo>
                <a:lnTo>
                  <a:pt x="68478" y="389585"/>
                </a:lnTo>
                <a:lnTo>
                  <a:pt x="57226" y="388607"/>
                </a:lnTo>
                <a:lnTo>
                  <a:pt x="45808" y="387489"/>
                </a:lnTo>
                <a:lnTo>
                  <a:pt x="47193" y="394919"/>
                </a:lnTo>
                <a:lnTo>
                  <a:pt x="48856" y="403491"/>
                </a:lnTo>
                <a:lnTo>
                  <a:pt x="50533" y="413207"/>
                </a:lnTo>
                <a:lnTo>
                  <a:pt x="51904" y="424065"/>
                </a:lnTo>
                <a:lnTo>
                  <a:pt x="99148" y="424065"/>
                </a:lnTo>
                <a:lnTo>
                  <a:pt x="117157" y="420916"/>
                </a:lnTo>
                <a:lnTo>
                  <a:pt x="130009" y="411492"/>
                </a:lnTo>
                <a:lnTo>
                  <a:pt x="137731" y="395770"/>
                </a:lnTo>
                <a:lnTo>
                  <a:pt x="138341" y="390537"/>
                </a:lnTo>
                <a:lnTo>
                  <a:pt x="140296" y="373773"/>
                </a:lnTo>
                <a:lnTo>
                  <a:pt x="140296" y="250228"/>
                </a:lnTo>
                <a:lnTo>
                  <a:pt x="233362" y="250228"/>
                </a:lnTo>
                <a:lnTo>
                  <a:pt x="233362" y="221183"/>
                </a:lnTo>
                <a:close/>
              </a:path>
              <a:path w="1333500" h="433705">
                <a:moveTo>
                  <a:pt x="236410" y="349288"/>
                </a:moveTo>
                <a:lnTo>
                  <a:pt x="211836" y="308330"/>
                </a:lnTo>
                <a:lnTo>
                  <a:pt x="199339" y="288213"/>
                </a:lnTo>
                <a:lnTo>
                  <a:pt x="186118" y="268516"/>
                </a:lnTo>
                <a:lnTo>
                  <a:pt x="160210" y="283756"/>
                </a:lnTo>
                <a:lnTo>
                  <a:pt x="173380" y="306070"/>
                </a:lnTo>
                <a:lnTo>
                  <a:pt x="185547" y="327393"/>
                </a:lnTo>
                <a:lnTo>
                  <a:pt x="196862" y="347878"/>
                </a:lnTo>
                <a:lnTo>
                  <a:pt x="207454" y="367677"/>
                </a:lnTo>
                <a:lnTo>
                  <a:pt x="236410" y="349288"/>
                </a:lnTo>
                <a:close/>
              </a:path>
              <a:path w="1333500" h="433705">
                <a:moveTo>
                  <a:pt x="437769" y="393585"/>
                </a:moveTo>
                <a:lnTo>
                  <a:pt x="409422" y="376656"/>
                </a:lnTo>
                <a:lnTo>
                  <a:pt x="383959" y="357720"/>
                </a:lnTo>
                <a:lnTo>
                  <a:pt x="366890" y="341668"/>
                </a:lnTo>
                <a:lnTo>
                  <a:pt x="361378" y="336486"/>
                </a:lnTo>
                <a:lnTo>
                  <a:pt x="341668" y="312712"/>
                </a:lnTo>
                <a:lnTo>
                  <a:pt x="359295" y="280708"/>
                </a:lnTo>
                <a:lnTo>
                  <a:pt x="362115" y="275590"/>
                </a:lnTo>
                <a:lnTo>
                  <a:pt x="379501" y="231940"/>
                </a:lnTo>
                <a:lnTo>
                  <a:pt x="393674" y="181838"/>
                </a:lnTo>
                <a:lnTo>
                  <a:pt x="404469" y="125361"/>
                </a:lnTo>
                <a:lnTo>
                  <a:pt x="411721" y="62992"/>
                </a:lnTo>
                <a:lnTo>
                  <a:pt x="411772" y="33528"/>
                </a:lnTo>
                <a:lnTo>
                  <a:pt x="378244" y="33528"/>
                </a:lnTo>
                <a:lnTo>
                  <a:pt x="378244" y="64109"/>
                </a:lnTo>
                <a:lnTo>
                  <a:pt x="370497" y="129908"/>
                </a:lnTo>
                <a:lnTo>
                  <a:pt x="358622" y="187845"/>
                </a:lnTo>
                <a:lnTo>
                  <a:pt x="342442" y="238048"/>
                </a:lnTo>
                <a:lnTo>
                  <a:pt x="321856" y="280708"/>
                </a:lnTo>
                <a:lnTo>
                  <a:pt x="302082" y="237197"/>
                </a:lnTo>
                <a:lnTo>
                  <a:pt x="286334" y="186702"/>
                </a:lnTo>
                <a:lnTo>
                  <a:pt x="274612" y="129057"/>
                </a:lnTo>
                <a:lnTo>
                  <a:pt x="266890" y="64109"/>
                </a:lnTo>
                <a:lnTo>
                  <a:pt x="378244" y="64109"/>
                </a:lnTo>
                <a:lnTo>
                  <a:pt x="378244" y="33528"/>
                </a:lnTo>
                <a:lnTo>
                  <a:pt x="212026" y="33528"/>
                </a:lnTo>
                <a:lnTo>
                  <a:pt x="212026" y="64109"/>
                </a:lnTo>
                <a:lnTo>
                  <a:pt x="234886" y="64109"/>
                </a:lnTo>
                <a:lnTo>
                  <a:pt x="242582" y="126720"/>
                </a:lnTo>
                <a:lnTo>
                  <a:pt x="252907" y="182816"/>
                </a:lnTo>
                <a:lnTo>
                  <a:pt x="265963" y="232473"/>
                </a:lnTo>
                <a:lnTo>
                  <a:pt x="281800" y="275742"/>
                </a:lnTo>
                <a:lnTo>
                  <a:pt x="300520" y="312712"/>
                </a:lnTo>
                <a:lnTo>
                  <a:pt x="276669" y="338988"/>
                </a:lnTo>
                <a:lnTo>
                  <a:pt x="250710" y="362864"/>
                </a:lnTo>
                <a:lnTo>
                  <a:pt x="222199" y="384162"/>
                </a:lnTo>
                <a:lnTo>
                  <a:pt x="190690" y="402729"/>
                </a:lnTo>
                <a:lnTo>
                  <a:pt x="197256" y="411314"/>
                </a:lnTo>
                <a:lnTo>
                  <a:pt x="203263" y="418922"/>
                </a:lnTo>
                <a:lnTo>
                  <a:pt x="213550" y="431685"/>
                </a:lnTo>
                <a:lnTo>
                  <a:pt x="244144" y="412267"/>
                </a:lnTo>
                <a:lnTo>
                  <a:pt x="272046" y="390715"/>
                </a:lnTo>
                <a:lnTo>
                  <a:pt x="297383" y="367131"/>
                </a:lnTo>
                <a:lnTo>
                  <a:pt x="320332" y="341668"/>
                </a:lnTo>
                <a:lnTo>
                  <a:pt x="341477" y="364871"/>
                </a:lnTo>
                <a:lnTo>
                  <a:pt x="363766" y="386334"/>
                </a:lnTo>
                <a:lnTo>
                  <a:pt x="387197" y="406057"/>
                </a:lnTo>
                <a:lnTo>
                  <a:pt x="411772" y="424065"/>
                </a:lnTo>
                <a:lnTo>
                  <a:pt x="416890" y="416941"/>
                </a:lnTo>
                <a:lnTo>
                  <a:pt x="423011" y="409397"/>
                </a:lnTo>
                <a:lnTo>
                  <a:pt x="430022" y="401561"/>
                </a:lnTo>
                <a:lnTo>
                  <a:pt x="437769" y="393585"/>
                </a:lnTo>
                <a:close/>
              </a:path>
              <a:path w="1333500" h="433705">
                <a:moveTo>
                  <a:pt x="559689" y="86969"/>
                </a:moveTo>
                <a:lnTo>
                  <a:pt x="541947" y="63804"/>
                </a:lnTo>
                <a:lnTo>
                  <a:pt x="525246" y="42405"/>
                </a:lnTo>
                <a:lnTo>
                  <a:pt x="509320" y="22593"/>
                </a:lnTo>
                <a:lnTo>
                  <a:pt x="494157" y="4572"/>
                </a:lnTo>
                <a:lnTo>
                  <a:pt x="466725" y="24384"/>
                </a:lnTo>
                <a:lnTo>
                  <a:pt x="483349" y="44424"/>
                </a:lnTo>
                <a:lnTo>
                  <a:pt x="499110" y="65430"/>
                </a:lnTo>
                <a:lnTo>
                  <a:pt x="514299" y="87274"/>
                </a:lnTo>
                <a:lnTo>
                  <a:pt x="529209" y="109829"/>
                </a:lnTo>
                <a:lnTo>
                  <a:pt x="559689" y="86969"/>
                </a:lnTo>
                <a:close/>
              </a:path>
              <a:path w="1333500" h="433705">
                <a:moveTo>
                  <a:pt x="849439" y="50393"/>
                </a:moveTo>
                <a:lnTo>
                  <a:pt x="838581" y="42405"/>
                </a:lnTo>
                <a:lnTo>
                  <a:pt x="824293" y="32245"/>
                </a:lnTo>
                <a:lnTo>
                  <a:pt x="806577" y="20091"/>
                </a:lnTo>
                <a:lnTo>
                  <a:pt x="785431" y="6096"/>
                </a:lnTo>
                <a:lnTo>
                  <a:pt x="764095" y="30480"/>
                </a:lnTo>
                <a:lnTo>
                  <a:pt x="782434" y="43738"/>
                </a:lnTo>
                <a:lnTo>
                  <a:pt x="798766" y="56095"/>
                </a:lnTo>
                <a:lnTo>
                  <a:pt x="813384" y="67868"/>
                </a:lnTo>
                <a:lnTo>
                  <a:pt x="826579" y="79349"/>
                </a:lnTo>
                <a:lnTo>
                  <a:pt x="849439" y="50393"/>
                </a:lnTo>
                <a:close/>
              </a:path>
              <a:path w="1333500" h="433705">
                <a:moveTo>
                  <a:pt x="881545" y="279184"/>
                </a:moveTo>
                <a:lnTo>
                  <a:pt x="849223" y="250596"/>
                </a:lnTo>
                <a:lnTo>
                  <a:pt x="816495" y="222326"/>
                </a:lnTo>
                <a:lnTo>
                  <a:pt x="786053" y="196799"/>
                </a:lnTo>
                <a:lnTo>
                  <a:pt x="783501" y="194652"/>
                </a:lnTo>
                <a:lnTo>
                  <a:pt x="771093" y="184607"/>
                </a:lnTo>
                <a:lnTo>
                  <a:pt x="750379" y="167843"/>
                </a:lnTo>
                <a:lnTo>
                  <a:pt x="735139" y="184607"/>
                </a:lnTo>
                <a:lnTo>
                  <a:pt x="735139" y="170891"/>
                </a:lnTo>
                <a:lnTo>
                  <a:pt x="735139" y="126593"/>
                </a:lnTo>
                <a:lnTo>
                  <a:pt x="867829" y="126593"/>
                </a:lnTo>
                <a:lnTo>
                  <a:pt x="867829" y="96113"/>
                </a:lnTo>
                <a:lnTo>
                  <a:pt x="735139" y="96113"/>
                </a:lnTo>
                <a:lnTo>
                  <a:pt x="735139" y="0"/>
                </a:lnTo>
                <a:lnTo>
                  <a:pt x="701522" y="0"/>
                </a:lnTo>
                <a:lnTo>
                  <a:pt x="701522" y="96113"/>
                </a:lnTo>
                <a:lnTo>
                  <a:pt x="579602" y="96113"/>
                </a:lnTo>
                <a:lnTo>
                  <a:pt x="579602" y="126593"/>
                </a:lnTo>
                <a:lnTo>
                  <a:pt x="692378" y="126593"/>
                </a:lnTo>
                <a:lnTo>
                  <a:pt x="663435" y="173266"/>
                </a:lnTo>
                <a:lnTo>
                  <a:pt x="631215" y="217208"/>
                </a:lnTo>
                <a:lnTo>
                  <a:pt x="595249" y="258572"/>
                </a:lnTo>
                <a:lnTo>
                  <a:pt x="555117" y="297472"/>
                </a:lnTo>
                <a:lnTo>
                  <a:pt x="562876" y="303428"/>
                </a:lnTo>
                <a:lnTo>
                  <a:pt x="570217" y="309664"/>
                </a:lnTo>
                <a:lnTo>
                  <a:pt x="577265" y="315899"/>
                </a:lnTo>
                <a:lnTo>
                  <a:pt x="584174" y="321856"/>
                </a:lnTo>
                <a:lnTo>
                  <a:pt x="617296" y="287553"/>
                </a:lnTo>
                <a:lnTo>
                  <a:pt x="647992" y="250939"/>
                </a:lnTo>
                <a:lnTo>
                  <a:pt x="676109" y="212051"/>
                </a:lnTo>
                <a:lnTo>
                  <a:pt x="701522" y="170891"/>
                </a:lnTo>
                <a:lnTo>
                  <a:pt x="701522" y="369201"/>
                </a:lnTo>
                <a:lnTo>
                  <a:pt x="735139" y="369201"/>
                </a:lnTo>
                <a:lnTo>
                  <a:pt x="735139" y="196799"/>
                </a:lnTo>
                <a:lnTo>
                  <a:pt x="768337" y="225120"/>
                </a:lnTo>
                <a:lnTo>
                  <a:pt x="799541" y="253034"/>
                </a:lnTo>
                <a:lnTo>
                  <a:pt x="829043" y="280670"/>
                </a:lnTo>
                <a:lnTo>
                  <a:pt x="857161" y="308140"/>
                </a:lnTo>
                <a:lnTo>
                  <a:pt x="881545" y="279184"/>
                </a:lnTo>
                <a:close/>
              </a:path>
              <a:path w="1333500" h="433705">
                <a:moveTo>
                  <a:pt x="886117" y="385965"/>
                </a:moveTo>
                <a:lnTo>
                  <a:pt x="769962" y="388785"/>
                </a:lnTo>
                <a:lnTo>
                  <a:pt x="719391" y="389470"/>
                </a:lnTo>
                <a:lnTo>
                  <a:pt x="673747" y="389572"/>
                </a:lnTo>
                <a:lnTo>
                  <a:pt x="632942" y="389013"/>
                </a:lnTo>
                <a:lnTo>
                  <a:pt x="577684" y="377583"/>
                </a:lnTo>
                <a:lnTo>
                  <a:pt x="538353" y="347764"/>
                </a:lnTo>
                <a:lnTo>
                  <a:pt x="538353" y="155651"/>
                </a:lnTo>
                <a:lnTo>
                  <a:pt x="453009" y="155651"/>
                </a:lnTo>
                <a:lnTo>
                  <a:pt x="453009" y="187655"/>
                </a:lnTo>
                <a:lnTo>
                  <a:pt x="503301" y="187655"/>
                </a:lnTo>
                <a:lnTo>
                  <a:pt x="503301" y="341668"/>
                </a:lnTo>
                <a:lnTo>
                  <a:pt x="465366" y="374980"/>
                </a:lnTo>
                <a:lnTo>
                  <a:pt x="449961" y="389013"/>
                </a:lnTo>
                <a:lnTo>
                  <a:pt x="468249" y="425589"/>
                </a:lnTo>
                <a:lnTo>
                  <a:pt x="485990" y="405015"/>
                </a:lnTo>
                <a:lnTo>
                  <a:pt x="500443" y="389013"/>
                </a:lnTo>
                <a:lnTo>
                  <a:pt x="511759" y="377583"/>
                </a:lnTo>
                <a:lnTo>
                  <a:pt x="520065" y="370725"/>
                </a:lnTo>
                <a:lnTo>
                  <a:pt x="538911" y="391845"/>
                </a:lnTo>
                <a:lnTo>
                  <a:pt x="563359" y="407111"/>
                </a:lnTo>
                <a:lnTo>
                  <a:pt x="593229" y="416369"/>
                </a:lnTo>
                <a:lnTo>
                  <a:pt x="628370" y="419493"/>
                </a:lnTo>
                <a:lnTo>
                  <a:pt x="763193" y="421576"/>
                </a:lnTo>
                <a:lnTo>
                  <a:pt x="815822" y="421589"/>
                </a:lnTo>
                <a:lnTo>
                  <a:pt x="872401" y="421017"/>
                </a:lnTo>
                <a:lnTo>
                  <a:pt x="875830" y="412102"/>
                </a:lnTo>
                <a:lnTo>
                  <a:pt x="882688" y="394868"/>
                </a:lnTo>
                <a:lnTo>
                  <a:pt x="884720" y="389572"/>
                </a:lnTo>
                <a:lnTo>
                  <a:pt x="886117" y="385965"/>
                </a:lnTo>
                <a:close/>
              </a:path>
              <a:path w="1333500" h="433705">
                <a:moveTo>
                  <a:pt x="1082802" y="18288"/>
                </a:moveTo>
                <a:lnTo>
                  <a:pt x="1053846" y="18288"/>
                </a:lnTo>
                <a:lnTo>
                  <a:pt x="1053846" y="44297"/>
                </a:lnTo>
                <a:lnTo>
                  <a:pt x="1053846" y="82397"/>
                </a:lnTo>
                <a:lnTo>
                  <a:pt x="1053846" y="108305"/>
                </a:lnTo>
                <a:lnTo>
                  <a:pt x="1053846" y="146494"/>
                </a:lnTo>
                <a:lnTo>
                  <a:pt x="957745" y="146494"/>
                </a:lnTo>
                <a:lnTo>
                  <a:pt x="957745" y="108305"/>
                </a:lnTo>
                <a:lnTo>
                  <a:pt x="1053846" y="108305"/>
                </a:lnTo>
                <a:lnTo>
                  <a:pt x="1053846" y="82397"/>
                </a:lnTo>
                <a:lnTo>
                  <a:pt x="957745" y="82397"/>
                </a:lnTo>
                <a:lnTo>
                  <a:pt x="957745" y="44297"/>
                </a:lnTo>
                <a:lnTo>
                  <a:pt x="1053846" y="44297"/>
                </a:lnTo>
                <a:lnTo>
                  <a:pt x="1053846" y="18288"/>
                </a:lnTo>
                <a:lnTo>
                  <a:pt x="928789" y="18288"/>
                </a:lnTo>
                <a:lnTo>
                  <a:pt x="928789" y="186118"/>
                </a:lnTo>
                <a:lnTo>
                  <a:pt x="957745" y="186118"/>
                </a:lnTo>
                <a:lnTo>
                  <a:pt x="957745" y="173926"/>
                </a:lnTo>
                <a:lnTo>
                  <a:pt x="1053846" y="173926"/>
                </a:lnTo>
                <a:lnTo>
                  <a:pt x="1053846" y="186118"/>
                </a:lnTo>
                <a:lnTo>
                  <a:pt x="1082802" y="186118"/>
                </a:lnTo>
                <a:lnTo>
                  <a:pt x="1082802" y="173926"/>
                </a:lnTo>
                <a:lnTo>
                  <a:pt x="1082802" y="146494"/>
                </a:lnTo>
                <a:lnTo>
                  <a:pt x="1082802" y="108305"/>
                </a:lnTo>
                <a:lnTo>
                  <a:pt x="1082802" y="82397"/>
                </a:lnTo>
                <a:lnTo>
                  <a:pt x="1082802" y="44297"/>
                </a:lnTo>
                <a:lnTo>
                  <a:pt x="1082802" y="18288"/>
                </a:lnTo>
                <a:close/>
              </a:path>
              <a:path w="1333500" h="433705">
                <a:moveTo>
                  <a:pt x="1316164" y="350901"/>
                </a:moveTo>
                <a:lnTo>
                  <a:pt x="1297889" y="335940"/>
                </a:lnTo>
                <a:lnTo>
                  <a:pt x="1275156" y="318439"/>
                </a:lnTo>
                <a:lnTo>
                  <a:pt x="1255433" y="303568"/>
                </a:lnTo>
                <a:lnTo>
                  <a:pt x="1217015" y="274612"/>
                </a:lnTo>
                <a:lnTo>
                  <a:pt x="1220127" y="258876"/>
                </a:lnTo>
                <a:lnTo>
                  <a:pt x="1222540" y="241414"/>
                </a:lnTo>
                <a:lnTo>
                  <a:pt x="1224076" y="222237"/>
                </a:lnTo>
                <a:lnTo>
                  <a:pt x="1224635" y="201358"/>
                </a:lnTo>
                <a:lnTo>
                  <a:pt x="1224635" y="146494"/>
                </a:lnTo>
                <a:lnTo>
                  <a:pt x="1195679" y="146494"/>
                </a:lnTo>
                <a:lnTo>
                  <a:pt x="1195603" y="201358"/>
                </a:lnTo>
                <a:lnTo>
                  <a:pt x="1194244" y="230974"/>
                </a:lnTo>
                <a:lnTo>
                  <a:pt x="1182814" y="280720"/>
                </a:lnTo>
                <a:lnTo>
                  <a:pt x="1158836" y="315290"/>
                </a:lnTo>
                <a:lnTo>
                  <a:pt x="1115974" y="342760"/>
                </a:lnTo>
                <a:lnTo>
                  <a:pt x="1087374" y="353949"/>
                </a:lnTo>
                <a:lnTo>
                  <a:pt x="1093965" y="359930"/>
                </a:lnTo>
                <a:lnTo>
                  <a:pt x="1100137" y="366331"/>
                </a:lnTo>
                <a:lnTo>
                  <a:pt x="1106017" y="373024"/>
                </a:lnTo>
                <a:lnTo>
                  <a:pt x="1111758" y="379857"/>
                </a:lnTo>
                <a:lnTo>
                  <a:pt x="1140625" y="366153"/>
                </a:lnTo>
                <a:lnTo>
                  <a:pt x="1165186" y="350291"/>
                </a:lnTo>
                <a:lnTo>
                  <a:pt x="1185151" y="332422"/>
                </a:lnTo>
                <a:lnTo>
                  <a:pt x="1200251" y="312712"/>
                </a:lnTo>
                <a:lnTo>
                  <a:pt x="1201775" y="309664"/>
                </a:lnTo>
                <a:lnTo>
                  <a:pt x="1204823" y="306616"/>
                </a:lnTo>
                <a:lnTo>
                  <a:pt x="1253058" y="340575"/>
                </a:lnTo>
                <a:lnTo>
                  <a:pt x="1291780" y="375285"/>
                </a:lnTo>
                <a:lnTo>
                  <a:pt x="1316164" y="350901"/>
                </a:lnTo>
                <a:close/>
              </a:path>
              <a:path w="1333500" h="433705">
                <a:moveTo>
                  <a:pt x="1323784" y="21336"/>
                </a:moveTo>
                <a:lnTo>
                  <a:pt x="1104138" y="21336"/>
                </a:lnTo>
                <a:lnTo>
                  <a:pt x="1104138" y="50393"/>
                </a:lnTo>
                <a:lnTo>
                  <a:pt x="1191107" y="50393"/>
                </a:lnTo>
                <a:lnTo>
                  <a:pt x="1189697" y="62090"/>
                </a:lnTo>
                <a:lnTo>
                  <a:pt x="1187869" y="74206"/>
                </a:lnTo>
                <a:lnTo>
                  <a:pt x="1185748" y="86614"/>
                </a:lnTo>
                <a:lnTo>
                  <a:pt x="1183487" y="99161"/>
                </a:lnTo>
                <a:lnTo>
                  <a:pt x="1120902" y="99161"/>
                </a:lnTo>
                <a:lnTo>
                  <a:pt x="1120902" y="285280"/>
                </a:lnTo>
                <a:lnTo>
                  <a:pt x="1149959" y="285280"/>
                </a:lnTo>
                <a:lnTo>
                  <a:pt x="1149959" y="128117"/>
                </a:lnTo>
                <a:lnTo>
                  <a:pt x="1271968" y="128117"/>
                </a:lnTo>
                <a:lnTo>
                  <a:pt x="1271968" y="285280"/>
                </a:lnTo>
                <a:lnTo>
                  <a:pt x="1300924" y="285280"/>
                </a:lnTo>
                <a:lnTo>
                  <a:pt x="1300924" y="128117"/>
                </a:lnTo>
                <a:lnTo>
                  <a:pt x="1300924" y="99161"/>
                </a:lnTo>
                <a:lnTo>
                  <a:pt x="1215491" y="99161"/>
                </a:lnTo>
                <a:lnTo>
                  <a:pt x="1217752" y="87464"/>
                </a:lnTo>
                <a:lnTo>
                  <a:pt x="1219873" y="75349"/>
                </a:lnTo>
                <a:lnTo>
                  <a:pt x="1221701" y="62941"/>
                </a:lnTo>
                <a:lnTo>
                  <a:pt x="1223111" y="50393"/>
                </a:lnTo>
                <a:lnTo>
                  <a:pt x="1323784" y="50393"/>
                </a:lnTo>
                <a:lnTo>
                  <a:pt x="1323784" y="21336"/>
                </a:lnTo>
                <a:close/>
              </a:path>
              <a:path w="1333500" h="433705">
                <a:moveTo>
                  <a:pt x="1332928" y="382905"/>
                </a:moveTo>
                <a:lnTo>
                  <a:pt x="1272159" y="385279"/>
                </a:lnTo>
                <a:lnTo>
                  <a:pt x="1217993" y="386842"/>
                </a:lnTo>
                <a:lnTo>
                  <a:pt x="1184160" y="387324"/>
                </a:lnTo>
                <a:lnTo>
                  <a:pt x="1129423" y="387248"/>
                </a:lnTo>
                <a:lnTo>
                  <a:pt x="1077010" y="384238"/>
                </a:lnTo>
                <a:lnTo>
                  <a:pt x="1027938" y="372237"/>
                </a:lnTo>
                <a:lnTo>
                  <a:pt x="1027938" y="356997"/>
                </a:lnTo>
                <a:lnTo>
                  <a:pt x="1027938" y="312712"/>
                </a:lnTo>
                <a:lnTo>
                  <a:pt x="1099566" y="312712"/>
                </a:lnTo>
                <a:lnTo>
                  <a:pt x="1099566" y="283756"/>
                </a:lnTo>
                <a:lnTo>
                  <a:pt x="1027938" y="283756"/>
                </a:lnTo>
                <a:lnTo>
                  <a:pt x="1027938" y="236410"/>
                </a:lnTo>
                <a:lnTo>
                  <a:pt x="1104138" y="236410"/>
                </a:lnTo>
                <a:lnTo>
                  <a:pt x="1104138" y="208978"/>
                </a:lnTo>
                <a:lnTo>
                  <a:pt x="901357" y="208978"/>
                </a:lnTo>
                <a:lnTo>
                  <a:pt x="901357" y="236410"/>
                </a:lnTo>
                <a:lnTo>
                  <a:pt x="998982" y="236410"/>
                </a:lnTo>
                <a:lnTo>
                  <a:pt x="998982" y="356997"/>
                </a:lnTo>
                <a:lnTo>
                  <a:pt x="966317" y="323684"/>
                </a:lnTo>
                <a:lnTo>
                  <a:pt x="957745" y="309664"/>
                </a:lnTo>
                <a:lnTo>
                  <a:pt x="959739" y="297065"/>
                </a:lnTo>
                <a:lnTo>
                  <a:pt x="961174" y="284327"/>
                </a:lnTo>
                <a:lnTo>
                  <a:pt x="962025" y="271297"/>
                </a:lnTo>
                <a:lnTo>
                  <a:pt x="962317" y="257848"/>
                </a:lnTo>
                <a:lnTo>
                  <a:pt x="931837" y="257848"/>
                </a:lnTo>
                <a:lnTo>
                  <a:pt x="928954" y="300469"/>
                </a:lnTo>
                <a:lnTo>
                  <a:pt x="922502" y="336956"/>
                </a:lnTo>
                <a:lnTo>
                  <a:pt x="912329" y="367436"/>
                </a:lnTo>
                <a:lnTo>
                  <a:pt x="898309" y="392049"/>
                </a:lnTo>
                <a:lnTo>
                  <a:pt x="903084" y="402348"/>
                </a:lnTo>
                <a:lnTo>
                  <a:pt x="908024" y="412635"/>
                </a:lnTo>
                <a:lnTo>
                  <a:pt x="912660" y="422922"/>
                </a:lnTo>
                <a:lnTo>
                  <a:pt x="916597" y="433209"/>
                </a:lnTo>
                <a:lnTo>
                  <a:pt x="927430" y="414083"/>
                </a:lnTo>
                <a:lnTo>
                  <a:pt x="936980" y="393382"/>
                </a:lnTo>
                <a:lnTo>
                  <a:pt x="945095" y="371221"/>
                </a:lnTo>
                <a:lnTo>
                  <a:pt x="951649" y="347764"/>
                </a:lnTo>
                <a:lnTo>
                  <a:pt x="977900" y="376961"/>
                </a:lnTo>
                <a:lnTo>
                  <a:pt x="1010742" y="398145"/>
                </a:lnTo>
                <a:lnTo>
                  <a:pt x="1049883" y="411289"/>
                </a:lnTo>
                <a:lnTo>
                  <a:pt x="1094994" y="416445"/>
                </a:lnTo>
                <a:lnTo>
                  <a:pt x="1135011" y="418388"/>
                </a:lnTo>
                <a:lnTo>
                  <a:pt x="1186154" y="419493"/>
                </a:lnTo>
                <a:lnTo>
                  <a:pt x="1248143" y="419442"/>
                </a:lnTo>
                <a:lnTo>
                  <a:pt x="1320736" y="417969"/>
                </a:lnTo>
                <a:lnTo>
                  <a:pt x="1324787" y="407987"/>
                </a:lnTo>
                <a:lnTo>
                  <a:pt x="1327975" y="398729"/>
                </a:lnTo>
                <a:lnTo>
                  <a:pt x="1331480" y="387515"/>
                </a:lnTo>
                <a:lnTo>
                  <a:pt x="1332928" y="382905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928" y="2695384"/>
            <a:ext cx="109823" cy="10982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300632" y="2518409"/>
            <a:ext cx="2228215" cy="438150"/>
          </a:xfrm>
          <a:custGeom>
            <a:avLst/>
            <a:gdLst/>
            <a:ahLst/>
            <a:cxnLst/>
            <a:rect l="l" t="t" r="r" b="b"/>
            <a:pathLst>
              <a:path w="2228215" h="438150">
                <a:moveTo>
                  <a:pt x="132689" y="117449"/>
                </a:moveTo>
                <a:lnTo>
                  <a:pt x="97637" y="103733"/>
                </a:lnTo>
                <a:lnTo>
                  <a:pt x="78409" y="155727"/>
                </a:lnTo>
                <a:lnTo>
                  <a:pt x="59118" y="203695"/>
                </a:lnTo>
                <a:lnTo>
                  <a:pt x="39674" y="247624"/>
                </a:lnTo>
                <a:lnTo>
                  <a:pt x="19989" y="287528"/>
                </a:lnTo>
                <a:lnTo>
                  <a:pt x="0" y="323380"/>
                </a:lnTo>
                <a:lnTo>
                  <a:pt x="9994" y="328206"/>
                </a:lnTo>
                <a:lnTo>
                  <a:pt x="19291" y="333336"/>
                </a:lnTo>
                <a:lnTo>
                  <a:pt x="27724" y="338467"/>
                </a:lnTo>
                <a:lnTo>
                  <a:pt x="35140" y="343293"/>
                </a:lnTo>
                <a:lnTo>
                  <a:pt x="57289" y="299872"/>
                </a:lnTo>
                <a:lnTo>
                  <a:pt x="78041" y="255663"/>
                </a:lnTo>
                <a:lnTo>
                  <a:pt x="97472" y="210566"/>
                </a:lnTo>
                <a:lnTo>
                  <a:pt x="115658" y="164515"/>
                </a:lnTo>
                <a:lnTo>
                  <a:pt x="132689" y="117449"/>
                </a:lnTo>
                <a:close/>
              </a:path>
              <a:path w="2228215" h="438150">
                <a:moveTo>
                  <a:pt x="240982" y="7620"/>
                </a:moveTo>
                <a:lnTo>
                  <a:pt x="201358" y="7620"/>
                </a:lnTo>
                <a:lnTo>
                  <a:pt x="201358" y="361581"/>
                </a:lnTo>
                <a:lnTo>
                  <a:pt x="199377" y="374459"/>
                </a:lnTo>
                <a:lnTo>
                  <a:pt x="193548" y="383489"/>
                </a:lnTo>
                <a:lnTo>
                  <a:pt x="183997" y="388797"/>
                </a:lnTo>
                <a:lnTo>
                  <a:pt x="170878" y="390537"/>
                </a:lnTo>
                <a:lnTo>
                  <a:pt x="158292" y="390245"/>
                </a:lnTo>
                <a:lnTo>
                  <a:pt x="143395" y="389394"/>
                </a:lnTo>
                <a:lnTo>
                  <a:pt x="126225" y="387959"/>
                </a:lnTo>
                <a:lnTo>
                  <a:pt x="106781" y="385965"/>
                </a:lnTo>
                <a:lnTo>
                  <a:pt x="108712" y="396481"/>
                </a:lnTo>
                <a:lnTo>
                  <a:pt x="133197" y="427990"/>
                </a:lnTo>
                <a:lnTo>
                  <a:pt x="178498" y="428637"/>
                </a:lnTo>
                <a:lnTo>
                  <a:pt x="205625" y="424967"/>
                </a:lnTo>
                <a:lnTo>
                  <a:pt x="225171" y="414159"/>
                </a:lnTo>
                <a:lnTo>
                  <a:pt x="237007" y="396481"/>
                </a:lnTo>
                <a:lnTo>
                  <a:pt x="237985" y="390537"/>
                </a:lnTo>
                <a:lnTo>
                  <a:pt x="240982" y="372249"/>
                </a:lnTo>
                <a:lnTo>
                  <a:pt x="240982" y="7620"/>
                </a:lnTo>
                <a:close/>
              </a:path>
              <a:path w="2228215" h="438150">
                <a:moveTo>
                  <a:pt x="434721" y="318808"/>
                </a:moveTo>
                <a:lnTo>
                  <a:pt x="413473" y="274370"/>
                </a:lnTo>
                <a:lnTo>
                  <a:pt x="391947" y="230720"/>
                </a:lnTo>
                <a:lnTo>
                  <a:pt x="370217" y="187934"/>
                </a:lnTo>
                <a:lnTo>
                  <a:pt x="348361" y="146088"/>
                </a:lnTo>
                <a:lnTo>
                  <a:pt x="326428" y="105257"/>
                </a:lnTo>
                <a:lnTo>
                  <a:pt x="292798" y="120497"/>
                </a:lnTo>
                <a:lnTo>
                  <a:pt x="312242" y="158572"/>
                </a:lnTo>
                <a:lnTo>
                  <a:pt x="332105" y="199415"/>
                </a:lnTo>
                <a:lnTo>
                  <a:pt x="352475" y="242900"/>
                </a:lnTo>
                <a:lnTo>
                  <a:pt x="373405" y="288874"/>
                </a:lnTo>
                <a:lnTo>
                  <a:pt x="395008" y="337197"/>
                </a:lnTo>
                <a:lnTo>
                  <a:pt x="434721" y="318808"/>
                </a:lnTo>
                <a:close/>
              </a:path>
              <a:path w="2228215" h="438150">
                <a:moveTo>
                  <a:pt x="582650" y="117449"/>
                </a:moveTo>
                <a:lnTo>
                  <a:pt x="545973" y="103733"/>
                </a:lnTo>
                <a:lnTo>
                  <a:pt x="526757" y="155727"/>
                </a:lnTo>
                <a:lnTo>
                  <a:pt x="507466" y="203695"/>
                </a:lnTo>
                <a:lnTo>
                  <a:pt x="488035" y="247624"/>
                </a:lnTo>
                <a:lnTo>
                  <a:pt x="468388" y="287528"/>
                </a:lnTo>
                <a:lnTo>
                  <a:pt x="448437" y="323380"/>
                </a:lnTo>
                <a:lnTo>
                  <a:pt x="458419" y="328206"/>
                </a:lnTo>
                <a:lnTo>
                  <a:pt x="467677" y="333336"/>
                </a:lnTo>
                <a:lnTo>
                  <a:pt x="476084" y="338467"/>
                </a:lnTo>
                <a:lnTo>
                  <a:pt x="483489" y="343293"/>
                </a:lnTo>
                <a:lnTo>
                  <a:pt x="505637" y="299872"/>
                </a:lnTo>
                <a:lnTo>
                  <a:pt x="526478" y="255663"/>
                </a:lnTo>
                <a:lnTo>
                  <a:pt x="546163" y="210566"/>
                </a:lnTo>
                <a:lnTo>
                  <a:pt x="564832" y="164515"/>
                </a:lnTo>
                <a:lnTo>
                  <a:pt x="582650" y="117449"/>
                </a:lnTo>
                <a:close/>
              </a:path>
              <a:path w="2228215" h="438150">
                <a:moveTo>
                  <a:pt x="689330" y="7620"/>
                </a:moveTo>
                <a:lnTo>
                  <a:pt x="649706" y="7620"/>
                </a:lnTo>
                <a:lnTo>
                  <a:pt x="649706" y="361581"/>
                </a:lnTo>
                <a:lnTo>
                  <a:pt x="647941" y="374459"/>
                </a:lnTo>
                <a:lnTo>
                  <a:pt x="642467" y="383489"/>
                </a:lnTo>
                <a:lnTo>
                  <a:pt x="632980" y="388797"/>
                </a:lnTo>
                <a:lnTo>
                  <a:pt x="619226" y="390537"/>
                </a:lnTo>
                <a:lnTo>
                  <a:pt x="606640" y="390245"/>
                </a:lnTo>
                <a:lnTo>
                  <a:pt x="591781" y="389394"/>
                </a:lnTo>
                <a:lnTo>
                  <a:pt x="574598" y="387959"/>
                </a:lnTo>
                <a:lnTo>
                  <a:pt x="555117" y="385965"/>
                </a:lnTo>
                <a:lnTo>
                  <a:pt x="557047" y="396481"/>
                </a:lnTo>
                <a:lnTo>
                  <a:pt x="582244" y="427990"/>
                </a:lnTo>
                <a:lnTo>
                  <a:pt x="628370" y="428637"/>
                </a:lnTo>
                <a:lnTo>
                  <a:pt x="655243" y="424967"/>
                </a:lnTo>
                <a:lnTo>
                  <a:pt x="674281" y="414159"/>
                </a:lnTo>
                <a:lnTo>
                  <a:pt x="685584" y="396481"/>
                </a:lnTo>
                <a:lnTo>
                  <a:pt x="686498" y="390537"/>
                </a:lnTo>
                <a:lnTo>
                  <a:pt x="689330" y="372249"/>
                </a:lnTo>
                <a:lnTo>
                  <a:pt x="689330" y="7620"/>
                </a:lnTo>
                <a:close/>
              </a:path>
              <a:path w="2228215" h="438150">
                <a:moveTo>
                  <a:pt x="883069" y="318808"/>
                </a:moveTo>
                <a:lnTo>
                  <a:pt x="861809" y="274370"/>
                </a:lnTo>
                <a:lnTo>
                  <a:pt x="840295" y="230720"/>
                </a:lnTo>
                <a:lnTo>
                  <a:pt x="818565" y="187934"/>
                </a:lnTo>
                <a:lnTo>
                  <a:pt x="796696" y="146088"/>
                </a:lnTo>
                <a:lnTo>
                  <a:pt x="774763" y="105257"/>
                </a:lnTo>
                <a:lnTo>
                  <a:pt x="741235" y="120497"/>
                </a:lnTo>
                <a:lnTo>
                  <a:pt x="760780" y="158572"/>
                </a:lnTo>
                <a:lnTo>
                  <a:pt x="780910" y="199415"/>
                </a:lnTo>
                <a:lnTo>
                  <a:pt x="801471" y="242900"/>
                </a:lnTo>
                <a:lnTo>
                  <a:pt x="822337" y="288874"/>
                </a:lnTo>
                <a:lnTo>
                  <a:pt x="843343" y="337197"/>
                </a:lnTo>
                <a:lnTo>
                  <a:pt x="883069" y="318808"/>
                </a:lnTo>
                <a:close/>
              </a:path>
              <a:path w="2228215" h="438150">
                <a:moveTo>
                  <a:pt x="1030986" y="115925"/>
                </a:moveTo>
                <a:lnTo>
                  <a:pt x="998982" y="102209"/>
                </a:lnTo>
                <a:lnTo>
                  <a:pt x="992365" y="115658"/>
                </a:lnTo>
                <a:lnTo>
                  <a:pt x="980262" y="140868"/>
                </a:lnTo>
                <a:lnTo>
                  <a:pt x="974496" y="152590"/>
                </a:lnTo>
                <a:lnTo>
                  <a:pt x="931824" y="152590"/>
                </a:lnTo>
                <a:lnTo>
                  <a:pt x="948994" y="122555"/>
                </a:lnTo>
                <a:lnTo>
                  <a:pt x="966317" y="89827"/>
                </a:lnTo>
                <a:lnTo>
                  <a:pt x="983945" y="54521"/>
                </a:lnTo>
                <a:lnTo>
                  <a:pt x="1002030" y="16764"/>
                </a:lnTo>
                <a:lnTo>
                  <a:pt x="968400" y="4572"/>
                </a:lnTo>
                <a:lnTo>
                  <a:pt x="951814" y="44919"/>
                </a:lnTo>
                <a:lnTo>
                  <a:pt x="933919" y="83540"/>
                </a:lnTo>
                <a:lnTo>
                  <a:pt x="914615" y="120446"/>
                </a:lnTo>
                <a:lnTo>
                  <a:pt x="893724" y="155638"/>
                </a:lnTo>
                <a:lnTo>
                  <a:pt x="902868" y="183070"/>
                </a:lnTo>
                <a:lnTo>
                  <a:pt x="929538" y="180594"/>
                </a:lnTo>
                <a:lnTo>
                  <a:pt x="944448" y="179006"/>
                </a:lnTo>
                <a:lnTo>
                  <a:pt x="960780" y="176974"/>
                </a:lnTo>
                <a:lnTo>
                  <a:pt x="943597" y="208191"/>
                </a:lnTo>
                <a:lnTo>
                  <a:pt x="928395" y="233413"/>
                </a:lnTo>
                <a:lnTo>
                  <a:pt x="914920" y="252933"/>
                </a:lnTo>
                <a:lnTo>
                  <a:pt x="902868" y="266992"/>
                </a:lnTo>
                <a:lnTo>
                  <a:pt x="908964" y="294424"/>
                </a:lnTo>
                <a:lnTo>
                  <a:pt x="978662" y="287134"/>
                </a:lnTo>
                <a:lnTo>
                  <a:pt x="1017270" y="283756"/>
                </a:lnTo>
                <a:lnTo>
                  <a:pt x="1018413" y="278587"/>
                </a:lnTo>
                <a:lnTo>
                  <a:pt x="1019556" y="272135"/>
                </a:lnTo>
                <a:lnTo>
                  <a:pt x="1020699" y="264248"/>
                </a:lnTo>
                <a:lnTo>
                  <a:pt x="1021105" y="260896"/>
                </a:lnTo>
                <a:lnTo>
                  <a:pt x="1021842" y="254800"/>
                </a:lnTo>
                <a:lnTo>
                  <a:pt x="996378" y="257683"/>
                </a:lnTo>
                <a:lnTo>
                  <a:pt x="975080" y="259562"/>
                </a:lnTo>
                <a:lnTo>
                  <a:pt x="958100" y="260591"/>
                </a:lnTo>
                <a:lnTo>
                  <a:pt x="945540" y="260896"/>
                </a:lnTo>
                <a:lnTo>
                  <a:pt x="961898" y="235686"/>
                </a:lnTo>
                <a:lnTo>
                  <a:pt x="981405" y="203301"/>
                </a:lnTo>
                <a:lnTo>
                  <a:pt x="996569" y="176974"/>
                </a:lnTo>
                <a:lnTo>
                  <a:pt x="1004354" y="163474"/>
                </a:lnTo>
                <a:lnTo>
                  <a:pt x="1010450" y="152590"/>
                </a:lnTo>
                <a:lnTo>
                  <a:pt x="1030986" y="115925"/>
                </a:lnTo>
                <a:close/>
              </a:path>
              <a:path w="2228215" h="438150">
                <a:moveTo>
                  <a:pt x="1307020" y="47345"/>
                </a:moveTo>
                <a:lnTo>
                  <a:pt x="1276540" y="47345"/>
                </a:lnTo>
                <a:lnTo>
                  <a:pt x="1276540" y="76301"/>
                </a:lnTo>
                <a:lnTo>
                  <a:pt x="1276540" y="125158"/>
                </a:lnTo>
                <a:lnTo>
                  <a:pt x="1067562" y="125158"/>
                </a:lnTo>
                <a:lnTo>
                  <a:pt x="1067562" y="76301"/>
                </a:lnTo>
                <a:lnTo>
                  <a:pt x="1276540" y="76301"/>
                </a:lnTo>
                <a:lnTo>
                  <a:pt x="1276540" y="47345"/>
                </a:lnTo>
                <a:lnTo>
                  <a:pt x="1203299" y="47345"/>
                </a:lnTo>
                <a:lnTo>
                  <a:pt x="1195552" y="34163"/>
                </a:lnTo>
                <a:lnTo>
                  <a:pt x="1188250" y="21958"/>
                </a:lnTo>
                <a:lnTo>
                  <a:pt x="1181214" y="10617"/>
                </a:lnTo>
                <a:lnTo>
                  <a:pt x="1174343" y="0"/>
                </a:lnTo>
                <a:lnTo>
                  <a:pt x="1140815" y="15240"/>
                </a:lnTo>
                <a:lnTo>
                  <a:pt x="1146263" y="22440"/>
                </a:lnTo>
                <a:lnTo>
                  <a:pt x="1151293" y="30187"/>
                </a:lnTo>
                <a:lnTo>
                  <a:pt x="1156030" y="38481"/>
                </a:lnTo>
                <a:lnTo>
                  <a:pt x="1160627" y="47345"/>
                </a:lnTo>
                <a:lnTo>
                  <a:pt x="1037082" y="47345"/>
                </a:lnTo>
                <a:lnTo>
                  <a:pt x="1037043" y="190690"/>
                </a:lnTo>
                <a:lnTo>
                  <a:pt x="1036180" y="230682"/>
                </a:lnTo>
                <a:lnTo>
                  <a:pt x="1028077" y="302247"/>
                </a:lnTo>
                <a:lnTo>
                  <a:pt x="952411" y="342900"/>
                </a:lnTo>
                <a:lnTo>
                  <a:pt x="893724" y="350901"/>
                </a:lnTo>
                <a:lnTo>
                  <a:pt x="901344" y="384429"/>
                </a:lnTo>
                <a:lnTo>
                  <a:pt x="923404" y="379603"/>
                </a:lnTo>
                <a:lnTo>
                  <a:pt x="948601" y="374332"/>
                </a:lnTo>
                <a:lnTo>
                  <a:pt x="977252" y="368795"/>
                </a:lnTo>
                <a:lnTo>
                  <a:pt x="1009650" y="363093"/>
                </a:lnTo>
                <a:lnTo>
                  <a:pt x="1003642" y="375361"/>
                </a:lnTo>
                <a:lnTo>
                  <a:pt x="997064" y="386905"/>
                </a:lnTo>
                <a:lnTo>
                  <a:pt x="989888" y="397598"/>
                </a:lnTo>
                <a:lnTo>
                  <a:pt x="982116" y="407289"/>
                </a:lnTo>
                <a:lnTo>
                  <a:pt x="987869" y="414159"/>
                </a:lnTo>
                <a:lnTo>
                  <a:pt x="993444" y="421017"/>
                </a:lnTo>
                <a:lnTo>
                  <a:pt x="998664" y="427850"/>
                </a:lnTo>
                <a:lnTo>
                  <a:pt x="1003554" y="434822"/>
                </a:lnTo>
                <a:lnTo>
                  <a:pt x="1026591" y="400926"/>
                </a:lnTo>
                <a:lnTo>
                  <a:pt x="1043012" y="363093"/>
                </a:lnTo>
                <a:lnTo>
                  <a:pt x="1044524" y="359625"/>
                </a:lnTo>
                <a:lnTo>
                  <a:pt x="1057325" y="310883"/>
                </a:lnTo>
                <a:lnTo>
                  <a:pt x="1064971" y="254800"/>
                </a:lnTo>
                <a:lnTo>
                  <a:pt x="1065072" y="252933"/>
                </a:lnTo>
                <a:lnTo>
                  <a:pt x="1067562" y="190690"/>
                </a:lnTo>
                <a:lnTo>
                  <a:pt x="1067562" y="154114"/>
                </a:lnTo>
                <a:lnTo>
                  <a:pt x="1276540" y="154114"/>
                </a:lnTo>
                <a:lnTo>
                  <a:pt x="1276540" y="167830"/>
                </a:lnTo>
                <a:lnTo>
                  <a:pt x="1307020" y="167830"/>
                </a:lnTo>
                <a:lnTo>
                  <a:pt x="1307020" y="154114"/>
                </a:lnTo>
                <a:lnTo>
                  <a:pt x="1307020" y="125158"/>
                </a:lnTo>
                <a:lnTo>
                  <a:pt x="1307020" y="76301"/>
                </a:lnTo>
                <a:lnTo>
                  <a:pt x="1307020" y="47345"/>
                </a:lnTo>
                <a:close/>
              </a:path>
              <a:path w="2228215" h="438150">
                <a:moveTo>
                  <a:pt x="1313116" y="198310"/>
                </a:moveTo>
                <a:lnTo>
                  <a:pt x="1284160" y="198310"/>
                </a:lnTo>
                <a:lnTo>
                  <a:pt x="1284160" y="227368"/>
                </a:lnTo>
                <a:lnTo>
                  <a:pt x="1284160" y="292900"/>
                </a:lnTo>
                <a:lnTo>
                  <a:pt x="1284160" y="320332"/>
                </a:lnTo>
                <a:lnTo>
                  <a:pt x="1284160" y="384429"/>
                </a:lnTo>
                <a:lnTo>
                  <a:pt x="1283017" y="392430"/>
                </a:lnTo>
                <a:lnTo>
                  <a:pt x="1279588" y="398145"/>
                </a:lnTo>
                <a:lnTo>
                  <a:pt x="1273873" y="401574"/>
                </a:lnTo>
                <a:lnTo>
                  <a:pt x="1265872" y="402717"/>
                </a:lnTo>
                <a:lnTo>
                  <a:pt x="1242923" y="402717"/>
                </a:lnTo>
                <a:lnTo>
                  <a:pt x="1242923" y="320332"/>
                </a:lnTo>
                <a:lnTo>
                  <a:pt x="1284160" y="320332"/>
                </a:lnTo>
                <a:lnTo>
                  <a:pt x="1284160" y="292900"/>
                </a:lnTo>
                <a:lnTo>
                  <a:pt x="1242923" y="292900"/>
                </a:lnTo>
                <a:lnTo>
                  <a:pt x="1242923" y="227368"/>
                </a:lnTo>
                <a:lnTo>
                  <a:pt x="1284160" y="227368"/>
                </a:lnTo>
                <a:lnTo>
                  <a:pt x="1284160" y="198310"/>
                </a:lnTo>
                <a:lnTo>
                  <a:pt x="1215491" y="198310"/>
                </a:lnTo>
                <a:lnTo>
                  <a:pt x="1215491" y="227368"/>
                </a:lnTo>
                <a:lnTo>
                  <a:pt x="1215491" y="292900"/>
                </a:lnTo>
                <a:lnTo>
                  <a:pt x="1175867" y="292900"/>
                </a:lnTo>
                <a:lnTo>
                  <a:pt x="1175867" y="227368"/>
                </a:lnTo>
                <a:lnTo>
                  <a:pt x="1215491" y="227368"/>
                </a:lnTo>
                <a:lnTo>
                  <a:pt x="1215491" y="198310"/>
                </a:lnTo>
                <a:lnTo>
                  <a:pt x="1148435" y="198310"/>
                </a:lnTo>
                <a:lnTo>
                  <a:pt x="1148435" y="227368"/>
                </a:lnTo>
                <a:lnTo>
                  <a:pt x="1148435" y="292900"/>
                </a:lnTo>
                <a:lnTo>
                  <a:pt x="1108710" y="292900"/>
                </a:lnTo>
                <a:lnTo>
                  <a:pt x="1108710" y="227368"/>
                </a:lnTo>
                <a:lnTo>
                  <a:pt x="1148435" y="227368"/>
                </a:lnTo>
                <a:lnTo>
                  <a:pt x="1148435" y="198310"/>
                </a:lnTo>
                <a:lnTo>
                  <a:pt x="1081278" y="198310"/>
                </a:lnTo>
                <a:lnTo>
                  <a:pt x="1081278" y="431673"/>
                </a:lnTo>
                <a:lnTo>
                  <a:pt x="1108710" y="431673"/>
                </a:lnTo>
                <a:lnTo>
                  <a:pt x="1108710" y="320332"/>
                </a:lnTo>
                <a:lnTo>
                  <a:pt x="1148435" y="320332"/>
                </a:lnTo>
                <a:lnTo>
                  <a:pt x="1148435" y="410337"/>
                </a:lnTo>
                <a:lnTo>
                  <a:pt x="1175867" y="410337"/>
                </a:lnTo>
                <a:lnTo>
                  <a:pt x="1175867" y="320332"/>
                </a:lnTo>
                <a:lnTo>
                  <a:pt x="1215491" y="320332"/>
                </a:lnTo>
                <a:lnTo>
                  <a:pt x="1215491" y="408813"/>
                </a:lnTo>
                <a:lnTo>
                  <a:pt x="1235303" y="408813"/>
                </a:lnTo>
                <a:lnTo>
                  <a:pt x="1238351" y="414909"/>
                </a:lnTo>
                <a:lnTo>
                  <a:pt x="1239875" y="422529"/>
                </a:lnTo>
                <a:lnTo>
                  <a:pt x="1239875" y="431673"/>
                </a:lnTo>
                <a:lnTo>
                  <a:pt x="1248181" y="431444"/>
                </a:lnTo>
                <a:lnTo>
                  <a:pt x="1267129" y="430390"/>
                </a:lnTo>
                <a:lnTo>
                  <a:pt x="1278064" y="430149"/>
                </a:lnTo>
                <a:lnTo>
                  <a:pt x="1293190" y="427850"/>
                </a:lnTo>
                <a:lnTo>
                  <a:pt x="1304163" y="420814"/>
                </a:lnTo>
                <a:lnTo>
                  <a:pt x="1310855" y="408940"/>
                </a:lnTo>
                <a:lnTo>
                  <a:pt x="1311681" y="402717"/>
                </a:lnTo>
                <a:lnTo>
                  <a:pt x="1313065" y="392430"/>
                </a:lnTo>
                <a:lnTo>
                  <a:pt x="1313116" y="320332"/>
                </a:lnTo>
                <a:lnTo>
                  <a:pt x="1313116" y="292900"/>
                </a:lnTo>
                <a:lnTo>
                  <a:pt x="1313116" y="227368"/>
                </a:lnTo>
                <a:lnTo>
                  <a:pt x="1313116" y="198310"/>
                </a:lnTo>
                <a:close/>
              </a:path>
              <a:path w="2228215" h="438150">
                <a:moveTo>
                  <a:pt x="1514373" y="263944"/>
                </a:moveTo>
                <a:lnTo>
                  <a:pt x="1498358" y="245021"/>
                </a:lnTo>
                <a:lnTo>
                  <a:pt x="1486852" y="231940"/>
                </a:lnTo>
                <a:lnTo>
                  <a:pt x="1484464" y="229222"/>
                </a:lnTo>
                <a:lnTo>
                  <a:pt x="1481277" y="225755"/>
                </a:lnTo>
                <a:lnTo>
                  <a:pt x="1477086" y="221183"/>
                </a:lnTo>
                <a:lnTo>
                  <a:pt x="1472590" y="216281"/>
                </a:lnTo>
                <a:lnTo>
                  <a:pt x="1462557" y="205943"/>
                </a:lnTo>
                <a:lnTo>
                  <a:pt x="1445793" y="221183"/>
                </a:lnTo>
                <a:lnTo>
                  <a:pt x="1445793" y="163271"/>
                </a:lnTo>
                <a:lnTo>
                  <a:pt x="1506753" y="163271"/>
                </a:lnTo>
                <a:lnTo>
                  <a:pt x="1506753" y="134315"/>
                </a:lnTo>
                <a:lnTo>
                  <a:pt x="1445793" y="134315"/>
                </a:lnTo>
                <a:lnTo>
                  <a:pt x="1445793" y="65633"/>
                </a:lnTo>
                <a:lnTo>
                  <a:pt x="1445793" y="61061"/>
                </a:lnTo>
                <a:lnTo>
                  <a:pt x="1461782" y="58508"/>
                </a:lnTo>
                <a:lnTo>
                  <a:pt x="1477606" y="55537"/>
                </a:lnTo>
                <a:lnTo>
                  <a:pt x="1493164" y="52273"/>
                </a:lnTo>
                <a:lnTo>
                  <a:pt x="1508277" y="48869"/>
                </a:lnTo>
                <a:lnTo>
                  <a:pt x="1499133" y="18288"/>
                </a:lnTo>
                <a:lnTo>
                  <a:pt x="1460766" y="26657"/>
                </a:lnTo>
                <a:lnTo>
                  <a:pt x="1423085" y="33426"/>
                </a:lnTo>
                <a:lnTo>
                  <a:pt x="1385684" y="38747"/>
                </a:lnTo>
                <a:lnTo>
                  <a:pt x="1348168" y="42773"/>
                </a:lnTo>
                <a:lnTo>
                  <a:pt x="1351305" y="50533"/>
                </a:lnTo>
                <a:lnTo>
                  <a:pt x="1353883" y="58013"/>
                </a:lnTo>
                <a:lnTo>
                  <a:pt x="1355877" y="65493"/>
                </a:lnTo>
                <a:lnTo>
                  <a:pt x="1357312" y="73253"/>
                </a:lnTo>
                <a:lnTo>
                  <a:pt x="1371904" y="71208"/>
                </a:lnTo>
                <a:lnTo>
                  <a:pt x="1399997" y="67678"/>
                </a:lnTo>
                <a:lnTo>
                  <a:pt x="1413789" y="65633"/>
                </a:lnTo>
                <a:lnTo>
                  <a:pt x="1413789" y="134315"/>
                </a:lnTo>
                <a:lnTo>
                  <a:pt x="1345120" y="134315"/>
                </a:lnTo>
                <a:lnTo>
                  <a:pt x="1345120" y="163271"/>
                </a:lnTo>
                <a:lnTo>
                  <a:pt x="1407693" y="163271"/>
                </a:lnTo>
                <a:lnTo>
                  <a:pt x="1394167" y="205041"/>
                </a:lnTo>
                <a:lnTo>
                  <a:pt x="1378661" y="243700"/>
                </a:lnTo>
                <a:lnTo>
                  <a:pt x="1360881" y="279501"/>
                </a:lnTo>
                <a:lnTo>
                  <a:pt x="1340548" y="312712"/>
                </a:lnTo>
                <a:lnTo>
                  <a:pt x="1344218" y="322757"/>
                </a:lnTo>
                <a:lnTo>
                  <a:pt x="1348168" y="332384"/>
                </a:lnTo>
                <a:lnTo>
                  <a:pt x="1352118" y="341718"/>
                </a:lnTo>
                <a:lnTo>
                  <a:pt x="1355788" y="350913"/>
                </a:lnTo>
                <a:lnTo>
                  <a:pt x="1372336" y="324256"/>
                </a:lnTo>
                <a:lnTo>
                  <a:pt x="1387614" y="294614"/>
                </a:lnTo>
                <a:lnTo>
                  <a:pt x="1401483" y="261835"/>
                </a:lnTo>
                <a:lnTo>
                  <a:pt x="1413789" y="225755"/>
                </a:lnTo>
                <a:lnTo>
                  <a:pt x="1413789" y="434822"/>
                </a:lnTo>
                <a:lnTo>
                  <a:pt x="1445793" y="434822"/>
                </a:lnTo>
                <a:lnTo>
                  <a:pt x="1445793" y="231940"/>
                </a:lnTo>
                <a:lnTo>
                  <a:pt x="1474939" y="269875"/>
                </a:lnTo>
                <a:lnTo>
                  <a:pt x="1486941" y="285280"/>
                </a:lnTo>
                <a:lnTo>
                  <a:pt x="1514373" y="263944"/>
                </a:lnTo>
                <a:close/>
              </a:path>
              <a:path w="2228215" h="438150">
                <a:moveTo>
                  <a:pt x="1747748" y="24485"/>
                </a:moveTo>
                <a:lnTo>
                  <a:pt x="1714220" y="24485"/>
                </a:lnTo>
                <a:lnTo>
                  <a:pt x="1714220" y="53441"/>
                </a:lnTo>
                <a:lnTo>
                  <a:pt x="1714220" y="126695"/>
                </a:lnTo>
                <a:lnTo>
                  <a:pt x="1563243" y="126695"/>
                </a:lnTo>
                <a:lnTo>
                  <a:pt x="1563243" y="53441"/>
                </a:lnTo>
                <a:lnTo>
                  <a:pt x="1714220" y="53441"/>
                </a:lnTo>
                <a:lnTo>
                  <a:pt x="1714220" y="24485"/>
                </a:lnTo>
                <a:lnTo>
                  <a:pt x="1529626" y="24485"/>
                </a:lnTo>
                <a:lnTo>
                  <a:pt x="1529626" y="173939"/>
                </a:lnTo>
                <a:lnTo>
                  <a:pt x="1563243" y="173939"/>
                </a:lnTo>
                <a:lnTo>
                  <a:pt x="1563243" y="155651"/>
                </a:lnTo>
                <a:lnTo>
                  <a:pt x="1714220" y="155651"/>
                </a:lnTo>
                <a:lnTo>
                  <a:pt x="1714220" y="173939"/>
                </a:lnTo>
                <a:lnTo>
                  <a:pt x="1747748" y="173939"/>
                </a:lnTo>
                <a:lnTo>
                  <a:pt x="1747748" y="155651"/>
                </a:lnTo>
                <a:lnTo>
                  <a:pt x="1747748" y="126695"/>
                </a:lnTo>
                <a:lnTo>
                  <a:pt x="1747748" y="53441"/>
                </a:lnTo>
                <a:lnTo>
                  <a:pt x="1747748" y="24485"/>
                </a:lnTo>
                <a:close/>
              </a:path>
              <a:path w="2228215" h="438150">
                <a:moveTo>
                  <a:pt x="1781276" y="381393"/>
                </a:moveTo>
                <a:lnTo>
                  <a:pt x="1654683" y="381393"/>
                </a:lnTo>
                <a:lnTo>
                  <a:pt x="1654683" y="317284"/>
                </a:lnTo>
                <a:lnTo>
                  <a:pt x="1755368" y="317284"/>
                </a:lnTo>
                <a:lnTo>
                  <a:pt x="1755368" y="288328"/>
                </a:lnTo>
                <a:lnTo>
                  <a:pt x="1654683" y="288328"/>
                </a:lnTo>
                <a:lnTo>
                  <a:pt x="1654683" y="228892"/>
                </a:lnTo>
                <a:lnTo>
                  <a:pt x="1766036" y="228892"/>
                </a:lnTo>
                <a:lnTo>
                  <a:pt x="1766036" y="198323"/>
                </a:lnTo>
                <a:lnTo>
                  <a:pt x="1509801" y="198323"/>
                </a:lnTo>
                <a:lnTo>
                  <a:pt x="1509801" y="228892"/>
                </a:lnTo>
                <a:lnTo>
                  <a:pt x="1621155" y="228892"/>
                </a:lnTo>
                <a:lnTo>
                  <a:pt x="1621155" y="288328"/>
                </a:lnTo>
                <a:lnTo>
                  <a:pt x="1520469" y="288328"/>
                </a:lnTo>
                <a:lnTo>
                  <a:pt x="1520469" y="317284"/>
                </a:lnTo>
                <a:lnTo>
                  <a:pt x="1621155" y="317284"/>
                </a:lnTo>
                <a:lnTo>
                  <a:pt x="1621155" y="381393"/>
                </a:lnTo>
                <a:lnTo>
                  <a:pt x="1494561" y="381393"/>
                </a:lnTo>
                <a:lnTo>
                  <a:pt x="1494561" y="411873"/>
                </a:lnTo>
                <a:lnTo>
                  <a:pt x="1781276" y="411873"/>
                </a:lnTo>
                <a:lnTo>
                  <a:pt x="1781276" y="381393"/>
                </a:lnTo>
                <a:close/>
              </a:path>
              <a:path w="2228215" h="438150">
                <a:moveTo>
                  <a:pt x="1976539" y="22961"/>
                </a:moveTo>
                <a:lnTo>
                  <a:pt x="1947481" y="22961"/>
                </a:lnTo>
                <a:lnTo>
                  <a:pt x="1947481" y="48869"/>
                </a:lnTo>
                <a:lnTo>
                  <a:pt x="1947481" y="86969"/>
                </a:lnTo>
                <a:lnTo>
                  <a:pt x="1947481" y="112877"/>
                </a:lnTo>
                <a:lnTo>
                  <a:pt x="1947481" y="151066"/>
                </a:lnTo>
                <a:lnTo>
                  <a:pt x="1851469" y="151066"/>
                </a:lnTo>
                <a:lnTo>
                  <a:pt x="1851469" y="112877"/>
                </a:lnTo>
                <a:lnTo>
                  <a:pt x="1947481" y="112877"/>
                </a:lnTo>
                <a:lnTo>
                  <a:pt x="1947481" y="86969"/>
                </a:lnTo>
                <a:lnTo>
                  <a:pt x="1851469" y="86969"/>
                </a:lnTo>
                <a:lnTo>
                  <a:pt x="1851469" y="48869"/>
                </a:lnTo>
                <a:lnTo>
                  <a:pt x="1947481" y="48869"/>
                </a:lnTo>
                <a:lnTo>
                  <a:pt x="1947481" y="22961"/>
                </a:lnTo>
                <a:lnTo>
                  <a:pt x="1822513" y="22961"/>
                </a:lnTo>
                <a:lnTo>
                  <a:pt x="1822513" y="192214"/>
                </a:lnTo>
                <a:lnTo>
                  <a:pt x="1851469" y="192214"/>
                </a:lnTo>
                <a:lnTo>
                  <a:pt x="1851469" y="178498"/>
                </a:lnTo>
                <a:lnTo>
                  <a:pt x="1947481" y="178498"/>
                </a:lnTo>
                <a:lnTo>
                  <a:pt x="1947481" y="192214"/>
                </a:lnTo>
                <a:lnTo>
                  <a:pt x="1976539" y="192214"/>
                </a:lnTo>
                <a:lnTo>
                  <a:pt x="1976539" y="178498"/>
                </a:lnTo>
                <a:lnTo>
                  <a:pt x="1976539" y="151066"/>
                </a:lnTo>
                <a:lnTo>
                  <a:pt x="1976539" y="112877"/>
                </a:lnTo>
                <a:lnTo>
                  <a:pt x="1976539" y="86969"/>
                </a:lnTo>
                <a:lnTo>
                  <a:pt x="1976539" y="48869"/>
                </a:lnTo>
                <a:lnTo>
                  <a:pt x="1976539" y="22961"/>
                </a:lnTo>
                <a:close/>
              </a:path>
              <a:path w="2228215" h="438150">
                <a:moveTo>
                  <a:pt x="2209800" y="356997"/>
                </a:moveTo>
                <a:lnTo>
                  <a:pt x="2191537" y="341223"/>
                </a:lnTo>
                <a:lnTo>
                  <a:pt x="2168842" y="323430"/>
                </a:lnTo>
                <a:lnTo>
                  <a:pt x="2148306" y="308140"/>
                </a:lnTo>
                <a:lnTo>
                  <a:pt x="2141867" y="303339"/>
                </a:lnTo>
                <a:lnTo>
                  <a:pt x="2110740" y="280708"/>
                </a:lnTo>
                <a:lnTo>
                  <a:pt x="2114740" y="264109"/>
                </a:lnTo>
                <a:lnTo>
                  <a:pt x="2117598" y="246214"/>
                </a:lnTo>
                <a:lnTo>
                  <a:pt x="2119312" y="226872"/>
                </a:lnTo>
                <a:lnTo>
                  <a:pt x="2119884" y="205930"/>
                </a:lnTo>
                <a:lnTo>
                  <a:pt x="2119884" y="151066"/>
                </a:lnTo>
                <a:lnTo>
                  <a:pt x="2090839" y="151066"/>
                </a:lnTo>
                <a:lnTo>
                  <a:pt x="2090762" y="205930"/>
                </a:lnTo>
                <a:lnTo>
                  <a:pt x="2089378" y="235585"/>
                </a:lnTo>
                <a:lnTo>
                  <a:pt x="2077326" y="285305"/>
                </a:lnTo>
                <a:lnTo>
                  <a:pt x="2052497" y="319874"/>
                </a:lnTo>
                <a:lnTo>
                  <a:pt x="2010295" y="347370"/>
                </a:lnTo>
                <a:lnTo>
                  <a:pt x="1982635" y="358521"/>
                </a:lnTo>
                <a:lnTo>
                  <a:pt x="1988553" y="364502"/>
                </a:lnTo>
                <a:lnTo>
                  <a:pt x="1994636" y="370903"/>
                </a:lnTo>
                <a:lnTo>
                  <a:pt x="2000415" y="377596"/>
                </a:lnTo>
                <a:lnTo>
                  <a:pt x="2005495" y="384429"/>
                </a:lnTo>
                <a:lnTo>
                  <a:pt x="2034971" y="370738"/>
                </a:lnTo>
                <a:lnTo>
                  <a:pt x="2079637" y="337032"/>
                </a:lnTo>
                <a:lnTo>
                  <a:pt x="2100072" y="308140"/>
                </a:lnTo>
                <a:lnTo>
                  <a:pt x="2124367" y="327101"/>
                </a:lnTo>
                <a:lnTo>
                  <a:pt x="2146935" y="345186"/>
                </a:lnTo>
                <a:lnTo>
                  <a:pt x="2167801" y="362673"/>
                </a:lnTo>
                <a:lnTo>
                  <a:pt x="2186940" y="379857"/>
                </a:lnTo>
                <a:lnTo>
                  <a:pt x="2209800" y="356997"/>
                </a:lnTo>
                <a:close/>
              </a:path>
              <a:path w="2228215" h="438150">
                <a:moveTo>
                  <a:pt x="2218944" y="26009"/>
                </a:moveTo>
                <a:lnTo>
                  <a:pt x="1997875" y="26009"/>
                </a:lnTo>
                <a:lnTo>
                  <a:pt x="1997875" y="54965"/>
                </a:lnTo>
                <a:lnTo>
                  <a:pt x="2086267" y="54965"/>
                </a:lnTo>
                <a:lnTo>
                  <a:pt x="2084209" y="66662"/>
                </a:lnTo>
                <a:lnTo>
                  <a:pt x="2082457" y="78778"/>
                </a:lnTo>
                <a:lnTo>
                  <a:pt x="2080691" y="91186"/>
                </a:lnTo>
                <a:lnTo>
                  <a:pt x="2078647" y="103733"/>
                </a:lnTo>
                <a:lnTo>
                  <a:pt x="2014639" y="103733"/>
                </a:lnTo>
                <a:lnTo>
                  <a:pt x="2014639" y="289852"/>
                </a:lnTo>
                <a:lnTo>
                  <a:pt x="2043595" y="289852"/>
                </a:lnTo>
                <a:lnTo>
                  <a:pt x="2043595" y="132778"/>
                </a:lnTo>
                <a:lnTo>
                  <a:pt x="2165604" y="132778"/>
                </a:lnTo>
                <a:lnTo>
                  <a:pt x="2165604" y="289852"/>
                </a:lnTo>
                <a:lnTo>
                  <a:pt x="2194560" y="289852"/>
                </a:lnTo>
                <a:lnTo>
                  <a:pt x="2194560" y="132778"/>
                </a:lnTo>
                <a:lnTo>
                  <a:pt x="2194560" y="103733"/>
                </a:lnTo>
                <a:lnTo>
                  <a:pt x="2109216" y="103733"/>
                </a:lnTo>
                <a:lnTo>
                  <a:pt x="2111502" y="92036"/>
                </a:lnTo>
                <a:lnTo>
                  <a:pt x="2113788" y="79921"/>
                </a:lnTo>
                <a:lnTo>
                  <a:pt x="2116074" y="67513"/>
                </a:lnTo>
                <a:lnTo>
                  <a:pt x="2118360" y="54965"/>
                </a:lnTo>
                <a:lnTo>
                  <a:pt x="2218944" y="54965"/>
                </a:lnTo>
                <a:lnTo>
                  <a:pt x="2218944" y="26009"/>
                </a:lnTo>
                <a:close/>
              </a:path>
              <a:path w="2228215" h="438150">
                <a:moveTo>
                  <a:pt x="2228088" y="387477"/>
                </a:moveTo>
                <a:lnTo>
                  <a:pt x="2112111" y="391414"/>
                </a:lnTo>
                <a:lnTo>
                  <a:pt x="2078316" y="391896"/>
                </a:lnTo>
                <a:lnTo>
                  <a:pt x="2023910" y="391820"/>
                </a:lnTo>
                <a:lnTo>
                  <a:pt x="1971611" y="389026"/>
                </a:lnTo>
                <a:lnTo>
                  <a:pt x="1923097" y="376809"/>
                </a:lnTo>
                <a:lnTo>
                  <a:pt x="1923097" y="361569"/>
                </a:lnTo>
                <a:lnTo>
                  <a:pt x="1923097" y="317284"/>
                </a:lnTo>
                <a:lnTo>
                  <a:pt x="1993303" y="317284"/>
                </a:lnTo>
                <a:lnTo>
                  <a:pt x="1993303" y="288328"/>
                </a:lnTo>
                <a:lnTo>
                  <a:pt x="1923097" y="288328"/>
                </a:lnTo>
                <a:lnTo>
                  <a:pt x="1923097" y="242608"/>
                </a:lnTo>
                <a:lnTo>
                  <a:pt x="1997875" y="242608"/>
                </a:lnTo>
                <a:lnTo>
                  <a:pt x="1997875" y="213550"/>
                </a:lnTo>
                <a:lnTo>
                  <a:pt x="1794992" y="213550"/>
                </a:lnTo>
                <a:lnTo>
                  <a:pt x="1794992" y="242608"/>
                </a:lnTo>
                <a:lnTo>
                  <a:pt x="1894141" y="242608"/>
                </a:lnTo>
                <a:lnTo>
                  <a:pt x="1894141" y="361569"/>
                </a:lnTo>
                <a:lnTo>
                  <a:pt x="1882876" y="352425"/>
                </a:lnTo>
                <a:lnTo>
                  <a:pt x="1882140" y="351840"/>
                </a:lnTo>
                <a:lnTo>
                  <a:pt x="1871281" y="340804"/>
                </a:lnTo>
                <a:lnTo>
                  <a:pt x="1861566" y="328320"/>
                </a:lnTo>
                <a:lnTo>
                  <a:pt x="1852993" y="314236"/>
                </a:lnTo>
                <a:lnTo>
                  <a:pt x="1853958" y="303568"/>
                </a:lnTo>
                <a:lnTo>
                  <a:pt x="1856422" y="275869"/>
                </a:lnTo>
                <a:lnTo>
                  <a:pt x="1857565" y="262420"/>
                </a:lnTo>
                <a:lnTo>
                  <a:pt x="1827085" y="262420"/>
                </a:lnTo>
                <a:lnTo>
                  <a:pt x="1823948" y="305041"/>
                </a:lnTo>
                <a:lnTo>
                  <a:pt x="1816938" y="341528"/>
                </a:lnTo>
                <a:lnTo>
                  <a:pt x="1806219" y="372008"/>
                </a:lnTo>
                <a:lnTo>
                  <a:pt x="1791944" y="396621"/>
                </a:lnTo>
                <a:lnTo>
                  <a:pt x="1797392" y="406920"/>
                </a:lnTo>
                <a:lnTo>
                  <a:pt x="1802422" y="417207"/>
                </a:lnTo>
                <a:lnTo>
                  <a:pt x="1807159" y="427532"/>
                </a:lnTo>
                <a:lnTo>
                  <a:pt x="1811756" y="437870"/>
                </a:lnTo>
                <a:lnTo>
                  <a:pt x="1822399" y="418693"/>
                </a:lnTo>
                <a:lnTo>
                  <a:pt x="1831454" y="397967"/>
                </a:lnTo>
                <a:lnTo>
                  <a:pt x="1839061" y="375843"/>
                </a:lnTo>
                <a:lnTo>
                  <a:pt x="1845373" y="352425"/>
                </a:lnTo>
                <a:lnTo>
                  <a:pt x="1871637" y="381571"/>
                </a:lnTo>
                <a:lnTo>
                  <a:pt x="1904631" y="402729"/>
                </a:lnTo>
                <a:lnTo>
                  <a:pt x="1944217" y="415874"/>
                </a:lnTo>
                <a:lnTo>
                  <a:pt x="1990255" y="421017"/>
                </a:lnTo>
                <a:lnTo>
                  <a:pt x="2030006" y="422960"/>
                </a:lnTo>
                <a:lnTo>
                  <a:pt x="2080780" y="424065"/>
                </a:lnTo>
                <a:lnTo>
                  <a:pt x="2142706" y="424014"/>
                </a:lnTo>
                <a:lnTo>
                  <a:pt x="2215896" y="422541"/>
                </a:lnTo>
                <a:lnTo>
                  <a:pt x="2219299" y="412775"/>
                </a:lnTo>
                <a:lnTo>
                  <a:pt x="2222563" y="403872"/>
                </a:lnTo>
                <a:lnTo>
                  <a:pt x="2225535" y="395528"/>
                </a:lnTo>
                <a:lnTo>
                  <a:pt x="2226627" y="392087"/>
                </a:lnTo>
                <a:lnTo>
                  <a:pt x="2228088" y="387477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28" y="3340608"/>
            <a:ext cx="109823" cy="109823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1297584" y="3162211"/>
            <a:ext cx="2682875" cy="441325"/>
          </a:xfrm>
          <a:custGeom>
            <a:avLst/>
            <a:gdLst/>
            <a:ahLst/>
            <a:cxnLst/>
            <a:rect l="l" t="t" r="r" b="b"/>
            <a:pathLst>
              <a:path w="2682875" h="441325">
                <a:moveTo>
                  <a:pt x="117436" y="88392"/>
                </a:moveTo>
                <a:lnTo>
                  <a:pt x="101206" y="69481"/>
                </a:lnTo>
                <a:lnTo>
                  <a:pt x="84670" y="51435"/>
                </a:lnTo>
                <a:lnTo>
                  <a:pt x="51904" y="16764"/>
                </a:lnTo>
                <a:lnTo>
                  <a:pt x="24472" y="39624"/>
                </a:lnTo>
                <a:lnTo>
                  <a:pt x="40474" y="57061"/>
                </a:lnTo>
                <a:lnTo>
                  <a:pt x="56476" y="75069"/>
                </a:lnTo>
                <a:lnTo>
                  <a:pt x="72478" y="93675"/>
                </a:lnTo>
                <a:lnTo>
                  <a:pt x="88480" y="112864"/>
                </a:lnTo>
                <a:lnTo>
                  <a:pt x="117436" y="88392"/>
                </a:lnTo>
                <a:close/>
              </a:path>
              <a:path w="2682875" h="441325">
                <a:moveTo>
                  <a:pt x="138785" y="369100"/>
                </a:moveTo>
                <a:lnTo>
                  <a:pt x="138480" y="366052"/>
                </a:lnTo>
                <a:lnTo>
                  <a:pt x="137871" y="359956"/>
                </a:lnTo>
                <a:lnTo>
                  <a:pt x="136639" y="341020"/>
                </a:lnTo>
                <a:lnTo>
                  <a:pt x="135737" y="331000"/>
                </a:lnTo>
                <a:lnTo>
                  <a:pt x="122301" y="340969"/>
                </a:lnTo>
                <a:lnTo>
                  <a:pt x="109435" y="350240"/>
                </a:lnTo>
                <a:lnTo>
                  <a:pt x="97155" y="358635"/>
                </a:lnTo>
                <a:lnTo>
                  <a:pt x="85432" y="366052"/>
                </a:lnTo>
                <a:lnTo>
                  <a:pt x="85432" y="158597"/>
                </a:lnTo>
                <a:lnTo>
                  <a:pt x="0" y="158597"/>
                </a:lnTo>
                <a:lnTo>
                  <a:pt x="0" y="190601"/>
                </a:lnTo>
                <a:lnTo>
                  <a:pt x="53428" y="190601"/>
                </a:lnTo>
                <a:lnTo>
                  <a:pt x="53314" y="361480"/>
                </a:lnTo>
                <a:lnTo>
                  <a:pt x="52552" y="371690"/>
                </a:lnTo>
                <a:lnTo>
                  <a:pt x="49809" y="381863"/>
                </a:lnTo>
                <a:lnTo>
                  <a:pt x="45072" y="390601"/>
                </a:lnTo>
                <a:lnTo>
                  <a:pt x="38188" y="398056"/>
                </a:lnTo>
                <a:lnTo>
                  <a:pt x="58000" y="427101"/>
                </a:lnTo>
                <a:lnTo>
                  <a:pt x="75768" y="413283"/>
                </a:lnTo>
                <a:lnTo>
                  <a:pt x="94957" y="399199"/>
                </a:lnTo>
                <a:lnTo>
                  <a:pt x="115874" y="384568"/>
                </a:lnTo>
                <a:lnTo>
                  <a:pt x="138785" y="369100"/>
                </a:lnTo>
                <a:close/>
              </a:path>
              <a:path w="2682875" h="441325">
                <a:moveTo>
                  <a:pt x="234886" y="256222"/>
                </a:moveTo>
                <a:lnTo>
                  <a:pt x="215188" y="245084"/>
                </a:lnTo>
                <a:lnTo>
                  <a:pt x="195059" y="234505"/>
                </a:lnTo>
                <a:lnTo>
                  <a:pt x="174625" y="224510"/>
                </a:lnTo>
                <a:lnTo>
                  <a:pt x="154025" y="215074"/>
                </a:lnTo>
                <a:lnTo>
                  <a:pt x="138785" y="237934"/>
                </a:lnTo>
                <a:lnTo>
                  <a:pt x="160007" y="249364"/>
                </a:lnTo>
                <a:lnTo>
                  <a:pt x="180200" y="260794"/>
                </a:lnTo>
                <a:lnTo>
                  <a:pt x="199529" y="272224"/>
                </a:lnTo>
                <a:lnTo>
                  <a:pt x="218122" y="283654"/>
                </a:lnTo>
                <a:lnTo>
                  <a:pt x="234886" y="256222"/>
                </a:lnTo>
                <a:close/>
              </a:path>
              <a:path w="2682875" h="441325">
                <a:moveTo>
                  <a:pt x="265366" y="207454"/>
                </a:moveTo>
                <a:lnTo>
                  <a:pt x="246557" y="197116"/>
                </a:lnTo>
                <a:lnTo>
                  <a:pt x="226885" y="186791"/>
                </a:lnTo>
                <a:lnTo>
                  <a:pt x="186118" y="166217"/>
                </a:lnTo>
                <a:lnTo>
                  <a:pt x="170878" y="190601"/>
                </a:lnTo>
                <a:lnTo>
                  <a:pt x="190957" y="200939"/>
                </a:lnTo>
                <a:lnTo>
                  <a:pt x="210312" y="211594"/>
                </a:lnTo>
                <a:lnTo>
                  <a:pt x="229387" y="222821"/>
                </a:lnTo>
                <a:lnTo>
                  <a:pt x="248602" y="234886"/>
                </a:lnTo>
                <a:lnTo>
                  <a:pt x="265366" y="207454"/>
                </a:lnTo>
                <a:close/>
              </a:path>
              <a:path w="2682875" h="441325">
                <a:moveTo>
                  <a:pt x="423964" y="131152"/>
                </a:moveTo>
                <a:lnTo>
                  <a:pt x="291274" y="131152"/>
                </a:lnTo>
                <a:lnTo>
                  <a:pt x="291274" y="88392"/>
                </a:lnTo>
                <a:lnTo>
                  <a:pt x="416344" y="88392"/>
                </a:lnTo>
                <a:lnTo>
                  <a:pt x="416344" y="56388"/>
                </a:lnTo>
                <a:lnTo>
                  <a:pt x="291274" y="56388"/>
                </a:lnTo>
                <a:lnTo>
                  <a:pt x="291274" y="6096"/>
                </a:lnTo>
                <a:lnTo>
                  <a:pt x="257746" y="6096"/>
                </a:lnTo>
                <a:lnTo>
                  <a:pt x="257746" y="56388"/>
                </a:lnTo>
                <a:lnTo>
                  <a:pt x="140309" y="56388"/>
                </a:lnTo>
                <a:lnTo>
                  <a:pt x="140309" y="88392"/>
                </a:lnTo>
                <a:lnTo>
                  <a:pt x="257746" y="88392"/>
                </a:lnTo>
                <a:lnTo>
                  <a:pt x="257746" y="131152"/>
                </a:lnTo>
                <a:lnTo>
                  <a:pt x="123532" y="131152"/>
                </a:lnTo>
                <a:lnTo>
                  <a:pt x="123532" y="161645"/>
                </a:lnTo>
                <a:lnTo>
                  <a:pt x="390436" y="161645"/>
                </a:lnTo>
                <a:lnTo>
                  <a:pt x="385864" y="215074"/>
                </a:lnTo>
                <a:lnTo>
                  <a:pt x="394741" y="215341"/>
                </a:lnTo>
                <a:lnTo>
                  <a:pt x="403199" y="216027"/>
                </a:lnTo>
                <a:lnTo>
                  <a:pt x="411365" y="217004"/>
                </a:lnTo>
                <a:lnTo>
                  <a:pt x="419392" y="218122"/>
                </a:lnTo>
                <a:lnTo>
                  <a:pt x="423964" y="131152"/>
                </a:lnTo>
                <a:close/>
              </a:path>
              <a:path w="2682875" h="441325">
                <a:moveTo>
                  <a:pt x="430060" y="288226"/>
                </a:moveTo>
                <a:lnTo>
                  <a:pt x="314236" y="288226"/>
                </a:lnTo>
                <a:lnTo>
                  <a:pt x="317093" y="269074"/>
                </a:lnTo>
                <a:lnTo>
                  <a:pt x="318808" y="243636"/>
                </a:lnTo>
                <a:lnTo>
                  <a:pt x="319265" y="218122"/>
                </a:lnTo>
                <a:lnTo>
                  <a:pt x="319303" y="207454"/>
                </a:lnTo>
                <a:lnTo>
                  <a:pt x="318808" y="173837"/>
                </a:lnTo>
                <a:lnTo>
                  <a:pt x="285178" y="173837"/>
                </a:lnTo>
                <a:lnTo>
                  <a:pt x="285686" y="207454"/>
                </a:lnTo>
                <a:lnTo>
                  <a:pt x="285559" y="217004"/>
                </a:lnTo>
                <a:lnTo>
                  <a:pt x="284988" y="241350"/>
                </a:lnTo>
                <a:lnTo>
                  <a:pt x="282816" y="267360"/>
                </a:lnTo>
                <a:lnTo>
                  <a:pt x="279082" y="288226"/>
                </a:lnTo>
                <a:lnTo>
                  <a:pt x="120484" y="288226"/>
                </a:lnTo>
                <a:lnTo>
                  <a:pt x="120484" y="318808"/>
                </a:lnTo>
                <a:lnTo>
                  <a:pt x="271462" y="318808"/>
                </a:lnTo>
                <a:lnTo>
                  <a:pt x="250596" y="345071"/>
                </a:lnTo>
                <a:lnTo>
                  <a:pt x="217728" y="368909"/>
                </a:lnTo>
                <a:lnTo>
                  <a:pt x="172834" y="390169"/>
                </a:lnTo>
                <a:lnTo>
                  <a:pt x="115912" y="408724"/>
                </a:lnTo>
                <a:lnTo>
                  <a:pt x="121615" y="416775"/>
                </a:lnTo>
                <a:lnTo>
                  <a:pt x="127165" y="424802"/>
                </a:lnTo>
                <a:lnTo>
                  <a:pt x="132422" y="432816"/>
                </a:lnTo>
                <a:lnTo>
                  <a:pt x="137261" y="440817"/>
                </a:lnTo>
                <a:lnTo>
                  <a:pt x="186740" y="423710"/>
                </a:lnTo>
                <a:lnTo>
                  <a:pt x="227634" y="404571"/>
                </a:lnTo>
                <a:lnTo>
                  <a:pt x="259930" y="383730"/>
                </a:lnTo>
                <a:lnTo>
                  <a:pt x="283654" y="361480"/>
                </a:lnTo>
                <a:lnTo>
                  <a:pt x="312851" y="378053"/>
                </a:lnTo>
                <a:lnTo>
                  <a:pt x="343179" y="395770"/>
                </a:lnTo>
                <a:lnTo>
                  <a:pt x="374611" y="414667"/>
                </a:lnTo>
                <a:lnTo>
                  <a:pt x="407200" y="434721"/>
                </a:lnTo>
                <a:lnTo>
                  <a:pt x="428536" y="405676"/>
                </a:lnTo>
                <a:lnTo>
                  <a:pt x="397383" y="387400"/>
                </a:lnTo>
                <a:lnTo>
                  <a:pt x="365671" y="369290"/>
                </a:lnTo>
                <a:lnTo>
                  <a:pt x="351523" y="361480"/>
                </a:lnTo>
                <a:lnTo>
                  <a:pt x="333375" y="351447"/>
                </a:lnTo>
                <a:lnTo>
                  <a:pt x="300520" y="334048"/>
                </a:lnTo>
                <a:lnTo>
                  <a:pt x="303568" y="329476"/>
                </a:lnTo>
                <a:lnTo>
                  <a:pt x="305092" y="323380"/>
                </a:lnTo>
                <a:lnTo>
                  <a:pt x="306616" y="318808"/>
                </a:lnTo>
                <a:lnTo>
                  <a:pt x="430060" y="318808"/>
                </a:lnTo>
                <a:lnTo>
                  <a:pt x="430060" y="288226"/>
                </a:lnTo>
                <a:close/>
              </a:path>
              <a:path w="2682875" h="441325">
                <a:moveTo>
                  <a:pt x="619213" y="265366"/>
                </a:moveTo>
                <a:lnTo>
                  <a:pt x="603859" y="247103"/>
                </a:lnTo>
                <a:lnTo>
                  <a:pt x="593217" y="234886"/>
                </a:lnTo>
                <a:lnTo>
                  <a:pt x="590067" y="231267"/>
                </a:lnTo>
                <a:lnTo>
                  <a:pt x="586498" y="227266"/>
                </a:lnTo>
                <a:lnTo>
                  <a:pt x="582422" y="222694"/>
                </a:lnTo>
                <a:lnTo>
                  <a:pt x="568833" y="207454"/>
                </a:lnTo>
                <a:lnTo>
                  <a:pt x="552069" y="222694"/>
                </a:lnTo>
                <a:lnTo>
                  <a:pt x="552069" y="164693"/>
                </a:lnTo>
                <a:lnTo>
                  <a:pt x="611593" y="164693"/>
                </a:lnTo>
                <a:lnTo>
                  <a:pt x="611593" y="135737"/>
                </a:lnTo>
                <a:lnTo>
                  <a:pt x="552069" y="135737"/>
                </a:lnTo>
                <a:lnTo>
                  <a:pt x="552069" y="67056"/>
                </a:lnTo>
                <a:lnTo>
                  <a:pt x="552069" y="62484"/>
                </a:lnTo>
                <a:lnTo>
                  <a:pt x="567842" y="59956"/>
                </a:lnTo>
                <a:lnTo>
                  <a:pt x="598868" y="54343"/>
                </a:lnTo>
                <a:lnTo>
                  <a:pt x="614641" y="51816"/>
                </a:lnTo>
                <a:lnTo>
                  <a:pt x="603973" y="21336"/>
                </a:lnTo>
                <a:lnTo>
                  <a:pt x="566229" y="28765"/>
                </a:lnTo>
                <a:lnTo>
                  <a:pt x="528650" y="35052"/>
                </a:lnTo>
                <a:lnTo>
                  <a:pt x="491375" y="40195"/>
                </a:lnTo>
                <a:lnTo>
                  <a:pt x="454533" y="44196"/>
                </a:lnTo>
                <a:lnTo>
                  <a:pt x="456780" y="51816"/>
                </a:lnTo>
                <a:lnTo>
                  <a:pt x="461391" y="66916"/>
                </a:lnTo>
                <a:lnTo>
                  <a:pt x="463677" y="74676"/>
                </a:lnTo>
                <a:lnTo>
                  <a:pt x="477634" y="73266"/>
                </a:lnTo>
                <a:lnTo>
                  <a:pt x="491871" y="71437"/>
                </a:lnTo>
                <a:lnTo>
                  <a:pt x="506107" y="69316"/>
                </a:lnTo>
                <a:lnTo>
                  <a:pt x="520065" y="67056"/>
                </a:lnTo>
                <a:lnTo>
                  <a:pt x="520065" y="135737"/>
                </a:lnTo>
                <a:lnTo>
                  <a:pt x="451485" y="135737"/>
                </a:lnTo>
                <a:lnTo>
                  <a:pt x="451485" y="164693"/>
                </a:lnTo>
                <a:lnTo>
                  <a:pt x="512445" y="164693"/>
                </a:lnTo>
                <a:lnTo>
                  <a:pt x="499846" y="206730"/>
                </a:lnTo>
                <a:lnTo>
                  <a:pt x="484822" y="245745"/>
                </a:lnTo>
                <a:lnTo>
                  <a:pt x="467220" y="281622"/>
                </a:lnTo>
                <a:lnTo>
                  <a:pt x="446913" y="314236"/>
                </a:lnTo>
                <a:lnTo>
                  <a:pt x="450342" y="324256"/>
                </a:lnTo>
                <a:lnTo>
                  <a:pt x="453771" y="333857"/>
                </a:lnTo>
                <a:lnTo>
                  <a:pt x="457200" y="343166"/>
                </a:lnTo>
                <a:lnTo>
                  <a:pt x="460629" y="352336"/>
                </a:lnTo>
                <a:lnTo>
                  <a:pt x="478053" y="325716"/>
                </a:lnTo>
                <a:lnTo>
                  <a:pt x="493776" y="296087"/>
                </a:lnTo>
                <a:lnTo>
                  <a:pt x="507771" y="263309"/>
                </a:lnTo>
                <a:lnTo>
                  <a:pt x="520065" y="227266"/>
                </a:lnTo>
                <a:lnTo>
                  <a:pt x="520065" y="437769"/>
                </a:lnTo>
                <a:lnTo>
                  <a:pt x="552069" y="437769"/>
                </a:lnTo>
                <a:lnTo>
                  <a:pt x="552069" y="234886"/>
                </a:lnTo>
                <a:lnTo>
                  <a:pt x="560654" y="245122"/>
                </a:lnTo>
                <a:lnTo>
                  <a:pt x="570407" y="257365"/>
                </a:lnTo>
                <a:lnTo>
                  <a:pt x="593305" y="286702"/>
                </a:lnTo>
                <a:lnTo>
                  <a:pt x="619213" y="265366"/>
                </a:lnTo>
                <a:close/>
              </a:path>
              <a:path w="2682875" h="441325">
                <a:moveTo>
                  <a:pt x="852589" y="25908"/>
                </a:moveTo>
                <a:lnTo>
                  <a:pt x="820483" y="25908"/>
                </a:lnTo>
                <a:lnTo>
                  <a:pt x="820483" y="54864"/>
                </a:lnTo>
                <a:lnTo>
                  <a:pt x="820483" y="128117"/>
                </a:lnTo>
                <a:lnTo>
                  <a:pt x="669518" y="128117"/>
                </a:lnTo>
                <a:lnTo>
                  <a:pt x="669518" y="54864"/>
                </a:lnTo>
                <a:lnTo>
                  <a:pt x="820483" y="54864"/>
                </a:lnTo>
                <a:lnTo>
                  <a:pt x="820483" y="25908"/>
                </a:lnTo>
                <a:lnTo>
                  <a:pt x="635990" y="25908"/>
                </a:lnTo>
                <a:lnTo>
                  <a:pt x="635990" y="175361"/>
                </a:lnTo>
                <a:lnTo>
                  <a:pt x="669518" y="175361"/>
                </a:lnTo>
                <a:lnTo>
                  <a:pt x="669518" y="158597"/>
                </a:lnTo>
                <a:lnTo>
                  <a:pt x="820483" y="158597"/>
                </a:lnTo>
                <a:lnTo>
                  <a:pt x="820483" y="175361"/>
                </a:lnTo>
                <a:lnTo>
                  <a:pt x="852589" y="175361"/>
                </a:lnTo>
                <a:lnTo>
                  <a:pt x="852589" y="158597"/>
                </a:lnTo>
                <a:lnTo>
                  <a:pt x="852589" y="128117"/>
                </a:lnTo>
                <a:lnTo>
                  <a:pt x="852589" y="54864"/>
                </a:lnTo>
                <a:lnTo>
                  <a:pt x="852589" y="25908"/>
                </a:lnTo>
                <a:close/>
              </a:path>
              <a:path w="2682875" h="441325">
                <a:moveTo>
                  <a:pt x="886117" y="384340"/>
                </a:moveTo>
                <a:lnTo>
                  <a:pt x="761047" y="384340"/>
                </a:lnTo>
                <a:lnTo>
                  <a:pt x="761047" y="318808"/>
                </a:lnTo>
                <a:lnTo>
                  <a:pt x="860209" y="318808"/>
                </a:lnTo>
                <a:lnTo>
                  <a:pt x="860209" y="289750"/>
                </a:lnTo>
                <a:lnTo>
                  <a:pt x="761047" y="289750"/>
                </a:lnTo>
                <a:lnTo>
                  <a:pt x="761047" y="230314"/>
                </a:lnTo>
                <a:lnTo>
                  <a:pt x="872401" y="230314"/>
                </a:lnTo>
                <a:lnTo>
                  <a:pt x="872401" y="201269"/>
                </a:lnTo>
                <a:lnTo>
                  <a:pt x="616165" y="201269"/>
                </a:lnTo>
                <a:lnTo>
                  <a:pt x="616165" y="230314"/>
                </a:lnTo>
                <a:lnTo>
                  <a:pt x="725995" y="230314"/>
                </a:lnTo>
                <a:lnTo>
                  <a:pt x="725995" y="289750"/>
                </a:lnTo>
                <a:lnTo>
                  <a:pt x="626833" y="289750"/>
                </a:lnTo>
                <a:lnTo>
                  <a:pt x="626833" y="318808"/>
                </a:lnTo>
                <a:lnTo>
                  <a:pt x="725995" y="318808"/>
                </a:lnTo>
                <a:lnTo>
                  <a:pt x="725995" y="384340"/>
                </a:lnTo>
                <a:lnTo>
                  <a:pt x="600925" y="384340"/>
                </a:lnTo>
                <a:lnTo>
                  <a:pt x="600925" y="413385"/>
                </a:lnTo>
                <a:lnTo>
                  <a:pt x="886117" y="413385"/>
                </a:lnTo>
                <a:lnTo>
                  <a:pt x="886117" y="384340"/>
                </a:lnTo>
                <a:close/>
              </a:path>
              <a:path w="2682875" h="441325">
                <a:moveTo>
                  <a:pt x="1325308" y="240982"/>
                </a:moveTo>
                <a:lnTo>
                  <a:pt x="1180439" y="240982"/>
                </a:lnTo>
                <a:lnTo>
                  <a:pt x="1192631" y="231838"/>
                </a:lnTo>
                <a:lnTo>
                  <a:pt x="1189583" y="228790"/>
                </a:lnTo>
                <a:lnTo>
                  <a:pt x="1185011" y="227266"/>
                </a:lnTo>
                <a:lnTo>
                  <a:pt x="1181963" y="224218"/>
                </a:lnTo>
                <a:lnTo>
                  <a:pt x="1216190" y="204304"/>
                </a:lnTo>
                <a:lnTo>
                  <a:pt x="1294828" y="158584"/>
                </a:lnTo>
                <a:lnTo>
                  <a:pt x="1294828" y="126580"/>
                </a:lnTo>
                <a:lnTo>
                  <a:pt x="1018794" y="126580"/>
                </a:lnTo>
                <a:lnTo>
                  <a:pt x="1018794" y="157060"/>
                </a:lnTo>
                <a:lnTo>
                  <a:pt x="1232255" y="157060"/>
                </a:lnTo>
                <a:lnTo>
                  <a:pt x="1153007" y="204304"/>
                </a:lnTo>
                <a:lnTo>
                  <a:pt x="1137869" y="194259"/>
                </a:lnTo>
                <a:lnTo>
                  <a:pt x="1122286" y="184492"/>
                </a:lnTo>
                <a:lnTo>
                  <a:pt x="1106411" y="174739"/>
                </a:lnTo>
                <a:lnTo>
                  <a:pt x="1090422" y="164680"/>
                </a:lnTo>
                <a:lnTo>
                  <a:pt x="1069086" y="187540"/>
                </a:lnTo>
                <a:lnTo>
                  <a:pt x="1087666" y="199326"/>
                </a:lnTo>
                <a:lnTo>
                  <a:pt x="1106817" y="211975"/>
                </a:lnTo>
                <a:lnTo>
                  <a:pt x="1126566" y="225780"/>
                </a:lnTo>
                <a:lnTo>
                  <a:pt x="1146911" y="240982"/>
                </a:lnTo>
                <a:lnTo>
                  <a:pt x="992886" y="240982"/>
                </a:lnTo>
                <a:lnTo>
                  <a:pt x="992886" y="272986"/>
                </a:lnTo>
                <a:lnTo>
                  <a:pt x="1143863" y="272986"/>
                </a:lnTo>
                <a:lnTo>
                  <a:pt x="1143863" y="370624"/>
                </a:lnTo>
                <a:lnTo>
                  <a:pt x="1142403" y="381736"/>
                </a:lnTo>
                <a:lnTo>
                  <a:pt x="1137945" y="389864"/>
                </a:lnTo>
                <a:lnTo>
                  <a:pt x="1130312" y="394830"/>
                </a:lnTo>
                <a:lnTo>
                  <a:pt x="1119378" y="396532"/>
                </a:lnTo>
                <a:lnTo>
                  <a:pt x="1106208" y="395998"/>
                </a:lnTo>
                <a:lnTo>
                  <a:pt x="1091755" y="394627"/>
                </a:lnTo>
                <a:lnTo>
                  <a:pt x="1058418" y="390436"/>
                </a:lnTo>
                <a:lnTo>
                  <a:pt x="1060437" y="401535"/>
                </a:lnTo>
                <a:lnTo>
                  <a:pt x="1062037" y="411810"/>
                </a:lnTo>
                <a:lnTo>
                  <a:pt x="1063345" y="420941"/>
                </a:lnTo>
                <a:lnTo>
                  <a:pt x="1064514" y="428625"/>
                </a:lnTo>
                <a:lnTo>
                  <a:pt x="1083106" y="428866"/>
                </a:lnTo>
                <a:lnTo>
                  <a:pt x="1115771" y="429907"/>
                </a:lnTo>
                <a:lnTo>
                  <a:pt x="1130147" y="430149"/>
                </a:lnTo>
                <a:lnTo>
                  <a:pt x="1167866" y="416610"/>
                </a:lnTo>
                <a:lnTo>
                  <a:pt x="1180439" y="376720"/>
                </a:lnTo>
                <a:lnTo>
                  <a:pt x="1180439" y="272986"/>
                </a:lnTo>
                <a:lnTo>
                  <a:pt x="1285684" y="272986"/>
                </a:lnTo>
                <a:lnTo>
                  <a:pt x="1255115" y="335572"/>
                </a:lnTo>
                <a:lnTo>
                  <a:pt x="1264018" y="339877"/>
                </a:lnTo>
                <a:lnTo>
                  <a:pt x="1280058" y="347357"/>
                </a:lnTo>
                <a:lnTo>
                  <a:pt x="1287208" y="350812"/>
                </a:lnTo>
                <a:lnTo>
                  <a:pt x="1325308" y="272986"/>
                </a:lnTo>
                <a:lnTo>
                  <a:pt x="1325308" y="240982"/>
                </a:lnTo>
                <a:close/>
              </a:path>
              <a:path w="2682875" h="441325">
                <a:moveTo>
                  <a:pt x="1329880" y="57912"/>
                </a:moveTo>
                <a:lnTo>
                  <a:pt x="1142339" y="57912"/>
                </a:lnTo>
                <a:lnTo>
                  <a:pt x="1163675" y="45720"/>
                </a:lnTo>
                <a:lnTo>
                  <a:pt x="1156525" y="33642"/>
                </a:lnTo>
                <a:lnTo>
                  <a:pt x="1148816" y="22288"/>
                </a:lnTo>
                <a:lnTo>
                  <a:pt x="1140523" y="11214"/>
                </a:lnTo>
                <a:lnTo>
                  <a:pt x="1131671" y="0"/>
                </a:lnTo>
                <a:lnTo>
                  <a:pt x="1101090" y="16764"/>
                </a:lnTo>
                <a:lnTo>
                  <a:pt x="1107948" y="26187"/>
                </a:lnTo>
                <a:lnTo>
                  <a:pt x="1114818" y="36195"/>
                </a:lnTo>
                <a:lnTo>
                  <a:pt x="1121702" y="46761"/>
                </a:lnTo>
                <a:lnTo>
                  <a:pt x="1128623" y="57912"/>
                </a:lnTo>
                <a:lnTo>
                  <a:pt x="944016" y="57912"/>
                </a:lnTo>
                <a:lnTo>
                  <a:pt x="944016" y="218122"/>
                </a:lnTo>
                <a:lnTo>
                  <a:pt x="940904" y="280733"/>
                </a:lnTo>
                <a:lnTo>
                  <a:pt x="931633" y="333463"/>
                </a:lnTo>
                <a:lnTo>
                  <a:pt x="916381" y="376161"/>
                </a:lnTo>
                <a:lnTo>
                  <a:pt x="895248" y="408724"/>
                </a:lnTo>
                <a:lnTo>
                  <a:pt x="901954" y="416610"/>
                </a:lnTo>
                <a:lnTo>
                  <a:pt x="908583" y="424611"/>
                </a:lnTo>
                <a:lnTo>
                  <a:pt x="914539" y="432168"/>
                </a:lnTo>
                <a:lnTo>
                  <a:pt x="919632" y="439293"/>
                </a:lnTo>
                <a:lnTo>
                  <a:pt x="941781" y="405955"/>
                </a:lnTo>
                <a:lnTo>
                  <a:pt x="958875" y="366331"/>
                </a:lnTo>
                <a:lnTo>
                  <a:pt x="970991" y="320344"/>
                </a:lnTo>
                <a:lnTo>
                  <a:pt x="978204" y="267919"/>
                </a:lnTo>
                <a:lnTo>
                  <a:pt x="980478" y="211975"/>
                </a:lnTo>
                <a:lnTo>
                  <a:pt x="980592" y="89916"/>
                </a:lnTo>
                <a:lnTo>
                  <a:pt x="1329880" y="89916"/>
                </a:lnTo>
                <a:lnTo>
                  <a:pt x="1329880" y="57912"/>
                </a:lnTo>
                <a:close/>
              </a:path>
              <a:path w="2682875" h="441325">
                <a:moveTo>
                  <a:pt x="1671447" y="303466"/>
                </a:moveTo>
                <a:lnTo>
                  <a:pt x="1348168" y="303466"/>
                </a:lnTo>
                <a:lnTo>
                  <a:pt x="1348168" y="335572"/>
                </a:lnTo>
                <a:lnTo>
                  <a:pt x="1671447" y="335572"/>
                </a:lnTo>
                <a:lnTo>
                  <a:pt x="1671447" y="303466"/>
                </a:lnTo>
                <a:close/>
              </a:path>
              <a:path w="2682875" h="441325">
                <a:moveTo>
                  <a:pt x="1743176" y="215074"/>
                </a:moveTo>
                <a:lnTo>
                  <a:pt x="1457998" y="215074"/>
                </a:lnTo>
                <a:lnTo>
                  <a:pt x="1468666" y="161632"/>
                </a:lnTo>
                <a:lnTo>
                  <a:pt x="1732508" y="161632"/>
                </a:lnTo>
                <a:lnTo>
                  <a:pt x="1732508" y="128104"/>
                </a:lnTo>
                <a:lnTo>
                  <a:pt x="1474762" y="128104"/>
                </a:lnTo>
                <a:lnTo>
                  <a:pt x="1485430" y="76200"/>
                </a:lnTo>
                <a:lnTo>
                  <a:pt x="1448854" y="76200"/>
                </a:lnTo>
                <a:lnTo>
                  <a:pt x="1419898" y="216598"/>
                </a:lnTo>
                <a:lnTo>
                  <a:pt x="1419898" y="248602"/>
                </a:lnTo>
                <a:lnTo>
                  <a:pt x="1705076" y="248602"/>
                </a:lnTo>
                <a:lnTo>
                  <a:pt x="1703666" y="281190"/>
                </a:lnTo>
                <a:lnTo>
                  <a:pt x="1699755" y="335572"/>
                </a:lnTo>
                <a:lnTo>
                  <a:pt x="1692884" y="374192"/>
                </a:lnTo>
                <a:lnTo>
                  <a:pt x="1653159" y="393484"/>
                </a:lnTo>
                <a:lnTo>
                  <a:pt x="1629181" y="393192"/>
                </a:lnTo>
                <a:lnTo>
                  <a:pt x="1605343" y="392341"/>
                </a:lnTo>
                <a:lnTo>
                  <a:pt x="1581797" y="390906"/>
                </a:lnTo>
                <a:lnTo>
                  <a:pt x="1558671" y="388912"/>
                </a:lnTo>
                <a:lnTo>
                  <a:pt x="1560055" y="398945"/>
                </a:lnTo>
                <a:lnTo>
                  <a:pt x="1561719" y="408571"/>
                </a:lnTo>
                <a:lnTo>
                  <a:pt x="1563382" y="417918"/>
                </a:lnTo>
                <a:lnTo>
                  <a:pt x="1564767" y="427101"/>
                </a:lnTo>
                <a:lnTo>
                  <a:pt x="1590459" y="427977"/>
                </a:lnTo>
                <a:lnTo>
                  <a:pt x="1614868" y="428434"/>
                </a:lnTo>
                <a:lnTo>
                  <a:pt x="1659255" y="428625"/>
                </a:lnTo>
                <a:lnTo>
                  <a:pt x="1688769" y="424637"/>
                </a:lnTo>
                <a:lnTo>
                  <a:pt x="1725777" y="393484"/>
                </a:lnTo>
                <a:lnTo>
                  <a:pt x="1736178" y="336118"/>
                </a:lnTo>
                <a:lnTo>
                  <a:pt x="1740890" y="258813"/>
                </a:lnTo>
                <a:lnTo>
                  <a:pt x="1743176" y="215074"/>
                </a:lnTo>
                <a:close/>
              </a:path>
              <a:path w="2682875" h="441325">
                <a:moveTo>
                  <a:pt x="1762988" y="30480"/>
                </a:moveTo>
                <a:lnTo>
                  <a:pt x="1366456" y="30480"/>
                </a:lnTo>
                <a:lnTo>
                  <a:pt x="1366456" y="112864"/>
                </a:lnTo>
                <a:lnTo>
                  <a:pt x="1401508" y="112864"/>
                </a:lnTo>
                <a:lnTo>
                  <a:pt x="1401508" y="62484"/>
                </a:lnTo>
                <a:lnTo>
                  <a:pt x="1727936" y="62484"/>
                </a:lnTo>
                <a:lnTo>
                  <a:pt x="1727936" y="112864"/>
                </a:lnTo>
                <a:lnTo>
                  <a:pt x="1762988" y="112864"/>
                </a:lnTo>
                <a:lnTo>
                  <a:pt x="1762988" y="62484"/>
                </a:lnTo>
                <a:lnTo>
                  <a:pt x="1762988" y="30480"/>
                </a:lnTo>
                <a:close/>
              </a:path>
              <a:path w="2682875" h="441325">
                <a:moveTo>
                  <a:pt x="1952053" y="337096"/>
                </a:moveTo>
                <a:lnTo>
                  <a:pt x="1874126" y="355193"/>
                </a:lnTo>
                <a:lnTo>
                  <a:pt x="1834781" y="363880"/>
                </a:lnTo>
                <a:lnTo>
                  <a:pt x="1794979" y="372148"/>
                </a:lnTo>
                <a:lnTo>
                  <a:pt x="1804123" y="405676"/>
                </a:lnTo>
                <a:lnTo>
                  <a:pt x="1841614" y="395693"/>
                </a:lnTo>
                <a:lnTo>
                  <a:pt x="1878507" y="386435"/>
                </a:lnTo>
                <a:lnTo>
                  <a:pt x="1914804" y="378028"/>
                </a:lnTo>
                <a:lnTo>
                  <a:pt x="1950529" y="370624"/>
                </a:lnTo>
                <a:lnTo>
                  <a:pt x="1950770" y="362597"/>
                </a:lnTo>
                <a:lnTo>
                  <a:pt x="1951799" y="346214"/>
                </a:lnTo>
                <a:lnTo>
                  <a:pt x="1952053" y="337096"/>
                </a:lnTo>
                <a:close/>
              </a:path>
              <a:path w="2682875" h="441325">
                <a:moveTo>
                  <a:pt x="1952053" y="114388"/>
                </a:moveTo>
                <a:lnTo>
                  <a:pt x="1920049" y="97536"/>
                </a:lnTo>
                <a:lnTo>
                  <a:pt x="1912048" y="112191"/>
                </a:lnTo>
                <a:lnTo>
                  <a:pt x="1904047" y="126390"/>
                </a:lnTo>
                <a:lnTo>
                  <a:pt x="1896046" y="140284"/>
                </a:lnTo>
                <a:lnTo>
                  <a:pt x="1888045" y="154012"/>
                </a:lnTo>
                <a:lnTo>
                  <a:pt x="1874596" y="154038"/>
                </a:lnTo>
                <a:lnTo>
                  <a:pt x="1861566" y="154203"/>
                </a:lnTo>
                <a:lnTo>
                  <a:pt x="1848827" y="154660"/>
                </a:lnTo>
                <a:lnTo>
                  <a:pt x="1836229" y="155536"/>
                </a:lnTo>
                <a:lnTo>
                  <a:pt x="1852206" y="128689"/>
                </a:lnTo>
                <a:lnTo>
                  <a:pt x="1870329" y="96253"/>
                </a:lnTo>
                <a:lnTo>
                  <a:pt x="1890445" y="58381"/>
                </a:lnTo>
                <a:lnTo>
                  <a:pt x="1912429" y="15240"/>
                </a:lnTo>
                <a:lnTo>
                  <a:pt x="1880425" y="1524"/>
                </a:lnTo>
                <a:lnTo>
                  <a:pt x="1858759" y="49834"/>
                </a:lnTo>
                <a:lnTo>
                  <a:pt x="1837359" y="91871"/>
                </a:lnTo>
                <a:lnTo>
                  <a:pt x="1816519" y="127622"/>
                </a:lnTo>
                <a:lnTo>
                  <a:pt x="1796503" y="157060"/>
                </a:lnTo>
                <a:lnTo>
                  <a:pt x="1804123" y="187540"/>
                </a:lnTo>
                <a:lnTo>
                  <a:pt x="1871281" y="182968"/>
                </a:lnTo>
                <a:lnTo>
                  <a:pt x="1852447" y="212102"/>
                </a:lnTo>
                <a:lnTo>
                  <a:pt x="1834883" y="237350"/>
                </a:lnTo>
                <a:lnTo>
                  <a:pt x="1818728" y="258292"/>
                </a:lnTo>
                <a:lnTo>
                  <a:pt x="1804123" y="274510"/>
                </a:lnTo>
                <a:lnTo>
                  <a:pt x="1811743" y="306514"/>
                </a:lnTo>
                <a:lnTo>
                  <a:pt x="1851812" y="300850"/>
                </a:lnTo>
                <a:lnTo>
                  <a:pt x="1944433" y="286702"/>
                </a:lnTo>
                <a:lnTo>
                  <a:pt x="1944700" y="278676"/>
                </a:lnTo>
                <a:lnTo>
                  <a:pt x="1945386" y="270510"/>
                </a:lnTo>
                <a:lnTo>
                  <a:pt x="1945627" y="268414"/>
                </a:lnTo>
                <a:lnTo>
                  <a:pt x="1946363" y="262051"/>
                </a:lnTo>
                <a:lnTo>
                  <a:pt x="1947481" y="253174"/>
                </a:lnTo>
                <a:lnTo>
                  <a:pt x="1927758" y="256628"/>
                </a:lnTo>
                <a:lnTo>
                  <a:pt x="1851469" y="268414"/>
                </a:lnTo>
                <a:lnTo>
                  <a:pt x="1876615" y="232130"/>
                </a:lnTo>
                <a:lnTo>
                  <a:pt x="1901761" y="194259"/>
                </a:lnTo>
                <a:lnTo>
                  <a:pt x="1908987" y="182968"/>
                </a:lnTo>
                <a:lnTo>
                  <a:pt x="1926539" y="155536"/>
                </a:lnTo>
                <a:lnTo>
                  <a:pt x="1952053" y="114388"/>
                </a:lnTo>
                <a:close/>
              </a:path>
              <a:path w="2682875" h="441325">
                <a:moveTo>
                  <a:pt x="2203704" y="257746"/>
                </a:moveTo>
                <a:lnTo>
                  <a:pt x="2170176" y="257746"/>
                </a:lnTo>
                <a:lnTo>
                  <a:pt x="2170176" y="288226"/>
                </a:lnTo>
                <a:lnTo>
                  <a:pt x="2170176" y="378244"/>
                </a:lnTo>
                <a:lnTo>
                  <a:pt x="2007019" y="378244"/>
                </a:lnTo>
                <a:lnTo>
                  <a:pt x="2007019" y="288226"/>
                </a:lnTo>
                <a:lnTo>
                  <a:pt x="2170176" y="288226"/>
                </a:lnTo>
                <a:lnTo>
                  <a:pt x="2170176" y="257746"/>
                </a:lnTo>
                <a:lnTo>
                  <a:pt x="1973491" y="257746"/>
                </a:lnTo>
                <a:lnTo>
                  <a:pt x="1973491" y="436245"/>
                </a:lnTo>
                <a:lnTo>
                  <a:pt x="2007019" y="436245"/>
                </a:lnTo>
                <a:lnTo>
                  <a:pt x="2007019" y="408724"/>
                </a:lnTo>
                <a:lnTo>
                  <a:pt x="2170176" y="408724"/>
                </a:lnTo>
                <a:lnTo>
                  <a:pt x="2170176" y="436245"/>
                </a:lnTo>
                <a:lnTo>
                  <a:pt x="2203704" y="436245"/>
                </a:lnTo>
                <a:lnTo>
                  <a:pt x="2203704" y="408724"/>
                </a:lnTo>
                <a:lnTo>
                  <a:pt x="2203704" y="378244"/>
                </a:lnTo>
                <a:lnTo>
                  <a:pt x="2203704" y="288226"/>
                </a:lnTo>
                <a:lnTo>
                  <a:pt x="2203704" y="257746"/>
                </a:lnTo>
                <a:close/>
              </a:path>
              <a:path w="2682875" h="441325">
                <a:moveTo>
                  <a:pt x="2229612" y="74676"/>
                </a:moveTo>
                <a:lnTo>
                  <a:pt x="2106168" y="74676"/>
                </a:lnTo>
                <a:lnTo>
                  <a:pt x="2106168" y="4572"/>
                </a:lnTo>
                <a:lnTo>
                  <a:pt x="2071027" y="4572"/>
                </a:lnTo>
                <a:lnTo>
                  <a:pt x="2071027" y="74676"/>
                </a:lnTo>
                <a:lnTo>
                  <a:pt x="1950529" y="74676"/>
                </a:lnTo>
                <a:lnTo>
                  <a:pt x="1950529" y="106768"/>
                </a:lnTo>
                <a:lnTo>
                  <a:pt x="2071027" y="106768"/>
                </a:lnTo>
                <a:lnTo>
                  <a:pt x="2071027" y="175348"/>
                </a:lnTo>
                <a:lnTo>
                  <a:pt x="1964334" y="175348"/>
                </a:lnTo>
                <a:lnTo>
                  <a:pt x="1964334" y="205930"/>
                </a:lnTo>
                <a:lnTo>
                  <a:pt x="2212848" y="205930"/>
                </a:lnTo>
                <a:lnTo>
                  <a:pt x="2212848" y="175348"/>
                </a:lnTo>
                <a:lnTo>
                  <a:pt x="2106168" y="175348"/>
                </a:lnTo>
                <a:lnTo>
                  <a:pt x="2106168" y="106768"/>
                </a:lnTo>
                <a:lnTo>
                  <a:pt x="2229612" y="106768"/>
                </a:lnTo>
                <a:lnTo>
                  <a:pt x="2229612" y="74676"/>
                </a:lnTo>
                <a:close/>
              </a:path>
              <a:path w="2682875" h="441325">
                <a:moveTo>
                  <a:pt x="2682621" y="381279"/>
                </a:moveTo>
                <a:lnTo>
                  <a:pt x="2629700" y="366991"/>
                </a:lnTo>
                <a:lnTo>
                  <a:pt x="2583078" y="346989"/>
                </a:lnTo>
                <a:lnTo>
                  <a:pt x="2542756" y="321233"/>
                </a:lnTo>
                <a:lnTo>
                  <a:pt x="2515285" y="295846"/>
                </a:lnTo>
                <a:lnTo>
                  <a:pt x="2513634" y="294322"/>
                </a:lnTo>
                <a:lnTo>
                  <a:pt x="2508694" y="289750"/>
                </a:lnTo>
                <a:lnTo>
                  <a:pt x="2671953" y="289750"/>
                </a:lnTo>
                <a:lnTo>
                  <a:pt x="2671953" y="257746"/>
                </a:lnTo>
                <a:lnTo>
                  <a:pt x="2478214" y="257746"/>
                </a:lnTo>
                <a:lnTo>
                  <a:pt x="2478214" y="210502"/>
                </a:lnTo>
                <a:lnTo>
                  <a:pt x="2594127" y="210502"/>
                </a:lnTo>
                <a:lnTo>
                  <a:pt x="2594127" y="227266"/>
                </a:lnTo>
                <a:lnTo>
                  <a:pt x="2627655" y="227266"/>
                </a:lnTo>
                <a:lnTo>
                  <a:pt x="2627655" y="25908"/>
                </a:lnTo>
                <a:lnTo>
                  <a:pt x="2594127" y="25908"/>
                </a:lnTo>
                <a:lnTo>
                  <a:pt x="2594127" y="56388"/>
                </a:lnTo>
                <a:lnTo>
                  <a:pt x="2594127" y="103720"/>
                </a:lnTo>
                <a:lnTo>
                  <a:pt x="2594127" y="132676"/>
                </a:lnTo>
                <a:lnTo>
                  <a:pt x="2594127" y="181444"/>
                </a:lnTo>
                <a:lnTo>
                  <a:pt x="2478214" y="181444"/>
                </a:lnTo>
                <a:lnTo>
                  <a:pt x="2478214" y="132676"/>
                </a:lnTo>
                <a:lnTo>
                  <a:pt x="2594127" y="132676"/>
                </a:lnTo>
                <a:lnTo>
                  <a:pt x="2594127" y="103720"/>
                </a:lnTo>
                <a:lnTo>
                  <a:pt x="2478214" y="103720"/>
                </a:lnTo>
                <a:lnTo>
                  <a:pt x="2478214" y="56388"/>
                </a:lnTo>
                <a:lnTo>
                  <a:pt x="2594127" y="56388"/>
                </a:lnTo>
                <a:lnTo>
                  <a:pt x="2594127" y="25908"/>
                </a:lnTo>
                <a:lnTo>
                  <a:pt x="2444686" y="25908"/>
                </a:lnTo>
                <a:lnTo>
                  <a:pt x="2444686" y="56388"/>
                </a:lnTo>
                <a:lnTo>
                  <a:pt x="2444686" y="103720"/>
                </a:lnTo>
                <a:lnTo>
                  <a:pt x="2444686" y="132676"/>
                </a:lnTo>
                <a:lnTo>
                  <a:pt x="2444686" y="181444"/>
                </a:lnTo>
                <a:lnTo>
                  <a:pt x="2328761" y="181444"/>
                </a:lnTo>
                <a:lnTo>
                  <a:pt x="2328761" y="132676"/>
                </a:lnTo>
                <a:lnTo>
                  <a:pt x="2444686" y="132676"/>
                </a:lnTo>
                <a:lnTo>
                  <a:pt x="2444686" y="103720"/>
                </a:lnTo>
                <a:lnTo>
                  <a:pt x="2328761" y="103720"/>
                </a:lnTo>
                <a:lnTo>
                  <a:pt x="2328761" y="56388"/>
                </a:lnTo>
                <a:lnTo>
                  <a:pt x="2444686" y="56388"/>
                </a:lnTo>
                <a:lnTo>
                  <a:pt x="2444686" y="25908"/>
                </a:lnTo>
                <a:lnTo>
                  <a:pt x="2295233" y="25908"/>
                </a:lnTo>
                <a:lnTo>
                  <a:pt x="2295233" y="227266"/>
                </a:lnTo>
                <a:lnTo>
                  <a:pt x="2328761" y="227266"/>
                </a:lnTo>
                <a:lnTo>
                  <a:pt x="2328761" y="210502"/>
                </a:lnTo>
                <a:lnTo>
                  <a:pt x="2444686" y="210502"/>
                </a:lnTo>
                <a:lnTo>
                  <a:pt x="2444686" y="257746"/>
                </a:lnTo>
                <a:lnTo>
                  <a:pt x="2252561" y="257746"/>
                </a:lnTo>
                <a:lnTo>
                  <a:pt x="2252561" y="289750"/>
                </a:lnTo>
                <a:lnTo>
                  <a:pt x="2411158" y="289750"/>
                </a:lnTo>
                <a:lnTo>
                  <a:pt x="2376551" y="320116"/>
                </a:lnTo>
                <a:lnTo>
                  <a:pt x="2336965" y="347179"/>
                </a:lnTo>
                <a:lnTo>
                  <a:pt x="2292553" y="371068"/>
                </a:lnTo>
                <a:lnTo>
                  <a:pt x="2243417" y="391960"/>
                </a:lnTo>
                <a:lnTo>
                  <a:pt x="2250897" y="399707"/>
                </a:lnTo>
                <a:lnTo>
                  <a:pt x="2257514" y="407047"/>
                </a:lnTo>
                <a:lnTo>
                  <a:pt x="2263571" y="414108"/>
                </a:lnTo>
                <a:lnTo>
                  <a:pt x="2269325" y="421005"/>
                </a:lnTo>
                <a:lnTo>
                  <a:pt x="2323300" y="392391"/>
                </a:lnTo>
                <a:lnTo>
                  <a:pt x="2370721" y="361657"/>
                </a:lnTo>
                <a:lnTo>
                  <a:pt x="2411285" y="328930"/>
                </a:lnTo>
                <a:lnTo>
                  <a:pt x="2444686" y="294322"/>
                </a:lnTo>
                <a:lnTo>
                  <a:pt x="2444686" y="437769"/>
                </a:lnTo>
                <a:lnTo>
                  <a:pt x="2478214" y="437769"/>
                </a:lnTo>
                <a:lnTo>
                  <a:pt x="2478214" y="295846"/>
                </a:lnTo>
                <a:lnTo>
                  <a:pt x="2515730" y="335051"/>
                </a:lnTo>
                <a:lnTo>
                  <a:pt x="2557361" y="367944"/>
                </a:lnTo>
                <a:lnTo>
                  <a:pt x="2603296" y="394563"/>
                </a:lnTo>
                <a:lnTo>
                  <a:pt x="2653665" y="414909"/>
                </a:lnTo>
                <a:lnTo>
                  <a:pt x="2659684" y="406831"/>
                </a:lnTo>
                <a:lnTo>
                  <a:pt x="2666428" y="398627"/>
                </a:lnTo>
                <a:lnTo>
                  <a:pt x="2674023" y="390169"/>
                </a:lnTo>
                <a:lnTo>
                  <a:pt x="2682621" y="381279"/>
                </a:lnTo>
                <a:close/>
              </a:path>
            </a:pathLst>
          </a:custGeom>
          <a:solidFill>
            <a:srgbClr val="080C1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–&amp;’</dc:creator>
  <dc:title>12_WebReview.pdf</dc:title>
  <dcterms:created xsi:type="dcterms:W3CDTF">2024-01-05T02:03:03Z</dcterms:created>
  <dcterms:modified xsi:type="dcterms:W3CDTF">2024-01-05T02:03:03Z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2024-01-05T00:00:00Z</vt:filetime>
  </property>
  <property fmtid="{D5CDD505-2E9C-101B-9397-08002B2CF9AE}" pid="3" name="LastSaved">
    <vt:filetime>2024-01-05T00:00:00Z</vt:filetime>
  </property>
  <property fmtid="{D5CDD505-2E9C-101B-9397-08002B2CF9AE}" pid="4" name="Producer">
    <vt:lpwstr>3-Heights(TM) PDF Security Shell 4.8.25.2 (http://www.pdf-tools.com)</vt:lpwstr>
  </property>
</Properties>
</file>